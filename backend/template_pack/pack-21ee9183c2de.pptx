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06" r:id="rId2"/>
    <p:sldId id="272" r:id="rId3"/>
    <p:sldId id="274" r:id="rId4"/>
    <p:sldId id="265" r:id="rId5"/>
    <p:sldId id="267" r:id="rId6"/>
    <p:sldId id="260" r:id="rId7"/>
    <p:sldId id="257" r:id="rId8"/>
    <p:sldId id="262" r:id="rId9"/>
    <p:sldId id="259" r:id="rId10"/>
    <p:sldId id="261" r:id="rId11"/>
    <p:sldId id="285" r:id="rId12"/>
    <p:sldId id="286" r:id="rId13"/>
    <p:sldId id="288" r:id="rId14"/>
    <p:sldId id="276" r:id="rId15"/>
    <p:sldId id="278" r:id="rId16"/>
    <p:sldId id="280" r:id="rId17"/>
    <p:sldId id="281" r:id="rId18"/>
    <p:sldId id="283" r:id="rId19"/>
    <p:sldId id="290" r:id="rId20"/>
    <p:sldId id="292" r:id="rId21"/>
    <p:sldId id="294" r:id="rId22"/>
    <p:sldId id="295" r:id="rId23"/>
    <p:sldId id="296" r:id="rId24"/>
    <p:sldId id="300" r:id="rId25"/>
    <p:sldId id="297" r:id="rId26"/>
    <p:sldId id="298" r:id="rId27"/>
    <p:sldId id="299" r:id="rId28"/>
    <p:sldId id="301" r:id="rId29"/>
    <p:sldId id="302" r:id="rId30"/>
    <p:sldId id="303" r:id="rId31"/>
    <p:sldId id="305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any Profile" id="{52525051-1C08-4AE5-AC7C-6B50D8D14694}">
          <p14:sldIdLst>
            <p14:sldId id="306"/>
            <p14:sldId id="272"/>
            <p14:sldId id="274"/>
            <p14:sldId id="265"/>
            <p14:sldId id="267"/>
          </p14:sldIdLst>
        </p14:section>
        <p14:section name="Section Break" id="{937C96C4-4C06-4DE7-A0C1-25C5117A5D23}">
          <p14:sldIdLst>
            <p14:sldId id="260"/>
            <p14:sldId id="257"/>
            <p14:sldId id="262"/>
            <p14:sldId id="259"/>
            <p14:sldId id="261"/>
          </p14:sldIdLst>
        </p14:section>
        <p14:section name="Our Team" id="{60A8E1F4-6068-4716-96FE-5EC3C8F6C22F}">
          <p14:sldIdLst>
            <p14:sldId id="285"/>
            <p14:sldId id="286"/>
            <p14:sldId id="288"/>
          </p14:sldIdLst>
        </p14:section>
        <p14:section name="Portfolio" id="{BC4759D7-73BF-4553-A5D7-13E0B85C230A}">
          <p14:sldIdLst>
            <p14:sldId id="276"/>
            <p14:sldId id="278"/>
            <p14:sldId id="280"/>
            <p14:sldId id="281"/>
            <p14:sldId id="283"/>
          </p14:sldIdLst>
        </p14:section>
        <p14:section name="Device" id="{702FAC71-9656-4237-A428-51D75EEE7239}">
          <p14:sldIdLst>
            <p14:sldId id="290"/>
            <p14:sldId id="292"/>
            <p14:sldId id="294"/>
          </p14:sldIdLst>
        </p14:section>
        <p14:section name="Infographic &amp; Chart" id="{A743A62A-56EE-475A-8F03-62817FDA2FAC}">
          <p14:sldIdLst>
            <p14:sldId id="295"/>
            <p14:sldId id="296"/>
            <p14:sldId id="300"/>
            <p14:sldId id="297"/>
            <p14:sldId id="298"/>
            <p14:sldId id="299"/>
          </p14:sldIdLst>
        </p14:section>
        <p14:section name="Map" id="{B170178F-2EA9-4AEB-865F-EB3DC6C1ACBE}">
          <p14:sldIdLst>
            <p14:sldId id="301"/>
            <p14:sldId id="302"/>
            <p14:sldId id="303"/>
          </p14:sldIdLst>
        </p14:section>
        <p14:section name="Closing" id="{1CCABB22-2C03-479F-B775-3782584F2F16}">
          <p14:sldIdLst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4" autoAdjust="0"/>
  </p:normalViewPr>
  <p:slideViewPr>
    <p:cSldViewPr>
      <p:cViewPr varScale="1">
        <p:scale>
          <a:sx n="64" d="100"/>
          <a:sy n="64" d="100"/>
        </p:scale>
        <p:origin x="-690" y="-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331E9-AB84-44B4-86FD-834603C9EAB7}" type="datetimeFigureOut">
              <a:rPr lang="en-US" smtClean="0"/>
              <a:t>8/4/2018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130FA-BB0B-4A47-ACB1-F4F98323C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2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90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5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0" y="-476250"/>
            <a:ext cx="3536023" cy="4495800"/>
          </a:xfrm>
          <a:custGeom>
            <a:avLst/>
            <a:gdLst/>
            <a:ahLst/>
            <a:cxnLst/>
            <a:rect l="l" t="t" r="r" b="b"/>
            <a:pathLst>
              <a:path w="5000626" h="6357938">
                <a:moveTo>
                  <a:pt x="2182020" y="6019800"/>
                </a:moveTo>
                <a:lnTo>
                  <a:pt x="2190644" y="6020027"/>
                </a:lnTo>
                <a:lnTo>
                  <a:pt x="2199268" y="6020934"/>
                </a:lnTo>
                <a:lnTo>
                  <a:pt x="2207891" y="6022068"/>
                </a:lnTo>
                <a:lnTo>
                  <a:pt x="2216061" y="6023429"/>
                </a:lnTo>
                <a:lnTo>
                  <a:pt x="2224458" y="6025243"/>
                </a:lnTo>
                <a:lnTo>
                  <a:pt x="2232174" y="6027511"/>
                </a:lnTo>
                <a:lnTo>
                  <a:pt x="2240117" y="6030232"/>
                </a:lnTo>
                <a:lnTo>
                  <a:pt x="2248059" y="6033180"/>
                </a:lnTo>
                <a:lnTo>
                  <a:pt x="2255321" y="6036809"/>
                </a:lnTo>
                <a:lnTo>
                  <a:pt x="2262810" y="6040438"/>
                </a:lnTo>
                <a:lnTo>
                  <a:pt x="2269618" y="6044293"/>
                </a:lnTo>
                <a:lnTo>
                  <a:pt x="2276653" y="6048829"/>
                </a:lnTo>
                <a:lnTo>
                  <a:pt x="2283235" y="6053591"/>
                </a:lnTo>
                <a:lnTo>
                  <a:pt x="2289816" y="6058580"/>
                </a:lnTo>
                <a:lnTo>
                  <a:pt x="2295716" y="6064023"/>
                </a:lnTo>
                <a:lnTo>
                  <a:pt x="2301844" y="6069466"/>
                </a:lnTo>
                <a:lnTo>
                  <a:pt x="2307290" y="6075136"/>
                </a:lnTo>
                <a:lnTo>
                  <a:pt x="2312737" y="6081486"/>
                </a:lnTo>
                <a:lnTo>
                  <a:pt x="2317729" y="6087836"/>
                </a:lnTo>
                <a:lnTo>
                  <a:pt x="2322268" y="6094413"/>
                </a:lnTo>
                <a:lnTo>
                  <a:pt x="2326807" y="6101216"/>
                </a:lnTo>
                <a:lnTo>
                  <a:pt x="2330892" y="6108473"/>
                </a:lnTo>
                <a:lnTo>
                  <a:pt x="2334523" y="6115504"/>
                </a:lnTo>
                <a:lnTo>
                  <a:pt x="2337927" y="6123215"/>
                </a:lnTo>
                <a:lnTo>
                  <a:pt x="2341104" y="6130925"/>
                </a:lnTo>
                <a:lnTo>
                  <a:pt x="2343600" y="6138636"/>
                </a:lnTo>
                <a:lnTo>
                  <a:pt x="2345869" y="6146800"/>
                </a:lnTo>
                <a:lnTo>
                  <a:pt x="2347685" y="6154738"/>
                </a:lnTo>
                <a:lnTo>
                  <a:pt x="2349273" y="6163356"/>
                </a:lnTo>
                <a:lnTo>
                  <a:pt x="2350181" y="6171520"/>
                </a:lnTo>
                <a:lnTo>
                  <a:pt x="2350862" y="6180138"/>
                </a:lnTo>
                <a:lnTo>
                  <a:pt x="2351089" y="6188982"/>
                </a:lnTo>
                <a:lnTo>
                  <a:pt x="2350862" y="6197600"/>
                </a:lnTo>
                <a:lnTo>
                  <a:pt x="2350181" y="6206218"/>
                </a:lnTo>
                <a:lnTo>
                  <a:pt x="2349273" y="6214836"/>
                </a:lnTo>
                <a:lnTo>
                  <a:pt x="2347685" y="6223001"/>
                </a:lnTo>
                <a:lnTo>
                  <a:pt x="2345869" y="6231165"/>
                </a:lnTo>
                <a:lnTo>
                  <a:pt x="2343600" y="6239102"/>
                </a:lnTo>
                <a:lnTo>
                  <a:pt x="2341104" y="6247040"/>
                </a:lnTo>
                <a:lnTo>
                  <a:pt x="2337927" y="6254524"/>
                </a:lnTo>
                <a:lnTo>
                  <a:pt x="2334523" y="6262234"/>
                </a:lnTo>
                <a:lnTo>
                  <a:pt x="2330892" y="6269492"/>
                </a:lnTo>
                <a:lnTo>
                  <a:pt x="2326807" y="6276522"/>
                </a:lnTo>
                <a:lnTo>
                  <a:pt x="2322268" y="6283552"/>
                </a:lnTo>
                <a:lnTo>
                  <a:pt x="2317729" y="6290129"/>
                </a:lnTo>
                <a:lnTo>
                  <a:pt x="2312737" y="6296479"/>
                </a:lnTo>
                <a:lnTo>
                  <a:pt x="2307290" y="6302602"/>
                </a:lnTo>
                <a:lnTo>
                  <a:pt x="2301844" y="6308272"/>
                </a:lnTo>
                <a:lnTo>
                  <a:pt x="2295716" y="6314168"/>
                </a:lnTo>
                <a:lnTo>
                  <a:pt x="2289816" y="6319384"/>
                </a:lnTo>
                <a:lnTo>
                  <a:pt x="2283235" y="6324374"/>
                </a:lnTo>
                <a:lnTo>
                  <a:pt x="2276653" y="6329136"/>
                </a:lnTo>
                <a:lnTo>
                  <a:pt x="2269618" y="6333445"/>
                </a:lnTo>
                <a:lnTo>
                  <a:pt x="2262810" y="6337754"/>
                </a:lnTo>
                <a:lnTo>
                  <a:pt x="2255321" y="6341383"/>
                </a:lnTo>
                <a:lnTo>
                  <a:pt x="2248059" y="6344558"/>
                </a:lnTo>
                <a:lnTo>
                  <a:pt x="2240117" y="6347506"/>
                </a:lnTo>
                <a:lnTo>
                  <a:pt x="2232174" y="6350227"/>
                </a:lnTo>
                <a:lnTo>
                  <a:pt x="2224458" y="6352722"/>
                </a:lnTo>
                <a:lnTo>
                  <a:pt x="2216061" y="6354536"/>
                </a:lnTo>
                <a:lnTo>
                  <a:pt x="2207891" y="6356124"/>
                </a:lnTo>
                <a:lnTo>
                  <a:pt x="2199268" y="6357031"/>
                </a:lnTo>
                <a:lnTo>
                  <a:pt x="2190644" y="6357711"/>
                </a:lnTo>
                <a:lnTo>
                  <a:pt x="2182020" y="6357938"/>
                </a:lnTo>
                <a:lnTo>
                  <a:pt x="2173397" y="6357711"/>
                </a:lnTo>
                <a:lnTo>
                  <a:pt x="2164773" y="6357031"/>
                </a:lnTo>
                <a:lnTo>
                  <a:pt x="2156377" y="6356124"/>
                </a:lnTo>
                <a:lnTo>
                  <a:pt x="2147980" y="6354536"/>
                </a:lnTo>
                <a:lnTo>
                  <a:pt x="2139583" y="6352722"/>
                </a:lnTo>
                <a:lnTo>
                  <a:pt x="2131867" y="6350227"/>
                </a:lnTo>
                <a:lnTo>
                  <a:pt x="2123924" y="6347506"/>
                </a:lnTo>
                <a:lnTo>
                  <a:pt x="2116209" y="6344558"/>
                </a:lnTo>
                <a:lnTo>
                  <a:pt x="2108720" y="6341383"/>
                </a:lnTo>
                <a:lnTo>
                  <a:pt x="2101231" y="6337754"/>
                </a:lnTo>
                <a:lnTo>
                  <a:pt x="2094423" y="6333445"/>
                </a:lnTo>
                <a:lnTo>
                  <a:pt x="2087388" y="6329136"/>
                </a:lnTo>
                <a:lnTo>
                  <a:pt x="2080806" y="6324374"/>
                </a:lnTo>
                <a:lnTo>
                  <a:pt x="2074225" y="6319384"/>
                </a:lnTo>
                <a:lnTo>
                  <a:pt x="2068325" y="6314168"/>
                </a:lnTo>
                <a:lnTo>
                  <a:pt x="2062197" y="6308272"/>
                </a:lnTo>
                <a:lnTo>
                  <a:pt x="2056751" y="6302602"/>
                </a:lnTo>
                <a:lnTo>
                  <a:pt x="2051531" y="6296479"/>
                </a:lnTo>
                <a:lnTo>
                  <a:pt x="2046312" y="6290129"/>
                </a:lnTo>
                <a:lnTo>
                  <a:pt x="2041773" y="6283552"/>
                </a:lnTo>
                <a:lnTo>
                  <a:pt x="2037461" y="6276522"/>
                </a:lnTo>
                <a:lnTo>
                  <a:pt x="2033149" y="6269492"/>
                </a:lnTo>
                <a:lnTo>
                  <a:pt x="2029518" y="6262234"/>
                </a:lnTo>
                <a:lnTo>
                  <a:pt x="2026114" y="6254524"/>
                </a:lnTo>
                <a:lnTo>
                  <a:pt x="2023164" y="6247040"/>
                </a:lnTo>
                <a:lnTo>
                  <a:pt x="2020441" y="6239102"/>
                </a:lnTo>
                <a:lnTo>
                  <a:pt x="2018172" y="6231165"/>
                </a:lnTo>
                <a:lnTo>
                  <a:pt x="2016356" y="6223001"/>
                </a:lnTo>
                <a:lnTo>
                  <a:pt x="2014768" y="6214836"/>
                </a:lnTo>
                <a:lnTo>
                  <a:pt x="2013633" y="6206218"/>
                </a:lnTo>
                <a:lnTo>
                  <a:pt x="2013179" y="6197600"/>
                </a:lnTo>
                <a:lnTo>
                  <a:pt x="2012952" y="6188982"/>
                </a:lnTo>
                <a:lnTo>
                  <a:pt x="2013179" y="6180138"/>
                </a:lnTo>
                <a:lnTo>
                  <a:pt x="2013633" y="6171520"/>
                </a:lnTo>
                <a:lnTo>
                  <a:pt x="2014768" y="6163356"/>
                </a:lnTo>
                <a:lnTo>
                  <a:pt x="2016356" y="6154738"/>
                </a:lnTo>
                <a:lnTo>
                  <a:pt x="2018172" y="6146800"/>
                </a:lnTo>
                <a:lnTo>
                  <a:pt x="2020441" y="6138636"/>
                </a:lnTo>
                <a:lnTo>
                  <a:pt x="2023164" y="6130925"/>
                </a:lnTo>
                <a:lnTo>
                  <a:pt x="2026114" y="6123215"/>
                </a:lnTo>
                <a:lnTo>
                  <a:pt x="2029518" y="6115504"/>
                </a:lnTo>
                <a:lnTo>
                  <a:pt x="2033149" y="6108473"/>
                </a:lnTo>
                <a:lnTo>
                  <a:pt x="2037461" y="6101216"/>
                </a:lnTo>
                <a:lnTo>
                  <a:pt x="2041773" y="6094413"/>
                </a:lnTo>
                <a:lnTo>
                  <a:pt x="2046312" y="6087836"/>
                </a:lnTo>
                <a:lnTo>
                  <a:pt x="2051531" y="6081486"/>
                </a:lnTo>
                <a:lnTo>
                  <a:pt x="2056751" y="6075136"/>
                </a:lnTo>
                <a:lnTo>
                  <a:pt x="2062197" y="6069466"/>
                </a:lnTo>
                <a:lnTo>
                  <a:pt x="2068325" y="6064023"/>
                </a:lnTo>
                <a:lnTo>
                  <a:pt x="2074225" y="6058580"/>
                </a:lnTo>
                <a:lnTo>
                  <a:pt x="2080806" y="6053591"/>
                </a:lnTo>
                <a:lnTo>
                  <a:pt x="2087388" y="6048829"/>
                </a:lnTo>
                <a:lnTo>
                  <a:pt x="2094423" y="6044293"/>
                </a:lnTo>
                <a:lnTo>
                  <a:pt x="2101231" y="6040438"/>
                </a:lnTo>
                <a:lnTo>
                  <a:pt x="2108720" y="6036809"/>
                </a:lnTo>
                <a:lnTo>
                  <a:pt x="2116209" y="6033180"/>
                </a:lnTo>
                <a:lnTo>
                  <a:pt x="2123924" y="6030232"/>
                </a:lnTo>
                <a:lnTo>
                  <a:pt x="2131867" y="6027511"/>
                </a:lnTo>
                <a:lnTo>
                  <a:pt x="2139583" y="6025243"/>
                </a:lnTo>
                <a:lnTo>
                  <a:pt x="2147980" y="6023429"/>
                </a:lnTo>
                <a:lnTo>
                  <a:pt x="2156377" y="6022068"/>
                </a:lnTo>
                <a:lnTo>
                  <a:pt x="2164773" y="6020934"/>
                </a:lnTo>
                <a:lnTo>
                  <a:pt x="2173397" y="6020027"/>
                </a:lnTo>
                <a:close/>
                <a:moveTo>
                  <a:pt x="1843882" y="4894263"/>
                </a:moveTo>
                <a:lnTo>
                  <a:pt x="1852721" y="4894489"/>
                </a:lnTo>
                <a:lnTo>
                  <a:pt x="1861107" y="4895167"/>
                </a:lnTo>
                <a:lnTo>
                  <a:pt x="1869492" y="4896070"/>
                </a:lnTo>
                <a:lnTo>
                  <a:pt x="1877651" y="4897651"/>
                </a:lnTo>
                <a:lnTo>
                  <a:pt x="1886036" y="4899458"/>
                </a:lnTo>
                <a:lnTo>
                  <a:pt x="1894195" y="4901717"/>
                </a:lnTo>
                <a:lnTo>
                  <a:pt x="1901901" y="4904201"/>
                </a:lnTo>
                <a:lnTo>
                  <a:pt x="1909606" y="4907364"/>
                </a:lnTo>
                <a:lnTo>
                  <a:pt x="1917085" y="4910752"/>
                </a:lnTo>
                <a:lnTo>
                  <a:pt x="1924337" y="4914366"/>
                </a:lnTo>
                <a:lnTo>
                  <a:pt x="1931590" y="4918431"/>
                </a:lnTo>
                <a:lnTo>
                  <a:pt x="1938389" y="4922949"/>
                </a:lnTo>
                <a:lnTo>
                  <a:pt x="1944961" y="4927466"/>
                </a:lnTo>
                <a:lnTo>
                  <a:pt x="1951307" y="4932435"/>
                </a:lnTo>
                <a:lnTo>
                  <a:pt x="1957652" y="4937856"/>
                </a:lnTo>
                <a:lnTo>
                  <a:pt x="1963318" y="4943503"/>
                </a:lnTo>
                <a:lnTo>
                  <a:pt x="1968757" y="4949376"/>
                </a:lnTo>
                <a:lnTo>
                  <a:pt x="1974197" y="4955474"/>
                </a:lnTo>
                <a:lnTo>
                  <a:pt x="1979183" y="4961799"/>
                </a:lnTo>
                <a:lnTo>
                  <a:pt x="1983942" y="4968349"/>
                </a:lnTo>
                <a:lnTo>
                  <a:pt x="1988475" y="4975351"/>
                </a:lnTo>
                <a:lnTo>
                  <a:pt x="1992327" y="4982127"/>
                </a:lnTo>
                <a:lnTo>
                  <a:pt x="1995953" y="4989581"/>
                </a:lnTo>
                <a:lnTo>
                  <a:pt x="1999580" y="4996809"/>
                </a:lnTo>
                <a:lnTo>
                  <a:pt x="2002526" y="5004715"/>
                </a:lnTo>
                <a:lnTo>
                  <a:pt x="2005245" y="5012394"/>
                </a:lnTo>
                <a:lnTo>
                  <a:pt x="2007512" y="5020526"/>
                </a:lnTo>
                <a:lnTo>
                  <a:pt x="2009325" y="5028431"/>
                </a:lnTo>
                <a:lnTo>
                  <a:pt x="2010911" y="5036789"/>
                </a:lnTo>
                <a:lnTo>
                  <a:pt x="2012044" y="5045372"/>
                </a:lnTo>
                <a:lnTo>
                  <a:pt x="2012724" y="5053729"/>
                </a:lnTo>
                <a:lnTo>
                  <a:pt x="2012951" y="5062538"/>
                </a:lnTo>
                <a:lnTo>
                  <a:pt x="2012724" y="5071121"/>
                </a:lnTo>
                <a:lnTo>
                  <a:pt x="2012044" y="5079704"/>
                </a:lnTo>
                <a:lnTo>
                  <a:pt x="2010911" y="5088062"/>
                </a:lnTo>
                <a:lnTo>
                  <a:pt x="2009325" y="5096193"/>
                </a:lnTo>
                <a:lnTo>
                  <a:pt x="2007512" y="5104550"/>
                </a:lnTo>
                <a:lnTo>
                  <a:pt x="2005245" y="5112682"/>
                </a:lnTo>
                <a:lnTo>
                  <a:pt x="2002526" y="5120361"/>
                </a:lnTo>
                <a:lnTo>
                  <a:pt x="1999580" y="5128041"/>
                </a:lnTo>
                <a:lnTo>
                  <a:pt x="1995953" y="5135269"/>
                </a:lnTo>
                <a:lnTo>
                  <a:pt x="1992327" y="5142723"/>
                </a:lnTo>
                <a:lnTo>
                  <a:pt x="1988475" y="5149725"/>
                </a:lnTo>
                <a:lnTo>
                  <a:pt x="1983942" y="5156501"/>
                </a:lnTo>
                <a:lnTo>
                  <a:pt x="1979183" y="5163051"/>
                </a:lnTo>
                <a:lnTo>
                  <a:pt x="1974197" y="5169602"/>
                </a:lnTo>
                <a:lnTo>
                  <a:pt x="1968757" y="5175474"/>
                </a:lnTo>
                <a:lnTo>
                  <a:pt x="1963318" y="5181573"/>
                </a:lnTo>
                <a:lnTo>
                  <a:pt x="1957652" y="5186994"/>
                </a:lnTo>
                <a:lnTo>
                  <a:pt x="1951307" y="5192189"/>
                </a:lnTo>
                <a:lnTo>
                  <a:pt x="1944961" y="5197384"/>
                </a:lnTo>
                <a:lnTo>
                  <a:pt x="1938389" y="5201901"/>
                </a:lnTo>
                <a:lnTo>
                  <a:pt x="1931590" y="5206193"/>
                </a:lnTo>
                <a:lnTo>
                  <a:pt x="1924337" y="5210485"/>
                </a:lnTo>
                <a:lnTo>
                  <a:pt x="1917085" y="5214098"/>
                </a:lnTo>
                <a:lnTo>
                  <a:pt x="1909606" y="5217487"/>
                </a:lnTo>
                <a:lnTo>
                  <a:pt x="1901901" y="5220423"/>
                </a:lnTo>
                <a:lnTo>
                  <a:pt x="1894195" y="5223359"/>
                </a:lnTo>
                <a:lnTo>
                  <a:pt x="1886036" y="5225392"/>
                </a:lnTo>
                <a:lnTo>
                  <a:pt x="1877651" y="5227425"/>
                </a:lnTo>
                <a:lnTo>
                  <a:pt x="1869492" y="5228780"/>
                </a:lnTo>
                <a:lnTo>
                  <a:pt x="1861107" y="5229910"/>
                </a:lnTo>
                <a:lnTo>
                  <a:pt x="1852721" y="5230587"/>
                </a:lnTo>
                <a:lnTo>
                  <a:pt x="1843882" y="5230813"/>
                </a:lnTo>
                <a:lnTo>
                  <a:pt x="1835044" y="5230587"/>
                </a:lnTo>
                <a:lnTo>
                  <a:pt x="1826658" y="5229910"/>
                </a:lnTo>
                <a:lnTo>
                  <a:pt x="1818046" y="5228780"/>
                </a:lnTo>
                <a:lnTo>
                  <a:pt x="1809661" y="5227425"/>
                </a:lnTo>
                <a:lnTo>
                  <a:pt x="1801729" y="5225392"/>
                </a:lnTo>
                <a:lnTo>
                  <a:pt x="1793570" y="5223359"/>
                </a:lnTo>
                <a:lnTo>
                  <a:pt x="1785638" y="5220423"/>
                </a:lnTo>
                <a:lnTo>
                  <a:pt x="1778159" y="5217487"/>
                </a:lnTo>
                <a:lnTo>
                  <a:pt x="1770453" y="5214098"/>
                </a:lnTo>
                <a:lnTo>
                  <a:pt x="1763428" y="5210485"/>
                </a:lnTo>
                <a:lnTo>
                  <a:pt x="1756175" y="5206193"/>
                </a:lnTo>
                <a:lnTo>
                  <a:pt x="1749376" y="5201901"/>
                </a:lnTo>
                <a:lnTo>
                  <a:pt x="1742577" y="5197384"/>
                </a:lnTo>
                <a:lnTo>
                  <a:pt x="1736458" y="5192189"/>
                </a:lnTo>
                <a:lnTo>
                  <a:pt x="1730113" y="5186994"/>
                </a:lnTo>
                <a:lnTo>
                  <a:pt x="1724447" y="5181573"/>
                </a:lnTo>
                <a:lnTo>
                  <a:pt x="1718554" y="5175474"/>
                </a:lnTo>
                <a:lnTo>
                  <a:pt x="1713342" y="5169602"/>
                </a:lnTo>
                <a:lnTo>
                  <a:pt x="1708582" y="5163051"/>
                </a:lnTo>
                <a:lnTo>
                  <a:pt x="1703596" y="5156501"/>
                </a:lnTo>
                <a:lnTo>
                  <a:pt x="1699290" y="5149725"/>
                </a:lnTo>
                <a:lnTo>
                  <a:pt x="1695211" y="5142723"/>
                </a:lnTo>
                <a:lnTo>
                  <a:pt x="1691358" y="5135269"/>
                </a:lnTo>
                <a:lnTo>
                  <a:pt x="1688185" y="5128041"/>
                </a:lnTo>
                <a:lnTo>
                  <a:pt x="1685012" y="5120361"/>
                </a:lnTo>
                <a:lnTo>
                  <a:pt x="1682520" y="5112682"/>
                </a:lnTo>
                <a:lnTo>
                  <a:pt x="1680027" y="5104550"/>
                </a:lnTo>
                <a:lnTo>
                  <a:pt x="1678214" y="5096193"/>
                </a:lnTo>
                <a:lnTo>
                  <a:pt x="1676627" y="5088062"/>
                </a:lnTo>
                <a:lnTo>
                  <a:pt x="1675721" y="5079704"/>
                </a:lnTo>
                <a:lnTo>
                  <a:pt x="1675041" y="5071121"/>
                </a:lnTo>
                <a:lnTo>
                  <a:pt x="1674814" y="5062538"/>
                </a:lnTo>
                <a:lnTo>
                  <a:pt x="1675041" y="5053729"/>
                </a:lnTo>
                <a:lnTo>
                  <a:pt x="1675721" y="5045372"/>
                </a:lnTo>
                <a:lnTo>
                  <a:pt x="1676627" y="5036789"/>
                </a:lnTo>
                <a:lnTo>
                  <a:pt x="1678214" y="5028431"/>
                </a:lnTo>
                <a:lnTo>
                  <a:pt x="1680027" y="5020526"/>
                </a:lnTo>
                <a:lnTo>
                  <a:pt x="1682520" y="5012394"/>
                </a:lnTo>
                <a:lnTo>
                  <a:pt x="1685012" y="5004715"/>
                </a:lnTo>
                <a:lnTo>
                  <a:pt x="1688185" y="4996809"/>
                </a:lnTo>
                <a:lnTo>
                  <a:pt x="1691358" y="4989581"/>
                </a:lnTo>
                <a:lnTo>
                  <a:pt x="1695211" y="4982127"/>
                </a:lnTo>
                <a:lnTo>
                  <a:pt x="1699290" y="4975351"/>
                </a:lnTo>
                <a:lnTo>
                  <a:pt x="1703596" y="4968349"/>
                </a:lnTo>
                <a:lnTo>
                  <a:pt x="1708582" y="4961799"/>
                </a:lnTo>
                <a:lnTo>
                  <a:pt x="1713342" y="4955474"/>
                </a:lnTo>
                <a:lnTo>
                  <a:pt x="1718554" y="4949376"/>
                </a:lnTo>
                <a:lnTo>
                  <a:pt x="1724447" y="4943503"/>
                </a:lnTo>
                <a:lnTo>
                  <a:pt x="1730113" y="4937856"/>
                </a:lnTo>
                <a:lnTo>
                  <a:pt x="1736458" y="4932435"/>
                </a:lnTo>
                <a:lnTo>
                  <a:pt x="1742577" y="4927466"/>
                </a:lnTo>
                <a:lnTo>
                  <a:pt x="1749376" y="4922949"/>
                </a:lnTo>
                <a:lnTo>
                  <a:pt x="1756175" y="4918431"/>
                </a:lnTo>
                <a:lnTo>
                  <a:pt x="1763428" y="4914366"/>
                </a:lnTo>
                <a:lnTo>
                  <a:pt x="1770453" y="4910752"/>
                </a:lnTo>
                <a:lnTo>
                  <a:pt x="1778159" y="4907364"/>
                </a:lnTo>
                <a:lnTo>
                  <a:pt x="1785638" y="4904201"/>
                </a:lnTo>
                <a:lnTo>
                  <a:pt x="1793570" y="4901717"/>
                </a:lnTo>
                <a:lnTo>
                  <a:pt x="1801729" y="4899458"/>
                </a:lnTo>
                <a:lnTo>
                  <a:pt x="1809661" y="4897651"/>
                </a:lnTo>
                <a:lnTo>
                  <a:pt x="1818046" y="4896070"/>
                </a:lnTo>
                <a:lnTo>
                  <a:pt x="1826658" y="4895167"/>
                </a:lnTo>
                <a:lnTo>
                  <a:pt x="1835044" y="4894489"/>
                </a:lnTo>
                <a:close/>
                <a:moveTo>
                  <a:pt x="2182020" y="3992563"/>
                </a:moveTo>
                <a:lnTo>
                  <a:pt x="2190644" y="3992790"/>
                </a:lnTo>
                <a:lnTo>
                  <a:pt x="2199268" y="3993470"/>
                </a:lnTo>
                <a:lnTo>
                  <a:pt x="2207891" y="3994604"/>
                </a:lnTo>
                <a:lnTo>
                  <a:pt x="2216061" y="3995965"/>
                </a:lnTo>
                <a:lnTo>
                  <a:pt x="2224458" y="3997779"/>
                </a:lnTo>
                <a:lnTo>
                  <a:pt x="2232174" y="4000047"/>
                </a:lnTo>
                <a:lnTo>
                  <a:pt x="2240117" y="4002995"/>
                </a:lnTo>
                <a:lnTo>
                  <a:pt x="2248059" y="4005943"/>
                </a:lnTo>
                <a:lnTo>
                  <a:pt x="2255321" y="4009345"/>
                </a:lnTo>
                <a:lnTo>
                  <a:pt x="2262810" y="4012974"/>
                </a:lnTo>
                <a:lnTo>
                  <a:pt x="2269618" y="4017056"/>
                </a:lnTo>
                <a:lnTo>
                  <a:pt x="2276653" y="4021365"/>
                </a:lnTo>
                <a:lnTo>
                  <a:pt x="2283235" y="4026127"/>
                </a:lnTo>
                <a:lnTo>
                  <a:pt x="2289816" y="4031343"/>
                </a:lnTo>
                <a:lnTo>
                  <a:pt x="2295716" y="4036559"/>
                </a:lnTo>
                <a:lnTo>
                  <a:pt x="2301844" y="4042002"/>
                </a:lnTo>
                <a:lnTo>
                  <a:pt x="2307290" y="4047899"/>
                </a:lnTo>
                <a:lnTo>
                  <a:pt x="2312737" y="4054022"/>
                </a:lnTo>
                <a:lnTo>
                  <a:pt x="2317729" y="4060599"/>
                </a:lnTo>
                <a:lnTo>
                  <a:pt x="2322268" y="4066949"/>
                </a:lnTo>
                <a:lnTo>
                  <a:pt x="2326807" y="4073979"/>
                </a:lnTo>
                <a:lnTo>
                  <a:pt x="2330892" y="4081009"/>
                </a:lnTo>
                <a:lnTo>
                  <a:pt x="2334523" y="4088266"/>
                </a:lnTo>
                <a:lnTo>
                  <a:pt x="2337927" y="4095977"/>
                </a:lnTo>
                <a:lnTo>
                  <a:pt x="2341104" y="4103461"/>
                </a:lnTo>
                <a:lnTo>
                  <a:pt x="2343600" y="4111399"/>
                </a:lnTo>
                <a:lnTo>
                  <a:pt x="2345869" y="4119336"/>
                </a:lnTo>
                <a:lnTo>
                  <a:pt x="2347685" y="4127500"/>
                </a:lnTo>
                <a:lnTo>
                  <a:pt x="2349273" y="4135891"/>
                </a:lnTo>
                <a:lnTo>
                  <a:pt x="2350181" y="4144282"/>
                </a:lnTo>
                <a:lnTo>
                  <a:pt x="2350862" y="4152900"/>
                </a:lnTo>
                <a:lnTo>
                  <a:pt x="2351089" y="4161518"/>
                </a:lnTo>
                <a:lnTo>
                  <a:pt x="2350862" y="4170363"/>
                </a:lnTo>
                <a:lnTo>
                  <a:pt x="2350181" y="4178981"/>
                </a:lnTo>
                <a:lnTo>
                  <a:pt x="2349273" y="4187372"/>
                </a:lnTo>
                <a:lnTo>
                  <a:pt x="2347685" y="4195763"/>
                </a:lnTo>
                <a:lnTo>
                  <a:pt x="2345869" y="4203927"/>
                </a:lnTo>
                <a:lnTo>
                  <a:pt x="2343600" y="4211865"/>
                </a:lnTo>
                <a:lnTo>
                  <a:pt x="2341104" y="4219802"/>
                </a:lnTo>
                <a:lnTo>
                  <a:pt x="2337927" y="4227286"/>
                </a:lnTo>
                <a:lnTo>
                  <a:pt x="2334523" y="4234997"/>
                </a:lnTo>
                <a:lnTo>
                  <a:pt x="2330892" y="4242027"/>
                </a:lnTo>
                <a:lnTo>
                  <a:pt x="2326807" y="4249284"/>
                </a:lnTo>
                <a:lnTo>
                  <a:pt x="2322268" y="4256088"/>
                </a:lnTo>
                <a:lnTo>
                  <a:pt x="2317729" y="4262891"/>
                </a:lnTo>
                <a:lnTo>
                  <a:pt x="2312737" y="4269014"/>
                </a:lnTo>
                <a:lnTo>
                  <a:pt x="2307290" y="4275364"/>
                </a:lnTo>
                <a:lnTo>
                  <a:pt x="2301844" y="4281034"/>
                </a:lnTo>
                <a:lnTo>
                  <a:pt x="2295716" y="4286930"/>
                </a:lnTo>
                <a:lnTo>
                  <a:pt x="2289816" y="4292147"/>
                </a:lnTo>
                <a:lnTo>
                  <a:pt x="2283235" y="4296909"/>
                </a:lnTo>
                <a:lnTo>
                  <a:pt x="2276653" y="4301898"/>
                </a:lnTo>
                <a:lnTo>
                  <a:pt x="2269618" y="4306207"/>
                </a:lnTo>
                <a:lnTo>
                  <a:pt x="2262810" y="4310289"/>
                </a:lnTo>
                <a:lnTo>
                  <a:pt x="2255321" y="4314145"/>
                </a:lnTo>
                <a:lnTo>
                  <a:pt x="2248059" y="4317320"/>
                </a:lnTo>
                <a:lnTo>
                  <a:pt x="2240117" y="4320268"/>
                </a:lnTo>
                <a:lnTo>
                  <a:pt x="2232174" y="4322989"/>
                </a:lnTo>
                <a:lnTo>
                  <a:pt x="2224458" y="4325484"/>
                </a:lnTo>
                <a:lnTo>
                  <a:pt x="2216061" y="4327298"/>
                </a:lnTo>
                <a:lnTo>
                  <a:pt x="2207891" y="4328886"/>
                </a:lnTo>
                <a:lnTo>
                  <a:pt x="2199268" y="4329793"/>
                </a:lnTo>
                <a:lnTo>
                  <a:pt x="2190644" y="4330473"/>
                </a:lnTo>
                <a:lnTo>
                  <a:pt x="2182020" y="4330700"/>
                </a:lnTo>
                <a:lnTo>
                  <a:pt x="2173397" y="4330473"/>
                </a:lnTo>
                <a:lnTo>
                  <a:pt x="2164773" y="4329793"/>
                </a:lnTo>
                <a:lnTo>
                  <a:pt x="2156377" y="4328886"/>
                </a:lnTo>
                <a:lnTo>
                  <a:pt x="2147980" y="4327298"/>
                </a:lnTo>
                <a:lnTo>
                  <a:pt x="2139583" y="4325484"/>
                </a:lnTo>
                <a:lnTo>
                  <a:pt x="2131867" y="4322989"/>
                </a:lnTo>
                <a:lnTo>
                  <a:pt x="2123924" y="4320268"/>
                </a:lnTo>
                <a:lnTo>
                  <a:pt x="2116209" y="4317320"/>
                </a:lnTo>
                <a:lnTo>
                  <a:pt x="2108720" y="4314145"/>
                </a:lnTo>
                <a:lnTo>
                  <a:pt x="2101231" y="4310289"/>
                </a:lnTo>
                <a:lnTo>
                  <a:pt x="2094423" y="4306207"/>
                </a:lnTo>
                <a:lnTo>
                  <a:pt x="2087388" y="4301898"/>
                </a:lnTo>
                <a:lnTo>
                  <a:pt x="2080806" y="4296909"/>
                </a:lnTo>
                <a:lnTo>
                  <a:pt x="2074225" y="4292147"/>
                </a:lnTo>
                <a:lnTo>
                  <a:pt x="2068325" y="4286930"/>
                </a:lnTo>
                <a:lnTo>
                  <a:pt x="2062197" y="4281034"/>
                </a:lnTo>
                <a:lnTo>
                  <a:pt x="2056751" y="4275364"/>
                </a:lnTo>
                <a:lnTo>
                  <a:pt x="2051531" y="4269014"/>
                </a:lnTo>
                <a:lnTo>
                  <a:pt x="2046312" y="4262891"/>
                </a:lnTo>
                <a:lnTo>
                  <a:pt x="2041773" y="4256088"/>
                </a:lnTo>
                <a:lnTo>
                  <a:pt x="2037461" y="4249284"/>
                </a:lnTo>
                <a:lnTo>
                  <a:pt x="2033149" y="4242027"/>
                </a:lnTo>
                <a:lnTo>
                  <a:pt x="2029518" y="4234997"/>
                </a:lnTo>
                <a:lnTo>
                  <a:pt x="2026114" y="4227286"/>
                </a:lnTo>
                <a:lnTo>
                  <a:pt x="2023164" y="4219802"/>
                </a:lnTo>
                <a:lnTo>
                  <a:pt x="2020441" y="4211865"/>
                </a:lnTo>
                <a:lnTo>
                  <a:pt x="2018172" y="4203927"/>
                </a:lnTo>
                <a:lnTo>
                  <a:pt x="2016356" y="4195763"/>
                </a:lnTo>
                <a:lnTo>
                  <a:pt x="2014768" y="4187372"/>
                </a:lnTo>
                <a:lnTo>
                  <a:pt x="2013633" y="4178981"/>
                </a:lnTo>
                <a:lnTo>
                  <a:pt x="2013179" y="4170363"/>
                </a:lnTo>
                <a:lnTo>
                  <a:pt x="2012952" y="4161518"/>
                </a:lnTo>
                <a:lnTo>
                  <a:pt x="2013179" y="4152900"/>
                </a:lnTo>
                <a:lnTo>
                  <a:pt x="2013633" y="4144282"/>
                </a:lnTo>
                <a:lnTo>
                  <a:pt x="2014768" y="4135891"/>
                </a:lnTo>
                <a:lnTo>
                  <a:pt x="2016356" y="4127500"/>
                </a:lnTo>
                <a:lnTo>
                  <a:pt x="2018172" y="4119336"/>
                </a:lnTo>
                <a:lnTo>
                  <a:pt x="2020441" y="4111399"/>
                </a:lnTo>
                <a:lnTo>
                  <a:pt x="2023164" y="4103461"/>
                </a:lnTo>
                <a:lnTo>
                  <a:pt x="2026114" y="4095977"/>
                </a:lnTo>
                <a:lnTo>
                  <a:pt x="2029518" y="4088266"/>
                </a:lnTo>
                <a:lnTo>
                  <a:pt x="2033149" y="4081009"/>
                </a:lnTo>
                <a:lnTo>
                  <a:pt x="2037461" y="4073979"/>
                </a:lnTo>
                <a:lnTo>
                  <a:pt x="2041773" y="4066949"/>
                </a:lnTo>
                <a:lnTo>
                  <a:pt x="2046312" y="4060599"/>
                </a:lnTo>
                <a:lnTo>
                  <a:pt x="2051531" y="4054022"/>
                </a:lnTo>
                <a:lnTo>
                  <a:pt x="2056751" y="4047899"/>
                </a:lnTo>
                <a:lnTo>
                  <a:pt x="2062197" y="4042002"/>
                </a:lnTo>
                <a:lnTo>
                  <a:pt x="2068325" y="4036559"/>
                </a:lnTo>
                <a:lnTo>
                  <a:pt x="2074225" y="4031343"/>
                </a:lnTo>
                <a:lnTo>
                  <a:pt x="2080806" y="4026127"/>
                </a:lnTo>
                <a:lnTo>
                  <a:pt x="2087388" y="4021365"/>
                </a:lnTo>
                <a:lnTo>
                  <a:pt x="2094423" y="4017056"/>
                </a:lnTo>
                <a:lnTo>
                  <a:pt x="2101231" y="4012974"/>
                </a:lnTo>
                <a:lnTo>
                  <a:pt x="2108720" y="4009345"/>
                </a:lnTo>
                <a:lnTo>
                  <a:pt x="2116209" y="4005943"/>
                </a:lnTo>
                <a:lnTo>
                  <a:pt x="2123924" y="4002995"/>
                </a:lnTo>
                <a:lnTo>
                  <a:pt x="2131867" y="4000047"/>
                </a:lnTo>
                <a:lnTo>
                  <a:pt x="2139583" y="3997779"/>
                </a:lnTo>
                <a:lnTo>
                  <a:pt x="2147980" y="3995965"/>
                </a:lnTo>
                <a:lnTo>
                  <a:pt x="2156377" y="3994604"/>
                </a:lnTo>
                <a:lnTo>
                  <a:pt x="2164773" y="3993470"/>
                </a:lnTo>
                <a:lnTo>
                  <a:pt x="2173397" y="3992790"/>
                </a:lnTo>
                <a:close/>
                <a:moveTo>
                  <a:pt x="507207" y="3352800"/>
                </a:moveTo>
                <a:lnTo>
                  <a:pt x="515831" y="3353027"/>
                </a:lnTo>
                <a:lnTo>
                  <a:pt x="524454" y="3353707"/>
                </a:lnTo>
                <a:lnTo>
                  <a:pt x="532851" y="3354841"/>
                </a:lnTo>
                <a:lnTo>
                  <a:pt x="541248" y="3356202"/>
                </a:lnTo>
                <a:lnTo>
                  <a:pt x="549644" y="3358016"/>
                </a:lnTo>
                <a:lnTo>
                  <a:pt x="557360" y="3360284"/>
                </a:lnTo>
                <a:lnTo>
                  <a:pt x="565303" y="3363232"/>
                </a:lnTo>
                <a:lnTo>
                  <a:pt x="573019" y="3366180"/>
                </a:lnTo>
                <a:lnTo>
                  <a:pt x="580508" y="3369582"/>
                </a:lnTo>
                <a:lnTo>
                  <a:pt x="587770" y="3373211"/>
                </a:lnTo>
                <a:lnTo>
                  <a:pt x="594805" y="3377293"/>
                </a:lnTo>
                <a:lnTo>
                  <a:pt x="601840" y="3381602"/>
                </a:lnTo>
                <a:lnTo>
                  <a:pt x="608421" y="3386364"/>
                </a:lnTo>
                <a:lnTo>
                  <a:pt x="614776" y="3391580"/>
                </a:lnTo>
                <a:lnTo>
                  <a:pt x="620903" y="3396796"/>
                </a:lnTo>
                <a:lnTo>
                  <a:pt x="626803" y="3402239"/>
                </a:lnTo>
                <a:lnTo>
                  <a:pt x="632477" y="3408136"/>
                </a:lnTo>
                <a:lnTo>
                  <a:pt x="637696" y="3414259"/>
                </a:lnTo>
                <a:lnTo>
                  <a:pt x="642916" y="3420836"/>
                </a:lnTo>
                <a:lnTo>
                  <a:pt x="647455" y="3427186"/>
                </a:lnTo>
                <a:lnTo>
                  <a:pt x="651767" y="3434216"/>
                </a:lnTo>
                <a:lnTo>
                  <a:pt x="656078" y="3441246"/>
                </a:lnTo>
                <a:lnTo>
                  <a:pt x="659710" y="3448504"/>
                </a:lnTo>
                <a:lnTo>
                  <a:pt x="663114" y="3456214"/>
                </a:lnTo>
                <a:lnTo>
                  <a:pt x="666064" y="3463698"/>
                </a:lnTo>
                <a:lnTo>
                  <a:pt x="668560" y="3471636"/>
                </a:lnTo>
                <a:lnTo>
                  <a:pt x="671056" y="3479573"/>
                </a:lnTo>
                <a:lnTo>
                  <a:pt x="672872" y="3487738"/>
                </a:lnTo>
                <a:lnTo>
                  <a:pt x="674460" y="3496129"/>
                </a:lnTo>
                <a:lnTo>
                  <a:pt x="675368" y="3504520"/>
                </a:lnTo>
                <a:lnTo>
                  <a:pt x="676049" y="3513138"/>
                </a:lnTo>
                <a:lnTo>
                  <a:pt x="676276" y="3521755"/>
                </a:lnTo>
                <a:lnTo>
                  <a:pt x="676049" y="3530600"/>
                </a:lnTo>
                <a:lnTo>
                  <a:pt x="675368" y="3539218"/>
                </a:lnTo>
                <a:lnTo>
                  <a:pt x="674460" y="3547609"/>
                </a:lnTo>
                <a:lnTo>
                  <a:pt x="672872" y="3556000"/>
                </a:lnTo>
                <a:lnTo>
                  <a:pt x="671056" y="3564164"/>
                </a:lnTo>
                <a:lnTo>
                  <a:pt x="668560" y="3572102"/>
                </a:lnTo>
                <a:lnTo>
                  <a:pt x="666064" y="3580039"/>
                </a:lnTo>
                <a:lnTo>
                  <a:pt x="663114" y="3587523"/>
                </a:lnTo>
                <a:lnTo>
                  <a:pt x="659710" y="3595234"/>
                </a:lnTo>
                <a:lnTo>
                  <a:pt x="656078" y="3602265"/>
                </a:lnTo>
                <a:lnTo>
                  <a:pt x="651767" y="3609522"/>
                </a:lnTo>
                <a:lnTo>
                  <a:pt x="647455" y="3616325"/>
                </a:lnTo>
                <a:lnTo>
                  <a:pt x="642916" y="3623129"/>
                </a:lnTo>
                <a:lnTo>
                  <a:pt x="637696" y="3629252"/>
                </a:lnTo>
                <a:lnTo>
                  <a:pt x="632477" y="3635602"/>
                </a:lnTo>
                <a:lnTo>
                  <a:pt x="626803" y="3641272"/>
                </a:lnTo>
                <a:lnTo>
                  <a:pt x="620903" y="3647168"/>
                </a:lnTo>
                <a:lnTo>
                  <a:pt x="614776" y="3652384"/>
                </a:lnTo>
                <a:lnTo>
                  <a:pt x="608421" y="3657147"/>
                </a:lnTo>
                <a:lnTo>
                  <a:pt x="601840" y="3662136"/>
                </a:lnTo>
                <a:lnTo>
                  <a:pt x="594805" y="3666445"/>
                </a:lnTo>
                <a:lnTo>
                  <a:pt x="587770" y="3670527"/>
                </a:lnTo>
                <a:lnTo>
                  <a:pt x="580508" y="3674382"/>
                </a:lnTo>
                <a:lnTo>
                  <a:pt x="573019" y="3677557"/>
                </a:lnTo>
                <a:lnTo>
                  <a:pt x="565303" y="3680506"/>
                </a:lnTo>
                <a:lnTo>
                  <a:pt x="557360" y="3683227"/>
                </a:lnTo>
                <a:lnTo>
                  <a:pt x="549644" y="3685722"/>
                </a:lnTo>
                <a:lnTo>
                  <a:pt x="541248" y="3687536"/>
                </a:lnTo>
                <a:lnTo>
                  <a:pt x="532851" y="3689124"/>
                </a:lnTo>
                <a:lnTo>
                  <a:pt x="524454" y="3690031"/>
                </a:lnTo>
                <a:lnTo>
                  <a:pt x="515831" y="3690711"/>
                </a:lnTo>
                <a:lnTo>
                  <a:pt x="507207" y="3690938"/>
                </a:lnTo>
                <a:lnTo>
                  <a:pt x="498583" y="3690711"/>
                </a:lnTo>
                <a:lnTo>
                  <a:pt x="489960" y="3690031"/>
                </a:lnTo>
                <a:lnTo>
                  <a:pt x="481563" y="3689124"/>
                </a:lnTo>
                <a:lnTo>
                  <a:pt x="473166" y="3687536"/>
                </a:lnTo>
                <a:lnTo>
                  <a:pt x="464770" y="3685722"/>
                </a:lnTo>
                <a:lnTo>
                  <a:pt x="457054" y="3683227"/>
                </a:lnTo>
                <a:lnTo>
                  <a:pt x="449111" y="3680506"/>
                </a:lnTo>
                <a:lnTo>
                  <a:pt x="441395" y="3677557"/>
                </a:lnTo>
                <a:lnTo>
                  <a:pt x="433906" y="3674382"/>
                </a:lnTo>
                <a:lnTo>
                  <a:pt x="426644" y="3670527"/>
                </a:lnTo>
                <a:lnTo>
                  <a:pt x="419609" y="3666445"/>
                </a:lnTo>
                <a:lnTo>
                  <a:pt x="412801" y="3662136"/>
                </a:lnTo>
                <a:lnTo>
                  <a:pt x="405993" y="3657147"/>
                </a:lnTo>
                <a:lnTo>
                  <a:pt x="399638" y="3652384"/>
                </a:lnTo>
                <a:lnTo>
                  <a:pt x="393511" y="3647168"/>
                </a:lnTo>
                <a:lnTo>
                  <a:pt x="387611" y="3641272"/>
                </a:lnTo>
                <a:lnTo>
                  <a:pt x="381937" y="3635602"/>
                </a:lnTo>
                <a:lnTo>
                  <a:pt x="376718" y="3629252"/>
                </a:lnTo>
                <a:lnTo>
                  <a:pt x="371498" y="3623129"/>
                </a:lnTo>
                <a:lnTo>
                  <a:pt x="366959" y="3616325"/>
                </a:lnTo>
                <a:lnTo>
                  <a:pt x="362647" y="3609522"/>
                </a:lnTo>
                <a:lnTo>
                  <a:pt x="358562" y="3602265"/>
                </a:lnTo>
                <a:lnTo>
                  <a:pt x="354704" y="3595234"/>
                </a:lnTo>
                <a:lnTo>
                  <a:pt x="351300" y="3587523"/>
                </a:lnTo>
                <a:lnTo>
                  <a:pt x="348350" y="3580039"/>
                </a:lnTo>
                <a:lnTo>
                  <a:pt x="345854" y="3572102"/>
                </a:lnTo>
                <a:lnTo>
                  <a:pt x="343358" y="3564164"/>
                </a:lnTo>
                <a:lnTo>
                  <a:pt x="341542" y="3556000"/>
                </a:lnTo>
                <a:lnTo>
                  <a:pt x="339954" y="3547609"/>
                </a:lnTo>
                <a:lnTo>
                  <a:pt x="338819" y="3539218"/>
                </a:lnTo>
                <a:lnTo>
                  <a:pt x="338365" y="3530600"/>
                </a:lnTo>
                <a:lnTo>
                  <a:pt x="338138" y="3521755"/>
                </a:lnTo>
                <a:lnTo>
                  <a:pt x="338365" y="3513138"/>
                </a:lnTo>
                <a:lnTo>
                  <a:pt x="338819" y="3504520"/>
                </a:lnTo>
                <a:lnTo>
                  <a:pt x="339954" y="3496129"/>
                </a:lnTo>
                <a:lnTo>
                  <a:pt x="341542" y="3487738"/>
                </a:lnTo>
                <a:lnTo>
                  <a:pt x="343358" y="3479573"/>
                </a:lnTo>
                <a:lnTo>
                  <a:pt x="345854" y="3471636"/>
                </a:lnTo>
                <a:lnTo>
                  <a:pt x="348350" y="3463698"/>
                </a:lnTo>
                <a:lnTo>
                  <a:pt x="351300" y="3456214"/>
                </a:lnTo>
                <a:lnTo>
                  <a:pt x="354704" y="3448504"/>
                </a:lnTo>
                <a:lnTo>
                  <a:pt x="358562" y="3441246"/>
                </a:lnTo>
                <a:lnTo>
                  <a:pt x="362647" y="3434216"/>
                </a:lnTo>
                <a:lnTo>
                  <a:pt x="366959" y="3427186"/>
                </a:lnTo>
                <a:lnTo>
                  <a:pt x="371498" y="3420836"/>
                </a:lnTo>
                <a:lnTo>
                  <a:pt x="376718" y="3414259"/>
                </a:lnTo>
                <a:lnTo>
                  <a:pt x="381937" y="3408136"/>
                </a:lnTo>
                <a:lnTo>
                  <a:pt x="387611" y="3402239"/>
                </a:lnTo>
                <a:lnTo>
                  <a:pt x="393511" y="3396796"/>
                </a:lnTo>
                <a:lnTo>
                  <a:pt x="399638" y="3391580"/>
                </a:lnTo>
                <a:lnTo>
                  <a:pt x="405993" y="3386364"/>
                </a:lnTo>
                <a:lnTo>
                  <a:pt x="412801" y="3381602"/>
                </a:lnTo>
                <a:lnTo>
                  <a:pt x="419609" y="3377293"/>
                </a:lnTo>
                <a:lnTo>
                  <a:pt x="426644" y="3373211"/>
                </a:lnTo>
                <a:lnTo>
                  <a:pt x="433906" y="3369582"/>
                </a:lnTo>
                <a:lnTo>
                  <a:pt x="441395" y="3366180"/>
                </a:lnTo>
                <a:lnTo>
                  <a:pt x="449111" y="3363232"/>
                </a:lnTo>
                <a:lnTo>
                  <a:pt x="457054" y="3360284"/>
                </a:lnTo>
                <a:lnTo>
                  <a:pt x="464770" y="3358016"/>
                </a:lnTo>
                <a:lnTo>
                  <a:pt x="473166" y="3356202"/>
                </a:lnTo>
                <a:lnTo>
                  <a:pt x="481563" y="3354841"/>
                </a:lnTo>
                <a:lnTo>
                  <a:pt x="489960" y="3353707"/>
                </a:lnTo>
                <a:lnTo>
                  <a:pt x="498583" y="3353027"/>
                </a:lnTo>
                <a:close/>
                <a:moveTo>
                  <a:pt x="1843882" y="2865438"/>
                </a:moveTo>
                <a:lnTo>
                  <a:pt x="1852721" y="2865665"/>
                </a:lnTo>
                <a:lnTo>
                  <a:pt x="1861107" y="2866345"/>
                </a:lnTo>
                <a:lnTo>
                  <a:pt x="1869492" y="2867252"/>
                </a:lnTo>
                <a:lnTo>
                  <a:pt x="1877651" y="2868840"/>
                </a:lnTo>
                <a:lnTo>
                  <a:pt x="1886036" y="2870654"/>
                </a:lnTo>
                <a:lnTo>
                  <a:pt x="1894195" y="2872922"/>
                </a:lnTo>
                <a:lnTo>
                  <a:pt x="1901901" y="2875643"/>
                </a:lnTo>
                <a:lnTo>
                  <a:pt x="1909606" y="2878591"/>
                </a:lnTo>
                <a:lnTo>
                  <a:pt x="1917085" y="2881993"/>
                </a:lnTo>
                <a:lnTo>
                  <a:pt x="1924337" y="2885622"/>
                </a:lnTo>
                <a:lnTo>
                  <a:pt x="1931590" y="2889931"/>
                </a:lnTo>
                <a:lnTo>
                  <a:pt x="1938389" y="2894240"/>
                </a:lnTo>
                <a:lnTo>
                  <a:pt x="1944961" y="2898775"/>
                </a:lnTo>
                <a:lnTo>
                  <a:pt x="1951307" y="2903991"/>
                </a:lnTo>
                <a:lnTo>
                  <a:pt x="1957652" y="2909207"/>
                </a:lnTo>
                <a:lnTo>
                  <a:pt x="1963318" y="2915104"/>
                </a:lnTo>
                <a:lnTo>
                  <a:pt x="1968757" y="2920773"/>
                </a:lnTo>
                <a:lnTo>
                  <a:pt x="1974197" y="2926897"/>
                </a:lnTo>
                <a:lnTo>
                  <a:pt x="1979183" y="2933247"/>
                </a:lnTo>
                <a:lnTo>
                  <a:pt x="1983942" y="2939823"/>
                </a:lnTo>
                <a:lnTo>
                  <a:pt x="1988475" y="2946854"/>
                </a:lnTo>
                <a:lnTo>
                  <a:pt x="1992327" y="2953657"/>
                </a:lnTo>
                <a:lnTo>
                  <a:pt x="1995953" y="2961141"/>
                </a:lnTo>
                <a:lnTo>
                  <a:pt x="1999580" y="2968625"/>
                </a:lnTo>
                <a:lnTo>
                  <a:pt x="2002526" y="2976336"/>
                </a:lnTo>
                <a:lnTo>
                  <a:pt x="2005245" y="2984273"/>
                </a:lnTo>
                <a:lnTo>
                  <a:pt x="2007512" y="2992211"/>
                </a:lnTo>
                <a:lnTo>
                  <a:pt x="2009325" y="3000375"/>
                </a:lnTo>
                <a:lnTo>
                  <a:pt x="2010911" y="3008766"/>
                </a:lnTo>
                <a:lnTo>
                  <a:pt x="2012044" y="3017157"/>
                </a:lnTo>
                <a:lnTo>
                  <a:pt x="2012724" y="3025775"/>
                </a:lnTo>
                <a:lnTo>
                  <a:pt x="2012951" y="3034393"/>
                </a:lnTo>
                <a:lnTo>
                  <a:pt x="2012724" y="3043011"/>
                </a:lnTo>
                <a:lnTo>
                  <a:pt x="2012044" y="3051855"/>
                </a:lnTo>
                <a:lnTo>
                  <a:pt x="2010911" y="3060020"/>
                </a:lnTo>
                <a:lnTo>
                  <a:pt x="2009325" y="3068411"/>
                </a:lnTo>
                <a:lnTo>
                  <a:pt x="2007512" y="3076802"/>
                </a:lnTo>
                <a:lnTo>
                  <a:pt x="2005245" y="3084739"/>
                </a:lnTo>
                <a:lnTo>
                  <a:pt x="2002526" y="3092677"/>
                </a:lnTo>
                <a:lnTo>
                  <a:pt x="1999580" y="3100161"/>
                </a:lnTo>
                <a:lnTo>
                  <a:pt x="1995953" y="3107645"/>
                </a:lnTo>
                <a:lnTo>
                  <a:pt x="1992327" y="3114902"/>
                </a:lnTo>
                <a:lnTo>
                  <a:pt x="1988475" y="3122159"/>
                </a:lnTo>
                <a:lnTo>
                  <a:pt x="1983942" y="3128736"/>
                </a:lnTo>
                <a:lnTo>
                  <a:pt x="1979183" y="3135539"/>
                </a:lnTo>
                <a:lnTo>
                  <a:pt x="1974197" y="3141889"/>
                </a:lnTo>
                <a:lnTo>
                  <a:pt x="1968757" y="3148012"/>
                </a:lnTo>
                <a:lnTo>
                  <a:pt x="1963318" y="3153909"/>
                </a:lnTo>
                <a:lnTo>
                  <a:pt x="1957652" y="3159579"/>
                </a:lnTo>
                <a:lnTo>
                  <a:pt x="1951307" y="3164795"/>
                </a:lnTo>
                <a:lnTo>
                  <a:pt x="1944961" y="3170011"/>
                </a:lnTo>
                <a:lnTo>
                  <a:pt x="1938389" y="3174546"/>
                </a:lnTo>
                <a:lnTo>
                  <a:pt x="1931590" y="3178855"/>
                </a:lnTo>
                <a:lnTo>
                  <a:pt x="1924337" y="3183164"/>
                </a:lnTo>
                <a:lnTo>
                  <a:pt x="1917085" y="3186793"/>
                </a:lnTo>
                <a:lnTo>
                  <a:pt x="1909606" y="3190195"/>
                </a:lnTo>
                <a:lnTo>
                  <a:pt x="1901901" y="3193143"/>
                </a:lnTo>
                <a:lnTo>
                  <a:pt x="1894195" y="3195864"/>
                </a:lnTo>
                <a:lnTo>
                  <a:pt x="1886036" y="3198132"/>
                </a:lnTo>
                <a:lnTo>
                  <a:pt x="1877651" y="3200173"/>
                </a:lnTo>
                <a:lnTo>
                  <a:pt x="1869492" y="3201534"/>
                </a:lnTo>
                <a:lnTo>
                  <a:pt x="1861107" y="3202668"/>
                </a:lnTo>
                <a:lnTo>
                  <a:pt x="1852721" y="3203348"/>
                </a:lnTo>
                <a:lnTo>
                  <a:pt x="1843882" y="3203575"/>
                </a:lnTo>
                <a:lnTo>
                  <a:pt x="1835044" y="3203348"/>
                </a:lnTo>
                <a:lnTo>
                  <a:pt x="1826658" y="3202668"/>
                </a:lnTo>
                <a:lnTo>
                  <a:pt x="1818046" y="3201534"/>
                </a:lnTo>
                <a:lnTo>
                  <a:pt x="1809661" y="3200173"/>
                </a:lnTo>
                <a:lnTo>
                  <a:pt x="1801729" y="3198132"/>
                </a:lnTo>
                <a:lnTo>
                  <a:pt x="1793570" y="3195864"/>
                </a:lnTo>
                <a:lnTo>
                  <a:pt x="1785638" y="3193143"/>
                </a:lnTo>
                <a:lnTo>
                  <a:pt x="1778159" y="3190195"/>
                </a:lnTo>
                <a:lnTo>
                  <a:pt x="1770453" y="3186793"/>
                </a:lnTo>
                <a:lnTo>
                  <a:pt x="1763428" y="3183164"/>
                </a:lnTo>
                <a:lnTo>
                  <a:pt x="1756175" y="3178855"/>
                </a:lnTo>
                <a:lnTo>
                  <a:pt x="1749376" y="3174546"/>
                </a:lnTo>
                <a:lnTo>
                  <a:pt x="1742577" y="3170011"/>
                </a:lnTo>
                <a:lnTo>
                  <a:pt x="1736458" y="3164795"/>
                </a:lnTo>
                <a:lnTo>
                  <a:pt x="1730113" y="3159579"/>
                </a:lnTo>
                <a:lnTo>
                  <a:pt x="1724447" y="3153909"/>
                </a:lnTo>
                <a:lnTo>
                  <a:pt x="1718554" y="3148012"/>
                </a:lnTo>
                <a:lnTo>
                  <a:pt x="1713342" y="3141889"/>
                </a:lnTo>
                <a:lnTo>
                  <a:pt x="1708582" y="3135539"/>
                </a:lnTo>
                <a:lnTo>
                  <a:pt x="1703596" y="3128736"/>
                </a:lnTo>
                <a:lnTo>
                  <a:pt x="1699290" y="3122159"/>
                </a:lnTo>
                <a:lnTo>
                  <a:pt x="1695211" y="3114902"/>
                </a:lnTo>
                <a:lnTo>
                  <a:pt x="1691358" y="3107645"/>
                </a:lnTo>
                <a:lnTo>
                  <a:pt x="1688185" y="3100161"/>
                </a:lnTo>
                <a:lnTo>
                  <a:pt x="1685012" y="3092677"/>
                </a:lnTo>
                <a:lnTo>
                  <a:pt x="1682520" y="3084739"/>
                </a:lnTo>
                <a:lnTo>
                  <a:pt x="1680027" y="3076802"/>
                </a:lnTo>
                <a:lnTo>
                  <a:pt x="1678214" y="3068411"/>
                </a:lnTo>
                <a:lnTo>
                  <a:pt x="1676627" y="3060020"/>
                </a:lnTo>
                <a:lnTo>
                  <a:pt x="1675721" y="3051855"/>
                </a:lnTo>
                <a:lnTo>
                  <a:pt x="1675041" y="3043011"/>
                </a:lnTo>
                <a:lnTo>
                  <a:pt x="1674814" y="3034393"/>
                </a:lnTo>
                <a:lnTo>
                  <a:pt x="1675041" y="3025775"/>
                </a:lnTo>
                <a:lnTo>
                  <a:pt x="1675721" y="3017157"/>
                </a:lnTo>
                <a:lnTo>
                  <a:pt x="1676627" y="3008766"/>
                </a:lnTo>
                <a:lnTo>
                  <a:pt x="1678214" y="3000375"/>
                </a:lnTo>
                <a:lnTo>
                  <a:pt x="1680027" y="2992211"/>
                </a:lnTo>
                <a:lnTo>
                  <a:pt x="1682520" y="2984273"/>
                </a:lnTo>
                <a:lnTo>
                  <a:pt x="1685012" y="2976336"/>
                </a:lnTo>
                <a:lnTo>
                  <a:pt x="1688185" y="2968625"/>
                </a:lnTo>
                <a:lnTo>
                  <a:pt x="1691358" y="2961141"/>
                </a:lnTo>
                <a:lnTo>
                  <a:pt x="1695211" y="2953657"/>
                </a:lnTo>
                <a:lnTo>
                  <a:pt x="1699290" y="2946854"/>
                </a:lnTo>
                <a:lnTo>
                  <a:pt x="1703596" y="2939823"/>
                </a:lnTo>
                <a:lnTo>
                  <a:pt x="1708582" y="2933247"/>
                </a:lnTo>
                <a:lnTo>
                  <a:pt x="1713342" y="2926897"/>
                </a:lnTo>
                <a:lnTo>
                  <a:pt x="1718554" y="2920773"/>
                </a:lnTo>
                <a:lnTo>
                  <a:pt x="1724447" y="2915104"/>
                </a:lnTo>
                <a:lnTo>
                  <a:pt x="1730113" y="2909207"/>
                </a:lnTo>
                <a:lnTo>
                  <a:pt x="1736458" y="2903991"/>
                </a:lnTo>
                <a:lnTo>
                  <a:pt x="1742577" y="2898775"/>
                </a:lnTo>
                <a:lnTo>
                  <a:pt x="1749376" y="2894240"/>
                </a:lnTo>
                <a:lnTo>
                  <a:pt x="1756175" y="2889931"/>
                </a:lnTo>
                <a:lnTo>
                  <a:pt x="1763428" y="2885622"/>
                </a:lnTo>
                <a:lnTo>
                  <a:pt x="1770453" y="2881993"/>
                </a:lnTo>
                <a:lnTo>
                  <a:pt x="1778159" y="2878591"/>
                </a:lnTo>
                <a:lnTo>
                  <a:pt x="1785638" y="2875643"/>
                </a:lnTo>
                <a:lnTo>
                  <a:pt x="1793570" y="2872922"/>
                </a:lnTo>
                <a:lnTo>
                  <a:pt x="1801729" y="2870654"/>
                </a:lnTo>
                <a:lnTo>
                  <a:pt x="1809661" y="2868840"/>
                </a:lnTo>
                <a:lnTo>
                  <a:pt x="1818046" y="2867252"/>
                </a:lnTo>
                <a:lnTo>
                  <a:pt x="1826658" y="2866345"/>
                </a:lnTo>
                <a:lnTo>
                  <a:pt x="1835044" y="2865665"/>
                </a:lnTo>
                <a:close/>
                <a:moveTo>
                  <a:pt x="4690270" y="2668588"/>
                </a:moveTo>
                <a:lnTo>
                  <a:pt x="4706389" y="2669041"/>
                </a:lnTo>
                <a:lnTo>
                  <a:pt x="4722055" y="2670174"/>
                </a:lnTo>
                <a:lnTo>
                  <a:pt x="4737493" y="2671987"/>
                </a:lnTo>
                <a:lnTo>
                  <a:pt x="4752704" y="2674707"/>
                </a:lnTo>
                <a:lnTo>
                  <a:pt x="4767688" y="2678332"/>
                </a:lnTo>
                <a:lnTo>
                  <a:pt x="4782446" y="2682412"/>
                </a:lnTo>
                <a:lnTo>
                  <a:pt x="4796976" y="2687397"/>
                </a:lnTo>
                <a:lnTo>
                  <a:pt x="4811052" y="2693063"/>
                </a:lnTo>
                <a:lnTo>
                  <a:pt x="4824901" y="2698955"/>
                </a:lnTo>
                <a:lnTo>
                  <a:pt x="4838296" y="2705980"/>
                </a:lnTo>
                <a:lnTo>
                  <a:pt x="4851237" y="2713459"/>
                </a:lnTo>
                <a:lnTo>
                  <a:pt x="4863951" y="2721390"/>
                </a:lnTo>
                <a:lnTo>
                  <a:pt x="4875984" y="2730002"/>
                </a:lnTo>
                <a:lnTo>
                  <a:pt x="4887563" y="2739293"/>
                </a:lnTo>
                <a:lnTo>
                  <a:pt x="4898915" y="2749038"/>
                </a:lnTo>
                <a:lnTo>
                  <a:pt x="4909585" y="2759462"/>
                </a:lnTo>
                <a:lnTo>
                  <a:pt x="4920029" y="2769887"/>
                </a:lnTo>
                <a:lnTo>
                  <a:pt x="4929792" y="2781218"/>
                </a:lnTo>
                <a:lnTo>
                  <a:pt x="4938873" y="2793002"/>
                </a:lnTo>
                <a:lnTo>
                  <a:pt x="4947727" y="2805013"/>
                </a:lnTo>
                <a:lnTo>
                  <a:pt x="4955900" y="2817704"/>
                </a:lnTo>
                <a:lnTo>
                  <a:pt x="4963166" y="2830621"/>
                </a:lnTo>
                <a:lnTo>
                  <a:pt x="4970204" y="2843992"/>
                </a:lnTo>
                <a:lnTo>
                  <a:pt x="4976107" y="2857815"/>
                </a:lnTo>
                <a:lnTo>
                  <a:pt x="4981782" y="2871866"/>
                </a:lnTo>
                <a:lnTo>
                  <a:pt x="4986777" y="2886143"/>
                </a:lnTo>
                <a:lnTo>
                  <a:pt x="4990864" y="2900873"/>
                </a:lnTo>
                <a:lnTo>
                  <a:pt x="4994496" y="2915830"/>
                </a:lnTo>
                <a:lnTo>
                  <a:pt x="4997221" y="2931013"/>
                </a:lnTo>
                <a:lnTo>
                  <a:pt x="4999037" y="2946424"/>
                </a:lnTo>
                <a:lnTo>
                  <a:pt x="5000172" y="2962060"/>
                </a:lnTo>
                <a:lnTo>
                  <a:pt x="5000626" y="2978377"/>
                </a:lnTo>
                <a:lnTo>
                  <a:pt x="5000172" y="2994240"/>
                </a:lnTo>
                <a:lnTo>
                  <a:pt x="4999037" y="3009877"/>
                </a:lnTo>
                <a:lnTo>
                  <a:pt x="4997221" y="3025287"/>
                </a:lnTo>
                <a:lnTo>
                  <a:pt x="4994496" y="3040471"/>
                </a:lnTo>
                <a:lnTo>
                  <a:pt x="4990864" y="3055428"/>
                </a:lnTo>
                <a:lnTo>
                  <a:pt x="4986777" y="3070158"/>
                </a:lnTo>
                <a:lnTo>
                  <a:pt x="4981782" y="3084435"/>
                </a:lnTo>
                <a:lnTo>
                  <a:pt x="4976107" y="3098485"/>
                </a:lnTo>
                <a:lnTo>
                  <a:pt x="4970204" y="3112309"/>
                </a:lnTo>
                <a:lnTo>
                  <a:pt x="4963166" y="3125680"/>
                </a:lnTo>
                <a:lnTo>
                  <a:pt x="4955900" y="3138597"/>
                </a:lnTo>
                <a:lnTo>
                  <a:pt x="4947727" y="3151288"/>
                </a:lnTo>
                <a:lnTo>
                  <a:pt x="4938873" y="3163299"/>
                </a:lnTo>
                <a:lnTo>
                  <a:pt x="4929792" y="3175083"/>
                </a:lnTo>
                <a:lnTo>
                  <a:pt x="4920029" y="3186414"/>
                </a:lnTo>
                <a:lnTo>
                  <a:pt x="4909585" y="3196838"/>
                </a:lnTo>
                <a:lnTo>
                  <a:pt x="4898915" y="3207263"/>
                </a:lnTo>
                <a:lnTo>
                  <a:pt x="4887563" y="3217008"/>
                </a:lnTo>
                <a:lnTo>
                  <a:pt x="4875984" y="3226299"/>
                </a:lnTo>
                <a:lnTo>
                  <a:pt x="4863951" y="3234910"/>
                </a:lnTo>
                <a:lnTo>
                  <a:pt x="4851237" y="3242842"/>
                </a:lnTo>
                <a:lnTo>
                  <a:pt x="4838296" y="3250321"/>
                </a:lnTo>
                <a:lnTo>
                  <a:pt x="4824901" y="3257119"/>
                </a:lnTo>
                <a:lnTo>
                  <a:pt x="4811052" y="3263238"/>
                </a:lnTo>
                <a:lnTo>
                  <a:pt x="4796976" y="3268903"/>
                </a:lnTo>
                <a:lnTo>
                  <a:pt x="4782446" y="3273889"/>
                </a:lnTo>
                <a:lnTo>
                  <a:pt x="4767688" y="3277968"/>
                </a:lnTo>
                <a:lnTo>
                  <a:pt x="4752704" y="3281594"/>
                </a:lnTo>
                <a:lnTo>
                  <a:pt x="4737493" y="3284314"/>
                </a:lnTo>
                <a:lnTo>
                  <a:pt x="4722055" y="3286127"/>
                </a:lnTo>
                <a:lnTo>
                  <a:pt x="4706389" y="3287260"/>
                </a:lnTo>
                <a:lnTo>
                  <a:pt x="4690270" y="3287713"/>
                </a:lnTo>
                <a:lnTo>
                  <a:pt x="4674150" y="3287260"/>
                </a:lnTo>
                <a:lnTo>
                  <a:pt x="4658485" y="3286127"/>
                </a:lnTo>
                <a:lnTo>
                  <a:pt x="4643047" y="3284314"/>
                </a:lnTo>
                <a:lnTo>
                  <a:pt x="4627835" y="3281594"/>
                </a:lnTo>
                <a:lnTo>
                  <a:pt x="4616235" y="3278787"/>
                </a:lnTo>
                <a:lnTo>
                  <a:pt x="3014513" y="4879111"/>
                </a:lnTo>
                <a:lnTo>
                  <a:pt x="3019090" y="4881757"/>
                </a:lnTo>
                <a:lnTo>
                  <a:pt x="3031799" y="4889689"/>
                </a:lnTo>
                <a:lnTo>
                  <a:pt x="3043828" y="4898300"/>
                </a:lnTo>
                <a:lnTo>
                  <a:pt x="3055629" y="4907592"/>
                </a:lnTo>
                <a:lnTo>
                  <a:pt x="3066977" y="4917336"/>
                </a:lnTo>
                <a:lnTo>
                  <a:pt x="3077870" y="4927534"/>
                </a:lnTo>
                <a:lnTo>
                  <a:pt x="3088083" y="4938412"/>
                </a:lnTo>
                <a:lnTo>
                  <a:pt x="3097615" y="4949743"/>
                </a:lnTo>
                <a:lnTo>
                  <a:pt x="3106920" y="4961301"/>
                </a:lnTo>
                <a:lnTo>
                  <a:pt x="3115771" y="4973311"/>
                </a:lnTo>
                <a:lnTo>
                  <a:pt x="3123714" y="4985776"/>
                </a:lnTo>
                <a:lnTo>
                  <a:pt x="3131204" y="4998920"/>
                </a:lnTo>
                <a:lnTo>
                  <a:pt x="3132416" y="5001301"/>
                </a:lnTo>
                <a:lnTo>
                  <a:pt x="4597174" y="3537630"/>
                </a:lnTo>
                <a:lnTo>
                  <a:pt x="4603978" y="3531280"/>
                </a:lnTo>
                <a:lnTo>
                  <a:pt x="4610782" y="3525157"/>
                </a:lnTo>
                <a:lnTo>
                  <a:pt x="4618039" y="3519714"/>
                </a:lnTo>
                <a:lnTo>
                  <a:pt x="4625069" y="3514498"/>
                </a:lnTo>
                <a:lnTo>
                  <a:pt x="4632780" y="3509736"/>
                </a:lnTo>
                <a:lnTo>
                  <a:pt x="4640491" y="3505427"/>
                </a:lnTo>
                <a:lnTo>
                  <a:pt x="4648201" y="3501344"/>
                </a:lnTo>
                <a:lnTo>
                  <a:pt x="4656139" y="3497716"/>
                </a:lnTo>
                <a:lnTo>
                  <a:pt x="4664076" y="3494541"/>
                </a:lnTo>
                <a:lnTo>
                  <a:pt x="4672241" y="3491819"/>
                </a:lnTo>
                <a:lnTo>
                  <a:pt x="4680405" y="3489325"/>
                </a:lnTo>
                <a:lnTo>
                  <a:pt x="4688569" y="3487284"/>
                </a:lnTo>
                <a:lnTo>
                  <a:pt x="4696960" y="3485696"/>
                </a:lnTo>
                <a:lnTo>
                  <a:pt x="4705351" y="3484336"/>
                </a:lnTo>
                <a:lnTo>
                  <a:pt x="4713742" y="3483655"/>
                </a:lnTo>
                <a:lnTo>
                  <a:pt x="4722133" y="3483202"/>
                </a:lnTo>
                <a:lnTo>
                  <a:pt x="4730298" y="3482975"/>
                </a:lnTo>
                <a:lnTo>
                  <a:pt x="4738689" y="3483428"/>
                </a:lnTo>
                <a:lnTo>
                  <a:pt x="4747080" y="3484109"/>
                </a:lnTo>
                <a:lnTo>
                  <a:pt x="4755244" y="3485243"/>
                </a:lnTo>
                <a:lnTo>
                  <a:pt x="4763408" y="3486830"/>
                </a:lnTo>
                <a:lnTo>
                  <a:pt x="4771573" y="3488871"/>
                </a:lnTo>
                <a:lnTo>
                  <a:pt x="4779510" y="3491139"/>
                </a:lnTo>
                <a:lnTo>
                  <a:pt x="4787448" y="3493861"/>
                </a:lnTo>
                <a:lnTo>
                  <a:pt x="4794932" y="3497036"/>
                </a:lnTo>
                <a:lnTo>
                  <a:pt x="4802642" y="3500437"/>
                </a:lnTo>
                <a:lnTo>
                  <a:pt x="4809899" y="3504519"/>
                </a:lnTo>
                <a:lnTo>
                  <a:pt x="4817157" y="3508828"/>
                </a:lnTo>
                <a:lnTo>
                  <a:pt x="4824187" y="3513591"/>
                </a:lnTo>
                <a:lnTo>
                  <a:pt x="4830991" y="3518807"/>
                </a:lnTo>
                <a:lnTo>
                  <a:pt x="4837567" y="3524250"/>
                </a:lnTo>
                <a:lnTo>
                  <a:pt x="4843691" y="3530373"/>
                </a:lnTo>
                <a:lnTo>
                  <a:pt x="4849814" y="3536496"/>
                </a:lnTo>
                <a:lnTo>
                  <a:pt x="4855257" y="3543073"/>
                </a:lnTo>
                <a:lnTo>
                  <a:pt x="4860473" y="3549877"/>
                </a:lnTo>
                <a:lnTo>
                  <a:pt x="4865235" y="3556680"/>
                </a:lnTo>
                <a:lnTo>
                  <a:pt x="4869544" y="3564164"/>
                </a:lnTo>
                <a:lnTo>
                  <a:pt x="4873399" y="3571648"/>
                </a:lnTo>
                <a:lnTo>
                  <a:pt x="4877255" y="3578905"/>
                </a:lnTo>
                <a:lnTo>
                  <a:pt x="4880203" y="3586843"/>
                </a:lnTo>
                <a:lnTo>
                  <a:pt x="4882924" y="3594553"/>
                </a:lnTo>
                <a:lnTo>
                  <a:pt x="4885192" y="3602491"/>
                </a:lnTo>
                <a:lnTo>
                  <a:pt x="4887233" y="3610428"/>
                </a:lnTo>
                <a:lnTo>
                  <a:pt x="4888594" y="3618819"/>
                </a:lnTo>
                <a:lnTo>
                  <a:pt x="4889955" y="3626984"/>
                </a:lnTo>
                <a:lnTo>
                  <a:pt x="4890862" y="3635148"/>
                </a:lnTo>
                <a:lnTo>
                  <a:pt x="4891089" y="3643539"/>
                </a:lnTo>
                <a:lnTo>
                  <a:pt x="4891089" y="3651930"/>
                </a:lnTo>
                <a:lnTo>
                  <a:pt x="4890635" y="3660321"/>
                </a:lnTo>
                <a:lnTo>
                  <a:pt x="4889728" y="3668712"/>
                </a:lnTo>
                <a:lnTo>
                  <a:pt x="4888367" y="3676877"/>
                </a:lnTo>
                <a:lnTo>
                  <a:pt x="4886780" y="3685268"/>
                </a:lnTo>
                <a:lnTo>
                  <a:pt x="4884739" y="3693432"/>
                </a:lnTo>
                <a:lnTo>
                  <a:pt x="4882471" y="3701823"/>
                </a:lnTo>
                <a:lnTo>
                  <a:pt x="4879523" y="3709987"/>
                </a:lnTo>
                <a:lnTo>
                  <a:pt x="4876348" y="3717925"/>
                </a:lnTo>
                <a:lnTo>
                  <a:pt x="4872719" y="3725862"/>
                </a:lnTo>
                <a:lnTo>
                  <a:pt x="4868637" y="3733573"/>
                </a:lnTo>
                <a:lnTo>
                  <a:pt x="4864328" y="3741284"/>
                </a:lnTo>
                <a:lnTo>
                  <a:pt x="4859566" y="3748541"/>
                </a:lnTo>
                <a:lnTo>
                  <a:pt x="4854349" y="3756025"/>
                </a:lnTo>
                <a:lnTo>
                  <a:pt x="4848680" y="3762828"/>
                </a:lnTo>
                <a:lnTo>
                  <a:pt x="4842783" y="3769859"/>
                </a:lnTo>
                <a:lnTo>
                  <a:pt x="4836660" y="3776436"/>
                </a:lnTo>
                <a:lnTo>
                  <a:pt x="4410825" y="4201910"/>
                </a:lnTo>
                <a:lnTo>
                  <a:pt x="4416518" y="4203464"/>
                </a:lnTo>
                <a:lnTo>
                  <a:pt x="4431011" y="4208449"/>
                </a:lnTo>
                <a:lnTo>
                  <a:pt x="4445051" y="4213888"/>
                </a:lnTo>
                <a:lnTo>
                  <a:pt x="4458638" y="4220233"/>
                </a:lnTo>
                <a:lnTo>
                  <a:pt x="4471999" y="4227032"/>
                </a:lnTo>
                <a:lnTo>
                  <a:pt x="4484907" y="4234510"/>
                </a:lnTo>
                <a:lnTo>
                  <a:pt x="4497588" y="4242442"/>
                </a:lnTo>
                <a:lnTo>
                  <a:pt x="4509817" y="4251054"/>
                </a:lnTo>
                <a:lnTo>
                  <a:pt x="4521366" y="4260345"/>
                </a:lnTo>
                <a:lnTo>
                  <a:pt x="4532462" y="4269863"/>
                </a:lnTo>
                <a:lnTo>
                  <a:pt x="4543332" y="4280288"/>
                </a:lnTo>
                <a:lnTo>
                  <a:pt x="4553523" y="4291165"/>
                </a:lnTo>
                <a:lnTo>
                  <a:pt x="4563260" y="4302270"/>
                </a:lnTo>
                <a:lnTo>
                  <a:pt x="4572318" y="4314054"/>
                </a:lnTo>
                <a:lnTo>
                  <a:pt x="4581150" y="4326065"/>
                </a:lnTo>
                <a:lnTo>
                  <a:pt x="4589302" y="4338529"/>
                </a:lnTo>
                <a:lnTo>
                  <a:pt x="4596549" y="4351673"/>
                </a:lnTo>
                <a:lnTo>
                  <a:pt x="4603569" y="4364817"/>
                </a:lnTo>
                <a:lnTo>
                  <a:pt x="4609683" y="4378641"/>
                </a:lnTo>
                <a:lnTo>
                  <a:pt x="4615345" y="4392691"/>
                </a:lnTo>
                <a:lnTo>
                  <a:pt x="4620100" y="4406968"/>
                </a:lnTo>
                <a:lnTo>
                  <a:pt x="4624176" y="4421698"/>
                </a:lnTo>
                <a:lnTo>
                  <a:pt x="4627799" y="4436655"/>
                </a:lnTo>
                <a:lnTo>
                  <a:pt x="4630517" y="4452065"/>
                </a:lnTo>
                <a:lnTo>
                  <a:pt x="4632329" y="4467702"/>
                </a:lnTo>
                <a:lnTo>
                  <a:pt x="4633687" y="4483339"/>
                </a:lnTo>
                <a:lnTo>
                  <a:pt x="4633914" y="4499202"/>
                </a:lnTo>
                <a:lnTo>
                  <a:pt x="4633687" y="4515066"/>
                </a:lnTo>
                <a:lnTo>
                  <a:pt x="4632329" y="4530702"/>
                </a:lnTo>
                <a:lnTo>
                  <a:pt x="4630517" y="4546112"/>
                </a:lnTo>
                <a:lnTo>
                  <a:pt x="4627799" y="4561749"/>
                </a:lnTo>
                <a:lnTo>
                  <a:pt x="4624176" y="4576706"/>
                </a:lnTo>
                <a:lnTo>
                  <a:pt x="4620100" y="4591210"/>
                </a:lnTo>
                <a:lnTo>
                  <a:pt x="4615345" y="4605713"/>
                </a:lnTo>
                <a:lnTo>
                  <a:pt x="4609683" y="4619764"/>
                </a:lnTo>
                <a:lnTo>
                  <a:pt x="4603569" y="4633361"/>
                </a:lnTo>
                <a:lnTo>
                  <a:pt x="4596549" y="4646732"/>
                </a:lnTo>
                <a:lnTo>
                  <a:pt x="4589302" y="4659649"/>
                </a:lnTo>
                <a:lnTo>
                  <a:pt x="4581150" y="4672340"/>
                </a:lnTo>
                <a:lnTo>
                  <a:pt x="4572318" y="4684350"/>
                </a:lnTo>
                <a:lnTo>
                  <a:pt x="4563260" y="4695908"/>
                </a:lnTo>
                <a:lnTo>
                  <a:pt x="4553523" y="4707239"/>
                </a:lnTo>
                <a:lnTo>
                  <a:pt x="4543332" y="4718117"/>
                </a:lnTo>
                <a:lnTo>
                  <a:pt x="4532462" y="4728315"/>
                </a:lnTo>
                <a:lnTo>
                  <a:pt x="4521366" y="4738059"/>
                </a:lnTo>
                <a:lnTo>
                  <a:pt x="4509817" y="4747124"/>
                </a:lnTo>
                <a:lnTo>
                  <a:pt x="4497588" y="4755962"/>
                </a:lnTo>
                <a:lnTo>
                  <a:pt x="4484907" y="4763894"/>
                </a:lnTo>
                <a:lnTo>
                  <a:pt x="4471999" y="4771372"/>
                </a:lnTo>
                <a:lnTo>
                  <a:pt x="4458638" y="4778171"/>
                </a:lnTo>
                <a:lnTo>
                  <a:pt x="4445051" y="4784516"/>
                </a:lnTo>
                <a:lnTo>
                  <a:pt x="4431011" y="4789955"/>
                </a:lnTo>
                <a:lnTo>
                  <a:pt x="4416518" y="4794714"/>
                </a:lnTo>
                <a:lnTo>
                  <a:pt x="4401572" y="4799020"/>
                </a:lnTo>
                <a:lnTo>
                  <a:pt x="4386626" y="4802419"/>
                </a:lnTo>
                <a:lnTo>
                  <a:pt x="4371454" y="4805139"/>
                </a:lnTo>
                <a:lnTo>
                  <a:pt x="4356055" y="4806952"/>
                </a:lnTo>
                <a:lnTo>
                  <a:pt x="4340429" y="4808311"/>
                </a:lnTo>
                <a:lnTo>
                  <a:pt x="4324578" y="4808538"/>
                </a:lnTo>
                <a:lnTo>
                  <a:pt x="4308499" y="4808311"/>
                </a:lnTo>
                <a:lnTo>
                  <a:pt x="4292648" y="4806952"/>
                </a:lnTo>
                <a:lnTo>
                  <a:pt x="4277249" y="4805139"/>
                </a:lnTo>
                <a:lnTo>
                  <a:pt x="4262076" y="4802419"/>
                </a:lnTo>
                <a:lnTo>
                  <a:pt x="4247130" y="4799020"/>
                </a:lnTo>
                <a:lnTo>
                  <a:pt x="4232411" y="4794714"/>
                </a:lnTo>
                <a:lnTo>
                  <a:pt x="4217918" y="4789955"/>
                </a:lnTo>
                <a:lnTo>
                  <a:pt x="4203878" y="4784516"/>
                </a:lnTo>
                <a:lnTo>
                  <a:pt x="4190064" y="4778171"/>
                </a:lnTo>
                <a:lnTo>
                  <a:pt x="4176703" y="4771372"/>
                </a:lnTo>
                <a:lnTo>
                  <a:pt x="4163795" y="4763894"/>
                </a:lnTo>
                <a:lnTo>
                  <a:pt x="4151340" y="4755962"/>
                </a:lnTo>
                <a:lnTo>
                  <a:pt x="4139112" y="4747124"/>
                </a:lnTo>
                <a:lnTo>
                  <a:pt x="4127563" y="4738059"/>
                </a:lnTo>
                <a:lnTo>
                  <a:pt x="4116467" y="4728315"/>
                </a:lnTo>
                <a:lnTo>
                  <a:pt x="4105597" y="4718117"/>
                </a:lnTo>
                <a:lnTo>
                  <a:pt x="4095180" y="4707239"/>
                </a:lnTo>
                <a:lnTo>
                  <a:pt x="4085442" y="4695908"/>
                </a:lnTo>
                <a:lnTo>
                  <a:pt x="4076384" y="4684350"/>
                </a:lnTo>
                <a:lnTo>
                  <a:pt x="4067779" y="4672340"/>
                </a:lnTo>
                <a:lnTo>
                  <a:pt x="4059627" y="4659649"/>
                </a:lnTo>
                <a:lnTo>
                  <a:pt x="4052154" y="4646732"/>
                </a:lnTo>
                <a:lnTo>
                  <a:pt x="4045360" y="4633361"/>
                </a:lnTo>
                <a:lnTo>
                  <a:pt x="4039246" y="4619764"/>
                </a:lnTo>
                <a:lnTo>
                  <a:pt x="4033584" y="4605713"/>
                </a:lnTo>
                <a:lnTo>
                  <a:pt x="4028829" y="4591210"/>
                </a:lnTo>
                <a:lnTo>
                  <a:pt x="4027155" y="4585254"/>
                </a:lnTo>
                <a:lnTo>
                  <a:pt x="2698525" y="5912758"/>
                </a:lnTo>
                <a:lnTo>
                  <a:pt x="2691948" y="5919108"/>
                </a:lnTo>
                <a:lnTo>
                  <a:pt x="2685144" y="5925231"/>
                </a:lnTo>
                <a:lnTo>
                  <a:pt x="2677887" y="5930674"/>
                </a:lnTo>
                <a:lnTo>
                  <a:pt x="2670857" y="5935663"/>
                </a:lnTo>
                <a:lnTo>
                  <a:pt x="2663146" y="5940652"/>
                </a:lnTo>
                <a:lnTo>
                  <a:pt x="2655662" y="5944961"/>
                </a:lnTo>
                <a:lnTo>
                  <a:pt x="2647725" y="5948817"/>
                </a:lnTo>
                <a:lnTo>
                  <a:pt x="2639787" y="5952672"/>
                </a:lnTo>
                <a:lnTo>
                  <a:pt x="2632076" y="5955847"/>
                </a:lnTo>
                <a:lnTo>
                  <a:pt x="2623685" y="5958568"/>
                </a:lnTo>
                <a:lnTo>
                  <a:pt x="2615748" y="5961063"/>
                </a:lnTo>
                <a:lnTo>
                  <a:pt x="2607357" y="5962877"/>
                </a:lnTo>
                <a:lnTo>
                  <a:pt x="2598966" y="5964465"/>
                </a:lnTo>
                <a:lnTo>
                  <a:pt x="2590801" y="5965825"/>
                </a:lnTo>
                <a:lnTo>
                  <a:pt x="2582183" y="5966733"/>
                </a:lnTo>
                <a:lnTo>
                  <a:pt x="2573792" y="5967186"/>
                </a:lnTo>
                <a:lnTo>
                  <a:pt x="2565628" y="5967413"/>
                </a:lnTo>
                <a:lnTo>
                  <a:pt x="2557237" y="5966959"/>
                </a:lnTo>
                <a:lnTo>
                  <a:pt x="2548846" y="5966052"/>
                </a:lnTo>
                <a:lnTo>
                  <a:pt x="2540682" y="5964918"/>
                </a:lnTo>
                <a:lnTo>
                  <a:pt x="2532517" y="5963331"/>
                </a:lnTo>
                <a:lnTo>
                  <a:pt x="2524580" y="5961517"/>
                </a:lnTo>
                <a:lnTo>
                  <a:pt x="2516416" y="5959249"/>
                </a:lnTo>
                <a:lnTo>
                  <a:pt x="2508478" y="5956527"/>
                </a:lnTo>
                <a:lnTo>
                  <a:pt x="2500994" y="5953352"/>
                </a:lnTo>
                <a:lnTo>
                  <a:pt x="2493283" y="5949724"/>
                </a:lnTo>
                <a:lnTo>
                  <a:pt x="2486026" y="5945868"/>
                </a:lnTo>
                <a:lnTo>
                  <a:pt x="2478769" y="5941560"/>
                </a:lnTo>
                <a:lnTo>
                  <a:pt x="2471966" y="5936570"/>
                </a:lnTo>
                <a:lnTo>
                  <a:pt x="2464935" y="5931581"/>
                </a:lnTo>
                <a:lnTo>
                  <a:pt x="2458585" y="5926138"/>
                </a:lnTo>
                <a:lnTo>
                  <a:pt x="2452235" y="5920015"/>
                </a:lnTo>
                <a:lnTo>
                  <a:pt x="2446339" y="5913892"/>
                </a:lnTo>
                <a:lnTo>
                  <a:pt x="2440669" y="5907088"/>
                </a:lnTo>
                <a:lnTo>
                  <a:pt x="2435453" y="5900511"/>
                </a:lnTo>
                <a:lnTo>
                  <a:pt x="2430691" y="5893481"/>
                </a:lnTo>
                <a:lnTo>
                  <a:pt x="2426382" y="5886224"/>
                </a:lnTo>
                <a:lnTo>
                  <a:pt x="2422526" y="5878740"/>
                </a:lnTo>
                <a:lnTo>
                  <a:pt x="2419125" y="5871483"/>
                </a:lnTo>
                <a:lnTo>
                  <a:pt x="2415723" y="5863545"/>
                </a:lnTo>
                <a:lnTo>
                  <a:pt x="2413002" y="5855608"/>
                </a:lnTo>
                <a:lnTo>
                  <a:pt x="2410734" y="5847897"/>
                </a:lnTo>
                <a:lnTo>
                  <a:pt x="2408692" y="5839733"/>
                </a:lnTo>
                <a:lnTo>
                  <a:pt x="2407332" y="5831568"/>
                </a:lnTo>
                <a:lnTo>
                  <a:pt x="2406198" y="5823404"/>
                </a:lnTo>
                <a:lnTo>
                  <a:pt x="2405518" y="5815240"/>
                </a:lnTo>
                <a:lnTo>
                  <a:pt x="2405064" y="5806849"/>
                </a:lnTo>
                <a:lnTo>
                  <a:pt x="2405064" y="5798231"/>
                </a:lnTo>
                <a:lnTo>
                  <a:pt x="2405518" y="5790067"/>
                </a:lnTo>
                <a:lnTo>
                  <a:pt x="2406425" y="5781676"/>
                </a:lnTo>
                <a:lnTo>
                  <a:pt x="2407558" y="5773284"/>
                </a:lnTo>
                <a:lnTo>
                  <a:pt x="2409146" y="5765120"/>
                </a:lnTo>
                <a:lnTo>
                  <a:pt x="2411187" y="5756729"/>
                </a:lnTo>
                <a:lnTo>
                  <a:pt x="2413682" y="5748565"/>
                </a:lnTo>
                <a:lnTo>
                  <a:pt x="2416403" y="5740401"/>
                </a:lnTo>
                <a:lnTo>
                  <a:pt x="2419805" y="5732463"/>
                </a:lnTo>
                <a:lnTo>
                  <a:pt x="2423207" y="5724526"/>
                </a:lnTo>
                <a:lnTo>
                  <a:pt x="2427289" y="5716588"/>
                </a:lnTo>
                <a:lnTo>
                  <a:pt x="2431825" y="5709104"/>
                </a:lnTo>
                <a:lnTo>
                  <a:pt x="2436360" y="5701620"/>
                </a:lnTo>
                <a:lnTo>
                  <a:pt x="2441576" y="5694363"/>
                </a:lnTo>
                <a:lnTo>
                  <a:pt x="2447246" y="5687333"/>
                </a:lnTo>
                <a:lnTo>
                  <a:pt x="2453142" y="5680529"/>
                </a:lnTo>
                <a:lnTo>
                  <a:pt x="2459492" y="5673725"/>
                </a:lnTo>
                <a:lnTo>
                  <a:pt x="2713322" y="5420084"/>
                </a:lnTo>
                <a:lnTo>
                  <a:pt x="2710436" y="5418619"/>
                </a:lnTo>
                <a:lnTo>
                  <a:pt x="2697500" y="5411141"/>
                </a:lnTo>
                <a:lnTo>
                  <a:pt x="2685017" y="5403209"/>
                </a:lnTo>
                <a:lnTo>
                  <a:pt x="2672762" y="5394598"/>
                </a:lnTo>
                <a:lnTo>
                  <a:pt x="2660961" y="5385306"/>
                </a:lnTo>
                <a:lnTo>
                  <a:pt x="2649613" y="5375561"/>
                </a:lnTo>
                <a:lnTo>
                  <a:pt x="2638946" y="5365364"/>
                </a:lnTo>
                <a:lnTo>
                  <a:pt x="2628733" y="5354486"/>
                </a:lnTo>
                <a:lnTo>
                  <a:pt x="2618975" y="5343381"/>
                </a:lnTo>
                <a:lnTo>
                  <a:pt x="2609670" y="5331597"/>
                </a:lnTo>
                <a:lnTo>
                  <a:pt x="2601272" y="5319586"/>
                </a:lnTo>
                <a:lnTo>
                  <a:pt x="2593102" y="5307122"/>
                </a:lnTo>
                <a:lnTo>
                  <a:pt x="2590524" y="5302731"/>
                </a:lnTo>
                <a:lnTo>
                  <a:pt x="2160865" y="5732015"/>
                </a:lnTo>
                <a:lnTo>
                  <a:pt x="2152926" y="5739272"/>
                </a:lnTo>
                <a:lnTo>
                  <a:pt x="2145214" y="5746528"/>
                </a:lnTo>
                <a:lnTo>
                  <a:pt x="2137049" y="5752878"/>
                </a:lnTo>
                <a:lnTo>
                  <a:pt x="2128883" y="5759000"/>
                </a:lnTo>
                <a:lnTo>
                  <a:pt x="2120264" y="5764896"/>
                </a:lnTo>
                <a:lnTo>
                  <a:pt x="2111418" y="5770339"/>
                </a:lnTo>
                <a:lnTo>
                  <a:pt x="2102799" y="5775328"/>
                </a:lnTo>
                <a:lnTo>
                  <a:pt x="2093953" y="5779863"/>
                </a:lnTo>
                <a:lnTo>
                  <a:pt x="2084880" y="5783945"/>
                </a:lnTo>
                <a:lnTo>
                  <a:pt x="2076034" y="5787800"/>
                </a:lnTo>
                <a:lnTo>
                  <a:pt x="2066961" y="5790975"/>
                </a:lnTo>
                <a:lnTo>
                  <a:pt x="2057662" y="5793923"/>
                </a:lnTo>
                <a:lnTo>
                  <a:pt x="2048588" y="5796417"/>
                </a:lnTo>
                <a:lnTo>
                  <a:pt x="2039516" y="5798231"/>
                </a:lnTo>
                <a:lnTo>
                  <a:pt x="2030216" y="5799819"/>
                </a:lnTo>
                <a:lnTo>
                  <a:pt x="2021143" y="5801406"/>
                </a:lnTo>
                <a:lnTo>
                  <a:pt x="2012297" y="5802086"/>
                </a:lnTo>
                <a:lnTo>
                  <a:pt x="2003224" y="5802313"/>
                </a:lnTo>
                <a:lnTo>
                  <a:pt x="1994151" y="5802313"/>
                </a:lnTo>
                <a:lnTo>
                  <a:pt x="1985532" y="5801633"/>
                </a:lnTo>
                <a:lnTo>
                  <a:pt x="1976686" y="5800499"/>
                </a:lnTo>
                <a:lnTo>
                  <a:pt x="1968067" y="5799138"/>
                </a:lnTo>
                <a:lnTo>
                  <a:pt x="1959674" y="5797324"/>
                </a:lnTo>
                <a:lnTo>
                  <a:pt x="1951282" y="5795056"/>
                </a:lnTo>
                <a:lnTo>
                  <a:pt x="1943116" y="5792335"/>
                </a:lnTo>
                <a:lnTo>
                  <a:pt x="1935404" y="5789160"/>
                </a:lnTo>
                <a:lnTo>
                  <a:pt x="1927693" y="5785306"/>
                </a:lnTo>
                <a:lnTo>
                  <a:pt x="1920434" y="5781224"/>
                </a:lnTo>
                <a:lnTo>
                  <a:pt x="1913176" y="5776688"/>
                </a:lnTo>
                <a:lnTo>
                  <a:pt x="1906372" y="5771473"/>
                </a:lnTo>
                <a:lnTo>
                  <a:pt x="1899567" y="5766257"/>
                </a:lnTo>
                <a:lnTo>
                  <a:pt x="1893443" y="5760361"/>
                </a:lnTo>
                <a:lnTo>
                  <a:pt x="1887318" y="5754012"/>
                </a:lnTo>
                <a:lnTo>
                  <a:pt x="1881875" y="5747435"/>
                </a:lnTo>
                <a:lnTo>
                  <a:pt x="1876658" y="5740405"/>
                </a:lnTo>
                <a:lnTo>
                  <a:pt x="1872348" y="5733376"/>
                </a:lnTo>
                <a:lnTo>
                  <a:pt x="1868266" y="5725892"/>
                </a:lnTo>
                <a:lnTo>
                  <a:pt x="1864410" y="5718182"/>
                </a:lnTo>
                <a:lnTo>
                  <a:pt x="1861234" y="5710245"/>
                </a:lnTo>
                <a:lnTo>
                  <a:pt x="1858512" y="5702082"/>
                </a:lnTo>
                <a:lnTo>
                  <a:pt x="1856244" y="5693918"/>
                </a:lnTo>
                <a:lnTo>
                  <a:pt x="1854429" y="5685528"/>
                </a:lnTo>
                <a:lnTo>
                  <a:pt x="1853068" y="5677137"/>
                </a:lnTo>
                <a:lnTo>
                  <a:pt x="1851934" y="5668293"/>
                </a:lnTo>
                <a:lnTo>
                  <a:pt x="1851254" y="5659449"/>
                </a:lnTo>
                <a:lnTo>
                  <a:pt x="1851027" y="5650605"/>
                </a:lnTo>
                <a:lnTo>
                  <a:pt x="1851481" y="5641535"/>
                </a:lnTo>
                <a:lnTo>
                  <a:pt x="1852388" y="5632464"/>
                </a:lnTo>
                <a:lnTo>
                  <a:pt x="1853522" y="5623393"/>
                </a:lnTo>
                <a:lnTo>
                  <a:pt x="1855110" y="5614323"/>
                </a:lnTo>
                <a:lnTo>
                  <a:pt x="1857151" y="5605025"/>
                </a:lnTo>
                <a:lnTo>
                  <a:pt x="1859646" y="5595954"/>
                </a:lnTo>
                <a:lnTo>
                  <a:pt x="1862368" y="5586884"/>
                </a:lnTo>
                <a:lnTo>
                  <a:pt x="1865770" y="5577586"/>
                </a:lnTo>
                <a:lnTo>
                  <a:pt x="1869626" y="5568742"/>
                </a:lnTo>
                <a:lnTo>
                  <a:pt x="1873709" y="5559671"/>
                </a:lnTo>
                <a:lnTo>
                  <a:pt x="1878246" y="5550827"/>
                </a:lnTo>
                <a:lnTo>
                  <a:pt x="1883236" y="5542210"/>
                </a:lnTo>
                <a:lnTo>
                  <a:pt x="1888452" y="5533593"/>
                </a:lnTo>
                <a:lnTo>
                  <a:pt x="1894350" y="5524976"/>
                </a:lnTo>
                <a:lnTo>
                  <a:pt x="1900474" y="5516812"/>
                </a:lnTo>
                <a:lnTo>
                  <a:pt x="1907279" y="5508649"/>
                </a:lnTo>
                <a:lnTo>
                  <a:pt x="1914084" y="5500712"/>
                </a:lnTo>
                <a:lnTo>
                  <a:pt x="1921795" y="5493002"/>
                </a:lnTo>
                <a:lnTo>
                  <a:pt x="3126776" y="4289181"/>
                </a:lnTo>
                <a:lnTo>
                  <a:pt x="3120807" y="4285714"/>
                </a:lnTo>
                <a:lnTo>
                  <a:pt x="3108352" y="4277762"/>
                </a:lnTo>
                <a:lnTo>
                  <a:pt x="3096124" y="4268901"/>
                </a:lnTo>
                <a:lnTo>
                  <a:pt x="3084348" y="4259813"/>
                </a:lnTo>
                <a:lnTo>
                  <a:pt x="3073026" y="4250044"/>
                </a:lnTo>
                <a:lnTo>
                  <a:pt x="3062609" y="4239820"/>
                </a:lnTo>
                <a:lnTo>
                  <a:pt x="3052192" y="4228914"/>
                </a:lnTo>
                <a:lnTo>
                  <a:pt x="3042454" y="4217781"/>
                </a:lnTo>
                <a:lnTo>
                  <a:pt x="3033170" y="4205967"/>
                </a:lnTo>
                <a:lnTo>
                  <a:pt x="3024791" y="4193925"/>
                </a:lnTo>
                <a:lnTo>
                  <a:pt x="3016639" y="4181202"/>
                </a:lnTo>
                <a:lnTo>
                  <a:pt x="3008939" y="4168251"/>
                </a:lnTo>
                <a:lnTo>
                  <a:pt x="3008885" y="4168140"/>
                </a:lnTo>
                <a:lnTo>
                  <a:pt x="2283960" y="4892456"/>
                </a:lnTo>
                <a:lnTo>
                  <a:pt x="2279198" y="4896764"/>
                </a:lnTo>
                <a:lnTo>
                  <a:pt x="2274209" y="4900845"/>
                </a:lnTo>
                <a:lnTo>
                  <a:pt x="2268766" y="4904700"/>
                </a:lnTo>
                <a:lnTo>
                  <a:pt x="2263323" y="4908101"/>
                </a:lnTo>
                <a:lnTo>
                  <a:pt x="2257426" y="4911275"/>
                </a:lnTo>
                <a:lnTo>
                  <a:pt x="2251757" y="4913769"/>
                </a:lnTo>
                <a:lnTo>
                  <a:pt x="2245407" y="4916036"/>
                </a:lnTo>
                <a:lnTo>
                  <a:pt x="2239284" y="4918077"/>
                </a:lnTo>
                <a:lnTo>
                  <a:pt x="2232707" y="4919891"/>
                </a:lnTo>
                <a:lnTo>
                  <a:pt x="2226357" y="4921024"/>
                </a:lnTo>
                <a:lnTo>
                  <a:pt x="2219553" y="4921931"/>
                </a:lnTo>
                <a:lnTo>
                  <a:pt x="2212750" y="4922611"/>
                </a:lnTo>
                <a:lnTo>
                  <a:pt x="2205719" y="4922838"/>
                </a:lnTo>
                <a:lnTo>
                  <a:pt x="2198916" y="4922611"/>
                </a:lnTo>
                <a:lnTo>
                  <a:pt x="2191659" y="4922158"/>
                </a:lnTo>
                <a:lnTo>
                  <a:pt x="2184628" y="4921478"/>
                </a:lnTo>
                <a:lnTo>
                  <a:pt x="2177371" y="4920344"/>
                </a:lnTo>
                <a:lnTo>
                  <a:pt x="2170341" y="4918530"/>
                </a:lnTo>
                <a:lnTo>
                  <a:pt x="2163084" y="4916943"/>
                </a:lnTo>
                <a:lnTo>
                  <a:pt x="2156053" y="4914676"/>
                </a:lnTo>
                <a:lnTo>
                  <a:pt x="2148569" y="4912182"/>
                </a:lnTo>
                <a:lnTo>
                  <a:pt x="2141312" y="4909461"/>
                </a:lnTo>
                <a:lnTo>
                  <a:pt x="2134282" y="4906514"/>
                </a:lnTo>
                <a:lnTo>
                  <a:pt x="2127025" y="4902886"/>
                </a:lnTo>
                <a:lnTo>
                  <a:pt x="2120221" y="4899031"/>
                </a:lnTo>
                <a:lnTo>
                  <a:pt x="2112964" y="4894950"/>
                </a:lnTo>
                <a:lnTo>
                  <a:pt x="2106160" y="4890416"/>
                </a:lnTo>
                <a:lnTo>
                  <a:pt x="2099357" y="4885881"/>
                </a:lnTo>
                <a:lnTo>
                  <a:pt x="2092780" y="4880893"/>
                </a:lnTo>
                <a:lnTo>
                  <a:pt x="2086203" y="4875225"/>
                </a:lnTo>
                <a:lnTo>
                  <a:pt x="2079853" y="4869783"/>
                </a:lnTo>
                <a:lnTo>
                  <a:pt x="2073503" y="4863662"/>
                </a:lnTo>
                <a:lnTo>
                  <a:pt x="2067607" y="4857313"/>
                </a:lnTo>
                <a:lnTo>
                  <a:pt x="2061710" y="4851191"/>
                </a:lnTo>
                <a:lnTo>
                  <a:pt x="2056494" y="4844390"/>
                </a:lnTo>
                <a:lnTo>
                  <a:pt x="2051505" y="4837814"/>
                </a:lnTo>
                <a:lnTo>
                  <a:pt x="2046516" y="4831013"/>
                </a:lnTo>
                <a:lnTo>
                  <a:pt x="2042207" y="4824211"/>
                </a:lnTo>
                <a:lnTo>
                  <a:pt x="2038125" y="4817182"/>
                </a:lnTo>
                <a:lnTo>
                  <a:pt x="2034269" y="4810154"/>
                </a:lnTo>
                <a:lnTo>
                  <a:pt x="2030868" y="4802898"/>
                </a:lnTo>
                <a:lnTo>
                  <a:pt x="2027692" y="4795869"/>
                </a:lnTo>
                <a:lnTo>
                  <a:pt x="2024971" y="4788614"/>
                </a:lnTo>
                <a:lnTo>
                  <a:pt x="2022250" y="4781359"/>
                </a:lnTo>
                <a:lnTo>
                  <a:pt x="2020209" y="4774103"/>
                </a:lnTo>
                <a:lnTo>
                  <a:pt x="2018394" y="4766848"/>
                </a:lnTo>
                <a:lnTo>
                  <a:pt x="2017034" y="4759819"/>
                </a:lnTo>
                <a:lnTo>
                  <a:pt x="2015900" y="4752564"/>
                </a:lnTo>
                <a:lnTo>
                  <a:pt x="2014992" y="4745536"/>
                </a:lnTo>
                <a:lnTo>
                  <a:pt x="2014539" y="4738280"/>
                </a:lnTo>
                <a:lnTo>
                  <a:pt x="2014539" y="4731478"/>
                </a:lnTo>
                <a:lnTo>
                  <a:pt x="2014766" y="4724450"/>
                </a:lnTo>
                <a:lnTo>
                  <a:pt x="2015219" y="4717875"/>
                </a:lnTo>
                <a:lnTo>
                  <a:pt x="2016126" y="4711073"/>
                </a:lnTo>
                <a:lnTo>
                  <a:pt x="2017260" y="4704497"/>
                </a:lnTo>
                <a:lnTo>
                  <a:pt x="2018848" y="4697922"/>
                </a:lnTo>
                <a:lnTo>
                  <a:pt x="2020889" y="4691801"/>
                </a:lnTo>
                <a:lnTo>
                  <a:pt x="2023157" y="4685906"/>
                </a:lnTo>
                <a:lnTo>
                  <a:pt x="2026105" y="4679784"/>
                </a:lnTo>
                <a:lnTo>
                  <a:pt x="2029053" y="4674116"/>
                </a:lnTo>
                <a:lnTo>
                  <a:pt x="2032455" y="4668447"/>
                </a:lnTo>
                <a:lnTo>
                  <a:pt x="2036084" y="4663233"/>
                </a:lnTo>
                <a:lnTo>
                  <a:pt x="2040392" y="4658245"/>
                </a:lnTo>
                <a:lnTo>
                  <a:pt x="2044928" y="4653483"/>
                </a:lnTo>
                <a:lnTo>
                  <a:pt x="3577092" y="3122832"/>
                </a:lnTo>
                <a:lnTo>
                  <a:pt x="3581855" y="3118297"/>
                </a:lnTo>
                <a:lnTo>
                  <a:pt x="3586844" y="3113989"/>
                </a:lnTo>
                <a:lnTo>
                  <a:pt x="3592287" y="3110361"/>
                </a:lnTo>
                <a:lnTo>
                  <a:pt x="3597730" y="3106960"/>
                </a:lnTo>
                <a:lnTo>
                  <a:pt x="3603626" y="3104013"/>
                </a:lnTo>
                <a:lnTo>
                  <a:pt x="3609296" y="3101292"/>
                </a:lnTo>
                <a:lnTo>
                  <a:pt x="3615646" y="3098798"/>
                </a:lnTo>
                <a:lnTo>
                  <a:pt x="3621769" y="3096984"/>
                </a:lnTo>
                <a:lnTo>
                  <a:pt x="3628346" y="3095397"/>
                </a:lnTo>
                <a:lnTo>
                  <a:pt x="3634696" y="3094037"/>
                </a:lnTo>
                <a:lnTo>
                  <a:pt x="3641499" y="3093130"/>
                </a:lnTo>
                <a:lnTo>
                  <a:pt x="3648303" y="3092676"/>
                </a:lnTo>
                <a:lnTo>
                  <a:pt x="3655333" y="3092450"/>
                </a:lnTo>
                <a:lnTo>
                  <a:pt x="3662137" y="3092450"/>
                </a:lnTo>
                <a:lnTo>
                  <a:pt x="3669394" y="3092903"/>
                </a:lnTo>
                <a:lnTo>
                  <a:pt x="3676198" y="3093810"/>
                </a:lnTo>
                <a:lnTo>
                  <a:pt x="3683455" y="3094944"/>
                </a:lnTo>
                <a:lnTo>
                  <a:pt x="3690712" y="3096304"/>
                </a:lnTo>
                <a:lnTo>
                  <a:pt x="3697969" y="3098118"/>
                </a:lnTo>
                <a:lnTo>
                  <a:pt x="3704999" y="3100385"/>
                </a:lnTo>
                <a:lnTo>
                  <a:pt x="3712483" y="3102879"/>
                </a:lnTo>
                <a:lnTo>
                  <a:pt x="3719741" y="3105600"/>
                </a:lnTo>
                <a:lnTo>
                  <a:pt x="3726771" y="3108774"/>
                </a:lnTo>
                <a:lnTo>
                  <a:pt x="3734028" y="3112175"/>
                </a:lnTo>
                <a:lnTo>
                  <a:pt x="3740832" y="3116030"/>
                </a:lnTo>
                <a:lnTo>
                  <a:pt x="3748089" y="3120111"/>
                </a:lnTo>
                <a:lnTo>
                  <a:pt x="3754892" y="3124645"/>
                </a:lnTo>
                <a:lnTo>
                  <a:pt x="3761696" y="3129180"/>
                </a:lnTo>
                <a:lnTo>
                  <a:pt x="3768273" y="3134395"/>
                </a:lnTo>
                <a:lnTo>
                  <a:pt x="3774849" y="3139610"/>
                </a:lnTo>
                <a:lnTo>
                  <a:pt x="3781199" y="3145504"/>
                </a:lnTo>
                <a:lnTo>
                  <a:pt x="3787549" y="3151399"/>
                </a:lnTo>
                <a:lnTo>
                  <a:pt x="3793446" y="3157748"/>
                </a:lnTo>
                <a:lnTo>
                  <a:pt x="3799342" y="3164096"/>
                </a:lnTo>
                <a:lnTo>
                  <a:pt x="3804558" y="3170445"/>
                </a:lnTo>
                <a:lnTo>
                  <a:pt x="3809548" y="3177247"/>
                </a:lnTo>
                <a:lnTo>
                  <a:pt x="3814537" y="3184049"/>
                </a:lnTo>
                <a:lnTo>
                  <a:pt x="3818846" y="3191077"/>
                </a:lnTo>
                <a:lnTo>
                  <a:pt x="3822928" y="3197879"/>
                </a:lnTo>
                <a:lnTo>
                  <a:pt x="3826783" y="3205134"/>
                </a:lnTo>
                <a:lnTo>
                  <a:pt x="3830185" y="3211936"/>
                </a:lnTo>
                <a:lnTo>
                  <a:pt x="3833360" y="3219192"/>
                </a:lnTo>
                <a:lnTo>
                  <a:pt x="3836082" y="3226674"/>
                </a:lnTo>
                <a:lnTo>
                  <a:pt x="3838803" y="3233702"/>
                </a:lnTo>
                <a:lnTo>
                  <a:pt x="3840844" y="3240958"/>
                </a:lnTo>
                <a:lnTo>
                  <a:pt x="3842658" y="3248213"/>
                </a:lnTo>
                <a:lnTo>
                  <a:pt x="3844019" y="3255468"/>
                </a:lnTo>
                <a:lnTo>
                  <a:pt x="3845153" y="3262497"/>
                </a:lnTo>
                <a:lnTo>
                  <a:pt x="3846060" y="3269752"/>
                </a:lnTo>
                <a:lnTo>
                  <a:pt x="3846514" y="3276554"/>
                </a:lnTo>
                <a:lnTo>
                  <a:pt x="3846514" y="3283810"/>
                </a:lnTo>
                <a:lnTo>
                  <a:pt x="3846287" y="3290611"/>
                </a:lnTo>
                <a:lnTo>
                  <a:pt x="3845833" y="3297413"/>
                </a:lnTo>
                <a:lnTo>
                  <a:pt x="3844926" y="3303988"/>
                </a:lnTo>
                <a:lnTo>
                  <a:pt x="3843566" y="3310790"/>
                </a:lnTo>
                <a:lnTo>
                  <a:pt x="3841978" y="3316912"/>
                </a:lnTo>
                <a:lnTo>
                  <a:pt x="3840164" y="3323487"/>
                </a:lnTo>
                <a:lnTo>
                  <a:pt x="3837896" y="3329382"/>
                </a:lnTo>
                <a:lnTo>
                  <a:pt x="3834948" y="3335277"/>
                </a:lnTo>
                <a:lnTo>
                  <a:pt x="3831999" y="3341172"/>
                </a:lnTo>
                <a:lnTo>
                  <a:pt x="3828598" y="3346614"/>
                </a:lnTo>
                <a:lnTo>
                  <a:pt x="3824969" y="3351828"/>
                </a:lnTo>
                <a:lnTo>
                  <a:pt x="3820660" y="3356816"/>
                </a:lnTo>
                <a:lnTo>
                  <a:pt x="3816124" y="3361578"/>
                </a:lnTo>
                <a:lnTo>
                  <a:pt x="3429626" y="3747752"/>
                </a:lnTo>
                <a:lnTo>
                  <a:pt x="3441693" y="3754973"/>
                </a:lnTo>
                <a:lnTo>
                  <a:pt x="3454374" y="3763152"/>
                </a:lnTo>
                <a:lnTo>
                  <a:pt x="3466603" y="3771558"/>
                </a:lnTo>
                <a:lnTo>
                  <a:pt x="3478152" y="3780874"/>
                </a:lnTo>
                <a:lnTo>
                  <a:pt x="3489474" y="3790643"/>
                </a:lnTo>
                <a:lnTo>
                  <a:pt x="3500344" y="3800867"/>
                </a:lnTo>
                <a:lnTo>
                  <a:pt x="3510535" y="3811546"/>
                </a:lnTo>
                <a:lnTo>
                  <a:pt x="3520046" y="3822906"/>
                </a:lnTo>
                <a:lnTo>
                  <a:pt x="3529330" y="3834720"/>
                </a:lnTo>
                <a:lnTo>
                  <a:pt x="3538162" y="3846762"/>
                </a:lnTo>
                <a:lnTo>
                  <a:pt x="3546088" y="3859485"/>
                </a:lnTo>
                <a:lnTo>
                  <a:pt x="3550081" y="3866284"/>
                </a:lnTo>
                <a:lnTo>
                  <a:pt x="4384724" y="3032446"/>
                </a:lnTo>
                <a:lnTo>
                  <a:pt x="4383546" y="3025287"/>
                </a:lnTo>
                <a:lnTo>
                  <a:pt x="4381503" y="3009877"/>
                </a:lnTo>
                <a:lnTo>
                  <a:pt x="4380368" y="2994240"/>
                </a:lnTo>
                <a:lnTo>
                  <a:pt x="4379914" y="2978377"/>
                </a:lnTo>
                <a:lnTo>
                  <a:pt x="4380368" y="2962060"/>
                </a:lnTo>
                <a:lnTo>
                  <a:pt x="4381503" y="2946424"/>
                </a:lnTo>
                <a:lnTo>
                  <a:pt x="4383546" y="2931013"/>
                </a:lnTo>
                <a:lnTo>
                  <a:pt x="4386044" y="2915830"/>
                </a:lnTo>
                <a:lnTo>
                  <a:pt x="4389676" y="2900873"/>
                </a:lnTo>
                <a:lnTo>
                  <a:pt x="4393763" y="2886143"/>
                </a:lnTo>
                <a:lnTo>
                  <a:pt x="4398758" y="2871866"/>
                </a:lnTo>
                <a:lnTo>
                  <a:pt x="4404434" y="2857815"/>
                </a:lnTo>
                <a:lnTo>
                  <a:pt x="4410563" y="2843992"/>
                </a:lnTo>
                <a:lnTo>
                  <a:pt x="4417374" y="2830621"/>
                </a:lnTo>
                <a:lnTo>
                  <a:pt x="4424867" y="2817704"/>
                </a:lnTo>
                <a:lnTo>
                  <a:pt x="4433040" y="2805013"/>
                </a:lnTo>
                <a:lnTo>
                  <a:pt x="4441667" y="2793002"/>
                </a:lnTo>
                <a:lnTo>
                  <a:pt x="4450749" y="2781218"/>
                </a:lnTo>
                <a:lnTo>
                  <a:pt x="4460511" y="2769887"/>
                </a:lnTo>
                <a:lnTo>
                  <a:pt x="4470955" y="2759462"/>
                </a:lnTo>
                <a:lnTo>
                  <a:pt x="4481625" y="2749038"/>
                </a:lnTo>
                <a:lnTo>
                  <a:pt x="4492750" y="2739293"/>
                </a:lnTo>
                <a:lnTo>
                  <a:pt x="4504556" y="2730002"/>
                </a:lnTo>
                <a:lnTo>
                  <a:pt x="4516588" y="2721390"/>
                </a:lnTo>
                <a:lnTo>
                  <a:pt x="4529302" y="2713459"/>
                </a:lnTo>
                <a:lnTo>
                  <a:pt x="4542243" y="2705980"/>
                </a:lnTo>
                <a:lnTo>
                  <a:pt x="4555638" y="2698955"/>
                </a:lnTo>
                <a:lnTo>
                  <a:pt x="4569487" y="2693063"/>
                </a:lnTo>
                <a:lnTo>
                  <a:pt x="4583564" y="2687397"/>
                </a:lnTo>
                <a:lnTo>
                  <a:pt x="4597867" y="2682412"/>
                </a:lnTo>
                <a:lnTo>
                  <a:pt x="4612851" y="2678332"/>
                </a:lnTo>
                <a:lnTo>
                  <a:pt x="4627835" y="2674707"/>
                </a:lnTo>
                <a:lnTo>
                  <a:pt x="4643047" y="2671987"/>
                </a:lnTo>
                <a:lnTo>
                  <a:pt x="4658485" y="2670174"/>
                </a:lnTo>
                <a:lnTo>
                  <a:pt x="4674150" y="2669041"/>
                </a:lnTo>
                <a:close/>
                <a:moveTo>
                  <a:pt x="169182" y="2225675"/>
                </a:moveTo>
                <a:lnTo>
                  <a:pt x="177800" y="2225902"/>
                </a:lnTo>
                <a:lnTo>
                  <a:pt x="186418" y="2226582"/>
                </a:lnTo>
                <a:lnTo>
                  <a:pt x="194582" y="2227489"/>
                </a:lnTo>
                <a:lnTo>
                  <a:pt x="202974" y="2229077"/>
                </a:lnTo>
                <a:lnTo>
                  <a:pt x="211365" y="2230891"/>
                </a:lnTo>
                <a:lnTo>
                  <a:pt x="219302" y="2233159"/>
                </a:lnTo>
                <a:lnTo>
                  <a:pt x="227240" y="2235880"/>
                </a:lnTo>
                <a:lnTo>
                  <a:pt x="234724" y="2238828"/>
                </a:lnTo>
                <a:lnTo>
                  <a:pt x="242434" y="2242230"/>
                </a:lnTo>
                <a:lnTo>
                  <a:pt x="249465" y="2245859"/>
                </a:lnTo>
                <a:lnTo>
                  <a:pt x="256722" y="2250168"/>
                </a:lnTo>
                <a:lnTo>
                  <a:pt x="263752" y="2254477"/>
                </a:lnTo>
                <a:lnTo>
                  <a:pt x="270102" y="2259012"/>
                </a:lnTo>
                <a:lnTo>
                  <a:pt x="276452" y="2264228"/>
                </a:lnTo>
                <a:lnTo>
                  <a:pt x="282802" y="2269445"/>
                </a:lnTo>
                <a:lnTo>
                  <a:pt x="288472" y="2275341"/>
                </a:lnTo>
                <a:lnTo>
                  <a:pt x="294142" y="2281011"/>
                </a:lnTo>
                <a:lnTo>
                  <a:pt x="299358" y="2287134"/>
                </a:lnTo>
                <a:lnTo>
                  <a:pt x="304574" y="2293484"/>
                </a:lnTo>
                <a:lnTo>
                  <a:pt x="309109" y="2300061"/>
                </a:lnTo>
                <a:lnTo>
                  <a:pt x="313645" y="2307091"/>
                </a:lnTo>
                <a:lnTo>
                  <a:pt x="317727" y="2313895"/>
                </a:lnTo>
                <a:lnTo>
                  <a:pt x="321356" y="2321379"/>
                </a:lnTo>
                <a:lnTo>
                  <a:pt x="324758" y="2328863"/>
                </a:lnTo>
                <a:lnTo>
                  <a:pt x="327706" y="2336573"/>
                </a:lnTo>
                <a:lnTo>
                  <a:pt x="330427" y="2344511"/>
                </a:lnTo>
                <a:lnTo>
                  <a:pt x="332922" y="2352448"/>
                </a:lnTo>
                <a:lnTo>
                  <a:pt x="334736" y="2360613"/>
                </a:lnTo>
                <a:lnTo>
                  <a:pt x="336097" y="2369004"/>
                </a:lnTo>
                <a:lnTo>
                  <a:pt x="337231" y="2377395"/>
                </a:lnTo>
                <a:lnTo>
                  <a:pt x="337911" y="2386013"/>
                </a:lnTo>
                <a:lnTo>
                  <a:pt x="338138" y="2394630"/>
                </a:lnTo>
                <a:lnTo>
                  <a:pt x="337911" y="2403248"/>
                </a:lnTo>
                <a:lnTo>
                  <a:pt x="337231" y="2412093"/>
                </a:lnTo>
                <a:lnTo>
                  <a:pt x="336097" y="2420257"/>
                </a:lnTo>
                <a:lnTo>
                  <a:pt x="334736" y="2428648"/>
                </a:lnTo>
                <a:lnTo>
                  <a:pt x="332922" y="2437039"/>
                </a:lnTo>
                <a:lnTo>
                  <a:pt x="330427" y="2444977"/>
                </a:lnTo>
                <a:lnTo>
                  <a:pt x="327706" y="2452914"/>
                </a:lnTo>
                <a:lnTo>
                  <a:pt x="324758" y="2460398"/>
                </a:lnTo>
                <a:lnTo>
                  <a:pt x="321356" y="2467882"/>
                </a:lnTo>
                <a:lnTo>
                  <a:pt x="317727" y="2475140"/>
                </a:lnTo>
                <a:lnTo>
                  <a:pt x="313645" y="2482397"/>
                </a:lnTo>
                <a:lnTo>
                  <a:pt x="309109" y="2488973"/>
                </a:lnTo>
                <a:lnTo>
                  <a:pt x="304574" y="2495777"/>
                </a:lnTo>
                <a:lnTo>
                  <a:pt x="299358" y="2502127"/>
                </a:lnTo>
                <a:lnTo>
                  <a:pt x="294142" y="2508250"/>
                </a:lnTo>
                <a:lnTo>
                  <a:pt x="288472" y="2514147"/>
                </a:lnTo>
                <a:lnTo>
                  <a:pt x="282802" y="2519816"/>
                </a:lnTo>
                <a:lnTo>
                  <a:pt x="276452" y="2525032"/>
                </a:lnTo>
                <a:lnTo>
                  <a:pt x="270102" y="2530249"/>
                </a:lnTo>
                <a:lnTo>
                  <a:pt x="263752" y="2534784"/>
                </a:lnTo>
                <a:lnTo>
                  <a:pt x="256722" y="2539093"/>
                </a:lnTo>
                <a:lnTo>
                  <a:pt x="249465" y="2543402"/>
                </a:lnTo>
                <a:lnTo>
                  <a:pt x="242434" y="2547031"/>
                </a:lnTo>
                <a:lnTo>
                  <a:pt x="234724" y="2550432"/>
                </a:lnTo>
                <a:lnTo>
                  <a:pt x="227240" y="2553381"/>
                </a:lnTo>
                <a:lnTo>
                  <a:pt x="219302" y="2556102"/>
                </a:lnTo>
                <a:lnTo>
                  <a:pt x="211365" y="2558370"/>
                </a:lnTo>
                <a:lnTo>
                  <a:pt x="202974" y="2560411"/>
                </a:lnTo>
                <a:lnTo>
                  <a:pt x="194582" y="2561772"/>
                </a:lnTo>
                <a:lnTo>
                  <a:pt x="186418" y="2562906"/>
                </a:lnTo>
                <a:lnTo>
                  <a:pt x="177800" y="2563586"/>
                </a:lnTo>
                <a:lnTo>
                  <a:pt x="169182" y="2563813"/>
                </a:lnTo>
                <a:lnTo>
                  <a:pt x="160338" y="2563586"/>
                </a:lnTo>
                <a:lnTo>
                  <a:pt x="151720" y="2562906"/>
                </a:lnTo>
                <a:lnTo>
                  <a:pt x="143329" y="2561772"/>
                </a:lnTo>
                <a:lnTo>
                  <a:pt x="134938" y="2560411"/>
                </a:lnTo>
                <a:lnTo>
                  <a:pt x="126773" y="2558370"/>
                </a:lnTo>
                <a:lnTo>
                  <a:pt x="118836" y="2556102"/>
                </a:lnTo>
                <a:lnTo>
                  <a:pt x="110898" y="2553381"/>
                </a:lnTo>
                <a:lnTo>
                  <a:pt x="103414" y="2550432"/>
                </a:lnTo>
                <a:lnTo>
                  <a:pt x="95704" y="2547031"/>
                </a:lnTo>
                <a:lnTo>
                  <a:pt x="88673" y="2543402"/>
                </a:lnTo>
                <a:lnTo>
                  <a:pt x="81416" y="2539093"/>
                </a:lnTo>
                <a:lnTo>
                  <a:pt x="74613" y="2534784"/>
                </a:lnTo>
                <a:lnTo>
                  <a:pt x="67809" y="2530249"/>
                </a:lnTo>
                <a:lnTo>
                  <a:pt x="61686" y="2525032"/>
                </a:lnTo>
                <a:lnTo>
                  <a:pt x="55336" y="2519816"/>
                </a:lnTo>
                <a:lnTo>
                  <a:pt x="49666" y="2514147"/>
                </a:lnTo>
                <a:lnTo>
                  <a:pt x="43770" y="2508250"/>
                </a:lnTo>
                <a:lnTo>
                  <a:pt x="38554" y="2502127"/>
                </a:lnTo>
                <a:lnTo>
                  <a:pt x="33564" y="2495777"/>
                </a:lnTo>
                <a:lnTo>
                  <a:pt x="28802" y="2488973"/>
                </a:lnTo>
                <a:lnTo>
                  <a:pt x="24493" y="2482397"/>
                </a:lnTo>
                <a:lnTo>
                  <a:pt x="20411" y="2475140"/>
                </a:lnTo>
                <a:lnTo>
                  <a:pt x="16555" y="2467882"/>
                </a:lnTo>
                <a:lnTo>
                  <a:pt x="13380" y="2460398"/>
                </a:lnTo>
                <a:lnTo>
                  <a:pt x="10205" y="2452914"/>
                </a:lnTo>
                <a:lnTo>
                  <a:pt x="7711" y="2444977"/>
                </a:lnTo>
                <a:lnTo>
                  <a:pt x="5216" y="2437039"/>
                </a:lnTo>
                <a:lnTo>
                  <a:pt x="3402" y="2428648"/>
                </a:lnTo>
                <a:lnTo>
                  <a:pt x="1814" y="2420257"/>
                </a:lnTo>
                <a:lnTo>
                  <a:pt x="907" y="2412093"/>
                </a:lnTo>
                <a:lnTo>
                  <a:pt x="227" y="2403248"/>
                </a:lnTo>
                <a:lnTo>
                  <a:pt x="0" y="2394630"/>
                </a:lnTo>
                <a:lnTo>
                  <a:pt x="227" y="2386013"/>
                </a:lnTo>
                <a:lnTo>
                  <a:pt x="907" y="2377395"/>
                </a:lnTo>
                <a:lnTo>
                  <a:pt x="1814" y="2369004"/>
                </a:lnTo>
                <a:lnTo>
                  <a:pt x="3402" y="2360613"/>
                </a:lnTo>
                <a:lnTo>
                  <a:pt x="5216" y="2352448"/>
                </a:lnTo>
                <a:lnTo>
                  <a:pt x="7711" y="2344511"/>
                </a:lnTo>
                <a:lnTo>
                  <a:pt x="10205" y="2336573"/>
                </a:lnTo>
                <a:lnTo>
                  <a:pt x="13380" y="2328863"/>
                </a:lnTo>
                <a:lnTo>
                  <a:pt x="16555" y="2321379"/>
                </a:lnTo>
                <a:lnTo>
                  <a:pt x="20411" y="2313895"/>
                </a:lnTo>
                <a:lnTo>
                  <a:pt x="24493" y="2307091"/>
                </a:lnTo>
                <a:lnTo>
                  <a:pt x="28802" y="2300061"/>
                </a:lnTo>
                <a:lnTo>
                  <a:pt x="33564" y="2293484"/>
                </a:lnTo>
                <a:lnTo>
                  <a:pt x="38554" y="2287134"/>
                </a:lnTo>
                <a:lnTo>
                  <a:pt x="43770" y="2281011"/>
                </a:lnTo>
                <a:lnTo>
                  <a:pt x="49666" y="2275341"/>
                </a:lnTo>
                <a:lnTo>
                  <a:pt x="55336" y="2269445"/>
                </a:lnTo>
                <a:lnTo>
                  <a:pt x="61686" y="2264228"/>
                </a:lnTo>
                <a:lnTo>
                  <a:pt x="67809" y="2259012"/>
                </a:lnTo>
                <a:lnTo>
                  <a:pt x="74613" y="2254477"/>
                </a:lnTo>
                <a:lnTo>
                  <a:pt x="81416" y="2250168"/>
                </a:lnTo>
                <a:lnTo>
                  <a:pt x="88673" y="2245859"/>
                </a:lnTo>
                <a:lnTo>
                  <a:pt x="95704" y="2242230"/>
                </a:lnTo>
                <a:lnTo>
                  <a:pt x="103414" y="2238828"/>
                </a:lnTo>
                <a:lnTo>
                  <a:pt x="110898" y="2235880"/>
                </a:lnTo>
                <a:lnTo>
                  <a:pt x="118836" y="2233159"/>
                </a:lnTo>
                <a:lnTo>
                  <a:pt x="126773" y="2230891"/>
                </a:lnTo>
                <a:lnTo>
                  <a:pt x="134938" y="2229077"/>
                </a:lnTo>
                <a:lnTo>
                  <a:pt x="143329" y="2227489"/>
                </a:lnTo>
                <a:lnTo>
                  <a:pt x="151720" y="2226582"/>
                </a:lnTo>
                <a:lnTo>
                  <a:pt x="160338" y="2225902"/>
                </a:lnTo>
                <a:close/>
                <a:moveTo>
                  <a:pt x="3014777" y="0"/>
                </a:moveTo>
                <a:lnTo>
                  <a:pt x="3030634" y="453"/>
                </a:lnTo>
                <a:lnTo>
                  <a:pt x="3046265" y="1586"/>
                </a:lnTo>
                <a:lnTo>
                  <a:pt x="3061896" y="3398"/>
                </a:lnTo>
                <a:lnTo>
                  <a:pt x="3077074" y="6116"/>
                </a:lnTo>
                <a:lnTo>
                  <a:pt x="3092026" y="9741"/>
                </a:lnTo>
                <a:lnTo>
                  <a:pt x="3106750" y="13819"/>
                </a:lnTo>
                <a:lnTo>
                  <a:pt x="3121022" y="18802"/>
                </a:lnTo>
                <a:lnTo>
                  <a:pt x="3135068" y="24466"/>
                </a:lnTo>
                <a:lnTo>
                  <a:pt x="3148886" y="30356"/>
                </a:lnTo>
                <a:lnTo>
                  <a:pt x="3162252" y="37378"/>
                </a:lnTo>
                <a:lnTo>
                  <a:pt x="3175165" y="44854"/>
                </a:lnTo>
                <a:lnTo>
                  <a:pt x="3187851" y="52783"/>
                </a:lnTo>
                <a:lnTo>
                  <a:pt x="3199857" y="61618"/>
                </a:lnTo>
                <a:lnTo>
                  <a:pt x="3211637" y="70679"/>
                </a:lnTo>
                <a:lnTo>
                  <a:pt x="3222737" y="80420"/>
                </a:lnTo>
                <a:lnTo>
                  <a:pt x="3233385" y="90841"/>
                </a:lnTo>
                <a:lnTo>
                  <a:pt x="3243805" y="101488"/>
                </a:lnTo>
                <a:lnTo>
                  <a:pt x="3253546" y="112589"/>
                </a:lnTo>
                <a:lnTo>
                  <a:pt x="3262608" y="124368"/>
                </a:lnTo>
                <a:lnTo>
                  <a:pt x="3271443" y="136375"/>
                </a:lnTo>
                <a:lnTo>
                  <a:pt x="3279598" y="149061"/>
                </a:lnTo>
                <a:lnTo>
                  <a:pt x="3286847" y="161974"/>
                </a:lnTo>
                <a:lnTo>
                  <a:pt x="3293870" y="175339"/>
                </a:lnTo>
                <a:lnTo>
                  <a:pt x="3299760" y="189158"/>
                </a:lnTo>
                <a:lnTo>
                  <a:pt x="3305423" y="203203"/>
                </a:lnTo>
                <a:lnTo>
                  <a:pt x="3310407" y="217475"/>
                </a:lnTo>
                <a:lnTo>
                  <a:pt x="3314485" y="232200"/>
                </a:lnTo>
                <a:lnTo>
                  <a:pt x="3318109" y="247151"/>
                </a:lnTo>
                <a:lnTo>
                  <a:pt x="3320828" y="262556"/>
                </a:lnTo>
                <a:lnTo>
                  <a:pt x="3322640" y="277960"/>
                </a:lnTo>
                <a:lnTo>
                  <a:pt x="3323773" y="293591"/>
                </a:lnTo>
                <a:lnTo>
                  <a:pt x="3324226" y="309676"/>
                </a:lnTo>
                <a:lnTo>
                  <a:pt x="3323773" y="325533"/>
                </a:lnTo>
                <a:lnTo>
                  <a:pt x="3322640" y="341164"/>
                </a:lnTo>
                <a:lnTo>
                  <a:pt x="3320828" y="356795"/>
                </a:lnTo>
                <a:lnTo>
                  <a:pt x="3318109" y="371973"/>
                </a:lnTo>
                <a:lnTo>
                  <a:pt x="3314485" y="386925"/>
                </a:lnTo>
                <a:lnTo>
                  <a:pt x="3310407" y="401649"/>
                </a:lnTo>
                <a:lnTo>
                  <a:pt x="3305423" y="415921"/>
                </a:lnTo>
                <a:lnTo>
                  <a:pt x="3299760" y="429967"/>
                </a:lnTo>
                <a:lnTo>
                  <a:pt x="3293870" y="443785"/>
                </a:lnTo>
                <a:lnTo>
                  <a:pt x="3286847" y="457151"/>
                </a:lnTo>
                <a:lnTo>
                  <a:pt x="3279598" y="470064"/>
                </a:lnTo>
                <a:lnTo>
                  <a:pt x="3271443" y="482750"/>
                </a:lnTo>
                <a:lnTo>
                  <a:pt x="3262608" y="494756"/>
                </a:lnTo>
                <a:lnTo>
                  <a:pt x="3253546" y="506536"/>
                </a:lnTo>
                <a:lnTo>
                  <a:pt x="3243805" y="517863"/>
                </a:lnTo>
                <a:lnTo>
                  <a:pt x="3233385" y="528284"/>
                </a:lnTo>
                <a:lnTo>
                  <a:pt x="3222737" y="538704"/>
                </a:lnTo>
                <a:lnTo>
                  <a:pt x="3211637" y="548445"/>
                </a:lnTo>
                <a:lnTo>
                  <a:pt x="3199857" y="557733"/>
                </a:lnTo>
                <a:lnTo>
                  <a:pt x="3187851" y="566342"/>
                </a:lnTo>
                <a:lnTo>
                  <a:pt x="3175165" y="574270"/>
                </a:lnTo>
                <a:lnTo>
                  <a:pt x="3162252" y="581746"/>
                </a:lnTo>
                <a:lnTo>
                  <a:pt x="3148886" y="588542"/>
                </a:lnTo>
                <a:lnTo>
                  <a:pt x="3135068" y="594659"/>
                </a:lnTo>
                <a:lnTo>
                  <a:pt x="3121022" y="600322"/>
                </a:lnTo>
                <a:lnTo>
                  <a:pt x="3106750" y="605306"/>
                </a:lnTo>
                <a:lnTo>
                  <a:pt x="3092026" y="609384"/>
                </a:lnTo>
                <a:lnTo>
                  <a:pt x="3077074" y="613008"/>
                </a:lnTo>
                <a:lnTo>
                  <a:pt x="3061896" y="615727"/>
                </a:lnTo>
                <a:lnTo>
                  <a:pt x="3046265" y="617539"/>
                </a:lnTo>
                <a:lnTo>
                  <a:pt x="3030634" y="618672"/>
                </a:lnTo>
                <a:lnTo>
                  <a:pt x="3014777" y="619125"/>
                </a:lnTo>
                <a:lnTo>
                  <a:pt x="2998692" y="618672"/>
                </a:lnTo>
                <a:lnTo>
                  <a:pt x="2983061" y="617539"/>
                </a:lnTo>
                <a:lnTo>
                  <a:pt x="2967657" y="615727"/>
                </a:lnTo>
                <a:lnTo>
                  <a:pt x="2952252" y="613008"/>
                </a:lnTo>
                <a:lnTo>
                  <a:pt x="2940234" y="610095"/>
                </a:lnTo>
                <a:lnTo>
                  <a:pt x="1338460" y="2212035"/>
                </a:lnTo>
                <a:lnTo>
                  <a:pt x="1343135" y="2214741"/>
                </a:lnTo>
                <a:lnTo>
                  <a:pt x="1355826" y="2222896"/>
                </a:lnTo>
                <a:lnTo>
                  <a:pt x="1367837" y="2231278"/>
                </a:lnTo>
                <a:lnTo>
                  <a:pt x="1379621" y="2240566"/>
                </a:lnTo>
                <a:lnTo>
                  <a:pt x="1390952" y="2250533"/>
                </a:lnTo>
                <a:lnTo>
                  <a:pt x="1401830" y="2260501"/>
                </a:lnTo>
                <a:lnTo>
                  <a:pt x="1412028" y="2271375"/>
                </a:lnTo>
                <a:lnTo>
                  <a:pt x="1421546" y="2282702"/>
                </a:lnTo>
                <a:lnTo>
                  <a:pt x="1430837" y="2294255"/>
                </a:lnTo>
                <a:lnTo>
                  <a:pt x="1439675" y="2306488"/>
                </a:lnTo>
                <a:lnTo>
                  <a:pt x="1447607" y="2318948"/>
                </a:lnTo>
                <a:lnTo>
                  <a:pt x="1455085" y="2332087"/>
                </a:lnTo>
                <a:lnTo>
                  <a:pt x="1456026" y="2333937"/>
                </a:lnTo>
                <a:lnTo>
                  <a:pt x="2921054" y="869022"/>
                </a:lnTo>
                <a:lnTo>
                  <a:pt x="2927856" y="862448"/>
                </a:lnTo>
                <a:lnTo>
                  <a:pt x="2934658" y="856554"/>
                </a:lnTo>
                <a:lnTo>
                  <a:pt x="2941914" y="850886"/>
                </a:lnTo>
                <a:lnTo>
                  <a:pt x="2948943" y="845899"/>
                </a:lnTo>
                <a:lnTo>
                  <a:pt x="2956653" y="841138"/>
                </a:lnTo>
                <a:lnTo>
                  <a:pt x="2964135" y="836604"/>
                </a:lnTo>
                <a:lnTo>
                  <a:pt x="2972071" y="832750"/>
                </a:lnTo>
                <a:lnTo>
                  <a:pt x="2979781" y="829123"/>
                </a:lnTo>
                <a:lnTo>
                  <a:pt x="2987943" y="825949"/>
                </a:lnTo>
                <a:lnTo>
                  <a:pt x="2996106" y="823002"/>
                </a:lnTo>
                <a:lnTo>
                  <a:pt x="3004042" y="820508"/>
                </a:lnTo>
                <a:lnTo>
                  <a:pt x="3012432" y="818694"/>
                </a:lnTo>
                <a:lnTo>
                  <a:pt x="3020821" y="817107"/>
                </a:lnTo>
                <a:lnTo>
                  <a:pt x="3028984" y="815747"/>
                </a:lnTo>
                <a:lnTo>
                  <a:pt x="3037600" y="815067"/>
                </a:lnTo>
                <a:lnTo>
                  <a:pt x="3045763" y="814614"/>
                </a:lnTo>
                <a:lnTo>
                  <a:pt x="3054153" y="814387"/>
                </a:lnTo>
                <a:lnTo>
                  <a:pt x="3062542" y="814840"/>
                </a:lnTo>
                <a:lnTo>
                  <a:pt x="3070705" y="815520"/>
                </a:lnTo>
                <a:lnTo>
                  <a:pt x="3079095" y="816654"/>
                </a:lnTo>
                <a:lnTo>
                  <a:pt x="3087031" y="818241"/>
                </a:lnTo>
                <a:lnTo>
                  <a:pt x="3095193" y="820054"/>
                </a:lnTo>
                <a:lnTo>
                  <a:pt x="3103356" y="822321"/>
                </a:lnTo>
                <a:lnTo>
                  <a:pt x="3111066" y="825042"/>
                </a:lnTo>
                <a:lnTo>
                  <a:pt x="3118775" y="828442"/>
                </a:lnTo>
                <a:lnTo>
                  <a:pt x="3126257" y="831843"/>
                </a:lnTo>
                <a:lnTo>
                  <a:pt x="3133740" y="835697"/>
                </a:lnTo>
                <a:lnTo>
                  <a:pt x="3140769" y="840231"/>
                </a:lnTo>
                <a:lnTo>
                  <a:pt x="3147798" y="844992"/>
                </a:lnTo>
                <a:lnTo>
                  <a:pt x="3154600" y="849979"/>
                </a:lnTo>
                <a:lnTo>
                  <a:pt x="3161176" y="855647"/>
                </a:lnTo>
                <a:lnTo>
                  <a:pt x="3167298" y="861541"/>
                </a:lnTo>
                <a:lnTo>
                  <a:pt x="3173420" y="867889"/>
                </a:lnTo>
                <a:lnTo>
                  <a:pt x="3178862" y="874463"/>
                </a:lnTo>
                <a:lnTo>
                  <a:pt x="3184304" y="881264"/>
                </a:lnTo>
                <a:lnTo>
                  <a:pt x="3188839" y="888065"/>
                </a:lnTo>
                <a:lnTo>
                  <a:pt x="3193147" y="895547"/>
                </a:lnTo>
                <a:lnTo>
                  <a:pt x="3197228" y="902801"/>
                </a:lnTo>
                <a:lnTo>
                  <a:pt x="3200856" y="910282"/>
                </a:lnTo>
                <a:lnTo>
                  <a:pt x="3203804" y="917990"/>
                </a:lnTo>
                <a:lnTo>
                  <a:pt x="3206525" y="925925"/>
                </a:lnTo>
                <a:lnTo>
                  <a:pt x="3208792" y="933859"/>
                </a:lnTo>
                <a:lnTo>
                  <a:pt x="3211060" y="941794"/>
                </a:lnTo>
                <a:lnTo>
                  <a:pt x="3212420" y="950182"/>
                </a:lnTo>
                <a:lnTo>
                  <a:pt x="3213554" y="958117"/>
                </a:lnTo>
                <a:lnTo>
                  <a:pt x="3214461" y="966505"/>
                </a:lnTo>
                <a:lnTo>
                  <a:pt x="3214688" y="974893"/>
                </a:lnTo>
                <a:lnTo>
                  <a:pt x="3214688" y="983281"/>
                </a:lnTo>
                <a:lnTo>
                  <a:pt x="3214234" y="991669"/>
                </a:lnTo>
                <a:lnTo>
                  <a:pt x="3213327" y="999830"/>
                </a:lnTo>
                <a:lnTo>
                  <a:pt x="3212194" y="1008218"/>
                </a:lnTo>
                <a:lnTo>
                  <a:pt x="3210606" y="1016606"/>
                </a:lnTo>
                <a:lnTo>
                  <a:pt x="3208339" y="1024767"/>
                </a:lnTo>
                <a:lnTo>
                  <a:pt x="3206071" y="1033155"/>
                </a:lnTo>
                <a:lnTo>
                  <a:pt x="3203124" y="1041317"/>
                </a:lnTo>
                <a:lnTo>
                  <a:pt x="3199949" y="1049251"/>
                </a:lnTo>
                <a:lnTo>
                  <a:pt x="3196548" y="1057186"/>
                </a:lnTo>
                <a:lnTo>
                  <a:pt x="3192240" y="1064894"/>
                </a:lnTo>
                <a:lnTo>
                  <a:pt x="3187932" y="1072602"/>
                </a:lnTo>
                <a:lnTo>
                  <a:pt x="3183397" y="1079856"/>
                </a:lnTo>
                <a:lnTo>
                  <a:pt x="3177955" y="1087337"/>
                </a:lnTo>
                <a:lnTo>
                  <a:pt x="3172513" y="1094365"/>
                </a:lnTo>
                <a:lnTo>
                  <a:pt x="3166391" y="1101166"/>
                </a:lnTo>
                <a:lnTo>
                  <a:pt x="3160269" y="1107967"/>
                </a:lnTo>
                <a:lnTo>
                  <a:pt x="2734730" y="1533428"/>
                </a:lnTo>
                <a:lnTo>
                  <a:pt x="2740037" y="1534901"/>
                </a:lnTo>
                <a:lnTo>
                  <a:pt x="2754536" y="1539896"/>
                </a:lnTo>
                <a:lnTo>
                  <a:pt x="2768581" y="1545345"/>
                </a:lnTo>
                <a:lnTo>
                  <a:pt x="2782173" y="1551702"/>
                </a:lnTo>
                <a:lnTo>
                  <a:pt x="2795539" y="1558513"/>
                </a:lnTo>
                <a:lnTo>
                  <a:pt x="2808452" y="1566005"/>
                </a:lnTo>
                <a:lnTo>
                  <a:pt x="2821138" y="1573951"/>
                </a:lnTo>
                <a:lnTo>
                  <a:pt x="2833371" y="1582578"/>
                </a:lnTo>
                <a:lnTo>
                  <a:pt x="2844924" y="1591887"/>
                </a:lnTo>
                <a:lnTo>
                  <a:pt x="2856024" y="1601422"/>
                </a:lnTo>
                <a:lnTo>
                  <a:pt x="2866898" y="1611866"/>
                </a:lnTo>
                <a:lnTo>
                  <a:pt x="2877092" y="1622763"/>
                </a:lnTo>
                <a:lnTo>
                  <a:pt x="2886833" y="1633888"/>
                </a:lnTo>
                <a:lnTo>
                  <a:pt x="2895895" y="1645694"/>
                </a:lnTo>
                <a:lnTo>
                  <a:pt x="2904730" y="1657954"/>
                </a:lnTo>
                <a:lnTo>
                  <a:pt x="2912885" y="1670214"/>
                </a:lnTo>
                <a:lnTo>
                  <a:pt x="2920134" y="1683382"/>
                </a:lnTo>
                <a:lnTo>
                  <a:pt x="2927157" y="1696550"/>
                </a:lnTo>
                <a:lnTo>
                  <a:pt x="2933273" y="1710399"/>
                </a:lnTo>
                <a:lnTo>
                  <a:pt x="2938937" y="1724702"/>
                </a:lnTo>
                <a:lnTo>
                  <a:pt x="2940795" y="1730288"/>
                </a:lnTo>
                <a:lnTo>
                  <a:pt x="3577092" y="1094022"/>
                </a:lnTo>
                <a:lnTo>
                  <a:pt x="3581855" y="1089258"/>
                </a:lnTo>
                <a:lnTo>
                  <a:pt x="3586844" y="1085175"/>
                </a:lnTo>
                <a:lnTo>
                  <a:pt x="3592287" y="1081545"/>
                </a:lnTo>
                <a:lnTo>
                  <a:pt x="3597730" y="1078143"/>
                </a:lnTo>
                <a:lnTo>
                  <a:pt x="3603626" y="1074967"/>
                </a:lnTo>
                <a:lnTo>
                  <a:pt x="3609296" y="1072472"/>
                </a:lnTo>
                <a:lnTo>
                  <a:pt x="3615646" y="1069976"/>
                </a:lnTo>
                <a:lnTo>
                  <a:pt x="3621769" y="1068162"/>
                </a:lnTo>
                <a:lnTo>
                  <a:pt x="3628346" y="1066574"/>
                </a:lnTo>
                <a:lnTo>
                  <a:pt x="3634696" y="1065213"/>
                </a:lnTo>
                <a:lnTo>
                  <a:pt x="3641499" y="1064305"/>
                </a:lnTo>
                <a:lnTo>
                  <a:pt x="3648303" y="1063852"/>
                </a:lnTo>
                <a:lnTo>
                  <a:pt x="3655333" y="1063625"/>
                </a:lnTo>
                <a:lnTo>
                  <a:pt x="3662137" y="1063625"/>
                </a:lnTo>
                <a:lnTo>
                  <a:pt x="3669394" y="1064079"/>
                </a:lnTo>
                <a:lnTo>
                  <a:pt x="3676198" y="1064986"/>
                </a:lnTo>
                <a:lnTo>
                  <a:pt x="3683455" y="1066120"/>
                </a:lnTo>
                <a:lnTo>
                  <a:pt x="3690712" y="1067481"/>
                </a:lnTo>
                <a:lnTo>
                  <a:pt x="3697969" y="1069296"/>
                </a:lnTo>
                <a:lnTo>
                  <a:pt x="3704999" y="1071564"/>
                </a:lnTo>
                <a:lnTo>
                  <a:pt x="3712483" y="1073833"/>
                </a:lnTo>
                <a:lnTo>
                  <a:pt x="3719741" y="1076782"/>
                </a:lnTo>
                <a:lnTo>
                  <a:pt x="3726771" y="1079957"/>
                </a:lnTo>
                <a:lnTo>
                  <a:pt x="3734028" y="1083360"/>
                </a:lnTo>
                <a:lnTo>
                  <a:pt x="3740832" y="1087216"/>
                </a:lnTo>
                <a:lnTo>
                  <a:pt x="3748089" y="1091300"/>
                </a:lnTo>
                <a:lnTo>
                  <a:pt x="3754892" y="1095836"/>
                </a:lnTo>
                <a:lnTo>
                  <a:pt x="3761696" y="1100373"/>
                </a:lnTo>
                <a:lnTo>
                  <a:pt x="3768273" y="1105591"/>
                </a:lnTo>
                <a:lnTo>
                  <a:pt x="3774849" y="1110808"/>
                </a:lnTo>
                <a:lnTo>
                  <a:pt x="3781199" y="1116706"/>
                </a:lnTo>
                <a:lnTo>
                  <a:pt x="3787549" y="1122604"/>
                </a:lnTo>
                <a:lnTo>
                  <a:pt x="3793446" y="1128728"/>
                </a:lnTo>
                <a:lnTo>
                  <a:pt x="3799342" y="1135307"/>
                </a:lnTo>
                <a:lnTo>
                  <a:pt x="3804558" y="1141658"/>
                </a:lnTo>
                <a:lnTo>
                  <a:pt x="3809548" y="1148464"/>
                </a:lnTo>
                <a:lnTo>
                  <a:pt x="3814537" y="1155269"/>
                </a:lnTo>
                <a:lnTo>
                  <a:pt x="3818846" y="1162301"/>
                </a:lnTo>
                <a:lnTo>
                  <a:pt x="3822928" y="1169106"/>
                </a:lnTo>
                <a:lnTo>
                  <a:pt x="3826783" y="1176365"/>
                </a:lnTo>
                <a:lnTo>
                  <a:pt x="3830185" y="1183171"/>
                </a:lnTo>
                <a:lnTo>
                  <a:pt x="3833360" y="1190429"/>
                </a:lnTo>
                <a:lnTo>
                  <a:pt x="3836082" y="1197915"/>
                </a:lnTo>
                <a:lnTo>
                  <a:pt x="3838803" y="1204947"/>
                </a:lnTo>
                <a:lnTo>
                  <a:pt x="3840844" y="1212206"/>
                </a:lnTo>
                <a:lnTo>
                  <a:pt x="3842658" y="1219465"/>
                </a:lnTo>
                <a:lnTo>
                  <a:pt x="3844019" y="1226724"/>
                </a:lnTo>
                <a:lnTo>
                  <a:pt x="3845153" y="1233756"/>
                </a:lnTo>
                <a:lnTo>
                  <a:pt x="3846060" y="1241015"/>
                </a:lnTo>
                <a:lnTo>
                  <a:pt x="3846514" y="1247820"/>
                </a:lnTo>
                <a:lnTo>
                  <a:pt x="3846514" y="1255079"/>
                </a:lnTo>
                <a:lnTo>
                  <a:pt x="3846287" y="1261885"/>
                </a:lnTo>
                <a:lnTo>
                  <a:pt x="3845833" y="1268690"/>
                </a:lnTo>
                <a:lnTo>
                  <a:pt x="3844926" y="1275268"/>
                </a:lnTo>
                <a:lnTo>
                  <a:pt x="3843566" y="1282074"/>
                </a:lnTo>
                <a:lnTo>
                  <a:pt x="3841978" y="1288198"/>
                </a:lnTo>
                <a:lnTo>
                  <a:pt x="3840164" y="1294777"/>
                </a:lnTo>
                <a:lnTo>
                  <a:pt x="3837896" y="1300675"/>
                </a:lnTo>
                <a:lnTo>
                  <a:pt x="3834948" y="1306799"/>
                </a:lnTo>
                <a:lnTo>
                  <a:pt x="3831999" y="1312470"/>
                </a:lnTo>
                <a:lnTo>
                  <a:pt x="3828598" y="1318141"/>
                </a:lnTo>
                <a:lnTo>
                  <a:pt x="3824969" y="1323132"/>
                </a:lnTo>
                <a:lnTo>
                  <a:pt x="3820660" y="1328122"/>
                </a:lnTo>
                <a:lnTo>
                  <a:pt x="3816124" y="1333113"/>
                </a:lnTo>
                <a:lnTo>
                  <a:pt x="3429118" y="1720101"/>
                </a:lnTo>
                <a:lnTo>
                  <a:pt x="3441693" y="1727604"/>
                </a:lnTo>
                <a:lnTo>
                  <a:pt x="3454374" y="1735759"/>
                </a:lnTo>
                <a:lnTo>
                  <a:pt x="3466603" y="1744141"/>
                </a:lnTo>
                <a:lnTo>
                  <a:pt x="3478152" y="1753429"/>
                </a:lnTo>
                <a:lnTo>
                  <a:pt x="3489474" y="1763170"/>
                </a:lnTo>
                <a:lnTo>
                  <a:pt x="3500344" y="1773365"/>
                </a:lnTo>
                <a:lnTo>
                  <a:pt x="3510535" y="1784012"/>
                </a:lnTo>
                <a:lnTo>
                  <a:pt x="3520046" y="1795339"/>
                </a:lnTo>
                <a:lnTo>
                  <a:pt x="3529330" y="1807119"/>
                </a:lnTo>
                <a:lnTo>
                  <a:pt x="3538162" y="1819125"/>
                </a:lnTo>
                <a:lnTo>
                  <a:pt x="3546088" y="1831811"/>
                </a:lnTo>
                <a:lnTo>
                  <a:pt x="3549877" y="1838358"/>
                </a:lnTo>
                <a:lnTo>
                  <a:pt x="4384746" y="1003848"/>
                </a:lnTo>
                <a:lnTo>
                  <a:pt x="4383546" y="996558"/>
                </a:lnTo>
                <a:lnTo>
                  <a:pt x="4381503" y="980927"/>
                </a:lnTo>
                <a:lnTo>
                  <a:pt x="4380368" y="965296"/>
                </a:lnTo>
                <a:lnTo>
                  <a:pt x="4379914" y="949439"/>
                </a:lnTo>
                <a:lnTo>
                  <a:pt x="4380368" y="933354"/>
                </a:lnTo>
                <a:lnTo>
                  <a:pt x="4381503" y="917723"/>
                </a:lnTo>
                <a:lnTo>
                  <a:pt x="4383546" y="902319"/>
                </a:lnTo>
                <a:lnTo>
                  <a:pt x="4386044" y="886914"/>
                </a:lnTo>
                <a:lnTo>
                  <a:pt x="4389676" y="871963"/>
                </a:lnTo>
                <a:lnTo>
                  <a:pt x="4393763" y="857238"/>
                </a:lnTo>
                <a:lnTo>
                  <a:pt x="4398758" y="842966"/>
                </a:lnTo>
                <a:lnTo>
                  <a:pt x="4404434" y="828921"/>
                </a:lnTo>
                <a:lnTo>
                  <a:pt x="4410563" y="815102"/>
                </a:lnTo>
                <a:lnTo>
                  <a:pt x="4417374" y="801737"/>
                </a:lnTo>
                <a:lnTo>
                  <a:pt x="4424867" y="788824"/>
                </a:lnTo>
                <a:lnTo>
                  <a:pt x="4433040" y="776138"/>
                </a:lnTo>
                <a:lnTo>
                  <a:pt x="4441667" y="764131"/>
                </a:lnTo>
                <a:lnTo>
                  <a:pt x="4450749" y="752352"/>
                </a:lnTo>
                <a:lnTo>
                  <a:pt x="4460511" y="741251"/>
                </a:lnTo>
                <a:lnTo>
                  <a:pt x="4470955" y="730604"/>
                </a:lnTo>
                <a:lnTo>
                  <a:pt x="4481625" y="720183"/>
                </a:lnTo>
                <a:lnTo>
                  <a:pt x="4492750" y="710442"/>
                </a:lnTo>
                <a:lnTo>
                  <a:pt x="4504556" y="701381"/>
                </a:lnTo>
                <a:lnTo>
                  <a:pt x="4516588" y="692546"/>
                </a:lnTo>
                <a:lnTo>
                  <a:pt x="4529302" y="684617"/>
                </a:lnTo>
                <a:lnTo>
                  <a:pt x="4542243" y="677141"/>
                </a:lnTo>
                <a:lnTo>
                  <a:pt x="4555638" y="670119"/>
                </a:lnTo>
                <a:lnTo>
                  <a:pt x="4569487" y="664229"/>
                </a:lnTo>
                <a:lnTo>
                  <a:pt x="4583564" y="658565"/>
                </a:lnTo>
                <a:lnTo>
                  <a:pt x="4597867" y="653582"/>
                </a:lnTo>
                <a:lnTo>
                  <a:pt x="4612851" y="649504"/>
                </a:lnTo>
                <a:lnTo>
                  <a:pt x="4627835" y="645879"/>
                </a:lnTo>
                <a:lnTo>
                  <a:pt x="4643047" y="643161"/>
                </a:lnTo>
                <a:lnTo>
                  <a:pt x="4658485" y="641349"/>
                </a:lnTo>
                <a:lnTo>
                  <a:pt x="4674150" y="640216"/>
                </a:lnTo>
                <a:lnTo>
                  <a:pt x="4690270" y="639763"/>
                </a:lnTo>
                <a:lnTo>
                  <a:pt x="4706389" y="640216"/>
                </a:lnTo>
                <a:lnTo>
                  <a:pt x="4722055" y="641349"/>
                </a:lnTo>
                <a:lnTo>
                  <a:pt x="4737493" y="643161"/>
                </a:lnTo>
                <a:lnTo>
                  <a:pt x="4752704" y="645879"/>
                </a:lnTo>
                <a:lnTo>
                  <a:pt x="4767688" y="649504"/>
                </a:lnTo>
                <a:lnTo>
                  <a:pt x="4782446" y="653582"/>
                </a:lnTo>
                <a:lnTo>
                  <a:pt x="4796976" y="658565"/>
                </a:lnTo>
                <a:lnTo>
                  <a:pt x="4811052" y="664229"/>
                </a:lnTo>
                <a:lnTo>
                  <a:pt x="4824901" y="670119"/>
                </a:lnTo>
                <a:lnTo>
                  <a:pt x="4838296" y="677141"/>
                </a:lnTo>
                <a:lnTo>
                  <a:pt x="4851237" y="684617"/>
                </a:lnTo>
                <a:lnTo>
                  <a:pt x="4863951" y="692546"/>
                </a:lnTo>
                <a:lnTo>
                  <a:pt x="4875984" y="701381"/>
                </a:lnTo>
                <a:lnTo>
                  <a:pt x="4887563" y="710442"/>
                </a:lnTo>
                <a:lnTo>
                  <a:pt x="4898915" y="720183"/>
                </a:lnTo>
                <a:lnTo>
                  <a:pt x="4909585" y="730604"/>
                </a:lnTo>
                <a:lnTo>
                  <a:pt x="4920029" y="741251"/>
                </a:lnTo>
                <a:lnTo>
                  <a:pt x="4929792" y="752352"/>
                </a:lnTo>
                <a:lnTo>
                  <a:pt x="4938873" y="764131"/>
                </a:lnTo>
                <a:lnTo>
                  <a:pt x="4947727" y="776138"/>
                </a:lnTo>
                <a:lnTo>
                  <a:pt x="4955900" y="788824"/>
                </a:lnTo>
                <a:lnTo>
                  <a:pt x="4963166" y="801737"/>
                </a:lnTo>
                <a:lnTo>
                  <a:pt x="4970204" y="815102"/>
                </a:lnTo>
                <a:lnTo>
                  <a:pt x="4976107" y="828921"/>
                </a:lnTo>
                <a:lnTo>
                  <a:pt x="4981782" y="842966"/>
                </a:lnTo>
                <a:lnTo>
                  <a:pt x="4986777" y="857238"/>
                </a:lnTo>
                <a:lnTo>
                  <a:pt x="4990864" y="871963"/>
                </a:lnTo>
                <a:lnTo>
                  <a:pt x="4994496" y="886914"/>
                </a:lnTo>
                <a:lnTo>
                  <a:pt x="4997221" y="902319"/>
                </a:lnTo>
                <a:lnTo>
                  <a:pt x="4999037" y="917723"/>
                </a:lnTo>
                <a:lnTo>
                  <a:pt x="5000172" y="933354"/>
                </a:lnTo>
                <a:lnTo>
                  <a:pt x="5000626" y="949439"/>
                </a:lnTo>
                <a:lnTo>
                  <a:pt x="5000172" y="965296"/>
                </a:lnTo>
                <a:lnTo>
                  <a:pt x="4999037" y="980927"/>
                </a:lnTo>
                <a:lnTo>
                  <a:pt x="4997221" y="996558"/>
                </a:lnTo>
                <a:lnTo>
                  <a:pt x="4994496" y="1011736"/>
                </a:lnTo>
                <a:lnTo>
                  <a:pt x="4990864" y="1026688"/>
                </a:lnTo>
                <a:lnTo>
                  <a:pt x="4986777" y="1041412"/>
                </a:lnTo>
                <a:lnTo>
                  <a:pt x="4981782" y="1055684"/>
                </a:lnTo>
                <a:lnTo>
                  <a:pt x="4976107" y="1069730"/>
                </a:lnTo>
                <a:lnTo>
                  <a:pt x="4970204" y="1083548"/>
                </a:lnTo>
                <a:lnTo>
                  <a:pt x="4963166" y="1096914"/>
                </a:lnTo>
                <a:lnTo>
                  <a:pt x="4955900" y="1109827"/>
                </a:lnTo>
                <a:lnTo>
                  <a:pt x="4947727" y="1122513"/>
                </a:lnTo>
                <a:lnTo>
                  <a:pt x="4938873" y="1134519"/>
                </a:lnTo>
                <a:lnTo>
                  <a:pt x="4929792" y="1146299"/>
                </a:lnTo>
                <a:lnTo>
                  <a:pt x="4920029" y="1157626"/>
                </a:lnTo>
                <a:lnTo>
                  <a:pt x="4909585" y="1168047"/>
                </a:lnTo>
                <a:lnTo>
                  <a:pt x="4898915" y="1178467"/>
                </a:lnTo>
                <a:lnTo>
                  <a:pt x="4887563" y="1188208"/>
                </a:lnTo>
                <a:lnTo>
                  <a:pt x="4875984" y="1197496"/>
                </a:lnTo>
                <a:lnTo>
                  <a:pt x="4863951" y="1206105"/>
                </a:lnTo>
                <a:lnTo>
                  <a:pt x="4851237" y="1214033"/>
                </a:lnTo>
                <a:lnTo>
                  <a:pt x="4838296" y="1221509"/>
                </a:lnTo>
                <a:lnTo>
                  <a:pt x="4824901" y="1228305"/>
                </a:lnTo>
                <a:lnTo>
                  <a:pt x="4811052" y="1234422"/>
                </a:lnTo>
                <a:lnTo>
                  <a:pt x="4796976" y="1240085"/>
                </a:lnTo>
                <a:lnTo>
                  <a:pt x="4782446" y="1245069"/>
                </a:lnTo>
                <a:lnTo>
                  <a:pt x="4767688" y="1249147"/>
                </a:lnTo>
                <a:lnTo>
                  <a:pt x="4752704" y="1252771"/>
                </a:lnTo>
                <a:lnTo>
                  <a:pt x="4737493" y="1255490"/>
                </a:lnTo>
                <a:lnTo>
                  <a:pt x="4722055" y="1257302"/>
                </a:lnTo>
                <a:lnTo>
                  <a:pt x="4706389" y="1258435"/>
                </a:lnTo>
                <a:lnTo>
                  <a:pt x="4690270" y="1258888"/>
                </a:lnTo>
                <a:lnTo>
                  <a:pt x="4674150" y="1258435"/>
                </a:lnTo>
                <a:lnTo>
                  <a:pt x="4658485" y="1257302"/>
                </a:lnTo>
                <a:lnTo>
                  <a:pt x="4643047" y="1255490"/>
                </a:lnTo>
                <a:lnTo>
                  <a:pt x="4627835" y="1252771"/>
                </a:lnTo>
                <a:lnTo>
                  <a:pt x="4616629" y="1250061"/>
                </a:lnTo>
                <a:lnTo>
                  <a:pt x="3014186" y="2851669"/>
                </a:lnTo>
                <a:lnTo>
                  <a:pt x="3019090" y="2854503"/>
                </a:lnTo>
                <a:lnTo>
                  <a:pt x="3031799" y="2862658"/>
                </a:lnTo>
                <a:lnTo>
                  <a:pt x="3043828" y="2871040"/>
                </a:lnTo>
                <a:lnTo>
                  <a:pt x="3055629" y="2880328"/>
                </a:lnTo>
                <a:lnTo>
                  <a:pt x="3066977" y="2890295"/>
                </a:lnTo>
                <a:lnTo>
                  <a:pt x="3077870" y="2900263"/>
                </a:lnTo>
                <a:lnTo>
                  <a:pt x="3088083" y="2911137"/>
                </a:lnTo>
                <a:lnTo>
                  <a:pt x="3097615" y="2922464"/>
                </a:lnTo>
                <a:lnTo>
                  <a:pt x="3106920" y="2934017"/>
                </a:lnTo>
                <a:lnTo>
                  <a:pt x="3115771" y="2946250"/>
                </a:lnTo>
                <a:lnTo>
                  <a:pt x="3123714" y="2958710"/>
                </a:lnTo>
                <a:lnTo>
                  <a:pt x="3131204" y="2971849"/>
                </a:lnTo>
                <a:lnTo>
                  <a:pt x="3131847" y="2973112"/>
                </a:lnTo>
                <a:lnTo>
                  <a:pt x="4597174" y="1508786"/>
                </a:lnTo>
                <a:lnTo>
                  <a:pt x="4603978" y="1502212"/>
                </a:lnTo>
                <a:lnTo>
                  <a:pt x="4610782" y="1496318"/>
                </a:lnTo>
                <a:lnTo>
                  <a:pt x="4618039" y="1490650"/>
                </a:lnTo>
                <a:lnTo>
                  <a:pt x="4625069" y="1485663"/>
                </a:lnTo>
                <a:lnTo>
                  <a:pt x="4632780" y="1480902"/>
                </a:lnTo>
                <a:lnTo>
                  <a:pt x="4640491" y="1476368"/>
                </a:lnTo>
                <a:lnTo>
                  <a:pt x="4648201" y="1472514"/>
                </a:lnTo>
                <a:lnTo>
                  <a:pt x="4656139" y="1468887"/>
                </a:lnTo>
                <a:lnTo>
                  <a:pt x="4664076" y="1465713"/>
                </a:lnTo>
                <a:lnTo>
                  <a:pt x="4672241" y="1462766"/>
                </a:lnTo>
                <a:lnTo>
                  <a:pt x="4680405" y="1460272"/>
                </a:lnTo>
                <a:lnTo>
                  <a:pt x="4688569" y="1458458"/>
                </a:lnTo>
                <a:lnTo>
                  <a:pt x="4696960" y="1456871"/>
                </a:lnTo>
                <a:lnTo>
                  <a:pt x="4705351" y="1455511"/>
                </a:lnTo>
                <a:lnTo>
                  <a:pt x="4713742" y="1454831"/>
                </a:lnTo>
                <a:lnTo>
                  <a:pt x="4722133" y="1454378"/>
                </a:lnTo>
                <a:lnTo>
                  <a:pt x="4730298" y="1454151"/>
                </a:lnTo>
                <a:lnTo>
                  <a:pt x="4738689" y="1454604"/>
                </a:lnTo>
                <a:lnTo>
                  <a:pt x="4747080" y="1455284"/>
                </a:lnTo>
                <a:lnTo>
                  <a:pt x="4755244" y="1456418"/>
                </a:lnTo>
                <a:lnTo>
                  <a:pt x="4763408" y="1458005"/>
                </a:lnTo>
                <a:lnTo>
                  <a:pt x="4771573" y="1459818"/>
                </a:lnTo>
                <a:lnTo>
                  <a:pt x="4779510" y="1462085"/>
                </a:lnTo>
                <a:lnTo>
                  <a:pt x="4787448" y="1464806"/>
                </a:lnTo>
                <a:lnTo>
                  <a:pt x="4794932" y="1468206"/>
                </a:lnTo>
                <a:lnTo>
                  <a:pt x="4802642" y="1471607"/>
                </a:lnTo>
                <a:lnTo>
                  <a:pt x="4809899" y="1475461"/>
                </a:lnTo>
                <a:lnTo>
                  <a:pt x="4817157" y="1479995"/>
                </a:lnTo>
                <a:lnTo>
                  <a:pt x="4824187" y="1484756"/>
                </a:lnTo>
                <a:lnTo>
                  <a:pt x="4830991" y="1489743"/>
                </a:lnTo>
                <a:lnTo>
                  <a:pt x="4837567" y="1495411"/>
                </a:lnTo>
                <a:lnTo>
                  <a:pt x="4843691" y="1501305"/>
                </a:lnTo>
                <a:lnTo>
                  <a:pt x="4849814" y="1507653"/>
                </a:lnTo>
                <a:lnTo>
                  <a:pt x="4855257" y="1514227"/>
                </a:lnTo>
                <a:lnTo>
                  <a:pt x="4860473" y="1521028"/>
                </a:lnTo>
                <a:lnTo>
                  <a:pt x="4865235" y="1527829"/>
                </a:lnTo>
                <a:lnTo>
                  <a:pt x="4869544" y="1535310"/>
                </a:lnTo>
                <a:lnTo>
                  <a:pt x="4873399" y="1542565"/>
                </a:lnTo>
                <a:lnTo>
                  <a:pt x="4877255" y="1550046"/>
                </a:lnTo>
                <a:lnTo>
                  <a:pt x="4880203" y="1557754"/>
                </a:lnTo>
                <a:lnTo>
                  <a:pt x="4882924" y="1565689"/>
                </a:lnTo>
                <a:lnTo>
                  <a:pt x="4885192" y="1573623"/>
                </a:lnTo>
                <a:lnTo>
                  <a:pt x="4887233" y="1581558"/>
                </a:lnTo>
                <a:lnTo>
                  <a:pt x="4888594" y="1589946"/>
                </a:lnTo>
                <a:lnTo>
                  <a:pt x="4889955" y="1597880"/>
                </a:lnTo>
                <a:lnTo>
                  <a:pt x="4890862" y="1606268"/>
                </a:lnTo>
                <a:lnTo>
                  <a:pt x="4891089" y="1614656"/>
                </a:lnTo>
                <a:lnTo>
                  <a:pt x="4891089" y="1623044"/>
                </a:lnTo>
                <a:lnTo>
                  <a:pt x="4890635" y="1631433"/>
                </a:lnTo>
                <a:lnTo>
                  <a:pt x="4889728" y="1639594"/>
                </a:lnTo>
                <a:lnTo>
                  <a:pt x="4888367" y="1647982"/>
                </a:lnTo>
                <a:lnTo>
                  <a:pt x="4886780" y="1656370"/>
                </a:lnTo>
                <a:lnTo>
                  <a:pt x="4884739" y="1664531"/>
                </a:lnTo>
                <a:lnTo>
                  <a:pt x="4882471" y="1672919"/>
                </a:lnTo>
                <a:lnTo>
                  <a:pt x="4879523" y="1681080"/>
                </a:lnTo>
                <a:lnTo>
                  <a:pt x="4876348" y="1689015"/>
                </a:lnTo>
                <a:lnTo>
                  <a:pt x="4872719" y="1696950"/>
                </a:lnTo>
                <a:lnTo>
                  <a:pt x="4868637" y="1704658"/>
                </a:lnTo>
                <a:lnTo>
                  <a:pt x="4864328" y="1712365"/>
                </a:lnTo>
                <a:lnTo>
                  <a:pt x="4859566" y="1719620"/>
                </a:lnTo>
                <a:lnTo>
                  <a:pt x="4854349" y="1727101"/>
                </a:lnTo>
                <a:lnTo>
                  <a:pt x="4848680" y="1734129"/>
                </a:lnTo>
                <a:lnTo>
                  <a:pt x="4842783" y="1740930"/>
                </a:lnTo>
                <a:lnTo>
                  <a:pt x="4836660" y="1747731"/>
                </a:lnTo>
                <a:lnTo>
                  <a:pt x="4410886" y="2173124"/>
                </a:lnTo>
                <a:lnTo>
                  <a:pt x="4416518" y="2174664"/>
                </a:lnTo>
                <a:lnTo>
                  <a:pt x="4431011" y="2179659"/>
                </a:lnTo>
                <a:lnTo>
                  <a:pt x="4445051" y="2185108"/>
                </a:lnTo>
                <a:lnTo>
                  <a:pt x="4458638" y="2191465"/>
                </a:lnTo>
                <a:lnTo>
                  <a:pt x="4471999" y="2198276"/>
                </a:lnTo>
                <a:lnTo>
                  <a:pt x="4484907" y="2205768"/>
                </a:lnTo>
                <a:lnTo>
                  <a:pt x="4497588" y="2213714"/>
                </a:lnTo>
                <a:lnTo>
                  <a:pt x="4509817" y="2222341"/>
                </a:lnTo>
                <a:lnTo>
                  <a:pt x="4521366" y="2231650"/>
                </a:lnTo>
                <a:lnTo>
                  <a:pt x="4532462" y="2241185"/>
                </a:lnTo>
                <a:lnTo>
                  <a:pt x="4543332" y="2251629"/>
                </a:lnTo>
                <a:lnTo>
                  <a:pt x="4553523" y="2262526"/>
                </a:lnTo>
                <a:lnTo>
                  <a:pt x="4563260" y="2273651"/>
                </a:lnTo>
                <a:lnTo>
                  <a:pt x="4572318" y="2285457"/>
                </a:lnTo>
                <a:lnTo>
                  <a:pt x="4581150" y="2297717"/>
                </a:lnTo>
                <a:lnTo>
                  <a:pt x="4589302" y="2309976"/>
                </a:lnTo>
                <a:lnTo>
                  <a:pt x="4596549" y="2323144"/>
                </a:lnTo>
                <a:lnTo>
                  <a:pt x="4603569" y="2336312"/>
                </a:lnTo>
                <a:lnTo>
                  <a:pt x="4609683" y="2350162"/>
                </a:lnTo>
                <a:lnTo>
                  <a:pt x="4615345" y="2364465"/>
                </a:lnTo>
                <a:lnTo>
                  <a:pt x="4620100" y="2378768"/>
                </a:lnTo>
                <a:lnTo>
                  <a:pt x="4624176" y="2393525"/>
                </a:lnTo>
                <a:lnTo>
                  <a:pt x="4627799" y="2408509"/>
                </a:lnTo>
                <a:lnTo>
                  <a:pt x="4630517" y="2423721"/>
                </a:lnTo>
                <a:lnTo>
                  <a:pt x="4632329" y="2439386"/>
                </a:lnTo>
                <a:lnTo>
                  <a:pt x="4633687" y="2455051"/>
                </a:lnTo>
                <a:lnTo>
                  <a:pt x="4633914" y="2470944"/>
                </a:lnTo>
                <a:lnTo>
                  <a:pt x="4633687" y="2487063"/>
                </a:lnTo>
                <a:lnTo>
                  <a:pt x="4632329" y="2502729"/>
                </a:lnTo>
                <a:lnTo>
                  <a:pt x="4630517" y="2518167"/>
                </a:lnTo>
                <a:lnTo>
                  <a:pt x="4627799" y="2533605"/>
                </a:lnTo>
                <a:lnTo>
                  <a:pt x="4624176" y="2548590"/>
                </a:lnTo>
                <a:lnTo>
                  <a:pt x="4620100" y="2563120"/>
                </a:lnTo>
                <a:lnTo>
                  <a:pt x="4615345" y="2577650"/>
                </a:lnTo>
                <a:lnTo>
                  <a:pt x="4609683" y="2591726"/>
                </a:lnTo>
                <a:lnTo>
                  <a:pt x="4603569" y="2605348"/>
                </a:lnTo>
                <a:lnTo>
                  <a:pt x="4596549" y="2618743"/>
                </a:lnTo>
                <a:lnTo>
                  <a:pt x="4589302" y="2631684"/>
                </a:lnTo>
                <a:lnTo>
                  <a:pt x="4581150" y="2644398"/>
                </a:lnTo>
                <a:lnTo>
                  <a:pt x="4572318" y="2656658"/>
                </a:lnTo>
                <a:lnTo>
                  <a:pt x="4563260" y="2668237"/>
                </a:lnTo>
                <a:lnTo>
                  <a:pt x="4553523" y="2679588"/>
                </a:lnTo>
                <a:lnTo>
                  <a:pt x="4543332" y="2690486"/>
                </a:lnTo>
                <a:lnTo>
                  <a:pt x="4532462" y="2700703"/>
                </a:lnTo>
                <a:lnTo>
                  <a:pt x="4521366" y="2710465"/>
                </a:lnTo>
                <a:lnTo>
                  <a:pt x="4509817" y="2719547"/>
                </a:lnTo>
                <a:lnTo>
                  <a:pt x="4497588" y="2728401"/>
                </a:lnTo>
                <a:lnTo>
                  <a:pt x="4484907" y="2736347"/>
                </a:lnTo>
                <a:lnTo>
                  <a:pt x="4471999" y="2743839"/>
                </a:lnTo>
                <a:lnTo>
                  <a:pt x="4458638" y="2750650"/>
                </a:lnTo>
                <a:lnTo>
                  <a:pt x="4445051" y="2757007"/>
                </a:lnTo>
                <a:lnTo>
                  <a:pt x="4431011" y="2762456"/>
                </a:lnTo>
                <a:lnTo>
                  <a:pt x="4416518" y="2767451"/>
                </a:lnTo>
                <a:lnTo>
                  <a:pt x="4401572" y="2771537"/>
                </a:lnTo>
                <a:lnTo>
                  <a:pt x="4386626" y="2774943"/>
                </a:lnTo>
                <a:lnTo>
                  <a:pt x="4371454" y="2777667"/>
                </a:lnTo>
                <a:lnTo>
                  <a:pt x="4356055" y="2779484"/>
                </a:lnTo>
                <a:lnTo>
                  <a:pt x="4340429" y="2781073"/>
                </a:lnTo>
                <a:lnTo>
                  <a:pt x="4324578" y="2781300"/>
                </a:lnTo>
                <a:lnTo>
                  <a:pt x="4308499" y="2781073"/>
                </a:lnTo>
                <a:lnTo>
                  <a:pt x="4292648" y="2779484"/>
                </a:lnTo>
                <a:lnTo>
                  <a:pt x="4277249" y="2777667"/>
                </a:lnTo>
                <a:lnTo>
                  <a:pt x="4262076" y="2774943"/>
                </a:lnTo>
                <a:lnTo>
                  <a:pt x="4247130" y="2771537"/>
                </a:lnTo>
                <a:lnTo>
                  <a:pt x="4232411" y="2767451"/>
                </a:lnTo>
                <a:lnTo>
                  <a:pt x="4217918" y="2762456"/>
                </a:lnTo>
                <a:lnTo>
                  <a:pt x="4203878" y="2757007"/>
                </a:lnTo>
                <a:lnTo>
                  <a:pt x="4190064" y="2750650"/>
                </a:lnTo>
                <a:lnTo>
                  <a:pt x="4176703" y="2743839"/>
                </a:lnTo>
                <a:lnTo>
                  <a:pt x="4163795" y="2736347"/>
                </a:lnTo>
                <a:lnTo>
                  <a:pt x="4151340" y="2728401"/>
                </a:lnTo>
                <a:lnTo>
                  <a:pt x="4139112" y="2719547"/>
                </a:lnTo>
                <a:lnTo>
                  <a:pt x="4127563" y="2710465"/>
                </a:lnTo>
                <a:lnTo>
                  <a:pt x="4116467" y="2700703"/>
                </a:lnTo>
                <a:lnTo>
                  <a:pt x="4105597" y="2690486"/>
                </a:lnTo>
                <a:lnTo>
                  <a:pt x="4095180" y="2679588"/>
                </a:lnTo>
                <a:lnTo>
                  <a:pt x="4085442" y="2668237"/>
                </a:lnTo>
                <a:lnTo>
                  <a:pt x="4076384" y="2656658"/>
                </a:lnTo>
                <a:lnTo>
                  <a:pt x="4067779" y="2644398"/>
                </a:lnTo>
                <a:lnTo>
                  <a:pt x="4059627" y="2631684"/>
                </a:lnTo>
                <a:lnTo>
                  <a:pt x="4052154" y="2618743"/>
                </a:lnTo>
                <a:lnTo>
                  <a:pt x="4045360" y="2605348"/>
                </a:lnTo>
                <a:lnTo>
                  <a:pt x="4039246" y="2591726"/>
                </a:lnTo>
                <a:lnTo>
                  <a:pt x="4033584" y="2577650"/>
                </a:lnTo>
                <a:lnTo>
                  <a:pt x="4028829" y="2563120"/>
                </a:lnTo>
                <a:lnTo>
                  <a:pt x="4027014" y="2556652"/>
                </a:lnTo>
                <a:lnTo>
                  <a:pt x="2698525" y="3883953"/>
                </a:lnTo>
                <a:lnTo>
                  <a:pt x="2691948" y="3890300"/>
                </a:lnTo>
                <a:lnTo>
                  <a:pt x="2685144" y="3896421"/>
                </a:lnTo>
                <a:lnTo>
                  <a:pt x="2677887" y="3901862"/>
                </a:lnTo>
                <a:lnTo>
                  <a:pt x="2670857" y="3906850"/>
                </a:lnTo>
                <a:lnTo>
                  <a:pt x="2663146" y="3911837"/>
                </a:lnTo>
                <a:lnTo>
                  <a:pt x="2655662" y="3916144"/>
                </a:lnTo>
                <a:lnTo>
                  <a:pt x="2647725" y="3919998"/>
                </a:lnTo>
                <a:lnTo>
                  <a:pt x="2639787" y="3923852"/>
                </a:lnTo>
                <a:lnTo>
                  <a:pt x="2632076" y="3927026"/>
                </a:lnTo>
                <a:lnTo>
                  <a:pt x="2623685" y="3929747"/>
                </a:lnTo>
                <a:lnTo>
                  <a:pt x="2615748" y="3932240"/>
                </a:lnTo>
                <a:lnTo>
                  <a:pt x="2607357" y="3934281"/>
                </a:lnTo>
                <a:lnTo>
                  <a:pt x="2598966" y="3935868"/>
                </a:lnTo>
                <a:lnTo>
                  <a:pt x="2590801" y="3937228"/>
                </a:lnTo>
                <a:lnTo>
                  <a:pt x="2582183" y="3937908"/>
                </a:lnTo>
                <a:lnTo>
                  <a:pt x="2573792" y="3938361"/>
                </a:lnTo>
                <a:lnTo>
                  <a:pt x="2565628" y="3938588"/>
                </a:lnTo>
                <a:lnTo>
                  <a:pt x="2557237" y="3938135"/>
                </a:lnTo>
                <a:lnTo>
                  <a:pt x="2548846" y="3937454"/>
                </a:lnTo>
                <a:lnTo>
                  <a:pt x="2540682" y="3936321"/>
                </a:lnTo>
                <a:lnTo>
                  <a:pt x="2532517" y="3934734"/>
                </a:lnTo>
                <a:lnTo>
                  <a:pt x="2524580" y="3932694"/>
                </a:lnTo>
                <a:lnTo>
                  <a:pt x="2516416" y="3930427"/>
                </a:lnTo>
                <a:lnTo>
                  <a:pt x="2508478" y="3927706"/>
                </a:lnTo>
                <a:lnTo>
                  <a:pt x="2500994" y="3924532"/>
                </a:lnTo>
                <a:lnTo>
                  <a:pt x="2493283" y="3921132"/>
                </a:lnTo>
                <a:lnTo>
                  <a:pt x="2486026" y="3917051"/>
                </a:lnTo>
                <a:lnTo>
                  <a:pt x="2478769" y="3912744"/>
                </a:lnTo>
                <a:lnTo>
                  <a:pt x="2471966" y="3907983"/>
                </a:lnTo>
                <a:lnTo>
                  <a:pt x="2464935" y="3902769"/>
                </a:lnTo>
                <a:lnTo>
                  <a:pt x="2458585" y="3897328"/>
                </a:lnTo>
                <a:lnTo>
                  <a:pt x="2452235" y="3891207"/>
                </a:lnTo>
                <a:lnTo>
                  <a:pt x="2446339" y="3885086"/>
                </a:lnTo>
                <a:lnTo>
                  <a:pt x="2440669" y="3878285"/>
                </a:lnTo>
                <a:lnTo>
                  <a:pt x="2435453" y="3871711"/>
                </a:lnTo>
                <a:lnTo>
                  <a:pt x="2430691" y="3864683"/>
                </a:lnTo>
                <a:lnTo>
                  <a:pt x="2426382" y="3857428"/>
                </a:lnTo>
                <a:lnTo>
                  <a:pt x="2422526" y="3849947"/>
                </a:lnTo>
                <a:lnTo>
                  <a:pt x="2419125" y="3842693"/>
                </a:lnTo>
                <a:lnTo>
                  <a:pt x="2415723" y="3834758"/>
                </a:lnTo>
                <a:lnTo>
                  <a:pt x="2413002" y="3827050"/>
                </a:lnTo>
                <a:lnTo>
                  <a:pt x="2410734" y="3819116"/>
                </a:lnTo>
                <a:lnTo>
                  <a:pt x="2408692" y="3810954"/>
                </a:lnTo>
                <a:lnTo>
                  <a:pt x="2407332" y="3802793"/>
                </a:lnTo>
                <a:lnTo>
                  <a:pt x="2406198" y="3794632"/>
                </a:lnTo>
                <a:lnTo>
                  <a:pt x="2405518" y="3786244"/>
                </a:lnTo>
                <a:lnTo>
                  <a:pt x="2405064" y="3778082"/>
                </a:lnTo>
                <a:lnTo>
                  <a:pt x="2405064" y="3769468"/>
                </a:lnTo>
                <a:lnTo>
                  <a:pt x="2405518" y="3761306"/>
                </a:lnTo>
                <a:lnTo>
                  <a:pt x="2406425" y="3752918"/>
                </a:lnTo>
                <a:lnTo>
                  <a:pt x="2407558" y="3744530"/>
                </a:lnTo>
                <a:lnTo>
                  <a:pt x="2409146" y="3736369"/>
                </a:lnTo>
                <a:lnTo>
                  <a:pt x="2411187" y="3727981"/>
                </a:lnTo>
                <a:lnTo>
                  <a:pt x="2413682" y="3719820"/>
                </a:lnTo>
                <a:lnTo>
                  <a:pt x="2416403" y="3711658"/>
                </a:lnTo>
                <a:lnTo>
                  <a:pt x="2419805" y="3703497"/>
                </a:lnTo>
                <a:lnTo>
                  <a:pt x="2423207" y="3695789"/>
                </a:lnTo>
                <a:lnTo>
                  <a:pt x="2427289" y="3687854"/>
                </a:lnTo>
                <a:lnTo>
                  <a:pt x="2431825" y="3680373"/>
                </a:lnTo>
                <a:lnTo>
                  <a:pt x="2436360" y="3672892"/>
                </a:lnTo>
                <a:lnTo>
                  <a:pt x="2441576" y="3665411"/>
                </a:lnTo>
                <a:lnTo>
                  <a:pt x="2447246" y="3658610"/>
                </a:lnTo>
                <a:lnTo>
                  <a:pt x="2453142" y="3651582"/>
                </a:lnTo>
                <a:lnTo>
                  <a:pt x="2459492" y="3645008"/>
                </a:lnTo>
                <a:lnTo>
                  <a:pt x="2712300" y="3392373"/>
                </a:lnTo>
                <a:lnTo>
                  <a:pt x="2710436" y="3391395"/>
                </a:lnTo>
                <a:lnTo>
                  <a:pt x="2697500" y="3383919"/>
                </a:lnTo>
                <a:lnTo>
                  <a:pt x="2685017" y="3375990"/>
                </a:lnTo>
                <a:lnTo>
                  <a:pt x="2672762" y="3367382"/>
                </a:lnTo>
                <a:lnTo>
                  <a:pt x="2660961" y="3358320"/>
                </a:lnTo>
                <a:lnTo>
                  <a:pt x="2649613" y="3348353"/>
                </a:lnTo>
                <a:lnTo>
                  <a:pt x="2638946" y="3338159"/>
                </a:lnTo>
                <a:lnTo>
                  <a:pt x="2628733" y="3327285"/>
                </a:lnTo>
                <a:lnTo>
                  <a:pt x="2618975" y="3316185"/>
                </a:lnTo>
                <a:lnTo>
                  <a:pt x="2609670" y="3304631"/>
                </a:lnTo>
                <a:lnTo>
                  <a:pt x="2601272" y="3292398"/>
                </a:lnTo>
                <a:lnTo>
                  <a:pt x="2593102" y="3279939"/>
                </a:lnTo>
                <a:lnTo>
                  <a:pt x="2590361" y="3275272"/>
                </a:lnTo>
                <a:lnTo>
                  <a:pt x="2160865" y="3704545"/>
                </a:lnTo>
                <a:lnTo>
                  <a:pt x="2152926" y="3712029"/>
                </a:lnTo>
                <a:lnTo>
                  <a:pt x="2145214" y="3719059"/>
                </a:lnTo>
                <a:lnTo>
                  <a:pt x="2137049" y="3725636"/>
                </a:lnTo>
                <a:lnTo>
                  <a:pt x="2128883" y="3731759"/>
                </a:lnTo>
                <a:lnTo>
                  <a:pt x="2120264" y="3737655"/>
                </a:lnTo>
                <a:lnTo>
                  <a:pt x="2111418" y="3743098"/>
                </a:lnTo>
                <a:lnTo>
                  <a:pt x="2102799" y="3748087"/>
                </a:lnTo>
                <a:lnTo>
                  <a:pt x="2093953" y="3752623"/>
                </a:lnTo>
                <a:lnTo>
                  <a:pt x="2084880" y="3756705"/>
                </a:lnTo>
                <a:lnTo>
                  <a:pt x="2076034" y="3760334"/>
                </a:lnTo>
                <a:lnTo>
                  <a:pt x="2066961" y="3763736"/>
                </a:lnTo>
                <a:lnTo>
                  <a:pt x="2057662" y="3766684"/>
                </a:lnTo>
                <a:lnTo>
                  <a:pt x="2048588" y="3769179"/>
                </a:lnTo>
                <a:lnTo>
                  <a:pt x="2039516" y="3770993"/>
                </a:lnTo>
                <a:lnTo>
                  <a:pt x="2030216" y="3772580"/>
                </a:lnTo>
                <a:lnTo>
                  <a:pt x="2021143" y="3773941"/>
                </a:lnTo>
                <a:lnTo>
                  <a:pt x="2012297" y="3774848"/>
                </a:lnTo>
                <a:lnTo>
                  <a:pt x="2003224" y="3775075"/>
                </a:lnTo>
                <a:lnTo>
                  <a:pt x="1994151" y="3775075"/>
                </a:lnTo>
                <a:lnTo>
                  <a:pt x="1985532" y="3774395"/>
                </a:lnTo>
                <a:lnTo>
                  <a:pt x="1976686" y="3773261"/>
                </a:lnTo>
                <a:lnTo>
                  <a:pt x="1968067" y="3771900"/>
                </a:lnTo>
                <a:lnTo>
                  <a:pt x="1959674" y="3770086"/>
                </a:lnTo>
                <a:lnTo>
                  <a:pt x="1951282" y="3767818"/>
                </a:lnTo>
                <a:lnTo>
                  <a:pt x="1943116" y="3765096"/>
                </a:lnTo>
                <a:lnTo>
                  <a:pt x="1935404" y="3761921"/>
                </a:lnTo>
                <a:lnTo>
                  <a:pt x="1927693" y="3758066"/>
                </a:lnTo>
                <a:lnTo>
                  <a:pt x="1920434" y="3753984"/>
                </a:lnTo>
                <a:lnTo>
                  <a:pt x="1913176" y="3749448"/>
                </a:lnTo>
                <a:lnTo>
                  <a:pt x="1906372" y="3744232"/>
                </a:lnTo>
                <a:lnTo>
                  <a:pt x="1899567" y="3739016"/>
                </a:lnTo>
                <a:lnTo>
                  <a:pt x="1893443" y="3732893"/>
                </a:lnTo>
                <a:lnTo>
                  <a:pt x="1887318" y="3726770"/>
                </a:lnTo>
                <a:lnTo>
                  <a:pt x="1881875" y="3719966"/>
                </a:lnTo>
                <a:lnTo>
                  <a:pt x="1876658" y="3713162"/>
                </a:lnTo>
                <a:lnTo>
                  <a:pt x="1872348" y="3705905"/>
                </a:lnTo>
                <a:lnTo>
                  <a:pt x="1868266" y="3698648"/>
                </a:lnTo>
                <a:lnTo>
                  <a:pt x="1864410" y="3690711"/>
                </a:lnTo>
                <a:lnTo>
                  <a:pt x="1861234" y="3683000"/>
                </a:lnTo>
                <a:lnTo>
                  <a:pt x="1858512" y="3674836"/>
                </a:lnTo>
                <a:lnTo>
                  <a:pt x="1856244" y="3666445"/>
                </a:lnTo>
                <a:lnTo>
                  <a:pt x="1854429" y="3658280"/>
                </a:lnTo>
                <a:lnTo>
                  <a:pt x="1853068" y="3649662"/>
                </a:lnTo>
                <a:lnTo>
                  <a:pt x="1851934" y="3641045"/>
                </a:lnTo>
                <a:lnTo>
                  <a:pt x="1851254" y="3632200"/>
                </a:lnTo>
                <a:lnTo>
                  <a:pt x="1851027" y="3623128"/>
                </a:lnTo>
                <a:lnTo>
                  <a:pt x="1851481" y="3614284"/>
                </a:lnTo>
                <a:lnTo>
                  <a:pt x="1852388" y="3605212"/>
                </a:lnTo>
                <a:lnTo>
                  <a:pt x="1853522" y="3595914"/>
                </a:lnTo>
                <a:lnTo>
                  <a:pt x="1855110" y="3587070"/>
                </a:lnTo>
                <a:lnTo>
                  <a:pt x="1857151" y="3577771"/>
                </a:lnTo>
                <a:lnTo>
                  <a:pt x="1859646" y="3568473"/>
                </a:lnTo>
                <a:lnTo>
                  <a:pt x="1862368" y="3559628"/>
                </a:lnTo>
                <a:lnTo>
                  <a:pt x="1865770" y="3550330"/>
                </a:lnTo>
                <a:lnTo>
                  <a:pt x="1869626" y="3541259"/>
                </a:lnTo>
                <a:lnTo>
                  <a:pt x="1873709" y="3532187"/>
                </a:lnTo>
                <a:lnTo>
                  <a:pt x="1878246" y="3523570"/>
                </a:lnTo>
                <a:lnTo>
                  <a:pt x="1883236" y="3514725"/>
                </a:lnTo>
                <a:lnTo>
                  <a:pt x="1888452" y="3506334"/>
                </a:lnTo>
                <a:lnTo>
                  <a:pt x="1894350" y="3497716"/>
                </a:lnTo>
                <a:lnTo>
                  <a:pt x="1900474" y="3489325"/>
                </a:lnTo>
                <a:lnTo>
                  <a:pt x="1907279" y="3481387"/>
                </a:lnTo>
                <a:lnTo>
                  <a:pt x="1914084" y="3473223"/>
                </a:lnTo>
                <a:lnTo>
                  <a:pt x="1921795" y="3465739"/>
                </a:lnTo>
                <a:lnTo>
                  <a:pt x="3127210" y="2260843"/>
                </a:lnTo>
                <a:lnTo>
                  <a:pt x="3120807" y="2257247"/>
                </a:lnTo>
                <a:lnTo>
                  <a:pt x="3108352" y="2249092"/>
                </a:lnTo>
                <a:lnTo>
                  <a:pt x="3096124" y="2240257"/>
                </a:lnTo>
                <a:lnTo>
                  <a:pt x="3084348" y="2231195"/>
                </a:lnTo>
                <a:lnTo>
                  <a:pt x="3073026" y="2221454"/>
                </a:lnTo>
                <a:lnTo>
                  <a:pt x="3062609" y="2211260"/>
                </a:lnTo>
                <a:lnTo>
                  <a:pt x="3052192" y="2200386"/>
                </a:lnTo>
                <a:lnTo>
                  <a:pt x="3042454" y="2189060"/>
                </a:lnTo>
                <a:lnTo>
                  <a:pt x="3033170" y="2177506"/>
                </a:lnTo>
                <a:lnTo>
                  <a:pt x="3024791" y="2165500"/>
                </a:lnTo>
                <a:lnTo>
                  <a:pt x="3016639" y="2152814"/>
                </a:lnTo>
                <a:lnTo>
                  <a:pt x="3009073" y="2140125"/>
                </a:lnTo>
                <a:lnTo>
                  <a:pt x="2283960" y="2865203"/>
                </a:lnTo>
                <a:lnTo>
                  <a:pt x="2279198" y="2869513"/>
                </a:lnTo>
                <a:lnTo>
                  <a:pt x="2274209" y="2873596"/>
                </a:lnTo>
                <a:lnTo>
                  <a:pt x="2268766" y="2877679"/>
                </a:lnTo>
                <a:lnTo>
                  <a:pt x="2263323" y="2880855"/>
                </a:lnTo>
                <a:lnTo>
                  <a:pt x="2257426" y="2884031"/>
                </a:lnTo>
                <a:lnTo>
                  <a:pt x="2251757" y="2886526"/>
                </a:lnTo>
                <a:lnTo>
                  <a:pt x="2245407" y="2889021"/>
                </a:lnTo>
                <a:lnTo>
                  <a:pt x="2239284" y="2891063"/>
                </a:lnTo>
                <a:lnTo>
                  <a:pt x="2232707" y="2892651"/>
                </a:lnTo>
                <a:lnTo>
                  <a:pt x="2226357" y="2893785"/>
                </a:lnTo>
                <a:lnTo>
                  <a:pt x="2219553" y="2894693"/>
                </a:lnTo>
                <a:lnTo>
                  <a:pt x="2212750" y="2895373"/>
                </a:lnTo>
                <a:lnTo>
                  <a:pt x="2205719" y="2895600"/>
                </a:lnTo>
                <a:lnTo>
                  <a:pt x="2198916" y="2895373"/>
                </a:lnTo>
                <a:lnTo>
                  <a:pt x="2191659" y="2894919"/>
                </a:lnTo>
                <a:lnTo>
                  <a:pt x="2184628" y="2894239"/>
                </a:lnTo>
                <a:lnTo>
                  <a:pt x="2177371" y="2893105"/>
                </a:lnTo>
                <a:lnTo>
                  <a:pt x="2170341" y="2891517"/>
                </a:lnTo>
                <a:lnTo>
                  <a:pt x="2163084" y="2889929"/>
                </a:lnTo>
                <a:lnTo>
                  <a:pt x="2156053" y="2887434"/>
                </a:lnTo>
                <a:lnTo>
                  <a:pt x="2148569" y="2884938"/>
                </a:lnTo>
                <a:lnTo>
                  <a:pt x="2141312" y="2882216"/>
                </a:lnTo>
                <a:lnTo>
                  <a:pt x="2134282" y="2879267"/>
                </a:lnTo>
                <a:lnTo>
                  <a:pt x="2127025" y="2875865"/>
                </a:lnTo>
                <a:lnTo>
                  <a:pt x="2120221" y="2871781"/>
                </a:lnTo>
                <a:lnTo>
                  <a:pt x="2112964" y="2867698"/>
                </a:lnTo>
                <a:lnTo>
                  <a:pt x="2106160" y="2863388"/>
                </a:lnTo>
                <a:lnTo>
                  <a:pt x="2099357" y="2858625"/>
                </a:lnTo>
                <a:lnTo>
                  <a:pt x="2092780" y="2853634"/>
                </a:lnTo>
                <a:lnTo>
                  <a:pt x="2086203" y="2848190"/>
                </a:lnTo>
                <a:lnTo>
                  <a:pt x="2079853" y="2842519"/>
                </a:lnTo>
                <a:lnTo>
                  <a:pt x="2073503" y="2836621"/>
                </a:lnTo>
                <a:lnTo>
                  <a:pt x="2067607" y="2830043"/>
                </a:lnTo>
                <a:lnTo>
                  <a:pt x="2061710" y="2823918"/>
                </a:lnTo>
                <a:lnTo>
                  <a:pt x="2056494" y="2817113"/>
                </a:lnTo>
                <a:lnTo>
                  <a:pt x="2051505" y="2810534"/>
                </a:lnTo>
                <a:lnTo>
                  <a:pt x="2046516" y="2803729"/>
                </a:lnTo>
                <a:lnTo>
                  <a:pt x="2042207" y="2796924"/>
                </a:lnTo>
                <a:lnTo>
                  <a:pt x="2038125" y="2789892"/>
                </a:lnTo>
                <a:lnTo>
                  <a:pt x="2034269" y="2782859"/>
                </a:lnTo>
                <a:lnTo>
                  <a:pt x="2030868" y="2775601"/>
                </a:lnTo>
                <a:lnTo>
                  <a:pt x="2027692" y="2768568"/>
                </a:lnTo>
                <a:lnTo>
                  <a:pt x="2024971" y="2761309"/>
                </a:lnTo>
                <a:lnTo>
                  <a:pt x="2022250" y="2754277"/>
                </a:lnTo>
                <a:lnTo>
                  <a:pt x="2020209" y="2746792"/>
                </a:lnTo>
                <a:lnTo>
                  <a:pt x="2018394" y="2739533"/>
                </a:lnTo>
                <a:lnTo>
                  <a:pt x="2017034" y="2732501"/>
                </a:lnTo>
                <a:lnTo>
                  <a:pt x="2015900" y="2725242"/>
                </a:lnTo>
                <a:lnTo>
                  <a:pt x="2014992" y="2718210"/>
                </a:lnTo>
                <a:lnTo>
                  <a:pt x="2014539" y="2710951"/>
                </a:lnTo>
                <a:lnTo>
                  <a:pt x="2014539" y="2704145"/>
                </a:lnTo>
                <a:lnTo>
                  <a:pt x="2014766" y="2697113"/>
                </a:lnTo>
                <a:lnTo>
                  <a:pt x="2015219" y="2690535"/>
                </a:lnTo>
                <a:lnTo>
                  <a:pt x="2016126" y="2683730"/>
                </a:lnTo>
                <a:lnTo>
                  <a:pt x="2017260" y="2677151"/>
                </a:lnTo>
                <a:lnTo>
                  <a:pt x="2018848" y="2670573"/>
                </a:lnTo>
                <a:lnTo>
                  <a:pt x="2020889" y="2664448"/>
                </a:lnTo>
                <a:lnTo>
                  <a:pt x="2023157" y="2658323"/>
                </a:lnTo>
                <a:lnTo>
                  <a:pt x="2026105" y="2652425"/>
                </a:lnTo>
                <a:lnTo>
                  <a:pt x="2029053" y="2646527"/>
                </a:lnTo>
                <a:lnTo>
                  <a:pt x="2032455" y="2641083"/>
                </a:lnTo>
                <a:lnTo>
                  <a:pt x="2036084" y="2635866"/>
                </a:lnTo>
                <a:lnTo>
                  <a:pt x="2040392" y="2630649"/>
                </a:lnTo>
                <a:lnTo>
                  <a:pt x="2044928" y="2626112"/>
                </a:lnTo>
                <a:lnTo>
                  <a:pt x="2546613" y="2124451"/>
                </a:lnTo>
                <a:lnTo>
                  <a:pt x="2541591" y="2122694"/>
                </a:lnTo>
                <a:lnTo>
                  <a:pt x="2527546" y="2117245"/>
                </a:lnTo>
                <a:lnTo>
                  <a:pt x="2513727" y="2110888"/>
                </a:lnTo>
                <a:lnTo>
                  <a:pt x="2500362" y="2104077"/>
                </a:lnTo>
                <a:lnTo>
                  <a:pt x="2487449" y="2096585"/>
                </a:lnTo>
                <a:lnTo>
                  <a:pt x="2474989" y="2088639"/>
                </a:lnTo>
                <a:lnTo>
                  <a:pt x="2462756" y="2079784"/>
                </a:lnTo>
                <a:lnTo>
                  <a:pt x="2450977" y="2070703"/>
                </a:lnTo>
                <a:lnTo>
                  <a:pt x="2440103" y="2060941"/>
                </a:lnTo>
                <a:lnTo>
                  <a:pt x="2429229" y="2050724"/>
                </a:lnTo>
                <a:lnTo>
                  <a:pt x="2418808" y="2039826"/>
                </a:lnTo>
                <a:lnTo>
                  <a:pt x="2409068" y="2028475"/>
                </a:lnTo>
                <a:lnTo>
                  <a:pt x="2400006" y="2016896"/>
                </a:lnTo>
                <a:lnTo>
                  <a:pt x="2391398" y="2004636"/>
                </a:lnTo>
                <a:lnTo>
                  <a:pt x="2383242" y="1991922"/>
                </a:lnTo>
                <a:lnTo>
                  <a:pt x="2375767" y="1978981"/>
                </a:lnTo>
                <a:lnTo>
                  <a:pt x="2368970" y="1965586"/>
                </a:lnTo>
                <a:lnTo>
                  <a:pt x="2362854" y="1951964"/>
                </a:lnTo>
                <a:lnTo>
                  <a:pt x="2357191" y="1937888"/>
                </a:lnTo>
                <a:lnTo>
                  <a:pt x="2352433" y="1923357"/>
                </a:lnTo>
                <a:lnTo>
                  <a:pt x="2350745" y="1917343"/>
                </a:lnTo>
                <a:lnTo>
                  <a:pt x="1023657" y="3244189"/>
                </a:lnTo>
                <a:lnTo>
                  <a:pt x="1017082" y="3250537"/>
                </a:lnTo>
                <a:lnTo>
                  <a:pt x="1010279" y="3256658"/>
                </a:lnTo>
                <a:lnTo>
                  <a:pt x="1003024" y="3262099"/>
                </a:lnTo>
                <a:lnTo>
                  <a:pt x="995994" y="3267086"/>
                </a:lnTo>
                <a:lnTo>
                  <a:pt x="988285" y="3272074"/>
                </a:lnTo>
                <a:lnTo>
                  <a:pt x="980802" y="3276381"/>
                </a:lnTo>
                <a:lnTo>
                  <a:pt x="972866" y="3280235"/>
                </a:lnTo>
                <a:lnTo>
                  <a:pt x="964930" y="3284089"/>
                </a:lnTo>
                <a:lnTo>
                  <a:pt x="957221" y="3287263"/>
                </a:lnTo>
                <a:lnTo>
                  <a:pt x="948832" y="3289983"/>
                </a:lnTo>
                <a:lnTo>
                  <a:pt x="940896" y="3292477"/>
                </a:lnTo>
                <a:lnTo>
                  <a:pt x="932506" y="3294518"/>
                </a:lnTo>
                <a:lnTo>
                  <a:pt x="924116" y="3296104"/>
                </a:lnTo>
                <a:lnTo>
                  <a:pt x="915954" y="3297465"/>
                </a:lnTo>
                <a:lnTo>
                  <a:pt x="907337" y="3298145"/>
                </a:lnTo>
                <a:lnTo>
                  <a:pt x="898948" y="3298598"/>
                </a:lnTo>
                <a:lnTo>
                  <a:pt x="890785" y="3298825"/>
                </a:lnTo>
                <a:lnTo>
                  <a:pt x="882396" y="3298371"/>
                </a:lnTo>
                <a:lnTo>
                  <a:pt x="874232" y="3297691"/>
                </a:lnTo>
                <a:lnTo>
                  <a:pt x="865843" y="3296558"/>
                </a:lnTo>
                <a:lnTo>
                  <a:pt x="857680" y="3294971"/>
                </a:lnTo>
                <a:lnTo>
                  <a:pt x="849744" y="3292931"/>
                </a:lnTo>
                <a:lnTo>
                  <a:pt x="841582" y="3290664"/>
                </a:lnTo>
                <a:lnTo>
                  <a:pt x="833872" y="3287943"/>
                </a:lnTo>
                <a:lnTo>
                  <a:pt x="826163" y="3284769"/>
                </a:lnTo>
                <a:lnTo>
                  <a:pt x="818680" y="3281369"/>
                </a:lnTo>
                <a:lnTo>
                  <a:pt x="811198" y="3277288"/>
                </a:lnTo>
                <a:lnTo>
                  <a:pt x="803942" y="3272981"/>
                </a:lnTo>
                <a:lnTo>
                  <a:pt x="797140" y="3268220"/>
                </a:lnTo>
                <a:lnTo>
                  <a:pt x="790110" y="3263006"/>
                </a:lnTo>
                <a:lnTo>
                  <a:pt x="783762" y="3257565"/>
                </a:lnTo>
                <a:lnTo>
                  <a:pt x="777413" y="3251444"/>
                </a:lnTo>
                <a:lnTo>
                  <a:pt x="771518" y="3245323"/>
                </a:lnTo>
                <a:lnTo>
                  <a:pt x="766076" y="3238522"/>
                </a:lnTo>
                <a:lnTo>
                  <a:pt x="760634" y="3231947"/>
                </a:lnTo>
                <a:lnTo>
                  <a:pt x="756099" y="3224920"/>
                </a:lnTo>
                <a:lnTo>
                  <a:pt x="751791" y="3217665"/>
                </a:lnTo>
                <a:lnTo>
                  <a:pt x="747709" y="3210184"/>
                </a:lnTo>
                <a:lnTo>
                  <a:pt x="744308" y="3202930"/>
                </a:lnTo>
                <a:lnTo>
                  <a:pt x="741134" y="3194995"/>
                </a:lnTo>
                <a:lnTo>
                  <a:pt x="738413" y="3187287"/>
                </a:lnTo>
                <a:lnTo>
                  <a:pt x="735918" y="3179352"/>
                </a:lnTo>
                <a:lnTo>
                  <a:pt x="733878" y="3171191"/>
                </a:lnTo>
                <a:lnTo>
                  <a:pt x="732518" y="3163030"/>
                </a:lnTo>
                <a:lnTo>
                  <a:pt x="731384" y="3154868"/>
                </a:lnTo>
                <a:lnTo>
                  <a:pt x="730704" y="3146480"/>
                </a:lnTo>
                <a:lnTo>
                  <a:pt x="730250" y="3138319"/>
                </a:lnTo>
                <a:lnTo>
                  <a:pt x="730250" y="3129704"/>
                </a:lnTo>
                <a:lnTo>
                  <a:pt x="730704" y="3121543"/>
                </a:lnTo>
                <a:lnTo>
                  <a:pt x="731610" y="3113155"/>
                </a:lnTo>
                <a:lnTo>
                  <a:pt x="732744" y="3104767"/>
                </a:lnTo>
                <a:lnTo>
                  <a:pt x="734331" y="3096606"/>
                </a:lnTo>
                <a:lnTo>
                  <a:pt x="736372" y="3088218"/>
                </a:lnTo>
                <a:lnTo>
                  <a:pt x="739093" y="3080056"/>
                </a:lnTo>
                <a:lnTo>
                  <a:pt x="741814" y="3071895"/>
                </a:lnTo>
                <a:lnTo>
                  <a:pt x="744988" y="3063734"/>
                </a:lnTo>
                <a:lnTo>
                  <a:pt x="748390" y="3056026"/>
                </a:lnTo>
                <a:lnTo>
                  <a:pt x="752698" y="3048091"/>
                </a:lnTo>
                <a:lnTo>
                  <a:pt x="757006" y="3040610"/>
                </a:lnTo>
                <a:lnTo>
                  <a:pt x="761541" y="3033129"/>
                </a:lnTo>
                <a:lnTo>
                  <a:pt x="766982" y="3025648"/>
                </a:lnTo>
                <a:lnTo>
                  <a:pt x="772424" y="3018847"/>
                </a:lnTo>
                <a:lnTo>
                  <a:pt x="778546" y="3011819"/>
                </a:lnTo>
                <a:lnTo>
                  <a:pt x="784668" y="3005244"/>
                </a:lnTo>
                <a:lnTo>
                  <a:pt x="1037218" y="2752714"/>
                </a:lnTo>
                <a:lnTo>
                  <a:pt x="1035159" y="2751633"/>
                </a:lnTo>
                <a:lnTo>
                  <a:pt x="1022242" y="2744157"/>
                </a:lnTo>
                <a:lnTo>
                  <a:pt x="1009778" y="2736228"/>
                </a:lnTo>
                <a:lnTo>
                  <a:pt x="997540" y="2727620"/>
                </a:lnTo>
                <a:lnTo>
                  <a:pt x="985756" y="2718558"/>
                </a:lnTo>
                <a:lnTo>
                  <a:pt x="974425" y="2708591"/>
                </a:lnTo>
                <a:lnTo>
                  <a:pt x="963774" y="2698397"/>
                </a:lnTo>
                <a:lnTo>
                  <a:pt x="953576" y="2687523"/>
                </a:lnTo>
                <a:lnTo>
                  <a:pt x="943831" y="2676423"/>
                </a:lnTo>
                <a:lnTo>
                  <a:pt x="934540" y="2664869"/>
                </a:lnTo>
                <a:lnTo>
                  <a:pt x="926155" y="2652636"/>
                </a:lnTo>
                <a:lnTo>
                  <a:pt x="917997" y="2640177"/>
                </a:lnTo>
                <a:lnTo>
                  <a:pt x="915175" y="2635364"/>
                </a:lnTo>
                <a:lnTo>
                  <a:pt x="485800" y="3064783"/>
                </a:lnTo>
                <a:lnTo>
                  <a:pt x="477862" y="3072266"/>
                </a:lnTo>
                <a:lnTo>
                  <a:pt x="470150" y="3079297"/>
                </a:lnTo>
                <a:lnTo>
                  <a:pt x="461986" y="3085874"/>
                </a:lnTo>
                <a:lnTo>
                  <a:pt x="453820" y="3091997"/>
                </a:lnTo>
                <a:lnTo>
                  <a:pt x="445202" y="3097893"/>
                </a:lnTo>
                <a:lnTo>
                  <a:pt x="436357" y="3103336"/>
                </a:lnTo>
                <a:lnTo>
                  <a:pt x="427738" y="3108325"/>
                </a:lnTo>
                <a:lnTo>
                  <a:pt x="418893" y="3112861"/>
                </a:lnTo>
                <a:lnTo>
                  <a:pt x="409821" y="3116943"/>
                </a:lnTo>
                <a:lnTo>
                  <a:pt x="400975" y="3120572"/>
                </a:lnTo>
                <a:lnTo>
                  <a:pt x="391903" y="3123974"/>
                </a:lnTo>
                <a:lnTo>
                  <a:pt x="382604" y="3126922"/>
                </a:lnTo>
                <a:lnTo>
                  <a:pt x="373759" y="3129416"/>
                </a:lnTo>
                <a:lnTo>
                  <a:pt x="364460" y="3131231"/>
                </a:lnTo>
                <a:lnTo>
                  <a:pt x="355161" y="3132818"/>
                </a:lnTo>
                <a:lnTo>
                  <a:pt x="346316" y="3134179"/>
                </a:lnTo>
                <a:lnTo>
                  <a:pt x="337244" y="3135086"/>
                </a:lnTo>
                <a:lnTo>
                  <a:pt x="328171" y="3135313"/>
                </a:lnTo>
                <a:lnTo>
                  <a:pt x="319326" y="3135313"/>
                </a:lnTo>
                <a:lnTo>
                  <a:pt x="310481" y="3134633"/>
                </a:lnTo>
                <a:lnTo>
                  <a:pt x="301635" y="3133499"/>
                </a:lnTo>
                <a:lnTo>
                  <a:pt x="293244" y="3132138"/>
                </a:lnTo>
                <a:lnTo>
                  <a:pt x="284625" y="3130324"/>
                </a:lnTo>
                <a:lnTo>
                  <a:pt x="276233" y="3128056"/>
                </a:lnTo>
                <a:lnTo>
                  <a:pt x="268295" y="3125334"/>
                </a:lnTo>
                <a:lnTo>
                  <a:pt x="260357" y="3122159"/>
                </a:lnTo>
                <a:lnTo>
                  <a:pt x="252872" y="3118304"/>
                </a:lnTo>
                <a:lnTo>
                  <a:pt x="245388" y="3114222"/>
                </a:lnTo>
                <a:lnTo>
                  <a:pt x="238357" y="3109686"/>
                </a:lnTo>
                <a:lnTo>
                  <a:pt x="231326" y="3104470"/>
                </a:lnTo>
                <a:lnTo>
                  <a:pt x="224749" y="3099254"/>
                </a:lnTo>
                <a:lnTo>
                  <a:pt x="218398" y="3093131"/>
                </a:lnTo>
                <a:lnTo>
                  <a:pt x="212502" y="3087008"/>
                </a:lnTo>
                <a:lnTo>
                  <a:pt x="206832" y="3080204"/>
                </a:lnTo>
                <a:lnTo>
                  <a:pt x="201842" y="3073400"/>
                </a:lnTo>
                <a:lnTo>
                  <a:pt x="197532" y="3066143"/>
                </a:lnTo>
                <a:lnTo>
                  <a:pt x="193223" y="3058886"/>
                </a:lnTo>
                <a:lnTo>
                  <a:pt x="189594" y="3050949"/>
                </a:lnTo>
                <a:lnTo>
                  <a:pt x="186419" y="3043238"/>
                </a:lnTo>
                <a:lnTo>
                  <a:pt x="183698" y="3035074"/>
                </a:lnTo>
                <a:lnTo>
                  <a:pt x="181203" y="3026683"/>
                </a:lnTo>
                <a:lnTo>
                  <a:pt x="179388" y="3018518"/>
                </a:lnTo>
                <a:lnTo>
                  <a:pt x="178027" y="3009900"/>
                </a:lnTo>
                <a:lnTo>
                  <a:pt x="176893" y="3001283"/>
                </a:lnTo>
                <a:lnTo>
                  <a:pt x="176440" y="2992438"/>
                </a:lnTo>
                <a:lnTo>
                  <a:pt x="176213" y="2983366"/>
                </a:lnTo>
                <a:lnTo>
                  <a:pt x="176666" y="2974522"/>
                </a:lnTo>
                <a:lnTo>
                  <a:pt x="177347" y="2965450"/>
                </a:lnTo>
                <a:lnTo>
                  <a:pt x="178481" y="2956152"/>
                </a:lnTo>
                <a:lnTo>
                  <a:pt x="180068" y="2947308"/>
                </a:lnTo>
                <a:lnTo>
                  <a:pt x="182337" y="2938009"/>
                </a:lnTo>
                <a:lnTo>
                  <a:pt x="184832" y="2928711"/>
                </a:lnTo>
                <a:lnTo>
                  <a:pt x="187553" y="2919866"/>
                </a:lnTo>
                <a:lnTo>
                  <a:pt x="190728" y="2910568"/>
                </a:lnTo>
                <a:lnTo>
                  <a:pt x="194584" y="2901497"/>
                </a:lnTo>
                <a:lnTo>
                  <a:pt x="198893" y="2892425"/>
                </a:lnTo>
                <a:lnTo>
                  <a:pt x="203202" y="2883808"/>
                </a:lnTo>
                <a:lnTo>
                  <a:pt x="208192" y="2874963"/>
                </a:lnTo>
                <a:lnTo>
                  <a:pt x="213636" y="2866572"/>
                </a:lnTo>
                <a:lnTo>
                  <a:pt x="219306" y="2857954"/>
                </a:lnTo>
                <a:lnTo>
                  <a:pt x="225656" y="2849563"/>
                </a:lnTo>
                <a:lnTo>
                  <a:pt x="232234" y="2841625"/>
                </a:lnTo>
                <a:lnTo>
                  <a:pt x="239264" y="2833461"/>
                </a:lnTo>
                <a:lnTo>
                  <a:pt x="246749" y="2825977"/>
                </a:lnTo>
                <a:lnTo>
                  <a:pt x="1451429" y="1621173"/>
                </a:lnTo>
                <a:lnTo>
                  <a:pt x="1444844" y="1617485"/>
                </a:lnTo>
                <a:lnTo>
                  <a:pt x="1432352" y="1609330"/>
                </a:lnTo>
                <a:lnTo>
                  <a:pt x="1420088" y="1600495"/>
                </a:lnTo>
                <a:lnTo>
                  <a:pt x="1408278" y="1591433"/>
                </a:lnTo>
                <a:lnTo>
                  <a:pt x="1396922" y="1581692"/>
                </a:lnTo>
                <a:lnTo>
                  <a:pt x="1386474" y="1571498"/>
                </a:lnTo>
                <a:lnTo>
                  <a:pt x="1376027" y="1560624"/>
                </a:lnTo>
                <a:lnTo>
                  <a:pt x="1366261" y="1549297"/>
                </a:lnTo>
                <a:lnTo>
                  <a:pt x="1356949" y="1537744"/>
                </a:lnTo>
                <a:lnTo>
                  <a:pt x="1348546" y="1525738"/>
                </a:lnTo>
                <a:lnTo>
                  <a:pt x="1340369" y="1513052"/>
                </a:lnTo>
                <a:lnTo>
                  <a:pt x="1333127" y="1500574"/>
                </a:lnTo>
                <a:lnTo>
                  <a:pt x="609013" y="2225441"/>
                </a:lnTo>
                <a:lnTo>
                  <a:pt x="604253" y="2229751"/>
                </a:lnTo>
                <a:lnTo>
                  <a:pt x="599040" y="2233834"/>
                </a:lnTo>
                <a:lnTo>
                  <a:pt x="593826" y="2237917"/>
                </a:lnTo>
                <a:lnTo>
                  <a:pt x="588386" y="2241093"/>
                </a:lnTo>
                <a:lnTo>
                  <a:pt x="582492" y="2244269"/>
                </a:lnTo>
                <a:lnTo>
                  <a:pt x="576826" y="2246764"/>
                </a:lnTo>
                <a:lnTo>
                  <a:pt x="570479" y="2249259"/>
                </a:lnTo>
                <a:lnTo>
                  <a:pt x="564358" y="2251301"/>
                </a:lnTo>
                <a:lnTo>
                  <a:pt x="557785" y="2252889"/>
                </a:lnTo>
                <a:lnTo>
                  <a:pt x="551438" y="2254023"/>
                </a:lnTo>
                <a:lnTo>
                  <a:pt x="544638" y="2254931"/>
                </a:lnTo>
                <a:lnTo>
                  <a:pt x="537838" y="2255611"/>
                </a:lnTo>
                <a:lnTo>
                  <a:pt x="530811" y="2255838"/>
                </a:lnTo>
                <a:lnTo>
                  <a:pt x="524010" y="2255611"/>
                </a:lnTo>
                <a:lnTo>
                  <a:pt x="516757" y="2255157"/>
                </a:lnTo>
                <a:lnTo>
                  <a:pt x="509730" y="2254477"/>
                </a:lnTo>
                <a:lnTo>
                  <a:pt x="502477" y="2253343"/>
                </a:lnTo>
                <a:lnTo>
                  <a:pt x="495450" y="2251755"/>
                </a:lnTo>
                <a:lnTo>
                  <a:pt x="488196" y="2250167"/>
                </a:lnTo>
                <a:lnTo>
                  <a:pt x="481169" y="2247672"/>
                </a:lnTo>
                <a:lnTo>
                  <a:pt x="473689" y="2245176"/>
                </a:lnTo>
                <a:lnTo>
                  <a:pt x="466436" y="2242454"/>
                </a:lnTo>
                <a:lnTo>
                  <a:pt x="459409" y="2239505"/>
                </a:lnTo>
                <a:lnTo>
                  <a:pt x="452155" y="2236103"/>
                </a:lnTo>
                <a:lnTo>
                  <a:pt x="445355" y="2232019"/>
                </a:lnTo>
                <a:lnTo>
                  <a:pt x="438101" y="2227936"/>
                </a:lnTo>
                <a:lnTo>
                  <a:pt x="431301" y="2223626"/>
                </a:lnTo>
                <a:lnTo>
                  <a:pt x="424501" y="2218863"/>
                </a:lnTo>
                <a:lnTo>
                  <a:pt x="417927" y="2213872"/>
                </a:lnTo>
                <a:lnTo>
                  <a:pt x="411354" y="2208428"/>
                </a:lnTo>
                <a:lnTo>
                  <a:pt x="405007" y="2202757"/>
                </a:lnTo>
                <a:lnTo>
                  <a:pt x="398660" y="2196859"/>
                </a:lnTo>
                <a:lnTo>
                  <a:pt x="392767" y="2190281"/>
                </a:lnTo>
                <a:lnTo>
                  <a:pt x="387100" y="2184156"/>
                </a:lnTo>
                <a:lnTo>
                  <a:pt x="381660" y="2177351"/>
                </a:lnTo>
                <a:lnTo>
                  <a:pt x="376673" y="2170772"/>
                </a:lnTo>
                <a:lnTo>
                  <a:pt x="371686" y="2163967"/>
                </a:lnTo>
                <a:lnTo>
                  <a:pt x="367379" y="2157162"/>
                </a:lnTo>
                <a:lnTo>
                  <a:pt x="363299" y="2150130"/>
                </a:lnTo>
                <a:lnTo>
                  <a:pt x="359672" y="2143097"/>
                </a:lnTo>
                <a:lnTo>
                  <a:pt x="356046" y="2135839"/>
                </a:lnTo>
                <a:lnTo>
                  <a:pt x="352872" y="2128806"/>
                </a:lnTo>
                <a:lnTo>
                  <a:pt x="350152" y="2121547"/>
                </a:lnTo>
                <a:lnTo>
                  <a:pt x="347659" y="2114515"/>
                </a:lnTo>
                <a:lnTo>
                  <a:pt x="345618" y="2107030"/>
                </a:lnTo>
                <a:lnTo>
                  <a:pt x="343578" y="2099771"/>
                </a:lnTo>
                <a:lnTo>
                  <a:pt x="342218" y="2092739"/>
                </a:lnTo>
                <a:lnTo>
                  <a:pt x="341085" y="2085480"/>
                </a:lnTo>
                <a:lnTo>
                  <a:pt x="340178" y="2078448"/>
                </a:lnTo>
                <a:lnTo>
                  <a:pt x="339725" y="2071189"/>
                </a:lnTo>
                <a:lnTo>
                  <a:pt x="339725" y="2064383"/>
                </a:lnTo>
                <a:lnTo>
                  <a:pt x="339952" y="2057351"/>
                </a:lnTo>
                <a:lnTo>
                  <a:pt x="340405" y="2050773"/>
                </a:lnTo>
                <a:lnTo>
                  <a:pt x="341312" y="2043968"/>
                </a:lnTo>
                <a:lnTo>
                  <a:pt x="342445" y="2037389"/>
                </a:lnTo>
                <a:lnTo>
                  <a:pt x="344032" y="2030811"/>
                </a:lnTo>
                <a:lnTo>
                  <a:pt x="346299" y="2024686"/>
                </a:lnTo>
                <a:lnTo>
                  <a:pt x="348565" y="2018561"/>
                </a:lnTo>
                <a:lnTo>
                  <a:pt x="351285" y="2012663"/>
                </a:lnTo>
                <a:lnTo>
                  <a:pt x="354232" y="2006765"/>
                </a:lnTo>
                <a:lnTo>
                  <a:pt x="357632" y="2001321"/>
                </a:lnTo>
                <a:lnTo>
                  <a:pt x="361486" y="1996104"/>
                </a:lnTo>
                <a:lnTo>
                  <a:pt x="365566" y="1990887"/>
                </a:lnTo>
                <a:lnTo>
                  <a:pt x="370099" y="1986350"/>
                </a:lnTo>
                <a:lnTo>
                  <a:pt x="1900825" y="454260"/>
                </a:lnTo>
                <a:lnTo>
                  <a:pt x="1905585" y="449496"/>
                </a:lnTo>
                <a:lnTo>
                  <a:pt x="1910572" y="445413"/>
                </a:lnTo>
                <a:lnTo>
                  <a:pt x="1916012" y="441783"/>
                </a:lnTo>
                <a:lnTo>
                  <a:pt x="1921452" y="438381"/>
                </a:lnTo>
                <a:lnTo>
                  <a:pt x="1927346" y="435205"/>
                </a:lnTo>
                <a:lnTo>
                  <a:pt x="1933013" y="432710"/>
                </a:lnTo>
                <a:lnTo>
                  <a:pt x="1939359" y="430214"/>
                </a:lnTo>
                <a:lnTo>
                  <a:pt x="1945480" y="428400"/>
                </a:lnTo>
                <a:lnTo>
                  <a:pt x="1951826" y="426812"/>
                </a:lnTo>
                <a:lnTo>
                  <a:pt x="1958400" y="425451"/>
                </a:lnTo>
                <a:lnTo>
                  <a:pt x="1964974" y="424543"/>
                </a:lnTo>
                <a:lnTo>
                  <a:pt x="1972000" y="424090"/>
                </a:lnTo>
                <a:lnTo>
                  <a:pt x="1978801" y="423863"/>
                </a:lnTo>
                <a:lnTo>
                  <a:pt x="1985828" y="423863"/>
                </a:lnTo>
                <a:lnTo>
                  <a:pt x="1993081" y="424317"/>
                </a:lnTo>
                <a:lnTo>
                  <a:pt x="1999881" y="425224"/>
                </a:lnTo>
                <a:lnTo>
                  <a:pt x="2007135" y="426358"/>
                </a:lnTo>
                <a:lnTo>
                  <a:pt x="2014388" y="427719"/>
                </a:lnTo>
                <a:lnTo>
                  <a:pt x="2021642" y="429534"/>
                </a:lnTo>
                <a:lnTo>
                  <a:pt x="2028669" y="431802"/>
                </a:lnTo>
                <a:lnTo>
                  <a:pt x="2036149" y="434071"/>
                </a:lnTo>
                <a:lnTo>
                  <a:pt x="2043176" y="437020"/>
                </a:lnTo>
                <a:lnTo>
                  <a:pt x="2050429" y="440195"/>
                </a:lnTo>
                <a:lnTo>
                  <a:pt x="2057456" y="443598"/>
                </a:lnTo>
                <a:lnTo>
                  <a:pt x="2064483" y="447454"/>
                </a:lnTo>
                <a:lnTo>
                  <a:pt x="2071510" y="451538"/>
                </a:lnTo>
                <a:lnTo>
                  <a:pt x="2078537" y="456074"/>
                </a:lnTo>
                <a:lnTo>
                  <a:pt x="2085110" y="460611"/>
                </a:lnTo>
                <a:lnTo>
                  <a:pt x="2091911" y="465829"/>
                </a:lnTo>
                <a:lnTo>
                  <a:pt x="2098258" y="471046"/>
                </a:lnTo>
                <a:lnTo>
                  <a:pt x="2104831" y="476944"/>
                </a:lnTo>
                <a:lnTo>
                  <a:pt x="2110951" y="482842"/>
                </a:lnTo>
                <a:lnTo>
                  <a:pt x="2117071" y="488966"/>
                </a:lnTo>
                <a:lnTo>
                  <a:pt x="2122738" y="495545"/>
                </a:lnTo>
                <a:lnTo>
                  <a:pt x="2128178" y="501896"/>
                </a:lnTo>
                <a:lnTo>
                  <a:pt x="2133165" y="508702"/>
                </a:lnTo>
                <a:lnTo>
                  <a:pt x="2137925" y="515507"/>
                </a:lnTo>
                <a:lnTo>
                  <a:pt x="2142459" y="522539"/>
                </a:lnTo>
                <a:lnTo>
                  <a:pt x="2146539" y="529344"/>
                </a:lnTo>
                <a:lnTo>
                  <a:pt x="2150166" y="536603"/>
                </a:lnTo>
                <a:lnTo>
                  <a:pt x="2153566" y="543409"/>
                </a:lnTo>
                <a:lnTo>
                  <a:pt x="2156966" y="550667"/>
                </a:lnTo>
                <a:lnTo>
                  <a:pt x="2159686" y="558153"/>
                </a:lnTo>
                <a:lnTo>
                  <a:pt x="2162179" y="565185"/>
                </a:lnTo>
                <a:lnTo>
                  <a:pt x="2164219" y="572444"/>
                </a:lnTo>
                <a:lnTo>
                  <a:pt x="2166033" y="579703"/>
                </a:lnTo>
                <a:lnTo>
                  <a:pt x="2167393" y="586962"/>
                </a:lnTo>
                <a:lnTo>
                  <a:pt x="2168753" y="593994"/>
                </a:lnTo>
                <a:lnTo>
                  <a:pt x="2169660" y="601253"/>
                </a:lnTo>
                <a:lnTo>
                  <a:pt x="2170113" y="608058"/>
                </a:lnTo>
                <a:lnTo>
                  <a:pt x="2170113" y="615317"/>
                </a:lnTo>
                <a:lnTo>
                  <a:pt x="2169886" y="622123"/>
                </a:lnTo>
                <a:lnTo>
                  <a:pt x="2169433" y="628928"/>
                </a:lnTo>
                <a:lnTo>
                  <a:pt x="2168526" y="635506"/>
                </a:lnTo>
                <a:lnTo>
                  <a:pt x="2166940" y="642312"/>
                </a:lnTo>
                <a:lnTo>
                  <a:pt x="2165353" y="648436"/>
                </a:lnTo>
                <a:lnTo>
                  <a:pt x="2163539" y="655015"/>
                </a:lnTo>
                <a:lnTo>
                  <a:pt x="2161273" y="660913"/>
                </a:lnTo>
                <a:lnTo>
                  <a:pt x="2158553" y="667037"/>
                </a:lnTo>
                <a:lnTo>
                  <a:pt x="2155606" y="672708"/>
                </a:lnTo>
                <a:lnTo>
                  <a:pt x="2151979" y="678379"/>
                </a:lnTo>
                <a:lnTo>
                  <a:pt x="2148352" y="683370"/>
                </a:lnTo>
                <a:lnTo>
                  <a:pt x="2144272" y="688360"/>
                </a:lnTo>
                <a:lnTo>
                  <a:pt x="2139512" y="693351"/>
                </a:lnTo>
                <a:lnTo>
                  <a:pt x="1753322" y="1079942"/>
                </a:lnTo>
                <a:lnTo>
                  <a:pt x="1753724" y="1080140"/>
                </a:lnTo>
                <a:lnTo>
                  <a:pt x="1766669" y="1087842"/>
                </a:lnTo>
                <a:lnTo>
                  <a:pt x="1779388" y="1095997"/>
                </a:lnTo>
                <a:lnTo>
                  <a:pt x="1791652" y="1104379"/>
                </a:lnTo>
                <a:lnTo>
                  <a:pt x="1803008" y="1113667"/>
                </a:lnTo>
                <a:lnTo>
                  <a:pt x="1814364" y="1123408"/>
                </a:lnTo>
                <a:lnTo>
                  <a:pt x="1825266" y="1133602"/>
                </a:lnTo>
                <a:lnTo>
                  <a:pt x="1835486" y="1144250"/>
                </a:lnTo>
                <a:lnTo>
                  <a:pt x="1845252" y="1155577"/>
                </a:lnTo>
                <a:lnTo>
                  <a:pt x="1854337" y="1167356"/>
                </a:lnTo>
                <a:lnTo>
                  <a:pt x="1863195" y="1179363"/>
                </a:lnTo>
                <a:lnTo>
                  <a:pt x="1871144" y="1192049"/>
                </a:lnTo>
                <a:lnTo>
                  <a:pt x="1874583" y="1197974"/>
                </a:lnTo>
                <a:lnTo>
                  <a:pt x="2709781" y="362690"/>
                </a:lnTo>
                <a:lnTo>
                  <a:pt x="2708725" y="356795"/>
                </a:lnTo>
                <a:lnTo>
                  <a:pt x="2706687" y="341164"/>
                </a:lnTo>
                <a:lnTo>
                  <a:pt x="2705554" y="325533"/>
                </a:lnTo>
                <a:lnTo>
                  <a:pt x="2705101" y="309676"/>
                </a:lnTo>
                <a:lnTo>
                  <a:pt x="2705554" y="293591"/>
                </a:lnTo>
                <a:lnTo>
                  <a:pt x="2706687" y="277960"/>
                </a:lnTo>
                <a:lnTo>
                  <a:pt x="2708725" y="262556"/>
                </a:lnTo>
                <a:lnTo>
                  <a:pt x="2711444" y="247151"/>
                </a:lnTo>
                <a:lnTo>
                  <a:pt x="2714842" y="232200"/>
                </a:lnTo>
                <a:lnTo>
                  <a:pt x="2718920" y="217475"/>
                </a:lnTo>
                <a:lnTo>
                  <a:pt x="2724130" y="203203"/>
                </a:lnTo>
                <a:lnTo>
                  <a:pt x="2729567" y="189158"/>
                </a:lnTo>
                <a:lnTo>
                  <a:pt x="2735683" y="175339"/>
                </a:lnTo>
                <a:lnTo>
                  <a:pt x="2742479" y="161974"/>
                </a:lnTo>
                <a:lnTo>
                  <a:pt x="2749955" y="149061"/>
                </a:lnTo>
                <a:lnTo>
                  <a:pt x="2758110" y="136375"/>
                </a:lnTo>
                <a:lnTo>
                  <a:pt x="2766719" y="124368"/>
                </a:lnTo>
                <a:lnTo>
                  <a:pt x="2775780" y="112589"/>
                </a:lnTo>
                <a:lnTo>
                  <a:pt x="2785521" y="101488"/>
                </a:lnTo>
                <a:lnTo>
                  <a:pt x="2795942" y="90841"/>
                </a:lnTo>
                <a:lnTo>
                  <a:pt x="2806589" y="80420"/>
                </a:lnTo>
                <a:lnTo>
                  <a:pt x="2817690" y="70679"/>
                </a:lnTo>
                <a:lnTo>
                  <a:pt x="2829469" y="61618"/>
                </a:lnTo>
                <a:lnTo>
                  <a:pt x="2841476" y="52783"/>
                </a:lnTo>
                <a:lnTo>
                  <a:pt x="2854162" y="44854"/>
                </a:lnTo>
                <a:lnTo>
                  <a:pt x="2867075" y="37378"/>
                </a:lnTo>
                <a:lnTo>
                  <a:pt x="2880440" y="30356"/>
                </a:lnTo>
                <a:lnTo>
                  <a:pt x="2894259" y="24466"/>
                </a:lnTo>
                <a:lnTo>
                  <a:pt x="2908304" y="18802"/>
                </a:lnTo>
                <a:lnTo>
                  <a:pt x="2922576" y="13819"/>
                </a:lnTo>
                <a:lnTo>
                  <a:pt x="2937301" y="9741"/>
                </a:lnTo>
                <a:lnTo>
                  <a:pt x="2952252" y="6116"/>
                </a:lnTo>
                <a:lnTo>
                  <a:pt x="2967657" y="3398"/>
                </a:lnTo>
                <a:lnTo>
                  <a:pt x="2983061" y="1586"/>
                </a:lnTo>
                <a:lnTo>
                  <a:pt x="2998692" y="453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3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5334000" y="361950"/>
            <a:ext cx="4473699" cy="3739839"/>
          </a:xfrm>
          <a:custGeom>
            <a:avLst/>
            <a:gdLst/>
            <a:ahLst/>
            <a:cxnLst/>
            <a:rect l="l" t="t" r="r" b="b"/>
            <a:pathLst>
              <a:path w="3129199" h="2615889">
                <a:moveTo>
                  <a:pt x="1543011" y="0"/>
                </a:moveTo>
                <a:lnTo>
                  <a:pt x="1557451" y="234"/>
                </a:lnTo>
                <a:lnTo>
                  <a:pt x="1572230" y="1005"/>
                </a:lnTo>
                <a:lnTo>
                  <a:pt x="1586716" y="3089"/>
                </a:lnTo>
                <a:lnTo>
                  <a:pt x="1601104" y="5612"/>
                </a:lnTo>
                <a:lnTo>
                  <a:pt x="1614955" y="8476"/>
                </a:lnTo>
                <a:lnTo>
                  <a:pt x="1629219" y="12582"/>
                </a:lnTo>
                <a:lnTo>
                  <a:pt x="1642680" y="17197"/>
                </a:lnTo>
                <a:lnTo>
                  <a:pt x="1656043" y="22252"/>
                </a:lnTo>
                <a:lnTo>
                  <a:pt x="1669477" y="28013"/>
                </a:lnTo>
                <a:lnTo>
                  <a:pt x="1682107" y="34284"/>
                </a:lnTo>
                <a:lnTo>
                  <a:pt x="1694810" y="41260"/>
                </a:lnTo>
                <a:lnTo>
                  <a:pt x="1707147" y="48846"/>
                </a:lnTo>
                <a:lnTo>
                  <a:pt x="1718946" y="56772"/>
                </a:lnTo>
                <a:lnTo>
                  <a:pt x="1730551" y="65574"/>
                </a:lnTo>
                <a:lnTo>
                  <a:pt x="1741620" y="74716"/>
                </a:lnTo>
                <a:lnTo>
                  <a:pt x="1752054" y="84638"/>
                </a:lnTo>
                <a:lnTo>
                  <a:pt x="1762221" y="94729"/>
                </a:lnTo>
                <a:lnTo>
                  <a:pt x="1771922" y="105866"/>
                </a:lnTo>
                <a:lnTo>
                  <a:pt x="1781188" y="116905"/>
                </a:lnTo>
                <a:lnTo>
                  <a:pt x="1789818" y="128724"/>
                </a:lnTo>
                <a:lnTo>
                  <a:pt x="1797644" y="141053"/>
                </a:lnTo>
                <a:lnTo>
                  <a:pt x="1805372" y="153819"/>
                </a:lnTo>
                <a:lnTo>
                  <a:pt x="1812296" y="167096"/>
                </a:lnTo>
                <a:lnTo>
                  <a:pt x="1818684" y="180715"/>
                </a:lnTo>
                <a:lnTo>
                  <a:pt x="1824268" y="194842"/>
                </a:lnTo>
                <a:lnTo>
                  <a:pt x="1829047" y="209481"/>
                </a:lnTo>
                <a:lnTo>
                  <a:pt x="2178505" y="1323818"/>
                </a:lnTo>
                <a:lnTo>
                  <a:pt x="2626202" y="1183633"/>
                </a:lnTo>
                <a:lnTo>
                  <a:pt x="2636037" y="1180774"/>
                </a:lnTo>
                <a:lnTo>
                  <a:pt x="2645239" y="1178693"/>
                </a:lnTo>
                <a:lnTo>
                  <a:pt x="2655049" y="1176979"/>
                </a:lnTo>
                <a:lnTo>
                  <a:pt x="2664494" y="1175872"/>
                </a:lnTo>
                <a:lnTo>
                  <a:pt x="2674108" y="1175034"/>
                </a:lnTo>
                <a:lnTo>
                  <a:pt x="2683528" y="1175071"/>
                </a:lnTo>
                <a:lnTo>
                  <a:pt x="2692947" y="1175109"/>
                </a:lnTo>
                <a:lnTo>
                  <a:pt x="2702439" y="1175853"/>
                </a:lnTo>
                <a:lnTo>
                  <a:pt x="2711663" y="1176767"/>
                </a:lnTo>
                <a:lnTo>
                  <a:pt x="2720691" y="1178557"/>
                </a:lnTo>
                <a:lnTo>
                  <a:pt x="2730158" y="1180446"/>
                </a:lnTo>
                <a:lnTo>
                  <a:pt x="2738821" y="1182844"/>
                </a:lnTo>
                <a:lnTo>
                  <a:pt x="2748092" y="1185608"/>
                </a:lnTo>
                <a:lnTo>
                  <a:pt x="2756729" y="1189151"/>
                </a:lnTo>
                <a:lnTo>
                  <a:pt x="2764832" y="1193034"/>
                </a:lnTo>
                <a:lnTo>
                  <a:pt x="2773371" y="1197014"/>
                </a:lnTo>
                <a:lnTo>
                  <a:pt x="2781547" y="1201603"/>
                </a:lnTo>
                <a:lnTo>
                  <a:pt x="2789185" y="1206532"/>
                </a:lnTo>
                <a:lnTo>
                  <a:pt x="2797091" y="1211290"/>
                </a:lnTo>
                <a:lnTo>
                  <a:pt x="2804705" y="1217364"/>
                </a:lnTo>
                <a:lnTo>
                  <a:pt x="2811442" y="1223241"/>
                </a:lnTo>
                <a:lnTo>
                  <a:pt x="2818349" y="1229387"/>
                </a:lnTo>
                <a:lnTo>
                  <a:pt x="2825329" y="1236238"/>
                </a:lnTo>
                <a:lnTo>
                  <a:pt x="2831165" y="1243063"/>
                </a:lnTo>
                <a:lnTo>
                  <a:pt x="2837341" y="1250425"/>
                </a:lnTo>
                <a:lnTo>
                  <a:pt x="2842811" y="1257858"/>
                </a:lnTo>
                <a:lnTo>
                  <a:pt x="2848086" y="1266168"/>
                </a:lnTo>
                <a:lnTo>
                  <a:pt x="2852753" y="1274111"/>
                </a:lnTo>
                <a:lnTo>
                  <a:pt x="2857492" y="1282761"/>
                </a:lnTo>
                <a:lnTo>
                  <a:pt x="2861428" y="1291920"/>
                </a:lnTo>
                <a:lnTo>
                  <a:pt x="2864755" y="1300715"/>
                </a:lnTo>
                <a:lnTo>
                  <a:pt x="2868422" y="1310044"/>
                </a:lnTo>
                <a:lnTo>
                  <a:pt x="3120337" y="2113617"/>
                </a:lnTo>
                <a:lnTo>
                  <a:pt x="3123032" y="2123189"/>
                </a:lnTo>
                <a:lnTo>
                  <a:pt x="3125288" y="2132663"/>
                </a:lnTo>
                <a:lnTo>
                  <a:pt x="3127007" y="2142478"/>
                </a:lnTo>
                <a:lnTo>
                  <a:pt x="3128387" y="2151755"/>
                </a:lnTo>
                <a:lnTo>
                  <a:pt x="3128794" y="2161275"/>
                </a:lnTo>
                <a:lnTo>
                  <a:pt x="3129199" y="2170795"/>
                </a:lnTo>
                <a:lnTo>
                  <a:pt x="3128900" y="2180387"/>
                </a:lnTo>
                <a:lnTo>
                  <a:pt x="3128161" y="2189881"/>
                </a:lnTo>
                <a:lnTo>
                  <a:pt x="3127253" y="2199108"/>
                </a:lnTo>
                <a:lnTo>
                  <a:pt x="3125737" y="2207967"/>
                </a:lnTo>
                <a:lnTo>
                  <a:pt x="3123417" y="2217338"/>
                </a:lnTo>
                <a:lnTo>
                  <a:pt x="3120927" y="2226440"/>
                </a:lnTo>
                <a:lnTo>
                  <a:pt x="3118097" y="2235005"/>
                </a:lnTo>
                <a:lnTo>
                  <a:pt x="3114998" y="2243741"/>
                </a:lnTo>
                <a:lnTo>
                  <a:pt x="3111024" y="2252281"/>
                </a:lnTo>
                <a:lnTo>
                  <a:pt x="3106880" y="2260554"/>
                </a:lnTo>
                <a:lnTo>
                  <a:pt x="3102736" y="2268825"/>
                </a:lnTo>
                <a:lnTo>
                  <a:pt x="3097812" y="2276463"/>
                </a:lnTo>
                <a:lnTo>
                  <a:pt x="3092622" y="2284270"/>
                </a:lnTo>
                <a:lnTo>
                  <a:pt x="3087091" y="2291542"/>
                </a:lnTo>
                <a:lnTo>
                  <a:pt x="3080854" y="2298885"/>
                </a:lnTo>
                <a:lnTo>
                  <a:pt x="3074714" y="2305792"/>
                </a:lnTo>
                <a:lnTo>
                  <a:pt x="3067967" y="2312331"/>
                </a:lnTo>
                <a:lnTo>
                  <a:pt x="3061050" y="2318603"/>
                </a:lnTo>
                <a:lnTo>
                  <a:pt x="3053694" y="2324776"/>
                </a:lnTo>
                <a:lnTo>
                  <a:pt x="3046096" y="2329975"/>
                </a:lnTo>
                <a:lnTo>
                  <a:pt x="3038230" y="2335345"/>
                </a:lnTo>
                <a:lnTo>
                  <a:pt x="3030024" y="2340178"/>
                </a:lnTo>
                <a:lnTo>
                  <a:pt x="3021209" y="2344645"/>
                </a:lnTo>
                <a:lnTo>
                  <a:pt x="3012761" y="2348504"/>
                </a:lnTo>
                <a:lnTo>
                  <a:pt x="3003435" y="2352167"/>
                </a:lnTo>
                <a:lnTo>
                  <a:pt x="2993940" y="2355562"/>
                </a:lnTo>
                <a:lnTo>
                  <a:pt x="2190920" y="2607329"/>
                </a:lnTo>
                <a:lnTo>
                  <a:pt x="2181451" y="2609580"/>
                </a:lnTo>
                <a:lnTo>
                  <a:pt x="2171981" y="2611830"/>
                </a:lnTo>
                <a:lnTo>
                  <a:pt x="2162609" y="2613643"/>
                </a:lnTo>
                <a:lnTo>
                  <a:pt x="2152458" y="2614822"/>
                </a:lnTo>
                <a:lnTo>
                  <a:pt x="2143281" y="2615757"/>
                </a:lnTo>
                <a:lnTo>
                  <a:pt x="2133594" y="2615889"/>
                </a:lnTo>
                <a:lnTo>
                  <a:pt x="2124443" y="2615682"/>
                </a:lnTo>
                <a:lnTo>
                  <a:pt x="2115218" y="2614768"/>
                </a:lnTo>
                <a:lnTo>
                  <a:pt x="2105727" y="2614025"/>
                </a:lnTo>
                <a:lnTo>
                  <a:pt x="2096261" y="2612136"/>
                </a:lnTo>
                <a:lnTo>
                  <a:pt x="2087500" y="2610176"/>
                </a:lnTo>
                <a:lnTo>
                  <a:pt x="2078399" y="2607680"/>
                </a:lnTo>
                <a:lnTo>
                  <a:pt x="2069395" y="2604745"/>
                </a:lnTo>
                <a:lnTo>
                  <a:pt x="2060928" y="2601471"/>
                </a:lnTo>
                <a:lnTo>
                  <a:pt x="2052290" y="2597928"/>
                </a:lnTo>
                <a:lnTo>
                  <a:pt x="2044018" y="2593777"/>
                </a:lnTo>
                <a:lnTo>
                  <a:pt x="2036112" y="2589018"/>
                </a:lnTo>
                <a:lnTo>
                  <a:pt x="2027937" y="2584430"/>
                </a:lnTo>
                <a:lnTo>
                  <a:pt x="2020397" y="2579063"/>
                </a:lnTo>
                <a:lnTo>
                  <a:pt x="2012954" y="2573258"/>
                </a:lnTo>
                <a:lnTo>
                  <a:pt x="2005680" y="2567721"/>
                </a:lnTo>
                <a:lnTo>
                  <a:pt x="1999139" y="2560967"/>
                </a:lnTo>
                <a:lnTo>
                  <a:pt x="1992329" y="2554384"/>
                </a:lnTo>
                <a:lnTo>
                  <a:pt x="1986055" y="2547461"/>
                </a:lnTo>
                <a:lnTo>
                  <a:pt x="1980317" y="2540197"/>
                </a:lnTo>
                <a:lnTo>
                  <a:pt x="1974677" y="2532496"/>
                </a:lnTo>
                <a:lnTo>
                  <a:pt x="1969572" y="2524454"/>
                </a:lnTo>
                <a:lnTo>
                  <a:pt x="1964735" y="2516243"/>
                </a:lnTo>
                <a:lnTo>
                  <a:pt x="1960166" y="2507861"/>
                </a:lnTo>
                <a:lnTo>
                  <a:pt x="1955695" y="2499041"/>
                </a:lnTo>
                <a:lnTo>
                  <a:pt x="1952197" y="2489980"/>
                </a:lnTo>
                <a:lnTo>
                  <a:pt x="1949235" y="2480578"/>
                </a:lnTo>
                <a:lnTo>
                  <a:pt x="1769896" y="1908707"/>
                </a:lnTo>
                <a:lnTo>
                  <a:pt x="778852" y="2219255"/>
                </a:lnTo>
                <a:lnTo>
                  <a:pt x="763872" y="2223500"/>
                </a:lnTo>
                <a:lnTo>
                  <a:pt x="749087" y="2226869"/>
                </a:lnTo>
                <a:lnTo>
                  <a:pt x="734499" y="2229361"/>
                </a:lnTo>
                <a:lnTo>
                  <a:pt x="719570" y="2231318"/>
                </a:lnTo>
                <a:lnTo>
                  <a:pt x="704837" y="2232398"/>
                </a:lnTo>
                <a:lnTo>
                  <a:pt x="690031" y="2232772"/>
                </a:lnTo>
                <a:lnTo>
                  <a:pt x="675153" y="2232440"/>
                </a:lnTo>
                <a:lnTo>
                  <a:pt x="660910" y="2231329"/>
                </a:lnTo>
                <a:lnTo>
                  <a:pt x="646765" y="2229780"/>
                </a:lnTo>
                <a:lnTo>
                  <a:pt x="632376" y="2227257"/>
                </a:lnTo>
                <a:lnTo>
                  <a:pt x="617916" y="2224028"/>
                </a:lnTo>
                <a:lnTo>
                  <a:pt x="603992" y="2220458"/>
                </a:lnTo>
                <a:lnTo>
                  <a:pt x="590531" y="2215842"/>
                </a:lnTo>
                <a:lnTo>
                  <a:pt x="577170" y="2210788"/>
                </a:lnTo>
                <a:lnTo>
                  <a:pt x="564003" y="2204858"/>
                </a:lnTo>
                <a:lnTo>
                  <a:pt x="551105" y="2198756"/>
                </a:lnTo>
                <a:lnTo>
                  <a:pt x="538402" y="2191780"/>
                </a:lnTo>
                <a:lnTo>
                  <a:pt x="526334" y="2184024"/>
                </a:lnTo>
                <a:lnTo>
                  <a:pt x="514364" y="2175830"/>
                </a:lnTo>
                <a:lnTo>
                  <a:pt x="502929" y="2167296"/>
                </a:lnTo>
                <a:lnTo>
                  <a:pt x="491861" y="2158154"/>
                </a:lnTo>
                <a:lnTo>
                  <a:pt x="481158" y="2148403"/>
                </a:lnTo>
                <a:lnTo>
                  <a:pt x="471089" y="2137873"/>
                </a:lnTo>
                <a:lnTo>
                  <a:pt x="461289" y="2127174"/>
                </a:lnTo>
                <a:lnTo>
                  <a:pt x="452123" y="2115696"/>
                </a:lnTo>
                <a:lnTo>
                  <a:pt x="443492" y="2103878"/>
                </a:lnTo>
                <a:lnTo>
                  <a:pt x="435228" y="2091452"/>
                </a:lnTo>
                <a:lnTo>
                  <a:pt x="427938" y="2078782"/>
                </a:lnTo>
                <a:lnTo>
                  <a:pt x="420746" y="2065676"/>
                </a:lnTo>
                <a:lnTo>
                  <a:pt x="414797" y="2052156"/>
                </a:lnTo>
                <a:lnTo>
                  <a:pt x="408775" y="2037930"/>
                </a:lnTo>
                <a:lnTo>
                  <a:pt x="403727" y="2023462"/>
                </a:lnTo>
                <a:lnTo>
                  <a:pt x="13508" y="778395"/>
                </a:lnTo>
                <a:lnTo>
                  <a:pt x="9604" y="763952"/>
                </a:lnTo>
                <a:lnTo>
                  <a:pt x="6067" y="748901"/>
                </a:lnTo>
                <a:lnTo>
                  <a:pt x="3406" y="734045"/>
                </a:lnTo>
                <a:lnTo>
                  <a:pt x="1621" y="719386"/>
                </a:lnTo>
                <a:lnTo>
                  <a:pt x="544" y="704654"/>
                </a:lnTo>
                <a:lnTo>
                  <a:pt x="0" y="689582"/>
                </a:lnTo>
                <a:lnTo>
                  <a:pt x="675" y="675240"/>
                </a:lnTo>
                <a:lnTo>
                  <a:pt x="1448" y="660462"/>
                </a:lnTo>
                <a:lnTo>
                  <a:pt x="2998" y="646317"/>
                </a:lnTo>
                <a:lnTo>
                  <a:pt x="5524" y="631930"/>
                </a:lnTo>
                <a:lnTo>
                  <a:pt x="8925" y="617738"/>
                </a:lnTo>
                <a:lnTo>
                  <a:pt x="12667" y="604082"/>
                </a:lnTo>
                <a:lnTo>
                  <a:pt x="17115" y="590354"/>
                </a:lnTo>
                <a:lnTo>
                  <a:pt x="22171" y="576992"/>
                </a:lnTo>
                <a:lnTo>
                  <a:pt x="27934" y="563558"/>
                </a:lnTo>
                <a:lnTo>
                  <a:pt x="34207" y="550928"/>
                </a:lnTo>
                <a:lnTo>
                  <a:pt x="41186" y="538225"/>
                </a:lnTo>
                <a:lnTo>
                  <a:pt x="48774" y="525888"/>
                </a:lnTo>
                <a:lnTo>
                  <a:pt x="56969" y="513917"/>
                </a:lnTo>
                <a:lnTo>
                  <a:pt x="65506" y="502482"/>
                </a:lnTo>
                <a:lnTo>
                  <a:pt x="74820" y="491681"/>
                </a:lnTo>
                <a:lnTo>
                  <a:pt x="84573" y="480978"/>
                </a:lnTo>
                <a:lnTo>
                  <a:pt x="94934" y="470640"/>
                </a:lnTo>
                <a:lnTo>
                  <a:pt x="105805" y="461108"/>
                </a:lnTo>
                <a:lnTo>
                  <a:pt x="117285" y="451941"/>
                </a:lnTo>
                <a:lnTo>
                  <a:pt x="128935" y="443041"/>
                </a:lnTo>
                <a:lnTo>
                  <a:pt x="141534" y="435043"/>
                </a:lnTo>
                <a:lnTo>
                  <a:pt x="154034" y="427484"/>
                </a:lnTo>
                <a:lnTo>
                  <a:pt x="167313" y="420559"/>
                </a:lnTo>
                <a:lnTo>
                  <a:pt x="180834" y="414608"/>
                </a:lnTo>
                <a:lnTo>
                  <a:pt x="195232" y="408853"/>
                </a:lnTo>
                <a:lnTo>
                  <a:pt x="209434" y="403974"/>
                </a:lnTo>
                <a:lnTo>
                  <a:pt x="1454628" y="13615"/>
                </a:lnTo>
                <a:lnTo>
                  <a:pt x="1469171" y="9272"/>
                </a:lnTo>
                <a:lnTo>
                  <a:pt x="1483955" y="5903"/>
                </a:lnTo>
                <a:lnTo>
                  <a:pt x="1498812" y="3240"/>
                </a:lnTo>
                <a:lnTo>
                  <a:pt x="1513472" y="1454"/>
                </a:lnTo>
                <a:lnTo>
                  <a:pt x="1528205" y="374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1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400" cy="5143500"/>
          </a:xfrm>
          <a:custGeom>
            <a:avLst/>
            <a:gdLst/>
            <a:ahLst/>
            <a:cxnLst/>
            <a:rect l="l" t="t" r="r" b="b"/>
            <a:pathLst>
              <a:path w="2438400" h="5143500">
                <a:moveTo>
                  <a:pt x="0" y="0"/>
                </a:moveTo>
                <a:lnTo>
                  <a:pt x="2438400" y="0"/>
                </a:lnTo>
                <a:lnTo>
                  <a:pt x="24384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6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410200" y="0"/>
            <a:ext cx="3733801" cy="5143500"/>
          </a:xfrm>
          <a:custGeom>
            <a:avLst/>
            <a:gdLst/>
            <a:ahLst/>
            <a:cxnLst/>
            <a:rect l="l" t="t" r="r" b="b"/>
            <a:pathLst>
              <a:path w="3337719" h="5143500">
                <a:moveTo>
                  <a:pt x="0" y="0"/>
                </a:moveTo>
                <a:lnTo>
                  <a:pt x="3337719" y="0"/>
                </a:lnTo>
                <a:lnTo>
                  <a:pt x="3337719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5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553200" y="1657350"/>
            <a:ext cx="2590800" cy="1828800"/>
          </a:xfrm>
          <a:custGeom>
            <a:avLst/>
            <a:gdLst/>
            <a:ahLst/>
            <a:cxnLst/>
            <a:rect l="l" t="t" r="r" b="b"/>
            <a:pathLst>
              <a:path w="2590800" h="1828800">
                <a:moveTo>
                  <a:pt x="0" y="0"/>
                </a:moveTo>
                <a:lnTo>
                  <a:pt x="2590800" y="0"/>
                </a:lnTo>
                <a:lnTo>
                  <a:pt x="2590800" y="1828800"/>
                </a:lnTo>
                <a:lnTo>
                  <a:pt x="0" y="1828800"/>
                </a:lnTo>
                <a:close/>
              </a:path>
            </a:pathLst>
          </a:cu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276600" y="1657350"/>
            <a:ext cx="2590800" cy="1828800"/>
          </a:xfrm>
          <a:custGeom>
            <a:avLst/>
            <a:gdLst/>
            <a:ahLst/>
            <a:cxnLst/>
            <a:rect l="l" t="t" r="r" b="b"/>
            <a:pathLst>
              <a:path w="2590800" h="1828800">
                <a:moveTo>
                  <a:pt x="0" y="0"/>
                </a:moveTo>
                <a:lnTo>
                  <a:pt x="2590800" y="0"/>
                </a:lnTo>
                <a:lnTo>
                  <a:pt x="2590800" y="1828800"/>
                </a:lnTo>
                <a:lnTo>
                  <a:pt x="0" y="1828800"/>
                </a:lnTo>
                <a:close/>
              </a:path>
            </a:pathLst>
          </a:cu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1657350"/>
            <a:ext cx="2590800" cy="1828800"/>
          </a:xfrm>
          <a:custGeom>
            <a:avLst/>
            <a:gdLst/>
            <a:ahLst/>
            <a:cxnLst/>
            <a:rect l="l" t="t" r="r" b="b"/>
            <a:pathLst>
              <a:path w="2590800" h="1828800">
                <a:moveTo>
                  <a:pt x="0" y="0"/>
                </a:moveTo>
                <a:lnTo>
                  <a:pt x="2590800" y="0"/>
                </a:lnTo>
                <a:lnTo>
                  <a:pt x="2590800" y="1828800"/>
                </a:lnTo>
                <a:lnTo>
                  <a:pt x="0" y="1828800"/>
                </a:lnTo>
                <a:close/>
              </a:path>
            </a:pathLst>
          </a:cu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5905500" y="2598920"/>
            <a:ext cx="2667000" cy="1801630"/>
          </a:xfrm>
          <a:custGeom>
            <a:avLst/>
            <a:gdLst/>
            <a:ahLst/>
            <a:cxnLst/>
            <a:rect l="l" t="t" r="r" b="b"/>
            <a:pathLst>
              <a:path w="2667000" h="1801630">
                <a:moveTo>
                  <a:pt x="0" y="0"/>
                </a:moveTo>
                <a:lnTo>
                  <a:pt x="2667000" y="0"/>
                </a:lnTo>
                <a:lnTo>
                  <a:pt x="2667000" y="1801630"/>
                </a:lnTo>
                <a:lnTo>
                  <a:pt x="0" y="180163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3238500" y="2598920"/>
            <a:ext cx="2667000" cy="1801630"/>
          </a:xfrm>
          <a:custGeom>
            <a:avLst/>
            <a:gdLst/>
            <a:ahLst/>
            <a:cxnLst/>
            <a:rect l="l" t="t" r="r" b="b"/>
            <a:pathLst>
              <a:path w="2667000" h="1801630">
                <a:moveTo>
                  <a:pt x="0" y="0"/>
                </a:moveTo>
                <a:lnTo>
                  <a:pt x="2667000" y="0"/>
                </a:lnTo>
                <a:lnTo>
                  <a:pt x="2667000" y="1801630"/>
                </a:lnTo>
                <a:lnTo>
                  <a:pt x="0" y="180163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3238500" y="1303520"/>
            <a:ext cx="2667000" cy="1295400"/>
          </a:xfrm>
          <a:custGeom>
            <a:avLst/>
            <a:gdLst/>
            <a:ahLst/>
            <a:cxnLst/>
            <a:rect l="l" t="t" r="r" b="b"/>
            <a:pathLst>
              <a:path w="2667000" h="1295400">
                <a:moveTo>
                  <a:pt x="0" y="0"/>
                </a:moveTo>
                <a:lnTo>
                  <a:pt x="2667000" y="0"/>
                </a:lnTo>
                <a:lnTo>
                  <a:pt x="2667000" y="1295400"/>
                </a:lnTo>
                <a:lnTo>
                  <a:pt x="0" y="12954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1905000" y="3105150"/>
            <a:ext cx="1333500" cy="1295400"/>
          </a:xfrm>
          <a:custGeom>
            <a:avLst/>
            <a:gdLst/>
            <a:ahLst/>
            <a:cxnLst/>
            <a:rect l="l" t="t" r="r" b="b"/>
            <a:pathLst>
              <a:path w="1333500" h="1295400">
                <a:moveTo>
                  <a:pt x="0" y="0"/>
                </a:moveTo>
                <a:lnTo>
                  <a:pt x="1333500" y="0"/>
                </a:lnTo>
                <a:lnTo>
                  <a:pt x="1333500" y="1295400"/>
                </a:lnTo>
                <a:lnTo>
                  <a:pt x="0" y="12954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571500" y="3105150"/>
            <a:ext cx="1333500" cy="1295400"/>
          </a:xfrm>
          <a:custGeom>
            <a:avLst/>
            <a:gdLst/>
            <a:ahLst/>
            <a:cxnLst/>
            <a:rect l="l" t="t" r="r" b="b"/>
            <a:pathLst>
              <a:path w="1333500" h="1295400">
                <a:moveTo>
                  <a:pt x="0" y="0"/>
                </a:moveTo>
                <a:lnTo>
                  <a:pt x="1333500" y="0"/>
                </a:lnTo>
                <a:lnTo>
                  <a:pt x="1333500" y="1295400"/>
                </a:lnTo>
                <a:lnTo>
                  <a:pt x="0" y="12954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71500" y="1303520"/>
            <a:ext cx="2667000" cy="1801630"/>
          </a:xfrm>
          <a:custGeom>
            <a:avLst/>
            <a:gdLst/>
            <a:ahLst/>
            <a:cxnLst/>
            <a:rect l="l" t="t" r="r" b="b"/>
            <a:pathLst>
              <a:path w="2667000" h="1801630">
                <a:moveTo>
                  <a:pt x="0" y="0"/>
                </a:moveTo>
                <a:lnTo>
                  <a:pt x="2667000" y="0"/>
                </a:lnTo>
                <a:lnTo>
                  <a:pt x="2667000" y="1801630"/>
                </a:lnTo>
                <a:lnTo>
                  <a:pt x="0" y="180163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7238996" y="1304928"/>
            <a:ext cx="1333500" cy="1295400"/>
          </a:xfrm>
          <a:custGeom>
            <a:avLst/>
            <a:gdLst/>
            <a:ahLst/>
            <a:cxnLst/>
            <a:rect l="l" t="t" r="r" b="b"/>
            <a:pathLst>
              <a:path w="1333500" h="1295400">
                <a:moveTo>
                  <a:pt x="0" y="0"/>
                </a:moveTo>
                <a:lnTo>
                  <a:pt x="1333500" y="0"/>
                </a:lnTo>
                <a:lnTo>
                  <a:pt x="1333500" y="1295400"/>
                </a:lnTo>
                <a:lnTo>
                  <a:pt x="0" y="12954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5905496" y="1304928"/>
            <a:ext cx="1333500" cy="1295400"/>
          </a:xfrm>
          <a:custGeom>
            <a:avLst/>
            <a:gdLst/>
            <a:ahLst/>
            <a:cxnLst/>
            <a:rect l="l" t="t" r="r" b="b"/>
            <a:pathLst>
              <a:path w="1333500" h="1295400">
                <a:moveTo>
                  <a:pt x="0" y="0"/>
                </a:moveTo>
                <a:lnTo>
                  <a:pt x="1333500" y="0"/>
                </a:lnTo>
                <a:lnTo>
                  <a:pt x="1333500" y="1295400"/>
                </a:lnTo>
                <a:lnTo>
                  <a:pt x="0" y="12954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1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33400" y="1581150"/>
            <a:ext cx="3657600" cy="2677930"/>
          </a:xfrm>
          <a:custGeom>
            <a:avLst/>
            <a:gdLst/>
            <a:ahLst/>
            <a:cxnLst/>
            <a:rect l="l" t="t" r="r" b="b"/>
            <a:pathLst>
              <a:path w="3505200" h="2677930">
                <a:moveTo>
                  <a:pt x="0" y="0"/>
                </a:moveTo>
                <a:lnTo>
                  <a:pt x="3505200" y="0"/>
                </a:lnTo>
                <a:lnTo>
                  <a:pt x="3505200" y="2677930"/>
                </a:lnTo>
                <a:lnTo>
                  <a:pt x="0" y="267793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0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953000" y="1581150"/>
            <a:ext cx="3657600" cy="2677930"/>
          </a:xfrm>
          <a:custGeom>
            <a:avLst/>
            <a:gdLst/>
            <a:ahLst/>
            <a:cxnLst/>
            <a:rect l="l" t="t" r="r" b="b"/>
            <a:pathLst>
              <a:path w="3505200" h="2677930">
                <a:moveTo>
                  <a:pt x="0" y="0"/>
                </a:moveTo>
                <a:lnTo>
                  <a:pt x="3505200" y="0"/>
                </a:lnTo>
                <a:lnTo>
                  <a:pt x="3505200" y="2677930"/>
                </a:lnTo>
                <a:lnTo>
                  <a:pt x="0" y="267793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8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7"/>
          </p:nvPr>
        </p:nvSpPr>
        <p:spPr>
          <a:xfrm>
            <a:off x="6769354" y="301271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4630087" y="301271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2527047" y="301271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69647" y="301271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6769354" y="1428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4630087" y="1428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27047" y="1428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69647" y="1428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2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6769354" y="1809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4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4669451" y="1809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69549" y="1809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69647" y="1809750"/>
            <a:ext cx="1905000" cy="1371600"/>
          </a:xfrm>
          <a:custGeom>
            <a:avLst/>
            <a:gdLst/>
            <a:ahLst/>
            <a:cxnLst/>
            <a:rect l="l" t="t" r="r" b="b"/>
            <a:pathLst>
              <a:path w="1905000" h="1371600">
                <a:moveTo>
                  <a:pt x="0" y="0"/>
                </a:moveTo>
                <a:lnTo>
                  <a:pt x="1905000" y="0"/>
                </a:lnTo>
                <a:lnTo>
                  <a:pt x="1905000" y="1371600"/>
                </a:lnTo>
                <a:lnTo>
                  <a:pt x="0" y="1371600"/>
                </a:ln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8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47254" y="1352550"/>
            <a:ext cx="2800588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10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/>
          <p:cNvSpPr>
            <a:spLocks noGrp="1"/>
          </p:cNvSpPr>
          <p:nvPr>
            <p:ph type="pic" sz="quarter" idx="19"/>
          </p:nvPr>
        </p:nvSpPr>
        <p:spPr>
          <a:xfrm>
            <a:off x="7223720" y="3032405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8"/>
          </p:nvPr>
        </p:nvSpPr>
        <p:spPr>
          <a:xfrm>
            <a:off x="5604470" y="3032405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>
          <a:xfrm>
            <a:off x="3985220" y="3032405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>
          <a:xfrm>
            <a:off x="2365970" y="3032405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746720" y="3032405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7223720" y="1323522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5604470" y="1323522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3985220" y="1323522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2365970" y="1323522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746720" y="1323522"/>
            <a:ext cx="1173560" cy="1173560"/>
          </a:xfrm>
          <a:custGeom>
            <a:avLst/>
            <a:gdLst/>
            <a:ahLst/>
            <a:cxnLst/>
            <a:rect l="l" t="t" r="r" b="b"/>
            <a:pathLst>
              <a:path w="1173560" h="1173560">
                <a:moveTo>
                  <a:pt x="586780" y="0"/>
                </a:moveTo>
                <a:cubicBezTo>
                  <a:pt x="910850" y="0"/>
                  <a:pt x="1173560" y="262710"/>
                  <a:pt x="1173560" y="586780"/>
                </a:cubicBezTo>
                <a:cubicBezTo>
                  <a:pt x="1173560" y="910850"/>
                  <a:pt x="910850" y="1173560"/>
                  <a:pt x="586780" y="1173560"/>
                </a:cubicBezTo>
                <a:cubicBezTo>
                  <a:pt x="262710" y="1173560"/>
                  <a:pt x="0" y="910850"/>
                  <a:pt x="0" y="586780"/>
                </a:cubicBezTo>
                <a:cubicBezTo>
                  <a:pt x="0" y="262710"/>
                  <a:pt x="262710" y="0"/>
                  <a:pt x="58678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07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00" y="39500"/>
            <a:ext cx="5143500" cy="5143500"/>
          </a:xfrm>
          <a:prstGeom prst="rect">
            <a:avLst/>
          </a:prstGeom>
        </p:spPr>
      </p:pic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 rot="20780657">
            <a:off x="1939784" y="1612951"/>
            <a:ext cx="1479168" cy="2068685"/>
          </a:xfrm>
          <a:custGeom>
            <a:avLst/>
            <a:gdLst/>
            <a:ahLst/>
            <a:cxnLst/>
            <a:rect l="l" t="t" r="r" b="b"/>
            <a:pathLst>
              <a:path w="1479168" h="2068685">
                <a:moveTo>
                  <a:pt x="1479168" y="10249"/>
                </a:moveTo>
                <a:lnTo>
                  <a:pt x="1440968" y="1909047"/>
                </a:lnTo>
                <a:lnTo>
                  <a:pt x="10889" y="2068685"/>
                </a:lnTo>
                <a:cubicBezTo>
                  <a:pt x="10167" y="1397380"/>
                  <a:pt x="722" y="671305"/>
                  <a:pt x="0" y="0"/>
                </a:cubicBezTo>
                <a:close/>
              </a:path>
            </a:pathLst>
          </a:cu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36" y="95250"/>
            <a:ext cx="6861964" cy="5143500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05400" y="1504950"/>
            <a:ext cx="5638800" cy="274320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77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247" y="276225"/>
            <a:ext cx="2713186" cy="4552950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195060" y="1242060"/>
            <a:ext cx="1493520" cy="263652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27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61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3101181" y="1654175"/>
            <a:ext cx="2941638" cy="1292376"/>
            <a:chOff x="3124200" y="1504950"/>
            <a:chExt cx="2941638" cy="1292376"/>
          </a:xfrm>
        </p:grpSpPr>
        <p:sp>
          <p:nvSpPr>
            <p:cNvPr id="15" name="TextBox 14"/>
            <p:cNvSpPr txBox="1"/>
            <p:nvPr/>
          </p:nvSpPr>
          <p:spPr>
            <a:xfrm>
              <a:off x="3124200" y="1504950"/>
              <a:ext cx="282000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 smtClean="0">
                  <a:solidFill>
                    <a:schemeClr val="bg1"/>
                  </a:solidFill>
                  <a:cs typeface="Arial" pitchFamily="34" charset="0"/>
                </a:rPr>
                <a:t>mango</a:t>
              </a:r>
              <a:endParaRPr lang="en-US" sz="6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5638800" y="1797050"/>
              <a:ext cx="427038" cy="290513"/>
            </a:xfrm>
            <a:custGeom>
              <a:avLst/>
              <a:gdLst>
                <a:gd name="T0" fmla="*/ 16125 w 16126"/>
                <a:gd name="T1" fmla="*/ 207 h 11008"/>
                <a:gd name="T2" fmla="*/ 16125 w 16126"/>
                <a:gd name="T3" fmla="*/ 148 h 11008"/>
                <a:gd name="T4" fmla="*/ 16124 w 16126"/>
                <a:gd name="T5" fmla="*/ 89 h 11008"/>
                <a:gd name="T6" fmla="*/ 16123 w 16126"/>
                <a:gd name="T7" fmla="*/ 30 h 11008"/>
                <a:gd name="T8" fmla="*/ 15610 w 16126"/>
                <a:gd name="T9" fmla="*/ 323 h 11008"/>
                <a:gd name="T10" fmla="*/ 14527 w 16126"/>
                <a:gd name="T11" fmla="*/ 836 h 11008"/>
                <a:gd name="T12" fmla="*/ 13385 w 16126"/>
                <a:gd name="T13" fmla="*/ 1209 h 11008"/>
                <a:gd name="T14" fmla="*/ 12197 w 16126"/>
                <a:gd name="T15" fmla="*/ 1476 h 11008"/>
                <a:gd name="T16" fmla="*/ 10980 w 16126"/>
                <a:gd name="T17" fmla="*/ 1674 h 11008"/>
                <a:gd name="T18" fmla="*/ 9751 w 16126"/>
                <a:gd name="T19" fmla="*/ 1842 h 11008"/>
                <a:gd name="T20" fmla="*/ 8523 w 16126"/>
                <a:gd name="T21" fmla="*/ 2015 h 11008"/>
                <a:gd name="T22" fmla="*/ 7314 w 16126"/>
                <a:gd name="T23" fmla="*/ 2231 h 11008"/>
                <a:gd name="T24" fmla="*/ 6137 w 16126"/>
                <a:gd name="T25" fmla="*/ 2526 h 11008"/>
                <a:gd name="T26" fmla="*/ 5012 w 16126"/>
                <a:gd name="T27" fmla="*/ 2938 h 11008"/>
                <a:gd name="T28" fmla="*/ 3952 w 16126"/>
                <a:gd name="T29" fmla="*/ 3503 h 11008"/>
                <a:gd name="T30" fmla="*/ 2973 w 16126"/>
                <a:gd name="T31" fmla="*/ 4259 h 11008"/>
                <a:gd name="T32" fmla="*/ 2091 w 16126"/>
                <a:gd name="T33" fmla="*/ 5243 h 11008"/>
                <a:gd name="T34" fmla="*/ 1323 w 16126"/>
                <a:gd name="T35" fmla="*/ 6490 h 11008"/>
                <a:gd name="T36" fmla="*/ 683 w 16126"/>
                <a:gd name="T37" fmla="*/ 8038 h 11008"/>
                <a:gd name="T38" fmla="*/ 188 w 16126"/>
                <a:gd name="T39" fmla="*/ 9926 h 11008"/>
                <a:gd name="T40" fmla="*/ 360 w 16126"/>
                <a:gd name="T41" fmla="*/ 10502 h 11008"/>
                <a:gd name="T42" fmla="*/ 1136 w 16126"/>
                <a:gd name="T43" fmla="*/ 9562 h 11008"/>
                <a:gd name="T44" fmla="*/ 1977 w 16126"/>
                <a:gd name="T45" fmla="*/ 8708 h 11008"/>
                <a:gd name="T46" fmla="*/ 2878 w 16126"/>
                <a:gd name="T47" fmla="*/ 7931 h 11008"/>
                <a:gd name="T48" fmla="*/ 3830 w 16126"/>
                <a:gd name="T49" fmla="*/ 7218 h 11008"/>
                <a:gd name="T50" fmla="*/ 4827 w 16126"/>
                <a:gd name="T51" fmla="*/ 6561 h 11008"/>
                <a:gd name="T52" fmla="*/ 5860 w 16126"/>
                <a:gd name="T53" fmla="*/ 5947 h 11008"/>
                <a:gd name="T54" fmla="*/ 6923 w 16126"/>
                <a:gd name="T55" fmla="*/ 5366 h 11008"/>
                <a:gd name="T56" fmla="*/ 8009 w 16126"/>
                <a:gd name="T57" fmla="*/ 4807 h 11008"/>
                <a:gd name="T58" fmla="*/ 9110 w 16126"/>
                <a:gd name="T59" fmla="*/ 4260 h 11008"/>
                <a:gd name="T60" fmla="*/ 10218 w 16126"/>
                <a:gd name="T61" fmla="*/ 3713 h 11008"/>
                <a:gd name="T62" fmla="*/ 11327 w 16126"/>
                <a:gd name="T63" fmla="*/ 3157 h 11008"/>
                <a:gd name="T64" fmla="*/ 12429 w 16126"/>
                <a:gd name="T65" fmla="*/ 2579 h 11008"/>
                <a:gd name="T66" fmla="*/ 13516 w 16126"/>
                <a:gd name="T67" fmla="*/ 1970 h 11008"/>
                <a:gd name="T68" fmla="*/ 14583 w 16126"/>
                <a:gd name="T69" fmla="*/ 1317 h 11008"/>
                <a:gd name="T70" fmla="*/ 15621 w 16126"/>
                <a:gd name="T71" fmla="*/ 612 h 1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26" h="11008">
                  <a:moveTo>
                    <a:pt x="16126" y="236"/>
                  </a:moveTo>
                  <a:lnTo>
                    <a:pt x="16125" y="207"/>
                  </a:lnTo>
                  <a:lnTo>
                    <a:pt x="16125" y="178"/>
                  </a:lnTo>
                  <a:lnTo>
                    <a:pt x="16125" y="148"/>
                  </a:lnTo>
                  <a:lnTo>
                    <a:pt x="16124" y="119"/>
                  </a:lnTo>
                  <a:lnTo>
                    <a:pt x="16124" y="89"/>
                  </a:lnTo>
                  <a:lnTo>
                    <a:pt x="16124" y="60"/>
                  </a:lnTo>
                  <a:lnTo>
                    <a:pt x="16123" y="30"/>
                  </a:lnTo>
                  <a:lnTo>
                    <a:pt x="16123" y="0"/>
                  </a:lnTo>
                  <a:lnTo>
                    <a:pt x="15610" y="323"/>
                  </a:lnTo>
                  <a:lnTo>
                    <a:pt x="15077" y="600"/>
                  </a:lnTo>
                  <a:lnTo>
                    <a:pt x="14527" y="836"/>
                  </a:lnTo>
                  <a:lnTo>
                    <a:pt x="13963" y="1038"/>
                  </a:lnTo>
                  <a:lnTo>
                    <a:pt x="13385" y="1209"/>
                  </a:lnTo>
                  <a:lnTo>
                    <a:pt x="12796" y="1353"/>
                  </a:lnTo>
                  <a:lnTo>
                    <a:pt x="12197" y="1476"/>
                  </a:lnTo>
                  <a:lnTo>
                    <a:pt x="11592" y="1581"/>
                  </a:lnTo>
                  <a:lnTo>
                    <a:pt x="10980" y="1674"/>
                  </a:lnTo>
                  <a:lnTo>
                    <a:pt x="10366" y="1760"/>
                  </a:lnTo>
                  <a:lnTo>
                    <a:pt x="9751" y="1842"/>
                  </a:lnTo>
                  <a:lnTo>
                    <a:pt x="9135" y="1925"/>
                  </a:lnTo>
                  <a:lnTo>
                    <a:pt x="8523" y="2015"/>
                  </a:lnTo>
                  <a:lnTo>
                    <a:pt x="7915" y="2115"/>
                  </a:lnTo>
                  <a:lnTo>
                    <a:pt x="7314" y="2231"/>
                  </a:lnTo>
                  <a:lnTo>
                    <a:pt x="6720" y="2366"/>
                  </a:lnTo>
                  <a:lnTo>
                    <a:pt x="6137" y="2526"/>
                  </a:lnTo>
                  <a:lnTo>
                    <a:pt x="5567" y="2715"/>
                  </a:lnTo>
                  <a:lnTo>
                    <a:pt x="5012" y="2938"/>
                  </a:lnTo>
                  <a:lnTo>
                    <a:pt x="4473" y="3199"/>
                  </a:lnTo>
                  <a:lnTo>
                    <a:pt x="3952" y="3503"/>
                  </a:lnTo>
                  <a:lnTo>
                    <a:pt x="3451" y="3855"/>
                  </a:lnTo>
                  <a:lnTo>
                    <a:pt x="2973" y="4259"/>
                  </a:lnTo>
                  <a:lnTo>
                    <a:pt x="2519" y="4720"/>
                  </a:lnTo>
                  <a:lnTo>
                    <a:pt x="2091" y="5243"/>
                  </a:lnTo>
                  <a:lnTo>
                    <a:pt x="1693" y="5831"/>
                  </a:lnTo>
                  <a:lnTo>
                    <a:pt x="1323" y="6490"/>
                  </a:lnTo>
                  <a:lnTo>
                    <a:pt x="987" y="7224"/>
                  </a:lnTo>
                  <a:lnTo>
                    <a:pt x="683" y="8038"/>
                  </a:lnTo>
                  <a:lnTo>
                    <a:pt x="417" y="8937"/>
                  </a:lnTo>
                  <a:lnTo>
                    <a:pt x="188" y="9926"/>
                  </a:lnTo>
                  <a:lnTo>
                    <a:pt x="0" y="11008"/>
                  </a:lnTo>
                  <a:lnTo>
                    <a:pt x="360" y="10502"/>
                  </a:lnTo>
                  <a:lnTo>
                    <a:pt x="740" y="10020"/>
                  </a:lnTo>
                  <a:lnTo>
                    <a:pt x="1136" y="9562"/>
                  </a:lnTo>
                  <a:lnTo>
                    <a:pt x="1549" y="9124"/>
                  </a:lnTo>
                  <a:lnTo>
                    <a:pt x="1977" y="8708"/>
                  </a:lnTo>
                  <a:lnTo>
                    <a:pt x="2420" y="8310"/>
                  </a:lnTo>
                  <a:lnTo>
                    <a:pt x="2878" y="7931"/>
                  </a:lnTo>
                  <a:lnTo>
                    <a:pt x="3348" y="7566"/>
                  </a:lnTo>
                  <a:lnTo>
                    <a:pt x="3830" y="7218"/>
                  </a:lnTo>
                  <a:lnTo>
                    <a:pt x="4324" y="6883"/>
                  </a:lnTo>
                  <a:lnTo>
                    <a:pt x="4827" y="6561"/>
                  </a:lnTo>
                  <a:lnTo>
                    <a:pt x="5339" y="6249"/>
                  </a:lnTo>
                  <a:lnTo>
                    <a:pt x="5860" y="5947"/>
                  </a:lnTo>
                  <a:lnTo>
                    <a:pt x="6389" y="5654"/>
                  </a:lnTo>
                  <a:lnTo>
                    <a:pt x="6923" y="5366"/>
                  </a:lnTo>
                  <a:lnTo>
                    <a:pt x="7464" y="5084"/>
                  </a:lnTo>
                  <a:lnTo>
                    <a:pt x="8009" y="4807"/>
                  </a:lnTo>
                  <a:lnTo>
                    <a:pt x="8558" y="4533"/>
                  </a:lnTo>
                  <a:lnTo>
                    <a:pt x="9110" y="4260"/>
                  </a:lnTo>
                  <a:lnTo>
                    <a:pt x="9664" y="3987"/>
                  </a:lnTo>
                  <a:lnTo>
                    <a:pt x="10218" y="3713"/>
                  </a:lnTo>
                  <a:lnTo>
                    <a:pt x="10773" y="3437"/>
                  </a:lnTo>
                  <a:lnTo>
                    <a:pt x="11327" y="3157"/>
                  </a:lnTo>
                  <a:lnTo>
                    <a:pt x="11879" y="2871"/>
                  </a:lnTo>
                  <a:lnTo>
                    <a:pt x="12429" y="2579"/>
                  </a:lnTo>
                  <a:lnTo>
                    <a:pt x="12975" y="2279"/>
                  </a:lnTo>
                  <a:lnTo>
                    <a:pt x="13516" y="1970"/>
                  </a:lnTo>
                  <a:lnTo>
                    <a:pt x="14053" y="1649"/>
                  </a:lnTo>
                  <a:lnTo>
                    <a:pt x="14583" y="1317"/>
                  </a:lnTo>
                  <a:lnTo>
                    <a:pt x="15106" y="972"/>
                  </a:lnTo>
                  <a:lnTo>
                    <a:pt x="15621" y="612"/>
                  </a:lnTo>
                  <a:lnTo>
                    <a:pt x="16126" y="2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5638800" y="1803400"/>
              <a:ext cx="427038" cy="287338"/>
            </a:xfrm>
            <a:custGeom>
              <a:avLst/>
              <a:gdLst>
                <a:gd name="T0" fmla="*/ 516 w 16140"/>
                <a:gd name="T1" fmla="*/ 10519 h 10839"/>
                <a:gd name="T2" fmla="*/ 1636 w 16140"/>
                <a:gd name="T3" fmla="*/ 10012 h 10839"/>
                <a:gd name="T4" fmla="*/ 2852 w 16140"/>
                <a:gd name="T5" fmla="*/ 9650 h 10839"/>
                <a:gd name="T6" fmla="*/ 4138 w 16140"/>
                <a:gd name="T7" fmla="*/ 9395 h 10839"/>
                <a:gd name="T8" fmla="*/ 5469 w 16140"/>
                <a:gd name="T9" fmla="*/ 9210 h 10839"/>
                <a:gd name="T10" fmla="*/ 6822 w 16140"/>
                <a:gd name="T11" fmla="*/ 9059 h 10839"/>
                <a:gd name="T12" fmla="*/ 8173 w 16140"/>
                <a:gd name="T13" fmla="*/ 8903 h 10839"/>
                <a:gd name="T14" fmla="*/ 9495 w 16140"/>
                <a:gd name="T15" fmla="*/ 8704 h 10839"/>
                <a:gd name="T16" fmla="*/ 10765 w 16140"/>
                <a:gd name="T17" fmla="*/ 8426 h 10839"/>
                <a:gd name="T18" fmla="*/ 11958 w 16140"/>
                <a:gd name="T19" fmla="*/ 8030 h 10839"/>
                <a:gd name="T20" fmla="*/ 13049 w 16140"/>
                <a:gd name="T21" fmla="*/ 7479 h 10839"/>
                <a:gd name="T22" fmla="*/ 14015 w 16140"/>
                <a:gd name="T23" fmla="*/ 6735 h 10839"/>
                <a:gd name="T24" fmla="*/ 14830 w 16140"/>
                <a:gd name="T25" fmla="*/ 5761 h 10839"/>
                <a:gd name="T26" fmla="*/ 15469 w 16140"/>
                <a:gd name="T27" fmla="*/ 4520 h 10839"/>
                <a:gd name="T28" fmla="*/ 15909 w 16140"/>
                <a:gd name="T29" fmla="*/ 2974 h 10839"/>
                <a:gd name="T30" fmla="*/ 16124 w 16140"/>
                <a:gd name="T31" fmla="*/ 1085 h 10839"/>
                <a:gd name="T32" fmla="*/ 15718 w 16140"/>
                <a:gd name="T33" fmla="*/ 475 h 10839"/>
                <a:gd name="T34" fmla="*/ 14845 w 16140"/>
                <a:gd name="T35" fmla="*/ 1321 h 10839"/>
                <a:gd name="T36" fmla="*/ 13934 w 16140"/>
                <a:gd name="T37" fmla="*/ 2050 h 10839"/>
                <a:gd name="T38" fmla="*/ 12989 w 16140"/>
                <a:gd name="T39" fmla="*/ 2679 h 10839"/>
                <a:gd name="T40" fmla="*/ 12015 w 16140"/>
                <a:gd name="T41" fmla="*/ 3232 h 10839"/>
                <a:gd name="T42" fmla="*/ 11016 w 16140"/>
                <a:gd name="T43" fmla="*/ 3727 h 10839"/>
                <a:gd name="T44" fmla="*/ 9996 w 16140"/>
                <a:gd name="T45" fmla="*/ 4188 h 10839"/>
                <a:gd name="T46" fmla="*/ 8958 w 16140"/>
                <a:gd name="T47" fmla="*/ 4633 h 10839"/>
                <a:gd name="T48" fmla="*/ 7907 w 16140"/>
                <a:gd name="T49" fmla="*/ 5084 h 10839"/>
                <a:gd name="T50" fmla="*/ 6846 w 16140"/>
                <a:gd name="T51" fmla="*/ 5562 h 10839"/>
                <a:gd name="T52" fmla="*/ 5781 w 16140"/>
                <a:gd name="T53" fmla="*/ 6088 h 10839"/>
                <a:gd name="T54" fmla="*/ 4715 w 16140"/>
                <a:gd name="T55" fmla="*/ 6681 h 10839"/>
                <a:gd name="T56" fmla="*/ 3652 w 16140"/>
                <a:gd name="T57" fmla="*/ 7364 h 10839"/>
                <a:gd name="T58" fmla="*/ 2596 w 16140"/>
                <a:gd name="T59" fmla="*/ 8157 h 10839"/>
                <a:gd name="T60" fmla="*/ 1550 w 16140"/>
                <a:gd name="T61" fmla="*/ 9080 h 10839"/>
                <a:gd name="T62" fmla="*/ 521 w 16140"/>
                <a:gd name="T63" fmla="*/ 10156 h 10839"/>
                <a:gd name="T64" fmla="*/ 9 w 16140"/>
                <a:gd name="T65" fmla="*/ 10777 h 10839"/>
                <a:gd name="T66" fmla="*/ 3 w 16140"/>
                <a:gd name="T67" fmla="*/ 10819 h 10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140" h="10839">
                  <a:moveTo>
                    <a:pt x="0" y="10839"/>
                  </a:moveTo>
                  <a:lnTo>
                    <a:pt x="516" y="10519"/>
                  </a:lnTo>
                  <a:lnTo>
                    <a:pt x="1063" y="10244"/>
                  </a:lnTo>
                  <a:lnTo>
                    <a:pt x="1636" y="10012"/>
                  </a:lnTo>
                  <a:lnTo>
                    <a:pt x="2233" y="9814"/>
                  </a:lnTo>
                  <a:lnTo>
                    <a:pt x="2852" y="9650"/>
                  </a:lnTo>
                  <a:lnTo>
                    <a:pt x="3487" y="9511"/>
                  </a:lnTo>
                  <a:lnTo>
                    <a:pt x="4138" y="9395"/>
                  </a:lnTo>
                  <a:lnTo>
                    <a:pt x="4800" y="9296"/>
                  </a:lnTo>
                  <a:lnTo>
                    <a:pt x="5469" y="9210"/>
                  </a:lnTo>
                  <a:lnTo>
                    <a:pt x="6144" y="9133"/>
                  </a:lnTo>
                  <a:lnTo>
                    <a:pt x="6822" y="9059"/>
                  </a:lnTo>
                  <a:lnTo>
                    <a:pt x="7499" y="8984"/>
                  </a:lnTo>
                  <a:lnTo>
                    <a:pt x="8173" y="8903"/>
                  </a:lnTo>
                  <a:lnTo>
                    <a:pt x="8839" y="8811"/>
                  </a:lnTo>
                  <a:lnTo>
                    <a:pt x="9495" y="8704"/>
                  </a:lnTo>
                  <a:lnTo>
                    <a:pt x="10138" y="8577"/>
                  </a:lnTo>
                  <a:lnTo>
                    <a:pt x="10765" y="8426"/>
                  </a:lnTo>
                  <a:lnTo>
                    <a:pt x="11373" y="8244"/>
                  </a:lnTo>
                  <a:lnTo>
                    <a:pt x="11958" y="8030"/>
                  </a:lnTo>
                  <a:lnTo>
                    <a:pt x="12518" y="7775"/>
                  </a:lnTo>
                  <a:lnTo>
                    <a:pt x="13049" y="7479"/>
                  </a:lnTo>
                  <a:lnTo>
                    <a:pt x="13550" y="7133"/>
                  </a:lnTo>
                  <a:lnTo>
                    <a:pt x="14015" y="6735"/>
                  </a:lnTo>
                  <a:lnTo>
                    <a:pt x="14443" y="6279"/>
                  </a:lnTo>
                  <a:lnTo>
                    <a:pt x="14830" y="5761"/>
                  </a:lnTo>
                  <a:lnTo>
                    <a:pt x="15173" y="5176"/>
                  </a:lnTo>
                  <a:lnTo>
                    <a:pt x="15469" y="4520"/>
                  </a:lnTo>
                  <a:lnTo>
                    <a:pt x="15715" y="3787"/>
                  </a:lnTo>
                  <a:lnTo>
                    <a:pt x="15909" y="2974"/>
                  </a:lnTo>
                  <a:lnTo>
                    <a:pt x="16046" y="2074"/>
                  </a:lnTo>
                  <a:lnTo>
                    <a:pt x="16124" y="1085"/>
                  </a:lnTo>
                  <a:lnTo>
                    <a:pt x="16140" y="0"/>
                  </a:lnTo>
                  <a:lnTo>
                    <a:pt x="15718" y="475"/>
                  </a:lnTo>
                  <a:lnTo>
                    <a:pt x="15287" y="914"/>
                  </a:lnTo>
                  <a:lnTo>
                    <a:pt x="14845" y="1321"/>
                  </a:lnTo>
                  <a:lnTo>
                    <a:pt x="14394" y="1699"/>
                  </a:lnTo>
                  <a:lnTo>
                    <a:pt x="13934" y="2050"/>
                  </a:lnTo>
                  <a:lnTo>
                    <a:pt x="13465" y="2375"/>
                  </a:lnTo>
                  <a:lnTo>
                    <a:pt x="12989" y="2679"/>
                  </a:lnTo>
                  <a:lnTo>
                    <a:pt x="12505" y="2964"/>
                  </a:lnTo>
                  <a:lnTo>
                    <a:pt x="12015" y="3232"/>
                  </a:lnTo>
                  <a:lnTo>
                    <a:pt x="11518" y="3486"/>
                  </a:lnTo>
                  <a:lnTo>
                    <a:pt x="11016" y="3727"/>
                  </a:lnTo>
                  <a:lnTo>
                    <a:pt x="10508" y="3961"/>
                  </a:lnTo>
                  <a:lnTo>
                    <a:pt x="9996" y="4188"/>
                  </a:lnTo>
                  <a:lnTo>
                    <a:pt x="9478" y="4411"/>
                  </a:lnTo>
                  <a:lnTo>
                    <a:pt x="8958" y="4633"/>
                  </a:lnTo>
                  <a:lnTo>
                    <a:pt x="8433" y="4857"/>
                  </a:lnTo>
                  <a:lnTo>
                    <a:pt x="7907" y="5084"/>
                  </a:lnTo>
                  <a:lnTo>
                    <a:pt x="7377" y="5318"/>
                  </a:lnTo>
                  <a:lnTo>
                    <a:pt x="6846" y="5562"/>
                  </a:lnTo>
                  <a:lnTo>
                    <a:pt x="6315" y="5818"/>
                  </a:lnTo>
                  <a:lnTo>
                    <a:pt x="5781" y="6088"/>
                  </a:lnTo>
                  <a:lnTo>
                    <a:pt x="5249" y="6375"/>
                  </a:lnTo>
                  <a:lnTo>
                    <a:pt x="4715" y="6681"/>
                  </a:lnTo>
                  <a:lnTo>
                    <a:pt x="4183" y="7010"/>
                  </a:lnTo>
                  <a:lnTo>
                    <a:pt x="3652" y="7364"/>
                  </a:lnTo>
                  <a:lnTo>
                    <a:pt x="3123" y="7746"/>
                  </a:lnTo>
                  <a:lnTo>
                    <a:pt x="2596" y="8157"/>
                  </a:lnTo>
                  <a:lnTo>
                    <a:pt x="2071" y="8601"/>
                  </a:lnTo>
                  <a:lnTo>
                    <a:pt x="1550" y="9080"/>
                  </a:lnTo>
                  <a:lnTo>
                    <a:pt x="1033" y="9598"/>
                  </a:lnTo>
                  <a:lnTo>
                    <a:pt x="521" y="10156"/>
                  </a:lnTo>
                  <a:lnTo>
                    <a:pt x="12" y="10757"/>
                  </a:lnTo>
                  <a:lnTo>
                    <a:pt x="9" y="10777"/>
                  </a:lnTo>
                  <a:lnTo>
                    <a:pt x="6" y="10797"/>
                  </a:lnTo>
                  <a:lnTo>
                    <a:pt x="3" y="10819"/>
                  </a:lnTo>
                  <a:lnTo>
                    <a:pt x="0" y="10839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4200" y="2489549"/>
              <a:ext cx="29416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spc="800" dirty="0" err="1" smtClean="0">
                  <a:solidFill>
                    <a:schemeClr val="bg1">
                      <a:lumMod val="95000"/>
                    </a:schemeClr>
                  </a:solidFill>
                </a:rPr>
                <a:t>CreativeSlides</a:t>
              </a:r>
              <a:endParaRPr lang="en-US" sz="1400" b="1" spc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202365" y="3108325"/>
            <a:ext cx="2668249" cy="381000"/>
          </a:xfrm>
          <a:prstGeom prst="roundRect">
            <a:avLst/>
          </a:prstGeom>
          <a:solidFill>
            <a:schemeClr val="accent5">
              <a:alpha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577431" y="3160326"/>
            <a:ext cx="204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Start Now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 rot="5400000">
            <a:off x="5605972" y="3237514"/>
            <a:ext cx="142240" cy="122622"/>
          </a:xfrm>
          <a:prstGeom prst="triangle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572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1">
                <a:alpha val="5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Welcome Message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542" y="1552379"/>
            <a:ext cx="533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doloremque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laudantium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totam</a:t>
            </a:r>
            <a:r>
              <a:rPr lang="en-US" sz="1100" dirty="0">
                <a:solidFill>
                  <a:schemeClr val="bg1"/>
                </a:solidFill>
              </a:rPr>
              <a:t> rem </a:t>
            </a:r>
            <a:r>
              <a:rPr lang="en-US" sz="1100" dirty="0" err="1">
                <a:solidFill>
                  <a:schemeClr val="bg1"/>
                </a:solidFill>
              </a:rPr>
              <a:t>aperiam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eaque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ipsa</a:t>
            </a:r>
            <a:r>
              <a:rPr lang="en-US" sz="1100" dirty="0">
                <a:solidFill>
                  <a:schemeClr val="bg1"/>
                </a:solidFill>
              </a:rPr>
              <a:t> quae </a:t>
            </a:r>
            <a:r>
              <a:rPr lang="en-US" sz="1100" dirty="0" err="1">
                <a:solidFill>
                  <a:schemeClr val="bg1"/>
                </a:solidFill>
              </a:rPr>
              <a:t>ab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illo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inventore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veritatis</a:t>
            </a:r>
            <a:r>
              <a:rPr lang="en-US" sz="1100" dirty="0">
                <a:solidFill>
                  <a:schemeClr val="bg1"/>
                </a:solidFill>
              </a:rPr>
              <a:t> et quasi </a:t>
            </a:r>
            <a:r>
              <a:rPr lang="en-US" sz="1100" dirty="0" err="1">
                <a:solidFill>
                  <a:schemeClr val="bg1"/>
                </a:solidFill>
              </a:rPr>
              <a:t>architecto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beatae</a:t>
            </a:r>
            <a:r>
              <a:rPr lang="en-US" sz="1100" dirty="0">
                <a:solidFill>
                  <a:schemeClr val="bg1"/>
                </a:solidFill>
              </a:rPr>
              <a:t> vitae dicta </a:t>
            </a:r>
            <a:r>
              <a:rPr lang="en-US" sz="1100" dirty="0" err="1">
                <a:solidFill>
                  <a:schemeClr val="bg1"/>
                </a:solidFill>
              </a:rPr>
              <a:t>sunt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explicabo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  <a:r>
              <a:rPr lang="en-US" sz="1100" dirty="0" err="1">
                <a:solidFill>
                  <a:schemeClr val="bg1"/>
                </a:solidFill>
              </a:rPr>
              <a:t>Nemo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enim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ipsam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quia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voluptas</a:t>
            </a:r>
            <a:r>
              <a:rPr lang="en-US" sz="1100" dirty="0">
                <a:solidFill>
                  <a:schemeClr val="bg1"/>
                </a:solidFill>
              </a:rPr>
              <a:t> sit </a:t>
            </a:r>
            <a:r>
              <a:rPr lang="en-US" sz="1100" dirty="0" err="1">
                <a:solidFill>
                  <a:schemeClr val="bg1"/>
                </a:solidFill>
              </a:rPr>
              <a:t>aspernatur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odit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aut</a:t>
            </a:r>
            <a:r>
              <a:rPr lang="en-US" sz="1100" dirty="0">
                <a:solidFill>
                  <a:schemeClr val="bg1"/>
                </a:solidFill>
              </a:rPr>
              <a:t> fugit, 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quia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consequuntur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magni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dolores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eos</a:t>
            </a:r>
            <a:r>
              <a:rPr lang="en-US" sz="1100" dirty="0">
                <a:solidFill>
                  <a:schemeClr val="bg1"/>
                </a:solidFill>
              </a:rPr>
              <a:t> qui </a:t>
            </a:r>
            <a:r>
              <a:rPr lang="en-US" sz="1100" dirty="0" err="1">
                <a:solidFill>
                  <a:schemeClr val="bg1"/>
                </a:solidFill>
              </a:rPr>
              <a:t>ratione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sequi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nesciunt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  <a:r>
              <a:rPr lang="en-US" sz="1100" dirty="0" err="1">
                <a:solidFill>
                  <a:schemeClr val="bg1"/>
                </a:solidFill>
              </a:rPr>
              <a:t>Neque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porro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quisquam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est</a:t>
            </a:r>
            <a:r>
              <a:rPr lang="en-US" sz="1100" dirty="0">
                <a:solidFill>
                  <a:schemeClr val="bg1"/>
                </a:solidFill>
              </a:rPr>
              <a:t>, qui </a:t>
            </a:r>
            <a:r>
              <a:rPr lang="en-US" sz="1100" dirty="0" err="1">
                <a:solidFill>
                  <a:schemeClr val="bg1"/>
                </a:solidFill>
              </a:rPr>
              <a:t>dolorem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ipsum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quia</a:t>
            </a:r>
            <a:r>
              <a:rPr lang="en-US" sz="1100" dirty="0">
                <a:solidFill>
                  <a:schemeClr val="bg1"/>
                </a:solidFill>
              </a:rPr>
              <a:t> dolor sit </a:t>
            </a:r>
            <a:r>
              <a:rPr lang="en-US" sz="1100" dirty="0" err="1">
                <a:solidFill>
                  <a:schemeClr val="bg1"/>
                </a:solidFill>
              </a:rPr>
              <a:t>amet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consectetur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adipisci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velit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quia</a:t>
            </a:r>
            <a:r>
              <a:rPr lang="en-US" sz="1100" dirty="0">
                <a:solidFill>
                  <a:schemeClr val="bg1"/>
                </a:solidFill>
              </a:rPr>
              <a:t> non </a:t>
            </a:r>
            <a:r>
              <a:rPr lang="en-US" sz="1100" dirty="0" err="1">
                <a:solidFill>
                  <a:schemeClr val="bg1"/>
                </a:solidFill>
              </a:rPr>
              <a:t>numquam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eius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modi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tempora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incidunt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labore</a:t>
            </a:r>
            <a:r>
              <a:rPr lang="en-US" sz="1100" dirty="0">
                <a:solidFill>
                  <a:schemeClr val="bg1"/>
                </a:solidFill>
              </a:rPr>
              <a:t> et </a:t>
            </a:r>
            <a:r>
              <a:rPr lang="en-US" sz="1100" dirty="0" err="1">
                <a:solidFill>
                  <a:schemeClr val="bg1"/>
                </a:solidFill>
              </a:rPr>
              <a:t>dolore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magnam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aliquam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quaerat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2602" y="4042523"/>
            <a:ext cx="1066800" cy="76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305300" y="3942123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John Doe, CEO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993122" y="3768139"/>
            <a:ext cx="753314" cy="649408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698500" sx="159000" sy="159000" algn="c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932662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Mango </a:t>
            </a:r>
            <a:r>
              <a:rPr lang="en-US" sz="1100" dirty="0" smtClean="0">
                <a:solidFill>
                  <a:schemeClr val="bg1"/>
                </a:solidFill>
              </a:rPr>
              <a:t>presentation | www.yourdomain.com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5598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+mj-lt"/>
              </a:rPr>
              <a:t>Company Profile</a:t>
            </a: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3" name="Straight Connector 22"/>
          <p:cNvCxnSpPr>
            <a:stCxn id="22" idx="1"/>
          </p:cNvCxnSpPr>
          <p:nvPr/>
        </p:nvCxnSpPr>
        <p:spPr>
          <a:xfrm flipH="1">
            <a:off x="2438400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22" idx="3"/>
          </p:cNvCxnSpPr>
          <p:nvPr/>
        </p:nvCxnSpPr>
        <p:spPr>
          <a:xfrm flipH="1">
            <a:off x="4724398" y="193389"/>
            <a:ext cx="441960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5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49703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5400000">
            <a:off x="4920218" y="1966811"/>
            <a:ext cx="1580242" cy="1362278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1079500" sx="104000" sy="104000" algn="ctr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03420" y="1722587"/>
            <a:ext cx="400050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inventore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veritatis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quasi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architecto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beatae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vitae dicta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explicabo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Nemo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enim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quia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aspernatur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odit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fugit,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quia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consequuntur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magni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qui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ratione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sequi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nesciunt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7741" y="3942100"/>
            <a:ext cx="1066800" cy="762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5379918" y="2458689"/>
            <a:ext cx="439086" cy="378522"/>
          </a:xfrm>
          <a:prstGeom prst="triangle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972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Company Profile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24" name="Straight Connector 23"/>
          <p:cNvCxnSpPr>
            <a:stCxn id="2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2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3420" y="52453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About Us</a:t>
            </a:r>
            <a:endParaRPr lang="en-US" sz="2800" dirty="0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64510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Company Profile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136" name="Straight Connector 135"/>
          <p:cNvCxnSpPr>
            <a:stCxn id="135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endCxn id="135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17655" y="2327178"/>
            <a:ext cx="1013085" cy="1013085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441454" y="35688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grpSp>
        <p:nvGrpSpPr>
          <p:cNvPr id="86" name="Group 85"/>
          <p:cNvGrpSpPr/>
          <p:nvPr/>
        </p:nvGrpSpPr>
        <p:grpSpPr>
          <a:xfrm>
            <a:off x="776678" y="2565564"/>
            <a:ext cx="495301" cy="536576"/>
            <a:chOff x="1074738" y="2025650"/>
            <a:chExt cx="495301" cy="536576"/>
          </a:xfrm>
          <a:solidFill>
            <a:schemeClr val="bg1"/>
          </a:solidFill>
        </p:grpSpPr>
        <p:sp>
          <p:nvSpPr>
            <p:cNvPr id="77" name="Freeform 6"/>
            <p:cNvSpPr>
              <a:spLocks noEditPoints="1"/>
            </p:cNvSpPr>
            <p:nvPr/>
          </p:nvSpPr>
          <p:spPr bwMode="auto">
            <a:xfrm>
              <a:off x="1182688" y="2132013"/>
              <a:ext cx="277813" cy="430213"/>
            </a:xfrm>
            <a:custGeom>
              <a:avLst/>
              <a:gdLst>
                <a:gd name="T0" fmla="*/ 1029 w 1755"/>
                <a:gd name="T1" fmla="*/ 2590 h 2713"/>
                <a:gd name="T2" fmla="*/ 541 w 1755"/>
                <a:gd name="T3" fmla="*/ 2095 h 2713"/>
                <a:gd name="T4" fmla="*/ 1220 w 1755"/>
                <a:gd name="T5" fmla="*/ 2095 h 2713"/>
                <a:gd name="T6" fmla="*/ 834 w 1755"/>
                <a:gd name="T7" fmla="*/ 146 h 2713"/>
                <a:gd name="T8" fmla="*/ 637 w 1755"/>
                <a:gd name="T9" fmla="*/ 185 h 2713"/>
                <a:gd name="T10" fmla="*/ 463 w 1755"/>
                <a:gd name="T11" fmla="*/ 271 h 2713"/>
                <a:gd name="T12" fmla="*/ 317 w 1755"/>
                <a:gd name="T13" fmla="*/ 399 h 2713"/>
                <a:gd name="T14" fmla="*/ 207 w 1755"/>
                <a:gd name="T15" fmla="*/ 558 h 2713"/>
                <a:gd name="T16" fmla="*/ 141 w 1755"/>
                <a:gd name="T17" fmla="*/ 746 h 2713"/>
                <a:gd name="T18" fmla="*/ 129 w 1755"/>
                <a:gd name="T19" fmla="*/ 948 h 2713"/>
                <a:gd name="T20" fmla="*/ 168 w 1755"/>
                <a:gd name="T21" fmla="*/ 1139 h 2713"/>
                <a:gd name="T22" fmla="*/ 247 w 1755"/>
                <a:gd name="T23" fmla="*/ 1316 h 2713"/>
                <a:gd name="T24" fmla="*/ 364 w 1755"/>
                <a:gd name="T25" fmla="*/ 1471 h 2713"/>
                <a:gd name="T26" fmla="*/ 514 w 1755"/>
                <a:gd name="T27" fmla="*/ 1598 h 2713"/>
                <a:gd name="T28" fmla="*/ 539 w 1755"/>
                <a:gd name="T29" fmla="*/ 1635 h 2713"/>
                <a:gd name="T30" fmla="*/ 1220 w 1755"/>
                <a:gd name="T31" fmla="*/ 1972 h 2713"/>
                <a:gd name="T32" fmla="*/ 1228 w 1755"/>
                <a:gd name="T33" fmla="*/ 1624 h 2713"/>
                <a:gd name="T34" fmla="*/ 1248 w 1755"/>
                <a:gd name="T35" fmla="*/ 1599 h 2713"/>
                <a:gd name="T36" fmla="*/ 1398 w 1755"/>
                <a:gd name="T37" fmla="*/ 1472 h 2713"/>
                <a:gd name="T38" fmla="*/ 1515 w 1755"/>
                <a:gd name="T39" fmla="*/ 1317 h 2713"/>
                <a:gd name="T40" fmla="*/ 1594 w 1755"/>
                <a:gd name="T41" fmla="*/ 1140 h 2713"/>
                <a:gd name="T42" fmla="*/ 1633 w 1755"/>
                <a:gd name="T43" fmla="*/ 948 h 2713"/>
                <a:gd name="T44" fmla="*/ 1620 w 1755"/>
                <a:gd name="T45" fmla="*/ 744 h 2713"/>
                <a:gd name="T46" fmla="*/ 1551 w 1755"/>
                <a:gd name="T47" fmla="*/ 553 h 2713"/>
                <a:gd name="T48" fmla="*/ 1438 w 1755"/>
                <a:gd name="T49" fmla="*/ 391 h 2713"/>
                <a:gd name="T50" fmla="*/ 1287 w 1755"/>
                <a:gd name="T51" fmla="*/ 264 h 2713"/>
                <a:gd name="T52" fmla="*/ 1106 w 1755"/>
                <a:gd name="T53" fmla="*/ 179 h 2713"/>
                <a:gd name="T54" fmla="*/ 903 w 1755"/>
                <a:gd name="T55" fmla="*/ 145 h 2713"/>
                <a:gd name="T56" fmla="*/ 1030 w 1755"/>
                <a:gd name="T57" fmla="*/ 14 h 2713"/>
                <a:gd name="T58" fmla="*/ 1238 w 1755"/>
                <a:gd name="T59" fmla="*/ 79 h 2713"/>
                <a:gd name="T60" fmla="*/ 1420 w 1755"/>
                <a:gd name="T61" fmla="*/ 191 h 2713"/>
                <a:gd name="T62" fmla="*/ 1569 w 1755"/>
                <a:gd name="T63" fmla="*/ 341 h 2713"/>
                <a:gd name="T64" fmla="*/ 1679 w 1755"/>
                <a:gd name="T65" fmla="*/ 525 h 2713"/>
                <a:gd name="T66" fmla="*/ 1742 w 1755"/>
                <a:gd name="T67" fmla="*/ 734 h 2713"/>
                <a:gd name="T68" fmla="*/ 1752 w 1755"/>
                <a:gd name="T69" fmla="*/ 957 h 2713"/>
                <a:gd name="T70" fmla="*/ 1710 w 1755"/>
                <a:gd name="T71" fmla="*/ 1169 h 2713"/>
                <a:gd name="T72" fmla="*/ 1625 w 1755"/>
                <a:gd name="T73" fmla="*/ 1366 h 2713"/>
                <a:gd name="T74" fmla="*/ 1499 w 1755"/>
                <a:gd name="T75" fmla="*/ 1540 h 2713"/>
                <a:gd name="T76" fmla="*/ 1339 w 1755"/>
                <a:gd name="T77" fmla="*/ 1685 h 2713"/>
                <a:gd name="T78" fmla="*/ 1334 w 1755"/>
                <a:gd name="T79" fmla="*/ 2345 h 2713"/>
                <a:gd name="T80" fmla="*/ 1111 w 1755"/>
                <a:gd name="T81" fmla="*/ 2685 h 2713"/>
                <a:gd name="T82" fmla="*/ 1075 w 1755"/>
                <a:gd name="T83" fmla="*/ 2711 h 2713"/>
                <a:gd name="T84" fmla="*/ 680 w 1755"/>
                <a:gd name="T85" fmla="*/ 2711 h 2713"/>
                <a:gd name="T86" fmla="*/ 644 w 1755"/>
                <a:gd name="T87" fmla="*/ 2685 h 2713"/>
                <a:gd name="T88" fmla="*/ 421 w 1755"/>
                <a:gd name="T89" fmla="*/ 2345 h 2713"/>
                <a:gd name="T90" fmla="*/ 416 w 1755"/>
                <a:gd name="T91" fmla="*/ 1685 h 2713"/>
                <a:gd name="T92" fmla="*/ 254 w 1755"/>
                <a:gd name="T93" fmla="*/ 1540 h 2713"/>
                <a:gd name="T94" fmla="*/ 130 w 1755"/>
                <a:gd name="T95" fmla="*/ 1366 h 2713"/>
                <a:gd name="T96" fmla="*/ 45 w 1755"/>
                <a:gd name="T97" fmla="*/ 1169 h 2713"/>
                <a:gd name="T98" fmla="*/ 3 w 1755"/>
                <a:gd name="T99" fmla="*/ 957 h 2713"/>
                <a:gd name="T100" fmla="*/ 12 w 1755"/>
                <a:gd name="T101" fmla="*/ 733 h 2713"/>
                <a:gd name="T102" fmla="*/ 77 w 1755"/>
                <a:gd name="T103" fmla="*/ 524 h 2713"/>
                <a:gd name="T104" fmla="*/ 187 w 1755"/>
                <a:gd name="T105" fmla="*/ 339 h 2713"/>
                <a:gd name="T106" fmla="*/ 338 w 1755"/>
                <a:gd name="T107" fmla="*/ 187 h 2713"/>
                <a:gd name="T108" fmla="*/ 521 w 1755"/>
                <a:gd name="T109" fmla="*/ 77 h 2713"/>
                <a:gd name="T110" fmla="*/ 730 w 1755"/>
                <a:gd name="T111" fmla="*/ 13 h 2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55" h="2713">
                  <a:moveTo>
                    <a:pt x="596" y="2387"/>
                  </a:moveTo>
                  <a:lnTo>
                    <a:pt x="732" y="2590"/>
                  </a:lnTo>
                  <a:lnTo>
                    <a:pt x="1029" y="2590"/>
                  </a:lnTo>
                  <a:lnTo>
                    <a:pt x="1164" y="2387"/>
                  </a:lnTo>
                  <a:lnTo>
                    <a:pt x="596" y="2387"/>
                  </a:lnTo>
                  <a:close/>
                  <a:moveTo>
                    <a:pt x="541" y="2095"/>
                  </a:moveTo>
                  <a:lnTo>
                    <a:pt x="541" y="2261"/>
                  </a:lnTo>
                  <a:lnTo>
                    <a:pt x="1220" y="2261"/>
                  </a:lnTo>
                  <a:lnTo>
                    <a:pt x="1220" y="2095"/>
                  </a:lnTo>
                  <a:lnTo>
                    <a:pt x="541" y="2095"/>
                  </a:lnTo>
                  <a:close/>
                  <a:moveTo>
                    <a:pt x="903" y="145"/>
                  </a:moveTo>
                  <a:lnTo>
                    <a:pt x="834" y="146"/>
                  </a:lnTo>
                  <a:lnTo>
                    <a:pt x="766" y="154"/>
                  </a:lnTo>
                  <a:lnTo>
                    <a:pt x="701" y="167"/>
                  </a:lnTo>
                  <a:lnTo>
                    <a:pt x="637" y="185"/>
                  </a:lnTo>
                  <a:lnTo>
                    <a:pt x="576" y="209"/>
                  </a:lnTo>
                  <a:lnTo>
                    <a:pt x="518" y="238"/>
                  </a:lnTo>
                  <a:lnTo>
                    <a:pt x="463" y="271"/>
                  </a:lnTo>
                  <a:lnTo>
                    <a:pt x="411" y="309"/>
                  </a:lnTo>
                  <a:lnTo>
                    <a:pt x="362" y="352"/>
                  </a:lnTo>
                  <a:lnTo>
                    <a:pt x="317" y="399"/>
                  </a:lnTo>
                  <a:lnTo>
                    <a:pt x="276" y="449"/>
                  </a:lnTo>
                  <a:lnTo>
                    <a:pt x="239" y="502"/>
                  </a:lnTo>
                  <a:lnTo>
                    <a:pt x="207" y="558"/>
                  </a:lnTo>
                  <a:lnTo>
                    <a:pt x="180" y="619"/>
                  </a:lnTo>
                  <a:lnTo>
                    <a:pt x="158" y="681"/>
                  </a:lnTo>
                  <a:lnTo>
                    <a:pt x="141" y="746"/>
                  </a:lnTo>
                  <a:lnTo>
                    <a:pt x="131" y="812"/>
                  </a:lnTo>
                  <a:lnTo>
                    <a:pt x="126" y="881"/>
                  </a:lnTo>
                  <a:lnTo>
                    <a:pt x="129" y="948"/>
                  </a:lnTo>
                  <a:lnTo>
                    <a:pt x="137" y="1013"/>
                  </a:lnTo>
                  <a:lnTo>
                    <a:pt x="150" y="1077"/>
                  </a:lnTo>
                  <a:lnTo>
                    <a:pt x="168" y="1139"/>
                  </a:lnTo>
                  <a:lnTo>
                    <a:pt x="190" y="1200"/>
                  </a:lnTo>
                  <a:lnTo>
                    <a:pt x="217" y="1259"/>
                  </a:lnTo>
                  <a:lnTo>
                    <a:pt x="247" y="1316"/>
                  </a:lnTo>
                  <a:lnTo>
                    <a:pt x="282" y="1370"/>
                  </a:lnTo>
                  <a:lnTo>
                    <a:pt x="321" y="1422"/>
                  </a:lnTo>
                  <a:lnTo>
                    <a:pt x="364" y="1471"/>
                  </a:lnTo>
                  <a:lnTo>
                    <a:pt x="410" y="1516"/>
                  </a:lnTo>
                  <a:lnTo>
                    <a:pt x="460" y="1559"/>
                  </a:lnTo>
                  <a:lnTo>
                    <a:pt x="514" y="1598"/>
                  </a:lnTo>
                  <a:lnTo>
                    <a:pt x="525" y="1609"/>
                  </a:lnTo>
                  <a:lnTo>
                    <a:pt x="534" y="1621"/>
                  </a:lnTo>
                  <a:lnTo>
                    <a:pt x="539" y="1635"/>
                  </a:lnTo>
                  <a:lnTo>
                    <a:pt x="541" y="1651"/>
                  </a:lnTo>
                  <a:lnTo>
                    <a:pt x="541" y="1972"/>
                  </a:lnTo>
                  <a:lnTo>
                    <a:pt x="1220" y="1972"/>
                  </a:lnTo>
                  <a:lnTo>
                    <a:pt x="1220" y="1655"/>
                  </a:lnTo>
                  <a:lnTo>
                    <a:pt x="1222" y="1638"/>
                  </a:lnTo>
                  <a:lnTo>
                    <a:pt x="1228" y="1624"/>
                  </a:lnTo>
                  <a:lnTo>
                    <a:pt x="1236" y="1612"/>
                  </a:lnTo>
                  <a:lnTo>
                    <a:pt x="1248" y="1601"/>
                  </a:lnTo>
                  <a:lnTo>
                    <a:pt x="1248" y="1599"/>
                  </a:lnTo>
                  <a:lnTo>
                    <a:pt x="1301" y="1560"/>
                  </a:lnTo>
                  <a:lnTo>
                    <a:pt x="1351" y="1518"/>
                  </a:lnTo>
                  <a:lnTo>
                    <a:pt x="1398" y="1472"/>
                  </a:lnTo>
                  <a:lnTo>
                    <a:pt x="1441" y="1423"/>
                  </a:lnTo>
                  <a:lnTo>
                    <a:pt x="1480" y="1372"/>
                  </a:lnTo>
                  <a:lnTo>
                    <a:pt x="1515" y="1317"/>
                  </a:lnTo>
                  <a:lnTo>
                    <a:pt x="1545" y="1260"/>
                  </a:lnTo>
                  <a:lnTo>
                    <a:pt x="1572" y="1201"/>
                  </a:lnTo>
                  <a:lnTo>
                    <a:pt x="1594" y="1140"/>
                  </a:lnTo>
                  <a:lnTo>
                    <a:pt x="1612" y="1078"/>
                  </a:lnTo>
                  <a:lnTo>
                    <a:pt x="1625" y="1013"/>
                  </a:lnTo>
                  <a:lnTo>
                    <a:pt x="1633" y="948"/>
                  </a:lnTo>
                  <a:lnTo>
                    <a:pt x="1636" y="881"/>
                  </a:lnTo>
                  <a:lnTo>
                    <a:pt x="1631" y="811"/>
                  </a:lnTo>
                  <a:lnTo>
                    <a:pt x="1620" y="744"/>
                  </a:lnTo>
                  <a:lnTo>
                    <a:pt x="1603" y="677"/>
                  </a:lnTo>
                  <a:lnTo>
                    <a:pt x="1580" y="614"/>
                  </a:lnTo>
                  <a:lnTo>
                    <a:pt x="1551" y="553"/>
                  </a:lnTo>
                  <a:lnTo>
                    <a:pt x="1519" y="496"/>
                  </a:lnTo>
                  <a:lnTo>
                    <a:pt x="1480" y="442"/>
                  </a:lnTo>
                  <a:lnTo>
                    <a:pt x="1438" y="391"/>
                  </a:lnTo>
                  <a:lnTo>
                    <a:pt x="1391" y="344"/>
                  </a:lnTo>
                  <a:lnTo>
                    <a:pt x="1341" y="302"/>
                  </a:lnTo>
                  <a:lnTo>
                    <a:pt x="1287" y="264"/>
                  </a:lnTo>
                  <a:lnTo>
                    <a:pt x="1230" y="231"/>
                  </a:lnTo>
                  <a:lnTo>
                    <a:pt x="1170" y="202"/>
                  </a:lnTo>
                  <a:lnTo>
                    <a:pt x="1106" y="179"/>
                  </a:lnTo>
                  <a:lnTo>
                    <a:pt x="1040" y="162"/>
                  </a:lnTo>
                  <a:lnTo>
                    <a:pt x="972" y="151"/>
                  </a:lnTo>
                  <a:lnTo>
                    <a:pt x="903" y="145"/>
                  </a:lnTo>
                  <a:close/>
                  <a:moveTo>
                    <a:pt x="880" y="0"/>
                  </a:moveTo>
                  <a:lnTo>
                    <a:pt x="956" y="4"/>
                  </a:lnTo>
                  <a:lnTo>
                    <a:pt x="1030" y="14"/>
                  </a:lnTo>
                  <a:lnTo>
                    <a:pt x="1101" y="30"/>
                  </a:lnTo>
                  <a:lnTo>
                    <a:pt x="1171" y="51"/>
                  </a:lnTo>
                  <a:lnTo>
                    <a:pt x="1238" y="79"/>
                  </a:lnTo>
                  <a:lnTo>
                    <a:pt x="1301" y="111"/>
                  </a:lnTo>
                  <a:lnTo>
                    <a:pt x="1363" y="149"/>
                  </a:lnTo>
                  <a:lnTo>
                    <a:pt x="1420" y="191"/>
                  </a:lnTo>
                  <a:lnTo>
                    <a:pt x="1474" y="237"/>
                  </a:lnTo>
                  <a:lnTo>
                    <a:pt x="1524" y="287"/>
                  </a:lnTo>
                  <a:lnTo>
                    <a:pt x="1569" y="341"/>
                  </a:lnTo>
                  <a:lnTo>
                    <a:pt x="1611" y="400"/>
                  </a:lnTo>
                  <a:lnTo>
                    <a:pt x="1647" y="460"/>
                  </a:lnTo>
                  <a:lnTo>
                    <a:pt x="1679" y="525"/>
                  </a:lnTo>
                  <a:lnTo>
                    <a:pt x="1706" y="592"/>
                  </a:lnTo>
                  <a:lnTo>
                    <a:pt x="1727" y="662"/>
                  </a:lnTo>
                  <a:lnTo>
                    <a:pt x="1742" y="734"/>
                  </a:lnTo>
                  <a:lnTo>
                    <a:pt x="1752" y="807"/>
                  </a:lnTo>
                  <a:lnTo>
                    <a:pt x="1755" y="883"/>
                  </a:lnTo>
                  <a:lnTo>
                    <a:pt x="1752" y="957"/>
                  </a:lnTo>
                  <a:lnTo>
                    <a:pt x="1742" y="1029"/>
                  </a:lnTo>
                  <a:lnTo>
                    <a:pt x="1728" y="1099"/>
                  </a:lnTo>
                  <a:lnTo>
                    <a:pt x="1710" y="1169"/>
                  </a:lnTo>
                  <a:lnTo>
                    <a:pt x="1686" y="1237"/>
                  </a:lnTo>
                  <a:lnTo>
                    <a:pt x="1658" y="1302"/>
                  </a:lnTo>
                  <a:lnTo>
                    <a:pt x="1625" y="1366"/>
                  </a:lnTo>
                  <a:lnTo>
                    <a:pt x="1587" y="1426"/>
                  </a:lnTo>
                  <a:lnTo>
                    <a:pt x="1545" y="1485"/>
                  </a:lnTo>
                  <a:lnTo>
                    <a:pt x="1499" y="1540"/>
                  </a:lnTo>
                  <a:lnTo>
                    <a:pt x="1450" y="1592"/>
                  </a:lnTo>
                  <a:lnTo>
                    <a:pt x="1396" y="1640"/>
                  </a:lnTo>
                  <a:lnTo>
                    <a:pt x="1339" y="1685"/>
                  </a:lnTo>
                  <a:lnTo>
                    <a:pt x="1339" y="2324"/>
                  </a:lnTo>
                  <a:lnTo>
                    <a:pt x="1337" y="2334"/>
                  </a:lnTo>
                  <a:lnTo>
                    <a:pt x="1334" y="2345"/>
                  </a:lnTo>
                  <a:lnTo>
                    <a:pt x="1334" y="2350"/>
                  </a:lnTo>
                  <a:lnTo>
                    <a:pt x="1331" y="2357"/>
                  </a:lnTo>
                  <a:lnTo>
                    <a:pt x="1111" y="2685"/>
                  </a:lnTo>
                  <a:lnTo>
                    <a:pt x="1101" y="2697"/>
                  </a:lnTo>
                  <a:lnTo>
                    <a:pt x="1088" y="2706"/>
                  </a:lnTo>
                  <a:lnTo>
                    <a:pt x="1075" y="2711"/>
                  </a:lnTo>
                  <a:lnTo>
                    <a:pt x="1059" y="2713"/>
                  </a:lnTo>
                  <a:lnTo>
                    <a:pt x="696" y="2713"/>
                  </a:lnTo>
                  <a:lnTo>
                    <a:pt x="680" y="2711"/>
                  </a:lnTo>
                  <a:lnTo>
                    <a:pt x="666" y="2706"/>
                  </a:lnTo>
                  <a:lnTo>
                    <a:pt x="654" y="2697"/>
                  </a:lnTo>
                  <a:lnTo>
                    <a:pt x="644" y="2685"/>
                  </a:lnTo>
                  <a:lnTo>
                    <a:pt x="424" y="2357"/>
                  </a:lnTo>
                  <a:lnTo>
                    <a:pt x="421" y="2350"/>
                  </a:lnTo>
                  <a:lnTo>
                    <a:pt x="421" y="2345"/>
                  </a:lnTo>
                  <a:lnTo>
                    <a:pt x="418" y="2334"/>
                  </a:lnTo>
                  <a:lnTo>
                    <a:pt x="416" y="2324"/>
                  </a:lnTo>
                  <a:lnTo>
                    <a:pt x="416" y="1685"/>
                  </a:lnTo>
                  <a:lnTo>
                    <a:pt x="359" y="1640"/>
                  </a:lnTo>
                  <a:lnTo>
                    <a:pt x="304" y="1592"/>
                  </a:lnTo>
                  <a:lnTo>
                    <a:pt x="254" y="1540"/>
                  </a:lnTo>
                  <a:lnTo>
                    <a:pt x="210" y="1485"/>
                  </a:lnTo>
                  <a:lnTo>
                    <a:pt x="168" y="1426"/>
                  </a:lnTo>
                  <a:lnTo>
                    <a:pt x="130" y="1366"/>
                  </a:lnTo>
                  <a:lnTo>
                    <a:pt x="97" y="1302"/>
                  </a:lnTo>
                  <a:lnTo>
                    <a:pt x="69" y="1237"/>
                  </a:lnTo>
                  <a:lnTo>
                    <a:pt x="45" y="1169"/>
                  </a:lnTo>
                  <a:lnTo>
                    <a:pt x="27" y="1099"/>
                  </a:lnTo>
                  <a:lnTo>
                    <a:pt x="12" y="1029"/>
                  </a:lnTo>
                  <a:lnTo>
                    <a:pt x="3" y="957"/>
                  </a:lnTo>
                  <a:lnTo>
                    <a:pt x="0" y="883"/>
                  </a:lnTo>
                  <a:lnTo>
                    <a:pt x="3" y="807"/>
                  </a:lnTo>
                  <a:lnTo>
                    <a:pt x="12" y="733"/>
                  </a:lnTo>
                  <a:lnTo>
                    <a:pt x="29" y="661"/>
                  </a:lnTo>
                  <a:lnTo>
                    <a:pt x="49" y="590"/>
                  </a:lnTo>
                  <a:lnTo>
                    <a:pt x="77" y="524"/>
                  </a:lnTo>
                  <a:lnTo>
                    <a:pt x="108" y="459"/>
                  </a:lnTo>
                  <a:lnTo>
                    <a:pt x="145" y="398"/>
                  </a:lnTo>
                  <a:lnTo>
                    <a:pt x="187" y="339"/>
                  </a:lnTo>
                  <a:lnTo>
                    <a:pt x="233" y="285"/>
                  </a:lnTo>
                  <a:lnTo>
                    <a:pt x="284" y="235"/>
                  </a:lnTo>
                  <a:lnTo>
                    <a:pt x="338" y="187"/>
                  </a:lnTo>
                  <a:lnTo>
                    <a:pt x="395" y="146"/>
                  </a:lnTo>
                  <a:lnTo>
                    <a:pt x="457" y="109"/>
                  </a:lnTo>
                  <a:lnTo>
                    <a:pt x="521" y="77"/>
                  </a:lnTo>
                  <a:lnTo>
                    <a:pt x="588" y="50"/>
                  </a:lnTo>
                  <a:lnTo>
                    <a:pt x="658" y="29"/>
                  </a:lnTo>
                  <a:lnTo>
                    <a:pt x="730" y="13"/>
                  </a:lnTo>
                  <a:lnTo>
                    <a:pt x="805" y="3"/>
                  </a:lnTo>
                  <a:lnTo>
                    <a:pt x="8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"/>
            <p:cNvSpPr>
              <a:spLocks/>
            </p:cNvSpPr>
            <p:nvPr/>
          </p:nvSpPr>
          <p:spPr bwMode="auto">
            <a:xfrm>
              <a:off x="1316038" y="2176463"/>
              <a:ext cx="104775" cy="104775"/>
            </a:xfrm>
            <a:custGeom>
              <a:avLst/>
              <a:gdLst>
                <a:gd name="T0" fmla="*/ 62 w 657"/>
                <a:gd name="T1" fmla="*/ 0 h 659"/>
                <a:gd name="T2" fmla="*/ 123 w 657"/>
                <a:gd name="T3" fmla="*/ 3 h 659"/>
                <a:gd name="T4" fmla="*/ 183 w 657"/>
                <a:gd name="T5" fmla="*/ 12 h 659"/>
                <a:gd name="T6" fmla="*/ 240 w 657"/>
                <a:gd name="T7" fmla="*/ 26 h 659"/>
                <a:gd name="T8" fmla="*/ 294 w 657"/>
                <a:gd name="T9" fmla="*/ 47 h 659"/>
                <a:gd name="T10" fmla="*/ 346 w 657"/>
                <a:gd name="T11" fmla="*/ 72 h 659"/>
                <a:gd name="T12" fmla="*/ 395 w 657"/>
                <a:gd name="T13" fmla="*/ 102 h 659"/>
                <a:gd name="T14" fmla="*/ 441 w 657"/>
                <a:gd name="T15" fmla="*/ 136 h 659"/>
                <a:gd name="T16" fmla="*/ 483 w 657"/>
                <a:gd name="T17" fmla="*/ 175 h 659"/>
                <a:gd name="T18" fmla="*/ 522 w 657"/>
                <a:gd name="T19" fmla="*/ 217 h 659"/>
                <a:gd name="T20" fmla="*/ 555 w 657"/>
                <a:gd name="T21" fmla="*/ 263 h 659"/>
                <a:gd name="T22" fmla="*/ 585 w 657"/>
                <a:gd name="T23" fmla="*/ 312 h 659"/>
                <a:gd name="T24" fmla="*/ 610 w 657"/>
                <a:gd name="T25" fmla="*/ 365 h 659"/>
                <a:gd name="T26" fmla="*/ 631 w 657"/>
                <a:gd name="T27" fmla="*/ 419 h 659"/>
                <a:gd name="T28" fmla="*/ 645 w 657"/>
                <a:gd name="T29" fmla="*/ 476 h 659"/>
                <a:gd name="T30" fmla="*/ 654 w 657"/>
                <a:gd name="T31" fmla="*/ 536 h 659"/>
                <a:gd name="T32" fmla="*/ 657 w 657"/>
                <a:gd name="T33" fmla="*/ 596 h 659"/>
                <a:gd name="T34" fmla="*/ 655 w 657"/>
                <a:gd name="T35" fmla="*/ 613 h 659"/>
                <a:gd name="T36" fmla="*/ 648 w 657"/>
                <a:gd name="T37" fmla="*/ 628 h 659"/>
                <a:gd name="T38" fmla="*/ 639 w 657"/>
                <a:gd name="T39" fmla="*/ 640 h 659"/>
                <a:gd name="T40" fmla="*/ 627 w 657"/>
                <a:gd name="T41" fmla="*/ 650 h 659"/>
                <a:gd name="T42" fmla="*/ 611 w 657"/>
                <a:gd name="T43" fmla="*/ 657 h 659"/>
                <a:gd name="T44" fmla="*/ 595 w 657"/>
                <a:gd name="T45" fmla="*/ 659 h 659"/>
                <a:gd name="T46" fmla="*/ 578 w 657"/>
                <a:gd name="T47" fmla="*/ 657 h 659"/>
                <a:gd name="T48" fmla="*/ 563 w 657"/>
                <a:gd name="T49" fmla="*/ 650 h 659"/>
                <a:gd name="T50" fmla="*/ 551 w 657"/>
                <a:gd name="T51" fmla="*/ 640 h 659"/>
                <a:gd name="T52" fmla="*/ 541 w 657"/>
                <a:gd name="T53" fmla="*/ 628 h 659"/>
                <a:gd name="T54" fmla="*/ 535 w 657"/>
                <a:gd name="T55" fmla="*/ 613 h 659"/>
                <a:gd name="T56" fmla="*/ 533 w 657"/>
                <a:gd name="T57" fmla="*/ 596 h 659"/>
                <a:gd name="T58" fmla="*/ 529 w 657"/>
                <a:gd name="T59" fmla="*/ 542 h 659"/>
                <a:gd name="T60" fmla="*/ 520 w 657"/>
                <a:gd name="T61" fmla="*/ 488 h 659"/>
                <a:gd name="T62" fmla="*/ 505 w 657"/>
                <a:gd name="T63" fmla="*/ 437 h 659"/>
                <a:gd name="T64" fmla="*/ 485 w 657"/>
                <a:gd name="T65" fmla="*/ 389 h 659"/>
                <a:gd name="T66" fmla="*/ 459 w 657"/>
                <a:gd name="T67" fmla="*/ 344 h 659"/>
                <a:gd name="T68" fmla="*/ 429 w 657"/>
                <a:gd name="T69" fmla="*/ 302 h 659"/>
                <a:gd name="T70" fmla="*/ 395 w 657"/>
                <a:gd name="T71" fmla="*/ 263 h 659"/>
                <a:gd name="T72" fmla="*/ 356 w 657"/>
                <a:gd name="T73" fmla="*/ 228 h 659"/>
                <a:gd name="T74" fmla="*/ 314 w 657"/>
                <a:gd name="T75" fmla="*/ 199 h 659"/>
                <a:gd name="T76" fmla="*/ 269 w 657"/>
                <a:gd name="T77" fmla="*/ 173 h 659"/>
                <a:gd name="T78" fmla="*/ 221 w 657"/>
                <a:gd name="T79" fmla="*/ 152 h 659"/>
                <a:gd name="T80" fmla="*/ 170 w 657"/>
                <a:gd name="T81" fmla="*/ 137 h 659"/>
                <a:gd name="T82" fmla="*/ 117 w 657"/>
                <a:gd name="T83" fmla="*/ 128 h 659"/>
                <a:gd name="T84" fmla="*/ 62 w 657"/>
                <a:gd name="T85" fmla="*/ 125 h 659"/>
                <a:gd name="T86" fmla="*/ 46 w 657"/>
                <a:gd name="T87" fmla="*/ 123 h 659"/>
                <a:gd name="T88" fmla="*/ 31 w 657"/>
                <a:gd name="T89" fmla="*/ 117 h 659"/>
                <a:gd name="T90" fmla="*/ 18 w 657"/>
                <a:gd name="T91" fmla="*/ 106 h 659"/>
                <a:gd name="T92" fmla="*/ 9 w 657"/>
                <a:gd name="T93" fmla="*/ 94 h 659"/>
                <a:gd name="T94" fmla="*/ 3 w 657"/>
                <a:gd name="T95" fmla="*/ 79 h 659"/>
                <a:gd name="T96" fmla="*/ 0 w 657"/>
                <a:gd name="T97" fmla="*/ 62 h 659"/>
                <a:gd name="T98" fmla="*/ 3 w 657"/>
                <a:gd name="T99" fmla="*/ 46 h 659"/>
                <a:gd name="T100" fmla="*/ 9 w 657"/>
                <a:gd name="T101" fmla="*/ 31 h 659"/>
                <a:gd name="T102" fmla="*/ 18 w 657"/>
                <a:gd name="T103" fmla="*/ 18 h 659"/>
                <a:gd name="T104" fmla="*/ 31 w 657"/>
                <a:gd name="T105" fmla="*/ 8 h 659"/>
                <a:gd name="T106" fmla="*/ 46 w 657"/>
                <a:gd name="T107" fmla="*/ 2 h 659"/>
                <a:gd name="T108" fmla="*/ 62 w 657"/>
                <a:gd name="T109" fmla="*/ 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57" h="659">
                  <a:moveTo>
                    <a:pt x="62" y="0"/>
                  </a:moveTo>
                  <a:lnTo>
                    <a:pt x="123" y="3"/>
                  </a:lnTo>
                  <a:lnTo>
                    <a:pt x="183" y="12"/>
                  </a:lnTo>
                  <a:lnTo>
                    <a:pt x="240" y="26"/>
                  </a:lnTo>
                  <a:lnTo>
                    <a:pt x="294" y="47"/>
                  </a:lnTo>
                  <a:lnTo>
                    <a:pt x="346" y="72"/>
                  </a:lnTo>
                  <a:lnTo>
                    <a:pt x="395" y="102"/>
                  </a:lnTo>
                  <a:lnTo>
                    <a:pt x="441" y="136"/>
                  </a:lnTo>
                  <a:lnTo>
                    <a:pt x="483" y="175"/>
                  </a:lnTo>
                  <a:lnTo>
                    <a:pt x="522" y="217"/>
                  </a:lnTo>
                  <a:lnTo>
                    <a:pt x="555" y="263"/>
                  </a:lnTo>
                  <a:lnTo>
                    <a:pt x="585" y="312"/>
                  </a:lnTo>
                  <a:lnTo>
                    <a:pt x="610" y="365"/>
                  </a:lnTo>
                  <a:lnTo>
                    <a:pt x="631" y="419"/>
                  </a:lnTo>
                  <a:lnTo>
                    <a:pt x="645" y="476"/>
                  </a:lnTo>
                  <a:lnTo>
                    <a:pt x="654" y="536"/>
                  </a:lnTo>
                  <a:lnTo>
                    <a:pt x="657" y="596"/>
                  </a:lnTo>
                  <a:lnTo>
                    <a:pt x="655" y="613"/>
                  </a:lnTo>
                  <a:lnTo>
                    <a:pt x="648" y="628"/>
                  </a:lnTo>
                  <a:lnTo>
                    <a:pt x="639" y="640"/>
                  </a:lnTo>
                  <a:lnTo>
                    <a:pt x="627" y="650"/>
                  </a:lnTo>
                  <a:lnTo>
                    <a:pt x="611" y="657"/>
                  </a:lnTo>
                  <a:lnTo>
                    <a:pt x="595" y="659"/>
                  </a:lnTo>
                  <a:lnTo>
                    <a:pt x="578" y="657"/>
                  </a:lnTo>
                  <a:lnTo>
                    <a:pt x="563" y="650"/>
                  </a:lnTo>
                  <a:lnTo>
                    <a:pt x="551" y="640"/>
                  </a:lnTo>
                  <a:lnTo>
                    <a:pt x="541" y="628"/>
                  </a:lnTo>
                  <a:lnTo>
                    <a:pt x="535" y="613"/>
                  </a:lnTo>
                  <a:lnTo>
                    <a:pt x="533" y="596"/>
                  </a:lnTo>
                  <a:lnTo>
                    <a:pt x="529" y="542"/>
                  </a:lnTo>
                  <a:lnTo>
                    <a:pt x="520" y="488"/>
                  </a:lnTo>
                  <a:lnTo>
                    <a:pt x="505" y="437"/>
                  </a:lnTo>
                  <a:lnTo>
                    <a:pt x="485" y="389"/>
                  </a:lnTo>
                  <a:lnTo>
                    <a:pt x="459" y="344"/>
                  </a:lnTo>
                  <a:lnTo>
                    <a:pt x="429" y="302"/>
                  </a:lnTo>
                  <a:lnTo>
                    <a:pt x="395" y="263"/>
                  </a:lnTo>
                  <a:lnTo>
                    <a:pt x="356" y="228"/>
                  </a:lnTo>
                  <a:lnTo>
                    <a:pt x="314" y="199"/>
                  </a:lnTo>
                  <a:lnTo>
                    <a:pt x="269" y="173"/>
                  </a:lnTo>
                  <a:lnTo>
                    <a:pt x="221" y="152"/>
                  </a:lnTo>
                  <a:lnTo>
                    <a:pt x="170" y="137"/>
                  </a:lnTo>
                  <a:lnTo>
                    <a:pt x="117" y="128"/>
                  </a:lnTo>
                  <a:lnTo>
                    <a:pt x="62" y="125"/>
                  </a:lnTo>
                  <a:lnTo>
                    <a:pt x="46" y="123"/>
                  </a:lnTo>
                  <a:lnTo>
                    <a:pt x="31" y="117"/>
                  </a:lnTo>
                  <a:lnTo>
                    <a:pt x="18" y="106"/>
                  </a:lnTo>
                  <a:lnTo>
                    <a:pt x="9" y="94"/>
                  </a:lnTo>
                  <a:lnTo>
                    <a:pt x="3" y="79"/>
                  </a:lnTo>
                  <a:lnTo>
                    <a:pt x="0" y="62"/>
                  </a:lnTo>
                  <a:lnTo>
                    <a:pt x="3" y="46"/>
                  </a:lnTo>
                  <a:lnTo>
                    <a:pt x="9" y="31"/>
                  </a:lnTo>
                  <a:lnTo>
                    <a:pt x="18" y="18"/>
                  </a:lnTo>
                  <a:lnTo>
                    <a:pt x="31" y="8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8"/>
            <p:cNvSpPr>
              <a:spLocks/>
            </p:cNvSpPr>
            <p:nvPr/>
          </p:nvSpPr>
          <p:spPr bwMode="auto">
            <a:xfrm>
              <a:off x="1074738" y="2260600"/>
              <a:ext cx="90488" cy="20638"/>
            </a:xfrm>
            <a:custGeom>
              <a:avLst/>
              <a:gdLst>
                <a:gd name="T0" fmla="*/ 62 w 574"/>
                <a:gd name="T1" fmla="*/ 0 h 125"/>
                <a:gd name="T2" fmla="*/ 512 w 574"/>
                <a:gd name="T3" fmla="*/ 0 h 125"/>
                <a:gd name="T4" fmla="*/ 529 w 574"/>
                <a:gd name="T5" fmla="*/ 2 h 125"/>
                <a:gd name="T6" fmla="*/ 543 w 574"/>
                <a:gd name="T7" fmla="*/ 9 h 125"/>
                <a:gd name="T8" fmla="*/ 557 w 574"/>
                <a:gd name="T9" fmla="*/ 18 h 125"/>
                <a:gd name="T10" fmla="*/ 566 w 574"/>
                <a:gd name="T11" fmla="*/ 30 h 125"/>
                <a:gd name="T12" fmla="*/ 572 w 574"/>
                <a:gd name="T13" fmla="*/ 46 h 125"/>
                <a:gd name="T14" fmla="*/ 574 w 574"/>
                <a:gd name="T15" fmla="*/ 62 h 125"/>
                <a:gd name="T16" fmla="*/ 572 w 574"/>
                <a:gd name="T17" fmla="*/ 79 h 125"/>
                <a:gd name="T18" fmla="*/ 566 w 574"/>
                <a:gd name="T19" fmla="*/ 94 h 125"/>
                <a:gd name="T20" fmla="*/ 557 w 574"/>
                <a:gd name="T21" fmla="*/ 106 h 125"/>
                <a:gd name="T22" fmla="*/ 543 w 574"/>
                <a:gd name="T23" fmla="*/ 116 h 125"/>
                <a:gd name="T24" fmla="*/ 529 w 574"/>
                <a:gd name="T25" fmla="*/ 123 h 125"/>
                <a:gd name="T26" fmla="*/ 512 w 574"/>
                <a:gd name="T27" fmla="*/ 125 h 125"/>
                <a:gd name="T28" fmla="*/ 62 w 574"/>
                <a:gd name="T29" fmla="*/ 125 h 125"/>
                <a:gd name="T30" fmla="*/ 46 w 574"/>
                <a:gd name="T31" fmla="*/ 123 h 125"/>
                <a:gd name="T32" fmla="*/ 31 w 574"/>
                <a:gd name="T33" fmla="*/ 116 h 125"/>
                <a:gd name="T34" fmla="*/ 18 w 574"/>
                <a:gd name="T35" fmla="*/ 106 h 125"/>
                <a:gd name="T36" fmla="*/ 9 w 574"/>
                <a:gd name="T37" fmla="*/ 94 h 125"/>
                <a:gd name="T38" fmla="*/ 2 w 574"/>
                <a:gd name="T39" fmla="*/ 79 h 125"/>
                <a:gd name="T40" fmla="*/ 0 w 574"/>
                <a:gd name="T41" fmla="*/ 62 h 125"/>
                <a:gd name="T42" fmla="*/ 2 w 574"/>
                <a:gd name="T43" fmla="*/ 46 h 125"/>
                <a:gd name="T44" fmla="*/ 9 w 574"/>
                <a:gd name="T45" fmla="*/ 30 h 125"/>
                <a:gd name="T46" fmla="*/ 18 w 574"/>
                <a:gd name="T47" fmla="*/ 18 h 125"/>
                <a:gd name="T48" fmla="*/ 31 w 574"/>
                <a:gd name="T49" fmla="*/ 9 h 125"/>
                <a:gd name="T50" fmla="*/ 46 w 574"/>
                <a:gd name="T51" fmla="*/ 2 h 125"/>
                <a:gd name="T52" fmla="*/ 62 w 574"/>
                <a:gd name="T5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74" h="125">
                  <a:moveTo>
                    <a:pt x="62" y="0"/>
                  </a:moveTo>
                  <a:lnTo>
                    <a:pt x="512" y="0"/>
                  </a:lnTo>
                  <a:lnTo>
                    <a:pt x="529" y="2"/>
                  </a:lnTo>
                  <a:lnTo>
                    <a:pt x="543" y="9"/>
                  </a:lnTo>
                  <a:lnTo>
                    <a:pt x="557" y="18"/>
                  </a:lnTo>
                  <a:lnTo>
                    <a:pt x="566" y="30"/>
                  </a:lnTo>
                  <a:lnTo>
                    <a:pt x="572" y="46"/>
                  </a:lnTo>
                  <a:lnTo>
                    <a:pt x="574" y="62"/>
                  </a:lnTo>
                  <a:lnTo>
                    <a:pt x="572" y="79"/>
                  </a:lnTo>
                  <a:lnTo>
                    <a:pt x="566" y="94"/>
                  </a:lnTo>
                  <a:lnTo>
                    <a:pt x="557" y="106"/>
                  </a:lnTo>
                  <a:lnTo>
                    <a:pt x="543" y="116"/>
                  </a:lnTo>
                  <a:lnTo>
                    <a:pt x="529" y="123"/>
                  </a:lnTo>
                  <a:lnTo>
                    <a:pt x="512" y="125"/>
                  </a:lnTo>
                  <a:lnTo>
                    <a:pt x="62" y="125"/>
                  </a:lnTo>
                  <a:lnTo>
                    <a:pt x="46" y="123"/>
                  </a:lnTo>
                  <a:lnTo>
                    <a:pt x="31" y="116"/>
                  </a:lnTo>
                  <a:lnTo>
                    <a:pt x="18" y="106"/>
                  </a:lnTo>
                  <a:lnTo>
                    <a:pt x="9" y="94"/>
                  </a:lnTo>
                  <a:lnTo>
                    <a:pt x="2" y="79"/>
                  </a:lnTo>
                  <a:lnTo>
                    <a:pt x="0" y="62"/>
                  </a:lnTo>
                  <a:lnTo>
                    <a:pt x="2" y="46"/>
                  </a:lnTo>
                  <a:lnTo>
                    <a:pt x="9" y="30"/>
                  </a:lnTo>
                  <a:lnTo>
                    <a:pt x="18" y="18"/>
                  </a:lnTo>
                  <a:lnTo>
                    <a:pt x="31" y="9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9"/>
            <p:cNvSpPr>
              <a:spLocks/>
            </p:cNvSpPr>
            <p:nvPr/>
          </p:nvSpPr>
          <p:spPr bwMode="auto">
            <a:xfrm>
              <a:off x="1479551" y="2260600"/>
              <a:ext cx="90488" cy="20638"/>
            </a:xfrm>
            <a:custGeom>
              <a:avLst/>
              <a:gdLst>
                <a:gd name="T0" fmla="*/ 62 w 574"/>
                <a:gd name="T1" fmla="*/ 0 h 125"/>
                <a:gd name="T2" fmla="*/ 512 w 574"/>
                <a:gd name="T3" fmla="*/ 0 h 125"/>
                <a:gd name="T4" fmla="*/ 528 w 574"/>
                <a:gd name="T5" fmla="*/ 2 h 125"/>
                <a:gd name="T6" fmla="*/ 543 w 574"/>
                <a:gd name="T7" fmla="*/ 9 h 125"/>
                <a:gd name="T8" fmla="*/ 556 w 574"/>
                <a:gd name="T9" fmla="*/ 18 h 125"/>
                <a:gd name="T10" fmla="*/ 565 w 574"/>
                <a:gd name="T11" fmla="*/ 30 h 125"/>
                <a:gd name="T12" fmla="*/ 572 w 574"/>
                <a:gd name="T13" fmla="*/ 46 h 125"/>
                <a:gd name="T14" fmla="*/ 574 w 574"/>
                <a:gd name="T15" fmla="*/ 62 h 125"/>
                <a:gd name="T16" fmla="*/ 572 w 574"/>
                <a:gd name="T17" fmla="*/ 79 h 125"/>
                <a:gd name="T18" fmla="*/ 565 w 574"/>
                <a:gd name="T19" fmla="*/ 94 h 125"/>
                <a:gd name="T20" fmla="*/ 556 w 574"/>
                <a:gd name="T21" fmla="*/ 106 h 125"/>
                <a:gd name="T22" fmla="*/ 543 w 574"/>
                <a:gd name="T23" fmla="*/ 116 h 125"/>
                <a:gd name="T24" fmla="*/ 528 w 574"/>
                <a:gd name="T25" fmla="*/ 123 h 125"/>
                <a:gd name="T26" fmla="*/ 512 w 574"/>
                <a:gd name="T27" fmla="*/ 125 h 125"/>
                <a:gd name="T28" fmla="*/ 62 w 574"/>
                <a:gd name="T29" fmla="*/ 125 h 125"/>
                <a:gd name="T30" fmla="*/ 45 w 574"/>
                <a:gd name="T31" fmla="*/ 123 h 125"/>
                <a:gd name="T32" fmla="*/ 31 w 574"/>
                <a:gd name="T33" fmla="*/ 116 h 125"/>
                <a:gd name="T34" fmla="*/ 17 w 574"/>
                <a:gd name="T35" fmla="*/ 106 h 125"/>
                <a:gd name="T36" fmla="*/ 8 w 574"/>
                <a:gd name="T37" fmla="*/ 94 h 125"/>
                <a:gd name="T38" fmla="*/ 2 w 574"/>
                <a:gd name="T39" fmla="*/ 79 h 125"/>
                <a:gd name="T40" fmla="*/ 0 w 574"/>
                <a:gd name="T41" fmla="*/ 62 h 125"/>
                <a:gd name="T42" fmla="*/ 2 w 574"/>
                <a:gd name="T43" fmla="*/ 46 h 125"/>
                <a:gd name="T44" fmla="*/ 8 w 574"/>
                <a:gd name="T45" fmla="*/ 30 h 125"/>
                <a:gd name="T46" fmla="*/ 17 w 574"/>
                <a:gd name="T47" fmla="*/ 18 h 125"/>
                <a:gd name="T48" fmla="*/ 31 w 574"/>
                <a:gd name="T49" fmla="*/ 9 h 125"/>
                <a:gd name="T50" fmla="*/ 45 w 574"/>
                <a:gd name="T51" fmla="*/ 2 h 125"/>
                <a:gd name="T52" fmla="*/ 62 w 574"/>
                <a:gd name="T5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74" h="125">
                  <a:moveTo>
                    <a:pt x="62" y="0"/>
                  </a:moveTo>
                  <a:lnTo>
                    <a:pt x="512" y="0"/>
                  </a:lnTo>
                  <a:lnTo>
                    <a:pt x="528" y="2"/>
                  </a:lnTo>
                  <a:lnTo>
                    <a:pt x="543" y="9"/>
                  </a:lnTo>
                  <a:lnTo>
                    <a:pt x="556" y="18"/>
                  </a:lnTo>
                  <a:lnTo>
                    <a:pt x="565" y="30"/>
                  </a:lnTo>
                  <a:lnTo>
                    <a:pt x="572" y="46"/>
                  </a:lnTo>
                  <a:lnTo>
                    <a:pt x="574" y="62"/>
                  </a:lnTo>
                  <a:lnTo>
                    <a:pt x="572" y="79"/>
                  </a:lnTo>
                  <a:lnTo>
                    <a:pt x="565" y="94"/>
                  </a:lnTo>
                  <a:lnTo>
                    <a:pt x="556" y="106"/>
                  </a:lnTo>
                  <a:lnTo>
                    <a:pt x="543" y="116"/>
                  </a:lnTo>
                  <a:lnTo>
                    <a:pt x="528" y="123"/>
                  </a:lnTo>
                  <a:lnTo>
                    <a:pt x="512" y="125"/>
                  </a:lnTo>
                  <a:lnTo>
                    <a:pt x="62" y="125"/>
                  </a:lnTo>
                  <a:lnTo>
                    <a:pt x="45" y="123"/>
                  </a:lnTo>
                  <a:lnTo>
                    <a:pt x="31" y="116"/>
                  </a:lnTo>
                  <a:lnTo>
                    <a:pt x="17" y="106"/>
                  </a:lnTo>
                  <a:lnTo>
                    <a:pt x="8" y="94"/>
                  </a:lnTo>
                  <a:lnTo>
                    <a:pt x="2" y="79"/>
                  </a:lnTo>
                  <a:lnTo>
                    <a:pt x="0" y="62"/>
                  </a:lnTo>
                  <a:lnTo>
                    <a:pt x="2" y="46"/>
                  </a:lnTo>
                  <a:lnTo>
                    <a:pt x="8" y="30"/>
                  </a:lnTo>
                  <a:lnTo>
                    <a:pt x="17" y="18"/>
                  </a:lnTo>
                  <a:lnTo>
                    <a:pt x="31" y="9"/>
                  </a:lnTo>
                  <a:lnTo>
                    <a:pt x="45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0"/>
            <p:cNvSpPr>
              <a:spLocks/>
            </p:cNvSpPr>
            <p:nvPr/>
          </p:nvSpPr>
          <p:spPr bwMode="auto">
            <a:xfrm>
              <a:off x="1143001" y="2379663"/>
              <a:ext cx="71438" cy="71438"/>
            </a:xfrm>
            <a:custGeom>
              <a:avLst/>
              <a:gdLst>
                <a:gd name="T0" fmla="*/ 393 w 450"/>
                <a:gd name="T1" fmla="*/ 0 h 452"/>
                <a:gd name="T2" fmla="*/ 409 w 450"/>
                <a:gd name="T3" fmla="*/ 3 h 452"/>
                <a:gd name="T4" fmla="*/ 423 w 450"/>
                <a:gd name="T5" fmla="*/ 11 h 452"/>
                <a:gd name="T6" fmla="*/ 435 w 450"/>
                <a:gd name="T7" fmla="*/ 22 h 452"/>
                <a:gd name="T8" fmla="*/ 444 w 450"/>
                <a:gd name="T9" fmla="*/ 36 h 452"/>
                <a:gd name="T10" fmla="*/ 449 w 450"/>
                <a:gd name="T11" fmla="*/ 52 h 452"/>
                <a:gd name="T12" fmla="*/ 450 w 450"/>
                <a:gd name="T13" fmla="*/ 68 h 452"/>
                <a:gd name="T14" fmla="*/ 447 w 450"/>
                <a:gd name="T15" fmla="*/ 83 h 452"/>
                <a:gd name="T16" fmla="*/ 440 w 450"/>
                <a:gd name="T17" fmla="*/ 98 h 452"/>
                <a:gd name="T18" fmla="*/ 429 w 450"/>
                <a:gd name="T19" fmla="*/ 110 h 452"/>
                <a:gd name="T20" fmla="*/ 110 w 450"/>
                <a:gd name="T21" fmla="*/ 431 h 452"/>
                <a:gd name="T22" fmla="*/ 106 w 450"/>
                <a:gd name="T23" fmla="*/ 434 h 452"/>
                <a:gd name="T24" fmla="*/ 103 w 450"/>
                <a:gd name="T25" fmla="*/ 437 h 452"/>
                <a:gd name="T26" fmla="*/ 89 w 450"/>
                <a:gd name="T27" fmla="*/ 446 h 452"/>
                <a:gd name="T28" fmla="*/ 74 w 450"/>
                <a:gd name="T29" fmla="*/ 451 h 452"/>
                <a:gd name="T30" fmla="*/ 57 w 450"/>
                <a:gd name="T31" fmla="*/ 452 h 452"/>
                <a:gd name="T32" fmla="*/ 42 w 450"/>
                <a:gd name="T33" fmla="*/ 449 h 452"/>
                <a:gd name="T34" fmla="*/ 28 w 450"/>
                <a:gd name="T35" fmla="*/ 441 h 452"/>
                <a:gd name="T36" fmla="*/ 15 w 450"/>
                <a:gd name="T37" fmla="*/ 431 h 452"/>
                <a:gd name="T38" fmla="*/ 6 w 450"/>
                <a:gd name="T39" fmla="*/ 416 h 452"/>
                <a:gd name="T40" fmla="*/ 1 w 450"/>
                <a:gd name="T41" fmla="*/ 401 h 452"/>
                <a:gd name="T42" fmla="*/ 0 w 450"/>
                <a:gd name="T43" fmla="*/ 385 h 452"/>
                <a:gd name="T44" fmla="*/ 3 w 450"/>
                <a:gd name="T45" fmla="*/ 369 h 452"/>
                <a:gd name="T46" fmla="*/ 10 w 450"/>
                <a:gd name="T47" fmla="*/ 355 h 452"/>
                <a:gd name="T48" fmla="*/ 21 w 450"/>
                <a:gd name="T49" fmla="*/ 342 h 452"/>
                <a:gd name="T50" fmla="*/ 341 w 450"/>
                <a:gd name="T51" fmla="*/ 21 h 452"/>
                <a:gd name="T52" fmla="*/ 341 w 450"/>
                <a:gd name="T53" fmla="*/ 22 h 452"/>
                <a:gd name="T54" fmla="*/ 344 w 450"/>
                <a:gd name="T55" fmla="*/ 19 h 452"/>
                <a:gd name="T56" fmla="*/ 347 w 450"/>
                <a:gd name="T57" fmla="*/ 15 h 452"/>
                <a:gd name="T58" fmla="*/ 362 w 450"/>
                <a:gd name="T59" fmla="*/ 7 h 452"/>
                <a:gd name="T60" fmla="*/ 377 w 450"/>
                <a:gd name="T61" fmla="*/ 1 h 452"/>
                <a:gd name="T62" fmla="*/ 393 w 450"/>
                <a:gd name="T63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452">
                  <a:moveTo>
                    <a:pt x="393" y="0"/>
                  </a:moveTo>
                  <a:lnTo>
                    <a:pt x="409" y="3"/>
                  </a:lnTo>
                  <a:lnTo>
                    <a:pt x="423" y="11"/>
                  </a:lnTo>
                  <a:lnTo>
                    <a:pt x="435" y="22"/>
                  </a:lnTo>
                  <a:lnTo>
                    <a:pt x="444" y="36"/>
                  </a:lnTo>
                  <a:lnTo>
                    <a:pt x="449" y="52"/>
                  </a:lnTo>
                  <a:lnTo>
                    <a:pt x="450" y="68"/>
                  </a:lnTo>
                  <a:lnTo>
                    <a:pt x="447" y="83"/>
                  </a:lnTo>
                  <a:lnTo>
                    <a:pt x="440" y="98"/>
                  </a:lnTo>
                  <a:lnTo>
                    <a:pt x="429" y="110"/>
                  </a:lnTo>
                  <a:lnTo>
                    <a:pt x="110" y="431"/>
                  </a:lnTo>
                  <a:lnTo>
                    <a:pt x="106" y="434"/>
                  </a:lnTo>
                  <a:lnTo>
                    <a:pt x="103" y="437"/>
                  </a:lnTo>
                  <a:lnTo>
                    <a:pt x="89" y="446"/>
                  </a:lnTo>
                  <a:lnTo>
                    <a:pt x="74" y="451"/>
                  </a:lnTo>
                  <a:lnTo>
                    <a:pt x="57" y="452"/>
                  </a:lnTo>
                  <a:lnTo>
                    <a:pt x="42" y="449"/>
                  </a:lnTo>
                  <a:lnTo>
                    <a:pt x="28" y="441"/>
                  </a:lnTo>
                  <a:lnTo>
                    <a:pt x="15" y="431"/>
                  </a:lnTo>
                  <a:lnTo>
                    <a:pt x="6" y="416"/>
                  </a:lnTo>
                  <a:lnTo>
                    <a:pt x="1" y="401"/>
                  </a:lnTo>
                  <a:lnTo>
                    <a:pt x="0" y="385"/>
                  </a:lnTo>
                  <a:lnTo>
                    <a:pt x="3" y="369"/>
                  </a:lnTo>
                  <a:lnTo>
                    <a:pt x="10" y="355"/>
                  </a:lnTo>
                  <a:lnTo>
                    <a:pt x="21" y="342"/>
                  </a:lnTo>
                  <a:lnTo>
                    <a:pt x="341" y="21"/>
                  </a:lnTo>
                  <a:lnTo>
                    <a:pt x="341" y="22"/>
                  </a:lnTo>
                  <a:lnTo>
                    <a:pt x="344" y="19"/>
                  </a:lnTo>
                  <a:lnTo>
                    <a:pt x="347" y="15"/>
                  </a:lnTo>
                  <a:lnTo>
                    <a:pt x="362" y="7"/>
                  </a:lnTo>
                  <a:lnTo>
                    <a:pt x="377" y="1"/>
                  </a:lnTo>
                  <a:lnTo>
                    <a:pt x="3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1"/>
            <p:cNvSpPr>
              <a:spLocks/>
            </p:cNvSpPr>
            <p:nvPr/>
          </p:nvSpPr>
          <p:spPr bwMode="auto">
            <a:xfrm>
              <a:off x="1430338" y="2093913"/>
              <a:ext cx="69850" cy="69850"/>
            </a:xfrm>
            <a:custGeom>
              <a:avLst/>
              <a:gdLst>
                <a:gd name="T0" fmla="*/ 369 w 440"/>
                <a:gd name="T1" fmla="*/ 0 h 441"/>
                <a:gd name="T2" fmla="*/ 387 w 440"/>
                <a:gd name="T3" fmla="*/ 0 h 441"/>
                <a:gd name="T4" fmla="*/ 403 w 440"/>
                <a:gd name="T5" fmla="*/ 4 h 441"/>
                <a:gd name="T6" fmla="*/ 418 w 440"/>
                <a:gd name="T7" fmla="*/ 15 h 441"/>
                <a:gd name="T8" fmla="*/ 430 w 440"/>
                <a:gd name="T9" fmla="*/ 27 h 441"/>
                <a:gd name="T10" fmla="*/ 437 w 440"/>
                <a:gd name="T11" fmla="*/ 41 h 441"/>
                <a:gd name="T12" fmla="*/ 440 w 440"/>
                <a:gd name="T13" fmla="*/ 57 h 441"/>
                <a:gd name="T14" fmla="*/ 439 w 440"/>
                <a:gd name="T15" fmla="*/ 73 h 441"/>
                <a:gd name="T16" fmla="*/ 435 w 440"/>
                <a:gd name="T17" fmla="*/ 88 h 441"/>
                <a:gd name="T18" fmla="*/ 426 w 440"/>
                <a:gd name="T19" fmla="*/ 103 h 441"/>
                <a:gd name="T20" fmla="*/ 106 w 440"/>
                <a:gd name="T21" fmla="*/ 422 h 441"/>
                <a:gd name="T22" fmla="*/ 94 w 440"/>
                <a:gd name="T23" fmla="*/ 433 h 441"/>
                <a:gd name="T24" fmla="*/ 78 w 440"/>
                <a:gd name="T25" fmla="*/ 439 h 441"/>
                <a:gd name="T26" fmla="*/ 62 w 440"/>
                <a:gd name="T27" fmla="*/ 441 h 441"/>
                <a:gd name="T28" fmla="*/ 63 w 440"/>
                <a:gd name="T29" fmla="*/ 441 h 441"/>
                <a:gd name="T30" fmla="*/ 47 w 440"/>
                <a:gd name="T31" fmla="*/ 439 h 441"/>
                <a:gd name="T32" fmla="*/ 31 w 440"/>
                <a:gd name="T33" fmla="*/ 433 h 441"/>
                <a:gd name="T34" fmla="*/ 18 w 440"/>
                <a:gd name="T35" fmla="*/ 422 h 441"/>
                <a:gd name="T36" fmla="*/ 8 w 440"/>
                <a:gd name="T37" fmla="*/ 409 h 441"/>
                <a:gd name="T38" fmla="*/ 2 w 440"/>
                <a:gd name="T39" fmla="*/ 395 h 441"/>
                <a:gd name="T40" fmla="*/ 0 w 440"/>
                <a:gd name="T41" fmla="*/ 378 h 441"/>
                <a:gd name="T42" fmla="*/ 2 w 440"/>
                <a:gd name="T43" fmla="*/ 363 h 441"/>
                <a:gd name="T44" fmla="*/ 8 w 440"/>
                <a:gd name="T45" fmla="*/ 348 h 441"/>
                <a:gd name="T46" fmla="*/ 18 w 440"/>
                <a:gd name="T47" fmla="*/ 334 h 441"/>
                <a:gd name="T48" fmla="*/ 338 w 440"/>
                <a:gd name="T49" fmla="*/ 15 h 441"/>
                <a:gd name="T50" fmla="*/ 352 w 440"/>
                <a:gd name="T51" fmla="*/ 4 h 441"/>
                <a:gd name="T52" fmla="*/ 369 w 440"/>
                <a:gd name="T5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0" h="441">
                  <a:moveTo>
                    <a:pt x="369" y="0"/>
                  </a:moveTo>
                  <a:lnTo>
                    <a:pt x="387" y="0"/>
                  </a:lnTo>
                  <a:lnTo>
                    <a:pt x="403" y="4"/>
                  </a:lnTo>
                  <a:lnTo>
                    <a:pt x="418" y="15"/>
                  </a:lnTo>
                  <a:lnTo>
                    <a:pt x="430" y="27"/>
                  </a:lnTo>
                  <a:lnTo>
                    <a:pt x="437" y="41"/>
                  </a:lnTo>
                  <a:lnTo>
                    <a:pt x="440" y="57"/>
                  </a:lnTo>
                  <a:lnTo>
                    <a:pt x="439" y="73"/>
                  </a:lnTo>
                  <a:lnTo>
                    <a:pt x="435" y="88"/>
                  </a:lnTo>
                  <a:lnTo>
                    <a:pt x="426" y="103"/>
                  </a:lnTo>
                  <a:lnTo>
                    <a:pt x="106" y="422"/>
                  </a:lnTo>
                  <a:lnTo>
                    <a:pt x="94" y="433"/>
                  </a:lnTo>
                  <a:lnTo>
                    <a:pt x="78" y="439"/>
                  </a:lnTo>
                  <a:lnTo>
                    <a:pt x="62" y="441"/>
                  </a:lnTo>
                  <a:lnTo>
                    <a:pt x="63" y="441"/>
                  </a:lnTo>
                  <a:lnTo>
                    <a:pt x="47" y="439"/>
                  </a:lnTo>
                  <a:lnTo>
                    <a:pt x="31" y="433"/>
                  </a:lnTo>
                  <a:lnTo>
                    <a:pt x="18" y="422"/>
                  </a:lnTo>
                  <a:lnTo>
                    <a:pt x="8" y="409"/>
                  </a:lnTo>
                  <a:lnTo>
                    <a:pt x="2" y="395"/>
                  </a:lnTo>
                  <a:lnTo>
                    <a:pt x="0" y="378"/>
                  </a:lnTo>
                  <a:lnTo>
                    <a:pt x="2" y="363"/>
                  </a:lnTo>
                  <a:lnTo>
                    <a:pt x="8" y="348"/>
                  </a:lnTo>
                  <a:lnTo>
                    <a:pt x="18" y="334"/>
                  </a:lnTo>
                  <a:lnTo>
                    <a:pt x="338" y="15"/>
                  </a:lnTo>
                  <a:lnTo>
                    <a:pt x="352" y="4"/>
                  </a:lnTo>
                  <a:lnTo>
                    <a:pt x="3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2"/>
            <p:cNvSpPr>
              <a:spLocks/>
            </p:cNvSpPr>
            <p:nvPr/>
          </p:nvSpPr>
          <p:spPr bwMode="auto">
            <a:xfrm>
              <a:off x="1430338" y="2379663"/>
              <a:ext cx="71438" cy="71438"/>
            </a:xfrm>
            <a:custGeom>
              <a:avLst/>
              <a:gdLst>
                <a:gd name="T0" fmla="*/ 67 w 452"/>
                <a:gd name="T1" fmla="*/ 0 h 455"/>
                <a:gd name="T2" fmla="*/ 82 w 452"/>
                <a:gd name="T3" fmla="*/ 3 h 455"/>
                <a:gd name="T4" fmla="*/ 97 w 452"/>
                <a:gd name="T5" fmla="*/ 11 h 455"/>
                <a:gd name="T6" fmla="*/ 109 w 452"/>
                <a:gd name="T7" fmla="*/ 22 h 455"/>
                <a:gd name="T8" fmla="*/ 429 w 452"/>
                <a:gd name="T9" fmla="*/ 343 h 455"/>
                <a:gd name="T10" fmla="*/ 435 w 452"/>
                <a:gd name="T11" fmla="*/ 349 h 455"/>
                <a:gd name="T12" fmla="*/ 441 w 452"/>
                <a:gd name="T13" fmla="*/ 356 h 455"/>
                <a:gd name="T14" fmla="*/ 449 w 452"/>
                <a:gd name="T15" fmla="*/ 370 h 455"/>
                <a:gd name="T16" fmla="*/ 452 w 452"/>
                <a:gd name="T17" fmla="*/ 386 h 455"/>
                <a:gd name="T18" fmla="*/ 452 w 452"/>
                <a:gd name="T19" fmla="*/ 402 h 455"/>
                <a:gd name="T20" fmla="*/ 448 w 452"/>
                <a:gd name="T21" fmla="*/ 417 h 455"/>
                <a:gd name="T22" fmla="*/ 440 w 452"/>
                <a:gd name="T23" fmla="*/ 432 h 455"/>
                <a:gd name="T24" fmla="*/ 427 w 452"/>
                <a:gd name="T25" fmla="*/ 443 h 455"/>
                <a:gd name="T26" fmla="*/ 413 w 452"/>
                <a:gd name="T27" fmla="*/ 451 h 455"/>
                <a:gd name="T28" fmla="*/ 397 w 452"/>
                <a:gd name="T29" fmla="*/ 455 h 455"/>
                <a:gd name="T30" fmla="*/ 382 w 452"/>
                <a:gd name="T31" fmla="*/ 454 h 455"/>
                <a:gd name="T32" fmla="*/ 366 w 452"/>
                <a:gd name="T33" fmla="*/ 450 h 455"/>
                <a:gd name="T34" fmla="*/ 352 w 452"/>
                <a:gd name="T35" fmla="*/ 442 h 455"/>
                <a:gd name="T36" fmla="*/ 341 w 452"/>
                <a:gd name="T37" fmla="*/ 430 h 455"/>
                <a:gd name="T38" fmla="*/ 21 w 452"/>
                <a:gd name="T39" fmla="*/ 110 h 455"/>
                <a:gd name="T40" fmla="*/ 18 w 452"/>
                <a:gd name="T41" fmla="*/ 107 h 455"/>
                <a:gd name="T42" fmla="*/ 15 w 452"/>
                <a:gd name="T43" fmla="*/ 103 h 455"/>
                <a:gd name="T44" fmla="*/ 6 w 452"/>
                <a:gd name="T45" fmla="*/ 89 h 455"/>
                <a:gd name="T46" fmla="*/ 1 w 452"/>
                <a:gd name="T47" fmla="*/ 74 h 455"/>
                <a:gd name="T48" fmla="*/ 0 w 452"/>
                <a:gd name="T49" fmla="*/ 58 h 455"/>
                <a:gd name="T50" fmla="*/ 3 w 452"/>
                <a:gd name="T51" fmla="*/ 42 h 455"/>
                <a:gd name="T52" fmla="*/ 10 w 452"/>
                <a:gd name="T53" fmla="*/ 27 h 455"/>
                <a:gd name="T54" fmla="*/ 21 w 452"/>
                <a:gd name="T55" fmla="*/ 15 h 455"/>
                <a:gd name="T56" fmla="*/ 35 w 452"/>
                <a:gd name="T57" fmla="*/ 5 h 455"/>
                <a:gd name="T58" fmla="*/ 51 w 452"/>
                <a:gd name="T59" fmla="*/ 0 h 455"/>
                <a:gd name="T60" fmla="*/ 67 w 452"/>
                <a:gd name="T61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2" h="455">
                  <a:moveTo>
                    <a:pt x="67" y="0"/>
                  </a:moveTo>
                  <a:lnTo>
                    <a:pt x="82" y="3"/>
                  </a:lnTo>
                  <a:lnTo>
                    <a:pt x="97" y="11"/>
                  </a:lnTo>
                  <a:lnTo>
                    <a:pt x="109" y="22"/>
                  </a:lnTo>
                  <a:lnTo>
                    <a:pt x="429" y="343"/>
                  </a:lnTo>
                  <a:lnTo>
                    <a:pt x="435" y="349"/>
                  </a:lnTo>
                  <a:lnTo>
                    <a:pt x="441" y="356"/>
                  </a:lnTo>
                  <a:lnTo>
                    <a:pt x="449" y="370"/>
                  </a:lnTo>
                  <a:lnTo>
                    <a:pt x="452" y="386"/>
                  </a:lnTo>
                  <a:lnTo>
                    <a:pt x="452" y="402"/>
                  </a:lnTo>
                  <a:lnTo>
                    <a:pt x="448" y="417"/>
                  </a:lnTo>
                  <a:lnTo>
                    <a:pt x="440" y="432"/>
                  </a:lnTo>
                  <a:lnTo>
                    <a:pt x="427" y="443"/>
                  </a:lnTo>
                  <a:lnTo>
                    <a:pt x="413" y="451"/>
                  </a:lnTo>
                  <a:lnTo>
                    <a:pt x="397" y="455"/>
                  </a:lnTo>
                  <a:lnTo>
                    <a:pt x="382" y="454"/>
                  </a:lnTo>
                  <a:lnTo>
                    <a:pt x="366" y="450"/>
                  </a:lnTo>
                  <a:lnTo>
                    <a:pt x="352" y="442"/>
                  </a:lnTo>
                  <a:lnTo>
                    <a:pt x="341" y="430"/>
                  </a:lnTo>
                  <a:lnTo>
                    <a:pt x="21" y="110"/>
                  </a:lnTo>
                  <a:lnTo>
                    <a:pt x="18" y="107"/>
                  </a:lnTo>
                  <a:lnTo>
                    <a:pt x="15" y="103"/>
                  </a:lnTo>
                  <a:lnTo>
                    <a:pt x="6" y="89"/>
                  </a:lnTo>
                  <a:lnTo>
                    <a:pt x="1" y="74"/>
                  </a:lnTo>
                  <a:lnTo>
                    <a:pt x="0" y="58"/>
                  </a:lnTo>
                  <a:lnTo>
                    <a:pt x="3" y="42"/>
                  </a:lnTo>
                  <a:lnTo>
                    <a:pt x="10" y="27"/>
                  </a:lnTo>
                  <a:lnTo>
                    <a:pt x="21" y="15"/>
                  </a:lnTo>
                  <a:lnTo>
                    <a:pt x="35" y="5"/>
                  </a:lnTo>
                  <a:lnTo>
                    <a:pt x="51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3"/>
            <p:cNvSpPr>
              <a:spLocks/>
            </p:cNvSpPr>
            <p:nvPr/>
          </p:nvSpPr>
          <p:spPr bwMode="auto">
            <a:xfrm>
              <a:off x="1144588" y="2092325"/>
              <a:ext cx="69850" cy="69850"/>
            </a:xfrm>
            <a:custGeom>
              <a:avLst/>
              <a:gdLst>
                <a:gd name="T0" fmla="*/ 57 w 436"/>
                <a:gd name="T1" fmla="*/ 0 h 439"/>
                <a:gd name="T2" fmla="*/ 74 w 436"/>
                <a:gd name="T3" fmla="*/ 1 h 439"/>
                <a:gd name="T4" fmla="*/ 89 w 436"/>
                <a:gd name="T5" fmla="*/ 6 h 439"/>
                <a:gd name="T6" fmla="*/ 103 w 436"/>
                <a:gd name="T7" fmla="*/ 16 h 439"/>
                <a:gd name="T8" fmla="*/ 422 w 436"/>
                <a:gd name="T9" fmla="*/ 335 h 439"/>
                <a:gd name="T10" fmla="*/ 431 w 436"/>
                <a:gd name="T11" fmla="*/ 351 h 439"/>
                <a:gd name="T12" fmla="*/ 436 w 436"/>
                <a:gd name="T13" fmla="*/ 367 h 439"/>
                <a:gd name="T14" fmla="*/ 436 w 436"/>
                <a:gd name="T15" fmla="*/ 384 h 439"/>
                <a:gd name="T16" fmla="*/ 431 w 436"/>
                <a:gd name="T17" fmla="*/ 402 h 439"/>
                <a:gd name="T18" fmla="*/ 422 w 436"/>
                <a:gd name="T19" fmla="*/ 416 h 439"/>
                <a:gd name="T20" fmla="*/ 410 w 436"/>
                <a:gd name="T21" fmla="*/ 427 h 439"/>
                <a:gd name="T22" fmla="*/ 394 w 436"/>
                <a:gd name="T23" fmla="*/ 435 h 439"/>
                <a:gd name="T24" fmla="*/ 379 w 436"/>
                <a:gd name="T25" fmla="*/ 439 h 439"/>
                <a:gd name="T26" fmla="*/ 363 w 436"/>
                <a:gd name="T27" fmla="*/ 438 h 439"/>
                <a:gd name="T28" fmla="*/ 347 w 436"/>
                <a:gd name="T29" fmla="*/ 433 h 439"/>
                <a:gd name="T30" fmla="*/ 334 w 436"/>
                <a:gd name="T31" fmla="*/ 423 h 439"/>
                <a:gd name="T32" fmla="*/ 14 w 436"/>
                <a:gd name="T33" fmla="*/ 104 h 439"/>
                <a:gd name="T34" fmla="*/ 5 w 436"/>
                <a:gd name="T35" fmla="*/ 88 h 439"/>
                <a:gd name="T36" fmla="*/ 0 w 436"/>
                <a:gd name="T37" fmla="*/ 71 h 439"/>
                <a:gd name="T38" fmla="*/ 0 w 436"/>
                <a:gd name="T39" fmla="*/ 54 h 439"/>
                <a:gd name="T40" fmla="*/ 5 w 436"/>
                <a:gd name="T41" fmla="*/ 37 h 439"/>
                <a:gd name="T42" fmla="*/ 14 w 436"/>
                <a:gd name="T43" fmla="*/ 22 h 439"/>
                <a:gd name="T44" fmla="*/ 28 w 436"/>
                <a:gd name="T45" fmla="*/ 10 h 439"/>
                <a:gd name="T46" fmla="*/ 42 w 436"/>
                <a:gd name="T47" fmla="*/ 3 h 439"/>
                <a:gd name="T48" fmla="*/ 57 w 436"/>
                <a:gd name="T4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439">
                  <a:moveTo>
                    <a:pt x="57" y="0"/>
                  </a:moveTo>
                  <a:lnTo>
                    <a:pt x="74" y="1"/>
                  </a:lnTo>
                  <a:lnTo>
                    <a:pt x="89" y="6"/>
                  </a:lnTo>
                  <a:lnTo>
                    <a:pt x="103" y="16"/>
                  </a:lnTo>
                  <a:lnTo>
                    <a:pt x="422" y="335"/>
                  </a:lnTo>
                  <a:lnTo>
                    <a:pt x="431" y="351"/>
                  </a:lnTo>
                  <a:lnTo>
                    <a:pt x="436" y="367"/>
                  </a:lnTo>
                  <a:lnTo>
                    <a:pt x="436" y="384"/>
                  </a:lnTo>
                  <a:lnTo>
                    <a:pt x="431" y="402"/>
                  </a:lnTo>
                  <a:lnTo>
                    <a:pt x="422" y="416"/>
                  </a:lnTo>
                  <a:lnTo>
                    <a:pt x="410" y="427"/>
                  </a:lnTo>
                  <a:lnTo>
                    <a:pt x="394" y="435"/>
                  </a:lnTo>
                  <a:lnTo>
                    <a:pt x="379" y="439"/>
                  </a:lnTo>
                  <a:lnTo>
                    <a:pt x="363" y="438"/>
                  </a:lnTo>
                  <a:lnTo>
                    <a:pt x="347" y="433"/>
                  </a:lnTo>
                  <a:lnTo>
                    <a:pt x="334" y="423"/>
                  </a:lnTo>
                  <a:lnTo>
                    <a:pt x="14" y="104"/>
                  </a:lnTo>
                  <a:lnTo>
                    <a:pt x="5" y="88"/>
                  </a:lnTo>
                  <a:lnTo>
                    <a:pt x="0" y="71"/>
                  </a:lnTo>
                  <a:lnTo>
                    <a:pt x="0" y="54"/>
                  </a:lnTo>
                  <a:lnTo>
                    <a:pt x="5" y="37"/>
                  </a:lnTo>
                  <a:lnTo>
                    <a:pt x="14" y="22"/>
                  </a:lnTo>
                  <a:lnTo>
                    <a:pt x="28" y="10"/>
                  </a:lnTo>
                  <a:lnTo>
                    <a:pt x="42" y="3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4"/>
            <p:cNvSpPr>
              <a:spLocks/>
            </p:cNvSpPr>
            <p:nvPr/>
          </p:nvSpPr>
          <p:spPr bwMode="auto">
            <a:xfrm>
              <a:off x="1312863" y="2025650"/>
              <a:ext cx="19050" cy="92075"/>
            </a:xfrm>
            <a:custGeom>
              <a:avLst/>
              <a:gdLst>
                <a:gd name="T0" fmla="*/ 62 w 125"/>
                <a:gd name="T1" fmla="*/ 0 h 580"/>
                <a:gd name="T2" fmla="*/ 79 w 125"/>
                <a:gd name="T3" fmla="*/ 2 h 580"/>
                <a:gd name="T4" fmla="*/ 94 w 125"/>
                <a:gd name="T5" fmla="*/ 8 h 580"/>
                <a:gd name="T6" fmla="*/ 106 w 125"/>
                <a:gd name="T7" fmla="*/ 18 h 580"/>
                <a:gd name="T8" fmla="*/ 117 w 125"/>
                <a:gd name="T9" fmla="*/ 31 h 580"/>
                <a:gd name="T10" fmla="*/ 123 w 125"/>
                <a:gd name="T11" fmla="*/ 46 h 580"/>
                <a:gd name="T12" fmla="*/ 125 w 125"/>
                <a:gd name="T13" fmla="*/ 63 h 580"/>
                <a:gd name="T14" fmla="*/ 125 w 125"/>
                <a:gd name="T15" fmla="*/ 517 h 580"/>
                <a:gd name="T16" fmla="*/ 123 w 125"/>
                <a:gd name="T17" fmla="*/ 534 h 580"/>
                <a:gd name="T18" fmla="*/ 117 w 125"/>
                <a:gd name="T19" fmla="*/ 548 h 580"/>
                <a:gd name="T20" fmla="*/ 106 w 125"/>
                <a:gd name="T21" fmla="*/ 561 h 580"/>
                <a:gd name="T22" fmla="*/ 94 w 125"/>
                <a:gd name="T23" fmla="*/ 571 h 580"/>
                <a:gd name="T24" fmla="*/ 79 w 125"/>
                <a:gd name="T25" fmla="*/ 578 h 580"/>
                <a:gd name="T26" fmla="*/ 62 w 125"/>
                <a:gd name="T27" fmla="*/ 580 h 580"/>
                <a:gd name="T28" fmla="*/ 60 w 125"/>
                <a:gd name="T29" fmla="*/ 580 h 580"/>
                <a:gd name="T30" fmla="*/ 44 w 125"/>
                <a:gd name="T31" fmla="*/ 577 h 580"/>
                <a:gd name="T32" fmla="*/ 30 w 125"/>
                <a:gd name="T33" fmla="*/ 570 h 580"/>
                <a:gd name="T34" fmla="*/ 17 w 125"/>
                <a:gd name="T35" fmla="*/ 560 h 580"/>
                <a:gd name="T36" fmla="*/ 7 w 125"/>
                <a:gd name="T37" fmla="*/ 547 h 580"/>
                <a:gd name="T38" fmla="*/ 2 w 125"/>
                <a:gd name="T39" fmla="*/ 532 h 580"/>
                <a:gd name="T40" fmla="*/ 0 w 125"/>
                <a:gd name="T41" fmla="*/ 515 h 580"/>
                <a:gd name="T42" fmla="*/ 0 w 125"/>
                <a:gd name="T43" fmla="*/ 63 h 580"/>
                <a:gd name="T44" fmla="*/ 2 w 125"/>
                <a:gd name="T45" fmla="*/ 46 h 580"/>
                <a:gd name="T46" fmla="*/ 8 w 125"/>
                <a:gd name="T47" fmla="*/ 31 h 580"/>
                <a:gd name="T48" fmla="*/ 19 w 125"/>
                <a:gd name="T49" fmla="*/ 18 h 580"/>
                <a:gd name="T50" fmla="*/ 31 w 125"/>
                <a:gd name="T51" fmla="*/ 8 h 580"/>
                <a:gd name="T52" fmla="*/ 46 w 125"/>
                <a:gd name="T53" fmla="*/ 2 h 580"/>
                <a:gd name="T54" fmla="*/ 62 w 125"/>
                <a:gd name="T55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5" h="580">
                  <a:moveTo>
                    <a:pt x="62" y="0"/>
                  </a:moveTo>
                  <a:lnTo>
                    <a:pt x="79" y="2"/>
                  </a:lnTo>
                  <a:lnTo>
                    <a:pt x="94" y="8"/>
                  </a:lnTo>
                  <a:lnTo>
                    <a:pt x="106" y="18"/>
                  </a:lnTo>
                  <a:lnTo>
                    <a:pt x="117" y="31"/>
                  </a:lnTo>
                  <a:lnTo>
                    <a:pt x="123" y="46"/>
                  </a:lnTo>
                  <a:lnTo>
                    <a:pt x="125" y="63"/>
                  </a:lnTo>
                  <a:lnTo>
                    <a:pt x="125" y="517"/>
                  </a:lnTo>
                  <a:lnTo>
                    <a:pt x="123" y="534"/>
                  </a:lnTo>
                  <a:lnTo>
                    <a:pt x="117" y="548"/>
                  </a:lnTo>
                  <a:lnTo>
                    <a:pt x="106" y="561"/>
                  </a:lnTo>
                  <a:lnTo>
                    <a:pt x="94" y="571"/>
                  </a:lnTo>
                  <a:lnTo>
                    <a:pt x="79" y="578"/>
                  </a:lnTo>
                  <a:lnTo>
                    <a:pt x="62" y="580"/>
                  </a:lnTo>
                  <a:lnTo>
                    <a:pt x="60" y="580"/>
                  </a:lnTo>
                  <a:lnTo>
                    <a:pt x="44" y="577"/>
                  </a:lnTo>
                  <a:lnTo>
                    <a:pt x="30" y="570"/>
                  </a:lnTo>
                  <a:lnTo>
                    <a:pt x="17" y="560"/>
                  </a:lnTo>
                  <a:lnTo>
                    <a:pt x="7" y="547"/>
                  </a:lnTo>
                  <a:lnTo>
                    <a:pt x="2" y="532"/>
                  </a:lnTo>
                  <a:lnTo>
                    <a:pt x="0" y="515"/>
                  </a:lnTo>
                  <a:lnTo>
                    <a:pt x="0" y="63"/>
                  </a:lnTo>
                  <a:lnTo>
                    <a:pt x="2" y="46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1" y="8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357265" y="3812454"/>
            <a:ext cx="133412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1986718" y="2327178"/>
            <a:ext cx="1013085" cy="1013085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1910517" y="35688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90" name="Freeform 19"/>
          <p:cNvSpPr>
            <a:spLocks noEditPoints="1"/>
          </p:cNvSpPr>
          <p:nvPr/>
        </p:nvSpPr>
        <p:spPr bwMode="auto">
          <a:xfrm>
            <a:off x="2225831" y="2567152"/>
            <a:ext cx="533400" cy="534988"/>
          </a:xfrm>
          <a:custGeom>
            <a:avLst/>
            <a:gdLst>
              <a:gd name="T0" fmla="*/ 1288 w 3365"/>
              <a:gd name="T1" fmla="*/ 1833 h 3374"/>
              <a:gd name="T2" fmla="*/ 1373 w 3365"/>
              <a:gd name="T3" fmla="*/ 2071 h 3374"/>
              <a:gd name="T4" fmla="*/ 1620 w 3365"/>
              <a:gd name="T5" fmla="*/ 2028 h 3374"/>
              <a:gd name="T6" fmla="*/ 1517 w 3365"/>
              <a:gd name="T7" fmla="*/ 1948 h 3374"/>
              <a:gd name="T8" fmla="*/ 1409 w 3365"/>
              <a:gd name="T9" fmla="*/ 1918 h 3374"/>
              <a:gd name="T10" fmla="*/ 1471 w 3365"/>
              <a:gd name="T11" fmla="*/ 1706 h 3374"/>
              <a:gd name="T12" fmla="*/ 1032 w 3365"/>
              <a:gd name="T13" fmla="*/ 1281 h 3374"/>
              <a:gd name="T14" fmla="*/ 742 w 3365"/>
              <a:gd name="T15" fmla="*/ 1688 h 3374"/>
              <a:gd name="T16" fmla="*/ 759 w 3365"/>
              <a:gd name="T17" fmla="*/ 2173 h 3374"/>
              <a:gd name="T18" fmla="*/ 1084 w 3365"/>
              <a:gd name="T19" fmla="*/ 2559 h 3374"/>
              <a:gd name="T20" fmla="*/ 1558 w 3365"/>
              <a:gd name="T21" fmla="*/ 2659 h 3374"/>
              <a:gd name="T22" fmla="*/ 2006 w 3365"/>
              <a:gd name="T23" fmla="*/ 2441 h 3374"/>
              <a:gd name="T24" fmla="*/ 2222 w 3365"/>
              <a:gd name="T25" fmla="*/ 1999 h 3374"/>
              <a:gd name="T26" fmla="*/ 2125 w 3365"/>
              <a:gd name="T27" fmla="*/ 1520 h 3374"/>
              <a:gd name="T28" fmla="*/ 1795 w 3365"/>
              <a:gd name="T29" fmla="*/ 1922 h 3374"/>
              <a:gd name="T30" fmla="*/ 1625 w 3365"/>
              <a:gd name="T31" fmla="*/ 2189 h 3374"/>
              <a:gd name="T32" fmla="*/ 1327 w 3365"/>
              <a:gd name="T33" fmla="*/ 2194 h 3374"/>
              <a:gd name="T34" fmla="*/ 1149 w 3365"/>
              <a:gd name="T35" fmla="*/ 1948 h 3374"/>
              <a:gd name="T36" fmla="*/ 1252 w 3365"/>
              <a:gd name="T37" fmla="*/ 1660 h 3374"/>
              <a:gd name="T38" fmla="*/ 1540 w 3365"/>
              <a:gd name="T39" fmla="*/ 1583 h 3374"/>
              <a:gd name="T40" fmla="*/ 1741 w 3365"/>
              <a:gd name="T41" fmla="*/ 1192 h 3374"/>
              <a:gd name="T42" fmla="*/ 1283 w 3365"/>
              <a:gd name="T43" fmla="*/ 577 h 3374"/>
              <a:gd name="T44" fmla="*/ 648 w 3365"/>
              <a:gd name="T45" fmla="*/ 845 h 3374"/>
              <a:gd name="T46" fmla="*/ 234 w 3365"/>
              <a:gd name="T47" fmla="*/ 1385 h 3374"/>
              <a:gd name="T48" fmla="*/ 142 w 3365"/>
              <a:gd name="T49" fmla="*/ 2090 h 3374"/>
              <a:gd name="T50" fmla="*/ 409 w 3365"/>
              <a:gd name="T51" fmla="*/ 2728 h 3374"/>
              <a:gd name="T52" fmla="*/ 948 w 3365"/>
              <a:gd name="T53" fmla="*/ 3142 h 3374"/>
              <a:gd name="T54" fmla="*/ 1650 w 3365"/>
              <a:gd name="T55" fmla="*/ 3235 h 3374"/>
              <a:gd name="T56" fmla="*/ 2285 w 3365"/>
              <a:gd name="T57" fmla="*/ 2967 h 3374"/>
              <a:gd name="T58" fmla="*/ 2700 w 3365"/>
              <a:gd name="T59" fmla="*/ 2426 h 3374"/>
              <a:gd name="T60" fmla="*/ 2793 w 3365"/>
              <a:gd name="T61" fmla="*/ 1739 h 3374"/>
              <a:gd name="T62" fmla="*/ 2557 w 3365"/>
              <a:gd name="T63" fmla="*/ 1133 h 3374"/>
              <a:gd name="T64" fmla="*/ 2306 w 3365"/>
              <a:gd name="T65" fmla="*/ 1617 h 3374"/>
              <a:gd name="T66" fmla="*/ 2321 w 3365"/>
              <a:gd name="T67" fmla="*/ 2136 h 3374"/>
              <a:gd name="T68" fmla="*/ 2033 w 3365"/>
              <a:gd name="T69" fmla="*/ 2588 h 3374"/>
              <a:gd name="T70" fmla="*/ 1553 w 3365"/>
              <a:gd name="T71" fmla="*/ 2791 h 3374"/>
              <a:gd name="T72" fmla="*/ 1044 w 3365"/>
              <a:gd name="T73" fmla="*/ 2692 h 3374"/>
              <a:gd name="T74" fmla="*/ 668 w 3365"/>
              <a:gd name="T75" fmla="*/ 2307 h 3374"/>
              <a:gd name="T76" fmla="*/ 578 w 3365"/>
              <a:gd name="T77" fmla="*/ 1798 h 3374"/>
              <a:gd name="T78" fmla="*/ 793 w 3365"/>
              <a:gd name="T79" fmla="*/ 1314 h 3374"/>
              <a:gd name="T80" fmla="*/ 1243 w 3365"/>
              <a:gd name="T81" fmla="*/ 1037 h 3374"/>
              <a:gd name="T82" fmla="*/ 1758 w 3365"/>
              <a:gd name="T83" fmla="*/ 1060 h 3374"/>
              <a:gd name="T84" fmla="*/ 2239 w 3365"/>
              <a:gd name="T85" fmla="*/ 812 h 3374"/>
              <a:gd name="T86" fmla="*/ 1630 w 3365"/>
              <a:gd name="T87" fmla="*/ 575 h 3374"/>
              <a:gd name="T88" fmla="*/ 2939 w 3365"/>
              <a:gd name="T89" fmla="*/ 498 h 3374"/>
              <a:gd name="T90" fmla="*/ 2922 w 3365"/>
              <a:gd name="T91" fmla="*/ 0 h 3374"/>
              <a:gd name="T92" fmla="*/ 3305 w 3365"/>
              <a:gd name="T93" fmla="*/ 380 h 3374"/>
              <a:gd name="T94" fmla="*/ 3363 w 3365"/>
              <a:gd name="T95" fmla="*/ 458 h 3374"/>
              <a:gd name="T96" fmla="*/ 2722 w 3365"/>
              <a:gd name="T97" fmla="*/ 1146 h 3374"/>
              <a:gd name="T98" fmla="*/ 2930 w 3365"/>
              <a:gd name="T99" fmla="*/ 1816 h 3374"/>
              <a:gd name="T100" fmla="*/ 2805 w 3365"/>
              <a:gd name="T101" fmla="*/ 2502 h 3374"/>
              <a:gd name="T102" fmla="*/ 2376 w 3365"/>
              <a:gd name="T103" fmla="*/ 3056 h 3374"/>
              <a:gd name="T104" fmla="*/ 1772 w 3365"/>
              <a:gd name="T105" fmla="*/ 3341 h 3374"/>
              <a:gd name="T106" fmla="*/ 1107 w 3365"/>
              <a:gd name="T107" fmla="*/ 3330 h 3374"/>
              <a:gd name="T108" fmla="*/ 494 w 3365"/>
              <a:gd name="T109" fmla="*/ 3005 h 3374"/>
              <a:gd name="T110" fmla="*/ 105 w 3365"/>
              <a:gd name="T111" fmla="*/ 2451 h 3374"/>
              <a:gd name="T112" fmla="*/ 4 w 3365"/>
              <a:gd name="T113" fmla="*/ 1794 h 3374"/>
              <a:gd name="T114" fmla="*/ 210 w 3365"/>
              <a:gd name="T115" fmla="*/ 1145 h 3374"/>
              <a:gd name="T116" fmla="*/ 696 w 3365"/>
              <a:gd name="T117" fmla="*/ 653 h 3374"/>
              <a:gd name="T118" fmla="*/ 1325 w 3365"/>
              <a:gd name="T119" fmla="*/ 440 h 3374"/>
              <a:gd name="T120" fmla="*/ 1988 w 3365"/>
              <a:gd name="T121" fmla="*/ 529 h 3374"/>
              <a:gd name="T122" fmla="*/ 2317 w 3365"/>
              <a:gd name="T123" fmla="*/ 579 h 3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65" h="3374">
                <a:moveTo>
                  <a:pt x="1471" y="1706"/>
                </a:moveTo>
                <a:lnTo>
                  <a:pt x="1436" y="1709"/>
                </a:lnTo>
                <a:lnTo>
                  <a:pt x="1404" y="1718"/>
                </a:lnTo>
                <a:lnTo>
                  <a:pt x="1373" y="1733"/>
                </a:lnTo>
                <a:lnTo>
                  <a:pt x="1345" y="1752"/>
                </a:lnTo>
                <a:lnTo>
                  <a:pt x="1322" y="1776"/>
                </a:lnTo>
                <a:lnTo>
                  <a:pt x="1302" y="1803"/>
                </a:lnTo>
                <a:lnTo>
                  <a:pt x="1288" y="1833"/>
                </a:lnTo>
                <a:lnTo>
                  <a:pt x="1279" y="1867"/>
                </a:lnTo>
                <a:lnTo>
                  <a:pt x="1276" y="1902"/>
                </a:lnTo>
                <a:lnTo>
                  <a:pt x="1279" y="1937"/>
                </a:lnTo>
                <a:lnTo>
                  <a:pt x="1288" y="1970"/>
                </a:lnTo>
                <a:lnTo>
                  <a:pt x="1302" y="2000"/>
                </a:lnTo>
                <a:lnTo>
                  <a:pt x="1322" y="2028"/>
                </a:lnTo>
                <a:lnTo>
                  <a:pt x="1345" y="2051"/>
                </a:lnTo>
                <a:lnTo>
                  <a:pt x="1373" y="2071"/>
                </a:lnTo>
                <a:lnTo>
                  <a:pt x="1404" y="2085"/>
                </a:lnTo>
                <a:lnTo>
                  <a:pt x="1436" y="2094"/>
                </a:lnTo>
                <a:lnTo>
                  <a:pt x="1471" y="2097"/>
                </a:lnTo>
                <a:lnTo>
                  <a:pt x="1507" y="2094"/>
                </a:lnTo>
                <a:lnTo>
                  <a:pt x="1539" y="2085"/>
                </a:lnTo>
                <a:lnTo>
                  <a:pt x="1570" y="2071"/>
                </a:lnTo>
                <a:lnTo>
                  <a:pt x="1597" y="2051"/>
                </a:lnTo>
                <a:lnTo>
                  <a:pt x="1620" y="2028"/>
                </a:lnTo>
                <a:lnTo>
                  <a:pt x="1640" y="2000"/>
                </a:lnTo>
                <a:lnTo>
                  <a:pt x="1654" y="1970"/>
                </a:lnTo>
                <a:lnTo>
                  <a:pt x="1663" y="1937"/>
                </a:lnTo>
                <a:lnTo>
                  <a:pt x="1666" y="1902"/>
                </a:lnTo>
                <a:lnTo>
                  <a:pt x="1664" y="1873"/>
                </a:lnTo>
                <a:lnTo>
                  <a:pt x="1657" y="1844"/>
                </a:lnTo>
                <a:lnTo>
                  <a:pt x="1647" y="1818"/>
                </a:lnTo>
                <a:lnTo>
                  <a:pt x="1517" y="1948"/>
                </a:lnTo>
                <a:lnTo>
                  <a:pt x="1503" y="1958"/>
                </a:lnTo>
                <a:lnTo>
                  <a:pt x="1487" y="1965"/>
                </a:lnTo>
                <a:lnTo>
                  <a:pt x="1471" y="1967"/>
                </a:lnTo>
                <a:lnTo>
                  <a:pt x="1455" y="1965"/>
                </a:lnTo>
                <a:lnTo>
                  <a:pt x="1439" y="1958"/>
                </a:lnTo>
                <a:lnTo>
                  <a:pt x="1425" y="1948"/>
                </a:lnTo>
                <a:lnTo>
                  <a:pt x="1415" y="1935"/>
                </a:lnTo>
                <a:lnTo>
                  <a:pt x="1409" y="1918"/>
                </a:lnTo>
                <a:lnTo>
                  <a:pt x="1407" y="1902"/>
                </a:lnTo>
                <a:lnTo>
                  <a:pt x="1409" y="1885"/>
                </a:lnTo>
                <a:lnTo>
                  <a:pt x="1415" y="1870"/>
                </a:lnTo>
                <a:lnTo>
                  <a:pt x="1425" y="1856"/>
                </a:lnTo>
                <a:lnTo>
                  <a:pt x="1555" y="1725"/>
                </a:lnTo>
                <a:lnTo>
                  <a:pt x="1528" y="1715"/>
                </a:lnTo>
                <a:lnTo>
                  <a:pt x="1500" y="1708"/>
                </a:lnTo>
                <a:lnTo>
                  <a:pt x="1471" y="1706"/>
                </a:lnTo>
                <a:close/>
                <a:moveTo>
                  <a:pt x="1438" y="1143"/>
                </a:moveTo>
                <a:lnTo>
                  <a:pt x="1377" y="1148"/>
                </a:lnTo>
                <a:lnTo>
                  <a:pt x="1317" y="1158"/>
                </a:lnTo>
                <a:lnTo>
                  <a:pt x="1256" y="1172"/>
                </a:lnTo>
                <a:lnTo>
                  <a:pt x="1198" y="1192"/>
                </a:lnTo>
                <a:lnTo>
                  <a:pt x="1140" y="1217"/>
                </a:lnTo>
                <a:lnTo>
                  <a:pt x="1085" y="1247"/>
                </a:lnTo>
                <a:lnTo>
                  <a:pt x="1032" y="1281"/>
                </a:lnTo>
                <a:lnTo>
                  <a:pt x="980" y="1321"/>
                </a:lnTo>
                <a:lnTo>
                  <a:pt x="932" y="1365"/>
                </a:lnTo>
                <a:lnTo>
                  <a:pt x="888" y="1413"/>
                </a:lnTo>
                <a:lnTo>
                  <a:pt x="849" y="1463"/>
                </a:lnTo>
                <a:lnTo>
                  <a:pt x="815" y="1516"/>
                </a:lnTo>
                <a:lnTo>
                  <a:pt x="786" y="1572"/>
                </a:lnTo>
                <a:lnTo>
                  <a:pt x="761" y="1628"/>
                </a:lnTo>
                <a:lnTo>
                  <a:pt x="742" y="1688"/>
                </a:lnTo>
                <a:lnTo>
                  <a:pt x="726" y="1747"/>
                </a:lnTo>
                <a:lnTo>
                  <a:pt x="716" y="1807"/>
                </a:lnTo>
                <a:lnTo>
                  <a:pt x="711" y="1869"/>
                </a:lnTo>
                <a:lnTo>
                  <a:pt x="711" y="1930"/>
                </a:lnTo>
                <a:lnTo>
                  <a:pt x="715" y="1992"/>
                </a:lnTo>
                <a:lnTo>
                  <a:pt x="724" y="2053"/>
                </a:lnTo>
                <a:lnTo>
                  <a:pt x="740" y="2114"/>
                </a:lnTo>
                <a:lnTo>
                  <a:pt x="759" y="2173"/>
                </a:lnTo>
                <a:lnTo>
                  <a:pt x="784" y="2231"/>
                </a:lnTo>
                <a:lnTo>
                  <a:pt x="813" y="2287"/>
                </a:lnTo>
                <a:lnTo>
                  <a:pt x="849" y="2341"/>
                </a:lnTo>
                <a:lnTo>
                  <a:pt x="889" y="2394"/>
                </a:lnTo>
                <a:lnTo>
                  <a:pt x="933" y="2442"/>
                </a:lnTo>
                <a:lnTo>
                  <a:pt x="981" y="2486"/>
                </a:lnTo>
                <a:lnTo>
                  <a:pt x="1031" y="2525"/>
                </a:lnTo>
                <a:lnTo>
                  <a:pt x="1084" y="2559"/>
                </a:lnTo>
                <a:lnTo>
                  <a:pt x="1138" y="2588"/>
                </a:lnTo>
                <a:lnTo>
                  <a:pt x="1195" y="2614"/>
                </a:lnTo>
                <a:lnTo>
                  <a:pt x="1253" y="2633"/>
                </a:lnTo>
                <a:lnTo>
                  <a:pt x="1314" y="2649"/>
                </a:lnTo>
                <a:lnTo>
                  <a:pt x="1374" y="2659"/>
                </a:lnTo>
                <a:lnTo>
                  <a:pt x="1435" y="2664"/>
                </a:lnTo>
                <a:lnTo>
                  <a:pt x="1497" y="2664"/>
                </a:lnTo>
                <a:lnTo>
                  <a:pt x="1558" y="2659"/>
                </a:lnTo>
                <a:lnTo>
                  <a:pt x="1618" y="2650"/>
                </a:lnTo>
                <a:lnTo>
                  <a:pt x="1678" y="2635"/>
                </a:lnTo>
                <a:lnTo>
                  <a:pt x="1738" y="2616"/>
                </a:lnTo>
                <a:lnTo>
                  <a:pt x="1796" y="2590"/>
                </a:lnTo>
                <a:lnTo>
                  <a:pt x="1852" y="2561"/>
                </a:lnTo>
                <a:lnTo>
                  <a:pt x="1906" y="2526"/>
                </a:lnTo>
                <a:lnTo>
                  <a:pt x="1958" y="2486"/>
                </a:lnTo>
                <a:lnTo>
                  <a:pt x="2006" y="2441"/>
                </a:lnTo>
                <a:lnTo>
                  <a:pt x="2050" y="2394"/>
                </a:lnTo>
                <a:lnTo>
                  <a:pt x="2089" y="2343"/>
                </a:lnTo>
                <a:lnTo>
                  <a:pt x="2123" y="2290"/>
                </a:lnTo>
                <a:lnTo>
                  <a:pt x="2152" y="2235"/>
                </a:lnTo>
                <a:lnTo>
                  <a:pt x="2177" y="2177"/>
                </a:lnTo>
                <a:lnTo>
                  <a:pt x="2197" y="2119"/>
                </a:lnTo>
                <a:lnTo>
                  <a:pt x="2212" y="2059"/>
                </a:lnTo>
                <a:lnTo>
                  <a:pt x="2222" y="1999"/>
                </a:lnTo>
                <a:lnTo>
                  <a:pt x="2227" y="1938"/>
                </a:lnTo>
                <a:lnTo>
                  <a:pt x="2228" y="1876"/>
                </a:lnTo>
                <a:lnTo>
                  <a:pt x="2223" y="1815"/>
                </a:lnTo>
                <a:lnTo>
                  <a:pt x="2214" y="1753"/>
                </a:lnTo>
                <a:lnTo>
                  <a:pt x="2198" y="1693"/>
                </a:lnTo>
                <a:lnTo>
                  <a:pt x="2179" y="1633"/>
                </a:lnTo>
                <a:lnTo>
                  <a:pt x="2154" y="1576"/>
                </a:lnTo>
                <a:lnTo>
                  <a:pt x="2125" y="1520"/>
                </a:lnTo>
                <a:lnTo>
                  <a:pt x="2090" y="1465"/>
                </a:lnTo>
                <a:lnTo>
                  <a:pt x="2049" y="1413"/>
                </a:lnTo>
                <a:lnTo>
                  <a:pt x="1742" y="1721"/>
                </a:lnTo>
                <a:lnTo>
                  <a:pt x="1763" y="1759"/>
                </a:lnTo>
                <a:lnTo>
                  <a:pt x="1778" y="1798"/>
                </a:lnTo>
                <a:lnTo>
                  <a:pt x="1790" y="1839"/>
                </a:lnTo>
                <a:lnTo>
                  <a:pt x="1795" y="1881"/>
                </a:lnTo>
                <a:lnTo>
                  <a:pt x="1795" y="1922"/>
                </a:lnTo>
                <a:lnTo>
                  <a:pt x="1790" y="1964"/>
                </a:lnTo>
                <a:lnTo>
                  <a:pt x="1778" y="2004"/>
                </a:lnTo>
                <a:lnTo>
                  <a:pt x="1763" y="2044"/>
                </a:lnTo>
                <a:lnTo>
                  <a:pt x="1742" y="2081"/>
                </a:lnTo>
                <a:lnTo>
                  <a:pt x="1717" y="2114"/>
                </a:lnTo>
                <a:lnTo>
                  <a:pt x="1690" y="2142"/>
                </a:lnTo>
                <a:lnTo>
                  <a:pt x="1659" y="2167"/>
                </a:lnTo>
                <a:lnTo>
                  <a:pt x="1625" y="2189"/>
                </a:lnTo>
                <a:lnTo>
                  <a:pt x="1591" y="2205"/>
                </a:lnTo>
                <a:lnTo>
                  <a:pt x="1554" y="2216"/>
                </a:lnTo>
                <a:lnTo>
                  <a:pt x="1517" y="2224"/>
                </a:lnTo>
                <a:lnTo>
                  <a:pt x="1478" y="2228"/>
                </a:lnTo>
                <a:lnTo>
                  <a:pt x="1439" y="2227"/>
                </a:lnTo>
                <a:lnTo>
                  <a:pt x="1402" y="2220"/>
                </a:lnTo>
                <a:lnTo>
                  <a:pt x="1364" y="2209"/>
                </a:lnTo>
                <a:lnTo>
                  <a:pt x="1327" y="2194"/>
                </a:lnTo>
                <a:lnTo>
                  <a:pt x="1291" y="2173"/>
                </a:lnTo>
                <a:lnTo>
                  <a:pt x="1259" y="2149"/>
                </a:lnTo>
                <a:lnTo>
                  <a:pt x="1230" y="2121"/>
                </a:lnTo>
                <a:lnTo>
                  <a:pt x="1205" y="2090"/>
                </a:lnTo>
                <a:lnTo>
                  <a:pt x="1185" y="2057"/>
                </a:lnTo>
                <a:lnTo>
                  <a:pt x="1169" y="2022"/>
                </a:lnTo>
                <a:lnTo>
                  <a:pt x="1156" y="1986"/>
                </a:lnTo>
                <a:lnTo>
                  <a:pt x="1149" y="1948"/>
                </a:lnTo>
                <a:lnTo>
                  <a:pt x="1146" y="1909"/>
                </a:lnTo>
                <a:lnTo>
                  <a:pt x="1147" y="1871"/>
                </a:lnTo>
                <a:lnTo>
                  <a:pt x="1153" y="1832"/>
                </a:lnTo>
                <a:lnTo>
                  <a:pt x="1164" y="1794"/>
                </a:lnTo>
                <a:lnTo>
                  <a:pt x="1179" y="1757"/>
                </a:lnTo>
                <a:lnTo>
                  <a:pt x="1199" y="1721"/>
                </a:lnTo>
                <a:lnTo>
                  <a:pt x="1224" y="1689"/>
                </a:lnTo>
                <a:lnTo>
                  <a:pt x="1252" y="1660"/>
                </a:lnTo>
                <a:lnTo>
                  <a:pt x="1283" y="1635"/>
                </a:lnTo>
                <a:lnTo>
                  <a:pt x="1316" y="1615"/>
                </a:lnTo>
                <a:lnTo>
                  <a:pt x="1350" y="1598"/>
                </a:lnTo>
                <a:lnTo>
                  <a:pt x="1387" y="1586"/>
                </a:lnTo>
                <a:lnTo>
                  <a:pt x="1425" y="1579"/>
                </a:lnTo>
                <a:lnTo>
                  <a:pt x="1463" y="1576"/>
                </a:lnTo>
                <a:lnTo>
                  <a:pt x="1502" y="1577"/>
                </a:lnTo>
                <a:lnTo>
                  <a:pt x="1540" y="1583"/>
                </a:lnTo>
                <a:lnTo>
                  <a:pt x="1578" y="1594"/>
                </a:lnTo>
                <a:lnTo>
                  <a:pt x="1615" y="1610"/>
                </a:lnTo>
                <a:lnTo>
                  <a:pt x="1650" y="1630"/>
                </a:lnTo>
                <a:lnTo>
                  <a:pt x="1958" y="1321"/>
                </a:lnTo>
                <a:lnTo>
                  <a:pt x="1907" y="1281"/>
                </a:lnTo>
                <a:lnTo>
                  <a:pt x="1853" y="1247"/>
                </a:lnTo>
                <a:lnTo>
                  <a:pt x="1798" y="1217"/>
                </a:lnTo>
                <a:lnTo>
                  <a:pt x="1741" y="1192"/>
                </a:lnTo>
                <a:lnTo>
                  <a:pt x="1681" y="1172"/>
                </a:lnTo>
                <a:lnTo>
                  <a:pt x="1621" y="1158"/>
                </a:lnTo>
                <a:lnTo>
                  <a:pt x="1561" y="1148"/>
                </a:lnTo>
                <a:lnTo>
                  <a:pt x="1500" y="1143"/>
                </a:lnTo>
                <a:lnTo>
                  <a:pt x="1438" y="1143"/>
                </a:lnTo>
                <a:close/>
                <a:moveTo>
                  <a:pt x="1465" y="565"/>
                </a:moveTo>
                <a:lnTo>
                  <a:pt x="1373" y="568"/>
                </a:lnTo>
                <a:lnTo>
                  <a:pt x="1283" y="577"/>
                </a:lnTo>
                <a:lnTo>
                  <a:pt x="1195" y="592"/>
                </a:lnTo>
                <a:lnTo>
                  <a:pt x="1109" y="613"/>
                </a:lnTo>
                <a:lnTo>
                  <a:pt x="1026" y="639"/>
                </a:lnTo>
                <a:lnTo>
                  <a:pt x="945" y="671"/>
                </a:lnTo>
                <a:lnTo>
                  <a:pt x="866" y="707"/>
                </a:lnTo>
                <a:lnTo>
                  <a:pt x="791" y="749"/>
                </a:lnTo>
                <a:lnTo>
                  <a:pt x="717" y="795"/>
                </a:lnTo>
                <a:lnTo>
                  <a:pt x="648" y="845"/>
                </a:lnTo>
                <a:lnTo>
                  <a:pt x="582" y="900"/>
                </a:lnTo>
                <a:lnTo>
                  <a:pt x="520" y="959"/>
                </a:lnTo>
                <a:lnTo>
                  <a:pt x="462" y="1022"/>
                </a:lnTo>
                <a:lnTo>
                  <a:pt x="407" y="1088"/>
                </a:lnTo>
                <a:lnTo>
                  <a:pt x="357" y="1158"/>
                </a:lnTo>
                <a:lnTo>
                  <a:pt x="311" y="1231"/>
                </a:lnTo>
                <a:lnTo>
                  <a:pt x="270" y="1306"/>
                </a:lnTo>
                <a:lnTo>
                  <a:pt x="234" y="1385"/>
                </a:lnTo>
                <a:lnTo>
                  <a:pt x="202" y="1467"/>
                </a:lnTo>
                <a:lnTo>
                  <a:pt x="177" y="1551"/>
                </a:lnTo>
                <a:lnTo>
                  <a:pt x="156" y="1637"/>
                </a:lnTo>
                <a:lnTo>
                  <a:pt x="141" y="1725"/>
                </a:lnTo>
                <a:lnTo>
                  <a:pt x="133" y="1816"/>
                </a:lnTo>
                <a:lnTo>
                  <a:pt x="130" y="1908"/>
                </a:lnTo>
                <a:lnTo>
                  <a:pt x="133" y="2000"/>
                </a:lnTo>
                <a:lnTo>
                  <a:pt x="142" y="2090"/>
                </a:lnTo>
                <a:lnTo>
                  <a:pt x="157" y="2178"/>
                </a:lnTo>
                <a:lnTo>
                  <a:pt x="178" y="2264"/>
                </a:lnTo>
                <a:lnTo>
                  <a:pt x="203" y="2348"/>
                </a:lnTo>
                <a:lnTo>
                  <a:pt x="235" y="2429"/>
                </a:lnTo>
                <a:lnTo>
                  <a:pt x="272" y="2508"/>
                </a:lnTo>
                <a:lnTo>
                  <a:pt x="313" y="2584"/>
                </a:lnTo>
                <a:lnTo>
                  <a:pt x="359" y="2658"/>
                </a:lnTo>
                <a:lnTo>
                  <a:pt x="409" y="2728"/>
                </a:lnTo>
                <a:lnTo>
                  <a:pt x="464" y="2793"/>
                </a:lnTo>
                <a:lnTo>
                  <a:pt x="522" y="2856"/>
                </a:lnTo>
                <a:lnTo>
                  <a:pt x="584" y="2914"/>
                </a:lnTo>
                <a:lnTo>
                  <a:pt x="651" y="2969"/>
                </a:lnTo>
                <a:lnTo>
                  <a:pt x="720" y="3020"/>
                </a:lnTo>
                <a:lnTo>
                  <a:pt x="794" y="3066"/>
                </a:lnTo>
                <a:lnTo>
                  <a:pt x="869" y="3107"/>
                </a:lnTo>
                <a:lnTo>
                  <a:pt x="948" y="3142"/>
                </a:lnTo>
                <a:lnTo>
                  <a:pt x="1029" y="3174"/>
                </a:lnTo>
                <a:lnTo>
                  <a:pt x="1112" y="3200"/>
                </a:lnTo>
                <a:lnTo>
                  <a:pt x="1199" y="3220"/>
                </a:lnTo>
                <a:lnTo>
                  <a:pt x="1287" y="3236"/>
                </a:lnTo>
                <a:lnTo>
                  <a:pt x="1377" y="3244"/>
                </a:lnTo>
                <a:lnTo>
                  <a:pt x="1469" y="3247"/>
                </a:lnTo>
                <a:lnTo>
                  <a:pt x="1560" y="3244"/>
                </a:lnTo>
                <a:lnTo>
                  <a:pt x="1650" y="3235"/>
                </a:lnTo>
                <a:lnTo>
                  <a:pt x="1738" y="3219"/>
                </a:lnTo>
                <a:lnTo>
                  <a:pt x="1824" y="3199"/>
                </a:lnTo>
                <a:lnTo>
                  <a:pt x="1907" y="3173"/>
                </a:lnTo>
                <a:lnTo>
                  <a:pt x="1989" y="3141"/>
                </a:lnTo>
                <a:lnTo>
                  <a:pt x="2068" y="3105"/>
                </a:lnTo>
                <a:lnTo>
                  <a:pt x="2143" y="3064"/>
                </a:lnTo>
                <a:lnTo>
                  <a:pt x="2216" y="3017"/>
                </a:lnTo>
                <a:lnTo>
                  <a:pt x="2285" y="2967"/>
                </a:lnTo>
                <a:lnTo>
                  <a:pt x="2352" y="2912"/>
                </a:lnTo>
                <a:lnTo>
                  <a:pt x="2414" y="2854"/>
                </a:lnTo>
                <a:lnTo>
                  <a:pt x="2472" y="2791"/>
                </a:lnTo>
                <a:lnTo>
                  <a:pt x="2526" y="2724"/>
                </a:lnTo>
                <a:lnTo>
                  <a:pt x="2576" y="2655"/>
                </a:lnTo>
                <a:lnTo>
                  <a:pt x="2622" y="2581"/>
                </a:lnTo>
                <a:lnTo>
                  <a:pt x="2663" y="2505"/>
                </a:lnTo>
                <a:lnTo>
                  <a:pt x="2700" y="2426"/>
                </a:lnTo>
                <a:lnTo>
                  <a:pt x="2731" y="2345"/>
                </a:lnTo>
                <a:lnTo>
                  <a:pt x="2757" y="2261"/>
                </a:lnTo>
                <a:lnTo>
                  <a:pt x="2778" y="2174"/>
                </a:lnTo>
                <a:lnTo>
                  <a:pt x="2792" y="2086"/>
                </a:lnTo>
                <a:lnTo>
                  <a:pt x="2801" y="1996"/>
                </a:lnTo>
                <a:lnTo>
                  <a:pt x="2804" y="1904"/>
                </a:lnTo>
                <a:lnTo>
                  <a:pt x="2801" y="1822"/>
                </a:lnTo>
                <a:lnTo>
                  <a:pt x="2793" y="1739"/>
                </a:lnTo>
                <a:lnTo>
                  <a:pt x="2781" y="1658"/>
                </a:lnTo>
                <a:lnTo>
                  <a:pt x="2762" y="1578"/>
                </a:lnTo>
                <a:lnTo>
                  <a:pt x="2740" y="1499"/>
                </a:lnTo>
                <a:lnTo>
                  <a:pt x="2712" y="1421"/>
                </a:lnTo>
                <a:lnTo>
                  <a:pt x="2680" y="1346"/>
                </a:lnTo>
                <a:lnTo>
                  <a:pt x="2644" y="1273"/>
                </a:lnTo>
                <a:lnTo>
                  <a:pt x="2603" y="1202"/>
                </a:lnTo>
                <a:lnTo>
                  <a:pt x="2557" y="1133"/>
                </a:lnTo>
                <a:lnTo>
                  <a:pt x="2507" y="1067"/>
                </a:lnTo>
                <a:lnTo>
                  <a:pt x="2400" y="1063"/>
                </a:lnTo>
                <a:lnTo>
                  <a:pt x="2140" y="1324"/>
                </a:lnTo>
                <a:lnTo>
                  <a:pt x="2183" y="1378"/>
                </a:lnTo>
                <a:lnTo>
                  <a:pt x="2221" y="1435"/>
                </a:lnTo>
                <a:lnTo>
                  <a:pt x="2253" y="1494"/>
                </a:lnTo>
                <a:lnTo>
                  <a:pt x="2282" y="1554"/>
                </a:lnTo>
                <a:lnTo>
                  <a:pt x="2306" y="1617"/>
                </a:lnTo>
                <a:lnTo>
                  <a:pt x="2325" y="1680"/>
                </a:lnTo>
                <a:lnTo>
                  <a:pt x="2338" y="1745"/>
                </a:lnTo>
                <a:lnTo>
                  <a:pt x="2347" y="1811"/>
                </a:lnTo>
                <a:lnTo>
                  <a:pt x="2352" y="1876"/>
                </a:lnTo>
                <a:lnTo>
                  <a:pt x="2352" y="1942"/>
                </a:lnTo>
                <a:lnTo>
                  <a:pt x="2346" y="2007"/>
                </a:lnTo>
                <a:lnTo>
                  <a:pt x="2336" y="2072"/>
                </a:lnTo>
                <a:lnTo>
                  <a:pt x="2321" y="2136"/>
                </a:lnTo>
                <a:lnTo>
                  <a:pt x="2301" y="2200"/>
                </a:lnTo>
                <a:lnTo>
                  <a:pt x="2277" y="2261"/>
                </a:lnTo>
                <a:lnTo>
                  <a:pt x="2248" y="2322"/>
                </a:lnTo>
                <a:lnTo>
                  <a:pt x="2214" y="2381"/>
                </a:lnTo>
                <a:lnTo>
                  <a:pt x="2175" y="2438"/>
                </a:lnTo>
                <a:lnTo>
                  <a:pt x="2132" y="2491"/>
                </a:lnTo>
                <a:lnTo>
                  <a:pt x="2084" y="2542"/>
                </a:lnTo>
                <a:lnTo>
                  <a:pt x="2033" y="2588"/>
                </a:lnTo>
                <a:lnTo>
                  <a:pt x="1980" y="2629"/>
                </a:lnTo>
                <a:lnTo>
                  <a:pt x="1924" y="2666"/>
                </a:lnTo>
                <a:lnTo>
                  <a:pt x="1865" y="2699"/>
                </a:lnTo>
                <a:lnTo>
                  <a:pt x="1806" y="2726"/>
                </a:lnTo>
                <a:lnTo>
                  <a:pt x="1744" y="2750"/>
                </a:lnTo>
                <a:lnTo>
                  <a:pt x="1681" y="2768"/>
                </a:lnTo>
                <a:lnTo>
                  <a:pt x="1618" y="2782"/>
                </a:lnTo>
                <a:lnTo>
                  <a:pt x="1553" y="2791"/>
                </a:lnTo>
                <a:lnTo>
                  <a:pt x="1488" y="2795"/>
                </a:lnTo>
                <a:lnTo>
                  <a:pt x="1423" y="2794"/>
                </a:lnTo>
                <a:lnTo>
                  <a:pt x="1358" y="2789"/>
                </a:lnTo>
                <a:lnTo>
                  <a:pt x="1293" y="2780"/>
                </a:lnTo>
                <a:lnTo>
                  <a:pt x="1230" y="2764"/>
                </a:lnTo>
                <a:lnTo>
                  <a:pt x="1167" y="2745"/>
                </a:lnTo>
                <a:lnTo>
                  <a:pt x="1104" y="2720"/>
                </a:lnTo>
                <a:lnTo>
                  <a:pt x="1044" y="2692"/>
                </a:lnTo>
                <a:lnTo>
                  <a:pt x="986" y="2657"/>
                </a:lnTo>
                <a:lnTo>
                  <a:pt x="930" y="2618"/>
                </a:lnTo>
                <a:lnTo>
                  <a:pt x="875" y="2574"/>
                </a:lnTo>
                <a:lnTo>
                  <a:pt x="824" y="2526"/>
                </a:lnTo>
                <a:lnTo>
                  <a:pt x="778" y="2475"/>
                </a:lnTo>
                <a:lnTo>
                  <a:pt x="738" y="2421"/>
                </a:lnTo>
                <a:lnTo>
                  <a:pt x="701" y="2365"/>
                </a:lnTo>
                <a:lnTo>
                  <a:pt x="668" y="2307"/>
                </a:lnTo>
                <a:lnTo>
                  <a:pt x="640" y="2247"/>
                </a:lnTo>
                <a:lnTo>
                  <a:pt x="618" y="2186"/>
                </a:lnTo>
                <a:lnTo>
                  <a:pt x="600" y="2122"/>
                </a:lnTo>
                <a:lnTo>
                  <a:pt x="585" y="2058"/>
                </a:lnTo>
                <a:lnTo>
                  <a:pt x="576" y="1994"/>
                </a:lnTo>
                <a:lnTo>
                  <a:pt x="572" y="1928"/>
                </a:lnTo>
                <a:lnTo>
                  <a:pt x="573" y="1863"/>
                </a:lnTo>
                <a:lnTo>
                  <a:pt x="578" y="1798"/>
                </a:lnTo>
                <a:lnTo>
                  <a:pt x="587" y="1734"/>
                </a:lnTo>
                <a:lnTo>
                  <a:pt x="603" y="1669"/>
                </a:lnTo>
                <a:lnTo>
                  <a:pt x="622" y="1606"/>
                </a:lnTo>
                <a:lnTo>
                  <a:pt x="647" y="1544"/>
                </a:lnTo>
                <a:lnTo>
                  <a:pt x="676" y="1484"/>
                </a:lnTo>
                <a:lnTo>
                  <a:pt x="710" y="1424"/>
                </a:lnTo>
                <a:lnTo>
                  <a:pt x="749" y="1368"/>
                </a:lnTo>
                <a:lnTo>
                  <a:pt x="793" y="1314"/>
                </a:lnTo>
                <a:lnTo>
                  <a:pt x="841" y="1263"/>
                </a:lnTo>
                <a:lnTo>
                  <a:pt x="892" y="1217"/>
                </a:lnTo>
                <a:lnTo>
                  <a:pt x="945" y="1175"/>
                </a:lnTo>
                <a:lnTo>
                  <a:pt x="1001" y="1138"/>
                </a:lnTo>
                <a:lnTo>
                  <a:pt x="1059" y="1107"/>
                </a:lnTo>
                <a:lnTo>
                  <a:pt x="1119" y="1078"/>
                </a:lnTo>
                <a:lnTo>
                  <a:pt x="1180" y="1055"/>
                </a:lnTo>
                <a:lnTo>
                  <a:pt x="1243" y="1037"/>
                </a:lnTo>
                <a:lnTo>
                  <a:pt x="1307" y="1024"/>
                </a:lnTo>
                <a:lnTo>
                  <a:pt x="1371" y="1014"/>
                </a:lnTo>
                <a:lnTo>
                  <a:pt x="1436" y="1010"/>
                </a:lnTo>
                <a:lnTo>
                  <a:pt x="1502" y="1010"/>
                </a:lnTo>
                <a:lnTo>
                  <a:pt x="1566" y="1015"/>
                </a:lnTo>
                <a:lnTo>
                  <a:pt x="1631" y="1026"/>
                </a:lnTo>
                <a:lnTo>
                  <a:pt x="1695" y="1040"/>
                </a:lnTo>
                <a:lnTo>
                  <a:pt x="1758" y="1060"/>
                </a:lnTo>
                <a:lnTo>
                  <a:pt x="1819" y="1084"/>
                </a:lnTo>
                <a:lnTo>
                  <a:pt x="1880" y="1114"/>
                </a:lnTo>
                <a:lnTo>
                  <a:pt x="1939" y="1148"/>
                </a:lnTo>
                <a:lnTo>
                  <a:pt x="1995" y="1187"/>
                </a:lnTo>
                <a:lnTo>
                  <a:pt x="2049" y="1231"/>
                </a:lnTo>
                <a:lnTo>
                  <a:pt x="2309" y="970"/>
                </a:lnTo>
                <a:lnTo>
                  <a:pt x="2306" y="862"/>
                </a:lnTo>
                <a:lnTo>
                  <a:pt x="2239" y="812"/>
                </a:lnTo>
                <a:lnTo>
                  <a:pt x="2171" y="765"/>
                </a:lnTo>
                <a:lnTo>
                  <a:pt x="2099" y="723"/>
                </a:lnTo>
                <a:lnTo>
                  <a:pt x="2025" y="688"/>
                </a:lnTo>
                <a:lnTo>
                  <a:pt x="1949" y="655"/>
                </a:lnTo>
                <a:lnTo>
                  <a:pt x="1871" y="627"/>
                </a:lnTo>
                <a:lnTo>
                  <a:pt x="1793" y="605"/>
                </a:lnTo>
                <a:lnTo>
                  <a:pt x="1712" y="587"/>
                </a:lnTo>
                <a:lnTo>
                  <a:pt x="1630" y="575"/>
                </a:lnTo>
                <a:lnTo>
                  <a:pt x="1548" y="567"/>
                </a:lnTo>
                <a:lnTo>
                  <a:pt x="1465" y="565"/>
                </a:lnTo>
                <a:close/>
                <a:moveTo>
                  <a:pt x="2866" y="215"/>
                </a:moveTo>
                <a:lnTo>
                  <a:pt x="2431" y="652"/>
                </a:lnTo>
                <a:lnTo>
                  <a:pt x="2440" y="929"/>
                </a:lnTo>
                <a:lnTo>
                  <a:pt x="2717" y="939"/>
                </a:lnTo>
                <a:lnTo>
                  <a:pt x="3155" y="505"/>
                </a:lnTo>
                <a:lnTo>
                  <a:pt x="2939" y="498"/>
                </a:lnTo>
                <a:lnTo>
                  <a:pt x="2922" y="495"/>
                </a:lnTo>
                <a:lnTo>
                  <a:pt x="2906" y="489"/>
                </a:lnTo>
                <a:lnTo>
                  <a:pt x="2893" y="479"/>
                </a:lnTo>
                <a:lnTo>
                  <a:pt x="2883" y="465"/>
                </a:lnTo>
                <a:lnTo>
                  <a:pt x="2876" y="450"/>
                </a:lnTo>
                <a:lnTo>
                  <a:pt x="2874" y="433"/>
                </a:lnTo>
                <a:lnTo>
                  <a:pt x="2866" y="215"/>
                </a:lnTo>
                <a:close/>
                <a:moveTo>
                  <a:pt x="2922" y="0"/>
                </a:moveTo>
                <a:lnTo>
                  <a:pt x="2939" y="2"/>
                </a:lnTo>
                <a:lnTo>
                  <a:pt x="2954" y="8"/>
                </a:lnTo>
                <a:lnTo>
                  <a:pt x="2969" y="18"/>
                </a:lnTo>
                <a:lnTo>
                  <a:pt x="2979" y="31"/>
                </a:lnTo>
                <a:lnTo>
                  <a:pt x="2986" y="46"/>
                </a:lnTo>
                <a:lnTo>
                  <a:pt x="2989" y="63"/>
                </a:lnTo>
                <a:lnTo>
                  <a:pt x="2999" y="369"/>
                </a:lnTo>
                <a:lnTo>
                  <a:pt x="3305" y="380"/>
                </a:lnTo>
                <a:lnTo>
                  <a:pt x="3303" y="376"/>
                </a:lnTo>
                <a:lnTo>
                  <a:pt x="3319" y="378"/>
                </a:lnTo>
                <a:lnTo>
                  <a:pt x="3333" y="385"/>
                </a:lnTo>
                <a:lnTo>
                  <a:pt x="3347" y="396"/>
                </a:lnTo>
                <a:lnTo>
                  <a:pt x="3357" y="409"/>
                </a:lnTo>
                <a:lnTo>
                  <a:pt x="3363" y="424"/>
                </a:lnTo>
                <a:lnTo>
                  <a:pt x="3365" y="442"/>
                </a:lnTo>
                <a:lnTo>
                  <a:pt x="3363" y="458"/>
                </a:lnTo>
                <a:lnTo>
                  <a:pt x="3357" y="473"/>
                </a:lnTo>
                <a:lnTo>
                  <a:pt x="3347" y="487"/>
                </a:lnTo>
                <a:lnTo>
                  <a:pt x="2785" y="1050"/>
                </a:lnTo>
                <a:lnTo>
                  <a:pt x="2771" y="1061"/>
                </a:lnTo>
                <a:lnTo>
                  <a:pt x="2755" y="1067"/>
                </a:lnTo>
                <a:lnTo>
                  <a:pt x="2739" y="1070"/>
                </a:lnTo>
                <a:lnTo>
                  <a:pt x="2673" y="1070"/>
                </a:lnTo>
                <a:lnTo>
                  <a:pt x="2722" y="1146"/>
                </a:lnTo>
                <a:lnTo>
                  <a:pt x="2766" y="1224"/>
                </a:lnTo>
                <a:lnTo>
                  <a:pt x="2805" y="1305"/>
                </a:lnTo>
                <a:lnTo>
                  <a:pt x="2839" y="1387"/>
                </a:lnTo>
                <a:lnTo>
                  <a:pt x="2867" y="1471"/>
                </a:lnTo>
                <a:lnTo>
                  <a:pt x="2891" y="1556"/>
                </a:lnTo>
                <a:lnTo>
                  <a:pt x="2909" y="1643"/>
                </a:lnTo>
                <a:lnTo>
                  <a:pt x="2922" y="1729"/>
                </a:lnTo>
                <a:lnTo>
                  <a:pt x="2930" y="1816"/>
                </a:lnTo>
                <a:lnTo>
                  <a:pt x="2932" y="1904"/>
                </a:lnTo>
                <a:lnTo>
                  <a:pt x="2930" y="1991"/>
                </a:lnTo>
                <a:lnTo>
                  <a:pt x="2922" y="2078"/>
                </a:lnTo>
                <a:lnTo>
                  <a:pt x="2909" y="2165"/>
                </a:lnTo>
                <a:lnTo>
                  <a:pt x="2891" y="2251"/>
                </a:lnTo>
                <a:lnTo>
                  <a:pt x="2867" y="2336"/>
                </a:lnTo>
                <a:lnTo>
                  <a:pt x="2839" y="2419"/>
                </a:lnTo>
                <a:lnTo>
                  <a:pt x="2805" y="2502"/>
                </a:lnTo>
                <a:lnTo>
                  <a:pt x="2766" y="2582"/>
                </a:lnTo>
                <a:lnTo>
                  <a:pt x="2722" y="2661"/>
                </a:lnTo>
                <a:lnTo>
                  <a:pt x="2673" y="2738"/>
                </a:lnTo>
                <a:lnTo>
                  <a:pt x="2620" y="2809"/>
                </a:lnTo>
                <a:lnTo>
                  <a:pt x="2564" y="2878"/>
                </a:lnTo>
                <a:lnTo>
                  <a:pt x="2505" y="2942"/>
                </a:lnTo>
                <a:lnTo>
                  <a:pt x="2441" y="3001"/>
                </a:lnTo>
                <a:lnTo>
                  <a:pt x="2376" y="3056"/>
                </a:lnTo>
                <a:lnTo>
                  <a:pt x="2308" y="3108"/>
                </a:lnTo>
                <a:lnTo>
                  <a:pt x="2237" y="3155"/>
                </a:lnTo>
                <a:lnTo>
                  <a:pt x="2164" y="3197"/>
                </a:lnTo>
                <a:lnTo>
                  <a:pt x="2089" y="3235"/>
                </a:lnTo>
                <a:lnTo>
                  <a:pt x="2012" y="3268"/>
                </a:lnTo>
                <a:lnTo>
                  <a:pt x="1934" y="3297"/>
                </a:lnTo>
                <a:lnTo>
                  <a:pt x="1854" y="3322"/>
                </a:lnTo>
                <a:lnTo>
                  <a:pt x="1772" y="3341"/>
                </a:lnTo>
                <a:lnTo>
                  <a:pt x="1691" y="3357"/>
                </a:lnTo>
                <a:lnTo>
                  <a:pt x="1608" y="3367"/>
                </a:lnTo>
                <a:lnTo>
                  <a:pt x="1525" y="3373"/>
                </a:lnTo>
                <a:lnTo>
                  <a:pt x="1441" y="3374"/>
                </a:lnTo>
                <a:lnTo>
                  <a:pt x="1358" y="3370"/>
                </a:lnTo>
                <a:lnTo>
                  <a:pt x="1274" y="3362"/>
                </a:lnTo>
                <a:lnTo>
                  <a:pt x="1190" y="3348"/>
                </a:lnTo>
                <a:lnTo>
                  <a:pt x="1107" y="3330"/>
                </a:lnTo>
                <a:lnTo>
                  <a:pt x="1026" y="3306"/>
                </a:lnTo>
                <a:lnTo>
                  <a:pt x="945" y="3278"/>
                </a:lnTo>
                <a:lnTo>
                  <a:pt x="865" y="3245"/>
                </a:lnTo>
                <a:lnTo>
                  <a:pt x="787" y="3206"/>
                </a:lnTo>
                <a:lnTo>
                  <a:pt x="710" y="3163"/>
                </a:lnTo>
                <a:lnTo>
                  <a:pt x="634" y="3115"/>
                </a:lnTo>
                <a:lnTo>
                  <a:pt x="563" y="3062"/>
                </a:lnTo>
                <a:lnTo>
                  <a:pt x="494" y="3005"/>
                </a:lnTo>
                <a:lnTo>
                  <a:pt x="431" y="2945"/>
                </a:lnTo>
                <a:lnTo>
                  <a:pt x="372" y="2882"/>
                </a:lnTo>
                <a:lnTo>
                  <a:pt x="317" y="2816"/>
                </a:lnTo>
                <a:lnTo>
                  <a:pt x="266" y="2748"/>
                </a:lnTo>
                <a:lnTo>
                  <a:pt x="219" y="2676"/>
                </a:lnTo>
                <a:lnTo>
                  <a:pt x="177" y="2604"/>
                </a:lnTo>
                <a:lnTo>
                  <a:pt x="139" y="2528"/>
                </a:lnTo>
                <a:lnTo>
                  <a:pt x="105" y="2451"/>
                </a:lnTo>
                <a:lnTo>
                  <a:pt x="77" y="2372"/>
                </a:lnTo>
                <a:lnTo>
                  <a:pt x="52" y="2292"/>
                </a:lnTo>
                <a:lnTo>
                  <a:pt x="33" y="2211"/>
                </a:lnTo>
                <a:lnTo>
                  <a:pt x="17" y="2128"/>
                </a:lnTo>
                <a:lnTo>
                  <a:pt x="7" y="2045"/>
                </a:lnTo>
                <a:lnTo>
                  <a:pt x="1" y="1962"/>
                </a:lnTo>
                <a:lnTo>
                  <a:pt x="0" y="1878"/>
                </a:lnTo>
                <a:lnTo>
                  <a:pt x="4" y="1794"/>
                </a:lnTo>
                <a:lnTo>
                  <a:pt x="12" y="1710"/>
                </a:lnTo>
                <a:lnTo>
                  <a:pt x="26" y="1627"/>
                </a:lnTo>
                <a:lnTo>
                  <a:pt x="44" y="1544"/>
                </a:lnTo>
                <a:lnTo>
                  <a:pt x="67" y="1462"/>
                </a:lnTo>
                <a:lnTo>
                  <a:pt x="96" y="1380"/>
                </a:lnTo>
                <a:lnTo>
                  <a:pt x="129" y="1300"/>
                </a:lnTo>
                <a:lnTo>
                  <a:pt x="168" y="1221"/>
                </a:lnTo>
                <a:lnTo>
                  <a:pt x="210" y="1145"/>
                </a:lnTo>
                <a:lnTo>
                  <a:pt x="258" y="1070"/>
                </a:lnTo>
                <a:lnTo>
                  <a:pt x="312" y="997"/>
                </a:lnTo>
                <a:lnTo>
                  <a:pt x="368" y="929"/>
                </a:lnTo>
                <a:lnTo>
                  <a:pt x="428" y="865"/>
                </a:lnTo>
                <a:lnTo>
                  <a:pt x="490" y="805"/>
                </a:lnTo>
                <a:lnTo>
                  <a:pt x="557" y="750"/>
                </a:lnTo>
                <a:lnTo>
                  <a:pt x="624" y="699"/>
                </a:lnTo>
                <a:lnTo>
                  <a:pt x="696" y="653"/>
                </a:lnTo>
                <a:lnTo>
                  <a:pt x="768" y="610"/>
                </a:lnTo>
                <a:lnTo>
                  <a:pt x="844" y="572"/>
                </a:lnTo>
                <a:lnTo>
                  <a:pt x="920" y="539"/>
                </a:lnTo>
                <a:lnTo>
                  <a:pt x="999" y="509"/>
                </a:lnTo>
                <a:lnTo>
                  <a:pt x="1079" y="486"/>
                </a:lnTo>
                <a:lnTo>
                  <a:pt x="1159" y="465"/>
                </a:lnTo>
                <a:lnTo>
                  <a:pt x="1242" y="451"/>
                </a:lnTo>
                <a:lnTo>
                  <a:pt x="1325" y="440"/>
                </a:lnTo>
                <a:lnTo>
                  <a:pt x="1408" y="435"/>
                </a:lnTo>
                <a:lnTo>
                  <a:pt x="1491" y="434"/>
                </a:lnTo>
                <a:lnTo>
                  <a:pt x="1575" y="437"/>
                </a:lnTo>
                <a:lnTo>
                  <a:pt x="1659" y="446"/>
                </a:lnTo>
                <a:lnTo>
                  <a:pt x="1742" y="459"/>
                </a:lnTo>
                <a:lnTo>
                  <a:pt x="1824" y="478"/>
                </a:lnTo>
                <a:lnTo>
                  <a:pt x="1906" y="500"/>
                </a:lnTo>
                <a:lnTo>
                  <a:pt x="1988" y="529"/>
                </a:lnTo>
                <a:lnTo>
                  <a:pt x="2068" y="563"/>
                </a:lnTo>
                <a:lnTo>
                  <a:pt x="2146" y="601"/>
                </a:lnTo>
                <a:lnTo>
                  <a:pt x="2223" y="644"/>
                </a:lnTo>
                <a:lnTo>
                  <a:pt x="2297" y="693"/>
                </a:lnTo>
                <a:lnTo>
                  <a:pt x="2297" y="627"/>
                </a:lnTo>
                <a:lnTo>
                  <a:pt x="2299" y="610"/>
                </a:lnTo>
                <a:lnTo>
                  <a:pt x="2306" y="593"/>
                </a:lnTo>
                <a:lnTo>
                  <a:pt x="2317" y="579"/>
                </a:lnTo>
                <a:lnTo>
                  <a:pt x="2878" y="20"/>
                </a:lnTo>
                <a:lnTo>
                  <a:pt x="2891" y="9"/>
                </a:lnTo>
                <a:lnTo>
                  <a:pt x="2905" y="2"/>
                </a:lnTo>
                <a:lnTo>
                  <a:pt x="292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1825468" y="3812454"/>
            <a:ext cx="133412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3454192" y="2327178"/>
            <a:ext cx="1013085" cy="101308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377991" y="35688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grpSp>
        <p:nvGrpSpPr>
          <p:cNvPr id="98" name="Group 97"/>
          <p:cNvGrpSpPr/>
          <p:nvPr/>
        </p:nvGrpSpPr>
        <p:grpSpPr>
          <a:xfrm>
            <a:off x="3668634" y="2589377"/>
            <a:ext cx="584200" cy="490538"/>
            <a:chOff x="4279900" y="2049463"/>
            <a:chExt cx="584200" cy="490538"/>
          </a:xfrm>
          <a:solidFill>
            <a:schemeClr val="bg1"/>
          </a:solidFill>
        </p:grpSpPr>
        <p:sp>
          <p:nvSpPr>
            <p:cNvPr id="94" name="Freeform 24"/>
            <p:cNvSpPr>
              <a:spLocks noEditPoints="1"/>
            </p:cNvSpPr>
            <p:nvPr/>
          </p:nvSpPr>
          <p:spPr bwMode="auto">
            <a:xfrm>
              <a:off x="4279900" y="2230438"/>
              <a:ext cx="309563" cy="309563"/>
            </a:xfrm>
            <a:custGeom>
              <a:avLst/>
              <a:gdLst>
                <a:gd name="T0" fmla="*/ 769 w 1754"/>
                <a:gd name="T1" fmla="*/ 323 h 1753"/>
                <a:gd name="T2" fmla="*/ 597 w 1754"/>
                <a:gd name="T3" fmla="*/ 399 h 1753"/>
                <a:gd name="T4" fmla="*/ 524 w 1754"/>
                <a:gd name="T5" fmla="*/ 390 h 1753"/>
                <a:gd name="T6" fmla="*/ 409 w 1754"/>
                <a:gd name="T7" fmla="*/ 549 h 1753"/>
                <a:gd name="T8" fmla="*/ 362 w 1754"/>
                <a:gd name="T9" fmla="*/ 688 h 1753"/>
                <a:gd name="T10" fmla="*/ 302 w 1754"/>
                <a:gd name="T11" fmla="*/ 780 h 1753"/>
                <a:gd name="T12" fmla="*/ 297 w 1754"/>
                <a:gd name="T13" fmla="*/ 972 h 1753"/>
                <a:gd name="T14" fmla="*/ 356 w 1754"/>
                <a:gd name="T15" fmla="*/ 1064 h 1753"/>
                <a:gd name="T16" fmla="*/ 407 w 1754"/>
                <a:gd name="T17" fmla="*/ 1203 h 1753"/>
                <a:gd name="T18" fmla="*/ 523 w 1754"/>
                <a:gd name="T19" fmla="*/ 1362 h 1753"/>
                <a:gd name="T20" fmla="*/ 597 w 1754"/>
                <a:gd name="T21" fmla="*/ 1353 h 1753"/>
                <a:gd name="T22" fmla="*/ 769 w 1754"/>
                <a:gd name="T23" fmla="*/ 1429 h 1753"/>
                <a:gd name="T24" fmla="*/ 972 w 1754"/>
                <a:gd name="T25" fmla="*/ 1633 h 1753"/>
                <a:gd name="T26" fmla="*/ 1002 w 1754"/>
                <a:gd name="T27" fmla="*/ 1421 h 1753"/>
                <a:gd name="T28" fmla="*/ 1179 w 1754"/>
                <a:gd name="T29" fmla="*/ 1349 h 1753"/>
                <a:gd name="T30" fmla="*/ 1348 w 1754"/>
                <a:gd name="T31" fmla="*/ 1474 h 1753"/>
                <a:gd name="T32" fmla="*/ 1353 w 1754"/>
                <a:gd name="T33" fmla="*/ 1191 h 1753"/>
                <a:gd name="T34" fmla="*/ 1422 w 1754"/>
                <a:gd name="T35" fmla="*/ 1013 h 1753"/>
                <a:gd name="T36" fmla="*/ 1482 w 1754"/>
                <a:gd name="T37" fmla="*/ 968 h 1753"/>
                <a:gd name="T38" fmla="*/ 1450 w 1754"/>
                <a:gd name="T39" fmla="*/ 777 h 1753"/>
                <a:gd name="T40" fmla="*/ 1386 w 1754"/>
                <a:gd name="T41" fmla="*/ 639 h 1753"/>
                <a:gd name="T42" fmla="*/ 1361 w 1754"/>
                <a:gd name="T43" fmla="*/ 531 h 1753"/>
                <a:gd name="T44" fmla="*/ 1225 w 1754"/>
                <a:gd name="T45" fmla="*/ 398 h 1753"/>
                <a:gd name="T46" fmla="*/ 1118 w 1754"/>
                <a:gd name="T47" fmla="*/ 373 h 1753"/>
                <a:gd name="T48" fmla="*/ 980 w 1754"/>
                <a:gd name="T49" fmla="*/ 309 h 1753"/>
                <a:gd name="T50" fmla="*/ 726 w 1754"/>
                <a:gd name="T51" fmla="*/ 0 h 1753"/>
                <a:gd name="T52" fmla="*/ 1091 w 1754"/>
                <a:gd name="T53" fmla="*/ 41 h 1753"/>
                <a:gd name="T54" fmla="*/ 1307 w 1754"/>
                <a:gd name="T55" fmla="*/ 146 h 1753"/>
                <a:gd name="T56" fmla="*/ 1379 w 1754"/>
                <a:gd name="T57" fmla="*/ 136 h 1753"/>
                <a:gd name="T58" fmla="*/ 1626 w 1754"/>
                <a:gd name="T59" fmla="*/ 405 h 1753"/>
                <a:gd name="T60" fmla="*/ 1509 w 1754"/>
                <a:gd name="T61" fmla="*/ 614 h 1753"/>
                <a:gd name="T62" fmla="*/ 1743 w 1754"/>
                <a:gd name="T63" fmla="*/ 687 h 1753"/>
                <a:gd name="T64" fmla="*/ 1743 w 1754"/>
                <a:gd name="T65" fmla="*/ 1064 h 1753"/>
                <a:gd name="T66" fmla="*/ 1507 w 1754"/>
                <a:gd name="T67" fmla="*/ 1136 h 1753"/>
                <a:gd name="T68" fmla="*/ 1624 w 1754"/>
                <a:gd name="T69" fmla="*/ 1345 h 1753"/>
                <a:gd name="T70" fmla="*/ 1377 w 1754"/>
                <a:gd name="T71" fmla="*/ 1614 h 1753"/>
                <a:gd name="T72" fmla="*/ 1305 w 1754"/>
                <a:gd name="T73" fmla="*/ 1604 h 1753"/>
                <a:gd name="T74" fmla="*/ 1089 w 1754"/>
                <a:gd name="T75" fmla="*/ 1712 h 1753"/>
                <a:gd name="T76" fmla="*/ 726 w 1754"/>
                <a:gd name="T77" fmla="*/ 1753 h 1753"/>
                <a:gd name="T78" fmla="*/ 665 w 1754"/>
                <a:gd name="T79" fmla="*/ 1693 h 1753"/>
                <a:gd name="T80" fmla="*/ 440 w 1754"/>
                <a:gd name="T81" fmla="*/ 1615 h 1753"/>
                <a:gd name="T82" fmla="*/ 367 w 1754"/>
                <a:gd name="T83" fmla="*/ 1605 h 1753"/>
                <a:gd name="T84" fmla="*/ 134 w 1754"/>
                <a:gd name="T85" fmla="*/ 1331 h 1753"/>
                <a:gd name="T86" fmla="*/ 241 w 1754"/>
                <a:gd name="T87" fmla="*/ 1088 h 1753"/>
                <a:gd name="T88" fmla="*/ 3 w 1754"/>
                <a:gd name="T89" fmla="*/ 1047 h 1753"/>
                <a:gd name="T90" fmla="*/ 25 w 1754"/>
                <a:gd name="T91" fmla="*/ 673 h 1753"/>
                <a:gd name="T92" fmla="*/ 277 w 1754"/>
                <a:gd name="T93" fmla="*/ 576 h 1753"/>
                <a:gd name="T94" fmla="*/ 134 w 1754"/>
                <a:gd name="T95" fmla="*/ 392 h 1753"/>
                <a:gd name="T96" fmla="*/ 394 w 1754"/>
                <a:gd name="T97" fmla="*/ 133 h 1753"/>
                <a:gd name="T98" fmla="*/ 577 w 1754"/>
                <a:gd name="T99" fmla="*/ 273 h 1753"/>
                <a:gd name="T100" fmla="*/ 677 w 1754"/>
                <a:gd name="T101" fmla="*/ 24 h 1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4" h="1753">
                  <a:moveTo>
                    <a:pt x="786" y="120"/>
                  </a:moveTo>
                  <a:lnTo>
                    <a:pt x="786" y="279"/>
                  </a:lnTo>
                  <a:lnTo>
                    <a:pt x="784" y="296"/>
                  </a:lnTo>
                  <a:lnTo>
                    <a:pt x="779" y="310"/>
                  </a:lnTo>
                  <a:lnTo>
                    <a:pt x="769" y="323"/>
                  </a:lnTo>
                  <a:lnTo>
                    <a:pt x="757" y="333"/>
                  </a:lnTo>
                  <a:lnTo>
                    <a:pt x="742" y="339"/>
                  </a:lnTo>
                  <a:lnTo>
                    <a:pt x="692" y="355"/>
                  </a:lnTo>
                  <a:lnTo>
                    <a:pt x="643" y="375"/>
                  </a:lnTo>
                  <a:lnTo>
                    <a:pt x="597" y="399"/>
                  </a:lnTo>
                  <a:lnTo>
                    <a:pt x="582" y="406"/>
                  </a:lnTo>
                  <a:lnTo>
                    <a:pt x="567" y="408"/>
                  </a:lnTo>
                  <a:lnTo>
                    <a:pt x="551" y="406"/>
                  </a:lnTo>
                  <a:lnTo>
                    <a:pt x="537" y="400"/>
                  </a:lnTo>
                  <a:lnTo>
                    <a:pt x="524" y="390"/>
                  </a:lnTo>
                  <a:lnTo>
                    <a:pt x="409" y="276"/>
                  </a:lnTo>
                  <a:lnTo>
                    <a:pt x="278" y="407"/>
                  </a:lnTo>
                  <a:lnTo>
                    <a:pt x="391" y="522"/>
                  </a:lnTo>
                  <a:lnTo>
                    <a:pt x="402" y="535"/>
                  </a:lnTo>
                  <a:lnTo>
                    <a:pt x="409" y="549"/>
                  </a:lnTo>
                  <a:lnTo>
                    <a:pt x="412" y="564"/>
                  </a:lnTo>
                  <a:lnTo>
                    <a:pt x="411" y="580"/>
                  </a:lnTo>
                  <a:lnTo>
                    <a:pt x="406" y="595"/>
                  </a:lnTo>
                  <a:lnTo>
                    <a:pt x="382" y="640"/>
                  </a:lnTo>
                  <a:lnTo>
                    <a:pt x="362" y="688"/>
                  </a:lnTo>
                  <a:lnTo>
                    <a:pt x="346" y="737"/>
                  </a:lnTo>
                  <a:lnTo>
                    <a:pt x="340" y="752"/>
                  </a:lnTo>
                  <a:lnTo>
                    <a:pt x="330" y="765"/>
                  </a:lnTo>
                  <a:lnTo>
                    <a:pt x="317" y="774"/>
                  </a:lnTo>
                  <a:lnTo>
                    <a:pt x="302" y="780"/>
                  </a:lnTo>
                  <a:lnTo>
                    <a:pt x="286" y="782"/>
                  </a:lnTo>
                  <a:lnTo>
                    <a:pt x="121" y="782"/>
                  </a:lnTo>
                  <a:lnTo>
                    <a:pt x="121" y="970"/>
                  </a:lnTo>
                  <a:lnTo>
                    <a:pt x="281" y="970"/>
                  </a:lnTo>
                  <a:lnTo>
                    <a:pt x="297" y="972"/>
                  </a:lnTo>
                  <a:lnTo>
                    <a:pt x="312" y="978"/>
                  </a:lnTo>
                  <a:lnTo>
                    <a:pt x="325" y="987"/>
                  </a:lnTo>
                  <a:lnTo>
                    <a:pt x="334" y="1000"/>
                  </a:lnTo>
                  <a:lnTo>
                    <a:pt x="341" y="1015"/>
                  </a:lnTo>
                  <a:lnTo>
                    <a:pt x="356" y="1064"/>
                  </a:lnTo>
                  <a:lnTo>
                    <a:pt x="376" y="1112"/>
                  </a:lnTo>
                  <a:lnTo>
                    <a:pt x="401" y="1157"/>
                  </a:lnTo>
                  <a:lnTo>
                    <a:pt x="407" y="1172"/>
                  </a:lnTo>
                  <a:lnTo>
                    <a:pt x="409" y="1187"/>
                  </a:lnTo>
                  <a:lnTo>
                    <a:pt x="407" y="1203"/>
                  </a:lnTo>
                  <a:lnTo>
                    <a:pt x="401" y="1217"/>
                  </a:lnTo>
                  <a:lnTo>
                    <a:pt x="391" y="1231"/>
                  </a:lnTo>
                  <a:lnTo>
                    <a:pt x="278" y="1346"/>
                  </a:lnTo>
                  <a:lnTo>
                    <a:pt x="408" y="1476"/>
                  </a:lnTo>
                  <a:lnTo>
                    <a:pt x="523" y="1362"/>
                  </a:lnTo>
                  <a:lnTo>
                    <a:pt x="536" y="1352"/>
                  </a:lnTo>
                  <a:lnTo>
                    <a:pt x="551" y="1346"/>
                  </a:lnTo>
                  <a:lnTo>
                    <a:pt x="566" y="1344"/>
                  </a:lnTo>
                  <a:lnTo>
                    <a:pt x="582" y="1346"/>
                  </a:lnTo>
                  <a:lnTo>
                    <a:pt x="597" y="1353"/>
                  </a:lnTo>
                  <a:lnTo>
                    <a:pt x="642" y="1377"/>
                  </a:lnTo>
                  <a:lnTo>
                    <a:pt x="691" y="1397"/>
                  </a:lnTo>
                  <a:lnTo>
                    <a:pt x="741" y="1413"/>
                  </a:lnTo>
                  <a:lnTo>
                    <a:pt x="756" y="1419"/>
                  </a:lnTo>
                  <a:lnTo>
                    <a:pt x="769" y="1429"/>
                  </a:lnTo>
                  <a:lnTo>
                    <a:pt x="778" y="1441"/>
                  </a:lnTo>
                  <a:lnTo>
                    <a:pt x="784" y="1456"/>
                  </a:lnTo>
                  <a:lnTo>
                    <a:pt x="786" y="1473"/>
                  </a:lnTo>
                  <a:lnTo>
                    <a:pt x="786" y="1633"/>
                  </a:lnTo>
                  <a:lnTo>
                    <a:pt x="972" y="1633"/>
                  </a:lnTo>
                  <a:lnTo>
                    <a:pt x="972" y="1475"/>
                  </a:lnTo>
                  <a:lnTo>
                    <a:pt x="974" y="1459"/>
                  </a:lnTo>
                  <a:lnTo>
                    <a:pt x="980" y="1444"/>
                  </a:lnTo>
                  <a:lnTo>
                    <a:pt x="989" y="1431"/>
                  </a:lnTo>
                  <a:lnTo>
                    <a:pt x="1002" y="1421"/>
                  </a:lnTo>
                  <a:lnTo>
                    <a:pt x="1017" y="1415"/>
                  </a:lnTo>
                  <a:lnTo>
                    <a:pt x="1068" y="1400"/>
                  </a:lnTo>
                  <a:lnTo>
                    <a:pt x="1117" y="1380"/>
                  </a:lnTo>
                  <a:lnTo>
                    <a:pt x="1164" y="1355"/>
                  </a:lnTo>
                  <a:lnTo>
                    <a:pt x="1179" y="1349"/>
                  </a:lnTo>
                  <a:lnTo>
                    <a:pt x="1195" y="1347"/>
                  </a:lnTo>
                  <a:lnTo>
                    <a:pt x="1210" y="1349"/>
                  </a:lnTo>
                  <a:lnTo>
                    <a:pt x="1224" y="1355"/>
                  </a:lnTo>
                  <a:lnTo>
                    <a:pt x="1237" y="1365"/>
                  </a:lnTo>
                  <a:lnTo>
                    <a:pt x="1348" y="1474"/>
                  </a:lnTo>
                  <a:lnTo>
                    <a:pt x="1479" y="1344"/>
                  </a:lnTo>
                  <a:lnTo>
                    <a:pt x="1371" y="1235"/>
                  </a:lnTo>
                  <a:lnTo>
                    <a:pt x="1361" y="1221"/>
                  </a:lnTo>
                  <a:lnTo>
                    <a:pt x="1355" y="1207"/>
                  </a:lnTo>
                  <a:lnTo>
                    <a:pt x="1353" y="1191"/>
                  </a:lnTo>
                  <a:lnTo>
                    <a:pt x="1355" y="1176"/>
                  </a:lnTo>
                  <a:lnTo>
                    <a:pt x="1362" y="1161"/>
                  </a:lnTo>
                  <a:lnTo>
                    <a:pt x="1386" y="1114"/>
                  </a:lnTo>
                  <a:lnTo>
                    <a:pt x="1406" y="1064"/>
                  </a:lnTo>
                  <a:lnTo>
                    <a:pt x="1422" y="1013"/>
                  </a:lnTo>
                  <a:lnTo>
                    <a:pt x="1428" y="998"/>
                  </a:lnTo>
                  <a:lnTo>
                    <a:pt x="1438" y="985"/>
                  </a:lnTo>
                  <a:lnTo>
                    <a:pt x="1450" y="976"/>
                  </a:lnTo>
                  <a:lnTo>
                    <a:pt x="1465" y="970"/>
                  </a:lnTo>
                  <a:lnTo>
                    <a:pt x="1482" y="968"/>
                  </a:lnTo>
                  <a:lnTo>
                    <a:pt x="1636" y="968"/>
                  </a:lnTo>
                  <a:lnTo>
                    <a:pt x="1636" y="785"/>
                  </a:lnTo>
                  <a:lnTo>
                    <a:pt x="1482" y="785"/>
                  </a:lnTo>
                  <a:lnTo>
                    <a:pt x="1465" y="783"/>
                  </a:lnTo>
                  <a:lnTo>
                    <a:pt x="1450" y="777"/>
                  </a:lnTo>
                  <a:lnTo>
                    <a:pt x="1438" y="768"/>
                  </a:lnTo>
                  <a:lnTo>
                    <a:pt x="1428" y="755"/>
                  </a:lnTo>
                  <a:lnTo>
                    <a:pt x="1422" y="740"/>
                  </a:lnTo>
                  <a:lnTo>
                    <a:pt x="1406" y="689"/>
                  </a:lnTo>
                  <a:lnTo>
                    <a:pt x="1386" y="639"/>
                  </a:lnTo>
                  <a:lnTo>
                    <a:pt x="1362" y="592"/>
                  </a:lnTo>
                  <a:lnTo>
                    <a:pt x="1355" y="577"/>
                  </a:lnTo>
                  <a:lnTo>
                    <a:pt x="1353" y="562"/>
                  </a:lnTo>
                  <a:lnTo>
                    <a:pt x="1355" y="546"/>
                  </a:lnTo>
                  <a:lnTo>
                    <a:pt x="1361" y="531"/>
                  </a:lnTo>
                  <a:lnTo>
                    <a:pt x="1371" y="518"/>
                  </a:lnTo>
                  <a:lnTo>
                    <a:pt x="1480" y="409"/>
                  </a:lnTo>
                  <a:lnTo>
                    <a:pt x="1348" y="278"/>
                  </a:lnTo>
                  <a:lnTo>
                    <a:pt x="1238" y="388"/>
                  </a:lnTo>
                  <a:lnTo>
                    <a:pt x="1225" y="398"/>
                  </a:lnTo>
                  <a:lnTo>
                    <a:pt x="1211" y="404"/>
                  </a:lnTo>
                  <a:lnTo>
                    <a:pt x="1195" y="406"/>
                  </a:lnTo>
                  <a:lnTo>
                    <a:pt x="1180" y="404"/>
                  </a:lnTo>
                  <a:lnTo>
                    <a:pt x="1165" y="398"/>
                  </a:lnTo>
                  <a:lnTo>
                    <a:pt x="1118" y="373"/>
                  </a:lnTo>
                  <a:lnTo>
                    <a:pt x="1069" y="353"/>
                  </a:lnTo>
                  <a:lnTo>
                    <a:pt x="1018" y="338"/>
                  </a:lnTo>
                  <a:lnTo>
                    <a:pt x="1003" y="332"/>
                  </a:lnTo>
                  <a:lnTo>
                    <a:pt x="990" y="322"/>
                  </a:lnTo>
                  <a:lnTo>
                    <a:pt x="980" y="309"/>
                  </a:lnTo>
                  <a:lnTo>
                    <a:pt x="974" y="294"/>
                  </a:lnTo>
                  <a:lnTo>
                    <a:pt x="972" y="278"/>
                  </a:lnTo>
                  <a:lnTo>
                    <a:pt x="972" y="120"/>
                  </a:lnTo>
                  <a:lnTo>
                    <a:pt x="786" y="120"/>
                  </a:lnTo>
                  <a:close/>
                  <a:moveTo>
                    <a:pt x="726" y="0"/>
                  </a:moveTo>
                  <a:lnTo>
                    <a:pt x="1034" y="0"/>
                  </a:lnTo>
                  <a:lnTo>
                    <a:pt x="1053" y="3"/>
                  </a:lnTo>
                  <a:lnTo>
                    <a:pt x="1070" y="11"/>
                  </a:lnTo>
                  <a:lnTo>
                    <a:pt x="1083" y="24"/>
                  </a:lnTo>
                  <a:lnTo>
                    <a:pt x="1091" y="41"/>
                  </a:lnTo>
                  <a:lnTo>
                    <a:pt x="1094" y="60"/>
                  </a:lnTo>
                  <a:lnTo>
                    <a:pt x="1094" y="229"/>
                  </a:lnTo>
                  <a:lnTo>
                    <a:pt x="1141" y="246"/>
                  </a:lnTo>
                  <a:lnTo>
                    <a:pt x="1186" y="267"/>
                  </a:lnTo>
                  <a:lnTo>
                    <a:pt x="1307" y="146"/>
                  </a:lnTo>
                  <a:lnTo>
                    <a:pt x="1320" y="136"/>
                  </a:lnTo>
                  <a:lnTo>
                    <a:pt x="1334" y="130"/>
                  </a:lnTo>
                  <a:lnTo>
                    <a:pt x="1349" y="128"/>
                  </a:lnTo>
                  <a:lnTo>
                    <a:pt x="1364" y="130"/>
                  </a:lnTo>
                  <a:lnTo>
                    <a:pt x="1379" y="136"/>
                  </a:lnTo>
                  <a:lnTo>
                    <a:pt x="1392" y="146"/>
                  </a:lnTo>
                  <a:lnTo>
                    <a:pt x="1609" y="363"/>
                  </a:lnTo>
                  <a:lnTo>
                    <a:pt x="1618" y="375"/>
                  </a:lnTo>
                  <a:lnTo>
                    <a:pt x="1624" y="390"/>
                  </a:lnTo>
                  <a:lnTo>
                    <a:pt x="1626" y="405"/>
                  </a:lnTo>
                  <a:lnTo>
                    <a:pt x="1624" y="420"/>
                  </a:lnTo>
                  <a:lnTo>
                    <a:pt x="1618" y="434"/>
                  </a:lnTo>
                  <a:lnTo>
                    <a:pt x="1609" y="447"/>
                  </a:lnTo>
                  <a:lnTo>
                    <a:pt x="1488" y="568"/>
                  </a:lnTo>
                  <a:lnTo>
                    <a:pt x="1509" y="614"/>
                  </a:lnTo>
                  <a:lnTo>
                    <a:pt x="1528" y="662"/>
                  </a:lnTo>
                  <a:lnTo>
                    <a:pt x="1696" y="662"/>
                  </a:lnTo>
                  <a:lnTo>
                    <a:pt x="1715" y="665"/>
                  </a:lnTo>
                  <a:lnTo>
                    <a:pt x="1731" y="674"/>
                  </a:lnTo>
                  <a:lnTo>
                    <a:pt x="1743" y="687"/>
                  </a:lnTo>
                  <a:lnTo>
                    <a:pt x="1751" y="703"/>
                  </a:lnTo>
                  <a:lnTo>
                    <a:pt x="1754" y="722"/>
                  </a:lnTo>
                  <a:lnTo>
                    <a:pt x="1754" y="1028"/>
                  </a:lnTo>
                  <a:lnTo>
                    <a:pt x="1751" y="1047"/>
                  </a:lnTo>
                  <a:lnTo>
                    <a:pt x="1743" y="1064"/>
                  </a:lnTo>
                  <a:lnTo>
                    <a:pt x="1730" y="1077"/>
                  </a:lnTo>
                  <a:lnTo>
                    <a:pt x="1713" y="1085"/>
                  </a:lnTo>
                  <a:lnTo>
                    <a:pt x="1694" y="1088"/>
                  </a:lnTo>
                  <a:lnTo>
                    <a:pt x="1526" y="1088"/>
                  </a:lnTo>
                  <a:lnTo>
                    <a:pt x="1507" y="1136"/>
                  </a:lnTo>
                  <a:lnTo>
                    <a:pt x="1486" y="1182"/>
                  </a:lnTo>
                  <a:lnTo>
                    <a:pt x="1607" y="1303"/>
                  </a:lnTo>
                  <a:lnTo>
                    <a:pt x="1616" y="1316"/>
                  </a:lnTo>
                  <a:lnTo>
                    <a:pt x="1622" y="1330"/>
                  </a:lnTo>
                  <a:lnTo>
                    <a:pt x="1624" y="1345"/>
                  </a:lnTo>
                  <a:lnTo>
                    <a:pt x="1622" y="1360"/>
                  </a:lnTo>
                  <a:lnTo>
                    <a:pt x="1616" y="1375"/>
                  </a:lnTo>
                  <a:lnTo>
                    <a:pt x="1607" y="1387"/>
                  </a:lnTo>
                  <a:lnTo>
                    <a:pt x="1390" y="1604"/>
                  </a:lnTo>
                  <a:lnTo>
                    <a:pt x="1377" y="1614"/>
                  </a:lnTo>
                  <a:lnTo>
                    <a:pt x="1363" y="1620"/>
                  </a:lnTo>
                  <a:lnTo>
                    <a:pt x="1347" y="1622"/>
                  </a:lnTo>
                  <a:lnTo>
                    <a:pt x="1332" y="1620"/>
                  </a:lnTo>
                  <a:lnTo>
                    <a:pt x="1318" y="1614"/>
                  </a:lnTo>
                  <a:lnTo>
                    <a:pt x="1305" y="1604"/>
                  </a:lnTo>
                  <a:lnTo>
                    <a:pt x="1184" y="1483"/>
                  </a:lnTo>
                  <a:lnTo>
                    <a:pt x="1139" y="1504"/>
                  </a:lnTo>
                  <a:lnTo>
                    <a:pt x="1092" y="1521"/>
                  </a:lnTo>
                  <a:lnTo>
                    <a:pt x="1092" y="1693"/>
                  </a:lnTo>
                  <a:lnTo>
                    <a:pt x="1089" y="1712"/>
                  </a:lnTo>
                  <a:lnTo>
                    <a:pt x="1081" y="1729"/>
                  </a:lnTo>
                  <a:lnTo>
                    <a:pt x="1068" y="1742"/>
                  </a:lnTo>
                  <a:lnTo>
                    <a:pt x="1051" y="1750"/>
                  </a:lnTo>
                  <a:lnTo>
                    <a:pt x="1032" y="1753"/>
                  </a:lnTo>
                  <a:lnTo>
                    <a:pt x="726" y="1753"/>
                  </a:lnTo>
                  <a:lnTo>
                    <a:pt x="707" y="1750"/>
                  </a:lnTo>
                  <a:lnTo>
                    <a:pt x="691" y="1742"/>
                  </a:lnTo>
                  <a:lnTo>
                    <a:pt x="677" y="1729"/>
                  </a:lnTo>
                  <a:lnTo>
                    <a:pt x="668" y="1712"/>
                  </a:lnTo>
                  <a:lnTo>
                    <a:pt x="665" y="1693"/>
                  </a:lnTo>
                  <a:lnTo>
                    <a:pt x="665" y="1517"/>
                  </a:lnTo>
                  <a:lnTo>
                    <a:pt x="620" y="1500"/>
                  </a:lnTo>
                  <a:lnTo>
                    <a:pt x="577" y="1480"/>
                  </a:lnTo>
                  <a:lnTo>
                    <a:pt x="453" y="1605"/>
                  </a:lnTo>
                  <a:lnTo>
                    <a:pt x="440" y="1615"/>
                  </a:lnTo>
                  <a:lnTo>
                    <a:pt x="425" y="1621"/>
                  </a:lnTo>
                  <a:lnTo>
                    <a:pt x="409" y="1622"/>
                  </a:lnTo>
                  <a:lnTo>
                    <a:pt x="394" y="1621"/>
                  </a:lnTo>
                  <a:lnTo>
                    <a:pt x="380" y="1615"/>
                  </a:lnTo>
                  <a:lnTo>
                    <a:pt x="367" y="1605"/>
                  </a:lnTo>
                  <a:lnTo>
                    <a:pt x="151" y="1388"/>
                  </a:lnTo>
                  <a:lnTo>
                    <a:pt x="141" y="1375"/>
                  </a:lnTo>
                  <a:lnTo>
                    <a:pt x="134" y="1361"/>
                  </a:lnTo>
                  <a:lnTo>
                    <a:pt x="133" y="1346"/>
                  </a:lnTo>
                  <a:lnTo>
                    <a:pt x="134" y="1331"/>
                  </a:lnTo>
                  <a:lnTo>
                    <a:pt x="141" y="1316"/>
                  </a:lnTo>
                  <a:lnTo>
                    <a:pt x="151" y="1303"/>
                  </a:lnTo>
                  <a:lnTo>
                    <a:pt x="276" y="1175"/>
                  </a:lnTo>
                  <a:lnTo>
                    <a:pt x="257" y="1132"/>
                  </a:lnTo>
                  <a:lnTo>
                    <a:pt x="241" y="1088"/>
                  </a:lnTo>
                  <a:lnTo>
                    <a:pt x="60" y="1088"/>
                  </a:lnTo>
                  <a:lnTo>
                    <a:pt x="41" y="1085"/>
                  </a:lnTo>
                  <a:lnTo>
                    <a:pt x="25" y="1077"/>
                  </a:lnTo>
                  <a:lnTo>
                    <a:pt x="12" y="1064"/>
                  </a:lnTo>
                  <a:lnTo>
                    <a:pt x="3" y="1047"/>
                  </a:lnTo>
                  <a:lnTo>
                    <a:pt x="0" y="1028"/>
                  </a:lnTo>
                  <a:lnTo>
                    <a:pt x="0" y="722"/>
                  </a:lnTo>
                  <a:lnTo>
                    <a:pt x="3" y="703"/>
                  </a:lnTo>
                  <a:lnTo>
                    <a:pt x="12" y="686"/>
                  </a:lnTo>
                  <a:lnTo>
                    <a:pt x="25" y="673"/>
                  </a:lnTo>
                  <a:lnTo>
                    <a:pt x="41" y="665"/>
                  </a:lnTo>
                  <a:lnTo>
                    <a:pt x="60" y="662"/>
                  </a:lnTo>
                  <a:lnTo>
                    <a:pt x="241" y="662"/>
                  </a:lnTo>
                  <a:lnTo>
                    <a:pt x="258" y="618"/>
                  </a:lnTo>
                  <a:lnTo>
                    <a:pt x="277" y="576"/>
                  </a:lnTo>
                  <a:lnTo>
                    <a:pt x="151" y="449"/>
                  </a:lnTo>
                  <a:lnTo>
                    <a:pt x="141" y="436"/>
                  </a:lnTo>
                  <a:lnTo>
                    <a:pt x="134" y="422"/>
                  </a:lnTo>
                  <a:lnTo>
                    <a:pt x="133" y="407"/>
                  </a:lnTo>
                  <a:lnTo>
                    <a:pt x="134" y="392"/>
                  </a:lnTo>
                  <a:lnTo>
                    <a:pt x="141" y="377"/>
                  </a:lnTo>
                  <a:lnTo>
                    <a:pt x="151" y="364"/>
                  </a:lnTo>
                  <a:lnTo>
                    <a:pt x="366" y="148"/>
                  </a:lnTo>
                  <a:lnTo>
                    <a:pt x="379" y="138"/>
                  </a:lnTo>
                  <a:lnTo>
                    <a:pt x="394" y="133"/>
                  </a:lnTo>
                  <a:lnTo>
                    <a:pt x="409" y="131"/>
                  </a:lnTo>
                  <a:lnTo>
                    <a:pt x="425" y="133"/>
                  </a:lnTo>
                  <a:lnTo>
                    <a:pt x="439" y="138"/>
                  </a:lnTo>
                  <a:lnTo>
                    <a:pt x="452" y="148"/>
                  </a:lnTo>
                  <a:lnTo>
                    <a:pt x="577" y="273"/>
                  </a:lnTo>
                  <a:lnTo>
                    <a:pt x="620" y="253"/>
                  </a:lnTo>
                  <a:lnTo>
                    <a:pt x="665" y="236"/>
                  </a:lnTo>
                  <a:lnTo>
                    <a:pt x="665" y="60"/>
                  </a:lnTo>
                  <a:lnTo>
                    <a:pt x="668" y="41"/>
                  </a:lnTo>
                  <a:lnTo>
                    <a:pt x="677" y="24"/>
                  </a:lnTo>
                  <a:lnTo>
                    <a:pt x="691" y="11"/>
                  </a:lnTo>
                  <a:lnTo>
                    <a:pt x="707" y="3"/>
                  </a:lnTo>
                  <a:lnTo>
                    <a:pt x="7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5"/>
            <p:cNvSpPr>
              <a:spLocks noEditPoints="1"/>
            </p:cNvSpPr>
            <p:nvPr/>
          </p:nvSpPr>
          <p:spPr bwMode="auto">
            <a:xfrm>
              <a:off x="4375150" y="2325688"/>
              <a:ext cx="119063" cy="119063"/>
            </a:xfrm>
            <a:custGeom>
              <a:avLst/>
              <a:gdLst>
                <a:gd name="T0" fmla="*/ 302 w 674"/>
                <a:gd name="T1" fmla="*/ 123 h 673"/>
                <a:gd name="T2" fmla="*/ 238 w 674"/>
                <a:gd name="T3" fmla="*/ 144 h 673"/>
                <a:gd name="T4" fmla="*/ 184 w 674"/>
                <a:gd name="T5" fmla="*/ 183 h 673"/>
                <a:gd name="T6" fmla="*/ 144 w 674"/>
                <a:gd name="T7" fmla="*/ 237 h 673"/>
                <a:gd name="T8" fmla="*/ 123 w 674"/>
                <a:gd name="T9" fmla="*/ 301 h 673"/>
                <a:gd name="T10" fmla="*/ 123 w 674"/>
                <a:gd name="T11" fmla="*/ 372 h 673"/>
                <a:gd name="T12" fmla="*/ 144 w 674"/>
                <a:gd name="T13" fmla="*/ 436 h 673"/>
                <a:gd name="T14" fmla="*/ 184 w 674"/>
                <a:gd name="T15" fmla="*/ 490 h 673"/>
                <a:gd name="T16" fmla="*/ 238 w 674"/>
                <a:gd name="T17" fmla="*/ 529 h 673"/>
                <a:gd name="T18" fmla="*/ 302 w 674"/>
                <a:gd name="T19" fmla="*/ 550 h 673"/>
                <a:gd name="T20" fmla="*/ 337 w 674"/>
                <a:gd name="T21" fmla="*/ 551 h 673"/>
                <a:gd name="T22" fmla="*/ 405 w 674"/>
                <a:gd name="T23" fmla="*/ 540 h 673"/>
                <a:gd name="T24" fmla="*/ 465 w 674"/>
                <a:gd name="T25" fmla="*/ 510 h 673"/>
                <a:gd name="T26" fmla="*/ 512 w 674"/>
                <a:gd name="T27" fmla="*/ 463 h 673"/>
                <a:gd name="T28" fmla="*/ 543 w 674"/>
                <a:gd name="T29" fmla="*/ 405 h 673"/>
                <a:gd name="T30" fmla="*/ 554 w 674"/>
                <a:gd name="T31" fmla="*/ 336 h 673"/>
                <a:gd name="T32" fmla="*/ 543 w 674"/>
                <a:gd name="T33" fmla="*/ 268 h 673"/>
                <a:gd name="T34" fmla="*/ 512 w 674"/>
                <a:gd name="T35" fmla="*/ 208 h 673"/>
                <a:gd name="T36" fmla="*/ 466 w 674"/>
                <a:gd name="T37" fmla="*/ 162 h 673"/>
                <a:gd name="T38" fmla="*/ 405 w 674"/>
                <a:gd name="T39" fmla="*/ 131 h 673"/>
                <a:gd name="T40" fmla="*/ 337 w 674"/>
                <a:gd name="T41" fmla="*/ 120 h 673"/>
                <a:gd name="T42" fmla="*/ 383 w 674"/>
                <a:gd name="T43" fmla="*/ 3 h 673"/>
                <a:gd name="T44" fmla="*/ 469 w 674"/>
                <a:gd name="T45" fmla="*/ 26 h 673"/>
                <a:gd name="T46" fmla="*/ 543 w 674"/>
                <a:gd name="T47" fmla="*/ 70 h 673"/>
                <a:gd name="T48" fmla="*/ 604 w 674"/>
                <a:gd name="T49" fmla="*/ 131 h 673"/>
                <a:gd name="T50" fmla="*/ 647 w 674"/>
                <a:gd name="T51" fmla="*/ 205 h 673"/>
                <a:gd name="T52" fmla="*/ 671 w 674"/>
                <a:gd name="T53" fmla="*/ 290 h 673"/>
                <a:gd name="T54" fmla="*/ 671 w 674"/>
                <a:gd name="T55" fmla="*/ 382 h 673"/>
                <a:gd name="T56" fmla="*/ 648 w 674"/>
                <a:gd name="T57" fmla="*/ 468 h 673"/>
                <a:gd name="T58" fmla="*/ 604 w 674"/>
                <a:gd name="T59" fmla="*/ 542 h 673"/>
                <a:gd name="T60" fmla="*/ 543 w 674"/>
                <a:gd name="T61" fmla="*/ 603 h 673"/>
                <a:gd name="T62" fmla="*/ 469 w 674"/>
                <a:gd name="T63" fmla="*/ 646 h 673"/>
                <a:gd name="T64" fmla="*/ 383 w 674"/>
                <a:gd name="T65" fmla="*/ 670 h 673"/>
                <a:gd name="T66" fmla="*/ 291 w 674"/>
                <a:gd name="T67" fmla="*/ 670 h 673"/>
                <a:gd name="T68" fmla="*/ 206 w 674"/>
                <a:gd name="T69" fmla="*/ 646 h 673"/>
                <a:gd name="T70" fmla="*/ 131 w 674"/>
                <a:gd name="T71" fmla="*/ 603 h 673"/>
                <a:gd name="T72" fmla="*/ 70 w 674"/>
                <a:gd name="T73" fmla="*/ 542 h 673"/>
                <a:gd name="T74" fmla="*/ 26 w 674"/>
                <a:gd name="T75" fmla="*/ 468 h 673"/>
                <a:gd name="T76" fmla="*/ 3 w 674"/>
                <a:gd name="T77" fmla="*/ 382 h 673"/>
                <a:gd name="T78" fmla="*/ 3 w 674"/>
                <a:gd name="T79" fmla="*/ 290 h 673"/>
                <a:gd name="T80" fmla="*/ 26 w 674"/>
                <a:gd name="T81" fmla="*/ 205 h 673"/>
                <a:gd name="T82" fmla="*/ 70 w 674"/>
                <a:gd name="T83" fmla="*/ 131 h 673"/>
                <a:gd name="T84" fmla="*/ 131 w 674"/>
                <a:gd name="T85" fmla="*/ 70 h 673"/>
                <a:gd name="T86" fmla="*/ 206 w 674"/>
                <a:gd name="T87" fmla="*/ 26 h 673"/>
                <a:gd name="T88" fmla="*/ 291 w 674"/>
                <a:gd name="T89" fmla="*/ 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74" h="673">
                  <a:moveTo>
                    <a:pt x="337" y="120"/>
                  </a:moveTo>
                  <a:lnTo>
                    <a:pt x="302" y="123"/>
                  </a:lnTo>
                  <a:lnTo>
                    <a:pt x="269" y="131"/>
                  </a:lnTo>
                  <a:lnTo>
                    <a:pt x="238" y="144"/>
                  </a:lnTo>
                  <a:lnTo>
                    <a:pt x="209" y="162"/>
                  </a:lnTo>
                  <a:lnTo>
                    <a:pt x="184" y="183"/>
                  </a:lnTo>
                  <a:lnTo>
                    <a:pt x="163" y="208"/>
                  </a:lnTo>
                  <a:lnTo>
                    <a:pt x="144" y="237"/>
                  </a:lnTo>
                  <a:lnTo>
                    <a:pt x="131" y="268"/>
                  </a:lnTo>
                  <a:lnTo>
                    <a:pt x="123" y="301"/>
                  </a:lnTo>
                  <a:lnTo>
                    <a:pt x="120" y="336"/>
                  </a:lnTo>
                  <a:lnTo>
                    <a:pt x="123" y="372"/>
                  </a:lnTo>
                  <a:lnTo>
                    <a:pt x="131" y="405"/>
                  </a:lnTo>
                  <a:lnTo>
                    <a:pt x="144" y="436"/>
                  </a:lnTo>
                  <a:lnTo>
                    <a:pt x="163" y="464"/>
                  </a:lnTo>
                  <a:lnTo>
                    <a:pt x="184" y="490"/>
                  </a:lnTo>
                  <a:lnTo>
                    <a:pt x="209" y="511"/>
                  </a:lnTo>
                  <a:lnTo>
                    <a:pt x="238" y="529"/>
                  </a:lnTo>
                  <a:lnTo>
                    <a:pt x="269" y="542"/>
                  </a:lnTo>
                  <a:lnTo>
                    <a:pt x="302" y="550"/>
                  </a:lnTo>
                  <a:lnTo>
                    <a:pt x="337" y="553"/>
                  </a:lnTo>
                  <a:lnTo>
                    <a:pt x="337" y="551"/>
                  </a:lnTo>
                  <a:lnTo>
                    <a:pt x="372" y="548"/>
                  </a:lnTo>
                  <a:lnTo>
                    <a:pt x="405" y="540"/>
                  </a:lnTo>
                  <a:lnTo>
                    <a:pt x="437" y="527"/>
                  </a:lnTo>
                  <a:lnTo>
                    <a:pt x="465" y="510"/>
                  </a:lnTo>
                  <a:lnTo>
                    <a:pt x="490" y="488"/>
                  </a:lnTo>
                  <a:lnTo>
                    <a:pt x="512" y="463"/>
                  </a:lnTo>
                  <a:lnTo>
                    <a:pt x="529" y="435"/>
                  </a:lnTo>
                  <a:lnTo>
                    <a:pt x="543" y="405"/>
                  </a:lnTo>
                  <a:lnTo>
                    <a:pt x="551" y="372"/>
                  </a:lnTo>
                  <a:lnTo>
                    <a:pt x="554" y="336"/>
                  </a:lnTo>
                  <a:lnTo>
                    <a:pt x="551" y="301"/>
                  </a:lnTo>
                  <a:lnTo>
                    <a:pt x="543" y="268"/>
                  </a:lnTo>
                  <a:lnTo>
                    <a:pt x="530" y="237"/>
                  </a:lnTo>
                  <a:lnTo>
                    <a:pt x="512" y="208"/>
                  </a:lnTo>
                  <a:lnTo>
                    <a:pt x="491" y="183"/>
                  </a:lnTo>
                  <a:lnTo>
                    <a:pt x="466" y="162"/>
                  </a:lnTo>
                  <a:lnTo>
                    <a:pt x="437" y="144"/>
                  </a:lnTo>
                  <a:lnTo>
                    <a:pt x="405" y="131"/>
                  </a:lnTo>
                  <a:lnTo>
                    <a:pt x="372" y="123"/>
                  </a:lnTo>
                  <a:lnTo>
                    <a:pt x="337" y="120"/>
                  </a:lnTo>
                  <a:close/>
                  <a:moveTo>
                    <a:pt x="337" y="0"/>
                  </a:moveTo>
                  <a:lnTo>
                    <a:pt x="383" y="3"/>
                  </a:lnTo>
                  <a:lnTo>
                    <a:pt x="427" y="12"/>
                  </a:lnTo>
                  <a:lnTo>
                    <a:pt x="469" y="26"/>
                  </a:lnTo>
                  <a:lnTo>
                    <a:pt x="507" y="46"/>
                  </a:lnTo>
                  <a:lnTo>
                    <a:pt x="543" y="70"/>
                  </a:lnTo>
                  <a:lnTo>
                    <a:pt x="575" y="98"/>
                  </a:lnTo>
                  <a:lnTo>
                    <a:pt x="604" y="131"/>
                  </a:lnTo>
                  <a:lnTo>
                    <a:pt x="628" y="166"/>
                  </a:lnTo>
                  <a:lnTo>
                    <a:pt x="647" y="205"/>
                  </a:lnTo>
                  <a:lnTo>
                    <a:pt x="662" y="247"/>
                  </a:lnTo>
                  <a:lnTo>
                    <a:pt x="671" y="290"/>
                  </a:lnTo>
                  <a:lnTo>
                    <a:pt x="674" y="336"/>
                  </a:lnTo>
                  <a:lnTo>
                    <a:pt x="671" y="382"/>
                  </a:lnTo>
                  <a:lnTo>
                    <a:pt x="662" y="426"/>
                  </a:lnTo>
                  <a:lnTo>
                    <a:pt x="648" y="468"/>
                  </a:lnTo>
                  <a:lnTo>
                    <a:pt x="628" y="506"/>
                  </a:lnTo>
                  <a:lnTo>
                    <a:pt x="604" y="542"/>
                  </a:lnTo>
                  <a:lnTo>
                    <a:pt x="576" y="574"/>
                  </a:lnTo>
                  <a:lnTo>
                    <a:pt x="543" y="603"/>
                  </a:lnTo>
                  <a:lnTo>
                    <a:pt x="508" y="627"/>
                  </a:lnTo>
                  <a:lnTo>
                    <a:pt x="469" y="646"/>
                  </a:lnTo>
                  <a:lnTo>
                    <a:pt x="427" y="661"/>
                  </a:lnTo>
                  <a:lnTo>
                    <a:pt x="383" y="670"/>
                  </a:lnTo>
                  <a:lnTo>
                    <a:pt x="337" y="673"/>
                  </a:lnTo>
                  <a:lnTo>
                    <a:pt x="291" y="670"/>
                  </a:lnTo>
                  <a:lnTo>
                    <a:pt x="248" y="661"/>
                  </a:lnTo>
                  <a:lnTo>
                    <a:pt x="206" y="646"/>
                  </a:lnTo>
                  <a:lnTo>
                    <a:pt x="167" y="627"/>
                  </a:lnTo>
                  <a:lnTo>
                    <a:pt x="131" y="603"/>
                  </a:lnTo>
                  <a:lnTo>
                    <a:pt x="98" y="574"/>
                  </a:lnTo>
                  <a:lnTo>
                    <a:pt x="70" y="542"/>
                  </a:lnTo>
                  <a:lnTo>
                    <a:pt x="46" y="506"/>
                  </a:lnTo>
                  <a:lnTo>
                    <a:pt x="26" y="468"/>
                  </a:lnTo>
                  <a:lnTo>
                    <a:pt x="12" y="426"/>
                  </a:lnTo>
                  <a:lnTo>
                    <a:pt x="3" y="382"/>
                  </a:lnTo>
                  <a:lnTo>
                    <a:pt x="0" y="336"/>
                  </a:lnTo>
                  <a:lnTo>
                    <a:pt x="3" y="290"/>
                  </a:lnTo>
                  <a:lnTo>
                    <a:pt x="12" y="247"/>
                  </a:lnTo>
                  <a:lnTo>
                    <a:pt x="26" y="205"/>
                  </a:lnTo>
                  <a:lnTo>
                    <a:pt x="46" y="166"/>
                  </a:lnTo>
                  <a:lnTo>
                    <a:pt x="70" y="131"/>
                  </a:lnTo>
                  <a:lnTo>
                    <a:pt x="98" y="98"/>
                  </a:lnTo>
                  <a:lnTo>
                    <a:pt x="131" y="70"/>
                  </a:lnTo>
                  <a:lnTo>
                    <a:pt x="167" y="46"/>
                  </a:lnTo>
                  <a:lnTo>
                    <a:pt x="206" y="26"/>
                  </a:lnTo>
                  <a:lnTo>
                    <a:pt x="248" y="12"/>
                  </a:lnTo>
                  <a:lnTo>
                    <a:pt x="291" y="3"/>
                  </a:lnTo>
                  <a:lnTo>
                    <a:pt x="3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6"/>
            <p:cNvSpPr>
              <a:spLocks noEditPoints="1"/>
            </p:cNvSpPr>
            <p:nvPr/>
          </p:nvSpPr>
          <p:spPr bwMode="auto">
            <a:xfrm>
              <a:off x="4549775" y="2049463"/>
              <a:ext cx="314325" cy="312738"/>
            </a:xfrm>
            <a:custGeom>
              <a:avLst/>
              <a:gdLst>
                <a:gd name="T0" fmla="*/ 673 w 1785"/>
                <a:gd name="T1" fmla="*/ 358 h 1781"/>
                <a:gd name="T2" fmla="*/ 556 w 1785"/>
                <a:gd name="T3" fmla="*/ 449 h 1781"/>
                <a:gd name="T4" fmla="*/ 456 w 1785"/>
                <a:gd name="T5" fmla="*/ 497 h 1781"/>
                <a:gd name="T6" fmla="*/ 359 w 1785"/>
                <a:gd name="T7" fmla="*/ 660 h 1781"/>
                <a:gd name="T8" fmla="*/ 355 w 1785"/>
                <a:gd name="T9" fmla="*/ 768 h 1781"/>
                <a:gd name="T10" fmla="*/ 319 w 1785"/>
                <a:gd name="T11" fmla="*/ 914 h 1781"/>
                <a:gd name="T12" fmla="*/ 330 w 1785"/>
                <a:gd name="T13" fmla="*/ 1108 h 1781"/>
                <a:gd name="T14" fmla="*/ 397 w 1785"/>
                <a:gd name="T15" fmla="*/ 1140 h 1781"/>
                <a:gd name="T16" fmla="*/ 499 w 1785"/>
                <a:gd name="T17" fmla="*/ 1295 h 1781"/>
                <a:gd name="T18" fmla="*/ 564 w 1785"/>
                <a:gd name="T19" fmla="*/ 1580 h 1781"/>
                <a:gd name="T20" fmla="*/ 701 w 1785"/>
                <a:gd name="T21" fmla="*/ 1416 h 1781"/>
                <a:gd name="T22" fmla="*/ 890 w 1785"/>
                <a:gd name="T23" fmla="*/ 1450 h 1781"/>
                <a:gd name="T24" fmla="*/ 965 w 1785"/>
                <a:gd name="T25" fmla="*/ 1652 h 1781"/>
                <a:gd name="T26" fmla="*/ 1121 w 1785"/>
                <a:gd name="T27" fmla="*/ 1412 h 1781"/>
                <a:gd name="T28" fmla="*/ 1275 w 1785"/>
                <a:gd name="T29" fmla="*/ 1302 h 1781"/>
                <a:gd name="T30" fmla="*/ 1348 w 1785"/>
                <a:gd name="T31" fmla="*/ 1295 h 1781"/>
                <a:gd name="T32" fmla="*/ 1430 w 1785"/>
                <a:gd name="T33" fmla="*/ 1116 h 1781"/>
                <a:gd name="T34" fmla="*/ 1451 w 1785"/>
                <a:gd name="T35" fmla="*/ 965 h 1781"/>
                <a:gd name="T36" fmla="*/ 1487 w 1785"/>
                <a:gd name="T37" fmla="*/ 860 h 1781"/>
                <a:gd name="T38" fmla="*/ 1446 w 1785"/>
                <a:gd name="T39" fmla="*/ 673 h 1781"/>
                <a:gd name="T40" fmla="*/ 1369 w 1785"/>
                <a:gd name="T41" fmla="*/ 594 h 1781"/>
                <a:gd name="T42" fmla="*/ 1289 w 1785"/>
                <a:gd name="T43" fmla="*/ 464 h 1781"/>
                <a:gd name="T44" fmla="*/ 1141 w 1785"/>
                <a:gd name="T45" fmla="*/ 335 h 1781"/>
                <a:gd name="T46" fmla="*/ 1071 w 1785"/>
                <a:gd name="T47" fmla="*/ 360 h 1781"/>
                <a:gd name="T48" fmla="*/ 884 w 1785"/>
                <a:gd name="T49" fmla="*/ 324 h 1781"/>
                <a:gd name="T50" fmla="*/ 872 w 1785"/>
                <a:gd name="T51" fmla="*/ 0 h 1781"/>
                <a:gd name="T52" fmla="*/ 927 w 1785"/>
                <a:gd name="T53" fmla="*/ 46 h 1781"/>
                <a:gd name="T54" fmla="*/ 1166 w 1785"/>
                <a:gd name="T55" fmla="*/ 75 h 1781"/>
                <a:gd name="T56" fmla="*/ 1238 w 1785"/>
                <a:gd name="T57" fmla="*/ 69 h 1781"/>
                <a:gd name="T58" fmla="*/ 1524 w 1785"/>
                <a:gd name="T59" fmla="*/ 289 h 1781"/>
                <a:gd name="T60" fmla="*/ 1481 w 1785"/>
                <a:gd name="T61" fmla="*/ 545 h 1781"/>
                <a:gd name="T62" fmla="*/ 1704 w 1785"/>
                <a:gd name="T63" fmla="*/ 527 h 1781"/>
                <a:gd name="T64" fmla="*/ 1785 w 1785"/>
                <a:gd name="T65" fmla="*/ 871 h 1781"/>
                <a:gd name="T66" fmla="*/ 1736 w 1785"/>
                <a:gd name="T67" fmla="*/ 925 h 1781"/>
                <a:gd name="T68" fmla="*/ 1698 w 1785"/>
                <a:gd name="T69" fmla="*/ 1153 h 1781"/>
                <a:gd name="T70" fmla="*/ 1722 w 1785"/>
                <a:gd name="T71" fmla="*/ 1223 h 1781"/>
                <a:gd name="T72" fmla="*/ 1511 w 1785"/>
                <a:gd name="T73" fmla="*/ 1521 h 1781"/>
                <a:gd name="T74" fmla="*/ 1279 w 1785"/>
                <a:gd name="T75" fmla="*/ 1449 h 1781"/>
                <a:gd name="T76" fmla="*/ 1269 w 1785"/>
                <a:gd name="T77" fmla="*/ 1688 h 1781"/>
                <a:gd name="T78" fmla="*/ 921 w 1785"/>
                <a:gd name="T79" fmla="*/ 1781 h 1781"/>
                <a:gd name="T80" fmla="*/ 861 w 1785"/>
                <a:gd name="T81" fmla="*/ 1734 h 1781"/>
                <a:gd name="T82" fmla="*/ 623 w 1785"/>
                <a:gd name="T83" fmla="*/ 1706 h 1781"/>
                <a:gd name="T84" fmla="*/ 551 w 1785"/>
                <a:gd name="T85" fmla="*/ 1712 h 1781"/>
                <a:gd name="T86" fmla="*/ 265 w 1785"/>
                <a:gd name="T87" fmla="*/ 1493 h 1781"/>
                <a:gd name="T88" fmla="*/ 314 w 1785"/>
                <a:gd name="T89" fmla="*/ 1237 h 1781"/>
                <a:gd name="T90" fmla="*/ 82 w 1785"/>
                <a:gd name="T91" fmla="*/ 1257 h 1781"/>
                <a:gd name="T92" fmla="*/ 3 w 1785"/>
                <a:gd name="T93" fmla="*/ 897 h 1781"/>
                <a:gd name="T94" fmla="*/ 222 w 1785"/>
                <a:gd name="T95" fmla="*/ 818 h 1781"/>
                <a:gd name="T96" fmla="*/ 67 w 1785"/>
                <a:gd name="T97" fmla="*/ 606 h 1781"/>
                <a:gd name="T98" fmla="*/ 237 w 1785"/>
                <a:gd name="T99" fmla="*/ 288 h 1781"/>
                <a:gd name="T100" fmla="*/ 306 w 1785"/>
                <a:gd name="T101" fmla="*/ 263 h 1781"/>
                <a:gd name="T102" fmla="*/ 505 w 1785"/>
                <a:gd name="T103" fmla="*/ 138 h 1781"/>
                <a:gd name="T104" fmla="*/ 536 w 1785"/>
                <a:gd name="T105" fmla="*/ 73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85" h="1781">
                  <a:moveTo>
                    <a:pt x="822" y="131"/>
                  </a:moveTo>
                  <a:lnTo>
                    <a:pt x="641" y="171"/>
                  </a:lnTo>
                  <a:lnTo>
                    <a:pt x="675" y="327"/>
                  </a:lnTo>
                  <a:lnTo>
                    <a:pt x="676" y="343"/>
                  </a:lnTo>
                  <a:lnTo>
                    <a:pt x="673" y="358"/>
                  </a:lnTo>
                  <a:lnTo>
                    <a:pt x="667" y="372"/>
                  </a:lnTo>
                  <a:lnTo>
                    <a:pt x="657" y="384"/>
                  </a:lnTo>
                  <a:lnTo>
                    <a:pt x="644" y="393"/>
                  </a:lnTo>
                  <a:lnTo>
                    <a:pt x="599" y="419"/>
                  </a:lnTo>
                  <a:lnTo>
                    <a:pt x="556" y="449"/>
                  </a:lnTo>
                  <a:lnTo>
                    <a:pt x="516" y="483"/>
                  </a:lnTo>
                  <a:lnTo>
                    <a:pt x="502" y="493"/>
                  </a:lnTo>
                  <a:lnTo>
                    <a:pt x="488" y="498"/>
                  </a:lnTo>
                  <a:lnTo>
                    <a:pt x="472" y="499"/>
                  </a:lnTo>
                  <a:lnTo>
                    <a:pt x="456" y="497"/>
                  </a:lnTo>
                  <a:lnTo>
                    <a:pt x="442" y="490"/>
                  </a:lnTo>
                  <a:lnTo>
                    <a:pt x="310" y="405"/>
                  </a:lnTo>
                  <a:lnTo>
                    <a:pt x="209" y="562"/>
                  </a:lnTo>
                  <a:lnTo>
                    <a:pt x="346" y="649"/>
                  </a:lnTo>
                  <a:lnTo>
                    <a:pt x="359" y="660"/>
                  </a:lnTo>
                  <a:lnTo>
                    <a:pt x="367" y="672"/>
                  </a:lnTo>
                  <a:lnTo>
                    <a:pt x="373" y="687"/>
                  </a:lnTo>
                  <a:lnTo>
                    <a:pt x="374" y="703"/>
                  </a:lnTo>
                  <a:lnTo>
                    <a:pt x="371" y="718"/>
                  </a:lnTo>
                  <a:lnTo>
                    <a:pt x="355" y="768"/>
                  </a:lnTo>
                  <a:lnTo>
                    <a:pt x="344" y="819"/>
                  </a:lnTo>
                  <a:lnTo>
                    <a:pt x="338" y="872"/>
                  </a:lnTo>
                  <a:lnTo>
                    <a:pt x="335" y="887"/>
                  </a:lnTo>
                  <a:lnTo>
                    <a:pt x="329" y="902"/>
                  </a:lnTo>
                  <a:lnTo>
                    <a:pt x="319" y="914"/>
                  </a:lnTo>
                  <a:lnTo>
                    <a:pt x="306" y="923"/>
                  </a:lnTo>
                  <a:lnTo>
                    <a:pt x="291" y="928"/>
                  </a:lnTo>
                  <a:lnTo>
                    <a:pt x="130" y="963"/>
                  </a:lnTo>
                  <a:lnTo>
                    <a:pt x="170" y="1143"/>
                  </a:lnTo>
                  <a:lnTo>
                    <a:pt x="330" y="1108"/>
                  </a:lnTo>
                  <a:lnTo>
                    <a:pt x="346" y="1107"/>
                  </a:lnTo>
                  <a:lnTo>
                    <a:pt x="362" y="1110"/>
                  </a:lnTo>
                  <a:lnTo>
                    <a:pt x="376" y="1116"/>
                  </a:lnTo>
                  <a:lnTo>
                    <a:pt x="388" y="1127"/>
                  </a:lnTo>
                  <a:lnTo>
                    <a:pt x="397" y="1140"/>
                  </a:lnTo>
                  <a:lnTo>
                    <a:pt x="422" y="1185"/>
                  </a:lnTo>
                  <a:lnTo>
                    <a:pt x="451" y="1228"/>
                  </a:lnTo>
                  <a:lnTo>
                    <a:pt x="484" y="1267"/>
                  </a:lnTo>
                  <a:lnTo>
                    <a:pt x="494" y="1281"/>
                  </a:lnTo>
                  <a:lnTo>
                    <a:pt x="499" y="1295"/>
                  </a:lnTo>
                  <a:lnTo>
                    <a:pt x="500" y="1311"/>
                  </a:lnTo>
                  <a:lnTo>
                    <a:pt x="498" y="1326"/>
                  </a:lnTo>
                  <a:lnTo>
                    <a:pt x="491" y="1341"/>
                  </a:lnTo>
                  <a:lnTo>
                    <a:pt x="407" y="1479"/>
                  </a:lnTo>
                  <a:lnTo>
                    <a:pt x="564" y="1580"/>
                  </a:lnTo>
                  <a:lnTo>
                    <a:pt x="651" y="1443"/>
                  </a:lnTo>
                  <a:lnTo>
                    <a:pt x="661" y="1432"/>
                  </a:lnTo>
                  <a:lnTo>
                    <a:pt x="673" y="1423"/>
                  </a:lnTo>
                  <a:lnTo>
                    <a:pt x="686" y="1418"/>
                  </a:lnTo>
                  <a:lnTo>
                    <a:pt x="701" y="1416"/>
                  </a:lnTo>
                  <a:lnTo>
                    <a:pt x="721" y="1419"/>
                  </a:lnTo>
                  <a:lnTo>
                    <a:pt x="771" y="1433"/>
                  </a:lnTo>
                  <a:lnTo>
                    <a:pt x="823" y="1443"/>
                  </a:lnTo>
                  <a:lnTo>
                    <a:pt x="875" y="1447"/>
                  </a:lnTo>
                  <a:lnTo>
                    <a:pt x="890" y="1450"/>
                  </a:lnTo>
                  <a:lnTo>
                    <a:pt x="904" y="1457"/>
                  </a:lnTo>
                  <a:lnTo>
                    <a:pt x="916" y="1467"/>
                  </a:lnTo>
                  <a:lnTo>
                    <a:pt x="925" y="1480"/>
                  </a:lnTo>
                  <a:lnTo>
                    <a:pt x="930" y="1495"/>
                  </a:lnTo>
                  <a:lnTo>
                    <a:pt x="965" y="1652"/>
                  </a:lnTo>
                  <a:lnTo>
                    <a:pt x="1146" y="1612"/>
                  </a:lnTo>
                  <a:lnTo>
                    <a:pt x="1112" y="1458"/>
                  </a:lnTo>
                  <a:lnTo>
                    <a:pt x="1111" y="1442"/>
                  </a:lnTo>
                  <a:lnTo>
                    <a:pt x="1114" y="1426"/>
                  </a:lnTo>
                  <a:lnTo>
                    <a:pt x="1121" y="1412"/>
                  </a:lnTo>
                  <a:lnTo>
                    <a:pt x="1131" y="1400"/>
                  </a:lnTo>
                  <a:lnTo>
                    <a:pt x="1144" y="1391"/>
                  </a:lnTo>
                  <a:lnTo>
                    <a:pt x="1191" y="1365"/>
                  </a:lnTo>
                  <a:lnTo>
                    <a:pt x="1235" y="1336"/>
                  </a:lnTo>
                  <a:lnTo>
                    <a:pt x="1275" y="1302"/>
                  </a:lnTo>
                  <a:lnTo>
                    <a:pt x="1288" y="1292"/>
                  </a:lnTo>
                  <a:lnTo>
                    <a:pt x="1303" y="1287"/>
                  </a:lnTo>
                  <a:lnTo>
                    <a:pt x="1318" y="1286"/>
                  </a:lnTo>
                  <a:lnTo>
                    <a:pt x="1334" y="1288"/>
                  </a:lnTo>
                  <a:lnTo>
                    <a:pt x="1348" y="1295"/>
                  </a:lnTo>
                  <a:lnTo>
                    <a:pt x="1480" y="1379"/>
                  </a:lnTo>
                  <a:lnTo>
                    <a:pt x="1580" y="1223"/>
                  </a:lnTo>
                  <a:lnTo>
                    <a:pt x="1451" y="1139"/>
                  </a:lnTo>
                  <a:lnTo>
                    <a:pt x="1438" y="1129"/>
                  </a:lnTo>
                  <a:lnTo>
                    <a:pt x="1430" y="1116"/>
                  </a:lnTo>
                  <a:lnTo>
                    <a:pt x="1424" y="1101"/>
                  </a:lnTo>
                  <a:lnTo>
                    <a:pt x="1423" y="1085"/>
                  </a:lnTo>
                  <a:lnTo>
                    <a:pt x="1426" y="1070"/>
                  </a:lnTo>
                  <a:lnTo>
                    <a:pt x="1441" y="1018"/>
                  </a:lnTo>
                  <a:lnTo>
                    <a:pt x="1451" y="965"/>
                  </a:lnTo>
                  <a:lnTo>
                    <a:pt x="1455" y="912"/>
                  </a:lnTo>
                  <a:lnTo>
                    <a:pt x="1458" y="896"/>
                  </a:lnTo>
                  <a:lnTo>
                    <a:pt x="1465" y="882"/>
                  </a:lnTo>
                  <a:lnTo>
                    <a:pt x="1475" y="870"/>
                  </a:lnTo>
                  <a:lnTo>
                    <a:pt x="1487" y="860"/>
                  </a:lnTo>
                  <a:lnTo>
                    <a:pt x="1502" y="855"/>
                  </a:lnTo>
                  <a:lnTo>
                    <a:pt x="1652" y="820"/>
                  </a:lnTo>
                  <a:lnTo>
                    <a:pt x="1612" y="640"/>
                  </a:lnTo>
                  <a:lnTo>
                    <a:pt x="1462" y="672"/>
                  </a:lnTo>
                  <a:lnTo>
                    <a:pt x="1446" y="673"/>
                  </a:lnTo>
                  <a:lnTo>
                    <a:pt x="1430" y="671"/>
                  </a:lnTo>
                  <a:lnTo>
                    <a:pt x="1416" y="664"/>
                  </a:lnTo>
                  <a:lnTo>
                    <a:pt x="1404" y="654"/>
                  </a:lnTo>
                  <a:lnTo>
                    <a:pt x="1395" y="640"/>
                  </a:lnTo>
                  <a:lnTo>
                    <a:pt x="1369" y="594"/>
                  </a:lnTo>
                  <a:lnTo>
                    <a:pt x="1339" y="550"/>
                  </a:lnTo>
                  <a:lnTo>
                    <a:pt x="1305" y="508"/>
                  </a:lnTo>
                  <a:lnTo>
                    <a:pt x="1296" y="495"/>
                  </a:lnTo>
                  <a:lnTo>
                    <a:pt x="1290" y="480"/>
                  </a:lnTo>
                  <a:lnTo>
                    <a:pt x="1289" y="464"/>
                  </a:lnTo>
                  <a:lnTo>
                    <a:pt x="1291" y="449"/>
                  </a:lnTo>
                  <a:lnTo>
                    <a:pt x="1298" y="434"/>
                  </a:lnTo>
                  <a:lnTo>
                    <a:pt x="1382" y="304"/>
                  </a:lnTo>
                  <a:lnTo>
                    <a:pt x="1225" y="204"/>
                  </a:lnTo>
                  <a:lnTo>
                    <a:pt x="1141" y="335"/>
                  </a:lnTo>
                  <a:lnTo>
                    <a:pt x="1131" y="347"/>
                  </a:lnTo>
                  <a:lnTo>
                    <a:pt x="1118" y="356"/>
                  </a:lnTo>
                  <a:lnTo>
                    <a:pt x="1104" y="361"/>
                  </a:lnTo>
                  <a:lnTo>
                    <a:pt x="1087" y="363"/>
                  </a:lnTo>
                  <a:lnTo>
                    <a:pt x="1071" y="360"/>
                  </a:lnTo>
                  <a:lnTo>
                    <a:pt x="1020" y="346"/>
                  </a:lnTo>
                  <a:lnTo>
                    <a:pt x="968" y="337"/>
                  </a:lnTo>
                  <a:lnTo>
                    <a:pt x="915" y="333"/>
                  </a:lnTo>
                  <a:lnTo>
                    <a:pt x="899" y="331"/>
                  </a:lnTo>
                  <a:lnTo>
                    <a:pt x="884" y="324"/>
                  </a:lnTo>
                  <a:lnTo>
                    <a:pt x="871" y="314"/>
                  </a:lnTo>
                  <a:lnTo>
                    <a:pt x="861" y="301"/>
                  </a:lnTo>
                  <a:lnTo>
                    <a:pt x="855" y="285"/>
                  </a:lnTo>
                  <a:lnTo>
                    <a:pt x="822" y="131"/>
                  </a:lnTo>
                  <a:close/>
                  <a:moveTo>
                    <a:pt x="872" y="0"/>
                  </a:moveTo>
                  <a:lnTo>
                    <a:pt x="887" y="2"/>
                  </a:lnTo>
                  <a:lnTo>
                    <a:pt x="901" y="9"/>
                  </a:lnTo>
                  <a:lnTo>
                    <a:pt x="913" y="18"/>
                  </a:lnTo>
                  <a:lnTo>
                    <a:pt x="922" y="31"/>
                  </a:lnTo>
                  <a:lnTo>
                    <a:pt x="927" y="46"/>
                  </a:lnTo>
                  <a:lnTo>
                    <a:pt x="964" y="215"/>
                  </a:lnTo>
                  <a:lnTo>
                    <a:pt x="1013" y="222"/>
                  </a:lnTo>
                  <a:lnTo>
                    <a:pt x="1062" y="232"/>
                  </a:lnTo>
                  <a:lnTo>
                    <a:pt x="1155" y="87"/>
                  </a:lnTo>
                  <a:lnTo>
                    <a:pt x="1166" y="75"/>
                  </a:lnTo>
                  <a:lnTo>
                    <a:pt x="1178" y="66"/>
                  </a:lnTo>
                  <a:lnTo>
                    <a:pt x="1193" y="61"/>
                  </a:lnTo>
                  <a:lnTo>
                    <a:pt x="1208" y="59"/>
                  </a:lnTo>
                  <a:lnTo>
                    <a:pt x="1223" y="62"/>
                  </a:lnTo>
                  <a:lnTo>
                    <a:pt x="1238" y="69"/>
                  </a:lnTo>
                  <a:lnTo>
                    <a:pt x="1497" y="236"/>
                  </a:lnTo>
                  <a:lnTo>
                    <a:pt x="1509" y="246"/>
                  </a:lnTo>
                  <a:lnTo>
                    <a:pt x="1518" y="259"/>
                  </a:lnTo>
                  <a:lnTo>
                    <a:pt x="1523" y="274"/>
                  </a:lnTo>
                  <a:lnTo>
                    <a:pt x="1524" y="289"/>
                  </a:lnTo>
                  <a:lnTo>
                    <a:pt x="1522" y="304"/>
                  </a:lnTo>
                  <a:lnTo>
                    <a:pt x="1515" y="319"/>
                  </a:lnTo>
                  <a:lnTo>
                    <a:pt x="1421" y="462"/>
                  </a:lnTo>
                  <a:lnTo>
                    <a:pt x="1453" y="502"/>
                  </a:lnTo>
                  <a:lnTo>
                    <a:pt x="1481" y="545"/>
                  </a:lnTo>
                  <a:lnTo>
                    <a:pt x="1646" y="508"/>
                  </a:lnTo>
                  <a:lnTo>
                    <a:pt x="1663" y="507"/>
                  </a:lnTo>
                  <a:lnTo>
                    <a:pt x="1678" y="510"/>
                  </a:lnTo>
                  <a:lnTo>
                    <a:pt x="1692" y="516"/>
                  </a:lnTo>
                  <a:lnTo>
                    <a:pt x="1704" y="527"/>
                  </a:lnTo>
                  <a:lnTo>
                    <a:pt x="1713" y="540"/>
                  </a:lnTo>
                  <a:lnTo>
                    <a:pt x="1718" y="555"/>
                  </a:lnTo>
                  <a:lnTo>
                    <a:pt x="1783" y="851"/>
                  </a:lnTo>
                  <a:lnTo>
                    <a:pt x="1784" y="854"/>
                  </a:lnTo>
                  <a:lnTo>
                    <a:pt x="1785" y="871"/>
                  </a:lnTo>
                  <a:lnTo>
                    <a:pt x="1781" y="886"/>
                  </a:lnTo>
                  <a:lnTo>
                    <a:pt x="1774" y="900"/>
                  </a:lnTo>
                  <a:lnTo>
                    <a:pt x="1764" y="911"/>
                  </a:lnTo>
                  <a:lnTo>
                    <a:pt x="1751" y="920"/>
                  </a:lnTo>
                  <a:lnTo>
                    <a:pt x="1736" y="925"/>
                  </a:lnTo>
                  <a:lnTo>
                    <a:pt x="1571" y="961"/>
                  </a:lnTo>
                  <a:lnTo>
                    <a:pt x="1564" y="1011"/>
                  </a:lnTo>
                  <a:lnTo>
                    <a:pt x="1553" y="1061"/>
                  </a:lnTo>
                  <a:lnTo>
                    <a:pt x="1696" y="1152"/>
                  </a:lnTo>
                  <a:lnTo>
                    <a:pt x="1698" y="1153"/>
                  </a:lnTo>
                  <a:lnTo>
                    <a:pt x="1710" y="1164"/>
                  </a:lnTo>
                  <a:lnTo>
                    <a:pt x="1719" y="1177"/>
                  </a:lnTo>
                  <a:lnTo>
                    <a:pt x="1724" y="1191"/>
                  </a:lnTo>
                  <a:lnTo>
                    <a:pt x="1725" y="1207"/>
                  </a:lnTo>
                  <a:lnTo>
                    <a:pt x="1722" y="1223"/>
                  </a:lnTo>
                  <a:lnTo>
                    <a:pt x="1715" y="1237"/>
                  </a:lnTo>
                  <a:lnTo>
                    <a:pt x="1549" y="1495"/>
                  </a:lnTo>
                  <a:lnTo>
                    <a:pt x="1538" y="1507"/>
                  </a:lnTo>
                  <a:lnTo>
                    <a:pt x="1525" y="1516"/>
                  </a:lnTo>
                  <a:lnTo>
                    <a:pt x="1511" y="1521"/>
                  </a:lnTo>
                  <a:lnTo>
                    <a:pt x="1496" y="1522"/>
                  </a:lnTo>
                  <a:lnTo>
                    <a:pt x="1480" y="1520"/>
                  </a:lnTo>
                  <a:lnTo>
                    <a:pt x="1466" y="1513"/>
                  </a:lnTo>
                  <a:lnTo>
                    <a:pt x="1319" y="1419"/>
                  </a:lnTo>
                  <a:lnTo>
                    <a:pt x="1279" y="1449"/>
                  </a:lnTo>
                  <a:lnTo>
                    <a:pt x="1237" y="1475"/>
                  </a:lnTo>
                  <a:lnTo>
                    <a:pt x="1274" y="1644"/>
                  </a:lnTo>
                  <a:lnTo>
                    <a:pt x="1276" y="1659"/>
                  </a:lnTo>
                  <a:lnTo>
                    <a:pt x="1274" y="1674"/>
                  </a:lnTo>
                  <a:lnTo>
                    <a:pt x="1269" y="1688"/>
                  </a:lnTo>
                  <a:lnTo>
                    <a:pt x="1260" y="1700"/>
                  </a:lnTo>
                  <a:lnTo>
                    <a:pt x="1248" y="1710"/>
                  </a:lnTo>
                  <a:lnTo>
                    <a:pt x="1234" y="1717"/>
                  </a:lnTo>
                  <a:lnTo>
                    <a:pt x="933" y="1781"/>
                  </a:lnTo>
                  <a:lnTo>
                    <a:pt x="921" y="1781"/>
                  </a:lnTo>
                  <a:lnTo>
                    <a:pt x="904" y="1779"/>
                  </a:lnTo>
                  <a:lnTo>
                    <a:pt x="889" y="1773"/>
                  </a:lnTo>
                  <a:lnTo>
                    <a:pt x="876" y="1763"/>
                  </a:lnTo>
                  <a:lnTo>
                    <a:pt x="867" y="1750"/>
                  </a:lnTo>
                  <a:lnTo>
                    <a:pt x="861" y="1734"/>
                  </a:lnTo>
                  <a:lnTo>
                    <a:pt x="824" y="1562"/>
                  </a:lnTo>
                  <a:lnTo>
                    <a:pt x="775" y="1555"/>
                  </a:lnTo>
                  <a:lnTo>
                    <a:pt x="728" y="1545"/>
                  </a:lnTo>
                  <a:lnTo>
                    <a:pt x="634" y="1694"/>
                  </a:lnTo>
                  <a:lnTo>
                    <a:pt x="623" y="1706"/>
                  </a:lnTo>
                  <a:lnTo>
                    <a:pt x="610" y="1715"/>
                  </a:lnTo>
                  <a:lnTo>
                    <a:pt x="596" y="1720"/>
                  </a:lnTo>
                  <a:lnTo>
                    <a:pt x="581" y="1721"/>
                  </a:lnTo>
                  <a:lnTo>
                    <a:pt x="565" y="1719"/>
                  </a:lnTo>
                  <a:lnTo>
                    <a:pt x="551" y="1712"/>
                  </a:lnTo>
                  <a:lnTo>
                    <a:pt x="293" y="1546"/>
                  </a:lnTo>
                  <a:lnTo>
                    <a:pt x="281" y="1535"/>
                  </a:lnTo>
                  <a:lnTo>
                    <a:pt x="272" y="1523"/>
                  </a:lnTo>
                  <a:lnTo>
                    <a:pt x="266" y="1508"/>
                  </a:lnTo>
                  <a:lnTo>
                    <a:pt x="265" y="1493"/>
                  </a:lnTo>
                  <a:lnTo>
                    <a:pt x="267" y="1478"/>
                  </a:lnTo>
                  <a:lnTo>
                    <a:pt x="275" y="1463"/>
                  </a:lnTo>
                  <a:lnTo>
                    <a:pt x="371" y="1313"/>
                  </a:lnTo>
                  <a:lnTo>
                    <a:pt x="341" y="1276"/>
                  </a:lnTo>
                  <a:lnTo>
                    <a:pt x="314" y="1237"/>
                  </a:lnTo>
                  <a:lnTo>
                    <a:pt x="138" y="1275"/>
                  </a:lnTo>
                  <a:lnTo>
                    <a:pt x="122" y="1277"/>
                  </a:lnTo>
                  <a:lnTo>
                    <a:pt x="107" y="1274"/>
                  </a:lnTo>
                  <a:lnTo>
                    <a:pt x="93" y="1267"/>
                  </a:lnTo>
                  <a:lnTo>
                    <a:pt x="82" y="1257"/>
                  </a:lnTo>
                  <a:lnTo>
                    <a:pt x="73" y="1245"/>
                  </a:lnTo>
                  <a:lnTo>
                    <a:pt x="67" y="1230"/>
                  </a:lnTo>
                  <a:lnTo>
                    <a:pt x="2" y="929"/>
                  </a:lnTo>
                  <a:lnTo>
                    <a:pt x="0" y="913"/>
                  </a:lnTo>
                  <a:lnTo>
                    <a:pt x="3" y="897"/>
                  </a:lnTo>
                  <a:lnTo>
                    <a:pt x="10" y="884"/>
                  </a:lnTo>
                  <a:lnTo>
                    <a:pt x="19" y="872"/>
                  </a:lnTo>
                  <a:lnTo>
                    <a:pt x="32" y="862"/>
                  </a:lnTo>
                  <a:lnTo>
                    <a:pt x="47" y="856"/>
                  </a:lnTo>
                  <a:lnTo>
                    <a:pt x="222" y="818"/>
                  </a:lnTo>
                  <a:lnTo>
                    <a:pt x="228" y="771"/>
                  </a:lnTo>
                  <a:lnTo>
                    <a:pt x="238" y="725"/>
                  </a:lnTo>
                  <a:lnTo>
                    <a:pt x="88" y="629"/>
                  </a:lnTo>
                  <a:lnTo>
                    <a:pt x="76" y="619"/>
                  </a:lnTo>
                  <a:lnTo>
                    <a:pt x="67" y="606"/>
                  </a:lnTo>
                  <a:lnTo>
                    <a:pt x="62" y="592"/>
                  </a:lnTo>
                  <a:lnTo>
                    <a:pt x="61" y="577"/>
                  </a:lnTo>
                  <a:lnTo>
                    <a:pt x="63" y="561"/>
                  </a:lnTo>
                  <a:lnTo>
                    <a:pt x="70" y="547"/>
                  </a:lnTo>
                  <a:lnTo>
                    <a:pt x="237" y="288"/>
                  </a:lnTo>
                  <a:lnTo>
                    <a:pt x="247" y="276"/>
                  </a:lnTo>
                  <a:lnTo>
                    <a:pt x="260" y="267"/>
                  </a:lnTo>
                  <a:lnTo>
                    <a:pt x="275" y="262"/>
                  </a:lnTo>
                  <a:lnTo>
                    <a:pt x="291" y="261"/>
                  </a:lnTo>
                  <a:lnTo>
                    <a:pt x="306" y="263"/>
                  </a:lnTo>
                  <a:lnTo>
                    <a:pt x="321" y="270"/>
                  </a:lnTo>
                  <a:lnTo>
                    <a:pt x="469" y="365"/>
                  </a:lnTo>
                  <a:lnTo>
                    <a:pt x="507" y="336"/>
                  </a:lnTo>
                  <a:lnTo>
                    <a:pt x="548" y="310"/>
                  </a:lnTo>
                  <a:lnTo>
                    <a:pt x="505" y="138"/>
                  </a:lnTo>
                  <a:lnTo>
                    <a:pt x="504" y="122"/>
                  </a:lnTo>
                  <a:lnTo>
                    <a:pt x="507" y="107"/>
                  </a:lnTo>
                  <a:lnTo>
                    <a:pt x="513" y="93"/>
                  </a:lnTo>
                  <a:lnTo>
                    <a:pt x="523" y="82"/>
                  </a:lnTo>
                  <a:lnTo>
                    <a:pt x="536" y="73"/>
                  </a:lnTo>
                  <a:lnTo>
                    <a:pt x="552" y="67"/>
                  </a:lnTo>
                  <a:lnTo>
                    <a:pt x="853" y="2"/>
                  </a:lnTo>
                  <a:lnTo>
                    <a:pt x="855" y="1"/>
                  </a:lnTo>
                  <a:lnTo>
                    <a:pt x="8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7"/>
            <p:cNvSpPr>
              <a:spLocks noEditPoints="1"/>
            </p:cNvSpPr>
            <p:nvPr/>
          </p:nvSpPr>
          <p:spPr bwMode="auto">
            <a:xfrm>
              <a:off x="4646613" y="2146300"/>
              <a:ext cx="119063" cy="119063"/>
            </a:xfrm>
            <a:custGeom>
              <a:avLst/>
              <a:gdLst>
                <a:gd name="T0" fmla="*/ 313 w 674"/>
                <a:gd name="T1" fmla="*/ 122 h 674"/>
                <a:gd name="T2" fmla="*/ 255 w 674"/>
                <a:gd name="T3" fmla="*/ 136 h 674"/>
                <a:gd name="T4" fmla="*/ 197 w 674"/>
                <a:gd name="T5" fmla="*/ 170 h 674"/>
                <a:gd name="T6" fmla="*/ 153 w 674"/>
                <a:gd name="T7" fmla="*/ 220 h 674"/>
                <a:gd name="T8" fmla="*/ 126 w 674"/>
                <a:gd name="T9" fmla="*/ 280 h 674"/>
                <a:gd name="T10" fmla="*/ 119 w 674"/>
                <a:gd name="T11" fmla="*/ 349 h 674"/>
                <a:gd name="T12" fmla="*/ 135 w 674"/>
                <a:gd name="T13" fmla="*/ 417 h 674"/>
                <a:gd name="T14" fmla="*/ 170 w 674"/>
                <a:gd name="T15" fmla="*/ 475 h 674"/>
                <a:gd name="T16" fmla="*/ 219 w 674"/>
                <a:gd name="T17" fmla="*/ 518 h 674"/>
                <a:gd name="T18" fmla="*/ 281 w 674"/>
                <a:gd name="T19" fmla="*/ 545 h 674"/>
                <a:gd name="T20" fmla="*/ 348 w 674"/>
                <a:gd name="T21" fmla="*/ 553 h 674"/>
                <a:gd name="T22" fmla="*/ 382 w 674"/>
                <a:gd name="T23" fmla="*/ 549 h 674"/>
                <a:gd name="T24" fmla="*/ 444 w 674"/>
                <a:gd name="T25" fmla="*/ 525 h 674"/>
                <a:gd name="T26" fmla="*/ 494 w 674"/>
                <a:gd name="T27" fmla="*/ 485 h 674"/>
                <a:gd name="T28" fmla="*/ 530 w 674"/>
                <a:gd name="T29" fmla="*/ 433 h 674"/>
                <a:gd name="T30" fmla="*/ 551 w 674"/>
                <a:gd name="T31" fmla="*/ 371 h 674"/>
                <a:gd name="T32" fmla="*/ 551 w 674"/>
                <a:gd name="T33" fmla="*/ 301 h 674"/>
                <a:gd name="T34" fmla="*/ 528 w 674"/>
                <a:gd name="T35" fmla="*/ 237 h 674"/>
                <a:gd name="T36" fmla="*/ 489 w 674"/>
                <a:gd name="T37" fmla="*/ 183 h 674"/>
                <a:gd name="T38" fmla="*/ 436 w 674"/>
                <a:gd name="T39" fmla="*/ 144 h 674"/>
                <a:gd name="T40" fmla="*/ 371 w 674"/>
                <a:gd name="T41" fmla="*/ 123 h 674"/>
                <a:gd name="T42" fmla="*/ 337 w 674"/>
                <a:gd name="T43" fmla="*/ 0 h 674"/>
                <a:gd name="T44" fmla="*/ 420 w 674"/>
                <a:gd name="T45" fmla="*/ 11 h 674"/>
                <a:gd name="T46" fmla="*/ 497 w 674"/>
                <a:gd name="T47" fmla="*/ 41 h 674"/>
                <a:gd name="T48" fmla="*/ 564 w 674"/>
                <a:gd name="T49" fmla="*/ 88 h 674"/>
                <a:gd name="T50" fmla="*/ 617 w 674"/>
                <a:gd name="T51" fmla="*/ 150 h 674"/>
                <a:gd name="T52" fmla="*/ 654 w 674"/>
                <a:gd name="T53" fmla="*/ 224 h 674"/>
                <a:gd name="T54" fmla="*/ 672 w 674"/>
                <a:gd name="T55" fmla="*/ 301 h 674"/>
                <a:gd name="T56" fmla="*/ 671 w 674"/>
                <a:gd name="T57" fmla="*/ 383 h 674"/>
                <a:gd name="T58" fmla="*/ 647 w 674"/>
                <a:gd name="T59" fmla="*/ 468 h 674"/>
                <a:gd name="T60" fmla="*/ 604 w 674"/>
                <a:gd name="T61" fmla="*/ 543 h 674"/>
                <a:gd name="T62" fmla="*/ 543 w 674"/>
                <a:gd name="T63" fmla="*/ 604 h 674"/>
                <a:gd name="T64" fmla="*/ 467 w 674"/>
                <a:gd name="T65" fmla="*/ 647 h 674"/>
                <a:gd name="T66" fmla="*/ 382 w 674"/>
                <a:gd name="T67" fmla="*/ 671 h 674"/>
                <a:gd name="T68" fmla="*/ 291 w 674"/>
                <a:gd name="T69" fmla="*/ 671 h 674"/>
                <a:gd name="T70" fmla="*/ 205 w 674"/>
                <a:gd name="T71" fmla="*/ 647 h 674"/>
                <a:gd name="T72" fmla="*/ 130 w 674"/>
                <a:gd name="T73" fmla="*/ 603 h 674"/>
                <a:gd name="T74" fmla="*/ 70 w 674"/>
                <a:gd name="T75" fmla="*/ 543 h 674"/>
                <a:gd name="T76" fmla="*/ 26 w 674"/>
                <a:gd name="T77" fmla="*/ 468 h 674"/>
                <a:gd name="T78" fmla="*/ 3 w 674"/>
                <a:gd name="T79" fmla="*/ 383 h 674"/>
                <a:gd name="T80" fmla="*/ 3 w 674"/>
                <a:gd name="T81" fmla="*/ 291 h 674"/>
                <a:gd name="T82" fmla="*/ 26 w 674"/>
                <a:gd name="T83" fmla="*/ 206 h 674"/>
                <a:gd name="T84" fmla="*/ 70 w 674"/>
                <a:gd name="T85" fmla="*/ 131 h 674"/>
                <a:gd name="T86" fmla="*/ 130 w 674"/>
                <a:gd name="T87" fmla="*/ 70 h 674"/>
                <a:gd name="T88" fmla="*/ 205 w 674"/>
                <a:gd name="T89" fmla="*/ 27 h 674"/>
                <a:gd name="T90" fmla="*/ 291 w 674"/>
                <a:gd name="T91" fmla="*/ 3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74" h="674">
                  <a:moveTo>
                    <a:pt x="336" y="120"/>
                  </a:moveTo>
                  <a:lnTo>
                    <a:pt x="313" y="122"/>
                  </a:lnTo>
                  <a:lnTo>
                    <a:pt x="290" y="125"/>
                  </a:lnTo>
                  <a:lnTo>
                    <a:pt x="255" y="136"/>
                  </a:lnTo>
                  <a:lnTo>
                    <a:pt x="225" y="151"/>
                  </a:lnTo>
                  <a:lnTo>
                    <a:pt x="197" y="170"/>
                  </a:lnTo>
                  <a:lnTo>
                    <a:pt x="173" y="193"/>
                  </a:lnTo>
                  <a:lnTo>
                    <a:pt x="153" y="220"/>
                  </a:lnTo>
                  <a:lnTo>
                    <a:pt x="138" y="249"/>
                  </a:lnTo>
                  <a:lnTo>
                    <a:pt x="126" y="280"/>
                  </a:lnTo>
                  <a:lnTo>
                    <a:pt x="120" y="315"/>
                  </a:lnTo>
                  <a:lnTo>
                    <a:pt x="119" y="349"/>
                  </a:lnTo>
                  <a:lnTo>
                    <a:pt x="124" y="384"/>
                  </a:lnTo>
                  <a:lnTo>
                    <a:pt x="135" y="417"/>
                  </a:lnTo>
                  <a:lnTo>
                    <a:pt x="150" y="447"/>
                  </a:lnTo>
                  <a:lnTo>
                    <a:pt x="170" y="475"/>
                  </a:lnTo>
                  <a:lnTo>
                    <a:pt x="193" y="498"/>
                  </a:lnTo>
                  <a:lnTo>
                    <a:pt x="219" y="518"/>
                  </a:lnTo>
                  <a:lnTo>
                    <a:pt x="248" y="534"/>
                  </a:lnTo>
                  <a:lnTo>
                    <a:pt x="281" y="545"/>
                  </a:lnTo>
                  <a:lnTo>
                    <a:pt x="314" y="552"/>
                  </a:lnTo>
                  <a:lnTo>
                    <a:pt x="348" y="553"/>
                  </a:lnTo>
                  <a:lnTo>
                    <a:pt x="382" y="549"/>
                  </a:lnTo>
                  <a:lnTo>
                    <a:pt x="382" y="549"/>
                  </a:lnTo>
                  <a:lnTo>
                    <a:pt x="414" y="539"/>
                  </a:lnTo>
                  <a:lnTo>
                    <a:pt x="444" y="525"/>
                  </a:lnTo>
                  <a:lnTo>
                    <a:pt x="470" y="507"/>
                  </a:lnTo>
                  <a:lnTo>
                    <a:pt x="494" y="485"/>
                  </a:lnTo>
                  <a:lnTo>
                    <a:pt x="514" y="460"/>
                  </a:lnTo>
                  <a:lnTo>
                    <a:pt x="530" y="433"/>
                  </a:lnTo>
                  <a:lnTo>
                    <a:pt x="544" y="402"/>
                  </a:lnTo>
                  <a:lnTo>
                    <a:pt x="551" y="371"/>
                  </a:lnTo>
                  <a:lnTo>
                    <a:pt x="554" y="337"/>
                  </a:lnTo>
                  <a:lnTo>
                    <a:pt x="551" y="301"/>
                  </a:lnTo>
                  <a:lnTo>
                    <a:pt x="542" y="268"/>
                  </a:lnTo>
                  <a:lnTo>
                    <a:pt x="528" y="237"/>
                  </a:lnTo>
                  <a:lnTo>
                    <a:pt x="511" y="209"/>
                  </a:lnTo>
                  <a:lnTo>
                    <a:pt x="489" y="183"/>
                  </a:lnTo>
                  <a:lnTo>
                    <a:pt x="464" y="162"/>
                  </a:lnTo>
                  <a:lnTo>
                    <a:pt x="436" y="144"/>
                  </a:lnTo>
                  <a:lnTo>
                    <a:pt x="404" y="131"/>
                  </a:lnTo>
                  <a:lnTo>
                    <a:pt x="371" y="123"/>
                  </a:lnTo>
                  <a:lnTo>
                    <a:pt x="336" y="120"/>
                  </a:lnTo>
                  <a:close/>
                  <a:moveTo>
                    <a:pt x="337" y="0"/>
                  </a:moveTo>
                  <a:lnTo>
                    <a:pt x="379" y="3"/>
                  </a:lnTo>
                  <a:lnTo>
                    <a:pt x="420" y="11"/>
                  </a:lnTo>
                  <a:lnTo>
                    <a:pt x="460" y="23"/>
                  </a:lnTo>
                  <a:lnTo>
                    <a:pt x="497" y="41"/>
                  </a:lnTo>
                  <a:lnTo>
                    <a:pt x="532" y="62"/>
                  </a:lnTo>
                  <a:lnTo>
                    <a:pt x="564" y="88"/>
                  </a:lnTo>
                  <a:lnTo>
                    <a:pt x="593" y="117"/>
                  </a:lnTo>
                  <a:lnTo>
                    <a:pt x="617" y="150"/>
                  </a:lnTo>
                  <a:lnTo>
                    <a:pt x="638" y="185"/>
                  </a:lnTo>
                  <a:lnTo>
                    <a:pt x="654" y="224"/>
                  </a:lnTo>
                  <a:lnTo>
                    <a:pt x="666" y="265"/>
                  </a:lnTo>
                  <a:lnTo>
                    <a:pt x="672" y="301"/>
                  </a:lnTo>
                  <a:lnTo>
                    <a:pt x="674" y="338"/>
                  </a:lnTo>
                  <a:lnTo>
                    <a:pt x="671" y="383"/>
                  </a:lnTo>
                  <a:lnTo>
                    <a:pt x="662" y="427"/>
                  </a:lnTo>
                  <a:lnTo>
                    <a:pt x="647" y="468"/>
                  </a:lnTo>
                  <a:lnTo>
                    <a:pt x="628" y="507"/>
                  </a:lnTo>
                  <a:lnTo>
                    <a:pt x="604" y="543"/>
                  </a:lnTo>
                  <a:lnTo>
                    <a:pt x="575" y="575"/>
                  </a:lnTo>
                  <a:lnTo>
                    <a:pt x="543" y="604"/>
                  </a:lnTo>
                  <a:lnTo>
                    <a:pt x="506" y="628"/>
                  </a:lnTo>
                  <a:lnTo>
                    <a:pt x="467" y="647"/>
                  </a:lnTo>
                  <a:lnTo>
                    <a:pt x="426" y="661"/>
                  </a:lnTo>
                  <a:lnTo>
                    <a:pt x="382" y="671"/>
                  </a:lnTo>
                  <a:lnTo>
                    <a:pt x="337" y="674"/>
                  </a:lnTo>
                  <a:lnTo>
                    <a:pt x="291" y="671"/>
                  </a:lnTo>
                  <a:lnTo>
                    <a:pt x="246" y="661"/>
                  </a:lnTo>
                  <a:lnTo>
                    <a:pt x="205" y="647"/>
                  </a:lnTo>
                  <a:lnTo>
                    <a:pt x="166" y="628"/>
                  </a:lnTo>
                  <a:lnTo>
                    <a:pt x="130" y="603"/>
                  </a:lnTo>
                  <a:lnTo>
                    <a:pt x="98" y="575"/>
                  </a:lnTo>
                  <a:lnTo>
                    <a:pt x="70" y="543"/>
                  </a:lnTo>
                  <a:lnTo>
                    <a:pt x="45" y="507"/>
                  </a:lnTo>
                  <a:lnTo>
                    <a:pt x="26" y="468"/>
                  </a:lnTo>
                  <a:lnTo>
                    <a:pt x="12" y="427"/>
                  </a:lnTo>
                  <a:lnTo>
                    <a:pt x="3" y="383"/>
                  </a:lnTo>
                  <a:lnTo>
                    <a:pt x="0" y="337"/>
                  </a:lnTo>
                  <a:lnTo>
                    <a:pt x="3" y="291"/>
                  </a:lnTo>
                  <a:lnTo>
                    <a:pt x="12" y="247"/>
                  </a:lnTo>
                  <a:lnTo>
                    <a:pt x="26" y="206"/>
                  </a:lnTo>
                  <a:lnTo>
                    <a:pt x="46" y="167"/>
                  </a:lnTo>
                  <a:lnTo>
                    <a:pt x="70" y="131"/>
                  </a:lnTo>
                  <a:lnTo>
                    <a:pt x="98" y="99"/>
                  </a:lnTo>
                  <a:lnTo>
                    <a:pt x="130" y="70"/>
                  </a:lnTo>
                  <a:lnTo>
                    <a:pt x="166" y="46"/>
                  </a:lnTo>
                  <a:lnTo>
                    <a:pt x="205" y="27"/>
                  </a:lnTo>
                  <a:lnTo>
                    <a:pt x="246" y="12"/>
                  </a:lnTo>
                  <a:lnTo>
                    <a:pt x="291" y="3"/>
                  </a:lnTo>
                  <a:lnTo>
                    <a:pt x="3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3293671" y="3812454"/>
            <a:ext cx="133412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4922396" y="2327178"/>
            <a:ext cx="1013085" cy="101308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846195" y="35688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110" name="TextBox 109"/>
          <p:cNvSpPr txBox="1"/>
          <p:nvPr/>
        </p:nvSpPr>
        <p:spPr>
          <a:xfrm>
            <a:off x="4761875" y="3812454"/>
            <a:ext cx="133412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5144463" y="2589213"/>
            <a:ext cx="569912" cy="455612"/>
            <a:chOff x="5411788" y="2208213"/>
            <a:chExt cx="569912" cy="455612"/>
          </a:xfrm>
          <a:solidFill>
            <a:schemeClr val="bg1"/>
          </a:solidFill>
        </p:grpSpPr>
        <p:sp>
          <p:nvSpPr>
            <p:cNvPr id="119" name="Freeform 32"/>
            <p:cNvSpPr>
              <a:spLocks noEditPoints="1"/>
            </p:cNvSpPr>
            <p:nvPr/>
          </p:nvSpPr>
          <p:spPr bwMode="auto">
            <a:xfrm>
              <a:off x="5594350" y="2320925"/>
              <a:ext cx="204787" cy="95250"/>
            </a:xfrm>
            <a:custGeom>
              <a:avLst/>
              <a:gdLst>
                <a:gd name="T0" fmla="*/ 627 w 1288"/>
                <a:gd name="T1" fmla="*/ 136 h 600"/>
                <a:gd name="T2" fmla="*/ 583 w 1288"/>
                <a:gd name="T3" fmla="*/ 138 h 600"/>
                <a:gd name="T4" fmla="*/ 532 w 1288"/>
                <a:gd name="T5" fmla="*/ 143 h 600"/>
                <a:gd name="T6" fmla="*/ 474 w 1288"/>
                <a:gd name="T7" fmla="*/ 153 h 600"/>
                <a:gd name="T8" fmla="*/ 413 w 1288"/>
                <a:gd name="T9" fmla="*/ 169 h 600"/>
                <a:gd name="T10" fmla="*/ 352 w 1288"/>
                <a:gd name="T11" fmla="*/ 193 h 600"/>
                <a:gd name="T12" fmla="*/ 294 w 1288"/>
                <a:gd name="T13" fmla="*/ 225 h 600"/>
                <a:gd name="T14" fmla="*/ 240 w 1288"/>
                <a:gd name="T15" fmla="*/ 266 h 600"/>
                <a:gd name="T16" fmla="*/ 196 w 1288"/>
                <a:gd name="T17" fmla="*/ 319 h 600"/>
                <a:gd name="T18" fmla="*/ 161 w 1288"/>
                <a:gd name="T19" fmla="*/ 386 h 600"/>
                <a:gd name="T20" fmla="*/ 140 w 1288"/>
                <a:gd name="T21" fmla="*/ 465 h 600"/>
                <a:gd name="T22" fmla="*/ 1139 w 1288"/>
                <a:gd name="T23" fmla="*/ 423 h 600"/>
                <a:gd name="T24" fmla="*/ 1111 w 1288"/>
                <a:gd name="T25" fmla="*/ 351 h 600"/>
                <a:gd name="T26" fmla="*/ 1072 w 1288"/>
                <a:gd name="T27" fmla="*/ 291 h 600"/>
                <a:gd name="T28" fmla="*/ 1021 w 1288"/>
                <a:gd name="T29" fmla="*/ 244 h 600"/>
                <a:gd name="T30" fmla="*/ 965 w 1288"/>
                <a:gd name="T31" fmla="*/ 207 h 600"/>
                <a:gd name="T32" fmla="*/ 905 w 1288"/>
                <a:gd name="T33" fmla="*/ 180 h 600"/>
                <a:gd name="T34" fmla="*/ 844 w 1288"/>
                <a:gd name="T35" fmla="*/ 161 h 600"/>
                <a:gd name="T36" fmla="*/ 784 w 1288"/>
                <a:gd name="T37" fmla="*/ 147 h 600"/>
                <a:gd name="T38" fmla="*/ 730 w 1288"/>
                <a:gd name="T39" fmla="*/ 140 h 600"/>
                <a:gd name="T40" fmla="*/ 682 w 1288"/>
                <a:gd name="T41" fmla="*/ 137 h 600"/>
                <a:gd name="T42" fmla="*/ 644 w 1288"/>
                <a:gd name="T43" fmla="*/ 136 h 600"/>
                <a:gd name="T44" fmla="*/ 717 w 1288"/>
                <a:gd name="T45" fmla="*/ 3 h 600"/>
                <a:gd name="T46" fmla="*/ 851 w 1288"/>
                <a:gd name="T47" fmla="*/ 21 h 600"/>
                <a:gd name="T48" fmla="*/ 969 w 1288"/>
                <a:gd name="T49" fmla="*/ 57 h 600"/>
                <a:gd name="T50" fmla="*/ 1070 w 1288"/>
                <a:gd name="T51" fmla="*/ 110 h 600"/>
                <a:gd name="T52" fmla="*/ 1154 w 1288"/>
                <a:gd name="T53" fmla="*/ 179 h 600"/>
                <a:gd name="T54" fmla="*/ 1218 w 1288"/>
                <a:gd name="T55" fmla="*/ 264 h 600"/>
                <a:gd name="T56" fmla="*/ 1262 w 1288"/>
                <a:gd name="T57" fmla="*/ 362 h 600"/>
                <a:gd name="T58" fmla="*/ 1285 w 1288"/>
                <a:gd name="T59" fmla="*/ 473 h 600"/>
                <a:gd name="T60" fmla="*/ 1285 w 1288"/>
                <a:gd name="T61" fmla="*/ 550 h 600"/>
                <a:gd name="T62" fmla="*/ 1267 w 1288"/>
                <a:gd name="T63" fmla="*/ 580 h 600"/>
                <a:gd name="T64" fmla="*/ 1238 w 1288"/>
                <a:gd name="T65" fmla="*/ 598 h 600"/>
                <a:gd name="T66" fmla="*/ 69 w 1288"/>
                <a:gd name="T67" fmla="*/ 600 h 600"/>
                <a:gd name="T68" fmla="*/ 34 w 1288"/>
                <a:gd name="T69" fmla="*/ 591 h 600"/>
                <a:gd name="T70" fmla="*/ 10 w 1288"/>
                <a:gd name="T71" fmla="*/ 566 h 600"/>
                <a:gd name="T72" fmla="*/ 0 w 1288"/>
                <a:gd name="T73" fmla="*/ 533 h 600"/>
                <a:gd name="T74" fmla="*/ 11 w 1288"/>
                <a:gd name="T75" fmla="*/ 422 h 600"/>
                <a:gd name="T76" fmla="*/ 40 w 1288"/>
                <a:gd name="T77" fmla="*/ 322 h 600"/>
                <a:gd name="T78" fmla="*/ 88 w 1288"/>
                <a:gd name="T79" fmla="*/ 235 h 600"/>
                <a:gd name="T80" fmla="*/ 154 w 1288"/>
                <a:gd name="T81" fmla="*/ 159 h 600"/>
                <a:gd name="T82" fmla="*/ 237 w 1288"/>
                <a:gd name="T83" fmla="*/ 99 h 600"/>
                <a:gd name="T84" fmla="*/ 335 w 1288"/>
                <a:gd name="T85" fmla="*/ 51 h 600"/>
                <a:gd name="T86" fmla="*/ 448 w 1288"/>
                <a:gd name="T87" fmla="*/ 19 h 600"/>
                <a:gd name="T88" fmla="*/ 575 w 1288"/>
                <a:gd name="T89" fmla="*/ 2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8" h="600">
                  <a:moveTo>
                    <a:pt x="644" y="136"/>
                  </a:moveTo>
                  <a:lnTo>
                    <a:pt x="627" y="136"/>
                  </a:lnTo>
                  <a:lnTo>
                    <a:pt x="606" y="137"/>
                  </a:lnTo>
                  <a:lnTo>
                    <a:pt x="583" y="138"/>
                  </a:lnTo>
                  <a:lnTo>
                    <a:pt x="558" y="140"/>
                  </a:lnTo>
                  <a:lnTo>
                    <a:pt x="532" y="143"/>
                  </a:lnTo>
                  <a:lnTo>
                    <a:pt x="504" y="147"/>
                  </a:lnTo>
                  <a:lnTo>
                    <a:pt x="474" y="153"/>
                  </a:lnTo>
                  <a:lnTo>
                    <a:pt x="444" y="161"/>
                  </a:lnTo>
                  <a:lnTo>
                    <a:pt x="413" y="169"/>
                  </a:lnTo>
                  <a:lnTo>
                    <a:pt x="383" y="180"/>
                  </a:lnTo>
                  <a:lnTo>
                    <a:pt x="352" y="193"/>
                  </a:lnTo>
                  <a:lnTo>
                    <a:pt x="323" y="207"/>
                  </a:lnTo>
                  <a:lnTo>
                    <a:pt x="294" y="225"/>
                  </a:lnTo>
                  <a:lnTo>
                    <a:pt x="267" y="244"/>
                  </a:lnTo>
                  <a:lnTo>
                    <a:pt x="240" y="266"/>
                  </a:lnTo>
                  <a:lnTo>
                    <a:pt x="216" y="291"/>
                  </a:lnTo>
                  <a:lnTo>
                    <a:pt x="196" y="319"/>
                  </a:lnTo>
                  <a:lnTo>
                    <a:pt x="177" y="351"/>
                  </a:lnTo>
                  <a:lnTo>
                    <a:pt x="161" y="386"/>
                  </a:lnTo>
                  <a:lnTo>
                    <a:pt x="149" y="423"/>
                  </a:lnTo>
                  <a:lnTo>
                    <a:pt x="140" y="465"/>
                  </a:lnTo>
                  <a:lnTo>
                    <a:pt x="1148" y="465"/>
                  </a:lnTo>
                  <a:lnTo>
                    <a:pt x="1139" y="423"/>
                  </a:lnTo>
                  <a:lnTo>
                    <a:pt x="1127" y="386"/>
                  </a:lnTo>
                  <a:lnTo>
                    <a:pt x="1111" y="351"/>
                  </a:lnTo>
                  <a:lnTo>
                    <a:pt x="1092" y="319"/>
                  </a:lnTo>
                  <a:lnTo>
                    <a:pt x="1072" y="291"/>
                  </a:lnTo>
                  <a:lnTo>
                    <a:pt x="1048" y="266"/>
                  </a:lnTo>
                  <a:lnTo>
                    <a:pt x="1021" y="244"/>
                  </a:lnTo>
                  <a:lnTo>
                    <a:pt x="994" y="225"/>
                  </a:lnTo>
                  <a:lnTo>
                    <a:pt x="965" y="207"/>
                  </a:lnTo>
                  <a:lnTo>
                    <a:pt x="936" y="193"/>
                  </a:lnTo>
                  <a:lnTo>
                    <a:pt x="905" y="180"/>
                  </a:lnTo>
                  <a:lnTo>
                    <a:pt x="875" y="169"/>
                  </a:lnTo>
                  <a:lnTo>
                    <a:pt x="844" y="161"/>
                  </a:lnTo>
                  <a:lnTo>
                    <a:pt x="814" y="153"/>
                  </a:lnTo>
                  <a:lnTo>
                    <a:pt x="784" y="147"/>
                  </a:lnTo>
                  <a:lnTo>
                    <a:pt x="756" y="143"/>
                  </a:lnTo>
                  <a:lnTo>
                    <a:pt x="730" y="140"/>
                  </a:lnTo>
                  <a:lnTo>
                    <a:pt x="705" y="138"/>
                  </a:lnTo>
                  <a:lnTo>
                    <a:pt x="682" y="137"/>
                  </a:lnTo>
                  <a:lnTo>
                    <a:pt x="661" y="136"/>
                  </a:lnTo>
                  <a:lnTo>
                    <a:pt x="644" y="136"/>
                  </a:lnTo>
                  <a:close/>
                  <a:moveTo>
                    <a:pt x="644" y="0"/>
                  </a:moveTo>
                  <a:lnTo>
                    <a:pt x="717" y="3"/>
                  </a:lnTo>
                  <a:lnTo>
                    <a:pt x="785" y="9"/>
                  </a:lnTo>
                  <a:lnTo>
                    <a:pt x="851" y="21"/>
                  </a:lnTo>
                  <a:lnTo>
                    <a:pt x="912" y="37"/>
                  </a:lnTo>
                  <a:lnTo>
                    <a:pt x="969" y="57"/>
                  </a:lnTo>
                  <a:lnTo>
                    <a:pt x="1021" y="82"/>
                  </a:lnTo>
                  <a:lnTo>
                    <a:pt x="1070" y="110"/>
                  </a:lnTo>
                  <a:lnTo>
                    <a:pt x="1115" y="143"/>
                  </a:lnTo>
                  <a:lnTo>
                    <a:pt x="1154" y="179"/>
                  </a:lnTo>
                  <a:lnTo>
                    <a:pt x="1189" y="219"/>
                  </a:lnTo>
                  <a:lnTo>
                    <a:pt x="1218" y="264"/>
                  </a:lnTo>
                  <a:lnTo>
                    <a:pt x="1242" y="311"/>
                  </a:lnTo>
                  <a:lnTo>
                    <a:pt x="1262" y="362"/>
                  </a:lnTo>
                  <a:lnTo>
                    <a:pt x="1276" y="415"/>
                  </a:lnTo>
                  <a:lnTo>
                    <a:pt x="1285" y="473"/>
                  </a:lnTo>
                  <a:lnTo>
                    <a:pt x="1288" y="533"/>
                  </a:lnTo>
                  <a:lnTo>
                    <a:pt x="1285" y="550"/>
                  </a:lnTo>
                  <a:lnTo>
                    <a:pt x="1278" y="566"/>
                  </a:lnTo>
                  <a:lnTo>
                    <a:pt x="1267" y="580"/>
                  </a:lnTo>
                  <a:lnTo>
                    <a:pt x="1254" y="591"/>
                  </a:lnTo>
                  <a:lnTo>
                    <a:pt x="1238" y="598"/>
                  </a:lnTo>
                  <a:lnTo>
                    <a:pt x="1219" y="600"/>
                  </a:lnTo>
                  <a:lnTo>
                    <a:pt x="69" y="600"/>
                  </a:lnTo>
                  <a:lnTo>
                    <a:pt x="50" y="598"/>
                  </a:lnTo>
                  <a:lnTo>
                    <a:pt x="34" y="591"/>
                  </a:lnTo>
                  <a:lnTo>
                    <a:pt x="21" y="580"/>
                  </a:lnTo>
                  <a:lnTo>
                    <a:pt x="10" y="566"/>
                  </a:lnTo>
                  <a:lnTo>
                    <a:pt x="3" y="550"/>
                  </a:lnTo>
                  <a:lnTo>
                    <a:pt x="0" y="533"/>
                  </a:lnTo>
                  <a:lnTo>
                    <a:pt x="3" y="476"/>
                  </a:lnTo>
                  <a:lnTo>
                    <a:pt x="11" y="422"/>
                  </a:lnTo>
                  <a:lnTo>
                    <a:pt x="23" y="371"/>
                  </a:lnTo>
                  <a:lnTo>
                    <a:pt x="40" y="322"/>
                  </a:lnTo>
                  <a:lnTo>
                    <a:pt x="62" y="277"/>
                  </a:lnTo>
                  <a:lnTo>
                    <a:pt x="88" y="235"/>
                  </a:lnTo>
                  <a:lnTo>
                    <a:pt x="120" y="195"/>
                  </a:lnTo>
                  <a:lnTo>
                    <a:pt x="154" y="159"/>
                  </a:lnTo>
                  <a:lnTo>
                    <a:pt x="194" y="127"/>
                  </a:lnTo>
                  <a:lnTo>
                    <a:pt x="237" y="99"/>
                  </a:lnTo>
                  <a:lnTo>
                    <a:pt x="284" y="72"/>
                  </a:lnTo>
                  <a:lnTo>
                    <a:pt x="335" y="51"/>
                  </a:lnTo>
                  <a:lnTo>
                    <a:pt x="391" y="33"/>
                  </a:lnTo>
                  <a:lnTo>
                    <a:pt x="448" y="19"/>
                  </a:lnTo>
                  <a:lnTo>
                    <a:pt x="510" y="8"/>
                  </a:lnTo>
                  <a:lnTo>
                    <a:pt x="575" y="2"/>
                  </a:lnTo>
                  <a:lnTo>
                    <a:pt x="6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33"/>
            <p:cNvSpPr>
              <a:spLocks noEditPoints="1"/>
            </p:cNvSpPr>
            <p:nvPr/>
          </p:nvSpPr>
          <p:spPr bwMode="auto">
            <a:xfrm>
              <a:off x="5645150" y="2208213"/>
              <a:ext cx="103187" cy="101600"/>
            </a:xfrm>
            <a:custGeom>
              <a:avLst/>
              <a:gdLst>
                <a:gd name="T0" fmla="*/ 288 w 644"/>
                <a:gd name="T1" fmla="*/ 138 h 643"/>
                <a:gd name="T2" fmla="*/ 228 w 644"/>
                <a:gd name="T3" fmla="*/ 161 h 643"/>
                <a:gd name="T4" fmla="*/ 179 w 644"/>
                <a:gd name="T5" fmla="*/ 201 h 643"/>
                <a:gd name="T6" fmla="*/ 147 w 644"/>
                <a:gd name="T7" fmla="*/ 257 h 643"/>
                <a:gd name="T8" fmla="*/ 136 w 644"/>
                <a:gd name="T9" fmla="*/ 321 h 643"/>
                <a:gd name="T10" fmla="*/ 147 w 644"/>
                <a:gd name="T11" fmla="*/ 386 h 643"/>
                <a:gd name="T12" fmla="*/ 179 w 644"/>
                <a:gd name="T13" fmla="*/ 442 h 643"/>
                <a:gd name="T14" fmla="*/ 228 w 644"/>
                <a:gd name="T15" fmla="*/ 482 h 643"/>
                <a:gd name="T16" fmla="*/ 288 w 644"/>
                <a:gd name="T17" fmla="*/ 505 h 643"/>
                <a:gd name="T18" fmla="*/ 356 w 644"/>
                <a:gd name="T19" fmla="*/ 505 h 643"/>
                <a:gd name="T20" fmla="*/ 416 w 644"/>
                <a:gd name="T21" fmla="*/ 482 h 643"/>
                <a:gd name="T22" fmla="*/ 465 w 644"/>
                <a:gd name="T23" fmla="*/ 442 h 643"/>
                <a:gd name="T24" fmla="*/ 497 w 644"/>
                <a:gd name="T25" fmla="*/ 386 h 643"/>
                <a:gd name="T26" fmla="*/ 508 w 644"/>
                <a:gd name="T27" fmla="*/ 321 h 643"/>
                <a:gd name="T28" fmla="*/ 497 w 644"/>
                <a:gd name="T29" fmla="*/ 257 h 643"/>
                <a:gd name="T30" fmla="*/ 465 w 644"/>
                <a:gd name="T31" fmla="*/ 201 h 643"/>
                <a:gd name="T32" fmla="*/ 416 w 644"/>
                <a:gd name="T33" fmla="*/ 161 h 643"/>
                <a:gd name="T34" fmla="*/ 356 w 644"/>
                <a:gd name="T35" fmla="*/ 138 h 643"/>
                <a:gd name="T36" fmla="*/ 322 w 644"/>
                <a:gd name="T37" fmla="*/ 0 h 643"/>
                <a:gd name="T38" fmla="*/ 408 w 644"/>
                <a:gd name="T39" fmla="*/ 11 h 643"/>
                <a:gd name="T40" fmla="*/ 484 w 644"/>
                <a:gd name="T41" fmla="*/ 44 h 643"/>
                <a:gd name="T42" fmla="*/ 549 w 644"/>
                <a:gd name="T43" fmla="*/ 94 h 643"/>
                <a:gd name="T44" fmla="*/ 599 w 644"/>
                <a:gd name="T45" fmla="*/ 159 h 643"/>
                <a:gd name="T46" fmla="*/ 632 w 644"/>
                <a:gd name="T47" fmla="*/ 236 h 643"/>
                <a:gd name="T48" fmla="*/ 644 w 644"/>
                <a:gd name="T49" fmla="*/ 321 h 643"/>
                <a:gd name="T50" fmla="*/ 632 w 644"/>
                <a:gd name="T51" fmla="*/ 407 h 643"/>
                <a:gd name="T52" fmla="*/ 599 w 644"/>
                <a:gd name="T53" fmla="*/ 484 h 643"/>
                <a:gd name="T54" fmla="*/ 549 w 644"/>
                <a:gd name="T55" fmla="*/ 550 h 643"/>
                <a:gd name="T56" fmla="*/ 484 w 644"/>
                <a:gd name="T57" fmla="*/ 600 h 643"/>
                <a:gd name="T58" fmla="*/ 408 w 644"/>
                <a:gd name="T59" fmla="*/ 632 h 643"/>
                <a:gd name="T60" fmla="*/ 322 w 644"/>
                <a:gd name="T61" fmla="*/ 643 h 643"/>
                <a:gd name="T62" fmla="*/ 236 w 644"/>
                <a:gd name="T63" fmla="*/ 632 h 643"/>
                <a:gd name="T64" fmla="*/ 160 w 644"/>
                <a:gd name="T65" fmla="*/ 600 h 643"/>
                <a:gd name="T66" fmla="*/ 95 w 644"/>
                <a:gd name="T67" fmla="*/ 548 h 643"/>
                <a:gd name="T68" fmla="*/ 45 w 644"/>
                <a:gd name="T69" fmla="*/ 484 h 643"/>
                <a:gd name="T70" fmla="*/ 12 w 644"/>
                <a:gd name="T71" fmla="*/ 407 h 643"/>
                <a:gd name="T72" fmla="*/ 0 w 644"/>
                <a:gd name="T73" fmla="*/ 321 h 643"/>
                <a:gd name="T74" fmla="*/ 12 w 644"/>
                <a:gd name="T75" fmla="*/ 236 h 643"/>
                <a:gd name="T76" fmla="*/ 45 w 644"/>
                <a:gd name="T77" fmla="*/ 159 h 643"/>
                <a:gd name="T78" fmla="*/ 95 w 644"/>
                <a:gd name="T79" fmla="*/ 94 h 643"/>
                <a:gd name="T80" fmla="*/ 160 w 644"/>
                <a:gd name="T81" fmla="*/ 44 h 643"/>
                <a:gd name="T82" fmla="*/ 236 w 644"/>
                <a:gd name="T83" fmla="*/ 11 h 643"/>
                <a:gd name="T84" fmla="*/ 322 w 644"/>
                <a:gd name="T85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4" h="643">
                  <a:moveTo>
                    <a:pt x="322" y="135"/>
                  </a:moveTo>
                  <a:lnTo>
                    <a:pt x="288" y="138"/>
                  </a:lnTo>
                  <a:lnTo>
                    <a:pt x="257" y="147"/>
                  </a:lnTo>
                  <a:lnTo>
                    <a:pt x="228" y="161"/>
                  </a:lnTo>
                  <a:lnTo>
                    <a:pt x="202" y="180"/>
                  </a:lnTo>
                  <a:lnTo>
                    <a:pt x="179" y="201"/>
                  </a:lnTo>
                  <a:lnTo>
                    <a:pt x="161" y="227"/>
                  </a:lnTo>
                  <a:lnTo>
                    <a:pt x="147" y="257"/>
                  </a:lnTo>
                  <a:lnTo>
                    <a:pt x="139" y="288"/>
                  </a:lnTo>
                  <a:lnTo>
                    <a:pt x="136" y="321"/>
                  </a:lnTo>
                  <a:lnTo>
                    <a:pt x="139" y="355"/>
                  </a:lnTo>
                  <a:lnTo>
                    <a:pt x="147" y="386"/>
                  </a:lnTo>
                  <a:lnTo>
                    <a:pt x="161" y="416"/>
                  </a:lnTo>
                  <a:lnTo>
                    <a:pt x="179" y="442"/>
                  </a:lnTo>
                  <a:lnTo>
                    <a:pt x="202" y="464"/>
                  </a:lnTo>
                  <a:lnTo>
                    <a:pt x="228" y="482"/>
                  </a:lnTo>
                  <a:lnTo>
                    <a:pt x="257" y="496"/>
                  </a:lnTo>
                  <a:lnTo>
                    <a:pt x="288" y="505"/>
                  </a:lnTo>
                  <a:lnTo>
                    <a:pt x="322" y="508"/>
                  </a:lnTo>
                  <a:lnTo>
                    <a:pt x="356" y="505"/>
                  </a:lnTo>
                  <a:lnTo>
                    <a:pt x="387" y="496"/>
                  </a:lnTo>
                  <a:lnTo>
                    <a:pt x="416" y="482"/>
                  </a:lnTo>
                  <a:lnTo>
                    <a:pt x="442" y="464"/>
                  </a:lnTo>
                  <a:lnTo>
                    <a:pt x="465" y="442"/>
                  </a:lnTo>
                  <a:lnTo>
                    <a:pt x="483" y="416"/>
                  </a:lnTo>
                  <a:lnTo>
                    <a:pt x="497" y="386"/>
                  </a:lnTo>
                  <a:lnTo>
                    <a:pt x="505" y="355"/>
                  </a:lnTo>
                  <a:lnTo>
                    <a:pt x="508" y="321"/>
                  </a:lnTo>
                  <a:lnTo>
                    <a:pt x="505" y="288"/>
                  </a:lnTo>
                  <a:lnTo>
                    <a:pt x="497" y="257"/>
                  </a:lnTo>
                  <a:lnTo>
                    <a:pt x="483" y="227"/>
                  </a:lnTo>
                  <a:lnTo>
                    <a:pt x="465" y="201"/>
                  </a:lnTo>
                  <a:lnTo>
                    <a:pt x="442" y="180"/>
                  </a:lnTo>
                  <a:lnTo>
                    <a:pt x="416" y="161"/>
                  </a:lnTo>
                  <a:lnTo>
                    <a:pt x="387" y="147"/>
                  </a:lnTo>
                  <a:lnTo>
                    <a:pt x="356" y="138"/>
                  </a:lnTo>
                  <a:lnTo>
                    <a:pt x="322" y="135"/>
                  </a:lnTo>
                  <a:close/>
                  <a:moveTo>
                    <a:pt x="322" y="0"/>
                  </a:moveTo>
                  <a:lnTo>
                    <a:pt x="366" y="2"/>
                  </a:lnTo>
                  <a:lnTo>
                    <a:pt x="408" y="11"/>
                  </a:lnTo>
                  <a:lnTo>
                    <a:pt x="447" y="25"/>
                  </a:lnTo>
                  <a:lnTo>
                    <a:pt x="484" y="44"/>
                  </a:lnTo>
                  <a:lnTo>
                    <a:pt x="519" y="66"/>
                  </a:lnTo>
                  <a:lnTo>
                    <a:pt x="549" y="94"/>
                  </a:lnTo>
                  <a:lnTo>
                    <a:pt x="577" y="125"/>
                  </a:lnTo>
                  <a:lnTo>
                    <a:pt x="599" y="159"/>
                  </a:lnTo>
                  <a:lnTo>
                    <a:pt x="619" y="196"/>
                  </a:lnTo>
                  <a:lnTo>
                    <a:pt x="632" y="236"/>
                  </a:lnTo>
                  <a:lnTo>
                    <a:pt x="641" y="278"/>
                  </a:lnTo>
                  <a:lnTo>
                    <a:pt x="644" y="321"/>
                  </a:lnTo>
                  <a:lnTo>
                    <a:pt x="641" y="366"/>
                  </a:lnTo>
                  <a:lnTo>
                    <a:pt x="632" y="407"/>
                  </a:lnTo>
                  <a:lnTo>
                    <a:pt x="619" y="447"/>
                  </a:lnTo>
                  <a:lnTo>
                    <a:pt x="599" y="484"/>
                  </a:lnTo>
                  <a:lnTo>
                    <a:pt x="577" y="518"/>
                  </a:lnTo>
                  <a:lnTo>
                    <a:pt x="549" y="550"/>
                  </a:lnTo>
                  <a:lnTo>
                    <a:pt x="519" y="577"/>
                  </a:lnTo>
                  <a:lnTo>
                    <a:pt x="484" y="600"/>
                  </a:lnTo>
                  <a:lnTo>
                    <a:pt x="447" y="618"/>
                  </a:lnTo>
                  <a:lnTo>
                    <a:pt x="408" y="632"/>
                  </a:lnTo>
                  <a:lnTo>
                    <a:pt x="366" y="641"/>
                  </a:lnTo>
                  <a:lnTo>
                    <a:pt x="322" y="643"/>
                  </a:lnTo>
                  <a:lnTo>
                    <a:pt x="278" y="640"/>
                  </a:lnTo>
                  <a:lnTo>
                    <a:pt x="236" y="632"/>
                  </a:lnTo>
                  <a:lnTo>
                    <a:pt x="197" y="618"/>
                  </a:lnTo>
                  <a:lnTo>
                    <a:pt x="160" y="600"/>
                  </a:lnTo>
                  <a:lnTo>
                    <a:pt x="125" y="576"/>
                  </a:lnTo>
                  <a:lnTo>
                    <a:pt x="95" y="548"/>
                  </a:lnTo>
                  <a:lnTo>
                    <a:pt x="67" y="518"/>
                  </a:lnTo>
                  <a:lnTo>
                    <a:pt x="45" y="484"/>
                  </a:lnTo>
                  <a:lnTo>
                    <a:pt x="26" y="446"/>
                  </a:lnTo>
                  <a:lnTo>
                    <a:pt x="12" y="407"/>
                  </a:lnTo>
                  <a:lnTo>
                    <a:pt x="3" y="366"/>
                  </a:lnTo>
                  <a:lnTo>
                    <a:pt x="0" y="321"/>
                  </a:lnTo>
                  <a:lnTo>
                    <a:pt x="3" y="278"/>
                  </a:lnTo>
                  <a:lnTo>
                    <a:pt x="12" y="236"/>
                  </a:lnTo>
                  <a:lnTo>
                    <a:pt x="25" y="196"/>
                  </a:lnTo>
                  <a:lnTo>
                    <a:pt x="45" y="159"/>
                  </a:lnTo>
                  <a:lnTo>
                    <a:pt x="67" y="125"/>
                  </a:lnTo>
                  <a:lnTo>
                    <a:pt x="95" y="94"/>
                  </a:lnTo>
                  <a:lnTo>
                    <a:pt x="125" y="66"/>
                  </a:lnTo>
                  <a:lnTo>
                    <a:pt x="160" y="44"/>
                  </a:lnTo>
                  <a:lnTo>
                    <a:pt x="197" y="25"/>
                  </a:lnTo>
                  <a:lnTo>
                    <a:pt x="236" y="11"/>
                  </a:lnTo>
                  <a:lnTo>
                    <a:pt x="278" y="2"/>
                  </a:lnTo>
                  <a:lnTo>
                    <a:pt x="3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34"/>
            <p:cNvSpPr>
              <a:spLocks noEditPoints="1"/>
            </p:cNvSpPr>
            <p:nvPr/>
          </p:nvSpPr>
          <p:spPr bwMode="auto">
            <a:xfrm>
              <a:off x="5411788" y="2568575"/>
              <a:ext cx="204787" cy="95250"/>
            </a:xfrm>
            <a:custGeom>
              <a:avLst/>
              <a:gdLst>
                <a:gd name="T0" fmla="*/ 626 w 1287"/>
                <a:gd name="T1" fmla="*/ 134 h 599"/>
                <a:gd name="T2" fmla="*/ 583 w 1287"/>
                <a:gd name="T3" fmla="*/ 137 h 599"/>
                <a:gd name="T4" fmla="*/ 531 w 1287"/>
                <a:gd name="T5" fmla="*/ 142 h 599"/>
                <a:gd name="T6" fmla="*/ 473 w 1287"/>
                <a:gd name="T7" fmla="*/ 152 h 599"/>
                <a:gd name="T8" fmla="*/ 412 w 1287"/>
                <a:gd name="T9" fmla="*/ 168 h 599"/>
                <a:gd name="T10" fmla="*/ 351 w 1287"/>
                <a:gd name="T11" fmla="*/ 192 h 599"/>
                <a:gd name="T12" fmla="*/ 293 w 1287"/>
                <a:gd name="T13" fmla="*/ 224 h 599"/>
                <a:gd name="T14" fmla="*/ 240 w 1287"/>
                <a:gd name="T15" fmla="*/ 265 h 599"/>
                <a:gd name="T16" fmla="*/ 195 w 1287"/>
                <a:gd name="T17" fmla="*/ 318 h 599"/>
                <a:gd name="T18" fmla="*/ 161 w 1287"/>
                <a:gd name="T19" fmla="*/ 385 h 599"/>
                <a:gd name="T20" fmla="*/ 140 w 1287"/>
                <a:gd name="T21" fmla="*/ 464 h 599"/>
                <a:gd name="T22" fmla="*/ 1138 w 1287"/>
                <a:gd name="T23" fmla="*/ 422 h 599"/>
                <a:gd name="T24" fmla="*/ 1111 w 1287"/>
                <a:gd name="T25" fmla="*/ 350 h 599"/>
                <a:gd name="T26" fmla="*/ 1070 w 1287"/>
                <a:gd name="T27" fmla="*/ 290 h 599"/>
                <a:gd name="T28" fmla="*/ 1022 w 1287"/>
                <a:gd name="T29" fmla="*/ 243 h 599"/>
                <a:gd name="T30" fmla="*/ 965 w 1287"/>
                <a:gd name="T31" fmla="*/ 206 h 599"/>
                <a:gd name="T32" fmla="*/ 905 w 1287"/>
                <a:gd name="T33" fmla="*/ 179 h 599"/>
                <a:gd name="T34" fmla="*/ 844 w 1287"/>
                <a:gd name="T35" fmla="*/ 159 h 599"/>
                <a:gd name="T36" fmla="*/ 784 w 1287"/>
                <a:gd name="T37" fmla="*/ 146 h 599"/>
                <a:gd name="T38" fmla="*/ 729 w 1287"/>
                <a:gd name="T39" fmla="*/ 139 h 599"/>
                <a:gd name="T40" fmla="*/ 681 w 1287"/>
                <a:gd name="T41" fmla="*/ 136 h 599"/>
                <a:gd name="T42" fmla="*/ 644 w 1287"/>
                <a:gd name="T43" fmla="*/ 134 h 599"/>
                <a:gd name="T44" fmla="*/ 716 w 1287"/>
                <a:gd name="T45" fmla="*/ 2 h 599"/>
                <a:gd name="T46" fmla="*/ 851 w 1287"/>
                <a:gd name="T47" fmla="*/ 20 h 599"/>
                <a:gd name="T48" fmla="*/ 968 w 1287"/>
                <a:gd name="T49" fmla="*/ 56 h 599"/>
                <a:gd name="T50" fmla="*/ 1070 w 1287"/>
                <a:gd name="T51" fmla="*/ 109 h 599"/>
                <a:gd name="T52" fmla="*/ 1153 w 1287"/>
                <a:gd name="T53" fmla="*/ 178 h 599"/>
                <a:gd name="T54" fmla="*/ 1217 w 1287"/>
                <a:gd name="T55" fmla="*/ 263 h 599"/>
                <a:gd name="T56" fmla="*/ 1262 w 1287"/>
                <a:gd name="T57" fmla="*/ 361 h 599"/>
                <a:gd name="T58" fmla="*/ 1284 w 1287"/>
                <a:gd name="T59" fmla="*/ 472 h 599"/>
                <a:gd name="T60" fmla="*/ 1285 w 1287"/>
                <a:gd name="T61" fmla="*/ 550 h 599"/>
                <a:gd name="T62" fmla="*/ 1267 w 1287"/>
                <a:gd name="T63" fmla="*/ 579 h 599"/>
                <a:gd name="T64" fmla="*/ 1237 w 1287"/>
                <a:gd name="T65" fmla="*/ 597 h 599"/>
                <a:gd name="T66" fmla="*/ 67 w 1287"/>
                <a:gd name="T67" fmla="*/ 599 h 599"/>
                <a:gd name="T68" fmla="*/ 34 w 1287"/>
                <a:gd name="T69" fmla="*/ 590 h 599"/>
                <a:gd name="T70" fmla="*/ 10 w 1287"/>
                <a:gd name="T71" fmla="*/ 565 h 599"/>
                <a:gd name="T72" fmla="*/ 0 w 1287"/>
                <a:gd name="T73" fmla="*/ 532 h 599"/>
                <a:gd name="T74" fmla="*/ 10 w 1287"/>
                <a:gd name="T75" fmla="*/ 421 h 599"/>
                <a:gd name="T76" fmla="*/ 39 w 1287"/>
                <a:gd name="T77" fmla="*/ 322 h 599"/>
                <a:gd name="T78" fmla="*/ 88 w 1287"/>
                <a:gd name="T79" fmla="*/ 233 h 599"/>
                <a:gd name="T80" fmla="*/ 153 w 1287"/>
                <a:gd name="T81" fmla="*/ 158 h 599"/>
                <a:gd name="T82" fmla="*/ 236 w 1287"/>
                <a:gd name="T83" fmla="*/ 97 h 599"/>
                <a:gd name="T84" fmla="*/ 335 w 1287"/>
                <a:gd name="T85" fmla="*/ 50 h 599"/>
                <a:gd name="T86" fmla="*/ 448 w 1287"/>
                <a:gd name="T87" fmla="*/ 18 h 599"/>
                <a:gd name="T88" fmla="*/ 575 w 1287"/>
                <a:gd name="T89" fmla="*/ 1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7" h="599">
                  <a:moveTo>
                    <a:pt x="644" y="134"/>
                  </a:moveTo>
                  <a:lnTo>
                    <a:pt x="626" y="134"/>
                  </a:lnTo>
                  <a:lnTo>
                    <a:pt x="606" y="136"/>
                  </a:lnTo>
                  <a:lnTo>
                    <a:pt x="583" y="137"/>
                  </a:lnTo>
                  <a:lnTo>
                    <a:pt x="558" y="139"/>
                  </a:lnTo>
                  <a:lnTo>
                    <a:pt x="531" y="142"/>
                  </a:lnTo>
                  <a:lnTo>
                    <a:pt x="503" y="146"/>
                  </a:lnTo>
                  <a:lnTo>
                    <a:pt x="473" y="152"/>
                  </a:lnTo>
                  <a:lnTo>
                    <a:pt x="443" y="159"/>
                  </a:lnTo>
                  <a:lnTo>
                    <a:pt x="412" y="168"/>
                  </a:lnTo>
                  <a:lnTo>
                    <a:pt x="382" y="179"/>
                  </a:lnTo>
                  <a:lnTo>
                    <a:pt x="351" y="192"/>
                  </a:lnTo>
                  <a:lnTo>
                    <a:pt x="322" y="206"/>
                  </a:lnTo>
                  <a:lnTo>
                    <a:pt x="293" y="224"/>
                  </a:lnTo>
                  <a:lnTo>
                    <a:pt x="265" y="243"/>
                  </a:lnTo>
                  <a:lnTo>
                    <a:pt x="240" y="265"/>
                  </a:lnTo>
                  <a:lnTo>
                    <a:pt x="216" y="290"/>
                  </a:lnTo>
                  <a:lnTo>
                    <a:pt x="195" y="318"/>
                  </a:lnTo>
                  <a:lnTo>
                    <a:pt x="176" y="350"/>
                  </a:lnTo>
                  <a:lnTo>
                    <a:pt x="161" y="385"/>
                  </a:lnTo>
                  <a:lnTo>
                    <a:pt x="149" y="422"/>
                  </a:lnTo>
                  <a:lnTo>
                    <a:pt x="140" y="464"/>
                  </a:lnTo>
                  <a:lnTo>
                    <a:pt x="1147" y="464"/>
                  </a:lnTo>
                  <a:lnTo>
                    <a:pt x="1138" y="422"/>
                  </a:lnTo>
                  <a:lnTo>
                    <a:pt x="1126" y="385"/>
                  </a:lnTo>
                  <a:lnTo>
                    <a:pt x="1111" y="350"/>
                  </a:lnTo>
                  <a:lnTo>
                    <a:pt x="1092" y="318"/>
                  </a:lnTo>
                  <a:lnTo>
                    <a:pt x="1070" y="290"/>
                  </a:lnTo>
                  <a:lnTo>
                    <a:pt x="1047" y="265"/>
                  </a:lnTo>
                  <a:lnTo>
                    <a:pt x="1022" y="243"/>
                  </a:lnTo>
                  <a:lnTo>
                    <a:pt x="994" y="224"/>
                  </a:lnTo>
                  <a:lnTo>
                    <a:pt x="965" y="206"/>
                  </a:lnTo>
                  <a:lnTo>
                    <a:pt x="936" y="192"/>
                  </a:lnTo>
                  <a:lnTo>
                    <a:pt x="905" y="179"/>
                  </a:lnTo>
                  <a:lnTo>
                    <a:pt x="875" y="168"/>
                  </a:lnTo>
                  <a:lnTo>
                    <a:pt x="844" y="159"/>
                  </a:lnTo>
                  <a:lnTo>
                    <a:pt x="814" y="152"/>
                  </a:lnTo>
                  <a:lnTo>
                    <a:pt x="784" y="146"/>
                  </a:lnTo>
                  <a:lnTo>
                    <a:pt x="756" y="142"/>
                  </a:lnTo>
                  <a:lnTo>
                    <a:pt x="729" y="139"/>
                  </a:lnTo>
                  <a:lnTo>
                    <a:pt x="704" y="137"/>
                  </a:lnTo>
                  <a:lnTo>
                    <a:pt x="681" y="136"/>
                  </a:lnTo>
                  <a:lnTo>
                    <a:pt x="661" y="134"/>
                  </a:lnTo>
                  <a:lnTo>
                    <a:pt x="644" y="134"/>
                  </a:lnTo>
                  <a:close/>
                  <a:moveTo>
                    <a:pt x="644" y="0"/>
                  </a:moveTo>
                  <a:lnTo>
                    <a:pt x="716" y="2"/>
                  </a:lnTo>
                  <a:lnTo>
                    <a:pt x="785" y="8"/>
                  </a:lnTo>
                  <a:lnTo>
                    <a:pt x="851" y="20"/>
                  </a:lnTo>
                  <a:lnTo>
                    <a:pt x="912" y="37"/>
                  </a:lnTo>
                  <a:lnTo>
                    <a:pt x="968" y="56"/>
                  </a:lnTo>
                  <a:lnTo>
                    <a:pt x="1022" y="81"/>
                  </a:lnTo>
                  <a:lnTo>
                    <a:pt x="1070" y="109"/>
                  </a:lnTo>
                  <a:lnTo>
                    <a:pt x="1114" y="142"/>
                  </a:lnTo>
                  <a:lnTo>
                    <a:pt x="1153" y="178"/>
                  </a:lnTo>
                  <a:lnTo>
                    <a:pt x="1188" y="218"/>
                  </a:lnTo>
                  <a:lnTo>
                    <a:pt x="1217" y="263"/>
                  </a:lnTo>
                  <a:lnTo>
                    <a:pt x="1242" y="310"/>
                  </a:lnTo>
                  <a:lnTo>
                    <a:pt x="1262" y="361"/>
                  </a:lnTo>
                  <a:lnTo>
                    <a:pt x="1276" y="414"/>
                  </a:lnTo>
                  <a:lnTo>
                    <a:pt x="1284" y="472"/>
                  </a:lnTo>
                  <a:lnTo>
                    <a:pt x="1287" y="532"/>
                  </a:lnTo>
                  <a:lnTo>
                    <a:pt x="1285" y="550"/>
                  </a:lnTo>
                  <a:lnTo>
                    <a:pt x="1278" y="565"/>
                  </a:lnTo>
                  <a:lnTo>
                    <a:pt x="1267" y="579"/>
                  </a:lnTo>
                  <a:lnTo>
                    <a:pt x="1253" y="590"/>
                  </a:lnTo>
                  <a:lnTo>
                    <a:pt x="1237" y="597"/>
                  </a:lnTo>
                  <a:lnTo>
                    <a:pt x="1220" y="599"/>
                  </a:lnTo>
                  <a:lnTo>
                    <a:pt x="67" y="599"/>
                  </a:lnTo>
                  <a:lnTo>
                    <a:pt x="50" y="597"/>
                  </a:lnTo>
                  <a:lnTo>
                    <a:pt x="34" y="590"/>
                  </a:lnTo>
                  <a:lnTo>
                    <a:pt x="20" y="579"/>
                  </a:lnTo>
                  <a:lnTo>
                    <a:pt x="10" y="565"/>
                  </a:lnTo>
                  <a:lnTo>
                    <a:pt x="2" y="550"/>
                  </a:lnTo>
                  <a:lnTo>
                    <a:pt x="0" y="532"/>
                  </a:lnTo>
                  <a:lnTo>
                    <a:pt x="2" y="475"/>
                  </a:lnTo>
                  <a:lnTo>
                    <a:pt x="10" y="421"/>
                  </a:lnTo>
                  <a:lnTo>
                    <a:pt x="23" y="369"/>
                  </a:lnTo>
                  <a:lnTo>
                    <a:pt x="39" y="322"/>
                  </a:lnTo>
                  <a:lnTo>
                    <a:pt x="62" y="276"/>
                  </a:lnTo>
                  <a:lnTo>
                    <a:pt x="88" y="233"/>
                  </a:lnTo>
                  <a:lnTo>
                    <a:pt x="119" y="194"/>
                  </a:lnTo>
                  <a:lnTo>
                    <a:pt x="153" y="158"/>
                  </a:lnTo>
                  <a:lnTo>
                    <a:pt x="193" y="126"/>
                  </a:lnTo>
                  <a:lnTo>
                    <a:pt x="236" y="97"/>
                  </a:lnTo>
                  <a:lnTo>
                    <a:pt x="284" y="71"/>
                  </a:lnTo>
                  <a:lnTo>
                    <a:pt x="335" y="50"/>
                  </a:lnTo>
                  <a:lnTo>
                    <a:pt x="389" y="32"/>
                  </a:lnTo>
                  <a:lnTo>
                    <a:pt x="448" y="18"/>
                  </a:lnTo>
                  <a:lnTo>
                    <a:pt x="510" y="7"/>
                  </a:lnTo>
                  <a:lnTo>
                    <a:pt x="575" y="1"/>
                  </a:lnTo>
                  <a:lnTo>
                    <a:pt x="6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35"/>
            <p:cNvSpPr>
              <a:spLocks noEditPoints="1"/>
            </p:cNvSpPr>
            <p:nvPr/>
          </p:nvSpPr>
          <p:spPr bwMode="auto">
            <a:xfrm>
              <a:off x="5462588" y="2455863"/>
              <a:ext cx="101600" cy="101600"/>
            </a:xfrm>
            <a:custGeom>
              <a:avLst/>
              <a:gdLst>
                <a:gd name="T0" fmla="*/ 288 w 643"/>
                <a:gd name="T1" fmla="*/ 138 h 643"/>
                <a:gd name="T2" fmla="*/ 227 w 643"/>
                <a:gd name="T3" fmla="*/ 161 h 643"/>
                <a:gd name="T4" fmla="*/ 180 w 643"/>
                <a:gd name="T5" fmla="*/ 201 h 643"/>
                <a:gd name="T6" fmla="*/ 147 w 643"/>
                <a:gd name="T7" fmla="*/ 257 h 643"/>
                <a:gd name="T8" fmla="*/ 135 w 643"/>
                <a:gd name="T9" fmla="*/ 322 h 643"/>
                <a:gd name="T10" fmla="*/ 147 w 643"/>
                <a:gd name="T11" fmla="*/ 386 h 643"/>
                <a:gd name="T12" fmla="*/ 180 w 643"/>
                <a:gd name="T13" fmla="*/ 442 h 643"/>
                <a:gd name="T14" fmla="*/ 227 w 643"/>
                <a:gd name="T15" fmla="*/ 482 h 643"/>
                <a:gd name="T16" fmla="*/ 288 w 643"/>
                <a:gd name="T17" fmla="*/ 505 h 643"/>
                <a:gd name="T18" fmla="*/ 355 w 643"/>
                <a:gd name="T19" fmla="*/ 505 h 643"/>
                <a:gd name="T20" fmla="*/ 416 w 643"/>
                <a:gd name="T21" fmla="*/ 482 h 643"/>
                <a:gd name="T22" fmla="*/ 463 w 643"/>
                <a:gd name="T23" fmla="*/ 442 h 643"/>
                <a:gd name="T24" fmla="*/ 496 w 643"/>
                <a:gd name="T25" fmla="*/ 386 h 643"/>
                <a:gd name="T26" fmla="*/ 508 w 643"/>
                <a:gd name="T27" fmla="*/ 322 h 643"/>
                <a:gd name="T28" fmla="*/ 496 w 643"/>
                <a:gd name="T29" fmla="*/ 257 h 643"/>
                <a:gd name="T30" fmla="*/ 463 w 643"/>
                <a:gd name="T31" fmla="*/ 201 h 643"/>
                <a:gd name="T32" fmla="*/ 416 w 643"/>
                <a:gd name="T33" fmla="*/ 161 h 643"/>
                <a:gd name="T34" fmla="*/ 355 w 643"/>
                <a:gd name="T35" fmla="*/ 138 h 643"/>
                <a:gd name="T36" fmla="*/ 322 w 643"/>
                <a:gd name="T37" fmla="*/ 0 h 643"/>
                <a:gd name="T38" fmla="*/ 407 w 643"/>
                <a:gd name="T39" fmla="*/ 11 h 643"/>
                <a:gd name="T40" fmla="*/ 484 w 643"/>
                <a:gd name="T41" fmla="*/ 44 h 643"/>
                <a:gd name="T42" fmla="*/ 549 w 643"/>
                <a:gd name="T43" fmla="*/ 94 h 643"/>
                <a:gd name="T44" fmla="*/ 599 w 643"/>
                <a:gd name="T45" fmla="*/ 159 h 643"/>
                <a:gd name="T46" fmla="*/ 632 w 643"/>
                <a:gd name="T47" fmla="*/ 236 h 643"/>
                <a:gd name="T48" fmla="*/ 643 w 643"/>
                <a:gd name="T49" fmla="*/ 322 h 643"/>
                <a:gd name="T50" fmla="*/ 632 w 643"/>
                <a:gd name="T51" fmla="*/ 407 h 643"/>
                <a:gd name="T52" fmla="*/ 599 w 643"/>
                <a:gd name="T53" fmla="*/ 484 h 643"/>
                <a:gd name="T54" fmla="*/ 549 w 643"/>
                <a:gd name="T55" fmla="*/ 549 h 643"/>
                <a:gd name="T56" fmla="*/ 484 w 643"/>
                <a:gd name="T57" fmla="*/ 599 h 643"/>
                <a:gd name="T58" fmla="*/ 407 w 643"/>
                <a:gd name="T59" fmla="*/ 632 h 643"/>
                <a:gd name="T60" fmla="*/ 322 w 643"/>
                <a:gd name="T61" fmla="*/ 643 h 643"/>
                <a:gd name="T62" fmla="*/ 236 w 643"/>
                <a:gd name="T63" fmla="*/ 632 h 643"/>
                <a:gd name="T64" fmla="*/ 159 w 643"/>
                <a:gd name="T65" fmla="*/ 599 h 643"/>
                <a:gd name="T66" fmla="*/ 95 w 643"/>
                <a:gd name="T67" fmla="*/ 548 h 643"/>
                <a:gd name="T68" fmla="*/ 44 w 643"/>
                <a:gd name="T69" fmla="*/ 484 h 643"/>
                <a:gd name="T70" fmla="*/ 11 w 643"/>
                <a:gd name="T71" fmla="*/ 407 h 643"/>
                <a:gd name="T72" fmla="*/ 0 w 643"/>
                <a:gd name="T73" fmla="*/ 322 h 643"/>
                <a:gd name="T74" fmla="*/ 11 w 643"/>
                <a:gd name="T75" fmla="*/ 236 h 643"/>
                <a:gd name="T76" fmla="*/ 44 w 643"/>
                <a:gd name="T77" fmla="*/ 159 h 643"/>
                <a:gd name="T78" fmla="*/ 94 w 643"/>
                <a:gd name="T79" fmla="*/ 94 h 643"/>
                <a:gd name="T80" fmla="*/ 159 w 643"/>
                <a:gd name="T81" fmla="*/ 44 h 643"/>
                <a:gd name="T82" fmla="*/ 236 w 643"/>
                <a:gd name="T83" fmla="*/ 11 h 643"/>
                <a:gd name="T84" fmla="*/ 322 w 643"/>
                <a:gd name="T85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3" h="643">
                  <a:moveTo>
                    <a:pt x="322" y="135"/>
                  </a:moveTo>
                  <a:lnTo>
                    <a:pt x="288" y="138"/>
                  </a:lnTo>
                  <a:lnTo>
                    <a:pt x="257" y="147"/>
                  </a:lnTo>
                  <a:lnTo>
                    <a:pt x="227" y="161"/>
                  </a:lnTo>
                  <a:lnTo>
                    <a:pt x="201" y="180"/>
                  </a:lnTo>
                  <a:lnTo>
                    <a:pt x="180" y="201"/>
                  </a:lnTo>
                  <a:lnTo>
                    <a:pt x="161" y="227"/>
                  </a:lnTo>
                  <a:lnTo>
                    <a:pt x="147" y="257"/>
                  </a:lnTo>
                  <a:lnTo>
                    <a:pt x="138" y="288"/>
                  </a:lnTo>
                  <a:lnTo>
                    <a:pt x="135" y="322"/>
                  </a:lnTo>
                  <a:lnTo>
                    <a:pt x="138" y="355"/>
                  </a:lnTo>
                  <a:lnTo>
                    <a:pt x="147" y="386"/>
                  </a:lnTo>
                  <a:lnTo>
                    <a:pt x="161" y="416"/>
                  </a:lnTo>
                  <a:lnTo>
                    <a:pt x="180" y="442"/>
                  </a:lnTo>
                  <a:lnTo>
                    <a:pt x="201" y="463"/>
                  </a:lnTo>
                  <a:lnTo>
                    <a:pt x="227" y="482"/>
                  </a:lnTo>
                  <a:lnTo>
                    <a:pt x="257" y="496"/>
                  </a:lnTo>
                  <a:lnTo>
                    <a:pt x="288" y="505"/>
                  </a:lnTo>
                  <a:lnTo>
                    <a:pt x="322" y="508"/>
                  </a:lnTo>
                  <a:lnTo>
                    <a:pt x="355" y="505"/>
                  </a:lnTo>
                  <a:lnTo>
                    <a:pt x="386" y="496"/>
                  </a:lnTo>
                  <a:lnTo>
                    <a:pt x="416" y="482"/>
                  </a:lnTo>
                  <a:lnTo>
                    <a:pt x="442" y="463"/>
                  </a:lnTo>
                  <a:lnTo>
                    <a:pt x="463" y="442"/>
                  </a:lnTo>
                  <a:lnTo>
                    <a:pt x="482" y="416"/>
                  </a:lnTo>
                  <a:lnTo>
                    <a:pt x="496" y="386"/>
                  </a:lnTo>
                  <a:lnTo>
                    <a:pt x="505" y="355"/>
                  </a:lnTo>
                  <a:lnTo>
                    <a:pt x="508" y="322"/>
                  </a:lnTo>
                  <a:lnTo>
                    <a:pt x="505" y="288"/>
                  </a:lnTo>
                  <a:lnTo>
                    <a:pt x="496" y="257"/>
                  </a:lnTo>
                  <a:lnTo>
                    <a:pt x="482" y="227"/>
                  </a:lnTo>
                  <a:lnTo>
                    <a:pt x="463" y="201"/>
                  </a:lnTo>
                  <a:lnTo>
                    <a:pt x="442" y="180"/>
                  </a:lnTo>
                  <a:lnTo>
                    <a:pt x="416" y="161"/>
                  </a:lnTo>
                  <a:lnTo>
                    <a:pt x="386" y="147"/>
                  </a:lnTo>
                  <a:lnTo>
                    <a:pt x="355" y="138"/>
                  </a:lnTo>
                  <a:lnTo>
                    <a:pt x="322" y="135"/>
                  </a:lnTo>
                  <a:close/>
                  <a:moveTo>
                    <a:pt x="322" y="0"/>
                  </a:moveTo>
                  <a:lnTo>
                    <a:pt x="366" y="2"/>
                  </a:lnTo>
                  <a:lnTo>
                    <a:pt x="407" y="11"/>
                  </a:lnTo>
                  <a:lnTo>
                    <a:pt x="447" y="25"/>
                  </a:lnTo>
                  <a:lnTo>
                    <a:pt x="484" y="44"/>
                  </a:lnTo>
                  <a:lnTo>
                    <a:pt x="518" y="66"/>
                  </a:lnTo>
                  <a:lnTo>
                    <a:pt x="549" y="94"/>
                  </a:lnTo>
                  <a:lnTo>
                    <a:pt x="577" y="125"/>
                  </a:lnTo>
                  <a:lnTo>
                    <a:pt x="599" y="159"/>
                  </a:lnTo>
                  <a:lnTo>
                    <a:pt x="618" y="196"/>
                  </a:lnTo>
                  <a:lnTo>
                    <a:pt x="632" y="236"/>
                  </a:lnTo>
                  <a:lnTo>
                    <a:pt x="641" y="277"/>
                  </a:lnTo>
                  <a:lnTo>
                    <a:pt x="643" y="322"/>
                  </a:lnTo>
                  <a:lnTo>
                    <a:pt x="641" y="366"/>
                  </a:lnTo>
                  <a:lnTo>
                    <a:pt x="632" y="407"/>
                  </a:lnTo>
                  <a:lnTo>
                    <a:pt x="618" y="447"/>
                  </a:lnTo>
                  <a:lnTo>
                    <a:pt x="599" y="484"/>
                  </a:lnTo>
                  <a:lnTo>
                    <a:pt x="577" y="518"/>
                  </a:lnTo>
                  <a:lnTo>
                    <a:pt x="549" y="549"/>
                  </a:lnTo>
                  <a:lnTo>
                    <a:pt x="518" y="577"/>
                  </a:lnTo>
                  <a:lnTo>
                    <a:pt x="484" y="599"/>
                  </a:lnTo>
                  <a:lnTo>
                    <a:pt x="447" y="618"/>
                  </a:lnTo>
                  <a:lnTo>
                    <a:pt x="407" y="632"/>
                  </a:lnTo>
                  <a:lnTo>
                    <a:pt x="366" y="641"/>
                  </a:lnTo>
                  <a:lnTo>
                    <a:pt x="322" y="643"/>
                  </a:lnTo>
                  <a:lnTo>
                    <a:pt x="277" y="641"/>
                  </a:lnTo>
                  <a:lnTo>
                    <a:pt x="236" y="632"/>
                  </a:lnTo>
                  <a:lnTo>
                    <a:pt x="196" y="618"/>
                  </a:lnTo>
                  <a:lnTo>
                    <a:pt x="159" y="599"/>
                  </a:lnTo>
                  <a:lnTo>
                    <a:pt x="125" y="576"/>
                  </a:lnTo>
                  <a:lnTo>
                    <a:pt x="95" y="548"/>
                  </a:lnTo>
                  <a:lnTo>
                    <a:pt x="67" y="518"/>
                  </a:lnTo>
                  <a:lnTo>
                    <a:pt x="44" y="484"/>
                  </a:lnTo>
                  <a:lnTo>
                    <a:pt x="25" y="447"/>
                  </a:lnTo>
                  <a:lnTo>
                    <a:pt x="11" y="407"/>
                  </a:lnTo>
                  <a:lnTo>
                    <a:pt x="3" y="366"/>
                  </a:lnTo>
                  <a:lnTo>
                    <a:pt x="0" y="322"/>
                  </a:lnTo>
                  <a:lnTo>
                    <a:pt x="2" y="277"/>
                  </a:lnTo>
                  <a:lnTo>
                    <a:pt x="11" y="236"/>
                  </a:lnTo>
                  <a:lnTo>
                    <a:pt x="25" y="196"/>
                  </a:lnTo>
                  <a:lnTo>
                    <a:pt x="44" y="159"/>
                  </a:lnTo>
                  <a:lnTo>
                    <a:pt x="66" y="125"/>
                  </a:lnTo>
                  <a:lnTo>
                    <a:pt x="94" y="94"/>
                  </a:lnTo>
                  <a:lnTo>
                    <a:pt x="125" y="66"/>
                  </a:lnTo>
                  <a:lnTo>
                    <a:pt x="159" y="44"/>
                  </a:lnTo>
                  <a:lnTo>
                    <a:pt x="196" y="25"/>
                  </a:lnTo>
                  <a:lnTo>
                    <a:pt x="236" y="11"/>
                  </a:lnTo>
                  <a:lnTo>
                    <a:pt x="277" y="2"/>
                  </a:lnTo>
                  <a:lnTo>
                    <a:pt x="3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36"/>
            <p:cNvSpPr>
              <a:spLocks noEditPoints="1"/>
            </p:cNvSpPr>
            <p:nvPr/>
          </p:nvSpPr>
          <p:spPr bwMode="auto">
            <a:xfrm>
              <a:off x="5776913" y="2568575"/>
              <a:ext cx="204787" cy="95250"/>
            </a:xfrm>
            <a:custGeom>
              <a:avLst/>
              <a:gdLst>
                <a:gd name="T0" fmla="*/ 626 w 1287"/>
                <a:gd name="T1" fmla="*/ 134 h 599"/>
                <a:gd name="T2" fmla="*/ 583 w 1287"/>
                <a:gd name="T3" fmla="*/ 137 h 599"/>
                <a:gd name="T4" fmla="*/ 531 w 1287"/>
                <a:gd name="T5" fmla="*/ 142 h 599"/>
                <a:gd name="T6" fmla="*/ 473 w 1287"/>
                <a:gd name="T7" fmla="*/ 152 h 599"/>
                <a:gd name="T8" fmla="*/ 412 w 1287"/>
                <a:gd name="T9" fmla="*/ 168 h 599"/>
                <a:gd name="T10" fmla="*/ 351 w 1287"/>
                <a:gd name="T11" fmla="*/ 192 h 599"/>
                <a:gd name="T12" fmla="*/ 293 w 1287"/>
                <a:gd name="T13" fmla="*/ 224 h 599"/>
                <a:gd name="T14" fmla="*/ 240 w 1287"/>
                <a:gd name="T15" fmla="*/ 265 h 599"/>
                <a:gd name="T16" fmla="*/ 195 w 1287"/>
                <a:gd name="T17" fmla="*/ 318 h 599"/>
                <a:gd name="T18" fmla="*/ 161 w 1287"/>
                <a:gd name="T19" fmla="*/ 385 h 599"/>
                <a:gd name="T20" fmla="*/ 140 w 1287"/>
                <a:gd name="T21" fmla="*/ 464 h 599"/>
                <a:gd name="T22" fmla="*/ 1138 w 1287"/>
                <a:gd name="T23" fmla="*/ 422 h 599"/>
                <a:gd name="T24" fmla="*/ 1111 w 1287"/>
                <a:gd name="T25" fmla="*/ 350 h 599"/>
                <a:gd name="T26" fmla="*/ 1071 w 1287"/>
                <a:gd name="T27" fmla="*/ 290 h 599"/>
                <a:gd name="T28" fmla="*/ 1022 w 1287"/>
                <a:gd name="T29" fmla="*/ 243 h 599"/>
                <a:gd name="T30" fmla="*/ 965 w 1287"/>
                <a:gd name="T31" fmla="*/ 206 h 599"/>
                <a:gd name="T32" fmla="*/ 905 w 1287"/>
                <a:gd name="T33" fmla="*/ 179 h 599"/>
                <a:gd name="T34" fmla="*/ 844 w 1287"/>
                <a:gd name="T35" fmla="*/ 159 h 599"/>
                <a:gd name="T36" fmla="*/ 784 w 1287"/>
                <a:gd name="T37" fmla="*/ 146 h 599"/>
                <a:gd name="T38" fmla="*/ 729 w 1287"/>
                <a:gd name="T39" fmla="*/ 139 h 599"/>
                <a:gd name="T40" fmla="*/ 681 w 1287"/>
                <a:gd name="T41" fmla="*/ 136 h 599"/>
                <a:gd name="T42" fmla="*/ 643 w 1287"/>
                <a:gd name="T43" fmla="*/ 134 h 599"/>
                <a:gd name="T44" fmla="*/ 716 w 1287"/>
                <a:gd name="T45" fmla="*/ 2 h 599"/>
                <a:gd name="T46" fmla="*/ 851 w 1287"/>
                <a:gd name="T47" fmla="*/ 20 h 599"/>
                <a:gd name="T48" fmla="*/ 968 w 1287"/>
                <a:gd name="T49" fmla="*/ 56 h 599"/>
                <a:gd name="T50" fmla="*/ 1071 w 1287"/>
                <a:gd name="T51" fmla="*/ 109 h 599"/>
                <a:gd name="T52" fmla="*/ 1153 w 1287"/>
                <a:gd name="T53" fmla="*/ 178 h 599"/>
                <a:gd name="T54" fmla="*/ 1217 w 1287"/>
                <a:gd name="T55" fmla="*/ 263 h 599"/>
                <a:gd name="T56" fmla="*/ 1262 w 1287"/>
                <a:gd name="T57" fmla="*/ 361 h 599"/>
                <a:gd name="T58" fmla="*/ 1284 w 1287"/>
                <a:gd name="T59" fmla="*/ 472 h 599"/>
                <a:gd name="T60" fmla="*/ 1285 w 1287"/>
                <a:gd name="T61" fmla="*/ 550 h 599"/>
                <a:gd name="T62" fmla="*/ 1267 w 1287"/>
                <a:gd name="T63" fmla="*/ 579 h 599"/>
                <a:gd name="T64" fmla="*/ 1237 w 1287"/>
                <a:gd name="T65" fmla="*/ 597 h 599"/>
                <a:gd name="T66" fmla="*/ 67 w 1287"/>
                <a:gd name="T67" fmla="*/ 599 h 599"/>
                <a:gd name="T68" fmla="*/ 34 w 1287"/>
                <a:gd name="T69" fmla="*/ 590 h 599"/>
                <a:gd name="T70" fmla="*/ 9 w 1287"/>
                <a:gd name="T71" fmla="*/ 565 h 599"/>
                <a:gd name="T72" fmla="*/ 0 w 1287"/>
                <a:gd name="T73" fmla="*/ 532 h 599"/>
                <a:gd name="T74" fmla="*/ 10 w 1287"/>
                <a:gd name="T75" fmla="*/ 421 h 599"/>
                <a:gd name="T76" fmla="*/ 39 w 1287"/>
                <a:gd name="T77" fmla="*/ 322 h 599"/>
                <a:gd name="T78" fmla="*/ 88 w 1287"/>
                <a:gd name="T79" fmla="*/ 233 h 599"/>
                <a:gd name="T80" fmla="*/ 153 w 1287"/>
                <a:gd name="T81" fmla="*/ 158 h 599"/>
                <a:gd name="T82" fmla="*/ 236 w 1287"/>
                <a:gd name="T83" fmla="*/ 97 h 599"/>
                <a:gd name="T84" fmla="*/ 335 w 1287"/>
                <a:gd name="T85" fmla="*/ 50 h 599"/>
                <a:gd name="T86" fmla="*/ 448 w 1287"/>
                <a:gd name="T87" fmla="*/ 18 h 599"/>
                <a:gd name="T88" fmla="*/ 576 w 1287"/>
                <a:gd name="T89" fmla="*/ 1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7" h="599">
                  <a:moveTo>
                    <a:pt x="643" y="134"/>
                  </a:moveTo>
                  <a:lnTo>
                    <a:pt x="626" y="134"/>
                  </a:lnTo>
                  <a:lnTo>
                    <a:pt x="606" y="136"/>
                  </a:lnTo>
                  <a:lnTo>
                    <a:pt x="583" y="137"/>
                  </a:lnTo>
                  <a:lnTo>
                    <a:pt x="558" y="139"/>
                  </a:lnTo>
                  <a:lnTo>
                    <a:pt x="531" y="142"/>
                  </a:lnTo>
                  <a:lnTo>
                    <a:pt x="503" y="146"/>
                  </a:lnTo>
                  <a:lnTo>
                    <a:pt x="473" y="152"/>
                  </a:lnTo>
                  <a:lnTo>
                    <a:pt x="443" y="159"/>
                  </a:lnTo>
                  <a:lnTo>
                    <a:pt x="412" y="168"/>
                  </a:lnTo>
                  <a:lnTo>
                    <a:pt x="382" y="179"/>
                  </a:lnTo>
                  <a:lnTo>
                    <a:pt x="351" y="192"/>
                  </a:lnTo>
                  <a:lnTo>
                    <a:pt x="322" y="206"/>
                  </a:lnTo>
                  <a:lnTo>
                    <a:pt x="293" y="224"/>
                  </a:lnTo>
                  <a:lnTo>
                    <a:pt x="265" y="243"/>
                  </a:lnTo>
                  <a:lnTo>
                    <a:pt x="240" y="265"/>
                  </a:lnTo>
                  <a:lnTo>
                    <a:pt x="217" y="290"/>
                  </a:lnTo>
                  <a:lnTo>
                    <a:pt x="195" y="318"/>
                  </a:lnTo>
                  <a:lnTo>
                    <a:pt x="176" y="350"/>
                  </a:lnTo>
                  <a:lnTo>
                    <a:pt x="161" y="385"/>
                  </a:lnTo>
                  <a:lnTo>
                    <a:pt x="149" y="422"/>
                  </a:lnTo>
                  <a:lnTo>
                    <a:pt x="140" y="464"/>
                  </a:lnTo>
                  <a:lnTo>
                    <a:pt x="1147" y="464"/>
                  </a:lnTo>
                  <a:lnTo>
                    <a:pt x="1138" y="422"/>
                  </a:lnTo>
                  <a:lnTo>
                    <a:pt x="1126" y="385"/>
                  </a:lnTo>
                  <a:lnTo>
                    <a:pt x="1111" y="350"/>
                  </a:lnTo>
                  <a:lnTo>
                    <a:pt x="1092" y="318"/>
                  </a:lnTo>
                  <a:lnTo>
                    <a:pt x="1071" y="290"/>
                  </a:lnTo>
                  <a:lnTo>
                    <a:pt x="1047" y="265"/>
                  </a:lnTo>
                  <a:lnTo>
                    <a:pt x="1022" y="243"/>
                  </a:lnTo>
                  <a:lnTo>
                    <a:pt x="994" y="224"/>
                  </a:lnTo>
                  <a:lnTo>
                    <a:pt x="965" y="206"/>
                  </a:lnTo>
                  <a:lnTo>
                    <a:pt x="936" y="192"/>
                  </a:lnTo>
                  <a:lnTo>
                    <a:pt x="905" y="179"/>
                  </a:lnTo>
                  <a:lnTo>
                    <a:pt x="875" y="168"/>
                  </a:lnTo>
                  <a:lnTo>
                    <a:pt x="844" y="159"/>
                  </a:lnTo>
                  <a:lnTo>
                    <a:pt x="814" y="152"/>
                  </a:lnTo>
                  <a:lnTo>
                    <a:pt x="784" y="146"/>
                  </a:lnTo>
                  <a:lnTo>
                    <a:pt x="756" y="142"/>
                  </a:lnTo>
                  <a:lnTo>
                    <a:pt x="729" y="139"/>
                  </a:lnTo>
                  <a:lnTo>
                    <a:pt x="704" y="137"/>
                  </a:lnTo>
                  <a:lnTo>
                    <a:pt x="681" y="136"/>
                  </a:lnTo>
                  <a:lnTo>
                    <a:pt x="661" y="134"/>
                  </a:lnTo>
                  <a:lnTo>
                    <a:pt x="643" y="134"/>
                  </a:lnTo>
                  <a:close/>
                  <a:moveTo>
                    <a:pt x="643" y="0"/>
                  </a:moveTo>
                  <a:lnTo>
                    <a:pt x="716" y="2"/>
                  </a:lnTo>
                  <a:lnTo>
                    <a:pt x="785" y="8"/>
                  </a:lnTo>
                  <a:lnTo>
                    <a:pt x="851" y="20"/>
                  </a:lnTo>
                  <a:lnTo>
                    <a:pt x="912" y="37"/>
                  </a:lnTo>
                  <a:lnTo>
                    <a:pt x="968" y="56"/>
                  </a:lnTo>
                  <a:lnTo>
                    <a:pt x="1022" y="81"/>
                  </a:lnTo>
                  <a:lnTo>
                    <a:pt x="1071" y="109"/>
                  </a:lnTo>
                  <a:lnTo>
                    <a:pt x="1114" y="142"/>
                  </a:lnTo>
                  <a:lnTo>
                    <a:pt x="1153" y="178"/>
                  </a:lnTo>
                  <a:lnTo>
                    <a:pt x="1188" y="218"/>
                  </a:lnTo>
                  <a:lnTo>
                    <a:pt x="1217" y="263"/>
                  </a:lnTo>
                  <a:lnTo>
                    <a:pt x="1242" y="310"/>
                  </a:lnTo>
                  <a:lnTo>
                    <a:pt x="1262" y="361"/>
                  </a:lnTo>
                  <a:lnTo>
                    <a:pt x="1276" y="414"/>
                  </a:lnTo>
                  <a:lnTo>
                    <a:pt x="1284" y="472"/>
                  </a:lnTo>
                  <a:lnTo>
                    <a:pt x="1287" y="532"/>
                  </a:lnTo>
                  <a:lnTo>
                    <a:pt x="1285" y="550"/>
                  </a:lnTo>
                  <a:lnTo>
                    <a:pt x="1277" y="565"/>
                  </a:lnTo>
                  <a:lnTo>
                    <a:pt x="1267" y="579"/>
                  </a:lnTo>
                  <a:lnTo>
                    <a:pt x="1253" y="590"/>
                  </a:lnTo>
                  <a:lnTo>
                    <a:pt x="1237" y="597"/>
                  </a:lnTo>
                  <a:lnTo>
                    <a:pt x="1220" y="599"/>
                  </a:lnTo>
                  <a:lnTo>
                    <a:pt x="67" y="599"/>
                  </a:lnTo>
                  <a:lnTo>
                    <a:pt x="50" y="597"/>
                  </a:lnTo>
                  <a:lnTo>
                    <a:pt x="34" y="590"/>
                  </a:lnTo>
                  <a:lnTo>
                    <a:pt x="20" y="579"/>
                  </a:lnTo>
                  <a:lnTo>
                    <a:pt x="9" y="565"/>
                  </a:lnTo>
                  <a:lnTo>
                    <a:pt x="2" y="550"/>
                  </a:lnTo>
                  <a:lnTo>
                    <a:pt x="0" y="532"/>
                  </a:lnTo>
                  <a:lnTo>
                    <a:pt x="2" y="475"/>
                  </a:lnTo>
                  <a:lnTo>
                    <a:pt x="10" y="421"/>
                  </a:lnTo>
                  <a:lnTo>
                    <a:pt x="23" y="369"/>
                  </a:lnTo>
                  <a:lnTo>
                    <a:pt x="39" y="322"/>
                  </a:lnTo>
                  <a:lnTo>
                    <a:pt x="62" y="276"/>
                  </a:lnTo>
                  <a:lnTo>
                    <a:pt x="88" y="233"/>
                  </a:lnTo>
                  <a:lnTo>
                    <a:pt x="119" y="194"/>
                  </a:lnTo>
                  <a:lnTo>
                    <a:pt x="153" y="158"/>
                  </a:lnTo>
                  <a:lnTo>
                    <a:pt x="193" y="126"/>
                  </a:lnTo>
                  <a:lnTo>
                    <a:pt x="236" y="97"/>
                  </a:lnTo>
                  <a:lnTo>
                    <a:pt x="284" y="71"/>
                  </a:lnTo>
                  <a:lnTo>
                    <a:pt x="335" y="50"/>
                  </a:lnTo>
                  <a:lnTo>
                    <a:pt x="390" y="32"/>
                  </a:lnTo>
                  <a:lnTo>
                    <a:pt x="448" y="18"/>
                  </a:lnTo>
                  <a:lnTo>
                    <a:pt x="510" y="7"/>
                  </a:lnTo>
                  <a:lnTo>
                    <a:pt x="576" y="1"/>
                  </a:lnTo>
                  <a:lnTo>
                    <a:pt x="6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37"/>
            <p:cNvSpPr>
              <a:spLocks noEditPoints="1"/>
            </p:cNvSpPr>
            <p:nvPr/>
          </p:nvSpPr>
          <p:spPr bwMode="auto">
            <a:xfrm>
              <a:off x="5829300" y="2455863"/>
              <a:ext cx="101600" cy="101600"/>
            </a:xfrm>
            <a:custGeom>
              <a:avLst/>
              <a:gdLst>
                <a:gd name="T0" fmla="*/ 288 w 643"/>
                <a:gd name="T1" fmla="*/ 138 h 643"/>
                <a:gd name="T2" fmla="*/ 227 w 643"/>
                <a:gd name="T3" fmla="*/ 161 h 643"/>
                <a:gd name="T4" fmla="*/ 180 w 643"/>
                <a:gd name="T5" fmla="*/ 201 h 643"/>
                <a:gd name="T6" fmla="*/ 147 w 643"/>
                <a:gd name="T7" fmla="*/ 257 h 643"/>
                <a:gd name="T8" fmla="*/ 135 w 643"/>
                <a:gd name="T9" fmla="*/ 322 h 643"/>
                <a:gd name="T10" fmla="*/ 147 w 643"/>
                <a:gd name="T11" fmla="*/ 386 h 643"/>
                <a:gd name="T12" fmla="*/ 180 w 643"/>
                <a:gd name="T13" fmla="*/ 442 h 643"/>
                <a:gd name="T14" fmla="*/ 227 w 643"/>
                <a:gd name="T15" fmla="*/ 482 h 643"/>
                <a:gd name="T16" fmla="*/ 288 w 643"/>
                <a:gd name="T17" fmla="*/ 505 h 643"/>
                <a:gd name="T18" fmla="*/ 355 w 643"/>
                <a:gd name="T19" fmla="*/ 505 h 643"/>
                <a:gd name="T20" fmla="*/ 416 w 643"/>
                <a:gd name="T21" fmla="*/ 482 h 643"/>
                <a:gd name="T22" fmla="*/ 463 w 643"/>
                <a:gd name="T23" fmla="*/ 442 h 643"/>
                <a:gd name="T24" fmla="*/ 496 w 643"/>
                <a:gd name="T25" fmla="*/ 386 h 643"/>
                <a:gd name="T26" fmla="*/ 508 w 643"/>
                <a:gd name="T27" fmla="*/ 322 h 643"/>
                <a:gd name="T28" fmla="*/ 496 w 643"/>
                <a:gd name="T29" fmla="*/ 257 h 643"/>
                <a:gd name="T30" fmla="*/ 463 w 643"/>
                <a:gd name="T31" fmla="*/ 201 h 643"/>
                <a:gd name="T32" fmla="*/ 416 w 643"/>
                <a:gd name="T33" fmla="*/ 161 h 643"/>
                <a:gd name="T34" fmla="*/ 355 w 643"/>
                <a:gd name="T35" fmla="*/ 138 h 643"/>
                <a:gd name="T36" fmla="*/ 321 w 643"/>
                <a:gd name="T37" fmla="*/ 0 h 643"/>
                <a:gd name="T38" fmla="*/ 407 w 643"/>
                <a:gd name="T39" fmla="*/ 11 h 643"/>
                <a:gd name="T40" fmla="*/ 484 w 643"/>
                <a:gd name="T41" fmla="*/ 44 h 643"/>
                <a:gd name="T42" fmla="*/ 549 w 643"/>
                <a:gd name="T43" fmla="*/ 94 h 643"/>
                <a:gd name="T44" fmla="*/ 599 w 643"/>
                <a:gd name="T45" fmla="*/ 159 h 643"/>
                <a:gd name="T46" fmla="*/ 632 w 643"/>
                <a:gd name="T47" fmla="*/ 236 h 643"/>
                <a:gd name="T48" fmla="*/ 643 w 643"/>
                <a:gd name="T49" fmla="*/ 322 h 643"/>
                <a:gd name="T50" fmla="*/ 632 w 643"/>
                <a:gd name="T51" fmla="*/ 407 h 643"/>
                <a:gd name="T52" fmla="*/ 599 w 643"/>
                <a:gd name="T53" fmla="*/ 484 h 643"/>
                <a:gd name="T54" fmla="*/ 549 w 643"/>
                <a:gd name="T55" fmla="*/ 549 h 643"/>
                <a:gd name="T56" fmla="*/ 484 w 643"/>
                <a:gd name="T57" fmla="*/ 599 h 643"/>
                <a:gd name="T58" fmla="*/ 407 w 643"/>
                <a:gd name="T59" fmla="*/ 632 h 643"/>
                <a:gd name="T60" fmla="*/ 321 w 643"/>
                <a:gd name="T61" fmla="*/ 643 h 643"/>
                <a:gd name="T62" fmla="*/ 236 w 643"/>
                <a:gd name="T63" fmla="*/ 632 h 643"/>
                <a:gd name="T64" fmla="*/ 159 w 643"/>
                <a:gd name="T65" fmla="*/ 599 h 643"/>
                <a:gd name="T66" fmla="*/ 95 w 643"/>
                <a:gd name="T67" fmla="*/ 548 h 643"/>
                <a:gd name="T68" fmla="*/ 44 w 643"/>
                <a:gd name="T69" fmla="*/ 484 h 643"/>
                <a:gd name="T70" fmla="*/ 11 w 643"/>
                <a:gd name="T71" fmla="*/ 407 h 643"/>
                <a:gd name="T72" fmla="*/ 0 w 643"/>
                <a:gd name="T73" fmla="*/ 322 h 643"/>
                <a:gd name="T74" fmla="*/ 11 w 643"/>
                <a:gd name="T75" fmla="*/ 236 h 643"/>
                <a:gd name="T76" fmla="*/ 44 w 643"/>
                <a:gd name="T77" fmla="*/ 159 h 643"/>
                <a:gd name="T78" fmla="*/ 94 w 643"/>
                <a:gd name="T79" fmla="*/ 94 h 643"/>
                <a:gd name="T80" fmla="*/ 159 w 643"/>
                <a:gd name="T81" fmla="*/ 44 h 643"/>
                <a:gd name="T82" fmla="*/ 236 w 643"/>
                <a:gd name="T83" fmla="*/ 11 h 643"/>
                <a:gd name="T84" fmla="*/ 321 w 643"/>
                <a:gd name="T85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3" h="643">
                  <a:moveTo>
                    <a:pt x="321" y="135"/>
                  </a:moveTo>
                  <a:lnTo>
                    <a:pt x="288" y="138"/>
                  </a:lnTo>
                  <a:lnTo>
                    <a:pt x="257" y="147"/>
                  </a:lnTo>
                  <a:lnTo>
                    <a:pt x="227" y="161"/>
                  </a:lnTo>
                  <a:lnTo>
                    <a:pt x="201" y="180"/>
                  </a:lnTo>
                  <a:lnTo>
                    <a:pt x="180" y="201"/>
                  </a:lnTo>
                  <a:lnTo>
                    <a:pt x="161" y="227"/>
                  </a:lnTo>
                  <a:lnTo>
                    <a:pt x="147" y="257"/>
                  </a:lnTo>
                  <a:lnTo>
                    <a:pt x="138" y="288"/>
                  </a:lnTo>
                  <a:lnTo>
                    <a:pt x="135" y="322"/>
                  </a:lnTo>
                  <a:lnTo>
                    <a:pt x="138" y="355"/>
                  </a:lnTo>
                  <a:lnTo>
                    <a:pt x="147" y="386"/>
                  </a:lnTo>
                  <a:lnTo>
                    <a:pt x="161" y="416"/>
                  </a:lnTo>
                  <a:lnTo>
                    <a:pt x="180" y="442"/>
                  </a:lnTo>
                  <a:lnTo>
                    <a:pt x="201" y="463"/>
                  </a:lnTo>
                  <a:lnTo>
                    <a:pt x="227" y="482"/>
                  </a:lnTo>
                  <a:lnTo>
                    <a:pt x="257" y="496"/>
                  </a:lnTo>
                  <a:lnTo>
                    <a:pt x="288" y="505"/>
                  </a:lnTo>
                  <a:lnTo>
                    <a:pt x="321" y="508"/>
                  </a:lnTo>
                  <a:lnTo>
                    <a:pt x="355" y="505"/>
                  </a:lnTo>
                  <a:lnTo>
                    <a:pt x="386" y="496"/>
                  </a:lnTo>
                  <a:lnTo>
                    <a:pt x="416" y="482"/>
                  </a:lnTo>
                  <a:lnTo>
                    <a:pt x="442" y="463"/>
                  </a:lnTo>
                  <a:lnTo>
                    <a:pt x="463" y="442"/>
                  </a:lnTo>
                  <a:lnTo>
                    <a:pt x="482" y="416"/>
                  </a:lnTo>
                  <a:lnTo>
                    <a:pt x="496" y="386"/>
                  </a:lnTo>
                  <a:lnTo>
                    <a:pt x="505" y="355"/>
                  </a:lnTo>
                  <a:lnTo>
                    <a:pt x="508" y="322"/>
                  </a:lnTo>
                  <a:lnTo>
                    <a:pt x="505" y="288"/>
                  </a:lnTo>
                  <a:lnTo>
                    <a:pt x="496" y="257"/>
                  </a:lnTo>
                  <a:lnTo>
                    <a:pt x="482" y="227"/>
                  </a:lnTo>
                  <a:lnTo>
                    <a:pt x="463" y="201"/>
                  </a:lnTo>
                  <a:lnTo>
                    <a:pt x="442" y="180"/>
                  </a:lnTo>
                  <a:lnTo>
                    <a:pt x="416" y="161"/>
                  </a:lnTo>
                  <a:lnTo>
                    <a:pt x="386" y="147"/>
                  </a:lnTo>
                  <a:lnTo>
                    <a:pt x="355" y="138"/>
                  </a:lnTo>
                  <a:lnTo>
                    <a:pt x="321" y="135"/>
                  </a:lnTo>
                  <a:close/>
                  <a:moveTo>
                    <a:pt x="321" y="0"/>
                  </a:moveTo>
                  <a:lnTo>
                    <a:pt x="366" y="2"/>
                  </a:lnTo>
                  <a:lnTo>
                    <a:pt x="407" y="11"/>
                  </a:lnTo>
                  <a:lnTo>
                    <a:pt x="447" y="25"/>
                  </a:lnTo>
                  <a:lnTo>
                    <a:pt x="484" y="44"/>
                  </a:lnTo>
                  <a:lnTo>
                    <a:pt x="518" y="66"/>
                  </a:lnTo>
                  <a:lnTo>
                    <a:pt x="549" y="94"/>
                  </a:lnTo>
                  <a:lnTo>
                    <a:pt x="577" y="125"/>
                  </a:lnTo>
                  <a:lnTo>
                    <a:pt x="599" y="159"/>
                  </a:lnTo>
                  <a:lnTo>
                    <a:pt x="618" y="196"/>
                  </a:lnTo>
                  <a:lnTo>
                    <a:pt x="632" y="236"/>
                  </a:lnTo>
                  <a:lnTo>
                    <a:pt x="641" y="277"/>
                  </a:lnTo>
                  <a:lnTo>
                    <a:pt x="643" y="322"/>
                  </a:lnTo>
                  <a:lnTo>
                    <a:pt x="641" y="366"/>
                  </a:lnTo>
                  <a:lnTo>
                    <a:pt x="632" y="407"/>
                  </a:lnTo>
                  <a:lnTo>
                    <a:pt x="618" y="447"/>
                  </a:lnTo>
                  <a:lnTo>
                    <a:pt x="599" y="484"/>
                  </a:lnTo>
                  <a:lnTo>
                    <a:pt x="577" y="518"/>
                  </a:lnTo>
                  <a:lnTo>
                    <a:pt x="549" y="549"/>
                  </a:lnTo>
                  <a:lnTo>
                    <a:pt x="518" y="577"/>
                  </a:lnTo>
                  <a:lnTo>
                    <a:pt x="484" y="599"/>
                  </a:lnTo>
                  <a:lnTo>
                    <a:pt x="447" y="618"/>
                  </a:lnTo>
                  <a:lnTo>
                    <a:pt x="407" y="632"/>
                  </a:lnTo>
                  <a:lnTo>
                    <a:pt x="366" y="641"/>
                  </a:lnTo>
                  <a:lnTo>
                    <a:pt x="321" y="643"/>
                  </a:lnTo>
                  <a:lnTo>
                    <a:pt x="277" y="641"/>
                  </a:lnTo>
                  <a:lnTo>
                    <a:pt x="236" y="632"/>
                  </a:lnTo>
                  <a:lnTo>
                    <a:pt x="196" y="618"/>
                  </a:lnTo>
                  <a:lnTo>
                    <a:pt x="159" y="599"/>
                  </a:lnTo>
                  <a:lnTo>
                    <a:pt x="125" y="576"/>
                  </a:lnTo>
                  <a:lnTo>
                    <a:pt x="95" y="548"/>
                  </a:lnTo>
                  <a:lnTo>
                    <a:pt x="68" y="518"/>
                  </a:lnTo>
                  <a:lnTo>
                    <a:pt x="44" y="484"/>
                  </a:lnTo>
                  <a:lnTo>
                    <a:pt x="25" y="447"/>
                  </a:lnTo>
                  <a:lnTo>
                    <a:pt x="11" y="407"/>
                  </a:lnTo>
                  <a:lnTo>
                    <a:pt x="3" y="366"/>
                  </a:lnTo>
                  <a:lnTo>
                    <a:pt x="0" y="322"/>
                  </a:lnTo>
                  <a:lnTo>
                    <a:pt x="2" y="277"/>
                  </a:lnTo>
                  <a:lnTo>
                    <a:pt x="11" y="236"/>
                  </a:lnTo>
                  <a:lnTo>
                    <a:pt x="25" y="196"/>
                  </a:lnTo>
                  <a:lnTo>
                    <a:pt x="44" y="159"/>
                  </a:lnTo>
                  <a:lnTo>
                    <a:pt x="66" y="125"/>
                  </a:lnTo>
                  <a:lnTo>
                    <a:pt x="94" y="94"/>
                  </a:lnTo>
                  <a:lnTo>
                    <a:pt x="125" y="66"/>
                  </a:lnTo>
                  <a:lnTo>
                    <a:pt x="159" y="44"/>
                  </a:lnTo>
                  <a:lnTo>
                    <a:pt x="196" y="25"/>
                  </a:lnTo>
                  <a:lnTo>
                    <a:pt x="236" y="11"/>
                  </a:lnTo>
                  <a:lnTo>
                    <a:pt x="277" y="2"/>
                  </a:lnTo>
                  <a:lnTo>
                    <a:pt x="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38"/>
            <p:cNvSpPr>
              <a:spLocks/>
            </p:cNvSpPr>
            <p:nvPr/>
          </p:nvSpPr>
          <p:spPr bwMode="auto">
            <a:xfrm>
              <a:off x="5637213" y="2430463"/>
              <a:ext cx="117475" cy="138112"/>
            </a:xfrm>
            <a:custGeom>
              <a:avLst/>
              <a:gdLst>
                <a:gd name="T0" fmla="*/ 371 w 737"/>
                <a:gd name="T1" fmla="*/ 0 h 867"/>
                <a:gd name="T2" fmla="*/ 389 w 737"/>
                <a:gd name="T3" fmla="*/ 4 h 867"/>
                <a:gd name="T4" fmla="*/ 405 w 737"/>
                <a:gd name="T5" fmla="*/ 10 h 867"/>
                <a:gd name="T6" fmla="*/ 419 w 737"/>
                <a:gd name="T7" fmla="*/ 21 h 867"/>
                <a:gd name="T8" fmla="*/ 430 w 737"/>
                <a:gd name="T9" fmla="*/ 34 h 867"/>
                <a:gd name="T10" fmla="*/ 436 w 737"/>
                <a:gd name="T11" fmla="*/ 50 h 867"/>
                <a:gd name="T12" fmla="*/ 438 w 737"/>
                <a:gd name="T13" fmla="*/ 69 h 867"/>
                <a:gd name="T14" fmla="*/ 438 w 737"/>
                <a:gd name="T15" fmla="*/ 468 h 867"/>
                <a:gd name="T16" fmla="*/ 721 w 737"/>
                <a:gd name="T17" fmla="*/ 752 h 867"/>
                <a:gd name="T18" fmla="*/ 731 w 737"/>
                <a:gd name="T19" fmla="*/ 768 h 867"/>
                <a:gd name="T20" fmla="*/ 737 w 737"/>
                <a:gd name="T21" fmla="*/ 787 h 867"/>
                <a:gd name="T22" fmla="*/ 737 w 737"/>
                <a:gd name="T23" fmla="*/ 805 h 867"/>
                <a:gd name="T24" fmla="*/ 731 w 737"/>
                <a:gd name="T25" fmla="*/ 824 h 867"/>
                <a:gd name="T26" fmla="*/ 721 w 737"/>
                <a:gd name="T27" fmla="*/ 840 h 867"/>
                <a:gd name="T28" fmla="*/ 707 w 737"/>
                <a:gd name="T29" fmla="*/ 852 h 867"/>
                <a:gd name="T30" fmla="*/ 692 w 737"/>
                <a:gd name="T31" fmla="*/ 860 h 867"/>
                <a:gd name="T32" fmla="*/ 675 w 737"/>
                <a:gd name="T33" fmla="*/ 863 h 867"/>
                <a:gd name="T34" fmla="*/ 658 w 737"/>
                <a:gd name="T35" fmla="*/ 863 h 867"/>
                <a:gd name="T36" fmla="*/ 641 w 737"/>
                <a:gd name="T37" fmla="*/ 858 h 867"/>
                <a:gd name="T38" fmla="*/ 626 w 737"/>
                <a:gd name="T39" fmla="*/ 848 h 867"/>
                <a:gd name="T40" fmla="*/ 371 w 737"/>
                <a:gd name="T41" fmla="*/ 592 h 867"/>
                <a:gd name="T42" fmla="*/ 116 w 737"/>
                <a:gd name="T43" fmla="*/ 848 h 867"/>
                <a:gd name="T44" fmla="*/ 101 w 737"/>
                <a:gd name="T45" fmla="*/ 859 h 867"/>
                <a:gd name="T46" fmla="*/ 85 w 737"/>
                <a:gd name="T47" fmla="*/ 865 h 867"/>
                <a:gd name="T48" fmla="*/ 69 w 737"/>
                <a:gd name="T49" fmla="*/ 867 h 867"/>
                <a:gd name="T50" fmla="*/ 51 w 737"/>
                <a:gd name="T51" fmla="*/ 864 h 867"/>
                <a:gd name="T52" fmla="*/ 35 w 737"/>
                <a:gd name="T53" fmla="*/ 858 h 867"/>
                <a:gd name="T54" fmla="*/ 20 w 737"/>
                <a:gd name="T55" fmla="*/ 847 h 867"/>
                <a:gd name="T56" fmla="*/ 9 w 737"/>
                <a:gd name="T57" fmla="*/ 833 h 867"/>
                <a:gd name="T58" fmla="*/ 2 w 737"/>
                <a:gd name="T59" fmla="*/ 816 h 867"/>
                <a:gd name="T60" fmla="*/ 0 w 737"/>
                <a:gd name="T61" fmla="*/ 799 h 867"/>
                <a:gd name="T62" fmla="*/ 3 w 737"/>
                <a:gd name="T63" fmla="*/ 781 h 867"/>
                <a:gd name="T64" fmla="*/ 10 w 737"/>
                <a:gd name="T65" fmla="*/ 765 h 867"/>
                <a:gd name="T66" fmla="*/ 21 w 737"/>
                <a:gd name="T67" fmla="*/ 751 h 867"/>
                <a:gd name="T68" fmla="*/ 304 w 737"/>
                <a:gd name="T69" fmla="*/ 468 h 867"/>
                <a:gd name="T70" fmla="*/ 304 w 737"/>
                <a:gd name="T71" fmla="*/ 69 h 867"/>
                <a:gd name="T72" fmla="*/ 306 w 737"/>
                <a:gd name="T73" fmla="*/ 50 h 867"/>
                <a:gd name="T74" fmla="*/ 312 w 737"/>
                <a:gd name="T75" fmla="*/ 34 h 867"/>
                <a:gd name="T76" fmla="*/ 323 w 737"/>
                <a:gd name="T77" fmla="*/ 21 h 867"/>
                <a:gd name="T78" fmla="*/ 337 w 737"/>
                <a:gd name="T79" fmla="*/ 10 h 867"/>
                <a:gd name="T80" fmla="*/ 353 w 737"/>
                <a:gd name="T81" fmla="*/ 4 h 867"/>
                <a:gd name="T82" fmla="*/ 371 w 737"/>
                <a:gd name="T83" fmla="*/ 0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37" h="867">
                  <a:moveTo>
                    <a:pt x="371" y="0"/>
                  </a:moveTo>
                  <a:lnTo>
                    <a:pt x="389" y="4"/>
                  </a:lnTo>
                  <a:lnTo>
                    <a:pt x="405" y="10"/>
                  </a:lnTo>
                  <a:lnTo>
                    <a:pt x="419" y="21"/>
                  </a:lnTo>
                  <a:lnTo>
                    <a:pt x="430" y="34"/>
                  </a:lnTo>
                  <a:lnTo>
                    <a:pt x="436" y="50"/>
                  </a:lnTo>
                  <a:lnTo>
                    <a:pt x="438" y="69"/>
                  </a:lnTo>
                  <a:lnTo>
                    <a:pt x="438" y="468"/>
                  </a:lnTo>
                  <a:lnTo>
                    <a:pt x="721" y="752"/>
                  </a:lnTo>
                  <a:lnTo>
                    <a:pt x="731" y="768"/>
                  </a:lnTo>
                  <a:lnTo>
                    <a:pt x="737" y="787"/>
                  </a:lnTo>
                  <a:lnTo>
                    <a:pt x="737" y="805"/>
                  </a:lnTo>
                  <a:lnTo>
                    <a:pt x="731" y="824"/>
                  </a:lnTo>
                  <a:lnTo>
                    <a:pt x="721" y="840"/>
                  </a:lnTo>
                  <a:lnTo>
                    <a:pt x="707" y="852"/>
                  </a:lnTo>
                  <a:lnTo>
                    <a:pt x="692" y="860"/>
                  </a:lnTo>
                  <a:lnTo>
                    <a:pt x="675" y="863"/>
                  </a:lnTo>
                  <a:lnTo>
                    <a:pt x="658" y="863"/>
                  </a:lnTo>
                  <a:lnTo>
                    <a:pt x="641" y="858"/>
                  </a:lnTo>
                  <a:lnTo>
                    <a:pt x="626" y="848"/>
                  </a:lnTo>
                  <a:lnTo>
                    <a:pt x="371" y="592"/>
                  </a:lnTo>
                  <a:lnTo>
                    <a:pt x="116" y="848"/>
                  </a:lnTo>
                  <a:lnTo>
                    <a:pt x="101" y="859"/>
                  </a:lnTo>
                  <a:lnTo>
                    <a:pt x="85" y="865"/>
                  </a:lnTo>
                  <a:lnTo>
                    <a:pt x="69" y="867"/>
                  </a:lnTo>
                  <a:lnTo>
                    <a:pt x="51" y="864"/>
                  </a:lnTo>
                  <a:lnTo>
                    <a:pt x="35" y="858"/>
                  </a:lnTo>
                  <a:lnTo>
                    <a:pt x="20" y="847"/>
                  </a:lnTo>
                  <a:lnTo>
                    <a:pt x="9" y="833"/>
                  </a:lnTo>
                  <a:lnTo>
                    <a:pt x="2" y="816"/>
                  </a:lnTo>
                  <a:lnTo>
                    <a:pt x="0" y="799"/>
                  </a:lnTo>
                  <a:lnTo>
                    <a:pt x="3" y="781"/>
                  </a:lnTo>
                  <a:lnTo>
                    <a:pt x="10" y="765"/>
                  </a:lnTo>
                  <a:lnTo>
                    <a:pt x="21" y="751"/>
                  </a:lnTo>
                  <a:lnTo>
                    <a:pt x="304" y="468"/>
                  </a:lnTo>
                  <a:lnTo>
                    <a:pt x="304" y="69"/>
                  </a:lnTo>
                  <a:lnTo>
                    <a:pt x="306" y="50"/>
                  </a:lnTo>
                  <a:lnTo>
                    <a:pt x="312" y="34"/>
                  </a:lnTo>
                  <a:lnTo>
                    <a:pt x="323" y="21"/>
                  </a:lnTo>
                  <a:lnTo>
                    <a:pt x="337" y="10"/>
                  </a:lnTo>
                  <a:lnTo>
                    <a:pt x="353" y="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03420" y="52453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What We Do</a:t>
            </a:r>
            <a:endParaRPr lang="en-US" sz="2800" dirty="0"/>
          </a:p>
        </p:txBody>
      </p:sp>
      <p:sp>
        <p:nvSpPr>
          <p:cNvPr id="139" name="TextBox 138"/>
          <p:cNvSpPr txBox="1"/>
          <p:nvPr/>
        </p:nvSpPr>
        <p:spPr>
          <a:xfrm>
            <a:off x="517655" y="1382530"/>
            <a:ext cx="4367939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Picture Placeholder 139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80471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alpha val="50000"/>
              </a:schemeClr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0"/>
          <p:cNvSpPr/>
          <p:nvPr/>
        </p:nvSpPr>
        <p:spPr>
          <a:xfrm>
            <a:off x="5127501" y="285750"/>
            <a:ext cx="4473699" cy="4120839"/>
          </a:xfrm>
          <a:custGeom>
            <a:avLst/>
            <a:gdLst/>
            <a:ahLst/>
            <a:cxnLst/>
            <a:rect l="l" t="t" r="r" b="b"/>
            <a:pathLst>
              <a:path w="4473699" h="3739839">
                <a:moveTo>
                  <a:pt x="2205985" y="0"/>
                </a:moveTo>
                <a:lnTo>
                  <a:pt x="2226630" y="335"/>
                </a:lnTo>
                <a:lnTo>
                  <a:pt x="2247759" y="1437"/>
                </a:lnTo>
                <a:lnTo>
                  <a:pt x="2268469" y="4416"/>
                </a:lnTo>
                <a:lnTo>
                  <a:pt x="2289039" y="8023"/>
                </a:lnTo>
                <a:lnTo>
                  <a:pt x="2308841" y="12118"/>
                </a:lnTo>
                <a:lnTo>
                  <a:pt x="2329234" y="17988"/>
                </a:lnTo>
                <a:lnTo>
                  <a:pt x="2348478" y="24586"/>
                </a:lnTo>
                <a:lnTo>
                  <a:pt x="2367583" y="31813"/>
                </a:lnTo>
                <a:lnTo>
                  <a:pt x="2386789" y="40049"/>
                </a:lnTo>
                <a:lnTo>
                  <a:pt x="2404846" y="49015"/>
                </a:lnTo>
                <a:lnTo>
                  <a:pt x="2423007" y="58988"/>
                </a:lnTo>
                <a:lnTo>
                  <a:pt x="2440645" y="69833"/>
                </a:lnTo>
                <a:lnTo>
                  <a:pt x="2457513" y="81165"/>
                </a:lnTo>
                <a:lnTo>
                  <a:pt x="2474104" y="93749"/>
                </a:lnTo>
                <a:lnTo>
                  <a:pt x="2489929" y="106819"/>
                </a:lnTo>
                <a:lnTo>
                  <a:pt x="2504846" y="121004"/>
                </a:lnTo>
                <a:lnTo>
                  <a:pt x="2519382" y="135431"/>
                </a:lnTo>
                <a:lnTo>
                  <a:pt x="2533251" y="151353"/>
                </a:lnTo>
                <a:lnTo>
                  <a:pt x="2546498" y="167135"/>
                </a:lnTo>
                <a:lnTo>
                  <a:pt x="2558836" y="184032"/>
                </a:lnTo>
                <a:lnTo>
                  <a:pt x="2570025" y="201658"/>
                </a:lnTo>
                <a:lnTo>
                  <a:pt x="2581073" y="219909"/>
                </a:lnTo>
                <a:lnTo>
                  <a:pt x="2590972" y="238891"/>
                </a:lnTo>
                <a:lnTo>
                  <a:pt x="2600105" y="258362"/>
                </a:lnTo>
                <a:lnTo>
                  <a:pt x="2608088" y="278558"/>
                </a:lnTo>
                <a:lnTo>
                  <a:pt x="2614920" y="299487"/>
                </a:lnTo>
                <a:lnTo>
                  <a:pt x="3114527" y="1892613"/>
                </a:lnTo>
                <a:lnTo>
                  <a:pt x="3754583" y="1692196"/>
                </a:lnTo>
                <a:lnTo>
                  <a:pt x="3768644" y="1688109"/>
                </a:lnTo>
                <a:lnTo>
                  <a:pt x="3781800" y="1685134"/>
                </a:lnTo>
                <a:lnTo>
                  <a:pt x="3795825" y="1682683"/>
                </a:lnTo>
                <a:lnTo>
                  <a:pt x="3809328" y="1681101"/>
                </a:lnTo>
                <a:lnTo>
                  <a:pt x="3823073" y="1679902"/>
                </a:lnTo>
                <a:lnTo>
                  <a:pt x="3836540" y="1679955"/>
                </a:lnTo>
                <a:lnTo>
                  <a:pt x="3850006" y="1680010"/>
                </a:lnTo>
                <a:lnTo>
                  <a:pt x="3863576" y="1681073"/>
                </a:lnTo>
                <a:lnTo>
                  <a:pt x="3876764" y="1682380"/>
                </a:lnTo>
                <a:lnTo>
                  <a:pt x="3889671" y="1684939"/>
                </a:lnTo>
                <a:lnTo>
                  <a:pt x="3903205" y="1687640"/>
                </a:lnTo>
                <a:lnTo>
                  <a:pt x="3915590" y="1691068"/>
                </a:lnTo>
                <a:lnTo>
                  <a:pt x="3928845" y="1695020"/>
                </a:lnTo>
                <a:lnTo>
                  <a:pt x="3941193" y="1700085"/>
                </a:lnTo>
                <a:lnTo>
                  <a:pt x="3952777" y="1705636"/>
                </a:lnTo>
                <a:lnTo>
                  <a:pt x="3964985" y="1711326"/>
                </a:lnTo>
                <a:lnTo>
                  <a:pt x="3976674" y="1717887"/>
                </a:lnTo>
                <a:lnTo>
                  <a:pt x="3987594" y="1724934"/>
                </a:lnTo>
                <a:lnTo>
                  <a:pt x="3998897" y="1731736"/>
                </a:lnTo>
                <a:lnTo>
                  <a:pt x="4009782" y="1740420"/>
                </a:lnTo>
                <a:lnTo>
                  <a:pt x="4019414" y="1748822"/>
                </a:lnTo>
                <a:lnTo>
                  <a:pt x="4029289" y="1757609"/>
                </a:lnTo>
                <a:lnTo>
                  <a:pt x="4039268" y="1767404"/>
                </a:lnTo>
                <a:lnTo>
                  <a:pt x="4047611" y="1777161"/>
                </a:lnTo>
                <a:lnTo>
                  <a:pt x="4056441" y="1787686"/>
                </a:lnTo>
                <a:lnTo>
                  <a:pt x="4064261" y="1798313"/>
                </a:lnTo>
                <a:lnTo>
                  <a:pt x="4071802" y="1810193"/>
                </a:lnTo>
                <a:lnTo>
                  <a:pt x="4078475" y="1821549"/>
                </a:lnTo>
                <a:lnTo>
                  <a:pt x="4085250" y="1833916"/>
                </a:lnTo>
                <a:lnTo>
                  <a:pt x="4090877" y="1847010"/>
                </a:lnTo>
                <a:lnTo>
                  <a:pt x="4095634" y="1859584"/>
                </a:lnTo>
                <a:lnTo>
                  <a:pt x="4100876" y="1872921"/>
                </a:lnTo>
                <a:lnTo>
                  <a:pt x="4461030" y="3021760"/>
                </a:lnTo>
                <a:lnTo>
                  <a:pt x="4464883" y="3035444"/>
                </a:lnTo>
                <a:lnTo>
                  <a:pt x="4468108" y="3048989"/>
                </a:lnTo>
                <a:lnTo>
                  <a:pt x="4470566" y="3063021"/>
                </a:lnTo>
                <a:lnTo>
                  <a:pt x="4472538" y="3076284"/>
                </a:lnTo>
                <a:lnTo>
                  <a:pt x="4473120" y="3089894"/>
                </a:lnTo>
                <a:lnTo>
                  <a:pt x="4473699" y="3103505"/>
                </a:lnTo>
                <a:lnTo>
                  <a:pt x="4473272" y="3117218"/>
                </a:lnTo>
                <a:lnTo>
                  <a:pt x="4472215" y="3130791"/>
                </a:lnTo>
                <a:lnTo>
                  <a:pt x="4470917" y="3143983"/>
                </a:lnTo>
                <a:lnTo>
                  <a:pt x="4468750" y="3156648"/>
                </a:lnTo>
                <a:lnTo>
                  <a:pt x="4465433" y="3170046"/>
                </a:lnTo>
                <a:lnTo>
                  <a:pt x="4461873" y="3183058"/>
                </a:lnTo>
                <a:lnTo>
                  <a:pt x="4457827" y="3195303"/>
                </a:lnTo>
                <a:lnTo>
                  <a:pt x="4453397" y="3207793"/>
                </a:lnTo>
                <a:lnTo>
                  <a:pt x="4447715" y="3220002"/>
                </a:lnTo>
                <a:lnTo>
                  <a:pt x="4441791" y="3231830"/>
                </a:lnTo>
                <a:lnTo>
                  <a:pt x="4435866" y="3243655"/>
                </a:lnTo>
                <a:lnTo>
                  <a:pt x="4428827" y="3254574"/>
                </a:lnTo>
                <a:lnTo>
                  <a:pt x="4421407" y="3265736"/>
                </a:lnTo>
                <a:lnTo>
                  <a:pt x="4413499" y="3276132"/>
                </a:lnTo>
                <a:lnTo>
                  <a:pt x="4404582" y="3286630"/>
                </a:lnTo>
                <a:lnTo>
                  <a:pt x="4395804" y="3296505"/>
                </a:lnTo>
                <a:lnTo>
                  <a:pt x="4386158" y="3305854"/>
                </a:lnTo>
                <a:lnTo>
                  <a:pt x="4376269" y="3314820"/>
                </a:lnTo>
                <a:lnTo>
                  <a:pt x="4365753" y="3323646"/>
                </a:lnTo>
                <a:lnTo>
                  <a:pt x="4354890" y="3331078"/>
                </a:lnTo>
                <a:lnTo>
                  <a:pt x="4343644" y="3338756"/>
                </a:lnTo>
                <a:lnTo>
                  <a:pt x="4331913" y="3345665"/>
                </a:lnTo>
                <a:lnTo>
                  <a:pt x="4319310" y="3352052"/>
                </a:lnTo>
                <a:lnTo>
                  <a:pt x="4307232" y="3357569"/>
                </a:lnTo>
                <a:lnTo>
                  <a:pt x="4293899" y="3362806"/>
                </a:lnTo>
                <a:lnTo>
                  <a:pt x="4280325" y="3367659"/>
                </a:lnTo>
                <a:lnTo>
                  <a:pt x="3132277" y="3727601"/>
                </a:lnTo>
                <a:lnTo>
                  <a:pt x="3118739" y="3730819"/>
                </a:lnTo>
                <a:lnTo>
                  <a:pt x="3105200" y="3734036"/>
                </a:lnTo>
                <a:lnTo>
                  <a:pt x="3091802" y="3736628"/>
                </a:lnTo>
                <a:lnTo>
                  <a:pt x="3077289" y="3738314"/>
                </a:lnTo>
                <a:lnTo>
                  <a:pt x="3064169" y="3739650"/>
                </a:lnTo>
                <a:lnTo>
                  <a:pt x="3050320" y="3739839"/>
                </a:lnTo>
                <a:lnTo>
                  <a:pt x="3037237" y="3739543"/>
                </a:lnTo>
                <a:lnTo>
                  <a:pt x="3024048" y="3738236"/>
                </a:lnTo>
                <a:lnTo>
                  <a:pt x="3010479" y="3737174"/>
                </a:lnTo>
                <a:lnTo>
                  <a:pt x="2996946" y="3734474"/>
                </a:lnTo>
                <a:lnTo>
                  <a:pt x="2984421" y="3731671"/>
                </a:lnTo>
                <a:lnTo>
                  <a:pt x="2971410" y="3728103"/>
                </a:lnTo>
                <a:lnTo>
                  <a:pt x="2958537" y="3723907"/>
                </a:lnTo>
                <a:lnTo>
                  <a:pt x="2946432" y="3719226"/>
                </a:lnTo>
                <a:lnTo>
                  <a:pt x="2934083" y="3714161"/>
                </a:lnTo>
                <a:lnTo>
                  <a:pt x="2922256" y="3708226"/>
                </a:lnTo>
                <a:lnTo>
                  <a:pt x="2910954" y="3701423"/>
                </a:lnTo>
                <a:lnTo>
                  <a:pt x="2899266" y="3694863"/>
                </a:lnTo>
                <a:lnTo>
                  <a:pt x="2888486" y="3687190"/>
                </a:lnTo>
                <a:lnTo>
                  <a:pt x="2877845" y="3678891"/>
                </a:lnTo>
                <a:lnTo>
                  <a:pt x="2867446" y="3670975"/>
                </a:lnTo>
                <a:lnTo>
                  <a:pt x="2858095" y="3661319"/>
                </a:lnTo>
                <a:lnTo>
                  <a:pt x="2848359" y="3651908"/>
                </a:lnTo>
                <a:lnTo>
                  <a:pt x="2839389" y="3642010"/>
                </a:lnTo>
                <a:lnTo>
                  <a:pt x="2831185" y="3631625"/>
                </a:lnTo>
                <a:lnTo>
                  <a:pt x="2823122" y="3620615"/>
                </a:lnTo>
                <a:lnTo>
                  <a:pt x="2815824" y="3609118"/>
                </a:lnTo>
                <a:lnTo>
                  <a:pt x="2808908" y="3597379"/>
                </a:lnTo>
                <a:lnTo>
                  <a:pt x="2802376" y="3585395"/>
                </a:lnTo>
                <a:lnTo>
                  <a:pt x="2795984" y="3572786"/>
                </a:lnTo>
                <a:lnTo>
                  <a:pt x="2790983" y="3559832"/>
                </a:lnTo>
                <a:lnTo>
                  <a:pt x="2786749" y="3546390"/>
                </a:lnTo>
                <a:lnTo>
                  <a:pt x="2530354" y="2728807"/>
                </a:lnTo>
                <a:lnTo>
                  <a:pt x="1113496" y="3172786"/>
                </a:lnTo>
                <a:lnTo>
                  <a:pt x="1092079" y="3178855"/>
                </a:lnTo>
                <a:lnTo>
                  <a:pt x="1070942" y="3183672"/>
                </a:lnTo>
                <a:lnTo>
                  <a:pt x="1050086" y="3187234"/>
                </a:lnTo>
                <a:lnTo>
                  <a:pt x="1028742" y="3190032"/>
                </a:lnTo>
                <a:lnTo>
                  <a:pt x="1007679" y="3191576"/>
                </a:lnTo>
                <a:lnTo>
                  <a:pt x="986512" y="3192111"/>
                </a:lnTo>
                <a:lnTo>
                  <a:pt x="965241" y="3191636"/>
                </a:lnTo>
                <a:lnTo>
                  <a:pt x="944878" y="3190048"/>
                </a:lnTo>
                <a:lnTo>
                  <a:pt x="924656" y="3187833"/>
                </a:lnTo>
                <a:lnTo>
                  <a:pt x="904084" y="3184226"/>
                </a:lnTo>
                <a:lnTo>
                  <a:pt x="883412" y="3179610"/>
                </a:lnTo>
                <a:lnTo>
                  <a:pt x="863505" y="3174506"/>
                </a:lnTo>
                <a:lnTo>
                  <a:pt x="844260" y="3167907"/>
                </a:lnTo>
                <a:lnTo>
                  <a:pt x="825159" y="3160681"/>
                </a:lnTo>
                <a:lnTo>
                  <a:pt x="806334" y="3152203"/>
                </a:lnTo>
                <a:lnTo>
                  <a:pt x="787894" y="3143480"/>
                </a:lnTo>
                <a:lnTo>
                  <a:pt x="769733" y="3133506"/>
                </a:lnTo>
                <a:lnTo>
                  <a:pt x="752480" y="3122418"/>
                </a:lnTo>
                <a:lnTo>
                  <a:pt x="735367" y="3110703"/>
                </a:lnTo>
                <a:lnTo>
                  <a:pt x="719019" y="3098502"/>
                </a:lnTo>
                <a:lnTo>
                  <a:pt x="703195" y="3085432"/>
                </a:lnTo>
                <a:lnTo>
                  <a:pt x="687894" y="3071492"/>
                </a:lnTo>
                <a:lnTo>
                  <a:pt x="673498" y="3056437"/>
                </a:lnTo>
                <a:lnTo>
                  <a:pt x="659488" y="3041141"/>
                </a:lnTo>
                <a:lnTo>
                  <a:pt x="646383" y="3024732"/>
                </a:lnTo>
                <a:lnTo>
                  <a:pt x="634044" y="3007836"/>
                </a:lnTo>
                <a:lnTo>
                  <a:pt x="622229" y="2990071"/>
                </a:lnTo>
                <a:lnTo>
                  <a:pt x="611807" y="2971957"/>
                </a:lnTo>
                <a:lnTo>
                  <a:pt x="601525" y="2953220"/>
                </a:lnTo>
                <a:lnTo>
                  <a:pt x="593020" y="2933891"/>
                </a:lnTo>
                <a:lnTo>
                  <a:pt x="584410" y="2913553"/>
                </a:lnTo>
                <a:lnTo>
                  <a:pt x="577193" y="2892868"/>
                </a:lnTo>
                <a:lnTo>
                  <a:pt x="19312" y="1112842"/>
                </a:lnTo>
                <a:lnTo>
                  <a:pt x="13730" y="1092194"/>
                </a:lnTo>
                <a:lnTo>
                  <a:pt x="8674" y="1070676"/>
                </a:lnTo>
                <a:lnTo>
                  <a:pt x="4869" y="1049437"/>
                </a:lnTo>
                <a:lnTo>
                  <a:pt x="2318" y="1028479"/>
                </a:lnTo>
                <a:lnTo>
                  <a:pt x="778" y="1007418"/>
                </a:lnTo>
                <a:lnTo>
                  <a:pt x="0" y="985870"/>
                </a:lnTo>
                <a:lnTo>
                  <a:pt x="965" y="965366"/>
                </a:lnTo>
                <a:lnTo>
                  <a:pt x="2070" y="944238"/>
                </a:lnTo>
                <a:lnTo>
                  <a:pt x="4286" y="924015"/>
                </a:lnTo>
                <a:lnTo>
                  <a:pt x="7897" y="903447"/>
                </a:lnTo>
                <a:lnTo>
                  <a:pt x="12760" y="883157"/>
                </a:lnTo>
                <a:lnTo>
                  <a:pt x="18110" y="863634"/>
                </a:lnTo>
                <a:lnTo>
                  <a:pt x="24469" y="844007"/>
                </a:lnTo>
                <a:lnTo>
                  <a:pt x="31697" y="824904"/>
                </a:lnTo>
                <a:lnTo>
                  <a:pt x="39936" y="805698"/>
                </a:lnTo>
                <a:lnTo>
                  <a:pt x="48904" y="787641"/>
                </a:lnTo>
                <a:lnTo>
                  <a:pt x="58882" y="769480"/>
                </a:lnTo>
                <a:lnTo>
                  <a:pt x="69730" y="751843"/>
                </a:lnTo>
                <a:lnTo>
                  <a:pt x="81446" y="734728"/>
                </a:lnTo>
                <a:lnTo>
                  <a:pt x="93651" y="718380"/>
                </a:lnTo>
                <a:lnTo>
                  <a:pt x="106967" y="702938"/>
                </a:lnTo>
                <a:lnTo>
                  <a:pt x="120911" y="687636"/>
                </a:lnTo>
                <a:lnTo>
                  <a:pt x="135724" y="672857"/>
                </a:lnTo>
                <a:lnTo>
                  <a:pt x="151266" y="659229"/>
                </a:lnTo>
                <a:lnTo>
                  <a:pt x="167678" y="646123"/>
                </a:lnTo>
                <a:lnTo>
                  <a:pt x="184334" y="633399"/>
                </a:lnTo>
                <a:lnTo>
                  <a:pt x="202346" y="621965"/>
                </a:lnTo>
                <a:lnTo>
                  <a:pt x="220217" y="611158"/>
                </a:lnTo>
                <a:lnTo>
                  <a:pt x="239201" y="601258"/>
                </a:lnTo>
                <a:lnTo>
                  <a:pt x="258532" y="592750"/>
                </a:lnTo>
                <a:lnTo>
                  <a:pt x="279116" y="584522"/>
                </a:lnTo>
                <a:lnTo>
                  <a:pt x="299420" y="577547"/>
                </a:lnTo>
                <a:lnTo>
                  <a:pt x="2079628" y="19465"/>
                </a:lnTo>
                <a:lnTo>
                  <a:pt x="2100419" y="13256"/>
                </a:lnTo>
                <a:lnTo>
                  <a:pt x="2121555" y="8439"/>
                </a:lnTo>
                <a:lnTo>
                  <a:pt x="2142796" y="4632"/>
                </a:lnTo>
                <a:lnTo>
                  <a:pt x="2163755" y="2079"/>
                </a:lnTo>
                <a:lnTo>
                  <a:pt x="2184818" y="5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33400" y="117209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We are professional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167868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Hire us now!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00" y="260084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 smtClean="0">
                <a:solidFill>
                  <a:schemeClr val="bg1"/>
                </a:solidFill>
              </a:rPr>
              <a:t>voluptatem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doloremque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631372" y="3632720"/>
            <a:ext cx="497114" cy="497114"/>
            <a:chOff x="736600" y="3587750"/>
            <a:chExt cx="439738" cy="439738"/>
          </a:xfrm>
        </p:grpSpPr>
        <p:sp>
          <p:nvSpPr>
            <p:cNvPr id="33" name="Freeform 14"/>
            <p:cNvSpPr>
              <a:spLocks noEditPoints="1"/>
            </p:cNvSpPr>
            <p:nvPr/>
          </p:nvSpPr>
          <p:spPr bwMode="auto">
            <a:xfrm>
              <a:off x="736600" y="3587750"/>
              <a:ext cx="439738" cy="439738"/>
            </a:xfrm>
            <a:custGeom>
              <a:avLst/>
              <a:gdLst>
                <a:gd name="T0" fmla="*/ 909 w 3324"/>
                <a:gd name="T1" fmla="*/ 323 h 3324"/>
                <a:gd name="T2" fmla="*/ 727 w 3324"/>
                <a:gd name="T3" fmla="*/ 382 h 3324"/>
                <a:gd name="T4" fmla="*/ 570 w 3324"/>
                <a:gd name="T5" fmla="*/ 482 h 3324"/>
                <a:gd name="T6" fmla="*/ 445 w 3324"/>
                <a:gd name="T7" fmla="*/ 619 h 3324"/>
                <a:gd name="T8" fmla="*/ 358 w 3324"/>
                <a:gd name="T9" fmla="*/ 786 h 3324"/>
                <a:gd name="T10" fmla="*/ 314 w 3324"/>
                <a:gd name="T11" fmla="*/ 973 h 3324"/>
                <a:gd name="T12" fmla="*/ 314 w 3324"/>
                <a:gd name="T13" fmla="*/ 2351 h 3324"/>
                <a:gd name="T14" fmla="*/ 358 w 3324"/>
                <a:gd name="T15" fmla="*/ 2538 h 3324"/>
                <a:gd name="T16" fmla="*/ 445 w 3324"/>
                <a:gd name="T17" fmla="*/ 2705 h 3324"/>
                <a:gd name="T18" fmla="*/ 570 w 3324"/>
                <a:gd name="T19" fmla="*/ 2842 h 3324"/>
                <a:gd name="T20" fmla="*/ 727 w 3324"/>
                <a:gd name="T21" fmla="*/ 2942 h 3324"/>
                <a:gd name="T22" fmla="*/ 909 w 3324"/>
                <a:gd name="T23" fmla="*/ 3001 h 3324"/>
                <a:gd name="T24" fmla="*/ 2286 w 3324"/>
                <a:gd name="T25" fmla="*/ 3013 h 3324"/>
                <a:gd name="T26" fmla="*/ 2478 w 3324"/>
                <a:gd name="T27" fmla="*/ 2987 h 3324"/>
                <a:gd name="T28" fmla="*/ 2652 w 3324"/>
                <a:gd name="T29" fmla="*/ 2913 h 3324"/>
                <a:gd name="T30" fmla="*/ 2799 w 3324"/>
                <a:gd name="T31" fmla="*/ 2799 h 3324"/>
                <a:gd name="T32" fmla="*/ 2913 w 3324"/>
                <a:gd name="T33" fmla="*/ 2652 h 3324"/>
                <a:gd name="T34" fmla="*/ 2987 w 3324"/>
                <a:gd name="T35" fmla="*/ 2478 h 3324"/>
                <a:gd name="T36" fmla="*/ 3013 w 3324"/>
                <a:gd name="T37" fmla="*/ 2286 h 3324"/>
                <a:gd name="T38" fmla="*/ 3001 w 3324"/>
                <a:gd name="T39" fmla="*/ 909 h 3324"/>
                <a:gd name="T40" fmla="*/ 2942 w 3324"/>
                <a:gd name="T41" fmla="*/ 727 h 3324"/>
                <a:gd name="T42" fmla="*/ 2842 w 3324"/>
                <a:gd name="T43" fmla="*/ 570 h 3324"/>
                <a:gd name="T44" fmla="*/ 2705 w 3324"/>
                <a:gd name="T45" fmla="*/ 445 h 3324"/>
                <a:gd name="T46" fmla="*/ 2538 w 3324"/>
                <a:gd name="T47" fmla="*/ 358 h 3324"/>
                <a:gd name="T48" fmla="*/ 2351 w 3324"/>
                <a:gd name="T49" fmla="*/ 314 h 3324"/>
                <a:gd name="T50" fmla="*/ 1038 w 3324"/>
                <a:gd name="T51" fmla="*/ 0 h 3324"/>
                <a:gd name="T52" fmla="*/ 2446 w 3324"/>
                <a:gd name="T53" fmla="*/ 12 h 3324"/>
                <a:gd name="T54" fmla="*/ 2671 w 3324"/>
                <a:gd name="T55" fmla="*/ 75 h 3324"/>
                <a:gd name="T56" fmla="*/ 2874 w 3324"/>
                <a:gd name="T57" fmla="*/ 182 h 3324"/>
                <a:gd name="T58" fmla="*/ 3046 w 3324"/>
                <a:gd name="T59" fmla="*/ 331 h 3324"/>
                <a:gd name="T60" fmla="*/ 3182 w 3324"/>
                <a:gd name="T61" fmla="*/ 515 h 3324"/>
                <a:gd name="T62" fmla="*/ 3276 w 3324"/>
                <a:gd name="T63" fmla="*/ 725 h 3324"/>
                <a:gd name="T64" fmla="*/ 3321 w 3324"/>
                <a:gd name="T65" fmla="*/ 958 h 3324"/>
                <a:gd name="T66" fmla="*/ 3321 w 3324"/>
                <a:gd name="T67" fmla="*/ 2366 h 3324"/>
                <a:gd name="T68" fmla="*/ 3276 w 3324"/>
                <a:gd name="T69" fmla="*/ 2599 h 3324"/>
                <a:gd name="T70" fmla="*/ 3182 w 3324"/>
                <a:gd name="T71" fmla="*/ 2809 h 3324"/>
                <a:gd name="T72" fmla="*/ 3046 w 3324"/>
                <a:gd name="T73" fmla="*/ 2993 h 3324"/>
                <a:gd name="T74" fmla="*/ 2874 w 3324"/>
                <a:gd name="T75" fmla="*/ 3142 h 3324"/>
                <a:gd name="T76" fmla="*/ 2671 w 3324"/>
                <a:gd name="T77" fmla="*/ 3249 h 3324"/>
                <a:gd name="T78" fmla="*/ 2446 w 3324"/>
                <a:gd name="T79" fmla="*/ 3312 h 3324"/>
                <a:gd name="T80" fmla="*/ 1038 w 3324"/>
                <a:gd name="T81" fmla="*/ 3324 h 3324"/>
                <a:gd name="T82" fmla="*/ 801 w 3324"/>
                <a:gd name="T83" fmla="*/ 3297 h 3324"/>
                <a:gd name="T84" fmla="*/ 582 w 3324"/>
                <a:gd name="T85" fmla="*/ 3218 h 3324"/>
                <a:gd name="T86" fmla="*/ 389 w 3324"/>
                <a:gd name="T87" fmla="*/ 3095 h 3324"/>
                <a:gd name="T88" fmla="*/ 229 w 3324"/>
                <a:gd name="T89" fmla="*/ 2935 h 3324"/>
                <a:gd name="T90" fmla="*/ 106 w 3324"/>
                <a:gd name="T91" fmla="*/ 2742 h 3324"/>
                <a:gd name="T92" fmla="*/ 27 w 3324"/>
                <a:gd name="T93" fmla="*/ 2523 h 3324"/>
                <a:gd name="T94" fmla="*/ 0 w 3324"/>
                <a:gd name="T95" fmla="*/ 2286 h 3324"/>
                <a:gd name="T96" fmla="*/ 12 w 3324"/>
                <a:gd name="T97" fmla="*/ 878 h 3324"/>
                <a:gd name="T98" fmla="*/ 75 w 3324"/>
                <a:gd name="T99" fmla="*/ 653 h 3324"/>
                <a:gd name="T100" fmla="*/ 182 w 3324"/>
                <a:gd name="T101" fmla="*/ 450 h 3324"/>
                <a:gd name="T102" fmla="*/ 331 w 3324"/>
                <a:gd name="T103" fmla="*/ 278 h 3324"/>
                <a:gd name="T104" fmla="*/ 515 w 3324"/>
                <a:gd name="T105" fmla="*/ 142 h 3324"/>
                <a:gd name="T106" fmla="*/ 725 w 3324"/>
                <a:gd name="T107" fmla="*/ 48 h 3324"/>
                <a:gd name="T108" fmla="*/ 958 w 3324"/>
                <a:gd name="T109" fmla="*/ 3 h 3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24" h="3324">
                  <a:moveTo>
                    <a:pt x="1038" y="311"/>
                  </a:moveTo>
                  <a:lnTo>
                    <a:pt x="973" y="314"/>
                  </a:lnTo>
                  <a:lnTo>
                    <a:pt x="909" y="323"/>
                  </a:lnTo>
                  <a:lnTo>
                    <a:pt x="846" y="337"/>
                  </a:lnTo>
                  <a:lnTo>
                    <a:pt x="786" y="358"/>
                  </a:lnTo>
                  <a:lnTo>
                    <a:pt x="727" y="382"/>
                  </a:lnTo>
                  <a:lnTo>
                    <a:pt x="672" y="411"/>
                  </a:lnTo>
                  <a:lnTo>
                    <a:pt x="619" y="445"/>
                  </a:lnTo>
                  <a:lnTo>
                    <a:pt x="570" y="482"/>
                  </a:lnTo>
                  <a:lnTo>
                    <a:pt x="525" y="525"/>
                  </a:lnTo>
                  <a:lnTo>
                    <a:pt x="482" y="570"/>
                  </a:lnTo>
                  <a:lnTo>
                    <a:pt x="445" y="619"/>
                  </a:lnTo>
                  <a:lnTo>
                    <a:pt x="411" y="672"/>
                  </a:lnTo>
                  <a:lnTo>
                    <a:pt x="382" y="727"/>
                  </a:lnTo>
                  <a:lnTo>
                    <a:pt x="358" y="786"/>
                  </a:lnTo>
                  <a:lnTo>
                    <a:pt x="337" y="846"/>
                  </a:lnTo>
                  <a:lnTo>
                    <a:pt x="323" y="909"/>
                  </a:lnTo>
                  <a:lnTo>
                    <a:pt x="314" y="973"/>
                  </a:lnTo>
                  <a:lnTo>
                    <a:pt x="311" y="1038"/>
                  </a:lnTo>
                  <a:lnTo>
                    <a:pt x="311" y="2286"/>
                  </a:lnTo>
                  <a:lnTo>
                    <a:pt x="314" y="2351"/>
                  </a:lnTo>
                  <a:lnTo>
                    <a:pt x="323" y="2415"/>
                  </a:lnTo>
                  <a:lnTo>
                    <a:pt x="337" y="2478"/>
                  </a:lnTo>
                  <a:lnTo>
                    <a:pt x="358" y="2538"/>
                  </a:lnTo>
                  <a:lnTo>
                    <a:pt x="382" y="2597"/>
                  </a:lnTo>
                  <a:lnTo>
                    <a:pt x="411" y="2652"/>
                  </a:lnTo>
                  <a:lnTo>
                    <a:pt x="445" y="2705"/>
                  </a:lnTo>
                  <a:lnTo>
                    <a:pt x="482" y="2754"/>
                  </a:lnTo>
                  <a:lnTo>
                    <a:pt x="525" y="2799"/>
                  </a:lnTo>
                  <a:lnTo>
                    <a:pt x="570" y="2842"/>
                  </a:lnTo>
                  <a:lnTo>
                    <a:pt x="619" y="2879"/>
                  </a:lnTo>
                  <a:lnTo>
                    <a:pt x="672" y="2913"/>
                  </a:lnTo>
                  <a:lnTo>
                    <a:pt x="727" y="2942"/>
                  </a:lnTo>
                  <a:lnTo>
                    <a:pt x="786" y="2966"/>
                  </a:lnTo>
                  <a:lnTo>
                    <a:pt x="846" y="2987"/>
                  </a:lnTo>
                  <a:lnTo>
                    <a:pt x="909" y="3001"/>
                  </a:lnTo>
                  <a:lnTo>
                    <a:pt x="973" y="3010"/>
                  </a:lnTo>
                  <a:lnTo>
                    <a:pt x="1038" y="3013"/>
                  </a:lnTo>
                  <a:lnTo>
                    <a:pt x="2286" y="3013"/>
                  </a:lnTo>
                  <a:lnTo>
                    <a:pt x="2351" y="3010"/>
                  </a:lnTo>
                  <a:lnTo>
                    <a:pt x="2415" y="3001"/>
                  </a:lnTo>
                  <a:lnTo>
                    <a:pt x="2478" y="2987"/>
                  </a:lnTo>
                  <a:lnTo>
                    <a:pt x="2538" y="2966"/>
                  </a:lnTo>
                  <a:lnTo>
                    <a:pt x="2597" y="2942"/>
                  </a:lnTo>
                  <a:lnTo>
                    <a:pt x="2652" y="2913"/>
                  </a:lnTo>
                  <a:lnTo>
                    <a:pt x="2705" y="2879"/>
                  </a:lnTo>
                  <a:lnTo>
                    <a:pt x="2754" y="2842"/>
                  </a:lnTo>
                  <a:lnTo>
                    <a:pt x="2799" y="2799"/>
                  </a:lnTo>
                  <a:lnTo>
                    <a:pt x="2842" y="2754"/>
                  </a:lnTo>
                  <a:lnTo>
                    <a:pt x="2879" y="2705"/>
                  </a:lnTo>
                  <a:lnTo>
                    <a:pt x="2913" y="2652"/>
                  </a:lnTo>
                  <a:lnTo>
                    <a:pt x="2942" y="2597"/>
                  </a:lnTo>
                  <a:lnTo>
                    <a:pt x="2966" y="2538"/>
                  </a:lnTo>
                  <a:lnTo>
                    <a:pt x="2987" y="2478"/>
                  </a:lnTo>
                  <a:lnTo>
                    <a:pt x="3001" y="2415"/>
                  </a:lnTo>
                  <a:lnTo>
                    <a:pt x="3010" y="2351"/>
                  </a:lnTo>
                  <a:lnTo>
                    <a:pt x="3013" y="2286"/>
                  </a:lnTo>
                  <a:lnTo>
                    <a:pt x="3013" y="1038"/>
                  </a:lnTo>
                  <a:lnTo>
                    <a:pt x="3010" y="973"/>
                  </a:lnTo>
                  <a:lnTo>
                    <a:pt x="3001" y="909"/>
                  </a:lnTo>
                  <a:lnTo>
                    <a:pt x="2987" y="846"/>
                  </a:lnTo>
                  <a:lnTo>
                    <a:pt x="2966" y="786"/>
                  </a:lnTo>
                  <a:lnTo>
                    <a:pt x="2942" y="727"/>
                  </a:lnTo>
                  <a:lnTo>
                    <a:pt x="2913" y="672"/>
                  </a:lnTo>
                  <a:lnTo>
                    <a:pt x="2879" y="619"/>
                  </a:lnTo>
                  <a:lnTo>
                    <a:pt x="2842" y="570"/>
                  </a:lnTo>
                  <a:lnTo>
                    <a:pt x="2799" y="525"/>
                  </a:lnTo>
                  <a:lnTo>
                    <a:pt x="2754" y="482"/>
                  </a:lnTo>
                  <a:lnTo>
                    <a:pt x="2705" y="445"/>
                  </a:lnTo>
                  <a:lnTo>
                    <a:pt x="2652" y="411"/>
                  </a:lnTo>
                  <a:lnTo>
                    <a:pt x="2597" y="382"/>
                  </a:lnTo>
                  <a:lnTo>
                    <a:pt x="2538" y="358"/>
                  </a:lnTo>
                  <a:lnTo>
                    <a:pt x="2478" y="337"/>
                  </a:lnTo>
                  <a:lnTo>
                    <a:pt x="2415" y="323"/>
                  </a:lnTo>
                  <a:lnTo>
                    <a:pt x="2351" y="314"/>
                  </a:lnTo>
                  <a:lnTo>
                    <a:pt x="2286" y="311"/>
                  </a:lnTo>
                  <a:lnTo>
                    <a:pt x="1038" y="311"/>
                  </a:lnTo>
                  <a:close/>
                  <a:moveTo>
                    <a:pt x="1038" y="0"/>
                  </a:moveTo>
                  <a:lnTo>
                    <a:pt x="2286" y="0"/>
                  </a:lnTo>
                  <a:lnTo>
                    <a:pt x="2366" y="3"/>
                  </a:lnTo>
                  <a:lnTo>
                    <a:pt x="2446" y="12"/>
                  </a:lnTo>
                  <a:lnTo>
                    <a:pt x="2523" y="27"/>
                  </a:lnTo>
                  <a:lnTo>
                    <a:pt x="2599" y="48"/>
                  </a:lnTo>
                  <a:lnTo>
                    <a:pt x="2671" y="75"/>
                  </a:lnTo>
                  <a:lnTo>
                    <a:pt x="2742" y="106"/>
                  </a:lnTo>
                  <a:lnTo>
                    <a:pt x="2809" y="142"/>
                  </a:lnTo>
                  <a:lnTo>
                    <a:pt x="2874" y="182"/>
                  </a:lnTo>
                  <a:lnTo>
                    <a:pt x="2935" y="229"/>
                  </a:lnTo>
                  <a:lnTo>
                    <a:pt x="2993" y="278"/>
                  </a:lnTo>
                  <a:lnTo>
                    <a:pt x="3046" y="331"/>
                  </a:lnTo>
                  <a:lnTo>
                    <a:pt x="3095" y="389"/>
                  </a:lnTo>
                  <a:lnTo>
                    <a:pt x="3142" y="450"/>
                  </a:lnTo>
                  <a:lnTo>
                    <a:pt x="3182" y="515"/>
                  </a:lnTo>
                  <a:lnTo>
                    <a:pt x="3218" y="582"/>
                  </a:lnTo>
                  <a:lnTo>
                    <a:pt x="3249" y="653"/>
                  </a:lnTo>
                  <a:lnTo>
                    <a:pt x="3276" y="725"/>
                  </a:lnTo>
                  <a:lnTo>
                    <a:pt x="3297" y="801"/>
                  </a:lnTo>
                  <a:lnTo>
                    <a:pt x="3312" y="878"/>
                  </a:lnTo>
                  <a:lnTo>
                    <a:pt x="3321" y="958"/>
                  </a:lnTo>
                  <a:lnTo>
                    <a:pt x="3324" y="1038"/>
                  </a:lnTo>
                  <a:lnTo>
                    <a:pt x="3324" y="2286"/>
                  </a:lnTo>
                  <a:lnTo>
                    <a:pt x="3321" y="2366"/>
                  </a:lnTo>
                  <a:lnTo>
                    <a:pt x="3312" y="2446"/>
                  </a:lnTo>
                  <a:lnTo>
                    <a:pt x="3297" y="2523"/>
                  </a:lnTo>
                  <a:lnTo>
                    <a:pt x="3276" y="2599"/>
                  </a:lnTo>
                  <a:lnTo>
                    <a:pt x="3249" y="2671"/>
                  </a:lnTo>
                  <a:lnTo>
                    <a:pt x="3218" y="2742"/>
                  </a:lnTo>
                  <a:lnTo>
                    <a:pt x="3182" y="2809"/>
                  </a:lnTo>
                  <a:lnTo>
                    <a:pt x="3142" y="2874"/>
                  </a:lnTo>
                  <a:lnTo>
                    <a:pt x="3095" y="2935"/>
                  </a:lnTo>
                  <a:lnTo>
                    <a:pt x="3046" y="2993"/>
                  </a:lnTo>
                  <a:lnTo>
                    <a:pt x="2993" y="3046"/>
                  </a:lnTo>
                  <a:lnTo>
                    <a:pt x="2935" y="3095"/>
                  </a:lnTo>
                  <a:lnTo>
                    <a:pt x="2874" y="3142"/>
                  </a:lnTo>
                  <a:lnTo>
                    <a:pt x="2809" y="3182"/>
                  </a:lnTo>
                  <a:lnTo>
                    <a:pt x="2742" y="3218"/>
                  </a:lnTo>
                  <a:lnTo>
                    <a:pt x="2671" y="3249"/>
                  </a:lnTo>
                  <a:lnTo>
                    <a:pt x="2599" y="3276"/>
                  </a:lnTo>
                  <a:lnTo>
                    <a:pt x="2523" y="3297"/>
                  </a:lnTo>
                  <a:lnTo>
                    <a:pt x="2446" y="3312"/>
                  </a:lnTo>
                  <a:lnTo>
                    <a:pt x="2366" y="3321"/>
                  </a:lnTo>
                  <a:lnTo>
                    <a:pt x="2286" y="3324"/>
                  </a:lnTo>
                  <a:lnTo>
                    <a:pt x="1038" y="3324"/>
                  </a:lnTo>
                  <a:lnTo>
                    <a:pt x="958" y="3321"/>
                  </a:lnTo>
                  <a:lnTo>
                    <a:pt x="878" y="3312"/>
                  </a:lnTo>
                  <a:lnTo>
                    <a:pt x="801" y="3297"/>
                  </a:lnTo>
                  <a:lnTo>
                    <a:pt x="725" y="3276"/>
                  </a:lnTo>
                  <a:lnTo>
                    <a:pt x="653" y="3249"/>
                  </a:lnTo>
                  <a:lnTo>
                    <a:pt x="582" y="3218"/>
                  </a:lnTo>
                  <a:lnTo>
                    <a:pt x="515" y="3182"/>
                  </a:lnTo>
                  <a:lnTo>
                    <a:pt x="450" y="3142"/>
                  </a:lnTo>
                  <a:lnTo>
                    <a:pt x="389" y="3095"/>
                  </a:lnTo>
                  <a:lnTo>
                    <a:pt x="331" y="3046"/>
                  </a:lnTo>
                  <a:lnTo>
                    <a:pt x="278" y="2993"/>
                  </a:lnTo>
                  <a:lnTo>
                    <a:pt x="229" y="2935"/>
                  </a:lnTo>
                  <a:lnTo>
                    <a:pt x="182" y="2874"/>
                  </a:lnTo>
                  <a:lnTo>
                    <a:pt x="142" y="2809"/>
                  </a:lnTo>
                  <a:lnTo>
                    <a:pt x="106" y="2742"/>
                  </a:lnTo>
                  <a:lnTo>
                    <a:pt x="75" y="2671"/>
                  </a:lnTo>
                  <a:lnTo>
                    <a:pt x="48" y="2599"/>
                  </a:lnTo>
                  <a:lnTo>
                    <a:pt x="27" y="2523"/>
                  </a:lnTo>
                  <a:lnTo>
                    <a:pt x="12" y="2446"/>
                  </a:lnTo>
                  <a:lnTo>
                    <a:pt x="3" y="2366"/>
                  </a:lnTo>
                  <a:lnTo>
                    <a:pt x="0" y="2286"/>
                  </a:lnTo>
                  <a:lnTo>
                    <a:pt x="0" y="1038"/>
                  </a:lnTo>
                  <a:lnTo>
                    <a:pt x="3" y="958"/>
                  </a:lnTo>
                  <a:lnTo>
                    <a:pt x="12" y="878"/>
                  </a:lnTo>
                  <a:lnTo>
                    <a:pt x="27" y="801"/>
                  </a:lnTo>
                  <a:lnTo>
                    <a:pt x="48" y="725"/>
                  </a:lnTo>
                  <a:lnTo>
                    <a:pt x="75" y="653"/>
                  </a:lnTo>
                  <a:lnTo>
                    <a:pt x="106" y="582"/>
                  </a:lnTo>
                  <a:lnTo>
                    <a:pt x="142" y="515"/>
                  </a:lnTo>
                  <a:lnTo>
                    <a:pt x="182" y="450"/>
                  </a:lnTo>
                  <a:lnTo>
                    <a:pt x="229" y="389"/>
                  </a:lnTo>
                  <a:lnTo>
                    <a:pt x="278" y="331"/>
                  </a:lnTo>
                  <a:lnTo>
                    <a:pt x="331" y="278"/>
                  </a:lnTo>
                  <a:lnTo>
                    <a:pt x="389" y="229"/>
                  </a:lnTo>
                  <a:lnTo>
                    <a:pt x="450" y="182"/>
                  </a:lnTo>
                  <a:lnTo>
                    <a:pt x="515" y="142"/>
                  </a:lnTo>
                  <a:lnTo>
                    <a:pt x="582" y="106"/>
                  </a:lnTo>
                  <a:lnTo>
                    <a:pt x="653" y="75"/>
                  </a:lnTo>
                  <a:lnTo>
                    <a:pt x="725" y="48"/>
                  </a:lnTo>
                  <a:lnTo>
                    <a:pt x="801" y="27"/>
                  </a:lnTo>
                  <a:lnTo>
                    <a:pt x="878" y="12"/>
                  </a:lnTo>
                  <a:lnTo>
                    <a:pt x="958" y="3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5"/>
            <p:cNvSpPr>
              <a:spLocks noEditPoints="1"/>
            </p:cNvSpPr>
            <p:nvPr/>
          </p:nvSpPr>
          <p:spPr bwMode="auto">
            <a:xfrm>
              <a:off x="846138" y="3697288"/>
              <a:ext cx="220663" cy="220663"/>
            </a:xfrm>
            <a:custGeom>
              <a:avLst/>
              <a:gdLst>
                <a:gd name="T0" fmla="*/ 720 w 1662"/>
                <a:gd name="T1" fmla="*/ 323 h 1662"/>
                <a:gd name="T2" fmla="*/ 569 w 1662"/>
                <a:gd name="T3" fmla="*/ 383 h 1662"/>
                <a:gd name="T4" fmla="*/ 445 w 1662"/>
                <a:gd name="T5" fmla="*/ 483 h 1662"/>
                <a:gd name="T6" fmla="*/ 358 w 1662"/>
                <a:gd name="T7" fmla="*/ 616 h 1662"/>
                <a:gd name="T8" fmla="*/ 314 w 1662"/>
                <a:gd name="T9" fmla="*/ 775 h 1662"/>
                <a:gd name="T10" fmla="*/ 323 w 1662"/>
                <a:gd name="T11" fmla="*/ 942 h 1662"/>
                <a:gd name="T12" fmla="*/ 383 w 1662"/>
                <a:gd name="T13" fmla="*/ 1093 h 1662"/>
                <a:gd name="T14" fmla="*/ 483 w 1662"/>
                <a:gd name="T15" fmla="*/ 1217 h 1662"/>
                <a:gd name="T16" fmla="*/ 616 w 1662"/>
                <a:gd name="T17" fmla="*/ 1304 h 1662"/>
                <a:gd name="T18" fmla="*/ 775 w 1662"/>
                <a:gd name="T19" fmla="*/ 1348 h 1662"/>
                <a:gd name="T20" fmla="*/ 942 w 1662"/>
                <a:gd name="T21" fmla="*/ 1339 h 1662"/>
                <a:gd name="T22" fmla="*/ 1093 w 1662"/>
                <a:gd name="T23" fmla="*/ 1279 h 1662"/>
                <a:gd name="T24" fmla="*/ 1217 w 1662"/>
                <a:gd name="T25" fmla="*/ 1179 h 1662"/>
                <a:gd name="T26" fmla="*/ 1304 w 1662"/>
                <a:gd name="T27" fmla="*/ 1046 h 1662"/>
                <a:gd name="T28" fmla="*/ 1348 w 1662"/>
                <a:gd name="T29" fmla="*/ 887 h 1662"/>
                <a:gd name="T30" fmla="*/ 1339 w 1662"/>
                <a:gd name="T31" fmla="*/ 719 h 1662"/>
                <a:gd name="T32" fmla="*/ 1279 w 1662"/>
                <a:gd name="T33" fmla="*/ 569 h 1662"/>
                <a:gd name="T34" fmla="*/ 1179 w 1662"/>
                <a:gd name="T35" fmla="*/ 445 h 1662"/>
                <a:gd name="T36" fmla="*/ 1046 w 1662"/>
                <a:gd name="T37" fmla="*/ 358 h 1662"/>
                <a:gd name="T38" fmla="*/ 887 w 1662"/>
                <a:gd name="T39" fmla="*/ 314 h 1662"/>
                <a:gd name="T40" fmla="*/ 903 w 1662"/>
                <a:gd name="T41" fmla="*/ 3 h 1662"/>
                <a:gd name="T42" fmla="*/ 1107 w 1662"/>
                <a:gd name="T43" fmla="*/ 46 h 1662"/>
                <a:gd name="T44" fmla="*/ 1288 w 1662"/>
                <a:gd name="T45" fmla="*/ 137 h 1662"/>
                <a:gd name="T46" fmla="*/ 1441 w 1662"/>
                <a:gd name="T47" fmla="*/ 268 h 1662"/>
                <a:gd name="T48" fmla="*/ 1559 w 1662"/>
                <a:gd name="T49" fmla="*/ 431 h 1662"/>
                <a:gd name="T50" fmla="*/ 1635 w 1662"/>
                <a:gd name="T51" fmla="*/ 621 h 1662"/>
                <a:gd name="T52" fmla="*/ 1662 w 1662"/>
                <a:gd name="T53" fmla="*/ 831 h 1662"/>
                <a:gd name="T54" fmla="*/ 1635 w 1662"/>
                <a:gd name="T55" fmla="*/ 1041 h 1662"/>
                <a:gd name="T56" fmla="*/ 1559 w 1662"/>
                <a:gd name="T57" fmla="*/ 1231 h 1662"/>
                <a:gd name="T58" fmla="*/ 1441 w 1662"/>
                <a:gd name="T59" fmla="*/ 1394 h 1662"/>
                <a:gd name="T60" fmla="*/ 1288 w 1662"/>
                <a:gd name="T61" fmla="*/ 1525 h 1662"/>
                <a:gd name="T62" fmla="*/ 1107 w 1662"/>
                <a:gd name="T63" fmla="*/ 1616 h 1662"/>
                <a:gd name="T64" fmla="*/ 903 w 1662"/>
                <a:gd name="T65" fmla="*/ 1659 h 1662"/>
                <a:gd name="T66" fmla="*/ 689 w 1662"/>
                <a:gd name="T67" fmla="*/ 1650 h 1662"/>
                <a:gd name="T68" fmla="*/ 492 w 1662"/>
                <a:gd name="T69" fmla="*/ 1589 h 1662"/>
                <a:gd name="T70" fmla="*/ 318 w 1662"/>
                <a:gd name="T71" fmla="*/ 1486 h 1662"/>
                <a:gd name="T72" fmla="*/ 176 w 1662"/>
                <a:gd name="T73" fmla="*/ 1344 h 1662"/>
                <a:gd name="T74" fmla="*/ 73 w 1662"/>
                <a:gd name="T75" fmla="*/ 1170 h 1662"/>
                <a:gd name="T76" fmla="*/ 12 w 1662"/>
                <a:gd name="T77" fmla="*/ 973 h 1662"/>
                <a:gd name="T78" fmla="*/ 3 w 1662"/>
                <a:gd name="T79" fmla="*/ 759 h 1662"/>
                <a:gd name="T80" fmla="*/ 46 w 1662"/>
                <a:gd name="T81" fmla="*/ 555 h 1662"/>
                <a:gd name="T82" fmla="*/ 137 w 1662"/>
                <a:gd name="T83" fmla="*/ 374 h 1662"/>
                <a:gd name="T84" fmla="*/ 268 w 1662"/>
                <a:gd name="T85" fmla="*/ 221 h 1662"/>
                <a:gd name="T86" fmla="*/ 431 w 1662"/>
                <a:gd name="T87" fmla="*/ 103 h 1662"/>
                <a:gd name="T88" fmla="*/ 621 w 1662"/>
                <a:gd name="T89" fmla="*/ 27 h 1662"/>
                <a:gd name="T90" fmla="*/ 831 w 1662"/>
                <a:gd name="T91" fmla="*/ 0 h 1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62" h="1662">
                  <a:moveTo>
                    <a:pt x="831" y="311"/>
                  </a:moveTo>
                  <a:lnTo>
                    <a:pt x="775" y="314"/>
                  </a:lnTo>
                  <a:lnTo>
                    <a:pt x="720" y="323"/>
                  </a:lnTo>
                  <a:lnTo>
                    <a:pt x="667" y="338"/>
                  </a:lnTo>
                  <a:lnTo>
                    <a:pt x="616" y="358"/>
                  </a:lnTo>
                  <a:lnTo>
                    <a:pt x="569" y="383"/>
                  </a:lnTo>
                  <a:lnTo>
                    <a:pt x="525" y="412"/>
                  </a:lnTo>
                  <a:lnTo>
                    <a:pt x="483" y="445"/>
                  </a:lnTo>
                  <a:lnTo>
                    <a:pt x="445" y="483"/>
                  </a:lnTo>
                  <a:lnTo>
                    <a:pt x="412" y="525"/>
                  </a:lnTo>
                  <a:lnTo>
                    <a:pt x="383" y="569"/>
                  </a:lnTo>
                  <a:lnTo>
                    <a:pt x="358" y="616"/>
                  </a:lnTo>
                  <a:lnTo>
                    <a:pt x="338" y="667"/>
                  </a:lnTo>
                  <a:lnTo>
                    <a:pt x="323" y="719"/>
                  </a:lnTo>
                  <a:lnTo>
                    <a:pt x="314" y="775"/>
                  </a:lnTo>
                  <a:lnTo>
                    <a:pt x="311" y="831"/>
                  </a:lnTo>
                  <a:lnTo>
                    <a:pt x="314" y="887"/>
                  </a:lnTo>
                  <a:lnTo>
                    <a:pt x="323" y="942"/>
                  </a:lnTo>
                  <a:lnTo>
                    <a:pt x="338" y="995"/>
                  </a:lnTo>
                  <a:lnTo>
                    <a:pt x="358" y="1046"/>
                  </a:lnTo>
                  <a:lnTo>
                    <a:pt x="383" y="1093"/>
                  </a:lnTo>
                  <a:lnTo>
                    <a:pt x="412" y="1137"/>
                  </a:lnTo>
                  <a:lnTo>
                    <a:pt x="445" y="1179"/>
                  </a:lnTo>
                  <a:lnTo>
                    <a:pt x="483" y="1217"/>
                  </a:lnTo>
                  <a:lnTo>
                    <a:pt x="525" y="1250"/>
                  </a:lnTo>
                  <a:lnTo>
                    <a:pt x="569" y="1279"/>
                  </a:lnTo>
                  <a:lnTo>
                    <a:pt x="616" y="1304"/>
                  </a:lnTo>
                  <a:lnTo>
                    <a:pt x="667" y="1324"/>
                  </a:lnTo>
                  <a:lnTo>
                    <a:pt x="720" y="1339"/>
                  </a:lnTo>
                  <a:lnTo>
                    <a:pt x="775" y="1348"/>
                  </a:lnTo>
                  <a:lnTo>
                    <a:pt x="831" y="1351"/>
                  </a:lnTo>
                  <a:lnTo>
                    <a:pt x="887" y="1348"/>
                  </a:lnTo>
                  <a:lnTo>
                    <a:pt x="942" y="1339"/>
                  </a:lnTo>
                  <a:lnTo>
                    <a:pt x="995" y="1324"/>
                  </a:lnTo>
                  <a:lnTo>
                    <a:pt x="1046" y="1304"/>
                  </a:lnTo>
                  <a:lnTo>
                    <a:pt x="1093" y="1279"/>
                  </a:lnTo>
                  <a:lnTo>
                    <a:pt x="1137" y="1250"/>
                  </a:lnTo>
                  <a:lnTo>
                    <a:pt x="1179" y="1217"/>
                  </a:lnTo>
                  <a:lnTo>
                    <a:pt x="1217" y="1179"/>
                  </a:lnTo>
                  <a:lnTo>
                    <a:pt x="1250" y="1137"/>
                  </a:lnTo>
                  <a:lnTo>
                    <a:pt x="1279" y="1093"/>
                  </a:lnTo>
                  <a:lnTo>
                    <a:pt x="1304" y="1046"/>
                  </a:lnTo>
                  <a:lnTo>
                    <a:pt x="1324" y="995"/>
                  </a:lnTo>
                  <a:lnTo>
                    <a:pt x="1339" y="942"/>
                  </a:lnTo>
                  <a:lnTo>
                    <a:pt x="1348" y="887"/>
                  </a:lnTo>
                  <a:lnTo>
                    <a:pt x="1351" y="831"/>
                  </a:lnTo>
                  <a:lnTo>
                    <a:pt x="1348" y="775"/>
                  </a:lnTo>
                  <a:lnTo>
                    <a:pt x="1339" y="719"/>
                  </a:lnTo>
                  <a:lnTo>
                    <a:pt x="1324" y="667"/>
                  </a:lnTo>
                  <a:lnTo>
                    <a:pt x="1304" y="616"/>
                  </a:lnTo>
                  <a:lnTo>
                    <a:pt x="1279" y="569"/>
                  </a:lnTo>
                  <a:lnTo>
                    <a:pt x="1250" y="525"/>
                  </a:lnTo>
                  <a:lnTo>
                    <a:pt x="1217" y="483"/>
                  </a:lnTo>
                  <a:lnTo>
                    <a:pt x="1179" y="445"/>
                  </a:lnTo>
                  <a:lnTo>
                    <a:pt x="1137" y="412"/>
                  </a:lnTo>
                  <a:lnTo>
                    <a:pt x="1093" y="383"/>
                  </a:lnTo>
                  <a:lnTo>
                    <a:pt x="1046" y="358"/>
                  </a:lnTo>
                  <a:lnTo>
                    <a:pt x="995" y="338"/>
                  </a:lnTo>
                  <a:lnTo>
                    <a:pt x="942" y="323"/>
                  </a:lnTo>
                  <a:lnTo>
                    <a:pt x="887" y="314"/>
                  </a:lnTo>
                  <a:lnTo>
                    <a:pt x="831" y="311"/>
                  </a:lnTo>
                  <a:close/>
                  <a:moveTo>
                    <a:pt x="831" y="0"/>
                  </a:moveTo>
                  <a:lnTo>
                    <a:pt x="903" y="3"/>
                  </a:lnTo>
                  <a:lnTo>
                    <a:pt x="973" y="12"/>
                  </a:lnTo>
                  <a:lnTo>
                    <a:pt x="1041" y="27"/>
                  </a:lnTo>
                  <a:lnTo>
                    <a:pt x="1107" y="46"/>
                  </a:lnTo>
                  <a:lnTo>
                    <a:pt x="1170" y="73"/>
                  </a:lnTo>
                  <a:lnTo>
                    <a:pt x="1231" y="103"/>
                  </a:lnTo>
                  <a:lnTo>
                    <a:pt x="1288" y="137"/>
                  </a:lnTo>
                  <a:lnTo>
                    <a:pt x="1344" y="176"/>
                  </a:lnTo>
                  <a:lnTo>
                    <a:pt x="1394" y="221"/>
                  </a:lnTo>
                  <a:lnTo>
                    <a:pt x="1441" y="268"/>
                  </a:lnTo>
                  <a:lnTo>
                    <a:pt x="1486" y="318"/>
                  </a:lnTo>
                  <a:lnTo>
                    <a:pt x="1525" y="374"/>
                  </a:lnTo>
                  <a:lnTo>
                    <a:pt x="1559" y="431"/>
                  </a:lnTo>
                  <a:lnTo>
                    <a:pt x="1589" y="492"/>
                  </a:lnTo>
                  <a:lnTo>
                    <a:pt x="1616" y="555"/>
                  </a:lnTo>
                  <a:lnTo>
                    <a:pt x="1635" y="621"/>
                  </a:lnTo>
                  <a:lnTo>
                    <a:pt x="1650" y="689"/>
                  </a:lnTo>
                  <a:lnTo>
                    <a:pt x="1659" y="759"/>
                  </a:lnTo>
                  <a:lnTo>
                    <a:pt x="1662" y="831"/>
                  </a:lnTo>
                  <a:lnTo>
                    <a:pt x="1659" y="903"/>
                  </a:lnTo>
                  <a:lnTo>
                    <a:pt x="1650" y="973"/>
                  </a:lnTo>
                  <a:lnTo>
                    <a:pt x="1635" y="1041"/>
                  </a:lnTo>
                  <a:lnTo>
                    <a:pt x="1616" y="1107"/>
                  </a:lnTo>
                  <a:lnTo>
                    <a:pt x="1589" y="1170"/>
                  </a:lnTo>
                  <a:lnTo>
                    <a:pt x="1559" y="1231"/>
                  </a:lnTo>
                  <a:lnTo>
                    <a:pt x="1525" y="1288"/>
                  </a:lnTo>
                  <a:lnTo>
                    <a:pt x="1486" y="1344"/>
                  </a:lnTo>
                  <a:lnTo>
                    <a:pt x="1441" y="1394"/>
                  </a:lnTo>
                  <a:lnTo>
                    <a:pt x="1394" y="1441"/>
                  </a:lnTo>
                  <a:lnTo>
                    <a:pt x="1344" y="1486"/>
                  </a:lnTo>
                  <a:lnTo>
                    <a:pt x="1288" y="1525"/>
                  </a:lnTo>
                  <a:lnTo>
                    <a:pt x="1231" y="1559"/>
                  </a:lnTo>
                  <a:lnTo>
                    <a:pt x="1170" y="1589"/>
                  </a:lnTo>
                  <a:lnTo>
                    <a:pt x="1107" y="1616"/>
                  </a:lnTo>
                  <a:lnTo>
                    <a:pt x="1041" y="1635"/>
                  </a:lnTo>
                  <a:lnTo>
                    <a:pt x="973" y="1650"/>
                  </a:lnTo>
                  <a:lnTo>
                    <a:pt x="903" y="1659"/>
                  </a:lnTo>
                  <a:lnTo>
                    <a:pt x="831" y="1662"/>
                  </a:lnTo>
                  <a:lnTo>
                    <a:pt x="759" y="1659"/>
                  </a:lnTo>
                  <a:lnTo>
                    <a:pt x="689" y="1650"/>
                  </a:lnTo>
                  <a:lnTo>
                    <a:pt x="621" y="1635"/>
                  </a:lnTo>
                  <a:lnTo>
                    <a:pt x="555" y="1616"/>
                  </a:lnTo>
                  <a:lnTo>
                    <a:pt x="492" y="1589"/>
                  </a:lnTo>
                  <a:lnTo>
                    <a:pt x="431" y="1559"/>
                  </a:lnTo>
                  <a:lnTo>
                    <a:pt x="374" y="1525"/>
                  </a:lnTo>
                  <a:lnTo>
                    <a:pt x="318" y="1486"/>
                  </a:lnTo>
                  <a:lnTo>
                    <a:pt x="268" y="1441"/>
                  </a:lnTo>
                  <a:lnTo>
                    <a:pt x="221" y="1394"/>
                  </a:lnTo>
                  <a:lnTo>
                    <a:pt x="176" y="1344"/>
                  </a:lnTo>
                  <a:lnTo>
                    <a:pt x="137" y="1288"/>
                  </a:lnTo>
                  <a:lnTo>
                    <a:pt x="103" y="1231"/>
                  </a:lnTo>
                  <a:lnTo>
                    <a:pt x="73" y="1170"/>
                  </a:lnTo>
                  <a:lnTo>
                    <a:pt x="46" y="1107"/>
                  </a:lnTo>
                  <a:lnTo>
                    <a:pt x="27" y="1041"/>
                  </a:lnTo>
                  <a:lnTo>
                    <a:pt x="12" y="973"/>
                  </a:lnTo>
                  <a:lnTo>
                    <a:pt x="3" y="903"/>
                  </a:lnTo>
                  <a:lnTo>
                    <a:pt x="0" y="831"/>
                  </a:lnTo>
                  <a:lnTo>
                    <a:pt x="3" y="759"/>
                  </a:lnTo>
                  <a:lnTo>
                    <a:pt x="12" y="689"/>
                  </a:lnTo>
                  <a:lnTo>
                    <a:pt x="27" y="621"/>
                  </a:lnTo>
                  <a:lnTo>
                    <a:pt x="46" y="555"/>
                  </a:lnTo>
                  <a:lnTo>
                    <a:pt x="73" y="492"/>
                  </a:lnTo>
                  <a:lnTo>
                    <a:pt x="103" y="431"/>
                  </a:lnTo>
                  <a:lnTo>
                    <a:pt x="137" y="374"/>
                  </a:lnTo>
                  <a:lnTo>
                    <a:pt x="176" y="318"/>
                  </a:lnTo>
                  <a:lnTo>
                    <a:pt x="221" y="268"/>
                  </a:lnTo>
                  <a:lnTo>
                    <a:pt x="268" y="221"/>
                  </a:lnTo>
                  <a:lnTo>
                    <a:pt x="318" y="176"/>
                  </a:lnTo>
                  <a:lnTo>
                    <a:pt x="374" y="137"/>
                  </a:lnTo>
                  <a:lnTo>
                    <a:pt x="431" y="103"/>
                  </a:lnTo>
                  <a:lnTo>
                    <a:pt x="492" y="73"/>
                  </a:lnTo>
                  <a:lnTo>
                    <a:pt x="555" y="46"/>
                  </a:lnTo>
                  <a:lnTo>
                    <a:pt x="621" y="27"/>
                  </a:lnTo>
                  <a:lnTo>
                    <a:pt x="689" y="12"/>
                  </a:lnTo>
                  <a:lnTo>
                    <a:pt x="759" y="3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/>
            <p:cNvSpPr>
              <a:spLocks/>
            </p:cNvSpPr>
            <p:nvPr/>
          </p:nvSpPr>
          <p:spPr bwMode="auto">
            <a:xfrm>
              <a:off x="1060450" y="3675063"/>
              <a:ext cx="28575" cy="28575"/>
            </a:xfrm>
            <a:custGeom>
              <a:avLst/>
              <a:gdLst>
                <a:gd name="T0" fmla="*/ 110 w 221"/>
                <a:gd name="T1" fmla="*/ 0 h 221"/>
                <a:gd name="T2" fmla="*/ 136 w 221"/>
                <a:gd name="T3" fmla="*/ 3 h 221"/>
                <a:gd name="T4" fmla="*/ 159 w 221"/>
                <a:gd name="T5" fmla="*/ 11 h 221"/>
                <a:gd name="T6" fmla="*/ 180 w 221"/>
                <a:gd name="T7" fmla="*/ 24 h 221"/>
                <a:gd name="T8" fmla="*/ 197 w 221"/>
                <a:gd name="T9" fmla="*/ 41 h 221"/>
                <a:gd name="T10" fmla="*/ 210 w 221"/>
                <a:gd name="T11" fmla="*/ 62 h 221"/>
                <a:gd name="T12" fmla="*/ 218 w 221"/>
                <a:gd name="T13" fmla="*/ 85 h 221"/>
                <a:gd name="T14" fmla="*/ 221 w 221"/>
                <a:gd name="T15" fmla="*/ 111 h 221"/>
                <a:gd name="T16" fmla="*/ 218 w 221"/>
                <a:gd name="T17" fmla="*/ 136 h 221"/>
                <a:gd name="T18" fmla="*/ 210 w 221"/>
                <a:gd name="T19" fmla="*/ 159 h 221"/>
                <a:gd name="T20" fmla="*/ 197 w 221"/>
                <a:gd name="T21" fmla="*/ 180 h 221"/>
                <a:gd name="T22" fmla="*/ 180 w 221"/>
                <a:gd name="T23" fmla="*/ 197 h 221"/>
                <a:gd name="T24" fmla="*/ 159 w 221"/>
                <a:gd name="T25" fmla="*/ 210 h 221"/>
                <a:gd name="T26" fmla="*/ 136 w 221"/>
                <a:gd name="T27" fmla="*/ 218 h 221"/>
                <a:gd name="T28" fmla="*/ 110 w 221"/>
                <a:gd name="T29" fmla="*/ 221 h 221"/>
                <a:gd name="T30" fmla="*/ 85 w 221"/>
                <a:gd name="T31" fmla="*/ 218 h 221"/>
                <a:gd name="T32" fmla="*/ 62 w 221"/>
                <a:gd name="T33" fmla="*/ 210 h 221"/>
                <a:gd name="T34" fmla="*/ 41 w 221"/>
                <a:gd name="T35" fmla="*/ 197 h 221"/>
                <a:gd name="T36" fmla="*/ 24 w 221"/>
                <a:gd name="T37" fmla="*/ 180 h 221"/>
                <a:gd name="T38" fmla="*/ 11 w 221"/>
                <a:gd name="T39" fmla="*/ 159 h 221"/>
                <a:gd name="T40" fmla="*/ 3 w 221"/>
                <a:gd name="T41" fmla="*/ 136 h 221"/>
                <a:gd name="T42" fmla="*/ 0 w 221"/>
                <a:gd name="T43" fmla="*/ 111 h 221"/>
                <a:gd name="T44" fmla="*/ 3 w 221"/>
                <a:gd name="T45" fmla="*/ 85 h 221"/>
                <a:gd name="T46" fmla="*/ 11 w 221"/>
                <a:gd name="T47" fmla="*/ 62 h 221"/>
                <a:gd name="T48" fmla="*/ 24 w 221"/>
                <a:gd name="T49" fmla="*/ 41 h 221"/>
                <a:gd name="T50" fmla="*/ 41 w 221"/>
                <a:gd name="T51" fmla="*/ 24 h 221"/>
                <a:gd name="T52" fmla="*/ 62 w 221"/>
                <a:gd name="T53" fmla="*/ 11 h 221"/>
                <a:gd name="T54" fmla="*/ 85 w 221"/>
                <a:gd name="T55" fmla="*/ 3 h 221"/>
                <a:gd name="T56" fmla="*/ 110 w 221"/>
                <a:gd name="T57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1" h="221">
                  <a:moveTo>
                    <a:pt x="110" y="0"/>
                  </a:moveTo>
                  <a:lnTo>
                    <a:pt x="136" y="3"/>
                  </a:lnTo>
                  <a:lnTo>
                    <a:pt x="159" y="11"/>
                  </a:lnTo>
                  <a:lnTo>
                    <a:pt x="180" y="24"/>
                  </a:lnTo>
                  <a:lnTo>
                    <a:pt x="197" y="41"/>
                  </a:lnTo>
                  <a:lnTo>
                    <a:pt x="210" y="62"/>
                  </a:lnTo>
                  <a:lnTo>
                    <a:pt x="218" y="85"/>
                  </a:lnTo>
                  <a:lnTo>
                    <a:pt x="221" y="111"/>
                  </a:lnTo>
                  <a:lnTo>
                    <a:pt x="218" y="136"/>
                  </a:lnTo>
                  <a:lnTo>
                    <a:pt x="210" y="159"/>
                  </a:lnTo>
                  <a:lnTo>
                    <a:pt x="197" y="180"/>
                  </a:lnTo>
                  <a:lnTo>
                    <a:pt x="180" y="197"/>
                  </a:lnTo>
                  <a:lnTo>
                    <a:pt x="159" y="210"/>
                  </a:lnTo>
                  <a:lnTo>
                    <a:pt x="136" y="218"/>
                  </a:lnTo>
                  <a:lnTo>
                    <a:pt x="110" y="221"/>
                  </a:lnTo>
                  <a:lnTo>
                    <a:pt x="85" y="218"/>
                  </a:lnTo>
                  <a:lnTo>
                    <a:pt x="62" y="210"/>
                  </a:lnTo>
                  <a:lnTo>
                    <a:pt x="41" y="197"/>
                  </a:lnTo>
                  <a:lnTo>
                    <a:pt x="24" y="180"/>
                  </a:lnTo>
                  <a:lnTo>
                    <a:pt x="11" y="159"/>
                  </a:lnTo>
                  <a:lnTo>
                    <a:pt x="3" y="136"/>
                  </a:lnTo>
                  <a:lnTo>
                    <a:pt x="0" y="111"/>
                  </a:lnTo>
                  <a:lnTo>
                    <a:pt x="3" y="85"/>
                  </a:lnTo>
                  <a:lnTo>
                    <a:pt x="11" y="62"/>
                  </a:lnTo>
                  <a:lnTo>
                    <a:pt x="24" y="41"/>
                  </a:lnTo>
                  <a:lnTo>
                    <a:pt x="41" y="24"/>
                  </a:lnTo>
                  <a:lnTo>
                    <a:pt x="62" y="11"/>
                  </a:lnTo>
                  <a:lnTo>
                    <a:pt x="85" y="3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265798" y="3632720"/>
            <a:ext cx="2903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Find us on </a:t>
            </a:r>
            <a:r>
              <a:rPr lang="en-US" sz="1200" dirty="0" err="1" smtClean="0">
                <a:solidFill>
                  <a:schemeClr val="bg1"/>
                </a:solidFill>
              </a:rPr>
              <a:t>Instagram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65798" y="3852249"/>
            <a:ext cx="2903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 smtClean="0">
                <a:solidFill>
                  <a:schemeClr val="bg1"/>
                </a:solidFill>
              </a:rPr>
              <a:t>Instagram</a:t>
            </a:r>
            <a:r>
              <a:rPr lang="en-US" sz="1100" i="1" dirty="0" smtClean="0">
                <a:solidFill>
                  <a:schemeClr val="bg1"/>
                </a:solidFill>
              </a:rPr>
              <a:t> account goes here</a:t>
            </a: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Mango </a:t>
            </a:r>
            <a:r>
              <a:rPr lang="en-US" sz="1100" dirty="0" smtClean="0">
                <a:solidFill>
                  <a:schemeClr val="bg1"/>
                </a:solidFill>
              </a:rPr>
              <a:t>presentation | www.yourdomain.com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+mj-lt"/>
              </a:rPr>
              <a:t>Company Profile</a:t>
            </a: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4" name="Straight Connector 43"/>
          <p:cNvCxnSpPr>
            <a:stCxn id="4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4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icture Placeholder 45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9853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3090252" y="1230667"/>
                </a:moveTo>
                <a:lnTo>
                  <a:pt x="3081801" y="1231459"/>
                </a:lnTo>
                <a:lnTo>
                  <a:pt x="3073350" y="1232516"/>
                </a:lnTo>
                <a:lnTo>
                  <a:pt x="3064899" y="1233572"/>
                </a:lnTo>
                <a:lnTo>
                  <a:pt x="3056976" y="1235685"/>
                </a:lnTo>
                <a:lnTo>
                  <a:pt x="3048789" y="1237534"/>
                </a:lnTo>
                <a:lnTo>
                  <a:pt x="3040602" y="1240175"/>
                </a:lnTo>
                <a:lnTo>
                  <a:pt x="3032943" y="1243080"/>
                </a:lnTo>
                <a:lnTo>
                  <a:pt x="3025020" y="1246249"/>
                </a:lnTo>
                <a:lnTo>
                  <a:pt x="3017625" y="1250210"/>
                </a:lnTo>
                <a:lnTo>
                  <a:pt x="3010495" y="1254172"/>
                </a:lnTo>
                <a:lnTo>
                  <a:pt x="3003364" y="1258397"/>
                </a:lnTo>
                <a:lnTo>
                  <a:pt x="2996233" y="1263151"/>
                </a:lnTo>
                <a:lnTo>
                  <a:pt x="2989895" y="1267905"/>
                </a:lnTo>
                <a:lnTo>
                  <a:pt x="2983293" y="1273451"/>
                </a:lnTo>
                <a:lnTo>
                  <a:pt x="2977219" y="1278997"/>
                </a:lnTo>
                <a:lnTo>
                  <a:pt x="2971144" y="1284807"/>
                </a:lnTo>
                <a:lnTo>
                  <a:pt x="2965598" y="1291409"/>
                </a:lnTo>
                <a:lnTo>
                  <a:pt x="2960316" y="1297748"/>
                </a:lnTo>
                <a:lnTo>
                  <a:pt x="2955298" y="1304614"/>
                </a:lnTo>
                <a:lnTo>
                  <a:pt x="2950281" y="1311481"/>
                </a:lnTo>
                <a:lnTo>
                  <a:pt x="2946055" y="1318875"/>
                </a:lnTo>
                <a:lnTo>
                  <a:pt x="2941829" y="1326270"/>
                </a:lnTo>
                <a:lnTo>
                  <a:pt x="2938396" y="1334457"/>
                </a:lnTo>
                <a:lnTo>
                  <a:pt x="2935227" y="1342380"/>
                </a:lnTo>
                <a:lnTo>
                  <a:pt x="2932322" y="1350567"/>
                </a:lnTo>
                <a:lnTo>
                  <a:pt x="2929681" y="1359018"/>
                </a:lnTo>
                <a:lnTo>
                  <a:pt x="2733721" y="2089775"/>
                </a:lnTo>
                <a:lnTo>
                  <a:pt x="2731872" y="2098490"/>
                </a:lnTo>
                <a:lnTo>
                  <a:pt x="2730288" y="2107205"/>
                </a:lnTo>
                <a:lnTo>
                  <a:pt x="2728967" y="2115656"/>
                </a:lnTo>
                <a:lnTo>
                  <a:pt x="2728175" y="2124372"/>
                </a:lnTo>
                <a:lnTo>
                  <a:pt x="2727911" y="2133087"/>
                </a:lnTo>
                <a:lnTo>
                  <a:pt x="2727911" y="2141538"/>
                </a:lnTo>
                <a:lnTo>
                  <a:pt x="2728439" y="2149989"/>
                </a:lnTo>
                <a:lnTo>
                  <a:pt x="2729495" y="2158440"/>
                </a:lnTo>
                <a:lnTo>
                  <a:pt x="2730816" y="2166891"/>
                </a:lnTo>
                <a:lnTo>
                  <a:pt x="2732665" y="2174814"/>
                </a:lnTo>
                <a:lnTo>
                  <a:pt x="2735041" y="2183001"/>
                </a:lnTo>
                <a:lnTo>
                  <a:pt x="2737418" y="2191188"/>
                </a:lnTo>
                <a:lnTo>
                  <a:pt x="2740323" y="2198847"/>
                </a:lnTo>
                <a:lnTo>
                  <a:pt x="2743757" y="2206770"/>
                </a:lnTo>
                <a:lnTo>
                  <a:pt x="2747454" y="2214165"/>
                </a:lnTo>
                <a:lnTo>
                  <a:pt x="2751151" y="2221295"/>
                </a:lnTo>
                <a:lnTo>
                  <a:pt x="2755641" y="2228426"/>
                </a:lnTo>
                <a:lnTo>
                  <a:pt x="2760395" y="2235557"/>
                </a:lnTo>
                <a:lnTo>
                  <a:pt x="2765149" y="2241895"/>
                </a:lnTo>
                <a:lnTo>
                  <a:pt x="2770695" y="2248497"/>
                </a:lnTo>
                <a:lnTo>
                  <a:pt x="2776241" y="2254572"/>
                </a:lnTo>
                <a:lnTo>
                  <a:pt x="2782315" y="2260646"/>
                </a:lnTo>
                <a:lnTo>
                  <a:pt x="2788389" y="2266192"/>
                </a:lnTo>
                <a:lnTo>
                  <a:pt x="2794992" y="2271474"/>
                </a:lnTo>
                <a:lnTo>
                  <a:pt x="2801858" y="2276492"/>
                </a:lnTo>
                <a:lnTo>
                  <a:pt x="2808989" y="2281509"/>
                </a:lnTo>
                <a:lnTo>
                  <a:pt x="2815855" y="2285735"/>
                </a:lnTo>
                <a:lnTo>
                  <a:pt x="2823778" y="2289961"/>
                </a:lnTo>
                <a:lnTo>
                  <a:pt x="2831437" y="2293394"/>
                </a:lnTo>
                <a:lnTo>
                  <a:pt x="2839624" y="2296563"/>
                </a:lnTo>
                <a:lnTo>
                  <a:pt x="2847811" y="2299468"/>
                </a:lnTo>
                <a:lnTo>
                  <a:pt x="2856526" y="2302109"/>
                </a:lnTo>
                <a:lnTo>
                  <a:pt x="3587283" y="2498069"/>
                </a:lnTo>
                <a:lnTo>
                  <a:pt x="3595734" y="2499918"/>
                </a:lnTo>
                <a:lnTo>
                  <a:pt x="3604449" y="2501502"/>
                </a:lnTo>
                <a:lnTo>
                  <a:pt x="3613164" y="2502823"/>
                </a:lnTo>
                <a:lnTo>
                  <a:pt x="3621615" y="2503615"/>
                </a:lnTo>
                <a:lnTo>
                  <a:pt x="3630331" y="2503879"/>
                </a:lnTo>
                <a:lnTo>
                  <a:pt x="3638782" y="2503879"/>
                </a:lnTo>
                <a:lnTo>
                  <a:pt x="3647497" y="2503351"/>
                </a:lnTo>
                <a:lnTo>
                  <a:pt x="3655420" y="2502295"/>
                </a:lnTo>
                <a:lnTo>
                  <a:pt x="3663871" y="2500974"/>
                </a:lnTo>
                <a:lnTo>
                  <a:pt x="3672322" y="2499125"/>
                </a:lnTo>
                <a:lnTo>
                  <a:pt x="3680509" y="2496749"/>
                </a:lnTo>
                <a:lnTo>
                  <a:pt x="3688168" y="2494372"/>
                </a:lnTo>
                <a:lnTo>
                  <a:pt x="3696091" y="2491467"/>
                </a:lnTo>
                <a:lnTo>
                  <a:pt x="3703750" y="2488033"/>
                </a:lnTo>
                <a:lnTo>
                  <a:pt x="3711144" y="2484336"/>
                </a:lnTo>
                <a:lnTo>
                  <a:pt x="3718803" y="2480639"/>
                </a:lnTo>
                <a:lnTo>
                  <a:pt x="3725934" y="2476149"/>
                </a:lnTo>
                <a:lnTo>
                  <a:pt x="3732536" y="2471395"/>
                </a:lnTo>
                <a:lnTo>
                  <a:pt x="3739403" y="2466642"/>
                </a:lnTo>
                <a:lnTo>
                  <a:pt x="3746005" y="2461095"/>
                </a:lnTo>
                <a:lnTo>
                  <a:pt x="3752079" y="2455549"/>
                </a:lnTo>
                <a:lnTo>
                  <a:pt x="3757889" y="2449475"/>
                </a:lnTo>
                <a:lnTo>
                  <a:pt x="3763435" y="2443401"/>
                </a:lnTo>
                <a:lnTo>
                  <a:pt x="3768982" y="2436799"/>
                </a:lnTo>
                <a:lnTo>
                  <a:pt x="3773735" y="2429932"/>
                </a:lnTo>
                <a:lnTo>
                  <a:pt x="3778489" y="2423065"/>
                </a:lnTo>
                <a:lnTo>
                  <a:pt x="3783243" y="2415935"/>
                </a:lnTo>
                <a:lnTo>
                  <a:pt x="3786940" y="2408012"/>
                </a:lnTo>
                <a:lnTo>
                  <a:pt x="3790637" y="2400353"/>
                </a:lnTo>
                <a:lnTo>
                  <a:pt x="3794071" y="2392166"/>
                </a:lnTo>
                <a:lnTo>
                  <a:pt x="3796976" y="2383979"/>
                </a:lnTo>
                <a:lnTo>
                  <a:pt x="3799617" y="2375264"/>
                </a:lnTo>
                <a:lnTo>
                  <a:pt x="3995313" y="1644507"/>
                </a:lnTo>
                <a:lnTo>
                  <a:pt x="3997425" y="1636056"/>
                </a:lnTo>
                <a:lnTo>
                  <a:pt x="3999010" y="1627341"/>
                </a:lnTo>
                <a:lnTo>
                  <a:pt x="4000066" y="1618626"/>
                </a:lnTo>
                <a:lnTo>
                  <a:pt x="4001123" y="1610175"/>
                </a:lnTo>
                <a:lnTo>
                  <a:pt x="4001123" y="1601459"/>
                </a:lnTo>
                <a:lnTo>
                  <a:pt x="4001123" y="1593008"/>
                </a:lnTo>
                <a:lnTo>
                  <a:pt x="4000331" y="1584557"/>
                </a:lnTo>
                <a:lnTo>
                  <a:pt x="3999538" y="1576370"/>
                </a:lnTo>
                <a:lnTo>
                  <a:pt x="3998218" y="1567919"/>
                </a:lnTo>
                <a:lnTo>
                  <a:pt x="3996105" y="1559732"/>
                </a:lnTo>
                <a:lnTo>
                  <a:pt x="3994256" y="1551545"/>
                </a:lnTo>
                <a:lnTo>
                  <a:pt x="3991615" y="1543622"/>
                </a:lnTo>
                <a:lnTo>
                  <a:pt x="3988710" y="1535699"/>
                </a:lnTo>
                <a:lnTo>
                  <a:pt x="3985541" y="1528040"/>
                </a:lnTo>
                <a:lnTo>
                  <a:pt x="3981844" y="1520646"/>
                </a:lnTo>
                <a:lnTo>
                  <a:pt x="3977618" y="1512987"/>
                </a:lnTo>
                <a:lnTo>
                  <a:pt x="3973393" y="1505856"/>
                </a:lnTo>
                <a:lnTo>
                  <a:pt x="3968639" y="1499254"/>
                </a:lnTo>
                <a:lnTo>
                  <a:pt x="3963885" y="1492387"/>
                </a:lnTo>
                <a:lnTo>
                  <a:pt x="3958603" y="1486313"/>
                </a:lnTo>
                <a:lnTo>
                  <a:pt x="3952793" y="1479711"/>
                </a:lnTo>
                <a:lnTo>
                  <a:pt x="3946983" y="1473900"/>
                </a:lnTo>
                <a:lnTo>
                  <a:pt x="3940909" y="1468355"/>
                </a:lnTo>
                <a:lnTo>
                  <a:pt x="3934306" y="1462808"/>
                </a:lnTo>
                <a:lnTo>
                  <a:pt x="3927440" y="1458055"/>
                </a:lnTo>
                <a:lnTo>
                  <a:pt x="3920309" y="1453301"/>
                </a:lnTo>
                <a:lnTo>
                  <a:pt x="3912914" y="1448547"/>
                </a:lnTo>
                <a:lnTo>
                  <a:pt x="3905520" y="1444850"/>
                </a:lnTo>
                <a:lnTo>
                  <a:pt x="3897861" y="1441152"/>
                </a:lnTo>
                <a:lnTo>
                  <a:pt x="3889674" y="1437719"/>
                </a:lnTo>
                <a:lnTo>
                  <a:pt x="3881223" y="1434814"/>
                </a:lnTo>
                <a:lnTo>
                  <a:pt x="3872772" y="1432437"/>
                </a:lnTo>
                <a:lnTo>
                  <a:pt x="3142015" y="1236477"/>
                </a:lnTo>
                <a:lnTo>
                  <a:pt x="3133300" y="1234365"/>
                </a:lnTo>
                <a:lnTo>
                  <a:pt x="3124585" y="1232780"/>
                </a:lnTo>
                <a:lnTo>
                  <a:pt x="3116134" y="1231723"/>
                </a:lnTo>
                <a:lnTo>
                  <a:pt x="3107418" y="1231195"/>
                </a:lnTo>
                <a:lnTo>
                  <a:pt x="3098703" y="1230667"/>
                </a:lnTo>
                <a:close/>
                <a:moveTo>
                  <a:pt x="4991762" y="0"/>
                </a:moveTo>
                <a:lnTo>
                  <a:pt x="5758706" y="0"/>
                </a:lnTo>
                <a:lnTo>
                  <a:pt x="5707318" y="191828"/>
                </a:lnTo>
                <a:close/>
                <a:moveTo>
                  <a:pt x="0" y="0"/>
                </a:moveTo>
                <a:lnTo>
                  <a:pt x="3095949" y="0"/>
                </a:lnTo>
                <a:lnTo>
                  <a:pt x="3089872" y="528"/>
                </a:lnTo>
                <a:lnTo>
                  <a:pt x="3084058" y="1320"/>
                </a:lnTo>
                <a:lnTo>
                  <a:pt x="3078245" y="2376"/>
                </a:lnTo>
                <a:lnTo>
                  <a:pt x="3072697" y="3168"/>
                </a:lnTo>
                <a:lnTo>
                  <a:pt x="3066884" y="4752"/>
                </a:lnTo>
                <a:lnTo>
                  <a:pt x="3061335" y="6864"/>
                </a:lnTo>
                <a:lnTo>
                  <a:pt x="3055786" y="8712"/>
                </a:lnTo>
                <a:lnTo>
                  <a:pt x="3050237" y="11088"/>
                </a:lnTo>
                <a:lnTo>
                  <a:pt x="3045217" y="13464"/>
                </a:lnTo>
                <a:lnTo>
                  <a:pt x="3039932" y="16632"/>
                </a:lnTo>
                <a:lnTo>
                  <a:pt x="3035176" y="19536"/>
                </a:lnTo>
                <a:lnTo>
                  <a:pt x="3030156" y="22704"/>
                </a:lnTo>
                <a:lnTo>
                  <a:pt x="3025664" y="26136"/>
                </a:lnTo>
                <a:lnTo>
                  <a:pt x="3021172" y="29831"/>
                </a:lnTo>
                <a:lnTo>
                  <a:pt x="3016680" y="33791"/>
                </a:lnTo>
                <a:lnTo>
                  <a:pt x="3012452" y="37751"/>
                </a:lnTo>
                <a:lnTo>
                  <a:pt x="3008489" y="42503"/>
                </a:lnTo>
                <a:lnTo>
                  <a:pt x="3005054" y="46991"/>
                </a:lnTo>
                <a:lnTo>
                  <a:pt x="3001355" y="51743"/>
                </a:lnTo>
                <a:lnTo>
                  <a:pt x="2998184" y="56759"/>
                </a:lnTo>
                <a:lnTo>
                  <a:pt x="2994749" y="61775"/>
                </a:lnTo>
                <a:lnTo>
                  <a:pt x="2991842" y="67055"/>
                </a:lnTo>
                <a:lnTo>
                  <a:pt x="2989464" y="72599"/>
                </a:lnTo>
                <a:lnTo>
                  <a:pt x="2987086" y="77879"/>
                </a:lnTo>
                <a:lnTo>
                  <a:pt x="2985236" y="83951"/>
                </a:lnTo>
                <a:lnTo>
                  <a:pt x="2983123" y="90022"/>
                </a:lnTo>
                <a:lnTo>
                  <a:pt x="2846252" y="601117"/>
                </a:lnTo>
                <a:lnTo>
                  <a:pt x="2844930" y="607189"/>
                </a:lnTo>
                <a:lnTo>
                  <a:pt x="2843609" y="613261"/>
                </a:lnTo>
                <a:lnTo>
                  <a:pt x="2843081" y="619597"/>
                </a:lnTo>
                <a:lnTo>
                  <a:pt x="2842288" y="625405"/>
                </a:lnTo>
                <a:lnTo>
                  <a:pt x="2842024" y="631477"/>
                </a:lnTo>
                <a:lnTo>
                  <a:pt x="2842288" y="637285"/>
                </a:lnTo>
                <a:lnTo>
                  <a:pt x="2842552" y="643357"/>
                </a:lnTo>
                <a:lnTo>
                  <a:pt x="2843345" y="649164"/>
                </a:lnTo>
                <a:lnTo>
                  <a:pt x="2844138" y="654972"/>
                </a:lnTo>
                <a:lnTo>
                  <a:pt x="2845459" y="660516"/>
                </a:lnTo>
                <a:lnTo>
                  <a:pt x="2847044" y="666324"/>
                </a:lnTo>
                <a:lnTo>
                  <a:pt x="2848894" y="671868"/>
                </a:lnTo>
                <a:lnTo>
                  <a:pt x="2850743" y="677412"/>
                </a:lnTo>
                <a:lnTo>
                  <a:pt x="2853122" y="682956"/>
                </a:lnTo>
                <a:lnTo>
                  <a:pt x="2855500" y="687972"/>
                </a:lnTo>
                <a:lnTo>
                  <a:pt x="2858406" y="693252"/>
                </a:lnTo>
                <a:lnTo>
                  <a:pt x="2861313" y="698004"/>
                </a:lnTo>
                <a:lnTo>
                  <a:pt x="2864748" y="703019"/>
                </a:lnTo>
                <a:lnTo>
                  <a:pt x="2868183" y="707507"/>
                </a:lnTo>
                <a:lnTo>
                  <a:pt x="2872146" y="711995"/>
                </a:lnTo>
                <a:lnTo>
                  <a:pt x="2876110" y="716483"/>
                </a:lnTo>
                <a:lnTo>
                  <a:pt x="2880073" y="720443"/>
                </a:lnTo>
                <a:lnTo>
                  <a:pt x="2884301" y="724667"/>
                </a:lnTo>
                <a:lnTo>
                  <a:pt x="2889057" y="728099"/>
                </a:lnTo>
                <a:lnTo>
                  <a:pt x="2893813" y="731795"/>
                </a:lnTo>
                <a:lnTo>
                  <a:pt x="2898569" y="734963"/>
                </a:lnTo>
                <a:lnTo>
                  <a:pt x="2903854" y="738131"/>
                </a:lnTo>
                <a:lnTo>
                  <a:pt x="2909138" y="741299"/>
                </a:lnTo>
                <a:lnTo>
                  <a:pt x="2914423" y="743675"/>
                </a:lnTo>
                <a:lnTo>
                  <a:pt x="2920500" y="746051"/>
                </a:lnTo>
                <a:lnTo>
                  <a:pt x="2926313" y="747899"/>
                </a:lnTo>
                <a:lnTo>
                  <a:pt x="2932126" y="749483"/>
                </a:lnTo>
                <a:lnTo>
                  <a:pt x="3443940" y="886760"/>
                </a:lnTo>
                <a:lnTo>
                  <a:pt x="3450017" y="888080"/>
                </a:lnTo>
                <a:lnTo>
                  <a:pt x="3455830" y="889400"/>
                </a:lnTo>
                <a:lnTo>
                  <a:pt x="3461907" y="889928"/>
                </a:lnTo>
                <a:lnTo>
                  <a:pt x="3468249" y="890720"/>
                </a:lnTo>
                <a:lnTo>
                  <a:pt x="3474062" y="890720"/>
                </a:lnTo>
                <a:lnTo>
                  <a:pt x="3480139" y="890720"/>
                </a:lnTo>
                <a:lnTo>
                  <a:pt x="3485952" y="890456"/>
                </a:lnTo>
                <a:lnTo>
                  <a:pt x="3491765" y="889664"/>
                </a:lnTo>
                <a:lnTo>
                  <a:pt x="3497578" y="888872"/>
                </a:lnTo>
                <a:lnTo>
                  <a:pt x="3503391" y="887552"/>
                </a:lnTo>
                <a:lnTo>
                  <a:pt x="3508940" y="885968"/>
                </a:lnTo>
                <a:lnTo>
                  <a:pt x="3514753" y="884120"/>
                </a:lnTo>
                <a:lnTo>
                  <a:pt x="3520302" y="882272"/>
                </a:lnTo>
                <a:lnTo>
                  <a:pt x="3525587" y="879632"/>
                </a:lnTo>
                <a:lnTo>
                  <a:pt x="3530607" y="877520"/>
                </a:lnTo>
                <a:lnTo>
                  <a:pt x="3535892" y="874616"/>
                </a:lnTo>
                <a:lnTo>
                  <a:pt x="3540648" y="871712"/>
                </a:lnTo>
                <a:lnTo>
                  <a:pt x="3545668" y="868016"/>
                </a:lnTo>
                <a:lnTo>
                  <a:pt x="3550424" y="864849"/>
                </a:lnTo>
                <a:lnTo>
                  <a:pt x="3554916" y="860889"/>
                </a:lnTo>
                <a:lnTo>
                  <a:pt x="3559144" y="856929"/>
                </a:lnTo>
                <a:lnTo>
                  <a:pt x="3563372" y="852705"/>
                </a:lnTo>
                <a:lnTo>
                  <a:pt x="3567335" y="848745"/>
                </a:lnTo>
                <a:lnTo>
                  <a:pt x="3571298" y="843993"/>
                </a:lnTo>
                <a:lnTo>
                  <a:pt x="3574733" y="839241"/>
                </a:lnTo>
                <a:lnTo>
                  <a:pt x="3577904" y="834489"/>
                </a:lnTo>
                <a:lnTo>
                  <a:pt x="3580811" y="829209"/>
                </a:lnTo>
                <a:lnTo>
                  <a:pt x="3583717" y="823665"/>
                </a:lnTo>
                <a:lnTo>
                  <a:pt x="3586360" y="818649"/>
                </a:lnTo>
                <a:lnTo>
                  <a:pt x="3588738" y="812577"/>
                </a:lnTo>
                <a:lnTo>
                  <a:pt x="3590851" y="806770"/>
                </a:lnTo>
                <a:lnTo>
                  <a:pt x="3592437" y="800962"/>
                </a:lnTo>
                <a:lnTo>
                  <a:pt x="3729572" y="289603"/>
                </a:lnTo>
                <a:lnTo>
                  <a:pt x="3731158" y="283531"/>
                </a:lnTo>
                <a:lnTo>
                  <a:pt x="3732214" y="277723"/>
                </a:lnTo>
                <a:lnTo>
                  <a:pt x="3733271" y="271651"/>
                </a:lnTo>
                <a:lnTo>
                  <a:pt x="3733536" y="265315"/>
                </a:lnTo>
                <a:lnTo>
                  <a:pt x="3733800" y="259507"/>
                </a:lnTo>
                <a:lnTo>
                  <a:pt x="3733800" y="253435"/>
                </a:lnTo>
                <a:lnTo>
                  <a:pt x="3733271" y="247628"/>
                </a:lnTo>
                <a:lnTo>
                  <a:pt x="3732479" y="241820"/>
                </a:lnTo>
                <a:lnTo>
                  <a:pt x="3731422" y="236012"/>
                </a:lnTo>
                <a:lnTo>
                  <a:pt x="3730629" y="230204"/>
                </a:lnTo>
                <a:lnTo>
                  <a:pt x="3729044" y="224660"/>
                </a:lnTo>
                <a:lnTo>
                  <a:pt x="3726930" y="218852"/>
                </a:lnTo>
                <a:lnTo>
                  <a:pt x="3725080" y="213308"/>
                </a:lnTo>
                <a:lnTo>
                  <a:pt x="3722702" y="208028"/>
                </a:lnTo>
                <a:lnTo>
                  <a:pt x="3720324" y="203012"/>
                </a:lnTo>
                <a:lnTo>
                  <a:pt x="3717153" y="197733"/>
                </a:lnTo>
                <a:lnTo>
                  <a:pt x="3714247" y="192453"/>
                </a:lnTo>
                <a:lnTo>
                  <a:pt x="3711076" y="187965"/>
                </a:lnTo>
                <a:lnTo>
                  <a:pt x="3707641" y="183213"/>
                </a:lnTo>
                <a:lnTo>
                  <a:pt x="3703942" y="178725"/>
                </a:lnTo>
                <a:lnTo>
                  <a:pt x="3699978" y="174501"/>
                </a:lnTo>
                <a:lnTo>
                  <a:pt x="3696015" y="170277"/>
                </a:lnTo>
                <a:lnTo>
                  <a:pt x="3691259" y="166317"/>
                </a:lnTo>
                <a:lnTo>
                  <a:pt x="3686767" y="162357"/>
                </a:lnTo>
                <a:lnTo>
                  <a:pt x="3682011" y="158925"/>
                </a:lnTo>
                <a:lnTo>
                  <a:pt x="3676990" y="155757"/>
                </a:lnTo>
                <a:lnTo>
                  <a:pt x="3671970" y="152853"/>
                </a:lnTo>
                <a:lnTo>
                  <a:pt x="3666685" y="149949"/>
                </a:lnTo>
                <a:lnTo>
                  <a:pt x="3661137" y="147309"/>
                </a:lnTo>
                <a:lnTo>
                  <a:pt x="3655852" y="144933"/>
                </a:lnTo>
                <a:lnTo>
                  <a:pt x="3649775" y="142821"/>
                </a:lnTo>
                <a:lnTo>
                  <a:pt x="3643697" y="141237"/>
                </a:lnTo>
                <a:lnTo>
                  <a:pt x="3131884" y="4224"/>
                </a:lnTo>
                <a:lnTo>
                  <a:pt x="3126071" y="2640"/>
                </a:lnTo>
                <a:lnTo>
                  <a:pt x="3119994" y="1584"/>
                </a:lnTo>
                <a:lnTo>
                  <a:pt x="3113652" y="528"/>
                </a:lnTo>
                <a:lnTo>
                  <a:pt x="3107839" y="264"/>
                </a:lnTo>
                <a:lnTo>
                  <a:pt x="3101762" y="0"/>
                </a:lnTo>
                <a:lnTo>
                  <a:pt x="4493470" y="0"/>
                </a:lnTo>
                <a:lnTo>
                  <a:pt x="4492921" y="503"/>
                </a:lnTo>
                <a:lnTo>
                  <a:pt x="4483677" y="9483"/>
                </a:lnTo>
                <a:lnTo>
                  <a:pt x="4474961" y="19255"/>
                </a:lnTo>
                <a:lnTo>
                  <a:pt x="4466510" y="29292"/>
                </a:lnTo>
                <a:lnTo>
                  <a:pt x="4458850" y="40120"/>
                </a:lnTo>
                <a:lnTo>
                  <a:pt x="4451719" y="50949"/>
                </a:lnTo>
                <a:lnTo>
                  <a:pt x="4444852" y="62306"/>
                </a:lnTo>
                <a:lnTo>
                  <a:pt x="4438513" y="73927"/>
                </a:lnTo>
                <a:lnTo>
                  <a:pt x="4432967" y="86077"/>
                </a:lnTo>
                <a:lnTo>
                  <a:pt x="4427685" y="98754"/>
                </a:lnTo>
                <a:lnTo>
                  <a:pt x="4423195" y="111696"/>
                </a:lnTo>
                <a:lnTo>
                  <a:pt x="4419233" y="124638"/>
                </a:lnTo>
                <a:lnTo>
                  <a:pt x="4116027" y="1256904"/>
                </a:lnTo>
                <a:lnTo>
                  <a:pt x="4112594" y="1270110"/>
                </a:lnTo>
                <a:lnTo>
                  <a:pt x="4110217" y="1283844"/>
                </a:lnTo>
                <a:lnTo>
                  <a:pt x="4108104" y="1297050"/>
                </a:lnTo>
                <a:lnTo>
                  <a:pt x="4107311" y="1310256"/>
                </a:lnTo>
                <a:lnTo>
                  <a:pt x="4106783" y="1323462"/>
                </a:lnTo>
                <a:lnTo>
                  <a:pt x="4106783" y="1336932"/>
                </a:lnTo>
                <a:lnTo>
                  <a:pt x="4107840" y="1350137"/>
                </a:lnTo>
                <a:lnTo>
                  <a:pt x="4109424" y="1363079"/>
                </a:lnTo>
                <a:lnTo>
                  <a:pt x="4111273" y="1376021"/>
                </a:lnTo>
                <a:lnTo>
                  <a:pt x="4114442" y="1388698"/>
                </a:lnTo>
                <a:lnTo>
                  <a:pt x="4117612" y="1401376"/>
                </a:lnTo>
                <a:lnTo>
                  <a:pt x="4121310" y="1413525"/>
                </a:lnTo>
                <a:lnTo>
                  <a:pt x="4126064" y="1425675"/>
                </a:lnTo>
                <a:lnTo>
                  <a:pt x="4131082" y="1437560"/>
                </a:lnTo>
                <a:lnTo>
                  <a:pt x="4136628" y="1449181"/>
                </a:lnTo>
                <a:lnTo>
                  <a:pt x="4143231" y="1460538"/>
                </a:lnTo>
                <a:lnTo>
                  <a:pt x="4149570" y="1471631"/>
                </a:lnTo>
                <a:lnTo>
                  <a:pt x="4156965" y="1482195"/>
                </a:lnTo>
                <a:lnTo>
                  <a:pt x="4164889" y="1492496"/>
                </a:lnTo>
                <a:lnTo>
                  <a:pt x="4172812" y="1502533"/>
                </a:lnTo>
                <a:lnTo>
                  <a:pt x="4181792" y="1512041"/>
                </a:lnTo>
                <a:lnTo>
                  <a:pt x="4190772" y="1521549"/>
                </a:lnTo>
                <a:lnTo>
                  <a:pt x="4200545" y="1530265"/>
                </a:lnTo>
                <a:lnTo>
                  <a:pt x="4210581" y="1538188"/>
                </a:lnTo>
                <a:lnTo>
                  <a:pt x="4221146" y="1546112"/>
                </a:lnTo>
                <a:lnTo>
                  <a:pt x="4231974" y="1553507"/>
                </a:lnTo>
                <a:lnTo>
                  <a:pt x="4243596" y="1560374"/>
                </a:lnTo>
                <a:lnTo>
                  <a:pt x="4255217" y="1566449"/>
                </a:lnTo>
                <a:lnTo>
                  <a:pt x="4267102" y="1572259"/>
                </a:lnTo>
                <a:lnTo>
                  <a:pt x="4279779" y="1577542"/>
                </a:lnTo>
                <a:lnTo>
                  <a:pt x="4292721" y="1582032"/>
                </a:lnTo>
                <a:lnTo>
                  <a:pt x="4305663" y="1585993"/>
                </a:lnTo>
                <a:lnTo>
                  <a:pt x="5437930" y="1889199"/>
                </a:lnTo>
                <a:lnTo>
                  <a:pt x="5451399" y="1892632"/>
                </a:lnTo>
                <a:lnTo>
                  <a:pt x="5464869" y="1894745"/>
                </a:lnTo>
                <a:lnTo>
                  <a:pt x="5478075" y="1896594"/>
                </a:lnTo>
                <a:lnTo>
                  <a:pt x="5491545" y="1897651"/>
                </a:lnTo>
                <a:lnTo>
                  <a:pt x="5504751" y="1898443"/>
                </a:lnTo>
                <a:lnTo>
                  <a:pt x="5517957" y="1897915"/>
                </a:lnTo>
                <a:lnTo>
                  <a:pt x="5531163" y="1897122"/>
                </a:lnTo>
                <a:lnTo>
                  <a:pt x="5544368" y="1895802"/>
                </a:lnTo>
                <a:lnTo>
                  <a:pt x="5557310" y="1893425"/>
                </a:lnTo>
                <a:lnTo>
                  <a:pt x="5569724" y="1890784"/>
                </a:lnTo>
                <a:lnTo>
                  <a:pt x="5582401" y="1887350"/>
                </a:lnTo>
                <a:lnTo>
                  <a:pt x="5594815" y="1883388"/>
                </a:lnTo>
                <a:lnTo>
                  <a:pt x="5606700" y="1878898"/>
                </a:lnTo>
                <a:lnTo>
                  <a:pt x="5618849" y="1873616"/>
                </a:lnTo>
                <a:lnTo>
                  <a:pt x="5630470" y="1868334"/>
                </a:lnTo>
                <a:lnTo>
                  <a:pt x="5641827" y="1861995"/>
                </a:lnTo>
                <a:lnTo>
                  <a:pt x="5652656" y="1855392"/>
                </a:lnTo>
                <a:lnTo>
                  <a:pt x="5663485" y="1848261"/>
                </a:lnTo>
                <a:lnTo>
                  <a:pt x="5673785" y="1840337"/>
                </a:lnTo>
                <a:lnTo>
                  <a:pt x="5683822" y="1832414"/>
                </a:lnTo>
                <a:lnTo>
                  <a:pt x="5693066" y="1823434"/>
                </a:lnTo>
                <a:lnTo>
                  <a:pt x="5702574" y="1814190"/>
                </a:lnTo>
                <a:lnTo>
                  <a:pt x="5711290" y="1804418"/>
                </a:lnTo>
                <a:lnTo>
                  <a:pt x="5719478" y="1794381"/>
                </a:lnTo>
                <a:lnTo>
                  <a:pt x="5727137" y="1784081"/>
                </a:lnTo>
                <a:lnTo>
                  <a:pt x="5734532" y="1772988"/>
                </a:lnTo>
                <a:lnTo>
                  <a:pt x="5741399" y="1761631"/>
                </a:lnTo>
                <a:lnTo>
                  <a:pt x="5747474" y="1750010"/>
                </a:lnTo>
                <a:lnTo>
                  <a:pt x="5753549" y="1737860"/>
                </a:lnTo>
                <a:lnTo>
                  <a:pt x="5758567" y="1725447"/>
                </a:lnTo>
                <a:lnTo>
                  <a:pt x="5763057" y="1712505"/>
                </a:lnTo>
                <a:lnTo>
                  <a:pt x="5767018" y="1699299"/>
                </a:lnTo>
                <a:lnTo>
                  <a:pt x="6024046" y="740536"/>
                </a:lnTo>
                <a:lnTo>
                  <a:pt x="6489604" y="865342"/>
                </a:lnTo>
                <a:lnTo>
                  <a:pt x="6498317" y="867721"/>
                </a:lnTo>
                <a:lnTo>
                  <a:pt x="6506767" y="869307"/>
                </a:lnTo>
                <a:lnTo>
                  <a:pt x="6515480" y="870364"/>
                </a:lnTo>
                <a:lnTo>
                  <a:pt x="6524193" y="870893"/>
                </a:lnTo>
                <a:lnTo>
                  <a:pt x="6532643" y="871421"/>
                </a:lnTo>
                <a:lnTo>
                  <a:pt x="6541356" y="871421"/>
                </a:lnTo>
                <a:lnTo>
                  <a:pt x="6549805" y="870628"/>
                </a:lnTo>
                <a:lnTo>
                  <a:pt x="6558255" y="869571"/>
                </a:lnTo>
                <a:lnTo>
                  <a:pt x="6566440" y="868249"/>
                </a:lnTo>
                <a:lnTo>
                  <a:pt x="6574890" y="866399"/>
                </a:lnTo>
                <a:lnTo>
                  <a:pt x="6582811" y="864549"/>
                </a:lnTo>
                <a:lnTo>
                  <a:pt x="6590732" y="861906"/>
                </a:lnTo>
                <a:lnTo>
                  <a:pt x="6598653" y="858998"/>
                </a:lnTo>
                <a:lnTo>
                  <a:pt x="6606311" y="855826"/>
                </a:lnTo>
                <a:lnTo>
                  <a:pt x="6613704" y="851862"/>
                </a:lnTo>
                <a:lnTo>
                  <a:pt x="6621097" y="847897"/>
                </a:lnTo>
                <a:lnTo>
                  <a:pt x="6628226" y="843668"/>
                </a:lnTo>
                <a:lnTo>
                  <a:pt x="6635091" y="838910"/>
                </a:lnTo>
                <a:lnTo>
                  <a:pt x="6641692" y="834153"/>
                </a:lnTo>
                <a:lnTo>
                  <a:pt x="6648293" y="828602"/>
                </a:lnTo>
                <a:lnTo>
                  <a:pt x="6654366" y="823051"/>
                </a:lnTo>
                <a:lnTo>
                  <a:pt x="6660175" y="817236"/>
                </a:lnTo>
                <a:lnTo>
                  <a:pt x="6665984" y="810893"/>
                </a:lnTo>
                <a:lnTo>
                  <a:pt x="6671265" y="804285"/>
                </a:lnTo>
                <a:lnTo>
                  <a:pt x="6676546" y="797412"/>
                </a:lnTo>
                <a:lnTo>
                  <a:pt x="6681034" y="790540"/>
                </a:lnTo>
                <a:lnTo>
                  <a:pt x="6685523" y="783140"/>
                </a:lnTo>
                <a:lnTo>
                  <a:pt x="6689484" y="775739"/>
                </a:lnTo>
                <a:lnTo>
                  <a:pt x="6693180" y="767545"/>
                </a:lnTo>
                <a:lnTo>
                  <a:pt x="6696613" y="759615"/>
                </a:lnTo>
                <a:lnTo>
                  <a:pt x="6699517" y="751422"/>
                </a:lnTo>
                <a:lnTo>
                  <a:pt x="6701894" y="742963"/>
                </a:lnTo>
                <a:lnTo>
                  <a:pt x="6897813" y="11601"/>
                </a:lnTo>
                <a:lnTo>
                  <a:pt x="6899926" y="2878"/>
                </a:lnTo>
                <a:lnTo>
                  <a:pt x="6900449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2425131"/>
                </a:lnTo>
                <a:lnTo>
                  <a:pt x="6081" y="2431569"/>
                </a:lnTo>
                <a:lnTo>
                  <a:pt x="15061" y="2441077"/>
                </a:lnTo>
                <a:lnTo>
                  <a:pt x="24833" y="2449793"/>
                </a:lnTo>
                <a:lnTo>
                  <a:pt x="34869" y="2457716"/>
                </a:lnTo>
                <a:lnTo>
                  <a:pt x="45434" y="2465640"/>
                </a:lnTo>
                <a:lnTo>
                  <a:pt x="56263" y="2473035"/>
                </a:lnTo>
                <a:lnTo>
                  <a:pt x="67884" y="2479902"/>
                </a:lnTo>
                <a:lnTo>
                  <a:pt x="79505" y="2485977"/>
                </a:lnTo>
                <a:lnTo>
                  <a:pt x="91391" y="2491787"/>
                </a:lnTo>
                <a:lnTo>
                  <a:pt x="104068" y="2497070"/>
                </a:lnTo>
                <a:lnTo>
                  <a:pt x="117010" y="2501560"/>
                </a:lnTo>
                <a:lnTo>
                  <a:pt x="129951" y="2505521"/>
                </a:lnTo>
                <a:lnTo>
                  <a:pt x="1262218" y="2808727"/>
                </a:lnTo>
                <a:lnTo>
                  <a:pt x="1275688" y="2812161"/>
                </a:lnTo>
                <a:lnTo>
                  <a:pt x="1289158" y="2814273"/>
                </a:lnTo>
                <a:lnTo>
                  <a:pt x="1302364" y="2816122"/>
                </a:lnTo>
                <a:lnTo>
                  <a:pt x="1315834" y="2817179"/>
                </a:lnTo>
                <a:lnTo>
                  <a:pt x="1329040" y="2817971"/>
                </a:lnTo>
                <a:lnTo>
                  <a:pt x="1342245" y="2817443"/>
                </a:lnTo>
                <a:lnTo>
                  <a:pt x="1355451" y="2816650"/>
                </a:lnTo>
                <a:lnTo>
                  <a:pt x="1368657" y="2815330"/>
                </a:lnTo>
                <a:lnTo>
                  <a:pt x="1381599" y="2812953"/>
                </a:lnTo>
                <a:lnTo>
                  <a:pt x="1394012" y="2810312"/>
                </a:lnTo>
                <a:lnTo>
                  <a:pt x="1406690" y="2806878"/>
                </a:lnTo>
                <a:lnTo>
                  <a:pt x="1419103" y="2802916"/>
                </a:lnTo>
                <a:lnTo>
                  <a:pt x="1430988" y="2798426"/>
                </a:lnTo>
                <a:lnTo>
                  <a:pt x="1443138" y="2793144"/>
                </a:lnTo>
                <a:lnTo>
                  <a:pt x="1454759" y="2787862"/>
                </a:lnTo>
                <a:lnTo>
                  <a:pt x="1466116" y="2781523"/>
                </a:lnTo>
                <a:lnTo>
                  <a:pt x="1476945" y="2774920"/>
                </a:lnTo>
                <a:lnTo>
                  <a:pt x="1487773" y="2767789"/>
                </a:lnTo>
                <a:lnTo>
                  <a:pt x="1498074" y="2759865"/>
                </a:lnTo>
                <a:lnTo>
                  <a:pt x="1508110" y="2751942"/>
                </a:lnTo>
                <a:lnTo>
                  <a:pt x="1517355" y="2742962"/>
                </a:lnTo>
                <a:lnTo>
                  <a:pt x="1526863" y="2733718"/>
                </a:lnTo>
                <a:lnTo>
                  <a:pt x="1535579" y="2723946"/>
                </a:lnTo>
                <a:lnTo>
                  <a:pt x="1543766" y="2713909"/>
                </a:lnTo>
                <a:lnTo>
                  <a:pt x="1551426" y="2703609"/>
                </a:lnTo>
                <a:lnTo>
                  <a:pt x="1558821" y="2692516"/>
                </a:lnTo>
                <a:lnTo>
                  <a:pt x="1565688" y="2681159"/>
                </a:lnTo>
                <a:lnTo>
                  <a:pt x="1571762" y="2669538"/>
                </a:lnTo>
                <a:lnTo>
                  <a:pt x="1577837" y="2657388"/>
                </a:lnTo>
                <a:lnTo>
                  <a:pt x="1582855" y="2644975"/>
                </a:lnTo>
                <a:lnTo>
                  <a:pt x="1587345" y="2632033"/>
                </a:lnTo>
                <a:lnTo>
                  <a:pt x="1591307" y="2618827"/>
                </a:lnTo>
                <a:lnTo>
                  <a:pt x="1848334" y="1660064"/>
                </a:lnTo>
                <a:lnTo>
                  <a:pt x="2313892" y="1784870"/>
                </a:lnTo>
                <a:lnTo>
                  <a:pt x="2322606" y="1787249"/>
                </a:lnTo>
                <a:lnTo>
                  <a:pt x="2331055" y="1788835"/>
                </a:lnTo>
                <a:lnTo>
                  <a:pt x="2339769" y="1789892"/>
                </a:lnTo>
                <a:lnTo>
                  <a:pt x="2348482" y="1790421"/>
                </a:lnTo>
                <a:lnTo>
                  <a:pt x="2356931" y="1790949"/>
                </a:lnTo>
                <a:lnTo>
                  <a:pt x="2365645" y="1790949"/>
                </a:lnTo>
                <a:lnTo>
                  <a:pt x="2374094" y="1790156"/>
                </a:lnTo>
                <a:lnTo>
                  <a:pt x="2382543" y="1789099"/>
                </a:lnTo>
                <a:lnTo>
                  <a:pt x="2390729" y="1787777"/>
                </a:lnTo>
                <a:lnTo>
                  <a:pt x="2399178" y="1785927"/>
                </a:lnTo>
                <a:lnTo>
                  <a:pt x="2407099" y="1784077"/>
                </a:lnTo>
                <a:lnTo>
                  <a:pt x="2415021" y="1781434"/>
                </a:lnTo>
                <a:lnTo>
                  <a:pt x="2422942" y="1778526"/>
                </a:lnTo>
                <a:lnTo>
                  <a:pt x="2430599" y="1775354"/>
                </a:lnTo>
                <a:lnTo>
                  <a:pt x="2437992" y="1771390"/>
                </a:lnTo>
                <a:lnTo>
                  <a:pt x="2445386" y="1767425"/>
                </a:lnTo>
                <a:lnTo>
                  <a:pt x="2452515" y="1763196"/>
                </a:lnTo>
                <a:lnTo>
                  <a:pt x="2459380" y="1758438"/>
                </a:lnTo>
                <a:lnTo>
                  <a:pt x="2465981" y="1753681"/>
                </a:lnTo>
                <a:lnTo>
                  <a:pt x="2472582" y="1748130"/>
                </a:lnTo>
                <a:lnTo>
                  <a:pt x="2478655" y="1742579"/>
                </a:lnTo>
                <a:lnTo>
                  <a:pt x="2484464" y="1736764"/>
                </a:lnTo>
                <a:lnTo>
                  <a:pt x="2490273" y="1730421"/>
                </a:lnTo>
                <a:lnTo>
                  <a:pt x="2495554" y="1723813"/>
                </a:lnTo>
                <a:lnTo>
                  <a:pt x="2500834" y="1716941"/>
                </a:lnTo>
                <a:lnTo>
                  <a:pt x="2505323" y="1710068"/>
                </a:lnTo>
                <a:lnTo>
                  <a:pt x="2509812" y="1702668"/>
                </a:lnTo>
                <a:lnTo>
                  <a:pt x="2513772" y="1695267"/>
                </a:lnTo>
                <a:lnTo>
                  <a:pt x="2517469" y="1687073"/>
                </a:lnTo>
                <a:lnTo>
                  <a:pt x="2520902" y="1679143"/>
                </a:lnTo>
                <a:lnTo>
                  <a:pt x="2523806" y="1670950"/>
                </a:lnTo>
                <a:lnTo>
                  <a:pt x="2526182" y="1662491"/>
                </a:lnTo>
                <a:lnTo>
                  <a:pt x="2722102" y="931129"/>
                </a:lnTo>
                <a:lnTo>
                  <a:pt x="2724214" y="922406"/>
                </a:lnTo>
                <a:lnTo>
                  <a:pt x="2725798" y="913684"/>
                </a:lnTo>
                <a:lnTo>
                  <a:pt x="2727119" y="905226"/>
                </a:lnTo>
                <a:lnTo>
                  <a:pt x="2727647" y="896503"/>
                </a:lnTo>
                <a:lnTo>
                  <a:pt x="2727911" y="887781"/>
                </a:lnTo>
                <a:lnTo>
                  <a:pt x="2727647" y="879323"/>
                </a:lnTo>
                <a:lnTo>
                  <a:pt x="2727383" y="870865"/>
                </a:lnTo>
                <a:lnTo>
                  <a:pt x="2726327" y="862407"/>
                </a:lnTo>
                <a:lnTo>
                  <a:pt x="2724742" y="853948"/>
                </a:lnTo>
                <a:lnTo>
                  <a:pt x="2723158" y="846019"/>
                </a:lnTo>
                <a:lnTo>
                  <a:pt x="2720782" y="837825"/>
                </a:lnTo>
                <a:lnTo>
                  <a:pt x="2718141" y="829631"/>
                </a:lnTo>
                <a:lnTo>
                  <a:pt x="2715237" y="821966"/>
                </a:lnTo>
                <a:lnTo>
                  <a:pt x="2712068" y="814037"/>
                </a:lnTo>
                <a:lnTo>
                  <a:pt x="2708636" y="806636"/>
                </a:lnTo>
                <a:lnTo>
                  <a:pt x="2704411" y="799499"/>
                </a:lnTo>
                <a:lnTo>
                  <a:pt x="2700186" y="792363"/>
                </a:lnTo>
                <a:lnTo>
                  <a:pt x="2695698" y="785226"/>
                </a:lnTo>
                <a:lnTo>
                  <a:pt x="2690417" y="778883"/>
                </a:lnTo>
                <a:lnTo>
                  <a:pt x="2685136" y="772275"/>
                </a:lnTo>
                <a:lnTo>
                  <a:pt x="2679327" y="766195"/>
                </a:lnTo>
                <a:lnTo>
                  <a:pt x="2673518" y="760116"/>
                </a:lnTo>
                <a:lnTo>
                  <a:pt x="2667445" y="754566"/>
                </a:lnTo>
                <a:lnTo>
                  <a:pt x="2660844" y="749279"/>
                </a:lnTo>
                <a:lnTo>
                  <a:pt x="2654243" y="744257"/>
                </a:lnTo>
                <a:lnTo>
                  <a:pt x="2647114" y="739235"/>
                </a:lnTo>
                <a:lnTo>
                  <a:pt x="2639721" y="735006"/>
                </a:lnTo>
                <a:lnTo>
                  <a:pt x="2632063" y="730777"/>
                </a:lnTo>
                <a:lnTo>
                  <a:pt x="2624406" y="727341"/>
                </a:lnTo>
                <a:lnTo>
                  <a:pt x="2616221" y="724169"/>
                </a:lnTo>
                <a:lnTo>
                  <a:pt x="2607772" y="721262"/>
                </a:lnTo>
                <a:lnTo>
                  <a:pt x="2599586" y="718619"/>
                </a:lnTo>
                <a:lnTo>
                  <a:pt x="1868717" y="522496"/>
                </a:lnTo>
                <a:lnTo>
                  <a:pt x="1860004" y="520646"/>
                </a:lnTo>
                <a:lnTo>
                  <a:pt x="1851554" y="518796"/>
                </a:lnTo>
                <a:lnTo>
                  <a:pt x="1842841" y="517738"/>
                </a:lnTo>
                <a:lnTo>
                  <a:pt x="1834128" y="516945"/>
                </a:lnTo>
                <a:lnTo>
                  <a:pt x="1825678" y="516681"/>
                </a:lnTo>
                <a:lnTo>
                  <a:pt x="1816965" y="516681"/>
                </a:lnTo>
                <a:lnTo>
                  <a:pt x="1808516" y="517210"/>
                </a:lnTo>
                <a:lnTo>
                  <a:pt x="1800330" y="518267"/>
                </a:lnTo>
                <a:lnTo>
                  <a:pt x="1792145" y="519589"/>
                </a:lnTo>
                <a:lnTo>
                  <a:pt x="1783696" y="521439"/>
                </a:lnTo>
                <a:lnTo>
                  <a:pt x="1775510" y="523818"/>
                </a:lnTo>
                <a:lnTo>
                  <a:pt x="1767853" y="525932"/>
                </a:lnTo>
                <a:lnTo>
                  <a:pt x="1759668" y="529104"/>
                </a:lnTo>
                <a:lnTo>
                  <a:pt x="1752274" y="532540"/>
                </a:lnTo>
                <a:lnTo>
                  <a:pt x="1744881" y="535976"/>
                </a:lnTo>
                <a:lnTo>
                  <a:pt x="1737488" y="539941"/>
                </a:lnTo>
                <a:lnTo>
                  <a:pt x="1730359" y="544434"/>
                </a:lnTo>
                <a:lnTo>
                  <a:pt x="1723494" y="549192"/>
                </a:lnTo>
                <a:lnTo>
                  <a:pt x="1716629" y="553950"/>
                </a:lnTo>
                <a:lnTo>
                  <a:pt x="1710292" y="559500"/>
                </a:lnTo>
                <a:lnTo>
                  <a:pt x="1703955" y="565051"/>
                </a:lnTo>
                <a:lnTo>
                  <a:pt x="1698146" y="571130"/>
                </a:lnTo>
                <a:lnTo>
                  <a:pt x="1692337" y="577209"/>
                </a:lnTo>
                <a:lnTo>
                  <a:pt x="1687320" y="583817"/>
                </a:lnTo>
                <a:lnTo>
                  <a:pt x="1682039" y="590425"/>
                </a:lnTo>
                <a:lnTo>
                  <a:pt x="1677551" y="597562"/>
                </a:lnTo>
                <a:lnTo>
                  <a:pt x="1673062" y="604698"/>
                </a:lnTo>
                <a:lnTo>
                  <a:pt x="1669101" y="612628"/>
                </a:lnTo>
                <a:lnTo>
                  <a:pt x="1665141" y="620293"/>
                </a:lnTo>
                <a:lnTo>
                  <a:pt x="1661972" y="628487"/>
                </a:lnTo>
                <a:lnTo>
                  <a:pt x="1659068" y="636681"/>
                </a:lnTo>
                <a:lnTo>
                  <a:pt x="1656427" y="645403"/>
                </a:lnTo>
                <a:lnTo>
                  <a:pt x="1531606" y="1111356"/>
                </a:lnTo>
                <a:lnTo>
                  <a:pt x="572610" y="854266"/>
                </a:lnTo>
                <a:lnTo>
                  <a:pt x="559140" y="851097"/>
                </a:lnTo>
                <a:lnTo>
                  <a:pt x="545671" y="848455"/>
                </a:lnTo>
                <a:lnTo>
                  <a:pt x="532465" y="846871"/>
                </a:lnTo>
                <a:lnTo>
                  <a:pt x="518731" y="845550"/>
                </a:lnTo>
                <a:lnTo>
                  <a:pt x="505525" y="845286"/>
                </a:lnTo>
                <a:lnTo>
                  <a:pt x="492319" y="845286"/>
                </a:lnTo>
                <a:lnTo>
                  <a:pt x="479377" y="846343"/>
                </a:lnTo>
                <a:lnTo>
                  <a:pt x="466436" y="847927"/>
                </a:lnTo>
                <a:lnTo>
                  <a:pt x="453494" y="849776"/>
                </a:lnTo>
                <a:lnTo>
                  <a:pt x="440816" y="852681"/>
                </a:lnTo>
                <a:lnTo>
                  <a:pt x="428139" y="855851"/>
                </a:lnTo>
                <a:lnTo>
                  <a:pt x="415989" y="859812"/>
                </a:lnTo>
                <a:lnTo>
                  <a:pt x="403576" y="864303"/>
                </a:lnTo>
                <a:lnTo>
                  <a:pt x="391955" y="869585"/>
                </a:lnTo>
                <a:lnTo>
                  <a:pt x="380334" y="875395"/>
                </a:lnTo>
                <a:lnTo>
                  <a:pt x="368977" y="881470"/>
                </a:lnTo>
                <a:lnTo>
                  <a:pt x="357884" y="888073"/>
                </a:lnTo>
                <a:lnTo>
                  <a:pt x="347319" y="895468"/>
                </a:lnTo>
                <a:lnTo>
                  <a:pt x="336755" y="903128"/>
                </a:lnTo>
                <a:lnTo>
                  <a:pt x="326718" y="911315"/>
                </a:lnTo>
                <a:lnTo>
                  <a:pt x="317210" y="920031"/>
                </a:lnTo>
                <a:lnTo>
                  <a:pt x="307966" y="929011"/>
                </a:lnTo>
                <a:lnTo>
                  <a:pt x="299250" y="938783"/>
                </a:lnTo>
                <a:lnTo>
                  <a:pt x="290798" y="948820"/>
                </a:lnTo>
                <a:lnTo>
                  <a:pt x="283139" y="959648"/>
                </a:lnTo>
                <a:lnTo>
                  <a:pt x="276008" y="970477"/>
                </a:lnTo>
                <a:lnTo>
                  <a:pt x="269141" y="981834"/>
                </a:lnTo>
                <a:lnTo>
                  <a:pt x="262802" y="993455"/>
                </a:lnTo>
                <a:lnTo>
                  <a:pt x="257255" y="1005605"/>
                </a:lnTo>
                <a:lnTo>
                  <a:pt x="251973" y="1018282"/>
                </a:lnTo>
                <a:lnTo>
                  <a:pt x="247483" y="1031224"/>
                </a:lnTo>
                <a:lnTo>
                  <a:pt x="243521" y="1044166"/>
                </a:lnTo>
                <a:lnTo>
                  <a:pt x="0" y="19535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381500" y="227012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Design is passion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81500" y="277671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We Love it!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1500" y="369887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 smtClean="0">
                <a:solidFill>
                  <a:schemeClr val="bg1"/>
                </a:solidFill>
              </a:rPr>
              <a:t>voluptatem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doloremque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620000" y="1941508"/>
            <a:ext cx="760413" cy="766762"/>
            <a:chOff x="7620000" y="2166938"/>
            <a:chExt cx="760413" cy="766762"/>
          </a:xfrm>
          <a:solidFill>
            <a:schemeClr val="bg1"/>
          </a:solidFill>
        </p:grpSpPr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8107363" y="2505075"/>
              <a:ext cx="30163" cy="30162"/>
            </a:xfrm>
            <a:custGeom>
              <a:avLst/>
              <a:gdLst>
                <a:gd name="T0" fmla="*/ 66 w 132"/>
                <a:gd name="T1" fmla="*/ 0 h 132"/>
                <a:gd name="T2" fmla="*/ 83 w 132"/>
                <a:gd name="T3" fmla="*/ 2 h 132"/>
                <a:gd name="T4" fmla="*/ 100 w 132"/>
                <a:gd name="T5" fmla="*/ 8 h 132"/>
                <a:gd name="T6" fmla="*/ 113 w 132"/>
                <a:gd name="T7" fmla="*/ 19 h 132"/>
                <a:gd name="T8" fmla="*/ 123 w 132"/>
                <a:gd name="T9" fmla="*/ 33 h 132"/>
                <a:gd name="T10" fmla="*/ 129 w 132"/>
                <a:gd name="T11" fmla="*/ 48 h 132"/>
                <a:gd name="T12" fmla="*/ 132 w 132"/>
                <a:gd name="T13" fmla="*/ 65 h 132"/>
                <a:gd name="T14" fmla="*/ 129 w 132"/>
                <a:gd name="T15" fmla="*/ 83 h 132"/>
                <a:gd name="T16" fmla="*/ 123 w 132"/>
                <a:gd name="T17" fmla="*/ 99 h 132"/>
                <a:gd name="T18" fmla="*/ 113 w 132"/>
                <a:gd name="T19" fmla="*/ 112 h 132"/>
                <a:gd name="T20" fmla="*/ 100 w 132"/>
                <a:gd name="T21" fmla="*/ 123 h 132"/>
                <a:gd name="T22" fmla="*/ 83 w 132"/>
                <a:gd name="T23" fmla="*/ 129 h 132"/>
                <a:gd name="T24" fmla="*/ 66 w 132"/>
                <a:gd name="T25" fmla="*/ 132 h 132"/>
                <a:gd name="T26" fmla="*/ 48 w 132"/>
                <a:gd name="T27" fmla="*/ 129 h 132"/>
                <a:gd name="T28" fmla="*/ 33 w 132"/>
                <a:gd name="T29" fmla="*/ 123 h 132"/>
                <a:gd name="T30" fmla="*/ 20 w 132"/>
                <a:gd name="T31" fmla="*/ 112 h 132"/>
                <a:gd name="T32" fmla="*/ 9 w 132"/>
                <a:gd name="T33" fmla="*/ 99 h 132"/>
                <a:gd name="T34" fmla="*/ 2 w 132"/>
                <a:gd name="T35" fmla="*/ 83 h 132"/>
                <a:gd name="T36" fmla="*/ 0 w 132"/>
                <a:gd name="T37" fmla="*/ 65 h 132"/>
                <a:gd name="T38" fmla="*/ 2 w 132"/>
                <a:gd name="T39" fmla="*/ 48 h 132"/>
                <a:gd name="T40" fmla="*/ 9 w 132"/>
                <a:gd name="T41" fmla="*/ 33 h 132"/>
                <a:gd name="T42" fmla="*/ 20 w 132"/>
                <a:gd name="T43" fmla="*/ 19 h 132"/>
                <a:gd name="T44" fmla="*/ 33 w 132"/>
                <a:gd name="T45" fmla="*/ 8 h 132"/>
                <a:gd name="T46" fmla="*/ 48 w 132"/>
                <a:gd name="T47" fmla="*/ 2 h 132"/>
                <a:gd name="T48" fmla="*/ 66 w 132"/>
                <a:gd name="T4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83" y="2"/>
                  </a:lnTo>
                  <a:lnTo>
                    <a:pt x="100" y="8"/>
                  </a:lnTo>
                  <a:lnTo>
                    <a:pt x="113" y="19"/>
                  </a:lnTo>
                  <a:lnTo>
                    <a:pt x="123" y="33"/>
                  </a:lnTo>
                  <a:lnTo>
                    <a:pt x="129" y="48"/>
                  </a:lnTo>
                  <a:lnTo>
                    <a:pt x="132" y="65"/>
                  </a:lnTo>
                  <a:lnTo>
                    <a:pt x="129" y="83"/>
                  </a:lnTo>
                  <a:lnTo>
                    <a:pt x="123" y="99"/>
                  </a:lnTo>
                  <a:lnTo>
                    <a:pt x="113" y="112"/>
                  </a:lnTo>
                  <a:lnTo>
                    <a:pt x="100" y="123"/>
                  </a:lnTo>
                  <a:lnTo>
                    <a:pt x="83" y="129"/>
                  </a:lnTo>
                  <a:lnTo>
                    <a:pt x="66" y="132"/>
                  </a:lnTo>
                  <a:lnTo>
                    <a:pt x="48" y="129"/>
                  </a:lnTo>
                  <a:lnTo>
                    <a:pt x="33" y="123"/>
                  </a:lnTo>
                  <a:lnTo>
                    <a:pt x="20" y="112"/>
                  </a:lnTo>
                  <a:lnTo>
                    <a:pt x="9" y="99"/>
                  </a:lnTo>
                  <a:lnTo>
                    <a:pt x="2" y="83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9" y="33"/>
                  </a:lnTo>
                  <a:lnTo>
                    <a:pt x="20" y="19"/>
                  </a:lnTo>
                  <a:lnTo>
                    <a:pt x="33" y="8"/>
                  </a:lnTo>
                  <a:lnTo>
                    <a:pt x="48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4"/>
            <p:cNvSpPr>
              <a:spLocks/>
            </p:cNvSpPr>
            <p:nvPr/>
          </p:nvSpPr>
          <p:spPr bwMode="auto">
            <a:xfrm>
              <a:off x="7899400" y="2584450"/>
              <a:ext cx="238125" cy="109537"/>
            </a:xfrm>
            <a:custGeom>
              <a:avLst/>
              <a:gdLst>
                <a:gd name="T0" fmla="*/ 999 w 1055"/>
                <a:gd name="T1" fmla="*/ 0 h 485"/>
                <a:gd name="T2" fmla="*/ 1031 w 1055"/>
                <a:gd name="T3" fmla="*/ 14 h 485"/>
                <a:gd name="T4" fmla="*/ 1051 w 1055"/>
                <a:gd name="T5" fmla="*/ 41 h 485"/>
                <a:gd name="T6" fmla="*/ 1055 w 1055"/>
                <a:gd name="T7" fmla="*/ 75 h 485"/>
                <a:gd name="T8" fmla="*/ 1030 w 1055"/>
                <a:gd name="T9" fmla="*/ 166 h 485"/>
                <a:gd name="T10" fmla="*/ 985 w 1055"/>
                <a:gd name="T11" fmla="*/ 249 h 485"/>
                <a:gd name="T12" fmla="*/ 920 w 1055"/>
                <a:gd name="T13" fmla="*/ 323 h 485"/>
                <a:gd name="T14" fmla="*/ 839 w 1055"/>
                <a:gd name="T15" fmla="*/ 384 h 485"/>
                <a:gd name="T16" fmla="*/ 742 w 1055"/>
                <a:gd name="T17" fmla="*/ 433 h 485"/>
                <a:gd name="T18" fmla="*/ 635 w 1055"/>
                <a:gd name="T19" fmla="*/ 466 h 485"/>
                <a:gd name="T20" fmla="*/ 528 w 1055"/>
                <a:gd name="T21" fmla="*/ 483 h 485"/>
                <a:gd name="T22" fmla="*/ 426 w 1055"/>
                <a:gd name="T23" fmla="*/ 483 h 485"/>
                <a:gd name="T24" fmla="*/ 335 w 1055"/>
                <a:gd name="T25" fmla="*/ 471 h 485"/>
                <a:gd name="T26" fmla="*/ 231 w 1055"/>
                <a:gd name="T27" fmla="*/ 441 h 485"/>
                <a:gd name="T28" fmla="*/ 137 w 1055"/>
                <a:gd name="T29" fmla="*/ 395 h 485"/>
                <a:gd name="T30" fmla="*/ 54 w 1055"/>
                <a:gd name="T31" fmla="*/ 333 h 485"/>
                <a:gd name="T32" fmla="*/ 7 w 1055"/>
                <a:gd name="T33" fmla="*/ 283 h 485"/>
                <a:gd name="T34" fmla="*/ 0 w 1055"/>
                <a:gd name="T35" fmla="*/ 250 h 485"/>
                <a:gd name="T36" fmla="*/ 11 w 1055"/>
                <a:gd name="T37" fmla="*/ 217 h 485"/>
                <a:gd name="T38" fmla="*/ 36 w 1055"/>
                <a:gd name="T39" fmla="*/ 194 h 485"/>
                <a:gd name="T40" fmla="*/ 69 w 1055"/>
                <a:gd name="T41" fmla="*/ 187 h 485"/>
                <a:gd name="T42" fmla="*/ 101 w 1055"/>
                <a:gd name="T43" fmla="*/ 197 h 485"/>
                <a:gd name="T44" fmla="*/ 149 w 1055"/>
                <a:gd name="T45" fmla="*/ 241 h 485"/>
                <a:gd name="T46" fmla="*/ 224 w 1055"/>
                <a:gd name="T47" fmla="*/ 292 h 485"/>
                <a:gd name="T48" fmla="*/ 307 w 1055"/>
                <a:gd name="T49" fmla="*/ 327 h 485"/>
                <a:gd name="T50" fmla="*/ 395 w 1055"/>
                <a:gd name="T51" fmla="*/ 346 h 485"/>
                <a:gd name="T52" fmla="*/ 483 w 1055"/>
                <a:gd name="T53" fmla="*/ 352 h 485"/>
                <a:gd name="T54" fmla="*/ 569 w 1055"/>
                <a:gd name="T55" fmla="*/ 344 h 485"/>
                <a:gd name="T56" fmla="*/ 649 w 1055"/>
                <a:gd name="T57" fmla="*/ 326 h 485"/>
                <a:gd name="T58" fmla="*/ 744 w 1055"/>
                <a:gd name="T59" fmla="*/ 287 h 485"/>
                <a:gd name="T60" fmla="*/ 821 w 1055"/>
                <a:gd name="T61" fmla="*/ 235 h 485"/>
                <a:gd name="T62" fmla="*/ 879 w 1055"/>
                <a:gd name="T63" fmla="*/ 170 h 485"/>
                <a:gd name="T64" fmla="*/ 915 w 1055"/>
                <a:gd name="T65" fmla="*/ 95 h 485"/>
                <a:gd name="T66" fmla="*/ 929 w 1055"/>
                <a:gd name="T67" fmla="*/ 39 h 485"/>
                <a:gd name="T68" fmla="*/ 950 w 1055"/>
                <a:gd name="T69" fmla="*/ 12 h 485"/>
                <a:gd name="T70" fmla="*/ 982 w 1055"/>
                <a:gd name="T71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55" h="485">
                  <a:moveTo>
                    <a:pt x="982" y="0"/>
                  </a:moveTo>
                  <a:lnTo>
                    <a:pt x="999" y="0"/>
                  </a:lnTo>
                  <a:lnTo>
                    <a:pt x="1016" y="5"/>
                  </a:lnTo>
                  <a:lnTo>
                    <a:pt x="1031" y="14"/>
                  </a:lnTo>
                  <a:lnTo>
                    <a:pt x="1043" y="27"/>
                  </a:lnTo>
                  <a:lnTo>
                    <a:pt x="1051" y="41"/>
                  </a:lnTo>
                  <a:lnTo>
                    <a:pt x="1055" y="57"/>
                  </a:lnTo>
                  <a:lnTo>
                    <a:pt x="1055" y="75"/>
                  </a:lnTo>
                  <a:lnTo>
                    <a:pt x="1045" y="122"/>
                  </a:lnTo>
                  <a:lnTo>
                    <a:pt x="1030" y="166"/>
                  </a:lnTo>
                  <a:lnTo>
                    <a:pt x="1010" y="209"/>
                  </a:lnTo>
                  <a:lnTo>
                    <a:pt x="985" y="249"/>
                  </a:lnTo>
                  <a:lnTo>
                    <a:pt x="955" y="288"/>
                  </a:lnTo>
                  <a:lnTo>
                    <a:pt x="920" y="323"/>
                  </a:lnTo>
                  <a:lnTo>
                    <a:pt x="881" y="356"/>
                  </a:lnTo>
                  <a:lnTo>
                    <a:pt x="839" y="384"/>
                  </a:lnTo>
                  <a:lnTo>
                    <a:pt x="792" y="411"/>
                  </a:lnTo>
                  <a:lnTo>
                    <a:pt x="742" y="433"/>
                  </a:lnTo>
                  <a:lnTo>
                    <a:pt x="688" y="453"/>
                  </a:lnTo>
                  <a:lnTo>
                    <a:pt x="635" y="466"/>
                  </a:lnTo>
                  <a:lnTo>
                    <a:pt x="582" y="477"/>
                  </a:lnTo>
                  <a:lnTo>
                    <a:pt x="528" y="483"/>
                  </a:lnTo>
                  <a:lnTo>
                    <a:pt x="474" y="485"/>
                  </a:lnTo>
                  <a:lnTo>
                    <a:pt x="426" y="483"/>
                  </a:lnTo>
                  <a:lnTo>
                    <a:pt x="380" y="479"/>
                  </a:lnTo>
                  <a:lnTo>
                    <a:pt x="335" y="471"/>
                  </a:lnTo>
                  <a:lnTo>
                    <a:pt x="282" y="458"/>
                  </a:lnTo>
                  <a:lnTo>
                    <a:pt x="231" y="441"/>
                  </a:lnTo>
                  <a:lnTo>
                    <a:pt x="183" y="419"/>
                  </a:lnTo>
                  <a:lnTo>
                    <a:pt x="137" y="395"/>
                  </a:lnTo>
                  <a:lnTo>
                    <a:pt x="94" y="366"/>
                  </a:lnTo>
                  <a:lnTo>
                    <a:pt x="54" y="333"/>
                  </a:lnTo>
                  <a:lnTo>
                    <a:pt x="18" y="297"/>
                  </a:lnTo>
                  <a:lnTo>
                    <a:pt x="7" y="283"/>
                  </a:lnTo>
                  <a:lnTo>
                    <a:pt x="1" y="266"/>
                  </a:lnTo>
                  <a:lnTo>
                    <a:pt x="0" y="250"/>
                  </a:lnTo>
                  <a:lnTo>
                    <a:pt x="3" y="233"/>
                  </a:lnTo>
                  <a:lnTo>
                    <a:pt x="11" y="217"/>
                  </a:lnTo>
                  <a:lnTo>
                    <a:pt x="22" y="204"/>
                  </a:lnTo>
                  <a:lnTo>
                    <a:pt x="36" y="194"/>
                  </a:lnTo>
                  <a:lnTo>
                    <a:pt x="53" y="188"/>
                  </a:lnTo>
                  <a:lnTo>
                    <a:pt x="69" y="187"/>
                  </a:lnTo>
                  <a:lnTo>
                    <a:pt x="85" y="190"/>
                  </a:lnTo>
                  <a:lnTo>
                    <a:pt x="101" y="197"/>
                  </a:lnTo>
                  <a:lnTo>
                    <a:pt x="115" y="208"/>
                  </a:lnTo>
                  <a:lnTo>
                    <a:pt x="149" y="241"/>
                  </a:lnTo>
                  <a:lnTo>
                    <a:pt x="185" y="269"/>
                  </a:lnTo>
                  <a:lnTo>
                    <a:pt x="224" y="292"/>
                  </a:lnTo>
                  <a:lnTo>
                    <a:pt x="265" y="312"/>
                  </a:lnTo>
                  <a:lnTo>
                    <a:pt x="307" y="327"/>
                  </a:lnTo>
                  <a:lnTo>
                    <a:pt x="351" y="339"/>
                  </a:lnTo>
                  <a:lnTo>
                    <a:pt x="395" y="346"/>
                  </a:lnTo>
                  <a:lnTo>
                    <a:pt x="439" y="352"/>
                  </a:lnTo>
                  <a:lnTo>
                    <a:pt x="483" y="352"/>
                  </a:lnTo>
                  <a:lnTo>
                    <a:pt x="526" y="349"/>
                  </a:lnTo>
                  <a:lnTo>
                    <a:pt x="569" y="344"/>
                  </a:lnTo>
                  <a:lnTo>
                    <a:pt x="610" y="337"/>
                  </a:lnTo>
                  <a:lnTo>
                    <a:pt x="649" y="326"/>
                  </a:lnTo>
                  <a:lnTo>
                    <a:pt x="698" y="308"/>
                  </a:lnTo>
                  <a:lnTo>
                    <a:pt x="744" y="287"/>
                  </a:lnTo>
                  <a:lnTo>
                    <a:pt x="785" y="262"/>
                  </a:lnTo>
                  <a:lnTo>
                    <a:pt x="821" y="235"/>
                  </a:lnTo>
                  <a:lnTo>
                    <a:pt x="853" y="203"/>
                  </a:lnTo>
                  <a:lnTo>
                    <a:pt x="879" y="170"/>
                  </a:lnTo>
                  <a:lnTo>
                    <a:pt x="900" y="134"/>
                  </a:lnTo>
                  <a:lnTo>
                    <a:pt x="915" y="95"/>
                  </a:lnTo>
                  <a:lnTo>
                    <a:pt x="924" y="56"/>
                  </a:lnTo>
                  <a:lnTo>
                    <a:pt x="929" y="39"/>
                  </a:lnTo>
                  <a:lnTo>
                    <a:pt x="939" y="25"/>
                  </a:lnTo>
                  <a:lnTo>
                    <a:pt x="950" y="12"/>
                  </a:lnTo>
                  <a:lnTo>
                    <a:pt x="965" y="4"/>
                  </a:lnTo>
                  <a:lnTo>
                    <a:pt x="9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5"/>
            <p:cNvSpPr>
              <a:spLocks noEditPoints="1"/>
            </p:cNvSpPr>
            <p:nvPr/>
          </p:nvSpPr>
          <p:spPr bwMode="auto">
            <a:xfrm>
              <a:off x="7620000" y="2166938"/>
              <a:ext cx="760413" cy="766762"/>
            </a:xfrm>
            <a:custGeom>
              <a:avLst/>
              <a:gdLst>
                <a:gd name="T0" fmla="*/ 773 w 3355"/>
                <a:gd name="T1" fmla="*/ 1539 h 3381"/>
                <a:gd name="T2" fmla="*/ 707 w 3355"/>
                <a:gd name="T3" fmla="*/ 1808 h 3381"/>
                <a:gd name="T4" fmla="*/ 1051 w 3355"/>
                <a:gd name="T5" fmla="*/ 1782 h 3381"/>
                <a:gd name="T6" fmla="*/ 1164 w 3355"/>
                <a:gd name="T7" fmla="*/ 1556 h 3381"/>
                <a:gd name="T8" fmla="*/ 966 w 3355"/>
                <a:gd name="T9" fmla="*/ 1404 h 3381"/>
                <a:gd name="T10" fmla="*/ 1217 w 3355"/>
                <a:gd name="T11" fmla="*/ 1382 h 3381"/>
                <a:gd name="T12" fmla="*/ 1558 w 3355"/>
                <a:gd name="T13" fmla="*/ 1441 h 3381"/>
                <a:gd name="T14" fmla="*/ 1610 w 3355"/>
                <a:gd name="T15" fmla="*/ 1029 h 3381"/>
                <a:gd name="T16" fmla="*/ 2926 w 3355"/>
                <a:gd name="T17" fmla="*/ 351 h 3381"/>
                <a:gd name="T18" fmla="*/ 2214 w 3355"/>
                <a:gd name="T19" fmla="*/ 662 h 3381"/>
                <a:gd name="T20" fmla="*/ 1858 w 3355"/>
                <a:gd name="T21" fmla="*/ 1163 h 3381"/>
                <a:gd name="T22" fmla="*/ 2614 w 3355"/>
                <a:gd name="T23" fmla="*/ 865 h 3381"/>
                <a:gd name="T24" fmla="*/ 3108 w 3355"/>
                <a:gd name="T25" fmla="*/ 462 h 3381"/>
                <a:gd name="T26" fmla="*/ 3205 w 3355"/>
                <a:gd name="T27" fmla="*/ 322 h 3381"/>
                <a:gd name="T28" fmla="*/ 1465 w 3355"/>
                <a:gd name="T29" fmla="*/ 144 h 3381"/>
                <a:gd name="T30" fmla="*/ 704 w 3355"/>
                <a:gd name="T31" fmla="*/ 483 h 3381"/>
                <a:gd name="T32" fmla="*/ 220 w 3355"/>
                <a:gd name="T33" fmla="*/ 1163 h 3381"/>
                <a:gd name="T34" fmla="*/ 165 w 3355"/>
                <a:gd name="T35" fmla="*/ 2007 h 3381"/>
                <a:gd name="T36" fmla="*/ 543 w 3355"/>
                <a:gd name="T37" fmla="*/ 2744 h 3381"/>
                <a:gd name="T38" fmla="*/ 1236 w 3355"/>
                <a:gd name="T39" fmla="*/ 3180 h 3381"/>
                <a:gd name="T40" fmla="*/ 2068 w 3355"/>
                <a:gd name="T41" fmla="*/ 3208 h 3381"/>
                <a:gd name="T42" fmla="*/ 2744 w 3355"/>
                <a:gd name="T43" fmla="*/ 2867 h 3381"/>
                <a:gd name="T44" fmla="*/ 3139 w 3355"/>
                <a:gd name="T45" fmla="*/ 2305 h 3381"/>
                <a:gd name="T46" fmla="*/ 3215 w 3355"/>
                <a:gd name="T47" fmla="*/ 1745 h 3381"/>
                <a:gd name="T48" fmla="*/ 3063 w 3355"/>
                <a:gd name="T49" fmla="*/ 1364 h 3381"/>
                <a:gd name="T50" fmla="*/ 2677 w 3355"/>
                <a:gd name="T51" fmla="*/ 1129 h 3381"/>
                <a:gd name="T52" fmla="*/ 1896 w 3355"/>
                <a:gd name="T53" fmla="*/ 1434 h 3381"/>
                <a:gd name="T54" fmla="*/ 1293 w 3355"/>
                <a:gd name="T55" fmla="*/ 1671 h 3381"/>
                <a:gd name="T56" fmla="*/ 1082 w 3355"/>
                <a:gd name="T57" fmla="*/ 1910 h 3381"/>
                <a:gd name="T58" fmla="*/ 721 w 3355"/>
                <a:gd name="T59" fmla="*/ 1942 h 3381"/>
                <a:gd name="T60" fmla="*/ 477 w 3355"/>
                <a:gd name="T61" fmla="*/ 1921 h 3381"/>
                <a:gd name="T62" fmla="*/ 482 w 3355"/>
                <a:gd name="T63" fmla="*/ 1779 h 3381"/>
                <a:gd name="T64" fmla="*/ 661 w 3355"/>
                <a:gd name="T65" fmla="*/ 1469 h 3381"/>
                <a:gd name="T66" fmla="*/ 919 w 3355"/>
                <a:gd name="T67" fmla="*/ 1275 h 3381"/>
                <a:gd name="T68" fmla="*/ 1361 w 3355"/>
                <a:gd name="T69" fmla="*/ 1045 h 3381"/>
                <a:gd name="T70" fmla="*/ 1651 w 3355"/>
                <a:gd name="T71" fmla="*/ 621 h 3381"/>
                <a:gd name="T72" fmla="*/ 1798 w 3355"/>
                <a:gd name="T73" fmla="*/ 261 h 3381"/>
                <a:gd name="T74" fmla="*/ 1658 w 3355"/>
                <a:gd name="T75" fmla="*/ 132 h 3381"/>
                <a:gd name="T76" fmla="*/ 1867 w 3355"/>
                <a:gd name="T77" fmla="*/ 82 h 3381"/>
                <a:gd name="T78" fmla="*/ 1893 w 3355"/>
                <a:gd name="T79" fmla="*/ 377 h 3381"/>
                <a:gd name="T80" fmla="*/ 1800 w 3355"/>
                <a:gd name="T81" fmla="*/ 747 h 3381"/>
                <a:gd name="T82" fmla="*/ 2582 w 3355"/>
                <a:gd name="T83" fmla="*/ 338 h 3381"/>
                <a:gd name="T84" fmla="*/ 3139 w 3355"/>
                <a:gd name="T85" fmla="*/ 174 h 3381"/>
                <a:gd name="T86" fmla="*/ 3340 w 3355"/>
                <a:gd name="T87" fmla="*/ 292 h 3381"/>
                <a:gd name="T88" fmla="*/ 3178 w 3355"/>
                <a:gd name="T89" fmla="*/ 581 h 3381"/>
                <a:gd name="T90" fmla="*/ 2727 w 3355"/>
                <a:gd name="T91" fmla="*/ 1006 h 3381"/>
                <a:gd name="T92" fmla="*/ 3187 w 3355"/>
                <a:gd name="T93" fmla="*/ 1307 h 3381"/>
                <a:gd name="T94" fmla="*/ 3355 w 3355"/>
                <a:gd name="T95" fmla="*/ 1884 h 3381"/>
                <a:gd name="T96" fmla="*/ 3124 w 3355"/>
                <a:gd name="T97" fmla="*/ 2627 h 3381"/>
                <a:gd name="T98" fmla="*/ 2561 w 3355"/>
                <a:gd name="T99" fmla="*/ 3163 h 3381"/>
                <a:gd name="T100" fmla="*/ 1784 w 3355"/>
                <a:gd name="T101" fmla="*/ 3379 h 3381"/>
                <a:gd name="T102" fmla="*/ 969 w 3355"/>
                <a:gd name="T103" fmla="*/ 3218 h 3381"/>
                <a:gd name="T104" fmla="*/ 325 w 3355"/>
                <a:gd name="T105" fmla="*/ 2685 h 3381"/>
                <a:gd name="T106" fmla="*/ 14 w 3355"/>
                <a:gd name="T107" fmla="*/ 1909 h 3381"/>
                <a:gd name="T108" fmla="*/ 114 w 3355"/>
                <a:gd name="T109" fmla="*/ 1071 h 3381"/>
                <a:gd name="T110" fmla="*/ 620 w 3355"/>
                <a:gd name="T111" fmla="*/ 383 h 3381"/>
                <a:gd name="T112" fmla="*/ 1379 w 3355"/>
                <a:gd name="T113" fmla="*/ 25 h 3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355" h="3381">
                  <a:moveTo>
                    <a:pt x="966" y="1404"/>
                  </a:moveTo>
                  <a:lnTo>
                    <a:pt x="934" y="1407"/>
                  </a:lnTo>
                  <a:lnTo>
                    <a:pt x="901" y="1416"/>
                  </a:lnTo>
                  <a:lnTo>
                    <a:pt x="872" y="1429"/>
                  </a:lnTo>
                  <a:lnTo>
                    <a:pt x="855" y="1442"/>
                  </a:lnTo>
                  <a:lnTo>
                    <a:pt x="837" y="1459"/>
                  </a:lnTo>
                  <a:lnTo>
                    <a:pt x="816" y="1481"/>
                  </a:lnTo>
                  <a:lnTo>
                    <a:pt x="796" y="1508"/>
                  </a:lnTo>
                  <a:lnTo>
                    <a:pt x="773" y="1539"/>
                  </a:lnTo>
                  <a:lnTo>
                    <a:pt x="751" y="1573"/>
                  </a:lnTo>
                  <a:lnTo>
                    <a:pt x="728" y="1609"/>
                  </a:lnTo>
                  <a:lnTo>
                    <a:pt x="705" y="1646"/>
                  </a:lnTo>
                  <a:lnTo>
                    <a:pt x="682" y="1686"/>
                  </a:lnTo>
                  <a:lnTo>
                    <a:pt x="660" y="1726"/>
                  </a:lnTo>
                  <a:lnTo>
                    <a:pt x="637" y="1766"/>
                  </a:lnTo>
                  <a:lnTo>
                    <a:pt x="617" y="1805"/>
                  </a:lnTo>
                  <a:lnTo>
                    <a:pt x="662" y="1807"/>
                  </a:lnTo>
                  <a:lnTo>
                    <a:pt x="707" y="1808"/>
                  </a:lnTo>
                  <a:lnTo>
                    <a:pt x="753" y="1809"/>
                  </a:lnTo>
                  <a:lnTo>
                    <a:pt x="798" y="1808"/>
                  </a:lnTo>
                  <a:lnTo>
                    <a:pt x="843" y="1807"/>
                  </a:lnTo>
                  <a:lnTo>
                    <a:pt x="886" y="1806"/>
                  </a:lnTo>
                  <a:lnTo>
                    <a:pt x="926" y="1803"/>
                  </a:lnTo>
                  <a:lnTo>
                    <a:pt x="964" y="1799"/>
                  </a:lnTo>
                  <a:lnTo>
                    <a:pt x="997" y="1794"/>
                  </a:lnTo>
                  <a:lnTo>
                    <a:pt x="1026" y="1789"/>
                  </a:lnTo>
                  <a:lnTo>
                    <a:pt x="1051" y="1782"/>
                  </a:lnTo>
                  <a:lnTo>
                    <a:pt x="1069" y="1772"/>
                  </a:lnTo>
                  <a:lnTo>
                    <a:pt x="1097" y="1754"/>
                  </a:lnTo>
                  <a:lnTo>
                    <a:pt x="1120" y="1731"/>
                  </a:lnTo>
                  <a:lnTo>
                    <a:pt x="1139" y="1706"/>
                  </a:lnTo>
                  <a:lnTo>
                    <a:pt x="1153" y="1677"/>
                  </a:lnTo>
                  <a:lnTo>
                    <a:pt x="1164" y="1646"/>
                  </a:lnTo>
                  <a:lnTo>
                    <a:pt x="1169" y="1614"/>
                  </a:lnTo>
                  <a:lnTo>
                    <a:pt x="1168" y="1585"/>
                  </a:lnTo>
                  <a:lnTo>
                    <a:pt x="1164" y="1556"/>
                  </a:lnTo>
                  <a:lnTo>
                    <a:pt x="1154" y="1529"/>
                  </a:lnTo>
                  <a:lnTo>
                    <a:pt x="1142" y="1502"/>
                  </a:lnTo>
                  <a:lnTo>
                    <a:pt x="1127" y="1478"/>
                  </a:lnTo>
                  <a:lnTo>
                    <a:pt x="1107" y="1458"/>
                  </a:lnTo>
                  <a:lnTo>
                    <a:pt x="1086" y="1441"/>
                  </a:lnTo>
                  <a:lnTo>
                    <a:pt x="1062" y="1426"/>
                  </a:lnTo>
                  <a:lnTo>
                    <a:pt x="1032" y="1413"/>
                  </a:lnTo>
                  <a:lnTo>
                    <a:pt x="999" y="1406"/>
                  </a:lnTo>
                  <a:lnTo>
                    <a:pt x="966" y="1404"/>
                  </a:lnTo>
                  <a:close/>
                  <a:moveTo>
                    <a:pt x="1610" y="1029"/>
                  </a:moveTo>
                  <a:lnTo>
                    <a:pt x="1539" y="1079"/>
                  </a:lnTo>
                  <a:lnTo>
                    <a:pt x="1471" y="1128"/>
                  </a:lnTo>
                  <a:lnTo>
                    <a:pt x="1408" y="1176"/>
                  </a:lnTo>
                  <a:lnTo>
                    <a:pt x="1347" y="1224"/>
                  </a:lnTo>
                  <a:lnTo>
                    <a:pt x="1292" y="1270"/>
                  </a:lnTo>
                  <a:lnTo>
                    <a:pt x="1241" y="1316"/>
                  </a:lnTo>
                  <a:lnTo>
                    <a:pt x="1194" y="1359"/>
                  </a:lnTo>
                  <a:lnTo>
                    <a:pt x="1217" y="1382"/>
                  </a:lnTo>
                  <a:lnTo>
                    <a:pt x="1238" y="1408"/>
                  </a:lnTo>
                  <a:lnTo>
                    <a:pt x="1257" y="1436"/>
                  </a:lnTo>
                  <a:lnTo>
                    <a:pt x="1272" y="1468"/>
                  </a:lnTo>
                  <a:lnTo>
                    <a:pt x="1285" y="1500"/>
                  </a:lnTo>
                  <a:lnTo>
                    <a:pt x="1294" y="1534"/>
                  </a:lnTo>
                  <a:lnTo>
                    <a:pt x="1354" y="1515"/>
                  </a:lnTo>
                  <a:lnTo>
                    <a:pt x="1419" y="1494"/>
                  </a:lnTo>
                  <a:lnTo>
                    <a:pt x="1487" y="1469"/>
                  </a:lnTo>
                  <a:lnTo>
                    <a:pt x="1558" y="1441"/>
                  </a:lnTo>
                  <a:lnTo>
                    <a:pt x="1632" y="1410"/>
                  </a:lnTo>
                  <a:lnTo>
                    <a:pt x="1709" y="1376"/>
                  </a:lnTo>
                  <a:lnTo>
                    <a:pt x="1788" y="1339"/>
                  </a:lnTo>
                  <a:lnTo>
                    <a:pt x="1767" y="1282"/>
                  </a:lnTo>
                  <a:lnTo>
                    <a:pt x="1742" y="1226"/>
                  </a:lnTo>
                  <a:lnTo>
                    <a:pt x="1714" y="1172"/>
                  </a:lnTo>
                  <a:lnTo>
                    <a:pt x="1682" y="1122"/>
                  </a:lnTo>
                  <a:lnTo>
                    <a:pt x="1648" y="1074"/>
                  </a:lnTo>
                  <a:lnTo>
                    <a:pt x="1610" y="1029"/>
                  </a:lnTo>
                  <a:close/>
                  <a:moveTo>
                    <a:pt x="3166" y="305"/>
                  </a:moveTo>
                  <a:lnTo>
                    <a:pt x="3148" y="306"/>
                  </a:lnTo>
                  <a:lnTo>
                    <a:pt x="3127" y="307"/>
                  </a:lnTo>
                  <a:lnTo>
                    <a:pt x="3103" y="310"/>
                  </a:lnTo>
                  <a:lnTo>
                    <a:pt x="3075" y="315"/>
                  </a:lnTo>
                  <a:lnTo>
                    <a:pt x="3043" y="321"/>
                  </a:lnTo>
                  <a:lnTo>
                    <a:pt x="3009" y="329"/>
                  </a:lnTo>
                  <a:lnTo>
                    <a:pt x="2969" y="339"/>
                  </a:lnTo>
                  <a:lnTo>
                    <a:pt x="2926" y="351"/>
                  </a:lnTo>
                  <a:lnTo>
                    <a:pt x="2878" y="367"/>
                  </a:lnTo>
                  <a:lnTo>
                    <a:pt x="2825" y="384"/>
                  </a:lnTo>
                  <a:lnTo>
                    <a:pt x="2746" y="414"/>
                  </a:lnTo>
                  <a:lnTo>
                    <a:pt x="2664" y="447"/>
                  </a:lnTo>
                  <a:lnTo>
                    <a:pt x="2578" y="484"/>
                  </a:lnTo>
                  <a:lnTo>
                    <a:pt x="2490" y="524"/>
                  </a:lnTo>
                  <a:lnTo>
                    <a:pt x="2400" y="567"/>
                  </a:lnTo>
                  <a:lnTo>
                    <a:pt x="2308" y="613"/>
                  </a:lnTo>
                  <a:lnTo>
                    <a:pt x="2214" y="662"/>
                  </a:lnTo>
                  <a:lnTo>
                    <a:pt x="2119" y="713"/>
                  </a:lnTo>
                  <a:lnTo>
                    <a:pt x="2024" y="767"/>
                  </a:lnTo>
                  <a:lnTo>
                    <a:pt x="1915" y="832"/>
                  </a:lnTo>
                  <a:lnTo>
                    <a:pt x="1808" y="898"/>
                  </a:lnTo>
                  <a:lnTo>
                    <a:pt x="1720" y="954"/>
                  </a:lnTo>
                  <a:lnTo>
                    <a:pt x="1759" y="1002"/>
                  </a:lnTo>
                  <a:lnTo>
                    <a:pt x="1796" y="1053"/>
                  </a:lnTo>
                  <a:lnTo>
                    <a:pt x="1829" y="1107"/>
                  </a:lnTo>
                  <a:lnTo>
                    <a:pt x="1858" y="1163"/>
                  </a:lnTo>
                  <a:lnTo>
                    <a:pt x="1885" y="1221"/>
                  </a:lnTo>
                  <a:lnTo>
                    <a:pt x="1907" y="1281"/>
                  </a:lnTo>
                  <a:lnTo>
                    <a:pt x="2012" y="1227"/>
                  </a:lnTo>
                  <a:lnTo>
                    <a:pt x="2116" y="1170"/>
                  </a:lnTo>
                  <a:lnTo>
                    <a:pt x="2222" y="1111"/>
                  </a:lnTo>
                  <a:lnTo>
                    <a:pt x="2336" y="1043"/>
                  </a:lnTo>
                  <a:lnTo>
                    <a:pt x="2447" y="974"/>
                  </a:lnTo>
                  <a:lnTo>
                    <a:pt x="2532" y="920"/>
                  </a:lnTo>
                  <a:lnTo>
                    <a:pt x="2614" y="865"/>
                  </a:lnTo>
                  <a:lnTo>
                    <a:pt x="2693" y="809"/>
                  </a:lnTo>
                  <a:lnTo>
                    <a:pt x="2768" y="755"/>
                  </a:lnTo>
                  <a:lnTo>
                    <a:pt x="2839" y="702"/>
                  </a:lnTo>
                  <a:lnTo>
                    <a:pt x="2904" y="650"/>
                  </a:lnTo>
                  <a:lnTo>
                    <a:pt x="2965" y="598"/>
                  </a:lnTo>
                  <a:lnTo>
                    <a:pt x="3020" y="549"/>
                  </a:lnTo>
                  <a:lnTo>
                    <a:pt x="3054" y="518"/>
                  </a:lnTo>
                  <a:lnTo>
                    <a:pt x="3082" y="489"/>
                  </a:lnTo>
                  <a:lnTo>
                    <a:pt x="3108" y="462"/>
                  </a:lnTo>
                  <a:lnTo>
                    <a:pt x="3130" y="437"/>
                  </a:lnTo>
                  <a:lnTo>
                    <a:pt x="3148" y="416"/>
                  </a:lnTo>
                  <a:lnTo>
                    <a:pt x="3163" y="396"/>
                  </a:lnTo>
                  <a:lnTo>
                    <a:pt x="3176" y="379"/>
                  </a:lnTo>
                  <a:lnTo>
                    <a:pt x="3186" y="364"/>
                  </a:lnTo>
                  <a:lnTo>
                    <a:pt x="3193" y="350"/>
                  </a:lnTo>
                  <a:lnTo>
                    <a:pt x="3199" y="339"/>
                  </a:lnTo>
                  <a:lnTo>
                    <a:pt x="3203" y="330"/>
                  </a:lnTo>
                  <a:lnTo>
                    <a:pt x="3205" y="322"/>
                  </a:lnTo>
                  <a:lnTo>
                    <a:pt x="3207" y="317"/>
                  </a:lnTo>
                  <a:lnTo>
                    <a:pt x="3208" y="312"/>
                  </a:lnTo>
                  <a:lnTo>
                    <a:pt x="3201" y="309"/>
                  </a:lnTo>
                  <a:lnTo>
                    <a:pt x="3193" y="307"/>
                  </a:lnTo>
                  <a:lnTo>
                    <a:pt x="3181" y="306"/>
                  </a:lnTo>
                  <a:lnTo>
                    <a:pt x="3166" y="305"/>
                  </a:lnTo>
                  <a:close/>
                  <a:moveTo>
                    <a:pt x="1655" y="132"/>
                  </a:moveTo>
                  <a:lnTo>
                    <a:pt x="1559" y="135"/>
                  </a:lnTo>
                  <a:lnTo>
                    <a:pt x="1465" y="144"/>
                  </a:lnTo>
                  <a:lnTo>
                    <a:pt x="1372" y="161"/>
                  </a:lnTo>
                  <a:lnTo>
                    <a:pt x="1280" y="182"/>
                  </a:lnTo>
                  <a:lnTo>
                    <a:pt x="1190" y="210"/>
                  </a:lnTo>
                  <a:lnTo>
                    <a:pt x="1102" y="243"/>
                  </a:lnTo>
                  <a:lnTo>
                    <a:pt x="1017" y="281"/>
                  </a:lnTo>
                  <a:lnTo>
                    <a:pt x="934" y="324"/>
                  </a:lnTo>
                  <a:lnTo>
                    <a:pt x="854" y="372"/>
                  </a:lnTo>
                  <a:lnTo>
                    <a:pt x="778" y="425"/>
                  </a:lnTo>
                  <a:lnTo>
                    <a:pt x="704" y="483"/>
                  </a:lnTo>
                  <a:lnTo>
                    <a:pt x="633" y="544"/>
                  </a:lnTo>
                  <a:lnTo>
                    <a:pt x="566" y="610"/>
                  </a:lnTo>
                  <a:lnTo>
                    <a:pt x="503" y="678"/>
                  </a:lnTo>
                  <a:lnTo>
                    <a:pt x="445" y="752"/>
                  </a:lnTo>
                  <a:lnTo>
                    <a:pt x="390" y="828"/>
                  </a:lnTo>
                  <a:lnTo>
                    <a:pt x="340" y="908"/>
                  </a:lnTo>
                  <a:lnTo>
                    <a:pt x="295" y="990"/>
                  </a:lnTo>
                  <a:lnTo>
                    <a:pt x="255" y="1076"/>
                  </a:lnTo>
                  <a:lnTo>
                    <a:pt x="220" y="1163"/>
                  </a:lnTo>
                  <a:lnTo>
                    <a:pt x="191" y="1253"/>
                  </a:lnTo>
                  <a:lnTo>
                    <a:pt x="167" y="1346"/>
                  </a:lnTo>
                  <a:lnTo>
                    <a:pt x="150" y="1441"/>
                  </a:lnTo>
                  <a:lnTo>
                    <a:pt x="138" y="1536"/>
                  </a:lnTo>
                  <a:lnTo>
                    <a:pt x="132" y="1632"/>
                  </a:lnTo>
                  <a:lnTo>
                    <a:pt x="132" y="1727"/>
                  </a:lnTo>
                  <a:lnTo>
                    <a:pt x="138" y="1823"/>
                  </a:lnTo>
                  <a:lnTo>
                    <a:pt x="149" y="1916"/>
                  </a:lnTo>
                  <a:lnTo>
                    <a:pt x="165" y="2007"/>
                  </a:lnTo>
                  <a:lnTo>
                    <a:pt x="186" y="2097"/>
                  </a:lnTo>
                  <a:lnTo>
                    <a:pt x="213" y="2186"/>
                  </a:lnTo>
                  <a:lnTo>
                    <a:pt x="246" y="2272"/>
                  </a:lnTo>
                  <a:lnTo>
                    <a:pt x="283" y="2357"/>
                  </a:lnTo>
                  <a:lnTo>
                    <a:pt x="325" y="2439"/>
                  </a:lnTo>
                  <a:lnTo>
                    <a:pt x="372" y="2519"/>
                  </a:lnTo>
                  <a:lnTo>
                    <a:pt x="424" y="2597"/>
                  </a:lnTo>
                  <a:lnTo>
                    <a:pt x="481" y="2672"/>
                  </a:lnTo>
                  <a:lnTo>
                    <a:pt x="543" y="2744"/>
                  </a:lnTo>
                  <a:lnTo>
                    <a:pt x="608" y="2810"/>
                  </a:lnTo>
                  <a:lnTo>
                    <a:pt x="677" y="2873"/>
                  </a:lnTo>
                  <a:lnTo>
                    <a:pt x="749" y="2930"/>
                  </a:lnTo>
                  <a:lnTo>
                    <a:pt x="824" y="2985"/>
                  </a:lnTo>
                  <a:lnTo>
                    <a:pt x="901" y="3033"/>
                  </a:lnTo>
                  <a:lnTo>
                    <a:pt x="981" y="3077"/>
                  </a:lnTo>
                  <a:lnTo>
                    <a:pt x="1064" y="3117"/>
                  </a:lnTo>
                  <a:lnTo>
                    <a:pt x="1149" y="3152"/>
                  </a:lnTo>
                  <a:lnTo>
                    <a:pt x="1236" y="3180"/>
                  </a:lnTo>
                  <a:lnTo>
                    <a:pt x="1325" y="3205"/>
                  </a:lnTo>
                  <a:lnTo>
                    <a:pt x="1415" y="3224"/>
                  </a:lnTo>
                  <a:lnTo>
                    <a:pt x="1505" y="3238"/>
                  </a:lnTo>
                  <a:lnTo>
                    <a:pt x="1597" y="3246"/>
                  </a:lnTo>
                  <a:lnTo>
                    <a:pt x="1690" y="3249"/>
                  </a:lnTo>
                  <a:lnTo>
                    <a:pt x="1789" y="3246"/>
                  </a:lnTo>
                  <a:lnTo>
                    <a:pt x="1885" y="3239"/>
                  </a:lnTo>
                  <a:lnTo>
                    <a:pt x="1978" y="3225"/>
                  </a:lnTo>
                  <a:lnTo>
                    <a:pt x="2068" y="3208"/>
                  </a:lnTo>
                  <a:lnTo>
                    <a:pt x="2156" y="3185"/>
                  </a:lnTo>
                  <a:lnTo>
                    <a:pt x="2240" y="3159"/>
                  </a:lnTo>
                  <a:lnTo>
                    <a:pt x="2322" y="3128"/>
                  </a:lnTo>
                  <a:lnTo>
                    <a:pt x="2401" y="3093"/>
                  </a:lnTo>
                  <a:lnTo>
                    <a:pt x="2476" y="3054"/>
                  </a:lnTo>
                  <a:lnTo>
                    <a:pt x="2548" y="3012"/>
                  </a:lnTo>
                  <a:lnTo>
                    <a:pt x="2617" y="2967"/>
                  </a:lnTo>
                  <a:lnTo>
                    <a:pt x="2683" y="2918"/>
                  </a:lnTo>
                  <a:lnTo>
                    <a:pt x="2744" y="2867"/>
                  </a:lnTo>
                  <a:lnTo>
                    <a:pt x="2803" y="2812"/>
                  </a:lnTo>
                  <a:lnTo>
                    <a:pt x="2858" y="2755"/>
                  </a:lnTo>
                  <a:lnTo>
                    <a:pt x="2909" y="2697"/>
                  </a:lnTo>
                  <a:lnTo>
                    <a:pt x="2957" y="2635"/>
                  </a:lnTo>
                  <a:lnTo>
                    <a:pt x="3001" y="2572"/>
                  </a:lnTo>
                  <a:lnTo>
                    <a:pt x="3041" y="2507"/>
                  </a:lnTo>
                  <a:lnTo>
                    <a:pt x="3078" y="2440"/>
                  </a:lnTo>
                  <a:lnTo>
                    <a:pt x="3110" y="2373"/>
                  </a:lnTo>
                  <a:lnTo>
                    <a:pt x="3139" y="2305"/>
                  </a:lnTo>
                  <a:lnTo>
                    <a:pt x="3163" y="2236"/>
                  </a:lnTo>
                  <a:lnTo>
                    <a:pt x="3184" y="2165"/>
                  </a:lnTo>
                  <a:lnTo>
                    <a:pt x="3199" y="2094"/>
                  </a:lnTo>
                  <a:lnTo>
                    <a:pt x="3211" y="2023"/>
                  </a:lnTo>
                  <a:lnTo>
                    <a:pt x="3219" y="1953"/>
                  </a:lnTo>
                  <a:lnTo>
                    <a:pt x="3223" y="1883"/>
                  </a:lnTo>
                  <a:lnTo>
                    <a:pt x="3222" y="1837"/>
                  </a:lnTo>
                  <a:lnTo>
                    <a:pt x="3220" y="1791"/>
                  </a:lnTo>
                  <a:lnTo>
                    <a:pt x="3215" y="1745"/>
                  </a:lnTo>
                  <a:lnTo>
                    <a:pt x="3208" y="1700"/>
                  </a:lnTo>
                  <a:lnTo>
                    <a:pt x="3199" y="1655"/>
                  </a:lnTo>
                  <a:lnTo>
                    <a:pt x="3187" y="1610"/>
                  </a:lnTo>
                  <a:lnTo>
                    <a:pt x="3173" y="1566"/>
                  </a:lnTo>
                  <a:lnTo>
                    <a:pt x="3156" y="1522"/>
                  </a:lnTo>
                  <a:lnTo>
                    <a:pt x="3137" y="1480"/>
                  </a:lnTo>
                  <a:lnTo>
                    <a:pt x="3115" y="1441"/>
                  </a:lnTo>
                  <a:lnTo>
                    <a:pt x="3091" y="1401"/>
                  </a:lnTo>
                  <a:lnTo>
                    <a:pt x="3063" y="1364"/>
                  </a:lnTo>
                  <a:lnTo>
                    <a:pt x="3032" y="1328"/>
                  </a:lnTo>
                  <a:lnTo>
                    <a:pt x="2999" y="1294"/>
                  </a:lnTo>
                  <a:lnTo>
                    <a:pt x="2963" y="1262"/>
                  </a:lnTo>
                  <a:lnTo>
                    <a:pt x="2924" y="1234"/>
                  </a:lnTo>
                  <a:lnTo>
                    <a:pt x="2881" y="1207"/>
                  </a:lnTo>
                  <a:lnTo>
                    <a:pt x="2834" y="1183"/>
                  </a:lnTo>
                  <a:lnTo>
                    <a:pt x="2785" y="1162"/>
                  </a:lnTo>
                  <a:lnTo>
                    <a:pt x="2733" y="1143"/>
                  </a:lnTo>
                  <a:lnTo>
                    <a:pt x="2677" y="1129"/>
                  </a:lnTo>
                  <a:lnTo>
                    <a:pt x="2617" y="1118"/>
                  </a:lnTo>
                  <a:lnTo>
                    <a:pt x="2554" y="1111"/>
                  </a:lnTo>
                  <a:lnTo>
                    <a:pt x="2487" y="1107"/>
                  </a:lnTo>
                  <a:lnTo>
                    <a:pt x="2485" y="1107"/>
                  </a:lnTo>
                  <a:lnTo>
                    <a:pt x="2388" y="1166"/>
                  </a:lnTo>
                  <a:lnTo>
                    <a:pt x="2288" y="1225"/>
                  </a:lnTo>
                  <a:lnTo>
                    <a:pt x="2156" y="1299"/>
                  </a:lnTo>
                  <a:lnTo>
                    <a:pt x="2025" y="1369"/>
                  </a:lnTo>
                  <a:lnTo>
                    <a:pt x="1896" y="1434"/>
                  </a:lnTo>
                  <a:lnTo>
                    <a:pt x="1820" y="1470"/>
                  </a:lnTo>
                  <a:lnTo>
                    <a:pt x="1746" y="1504"/>
                  </a:lnTo>
                  <a:lnTo>
                    <a:pt x="1674" y="1536"/>
                  </a:lnTo>
                  <a:lnTo>
                    <a:pt x="1603" y="1564"/>
                  </a:lnTo>
                  <a:lnTo>
                    <a:pt x="1536" y="1591"/>
                  </a:lnTo>
                  <a:lnTo>
                    <a:pt x="1470" y="1616"/>
                  </a:lnTo>
                  <a:lnTo>
                    <a:pt x="1409" y="1637"/>
                  </a:lnTo>
                  <a:lnTo>
                    <a:pt x="1349" y="1656"/>
                  </a:lnTo>
                  <a:lnTo>
                    <a:pt x="1293" y="1671"/>
                  </a:lnTo>
                  <a:lnTo>
                    <a:pt x="1283" y="1709"/>
                  </a:lnTo>
                  <a:lnTo>
                    <a:pt x="1267" y="1746"/>
                  </a:lnTo>
                  <a:lnTo>
                    <a:pt x="1249" y="1780"/>
                  </a:lnTo>
                  <a:lnTo>
                    <a:pt x="1225" y="1811"/>
                  </a:lnTo>
                  <a:lnTo>
                    <a:pt x="1199" y="1840"/>
                  </a:lnTo>
                  <a:lnTo>
                    <a:pt x="1169" y="1866"/>
                  </a:lnTo>
                  <a:lnTo>
                    <a:pt x="1136" y="1887"/>
                  </a:lnTo>
                  <a:lnTo>
                    <a:pt x="1110" y="1900"/>
                  </a:lnTo>
                  <a:lnTo>
                    <a:pt x="1082" y="1910"/>
                  </a:lnTo>
                  <a:lnTo>
                    <a:pt x="1049" y="1918"/>
                  </a:lnTo>
                  <a:lnTo>
                    <a:pt x="1012" y="1925"/>
                  </a:lnTo>
                  <a:lnTo>
                    <a:pt x="974" y="1930"/>
                  </a:lnTo>
                  <a:lnTo>
                    <a:pt x="933" y="1935"/>
                  </a:lnTo>
                  <a:lnTo>
                    <a:pt x="891" y="1938"/>
                  </a:lnTo>
                  <a:lnTo>
                    <a:pt x="848" y="1940"/>
                  </a:lnTo>
                  <a:lnTo>
                    <a:pt x="805" y="1942"/>
                  </a:lnTo>
                  <a:lnTo>
                    <a:pt x="763" y="1942"/>
                  </a:lnTo>
                  <a:lnTo>
                    <a:pt x="721" y="1942"/>
                  </a:lnTo>
                  <a:lnTo>
                    <a:pt x="680" y="1940"/>
                  </a:lnTo>
                  <a:lnTo>
                    <a:pt x="641" y="1939"/>
                  </a:lnTo>
                  <a:lnTo>
                    <a:pt x="606" y="1937"/>
                  </a:lnTo>
                  <a:lnTo>
                    <a:pt x="575" y="1935"/>
                  </a:lnTo>
                  <a:lnTo>
                    <a:pt x="547" y="1934"/>
                  </a:lnTo>
                  <a:lnTo>
                    <a:pt x="524" y="1932"/>
                  </a:lnTo>
                  <a:lnTo>
                    <a:pt x="508" y="1931"/>
                  </a:lnTo>
                  <a:lnTo>
                    <a:pt x="492" y="1928"/>
                  </a:lnTo>
                  <a:lnTo>
                    <a:pt x="477" y="1921"/>
                  </a:lnTo>
                  <a:lnTo>
                    <a:pt x="466" y="1911"/>
                  </a:lnTo>
                  <a:lnTo>
                    <a:pt x="456" y="1898"/>
                  </a:lnTo>
                  <a:lnTo>
                    <a:pt x="450" y="1884"/>
                  </a:lnTo>
                  <a:lnTo>
                    <a:pt x="448" y="1868"/>
                  </a:lnTo>
                  <a:lnTo>
                    <a:pt x="449" y="1852"/>
                  </a:lnTo>
                  <a:lnTo>
                    <a:pt x="454" y="1837"/>
                  </a:lnTo>
                  <a:lnTo>
                    <a:pt x="461" y="1823"/>
                  </a:lnTo>
                  <a:lnTo>
                    <a:pt x="470" y="1802"/>
                  </a:lnTo>
                  <a:lnTo>
                    <a:pt x="482" y="1779"/>
                  </a:lnTo>
                  <a:lnTo>
                    <a:pt x="496" y="1751"/>
                  </a:lnTo>
                  <a:lnTo>
                    <a:pt x="512" y="1720"/>
                  </a:lnTo>
                  <a:lnTo>
                    <a:pt x="530" y="1687"/>
                  </a:lnTo>
                  <a:lnTo>
                    <a:pt x="549" y="1652"/>
                  </a:lnTo>
                  <a:lnTo>
                    <a:pt x="570" y="1616"/>
                  </a:lnTo>
                  <a:lnTo>
                    <a:pt x="591" y="1579"/>
                  </a:lnTo>
                  <a:lnTo>
                    <a:pt x="614" y="1542"/>
                  </a:lnTo>
                  <a:lnTo>
                    <a:pt x="637" y="1505"/>
                  </a:lnTo>
                  <a:lnTo>
                    <a:pt x="661" y="1469"/>
                  </a:lnTo>
                  <a:lnTo>
                    <a:pt x="685" y="1436"/>
                  </a:lnTo>
                  <a:lnTo>
                    <a:pt x="710" y="1405"/>
                  </a:lnTo>
                  <a:lnTo>
                    <a:pt x="734" y="1376"/>
                  </a:lnTo>
                  <a:lnTo>
                    <a:pt x="758" y="1351"/>
                  </a:lnTo>
                  <a:lnTo>
                    <a:pt x="783" y="1331"/>
                  </a:lnTo>
                  <a:lnTo>
                    <a:pt x="805" y="1316"/>
                  </a:lnTo>
                  <a:lnTo>
                    <a:pt x="842" y="1297"/>
                  </a:lnTo>
                  <a:lnTo>
                    <a:pt x="880" y="1284"/>
                  </a:lnTo>
                  <a:lnTo>
                    <a:pt x="919" y="1275"/>
                  </a:lnTo>
                  <a:lnTo>
                    <a:pt x="959" y="1271"/>
                  </a:lnTo>
                  <a:lnTo>
                    <a:pt x="999" y="1272"/>
                  </a:lnTo>
                  <a:lnTo>
                    <a:pt x="1038" y="1278"/>
                  </a:lnTo>
                  <a:lnTo>
                    <a:pt x="1077" y="1289"/>
                  </a:lnTo>
                  <a:lnTo>
                    <a:pt x="1124" y="1244"/>
                  </a:lnTo>
                  <a:lnTo>
                    <a:pt x="1176" y="1196"/>
                  </a:lnTo>
                  <a:lnTo>
                    <a:pt x="1233" y="1147"/>
                  </a:lnTo>
                  <a:lnTo>
                    <a:pt x="1295" y="1097"/>
                  </a:lnTo>
                  <a:lnTo>
                    <a:pt x="1361" y="1045"/>
                  </a:lnTo>
                  <a:lnTo>
                    <a:pt x="1431" y="994"/>
                  </a:lnTo>
                  <a:lnTo>
                    <a:pt x="1505" y="941"/>
                  </a:lnTo>
                  <a:lnTo>
                    <a:pt x="1582" y="887"/>
                  </a:lnTo>
                  <a:lnTo>
                    <a:pt x="1583" y="887"/>
                  </a:lnTo>
                  <a:lnTo>
                    <a:pt x="1686" y="819"/>
                  </a:lnTo>
                  <a:lnTo>
                    <a:pt x="1669" y="771"/>
                  </a:lnTo>
                  <a:lnTo>
                    <a:pt x="1657" y="722"/>
                  </a:lnTo>
                  <a:lnTo>
                    <a:pt x="1651" y="672"/>
                  </a:lnTo>
                  <a:lnTo>
                    <a:pt x="1651" y="621"/>
                  </a:lnTo>
                  <a:lnTo>
                    <a:pt x="1657" y="571"/>
                  </a:lnTo>
                  <a:lnTo>
                    <a:pt x="1669" y="519"/>
                  </a:lnTo>
                  <a:lnTo>
                    <a:pt x="1685" y="469"/>
                  </a:lnTo>
                  <a:lnTo>
                    <a:pt x="1708" y="420"/>
                  </a:lnTo>
                  <a:lnTo>
                    <a:pt x="1735" y="372"/>
                  </a:lnTo>
                  <a:lnTo>
                    <a:pt x="1768" y="326"/>
                  </a:lnTo>
                  <a:lnTo>
                    <a:pt x="1782" y="305"/>
                  </a:lnTo>
                  <a:lnTo>
                    <a:pt x="1792" y="283"/>
                  </a:lnTo>
                  <a:lnTo>
                    <a:pt x="1798" y="261"/>
                  </a:lnTo>
                  <a:lnTo>
                    <a:pt x="1800" y="240"/>
                  </a:lnTo>
                  <a:lnTo>
                    <a:pt x="1797" y="218"/>
                  </a:lnTo>
                  <a:lnTo>
                    <a:pt x="1790" y="199"/>
                  </a:lnTo>
                  <a:lnTo>
                    <a:pt x="1777" y="179"/>
                  </a:lnTo>
                  <a:lnTo>
                    <a:pt x="1761" y="163"/>
                  </a:lnTo>
                  <a:lnTo>
                    <a:pt x="1740" y="150"/>
                  </a:lnTo>
                  <a:lnTo>
                    <a:pt x="1716" y="140"/>
                  </a:lnTo>
                  <a:lnTo>
                    <a:pt x="1688" y="134"/>
                  </a:lnTo>
                  <a:lnTo>
                    <a:pt x="1658" y="132"/>
                  </a:lnTo>
                  <a:lnTo>
                    <a:pt x="1655" y="132"/>
                  </a:lnTo>
                  <a:close/>
                  <a:moveTo>
                    <a:pt x="1655" y="0"/>
                  </a:moveTo>
                  <a:lnTo>
                    <a:pt x="1658" y="0"/>
                  </a:lnTo>
                  <a:lnTo>
                    <a:pt x="1700" y="2"/>
                  </a:lnTo>
                  <a:lnTo>
                    <a:pt x="1739" y="10"/>
                  </a:lnTo>
                  <a:lnTo>
                    <a:pt x="1776" y="22"/>
                  </a:lnTo>
                  <a:lnTo>
                    <a:pt x="1810" y="38"/>
                  </a:lnTo>
                  <a:lnTo>
                    <a:pt x="1841" y="57"/>
                  </a:lnTo>
                  <a:lnTo>
                    <a:pt x="1867" y="82"/>
                  </a:lnTo>
                  <a:lnTo>
                    <a:pt x="1890" y="110"/>
                  </a:lnTo>
                  <a:lnTo>
                    <a:pt x="1908" y="141"/>
                  </a:lnTo>
                  <a:lnTo>
                    <a:pt x="1921" y="173"/>
                  </a:lnTo>
                  <a:lnTo>
                    <a:pt x="1929" y="207"/>
                  </a:lnTo>
                  <a:lnTo>
                    <a:pt x="1931" y="241"/>
                  </a:lnTo>
                  <a:lnTo>
                    <a:pt x="1929" y="276"/>
                  </a:lnTo>
                  <a:lnTo>
                    <a:pt x="1922" y="310"/>
                  </a:lnTo>
                  <a:lnTo>
                    <a:pt x="1909" y="344"/>
                  </a:lnTo>
                  <a:lnTo>
                    <a:pt x="1893" y="377"/>
                  </a:lnTo>
                  <a:lnTo>
                    <a:pt x="1872" y="408"/>
                  </a:lnTo>
                  <a:lnTo>
                    <a:pt x="1843" y="449"/>
                  </a:lnTo>
                  <a:lnTo>
                    <a:pt x="1819" y="491"/>
                  </a:lnTo>
                  <a:lnTo>
                    <a:pt x="1802" y="534"/>
                  </a:lnTo>
                  <a:lnTo>
                    <a:pt x="1790" y="577"/>
                  </a:lnTo>
                  <a:lnTo>
                    <a:pt x="1783" y="621"/>
                  </a:lnTo>
                  <a:lnTo>
                    <a:pt x="1783" y="664"/>
                  </a:lnTo>
                  <a:lnTo>
                    <a:pt x="1789" y="706"/>
                  </a:lnTo>
                  <a:lnTo>
                    <a:pt x="1800" y="747"/>
                  </a:lnTo>
                  <a:lnTo>
                    <a:pt x="1879" y="700"/>
                  </a:lnTo>
                  <a:lnTo>
                    <a:pt x="1958" y="653"/>
                  </a:lnTo>
                  <a:lnTo>
                    <a:pt x="2051" y="600"/>
                  </a:lnTo>
                  <a:lnTo>
                    <a:pt x="2143" y="550"/>
                  </a:lnTo>
                  <a:lnTo>
                    <a:pt x="2233" y="502"/>
                  </a:lnTo>
                  <a:lnTo>
                    <a:pt x="2323" y="457"/>
                  </a:lnTo>
                  <a:lnTo>
                    <a:pt x="2411" y="415"/>
                  </a:lnTo>
                  <a:lnTo>
                    <a:pt x="2497" y="375"/>
                  </a:lnTo>
                  <a:lnTo>
                    <a:pt x="2582" y="338"/>
                  </a:lnTo>
                  <a:lnTo>
                    <a:pt x="2663" y="304"/>
                  </a:lnTo>
                  <a:lnTo>
                    <a:pt x="2742" y="275"/>
                  </a:lnTo>
                  <a:lnTo>
                    <a:pt x="2817" y="248"/>
                  </a:lnTo>
                  <a:lnTo>
                    <a:pt x="2882" y="226"/>
                  </a:lnTo>
                  <a:lnTo>
                    <a:pt x="2942" y="209"/>
                  </a:lnTo>
                  <a:lnTo>
                    <a:pt x="2997" y="196"/>
                  </a:lnTo>
                  <a:lnTo>
                    <a:pt x="3049" y="184"/>
                  </a:lnTo>
                  <a:lnTo>
                    <a:pt x="3096" y="178"/>
                  </a:lnTo>
                  <a:lnTo>
                    <a:pt x="3139" y="174"/>
                  </a:lnTo>
                  <a:lnTo>
                    <a:pt x="3177" y="174"/>
                  </a:lnTo>
                  <a:lnTo>
                    <a:pt x="3211" y="177"/>
                  </a:lnTo>
                  <a:lnTo>
                    <a:pt x="3242" y="184"/>
                  </a:lnTo>
                  <a:lnTo>
                    <a:pt x="3268" y="195"/>
                  </a:lnTo>
                  <a:lnTo>
                    <a:pt x="3290" y="208"/>
                  </a:lnTo>
                  <a:lnTo>
                    <a:pt x="3309" y="225"/>
                  </a:lnTo>
                  <a:lnTo>
                    <a:pt x="3324" y="246"/>
                  </a:lnTo>
                  <a:lnTo>
                    <a:pt x="3334" y="268"/>
                  </a:lnTo>
                  <a:lnTo>
                    <a:pt x="3340" y="292"/>
                  </a:lnTo>
                  <a:lnTo>
                    <a:pt x="3341" y="318"/>
                  </a:lnTo>
                  <a:lnTo>
                    <a:pt x="3336" y="344"/>
                  </a:lnTo>
                  <a:lnTo>
                    <a:pt x="3328" y="373"/>
                  </a:lnTo>
                  <a:lnTo>
                    <a:pt x="3315" y="403"/>
                  </a:lnTo>
                  <a:lnTo>
                    <a:pt x="3298" y="434"/>
                  </a:lnTo>
                  <a:lnTo>
                    <a:pt x="3275" y="468"/>
                  </a:lnTo>
                  <a:lnTo>
                    <a:pt x="3247" y="504"/>
                  </a:lnTo>
                  <a:lnTo>
                    <a:pt x="3215" y="542"/>
                  </a:lnTo>
                  <a:lnTo>
                    <a:pt x="3178" y="581"/>
                  </a:lnTo>
                  <a:lnTo>
                    <a:pt x="3135" y="623"/>
                  </a:lnTo>
                  <a:lnTo>
                    <a:pt x="3081" y="672"/>
                  </a:lnTo>
                  <a:lnTo>
                    <a:pt x="3023" y="722"/>
                  </a:lnTo>
                  <a:lnTo>
                    <a:pt x="2959" y="775"/>
                  </a:lnTo>
                  <a:lnTo>
                    <a:pt x="2891" y="828"/>
                  </a:lnTo>
                  <a:lnTo>
                    <a:pt x="2819" y="882"/>
                  </a:lnTo>
                  <a:lnTo>
                    <a:pt x="2742" y="936"/>
                  </a:lnTo>
                  <a:lnTo>
                    <a:pt x="2662" y="992"/>
                  </a:lnTo>
                  <a:lnTo>
                    <a:pt x="2727" y="1006"/>
                  </a:lnTo>
                  <a:lnTo>
                    <a:pt x="2789" y="1024"/>
                  </a:lnTo>
                  <a:lnTo>
                    <a:pt x="2850" y="1046"/>
                  </a:lnTo>
                  <a:lnTo>
                    <a:pt x="2907" y="1072"/>
                  </a:lnTo>
                  <a:lnTo>
                    <a:pt x="2960" y="1101"/>
                  </a:lnTo>
                  <a:lnTo>
                    <a:pt x="3012" y="1135"/>
                  </a:lnTo>
                  <a:lnTo>
                    <a:pt x="3060" y="1172"/>
                  </a:lnTo>
                  <a:lnTo>
                    <a:pt x="3105" y="1213"/>
                  </a:lnTo>
                  <a:lnTo>
                    <a:pt x="3147" y="1257"/>
                  </a:lnTo>
                  <a:lnTo>
                    <a:pt x="3187" y="1307"/>
                  </a:lnTo>
                  <a:lnTo>
                    <a:pt x="3223" y="1361"/>
                  </a:lnTo>
                  <a:lnTo>
                    <a:pt x="3253" y="1417"/>
                  </a:lnTo>
                  <a:lnTo>
                    <a:pt x="3281" y="1476"/>
                  </a:lnTo>
                  <a:lnTo>
                    <a:pt x="3305" y="1538"/>
                  </a:lnTo>
                  <a:lnTo>
                    <a:pt x="3323" y="1602"/>
                  </a:lnTo>
                  <a:lnTo>
                    <a:pt x="3337" y="1670"/>
                  </a:lnTo>
                  <a:lnTo>
                    <a:pt x="3348" y="1740"/>
                  </a:lnTo>
                  <a:lnTo>
                    <a:pt x="3353" y="1810"/>
                  </a:lnTo>
                  <a:lnTo>
                    <a:pt x="3355" y="1884"/>
                  </a:lnTo>
                  <a:lnTo>
                    <a:pt x="3350" y="1971"/>
                  </a:lnTo>
                  <a:lnTo>
                    <a:pt x="3340" y="2058"/>
                  </a:lnTo>
                  <a:lnTo>
                    <a:pt x="3323" y="2145"/>
                  </a:lnTo>
                  <a:lnTo>
                    <a:pt x="3302" y="2234"/>
                  </a:lnTo>
                  <a:lnTo>
                    <a:pt x="3273" y="2321"/>
                  </a:lnTo>
                  <a:lnTo>
                    <a:pt x="3240" y="2407"/>
                  </a:lnTo>
                  <a:lnTo>
                    <a:pt x="3205" y="2481"/>
                  </a:lnTo>
                  <a:lnTo>
                    <a:pt x="3166" y="2555"/>
                  </a:lnTo>
                  <a:lnTo>
                    <a:pt x="3124" y="2627"/>
                  </a:lnTo>
                  <a:lnTo>
                    <a:pt x="3078" y="2696"/>
                  </a:lnTo>
                  <a:lnTo>
                    <a:pt x="3028" y="2762"/>
                  </a:lnTo>
                  <a:lnTo>
                    <a:pt x="2975" y="2827"/>
                  </a:lnTo>
                  <a:lnTo>
                    <a:pt x="2917" y="2888"/>
                  </a:lnTo>
                  <a:lnTo>
                    <a:pt x="2853" y="2952"/>
                  </a:lnTo>
                  <a:lnTo>
                    <a:pt x="2784" y="3010"/>
                  </a:lnTo>
                  <a:lnTo>
                    <a:pt x="2713" y="3065"/>
                  </a:lnTo>
                  <a:lnTo>
                    <a:pt x="2638" y="3117"/>
                  </a:lnTo>
                  <a:lnTo>
                    <a:pt x="2561" y="3163"/>
                  </a:lnTo>
                  <a:lnTo>
                    <a:pt x="2480" y="3205"/>
                  </a:lnTo>
                  <a:lnTo>
                    <a:pt x="2397" y="3243"/>
                  </a:lnTo>
                  <a:lnTo>
                    <a:pt x="2315" y="3275"/>
                  </a:lnTo>
                  <a:lnTo>
                    <a:pt x="2231" y="3303"/>
                  </a:lnTo>
                  <a:lnTo>
                    <a:pt x="2145" y="3327"/>
                  </a:lnTo>
                  <a:lnTo>
                    <a:pt x="2058" y="3346"/>
                  </a:lnTo>
                  <a:lnTo>
                    <a:pt x="1968" y="3362"/>
                  </a:lnTo>
                  <a:lnTo>
                    <a:pt x="1877" y="3373"/>
                  </a:lnTo>
                  <a:lnTo>
                    <a:pt x="1784" y="3379"/>
                  </a:lnTo>
                  <a:lnTo>
                    <a:pt x="1690" y="3381"/>
                  </a:lnTo>
                  <a:lnTo>
                    <a:pt x="1596" y="3378"/>
                  </a:lnTo>
                  <a:lnTo>
                    <a:pt x="1503" y="3371"/>
                  </a:lnTo>
                  <a:lnTo>
                    <a:pt x="1411" y="3357"/>
                  </a:lnTo>
                  <a:lnTo>
                    <a:pt x="1319" y="3339"/>
                  </a:lnTo>
                  <a:lnTo>
                    <a:pt x="1229" y="3316"/>
                  </a:lnTo>
                  <a:lnTo>
                    <a:pt x="1141" y="3289"/>
                  </a:lnTo>
                  <a:lnTo>
                    <a:pt x="1054" y="3256"/>
                  </a:lnTo>
                  <a:lnTo>
                    <a:pt x="969" y="3218"/>
                  </a:lnTo>
                  <a:lnTo>
                    <a:pt x="886" y="3176"/>
                  </a:lnTo>
                  <a:lnTo>
                    <a:pt x="806" y="3130"/>
                  </a:lnTo>
                  <a:lnTo>
                    <a:pt x="728" y="3079"/>
                  </a:lnTo>
                  <a:lnTo>
                    <a:pt x="653" y="3023"/>
                  </a:lnTo>
                  <a:lnTo>
                    <a:pt x="581" y="2964"/>
                  </a:lnTo>
                  <a:lnTo>
                    <a:pt x="512" y="2900"/>
                  </a:lnTo>
                  <a:lnTo>
                    <a:pt x="446" y="2833"/>
                  </a:lnTo>
                  <a:lnTo>
                    <a:pt x="383" y="2760"/>
                  </a:lnTo>
                  <a:lnTo>
                    <a:pt x="325" y="2685"/>
                  </a:lnTo>
                  <a:lnTo>
                    <a:pt x="271" y="2607"/>
                  </a:lnTo>
                  <a:lnTo>
                    <a:pt x="222" y="2527"/>
                  </a:lnTo>
                  <a:lnTo>
                    <a:pt x="178" y="2445"/>
                  </a:lnTo>
                  <a:lnTo>
                    <a:pt x="138" y="2360"/>
                  </a:lnTo>
                  <a:lnTo>
                    <a:pt x="103" y="2272"/>
                  </a:lnTo>
                  <a:lnTo>
                    <a:pt x="74" y="2184"/>
                  </a:lnTo>
                  <a:lnTo>
                    <a:pt x="49" y="2094"/>
                  </a:lnTo>
                  <a:lnTo>
                    <a:pt x="30" y="2002"/>
                  </a:lnTo>
                  <a:lnTo>
                    <a:pt x="14" y="1909"/>
                  </a:lnTo>
                  <a:lnTo>
                    <a:pt x="5" y="1814"/>
                  </a:lnTo>
                  <a:lnTo>
                    <a:pt x="0" y="1719"/>
                  </a:lnTo>
                  <a:lnTo>
                    <a:pt x="1" y="1622"/>
                  </a:lnTo>
                  <a:lnTo>
                    <a:pt x="6" y="1525"/>
                  </a:lnTo>
                  <a:lnTo>
                    <a:pt x="17" y="1431"/>
                  </a:lnTo>
                  <a:lnTo>
                    <a:pt x="34" y="1339"/>
                  </a:lnTo>
                  <a:lnTo>
                    <a:pt x="55" y="1249"/>
                  </a:lnTo>
                  <a:lnTo>
                    <a:pt x="82" y="1159"/>
                  </a:lnTo>
                  <a:lnTo>
                    <a:pt x="114" y="1071"/>
                  </a:lnTo>
                  <a:lnTo>
                    <a:pt x="152" y="985"/>
                  </a:lnTo>
                  <a:lnTo>
                    <a:pt x="194" y="901"/>
                  </a:lnTo>
                  <a:lnTo>
                    <a:pt x="241" y="819"/>
                  </a:lnTo>
                  <a:lnTo>
                    <a:pt x="293" y="739"/>
                  </a:lnTo>
                  <a:lnTo>
                    <a:pt x="349" y="662"/>
                  </a:lnTo>
                  <a:lnTo>
                    <a:pt x="410" y="587"/>
                  </a:lnTo>
                  <a:lnTo>
                    <a:pt x="476" y="516"/>
                  </a:lnTo>
                  <a:lnTo>
                    <a:pt x="546" y="448"/>
                  </a:lnTo>
                  <a:lnTo>
                    <a:pt x="620" y="383"/>
                  </a:lnTo>
                  <a:lnTo>
                    <a:pt x="696" y="324"/>
                  </a:lnTo>
                  <a:lnTo>
                    <a:pt x="774" y="268"/>
                  </a:lnTo>
                  <a:lnTo>
                    <a:pt x="855" y="219"/>
                  </a:lnTo>
                  <a:lnTo>
                    <a:pt x="938" y="174"/>
                  </a:lnTo>
                  <a:lnTo>
                    <a:pt x="1023" y="133"/>
                  </a:lnTo>
                  <a:lnTo>
                    <a:pt x="1110" y="98"/>
                  </a:lnTo>
                  <a:lnTo>
                    <a:pt x="1199" y="69"/>
                  </a:lnTo>
                  <a:lnTo>
                    <a:pt x="1288" y="44"/>
                  </a:lnTo>
                  <a:lnTo>
                    <a:pt x="1379" y="25"/>
                  </a:lnTo>
                  <a:lnTo>
                    <a:pt x="1470" y="11"/>
                  </a:lnTo>
                  <a:lnTo>
                    <a:pt x="1562" y="3"/>
                  </a:lnTo>
                  <a:lnTo>
                    <a:pt x="1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/>
            <p:cNvSpPr>
              <a:spLocks noEditPoints="1"/>
            </p:cNvSpPr>
            <p:nvPr/>
          </p:nvSpPr>
          <p:spPr bwMode="auto">
            <a:xfrm>
              <a:off x="7823200" y="2259013"/>
              <a:ext cx="120650" cy="120650"/>
            </a:xfrm>
            <a:custGeom>
              <a:avLst/>
              <a:gdLst>
                <a:gd name="T0" fmla="*/ 238 w 529"/>
                <a:gd name="T1" fmla="*/ 134 h 527"/>
                <a:gd name="T2" fmla="*/ 191 w 529"/>
                <a:gd name="T3" fmla="*/ 155 h 527"/>
                <a:gd name="T4" fmla="*/ 155 w 529"/>
                <a:gd name="T5" fmla="*/ 189 h 527"/>
                <a:gd name="T6" fmla="*/ 136 w 529"/>
                <a:gd name="T7" fmla="*/ 236 h 527"/>
                <a:gd name="T8" fmla="*/ 136 w 529"/>
                <a:gd name="T9" fmla="*/ 290 h 527"/>
                <a:gd name="T10" fmla="*/ 155 w 529"/>
                <a:gd name="T11" fmla="*/ 337 h 527"/>
                <a:gd name="T12" fmla="*/ 191 w 529"/>
                <a:gd name="T13" fmla="*/ 373 h 527"/>
                <a:gd name="T14" fmla="*/ 238 w 529"/>
                <a:gd name="T15" fmla="*/ 393 h 527"/>
                <a:gd name="T16" fmla="*/ 291 w 529"/>
                <a:gd name="T17" fmla="*/ 393 h 527"/>
                <a:gd name="T18" fmla="*/ 338 w 529"/>
                <a:gd name="T19" fmla="*/ 373 h 527"/>
                <a:gd name="T20" fmla="*/ 374 w 529"/>
                <a:gd name="T21" fmla="*/ 337 h 527"/>
                <a:gd name="T22" fmla="*/ 394 w 529"/>
                <a:gd name="T23" fmla="*/ 290 h 527"/>
                <a:gd name="T24" fmla="*/ 394 w 529"/>
                <a:gd name="T25" fmla="*/ 236 h 527"/>
                <a:gd name="T26" fmla="*/ 374 w 529"/>
                <a:gd name="T27" fmla="*/ 189 h 527"/>
                <a:gd name="T28" fmla="*/ 338 w 529"/>
                <a:gd name="T29" fmla="*/ 155 h 527"/>
                <a:gd name="T30" fmla="*/ 291 w 529"/>
                <a:gd name="T31" fmla="*/ 134 h 527"/>
                <a:gd name="T32" fmla="*/ 265 w 529"/>
                <a:gd name="T33" fmla="*/ 0 h 527"/>
                <a:gd name="T34" fmla="*/ 340 w 529"/>
                <a:gd name="T35" fmla="*/ 11 h 527"/>
                <a:gd name="T36" fmla="*/ 408 w 529"/>
                <a:gd name="T37" fmla="*/ 42 h 527"/>
                <a:gd name="T38" fmla="*/ 463 w 529"/>
                <a:gd name="T39" fmla="*/ 90 h 527"/>
                <a:gd name="T40" fmla="*/ 504 w 529"/>
                <a:gd name="T41" fmla="*/ 152 h 527"/>
                <a:gd name="T42" fmla="*/ 526 w 529"/>
                <a:gd name="T43" fmla="*/ 224 h 527"/>
                <a:gd name="T44" fmla="*/ 526 w 529"/>
                <a:gd name="T45" fmla="*/ 302 h 527"/>
                <a:gd name="T46" fmla="*/ 504 w 529"/>
                <a:gd name="T47" fmla="*/ 375 h 527"/>
                <a:gd name="T48" fmla="*/ 463 w 529"/>
                <a:gd name="T49" fmla="*/ 436 h 527"/>
                <a:gd name="T50" fmla="*/ 408 w 529"/>
                <a:gd name="T51" fmla="*/ 485 h 527"/>
                <a:gd name="T52" fmla="*/ 340 w 529"/>
                <a:gd name="T53" fmla="*/ 516 h 527"/>
                <a:gd name="T54" fmla="*/ 265 w 529"/>
                <a:gd name="T55" fmla="*/ 527 h 527"/>
                <a:gd name="T56" fmla="*/ 189 w 529"/>
                <a:gd name="T57" fmla="*/ 516 h 527"/>
                <a:gd name="T58" fmla="*/ 121 w 529"/>
                <a:gd name="T59" fmla="*/ 485 h 527"/>
                <a:gd name="T60" fmla="*/ 65 w 529"/>
                <a:gd name="T61" fmla="*/ 436 h 527"/>
                <a:gd name="T62" fmla="*/ 25 w 529"/>
                <a:gd name="T63" fmla="*/ 375 h 527"/>
                <a:gd name="T64" fmla="*/ 3 w 529"/>
                <a:gd name="T65" fmla="*/ 302 h 527"/>
                <a:gd name="T66" fmla="*/ 3 w 529"/>
                <a:gd name="T67" fmla="*/ 224 h 527"/>
                <a:gd name="T68" fmla="*/ 25 w 529"/>
                <a:gd name="T69" fmla="*/ 152 h 527"/>
                <a:gd name="T70" fmla="*/ 65 w 529"/>
                <a:gd name="T71" fmla="*/ 90 h 527"/>
                <a:gd name="T72" fmla="*/ 121 w 529"/>
                <a:gd name="T73" fmla="*/ 42 h 527"/>
                <a:gd name="T74" fmla="*/ 189 w 529"/>
                <a:gd name="T75" fmla="*/ 11 h 527"/>
                <a:gd name="T76" fmla="*/ 265 w 529"/>
                <a:gd name="T77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9" h="527">
                  <a:moveTo>
                    <a:pt x="265" y="131"/>
                  </a:moveTo>
                  <a:lnTo>
                    <a:pt x="238" y="134"/>
                  </a:lnTo>
                  <a:lnTo>
                    <a:pt x="213" y="142"/>
                  </a:lnTo>
                  <a:lnTo>
                    <a:pt x="191" y="155"/>
                  </a:lnTo>
                  <a:lnTo>
                    <a:pt x="171" y="170"/>
                  </a:lnTo>
                  <a:lnTo>
                    <a:pt x="155" y="189"/>
                  </a:lnTo>
                  <a:lnTo>
                    <a:pt x="143" y="212"/>
                  </a:lnTo>
                  <a:lnTo>
                    <a:pt x="136" y="236"/>
                  </a:lnTo>
                  <a:lnTo>
                    <a:pt x="133" y="263"/>
                  </a:lnTo>
                  <a:lnTo>
                    <a:pt x="136" y="290"/>
                  </a:lnTo>
                  <a:lnTo>
                    <a:pt x="143" y="315"/>
                  </a:lnTo>
                  <a:lnTo>
                    <a:pt x="155" y="337"/>
                  </a:lnTo>
                  <a:lnTo>
                    <a:pt x="171" y="356"/>
                  </a:lnTo>
                  <a:lnTo>
                    <a:pt x="191" y="373"/>
                  </a:lnTo>
                  <a:lnTo>
                    <a:pt x="213" y="385"/>
                  </a:lnTo>
                  <a:lnTo>
                    <a:pt x="238" y="393"/>
                  </a:lnTo>
                  <a:lnTo>
                    <a:pt x="265" y="395"/>
                  </a:lnTo>
                  <a:lnTo>
                    <a:pt x="291" y="393"/>
                  </a:lnTo>
                  <a:lnTo>
                    <a:pt x="316" y="385"/>
                  </a:lnTo>
                  <a:lnTo>
                    <a:pt x="338" y="373"/>
                  </a:lnTo>
                  <a:lnTo>
                    <a:pt x="358" y="356"/>
                  </a:lnTo>
                  <a:lnTo>
                    <a:pt x="374" y="337"/>
                  </a:lnTo>
                  <a:lnTo>
                    <a:pt x="387" y="315"/>
                  </a:lnTo>
                  <a:lnTo>
                    <a:pt x="394" y="290"/>
                  </a:lnTo>
                  <a:lnTo>
                    <a:pt x="397" y="263"/>
                  </a:lnTo>
                  <a:lnTo>
                    <a:pt x="394" y="236"/>
                  </a:lnTo>
                  <a:lnTo>
                    <a:pt x="387" y="212"/>
                  </a:lnTo>
                  <a:lnTo>
                    <a:pt x="374" y="189"/>
                  </a:lnTo>
                  <a:lnTo>
                    <a:pt x="358" y="170"/>
                  </a:lnTo>
                  <a:lnTo>
                    <a:pt x="338" y="155"/>
                  </a:lnTo>
                  <a:lnTo>
                    <a:pt x="316" y="142"/>
                  </a:lnTo>
                  <a:lnTo>
                    <a:pt x="291" y="134"/>
                  </a:lnTo>
                  <a:lnTo>
                    <a:pt x="265" y="131"/>
                  </a:lnTo>
                  <a:close/>
                  <a:moveTo>
                    <a:pt x="265" y="0"/>
                  </a:moveTo>
                  <a:lnTo>
                    <a:pt x="304" y="2"/>
                  </a:lnTo>
                  <a:lnTo>
                    <a:pt x="340" y="11"/>
                  </a:lnTo>
                  <a:lnTo>
                    <a:pt x="376" y="24"/>
                  </a:lnTo>
                  <a:lnTo>
                    <a:pt x="408" y="42"/>
                  </a:lnTo>
                  <a:lnTo>
                    <a:pt x="438" y="64"/>
                  </a:lnTo>
                  <a:lnTo>
                    <a:pt x="463" y="90"/>
                  </a:lnTo>
                  <a:lnTo>
                    <a:pt x="486" y="120"/>
                  </a:lnTo>
                  <a:lnTo>
                    <a:pt x="504" y="152"/>
                  </a:lnTo>
                  <a:lnTo>
                    <a:pt x="518" y="187"/>
                  </a:lnTo>
                  <a:lnTo>
                    <a:pt x="526" y="224"/>
                  </a:lnTo>
                  <a:lnTo>
                    <a:pt x="529" y="263"/>
                  </a:lnTo>
                  <a:lnTo>
                    <a:pt x="526" y="302"/>
                  </a:lnTo>
                  <a:lnTo>
                    <a:pt x="518" y="340"/>
                  </a:lnTo>
                  <a:lnTo>
                    <a:pt x="504" y="375"/>
                  </a:lnTo>
                  <a:lnTo>
                    <a:pt x="486" y="408"/>
                  </a:lnTo>
                  <a:lnTo>
                    <a:pt x="463" y="436"/>
                  </a:lnTo>
                  <a:lnTo>
                    <a:pt x="438" y="463"/>
                  </a:lnTo>
                  <a:lnTo>
                    <a:pt x="408" y="485"/>
                  </a:lnTo>
                  <a:lnTo>
                    <a:pt x="376" y="503"/>
                  </a:lnTo>
                  <a:lnTo>
                    <a:pt x="340" y="516"/>
                  </a:lnTo>
                  <a:lnTo>
                    <a:pt x="304" y="524"/>
                  </a:lnTo>
                  <a:lnTo>
                    <a:pt x="265" y="527"/>
                  </a:lnTo>
                  <a:lnTo>
                    <a:pt x="226" y="524"/>
                  </a:lnTo>
                  <a:lnTo>
                    <a:pt x="189" y="516"/>
                  </a:lnTo>
                  <a:lnTo>
                    <a:pt x="153" y="503"/>
                  </a:lnTo>
                  <a:lnTo>
                    <a:pt x="121" y="485"/>
                  </a:lnTo>
                  <a:lnTo>
                    <a:pt x="92" y="463"/>
                  </a:lnTo>
                  <a:lnTo>
                    <a:pt x="65" y="436"/>
                  </a:lnTo>
                  <a:lnTo>
                    <a:pt x="43" y="408"/>
                  </a:lnTo>
                  <a:lnTo>
                    <a:pt x="25" y="375"/>
                  </a:lnTo>
                  <a:lnTo>
                    <a:pt x="12" y="340"/>
                  </a:lnTo>
                  <a:lnTo>
                    <a:pt x="3" y="302"/>
                  </a:lnTo>
                  <a:lnTo>
                    <a:pt x="0" y="263"/>
                  </a:lnTo>
                  <a:lnTo>
                    <a:pt x="3" y="224"/>
                  </a:lnTo>
                  <a:lnTo>
                    <a:pt x="12" y="187"/>
                  </a:lnTo>
                  <a:lnTo>
                    <a:pt x="25" y="152"/>
                  </a:lnTo>
                  <a:lnTo>
                    <a:pt x="43" y="120"/>
                  </a:lnTo>
                  <a:lnTo>
                    <a:pt x="65" y="90"/>
                  </a:lnTo>
                  <a:lnTo>
                    <a:pt x="92" y="64"/>
                  </a:lnTo>
                  <a:lnTo>
                    <a:pt x="121" y="42"/>
                  </a:lnTo>
                  <a:lnTo>
                    <a:pt x="153" y="24"/>
                  </a:lnTo>
                  <a:lnTo>
                    <a:pt x="189" y="11"/>
                  </a:lnTo>
                  <a:lnTo>
                    <a:pt x="226" y="2"/>
                  </a:lnTo>
                  <a:lnTo>
                    <a:pt x="2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7"/>
            <p:cNvSpPr>
              <a:spLocks noEditPoints="1"/>
            </p:cNvSpPr>
            <p:nvPr/>
          </p:nvSpPr>
          <p:spPr bwMode="auto">
            <a:xfrm>
              <a:off x="7748588" y="2662238"/>
              <a:ext cx="119063" cy="119062"/>
            </a:xfrm>
            <a:custGeom>
              <a:avLst/>
              <a:gdLst>
                <a:gd name="T0" fmla="*/ 237 w 527"/>
                <a:gd name="T1" fmla="*/ 136 h 529"/>
                <a:gd name="T2" fmla="*/ 190 w 527"/>
                <a:gd name="T3" fmla="*/ 155 h 529"/>
                <a:gd name="T4" fmla="*/ 154 w 527"/>
                <a:gd name="T5" fmla="*/ 191 h 529"/>
                <a:gd name="T6" fmla="*/ 134 w 527"/>
                <a:gd name="T7" fmla="*/ 238 h 529"/>
                <a:gd name="T8" fmla="*/ 134 w 527"/>
                <a:gd name="T9" fmla="*/ 291 h 529"/>
                <a:gd name="T10" fmla="*/ 154 w 527"/>
                <a:gd name="T11" fmla="*/ 338 h 529"/>
                <a:gd name="T12" fmla="*/ 190 w 527"/>
                <a:gd name="T13" fmla="*/ 374 h 529"/>
                <a:gd name="T14" fmla="*/ 237 w 527"/>
                <a:gd name="T15" fmla="*/ 395 h 529"/>
                <a:gd name="T16" fmla="*/ 290 w 527"/>
                <a:gd name="T17" fmla="*/ 395 h 529"/>
                <a:gd name="T18" fmla="*/ 338 w 527"/>
                <a:gd name="T19" fmla="*/ 374 h 529"/>
                <a:gd name="T20" fmla="*/ 373 w 527"/>
                <a:gd name="T21" fmla="*/ 338 h 529"/>
                <a:gd name="T22" fmla="*/ 393 w 527"/>
                <a:gd name="T23" fmla="*/ 291 h 529"/>
                <a:gd name="T24" fmla="*/ 393 w 527"/>
                <a:gd name="T25" fmla="*/ 238 h 529"/>
                <a:gd name="T26" fmla="*/ 373 w 527"/>
                <a:gd name="T27" fmla="*/ 191 h 529"/>
                <a:gd name="T28" fmla="*/ 338 w 527"/>
                <a:gd name="T29" fmla="*/ 155 h 529"/>
                <a:gd name="T30" fmla="*/ 290 w 527"/>
                <a:gd name="T31" fmla="*/ 136 h 529"/>
                <a:gd name="T32" fmla="*/ 264 w 527"/>
                <a:gd name="T33" fmla="*/ 0 h 529"/>
                <a:gd name="T34" fmla="*/ 340 w 527"/>
                <a:gd name="T35" fmla="*/ 12 h 529"/>
                <a:gd name="T36" fmla="*/ 407 w 527"/>
                <a:gd name="T37" fmla="*/ 43 h 529"/>
                <a:gd name="T38" fmla="*/ 463 w 527"/>
                <a:gd name="T39" fmla="*/ 91 h 529"/>
                <a:gd name="T40" fmla="*/ 502 w 527"/>
                <a:gd name="T41" fmla="*/ 154 h 529"/>
                <a:gd name="T42" fmla="*/ 525 w 527"/>
                <a:gd name="T43" fmla="*/ 226 h 529"/>
                <a:gd name="T44" fmla="*/ 525 w 527"/>
                <a:gd name="T45" fmla="*/ 304 h 529"/>
                <a:gd name="T46" fmla="*/ 502 w 527"/>
                <a:gd name="T47" fmla="*/ 376 h 529"/>
                <a:gd name="T48" fmla="*/ 463 w 527"/>
                <a:gd name="T49" fmla="*/ 438 h 529"/>
                <a:gd name="T50" fmla="*/ 407 w 527"/>
                <a:gd name="T51" fmla="*/ 487 h 529"/>
                <a:gd name="T52" fmla="*/ 340 w 527"/>
                <a:gd name="T53" fmla="*/ 518 h 529"/>
                <a:gd name="T54" fmla="*/ 264 w 527"/>
                <a:gd name="T55" fmla="*/ 529 h 529"/>
                <a:gd name="T56" fmla="*/ 187 w 527"/>
                <a:gd name="T57" fmla="*/ 518 h 529"/>
                <a:gd name="T58" fmla="*/ 119 w 527"/>
                <a:gd name="T59" fmla="*/ 487 h 529"/>
                <a:gd name="T60" fmla="*/ 64 w 527"/>
                <a:gd name="T61" fmla="*/ 438 h 529"/>
                <a:gd name="T62" fmla="*/ 24 w 527"/>
                <a:gd name="T63" fmla="*/ 376 h 529"/>
                <a:gd name="T64" fmla="*/ 3 w 527"/>
                <a:gd name="T65" fmla="*/ 304 h 529"/>
                <a:gd name="T66" fmla="*/ 3 w 527"/>
                <a:gd name="T67" fmla="*/ 226 h 529"/>
                <a:gd name="T68" fmla="*/ 24 w 527"/>
                <a:gd name="T69" fmla="*/ 154 h 529"/>
                <a:gd name="T70" fmla="*/ 64 w 527"/>
                <a:gd name="T71" fmla="*/ 91 h 529"/>
                <a:gd name="T72" fmla="*/ 119 w 527"/>
                <a:gd name="T73" fmla="*/ 43 h 529"/>
                <a:gd name="T74" fmla="*/ 187 w 527"/>
                <a:gd name="T75" fmla="*/ 12 h 529"/>
                <a:gd name="T76" fmla="*/ 264 w 527"/>
                <a:gd name="T77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7" h="529">
                  <a:moveTo>
                    <a:pt x="264" y="132"/>
                  </a:moveTo>
                  <a:lnTo>
                    <a:pt x="237" y="136"/>
                  </a:lnTo>
                  <a:lnTo>
                    <a:pt x="213" y="144"/>
                  </a:lnTo>
                  <a:lnTo>
                    <a:pt x="190" y="155"/>
                  </a:lnTo>
                  <a:lnTo>
                    <a:pt x="171" y="171"/>
                  </a:lnTo>
                  <a:lnTo>
                    <a:pt x="154" y="191"/>
                  </a:lnTo>
                  <a:lnTo>
                    <a:pt x="142" y="213"/>
                  </a:lnTo>
                  <a:lnTo>
                    <a:pt x="134" y="238"/>
                  </a:lnTo>
                  <a:lnTo>
                    <a:pt x="132" y="265"/>
                  </a:lnTo>
                  <a:lnTo>
                    <a:pt x="134" y="291"/>
                  </a:lnTo>
                  <a:lnTo>
                    <a:pt x="142" y="316"/>
                  </a:lnTo>
                  <a:lnTo>
                    <a:pt x="154" y="338"/>
                  </a:lnTo>
                  <a:lnTo>
                    <a:pt x="171" y="358"/>
                  </a:lnTo>
                  <a:lnTo>
                    <a:pt x="190" y="374"/>
                  </a:lnTo>
                  <a:lnTo>
                    <a:pt x="213" y="387"/>
                  </a:lnTo>
                  <a:lnTo>
                    <a:pt x="237" y="395"/>
                  </a:lnTo>
                  <a:lnTo>
                    <a:pt x="264" y="397"/>
                  </a:lnTo>
                  <a:lnTo>
                    <a:pt x="290" y="395"/>
                  </a:lnTo>
                  <a:lnTo>
                    <a:pt x="315" y="387"/>
                  </a:lnTo>
                  <a:lnTo>
                    <a:pt x="338" y="374"/>
                  </a:lnTo>
                  <a:lnTo>
                    <a:pt x="357" y="358"/>
                  </a:lnTo>
                  <a:lnTo>
                    <a:pt x="373" y="338"/>
                  </a:lnTo>
                  <a:lnTo>
                    <a:pt x="385" y="316"/>
                  </a:lnTo>
                  <a:lnTo>
                    <a:pt x="393" y="291"/>
                  </a:lnTo>
                  <a:lnTo>
                    <a:pt x="396" y="265"/>
                  </a:lnTo>
                  <a:lnTo>
                    <a:pt x="393" y="238"/>
                  </a:lnTo>
                  <a:lnTo>
                    <a:pt x="385" y="213"/>
                  </a:lnTo>
                  <a:lnTo>
                    <a:pt x="373" y="191"/>
                  </a:lnTo>
                  <a:lnTo>
                    <a:pt x="357" y="171"/>
                  </a:lnTo>
                  <a:lnTo>
                    <a:pt x="338" y="155"/>
                  </a:lnTo>
                  <a:lnTo>
                    <a:pt x="315" y="144"/>
                  </a:lnTo>
                  <a:lnTo>
                    <a:pt x="290" y="136"/>
                  </a:lnTo>
                  <a:lnTo>
                    <a:pt x="264" y="132"/>
                  </a:lnTo>
                  <a:close/>
                  <a:moveTo>
                    <a:pt x="264" y="0"/>
                  </a:moveTo>
                  <a:lnTo>
                    <a:pt x="303" y="3"/>
                  </a:lnTo>
                  <a:lnTo>
                    <a:pt x="340" y="12"/>
                  </a:lnTo>
                  <a:lnTo>
                    <a:pt x="374" y="25"/>
                  </a:lnTo>
                  <a:lnTo>
                    <a:pt x="407" y="43"/>
                  </a:lnTo>
                  <a:lnTo>
                    <a:pt x="437" y="66"/>
                  </a:lnTo>
                  <a:lnTo>
                    <a:pt x="463" y="91"/>
                  </a:lnTo>
                  <a:lnTo>
                    <a:pt x="485" y="121"/>
                  </a:lnTo>
                  <a:lnTo>
                    <a:pt x="502" y="154"/>
                  </a:lnTo>
                  <a:lnTo>
                    <a:pt x="517" y="189"/>
                  </a:lnTo>
                  <a:lnTo>
                    <a:pt x="525" y="226"/>
                  </a:lnTo>
                  <a:lnTo>
                    <a:pt x="527" y="265"/>
                  </a:lnTo>
                  <a:lnTo>
                    <a:pt x="525" y="304"/>
                  </a:lnTo>
                  <a:lnTo>
                    <a:pt x="517" y="341"/>
                  </a:lnTo>
                  <a:lnTo>
                    <a:pt x="502" y="376"/>
                  </a:lnTo>
                  <a:lnTo>
                    <a:pt x="485" y="409"/>
                  </a:lnTo>
                  <a:lnTo>
                    <a:pt x="463" y="438"/>
                  </a:lnTo>
                  <a:lnTo>
                    <a:pt x="437" y="464"/>
                  </a:lnTo>
                  <a:lnTo>
                    <a:pt x="407" y="487"/>
                  </a:lnTo>
                  <a:lnTo>
                    <a:pt x="374" y="504"/>
                  </a:lnTo>
                  <a:lnTo>
                    <a:pt x="340" y="518"/>
                  </a:lnTo>
                  <a:lnTo>
                    <a:pt x="303" y="526"/>
                  </a:lnTo>
                  <a:lnTo>
                    <a:pt x="264" y="529"/>
                  </a:lnTo>
                  <a:lnTo>
                    <a:pt x="225" y="526"/>
                  </a:lnTo>
                  <a:lnTo>
                    <a:pt x="187" y="518"/>
                  </a:lnTo>
                  <a:lnTo>
                    <a:pt x="152" y="504"/>
                  </a:lnTo>
                  <a:lnTo>
                    <a:pt x="119" y="487"/>
                  </a:lnTo>
                  <a:lnTo>
                    <a:pt x="91" y="464"/>
                  </a:lnTo>
                  <a:lnTo>
                    <a:pt x="64" y="438"/>
                  </a:lnTo>
                  <a:lnTo>
                    <a:pt x="42" y="409"/>
                  </a:lnTo>
                  <a:lnTo>
                    <a:pt x="24" y="376"/>
                  </a:lnTo>
                  <a:lnTo>
                    <a:pt x="11" y="341"/>
                  </a:lnTo>
                  <a:lnTo>
                    <a:pt x="3" y="304"/>
                  </a:lnTo>
                  <a:lnTo>
                    <a:pt x="0" y="265"/>
                  </a:lnTo>
                  <a:lnTo>
                    <a:pt x="3" y="226"/>
                  </a:lnTo>
                  <a:lnTo>
                    <a:pt x="11" y="189"/>
                  </a:lnTo>
                  <a:lnTo>
                    <a:pt x="24" y="154"/>
                  </a:lnTo>
                  <a:lnTo>
                    <a:pt x="42" y="121"/>
                  </a:lnTo>
                  <a:lnTo>
                    <a:pt x="64" y="91"/>
                  </a:lnTo>
                  <a:lnTo>
                    <a:pt x="91" y="66"/>
                  </a:lnTo>
                  <a:lnTo>
                    <a:pt x="119" y="43"/>
                  </a:lnTo>
                  <a:lnTo>
                    <a:pt x="152" y="25"/>
                  </a:lnTo>
                  <a:lnTo>
                    <a:pt x="187" y="12"/>
                  </a:lnTo>
                  <a:lnTo>
                    <a:pt x="225" y="3"/>
                  </a:lnTo>
                  <a:lnTo>
                    <a:pt x="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8"/>
            <p:cNvSpPr>
              <a:spLocks noEditPoints="1"/>
            </p:cNvSpPr>
            <p:nvPr/>
          </p:nvSpPr>
          <p:spPr bwMode="auto">
            <a:xfrm>
              <a:off x="7897813" y="2751138"/>
              <a:ext cx="120650" cy="120650"/>
            </a:xfrm>
            <a:custGeom>
              <a:avLst/>
              <a:gdLst>
                <a:gd name="T0" fmla="*/ 238 w 529"/>
                <a:gd name="T1" fmla="*/ 135 h 528"/>
                <a:gd name="T2" fmla="*/ 191 w 529"/>
                <a:gd name="T3" fmla="*/ 154 h 528"/>
                <a:gd name="T4" fmla="*/ 155 w 529"/>
                <a:gd name="T5" fmla="*/ 190 h 528"/>
                <a:gd name="T6" fmla="*/ 135 w 529"/>
                <a:gd name="T7" fmla="*/ 237 h 528"/>
                <a:gd name="T8" fmla="*/ 135 w 529"/>
                <a:gd name="T9" fmla="*/ 291 h 528"/>
                <a:gd name="T10" fmla="*/ 155 w 529"/>
                <a:gd name="T11" fmla="*/ 338 h 528"/>
                <a:gd name="T12" fmla="*/ 191 w 529"/>
                <a:gd name="T13" fmla="*/ 374 h 528"/>
                <a:gd name="T14" fmla="*/ 238 w 529"/>
                <a:gd name="T15" fmla="*/ 393 h 528"/>
                <a:gd name="T16" fmla="*/ 291 w 529"/>
                <a:gd name="T17" fmla="*/ 393 h 528"/>
                <a:gd name="T18" fmla="*/ 338 w 529"/>
                <a:gd name="T19" fmla="*/ 374 h 528"/>
                <a:gd name="T20" fmla="*/ 374 w 529"/>
                <a:gd name="T21" fmla="*/ 338 h 528"/>
                <a:gd name="T22" fmla="*/ 394 w 529"/>
                <a:gd name="T23" fmla="*/ 291 h 528"/>
                <a:gd name="T24" fmla="*/ 394 w 529"/>
                <a:gd name="T25" fmla="*/ 237 h 528"/>
                <a:gd name="T26" fmla="*/ 374 w 529"/>
                <a:gd name="T27" fmla="*/ 190 h 528"/>
                <a:gd name="T28" fmla="*/ 338 w 529"/>
                <a:gd name="T29" fmla="*/ 154 h 528"/>
                <a:gd name="T30" fmla="*/ 291 w 529"/>
                <a:gd name="T31" fmla="*/ 135 h 528"/>
                <a:gd name="T32" fmla="*/ 265 w 529"/>
                <a:gd name="T33" fmla="*/ 0 h 528"/>
                <a:gd name="T34" fmla="*/ 341 w 529"/>
                <a:gd name="T35" fmla="*/ 11 h 528"/>
                <a:gd name="T36" fmla="*/ 408 w 529"/>
                <a:gd name="T37" fmla="*/ 43 h 528"/>
                <a:gd name="T38" fmla="*/ 464 w 529"/>
                <a:gd name="T39" fmla="*/ 91 h 528"/>
                <a:gd name="T40" fmla="*/ 504 w 529"/>
                <a:gd name="T41" fmla="*/ 152 h 528"/>
                <a:gd name="T42" fmla="*/ 526 w 529"/>
                <a:gd name="T43" fmla="*/ 225 h 528"/>
                <a:gd name="T44" fmla="*/ 526 w 529"/>
                <a:gd name="T45" fmla="*/ 303 h 528"/>
                <a:gd name="T46" fmla="*/ 504 w 529"/>
                <a:gd name="T47" fmla="*/ 376 h 528"/>
                <a:gd name="T48" fmla="*/ 464 w 529"/>
                <a:gd name="T49" fmla="*/ 437 h 528"/>
                <a:gd name="T50" fmla="*/ 408 w 529"/>
                <a:gd name="T51" fmla="*/ 485 h 528"/>
                <a:gd name="T52" fmla="*/ 341 w 529"/>
                <a:gd name="T53" fmla="*/ 517 h 528"/>
                <a:gd name="T54" fmla="*/ 265 w 529"/>
                <a:gd name="T55" fmla="*/ 528 h 528"/>
                <a:gd name="T56" fmla="*/ 189 w 529"/>
                <a:gd name="T57" fmla="*/ 517 h 528"/>
                <a:gd name="T58" fmla="*/ 121 w 529"/>
                <a:gd name="T59" fmla="*/ 485 h 528"/>
                <a:gd name="T60" fmla="*/ 66 w 529"/>
                <a:gd name="T61" fmla="*/ 437 h 528"/>
                <a:gd name="T62" fmla="*/ 25 w 529"/>
                <a:gd name="T63" fmla="*/ 376 h 528"/>
                <a:gd name="T64" fmla="*/ 3 w 529"/>
                <a:gd name="T65" fmla="*/ 303 h 528"/>
                <a:gd name="T66" fmla="*/ 3 w 529"/>
                <a:gd name="T67" fmla="*/ 225 h 528"/>
                <a:gd name="T68" fmla="*/ 25 w 529"/>
                <a:gd name="T69" fmla="*/ 152 h 528"/>
                <a:gd name="T70" fmla="*/ 66 w 529"/>
                <a:gd name="T71" fmla="*/ 91 h 528"/>
                <a:gd name="T72" fmla="*/ 121 w 529"/>
                <a:gd name="T73" fmla="*/ 43 h 528"/>
                <a:gd name="T74" fmla="*/ 189 w 529"/>
                <a:gd name="T75" fmla="*/ 11 h 528"/>
                <a:gd name="T76" fmla="*/ 265 w 529"/>
                <a:gd name="T77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9" h="528">
                  <a:moveTo>
                    <a:pt x="265" y="132"/>
                  </a:moveTo>
                  <a:lnTo>
                    <a:pt x="238" y="135"/>
                  </a:lnTo>
                  <a:lnTo>
                    <a:pt x="213" y="142"/>
                  </a:lnTo>
                  <a:lnTo>
                    <a:pt x="191" y="154"/>
                  </a:lnTo>
                  <a:lnTo>
                    <a:pt x="171" y="171"/>
                  </a:lnTo>
                  <a:lnTo>
                    <a:pt x="155" y="190"/>
                  </a:lnTo>
                  <a:lnTo>
                    <a:pt x="143" y="213"/>
                  </a:lnTo>
                  <a:lnTo>
                    <a:pt x="135" y="237"/>
                  </a:lnTo>
                  <a:lnTo>
                    <a:pt x="132" y="264"/>
                  </a:lnTo>
                  <a:lnTo>
                    <a:pt x="135" y="291"/>
                  </a:lnTo>
                  <a:lnTo>
                    <a:pt x="143" y="315"/>
                  </a:lnTo>
                  <a:lnTo>
                    <a:pt x="155" y="338"/>
                  </a:lnTo>
                  <a:lnTo>
                    <a:pt x="171" y="357"/>
                  </a:lnTo>
                  <a:lnTo>
                    <a:pt x="191" y="374"/>
                  </a:lnTo>
                  <a:lnTo>
                    <a:pt x="213" y="386"/>
                  </a:lnTo>
                  <a:lnTo>
                    <a:pt x="238" y="393"/>
                  </a:lnTo>
                  <a:lnTo>
                    <a:pt x="265" y="396"/>
                  </a:lnTo>
                  <a:lnTo>
                    <a:pt x="291" y="393"/>
                  </a:lnTo>
                  <a:lnTo>
                    <a:pt x="316" y="386"/>
                  </a:lnTo>
                  <a:lnTo>
                    <a:pt x="338" y="374"/>
                  </a:lnTo>
                  <a:lnTo>
                    <a:pt x="358" y="357"/>
                  </a:lnTo>
                  <a:lnTo>
                    <a:pt x="374" y="338"/>
                  </a:lnTo>
                  <a:lnTo>
                    <a:pt x="386" y="315"/>
                  </a:lnTo>
                  <a:lnTo>
                    <a:pt x="394" y="291"/>
                  </a:lnTo>
                  <a:lnTo>
                    <a:pt x="397" y="264"/>
                  </a:lnTo>
                  <a:lnTo>
                    <a:pt x="394" y="237"/>
                  </a:lnTo>
                  <a:lnTo>
                    <a:pt x="386" y="213"/>
                  </a:lnTo>
                  <a:lnTo>
                    <a:pt x="374" y="190"/>
                  </a:lnTo>
                  <a:lnTo>
                    <a:pt x="358" y="171"/>
                  </a:lnTo>
                  <a:lnTo>
                    <a:pt x="338" y="154"/>
                  </a:lnTo>
                  <a:lnTo>
                    <a:pt x="316" y="142"/>
                  </a:lnTo>
                  <a:lnTo>
                    <a:pt x="291" y="135"/>
                  </a:lnTo>
                  <a:lnTo>
                    <a:pt x="265" y="132"/>
                  </a:lnTo>
                  <a:close/>
                  <a:moveTo>
                    <a:pt x="265" y="0"/>
                  </a:moveTo>
                  <a:lnTo>
                    <a:pt x="303" y="3"/>
                  </a:lnTo>
                  <a:lnTo>
                    <a:pt x="341" y="11"/>
                  </a:lnTo>
                  <a:lnTo>
                    <a:pt x="376" y="24"/>
                  </a:lnTo>
                  <a:lnTo>
                    <a:pt x="408" y="43"/>
                  </a:lnTo>
                  <a:lnTo>
                    <a:pt x="438" y="65"/>
                  </a:lnTo>
                  <a:lnTo>
                    <a:pt x="464" y="91"/>
                  </a:lnTo>
                  <a:lnTo>
                    <a:pt x="486" y="121"/>
                  </a:lnTo>
                  <a:lnTo>
                    <a:pt x="504" y="152"/>
                  </a:lnTo>
                  <a:lnTo>
                    <a:pt x="518" y="188"/>
                  </a:lnTo>
                  <a:lnTo>
                    <a:pt x="526" y="225"/>
                  </a:lnTo>
                  <a:lnTo>
                    <a:pt x="529" y="264"/>
                  </a:lnTo>
                  <a:lnTo>
                    <a:pt x="526" y="303"/>
                  </a:lnTo>
                  <a:lnTo>
                    <a:pt x="518" y="340"/>
                  </a:lnTo>
                  <a:lnTo>
                    <a:pt x="504" y="376"/>
                  </a:lnTo>
                  <a:lnTo>
                    <a:pt x="486" y="408"/>
                  </a:lnTo>
                  <a:lnTo>
                    <a:pt x="464" y="437"/>
                  </a:lnTo>
                  <a:lnTo>
                    <a:pt x="438" y="464"/>
                  </a:lnTo>
                  <a:lnTo>
                    <a:pt x="408" y="485"/>
                  </a:lnTo>
                  <a:lnTo>
                    <a:pt x="376" y="504"/>
                  </a:lnTo>
                  <a:lnTo>
                    <a:pt x="341" y="517"/>
                  </a:lnTo>
                  <a:lnTo>
                    <a:pt x="303" y="525"/>
                  </a:lnTo>
                  <a:lnTo>
                    <a:pt x="265" y="528"/>
                  </a:lnTo>
                  <a:lnTo>
                    <a:pt x="226" y="525"/>
                  </a:lnTo>
                  <a:lnTo>
                    <a:pt x="189" y="517"/>
                  </a:lnTo>
                  <a:lnTo>
                    <a:pt x="154" y="504"/>
                  </a:lnTo>
                  <a:lnTo>
                    <a:pt x="121" y="485"/>
                  </a:lnTo>
                  <a:lnTo>
                    <a:pt x="91" y="464"/>
                  </a:lnTo>
                  <a:lnTo>
                    <a:pt x="66" y="437"/>
                  </a:lnTo>
                  <a:lnTo>
                    <a:pt x="43" y="408"/>
                  </a:lnTo>
                  <a:lnTo>
                    <a:pt x="25" y="376"/>
                  </a:lnTo>
                  <a:lnTo>
                    <a:pt x="11" y="340"/>
                  </a:lnTo>
                  <a:lnTo>
                    <a:pt x="3" y="303"/>
                  </a:lnTo>
                  <a:lnTo>
                    <a:pt x="0" y="264"/>
                  </a:lnTo>
                  <a:lnTo>
                    <a:pt x="3" y="225"/>
                  </a:lnTo>
                  <a:lnTo>
                    <a:pt x="11" y="188"/>
                  </a:lnTo>
                  <a:lnTo>
                    <a:pt x="25" y="152"/>
                  </a:lnTo>
                  <a:lnTo>
                    <a:pt x="43" y="121"/>
                  </a:lnTo>
                  <a:lnTo>
                    <a:pt x="66" y="91"/>
                  </a:lnTo>
                  <a:lnTo>
                    <a:pt x="91" y="65"/>
                  </a:lnTo>
                  <a:lnTo>
                    <a:pt x="121" y="43"/>
                  </a:lnTo>
                  <a:lnTo>
                    <a:pt x="154" y="24"/>
                  </a:lnTo>
                  <a:lnTo>
                    <a:pt x="189" y="11"/>
                  </a:lnTo>
                  <a:lnTo>
                    <a:pt x="226" y="3"/>
                  </a:lnTo>
                  <a:lnTo>
                    <a:pt x="2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9"/>
            <p:cNvSpPr>
              <a:spLocks noEditPoints="1"/>
            </p:cNvSpPr>
            <p:nvPr/>
          </p:nvSpPr>
          <p:spPr bwMode="auto">
            <a:xfrm>
              <a:off x="8078788" y="2722563"/>
              <a:ext cx="119063" cy="119062"/>
            </a:xfrm>
            <a:custGeom>
              <a:avLst/>
              <a:gdLst>
                <a:gd name="T0" fmla="*/ 238 w 528"/>
                <a:gd name="T1" fmla="*/ 135 h 528"/>
                <a:gd name="T2" fmla="*/ 191 w 528"/>
                <a:gd name="T3" fmla="*/ 154 h 528"/>
                <a:gd name="T4" fmla="*/ 155 w 528"/>
                <a:gd name="T5" fmla="*/ 190 h 528"/>
                <a:gd name="T6" fmla="*/ 134 w 528"/>
                <a:gd name="T7" fmla="*/ 237 h 528"/>
                <a:gd name="T8" fmla="*/ 134 w 528"/>
                <a:gd name="T9" fmla="*/ 291 h 528"/>
                <a:gd name="T10" fmla="*/ 155 w 528"/>
                <a:gd name="T11" fmla="*/ 338 h 528"/>
                <a:gd name="T12" fmla="*/ 191 w 528"/>
                <a:gd name="T13" fmla="*/ 374 h 528"/>
                <a:gd name="T14" fmla="*/ 238 w 528"/>
                <a:gd name="T15" fmla="*/ 393 h 528"/>
                <a:gd name="T16" fmla="*/ 291 w 528"/>
                <a:gd name="T17" fmla="*/ 393 h 528"/>
                <a:gd name="T18" fmla="*/ 338 w 528"/>
                <a:gd name="T19" fmla="*/ 374 h 528"/>
                <a:gd name="T20" fmla="*/ 373 w 528"/>
                <a:gd name="T21" fmla="*/ 338 h 528"/>
                <a:gd name="T22" fmla="*/ 393 w 528"/>
                <a:gd name="T23" fmla="*/ 291 h 528"/>
                <a:gd name="T24" fmla="*/ 393 w 528"/>
                <a:gd name="T25" fmla="*/ 237 h 528"/>
                <a:gd name="T26" fmla="*/ 373 w 528"/>
                <a:gd name="T27" fmla="*/ 190 h 528"/>
                <a:gd name="T28" fmla="*/ 338 w 528"/>
                <a:gd name="T29" fmla="*/ 154 h 528"/>
                <a:gd name="T30" fmla="*/ 291 w 528"/>
                <a:gd name="T31" fmla="*/ 135 h 528"/>
                <a:gd name="T32" fmla="*/ 264 w 528"/>
                <a:gd name="T33" fmla="*/ 0 h 528"/>
                <a:gd name="T34" fmla="*/ 340 w 528"/>
                <a:gd name="T35" fmla="*/ 11 h 528"/>
                <a:gd name="T36" fmla="*/ 408 w 528"/>
                <a:gd name="T37" fmla="*/ 43 h 528"/>
                <a:gd name="T38" fmla="*/ 463 w 528"/>
                <a:gd name="T39" fmla="*/ 91 h 528"/>
                <a:gd name="T40" fmla="*/ 503 w 528"/>
                <a:gd name="T41" fmla="*/ 153 h 528"/>
                <a:gd name="T42" fmla="*/ 526 w 528"/>
                <a:gd name="T43" fmla="*/ 225 h 528"/>
                <a:gd name="T44" fmla="*/ 526 w 528"/>
                <a:gd name="T45" fmla="*/ 303 h 528"/>
                <a:gd name="T46" fmla="*/ 503 w 528"/>
                <a:gd name="T47" fmla="*/ 376 h 528"/>
                <a:gd name="T48" fmla="*/ 463 w 528"/>
                <a:gd name="T49" fmla="*/ 437 h 528"/>
                <a:gd name="T50" fmla="*/ 408 w 528"/>
                <a:gd name="T51" fmla="*/ 485 h 528"/>
                <a:gd name="T52" fmla="*/ 340 w 528"/>
                <a:gd name="T53" fmla="*/ 517 h 528"/>
                <a:gd name="T54" fmla="*/ 264 w 528"/>
                <a:gd name="T55" fmla="*/ 528 h 528"/>
                <a:gd name="T56" fmla="*/ 188 w 528"/>
                <a:gd name="T57" fmla="*/ 517 h 528"/>
                <a:gd name="T58" fmla="*/ 120 w 528"/>
                <a:gd name="T59" fmla="*/ 485 h 528"/>
                <a:gd name="T60" fmla="*/ 65 w 528"/>
                <a:gd name="T61" fmla="*/ 437 h 528"/>
                <a:gd name="T62" fmla="*/ 25 w 528"/>
                <a:gd name="T63" fmla="*/ 376 h 528"/>
                <a:gd name="T64" fmla="*/ 3 w 528"/>
                <a:gd name="T65" fmla="*/ 303 h 528"/>
                <a:gd name="T66" fmla="*/ 3 w 528"/>
                <a:gd name="T67" fmla="*/ 225 h 528"/>
                <a:gd name="T68" fmla="*/ 25 w 528"/>
                <a:gd name="T69" fmla="*/ 153 h 528"/>
                <a:gd name="T70" fmla="*/ 65 w 528"/>
                <a:gd name="T71" fmla="*/ 91 h 528"/>
                <a:gd name="T72" fmla="*/ 120 w 528"/>
                <a:gd name="T73" fmla="*/ 43 h 528"/>
                <a:gd name="T74" fmla="*/ 188 w 528"/>
                <a:gd name="T75" fmla="*/ 11 h 528"/>
                <a:gd name="T76" fmla="*/ 264 w 528"/>
                <a:gd name="T77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8" h="528">
                  <a:moveTo>
                    <a:pt x="264" y="132"/>
                  </a:moveTo>
                  <a:lnTo>
                    <a:pt x="238" y="135"/>
                  </a:lnTo>
                  <a:lnTo>
                    <a:pt x="213" y="142"/>
                  </a:lnTo>
                  <a:lnTo>
                    <a:pt x="191" y="154"/>
                  </a:lnTo>
                  <a:lnTo>
                    <a:pt x="171" y="171"/>
                  </a:lnTo>
                  <a:lnTo>
                    <a:pt x="155" y="190"/>
                  </a:lnTo>
                  <a:lnTo>
                    <a:pt x="142" y="213"/>
                  </a:lnTo>
                  <a:lnTo>
                    <a:pt x="134" y="237"/>
                  </a:lnTo>
                  <a:lnTo>
                    <a:pt x="132" y="264"/>
                  </a:lnTo>
                  <a:lnTo>
                    <a:pt x="134" y="291"/>
                  </a:lnTo>
                  <a:lnTo>
                    <a:pt x="142" y="315"/>
                  </a:lnTo>
                  <a:lnTo>
                    <a:pt x="155" y="338"/>
                  </a:lnTo>
                  <a:lnTo>
                    <a:pt x="171" y="357"/>
                  </a:lnTo>
                  <a:lnTo>
                    <a:pt x="191" y="374"/>
                  </a:lnTo>
                  <a:lnTo>
                    <a:pt x="213" y="386"/>
                  </a:lnTo>
                  <a:lnTo>
                    <a:pt x="238" y="393"/>
                  </a:lnTo>
                  <a:lnTo>
                    <a:pt x="264" y="396"/>
                  </a:lnTo>
                  <a:lnTo>
                    <a:pt x="291" y="393"/>
                  </a:lnTo>
                  <a:lnTo>
                    <a:pt x="316" y="386"/>
                  </a:lnTo>
                  <a:lnTo>
                    <a:pt x="338" y="374"/>
                  </a:lnTo>
                  <a:lnTo>
                    <a:pt x="358" y="357"/>
                  </a:lnTo>
                  <a:lnTo>
                    <a:pt x="373" y="338"/>
                  </a:lnTo>
                  <a:lnTo>
                    <a:pt x="385" y="315"/>
                  </a:lnTo>
                  <a:lnTo>
                    <a:pt x="393" y="291"/>
                  </a:lnTo>
                  <a:lnTo>
                    <a:pt x="397" y="264"/>
                  </a:lnTo>
                  <a:lnTo>
                    <a:pt x="393" y="237"/>
                  </a:lnTo>
                  <a:lnTo>
                    <a:pt x="385" y="213"/>
                  </a:lnTo>
                  <a:lnTo>
                    <a:pt x="373" y="190"/>
                  </a:lnTo>
                  <a:lnTo>
                    <a:pt x="358" y="171"/>
                  </a:lnTo>
                  <a:lnTo>
                    <a:pt x="338" y="154"/>
                  </a:lnTo>
                  <a:lnTo>
                    <a:pt x="316" y="142"/>
                  </a:lnTo>
                  <a:lnTo>
                    <a:pt x="291" y="135"/>
                  </a:lnTo>
                  <a:lnTo>
                    <a:pt x="264" y="132"/>
                  </a:lnTo>
                  <a:close/>
                  <a:moveTo>
                    <a:pt x="264" y="0"/>
                  </a:moveTo>
                  <a:lnTo>
                    <a:pt x="303" y="3"/>
                  </a:lnTo>
                  <a:lnTo>
                    <a:pt x="340" y="11"/>
                  </a:lnTo>
                  <a:lnTo>
                    <a:pt x="375" y="24"/>
                  </a:lnTo>
                  <a:lnTo>
                    <a:pt x="408" y="43"/>
                  </a:lnTo>
                  <a:lnTo>
                    <a:pt x="438" y="65"/>
                  </a:lnTo>
                  <a:lnTo>
                    <a:pt x="463" y="91"/>
                  </a:lnTo>
                  <a:lnTo>
                    <a:pt x="486" y="121"/>
                  </a:lnTo>
                  <a:lnTo>
                    <a:pt x="503" y="153"/>
                  </a:lnTo>
                  <a:lnTo>
                    <a:pt x="517" y="188"/>
                  </a:lnTo>
                  <a:lnTo>
                    <a:pt x="526" y="225"/>
                  </a:lnTo>
                  <a:lnTo>
                    <a:pt x="528" y="264"/>
                  </a:lnTo>
                  <a:lnTo>
                    <a:pt x="526" y="303"/>
                  </a:lnTo>
                  <a:lnTo>
                    <a:pt x="517" y="340"/>
                  </a:lnTo>
                  <a:lnTo>
                    <a:pt x="503" y="376"/>
                  </a:lnTo>
                  <a:lnTo>
                    <a:pt x="486" y="407"/>
                  </a:lnTo>
                  <a:lnTo>
                    <a:pt x="463" y="437"/>
                  </a:lnTo>
                  <a:lnTo>
                    <a:pt x="438" y="464"/>
                  </a:lnTo>
                  <a:lnTo>
                    <a:pt x="408" y="485"/>
                  </a:lnTo>
                  <a:lnTo>
                    <a:pt x="375" y="504"/>
                  </a:lnTo>
                  <a:lnTo>
                    <a:pt x="340" y="517"/>
                  </a:lnTo>
                  <a:lnTo>
                    <a:pt x="303" y="525"/>
                  </a:lnTo>
                  <a:lnTo>
                    <a:pt x="264" y="528"/>
                  </a:lnTo>
                  <a:lnTo>
                    <a:pt x="225" y="525"/>
                  </a:lnTo>
                  <a:lnTo>
                    <a:pt x="188" y="517"/>
                  </a:lnTo>
                  <a:lnTo>
                    <a:pt x="153" y="504"/>
                  </a:lnTo>
                  <a:lnTo>
                    <a:pt x="120" y="485"/>
                  </a:lnTo>
                  <a:lnTo>
                    <a:pt x="91" y="464"/>
                  </a:lnTo>
                  <a:lnTo>
                    <a:pt x="65" y="437"/>
                  </a:lnTo>
                  <a:lnTo>
                    <a:pt x="42" y="407"/>
                  </a:lnTo>
                  <a:lnTo>
                    <a:pt x="25" y="376"/>
                  </a:lnTo>
                  <a:lnTo>
                    <a:pt x="11" y="340"/>
                  </a:lnTo>
                  <a:lnTo>
                    <a:pt x="3" y="303"/>
                  </a:lnTo>
                  <a:lnTo>
                    <a:pt x="0" y="264"/>
                  </a:lnTo>
                  <a:lnTo>
                    <a:pt x="3" y="225"/>
                  </a:lnTo>
                  <a:lnTo>
                    <a:pt x="11" y="188"/>
                  </a:lnTo>
                  <a:lnTo>
                    <a:pt x="25" y="153"/>
                  </a:lnTo>
                  <a:lnTo>
                    <a:pt x="42" y="121"/>
                  </a:lnTo>
                  <a:lnTo>
                    <a:pt x="65" y="91"/>
                  </a:lnTo>
                  <a:lnTo>
                    <a:pt x="91" y="65"/>
                  </a:lnTo>
                  <a:lnTo>
                    <a:pt x="120" y="43"/>
                  </a:lnTo>
                  <a:lnTo>
                    <a:pt x="153" y="24"/>
                  </a:lnTo>
                  <a:lnTo>
                    <a:pt x="188" y="11"/>
                  </a:lnTo>
                  <a:lnTo>
                    <a:pt x="225" y="3"/>
                  </a:lnTo>
                  <a:lnTo>
                    <a:pt x="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0"/>
            <p:cNvSpPr>
              <a:spLocks noEditPoints="1"/>
            </p:cNvSpPr>
            <p:nvPr/>
          </p:nvSpPr>
          <p:spPr bwMode="auto">
            <a:xfrm>
              <a:off x="8197850" y="2571750"/>
              <a:ext cx="119063" cy="120650"/>
            </a:xfrm>
            <a:custGeom>
              <a:avLst/>
              <a:gdLst>
                <a:gd name="T0" fmla="*/ 237 w 528"/>
                <a:gd name="T1" fmla="*/ 134 h 527"/>
                <a:gd name="T2" fmla="*/ 190 w 528"/>
                <a:gd name="T3" fmla="*/ 155 h 527"/>
                <a:gd name="T4" fmla="*/ 154 w 528"/>
                <a:gd name="T5" fmla="*/ 190 h 527"/>
                <a:gd name="T6" fmla="*/ 135 w 528"/>
                <a:gd name="T7" fmla="*/ 238 h 527"/>
                <a:gd name="T8" fmla="*/ 135 w 528"/>
                <a:gd name="T9" fmla="*/ 291 h 527"/>
                <a:gd name="T10" fmla="*/ 154 w 528"/>
                <a:gd name="T11" fmla="*/ 338 h 527"/>
                <a:gd name="T12" fmla="*/ 190 w 528"/>
                <a:gd name="T13" fmla="*/ 373 h 527"/>
                <a:gd name="T14" fmla="*/ 237 w 528"/>
                <a:gd name="T15" fmla="*/ 393 h 527"/>
                <a:gd name="T16" fmla="*/ 291 w 528"/>
                <a:gd name="T17" fmla="*/ 393 h 527"/>
                <a:gd name="T18" fmla="*/ 338 w 528"/>
                <a:gd name="T19" fmla="*/ 373 h 527"/>
                <a:gd name="T20" fmla="*/ 374 w 528"/>
                <a:gd name="T21" fmla="*/ 338 h 527"/>
                <a:gd name="T22" fmla="*/ 394 w 528"/>
                <a:gd name="T23" fmla="*/ 291 h 527"/>
                <a:gd name="T24" fmla="*/ 394 w 528"/>
                <a:gd name="T25" fmla="*/ 238 h 527"/>
                <a:gd name="T26" fmla="*/ 374 w 528"/>
                <a:gd name="T27" fmla="*/ 190 h 527"/>
                <a:gd name="T28" fmla="*/ 338 w 528"/>
                <a:gd name="T29" fmla="*/ 155 h 527"/>
                <a:gd name="T30" fmla="*/ 291 w 528"/>
                <a:gd name="T31" fmla="*/ 134 h 527"/>
                <a:gd name="T32" fmla="*/ 264 w 528"/>
                <a:gd name="T33" fmla="*/ 0 h 527"/>
                <a:gd name="T34" fmla="*/ 341 w 528"/>
                <a:gd name="T35" fmla="*/ 11 h 527"/>
                <a:gd name="T36" fmla="*/ 408 w 528"/>
                <a:gd name="T37" fmla="*/ 42 h 527"/>
                <a:gd name="T38" fmla="*/ 464 w 528"/>
                <a:gd name="T39" fmla="*/ 91 h 527"/>
                <a:gd name="T40" fmla="*/ 504 w 528"/>
                <a:gd name="T41" fmla="*/ 152 h 527"/>
                <a:gd name="T42" fmla="*/ 525 w 528"/>
                <a:gd name="T43" fmla="*/ 225 h 527"/>
                <a:gd name="T44" fmla="*/ 525 w 528"/>
                <a:gd name="T45" fmla="*/ 303 h 527"/>
                <a:gd name="T46" fmla="*/ 504 w 528"/>
                <a:gd name="T47" fmla="*/ 375 h 527"/>
                <a:gd name="T48" fmla="*/ 464 w 528"/>
                <a:gd name="T49" fmla="*/ 437 h 527"/>
                <a:gd name="T50" fmla="*/ 408 w 528"/>
                <a:gd name="T51" fmla="*/ 485 h 527"/>
                <a:gd name="T52" fmla="*/ 341 w 528"/>
                <a:gd name="T53" fmla="*/ 516 h 527"/>
                <a:gd name="T54" fmla="*/ 264 w 528"/>
                <a:gd name="T55" fmla="*/ 527 h 527"/>
                <a:gd name="T56" fmla="*/ 188 w 528"/>
                <a:gd name="T57" fmla="*/ 516 h 527"/>
                <a:gd name="T58" fmla="*/ 121 w 528"/>
                <a:gd name="T59" fmla="*/ 485 h 527"/>
                <a:gd name="T60" fmla="*/ 65 w 528"/>
                <a:gd name="T61" fmla="*/ 437 h 527"/>
                <a:gd name="T62" fmla="*/ 24 w 528"/>
                <a:gd name="T63" fmla="*/ 375 h 527"/>
                <a:gd name="T64" fmla="*/ 3 w 528"/>
                <a:gd name="T65" fmla="*/ 303 h 527"/>
                <a:gd name="T66" fmla="*/ 3 w 528"/>
                <a:gd name="T67" fmla="*/ 225 h 527"/>
                <a:gd name="T68" fmla="*/ 24 w 528"/>
                <a:gd name="T69" fmla="*/ 152 h 527"/>
                <a:gd name="T70" fmla="*/ 65 w 528"/>
                <a:gd name="T71" fmla="*/ 91 h 527"/>
                <a:gd name="T72" fmla="*/ 121 w 528"/>
                <a:gd name="T73" fmla="*/ 42 h 527"/>
                <a:gd name="T74" fmla="*/ 188 w 528"/>
                <a:gd name="T75" fmla="*/ 11 h 527"/>
                <a:gd name="T76" fmla="*/ 264 w 528"/>
                <a:gd name="T77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8" h="527">
                  <a:moveTo>
                    <a:pt x="264" y="132"/>
                  </a:moveTo>
                  <a:lnTo>
                    <a:pt x="237" y="134"/>
                  </a:lnTo>
                  <a:lnTo>
                    <a:pt x="213" y="142"/>
                  </a:lnTo>
                  <a:lnTo>
                    <a:pt x="190" y="155"/>
                  </a:lnTo>
                  <a:lnTo>
                    <a:pt x="171" y="170"/>
                  </a:lnTo>
                  <a:lnTo>
                    <a:pt x="154" y="190"/>
                  </a:lnTo>
                  <a:lnTo>
                    <a:pt x="142" y="212"/>
                  </a:lnTo>
                  <a:lnTo>
                    <a:pt x="135" y="238"/>
                  </a:lnTo>
                  <a:lnTo>
                    <a:pt x="132" y="264"/>
                  </a:lnTo>
                  <a:lnTo>
                    <a:pt x="135" y="291"/>
                  </a:lnTo>
                  <a:lnTo>
                    <a:pt x="142" y="315"/>
                  </a:lnTo>
                  <a:lnTo>
                    <a:pt x="154" y="338"/>
                  </a:lnTo>
                  <a:lnTo>
                    <a:pt x="171" y="357"/>
                  </a:lnTo>
                  <a:lnTo>
                    <a:pt x="190" y="373"/>
                  </a:lnTo>
                  <a:lnTo>
                    <a:pt x="213" y="385"/>
                  </a:lnTo>
                  <a:lnTo>
                    <a:pt x="237" y="393"/>
                  </a:lnTo>
                  <a:lnTo>
                    <a:pt x="264" y="395"/>
                  </a:lnTo>
                  <a:lnTo>
                    <a:pt x="291" y="393"/>
                  </a:lnTo>
                  <a:lnTo>
                    <a:pt x="315" y="385"/>
                  </a:lnTo>
                  <a:lnTo>
                    <a:pt x="338" y="373"/>
                  </a:lnTo>
                  <a:lnTo>
                    <a:pt x="357" y="357"/>
                  </a:lnTo>
                  <a:lnTo>
                    <a:pt x="374" y="338"/>
                  </a:lnTo>
                  <a:lnTo>
                    <a:pt x="386" y="315"/>
                  </a:lnTo>
                  <a:lnTo>
                    <a:pt x="394" y="291"/>
                  </a:lnTo>
                  <a:lnTo>
                    <a:pt x="396" y="264"/>
                  </a:lnTo>
                  <a:lnTo>
                    <a:pt x="394" y="238"/>
                  </a:lnTo>
                  <a:lnTo>
                    <a:pt x="386" y="212"/>
                  </a:lnTo>
                  <a:lnTo>
                    <a:pt x="374" y="190"/>
                  </a:lnTo>
                  <a:lnTo>
                    <a:pt x="357" y="170"/>
                  </a:lnTo>
                  <a:lnTo>
                    <a:pt x="338" y="155"/>
                  </a:lnTo>
                  <a:lnTo>
                    <a:pt x="315" y="142"/>
                  </a:lnTo>
                  <a:lnTo>
                    <a:pt x="291" y="134"/>
                  </a:lnTo>
                  <a:lnTo>
                    <a:pt x="264" y="132"/>
                  </a:lnTo>
                  <a:close/>
                  <a:moveTo>
                    <a:pt x="264" y="0"/>
                  </a:moveTo>
                  <a:lnTo>
                    <a:pt x="303" y="3"/>
                  </a:lnTo>
                  <a:lnTo>
                    <a:pt x="341" y="11"/>
                  </a:lnTo>
                  <a:lnTo>
                    <a:pt x="376" y="24"/>
                  </a:lnTo>
                  <a:lnTo>
                    <a:pt x="408" y="42"/>
                  </a:lnTo>
                  <a:lnTo>
                    <a:pt x="437" y="64"/>
                  </a:lnTo>
                  <a:lnTo>
                    <a:pt x="464" y="91"/>
                  </a:lnTo>
                  <a:lnTo>
                    <a:pt x="485" y="120"/>
                  </a:lnTo>
                  <a:lnTo>
                    <a:pt x="504" y="152"/>
                  </a:lnTo>
                  <a:lnTo>
                    <a:pt x="517" y="187"/>
                  </a:lnTo>
                  <a:lnTo>
                    <a:pt x="525" y="225"/>
                  </a:lnTo>
                  <a:lnTo>
                    <a:pt x="528" y="264"/>
                  </a:lnTo>
                  <a:lnTo>
                    <a:pt x="525" y="303"/>
                  </a:lnTo>
                  <a:lnTo>
                    <a:pt x="517" y="340"/>
                  </a:lnTo>
                  <a:lnTo>
                    <a:pt x="504" y="375"/>
                  </a:lnTo>
                  <a:lnTo>
                    <a:pt x="485" y="408"/>
                  </a:lnTo>
                  <a:lnTo>
                    <a:pt x="464" y="437"/>
                  </a:lnTo>
                  <a:lnTo>
                    <a:pt x="437" y="463"/>
                  </a:lnTo>
                  <a:lnTo>
                    <a:pt x="408" y="485"/>
                  </a:lnTo>
                  <a:lnTo>
                    <a:pt x="376" y="503"/>
                  </a:lnTo>
                  <a:lnTo>
                    <a:pt x="341" y="516"/>
                  </a:lnTo>
                  <a:lnTo>
                    <a:pt x="303" y="525"/>
                  </a:lnTo>
                  <a:lnTo>
                    <a:pt x="264" y="527"/>
                  </a:lnTo>
                  <a:lnTo>
                    <a:pt x="225" y="525"/>
                  </a:lnTo>
                  <a:lnTo>
                    <a:pt x="188" y="516"/>
                  </a:lnTo>
                  <a:lnTo>
                    <a:pt x="153" y="503"/>
                  </a:lnTo>
                  <a:lnTo>
                    <a:pt x="121" y="485"/>
                  </a:lnTo>
                  <a:lnTo>
                    <a:pt x="91" y="463"/>
                  </a:lnTo>
                  <a:lnTo>
                    <a:pt x="65" y="437"/>
                  </a:lnTo>
                  <a:lnTo>
                    <a:pt x="43" y="408"/>
                  </a:lnTo>
                  <a:lnTo>
                    <a:pt x="24" y="375"/>
                  </a:lnTo>
                  <a:lnTo>
                    <a:pt x="11" y="340"/>
                  </a:lnTo>
                  <a:lnTo>
                    <a:pt x="3" y="303"/>
                  </a:lnTo>
                  <a:lnTo>
                    <a:pt x="0" y="264"/>
                  </a:lnTo>
                  <a:lnTo>
                    <a:pt x="3" y="225"/>
                  </a:lnTo>
                  <a:lnTo>
                    <a:pt x="11" y="187"/>
                  </a:lnTo>
                  <a:lnTo>
                    <a:pt x="24" y="152"/>
                  </a:lnTo>
                  <a:lnTo>
                    <a:pt x="43" y="120"/>
                  </a:lnTo>
                  <a:lnTo>
                    <a:pt x="65" y="91"/>
                  </a:lnTo>
                  <a:lnTo>
                    <a:pt x="91" y="64"/>
                  </a:lnTo>
                  <a:lnTo>
                    <a:pt x="121" y="42"/>
                  </a:lnTo>
                  <a:lnTo>
                    <a:pt x="153" y="24"/>
                  </a:lnTo>
                  <a:lnTo>
                    <a:pt x="188" y="11"/>
                  </a:lnTo>
                  <a:lnTo>
                    <a:pt x="225" y="3"/>
                  </a:lnTo>
                  <a:lnTo>
                    <a:pt x="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" name="Picture Placeholder 39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1275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3801023"/>
                </a:moveTo>
                <a:lnTo>
                  <a:pt x="132767" y="3877676"/>
                </a:lnTo>
                <a:lnTo>
                  <a:pt x="0" y="4107635"/>
                </a:lnTo>
                <a:close/>
                <a:moveTo>
                  <a:pt x="0" y="2354918"/>
                </a:moveTo>
                <a:lnTo>
                  <a:pt x="489789" y="2637698"/>
                </a:lnTo>
                <a:cubicBezTo>
                  <a:pt x="638441" y="2723522"/>
                  <a:pt x="689374" y="2913605"/>
                  <a:pt x="603549" y="3062257"/>
                </a:cubicBezTo>
                <a:lnTo>
                  <a:pt x="372825" y="3461883"/>
                </a:lnTo>
                <a:lnTo>
                  <a:pt x="0" y="3246633"/>
                </a:lnTo>
                <a:close/>
                <a:moveTo>
                  <a:pt x="877132" y="819008"/>
                </a:moveTo>
                <a:cubicBezTo>
                  <a:pt x="960883" y="813089"/>
                  <a:pt x="1047239" y="831256"/>
                  <a:pt x="1125423" y="876396"/>
                </a:cubicBezTo>
                <a:lnTo>
                  <a:pt x="2635409" y="1748187"/>
                </a:lnTo>
                <a:cubicBezTo>
                  <a:pt x="2843900" y="1868559"/>
                  <a:pt x="2915336" y="2135156"/>
                  <a:pt x="2794963" y="2343648"/>
                </a:cubicBezTo>
                <a:lnTo>
                  <a:pt x="1923172" y="3853634"/>
                </a:lnTo>
                <a:cubicBezTo>
                  <a:pt x="1802798" y="4062125"/>
                  <a:pt x="1536202" y="4133559"/>
                  <a:pt x="1327711" y="4013187"/>
                </a:cubicBezTo>
                <a:lnTo>
                  <a:pt x="669282" y="3633043"/>
                </a:lnTo>
                <a:lnTo>
                  <a:pt x="1014111" y="3035781"/>
                </a:lnTo>
                <a:cubicBezTo>
                  <a:pt x="1131446" y="2832551"/>
                  <a:pt x="1061814" y="2572681"/>
                  <a:pt x="858584" y="2455346"/>
                </a:cubicBezTo>
                <a:lnTo>
                  <a:pt x="0" y="1959642"/>
                </a:lnTo>
                <a:lnTo>
                  <a:pt x="0" y="1953871"/>
                </a:lnTo>
                <a:lnTo>
                  <a:pt x="529961" y="1035949"/>
                </a:lnTo>
                <a:cubicBezTo>
                  <a:pt x="605195" y="905642"/>
                  <a:pt x="737547" y="828873"/>
                  <a:pt x="877132" y="819008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4666509"/>
                </a:lnTo>
                <a:cubicBezTo>
                  <a:pt x="66712" y="4631689"/>
                  <a:pt x="123952" y="4577583"/>
                  <a:pt x="164320" y="4507662"/>
                </a:cubicBezTo>
                <a:lnTo>
                  <a:pt x="429224" y="4048836"/>
                </a:lnTo>
                <a:lnTo>
                  <a:pt x="1364844" y="4589016"/>
                </a:lnTo>
                <a:cubicBezTo>
                  <a:pt x="1649883" y="4753584"/>
                  <a:pt x="2014361" y="4655922"/>
                  <a:pt x="2178928" y="4370884"/>
                </a:cubicBezTo>
                <a:lnTo>
                  <a:pt x="3370792" y="2306514"/>
                </a:lnTo>
                <a:cubicBezTo>
                  <a:pt x="3535359" y="2021475"/>
                  <a:pt x="3437698" y="1656998"/>
                  <a:pt x="3152658" y="1492431"/>
                </a:cubicBezTo>
                <a:lnTo>
                  <a:pt x="1088289" y="300567"/>
                </a:lnTo>
                <a:cubicBezTo>
                  <a:pt x="981399" y="238854"/>
                  <a:pt x="863339" y="214017"/>
                  <a:pt x="748838" y="222109"/>
                </a:cubicBezTo>
                <a:cubicBezTo>
                  <a:pt x="558005" y="235595"/>
                  <a:pt x="377060" y="340550"/>
                  <a:pt x="274206" y="518699"/>
                </a:cubicBezTo>
                <a:lnTo>
                  <a:pt x="0" y="993638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18861" y="1386344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Beautiful Design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8861" y="1892942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INSPIRATION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18861" y="2834144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 smtClean="0">
                <a:solidFill>
                  <a:schemeClr val="bg1"/>
                </a:solidFill>
              </a:rPr>
              <a:t>voluptatem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doloremque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447798" y="3946148"/>
            <a:ext cx="1435100" cy="400050"/>
            <a:chOff x="6705600" y="4457700"/>
            <a:chExt cx="1435100" cy="400050"/>
          </a:xfrm>
        </p:grpSpPr>
        <p:sp>
          <p:nvSpPr>
            <p:cNvPr id="22" name="Rectangle 21"/>
            <p:cNvSpPr/>
            <p:nvPr/>
          </p:nvSpPr>
          <p:spPr>
            <a:xfrm>
              <a:off x="6705600" y="4457700"/>
              <a:ext cx="1435100" cy="40005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31000" y="4503837"/>
              <a:ext cx="13843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Discover More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50" name="Group 1049"/>
          <p:cNvGrpSpPr/>
          <p:nvPr/>
        </p:nvGrpSpPr>
        <p:grpSpPr>
          <a:xfrm>
            <a:off x="7467600" y="971550"/>
            <a:ext cx="766763" cy="857251"/>
            <a:chOff x="7391400" y="1122363"/>
            <a:chExt cx="766763" cy="857251"/>
          </a:xfrm>
          <a:solidFill>
            <a:schemeClr val="bg1"/>
          </a:solidFill>
        </p:grpSpPr>
        <p:sp>
          <p:nvSpPr>
            <p:cNvPr id="31" name="Freeform 16"/>
            <p:cNvSpPr>
              <a:spLocks noEditPoints="1"/>
            </p:cNvSpPr>
            <p:nvPr/>
          </p:nvSpPr>
          <p:spPr bwMode="auto">
            <a:xfrm>
              <a:off x="7478713" y="1152526"/>
              <a:ext cx="596900" cy="455613"/>
            </a:xfrm>
            <a:custGeom>
              <a:avLst/>
              <a:gdLst>
                <a:gd name="T0" fmla="*/ 900 w 2631"/>
                <a:gd name="T1" fmla="*/ 135 h 2006"/>
                <a:gd name="T2" fmla="*/ 714 w 2631"/>
                <a:gd name="T3" fmla="*/ 232 h 2006"/>
                <a:gd name="T4" fmla="*/ 1092 w 2631"/>
                <a:gd name="T5" fmla="*/ 611 h 2006"/>
                <a:gd name="T6" fmla="*/ 1014 w 2631"/>
                <a:gd name="T7" fmla="*/ 689 h 2006"/>
                <a:gd name="T8" fmla="*/ 611 w 2631"/>
                <a:gd name="T9" fmla="*/ 286 h 2006"/>
                <a:gd name="T10" fmla="*/ 186 w 2631"/>
                <a:gd name="T11" fmla="*/ 505 h 2006"/>
                <a:gd name="T12" fmla="*/ 1115 w 2631"/>
                <a:gd name="T13" fmla="*/ 1434 h 2006"/>
                <a:gd name="T14" fmla="*/ 1485 w 2631"/>
                <a:gd name="T15" fmla="*/ 720 h 2006"/>
                <a:gd name="T16" fmla="*/ 900 w 2631"/>
                <a:gd name="T17" fmla="*/ 135 h 2006"/>
                <a:gd name="T18" fmla="*/ 921 w 2631"/>
                <a:gd name="T19" fmla="*/ 0 h 2006"/>
                <a:gd name="T20" fmla="*/ 2631 w 2631"/>
                <a:gd name="T21" fmla="*/ 1708 h 2006"/>
                <a:gd name="T22" fmla="*/ 2553 w 2631"/>
                <a:gd name="T23" fmla="*/ 1787 h 2006"/>
                <a:gd name="T24" fmla="*/ 1567 w 2631"/>
                <a:gd name="T25" fmla="*/ 802 h 2006"/>
                <a:gd name="T26" fmla="*/ 1471 w 2631"/>
                <a:gd name="T27" fmla="*/ 988 h 2006"/>
                <a:gd name="T28" fmla="*/ 2412 w 2631"/>
                <a:gd name="T29" fmla="*/ 1927 h 2006"/>
                <a:gd name="T30" fmla="*/ 2334 w 2631"/>
                <a:gd name="T31" fmla="*/ 2006 h 2006"/>
                <a:gd name="T32" fmla="*/ 1418 w 2631"/>
                <a:gd name="T33" fmla="*/ 1091 h 2006"/>
                <a:gd name="T34" fmla="*/ 1143 w 2631"/>
                <a:gd name="T35" fmla="*/ 1620 h 2006"/>
                <a:gd name="T36" fmla="*/ 0 w 2631"/>
                <a:gd name="T37" fmla="*/ 477 h 2006"/>
                <a:gd name="T38" fmla="*/ 921 w 2631"/>
                <a:gd name="T39" fmla="*/ 0 h 2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31" h="2006">
                  <a:moveTo>
                    <a:pt x="900" y="135"/>
                  </a:moveTo>
                  <a:lnTo>
                    <a:pt x="714" y="232"/>
                  </a:lnTo>
                  <a:lnTo>
                    <a:pt x="1092" y="611"/>
                  </a:lnTo>
                  <a:lnTo>
                    <a:pt x="1014" y="689"/>
                  </a:lnTo>
                  <a:lnTo>
                    <a:pt x="611" y="286"/>
                  </a:lnTo>
                  <a:lnTo>
                    <a:pt x="186" y="505"/>
                  </a:lnTo>
                  <a:lnTo>
                    <a:pt x="1115" y="1434"/>
                  </a:lnTo>
                  <a:lnTo>
                    <a:pt x="1485" y="720"/>
                  </a:lnTo>
                  <a:lnTo>
                    <a:pt x="900" y="135"/>
                  </a:lnTo>
                  <a:close/>
                  <a:moveTo>
                    <a:pt x="921" y="0"/>
                  </a:moveTo>
                  <a:lnTo>
                    <a:pt x="2631" y="1708"/>
                  </a:lnTo>
                  <a:lnTo>
                    <a:pt x="2553" y="1787"/>
                  </a:lnTo>
                  <a:lnTo>
                    <a:pt x="1567" y="802"/>
                  </a:lnTo>
                  <a:lnTo>
                    <a:pt x="1471" y="988"/>
                  </a:lnTo>
                  <a:lnTo>
                    <a:pt x="2412" y="1927"/>
                  </a:lnTo>
                  <a:lnTo>
                    <a:pt x="2334" y="2006"/>
                  </a:lnTo>
                  <a:lnTo>
                    <a:pt x="1418" y="1091"/>
                  </a:lnTo>
                  <a:lnTo>
                    <a:pt x="1143" y="1620"/>
                  </a:lnTo>
                  <a:lnTo>
                    <a:pt x="0" y="477"/>
                  </a:lnTo>
                  <a:lnTo>
                    <a:pt x="9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Freeform 17"/>
            <p:cNvSpPr>
              <a:spLocks/>
            </p:cNvSpPr>
            <p:nvPr/>
          </p:nvSpPr>
          <p:spPr bwMode="auto">
            <a:xfrm>
              <a:off x="7564438" y="1263651"/>
              <a:ext cx="36513" cy="36513"/>
            </a:xfrm>
            <a:custGeom>
              <a:avLst/>
              <a:gdLst>
                <a:gd name="T0" fmla="*/ 78 w 157"/>
                <a:gd name="T1" fmla="*/ 0 h 157"/>
                <a:gd name="T2" fmla="*/ 157 w 157"/>
                <a:gd name="T3" fmla="*/ 78 h 157"/>
                <a:gd name="T4" fmla="*/ 78 w 157"/>
                <a:gd name="T5" fmla="*/ 157 h 157"/>
                <a:gd name="T6" fmla="*/ 0 w 157"/>
                <a:gd name="T7" fmla="*/ 78 h 157"/>
                <a:gd name="T8" fmla="*/ 78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8" y="0"/>
                  </a:moveTo>
                  <a:lnTo>
                    <a:pt x="157" y="78"/>
                  </a:lnTo>
                  <a:lnTo>
                    <a:pt x="78" y="157"/>
                  </a:lnTo>
                  <a:lnTo>
                    <a:pt x="0" y="78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Freeform 18"/>
            <p:cNvSpPr>
              <a:spLocks/>
            </p:cNvSpPr>
            <p:nvPr/>
          </p:nvSpPr>
          <p:spPr bwMode="auto">
            <a:xfrm>
              <a:off x="7624763" y="1323976"/>
              <a:ext cx="111125" cy="109538"/>
            </a:xfrm>
            <a:custGeom>
              <a:avLst/>
              <a:gdLst>
                <a:gd name="T0" fmla="*/ 78 w 488"/>
                <a:gd name="T1" fmla="*/ 0 h 488"/>
                <a:gd name="T2" fmla="*/ 488 w 488"/>
                <a:gd name="T3" fmla="*/ 410 h 488"/>
                <a:gd name="T4" fmla="*/ 410 w 488"/>
                <a:gd name="T5" fmla="*/ 488 h 488"/>
                <a:gd name="T6" fmla="*/ 0 w 488"/>
                <a:gd name="T7" fmla="*/ 77 h 488"/>
                <a:gd name="T8" fmla="*/ 78 w 488"/>
                <a:gd name="T9" fmla="*/ 0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8" h="488">
                  <a:moveTo>
                    <a:pt x="78" y="0"/>
                  </a:moveTo>
                  <a:lnTo>
                    <a:pt x="488" y="410"/>
                  </a:lnTo>
                  <a:lnTo>
                    <a:pt x="410" y="488"/>
                  </a:lnTo>
                  <a:lnTo>
                    <a:pt x="0" y="77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Freeform 19"/>
            <p:cNvSpPr>
              <a:spLocks/>
            </p:cNvSpPr>
            <p:nvPr/>
          </p:nvSpPr>
          <p:spPr bwMode="auto">
            <a:xfrm>
              <a:off x="7594600" y="1293813"/>
              <a:ext cx="36513" cy="34925"/>
            </a:xfrm>
            <a:custGeom>
              <a:avLst/>
              <a:gdLst>
                <a:gd name="T0" fmla="*/ 78 w 157"/>
                <a:gd name="T1" fmla="*/ 0 h 157"/>
                <a:gd name="T2" fmla="*/ 157 w 157"/>
                <a:gd name="T3" fmla="*/ 78 h 157"/>
                <a:gd name="T4" fmla="*/ 78 w 157"/>
                <a:gd name="T5" fmla="*/ 157 h 157"/>
                <a:gd name="T6" fmla="*/ 0 w 157"/>
                <a:gd name="T7" fmla="*/ 78 h 157"/>
                <a:gd name="T8" fmla="*/ 78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8" y="0"/>
                  </a:moveTo>
                  <a:lnTo>
                    <a:pt x="157" y="78"/>
                  </a:lnTo>
                  <a:lnTo>
                    <a:pt x="78" y="157"/>
                  </a:lnTo>
                  <a:lnTo>
                    <a:pt x="0" y="78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Rectangle 20"/>
            <p:cNvSpPr>
              <a:spLocks noChangeArrowheads="1"/>
            </p:cNvSpPr>
            <p:nvPr/>
          </p:nvSpPr>
          <p:spPr bwMode="auto">
            <a:xfrm>
              <a:off x="7954963" y="1917701"/>
              <a:ext cx="25400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Rectangle 21"/>
            <p:cNvSpPr>
              <a:spLocks noChangeArrowheads="1"/>
            </p:cNvSpPr>
            <p:nvPr/>
          </p:nvSpPr>
          <p:spPr bwMode="auto">
            <a:xfrm>
              <a:off x="7764463" y="1917701"/>
              <a:ext cx="131763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9" name="Rectangle 22"/>
            <p:cNvSpPr>
              <a:spLocks noChangeArrowheads="1"/>
            </p:cNvSpPr>
            <p:nvPr/>
          </p:nvSpPr>
          <p:spPr bwMode="auto">
            <a:xfrm>
              <a:off x="7913688" y="1917701"/>
              <a:ext cx="25400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23"/>
            <p:cNvSpPr>
              <a:spLocks/>
            </p:cNvSpPr>
            <p:nvPr/>
          </p:nvSpPr>
          <p:spPr bwMode="auto">
            <a:xfrm>
              <a:off x="7556500" y="1365251"/>
              <a:ext cx="41275" cy="68263"/>
            </a:xfrm>
            <a:custGeom>
              <a:avLst/>
              <a:gdLst>
                <a:gd name="T0" fmla="*/ 13 w 186"/>
                <a:gd name="T1" fmla="*/ 0 h 298"/>
                <a:gd name="T2" fmla="*/ 118 w 186"/>
                <a:gd name="T3" fmla="*/ 36 h 298"/>
                <a:gd name="T4" fmla="*/ 113 w 186"/>
                <a:gd name="T5" fmla="*/ 56 h 298"/>
                <a:gd name="T6" fmla="*/ 111 w 186"/>
                <a:gd name="T7" fmla="*/ 79 h 298"/>
                <a:gd name="T8" fmla="*/ 114 w 186"/>
                <a:gd name="T9" fmla="*/ 103 h 298"/>
                <a:gd name="T10" fmla="*/ 121 w 186"/>
                <a:gd name="T11" fmla="*/ 127 h 298"/>
                <a:gd name="T12" fmla="*/ 131 w 186"/>
                <a:gd name="T13" fmla="*/ 149 h 298"/>
                <a:gd name="T14" fmla="*/ 146 w 186"/>
                <a:gd name="T15" fmla="*/ 170 h 298"/>
                <a:gd name="T16" fmla="*/ 164 w 186"/>
                <a:gd name="T17" fmla="*/ 187 h 298"/>
                <a:gd name="T18" fmla="*/ 186 w 186"/>
                <a:gd name="T19" fmla="*/ 202 h 298"/>
                <a:gd name="T20" fmla="*/ 131 w 186"/>
                <a:gd name="T21" fmla="*/ 298 h 298"/>
                <a:gd name="T22" fmla="*/ 98 w 186"/>
                <a:gd name="T23" fmla="*/ 276 h 298"/>
                <a:gd name="T24" fmla="*/ 70 w 186"/>
                <a:gd name="T25" fmla="*/ 250 h 298"/>
                <a:gd name="T26" fmla="*/ 46 w 186"/>
                <a:gd name="T27" fmla="*/ 221 h 298"/>
                <a:gd name="T28" fmla="*/ 27 w 186"/>
                <a:gd name="T29" fmla="*/ 188 h 298"/>
                <a:gd name="T30" fmla="*/ 12 w 186"/>
                <a:gd name="T31" fmla="*/ 154 h 298"/>
                <a:gd name="T32" fmla="*/ 4 w 186"/>
                <a:gd name="T33" fmla="*/ 117 h 298"/>
                <a:gd name="T34" fmla="*/ 0 w 186"/>
                <a:gd name="T35" fmla="*/ 79 h 298"/>
                <a:gd name="T36" fmla="*/ 4 w 186"/>
                <a:gd name="T37" fmla="*/ 39 h 298"/>
                <a:gd name="T38" fmla="*/ 13 w 186"/>
                <a:gd name="T39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6" h="298">
                  <a:moveTo>
                    <a:pt x="13" y="0"/>
                  </a:moveTo>
                  <a:lnTo>
                    <a:pt x="118" y="36"/>
                  </a:lnTo>
                  <a:lnTo>
                    <a:pt x="113" y="56"/>
                  </a:lnTo>
                  <a:lnTo>
                    <a:pt x="111" y="79"/>
                  </a:lnTo>
                  <a:lnTo>
                    <a:pt x="114" y="103"/>
                  </a:lnTo>
                  <a:lnTo>
                    <a:pt x="121" y="127"/>
                  </a:lnTo>
                  <a:lnTo>
                    <a:pt x="131" y="149"/>
                  </a:lnTo>
                  <a:lnTo>
                    <a:pt x="146" y="170"/>
                  </a:lnTo>
                  <a:lnTo>
                    <a:pt x="164" y="187"/>
                  </a:lnTo>
                  <a:lnTo>
                    <a:pt x="186" y="202"/>
                  </a:lnTo>
                  <a:lnTo>
                    <a:pt x="131" y="298"/>
                  </a:lnTo>
                  <a:lnTo>
                    <a:pt x="98" y="276"/>
                  </a:lnTo>
                  <a:lnTo>
                    <a:pt x="70" y="250"/>
                  </a:lnTo>
                  <a:lnTo>
                    <a:pt x="46" y="221"/>
                  </a:lnTo>
                  <a:lnTo>
                    <a:pt x="27" y="188"/>
                  </a:lnTo>
                  <a:lnTo>
                    <a:pt x="12" y="154"/>
                  </a:lnTo>
                  <a:lnTo>
                    <a:pt x="4" y="117"/>
                  </a:lnTo>
                  <a:lnTo>
                    <a:pt x="0" y="79"/>
                  </a:lnTo>
                  <a:lnTo>
                    <a:pt x="4" y="39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2" name="Freeform 24"/>
            <p:cNvSpPr>
              <a:spLocks noEditPoints="1"/>
            </p:cNvSpPr>
            <p:nvPr/>
          </p:nvSpPr>
          <p:spPr bwMode="auto">
            <a:xfrm>
              <a:off x="8012113" y="1565276"/>
              <a:ext cx="146050" cy="147638"/>
            </a:xfrm>
            <a:custGeom>
              <a:avLst/>
              <a:gdLst>
                <a:gd name="T0" fmla="*/ 335 w 645"/>
                <a:gd name="T1" fmla="*/ 115 h 649"/>
                <a:gd name="T2" fmla="*/ 277 w 645"/>
                <a:gd name="T3" fmla="*/ 140 h 649"/>
                <a:gd name="T4" fmla="*/ 232 w 645"/>
                <a:gd name="T5" fmla="*/ 184 h 649"/>
                <a:gd name="T6" fmla="*/ 207 w 645"/>
                <a:gd name="T7" fmla="*/ 243 h 649"/>
                <a:gd name="T8" fmla="*/ 207 w 645"/>
                <a:gd name="T9" fmla="*/ 309 h 649"/>
                <a:gd name="T10" fmla="*/ 232 w 645"/>
                <a:gd name="T11" fmla="*/ 368 h 649"/>
                <a:gd name="T12" fmla="*/ 277 w 645"/>
                <a:gd name="T13" fmla="*/ 412 h 649"/>
                <a:gd name="T14" fmla="*/ 335 w 645"/>
                <a:gd name="T15" fmla="*/ 438 h 649"/>
                <a:gd name="T16" fmla="*/ 402 w 645"/>
                <a:gd name="T17" fmla="*/ 438 h 649"/>
                <a:gd name="T18" fmla="*/ 461 w 645"/>
                <a:gd name="T19" fmla="*/ 412 h 649"/>
                <a:gd name="T20" fmla="*/ 505 w 645"/>
                <a:gd name="T21" fmla="*/ 368 h 649"/>
                <a:gd name="T22" fmla="*/ 530 w 645"/>
                <a:gd name="T23" fmla="*/ 309 h 649"/>
                <a:gd name="T24" fmla="*/ 530 w 645"/>
                <a:gd name="T25" fmla="*/ 243 h 649"/>
                <a:gd name="T26" fmla="*/ 505 w 645"/>
                <a:gd name="T27" fmla="*/ 184 h 649"/>
                <a:gd name="T28" fmla="*/ 461 w 645"/>
                <a:gd name="T29" fmla="*/ 140 h 649"/>
                <a:gd name="T30" fmla="*/ 402 w 645"/>
                <a:gd name="T31" fmla="*/ 115 h 649"/>
                <a:gd name="T32" fmla="*/ 369 w 645"/>
                <a:gd name="T33" fmla="*/ 0 h 649"/>
                <a:gd name="T34" fmla="*/ 456 w 645"/>
                <a:gd name="T35" fmla="*/ 15 h 649"/>
                <a:gd name="T36" fmla="*/ 531 w 645"/>
                <a:gd name="T37" fmla="*/ 54 h 649"/>
                <a:gd name="T38" fmla="*/ 591 w 645"/>
                <a:gd name="T39" fmla="*/ 113 h 649"/>
                <a:gd name="T40" fmla="*/ 630 w 645"/>
                <a:gd name="T41" fmla="*/ 189 h 649"/>
                <a:gd name="T42" fmla="*/ 645 w 645"/>
                <a:gd name="T43" fmla="*/ 276 h 649"/>
                <a:gd name="T44" fmla="*/ 630 w 645"/>
                <a:gd name="T45" fmla="*/ 363 h 649"/>
                <a:gd name="T46" fmla="*/ 591 w 645"/>
                <a:gd name="T47" fmla="*/ 439 h 649"/>
                <a:gd name="T48" fmla="*/ 531 w 645"/>
                <a:gd name="T49" fmla="*/ 498 h 649"/>
                <a:gd name="T50" fmla="*/ 456 w 645"/>
                <a:gd name="T51" fmla="*/ 537 h 649"/>
                <a:gd name="T52" fmla="*/ 369 w 645"/>
                <a:gd name="T53" fmla="*/ 551 h 649"/>
                <a:gd name="T54" fmla="*/ 290 w 645"/>
                <a:gd name="T55" fmla="*/ 540 h 649"/>
                <a:gd name="T56" fmla="*/ 220 w 645"/>
                <a:gd name="T57" fmla="*/ 507 h 649"/>
                <a:gd name="T58" fmla="*/ 0 w 645"/>
                <a:gd name="T59" fmla="*/ 570 h 649"/>
                <a:gd name="T60" fmla="*/ 121 w 645"/>
                <a:gd name="T61" fmla="*/ 395 h 649"/>
                <a:gd name="T62" fmla="*/ 97 w 645"/>
                <a:gd name="T63" fmla="*/ 317 h 649"/>
                <a:gd name="T64" fmla="*/ 97 w 645"/>
                <a:gd name="T65" fmla="*/ 231 h 649"/>
                <a:gd name="T66" fmla="*/ 125 w 645"/>
                <a:gd name="T67" fmla="*/ 149 h 649"/>
                <a:gd name="T68" fmla="*/ 174 w 645"/>
                <a:gd name="T69" fmla="*/ 81 h 649"/>
                <a:gd name="T70" fmla="*/ 243 w 645"/>
                <a:gd name="T71" fmla="*/ 31 h 649"/>
                <a:gd name="T72" fmla="*/ 324 w 645"/>
                <a:gd name="T73" fmla="*/ 5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45" h="649">
                  <a:moveTo>
                    <a:pt x="369" y="111"/>
                  </a:moveTo>
                  <a:lnTo>
                    <a:pt x="335" y="115"/>
                  </a:lnTo>
                  <a:lnTo>
                    <a:pt x="304" y="124"/>
                  </a:lnTo>
                  <a:lnTo>
                    <a:pt x="277" y="140"/>
                  </a:lnTo>
                  <a:lnTo>
                    <a:pt x="253" y="159"/>
                  </a:lnTo>
                  <a:lnTo>
                    <a:pt x="232" y="184"/>
                  </a:lnTo>
                  <a:lnTo>
                    <a:pt x="217" y="212"/>
                  </a:lnTo>
                  <a:lnTo>
                    <a:pt x="207" y="243"/>
                  </a:lnTo>
                  <a:lnTo>
                    <a:pt x="204" y="276"/>
                  </a:lnTo>
                  <a:lnTo>
                    <a:pt x="207" y="309"/>
                  </a:lnTo>
                  <a:lnTo>
                    <a:pt x="217" y="340"/>
                  </a:lnTo>
                  <a:lnTo>
                    <a:pt x="232" y="368"/>
                  </a:lnTo>
                  <a:lnTo>
                    <a:pt x="253" y="392"/>
                  </a:lnTo>
                  <a:lnTo>
                    <a:pt x="277" y="412"/>
                  </a:lnTo>
                  <a:lnTo>
                    <a:pt x="304" y="427"/>
                  </a:lnTo>
                  <a:lnTo>
                    <a:pt x="335" y="438"/>
                  </a:lnTo>
                  <a:lnTo>
                    <a:pt x="369" y="441"/>
                  </a:lnTo>
                  <a:lnTo>
                    <a:pt x="402" y="438"/>
                  </a:lnTo>
                  <a:lnTo>
                    <a:pt x="433" y="427"/>
                  </a:lnTo>
                  <a:lnTo>
                    <a:pt x="461" y="412"/>
                  </a:lnTo>
                  <a:lnTo>
                    <a:pt x="485" y="392"/>
                  </a:lnTo>
                  <a:lnTo>
                    <a:pt x="505" y="368"/>
                  </a:lnTo>
                  <a:lnTo>
                    <a:pt x="521" y="340"/>
                  </a:lnTo>
                  <a:lnTo>
                    <a:pt x="530" y="309"/>
                  </a:lnTo>
                  <a:lnTo>
                    <a:pt x="534" y="276"/>
                  </a:lnTo>
                  <a:lnTo>
                    <a:pt x="530" y="243"/>
                  </a:lnTo>
                  <a:lnTo>
                    <a:pt x="521" y="212"/>
                  </a:lnTo>
                  <a:lnTo>
                    <a:pt x="505" y="184"/>
                  </a:lnTo>
                  <a:lnTo>
                    <a:pt x="485" y="159"/>
                  </a:lnTo>
                  <a:lnTo>
                    <a:pt x="461" y="140"/>
                  </a:lnTo>
                  <a:lnTo>
                    <a:pt x="433" y="124"/>
                  </a:lnTo>
                  <a:lnTo>
                    <a:pt x="402" y="115"/>
                  </a:lnTo>
                  <a:lnTo>
                    <a:pt x="369" y="111"/>
                  </a:lnTo>
                  <a:close/>
                  <a:moveTo>
                    <a:pt x="369" y="0"/>
                  </a:moveTo>
                  <a:lnTo>
                    <a:pt x="413" y="5"/>
                  </a:lnTo>
                  <a:lnTo>
                    <a:pt x="456" y="15"/>
                  </a:lnTo>
                  <a:lnTo>
                    <a:pt x="496" y="31"/>
                  </a:lnTo>
                  <a:lnTo>
                    <a:pt x="531" y="54"/>
                  </a:lnTo>
                  <a:lnTo>
                    <a:pt x="563" y="81"/>
                  </a:lnTo>
                  <a:lnTo>
                    <a:pt x="591" y="113"/>
                  </a:lnTo>
                  <a:lnTo>
                    <a:pt x="614" y="149"/>
                  </a:lnTo>
                  <a:lnTo>
                    <a:pt x="630" y="189"/>
                  </a:lnTo>
                  <a:lnTo>
                    <a:pt x="640" y="231"/>
                  </a:lnTo>
                  <a:lnTo>
                    <a:pt x="645" y="276"/>
                  </a:lnTo>
                  <a:lnTo>
                    <a:pt x="640" y="321"/>
                  </a:lnTo>
                  <a:lnTo>
                    <a:pt x="630" y="363"/>
                  </a:lnTo>
                  <a:lnTo>
                    <a:pt x="614" y="402"/>
                  </a:lnTo>
                  <a:lnTo>
                    <a:pt x="591" y="439"/>
                  </a:lnTo>
                  <a:lnTo>
                    <a:pt x="563" y="471"/>
                  </a:lnTo>
                  <a:lnTo>
                    <a:pt x="531" y="498"/>
                  </a:lnTo>
                  <a:lnTo>
                    <a:pt x="496" y="520"/>
                  </a:lnTo>
                  <a:lnTo>
                    <a:pt x="456" y="537"/>
                  </a:lnTo>
                  <a:lnTo>
                    <a:pt x="413" y="548"/>
                  </a:lnTo>
                  <a:lnTo>
                    <a:pt x="369" y="551"/>
                  </a:lnTo>
                  <a:lnTo>
                    <a:pt x="328" y="549"/>
                  </a:lnTo>
                  <a:lnTo>
                    <a:pt x="290" y="540"/>
                  </a:lnTo>
                  <a:lnTo>
                    <a:pt x="253" y="526"/>
                  </a:lnTo>
                  <a:lnTo>
                    <a:pt x="220" y="507"/>
                  </a:lnTo>
                  <a:lnTo>
                    <a:pt x="78" y="649"/>
                  </a:lnTo>
                  <a:lnTo>
                    <a:pt x="0" y="570"/>
                  </a:lnTo>
                  <a:lnTo>
                    <a:pt x="141" y="430"/>
                  </a:lnTo>
                  <a:lnTo>
                    <a:pt x="121" y="395"/>
                  </a:lnTo>
                  <a:lnTo>
                    <a:pt x="106" y="357"/>
                  </a:lnTo>
                  <a:lnTo>
                    <a:pt x="97" y="317"/>
                  </a:lnTo>
                  <a:lnTo>
                    <a:pt x="94" y="276"/>
                  </a:lnTo>
                  <a:lnTo>
                    <a:pt x="97" y="231"/>
                  </a:lnTo>
                  <a:lnTo>
                    <a:pt x="107" y="189"/>
                  </a:lnTo>
                  <a:lnTo>
                    <a:pt x="125" y="149"/>
                  </a:lnTo>
                  <a:lnTo>
                    <a:pt x="146" y="113"/>
                  </a:lnTo>
                  <a:lnTo>
                    <a:pt x="174" y="81"/>
                  </a:lnTo>
                  <a:lnTo>
                    <a:pt x="206" y="54"/>
                  </a:lnTo>
                  <a:lnTo>
                    <a:pt x="243" y="31"/>
                  </a:lnTo>
                  <a:lnTo>
                    <a:pt x="282" y="15"/>
                  </a:lnTo>
                  <a:lnTo>
                    <a:pt x="324" y="5"/>
                  </a:lnTo>
                  <a:lnTo>
                    <a:pt x="3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25"/>
            <p:cNvSpPr>
              <a:spLocks/>
            </p:cNvSpPr>
            <p:nvPr/>
          </p:nvSpPr>
          <p:spPr bwMode="auto">
            <a:xfrm>
              <a:off x="7889875" y="1422401"/>
              <a:ext cx="144463" cy="146050"/>
            </a:xfrm>
            <a:custGeom>
              <a:avLst/>
              <a:gdLst>
                <a:gd name="T0" fmla="*/ 78 w 640"/>
                <a:gd name="T1" fmla="*/ 0 h 640"/>
                <a:gd name="T2" fmla="*/ 640 w 640"/>
                <a:gd name="T3" fmla="*/ 561 h 640"/>
                <a:gd name="T4" fmla="*/ 561 w 640"/>
                <a:gd name="T5" fmla="*/ 640 h 640"/>
                <a:gd name="T6" fmla="*/ 0 w 640"/>
                <a:gd name="T7" fmla="*/ 78 h 640"/>
                <a:gd name="T8" fmla="*/ 78 w 640"/>
                <a:gd name="T9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0" h="640">
                  <a:moveTo>
                    <a:pt x="78" y="0"/>
                  </a:moveTo>
                  <a:lnTo>
                    <a:pt x="640" y="561"/>
                  </a:lnTo>
                  <a:lnTo>
                    <a:pt x="561" y="640"/>
                  </a:lnTo>
                  <a:lnTo>
                    <a:pt x="0" y="78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26"/>
            <p:cNvSpPr>
              <a:spLocks/>
            </p:cNvSpPr>
            <p:nvPr/>
          </p:nvSpPr>
          <p:spPr bwMode="auto">
            <a:xfrm>
              <a:off x="7859713" y="1393826"/>
              <a:ext cx="36513" cy="34925"/>
            </a:xfrm>
            <a:custGeom>
              <a:avLst/>
              <a:gdLst>
                <a:gd name="T0" fmla="*/ 78 w 157"/>
                <a:gd name="T1" fmla="*/ 0 h 156"/>
                <a:gd name="T2" fmla="*/ 157 w 157"/>
                <a:gd name="T3" fmla="*/ 78 h 156"/>
                <a:gd name="T4" fmla="*/ 78 w 157"/>
                <a:gd name="T5" fmla="*/ 156 h 156"/>
                <a:gd name="T6" fmla="*/ 0 w 157"/>
                <a:gd name="T7" fmla="*/ 78 h 156"/>
                <a:gd name="T8" fmla="*/ 78 w 157"/>
                <a:gd name="T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6">
                  <a:moveTo>
                    <a:pt x="78" y="0"/>
                  </a:moveTo>
                  <a:lnTo>
                    <a:pt x="157" y="78"/>
                  </a:lnTo>
                  <a:lnTo>
                    <a:pt x="78" y="156"/>
                  </a:lnTo>
                  <a:lnTo>
                    <a:pt x="0" y="78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27"/>
            <p:cNvSpPr>
              <a:spLocks/>
            </p:cNvSpPr>
            <p:nvPr/>
          </p:nvSpPr>
          <p:spPr bwMode="auto">
            <a:xfrm>
              <a:off x="7831138" y="1363663"/>
              <a:ext cx="34925" cy="36513"/>
            </a:xfrm>
            <a:custGeom>
              <a:avLst/>
              <a:gdLst>
                <a:gd name="T0" fmla="*/ 78 w 157"/>
                <a:gd name="T1" fmla="*/ 0 h 157"/>
                <a:gd name="T2" fmla="*/ 157 w 157"/>
                <a:gd name="T3" fmla="*/ 78 h 157"/>
                <a:gd name="T4" fmla="*/ 78 w 157"/>
                <a:gd name="T5" fmla="*/ 157 h 157"/>
                <a:gd name="T6" fmla="*/ 0 w 157"/>
                <a:gd name="T7" fmla="*/ 78 h 157"/>
                <a:gd name="T8" fmla="*/ 78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8" y="0"/>
                  </a:moveTo>
                  <a:lnTo>
                    <a:pt x="157" y="78"/>
                  </a:lnTo>
                  <a:lnTo>
                    <a:pt x="78" y="157"/>
                  </a:lnTo>
                  <a:lnTo>
                    <a:pt x="0" y="78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28"/>
            <p:cNvSpPr>
              <a:spLocks/>
            </p:cNvSpPr>
            <p:nvPr/>
          </p:nvSpPr>
          <p:spPr bwMode="auto">
            <a:xfrm>
              <a:off x="7951788" y="1736726"/>
              <a:ext cx="34925" cy="34925"/>
            </a:xfrm>
            <a:custGeom>
              <a:avLst/>
              <a:gdLst>
                <a:gd name="T0" fmla="*/ 79 w 157"/>
                <a:gd name="T1" fmla="*/ 0 h 157"/>
                <a:gd name="T2" fmla="*/ 157 w 157"/>
                <a:gd name="T3" fmla="*/ 79 h 157"/>
                <a:gd name="T4" fmla="*/ 79 w 157"/>
                <a:gd name="T5" fmla="*/ 157 h 157"/>
                <a:gd name="T6" fmla="*/ 0 w 157"/>
                <a:gd name="T7" fmla="*/ 79 h 157"/>
                <a:gd name="T8" fmla="*/ 79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9" y="0"/>
                  </a:moveTo>
                  <a:lnTo>
                    <a:pt x="157" y="79"/>
                  </a:lnTo>
                  <a:lnTo>
                    <a:pt x="79" y="157"/>
                  </a:lnTo>
                  <a:lnTo>
                    <a:pt x="0" y="79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29"/>
            <p:cNvSpPr>
              <a:spLocks/>
            </p:cNvSpPr>
            <p:nvPr/>
          </p:nvSpPr>
          <p:spPr bwMode="auto">
            <a:xfrm>
              <a:off x="7921625" y="1765301"/>
              <a:ext cx="36513" cy="36513"/>
            </a:xfrm>
            <a:custGeom>
              <a:avLst/>
              <a:gdLst>
                <a:gd name="T0" fmla="*/ 78 w 156"/>
                <a:gd name="T1" fmla="*/ 0 h 157"/>
                <a:gd name="T2" fmla="*/ 156 w 156"/>
                <a:gd name="T3" fmla="*/ 79 h 157"/>
                <a:gd name="T4" fmla="*/ 78 w 156"/>
                <a:gd name="T5" fmla="*/ 157 h 157"/>
                <a:gd name="T6" fmla="*/ 0 w 156"/>
                <a:gd name="T7" fmla="*/ 79 h 157"/>
                <a:gd name="T8" fmla="*/ 78 w 156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57">
                  <a:moveTo>
                    <a:pt x="78" y="0"/>
                  </a:moveTo>
                  <a:lnTo>
                    <a:pt x="156" y="79"/>
                  </a:lnTo>
                  <a:lnTo>
                    <a:pt x="78" y="157"/>
                  </a:lnTo>
                  <a:lnTo>
                    <a:pt x="0" y="79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Freeform 30"/>
            <p:cNvSpPr>
              <a:spLocks/>
            </p:cNvSpPr>
            <p:nvPr/>
          </p:nvSpPr>
          <p:spPr bwMode="auto">
            <a:xfrm>
              <a:off x="7981950" y="1706563"/>
              <a:ext cx="34925" cy="36513"/>
            </a:xfrm>
            <a:custGeom>
              <a:avLst/>
              <a:gdLst>
                <a:gd name="T0" fmla="*/ 78 w 157"/>
                <a:gd name="T1" fmla="*/ 0 h 157"/>
                <a:gd name="T2" fmla="*/ 157 w 157"/>
                <a:gd name="T3" fmla="*/ 79 h 157"/>
                <a:gd name="T4" fmla="*/ 78 w 157"/>
                <a:gd name="T5" fmla="*/ 157 h 157"/>
                <a:gd name="T6" fmla="*/ 0 w 157"/>
                <a:gd name="T7" fmla="*/ 79 h 157"/>
                <a:gd name="T8" fmla="*/ 78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8" y="0"/>
                  </a:moveTo>
                  <a:lnTo>
                    <a:pt x="157" y="79"/>
                  </a:lnTo>
                  <a:lnTo>
                    <a:pt x="78" y="157"/>
                  </a:lnTo>
                  <a:lnTo>
                    <a:pt x="0" y="79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Rectangle 31"/>
            <p:cNvSpPr>
              <a:spLocks noChangeArrowheads="1"/>
            </p:cNvSpPr>
            <p:nvPr/>
          </p:nvSpPr>
          <p:spPr bwMode="auto">
            <a:xfrm>
              <a:off x="7694613" y="1827213"/>
              <a:ext cx="73025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Freeform 32"/>
            <p:cNvSpPr>
              <a:spLocks/>
            </p:cNvSpPr>
            <p:nvPr/>
          </p:nvSpPr>
          <p:spPr bwMode="auto">
            <a:xfrm>
              <a:off x="7435850" y="1527176"/>
              <a:ext cx="36513" cy="36513"/>
            </a:xfrm>
            <a:custGeom>
              <a:avLst/>
              <a:gdLst>
                <a:gd name="T0" fmla="*/ 79 w 157"/>
                <a:gd name="T1" fmla="*/ 0 h 157"/>
                <a:gd name="T2" fmla="*/ 157 w 157"/>
                <a:gd name="T3" fmla="*/ 78 h 157"/>
                <a:gd name="T4" fmla="*/ 79 w 157"/>
                <a:gd name="T5" fmla="*/ 157 h 157"/>
                <a:gd name="T6" fmla="*/ 0 w 157"/>
                <a:gd name="T7" fmla="*/ 78 h 157"/>
                <a:gd name="T8" fmla="*/ 79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9" y="0"/>
                  </a:moveTo>
                  <a:lnTo>
                    <a:pt x="157" y="78"/>
                  </a:lnTo>
                  <a:lnTo>
                    <a:pt x="79" y="157"/>
                  </a:lnTo>
                  <a:lnTo>
                    <a:pt x="0" y="78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Freeform 33"/>
            <p:cNvSpPr>
              <a:spLocks/>
            </p:cNvSpPr>
            <p:nvPr/>
          </p:nvSpPr>
          <p:spPr bwMode="auto">
            <a:xfrm>
              <a:off x="7494588" y="1463676"/>
              <a:ext cx="41275" cy="39688"/>
            </a:xfrm>
            <a:custGeom>
              <a:avLst/>
              <a:gdLst>
                <a:gd name="T0" fmla="*/ 98 w 176"/>
                <a:gd name="T1" fmla="*/ 0 h 176"/>
                <a:gd name="T2" fmla="*/ 176 w 176"/>
                <a:gd name="T3" fmla="*/ 78 h 176"/>
                <a:gd name="T4" fmla="*/ 79 w 176"/>
                <a:gd name="T5" fmla="*/ 176 h 176"/>
                <a:gd name="T6" fmla="*/ 0 w 176"/>
                <a:gd name="T7" fmla="*/ 98 h 176"/>
                <a:gd name="T8" fmla="*/ 98 w 176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176">
                  <a:moveTo>
                    <a:pt x="98" y="0"/>
                  </a:moveTo>
                  <a:lnTo>
                    <a:pt x="176" y="78"/>
                  </a:lnTo>
                  <a:lnTo>
                    <a:pt x="79" y="176"/>
                  </a:lnTo>
                  <a:lnTo>
                    <a:pt x="0" y="98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Freeform 34"/>
            <p:cNvSpPr>
              <a:spLocks/>
            </p:cNvSpPr>
            <p:nvPr/>
          </p:nvSpPr>
          <p:spPr bwMode="auto">
            <a:xfrm>
              <a:off x="7466013" y="1498601"/>
              <a:ext cx="34925" cy="34925"/>
            </a:xfrm>
            <a:custGeom>
              <a:avLst/>
              <a:gdLst>
                <a:gd name="T0" fmla="*/ 79 w 157"/>
                <a:gd name="T1" fmla="*/ 0 h 157"/>
                <a:gd name="T2" fmla="*/ 157 w 157"/>
                <a:gd name="T3" fmla="*/ 79 h 157"/>
                <a:gd name="T4" fmla="*/ 79 w 157"/>
                <a:gd name="T5" fmla="*/ 157 h 157"/>
                <a:gd name="T6" fmla="*/ 0 w 157"/>
                <a:gd name="T7" fmla="*/ 79 h 157"/>
                <a:gd name="T8" fmla="*/ 79 w 157"/>
                <a:gd name="T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79" y="0"/>
                  </a:moveTo>
                  <a:lnTo>
                    <a:pt x="157" y="79"/>
                  </a:lnTo>
                  <a:lnTo>
                    <a:pt x="79" y="157"/>
                  </a:lnTo>
                  <a:lnTo>
                    <a:pt x="0" y="79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Rectangle 35"/>
            <p:cNvSpPr>
              <a:spLocks noChangeArrowheads="1"/>
            </p:cNvSpPr>
            <p:nvPr/>
          </p:nvSpPr>
          <p:spPr bwMode="auto">
            <a:xfrm>
              <a:off x="7391400" y="1370013"/>
              <a:ext cx="96838" cy="238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Rectangle 36"/>
            <p:cNvSpPr>
              <a:spLocks noChangeArrowheads="1"/>
            </p:cNvSpPr>
            <p:nvPr/>
          </p:nvSpPr>
          <p:spPr bwMode="auto">
            <a:xfrm>
              <a:off x="7604125" y="1552576"/>
              <a:ext cx="25400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Rectangle 37"/>
            <p:cNvSpPr>
              <a:spLocks noChangeArrowheads="1"/>
            </p:cNvSpPr>
            <p:nvPr/>
          </p:nvSpPr>
          <p:spPr bwMode="auto">
            <a:xfrm>
              <a:off x="7604125" y="1511301"/>
              <a:ext cx="25400" cy="254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Rectangle 38"/>
            <p:cNvSpPr>
              <a:spLocks noChangeArrowheads="1"/>
            </p:cNvSpPr>
            <p:nvPr/>
          </p:nvSpPr>
          <p:spPr bwMode="auto">
            <a:xfrm>
              <a:off x="8081963" y="1616076"/>
              <a:ext cx="25400" cy="238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Freeform 39"/>
            <p:cNvSpPr>
              <a:spLocks/>
            </p:cNvSpPr>
            <p:nvPr/>
          </p:nvSpPr>
          <p:spPr bwMode="auto">
            <a:xfrm>
              <a:off x="7523163" y="1349376"/>
              <a:ext cx="127000" cy="127000"/>
            </a:xfrm>
            <a:custGeom>
              <a:avLst/>
              <a:gdLst>
                <a:gd name="T0" fmla="*/ 27 w 562"/>
                <a:gd name="T1" fmla="*/ 0 h 562"/>
                <a:gd name="T2" fmla="*/ 130 w 562"/>
                <a:gd name="T3" fmla="*/ 40 h 562"/>
                <a:gd name="T4" fmla="*/ 120 w 562"/>
                <a:gd name="T5" fmla="*/ 74 h 562"/>
                <a:gd name="T6" fmla="*/ 113 w 562"/>
                <a:gd name="T7" fmla="*/ 111 h 562"/>
                <a:gd name="T8" fmla="*/ 111 w 562"/>
                <a:gd name="T9" fmla="*/ 147 h 562"/>
                <a:gd name="T10" fmla="*/ 114 w 562"/>
                <a:gd name="T11" fmla="*/ 192 h 562"/>
                <a:gd name="T12" fmla="*/ 124 w 562"/>
                <a:gd name="T13" fmla="*/ 235 h 562"/>
                <a:gd name="T14" fmla="*/ 140 w 562"/>
                <a:gd name="T15" fmla="*/ 276 h 562"/>
                <a:gd name="T16" fmla="*/ 160 w 562"/>
                <a:gd name="T17" fmla="*/ 312 h 562"/>
                <a:gd name="T18" fmla="*/ 185 w 562"/>
                <a:gd name="T19" fmla="*/ 347 h 562"/>
                <a:gd name="T20" fmla="*/ 215 w 562"/>
                <a:gd name="T21" fmla="*/ 377 h 562"/>
                <a:gd name="T22" fmla="*/ 250 w 562"/>
                <a:gd name="T23" fmla="*/ 403 h 562"/>
                <a:gd name="T24" fmla="*/ 287 w 562"/>
                <a:gd name="T25" fmla="*/ 424 h 562"/>
                <a:gd name="T26" fmla="*/ 328 w 562"/>
                <a:gd name="T27" fmla="*/ 438 h 562"/>
                <a:gd name="T28" fmla="*/ 370 w 562"/>
                <a:gd name="T29" fmla="*/ 449 h 562"/>
                <a:gd name="T30" fmla="*/ 415 w 562"/>
                <a:gd name="T31" fmla="*/ 451 h 562"/>
                <a:gd name="T32" fmla="*/ 452 w 562"/>
                <a:gd name="T33" fmla="*/ 450 h 562"/>
                <a:gd name="T34" fmla="*/ 488 w 562"/>
                <a:gd name="T35" fmla="*/ 443 h 562"/>
                <a:gd name="T36" fmla="*/ 523 w 562"/>
                <a:gd name="T37" fmla="*/ 432 h 562"/>
                <a:gd name="T38" fmla="*/ 562 w 562"/>
                <a:gd name="T39" fmla="*/ 536 h 562"/>
                <a:gd name="T40" fmla="*/ 514 w 562"/>
                <a:gd name="T41" fmla="*/ 551 h 562"/>
                <a:gd name="T42" fmla="*/ 465 w 562"/>
                <a:gd name="T43" fmla="*/ 559 h 562"/>
                <a:gd name="T44" fmla="*/ 415 w 562"/>
                <a:gd name="T45" fmla="*/ 562 h 562"/>
                <a:gd name="T46" fmla="*/ 363 w 562"/>
                <a:gd name="T47" fmla="*/ 559 h 562"/>
                <a:gd name="T48" fmla="*/ 313 w 562"/>
                <a:gd name="T49" fmla="*/ 550 h 562"/>
                <a:gd name="T50" fmla="*/ 266 w 562"/>
                <a:gd name="T51" fmla="*/ 535 h 562"/>
                <a:gd name="T52" fmla="*/ 220 w 562"/>
                <a:gd name="T53" fmla="*/ 514 h 562"/>
                <a:gd name="T54" fmla="*/ 179 w 562"/>
                <a:gd name="T55" fmla="*/ 488 h 562"/>
                <a:gd name="T56" fmla="*/ 140 w 562"/>
                <a:gd name="T57" fmla="*/ 458 h 562"/>
                <a:gd name="T58" fmla="*/ 105 w 562"/>
                <a:gd name="T59" fmla="*/ 422 h 562"/>
                <a:gd name="T60" fmla="*/ 74 w 562"/>
                <a:gd name="T61" fmla="*/ 385 h 562"/>
                <a:gd name="T62" fmla="*/ 49 w 562"/>
                <a:gd name="T63" fmla="*/ 342 h 562"/>
                <a:gd name="T64" fmla="*/ 29 w 562"/>
                <a:gd name="T65" fmla="*/ 298 h 562"/>
                <a:gd name="T66" fmla="*/ 12 w 562"/>
                <a:gd name="T67" fmla="*/ 249 h 562"/>
                <a:gd name="T68" fmla="*/ 3 w 562"/>
                <a:gd name="T69" fmla="*/ 199 h 562"/>
                <a:gd name="T70" fmla="*/ 0 w 562"/>
                <a:gd name="T71" fmla="*/ 147 h 562"/>
                <a:gd name="T72" fmla="*/ 3 w 562"/>
                <a:gd name="T73" fmla="*/ 97 h 562"/>
                <a:gd name="T74" fmla="*/ 12 w 562"/>
                <a:gd name="T75" fmla="*/ 48 h 562"/>
                <a:gd name="T76" fmla="*/ 27 w 562"/>
                <a:gd name="T77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562">
                  <a:moveTo>
                    <a:pt x="27" y="0"/>
                  </a:moveTo>
                  <a:lnTo>
                    <a:pt x="130" y="40"/>
                  </a:lnTo>
                  <a:lnTo>
                    <a:pt x="120" y="74"/>
                  </a:lnTo>
                  <a:lnTo>
                    <a:pt x="113" y="111"/>
                  </a:lnTo>
                  <a:lnTo>
                    <a:pt x="111" y="147"/>
                  </a:lnTo>
                  <a:lnTo>
                    <a:pt x="114" y="192"/>
                  </a:lnTo>
                  <a:lnTo>
                    <a:pt x="124" y="235"/>
                  </a:lnTo>
                  <a:lnTo>
                    <a:pt x="140" y="276"/>
                  </a:lnTo>
                  <a:lnTo>
                    <a:pt x="160" y="312"/>
                  </a:lnTo>
                  <a:lnTo>
                    <a:pt x="185" y="347"/>
                  </a:lnTo>
                  <a:lnTo>
                    <a:pt x="215" y="377"/>
                  </a:lnTo>
                  <a:lnTo>
                    <a:pt x="250" y="403"/>
                  </a:lnTo>
                  <a:lnTo>
                    <a:pt x="287" y="424"/>
                  </a:lnTo>
                  <a:lnTo>
                    <a:pt x="328" y="438"/>
                  </a:lnTo>
                  <a:lnTo>
                    <a:pt x="370" y="449"/>
                  </a:lnTo>
                  <a:lnTo>
                    <a:pt x="415" y="451"/>
                  </a:lnTo>
                  <a:lnTo>
                    <a:pt x="452" y="450"/>
                  </a:lnTo>
                  <a:lnTo>
                    <a:pt x="488" y="443"/>
                  </a:lnTo>
                  <a:lnTo>
                    <a:pt x="523" y="432"/>
                  </a:lnTo>
                  <a:lnTo>
                    <a:pt x="562" y="536"/>
                  </a:lnTo>
                  <a:lnTo>
                    <a:pt x="514" y="551"/>
                  </a:lnTo>
                  <a:lnTo>
                    <a:pt x="465" y="559"/>
                  </a:lnTo>
                  <a:lnTo>
                    <a:pt x="415" y="562"/>
                  </a:lnTo>
                  <a:lnTo>
                    <a:pt x="363" y="559"/>
                  </a:lnTo>
                  <a:lnTo>
                    <a:pt x="313" y="550"/>
                  </a:lnTo>
                  <a:lnTo>
                    <a:pt x="266" y="535"/>
                  </a:lnTo>
                  <a:lnTo>
                    <a:pt x="220" y="514"/>
                  </a:lnTo>
                  <a:lnTo>
                    <a:pt x="179" y="488"/>
                  </a:lnTo>
                  <a:lnTo>
                    <a:pt x="140" y="458"/>
                  </a:lnTo>
                  <a:lnTo>
                    <a:pt x="105" y="422"/>
                  </a:lnTo>
                  <a:lnTo>
                    <a:pt x="74" y="385"/>
                  </a:lnTo>
                  <a:lnTo>
                    <a:pt x="49" y="342"/>
                  </a:lnTo>
                  <a:lnTo>
                    <a:pt x="29" y="298"/>
                  </a:lnTo>
                  <a:lnTo>
                    <a:pt x="12" y="249"/>
                  </a:lnTo>
                  <a:lnTo>
                    <a:pt x="3" y="199"/>
                  </a:lnTo>
                  <a:lnTo>
                    <a:pt x="0" y="147"/>
                  </a:lnTo>
                  <a:lnTo>
                    <a:pt x="3" y="97"/>
                  </a:lnTo>
                  <a:lnTo>
                    <a:pt x="12" y="48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Freeform 40"/>
            <p:cNvSpPr>
              <a:spLocks/>
            </p:cNvSpPr>
            <p:nvPr/>
          </p:nvSpPr>
          <p:spPr bwMode="auto">
            <a:xfrm>
              <a:off x="7726363" y="1122363"/>
              <a:ext cx="150813" cy="155575"/>
            </a:xfrm>
            <a:custGeom>
              <a:avLst/>
              <a:gdLst>
                <a:gd name="T0" fmla="*/ 176 w 664"/>
                <a:gd name="T1" fmla="*/ 0 h 687"/>
                <a:gd name="T2" fmla="*/ 664 w 664"/>
                <a:gd name="T3" fmla="*/ 488 h 687"/>
                <a:gd name="T4" fmla="*/ 466 w 664"/>
                <a:gd name="T5" fmla="*/ 687 h 687"/>
                <a:gd name="T6" fmla="*/ 222 w 664"/>
                <a:gd name="T7" fmla="*/ 443 h 687"/>
                <a:gd name="T8" fmla="*/ 300 w 664"/>
                <a:gd name="T9" fmla="*/ 364 h 687"/>
                <a:gd name="T10" fmla="*/ 466 w 664"/>
                <a:gd name="T11" fmla="*/ 530 h 687"/>
                <a:gd name="T12" fmla="*/ 509 w 664"/>
                <a:gd name="T13" fmla="*/ 488 h 687"/>
                <a:gd name="T14" fmla="*/ 176 w 664"/>
                <a:gd name="T15" fmla="*/ 157 h 687"/>
                <a:gd name="T16" fmla="*/ 79 w 664"/>
                <a:gd name="T17" fmla="*/ 254 h 687"/>
                <a:gd name="T18" fmla="*/ 0 w 664"/>
                <a:gd name="T19" fmla="*/ 176 h 687"/>
                <a:gd name="T20" fmla="*/ 176 w 664"/>
                <a:gd name="T21" fmla="*/ 0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4" h="687">
                  <a:moveTo>
                    <a:pt x="176" y="0"/>
                  </a:moveTo>
                  <a:lnTo>
                    <a:pt x="664" y="488"/>
                  </a:lnTo>
                  <a:lnTo>
                    <a:pt x="466" y="687"/>
                  </a:lnTo>
                  <a:lnTo>
                    <a:pt x="222" y="443"/>
                  </a:lnTo>
                  <a:lnTo>
                    <a:pt x="300" y="364"/>
                  </a:lnTo>
                  <a:lnTo>
                    <a:pt x="466" y="530"/>
                  </a:lnTo>
                  <a:lnTo>
                    <a:pt x="509" y="488"/>
                  </a:lnTo>
                  <a:lnTo>
                    <a:pt x="176" y="157"/>
                  </a:lnTo>
                  <a:lnTo>
                    <a:pt x="79" y="254"/>
                  </a:lnTo>
                  <a:lnTo>
                    <a:pt x="0" y="176"/>
                  </a:lnTo>
                  <a:lnTo>
                    <a:pt x="1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Freeform 41"/>
            <p:cNvSpPr>
              <a:spLocks noEditPoints="1"/>
            </p:cNvSpPr>
            <p:nvPr/>
          </p:nvSpPr>
          <p:spPr bwMode="auto">
            <a:xfrm>
              <a:off x="7629525" y="1647826"/>
              <a:ext cx="446088" cy="331788"/>
            </a:xfrm>
            <a:custGeom>
              <a:avLst/>
              <a:gdLst>
                <a:gd name="T0" fmla="*/ 231 w 1965"/>
                <a:gd name="T1" fmla="*/ 1109 h 1464"/>
                <a:gd name="T2" fmla="*/ 110 w 1965"/>
                <a:gd name="T3" fmla="*/ 1230 h 1464"/>
                <a:gd name="T4" fmla="*/ 110 w 1965"/>
                <a:gd name="T5" fmla="*/ 1353 h 1464"/>
                <a:gd name="T6" fmla="*/ 1712 w 1965"/>
                <a:gd name="T7" fmla="*/ 1353 h 1464"/>
                <a:gd name="T8" fmla="*/ 1712 w 1965"/>
                <a:gd name="T9" fmla="*/ 1230 h 1464"/>
                <a:gd name="T10" fmla="*/ 1591 w 1965"/>
                <a:gd name="T11" fmla="*/ 1109 h 1464"/>
                <a:gd name="T12" fmla="*/ 231 w 1965"/>
                <a:gd name="T13" fmla="*/ 1109 h 1464"/>
                <a:gd name="T14" fmla="*/ 912 w 1965"/>
                <a:gd name="T15" fmla="*/ 888 h 1464"/>
                <a:gd name="T16" fmla="*/ 882 w 1965"/>
                <a:gd name="T17" fmla="*/ 891 h 1464"/>
                <a:gd name="T18" fmla="*/ 853 w 1965"/>
                <a:gd name="T19" fmla="*/ 899 h 1464"/>
                <a:gd name="T20" fmla="*/ 828 w 1965"/>
                <a:gd name="T21" fmla="*/ 912 h 1464"/>
                <a:gd name="T22" fmla="*/ 804 w 1965"/>
                <a:gd name="T23" fmla="*/ 928 h 1464"/>
                <a:gd name="T24" fmla="*/ 784 w 1965"/>
                <a:gd name="T25" fmla="*/ 949 h 1464"/>
                <a:gd name="T26" fmla="*/ 768 w 1965"/>
                <a:gd name="T27" fmla="*/ 971 h 1464"/>
                <a:gd name="T28" fmla="*/ 756 w 1965"/>
                <a:gd name="T29" fmla="*/ 998 h 1464"/>
                <a:gd name="T30" fmla="*/ 1066 w 1965"/>
                <a:gd name="T31" fmla="*/ 998 h 1464"/>
                <a:gd name="T32" fmla="*/ 1055 w 1965"/>
                <a:gd name="T33" fmla="*/ 971 h 1464"/>
                <a:gd name="T34" fmla="*/ 1038 w 1965"/>
                <a:gd name="T35" fmla="*/ 949 h 1464"/>
                <a:gd name="T36" fmla="*/ 1018 w 1965"/>
                <a:gd name="T37" fmla="*/ 928 h 1464"/>
                <a:gd name="T38" fmla="*/ 995 w 1965"/>
                <a:gd name="T39" fmla="*/ 912 h 1464"/>
                <a:gd name="T40" fmla="*/ 969 w 1965"/>
                <a:gd name="T41" fmla="*/ 899 h 1464"/>
                <a:gd name="T42" fmla="*/ 941 w 1965"/>
                <a:gd name="T43" fmla="*/ 891 h 1464"/>
                <a:gd name="T44" fmla="*/ 912 w 1965"/>
                <a:gd name="T45" fmla="*/ 888 h 1464"/>
                <a:gd name="T46" fmla="*/ 1668 w 1965"/>
                <a:gd name="T47" fmla="*/ 0 h 1464"/>
                <a:gd name="T48" fmla="*/ 1746 w 1965"/>
                <a:gd name="T49" fmla="*/ 78 h 1464"/>
                <a:gd name="T50" fmla="*/ 1035 w 1965"/>
                <a:gd name="T51" fmla="*/ 788 h 1464"/>
                <a:gd name="T52" fmla="*/ 1069 w 1965"/>
                <a:gd name="T53" fmla="*/ 821 h 1464"/>
                <a:gd name="T54" fmla="*/ 1222 w 1965"/>
                <a:gd name="T55" fmla="*/ 668 h 1464"/>
                <a:gd name="T56" fmla="*/ 1301 w 1965"/>
                <a:gd name="T57" fmla="*/ 746 h 1464"/>
                <a:gd name="T58" fmla="*/ 1148 w 1965"/>
                <a:gd name="T59" fmla="*/ 899 h 1464"/>
                <a:gd name="T60" fmla="*/ 1176 w 1965"/>
                <a:gd name="T61" fmla="*/ 929 h 1464"/>
                <a:gd name="T62" fmla="*/ 1887 w 1965"/>
                <a:gd name="T63" fmla="*/ 219 h 1464"/>
                <a:gd name="T64" fmla="*/ 1965 w 1965"/>
                <a:gd name="T65" fmla="*/ 298 h 1464"/>
                <a:gd name="T66" fmla="*/ 1264 w 1965"/>
                <a:gd name="T67" fmla="*/ 998 h 1464"/>
                <a:gd name="T68" fmla="*/ 1637 w 1965"/>
                <a:gd name="T69" fmla="*/ 998 h 1464"/>
                <a:gd name="T70" fmla="*/ 1824 w 1965"/>
                <a:gd name="T71" fmla="*/ 1185 h 1464"/>
                <a:gd name="T72" fmla="*/ 1824 w 1965"/>
                <a:gd name="T73" fmla="*/ 1464 h 1464"/>
                <a:gd name="T74" fmla="*/ 0 w 1965"/>
                <a:gd name="T75" fmla="*/ 1464 h 1464"/>
                <a:gd name="T76" fmla="*/ 0 w 1965"/>
                <a:gd name="T77" fmla="*/ 1185 h 1464"/>
                <a:gd name="T78" fmla="*/ 185 w 1965"/>
                <a:gd name="T79" fmla="*/ 998 h 1464"/>
                <a:gd name="T80" fmla="*/ 641 w 1965"/>
                <a:gd name="T81" fmla="*/ 998 h 1464"/>
                <a:gd name="T82" fmla="*/ 653 w 1965"/>
                <a:gd name="T83" fmla="*/ 959 h 1464"/>
                <a:gd name="T84" fmla="*/ 669 w 1965"/>
                <a:gd name="T85" fmla="*/ 923 h 1464"/>
                <a:gd name="T86" fmla="*/ 689 w 1965"/>
                <a:gd name="T87" fmla="*/ 890 h 1464"/>
                <a:gd name="T88" fmla="*/ 715 w 1965"/>
                <a:gd name="T89" fmla="*/ 861 h 1464"/>
                <a:gd name="T90" fmla="*/ 743 w 1965"/>
                <a:gd name="T91" fmla="*/ 835 h 1464"/>
                <a:gd name="T92" fmla="*/ 775 w 1965"/>
                <a:gd name="T93" fmla="*/ 813 h 1464"/>
                <a:gd name="T94" fmla="*/ 811 w 1965"/>
                <a:gd name="T95" fmla="*/ 796 h 1464"/>
                <a:gd name="T96" fmla="*/ 849 w 1965"/>
                <a:gd name="T97" fmla="*/ 785 h 1464"/>
                <a:gd name="T98" fmla="*/ 889 w 1965"/>
                <a:gd name="T99" fmla="*/ 779 h 1464"/>
                <a:gd name="T100" fmla="*/ 1668 w 1965"/>
                <a:gd name="T101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5" h="1464">
                  <a:moveTo>
                    <a:pt x="231" y="1109"/>
                  </a:moveTo>
                  <a:lnTo>
                    <a:pt x="110" y="1230"/>
                  </a:lnTo>
                  <a:lnTo>
                    <a:pt x="110" y="1353"/>
                  </a:lnTo>
                  <a:lnTo>
                    <a:pt x="1712" y="1353"/>
                  </a:lnTo>
                  <a:lnTo>
                    <a:pt x="1712" y="1230"/>
                  </a:lnTo>
                  <a:lnTo>
                    <a:pt x="1591" y="1109"/>
                  </a:lnTo>
                  <a:lnTo>
                    <a:pt x="231" y="1109"/>
                  </a:lnTo>
                  <a:close/>
                  <a:moveTo>
                    <a:pt x="912" y="888"/>
                  </a:moveTo>
                  <a:lnTo>
                    <a:pt x="882" y="891"/>
                  </a:lnTo>
                  <a:lnTo>
                    <a:pt x="853" y="899"/>
                  </a:lnTo>
                  <a:lnTo>
                    <a:pt x="828" y="912"/>
                  </a:lnTo>
                  <a:lnTo>
                    <a:pt x="804" y="928"/>
                  </a:lnTo>
                  <a:lnTo>
                    <a:pt x="784" y="949"/>
                  </a:lnTo>
                  <a:lnTo>
                    <a:pt x="768" y="971"/>
                  </a:lnTo>
                  <a:lnTo>
                    <a:pt x="756" y="998"/>
                  </a:lnTo>
                  <a:lnTo>
                    <a:pt x="1066" y="998"/>
                  </a:lnTo>
                  <a:lnTo>
                    <a:pt x="1055" y="971"/>
                  </a:lnTo>
                  <a:lnTo>
                    <a:pt x="1038" y="949"/>
                  </a:lnTo>
                  <a:lnTo>
                    <a:pt x="1018" y="928"/>
                  </a:lnTo>
                  <a:lnTo>
                    <a:pt x="995" y="912"/>
                  </a:lnTo>
                  <a:lnTo>
                    <a:pt x="969" y="899"/>
                  </a:lnTo>
                  <a:lnTo>
                    <a:pt x="941" y="891"/>
                  </a:lnTo>
                  <a:lnTo>
                    <a:pt x="912" y="888"/>
                  </a:lnTo>
                  <a:close/>
                  <a:moveTo>
                    <a:pt x="1668" y="0"/>
                  </a:moveTo>
                  <a:lnTo>
                    <a:pt x="1746" y="78"/>
                  </a:lnTo>
                  <a:lnTo>
                    <a:pt x="1035" y="788"/>
                  </a:lnTo>
                  <a:lnTo>
                    <a:pt x="1069" y="821"/>
                  </a:lnTo>
                  <a:lnTo>
                    <a:pt x="1222" y="668"/>
                  </a:lnTo>
                  <a:lnTo>
                    <a:pt x="1301" y="746"/>
                  </a:lnTo>
                  <a:lnTo>
                    <a:pt x="1148" y="899"/>
                  </a:lnTo>
                  <a:lnTo>
                    <a:pt x="1176" y="929"/>
                  </a:lnTo>
                  <a:lnTo>
                    <a:pt x="1887" y="219"/>
                  </a:lnTo>
                  <a:lnTo>
                    <a:pt x="1965" y="298"/>
                  </a:lnTo>
                  <a:lnTo>
                    <a:pt x="1264" y="998"/>
                  </a:lnTo>
                  <a:lnTo>
                    <a:pt x="1637" y="998"/>
                  </a:lnTo>
                  <a:lnTo>
                    <a:pt x="1824" y="1185"/>
                  </a:lnTo>
                  <a:lnTo>
                    <a:pt x="1824" y="1464"/>
                  </a:lnTo>
                  <a:lnTo>
                    <a:pt x="0" y="1464"/>
                  </a:lnTo>
                  <a:lnTo>
                    <a:pt x="0" y="1185"/>
                  </a:lnTo>
                  <a:lnTo>
                    <a:pt x="185" y="998"/>
                  </a:lnTo>
                  <a:lnTo>
                    <a:pt x="641" y="998"/>
                  </a:lnTo>
                  <a:lnTo>
                    <a:pt x="653" y="959"/>
                  </a:lnTo>
                  <a:lnTo>
                    <a:pt x="669" y="923"/>
                  </a:lnTo>
                  <a:lnTo>
                    <a:pt x="689" y="890"/>
                  </a:lnTo>
                  <a:lnTo>
                    <a:pt x="715" y="861"/>
                  </a:lnTo>
                  <a:lnTo>
                    <a:pt x="743" y="835"/>
                  </a:lnTo>
                  <a:lnTo>
                    <a:pt x="775" y="813"/>
                  </a:lnTo>
                  <a:lnTo>
                    <a:pt x="811" y="796"/>
                  </a:lnTo>
                  <a:lnTo>
                    <a:pt x="849" y="785"/>
                  </a:lnTo>
                  <a:lnTo>
                    <a:pt x="889" y="779"/>
                  </a:lnTo>
                  <a:lnTo>
                    <a:pt x="16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51" name="Picture Placeholder 1050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9297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388031" y="629444"/>
            <a:ext cx="4367939" cy="3884612"/>
            <a:chOff x="2595966" y="744538"/>
            <a:chExt cx="4367939" cy="3884612"/>
          </a:xfrm>
        </p:grpSpPr>
        <p:sp>
          <p:nvSpPr>
            <p:cNvPr id="7" name="TextBox 6"/>
            <p:cNvSpPr txBox="1"/>
            <p:nvPr/>
          </p:nvSpPr>
          <p:spPr>
            <a:xfrm>
              <a:off x="2595966" y="1660520"/>
              <a:ext cx="4367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solidFill>
                    <a:schemeClr val="bg1"/>
                  </a:solidFill>
                  <a:latin typeface="+mj-lt"/>
                </a:rPr>
                <a:t>Design is passion</a:t>
              </a: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95966" y="2167118"/>
              <a:ext cx="436793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 smtClean="0">
                  <a:solidFill>
                    <a:schemeClr val="bg1"/>
                  </a:solidFill>
                </a:rPr>
                <a:t>We Love it!</a:t>
              </a:r>
              <a:endParaRPr lang="en-US" sz="48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95966" y="3089270"/>
              <a:ext cx="4367939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err="1">
                  <a:solidFill>
                    <a:schemeClr val="bg1"/>
                  </a:solidFill>
                </a:rPr>
                <a:t>Sed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ut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perspiciatis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unde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omnis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iste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natus</a:t>
              </a:r>
              <a:r>
                <a:rPr lang="en-US" sz="1100" dirty="0">
                  <a:solidFill>
                    <a:schemeClr val="bg1"/>
                  </a:solidFill>
                </a:rPr>
                <a:t> error sit </a:t>
              </a:r>
              <a:r>
                <a:rPr lang="en-US" sz="1100" dirty="0" err="1" smtClean="0">
                  <a:solidFill>
                    <a:schemeClr val="bg1"/>
                  </a:solidFill>
                </a:rPr>
                <a:t>voluptatem</a:t>
              </a:r>
              <a:r>
                <a:rPr lang="en-US" sz="1100" dirty="0" err="1">
                  <a:solidFill>
                    <a:schemeClr val="bg1"/>
                  </a:solidFill>
                </a:rPr>
                <a:t>Sed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ut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perspiciatis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unde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omnis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iste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natus</a:t>
              </a:r>
              <a:r>
                <a:rPr lang="en-US" sz="1100" dirty="0">
                  <a:solidFill>
                    <a:schemeClr val="bg1"/>
                  </a:solidFill>
                </a:rPr>
                <a:t> error sit </a:t>
              </a:r>
              <a:r>
                <a:rPr lang="en-US" sz="1100" dirty="0" err="1">
                  <a:solidFill>
                    <a:schemeClr val="bg1"/>
                  </a:solidFill>
                </a:rPr>
                <a:t>voluptatem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</a:rPr>
                <a:t>accusantium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100" dirty="0" err="1" smtClean="0">
                  <a:solidFill>
                    <a:schemeClr val="bg1"/>
                  </a:solidFill>
                </a:rPr>
                <a:t>doloremque</a:t>
              </a:r>
              <a:r>
                <a:rPr lang="en-US" sz="1100" dirty="0" smtClean="0">
                  <a:solidFill>
                    <a:schemeClr val="bg1"/>
                  </a:solidFill>
                </a:rPr>
                <a:t>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062385" y="4229100"/>
              <a:ext cx="1435100" cy="400050"/>
              <a:chOff x="6705600" y="4457700"/>
              <a:chExt cx="1435100" cy="40005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6705600" y="4457700"/>
                <a:ext cx="1435100" cy="40005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731000" y="4503837"/>
                <a:ext cx="13843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solidFill>
                      <a:schemeClr val="bg1"/>
                    </a:solidFill>
                  </a:rPr>
                  <a:t>Discover More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499741" y="744538"/>
              <a:ext cx="560388" cy="793750"/>
              <a:chOff x="520700" y="744538"/>
              <a:chExt cx="560388" cy="793750"/>
            </a:xfrm>
            <a:solidFill>
              <a:schemeClr val="bg1"/>
            </a:solidFill>
          </p:grpSpPr>
          <p:sp>
            <p:nvSpPr>
              <p:cNvPr id="14" name="Freeform 18"/>
              <p:cNvSpPr>
                <a:spLocks/>
              </p:cNvSpPr>
              <p:nvPr/>
            </p:nvSpPr>
            <p:spPr bwMode="auto">
              <a:xfrm>
                <a:off x="615950" y="1187450"/>
                <a:ext cx="31750" cy="31750"/>
              </a:xfrm>
              <a:custGeom>
                <a:avLst/>
                <a:gdLst>
                  <a:gd name="T0" fmla="*/ 70 w 138"/>
                  <a:gd name="T1" fmla="*/ 0 h 137"/>
                  <a:gd name="T2" fmla="*/ 88 w 138"/>
                  <a:gd name="T3" fmla="*/ 2 h 137"/>
                  <a:gd name="T4" fmla="*/ 104 w 138"/>
                  <a:gd name="T5" fmla="*/ 10 h 137"/>
                  <a:gd name="T6" fmla="*/ 117 w 138"/>
                  <a:gd name="T7" fmla="*/ 21 h 137"/>
                  <a:gd name="T8" fmla="*/ 128 w 138"/>
                  <a:gd name="T9" fmla="*/ 34 h 137"/>
                  <a:gd name="T10" fmla="*/ 136 w 138"/>
                  <a:gd name="T11" fmla="*/ 50 h 137"/>
                  <a:gd name="T12" fmla="*/ 138 w 138"/>
                  <a:gd name="T13" fmla="*/ 69 h 137"/>
                  <a:gd name="T14" fmla="*/ 136 w 138"/>
                  <a:gd name="T15" fmla="*/ 87 h 137"/>
                  <a:gd name="T16" fmla="*/ 128 w 138"/>
                  <a:gd name="T17" fmla="*/ 103 h 137"/>
                  <a:gd name="T18" fmla="*/ 117 w 138"/>
                  <a:gd name="T19" fmla="*/ 117 h 137"/>
                  <a:gd name="T20" fmla="*/ 104 w 138"/>
                  <a:gd name="T21" fmla="*/ 128 h 137"/>
                  <a:gd name="T22" fmla="*/ 88 w 138"/>
                  <a:gd name="T23" fmla="*/ 135 h 137"/>
                  <a:gd name="T24" fmla="*/ 70 w 138"/>
                  <a:gd name="T25" fmla="*/ 137 h 137"/>
                  <a:gd name="T26" fmla="*/ 51 w 138"/>
                  <a:gd name="T27" fmla="*/ 135 h 137"/>
                  <a:gd name="T28" fmla="*/ 34 w 138"/>
                  <a:gd name="T29" fmla="*/ 128 h 137"/>
                  <a:gd name="T30" fmla="*/ 21 w 138"/>
                  <a:gd name="T31" fmla="*/ 117 h 137"/>
                  <a:gd name="T32" fmla="*/ 10 w 138"/>
                  <a:gd name="T33" fmla="*/ 103 h 137"/>
                  <a:gd name="T34" fmla="*/ 4 w 138"/>
                  <a:gd name="T35" fmla="*/ 87 h 137"/>
                  <a:gd name="T36" fmla="*/ 0 w 138"/>
                  <a:gd name="T37" fmla="*/ 69 h 137"/>
                  <a:gd name="T38" fmla="*/ 4 w 138"/>
                  <a:gd name="T39" fmla="*/ 50 h 137"/>
                  <a:gd name="T40" fmla="*/ 10 w 138"/>
                  <a:gd name="T41" fmla="*/ 34 h 137"/>
                  <a:gd name="T42" fmla="*/ 21 w 138"/>
                  <a:gd name="T43" fmla="*/ 21 h 137"/>
                  <a:gd name="T44" fmla="*/ 34 w 138"/>
                  <a:gd name="T45" fmla="*/ 10 h 137"/>
                  <a:gd name="T46" fmla="*/ 51 w 138"/>
                  <a:gd name="T47" fmla="*/ 2 h 137"/>
                  <a:gd name="T48" fmla="*/ 70 w 138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8" h="137">
                    <a:moveTo>
                      <a:pt x="70" y="0"/>
                    </a:moveTo>
                    <a:lnTo>
                      <a:pt x="88" y="2"/>
                    </a:lnTo>
                    <a:lnTo>
                      <a:pt x="104" y="10"/>
                    </a:lnTo>
                    <a:lnTo>
                      <a:pt x="117" y="21"/>
                    </a:lnTo>
                    <a:lnTo>
                      <a:pt x="128" y="34"/>
                    </a:lnTo>
                    <a:lnTo>
                      <a:pt x="136" y="50"/>
                    </a:lnTo>
                    <a:lnTo>
                      <a:pt x="138" y="69"/>
                    </a:lnTo>
                    <a:lnTo>
                      <a:pt x="136" y="87"/>
                    </a:lnTo>
                    <a:lnTo>
                      <a:pt x="128" y="103"/>
                    </a:lnTo>
                    <a:lnTo>
                      <a:pt x="117" y="117"/>
                    </a:lnTo>
                    <a:lnTo>
                      <a:pt x="104" y="128"/>
                    </a:lnTo>
                    <a:lnTo>
                      <a:pt x="88" y="135"/>
                    </a:lnTo>
                    <a:lnTo>
                      <a:pt x="70" y="137"/>
                    </a:lnTo>
                    <a:lnTo>
                      <a:pt x="51" y="135"/>
                    </a:lnTo>
                    <a:lnTo>
                      <a:pt x="34" y="128"/>
                    </a:lnTo>
                    <a:lnTo>
                      <a:pt x="21" y="117"/>
                    </a:lnTo>
                    <a:lnTo>
                      <a:pt x="10" y="103"/>
                    </a:lnTo>
                    <a:lnTo>
                      <a:pt x="4" y="87"/>
                    </a:lnTo>
                    <a:lnTo>
                      <a:pt x="0" y="69"/>
                    </a:lnTo>
                    <a:lnTo>
                      <a:pt x="4" y="50"/>
                    </a:lnTo>
                    <a:lnTo>
                      <a:pt x="10" y="34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1" y="2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 19"/>
              <p:cNvSpPr>
                <a:spLocks/>
              </p:cNvSpPr>
              <p:nvPr/>
            </p:nvSpPr>
            <p:spPr bwMode="auto">
              <a:xfrm>
                <a:off x="615950" y="1249363"/>
                <a:ext cx="31750" cy="227013"/>
              </a:xfrm>
              <a:custGeom>
                <a:avLst/>
                <a:gdLst>
                  <a:gd name="T0" fmla="*/ 70 w 138"/>
                  <a:gd name="T1" fmla="*/ 0 h 998"/>
                  <a:gd name="T2" fmla="*/ 88 w 138"/>
                  <a:gd name="T3" fmla="*/ 2 h 998"/>
                  <a:gd name="T4" fmla="*/ 104 w 138"/>
                  <a:gd name="T5" fmla="*/ 8 h 998"/>
                  <a:gd name="T6" fmla="*/ 117 w 138"/>
                  <a:gd name="T7" fmla="*/ 19 h 998"/>
                  <a:gd name="T8" fmla="*/ 128 w 138"/>
                  <a:gd name="T9" fmla="*/ 33 h 998"/>
                  <a:gd name="T10" fmla="*/ 136 w 138"/>
                  <a:gd name="T11" fmla="*/ 50 h 998"/>
                  <a:gd name="T12" fmla="*/ 138 w 138"/>
                  <a:gd name="T13" fmla="*/ 68 h 998"/>
                  <a:gd name="T14" fmla="*/ 138 w 138"/>
                  <a:gd name="T15" fmla="*/ 929 h 998"/>
                  <a:gd name="T16" fmla="*/ 136 w 138"/>
                  <a:gd name="T17" fmla="*/ 947 h 998"/>
                  <a:gd name="T18" fmla="*/ 128 w 138"/>
                  <a:gd name="T19" fmla="*/ 964 h 998"/>
                  <a:gd name="T20" fmla="*/ 117 w 138"/>
                  <a:gd name="T21" fmla="*/ 978 h 998"/>
                  <a:gd name="T22" fmla="*/ 104 w 138"/>
                  <a:gd name="T23" fmla="*/ 988 h 998"/>
                  <a:gd name="T24" fmla="*/ 88 w 138"/>
                  <a:gd name="T25" fmla="*/ 995 h 998"/>
                  <a:gd name="T26" fmla="*/ 70 w 138"/>
                  <a:gd name="T27" fmla="*/ 998 h 998"/>
                  <a:gd name="T28" fmla="*/ 51 w 138"/>
                  <a:gd name="T29" fmla="*/ 995 h 998"/>
                  <a:gd name="T30" fmla="*/ 34 w 138"/>
                  <a:gd name="T31" fmla="*/ 988 h 998"/>
                  <a:gd name="T32" fmla="*/ 21 w 138"/>
                  <a:gd name="T33" fmla="*/ 978 h 998"/>
                  <a:gd name="T34" fmla="*/ 10 w 138"/>
                  <a:gd name="T35" fmla="*/ 964 h 998"/>
                  <a:gd name="T36" fmla="*/ 4 w 138"/>
                  <a:gd name="T37" fmla="*/ 947 h 998"/>
                  <a:gd name="T38" fmla="*/ 0 w 138"/>
                  <a:gd name="T39" fmla="*/ 929 h 998"/>
                  <a:gd name="T40" fmla="*/ 0 w 138"/>
                  <a:gd name="T41" fmla="*/ 68 h 998"/>
                  <a:gd name="T42" fmla="*/ 4 w 138"/>
                  <a:gd name="T43" fmla="*/ 50 h 998"/>
                  <a:gd name="T44" fmla="*/ 10 w 138"/>
                  <a:gd name="T45" fmla="*/ 33 h 998"/>
                  <a:gd name="T46" fmla="*/ 21 w 138"/>
                  <a:gd name="T47" fmla="*/ 19 h 998"/>
                  <a:gd name="T48" fmla="*/ 34 w 138"/>
                  <a:gd name="T49" fmla="*/ 8 h 998"/>
                  <a:gd name="T50" fmla="*/ 51 w 138"/>
                  <a:gd name="T51" fmla="*/ 2 h 998"/>
                  <a:gd name="T52" fmla="*/ 70 w 138"/>
                  <a:gd name="T53" fmla="*/ 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8" h="998">
                    <a:moveTo>
                      <a:pt x="70" y="0"/>
                    </a:moveTo>
                    <a:lnTo>
                      <a:pt x="88" y="2"/>
                    </a:lnTo>
                    <a:lnTo>
                      <a:pt x="104" y="8"/>
                    </a:lnTo>
                    <a:lnTo>
                      <a:pt x="117" y="19"/>
                    </a:lnTo>
                    <a:lnTo>
                      <a:pt x="128" y="33"/>
                    </a:lnTo>
                    <a:lnTo>
                      <a:pt x="136" y="50"/>
                    </a:lnTo>
                    <a:lnTo>
                      <a:pt x="138" y="68"/>
                    </a:lnTo>
                    <a:lnTo>
                      <a:pt x="138" y="929"/>
                    </a:lnTo>
                    <a:lnTo>
                      <a:pt x="136" y="947"/>
                    </a:lnTo>
                    <a:lnTo>
                      <a:pt x="128" y="964"/>
                    </a:lnTo>
                    <a:lnTo>
                      <a:pt x="117" y="978"/>
                    </a:lnTo>
                    <a:lnTo>
                      <a:pt x="104" y="988"/>
                    </a:lnTo>
                    <a:lnTo>
                      <a:pt x="88" y="995"/>
                    </a:lnTo>
                    <a:lnTo>
                      <a:pt x="70" y="998"/>
                    </a:lnTo>
                    <a:lnTo>
                      <a:pt x="51" y="995"/>
                    </a:lnTo>
                    <a:lnTo>
                      <a:pt x="34" y="988"/>
                    </a:lnTo>
                    <a:lnTo>
                      <a:pt x="21" y="978"/>
                    </a:lnTo>
                    <a:lnTo>
                      <a:pt x="10" y="964"/>
                    </a:lnTo>
                    <a:lnTo>
                      <a:pt x="4" y="947"/>
                    </a:lnTo>
                    <a:lnTo>
                      <a:pt x="0" y="929"/>
                    </a:lnTo>
                    <a:lnTo>
                      <a:pt x="0" y="68"/>
                    </a:lnTo>
                    <a:lnTo>
                      <a:pt x="4" y="50"/>
                    </a:lnTo>
                    <a:lnTo>
                      <a:pt x="10" y="33"/>
                    </a:lnTo>
                    <a:lnTo>
                      <a:pt x="21" y="19"/>
                    </a:lnTo>
                    <a:lnTo>
                      <a:pt x="34" y="8"/>
                    </a:lnTo>
                    <a:lnTo>
                      <a:pt x="51" y="2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20"/>
              <p:cNvSpPr>
                <a:spLocks noEditPoints="1"/>
              </p:cNvSpPr>
              <p:nvPr/>
            </p:nvSpPr>
            <p:spPr bwMode="auto">
              <a:xfrm>
                <a:off x="520700" y="744538"/>
                <a:ext cx="560388" cy="793750"/>
              </a:xfrm>
              <a:custGeom>
                <a:avLst/>
                <a:gdLst>
                  <a:gd name="T0" fmla="*/ 356 w 2473"/>
                  <a:gd name="T1" fmla="*/ 3317 h 3502"/>
                  <a:gd name="T2" fmla="*/ 1929 w 2473"/>
                  <a:gd name="T3" fmla="*/ 3352 h 3502"/>
                  <a:gd name="T4" fmla="*/ 2063 w 2473"/>
                  <a:gd name="T5" fmla="*/ 3160 h 3502"/>
                  <a:gd name="T6" fmla="*/ 155 w 2473"/>
                  <a:gd name="T7" fmla="*/ 1580 h 3502"/>
                  <a:gd name="T8" fmla="*/ 196 w 2473"/>
                  <a:gd name="T9" fmla="*/ 1681 h 3502"/>
                  <a:gd name="T10" fmla="*/ 2198 w 2473"/>
                  <a:gd name="T11" fmla="*/ 1632 h 3502"/>
                  <a:gd name="T12" fmla="*/ 2132 w 2473"/>
                  <a:gd name="T13" fmla="*/ 1546 h 3502"/>
                  <a:gd name="T14" fmla="*/ 833 w 2473"/>
                  <a:gd name="T15" fmla="*/ 1546 h 3502"/>
                  <a:gd name="T16" fmla="*/ 1823 w 2473"/>
                  <a:gd name="T17" fmla="*/ 1027 h 3502"/>
                  <a:gd name="T18" fmla="*/ 2048 w 2473"/>
                  <a:gd name="T19" fmla="*/ 1337 h 3502"/>
                  <a:gd name="T20" fmla="*/ 2084 w 2473"/>
                  <a:gd name="T21" fmla="*/ 930 h 3502"/>
                  <a:gd name="T22" fmla="*/ 532 w 2473"/>
                  <a:gd name="T23" fmla="*/ 749 h 3502"/>
                  <a:gd name="T24" fmla="*/ 261 w 2473"/>
                  <a:gd name="T25" fmla="*/ 838 h 3502"/>
                  <a:gd name="T26" fmla="*/ 638 w 2473"/>
                  <a:gd name="T27" fmla="*/ 989 h 3502"/>
                  <a:gd name="T28" fmla="*/ 304 w 2473"/>
                  <a:gd name="T29" fmla="*/ 698 h 3502"/>
                  <a:gd name="T30" fmla="*/ 230 w 2473"/>
                  <a:gd name="T31" fmla="*/ 250 h 3502"/>
                  <a:gd name="T32" fmla="*/ 2080 w 2473"/>
                  <a:gd name="T33" fmla="*/ 356 h 3502"/>
                  <a:gd name="T34" fmla="*/ 1940 w 2473"/>
                  <a:gd name="T35" fmla="*/ 522 h 3502"/>
                  <a:gd name="T36" fmla="*/ 1969 w 2473"/>
                  <a:gd name="T37" fmla="*/ 714 h 3502"/>
                  <a:gd name="T38" fmla="*/ 2149 w 2473"/>
                  <a:gd name="T39" fmla="*/ 797 h 3502"/>
                  <a:gd name="T40" fmla="*/ 2327 w 2473"/>
                  <a:gd name="T41" fmla="*/ 663 h 3502"/>
                  <a:gd name="T42" fmla="*/ 2325 w 2473"/>
                  <a:gd name="T43" fmla="*/ 446 h 3502"/>
                  <a:gd name="T44" fmla="*/ 1036 w 2473"/>
                  <a:gd name="T45" fmla="*/ 137 h 3502"/>
                  <a:gd name="T46" fmla="*/ 1261 w 2473"/>
                  <a:gd name="T47" fmla="*/ 1232 h 3502"/>
                  <a:gd name="T48" fmla="*/ 1275 w 2473"/>
                  <a:gd name="T49" fmla="*/ 1125 h 3502"/>
                  <a:gd name="T50" fmla="*/ 1275 w 2473"/>
                  <a:gd name="T51" fmla="*/ 970 h 3502"/>
                  <a:gd name="T52" fmla="*/ 1261 w 2473"/>
                  <a:gd name="T53" fmla="*/ 862 h 3502"/>
                  <a:gd name="T54" fmla="*/ 1291 w 2473"/>
                  <a:gd name="T55" fmla="*/ 703 h 3502"/>
                  <a:gd name="T56" fmla="*/ 1251 w 2473"/>
                  <a:gd name="T57" fmla="*/ 602 h 3502"/>
                  <a:gd name="T58" fmla="*/ 1310 w 2473"/>
                  <a:gd name="T59" fmla="*/ 432 h 3502"/>
                  <a:gd name="T60" fmla="*/ 1244 w 2473"/>
                  <a:gd name="T61" fmla="*/ 345 h 3502"/>
                  <a:gd name="T62" fmla="*/ 1447 w 2473"/>
                  <a:gd name="T63" fmla="*/ 137 h 3502"/>
                  <a:gd name="T64" fmla="*/ 1574 w 2473"/>
                  <a:gd name="T65" fmla="*/ 34 h 3502"/>
                  <a:gd name="T66" fmla="*/ 1747 w 2473"/>
                  <a:gd name="T67" fmla="*/ 885 h 3502"/>
                  <a:gd name="T68" fmla="*/ 1794 w 2473"/>
                  <a:gd name="T69" fmla="*/ 555 h 3502"/>
                  <a:gd name="T70" fmla="*/ 1906 w 2473"/>
                  <a:gd name="T71" fmla="*/ 337 h 3502"/>
                  <a:gd name="T72" fmla="*/ 2121 w 2473"/>
                  <a:gd name="T73" fmla="*/ 139 h 3502"/>
                  <a:gd name="T74" fmla="*/ 2281 w 2473"/>
                  <a:gd name="T75" fmla="*/ 14 h 3502"/>
                  <a:gd name="T76" fmla="*/ 2381 w 2473"/>
                  <a:gd name="T77" fmla="*/ 36 h 3502"/>
                  <a:gd name="T78" fmla="*/ 2427 w 2473"/>
                  <a:gd name="T79" fmla="*/ 225 h 3502"/>
                  <a:gd name="T80" fmla="*/ 2471 w 2473"/>
                  <a:gd name="T81" fmla="*/ 532 h 3502"/>
                  <a:gd name="T82" fmla="*/ 2417 w 2473"/>
                  <a:gd name="T83" fmla="*/ 784 h 3502"/>
                  <a:gd name="T84" fmla="*/ 2243 w 2473"/>
                  <a:gd name="T85" fmla="*/ 1040 h 3502"/>
                  <a:gd name="T86" fmla="*/ 2236 w 2473"/>
                  <a:gd name="T87" fmla="*/ 1439 h 3502"/>
                  <a:gd name="T88" fmla="*/ 2334 w 2473"/>
                  <a:gd name="T89" fmla="*/ 1647 h 3502"/>
                  <a:gd name="T90" fmla="*/ 2200 w 2473"/>
                  <a:gd name="T91" fmla="*/ 1809 h 3502"/>
                  <a:gd name="T92" fmla="*/ 2100 w 2473"/>
                  <a:gd name="T93" fmla="*/ 3402 h 3502"/>
                  <a:gd name="T94" fmla="*/ 489 w 2473"/>
                  <a:gd name="T95" fmla="*/ 3502 h 3502"/>
                  <a:gd name="T96" fmla="*/ 217 w 2473"/>
                  <a:gd name="T97" fmla="*/ 3369 h 3502"/>
                  <a:gd name="T98" fmla="*/ 117 w 2473"/>
                  <a:gd name="T99" fmla="*/ 1795 h 3502"/>
                  <a:gd name="T100" fmla="*/ 9 w 2473"/>
                  <a:gd name="T101" fmla="*/ 1615 h 3502"/>
                  <a:gd name="T102" fmla="*/ 120 w 2473"/>
                  <a:gd name="T103" fmla="*/ 1432 h 3502"/>
                  <a:gd name="T104" fmla="*/ 0 w 2473"/>
                  <a:gd name="T105" fmla="*/ 721 h 3502"/>
                  <a:gd name="T106" fmla="*/ 130 w 2473"/>
                  <a:gd name="T107" fmla="*/ 66 h 3502"/>
                  <a:gd name="T108" fmla="*/ 243 w 2473"/>
                  <a:gd name="T109" fmla="*/ 53 h 3502"/>
                  <a:gd name="T110" fmla="*/ 660 w 2473"/>
                  <a:gd name="T111" fmla="*/ 549 h 3502"/>
                  <a:gd name="T112" fmla="*/ 899 w 2473"/>
                  <a:gd name="T113" fmla="*/ 1410 h 3502"/>
                  <a:gd name="T114" fmla="*/ 968 w 2473"/>
                  <a:gd name="T115" fmla="*/ 0 h 3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473" h="3502">
                    <a:moveTo>
                      <a:pt x="283" y="1820"/>
                    </a:moveTo>
                    <a:lnTo>
                      <a:pt x="283" y="3160"/>
                    </a:lnTo>
                    <a:lnTo>
                      <a:pt x="286" y="3197"/>
                    </a:lnTo>
                    <a:lnTo>
                      <a:pt x="296" y="3232"/>
                    </a:lnTo>
                    <a:lnTo>
                      <a:pt x="311" y="3264"/>
                    </a:lnTo>
                    <a:lnTo>
                      <a:pt x="331" y="3293"/>
                    </a:lnTo>
                    <a:lnTo>
                      <a:pt x="356" y="3317"/>
                    </a:lnTo>
                    <a:lnTo>
                      <a:pt x="384" y="3337"/>
                    </a:lnTo>
                    <a:lnTo>
                      <a:pt x="416" y="3352"/>
                    </a:lnTo>
                    <a:lnTo>
                      <a:pt x="451" y="3362"/>
                    </a:lnTo>
                    <a:lnTo>
                      <a:pt x="489" y="3365"/>
                    </a:lnTo>
                    <a:lnTo>
                      <a:pt x="1857" y="3365"/>
                    </a:lnTo>
                    <a:lnTo>
                      <a:pt x="1895" y="3362"/>
                    </a:lnTo>
                    <a:lnTo>
                      <a:pt x="1929" y="3352"/>
                    </a:lnTo>
                    <a:lnTo>
                      <a:pt x="1962" y="3337"/>
                    </a:lnTo>
                    <a:lnTo>
                      <a:pt x="1989" y="3317"/>
                    </a:lnTo>
                    <a:lnTo>
                      <a:pt x="2015" y="3293"/>
                    </a:lnTo>
                    <a:lnTo>
                      <a:pt x="2035" y="3264"/>
                    </a:lnTo>
                    <a:lnTo>
                      <a:pt x="2050" y="3232"/>
                    </a:lnTo>
                    <a:lnTo>
                      <a:pt x="2060" y="3197"/>
                    </a:lnTo>
                    <a:lnTo>
                      <a:pt x="2063" y="3160"/>
                    </a:lnTo>
                    <a:lnTo>
                      <a:pt x="2063" y="1820"/>
                    </a:lnTo>
                    <a:lnTo>
                      <a:pt x="283" y="1820"/>
                    </a:lnTo>
                    <a:close/>
                    <a:moveTo>
                      <a:pt x="214" y="1546"/>
                    </a:moveTo>
                    <a:lnTo>
                      <a:pt x="197" y="1548"/>
                    </a:lnTo>
                    <a:lnTo>
                      <a:pt x="180" y="1556"/>
                    </a:lnTo>
                    <a:lnTo>
                      <a:pt x="166" y="1566"/>
                    </a:lnTo>
                    <a:lnTo>
                      <a:pt x="155" y="1580"/>
                    </a:lnTo>
                    <a:lnTo>
                      <a:pt x="148" y="1597"/>
                    </a:lnTo>
                    <a:lnTo>
                      <a:pt x="146" y="1615"/>
                    </a:lnTo>
                    <a:lnTo>
                      <a:pt x="148" y="1633"/>
                    </a:lnTo>
                    <a:lnTo>
                      <a:pt x="155" y="1649"/>
                    </a:lnTo>
                    <a:lnTo>
                      <a:pt x="166" y="1663"/>
                    </a:lnTo>
                    <a:lnTo>
                      <a:pt x="180" y="1674"/>
                    </a:lnTo>
                    <a:lnTo>
                      <a:pt x="196" y="1681"/>
                    </a:lnTo>
                    <a:lnTo>
                      <a:pt x="214" y="1683"/>
                    </a:lnTo>
                    <a:lnTo>
                      <a:pt x="2132" y="1683"/>
                    </a:lnTo>
                    <a:lnTo>
                      <a:pt x="2149" y="1681"/>
                    </a:lnTo>
                    <a:lnTo>
                      <a:pt x="2166" y="1674"/>
                    </a:lnTo>
                    <a:lnTo>
                      <a:pt x="2180" y="1663"/>
                    </a:lnTo>
                    <a:lnTo>
                      <a:pt x="2191" y="1649"/>
                    </a:lnTo>
                    <a:lnTo>
                      <a:pt x="2198" y="1632"/>
                    </a:lnTo>
                    <a:lnTo>
                      <a:pt x="2200" y="1615"/>
                    </a:lnTo>
                    <a:lnTo>
                      <a:pt x="2198" y="1596"/>
                    </a:lnTo>
                    <a:lnTo>
                      <a:pt x="2191" y="1580"/>
                    </a:lnTo>
                    <a:lnTo>
                      <a:pt x="2180" y="1566"/>
                    </a:lnTo>
                    <a:lnTo>
                      <a:pt x="2166" y="1556"/>
                    </a:lnTo>
                    <a:lnTo>
                      <a:pt x="2150" y="1549"/>
                    </a:lnTo>
                    <a:lnTo>
                      <a:pt x="2132" y="1546"/>
                    </a:lnTo>
                    <a:lnTo>
                      <a:pt x="2083" y="1546"/>
                    </a:lnTo>
                    <a:lnTo>
                      <a:pt x="2083" y="1546"/>
                    </a:lnTo>
                    <a:lnTo>
                      <a:pt x="2083" y="1546"/>
                    </a:lnTo>
                    <a:lnTo>
                      <a:pt x="1535" y="1546"/>
                    </a:lnTo>
                    <a:lnTo>
                      <a:pt x="1534" y="1546"/>
                    </a:lnTo>
                    <a:lnTo>
                      <a:pt x="1534" y="1546"/>
                    </a:lnTo>
                    <a:lnTo>
                      <a:pt x="833" y="1546"/>
                    </a:lnTo>
                    <a:lnTo>
                      <a:pt x="833" y="1546"/>
                    </a:lnTo>
                    <a:lnTo>
                      <a:pt x="833" y="1546"/>
                    </a:lnTo>
                    <a:lnTo>
                      <a:pt x="214" y="1546"/>
                    </a:lnTo>
                    <a:close/>
                    <a:moveTo>
                      <a:pt x="1922" y="860"/>
                    </a:moveTo>
                    <a:lnTo>
                      <a:pt x="1890" y="910"/>
                    </a:lnTo>
                    <a:lnTo>
                      <a:pt x="1857" y="966"/>
                    </a:lnTo>
                    <a:lnTo>
                      <a:pt x="1823" y="1027"/>
                    </a:lnTo>
                    <a:lnTo>
                      <a:pt x="1788" y="1093"/>
                    </a:lnTo>
                    <a:lnTo>
                      <a:pt x="1752" y="1165"/>
                    </a:lnTo>
                    <a:lnTo>
                      <a:pt x="1716" y="1242"/>
                    </a:lnTo>
                    <a:lnTo>
                      <a:pt x="1678" y="1323"/>
                    </a:lnTo>
                    <a:lnTo>
                      <a:pt x="1638" y="1410"/>
                    </a:lnTo>
                    <a:lnTo>
                      <a:pt x="2030" y="1410"/>
                    </a:lnTo>
                    <a:lnTo>
                      <a:pt x="2048" y="1337"/>
                    </a:lnTo>
                    <a:lnTo>
                      <a:pt x="2064" y="1264"/>
                    </a:lnTo>
                    <a:lnTo>
                      <a:pt x="2079" y="1194"/>
                    </a:lnTo>
                    <a:lnTo>
                      <a:pt x="2092" y="1125"/>
                    </a:lnTo>
                    <a:lnTo>
                      <a:pt x="2102" y="1058"/>
                    </a:lnTo>
                    <a:lnTo>
                      <a:pt x="2112" y="994"/>
                    </a:lnTo>
                    <a:lnTo>
                      <a:pt x="2118" y="934"/>
                    </a:lnTo>
                    <a:lnTo>
                      <a:pt x="2084" y="930"/>
                    </a:lnTo>
                    <a:lnTo>
                      <a:pt x="2050" y="923"/>
                    </a:lnTo>
                    <a:lnTo>
                      <a:pt x="2017" y="913"/>
                    </a:lnTo>
                    <a:lnTo>
                      <a:pt x="1983" y="899"/>
                    </a:lnTo>
                    <a:lnTo>
                      <a:pt x="1952" y="882"/>
                    </a:lnTo>
                    <a:lnTo>
                      <a:pt x="1922" y="860"/>
                    </a:lnTo>
                    <a:close/>
                    <a:moveTo>
                      <a:pt x="565" y="722"/>
                    </a:moveTo>
                    <a:lnTo>
                      <a:pt x="532" y="749"/>
                    </a:lnTo>
                    <a:lnTo>
                      <a:pt x="497" y="772"/>
                    </a:lnTo>
                    <a:lnTo>
                      <a:pt x="460" y="792"/>
                    </a:lnTo>
                    <a:lnTo>
                      <a:pt x="420" y="809"/>
                    </a:lnTo>
                    <a:lnTo>
                      <a:pt x="380" y="822"/>
                    </a:lnTo>
                    <a:lnTo>
                      <a:pt x="341" y="831"/>
                    </a:lnTo>
                    <a:lnTo>
                      <a:pt x="300" y="836"/>
                    </a:lnTo>
                    <a:lnTo>
                      <a:pt x="261" y="838"/>
                    </a:lnTo>
                    <a:lnTo>
                      <a:pt x="215" y="836"/>
                    </a:lnTo>
                    <a:lnTo>
                      <a:pt x="168" y="828"/>
                    </a:lnTo>
                    <a:lnTo>
                      <a:pt x="241" y="1096"/>
                    </a:lnTo>
                    <a:lnTo>
                      <a:pt x="241" y="1097"/>
                    </a:lnTo>
                    <a:lnTo>
                      <a:pt x="320" y="1410"/>
                    </a:lnTo>
                    <a:lnTo>
                      <a:pt x="745" y="1410"/>
                    </a:lnTo>
                    <a:lnTo>
                      <a:pt x="638" y="989"/>
                    </a:lnTo>
                    <a:lnTo>
                      <a:pt x="565" y="722"/>
                    </a:lnTo>
                    <a:close/>
                    <a:moveTo>
                      <a:pt x="230" y="250"/>
                    </a:moveTo>
                    <a:lnTo>
                      <a:pt x="146" y="679"/>
                    </a:lnTo>
                    <a:lnTo>
                      <a:pt x="184" y="691"/>
                    </a:lnTo>
                    <a:lnTo>
                      <a:pt x="224" y="699"/>
                    </a:lnTo>
                    <a:lnTo>
                      <a:pt x="264" y="701"/>
                    </a:lnTo>
                    <a:lnTo>
                      <a:pt x="304" y="698"/>
                    </a:lnTo>
                    <a:lnTo>
                      <a:pt x="344" y="690"/>
                    </a:lnTo>
                    <a:lnTo>
                      <a:pt x="383" y="676"/>
                    </a:lnTo>
                    <a:lnTo>
                      <a:pt x="419" y="659"/>
                    </a:lnTo>
                    <a:lnTo>
                      <a:pt x="453" y="637"/>
                    </a:lnTo>
                    <a:lnTo>
                      <a:pt x="484" y="611"/>
                    </a:lnTo>
                    <a:lnTo>
                      <a:pt x="511" y="581"/>
                    </a:lnTo>
                    <a:lnTo>
                      <a:pt x="230" y="250"/>
                    </a:lnTo>
                    <a:close/>
                    <a:moveTo>
                      <a:pt x="2279" y="187"/>
                    </a:moveTo>
                    <a:lnTo>
                      <a:pt x="2245" y="214"/>
                    </a:lnTo>
                    <a:lnTo>
                      <a:pt x="2211" y="242"/>
                    </a:lnTo>
                    <a:lnTo>
                      <a:pt x="2177" y="270"/>
                    </a:lnTo>
                    <a:lnTo>
                      <a:pt x="2144" y="299"/>
                    </a:lnTo>
                    <a:lnTo>
                      <a:pt x="2111" y="329"/>
                    </a:lnTo>
                    <a:lnTo>
                      <a:pt x="2080" y="356"/>
                    </a:lnTo>
                    <a:lnTo>
                      <a:pt x="2051" y="385"/>
                    </a:lnTo>
                    <a:lnTo>
                      <a:pt x="2023" y="412"/>
                    </a:lnTo>
                    <a:lnTo>
                      <a:pt x="2000" y="437"/>
                    </a:lnTo>
                    <a:lnTo>
                      <a:pt x="1979" y="462"/>
                    </a:lnTo>
                    <a:lnTo>
                      <a:pt x="1962" y="484"/>
                    </a:lnTo>
                    <a:lnTo>
                      <a:pt x="1949" y="504"/>
                    </a:lnTo>
                    <a:lnTo>
                      <a:pt x="1940" y="522"/>
                    </a:lnTo>
                    <a:lnTo>
                      <a:pt x="1932" y="554"/>
                    </a:lnTo>
                    <a:lnTo>
                      <a:pt x="1929" y="588"/>
                    </a:lnTo>
                    <a:lnTo>
                      <a:pt x="1931" y="621"/>
                    </a:lnTo>
                    <a:lnTo>
                      <a:pt x="1938" y="654"/>
                    </a:lnTo>
                    <a:lnTo>
                      <a:pt x="1951" y="685"/>
                    </a:lnTo>
                    <a:lnTo>
                      <a:pt x="1968" y="714"/>
                    </a:lnTo>
                    <a:lnTo>
                      <a:pt x="1969" y="714"/>
                    </a:lnTo>
                    <a:lnTo>
                      <a:pt x="1988" y="737"/>
                    </a:lnTo>
                    <a:lnTo>
                      <a:pt x="2011" y="756"/>
                    </a:lnTo>
                    <a:lnTo>
                      <a:pt x="2036" y="772"/>
                    </a:lnTo>
                    <a:lnTo>
                      <a:pt x="2064" y="785"/>
                    </a:lnTo>
                    <a:lnTo>
                      <a:pt x="2092" y="792"/>
                    </a:lnTo>
                    <a:lnTo>
                      <a:pt x="2120" y="797"/>
                    </a:lnTo>
                    <a:lnTo>
                      <a:pt x="2149" y="797"/>
                    </a:lnTo>
                    <a:lnTo>
                      <a:pt x="2178" y="792"/>
                    </a:lnTo>
                    <a:lnTo>
                      <a:pt x="2211" y="782"/>
                    </a:lnTo>
                    <a:lnTo>
                      <a:pt x="2242" y="767"/>
                    </a:lnTo>
                    <a:lnTo>
                      <a:pt x="2269" y="747"/>
                    </a:lnTo>
                    <a:lnTo>
                      <a:pt x="2293" y="722"/>
                    </a:lnTo>
                    <a:lnTo>
                      <a:pt x="2312" y="693"/>
                    </a:lnTo>
                    <a:lnTo>
                      <a:pt x="2327" y="663"/>
                    </a:lnTo>
                    <a:lnTo>
                      <a:pt x="2332" y="643"/>
                    </a:lnTo>
                    <a:lnTo>
                      <a:pt x="2334" y="619"/>
                    </a:lnTo>
                    <a:lnTo>
                      <a:pt x="2335" y="591"/>
                    </a:lnTo>
                    <a:lnTo>
                      <a:pt x="2335" y="559"/>
                    </a:lnTo>
                    <a:lnTo>
                      <a:pt x="2333" y="524"/>
                    </a:lnTo>
                    <a:lnTo>
                      <a:pt x="2330" y="486"/>
                    </a:lnTo>
                    <a:lnTo>
                      <a:pt x="2325" y="446"/>
                    </a:lnTo>
                    <a:lnTo>
                      <a:pt x="2319" y="404"/>
                    </a:lnTo>
                    <a:lnTo>
                      <a:pt x="2313" y="361"/>
                    </a:lnTo>
                    <a:lnTo>
                      <a:pt x="2304" y="317"/>
                    </a:lnTo>
                    <a:lnTo>
                      <a:pt x="2297" y="274"/>
                    </a:lnTo>
                    <a:lnTo>
                      <a:pt x="2289" y="230"/>
                    </a:lnTo>
                    <a:lnTo>
                      <a:pt x="2279" y="187"/>
                    </a:lnTo>
                    <a:close/>
                    <a:moveTo>
                      <a:pt x="1036" y="137"/>
                    </a:moveTo>
                    <a:lnTo>
                      <a:pt x="1036" y="1410"/>
                    </a:lnTo>
                    <a:lnTo>
                      <a:pt x="1447" y="1410"/>
                    </a:lnTo>
                    <a:lnTo>
                      <a:pt x="1447" y="1253"/>
                    </a:lnTo>
                    <a:lnTo>
                      <a:pt x="1310" y="1253"/>
                    </a:lnTo>
                    <a:lnTo>
                      <a:pt x="1291" y="1249"/>
                    </a:lnTo>
                    <a:lnTo>
                      <a:pt x="1275" y="1243"/>
                    </a:lnTo>
                    <a:lnTo>
                      <a:pt x="1261" y="1232"/>
                    </a:lnTo>
                    <a:lnTo>
                      <a:pt x="1251" y="1219"/>
                    </a:lnTo>
                    <a:lnTo>
                      <a:pt x="1244" y="1202"/>
                    </a:lnTo>
                    <a:lnTo>
                      <a:pt x="1241" y="1183"/>
                    </a:lnTo>
                    <a:lnTo>
                      <a:pt x="1244" y="1165"/>
                    </a:lnTo>
                    <a:lnTo>
                      <a:pt x="1251" y="1149"/>
                    </a:lnTo>
                    <a:lnTo>
                      <a:pt x="1261" y="1136"/>
                    </a:lnTo>
                    <a:lnTo>
                      <a:pt x="1275" y="1125"/>
                    </a:lnTo>
                    <a:lnTo>
                      <a:pt x="1291" y="1118"/>
                    </a:lnTo>
                    <a:lnTo>
                      <a:pt x="1310" y="1115"/>
                    </a:lnTo>
                    <a:lnTo>
                      <a:pt x="1447" y="1115"/>
                    </a:lnTo>
                    <a:lnTo>
                      <a:pt x="1447" y="978"/>
                    </a:lnTo>
                    <a:lnTo>
                      <a:pt x="1310" y="978"/>
                    </a:lnTo>
                    <a:lnTo>
                      <a:pt x="1291" y="976"/>
                    </a:lnTo>
                    <a:lnTo>
                      <a:pt x="1275" y="970"/>
                    </a:lnTo>
                    <a:lnTo>
                      <a:pt x="1261" y="958"/>
                    </a:lnTo>
                    <a:lnTo>
                      <a:pt x="1251" y="944"/>
                    </a:lnTo>
                    <a:lnTo>
                      <a:pt x="1244" y="928"/>
                    </a:lnTo>
                    <a:lnTo>
                      <a:pt x="1241" y="910"/>
                    </a:lnTo>
                    <a:lnTo>
                      <a:pt x="1244" y="892"/>
                    </a:lnTo>
                    <a:lnTo>
                      <a:pt x="1251" y="876"/>
                    </a:lnTo>
                    <a:lnTo>
                      <a:pt x="1261" y="862"/>
                    </a:lnTo>
                    <a:lnTo>
                      <a:pt x="1275" y="851"/>
                    </a:lnTo>
                    <a:lnTo>
                      <a:pt x="1291" y="844"/>
                    </a:lnTo>
                    <a:lnTo>
                      <a:pt x="1310" y="842"/>
                    </a:lnTo>
                    <a:lnTo>
                      <a:pt x="1447" y="842"/>
                    </a:lnTo>
                    <a:lnTo>
                      <a:pt x="1447" y="705"/>
                    </a:lnTo>
                    <a:lnTo>
                      <a:pt x="1310" y="705"/>
                    </a:lnTo>
                    <a:lnTo>
                      <a:pt x="1291" y="703"/>
                    </a:lnTo>
                    <a:lnTo>
                      <a:pt x="1275" y="696"/>
                    </a:lnTo>
                    <a:lnTo>
                      <a:pt x="1261" y="685"/>
                    </a:lnTo>
                    <a:lnTo>
                      <a:pt x="1251" y="671"/>
                    </a:lnTo>
                    <a:lnTo>
                      <a:pt x="1244" y="655"/>
                    </a:lnTo>
                    <a:lnTo>
                      <a:pt x="1241" y="637"/>
                    </a:lnTo>
                    <a:lnTo>
                      <a:pt x="1244" y="619"/>
                    </a:lnTo>
                    <a:lnTo>
                      <a:pt x="1251" y="602"/>
                    </a:lnTo>
                    <a:lnTo>
                      <a:pt x="1261" y="588"/>
                    </a:lnTo>
                    <a:lnTo>
                      <a:pt x="1275" y="578"/>
                    </a:lnTo>
                    <a:lnTo>
                      <a:pt x="1291" y="571"/>
                    </a:lnTo>
                    <a:lnTo>
                      <a:pt x="1310" y="568"/>
                    </a:lnTo>
                    <a:lnTo>
                      <a:pt x="1447" y="568"/>
                    </a:lnTo>
                    <a:lnTo>
                      <a:pt x="1447" y="432"/>
                    </a:lnTo>
                    <a:lnTo>
                      <a:pt x="1310" y="432"/>
                    </a:lnTo>
                    <a:lnTo>
                      <a:pt x="1291" y="429"/>
                    </a:lnTo>
                    <a:lnTo>
                      <a:pt x="1275" y="422"/>
                    </a:lnTo>
                    <a:lnTo>
                      <a:pt x="1261" y="412"/>
                    </a:lnTo>
                    <a:lnTo>
                      <a:pt x="1251" y="398"/>
                    </a:lnTo>
                    <a:lnTo>
                      <a:pt x="1244" y="381"/>
                    </a:lnTo>
                    <a:lnTo>
                      <a:pt x="1241" y="363"/>
                    </a:lnTo>
                    <a:lnTo>
                      <a:pt x="1244" y="345"/>
                    </a:lnTo>
                    <a:lnTo>
                      <a:pt x="1251" y="329"/>
                    </a:lnTo>
                    <a:lnTo>
                      <a:pt x="1261" y="315"/>
                    </a:lnTo>
                    <a:lnTo>
                      <a:pt x="1275" y="304"/>
                    </a:lnTo>
                    <a:lnTo>
                      <a:pt x="1291" y="297"/>
                    </a:lnTo>
                    <a:lnTo>
                      <a:pt x="1310" y="295"/>
                    </a:lnTo>
                    <a:lnTo>
                      <a:pt x="1447" y="295"/>
                    </a:lnTo>
                    <a:lnTo>
                      <a:pt x="1447" y="137"/>
                    </a:lnTo>
                    <a:lnTo>
                      <a:pt x="1036" y="137"/>
                    </a:lnTo>
                    <a:close/>
                    <a:moveTo>
                      <a:pt x="968" y="0"/>
                    </a:moveTo>
                    <a:lnTo>
                      <a:pt x="1516" y="0"/>
                    </a:lnTo>
                    <a:lnTo>
                      <a:pt x="1534" y="4"/>
                    </a:lnTo>
                    <a:lnTo>
                      <a:pt x="1550" y="10"/>
                    </a:lnTo>
                    <a:lnTo>
                      <a:pt x="1564" y="21"/>
                    </a:lnTo>
                    <a:lnTo>
                      <a:pt x="1574" y="34"/>
                    </a:lnTo>
                    <a:lnTo>
                      <a:pt x="1582" y="51"/>
                    </a:lnTo>
                    <a:lnTo>
                      <a:pt x="1584" y="69"/>
                    </a:lnTo>
                    <a:lnTo>
                      <a:pt x="1584" y="1199"/>
                    </a:lnTo>
                    <a:lnTo>
                      <a:pt x="1623" y="1119"/>
                    </a:lnTo>
                    <a:lnTo>
                      <a:pt x="1664" y="1038"/>
                    </a:lnTo>
                    <a:lnTo>
                      <a:pt x="1705" y="960"/>
                    </a:lnTo>
                    <a:lnTo>
                      <a:pt x="1747" y="885"/>
                    </a:lnTo>
                    <a:lnTo>
                      <a:pt x="1789" y="815"/>
                    </a:lnTo>
                    <a:lnTo>
                      <a:pt x="1831" y="751"/>
                    </a:lnTo>
                    <a:lnTo>
                      <a:pt x="1814" y="714"/>
                    </a:lnTo>
                    <a:lnTo>
                      <a:pt x="1802" y="675"/>
                    </a:lnTo>
                    <a:lnTo>
                      <a:pt x="1795" y="636"/>
                    </a:lnTo>
                    <a:lnTo>
                      <a:pt x="1791" y="596"/>
                    </a:lnTo>
                    <a:lnTo>
                      <a:pt x="1794" y="555"/>
                    </a:lnTo>
                    <a:lnTo>
                      <a:pt x="1800" y="515"/>
                    </a:lnTo>
                    <a:lnTo>
                      <a:pt x="1813" y="475"/>
                    </a:lnTo>
                    <a:lnTo>
                      <a:pt x="1823" y="450"/>
                    </a:lnTo>
                    <a:lnTo>
                      <a:pt x="1839" y="423"/>
                    </a:lnTo>
                    <a:lnTo>
                      <a:pt x="1859" y="396"/>
                    </a:lnTo>
                    <a:lnTo>
                      <a:pt x="1881" y="367"/>
                    </a:lnTo>
                    <a:lnTo>
                      <a:pt x="1906" y="337"/>
                    </a:lnTo>
                    <a:lnTo>
                      <a:pt x="1934" y="309"/>
                    </a:lnTo>
                    <a:lnTo>
                      <a:pt x="1963" y="279"/>
                    </a:lnTo>
                    <a:lnTo>
                      <a:pt x="1994" y="249"/>
                    </a:lnTo>
                    <a:lnTo>
                      <a:pt x="2026" y="220"/>
                    </a:lnTo>
                    <a:lnTo>
                      <a:pt x="2058" y="192"/>
                    </a:lnTo>
                    <a:lnTo>
                      <a:pt x="2089" y="164"/>
                    </a:lnTo>
                    <a:lnTo>
                      <a:pt x="2121" y="139"/>
                    </a:lnTo>
                    <a:lnTo>
                      <a:pt x="2151" y="114"/>
                    </a:lnTo>
                    <a:lnTo>
                      <a:pt x="2180" y="91"/>
                    </a:lnTo>
                    <a:lnTo>
                      <a:pt x="2207" y="70"/>
                    </a:lnTo>
                    <a:lnTo>
                      <a:pt x="2230" y="52"/>
                    </a:lnTo>
                    <a:lnTo>
                      <a:pt x="2250" y="36"/>
                    </a:lnTo>
                    <a:lnTo>
                      <a:pt x="2268" y="24"/>
                    </a:lnTo>
                    <a:lnTo>
                      <a:pt x="2281" y="14"/>
                    </a:lnTo>
                    <a:lnTo>
                      <a:pt x="2296" y="6"/>
                    </a:lnTo>
                    <a:lnTo>
                      <a:pt x="2312" y="1"/>
                    </a:lnTo>
                    <a:lnTo>
                      <a:pt x="2328" y="1"/>
                    </a:lnTo>
                    <a:lnTo>
                      <a:pt x="2344" y="5"/>
                    </a:lnTo>
                    <a:lnTo>
                      <a:pt x="2360" y="12"/>
                    </a:lnTo>
                    <a:lnTo>
                      <a:pt x="2372" y="23"/>
                    </a:lnTo>
                    <a:lnTo>
                      <a:pt x="2381" y="36"/>
                    </a:lnTo>
                    <a:lnTo>
                      <a:pt x="2388" y="52"/>
                    </a:lnTo>
                    <a:lnTo>
                      <a:pt x="2392" y="69"/>
                    </a:lnTo>
                    <a:lnTo>
                      <a:pt x="2397" y="92"/>
                    </a:lnTo>
                    <a:lnTo>
                      <a:pt x="2403" y="118"/>
                    </a:lnTo>
                    <a:lnTo>
                      <a:pt x="2411" y="150"/>
                    </a:lnTo>
                    <a:lnTo>
                      <a:pt x="2419" y="186"/>
                    </a:lnTo>
                    <a:lnTo>
                      <a:pt x="2427" y="225"/>
                    </a:lnTo>
                    <a:lnTo>
                      <a:pt x="2435" y="266"/>
                    </a:lnTo>
                    <a:lnTo>
                      <a:pt x="2443" y="310"/>
                    </a:lnTo>
                    <a:lnTo>
                      <a:pt x="2450" y="353"/>
                    </a:lnTo>
                    <a:lnTo>
                      <a:pt x="2458" y="399"/>
                    </a:lnTo>
                    <a:lnTo>
                      <a:pt x="2463" y="444"/>
                    </a:lnTo>
                    <a:lnTo>
                      <a:pt x="2467" y="488"/>
                    </a:lnTo>
                    <a:lnTo>
                      <a:pt x="2471" y="532"/>
                    </a:lnTo>
                    <a:lnTo>
                      <a:pt x="2473" y="573"/>
                    </a:lnTo>
                    <a:lnTo>
                      <a:pt x="2472" y="613"/>
                    </a:lnTo>
                    <a:lnTo>
                      <a:pt x="2468" y="649"/>
                    </a:lnTo>
                    <a:lnTo>
                      <a:pt x="2463" y="681"/>
                    </a:lnTo>
                    <a:lnTo>
                      <a:pt x="2456" y="709"/>
                    </a:lnTo>
                    <a:lnTo>
                      <a:pt x="2439" y="748"/>
                    </a:lnTo>
                    <a:lnTo>
                      <a:pt x="2417" y="784"/>
                    </a:lnTo>
                    <a:lnTo>
                      <a:pt x="2392" y="817"/>
                    </a:lnTo>
                    <a:lnTo>
                      <a:pt x="2363" y="845"/>
                    </a:lnTo>
                    <a:lnTo>
                      <a:pt x="2331" y="872"/>
                    </a:lnTo>
                    <a:lnTo>
                      <a:pt x="2296" y="893"/>
                    </a:lnTo>
                    <a:lnTo>
                      <a:pt x="2258" y="910"/>
                    </a:lnTo>
                    <a:lnTo>
                      <a:pt x="2251" y="973"/>
                    </a:lnTo>
                    <a:lnTo>
                      <a:pt x="2243" y="1040"/>
                    </a:lnTo>
                    <a:lnTo>
                      <a:pt x="2232" y="1110"/>
                    </a:lnTo>
                    <a:lnTo>
                      <a:pt x="2219" y="1183"/>
                    </a:lnTo>
                    <a:lnTo>
                      <a:pt x="2206" y="1259"/>
                    </a:lnTo>
                    <a:lnTo>
                      <a:pt x="2188" y="1336"/>
                    </a:lnTo>
                    <a:lnTo>
                      <a:pt x="2170" y="1413"/>
                    </a:lnTo>
                    <a:lnTo>
                      <a:pt x="2204" y="1423"/>
                    </a:lnTo>
                    <a:lnTo>
                      <a:pt x="2236" y="1439"/>
                    </a:lnTo>
                    <a:lnTo>
                      <a:pt x="2265" y="1459"/>
                    </a:lnTo>
                    <a:lnTo>
                      <a:pt x="2290" y="1483"/>
                    </a:lnTo>
                    <a:lnTo>
                      <a:pt x="2309" y="1512"/>
                    </a:lnTo>
                    <a:lnTo>
                      <a:pt x="2325" y="1544"/>
                    </a:lnTo>
                    <a:lnTo>
                      <a:pt x="2333" y="1578"/>
                    </a:lnTo>
                    <a:lnTo>
                      <a:pt x="2336" y="1615"/>
                    </a:lnTo>
                    <a:lnTo>
                      <a:pt x="2334" y="1647"/>
                    </a:lnTo>
                    <a:lnTo>
                      <a:pt x="2327" y="1678"/>
                    </a:lnTo>
                    <a:lnTo>
                      <a:pt x="2315" y="1708"/>
                    </a:lnTo>
                    <a:lnTo>
                      <a:pt x="2298" y="1735"/>
                    </a:lnTo>
                    <a:lnTo>
                      <a:pt x="2277" y="1760"/>
                    </a:lnTo>
                    <a:lnTo>
                      <a:pt x="2253" y="1780"/>
                    </a:lnTo>
                    <a:lnTo>
                      <a:pt x="2228" y="1796"/>
                    </a:lnTo>
                    <a:lnTo>
                      <a:pt x="2200" y="1809"/>
                    </a:lnTo>
                    <a:lnTo>
                      <a:pt x="2200" y="3160"/>
                    </a:lnTo>
                    <a:lnTo>
                      <a:pt x="2197" y="3206"/>
                    </a:lnTo>
                    <a:lnTo>
                      <a:pt x="2187" y="3251"/>
                    </a:lnTo>
                    <a:lnTo>
                      <a:pt x="2174" y="3293"/>
                    </a:lnTo>
                    <a:lnTo>
                      <a:pt x="2153" y="3333"/>
                    </a:lnTo>
                    <a:lnTo>
                      <a:pt x="2129" y="3369"/>
                    </a:lnTo>
                    <a:lnTo>
                      <a:pt x="2100" y="3402"/>
                    </a:lnTo>
                    <a:lnTo>
                      <a:pt x="2067" y="3431"/>
                    </a:lnTo>
                    <a:lnTo>
                      <a:pt x="2030" y="3455"/>
                    </a:lnTo>
                    <a:lnTo>
                      <a:pt x="1990" y="3475"/>
                    </a:lnTo>
                    <a:lnTo>
                      <a:pt x="1949" y="3489"/>
                    </a:lnTo>
                    <a:lnTo>
                      <a:pt x="1904" y="3499"/>
                    </a:lnTo>
                    <a:lnTo>
                      <a:pt x="1857" y="3502"/>
                    </a:lnTo>
                    <a:lnTo>
                      <a:pt x="489" y="3502"/>
                    </a:lnTo>
                    <a:lnTo>
                      <a:pt x="442" y="3499"/>
                    </a:lnTo>
                    <a:lnTo>
                      <a:pt x="397" y="3489"/>
                    </a:lnTo>
                    <a:lnTo>
                      <a:pt x="356" y="3475"/>
                    </a:lnTo>
                    <a:lnTo>
                      <a:pt x="315" y="3455"/>
                    </a:lnTo>
                    <a:lnTo>
                      <a:pt x="279" y="3431"/>
                    </a:lnTo>
                    <a:lnTo>
                      <a:pt x="246" y="3402"/>
                    </a:lnTo>
                    <a:lnTo>
                      <a:pt x="217" y="3369"/>
                    </a:lnTo>
                    <a:lnTo>
                      <a:pt x="193" y="3333"/>
                    </a:lnTo>
                    <a:lnTo>
                      <a:pt x="172" y="3293"/>
                    </a:lnTo>
                    <a:lnTo>
                      <a:pt x="159" y="3251"/>
                    </a:lnTo>
                    <a:lnTo>
                      <a:pt x="149" y="3206"/>
                    </a:lnTo>
                    <a:lnTo>
                      <a:pt x="146" y="3160"/>
                    </a:lnTo>
                    <a:lnTo>
                      <a:pt x="146" y="1807"/>
                    </a:lnTo>
                    <a:lnTo>
                      <a:pt x="117" y="1795"/>
                    </a:lnTo>
                    <a:lnTo>
                      <a:pt x="90" y="1779"/>
                    </a:lnTo>
                    <a:lnTo>
                      <a:pt x="67" y="1758"/>
                    </a:lnTo>
                    <a:lnTo>
                      <a:pt x="48" y="1734"/>
                    </a:lnTo>
                    <a:lnTo>
                      <a:pt x="31" y="1708"/>
                    </a:lnTo>
                    <a:lnTo>
                      <a:pt x="19" y="1679"/>
                    </a:lnTo>
                    <a:lnTo>
                      <a:pt x="12" y="1647"/>
                    </a:lnTo>
                    <a:lnTo>
                      <a:pt x="9" y="1615"/>
                    </a:lnTo>
                    <a:lnTo>
                      <a:pt x="12" y="1582"/>
                    </a:lnTo>
                    <a:lnTo>
                      <a:pt x="19" y="1551"/>
                    </a:lnTo>
                    <a:lnTo>
                      <a:pt x="31" y="1522"/>
                    </a:lnTo>
                    <a:lnTo>
                      <a:pt x="48" y="1494"/>
                    </a:lnTo>
                    <a:lnTo>
                      <a:pt x="69" y="1469"/>
                    </a:lnTo>
                    <a:lnTo>
                      <a:pt x="94" y="1449"/>
                    </a:lnTo>
                    <a:lnTo>
                      <a:pt x="120" y="1432"/>
                    </a:lnTo>
                    <a:lnTo>
                      <a:pt x="149" y="1421"/>
                    </a:lnTo>
                    <a:lnTo>
                      <a:pt x="180" y="1412"/>
                    </a:lnTo>
                    <a:lnTo>
                      <a:pt x="109" y="1131"/>
                    </a:lnTo>
                    <a:lnTo>
                      <a:pt x="2" y="735"/>
                    </a:lnTo>
                    <a:lnTo>
                      <a:pt x="0" y="727"/>
                    </a:lnTo>
                    <a:lnTo>
                      <a:pt x="0" y="725"/>
                    </a:lnTo>
                    <a:lnTo>
                      <a:pt x="0" y="721"/>
                    </a:lnTo>
                    <a:lnTo>
                      <a:pt x="0" y="718"/>
                    </a:lnTo>
                    <a:lnTo>
                      <a:pt x="0" y="714"/>
                    </a:lnTo>
                    <a:lnTo>
                      <a:pt x="0" y="710"/>
                    </a:lnTo>
                    <a:lnTo>
                      <a:pt x="1" y="705"/>
                    </a:lnTo>
                    <a:lnTo>
                      <a:pt x="1" y="704"/>
                    </a:lnTo>
                    <a:lnTo>
                      <a:pt x="123" y="84"/>
                    </a:lnTo>
                    <a:lnTo>
                      <a:pt x="130" y="66"/>
                    </a:lnTo>
                    <a:lnTo>
                      <a:pt x="141" y="50"/>
                    </a:lnTo>
                    <a:lnTo>
                      <a:pt x="155" y="39"/>
                    </a:lnTo>
                    <a:lnTo>
                      <a:pt x="174" y="31"/>
                    </a:lnTo>
                    <a:lnTo>
                      <a:pt x="193" y="29"/>
                    </a:lnTo>
                    <a:lnTo>
                      <a:pt x="212" y="32"/>
                    </a:lnTo>
                    <a:lnTo>
                      <a:pt x="229" y="41"/>
                    </a:lnTo>
                    <a:lnTo>
                      <a:pt x="243" y="53"/>
                    </a:lnTo>
                    <a:lnTo>
                      <a:pt x="649" y="532"/>
                    </a:lnTo>
                    <a:lnTo>
                      <a:pt x="650" y="533"/>
                    </a:lnTo>
                    <a:lnTo>
                      <a:pt x="654" y="536"/>
                    </a:lnTo>
                    <a:lnTo>
                      <a:pt x="655" y="538"/>
                    </a:lnTo>
                    <a:lnTo>
                      <a:pt x="657" y="542"/>
                    </a:lnTo>
                    <a:lnTo>
                      <a:pt x="658" y="545"/>
                    </a:lnTo>
                    <a:lnTo>
                      <a:pt x="660" y="549"/>
                    </a:lnTo>
                    <a:lnTo>
                      <a:pt x="661" y="551"/>
                    </a:lnTo>
                    <a:lnTo>
                      <a:pt x="663" y="558"/>
                    </a:lnTo>
                    <a:lnTo>
                      <a:pt x="663" y="558"/>
                    </a:lnTo>
                    <a:lnTo>
                      <a:pt x="770" y="954"/>
                    </a:lnTo>
                    <a:lnTo>
                      <a:pt x="770" y="955"/>
                    </a:lnTo>
                    <a:lnTo>
                      <a:pt x="887" y="1410"/>
                    </a:lnTo>
                    <a:lnTo>
                      <a:pt x="899" y="1410"/>
                    </a:lnTo>
                    <a:lnTo>
                      <a:pt x="899" y="69"/>
                    </a:lnTo>
                    <a:lnTo>
                      <a:pt x="902" y="51"/>
                    </a:lnTo>
                    <a:lnTo>
                      <a:pt x="908" y="34"/>
                    </a:lnTo>
                    <a:lnTo>
                      <a:pt x="919" y="21"/>
                    </a:lnTo>
                    <a:lnTo>
                      <a:pt x="932" y="10"/>
                    </a:lnTo>
                    <a:lnTo>
                      <a:pt x="949" y="4"/>
                    </a:lnTo>
                    <a:lnTo>
                      <a:pt x="9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0056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5530849" y="5143500"/>
                </a:lnTo>
                <a:lnTo>
                  <a:pt x="5581649" y="5094277"/>
                </a:lnTo>
                <a:lnTo>
                  <a:pt x="5633243" y="5046641"/>
                </a:lnTo>
                <a:lnTo>
                  <a:pt x="5687218" y="5001387"/>
                </a:lnTo>
                <a:lnTo>
                  <a:pt x="5742780" y="4957721"/>
                </a:lnTo>
                <a:lnTo>
                  <a:pt x="5801518" y="4917230"/>
                </a:lnTo>
                <a:lnTo>
                  <a:pt x="5861049" y="4877534"/>
                </a:lnTo>
                <a:lnTo>
                  <a:pt x="5921374" y="4838631"/>
                </a:lnTo>
                <a:lnTo>
                  <a:pt x="5984080" y="4802111"/>
                </a:lnTo>
                <a:lnTo>
                  <a:pt x="6049168" y="4767178"/>
                </a:lnTo>
                <a:lnTo>
                  <a:pt x="6113461" y="4734627"/>
                </a:lnTo>
                <a:lnTo>
                  <a:pt x="6180930" y="4702076"/>
                </a:lnTo>
                <a:lnTo>
                  <a:pt x="6249193" y="4670318"/>
                </a:lnTo>
                <a:lnTo>
                  <a:pt x="6317455" y="4640943"/>
                </a:lnTo>
                <a:lnTo>
                  <a:pt x="6387305" y="4612362"/>
                </a:lnTo>
                <a:lnTo>
                  <a:pt x="6457949" y="4584574"/>
                </a:lnTo>
                <a:lnTo>
                  <a:pt x="6529386" y="4556786"/>
                </a:lnTo>
                <a:lnTo>
                  <a:pt x="6602411" y="4530587"/>
                </a:lnTo>
                <a:lnTo>
                  <a:pt x="6675436" y="4505181"/>
                </a:lnTo>
                <a:lnTo>
                  <a:pt x="6749255" y="4479775"/>
                </a:lnTo>
                <a:lnTo>
                  <a:pt x="6823074" y="4455164"/>
                </a:lnTo>
                <a:lnTo>
                  <a:pt x="6896893" y="4430552"/>
                </a:lnTo>
                <a:lnTo>
                  <a:pt x="6971505" y="4406734"/>
                </a:lnTo>
                <a:lnTo>
                  <a:pt x="7046118" y="4382122"/>
                </a:lnTo>
                <a:lnTo>
                  <a:pt x="7120730" y="4359098"/>
                </a:lnTo>
                <a:lnTo>
                  <a:pt x="7196136" y="4335280"/>
                </a:lnTo>
                <a:lnTo>
                  <a:pt x="7270749" y="4310668"/>
                </a:lnTo>
                <a:lnTo>
                  <a:pt x="7345361" y="4287644"/>
                </a:lnTo>
                <a:lnTo>
                  <a:pt x="7419180" y="4262239"/>
                </a:lnTo>
                <a:lnTo>
                  <a:pt x="7493793" y="4238421"/>
                </a:lnTo>
                <a:lnTo>
                  <a:pt x="7566818" y="4213015"/>
                </a:lnTo>
                <a:lnTo>
                  <a:pt x="7639843" y="4187609"/>
                </a:lnTo>
                <a:lnTo>
                  <a:pt x="7711280" y="4161410"/>
                </a:lnTo>
                <a:lnTo>
                  <a:pt x="7783511" y="4133622"/>
                </a:lnTo>
                <a:lnTo>
                  <a:pt x="7853361" y="4105041"/>
                </a:lnTo>
                <a:lnTo>
                  <a:pt x="7924005" y="4076459"/>
                </a:lnTo>
                <a:lnTo>
                  <a:pt x="7992268" y="4047084"/>
                </a:lnTo>
                <a:lnTo>
                  <a:pt x="8058943" y="4016121"/>
                </a:lnTo>
                <a:lnTo>
                  <a:pt x="8126412" y="3982776"/>
                </a:lnTo>
                <a:lnTo>
                  <a:pt x="8191499" y="3950224"/>
                </a:lnTo>
                <a:lnTo>
                  <a:pt x="8253412" y="3914498"/>
                </a:lnTo>
                <a:lnTo>
                  <a:pt x="8316118" y="3878771"/>
                </a:lnTo>
                <a:lnTo>
                  <a:pt x="8377237" y="3839868"/>
                </a:lnTo>
                <a:lnTo>
                  <a:pt x="8435180" y="3800172"/>
                </a:lnTo>
                <a:lnTo>
                  <a:pt x="8492330" y="3758887"/>
                </a:lnTo>
                <a:lnTo>
                  <a:pt x="8548687" y="3715221"/>
                </a:lnTo>
                <a:lnTo>
                  <a:pt x="8601074" y="3670761"/>
                </a:lnTo>
                <a:lnTo>
                  <a:pt x="8652668" y="3623126"/>
                </a:lnTo>
                <a:lnTo>
                  <a:pt x="8701087" y="3573902"/>
                </a:lnTo>
                <a:lnTo>
                  <a:pt x="8748711" y="3522297"/>
                </a:lnTo>
                <a:lnTo>
                  <a:pt x="8793955" y="3466722"/>
                </a:lnTo>
                <a:lnTo>
                  <a:pt x="8835230" y="3411147"/>
                </a:lnTo>
                <a:lnTo>
                  <a:pt x="8874918" y="3351602"/>
                </a:lnTo>
                <a:lnTo>
                  <a:pt x="8912224" y="3289675"/>
                </a:lnTo>
                <a:lnTo>
                  <a:pt x="8947943" y="3226161"/>
                </a:lnTo>
                <a:lnTo>
                  <a:pt x="8978105" y="3158677"/>
                </a:lnTo>
                <a:lnTo>
                  <a:pt x="9008268" y="3088811"/>
                </a:lnTo>
                <a:lnTo>
                  <a:pt x="9033668" y="3015770"/>
                </a:lnTo>
                <a:lnTo>
                  <a:pt x="9056687" y="2940346"/>
                </a:lnTo>
                <a:lnTo>
                  <a:pt x="9076530" y="2860953"/>
                </a:lnTo>
                <a:lnTo>
                  <a:pt x="9093199" y="2778385"/>
                </a:lnTo>
                <a:lnTo>
                  <a:pt x="9105899" y="2692640"/>
                </a:lnTo>
                <a:lnTo>
                  <a:pt x="9116218" y="2603720"/>
                </a:lnTo>
                <a:lnTo>
                  <a:pt x="9122568" y="2510037"/>
                </a:lnTo>
                <a:lnTo>
                  <a:pt x="9124949" y="2413971"/>
                </a:lnTo>
                <a:lnTo>
                  <a:pt x="9124949" y="2313142"/>
                </a:lnTo>
                <a:lnTo>
                  <a:pt x="9119393" y="2209931"/>
                </a:lnTo>
                <a:lnTo>
                  <a:pt x="9111455" y="2101957"/>
                </a:lnTo>
                <a:lnTo>
                  <a:pt x="9098755" y="1989219"/>
                </a:lnTo>
                <a:lnTo>
                  <a:pt x="9082087" y="1874099"/>
                </a:lnTo>
                <a:lnTo>
                  <a:pt x="9060655" y="1754216"/>
                </a:lnTo>
                <a:lnTo>
                  <a:pt x="9036843" y="1628775"/>
                </a:lnTo>
                <a:lnTo>
                  <a:pt x="8974137" y="1736749"/>
                </a:lnTo>
                <a:lnTo>
                  <a:pt x="8909049" y="1839166"/>
                </a:lnTo>
                <a:lnTo>
                  <a:pt x="8842374" y="1936026"/>
                </a:lnTo>
                <a:lnTo>
                  <a:pt x="8771730" y="2028915"/>
                </a:lnTo>
                <a:lnTo>
                  <a:pt x="8700293" y="2118630"/>
                </a:lnTo>
                <a:lnTo>
                  <a:pt x="8626474" y="2204374"/>
                </a:lnTo>
                <a:lnTo>
                  <a:pt x="8551068" y="2285355"/>
                </a:lnTo>
                <a:lnTo>
                  <a:pt x="8472487" y="2364748"/>
                </a:lnTo>
                <a:lnTo>
                  <a:pt x="8393111" y="2440965"/>
                </a:lnTo>
                <a:lnTo>
                  <a:pt x="8312149" y="2513212"/>
                </a:lnTo>
                <a:lnTo>
                  <a:pt x="8229599" y="2584666"/>
                </a:lnTo>
                <a:lnTo>
                  <a:pt x="8144668" y="2652944"/>
                </a:lnTo>
                <a:lnTo>
                  <a:pt x="8058943" y="2720428"/>
                </a:lnTo>
                <a:lnTo>
                  <a:pt x="7973218" y="2784736"/>
                </a:lnTo>
                <a:lnTo>
                  <a:pt x="7885111" y="2849838"/>
                </a:lnTo>
                <a:lnTo>
                  <a:pt x="7796211" y="2912559"/>
                </a:lnTo>
                <a:lnTo>
                  <a:pt x="7706518" y="2975279"/>
                </a:lnTo>
                <a:lnTo>
                  <a:pt x="7616030" y="3037206"/>
                </a:lnTo>
                <a:lnTo>
                  <a:pt x="7525543" y="3098338"/>
                </a:lnTo>
                <a:lnTo>
                  <a:pt x="7433468" y="3161059"/>
                </a:lnTo>
                <a:lnTo>
                  <a:pt x="7342186" y="3223779"/>
                </a:lnTo>
                <a:lnTo>
                  <a:pt x="7250111" y="3286500"/>
                </a:lnTo>
                <a:lnTo>
                  <a:pt x="7157243" y="3350014"/>
                </a:lnTo>
                <a:lnTo>
                  <a:pt x="7065168" y="3416704"/>
                </a:lnTo>
                <a:lnTo>
                  <a:pt x="6971505" y="3483394"/>
                </a:lnTo>
                <a:lnTo>
                  <a:pt x="6879430" y="3551672"/>
                </a:lnTo>
                <a:lnTo>
                  <a:pt x="6788149" y="3622332"/>
                </a:lnTo>
                <a:lnTo>
                  <a:pt x="6695280" y="3696167"/>
                </a:lnTo>
                <a:lnTo>
                  <a:pt x="6603999" y="3771590"/>
                </a:lnTo>
                <a:lnTo>
                  <a:pt x="6514305" y="3850189"/>
                </a:lnTo>
                <a:lnTo>
                  <a:pt x="6423818" y="3931964"/>
                </a:lnTo>
                <a:lnTo>
                  <a:pt x="6334918" y="4018502"/>
                </a:lnTo>
                <a:lnTo>
                  <a:pt x="6246811" y="4107422"/>
                </a:lnTo>
                <a:lnTo>
                  <a:pt x="6160293" y="4201106"/>
                </a:lnTo>
                <a:lnTo>
                  <a:pt x="6072980" y="4297172"/>
                </a:lnTo>
                <a:lnTo>
                  <a:pt x="5988049" y="4399588"/>
                </a:lnTo>
                <a:lnTo>
                  <a:pt x="5906293" y="4506769"/>
                </a:lnTo>
                <a:lnTo>
                  <a:pt x="5823743" y="4618713"/>
                </a:lnTo>
                <a:lnTo>
                  <a:pt x="5742780" y="4736214"/>
                </a:lnTo>
                <a:lnTo>
                  <a:pt x="5664993" y="4860861"/>
                </a:lnTo>
                <a:lnTo>
                  <a:pt x="5587999" y="4989478"/>
                </a:lnTo>
                <a:lnTo>
                  <a:pt x="5518203" y="5115733"/>
                </a:lnTo>
                <a:lnTo>
                  <a:pt x="5571330" y="5000625"/>
                </a:lnTo>
                <a:lnTo>
                  <a:pt x="5633242" y="4878388"/>
                </a:lnTo>
                <a:lnTo>
                  <a:pt x="5699123" y="4760913"/>
                </a:lnTo>
                <a:lnTo>
                  <a:pt x="5768180" y="4646613"/>
                </a:lnTo>
                <a:lnTo>
                  <a:pt x="5840411" y="4536281"/>
                </a:lnTo>
                <a:lnTo>
                  <a:pt x="5917405" y="4428331"/>
                </a:lnTo>
                <a:lnTo>
                  <a:pt x="5998367" y="4322763"/>
                </a:lnTo>
                <a:lnTo>
                  <a:pt x="6081711" y="4221956"/>
                </a:lnTo>
                <a:lnTo>
                  <a:pt x="6168230" y="4121944"/>
                </a:lnTo>
                <a:lnTo>
                  <a:pt x="6257130" y="4025106"/>
                </a:lnTo>
                <a:lnTo>
                  <a:pt x="6348411" y="3929063"/>
                </a:lnTo>
                <a:lnTo>
                  <a:pt x="6443661" y="3836988"/>
                </a:lnTo>
                <a:lnTo>
                  <a:pt x="6540498" y="3745706"/>
                </a:lnTo>
                <a:lnTo>
                  <a:pt x="6638130" y="3656806"/>
                </a:lnTo>
                <a:lnTo>
                  <a:pt x="6738936" y="3568700"/>
                </a:lnTo>
                <a:lnTo>
                  <a:pt x="6841330" y="3481388"/>
                </a:lnTo>
                <a:lnTo>
                  <a:pt x="6944517" y="3395663"/>
                </a:lnTo>
                <a:lnTo>
                  <a:pt x="7049292" y="3309938"/>
                </a:lnTo>
                <a:lnTo>
                  <a:pt x="7155655" y="3226594"/>
                </a:lnTo>
                <a:lnTo>
                  <a:pt x="7262811" y="3143250"/>
                </a:lnTo>
                <a:lnTo>
                  <a:pt x="7370761" y="3059113"/>
                </a:lnTo>
                <a:lnTo>
                  <a:pt x="7477917" y="2975769"/>
                </a:lnTo>
                <a:lnTo>
                  <a:pt x="7587455" y="2892425"/>
                </a:lnTo>
                <a:lnTo>
                  <a:pt x="7696198" y="2808288"/>
                </a:lnTo>
                <a:lnTo>
                  <a:pt x="7804942" y="2724944"/>
                </a:lnTo>
                <a:lnTo>
                  <a:pt x="7912892" y="2640013"/>
                </a:lnTo>
                <a:lnTo>
                  <a:pt x="8020049" y="2554288"/>
                </a:lnTo>
                <a:lnTo>
                  <a:pt x="8127999" y="2467769"/>
                </a:lnTo>
                <a:lnTo>
                  <a:pt x="8235155" y="2379663"/>
                </a:lnTo>
                <a:lnTo>
                  <a:pt x="8340724" y="2290763"/>
                </a:lnTo>
                <a:lnTo>
                  <a:pt x="8444705" y="2200275"/>
                </a:lnTo>
                <a:lnTo>
                  <a:pt x="8547892" y="2108200"/>
                </a:lnTo>
                <a:lnTo>
                  <a:pt x="8650286" y="2013744"/>
                </a:lnTo>
                <a:lnTo>
                  <a:pt x="8749505" y="1916906"/>
                </a:lnTo>
                <a:lnTo>
                  <a:pt x="8847136" y="1817688"/>
                </a:lnTo>
                <a:lnTo>
                  <a:pt x="8943973" y="1716088"/>
                </a:lnTo>
                <a:lnTo>
                  <a:pt x="9037636" y="1612106"/>
                </a:lnTo>
                <a:lnTo>
                  <a:pt x="9026523" y="1598613"/>
                </a:lnTo>
                <a:lnTo>
                  <a:pt x="9020967" y="1585913"/>
                </a:lnTo>
                <a:lnTo>
                  <a:pt x="9020173" y="1572419"/>
                </a:lnTo>
                <a:lnTo>
                  <a:pt x="9018586" y="1558925"/>
                </a:lnTo>
                <a:lnTo>
                  <a:pt x="8966992" y="1610519"/>
                </a:lnTo>
                <a:lnTo>
                  <a:pt x="8912223" y="1660525"/>
                </a:lnTo>
                <a:lnTo>
                  <a:pt x="8855867" y="1707356"/>
                </a:lnTo>
                <a:lnTo>
                  <a:pt x="8798717" y="1752600"/>
                </a:lnTo>
                <a:lnTo>
                  <a:pt x="8739186" y="1797050"/>
                </a:lnTo>
                <a:lnTo>
                  <a:pt x="8678861" y="1837531"/>
                </a:lnTo>
                <a:lnTo>
                  <a:pt x="8617742" y="1877219"/>
                </a:lnTo>
                <a:lnTo>
                  <a:pt x="8555036" y="1914525"/>
                </a:lnTo>
                <a:lnTo>
                  <a:pt x="8490742" y="1949450"/>
                </a:lnTo>
                <a:lnTo>
                  <a:pt x="8426449" y="1983581"/>
                </a:lnTo>
                <a:lnTo>
                  <a:pt x="8358980" y="2016919"/>
                </a:lnTo>
                <a:lnTo>
                  <a:pt x="8292305" y="2048669"/>
                </a:lnTo>
                <a:lnTo>
                  <a:pt x="8224836" y="2078038"/>
                </a:lnTo>
                <a:lnTo>
                  <a:pt x="8155780" y="2108200"/>
                </a:lnTo>
                <a:lnTo>
                  <a:pt x="8086724" y="2136775"/>
                </a:lnTo>
                <a:lnTo>
                  <a:pt x="8016874" y="2163763"/>
                </a:lnTo>
                <a:lnTo>
                  <a:pt x="7947024" y="2190750"/>
                </a:lnTo>
                <a:lnTo>
                  <a:pt x="7874792" y="2216150"/>
                </a:lnTo>
                <a:lnTo>
                  <a:pt x="7803355" y="2242344"/>
                </a:lnTo>
                <a:lnTo>
                  <a:pt x="7731917" y="2267744"/>
                </a:lnTo>
                <a:lnTo>
                  <a:pt x="7660480" y="2291556"/>
                </a:lnTo>
                <a:lnTo>
                  <a:pt x="7589042" y="2316956"/>
                </a:lnTo>
                <a:lnTo>
                  <a:pt x="7516811" y="2340769"/>
                </a:lnTo>
                <a:lnTo>
                  <a:pt x="7445373" y="2366169"/>
                </a:lnTo>
                <a:lnTo>
                  <a:pt x="7373936" y="2390775"/>
                </a:lnTo>
                <a:lnTo>
                  <a:pt x="7302498" y="2416175"/>
                </a:lnTo>
                <a:lnTo>
                  <a:pt x="7231061" y="2442369"/>
                </a:lnTo>
                <a:lnTo>
                  <a:pt x="7160417" y="2467769"/>
                </a:lnTo>
                <a:lnTo>
                  <a:pt x="7089773" y="2494756"/>
                </a:lnTo>
                <a:lnTo>
                  <a:pt x="7019923" y="2522538"/>
                </a:lnTo>
                <a:lnTo>
                  <a:pt x="6950073" y="2551113"/>
                </a:lnTo>
                <a:lnTo>
                  <a:pt x="6881017" y="2579688"/>
                </a:lnTo>
                <a:lnTo>
                  <a:pt x="6814342" y="2610644"/>
                </a:lnTo>
                <a:lnTo>
                  <a:pt x="6746873" y="2642394"/>
                </a:lnTo>
                <a:lnTo>
                  <a:pt x="6680198" y="2675731"/>
                </a:lnTo>
                <a:lnTo>
                  <a:pt x="6615111" y="2709863"/>
                </a:lnTo>
                <a:lnTo>
                  <a:pt x="6550817" y="2745581"/>
                </a:lnTo>
                <a:lnTo>
                  <a:pt x="6487317" y="2784475"/>
                </a:lnTo>
                <a:lnTo>
                  <a:pt x="6425405" y="2824163"/>
                </a:lnTo>
                <a:lnTo>
                  <a:pt x="6365080" y="2864644"/>
                </a:lnTo>
                <a:lnTo>
                  <a:pt x="6307136" y="2908300"/>
                </a:lnTo>
                <a:lnTo>
                  <a:pt x="6248398" y="2953544"/>
                </a:lnTo>
                <a:lnTo>
                  <a:pt x="6192836" y="3001963"/>
                </a:lnTo>
                <a:lnTo>
                  <a:pt x="6138861" y="3051969"/>
                </a:lnTo>
                <a:lnTo>
                  <a:pt x="6085680" y="3104356"/>
                </a:lnTo>
                <a:lnTo>
                  <a:pt x="6034086" y="3160713"/>
                </a:lnTo>
                <a:lnTo>
                  <a:pt x="5985667" y="3217863"/>
                </a:lnTo>
                <a:lnTo>
                  <a:pt x="5938836" y="3278981"/>
                </a:lnTo>
                <a:lnTo>
                  <a:pt x="5893592" y="3343275"/>
                </a:lnTo>
                <a:lnTo>
                  <a:pt x="5849142" y="3409950"/>
                </a:lnTo>
                <a:lnTo>
                  <a:pt x="5808661" y="3479800"/>
                </a:lnTo>
                <a:lnTo>
                  <a:pt x="5770561" y="3552825"/>
                </a:lnTo>
                <a:lnTo>
                  <a:pt x="5734048" y="3629819"/>
                </a:lnTo>
                <a:lnTo>
                  <a:pt x="5699917" y="3710781"/>
                </a:lnTo>
                <a:lnTo>
                  <a:pt x="5668167" y="3794125"/>
                </a:lnTo>
                <a:lnTo>
                  <a:pt x="5639592" y="3882231"/>
                </a:lnTo>
                <a:lnTo>
                  <a:pt x="5613398" y="3973513"/>
                </a:lnTo>
                <a:lnTo>
                  <a:pt x="5590380" y="4068763"/>
                </a:lnTo>
                <a:lnTo>
                  <a:pt x="5568948" y="4167981"/>
                </a:lnTo>
                <a:lnTo>
                  <a:pt x="5551486" y="4271169"/>
                </a:lnTo>
                <a:lnTo>
                  <a:pt x="5537198" y="4379913"/>
                </a:lnTo>
                <a:lnTo>
                  <a:pt x="5525292" y="4492625"/>
                </a:lnTo>
                <a:lnTo>
                  <a:pt x="5516561" y="4609306"/>
                </a:lnTo>
                <a:lnTo>
                  <a:pt x="5511005" y="4730750"/>
                </a:lnTo>
                <a:lnTo>
                  <a:pt x="5508623" y="4857750"/>
                </a:lnTo>
                <a:lnTo>
                  <a:pt x="5509417" y="4988719"/>
                </a:lnTo>
                <a:lnTo>
                  <a:pt x="5514132" y="5123097"/>
                </a:lnTo>
                <a:lnTo>
                  <a:pt x="5513386" y="5124446"/>
                </a:lnTo>
                <a:lnTo>
                  <a:pt x="5513386" y="5126828"/>
                </a:lnTo>
                <a:lnTo>
                  <a:pt x="5514180" y="5131591"/>
                </a:lnTo>
                <a:lnTo>
                  <a:pt x="5517355" y="5137149"/>
                </a:lnTo>
                <a:lnTo>
                  <a:pt x="5522911" y="5141118"/>
                </a:lnTo>
                <a:lnTo>
                  <a:pt x="5530849" y="5143500"/>
                </a:lnTo>
                <a:lnTo>
                  <a:pt x="0" y="5143500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6">
                  <a:alpha val="5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7461" y="164147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It’s time to …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7461" y="214806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Coffee Break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7461" y="308927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 smtClean="0">
                <a:solidFill>
                  <a:schemeClr val="bg1"/>
                </a:solidFill>
              </a:rPr>
              <a:t>voluptatem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doloremque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3256716" y="1352550"/>
            <a:ext cx="781884" cy="797004"/>
            <a:chOff x="3352800" y="1501776"/>
            <a:chExt cx="574675" cy="585788"/>
          </a:xfrm>
          <a:solidFill>
            <a:schemeClr val="bg1"/>
          </a:solidFill>
        </p:grpSpPr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3429000" y="1931988"/>
              <a:ext cx="112713" cy="38100"/>
            </a:xfrm>
            <a:custGeom>
              <a:avLst/>
              <a:gdLst>
                <a:gd name="T0" fmla="*/ 205 w 640"/>
                <a:gd name="T1" fmla="*/ 0 h 223"/>
                <a:gd name="T2" fmla="*/ 272 w 640"/>
                <a:gd name="T3" fmla="*/ 13 h 223"/>
                <a:gd name="T4" fmla="*/ 334 w 640"/>
                <a:gd name="T5" fmla="*/ 47 h 223"/>
                <a:gd name="T6" fmla="*/ 380 w 640"/>
                <a:gd name="T7" fmla="*/ 87 h 223"/>
                <a:gd name="T8" fmla="*/ 427 w 640"/>
                <a:gd name="T9" fmla="*/ 106 h 223"/>
                <a:gd name="T10" fmla="*/ 476 w 640"/>
                <a:gd name="T11" fmla="*/ 106 h 223"/>
                <a:gd name="T12" fmla="*/ 522 w 640"/>
                <a:gd name="T13" fmla="*/ 87 h 223"/>
                <a:gd name="T14" fmla="*/ 554 w 640"/>
                <a:gd name="T15" fmla="*/ 61 h 223"/>
                <a:gd name="T16" fmla="*/ 583 w 640"/>
                <a:gd name="T17" fmla="*/ 53 h 223"/>
                <a:gd name="T18" fmla="*/ 612 w 640"/>
                <a:gd name="T19" fmla="*/ 61 h 223"/>
                <a:gd name="T20" fmla="*/ 633 w 640"/>
                <a:gd name="T21" fmla="*/ 83 h 223"/>
                <a:gd name="T22" fmla="*/ 640 w 640"/>
                <a:gd name="T23" fmla="*/ 111 h 223"/>
                <a:gd name="T24" fmla="*/ 633 w 640"/>
                <a:gd name="T25" fmla="*/ 139 h 223"/>
                <a:gd name="T26" fmla="*/ 598 w 640"/>
                <a:gd name="T27" fmla="*/ 174 h 223"/>
                <a:gd name="T28" fmla="*/ 543 w 640"/>
                <a:gd name="T29" fmla="*/ 205 h 223"/>
                <a:gd name="T30" fmla="*/ 483 w 640"/>
                <a:gd name="T31" fmla="*/ 221 h 223"/>
                <a:gd name="T32" fmla="*/ 420 w 640"/>
                <a:gd name="T33" fmla="*/ 221 h 223"/>
                <a:gd name="T34" fmla="*/ 360 w 640"/>
                <a:gd name="T35" fmla="*/ 205 h 223"/>
                <a:gd name="T36" fmla="*/ 304 w 640"/>
                <a:gd name="T37" fmla="*/ 174 h 223"/>
                <a:gd name="T38" fmla="*/ 260 w 640"/>
                <a:gd name="T39" fmla="*/ 135 h 223"/>
                <a:gd name="T40" fmla="*/ 213 w 640"/>
                <a:gd name="T41" fmla="*/ 116 h 223"/>
                <a:gd name="T42" fmla="*/ 164 w 640"/>
                <a:gd name="T43" fmla="*/ 116 h 223"/>
                <a:gd name="T44" fmla="*/ 118 w 640"/>
                <a:gd name="T45" fmla="*/ 135 h 223"/>
                <a:gd name="T46" fmla="*/ 86 w 640"/>
                <a:gd name="T47" fmla="*/ 161 h 223"/>
                <a:gd name="T48" fmla="*/ 58 w 640"/>
                <a:gd name="T49" fmla="*/ 168 h 223"/>
                <a:gd name="T50" fmla="*/ 28 w 640"/>
                <a:gd name="T51" fmla="*/ 161 h 223"/>
                <a:gd name="T52" fmla="*/ 8 w 640"/>
                <a:gd name="T53" fmla="*/ 139 h 223"/>
                <a:gd name="T54" fmla="*/ 0 w 640"/>
                <a:gd name="T55" fmla="*/ 111 h 223"/>
                <a:gd name="T56" fmla="*/ 8 w 640"/>
                <a:gd name="T57" fmla="*/ 83 h 223"/>
                <a:gd name="T58" fmla="*/ 44 w 640"/>
                <a:gd name="T59" fmla="*/ 47 h 223"/>
                <a:gd name="T60" fmla="*/ 105 w 640"/>
                <a:gd name="T61" fmla="*/ 13 h 223"/>
                <a:gd name="T62" fmla="*/ 171 w 640"/>
                <a:gd name="T63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0" h="223">
                  <a:moveTo>
                    <a:pt x="171" y="0"/>
                  </a:moveTo>
                  <a:lnTo>
                    <a:pt x="205" y="0"/>
                  </a:lnTo>
                  <a:lnTo>
                    <a:pt x="239" y="4"/>
                  </a:lnTo>
                  <a:lnTo>
                    <a:pt x="272" y="13"/>
                  </a:lnTo>
                  <a:lnTo>
                    <a:pt x="303" y="28"/>
                  </a:lnTo>
                  <a:lnTo>
                    <a:pt x="334" y="47"/>
                  </a:lnTo>
                  <a:lnTo>
                    <a:pt x="361" y="70"/>
                  </a:lnTo>
                  <a:lnTo>
                    <a:pt x="380" y="87"/>
                  </a:lnTo>
                  <a:lnTo>
                    <a:pt x="403" y="98"/>
                  </a:lnTo>
                  <a:lnTo>
                    <a:pt x="427" y="106"/>
                  </a:lnTo>
                  <a:lnTo>
                    <a:pt x="451" y="108"/>
                  </a:lnTo>
                  <a:lnTo>
                    <a:pt x="476" y="106"/>
                  </a:lnTo>
                  <a:lnTo>
                    <a:pt x="500" y="98"/>
                  </a:lnTo>
                  <a:lnTo>
                    <a:pt x="522" y="87"/>
                  </a:lnTo>
                  <a:lnTo>
                    <a:pt x="543" y="70"/>
                  </a:lnTo>
                  <a:lnTo>
                    <a:pt x="554" y="61"/>
                  </a:lnTo>
                  <a:lnTo>
                    <a:pt x="568" y="55"/>
                  </a:lnTo>
                  <a:lnTo>
                    <a:pt x="583" y="53"/>
                  </a:lnTo>
                  <a:lnTo>
                    <a:pt x="597" y="55"/>
                  </a:lnTo>
                  <a:lnTo>
                    <a:pt x="612" y="61"/>
                  </a:lnTo>
                  <a:lnTo>
                    <a:pt x="623" y="70"/>
                  </a:lnTo>
                  <a:lnTo>
                    <a:pt x="633" y="83"/>
                  </a:lnTo>
                  <a:lnTo>
                    <a:pt x="639" y="96"/>
                  </a:lnTo>
                  <a:lnTo>
                    <a:pt x="640" y="111"/>
                  </a:lnTo>
                  <a:lnTo>
                    <a:pt x="639" y="125"/>
                  </a:lnTo>
                  <a:lnTo>
                    <a:pt x="633" y="139"/>
                  </a:lnTo>
                  <a:lnTo>
                    <a:pt x="623" y="152"/>
                  </a:lnTo>
                  <a:lnTo>
                    <a:pt x="598" y="174"/>
                  </a:lnTo>
                  <a:lnTo>
                    <a:pt x="572" y="191"/>
                  </a:lnTo>
                  <a:lnTo>
                    <a:pt x="543" y="205"/>
                  </a:lnTo>
                  <a:lnTo>
                    <a:pt x="514" y="216"/>
                  </a:lnTo>
                  <a:lnTo>
                    <a:pt x="483" y="221"/>
                  </a:lnTo>
                  <a:lnTo>
                    <a:pt x="451" y="223"/>
                  </a:lnTo>
                  <a:lnTo>
                    <a:pt x="420" y="221"/>
                  </a:lnTo>
                  <a:lnTo>
                    <a:pt x="390" y="216"/>
                  </a:lnTo>
                  <a:lnTo>
                    <a:pt x="360" y="205"/>
                  </a:lnTo>
                  <a:lnTo>
                    <a:pt x="332" y="191"/>
                  </a:lnTo>
                  <a:lnTo>
                    <a:pt x="304" y="174"/>
                  </a:lnTo>
                  <a:lnTo>
                    <a:pt x="279" y="152"/>
                  </a:lnTo>
                  <a:lnTo>
                    <a:pt x="260" y="135"/>
                  </a:lnTo>
                  <a:lnTo>
                    <a:pt x="237" y="123"/>
                  </a:lnTo>
                  <a:lnTo>
                    <a:pt x="213" y="116"/>
                  </a:lnTo>
                  <a:lnTo>
                    <a:pt x="189" y="114"/>
                  </a:lnTo>
                  <a:lnTo>
                    <a:pt x="164" y="116"/>
                  </a:lnTo>
                  <a:lnTo>
                    <a:pt x="140" y="123"/>
                  </a:lnTo>
                  <a:lnTo>
                    <a:pt x="118" y="135"/>
                  </a:lnTo>
                  <a:lnTo>
                    <a:pt x="98" y="152"/>
                  </a:lnTo>
                  <a:lnTo>
                    <a:pt x="86" y="161"/>
                  </a:lnTo>
                  <a:lnTo>
                    <a:pt x="72" y="167"/>
                  </a:lnTo>
                  <a:lnTo>
                    <a:pt x="58" y="168"/>
                  </a:lnTo>
                  <a:lnTo>
                    <a:pt x="43" y="167"/>
                  </a:lnTo>
                  <a:lnTo>
                    <a:pt x="28" y="161"/>
                  </a:lnTo>
                  <a:lnTo>
                    <a:pt x="17" y="152"/>
                  </a:lnTo>
                  <a:lnTo>
                    <a:pt x="8" y="139"/>
                  </a:lnTo>
                  <a:lnTo>
                    <a:pt x="1" y="125"/>
                  </a:lnTo>
                  <a:lnTo>
                    <a:pt x="0" y="111"/>
                  </a:lnTo>
                  <a:lnTo>
                    <a:pt x="1" y="96"/>
                  </a:lnTo>
                  <a:lnTo>
                    <a:pt x="8" y="83"/>
                  </a:lnTo>
                  <a:lnTo>
                    <a:pt x="17" y="70"/>
                  </a:lnTo>
                  <a:lnTo>
                    <a:pt x="44" y="47"/>
                  </a:lnTo>
                  <a:lnTo>
                    <a:pt x="73" y="28"/>
                  </a:lnTo>
                  <a:lnTo>
                    <a:pt x="105" y="13"/>
                  </a:lnTo>
                  <a:lnTo>
                    <a:pt x="138" y="4"/>
                  </a:lnTo>
                  <a:lnTo>
                    <a:pt x="1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3490913" y="1868488"/>
              <a:ext cx="112713" cy="39688"/>
            </a:xfrm>
            <a:custGeom>
              <a:avLst/>
              <a:gdLst>
                <a:gd name="T0" fmla="*/ 221 w 641"/>
                <a:gd name="T1" fmla="*/ 2 h 225"/>
                <a:gd name="T2" fmla="*/ 283 w 641"/>
                <a:gd name="T3" fmla="*/ 19 h 225"/>
                <a:gd name="T4" fmla="*/ 337 w 641"/>
                <a:gd name="T5" fmla="*/ 50 h 225"/>
                <a:gd name="T6" fmla="*/ 382 w 641"/>
                <a:gd name="T7" fmla="*/ 89 h 225"/>
                <a:gd name="T8" fmla="*/ 427 w 641"/>
                <a:gd name="T9" fmla="*/ 108 h 225"/>
                <a:gd name="T10" fmla="*/ 476 w 641"/>
                <a:gd name="T11" fmla="*/ 108 h 225"/>
                <a:gd name="T12" fmla="*/ 523 w 641"/>
                <a:gd name="T13" fmla="*/ 89 h 225"/>
                <a:gd name="T14" fmla="*/ 556 w 641"/>
                <a:gd name="T15" fmla="*/ 63 h 225"/>
                <a:gd name="T16" fmla="*/ 584 w 641"/>
                <a:gd name="T17" fmla="*/ 55 h 225"/>
                <a:gd name="T18" fmla="*/ 612 w 641"/>
                <a:gd name="T19" fmla="*/ 63 h 225"/>
                <a:gd name="T20" fmla="*/ 634 w 641"/>
                <a:gd name="T21" fmla="*/ 85 h 225"/>
                <a:gd name="T22" fmla="*/ 641 w 641"/>
                <a:gd name="T23" fmla="*/ 113 h 225"/>
                <a:gd name="T24" fmla="*/ 634 w 641"/>
                <a:gd name="T25" fmla="*/ 141 h 225"/>
                <a:gd name="T26" fmla="*/ 599 w 641"/>
                <a:gd name="T27" fmla="*/ 175 h 225"/>
                <a:gd name="T28" fmla="*/ 544 w 641"/>
                <a:gd name="T29" fmla="*/ 207 h 225"/>
                <a:gd name="T30" fmla="*/ 484 w 641"/>
                <a:gd name="T31" fmla="*/ 223 h 225"/>
                <a:gd name="T32" fmla="*/ 421 w 641"/>
                <a:gd name="T33" fmla="*/ 223 h 225"/>
                <a:gd name="T34" fmla="*/ 361 w 641"/>
                <a:gd name="T35" fmla="*/ 207 h 225"/>
                <a:gd name="T36" fmla="*/ 305 w 641"/>
                <a:gd name="T37" fmla="*/ 175 h 225"/>
                <a:gd name="T38" fmla="*/ 261 w 641"/>
                <a:gd name="T39" fmla="*/ 137 h 225"/>
                <a:gd name="T40" fmla="*/ 214 w 641"/>
                <a:gd name="T41" fmla="*/ 119 h 225"/>
                <a:gd name="T42" fmla="*/ 164 w 641"/>
                <a:gd name="T43" fmla="*/ 119 h 225"/>
                <a:gd name="T44" fmla="*/ 118 w 641"/>
                <a:gd name="T45" fmla="*/ 137 h 225"/>
                <a:gd name="T46" fmla="*/ 86 w 641"/>
                <a:gd name="T47" fmla="*/ 162 h 225"/>
                <a:gd name="T48" fmla="*/ 58 w 641"/>
                <a:gd name="T49" fmla="*/ 171 h 225"/>
                <a:gd name="T50" fmla="*/ 29 w 641"/>
                <a:gd name="T51" fmla="*/ 162 h 225"/>
                <a:gd name="T52" fmla="*/ 8 w 641"/>
                <a:gd name="T53" fmla="*/ 141 h 225"/>
                <a:gd name="T54" fmla="*/ 0 w 641"/>
                <a:gd name="T55" fmla="*/ 113 h 225"/>
                <a:gd name="T56" fmla="*/ 8 w 641"/>
                <a:gd name="T57" fmla="*/ 85 h 225"/>
                <a:gd name="T58" fmla="*/ 42 w 641"/>
                <a:gd name="T59" fmla="*/ 50 h 225"/>
                <a:gd name="T60" fmla="*/ 96 w 641"/>
                <a:gd name="T61" fmla="*/ 19 h 225"/>
                <a:gd name="T62" fmla="*/ 157 w 641"/>
                <a:gd name="T63" fmla="*/ 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1" h="225">
                  <a:moveTo>
                    <a:pt x="189" y="0"/>
                  </a:moveTo>
                  <a:lnTo>
                    <a:pt x="221" y="2"/>
                  </a:lnTo>
                  <a:lnTo>
                    <a:pt x="252" y="8"/>
                  </a:lnTo>
                  <a:lnTo>
                    <a:pt x="283" y="19"/>
                  </a:lnTo>
                  <a:lnTo>
                    <a:pt x="311" y="32"/>
                  </a:lnTo>
                  <a:lnTo>
                    <a:pt x="337" y="50"/>
                  </a:lnTo>
                  <a:lnTo>
                    <a:pt x="361" y="72"/>
                  </a:lnTo>
                  <a:lnTo>
                    <a:pt x="382" y="89"/>
                  </a:lnTo>
                  <a:lnTo>
                    <a:pt x="403" y="100"/>
                  </a:lnTo>
                  <a:lnTo>
                    <a:pt x="427" y="108"/>
                  </a:lnTo>
                  <a:lnTo>
                    <a:pt x="452" y="110"/>
                  </a:lnTo>
                  <a:lnTo>
                    <a:pt x="476" y="108"/>
                  </a:lnTo>
                  <a:lnTo>
                    <a:pt x="500" y="100"/>
                  </a:lnTo>
                  <a:lnTo>
                    <a:pt x="523" y="89"/>
                  </a:lnTo>
                  <a:lnTo>
                    <a:pt x="543" y="72"/>
                  </a:lnTo>
                  <a:lnTo>
                    <a:pt x="556" y="63"/>
                  </a:lnTo>
                  <a:lnTo>
                    <a:pt x="569" y="56"/>
                  </a:lnTo>
                  <a:lnTo>
                    <a:pt x="584" y="55"/>
                  </a:lnTo>
                  <a:lnTo>
                    <a:pt x="598" y="56"/>
                  </a:lnTo>
                  <a:lnTo>
                    <a:pt x="612" y="63"/>
                  </a:lnTo>
                  <a:lnTo>
                    <a:pt x="624" y="72"/>
                  </a:lnTo>
                  <a:lnTo>
                    <a:pt x="634" y="85"/>
                  </a:lnTo>
                  <a:lnTo>
                    <a:pt x="639" y="98"/>
                  </a:lnTo>
                  <a:lnTo>
                    <a:pt x="641" y="113"/>
                  </a:lnTo>
                  <a:lnTo>
                    <a:pt x="639" y="128"/>
                  </a:lnTo>
                  <a:lnTo>
                    <a:pt x="634" y="141"/>
                  </a:lnTo>
                  <a:lnTo>
                    <a:pt x="624" y="153"/>
                  </a:lnTo>
                  <a:lnTo>
                    <a:pt x="599" y="175"/>
                  </a:lnTo>
                  <a:lnTo>
                    <a:pt x="572" y="193"/>
                  </a:lnTo>
                  <a:lnTo>
                    <a:pt x="544" y="207"/>
                  </a:lnTo>
                  <a:lnTo>
                    <a:pt x="514" y="217"/>
                  </a:lnTo>
                  <a:lnTo>
                    <a:pt x="484" y="223"/>
                  </a:lnTo>
                  <a:lnTo>
                    <a:pt x="452" y="225"/>
                  </a:lnTo>
                  <a:lnTo>
                    <a:pt x="421" y="223"/>
                  </a:lnTo>
                  <a:lnTo>
                    <a:pt x="391" y="217"/>
                  </a:lnTo>
                  <a:lnTo>
                    <a:pt x="361" y="207"/>
                  </a:lnTo>
                  <a:lnTo>
                    <a:pt x="332" y="193"/>
                  </a:lnTo>
                  <a:lnTo>
                    <a:pt x="305" y="175"/>
                  </a:lnTo>
                  <a:lnTo>
                    <a:pt x="280" y="153"/>
                  </a:lnTo>
                  <a:lnTo>
                    <a:pt x="261" y="137"/>
                  </a:lnTo>
                  <a:lnTo>
                    <a:pt x="238" y="125"/>
                  </a:lnTo>
                  <a:lnTo>
                    <a:pt x="214" y="119"/>
                  </a:lnTo>
                  <a:lnTo>
                    <a:pt x="189" y="116"/>
                  </a:lnTo>
                  <a:lnTo>
                    <a:pt x="164" y="119"/>
                  </a:lnTo>
                  <a:lnTo>
                    <a:pt x="140" y="125"/>
                  </a:lnTo>
                  <a:lnTo>
                    <a:pt x="118" y="137"/>
                  </a:lnTo>
                  <a:lnTo>
                    <a:pt x="98" y="153"/>
                  </a:lnTo>
                  <a:lnTo>
                    <a:pt x="86" y="162"/>
                  </a:lnTo>
                  <a:lnTo>
                    <a:pt x="72" y="168"/>
                  </a:lnTo>
                  <a:lnTo>
                    <a:pt x="58" y="171"/>
                  </a:lnTo>
                  <a:lnTo>
                    <a:pt x="43" y="168"/>
                  </a:lnTo>
                  <a:lnTo>
                    <a:pt x="29" y="162"/>
                  </a:lnTo>
                  <a:lnTo>
                    <a:pt x="17" y="153"/>
                  </a:lnTo>
                  <a:lnTo>
                    <a:pt x="8" y="141"/>
                  </a:lnTo>
                  <a:lnTo>
                    <a:pt x="2" y="128"/>
                  </a:lnTo>
                  <a:lnTo>
                    <a:pt x="0" y="113"/>
                  </a:lnTo>
                  <a:lnTo>
                    <a:pt x="2" y="98"/>
                  </a:lnTo>
                  <a:lnTo>
                    <a:pt x="8" y="85"/>
                  </a:lnTo>
                  <a:lnTo>
                    <a:pt x="17" y="72"/>
                  </a:lnTo>
                  <a:lnTo>
                    <a:pt x="42" y="50"/>
                  </a:lnTo>
                  <a:lnTo>
                    <a:pt x="68" y="32"/>
                  </a:lnTo>
                  <a:lnTo>
                    <a:pt x="96" y="19"/>
                  </a:lnTo>
                  <a:lnTo>
                    <a:pt x="126" y="8"/>
                  </a:lnTo>
                  <a:lnTo>
                    <a:pt x="157" y="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/>
            <p:cNvSpPr>
              <a:spLocks/>
            </p:cNvSpPr>
            <p:nvPr/>
          </p:nvSpPr>
          <p:spPr bwMode="auto">
            <a:xfrm>
              <a:off x="3552825" y="1806576"/>
              <a:ext cx="112713" cy="39688"/>
            </a:xfrm>
            <a:custGeom>
              <a:avLst/>
              <a:gdLst>
                <a:gd name="T0" fmla="*/ 206 w 641"/>
                <a:gd name="T1" fmla="*/ 0 h 224"/>
                <a:gd name="T2" fmla="*/ 272 w 641"/>
                <a:gd name="T3" fmla="*/ 15 h 224"/>
                <a:gd name="T4" fmla="*/ 334 w 641"/>
                <a:gd name="T5" fmla="*/ 48 h 224"/>
                <a:gd name="T6" fmla="*/ 382 w 641"/>
                <a:gd name="T7" fmla="*/ 88 h 224"/>
                <a:gd name="T8" fmla="*/ 427 w 641"/>
                <a:gd name="T9" fmla="*/ 107 h 224"/>
                <a:gd name="T10" fmla="*/ 476 w 641"/>
                <a:gd name="T11" fmla="*/ 107 h 224"/>
                <a:gd name="T12" fmla="*/ 522 w 641"/>
                <a:gd name="T13" fmla="*/ 88 h 224"/>
                <a:gd name="T14" fmla="*/ 556 w 641"/>
                <a:gd name="T15" fmla="*/ 62 h 224"/>
                <a:gd name="T16" fmla="*/ 584 w 641"/>
                <a:gd name="T17" fmla="*/ 54 h 224"/>
                <a:gd name="T18" fmla="*/ 612 w 641"/>
                <a:gd name="T19" fmla="*/ 62 h 224"/>
                <a:gd name="T20" fmla="*/ 634 w 641"/>
                <a:gd name="T21" fmla="*/ 84 h 224"/>
                <a:gd name="T22" fmla="*/ 641 w 641"/>
                <a:gd name="T23" fmla="*/ 112 h 224"/>
                <a:gd name="T24" fmla="*/ 634 w 641"/>
                <a:gd name="T25" fmla="*/ 140 h 224"/>
                <a:gd name="T26" fmla="*/ 599 w 641"/>
                <a:gd name="T27" fmla="*/ 175 h 224"/>
                <a:gd name="T28" fmla="*/ 543 w 641"/>
                <a:gd name="T29" fmla="*/ 206 h 224"/>
                <a:gd name="T30" fmla="*/ 483 w 641"/>
                <a:gd name="T31" fmla="*/ 222 h 224"/>
                <a:gd name="T32" fmla="*/ 421 w 641"/>
                <a:gd name="T33" fmla="*/ 222 h 224"/>
                <a:gd name="T34" fmla="*/ 360 w 641"/>
                <a:gd name="T35" fmla="*/ 206 h 224"/>
                <a:gd name="T36" fmla="*/ 305 w 641"/>
                <a:gd name="T37" fmla="*/ 175 h 224"/>
                <a:gd name="T38" fmla="*/ 260 w 641"/>
                <a:gd name="T39" fmla="*/ 136 h 224"/>
                <a:gd name="T40" fmla="*/ 214 w 641"/>
                <a:gd name="T41" fmla="*/ 117 h 224"/>
                <a:gd name="T42" fmla="*/ 164 w 641"/>
                <a:gd name="T43" fmla="*/ 117 h 224"/>
                <a:gd name="T44" fmla="*/ 118 w 641"/>
                <a:gd name="T45" fmla="*/ 136 h 224"/>
                <a:gd name="T46" fmla="*/ 86 w 641"/>
                <a:gd name="T47" fmla="*/ 162 h 224"/>
                <a:gd name="T48" fmla="*/ 58 w 641"/>
                <a:gd name="T49" fmla="*/ 170 h 224"/>
                <a:gd name="T50" fmla="*/ 30 w 641"/>
                <a:gd name="T51" fmla="*/ 162 h 224"/>
                <a:gd name="T52" fmla="*/ 8 w 641"/>
                <a:gd name="T53" fmla="*/ 140 h 224"/>
                <a:gd name="T54" fmla="*/ 0 w 641"/>
                <a:gd name="T55" fmla="*/ 112 h 224"/>
                <a:gd name="T56" fmla="*/ 8 w 641"/>
                <a:gd name="T57" fmla="*/ 84 h 224"/>
                <a:gd name="T58" fmla="*/ 44 w 641"/>
                <a:gd name="T59" fmla="*/ 48 h 224"/>
                <a:gd name="T60" fmla="*/ 106 w 641"/>
                <a:gd name="T61" fmla="*/ 15 h 224"/>
                <a:gd name="T62" fmla="*/ 172 w 641"/>
                <a:gd name="T6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1" h="224">
                  <a:moveTo>
                    <a:pt x="172" y="0"/>
                  </a:moveTo>
                  <a:lnTo>
                    <a:pt x="206" y="0"/>
                  </a:lnTo>
                  <a:lnTo>
                    <a:pt x="240" y="5"/>
                  </a:lnTo>
                  <a:lnTo>
                    <a:pt x="272" y="15"/>
                  </a:lnTo>
                  <a:lnTo>
                    <a:pt x="305" y="29"/>
                  </a:lnTo>
                  <a:lnTo>
                    <a:pt x="334" y="48"/>
                  </a:lnTo>
                  <a:lnTo>
                    <a:pt x="361" y="71"/>
                  </a:lnTo>
                  <a:lnTo>
                    <a:pt x="382" y="88"/>
                  </a:lnTo>
                  <a:lnTo>
                    <a:pt x="403" y="99"/>
                  </a:lnTo>
                  <a:lnTo>
                    <a:pt x="427" y="107"/>
                  </a:lnTo>
                  <a:lnTo>
                    <a:pt x="452" y="109"/>
                  </a:lnTo>
                  <a:lnTo>
                    <a:pt x="476" y="107"/>
                  </a:lnTo>
                  <a:lnTo>
                    <a:pt x="500" y="99"/>
                  </a:lnTo>
                  <a:lnTo>
                    <a:pt x="522" y="88"/>
                  </a:lnTo>
                  <a:lnTo>
                    <a:pt x="543" y="71"/>
                  </a:lnTo>
                  <a:lnTo>
                    <a:pt x="556" y="62"/>
                  </a:lnTo>
                  <a:lnTo>
                    <a:pt x="569" y="56"/>
                  </a:lnTo>
                  <a:lnTo>
                    <a:pt x="584" y="54"/>
                  </a:lnTo>
                  <a:lnTo>
                    <a:pt x="598" y="56"/>
                  </a:lnTo>
                  <a:lnTo>
                    <a:pt x="612" y="62"/>
                  </a:lnTo>
                  <a:lnTo>
                    <a:pt x="624" y="71"/>
                  </a:lnTo>
                  <a:lnTo>
                    <a:pt x="634" y="84"/>
                  </a:lnTo>
                  <a:lnTo>
                    <a:pt x="639" y="97"/>
                  </a:lnTo>
                  <a:lnTo>
                    <a:pt x="641" y="112"/>
                  </a:lnTo>
                  <a:lnTo>
                    <a:pt x="639" y="127"/>
                  </a:lnTo>
                  <a:lnTo>
                    <a:pt x="634" y="140"/>
                  </a:lnTo>
                  <a:lnTo>
                    <a:pt x="624" y="153"/>
                  </a:lnTo>
                  <a:lnTo>
                    <a:pt x="599" y="175"/>
                  </a:lnTo>
                  <a:lnTo>
                    <a:pt x="572" y="193"/>
                  </a:lnTo>
                  <a:lnTo>
                    <a:pt x="543" y="206"/>
                  </a:lnTo>
                  <a:lnTo>
                    <a:pt x="514" y="217"/>
                  </a:lnTo>
                  <a:lnTo>
                    <a:pt x="483" y="222"/>
                  </a:lnTo>
                  <a:lnTo>
                    <a:pt x="451" y="224"/>
                  </a:lnTo>
                  <a:lnTo>
                    <a:pt x="421" y="222"/>
                  </a:lnTo>
                  <a:lnTo>
                    <a:pt x="390" y="217"/>
                  </a:lnTo>
                  <a:lnTo>
                    <a:pt x="360" y="206"/>
                  </a:lnTo>
                  <a:lnTo>
                    <a:pt x="332" y="193"/>
                  </a:lnTo>
                  <a:lnTo>
                    <a:pt x="305" y="175"/>
                  </a:lnTo>
                  <a:lnTo>
                    <a:pt x="280" y="153"/>
                  </a:lnTo>
                  <a:lnTo>
                    <a:pt x="260" y="136"/>
                  </a:lnTo>
                  <a:lnTo>
                    <a:pt x="238" y="125"/>
                  </a:lnTo>
                  <a:lnTo>
                    <a:pt x="214" y="117"/>
                  </a:lnTo>
                  <a:lnTo>
                    <a:pt x="189" y="115"/>
                  </a:lnTo>
                  <a:lnTo>
                    <a:pt x="164" y="117"/>
                  </a:lnTo>
                  <a:lnTo>
                    <a:pt x="141" y="125"/>
                  </a:lnTo>
                  <a:lnTo>
                    <a:pt x="118" y="136"/>
                  </a:lnTo>
                  <a:lnTo>
                    <a:pt x="98" y="153"/>
                  </a:lnTo>
                  <a:lnTo>
                    <a:pt x="86" y="162"/>
                  </a:lnTo>
                  <a:lnTo>
                    <a:pt x="72" y="167"/>
                  </a:lnTo>
                  <a:lnTo>
                    <a:pt x="58" y="170"/>
                  </a:lnTo>
                  <a:lnTo>
                    <a:pt x="43" y="167"/>
                  </a:lnTo>
                  <a:lnTo>
                    <a:pt x="30" y="162"/>
                  </a:lnTo>
                  <a:lnTo>
                    <a:pt x="17" y="153"/>
                  </a:lnTo>
                  <a:lnTo>
                    <a:pt x="8" y="140"/>
                  </a:lnTo>
                  <a:lnTo>
                    <a:pt x="2" y="127"/>
                  </a:lnTo>
                  <a:lnTo>
                    <a:pt x="0" y="112"/>
                  </a:lnTo>
                  <a:lnTo>
                    <a:pt x="2" y="97"/>
                  </a:lnTo>
                  <a:lnTo>
                    <a:pt x="8" y="84"/>
                  </a:lnTo>
                  <a:lnTo>
                    <a:pt x="17" y="71"/>
                  </a:lnTo>
                  <a:lnTo>
                    <a:pt x="44" y="48"/>
                  </a:lnTo>
                  <a:lnTo>
                    <a:pt x="74" y="29"/>
                  </a:lnTo>
                  <a:lnTo>
                    <a:pt x="106" y="15"/>
                  </a:lnTo>
                  <a:lnTo>
                    <a:pt x="138" y="5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3614738" y="1744663"/>
              <a:ext cx="112713" cy="39688"/>
            </a:xfrm>
            <a:custGeom>
              <a:avLst/>
              <a:gdLst>
                <a:gd name="T0" fmla="*/ 207 w 641"/>
                <a:gd name="T1" fmla="*/ 0 h 224"/>
                <a:gd name="T2" fmla="*/ 273 w 641"/>
                <a:gd name="T3" fmla="*/ 14 h 224"/>
                <a:gd name="T4" fmla="*/ 335 w 641"/>
                <a:gd name="T5" fmla="*/ 47 h 224"/>
                <a:gd name="T6" fmla="*/ 382 w 641"/>
                <a:gd name="T7" fmla="*/ 87 h 224"/>
                <a:gd name="T8" fmla="*/ 427 w 641"/>
                <a:gd name="T9" fmla="*/ 106 h 224"/>
                <a:gd name="T10" fmla="*/ 477 w 641"/>
                <a:gd name="T11" fmla="*/ 106 h 224"/>
                <a:gd name="T12" fmla="*/ 523 w 641"/>
                <a:gd name="T13" fmla="*/ 87 h 224"/>
                <a:gd name="T14" fmla="*/ 556 w 641"/>
                <a:gd name="T15" fmla="*/ 62 h 224"/>
                <a:gd name="T16" fmla="*/ 584 w 641"/>
                <a:gd name="T17" fmla="*/ 53 h 224"/>
                <a:gd name="T18" fmla="*/ 612 w 641"/>
                <a:gd name="T19" fmla="*/ 62 h 224"/>
                <a:gd name="T20" fmla="*/ 634 w 641"/>
                <a:gd name="T21" fmla="*/ 83 h 224"/>
                <a:gd name="T22" fmla="*/ 641 w 641"/>
                <a:gd name="T23" fmla="*/ 111 h 224"/>
                <a:gd name="T24" fmla="*/ 634 w 641"/>
                <a:gd name="T25" fmla="*/ 140 h 224"/>
                <a:gd name="T26" fmla="*/ 599 w 641"/>
                <a:gd name="T27" fmla="*/ 174 h 224"/>
                <a:gd name="T28" fmla="*/ 544 w 641"/>
                <a:gd name="T29" fmla="*/ 206 h 224"/>
                <a:gd name="T30" fmla="*/ 484 w 641"/>
                <a:gd name="T31" fmla="*/ 222 h 224"/>
                <a:gd name="T32" fmla="*/ 421 w 641"/>
                <a:gd name="T33" fmla="*/ 222 h 224"/>
                <a:gd name="T34" fmla="*/ 361 w 641"/>
                <a:gd name="T35" fmla="*/ 206 h 224"/>
                <a:gd name="T36" fmla="*/ 306 w 641"/>
                <a:gd name="T37" fmla="*/ 174 h 224"/>
                <a:gd name="T38" fmla="*/ 261 w 641"/>
                <a:gd name="T39" fmla="*/ 136 h 224"/>
                <a:gd name="T40" fmla="*/ 214 w 641"/>
                <a:gd name="T41" fmla="*/ 117 h 224"/>
                <a:gd name="T42" fmla="*/ 165 w 641"/>
                <a:gd name="T43" fmla="*/ 117 h 224"/>
                <a:gd name="T44" fmla="*/ 119 w 641"/>
                <a:gd name="T45" fmla="*/ 136 h 224"/>
                <a:gd name="T46" fmla="*/ 87 w 641"/>
                <a:gd name="T47" fmla="*/ 161 h 224"/>
                <a:gd name="T48" fmla="*/ 58 w 641"/>
                <a:gd name="T49" fmla="*/ 170 h 224"/>
                <a:gd name="T50" fmla="*/ 30 w 641"/>
                <a:gd name="T51" fmla="*/ 161 h 224"/>
                <a:gd name="T52" fmla="*/ 8 w 641"/>
                <a:gd name="T53" fmla="*/ 140 h 224"/>
                <a:gd name="T54" fmla="*/ 0 w 641"/>
                <a:gd name="T55" fmla="*/ 111 h 224"/>
                <a:gd name="T56" fmla="*/ 8 w 641"/>
                <a:gd name="T57" fmla="*/ 83 h 224"/>
                <a:gd name="T58" fmla="*/ 45 w 641"/>
                <a:gd name="T59" fmla="*/ 47 h 224"/>
                <a:gd name="T60" fmla="*/ 106 w 641"/>
                <a:gd name="T61" fmla="*/ 14 h 224"/>
                <a:gd name="T62" fmla="*/ 172 w 641"/>
                <a:gd name="T6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1" h="224">
                  <a:moveTo>
                    <a:pt x="172" y="0"/>
                  </a:moveTo>
                  <a:lnTo>
                    <a:pt x="207" y="0"/>
                  </a:lnTo>
                  <a:lnTo>
                    <a:pt x="240" y="4"/>
                  </a:lnTo>
                  <a:lnTo>
                    <a:pt x="273" y="14"/>
                  </a:lnTo>
                  <a:lnTo>
                    <a:pt x="305" y="28"/>
                  </a:lnTo>
                  <a:lnTo>
                    <a:pt x="335" y="47"/>
                  </a:lnTo>
                  <a:lnTo>
                    <a:pt x="362" y="71"/>
                  </a:lnTo>
                  <a:lnTo>
                    <a:pt x="382" y="87"/>
                  </a:lnTo>
                  <a:lnTo>
                    <a:pt x="405" y="100"/>
                  </a:lnTo>
                  <a:lnTo>
                    <a:pt x="427" y="106"/>
                  </a:lnTo>
                  <a:lnTo>
                    <a:pt x="452" y="109"/>
                  </a:lnTo>
                  <a:lnTo>
                    <a:pt x="477" y="106"/>
                  </a:lnTo>
                  <a:lnTo>
                    <a:pt x="500" y="100"/>
                  </a:lnTo>
                  <a:lnTo>
                    <a:pt x="523" y="87"/>
                  </a:lnTo>
                  <a:lnTo>
                    <a:pt x="543" y="71"/>
                  </a:lnTo>
                  <a:lnTo>
                    <a:pt x="556" y="62"/>
                  </a:lnTo>
                  <a:lnTo>
                    <a:pt x="569" y="56"/>
                  </a:lnTo>
                  <a:lnTo>
                    <a:pt x="584" y="53"/>
                  </a:lnTo>
                  <a:lnTo>
                    <a:pt x="598" y="56"/>
                  </a:lnTo>
                  <a:lnTo>
                    <a:pt x="612" y="62"/>
                  </a:lnTo>
                  <a:lnTo>
                    <a:pt x="624" y="71"/>
                  </a:lnTo>
                  <a:lnTo>
                    <a:pt x="634" y="83"/>
                  </a:lnTo>
                  <a:lnTo>
                    <a:pt x="639" y="96"/>
                  </a:lnTo>
                  <a:lnTo>
                    <a:pt x="641" y="111"/>
                  </a:lnTo>
                  <a:lnTo>
                    <a:pt x="639" y="126"/>
                  </a:lnTo>
                  <a:lnTo>
                    <a:pt x="634" y="140"/>
                  </a:lnTo>
                  <a:lnTo>
                    <a:pt x="624" y="152"/>
                  </a:lnTo>
                  <a:lnTo>
                    <a:pt x="599" y="174"/>
                  </a:lnTo>
                  <a:lnTo>
                    <a:pt x="572" y="192"/>
                  </a:lnTo>
                  <a:lnTo>
                    <a:pt x="544" y="206"/>
                  </a:lnTo>
                  <a:lnTo>
                    <a:pt x="514" y="216"/>
                  </a:lnTo>
                  <a:lnTo>
                    <a:pt x="484" y="222"/>
                  </a:lnTo>
                  <a:lnTo>
                    <a:pt x="452" y="224"/>
                  </a:lnTo>
                  <a:lnTo>
                    <a:pt x="421" y="222"/>
                  </a:lnTo>
                  <a:lnTo>
                    <a:pt x="391" y="216"/>
                  </a:lnTo>
                  <a:lnTo>
                    <a:pt x="361" y="206"/>
                  </a:lnTo>
                  <a:lnTo>
                    <a:pt x="333" y="192"/>
                  </a:lnTo>
                  <a:lnTo>
                    <a:pt x="306" y="174"/>
                  </a:lnTo>
                  <a:lnTo>
                    <a:pt x="281" y="152"/>
                  </a:lnTo>
                  <a:lnTo>
                    <a:pt x="261" y="136"/>
                  </a:lnTo>
                  <a:lnTo>
                    <a:pt x="238" y="124"/>
                  </a:lnTo>
                  <a:lnTo>
                    <a:pt x="214" y="117"/>
                  </a:lnTo>
                  <a:lnTo>
                    <a:pt x="190" y="114"/>
                  </a:lnTo>
                  <a:lnTo>
                    <a:pt x="165" y="117"/>
                  </a:lnTo>
                  <a:lnTo>
                    <a:pt x="141" y="124"/>
                  </a:lnTo>
                  <a:lnTo>
                    <a:pt x="119" y="136"/>
                  </a:lnTo>
                  <a:lnTo>
                    <a:pt x="98" y="152"/>
                  </a:lnTo>
                  <a:lnTo>
                    <a:pt x="87" y="161"/>
                  </a:lnTo>
                  <a:lnTo>
                    <a:pt x="72" y="168"/>
                  </a:lnTo>
                  <a:lnTo>
                    <a:pt x="58" y="170"/>
                  </a:lnTo>
                  <a:lnTo>
                    <a:pt x="43" y="168"/>
                  </a:lnTo>
                  <a:lnTo>
                    <a:pt x="30" y="161"/>
                  </a:lnTo>
                  <a:lnTo>
                    <a:pt x="17" y="152"/>
                  </a:lnTo>
                  <a:lnTo>
                    <a:pt x="8" y="140"/>
                  </a:lnTo>
                  <a:lnTo>
                    <a:pt x="2" y="126"/>
                  </a:lnTo>
                  <a:lnTo>
                    <a:pt x="0" y="111"/>
                  </a:lnTo>
                  <a:lnTo>
                    <a:pt x="2" y="96"/>
                  </a:lnTo>
                  <a:lnTo>
                    <a:pt x="8" y="83"/>
                  </a:lnTo>
                  <a:lnTo>
                    <a:pt x="17" y="71"/>
                  </a:lnTo>
                  <a:lnTo>
                    <a:pt x="45" y="47"/>
                  </a:lnTo>
                  <a:lnTo>
                    <a:pt x="74" y="28"/>
                  </a:lnTo>
                  <a:lnTo>
                    <a:pt x="106" y="14"/>
                  </a:lnTo>
                  <a:lnTo>
                    <a:pt x="139" y="4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/>
            <p:cNvSpPr>
              <a:spLocks/>
            </p:cNvSpPr>
            <p:nvPr/>
          </p:nvSpPr>
          <p:spPr bwMode="auto">
            <a:xfrm>
              <a:off x="3676650" y="1682751"/>
              <a:ext cx="112713" cy="39688"/>
            </a:xfrm>
            <a:custGeom>
              <a:avLst/>
              <a:gdLst>
                <a:gd name="T0" fmla="*/ 206 w 641"/>
                <a:gd name="T1" fmla="*/ 0 h 224"/>
                <a:gd name="T2" fmla="*/ 272 w 641"/>
                <a:gd name="T3" fmla="*/ 15 h 224"/>
                <a:gd name="T4" fmla="*/ 334 w 641"/>
                <a:gd name="T5" fmla="*/ 47 h 224"/>
                <a:gd name="T6" fmla="*/ 381 w 641"/>
                <a:gd name="T7" fmla="*/ 87 h 224"/>
                <a:gd name="T8" fmla="*/ 428 w 641"/>
                <a:gd name="T9" fmla="*/ 106 h 224"/>
                <a:gd name="T10" fmla="*/ 477 w 641"/>
                <a:gd name="T11" fmla="*/ 106 h 224"/>
                <a:gd name="T12" fmla="*/ 523 w 641"/>
                <a:gd name="T13" fmla="*/ 87 h 224"/>
                <a:gd name="T14" fmla="*/ 556 w 641"/>
                <a:gd name="T15" fmla="*/ 62 h 224"/>
                <a:gd name="T16" fmla="*/ 584 w 641"/>
                <a:gd name="T17" fmla="*/ 55 h 224"/>
                <a:gd name="T18" fmla="*/ 612 w 641"/>
                <a:gd name="T19" fmla="*/ 62 h 224"/>
                <a:gd name="T20" fmla="*/ 634 w 641"/>
                <a:gd name="T21" fmla="*/ 84 h 224"/>
                <a:gd name="T22" fmla="*/ 641 w 641"/>
                <a:gd name="T23" fmla="*/ 112 h 224"/>
                <a:gd name="T24" fmla="*/ 634 w 641"/>
                <a:gd name="T25" fmla="*/ 140 h 224"/>
                <a:gd name="T26" fmla="*/ 599 w 641"/>
                <a:gd name="T27" fmla="*/ 174 h 224"/>
                <a:gd name="T28" fmla="*/ 545 w 641"/>
                <a:gd name="T29" fmla="*/ 206 h 224"/>
                <a:gd name="T30" fmla="*/ 484 w 641"/>
                <a:gd name="T31" fmla="*/ 222 h 224"/>
                <a:gd name="T32" fmla="*/ 420 w 641"/>
                <a:gd name="T33" fmla="*/ 222 h 224"/>
                <a:gd name="T34" fmla="*/ 359 w 641"/>
                <a:gd name="T35" fmla="*/ 206 h 224"/>
                <a:gd name="T36" fmla="*/ 305 w 641"/>
                <a:gd name="T37" fmla="*/ 174 h 224"/>
                <a:gd name="T38" fmla="*/ 260 w 641"/>
                <a:gd name="T39" fmla="*/ 136 h 224"/>
                <a:gd name="T40" fmla="*/ 214 w 641"/>
                <a:gd name="T41" fmla="*/ 117 h 224"/>
                <a:gd name="T42" fmla="*/ 164 w 641"/>
                <a:gd name="T43" fmla="*/ 117 h 224"/>
                <a:gd name="T44" fmla="*/ 118 w 641"/>
                <a:gd name="T45" fmla="*/ 136 h 224"/>
                <a:gd name="T46" fmla="*/ 86 w 641"/>
                <a:gd name="T47" fmla="*/ 162 h 224"/>
                <a:gd name="T48" fmla="*/ 58 w 641"/>
                <a:gd name="T49" fmla="*/ 170 h 224"/>
                <a:gd name="T50" fmla="*/ 30 w 641"/>
                <a:gd name="T51" fmla="*/ 162 h 224"/>
                <a:gd name="T52" fmla="*/ 8 w 641"/>
                <a:gd name="T53" fmla="*/ 140 h 224"/>
                <a:gd name="T54" fmla="*/ 0 w 641"/>
                <a:gd name="T55" fmla="*/ 112 h 224"/>
                <a:gd name="T56" fmla="*/ 8 w 641"/>
                <a:gd name="T57" fmla="*/ 84 h 224"/>
                <a:gd name="T58" fmla="*/ 44 w 641"/>
                <a:gd name="T59" fmla="*/ 47 h 224"/>
                <a:gd name="T60" fmla="*/ 106 w 641"/>
                <a:gd name="T61" fmla="*/ 15 h 224"/>
                <a:gd name="T62" fmla="*/ 172 w 641"/>
                <a:gd name="T6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1" h="224">
                  <a:moveTo>
                    <a:pt x="172" y="0"/>
                  </a:moveTo>
                  <a:lnTo>
                    <a:pt x="206" y="0"/>
                  </a:lnTo>
                  <a:lnTo>
                    <a:pt x="240" y="5"/>
                  </a:lnTo>
                  <a:lnTo>
                    <a:pt x="272" y="15"/>
                  </a:lnTo>
                  <a:lnTo>
                    <a:pt x="305" y="28"/>
                  </a:lnTo>
                  <a:lnTo>
                    <a:pt x="334" y="47"/>
                  </a:lnTo>
                  <a:lnTo>
                    <a:pt x="361" y="71"/>
                  </a:lnTo>
                  <a:lnTo>
                    <a:pt x="381" y="87"/>
                  </a:lnTo>
                  <a:lnTo>
                    <a:pt x="404" y="99"/>
                  </a:lnTo>
                  <a:lnTo>
                    <a:pt x="428" y="106"/>
                  </a:lnTo>
                  <a:lnTo>
                    <a:pt x="452" y="108"/>
                  </a:lnTo>
                  <a:lnTo>
                    <a:pt x="477" y="106"/>
                  </a:lnTo>
                  <a:lnTo>
                    <a:pt x="500" y="99"/>
                  </a:lnTo>
                  <a:lnTo>
                    <a:pt x="523" y="87"/>
                  </a:lnTo>
                  <a:lnTo>
                    <a:pt x="543" y="71"/>
                  </a:lnTo>
                  <a:lnTo>
                    <a:pt x="556" y="62"/>
                  </a:lnTo>
                  <a:lnTo>
                    <a:pt x="569" y="57"/>
                  </a:lnTo>
                  <a:lnTo>
                    <a:pt x="584" y="55"/>
                  </a:lnTo>
                  <a:lnTo>
                    <a:pt x="598" y="57"/>
                  </a:lnTo>
                  <a:lnTo>
                    <a:pt x="612" y="62"/>
                  </a:lnTo>
                  <a:lnTo>
                    <a:pt x="624" y="71"/>
                  </a:lnTo>
                  <a:lnTo>
                    <a:pt x="634" y="84"/>
                  </a:lnTo>
                  <a:lnTo>
                    <a:pt x="639" y="98"/>
                  </a:lnTo>
                  <a:lnTo>
                    <a:pt x="641" y="112"/>
                  </a:lnTo>
                  <a:lnTo>
                    <a:pt x="639" y="127"/>
                  </a:lnTo>
                  <a:lnTo>
                    <a:pt x="634" y="140"/>
                  </a:lnTo>
                  <a:lnTo>
                    <a:pt x="624" y="153"/>
                  </a:lnTo>
                  <a:lnTo>
                    <a:pt x="599" y="174"/>
                  </a:lnTo>
                  <a:lnTo>
                    <a:pt x="573" y="192"/>
                  </a:lnTo>
                  <a:lnTo>
                    <a:pt x="545" y="206"/>
                  </a:lnTo>
                  <a:lnTo>
                    <a:pt x="515" y="216"/>
                  </a:lnTo>
                  <a:lnTo>
                    <a:pt x="484" y="222"/>
                  </a:lnTo>
                  <a:lnTo>
                    <a:pt x="453" y="224"/>
                  </a:lnTo>
                  <a:lnTo>
                    <a:pt x="420" y="222"/>
                  </a:lnTo>
                  <a:lnTo>
                    <a:pt x="389" y="216"/>
                  </a:lnTo>
                  <a:lnTo>
                    <a:pt x="359" y="206"/>
                  </a:lnTo>
                  <a:lnTo>
                    <a:pt x="331" y="192"/>
                  </a:lnTo>
                  <a:lnTo>
                    <a:pt x="305" y="174"/>
                  </a:lnTo>
                  <a:lnTo>
                    <a:pt x="281" y="153"/>
                  </a:lnTo>
                  <a:lnTo>
                    <a:pt x="260" y="136"/>
                  </a:lnTo>
                  <a:lnTo>
                    <a:pt x="238" y="125"/>
                  </a:lnTo>
                  <a:lnTo>
                    <a:pt x="214" y="117"/>
                  </a:lnTo>
                  <a:lnTo>
                    <a:pt x="189" y="115"/>
                  </a:lnTo>
                  <a:lnTo>
                    <a:pt x="164" y="117"/>
                  </a:lnTo>
                  <a:lnTo>
                    <a:pt x="141" y="125"/>
                  </a:lnTo>
                  <a:lnTo>
                    <a:pt x="118" y="136"/>
                  </a:lnTo>
                  <a:lnTo>
                    <a:pt x="98" y="153"/>
                  </a:lnTo>
                  <a:lnTo>
                    <a:pt x="86" y="162"/>
                  </a:lnTo>
                  <a:lnTo>
                    <a:pt x="72" y="168"/>
                  </a:lnTo>
                  <a:lnTo>
                    <a:pt x="58" y="170"/>
                  </a:lnTo>
                  <a:lnTo>
                    <a:pt x="43" y="168"/>
                  </a:lnTo>
                  <a:lnTo>
                    <a:pt x="30" y="162"/>
                  </a:lnTo>
                  <a:lnTo>
                    <a:pt x="17" y="153"/>
                  </a:lnTo>
                  <a:lnTo>
                    <a:pt x="8" y="140"/>
                  </a:lnTo>
                  <a:lnTo>
                    <a:pt x="3" y="127"/>
                  </a:lnTo>
                  <a:lnTo>
                    <a:pt x="0" y="112"/>
                  </a:lnTo>
                  <a:lnTo>
                    <a:pt x="3" y="98"/>
                  </a:lnTo>
                  <a:lnTo>
                    <a:pt x="8" y="84"/>
                  </a:lnTo>
                  <a:lnTo>
                    <a:pt x="17" y="71"/>
                  </a:lnTo>
                  <a:lnTo>
                    <a:pt x="44" y="47"/>
                  </a:lnTo>
                  <a:lnTo>
                    <a:pt x="74" y="28"/>
                  </a:lnTo>
                  <a:lnTo>
                    <a:pt x="106" y="15"/>
                  </a:lnTo>
                  <a:lnTo>
                    <a:pt x="138" y="5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>
              <a:off x="3582988" y="1600201"/>
              <a:ext cx="101600" cy="36513"/>
            </a:xfrm>
            <a:custGeom>
              <a:avLst/>
              <a:gdLst>
                <a:gd name="T0" fmla="*/ 158 w 578"/>
                <a:gd name="T1" fmla="*/ 0 h 210"/>
                <a:gd name="T2" fmla="*/ 189 w 578"/>
                <a:gd name="T3" fmla="*/ 0 h 210"/>
                <a:gd name="T4" fmla="*/ 220 w 578"/>
                <a:gd name="T5" fmla="*/ 4 h 210"/>
                <a:gd name="T6" fmla="*/ 249 w 578"/>
                <a:gd name="T7" fmla="*/ 12 h 210"/>
                <a:gd name="T8" fmla="*/ 278 w 578"/>
                <a:gd name="T9" fmla="*/ 25 h 210"/>
                <a:gd name="T10" fmla="*/ 305 w 578"/>
                <a:gd name="T11" fmla="*/ 43 h 210"/>
                <a:gd name="T12" fmla="*/ 330 w 578"/>
                <a:gd name="T13" fmla="*/ 64 h 210"/>
                <a:gd name="T14" fmla="*/ 349 w 578"/>
                <a:gd name="T15" fmla="*/ 79 h 210"/>
                <a:gd name="T16" fmla="*/ 371 w 578"/>
                <a:gd name="T17" fmla="*/ 90 h 210"/>
                <a:gd name="T18" fmla="*/ 394 w 578"/>
                <a:gd name="T19" fmla="*/ 95 h 210"/>
                <a:gd name="T20" fmla="*/ 417 w 578"/>
                <a:gd name="T21" fmla="*/ 95 h 210"/>
                <a:gd name="T22" fmla="*/ 440 w 578"/>
                <a:gd name="T23" fmla="*/ 90 h 210"/>
                <a:gd name="T24" fmla="*/ 462 w 578"/>
                <a:gd name="T25" fmla="*/ 79 h 210"/>
                <a:gd name="T26" fmla="*/ 481 w 578"/>
                <a:gd name="T27" fmla="*/ 64 h 210"/>
                <a:gd name="T28" fmla="*/ 493 w 578"/>
                <a:gd name="T29" fmla="*/ 54 h 210"/>
                <a:gd name="T30" fmla="*/ 507 w 578"/>
                <a:gd name="T31" fmla="*/ 49 h 210"/>
                <a:gd name="T32" fmla="*/ 522 w 578"/>
                <a:gd name="T33" fmla="*/ 47 h 210"/>
                <a:gd name="T34" fmla="*/ 536 w 578"/>
                <a:gd name="T35" fmla="*/ 49 h 210"/>
                <a:gd name="T36" fmla="*/ 550 w 578"/>
                <a:gd name="T37" fmla="*/ 54 h 210"/>
                <a:gd name="T38" fmla="*/ 562 w 578"/>
                <a:gd name="T39" fmla="*/ 64 h 210"/>
                <a:gd name="T40" fmla="*/ 571 w 578"/>
                <a:gd name="T41" fmla="*/ 76 h 210"/>
                <a:gd name="T42" fmla="*/ 577 w 578"/>
                <a:gd name="T43" fmla="*/ 90 h 210"/>
                <a:gd name="T44" fmla="*/ 578 w 578"/>
                <a:gd name="T45" fmla="*/ 105 h 210"/>
                <a:gd name="T46" fmla="*/ 577 w 578"/>
                <a:gd name="T47" fmla="*/ 119 h 210"/>
                <a:gd name="T48" fmla="*/ 571 w 578"/>
                <a:gd name="T49" fmla="*/ 133 h 210"/>
                <a:gd name="T50" fmla="*/ 562 w 578"/>
                <a:gd name="T51" fmla="*/ 145 h 210"/>
                <a:gd name="T52" fmla="*/ 540 w 578"/>
                <a:gd name="T53" fmla="*/ 165 h 210"/>
                <a:gd name="T54" fmla="*/ 515 w 578"/>
                <a:gd name="T55" fmla="*/ 182 h 210"/>
                <a:gd name="T56" fmla="*/ 489 w 578"/>
                <a:gd name="T57" fmla="*/ 195 h 210"/>
                <a:gd name="T58" fmla="*/ 462 w 578"/>
                <a:gd name="T59" fmla="*/ 203 h 210"/>
                <a:gd name="T60" fmla="*/ 434 w 578"/>
                <a:gd name="T61" fmla="*/ 208 h 210"/>
                <a:gd name="T62" fmla="*/ 405 w 578"/>
                <a:gd name="T63" fmla="*/ 210 h 210"/>
                <a:gd name="T64" fmla="*/ 377 w 578"/>
                <a:gd name="T65" fmla="*/ 208 h 210"/>
                <a:gd name="T66" fmla="*/ 349 w 578"/>
                <a:gd name="T67" fmla="*/ 203 h 210"/>
                <a:gd name="T68" fmla="*/ 322 w 578"/>
                <a:gd name="T69" fmla="*/ 195 h 210"/>
                <a:gd name="T70" fmla="*/ 296 w 578"/>
                <a:gd name="T71" fmla="*/ 182 h 210"/>
                <a:gd name="T72" fmla="*/ 272 w 578"/>
                <a:gd name="T73" fmla="*/ 165 h 210"/>
                <a:gd name="T74" fmla="*/ 249 w 578"/>
                <a:gd name="T75" fmla="*/ 145 h 210"/>
                <a:gd name="T76" fmla="*/ 230 w 578"/>
                <a:gd name="T77" fmla="*/ 130 h 210"/>
                <a:gd name="T78" fmla="*/ 208 w 578"/>
                <a:gd name="T79" fmla="*/ 120 h 210"/>
                <a:gd name="T80" fmla="*/ 186 w 578"/>
                <a:gd name="T81" fmla="*/ 115 h 210"/>
                <a:gd name="T82" fmla="*/ 162 w 578"/>
                <a:gd name="T83" fmla="*/ 115 h 210"/>
                <a:gd name="T84" fmla="*/ 139 w 578"/>
                <a:gd name="T85" fmla="*/ 120 h 210"/>
                <a:gd name="T86" fmla="*/ 118 w 578"/>
                <a:gd name="T87" fmla="*/ 130 h 210"/>
                <a:gd name="T88" fmla="*/ 98 w 578"/>
                <a:gd name="T89" fmla="*/ 145 h 210"/>
                <a:gd name="T90" fmla="*/ 86 w 578"/>
                <a:gd name="T91" fmla="*/ 155 h 210"/>
                <a:gd name="T92" fmla="*/ 72 w 578"/>
                <a:gd name="T93" fmla="*/ 160 h 210"/>
                <a:gd name="T94" fmla="*/ 57 w 578"/>
                <a:gd name="T95" fmla="*/ 162 h 210"/>
                <a:gd name="T96" fmla="*/ 43 w 578"/>
                <a:gd name="T97" fmla="*/ 160 h 210"/>
                <a:gd name="T98" fmla="*/ 29 w 578"/>
                <a:gd name="T99" fmla="*/ 155 h 210"/>
                <a:gd name="T100" fmla="*/ 17 w 578"/>
                <a:gd name="T101" fmla="*/ 145 h 210"/>
                <a:gd name="T102" fmla="*/ 7 w 578"/>
                <a:gd name="T103" fmla="*/ 133 h 210"/>
                <a:gd name="T104" fmla="*/ 2 w 578"/>
                <a:gd name="T105" fmla="*/ 119 h 210"/>
                <a:gd name="T106" fmla="*/ 0 w 578"/>
                <a:gd name="T107" fmla="*/ 105 h 210"/>
                <a:gd name="T108" fmla="*/ 2 w 578"/>
                <a:gd name="T109" fmla="*/ 90 h 210"/>
                <a:gd name="T110" fmla="*/ 7 w 578"/>
                <a:gd name="T111" fmla="*/ 76 h 210"/>
                <a:gd name="T112" fmla="*/ 17 w 578"/>
                <a:gd name="T113" fmla="*/ 64 h 210"/>
                <a:gd name="T114" fmla="*/ 42 w 578"/>
                <a:gd name="T115" fmla="*/ 43 h 210"/>
                <a:gd name="T116" fmla="*/ 69 w 578"/>
                <a:gd name="T117" fmla="*/ 25 h 210"/>
                <a:gd name="T118" fmla="*/ 98 w 578"/>
                <a:gd name="T119" fmla="*/ 12 h 210"/>
                <a:gd name="T120" fmla="*/ 127 w 578"/>
                <a:gd name="T121" fmla="*/ 4 h 210"/>
                <a:gd name="T122" fmla="*/ 158 w 578"/>
                <a:gd name="T12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8" h="210">
                  <a:moveTo>
                    <a:pt x="158" y="0"/>
                  </a:moveTo>
                  <a:lnTo>
                    <a:pt x="189" y="0"/>
                  </a:lnTo>
                  <a:lnTo>
                    <a:pt x="220" y="4"/>
                  </a:lnTo>
                  <a:lnTo>
                    <a:pt x="249" y="12"/>
                  </a:lnTo>
                  <a:lnTo>
                    <a:pt x="278" y="25"/>
                  </a:lnTo>
                  <a:lnTo>
                    <a:pt x="305" y="43"/>
                  </a:lnTo>
                  <a:lnTo>
                    <a:pt x="330" y="64"/>
                  </a:lnTo>
                  <a:lnTo>
                    <a:pt x="349" y="79"/>
                  </a:lnTo>
                  <a:lnTo>
                    <a:pt x="371" y="90"/>
                  </a:lnTo>
                  <a:lnTo>
                    <a:pt x="394" y="95"/>
                  </a:lnTo>
                  <a:lnTo>
                    <a:pt x="417" y="95"/>
                  </a:lnTo>
                  <a:lnTo>
                    <a:pt x="440" y="90"/>
                  </a:lnTo>
                  <a:lnTo>
                    <a:pt x="462" y="79"/>
                  </a:lnTo>
                  <a:lnTo>
                    <a:pt x="481" y="64"/>
                  </a:lnTo>
                  <a:lnTo>
                    <a:pt x="493" y="54"/>
                  </a:lnTo>
                  <a:lnTo>
                    <a:pt x="507" y="49"/>
                  </a:lnTo>
                  <a:lnTo>
                    <a:pt x="522" y="47"/>
                  </a:lnTo>
                  <a:lnTo>
                    <a:pt x="536" y="49"/>
                  </a:lnTo>
                  <a:lnTo>
                    <a:pt x="550" y="54"/>
                  </a:lnTo>
                  <a:lnTo>
                    <a:pt x="562" y="64"/>
                  </a:lnTo>
                  <a:lnTo>
                    <a:pt x="571" y="76"/>
                  </a:lnTo>
                  <a:lnTo>
                    <a:pt x="577" y="90"/>
                  </a:lnTo>
                  <a:lnTo>
                    <a:pt x="578" y="105"/>
                  </a:lnTo>
                  <a:lnTo>
                    <a:pt x="577" y="119"/>
                  </a:lnTo>
                  <a:lnTo>
                    <a:pt x="571" y="133"/>
                  </a:lnTo>
                  <a:lnTo>
                    <a:pt x="562" y="145"/>
                  </a:lnTo>
                  <a:lnTo>
                    <a:pt x="540" y="165"/>
                  </a:lnTo>
                  <a:lnTo>
                    <a:pt x="515" y="182"/>
                  </a:lnTo>
                  <a:lnTo>
                    <a:pt x="489" y="195"/>
                  </a:lnTo>
                  <a:lnTo>
                    <a:pt x="462" y="203"/>
                  </a:lnTo>
                  <a:lnTo>
                    <a:pt x="434" y="208"/>
                  </a:lnTo>
                  <a:lnTo>
                    <a:pt x="405" y="210"/>
                  </a:lnTo>
                  <a:lnTo>
                    <a:pt x="377" y="208"/>
                  </a:lnTo>
                  <a:lnTo>
                    <a:pt x="349" y="203"/>
                  </a:lnTo>
                  <a:lnTo>
                    <a:pt x="322" y="195"/>
                  </a:lnTo>
                  <a:lnTo>
                    <a:pt x="296" y="182"/>
                  </a:lnTo>
                  <a:lnTo>
                    <a:pt x="272" y="165"/>
                  </a:lnTo>
                  <a:lnTo>
                    <a:pt x="249" y="145"/>
                  </a:lnTo>
                  <a:lnTo>
                    <a:pt x="230" y="130"/>
                  </a:lnTo>
                  <a:lnTo>
                    <a:pt x="208" y="120"/>
                  </a:lnTo>
                  <a:lnTo>
                    <a:pt x="186" y="115"/>
                  </a:lnTo>
                  <a:lnTo>
                    <a:pt x="162" y="115"/>
                  </a:lnTo>
                  <a:lnTo>
                    <a:pt x="139" y="120"/>
                  </a:lnTo>
                  <a:lnTo>
                    <a:pt x="118" y="130"/>
                  </a:lnTo>
                  <a:lnTo>
                    <a:pt x="98" y="145"/>
                  </a:lnTo>
                  <a:lnTo>
                    <a:pt x="86" y="155"/>
                  </a:lnTo>
                  <a:lnTo>
                    <a:pt x="72" y="160"/>
                  </a:lnTo>
                  <a:lnTo>
                    <a:pt x="57" y="162"/>
                  </a:lnTo>
                  <a:lnTo>
                    <a:pt x="43" y="160"/>
                  </a:lnTo>
                  <a:lnTo>
                    <a:pt x="29" y="155"/>
                  </a:lnTo>
                  <a:lnTo>
                    <a:pt x="17" y="145"/>
                  </a:lnTo>
                  <a:lnTo>
                    <a:pt x="7" y="133"/>
                  </a:lnTo>
                  <a:lnTo>
                    <a:pt x="2" y="119"/>
                  </a:lnTo>
                  <a:lnTo>
                    <a:pt x="0" y="105"/>
                  </a:lnTo>
                  <a:lnTo>
                    <a:pt x="2" y="90"/>
                  </a:lnTo>
                  <a:lnTo>
                    <a:pt x="7" y="76"/>
                  </a:lnTo>
                  <a:lnTo>
                    <a:pt x="17" y="64"/>
                  </a:lnTo>
                  <a:lnTo>
                    <a:pt x="42" y="43"/>
                  </a:lnTo>
                  <a:lnTo>
                    <a:pt x="69" y="25"/>
                  </a:lnTo>
                  <a:lnTo>
                    <a:pt x="98" y="12"/>
                  </a:lnTo>
                  <a:lnTo>
                    <a:pt x="127" y="4"/>
                  </a:lnTo>
                  <a:lnTo>
                    <a:pt x="1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3494088" y="1673226"/>
              <a:ext cx="103188" cy="36513"/>
            </a:xfrm>
            <a:custGeom>
              <a:avLst/>
              <a:gdLst>
                <a:gd name="T0" fmla="*/ 159 w 579"/>
                <a:gd name="T1" fmla="*/ 0 h 210"/>
                <a:gd name="T2" fmla="*/ 189 w 579"/>
                <a:gd name="T3" fmla="*/ 0 h 210"/>
                <a:gd name="T4" fmla="*/ 220 w 579"/>
                <a:gd name="T5" fmla="*/ 4 h 210"/>
                <a:gd name="T6" fmla="*/ 249 w 579"/>
                <a:gd name="T7" fmla="*/ 12 h 210"/>
                <a:gd name="T8" fmla="*/ 278 w 579"/>
                <a:gd name="T9" fmla="*/ 25 h 210"/>
                <a:gd name="T10" fmla="*/ 306 w 579"/>
                <a:gd name="T11" fmla="*/ 43 h 210"/>
                <a:gd name="T12" fmla="*/ 331 w 579"/>
                <a:gd name="T13" fmla="*/ 63 h 210"/>
                <a:gd name="T14" fmla="*/ 349 w 579"/>
                <a:gd name="T15" fmla="*/ 79 h 210"/>
                <a:gd name="T16" fmla="*/ 371 w 579"/>
                <a:gd name="T17" fmla="*/ 90 h 210"/>
                <a:gd name="T18" fmla="*/ 394 w 579"/>
                <a:gd name="T19" fmla="*/ 95 h 210"/>
                <a:gd name="T20" fmla="*/ 417 w 579"/>
                <a:gd name="T21" fmla="*/ 95 h 210"/>
                <a:gd name="T22" fmla="*/ 440 w 579"/>
                <a:gd name="T23" fmla="*/ 90 h 210"/>
                <a:gd name="T24" fmla="*/ 462 w 579"/>
                <a:gd name="T25" fmla="*/ 79 h 210"/>
                <a:gd name="T26" fmla="*/ 482 w 579"/>
                <a:gd name="T27" fmla="*/ 63 h 210"/>
                <a:gd name="T28" fmla="*/ 493 w 579"/>
                <a:gd name="T29" fmla="*/ 54 h 210"/>
                <a:gd name="T30" fmla="*/ 508 w 579"/>
                <a:gd name="T31" fmla="*/ 49 h 210"/>
                <a:gd name="T32" fmla="*/ 521 w 579"/>
                <a:gd name="T33" fmla="*/ 47 h 210"/>
                <a:gd name="T34" fmla="*/ 536 w 579"/>
                <a:gd name="T35" fmla="*/ 49 h 210"/>
                <a:gd name="T36" fmla="*/ 550 w 579"/>
                <a:gd name="T37" fmla="*/ 54 h 210"/>
                <a:gd name="T38" fmla="*/ 562 w 579"/>
                <a:gd name="T39" fmla="*/ 63 h 210"/>
                <a:gd name="T40" fmla="*/ 571 w 579"/>
                <a:gd name="T41" fmla="*/ 76 h 210"/>
                <a:gd name="T42" fmla="*/ 577 w 579"/>
                <a:gd name="T43" fmla="*/ 90 h 210"/>
                <a:gd name="T44" fmla="*/ 579 w 579"/>
                <a:gd name="T45" fmla="*/ 104 h 210"/>
                <a:gd name="T46" fmla="*/ 577 w 579"/>
                <a:gd name="T47" fmla="*/ 119 h 210"/>
                <a:gd name="T48" fmla="*/ 571 w 579"/>
                <a:gd name="T49" fmla="*/ 133 h 210"/>
                <a:gd name="T50" fmla="*/ 562 w 579"/>
                <a:gd name="T51" fmla="*/ 145 h 210"/>
                <a:gd name="T52" fmla="*/ 540 w 579"/>
                <a:gd name="T53" fmla="*/ 165 h 210"/>
                <a:gd name="T54" fmla="*/ 515 w 579"/>
                <a:gd name="T55" fmla="*/ 182 h 210"/>
                <a:gd name="T56" fmla="*/ 489 w 579"/>
                <a:gd name="T57" fmla="*/ 194 h 210"/>
                <a:gd name="T58" fmla="*/ 462 w 579"/>
                <a:gd name="T59" fmla="*/ 203 h 210"/>
                <a:gd name="T60" fmla="*/ 434 w 579"/>
                <a:gd name="T61" fmla="*/ 209 h 210"/>
                <a:gd name="T62" fmla="*/ 406 w 579"/>
                <a:gd name="T63" fmla="*/ 210 h 210"/>
                <a:gd name="T64" fmla="*/ 377 w 579"/>
                <a:gd name="T65" fmla="*/ 209 h 210"/>
                <a:gd name="T66" fmla="*/ 349 w 579"/>
                <a:gd name="T67" fmla="*/ 203 h 210"/>
                <a:gd name="T68" fmla="*/ 322 w 579"/>
                <a:gd name="T69" fmla="*/ 194 h 210"/>
                <a:gd name="T70" fmla="*/ 296 w 579"/>
                <a:gd name="T71" fmla="*/ 182 h 210"/>
                <a:gd name="T72" fmla="*/ 272 w 579"/>
                <a:gd name="T73" fmla="*/ 165 h 210"/>
                <a:gd name="T74" fmla="*/ 249 w 579"/>
                <a:gd name="T75" fmla="*/ 145 h 210"/>
                <a:gd name="T76" fmla="*/ 229 w 579"/>
                <a:gd name="T77" fmla="*/ 130 h 210"/>
                <a:gd name="T78" fmla="*/ 209 w 579"/>
                <a:gd name="T79" fmla="*/ 120 h 210"/>
                <a:gd name="T80" fmla="*/ 186 w 579"/>
                <a:gd name="T81" fmla="*/ 115 h 210"/>
                <a:gd name="T82" fmla="*/ 162 w 579"/>
                <a:gd name="T83" fmla="*/ 115 h 210"/>
                <a:gd name="T84" fmla="*/ 139 w 579"/>
                <a:gd name="T85" fmla="*/ 120 h 210"/>
                <a:gd name="T86" fmla="*/ 117 w 579"/>
                <a:gd name="T87" fmla="*/ 130 h 210"/>
                <a:gd name="T88" fmla="*/ 98 w 579"/>
                <a:gd name="T89" fmla="*/ 145 h 210"/>
                <a:gd name="T90" fmla="*/ 86 w 579"/>
                <a:gd name="T91" fmla="*/ 155 h 210"/>
                <a:gd name="T92" fmla="*/ 72 w 579"/>
                <a:gd name="T93" fmla="*/ 161 h 210"/>
                <a:gd name="T94" fmla="*/ 58 w 579"/>
                <a:gd name="T95" fmla="*/ 162 h 210"/>
                <a:gd name="T96" fmla="*/ 43 w 579"/>
                <a:gd name="T97" fmla="*/ 161 h 210"/>
                <a:gd name="T98" fmla="*/ 29 w 579"/>
                <a:gd name="T99" fmla="*/ 155 h 210"/>
                <a:gd name="T100" fmla="*/ 17 w 579"/>
                <a:gd name="T101" fmla="*/ 145 h 210"/>
                <a:gd name="T102" fmla="*/ 8 w 579"/>
                <a:gd name="T103" fmla="*/ 133 h 210"/>
                <a:gd name="T104" fmla="*/ 2 w 579"/>
                <a:gd name="T105" fmla="*/ 119 h 210"/>
                <a:gd name="T106" fmla="*/ 0 w 579"/>
                <a:gd name="T107" fmla="*/ 104 h 210"/>
                <a:gd name="T108" fmla="*/ 2 w 579"/>
                <a:gd name="T109" fmla="*/ 90 h 210"/>
                <a:gd name="T110" fmla="*/ 8 w 579"/>
                <a:gd name="T111" fmla="*/ 76 h 210"/>
                <a:gd name="T112" fmla="*/ 17 w 579"/>
                <a:gd name="T113" fmla="*/ 63 h 210"/>
                <a:gd name="T114" fmla="*/ 42 w 579"/>
                <a:gd name="T115" fmla="*/ 43 h 210"/>
                <a:gd name="T116" fmla="*/ 69 w 579"/>
                <a:gd name="T117" fmla="*/ 25 h 210"/>
                <a:gd name="T118" fmla="*/ 97 w 579"/>
                <a:gd name="T119" fmla="*/ 12 h 210"/>
                <a:gd name="T120" fmla="*/ 127 w 579"/>
                <a:gd name="T121" fmla="*/ 4 h 210"/>
                <a:gd name="T122" fmla="*/ 159 w 579"/>
                <a:gd name="T12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9" h="210">
                  <a:moveTo>
                    <a:pt x="159" y="0"/>
                  </a:moveTo>
                  <a:lnTo>
                    <a:pt x="189" y="0"/>
                  </a:lnTo>
                  <a:lnTo>
                    <a:pt x="220" y="4"/>
                  </a:lnTo>
                  <a:lnTo>
                    <a:pt x="249" y="12"/>
                  </a:lnTo>
                  <a:lnTo>
                    <a:pt x="278" y="25"/>
                  </a:lnTo>
                  <a:lnTo>
                    <a:pt x="306" y="43"/>
                  </a:lnTo>
                  <a:lnTo>
                    <a:pt x="331" y="63"/>
                  </a:lnTo>
                  <a:lnTo>
                    <a:pt x="349" y="79"/>
                  </a:lnTo>
                  <a:lnTo>
                    <a:pt x="371" y="90"/>
                  </a:lnTo>
                  <a:lnTo>
                    <a:pt x="394" y="95"/>
                  </a:lnTo>
                  <a:lnTo>
                    <a:pt x="417" y="95"/>
                  </a:lnTo>
                  <a:lnTo>
                    <a:pt x="440" y="90"/>
                  </a:lnTo>
                  <a:lnTo>
                    <a:pt x="462" y="79"/>
                  </a:lnTo>
                  <a:lnTo>
                    <a:pt x="482" y="63"/>
                  </a:lnTo>
                  <a:lnTo>
                    <a:pt x="493" y="54"/>
                  </a:lnTo>
                  <a:lnTo>
                    <a:pt x="508" y="49"/>
                  </a:lnTo>
                  <a:lnTo>
                    <a:pt x="521" y="47"/>
                  </a:lnTo>
                  <a:lnTo>
                    <a:pt x="536" y="49"/>
                  </a:lnTo>
                  <a:lnTo>
                    <a:pt x="550" y="54"/>
                  </a:lnTo>
                  <a:lnTo>
                    <a:pt x="562" y="63"/>
                  </a:lnTo>
                  <a:lnTo>
                    <a:pt x="571" y="76"/>
                  </a:lnTo>
                  <a:lnTo>
                    <a:pt x="577" y="90"/>
                  </a:lnTo>
                  <a:lnTo>
                    <a:pt x="579" y="104"/>
                  </a:lnTo>
                  <a:lnTo>
                    <a:pt x="577" y="119"/>
                  </a:lnTo>
                  <a:lnTo>
                    <a:pt x="571" y="133"/>
                  </a:lnTo>
                  <a:lnTo>
                    <a:pt x="562" y="145"/>
                  </a:lnTo>
                  <a:lnTo>
                    <a:pt x="540" y="165"/>
                  </a:lnTo>
                  <a:lnTo>
                    <a:pt x="515" y="182"/>
                  </a:lnTo>
                  <a:lnTo>
                    <a:pt x="489" y="194"/>
                  </a:lnTo>
                  <a:lnTo>
                    <a:pt x="462" y="203"/>
                  </a:lnTo>
                  <a:lnTo>
                    <a:pt x="434" y="209"/>
                  </a:lnTo>
                  <a:lnTo>
                    <a:pt x="406" y="210"/>
                  </a:lnTo>
                  <a:lnTo>
                    <a:pt x="377" y="209"/>
                  </a:lnTo>
                  <a:lnTo>
                    <a:pt x="349" y="203"/>
                  </a:lnTo>
                  <a:lnTo>
                    <a:pt x="322" y="194"/>
                  </a:lnTo>
                  <a:lnTo>
                    <a:pt x="296" y="182"/>
                  </a:lnTo>
                  <a:lnTo>
                    <a:pt x="272" y="165"/>
                  </a:lnTo>
                  <a:lnTo>
                    <a:pt x="249" y="145"/>
                  </a:lnTo>
                  <a:lnTo>
                    <a:pt x="229" y="130"/>
                  </a:lnTo>
                  <a:lnTo>
                    <a:pt x="209" y="120"/>
                  </a:lnTo>
                  <a:lnTo>
                    <a:pt x="186" y="115"/>
                  </a:lnTo>
                  <a:lnTo>
                    <a:pt x="162" y="115"/>
                  </a:lnTo>
                  <a:lnTo>
                    <a:pt x="139" y="120"/>
                  </a:lnTo>
                  <a:lnTo>
                    <a:pt x="117" y="130"/>
                  </a:lnTo>
                  <a:lnTo>
                    <a:pt x="98" y="145"/>
                  </a:lnTo>
                  <a:lnTo>
                    <a:pt x="86" y="155"/>
                  </a:lnTo>
                  <a:lnTo>
                    <a:pt x="72" y="161"/>
                  </a:lnTo>
                  <a:lnTo>
                    <a:pt x="58" y="162"/>
                  </a:lnTo>
                  <a:lnTo>
                    <a:pt x="43" y="161"/>
                  </a:lnTo>
                  <a:lnTo>
                    <a:pt x="29" y="155"/>
                  </a:lnTo>
                  <a:lnTo>
                    <a:pt x="17" y="145"/>
                  </a:lnTo>
                  <a:lnTo>
                    <a:pt x="8" y="133"/>
                  </a:lnTo>
                  <a:lnTo>
                    <a:pt x="2" y="119"/>
                  </a:lnTo>
                  <a:lnTo>
                    <a:pt x="0" y="104"/>
                  </a:lnTo>
                  <a:lnTo>
                    <a:pt x="2" y="90"/>
                  </a:lnTo>
                  <a:lnTo>
                    <a:pt x="8" y="76"/>
                  </a:lnTo>
                  <a:lnTo>
                    <a:pt x="17" y="63"/>
                  </a:lnTo>
                  <a:lnTo>
                    <a:pt x="42" y="43"/>
                  </a:lnTo>
                  <a:lnTo>
                    <a:pt x="69" y="25"/>
                  </a:lnTo>
                  <a:lnTo>
                    <a:pt x="97" y="12"/>
                  </a:lnTo>
                  <a:lnTo>
                    <a:pt x="127" y="4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3"/>
            <p:cNvSpPr>
              <a:spLocks/>
            </p:cNvSpPr>
            <p:nvPr/>
          </p:nvSpPr>
          <p:spPr bwMode="auto">
            <a:xfrm>
              <a:off x="3603625" y="1947863"/>
              <a:ext cx="103188" cy="36513"/>
            </a:xfrm>
            <a:custGeom>
              <a:avLst/>
              <a:gdLst>
                <a:gd name="T0" fmla="*/ 158 w 579"/>
                <a:gd name="T1" fmla="*/ 0 h 210"/>
                <a:gd name="T2" fmla="*/ 190 w 579"/>
                <a:gd name="T3" fmla="*/ 0 h 210"/>
                <a:gd name="T4" fmla="*/ 220 w 579"/>
                <a:gd name="T5" fmla="*/ 4 h 210"/>
                <a:gd name="T6" fmla="*/ 250 w 579"/>
                <a:gd name="T7" fmla="*/ 12 h 210"/>
                <a:gd name="T8" fmla="*/ 278 w 579"/>
                <a:gd name="T9" fmla="*/ 25 h 210"/>
                <a:gd name="T10" fmla="*/ 305 w 579"/>
                <a:gd name="T11" fmla="*/ 43 h 210"/>
                <a:gd name="T12" fmla="*/ 330 w 579"/>
                <a:gd name="T13" fmla="*/ 64 h 210"/>
                <a:gd name="T14" fmla="*/ 350 w 579"/>
                <a:gd name="T15" fmla="*/ 79 h 210"/>
                <a:gd name="T16" fmla="*/ 371 w 579"/>
                <a:gd name="T17" fmla="*/ 90 h 210"/>
                <a:gd name="T18" fmla="*/ 394 w 579"/>
                <a:gd name="T19" fmla="*/ 94 h 210"/>
                <a:gd name="T20" fmla="*/ 418 w 579"/>
                <a:gd name="T21" fmla="*/ 94 h 210"/>
                <a:gd name="T22" fmla="*/ 441 w 579"/>
                <a:gd name="T23" fmla="*/ 90 h 210"/>
                <a:gd name="T24" fmla="*/ 463 w 579"/>
                <a:gd name="T25" fmla="*/ 79 h 210"/>
                <a:gd name="T26" fmla="*/ 481 w 579"/>
                <a:gd name="T27" fmla="*/ 64 h 210"/>
                <a:gd name="T28" fmla="*/ 494 w 579"/>
                <a:gd name="T29" fmla="*/ 54 h 210"/>
                <a:gd name="T30" fmla="*/ 507 w 579"/>
                <a:gd name="T31" fmla="*/ 49 h 210"/>
                <a:gd name="T32" fmla="*/ 522 w 579"/>
                <a:gd name="T33" fmla="*/ 47 h 210"/>
                <a:gd name="T34" fmla="*/ 537 w 579"/>
                <a:gd name="T35" fmla="*/ 49 h 210"/>
                <a:gd name="T36" fmla="*/ 550 w 579"/>
                <a:gd name="T37" fmla="*/ 54 h 210"/>
                <a:gd name="T38" fmla="*/ 563 w 579"/>
                <a:gd name="T39" fmla="*/ 64 h 210"/>
                <a:gd name="T40" fmla="*/ 572 w 579"/>
                <a:gd name="T41" fmla="*/ 76 h 210"/>
                <a:gd name="T42" fmla="*/ 577 w 579"/>
                <a:gd name="T43" fmla="*/ 90 h 210"/>
                <a:gd name="T44" fmla="*/ 579 w 579"/>
                <a:gd name="T45" fmla="*/ 105 h 210"/>
                <a:gd name="T46" fmla="*/ 577 w 579"/>
                <a:gd name="T47" fmla="*/ 119 h 210"/>
                <a:gd name="T48" fmla="*/ 572 w 579"/>
                <a:gd name="T49" fmla="*/ 133 h 210"/>
                <a:gd name="T50" fmla="*/ 563 w 579"/>
                <a:gd name="T51" fmla="*/ 145 h 210"/>
                <a:gd name="T52" fmla="*/ 540 w 579"/>
                <a:gd name="T53" fmla="*/ 165 h 210"/>
                <a:gd name="T54" fmla="*/ 516 w 579"/>
                <a:gd name="T55" fmla="*/ 181 h 210"/>
                <a:gd name="T56" fmla="*/ 490 w 579"/>
                <a:gd name="T57" fmla="*/ 194 h 210"/>
                <a:gd name="T58" fmla="*/ 462 w 579"/>
                <a:gd name="T59" fmla="*/ 203 h 210"/>
                <a:gd name="T60" fmla="*/ 434 w 579"/>
                <a:gd name="T61" fmla="*/ 208 h 210"/>
                <a:gd name="T62" fmla="*/ 406 w 579"/>
                <a:gd name="T63" fmla="*/ 210 h 210"/>
                <a:gd name="T64" fmla="*/ 372 w 579"/>
                <a:gd name="T65" fmla="*/ 208 h 210"/>
                <a:gd name="T66" fmla="*/ 339 w 579"/>
                <a:gd name="T67" fmla="*/ 200 h 210"/>
                <a:gd name="T68" fmla="*/ 306 w 579"/>
                <a:gd name="T69" fmla="*/ 187 h 210"/>
                <a:gd name="T70" fmla="*/ 277 w 579"/>
                <a:gd name="T71" fmla="*/ 168 h 210"/>
                <a:gd name="T72" fmla="*/ 249 w 579"/>
                <a:gd name="T73" fmla="*/ 145 h 210"/>
                <a:gd name="T74" fmla="*/ 230 w 579"/>
                <a:gd name="T75" fmla="*/ 130 h 210"/>
                <a:gd name="T76" fmla="*/ 208 w 579"/>
                <a:gd name="T77" fmla="*/ 120 h 210"/>
                <a:gd name="T78" fmla="*/ 185 w 579"/>
                <a:gd name="T79" fmla="*/ 115 h 210"/>
                <a:gd name="T80" fmla="*/ 163 w 579"/>
                <a:gd name="T81" fmla="*/ 115 h 210"/>
                <a:gd name="T82" fmla="*/ 140 w 579"/>
                <a:gd name="T83" fmla="*/ 120 h 210"/>
                <a:gd name="T84" fmla="*/ 118 w 579"/>
                <a:gd name="T85" fmla="*/ 130 h 210"/>
                <a:gd name="T86" fmla="*/ 99 w 579"/>
                <a:gd name="T87" fmla="*/ 145 h 210"/>
                <a:gd name="T88" fmla="*/ 87 w 579"/>
                <a:gd name="T89" fmla="*/ 155 h 210"/>
                <a:gd name="T90" fmla="*/ 73 w 579"/>
                <a:gd name="T91" fmla="*/ 160 h 210"/>
                <a:gd name="T92" fmla="*/ 58 w 579"/>
                <a:gd name="T93" fmla="*/ 162 h 210"/>
                <a:gd name="T94" fmla="*/ 44 w 579"/>
                <a:gd name="T95" fmla="*/ 160 h 210"/>
                <a:gd name="T96" fmla="*/ 29 w 579"/>
                <a:gd name="T97" fmla="*/ 155 h 210"/>
                <a:gd name="T98" fmla="*/ 18 w 579"/>
                <a:gd name="T99" fmla="*/ 145 h 210"/>
                <a:gd name="T100" fmla="*/ 8 w 579"/>
                <a:gd name="T101" fmla="*/ 133 h 210"/>
                <a:gd name="T102" fmla="*/ 2 w 579"/>
                <a:gd name="T103" fmla="*/ 119 h 210"/>
                <a:gd name="T104" fmla="*/ 0 w 579"/>
                <a:gd name="T105" fmla="*/ 105 h 210"/>
                <a:gd name="T106" fmla="*/ 2 w 579"/>
                <a:gd name="T107" fmla="*/ 90 h 210"/>
                <a:gd name="T108" fmla="*/ 8 w 579"/>
                <a:gd name="T109" fmla="*/ 76 h 210"/>
                <a:gd name="T110" fmla="*/ 18 w 579"/>
                <a:gd name="T111" fmla="*/ 64 h 210"/>
                <a:gd name="T112" fmla="*/ 42 w 579"/>
                <a:gd name="T113" fmla="*/ 43 h 210"/>
                <a:gd name="T114" fmla="*/ 69 w 579"/>
                <a:gd name="T115" fmla="*/ 25 h 210"/>
                <a:gd name="T116" fmla="*/ 98 w 579"/>
                <a:gd name="T117" fmla="*/ 12 h 210"/>
                <a:gd name="T118" fmla="*/ 128 w 579"/>
                <a:gd name="T119" fmla="*/ 4 h 210"/>
                <a:gd name="T120" fmla="*/ 158 w 579"/>
                <a:gd name="T121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9" h="210">
                  <a:moveTo>
                    <a:pt x="158" y="0"/>
                  </a:moveTo>
                  <a:lnTo>
                    <a:pt x="190" y="0"/>
                  </a:lnTo>
                  <a:lnTo>
                    <a:pt x="220" y="4"/>
                  </a:lnTo>
                  <a:lnTo>
                    <a:pt x="250" y="12"/>
                  </a:lnTo>
                  <a:lnTo>
                    <a:pt x="278" y="25"/>
                  </a:lnTo>
                  <a:lnTo>
                    <a:pt x="305" y="43"/>
                  </a:lnTo>
                  <a:lnTo>
                    <a:pt x="330" y="64"/>
                  </a:lnTo>
                  <a:lnTo>
                    <a:pt x="350" y="79"/>
                  </a:lnTo>
                  <a:lnTo>
                    <a:pt x="371" y="90"/>
                  </a:lnTo>
                  <a:lnTo>
                    <a:pt x="394" y="94"/>
                  </a:lnTo>
                  <a:lnTo>
                    <a:pt x="418" y="94"/>
                  </a:lnTo>
                  <a:lnTo>
                    <a:pt x="441" y="90"/>
                  </a:lnTo>
                  <a:lnTo>
                    <a:pt x="463" y="79"/>
                  </a:lnTo>
                  <a:lnTo>
                    <a:pt x="481" y="64"/>
                  </a:lnTo>
                  <a:lnTo>
                    <a:pt x="494" y="54"/>
                  </a:lnTo>
                  <a:lnTo>
                    <a:pt x="507" y="49"/>
                  </a:lnTo>
                  <a:lnTo>
                    <a:pt x="522" y="47"/>
                  </a:lnTo>
                  <a:lnTo>
                    <a:pt x="537" y="49"/>
                  </a:lnTo>
                  <a:lnTo>
                    <a:pt x="550" y="54"/>
                  </a:lnTo>
                  <a:lnTo>
                    <a:pt x="563" y="64"/>
                  </a:lnTo>
                  <a:lnTo>
                    <a:pt x="572" y="76"/>
                  </a:lnTo>
                  <a:lnTo>
                    <a:pt x="577" y="90"/>
                  </a:lnTo>
                  <a:lnTo>
                    <a:pt x="579" y="105"/>
                  </a:lnTo>
                  <a:lnTo>
                    <a:pt x="577" y="119"/>
                  </a:lnTo>
                  <a:lnTo>
                    <a:pt x="572" y="133"/>
                  </a:lnTo>
                  <a:lnTo>
                    <a:pt x="563" y="145"/>
                  </a:lnTo>
                  <a:lnTo>
                    <a:pt x="540" y="165"/>
                  </a:lnTo>
                  <a:lnTo>
                    <a:pt x="516" y="181"/>
                  </a:lnTo>
                  <a:lnTo>
                    <a:pt x="490" y="194"/>
                  </a:lnTo>
                  <a:lnTo>
                    <a:pt x="462" y="203"/>
                  </a:lnTo>
                  <a:lnTo>
                    <a:pt x="434" y="208"/>
                  </a:lnTo>
                  <a:lnTo>
                    <a:pt x="406" y="210"/>
                  </a:lnTo>
                  <a:lnTo>
                    <a:pt x="372" y="208"/>
                  </a:lnTo>
                  <a:lnTo>
                    <a:pt x="339" y="200"/>
                  </a:lnTo>
                  <a:lnTo>
                    <a:pt x="306" y="187"/>
                  </a:lnTo>
                  <a:lnTo>
                    <a:pt x="277" y="168"/>
                  </a:lnTo>
                  <a:lnTo>
                    <a:pt x="249" y="145"/>
                  </a:lnTo>
                  <a:lnTo>
                    <a:pt x="230" y="130"/>
                  </a:lnTo>
                  <a:lnTo>
                    <a:pt x="208" y="120"/>
                  </a:lnTo>
                  <a:lnTo>
                    <a:pt x="185" y="115"/>
                  </a:lnTo>
                  <a:lnTo>
                    <a:pt x="163" y="115"/>
                  </a:lnTo>
                  <a:lnTo>
                    <a:pt x="140" y="120"/>
                  </a:lnTo>
                  <a:lnTo>
                    <a:pt x="118" y="130"/>
                  </a:lnTo>
                  <a:lnTo>
                    <a:pt x="99" y="145"/>
                  </a:lnTo>
                  <a:lnTo>
                    <a:pt x="87" y="155"/>
                  </a:lnTo>
                  <a:lnTo>
                    <a:pt x="73" y="160"/>
                  </a:lnTo>
                  <a:lnTo>
                    <a:pt x="58" y="162"/>
                  </a:lnTo>
                  <a:lnTo>
                    <a:pt x="44" y="160"/>
                  </a:lnTo>
                  <a:lnTo>
                    <a:pt x="29" y="155"/>
                  </a:lnTo>
                  <a:lnTo>
                    <a:pt x="18" y="145"/>
                  </a:lnTo>
                  <a:lnTo>
                    <a:pt x="8" y="133"/>
                  </a:lnTo>
                  <a:lnTo>
                    <a:pt x="2" y="119"/>
                  </a:lnTo>
                  <a:lnTo>
                    <a:pt x="0" y="105"/>
                  </a:lnTo>
                  <a:lnTo>
                    <a:pt x="2" y="90"/>
                  </a:lnTo>
                  <a:lnTo>
                    <a:pt x="8" y="76"/>
                  </a:lnTo>
                  <a:lnTo>
                    <a:pt x="18" y="64"/>
                  </a:lnTo>
                  <a:lnTo>
                    <a:pt x="42" y="43"/>
                  </a:lnTo>
                  <a:lnTo>
                    <a:pt x="69" y="25"/>
                  </a:lnTo>
                  <a:lnTo>
                    <a:pt x="98" y="12"/>
                  </a:lnTo>
                  <a:lnTo>
                    <a:pt x="128" y="4"/>
                  </a:lnTo>
                  <a:lnTo>
                    <a:pt x="1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4"/>
            <p:cNvSpPr>
              <a:spLocks/>
            </p:cNvSpPr>
            <p:nvPr/>
          </p:nvSpPr>
          <p:spPr bwMode="auto">
            <a:xfrm>
              <a:off x="3738563" y="1622426"/>
              <a:ext cx="96838" cy="36513"/>
            </a:xfrm>
            <a:custGeom>
              <a:avLst/>
              <a:gdLst>
                <a:gd name="T0" fmla="*/ 167 w 553"/>
                <a:gd name="T1" fmla="*/ 0 h 206"/>
                <a:gd name="T2" fmla="*/ 199 w 553"/>
                <a:gd name="T3" fmla="*/ 2 h 206"/>
                <a:gd name="T4" fmla="*/ 232 w 553"/>
                <a:gd name="T5" fmla="*/ 10 h 206"/>
                <a:gd name="T6" fmla="*/ 262 w 553"/>
                <a:gd name="T7" fmla="*/ 22 h 206"/>
                <a:gd name="T8" fmla="*/ 291 w 553"/>
                <a:gd name="T9" fmla="*/ 39 h 206"/>
                <a:gd name="T10" fmla="*/ 317 w 553"/>
                <a:gd name="T11" fmla="*/ 62 h 206"/>
                <a:gd name="T12" fmla="*/ 334 w 553"/>
                <a:gd name="T13" fmla="*/ 76 h 206"/>
                <a:gd name="T14" fmla="*/ 354 w 553"/>
                <a:gd name="T15" fmla="*/ 84 h 206"/>
                <a:gd name="T16" fmla="*/ 376 w 553"/>
                <a:gd name="T17" fmla="*/ 90 h 206"/>
                <a:gd name="T18" fmla="*/ 396 w 553"/>
                <a:gd name="T19" fmla="*/ 90 h 206"/>
                <a:gd name="T20" fmla="*/ 418 w 553"/>
                <a:gd name="T21" fmla="*/ 84 h 206"/>
                <a:gd name="T22" fmla="*/ 438 w 553"/>
                <a:gd name="T23" fmla="*/ 76 h 206"/>
                <a:gd name="T24" fmla="*/ 455 w 553"/>
                <a:gd name="T25" fmla="*/ 62 h 206"/>
                <a:gd name="T26" fmla="*/ 467 w 553"/>
                <a:gd name="T27" fmla="*/ 53 h 206"/>
                <a:gd name="T28" fmla="*/ 481 w 553"/>
                <a:gd name="T29" fmla="*/ 47 h 206"/>
                <a:gd name="T30" fmla="*/ 495 w 553"/>
                <a:gd name="T31" fmla="*/ 45 h 206"/>
                <a:gd name="T32" fmla="*/ 510 w 553"/>
                <a:gd name="T33" fmla="*/ 47 h 206"/>
                <a:gd name="T34" fmla="*/ 523 w 553"/>
                <a:gd name="T35" fmla="*/ 53 h 206"/>
                <a:gd name="T36" fmla="*/ 536 w 553"/>
                <a:gd name="T37" fmla="*/ 62 h 206"/>
                <a:gd name="T38" fmla="*/ 545 w 553"/>
                <a:gd name="T39" fmla="*/ 74 h 206"/>
                <a:gd name="T40" fmla="*/ 551 w 553"/>
                <a:gd name="T41" fmla="*/ 88 h 206"/>
                <a:gd name="T42" fmla="*/ 553 w 553"/>
                <a:gd name="T43" fmla="*/ 102 h 206"/>
                <a:gd name="T44" fmla="*/ 551 w 553"/>
                <a:gd name="T45" fmla="*/ 117 h 206"/>
                <a:gd name="T46" fmla="*/ 545 w 553"/>
                <a:gd name="T47" fmla="*/ 131 h 206"/>
                <a:gd name="T48" fmla="*/ 536 w 553"/>
                <a:gd name="T49" fmla="*/ 143 h 206"/>
                <a:gd name="T50" fmla="*/ 511 w 553"/>
                <a:gd name="T51" fmla="*/ 165 h 206"/>
                <a:gd name="T52" fmla="*/ 482 w 553"/>
                <a:gd name="T53" fmla="*/ 183 h 206"/>
                <a:gd name="T54" fmla="*/ 452 w 553"/>
                <a:gd name="T55" fmla="*/ 195 h 206"/>
                <a:gd name="T56" fmla="*/ 419 w 553"/>
                <a:gd name="T57" fmla="*/ 204 h 206"/>
                <a:gd name="T58" fmla="*/ 386 w 553"/>
                <a:gd name="T59" fmla="*/ 206 h 206"/>
                <a:gd name="T60" fmla="*/ 353 w 553"/>
                <a:gd name="T61" fmla="*/ 204 h 206"/>
                <a:gd name="T62" fmla="*/ 320 w 553"/>
                <a:gd name="T63" fmla="*/ 195 h 206"/>
                <a:gd name="T64" fmla="*/ 290 w 553"/>
                <a:gd name="T65" fmla="*/ 183 h 206"/>
                <a:gd name="T66" fmla="*/ 261 w 553"/>
                <a:gd name="T67" fmla="*/ 165 h 206"/>
                <a:gd name="T68" fmla="*/ 236 w 553"/>
                <a:gd name="T69" fmla="*/ 143 h 206"/>
                <a:gd name="T70" fmla="*/ 218 w 553"/>
                <a:gd name="T71" fmla="*/ 129 h 206"/>
                <a:gd name="T72" fmla="*/ 198 w 553"/>
                <a:gd name="T73" fmla="*/ 120 h 206"/>
                <a:gd name="T74" fmla="*/ 178 w 553"/>
                <a:gd name="T75" fmla="*/ 115 h 206"/>
                <a:gd name="T76" fmla="*/ 156 w 553"/>
                <a:gd name="T77" fmla="*/ 115 h 206"/>
                <a:gd name="T78" fmla="*/ 135 w 553"/>
                <a:gd name="T79" fmla="*/ 120 h 206"/>
                <a:gd name="T80" fmla="*/ 115 w 553"/>
                <a:gd name="T81" fmla="*/ 129 h 206"/>
                <a:gd name="T82" fmla="*/ 97 w 553"/>
                <a:gd name="T83" fmla="*/ 143 h 206"/>
                <a:gd name="T84" fmla="*/ 86 w 553"/>
                <a:gd name="T85" fmla="*/ 153 h 206"/>
                <a:gd name="T86" fmla="*/ 71 w 553"/>
                <a:gd name="T87" fmla="*/ 158 h 206"/>
                <a:gd name="T88" fmla="*/ 57 w 553"/>
                <a:gd name="T89" fmla="*/ 160 h 206"/>
                <a:gd name="T90" fmla="*/ 43 w 553"/>
                <a:gd name="T91" fmla="*/ 158 h 206"/>
                <a:gd name="T92" fmla="*/ 29 w 553"/>
                <a:gd name="T93" fmla="*/ 153 h 206"/>
                <a:gd name="T94" fmla="*/ 17 w 553"/>
                <a:gd name="T95" fmla="*/ 143 h 206"/>
                <a:gd name="T96" fmla="*/ 8 w 553"/>
                <a:gd name="T97" fmla="*/ 131 h 206"/>
                <a:gd name="T98" fmla="*/ 2 w 553"/>
                <a:gd name="T99" fmla="*/ 117 h 206"/>
                <a:gd name="T100" fmla="*/ 0 w 553"/>
                <a:gd name="T101" fmla="*/ 102 h 206"/>
                <a:gd name="T102" fmla="*/ 2 w 553"/>
                <a:gd name="T103" fmla="*/ 88 h 206"/>
                <a:gd name="T104" fmla="*/ 8 w 553"/>
                <a:gd name="T105" fmla="*/ 74 h 206"/>
                <a:gd name="T106" fmla="*/ 17 w 553"/>
                <a:gd name="T107" fmla="*/ 62 h 206"/>
                <a:gd name="T108" fmla="*/ 43 w 553"/>
                <a:gd name="T109" fmla="*/ 39 h 206"/>
                <a:gd name="T110" fmla="*/ 72 w 553"/>
                <a:gd name="T111" fmla="*/ 22 h 206"/>
                <a:gd name="T112" fmla="*/ 103 w 553"/>
                <a:gd name="T113" fmla="*/ 10 h 206"/>
                <a:gd name="T114" fmla="*/ 135 w 553"/>
                <a:gd name="T115" fmla="*/ 2 h 206"/>
                <a:gd name="T116" fmla="*/ 167 w 553"/>
                <a:gd name="T11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3" h="206">
                  <a:moveTo>
                    <a:pt x="167" y="0"/>
                  </a:moveTo>
                  <a:lnTo>
                    <a:pt x="199" y="2"/>
                  </a:lnTo>
                  <a:lnTo>
                    <a:pt x="232" y="10"/>
                  </a:lnTo>
                  <a:lnTo>
                    <a:pt x="262" y="22"/>
                  </a:lnTo>
                  <a:lnTo>
                    <a:pt x="291" y="39"/>
                  </a:lnTo>
                  <a:lnTo>
                    <a:pt x="317" y="62"/>
                  </a:lnTo>
                  <a:lnTo>
                    <a:pt x="334" y="76"/>
                  </a:lnTo>
                  <a:lnTo>
                    <a:pt x="354" y="84"/>
                  </a:lnTo>
                  <a:lnTo>
                    <a:pt x="376" y="90"/>
                  </a:lnTo>
                  <a:lnTo>
                    <a:pt x="396" y="90"/>
                  </a:lnTo>
                  <a:lnTo>
                    <a:pt x="418" y="84"/>
                  </a:lnTo>
                  <a:lnTo>
                    <a:pt x="438" y="76"/>
                  </a:lnTo>
                  <a:lnTo>
                    <a:pt x="455" y="62"/>
                  </a:lnTo>
                  <a:lnTo>
                    <a:pt x="467" y="53"/>
                  </a:lnTo>
                  <a:lnTo>
                    <a:pt x="481" y="47"/>
                  </a:lnTo>
                  <a:lnTo>
                    <a:pt x="495" y="45"/>
                  </a:lnTo>
                  <a:lnTo>
                    <a:pt x="510" y="47"/>
                  </a:lnTo>
                  <a:lnTo>
                    <a:pt x="523" y="53"/>
                  </a:lnTo>
                  <a:lnTo>
                    <a:pt x="536" y="62"/>
                  </a:lnTo>
                  <a:lnTo>
                    <a:pt x="545" y="74"/>
                  </a:lnTo>
                  <a:lnTo>
                    <a:pt x="551" y="88"/>
                  </a:lnTo>
                  <a:lnTo>
                    <a:pt x="553" y="102"/>
                  </a:lnTo>
                  <a:lnTo>
                    <a:pt x="551" y="117"/>
                  </a:lnTo>
                  <a:lnTo>
                    <a:pt x="545" y="131"/>
                  </a:lnTo>
                  <a:lnTo>
                    <a:pt x="536" y="143"/>
                  </a:lnTo>
                  <a:lnTo>
                    <a:pt x="511" y="165"/>
                  </a:lnTo>
                  <a:lnTo>
                    <a:pt x="482" y="183"/>
                  </a:lnTo>
                  <a:lnTo>
                    <a:pt x="452" y="195"/>
                  </a:lnTo>
                  <a:lnTo>
                    <a:pt x="419" y="204"/>
                  </a:lnTo>
                  <a:lnTo>
                    <a:pt x="386" y="206"/>
                  </a:lnTo>
                  <a:lnTo>
                    <a:pt x="353" y="204"/>
                  </a:lnTo>
                  <a:lnTo>
                    <a:pt x="320" y="195"/>
                  </a:lnTo>
                  <a:lnTo>
                    <a:pt x="290" y="183"/>
                  </a:lnTo>
                  <a:lnTo>
                    <a:pt x="261" y="165"/>
                  </a:lnTo>
                  <a:lnTo>
                    <a:pt x="236" y="143"/>
                  </a:lnTo>
                  <a:lnTo>
                    <a:pt x="218" y="129"/>
                  </a:lnTo>
                  <a:lnTo>
                    <a:pt x="198" y="120"/>
                  </a:lnTo>
                  <a:lnTo>
                    <a:pt x="178" y="115"/>
                  </a:lnTo>
                  <a:lnTo>
                    <a:pt x="156" y="115"/>
                  </a:lnTo>
                  <a:lnTo>
                    <a:pt x="135" y="120"/>
                  </a:lnTo>
                  <a:lnTo>
                    <a:pt x="115" y="129"/>
                  </a:lnTo>
                  <a:lnTo>
                    <a:pt x="97" y="143"/>
                  </a:lnTo>
                  <a:lnTo>
                    <a:pt x="86" y="153"/>
                  </a:lnTo>
                  <a:lnTo>
                    <a:pt x="71" y="158"/>
                  </a:lnTo>
                  <a:lnTo>
                    <a:pt x="57" y="160"/>
                  </a:lnTo>
                  <a:lnTo>
                    <a:pt x="43" y="158"/>
                  </a:lnTo>
                  <a:lnTo>
                    <a:pt x="29" y="153"/>
                  </a:lnTo>
                  <a:lnTo>
                    <a:pt x="17" y="143"/>
                  </a:lnTo>
                  <a:lnTo>
                    <a:pt x="8" y="131"/>
                  </a:lnTo>
                  <a:lnTo>
                    <a:pt x="2" y="117"/>
                  </a:lnTo>
                  <a:lnTo>
                    <a:pt x="0" y="102"/>
                  </a:lnTo>
                  <a:lnTo>
                    <a:pt x="2" y="88"/>
                  </a:lnTo>
                  <a:lnTo>
                    <a:pt x="8" y="74"/>
                  </a:lnTo>
                  <a:lnTo>
                    <a:pt x="17" y="62"/>
                  </a:lnTo>
                  <a:lnTo>
                    <a:pt x="43" y="39"/>
                  </a:lnTo>
                  <a:lnTo>
                    <a:pt x="72" y="22"/>
                  </a:lnTo>
                  <a:lnTo>
                    <a:pt x="103" y="10"/>
                  </a:lnTo>
                  <a:lnTo>
                    <a:pt x="135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5"/>
            <p:cNvSpPr>
              <a:spLocks noEditPoints="1"/>
            </p:cNvSpPr>
            <p:nvPr/>
          </p:nvSpPr>
          <p:spPr bwMode="auto">
            <a:xfrm>
              <a:off x="3352800" y="1501776"/>
              <a:ext cx="574675" cy="585788"/>
            </a:xfrm>
            <a:custGeom>
              <a:avLst/>
              <a:gdLst>
                <a:gd name="T0" fmla="*/ 2810 w 3255"/>
                <a:gd name="T1" fmla="*/ 1168 h 3324"/>
                <a:gd name="T2" fmla="*/ 2418 w 3255"/>
                <a:gd name="T3" fmla="*/ 1588 h 3324"/>
                <a:gd name="T4" fmla="*/ 2076 w 3255"/>
                <a:gd name="T5" fmla="*/ 2035 h 3324"/>
                <a:gd name="T6" fmla="*/ 2351 w 3255"/>
                <a:gd name="T7" fmla="*/ 2085 h 3324"/>
                <a:gd name="T8" fmla="*/ 2364 w 3255"/>
                <a:gd name="T9" fmla="*/ 2217 h 3324"/>
                <a:gd name="T10" fmla="*/ 1997 w 3255"/>
                <a:gd name="T11" fmla="*/ 2151 h 3324"/>
                <a:gd name="T12" fmla="*/ 1697 w 3255"/>
                <a:gd name="T13" fmla="*/ 2325 h 3324"/>
                <a:gd name="T14" fmla="*/ 1090 w 3255"/>
                <a:gd name="T15" fmla="*/ 3027 h 3324"/>
                <a:gd name="T16" fmla="*/ 1294 w 3255"/>
                <a:gd name="T17" fmla="*/ 3197 h 3324"/>
                <a:gd name="T18" fmla="*/ 1789 w 3255"/>
                <a:gd name="T19" fmla="*/ 2869 h 3324"/>
                <a:gd name="T20" fmla="*/ 2752 w 3255"/>
                <a:gd name="T21" fmla="*/ 1911 h 3324"/>
                <a:gd name="T22" fmla="*/ 2568 w 3255"/>
                <a:gd name="T23" fmla="*/ 1738 h 3324"/>
                <a:gd name="T24" fmla="*/ 2362 w 3255"/>
                <a:gd name="T25" fmla="*/ 1749 h 3324"/>
                <a:gd name="T26" fmla="*/ 2604 w 3255"/>
                <a:gd name="T27" fmla="*/ 1629 h 3324"/>
                <a:gd name="T28" fmla="*/ 2861 w 3255"/>
                <a:gd name="T29" fmla="*/ 1665 h 3324"/>
                <a:gd name="T30" fmla="*/ 3108 w 3255"/>
                <a:gd name="T31" fmla="*/ 1414 h 3324"/>
                <a:gd name="T32" fmla="*/ 2991 w 3255"/>
                <a:gd name="T33" fmla="*/ 1089 h 3324"/>
                <a:gd name="T34" fmla="*/ 2148 w 3255"/>
                <a:gd name="T35" fmla="*/ 683 h 3324"/>
                <a:gd name="T36" fmla="*/ 1908 w 3255"/>
                <a:gd name="T37" fmla="*/ 870 h 3324"/>
                <a:gd name="T38" fmla="*/ 784 w 3255"/>
                <a:gd name="T39" fmla="*/ 2005 h 3324"/>
                <a:gd name="T40" fmla="*/ 393 w 3255"/>
                <a:gd name="T41" fmla="*/ 2524 h 3324"/>
                <a:gd name="T42" fmla="*/ 401 w 3255"/>
                <a:gd name="T43" fmla="*/ 2993 h 3324"/>
                <a:gd name="T44" fmla="*/ 540 w 3255"/>
                <a:gd name="T45" fmla="*/ 3042 h 3324"/>
                <a:gd name="T46" fmla="*/ 889 w 3255"/>
                <a:gd name="T47" fmla="*/ 2840 h 3324"/>
                <a:gd name="T48" fmla="*/ 1624 w 3255"/>
                <a:gd name="T49" fmla="*/ 2228 h 3324"/>
                <a:gd name="T50" fmla="*/ 2068 w 3255"/>
                <a:gd name="T51" fmla="*/ 1810 h 3324"/>
                <a:gd name="T52" fmla="*/ 2553 w 3255"/>
                <a:gd name="T53" fmla="*/ 1221 h 3324"/>
                <a:gd name="T54" fmla="*/ 2853 w 3255"/>
                <a:gd name="T55" fmla="*/ 489 h 3324"/>
                <a:gd name="T56" fmla="*/ 1962 w 3255"/>
                <a:gd name="T57" fmla="*/ 127 h 3324"/>
                <a:gd name="T58" fmla="*/ 1467 w 3255"/>
                <a:gd name="T59" fmla="*/ 454 h 3324"/>
                <a:gd name="T60" fmla="*/ 502 w 3255"/>
                <a:gd name="T61" fmla="*/ 1414 h 3324"/>
                <a:gd name="T62" fmla="*/ 718 w 3255"/>
                <a:gd name="T63" fmla="*/ 1548 h 3324"/>
                <a:gd name="T64" fmla="*/ 933 w 3255"/>
                <a:gd name="T65" fmla="*/ 1534 h 3324"/>
                <a:gd name="T66" fmla="*/ 743 w 3255"/>
                <a:gd name="T67" fmla="*/ 1678 h 3324"/>
                <a:gd name="T68" fmla="*/ 457 w 3255"/>
                <a:gd name="T69" fmla="*/ 1625 h 3324"/>
                <a:gd name="T70" fmla="*/ 256 w 3255"/>
                <a:gd name="T71" fmla="*/ 1722 h 3324"/>
                <a:gd name="T72" fmla="*/ 159 w 3255"/>
                <a:gd name="T73" fmla="*/ 2167 h 3324"/>
                <a:gd name="T74" fmla="*/ 313 w 3255"/>
                <a:gd name="T75" fmla="*/ 2225 h 3324"/>
                <a:gd name="T76" fmla="*/ 629 w 3255"/>
                <a:gd name="T77" fmla="*/ 2012 h 3324"/>
                <a:gd name="T78" fmla="*/ 1586 w 3255"/>
                <a:gd name="T79" fmla="*/ 975 h 3324"/>
                <a:gd name="T80" fmla="*/ 2062 w 3255"/>
                <a:gd name="T81" fmla="*/ 534 h 3324"/>
                <a:gd name="T82" fmla="*/ 2111 w 3255"/>
                <a:gd name="T83" fmla="*/ 134 h 3324"/>
                <a:gd name="T84" fmla="*/ 2269 w 3255"/>
                <a:gd name="T85" fmla="*/ 174 h 3324"/>
                <a:gd name="T86" fmla="*/ 2432 w 3255"/>
                <a:gd name="T87" fmla="*/ 352 h 3324"/>
                <a:gd name="T88" fmla="*/ 2911 w 3255"/>
                <a:gd name="T89" fmla="*/ 366 h 3324"/>
                <a:gd name="T90" fmla="*/ 2936 w 3255"/>
                <a:gd name="T91" fmla="*/ 814 h 3324"/>
                <a:gd name="T92" fmla="*/ 3142 w 3255"/>
                <a:gd name="T93" fmla="*/ 1045 h 3324"/>
                <a:gd name="T94" fmla="*/ 3161 w 3255"/>
                <a:gd name="T95" fmla="*/ 1562 h 3324"/>
                <a:gd name="T96" fmla="*/ 2766 w 3255"/>
                <a:gd name="T97" fmla="*/ 2076 h 3324"/>
                <a:gd name="T98" fmla="*/ 1750 w 3255"/>
                <a:gd name="T99" fmla="*/ 3047 h 3324"/>
                <a:gd name="T100" fmla="*/ 1182 w 3255"/>
                <a:gd name="T101" fmla="*/ 3322 h 3324"/>
                <a:gd name="T102" fmla="*/ 984 w 3255"/>
                <a:gd name="T103" fmla="*/ 2963 h 3324"/>
                <a:gd name="T104" fmla="*/ 532 w 3255"/>
                <a:gd name="T105" fmla="*/ 3159 h 3324"/>
                <a:gd name="T106" fmla="*/ 222 w 3255"/>
                <a:gd name="T107" fmla="*/ 2959 h 3324"/>
                <a:gd name="T108" fmla="*/ 389 w 3255"/>
                <a:gd name="T109" fmla="*/ 2317 h 3324"/>
                <a:gd name="T110" fmla="*/ 34 w 3255"/>
                <a:gd name="T111" fmla="*/ 2188 h 3324"/>
                <a:gd name="T112" fmla="*/ 183 w 3255"/>
                <a:gd name="T113" fmla="*/ 1626 h 3324"/>
                <a:gd name="T114" fmla="*/ 781 w 3255"/>
                <a:gd name="T115" fmla="*/ 898 h 3324"/>
                <a:gd name="T116" fmla="*/ 1645 w 3255"/>
                <a:gd name="T117" fmla="*/ 170 h 3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55" h="3324">
                  <a:moveTo>
                    <a:pt x="2991" y="1089"/>
                  </a:moveTo>
                  <a:lnTo>
                    <a:pt x="2987" y="1089"/>
                  </a:lnTo>
                  <a:lnTo>
                    <a:pt x="2981" y="1089"/>
                  </a:lnTo>
                  <a:lnTo>
                    <a:pt x="2974" y="1091"/>
                  </a:lnTo>
                  <a:lnTo>
                    <a:pt x="2965" y="1093"/>
                  </a:lnTo>
                  <a:lnTo>
                    <a:pt x="2954" y="1096"/>
                  </a:lnTo>
                  <a:lnTo>
                    <a:pt x="2941" y="1100"/>
                  </a:lnTo>
                  <a:lnTo>
                    <a:pt x="2926" y="1107"/>
                  </a:lnTo>
                  <a:lnTo>
                    <a:pt x="2908" y="1114"/>
                  </a:lnTo>
                  <a:lnTo>
                    <a:pt x="2888" y="1124"/>
                  </a:lnTo>
                  <a:lnTo>
                    <a:pt x="2865" y="1137"/>
                  </a:lnTo>
                  <a:lnTo>
                    <a:pt x="2839" y="1152"/>
                  </a:lnTo>
                  <a:lnTo>
                    <a:pt x="2810" y="1168"/>
                  </a:lnTo>
                  <a:lnTo>
                    <a:pt x="2777" y="1189"/>
                  </a:lnTo>
                  <a:lnTo>
                    <a:pt x="2742" y="1212"/>
                  </a:lnTo>
                  <a:lnTo>
                    <a:pt x="2703" y="1240"/>
                  </a:lnTo>
                  <a:lnTo>
                    <a:pt x="2662" y="1270"/>
                  </a:lnTo>
                  <a:lnTo>
                    <a:pt x="2645" y="1290"/>
                  </a:lnTo>
                  <a:lnTo>
                    <a:pt x="2592" y="1364"/>
                  </a:lnTo>
                  <a:lnTo>
                    <a:pt x="2537" y="1439"/>
                  </a:lnTo>
                  <a:lnTo>
                    <a:pt x="2536" y="1439"/>
                  </a:lnTo>
                  <a:lnTo>
                    <a:pt x="2536" y="1439"/>
                  </a:lnTo>
                  <a:lnTo>
                    <a:pt x="2482" y="1508"/>
                  </a:lnTo>
                  <a:lnTo>
                    <a:pt x="2428" y="1576"/>
                  </a:lnTo>
                  <a:lnTo>
                    <a:pt x="2423" y="1582"/>
                  </a:lnTo>
                  <a:lnTo>
                    <a:pt x="2418" y="1588"/>
                  </a:lnTo>
                  <a:lnTo>
                    <a:pt x="2367" y="1650"/>
                  </a:lnTo>
                  <a:lnTo>
                    <a:pt x="2314" y="1711"/>
                  </a:lnTo>
                  <a:lnTo>
                    <a:pt x="2296" y="1733"/>
                  </a:lnTo>
                  <a:lnTo>
                    <a:pt x="2234" y="1801"/>
                  </a:lnTo>
                  <a:lnTo>
                    <a:pt x="2171" y="1870"/>
                  </a:lnTo>
                  <a:lnTo>
                    <a:pt x="2163" y="1877"/>
                  </a:lnTo>
                  <a:lnTo>
                    <a:pt x="2152" y="1889"/>
                  </a:lnTo>
                  <a:lnTo>
                    <a:pt x="2139" y="1903"/>
                  </a:lnTo>
                  <a:lnTo>
                    <a:pt x="2123" y="1918"/>
                  </a:lnTo>
                  <a:lnTo>
                    <a:pt x="2069" y="1975"/>
                  </a:lnTo>
                  <a:lnTo>
                    <a:pt x="2014" y="2031"/>
                  </a:lnTo>
                  <a:lnTo>
                    <a:pt x="2045" y="2030"/>
                  </a:lnTo>
                  <a:lnTo>
                    <a:pt x="2076" y="2035"/>
                  </a:lnTo>
                  <a:lnTo>
                    <a:pt x="2106" y="2043"/>
                  </a:lnTo>
                  <a:lnTo>
                    <a:pt x="2136" y="2055"/>
                  </a:lnTo>
                  <a:lnTo>
                    <a:pt x="2163" y="2073"/>
                  </a:lnTo>
                  <a:lnTo>
                    <a:pt x="2189" y="2094"/>
                  </a:lnTo>
                  <a:lnTo>
                    <a:pt x="2204" y="2108"/>
                  </a:lnTo>
                  <a:lnTo>
                    <a:pt x="2223" y="2117"/>
                  </a:lnTo>
                  <a:lnTo>
                    <a:pt x="2243" y="2124"/>
                  </a:lnTo>
                  <a:lnTo>
                    <a:pt x="2264" y="2125"/>
                  </a:lnTo>
                  <a:lnTo>
                    <a:pt x="2285" y="2124"/>
                  </a:lnTo>
                  <a:lnTo>
                    <a:pt x="2304" y="2117"/>
                  </a:lnTo>
                  <a:lnTo>
                    <a:pt x="2323" y="2108"/>
                  </a:lnTo>
                  <a:lnTo>
                    <a:pt x="2339" y="2094"/>
                  </a:lnTo>
                  <a:lnTo>
                    <a:pt x="2351" y="2085"/>
                  </a:lnTo>
                  <a:lnTo>
                    <a:pt x="2365" y="2080"/>
                  </a:lnTo>
                  <a:lnTo>
                    <a:pt x="2379" y="2077"/>
                  </a:lnTo>
                  <a:lnTo>
                    <a:pt x="2394" y="2080"/>
                  </a:lnTo>
                  <a:lnTo>
                    <a:pt x="2409" y="2085"/>
                  </a:lnTo>
                  <a:lnTo>
                    <a:pt x="2420" y="2094"/>
                  </a:lnTo>
                  <a:lnTo>
                    <a:pt x="2429" y="2107"/>
                  </a:lnTo>
                  <a:lnTo>
                    <a:pt x="2436" y="2120"/>
                  </a:lnTo>
                  <a:lnTo>
                    <a:pt x="2437" y="2135"/>
                  </a:lnTo>
                  <a:lnTo>
                    <a:pt x="2436" y="2150"/>
                  </a:lnTo>
                  <a:lnTo>
                    <a:pt x="2429" y="2163"/>
                  </a:lnTo>
                  <a:lnTo>
                    <a:pt x="2420" y="2176"/>
                  </a:lnTo>
                  <a:lnTo>
                    <a:pt x="2394" y="2199"/>
                  </a:lnTo>
                  <a:lnTo>
                    <a:pt x="2364" y="2217"/>
                  </a:lnTo>
                  <a:lnTo>
                    <a:pt x="2332" y="2230"/>
                  </a:lnTo>
                  <a:lnTo>
                    <a:pt x="2299" y="2239"/>
                  </a:lnTo>
                  <a:lnTo>
                    <a:pt x="2264" y="2241"/>
                  </a:lnTo>
                  <a:lnTo>
                    <a:pt x="2228" y="2239"/>
                  </a:lnTo>
                  <a:lnTo>
                    <a:pt x="2195" y="2230"/>
                  </a:lnTo>
                  <a:lnTo>
                    <a:pt x="2164" y="2217"/>
                  </a:lnTo>
                  <a:lnTo>
                    <a:pt x="2133" y="2199"/>
                  </a:lnTo>
                  <a:lnTo>
                    <a:pt x="2107" y="2176"/>
                  </a:lnTo>
                  <a:lnTo>
                    <a:pt x="2088" y="2160"/>
                  </a:lnTo>
                  <a:lnTo>
                    <a:pt x="2067" y="2151"/>
                  </a:lnTo>
                  <a:lnTo>
                    <a:pt x="2044" y="2146"/>
                  </a:lnTo>
                  <a:lnTo>
                    <a:pt x="2020" y="2146"/>
                  </a:lnTo>
                  <a:lnTo>
                    <a:pt x="1997" y="2151"/>
                  </a:lnTo>
                  <a:lnTo>
                    <a:pt x="1975" y="2160"/>
                  </a:lnTo>
                  <a:lnTo>
                    <a:pt x="1956" y="2176"/>
                  </a:lnTo>
                  <a:lnTo>
                    <a:pt x="1944" y="2185"/>
                  </a:lnTo>
                  <a:lnTo>
                    <a:pt x="1930" y="2191"/>
                  </a:lnTo>
                  <a:lnTo>
                    <a:pt x="1916" y="2193"/>
                  </a:lnTo>
                  <a:lnTo>
                    <a:pt x="1901" y="2191"/>
                  </a:lnTo>
                  <a:lnTo>
                    <a:pt x="1888" y="2185"/>
                  </a:lnTo>
                  <a:lnTo>
                    <a:pt x="1875" y="2176"/>
                  </a:lnTo>
                  <a:lnTo>
                    <a:pt x="1874" y="2174"/>
                  </a:lnTo>
                  <a:lnTo>
                    <a:pt x="1873" y="2172"/>
                  </a:lnTo>
                  <a:lnTo>
                    <a:pt x="1871" y="2170"/>
                  </a:lnTo>
                  <a:lnTo>
                    <a:pt x="1786" y="2248"/>
                  </a:lnTo>
                  <a:lnTo>
                    <a:pt x="1697" y="2325"/>
                  </a:lnTo>
                  <a:lnTo>
                    <a:pt x="1608" y="2398"/>
                  </a:lnTo>
                  <a:lnTo>
                    <a:pt x="1489" y="2503"/>
                  </a:lnTo>
                  <a:lnTo>
                    <a:pt x="1367" y="2608"/>
                  </a:lnTo>
                  <a:lnTo>
                    <a:pt x="1243" y="2712"/>
                  </a:lnTo>
                  <a:lnTo>
                    <a:pt x="1214" y="2759"/>
                  </a:lnTo>
                  <a:lnTo>
                    <a:pt x="1187" y="2803"/>
                  </a:lnTo>
                  <a:lnTo>
                    <a:pt x="1162" y="2846"/>
                  </a:lnTo>
                  <a:lnTo>
                    <a:pt x="1139" y="2887"/>
                  </a:lnTo>
                  <a:lnTo>
                    <a:pt x="1118" y="2927"/>
                  </a:lnTo>
                  <a:lnTo>
                    <a:pt x="1107" y="2949"/>
                  </a:lnTo>
                  <a:lnTo>
                    <a:pt x="1099" y="2974"/>
                  </a:lnTo>
                  <a:lnTo>
                    <a:pt x="1094" y="3000"/>
                  </a:lnTo>
                  <a:lnTo>
                    <a:pt x="1090" y="3027"/>
                  </a:lnTo>
                  <a:lnTo>
                    <a:pt x="1089" y="3056"/>
                  </a:lnTo>
                  <a:lnTo>
                    <a:pt x="1090" y="3083"/>
                  </a:lnTo>
                  <a:lnTo>
                    <a:pt x="1094" y="3109"/>
                  </a:lnTo>
                  <a:lnTo>
                    <a:pt x="1102" y="3134"/>
                  </a:lnTo>
                  <a:lnTo>
                    <a:pt x="1113" y="3157"/>
                  </a:lnTo>
                  <a:lnTo>
                    <a:pt x="1125" y="3173"/>
                  </a:lnTo>
                  <a:lnTo>
                    <a:pt x="1139" y="3187"/>
                  </a:lnTo>
                  <a:lnTo>
                    <a:pt x="1156" y="3197"/>
                  </a:lnTo>
                  <a:lnTo>
                    <a:pt x="1175" y="3204"/>
                  </a:lnTo>
                  <a:lnTo>
                    <a:pt x="1198" y="3207"/>
                  </a:lnTo>
                  <a:lnTo>
                    <a:pt x="1223" y="3209"/>
                  </a:lnTo>
                  <a:lnTo>
                    <a:pt x="1257" y="3205"/>
                  </a:lnTo>
                  <a:lnTo>
                    <a:pt x="1294" y="3197"/>
                  </a:lnTo>
                  <a:lnTo>
                    <a:pt x="1331" y="3183"/>
                  </a:lnTo>
                  <a:lnTo>
                    <a:pt x="1370" y="3167"/>
                  </a:lnTo>
                  <a:lnTo>
                    <a:pt x="1411" y="3146"/>
                  </a:lnTo>
                  <a:lnTo>
                    <a:pt x="1450" y="3123"/>
                  </a:lnTo>
                  <a:lnTo>
                    <a:pt x="1491" y="3096"/>
                  </a:lnTo>
                  <a:lnTo>
                    <a:pt x="1531" y="3068"/>
                  </a:lnTo>
                  <a:lnTo>
                    <a:pt x="1572" y="3039"/>
                  </a:lnTo>
                  <a:lnTo>
                    <a:pt x="1612" y="3010"/>
                  </a:lnTo>
                  <a:lnTo>
                    <a:pt x="1650" y="2980"/>
                  </a:lnTo>
                  <a:lnTo>
                    <a:pt x="1687" y="2951"/>
                  </a:lnTo>
                  <a:lnTo>
                    <a:pt x="1722" y="2923"/>
                  </a:lnTo>
                  <a:lnTo>
                    <a:pt x="1756" y="2895"/>
                  </a:lnTo>
                  <a:lnTo>
                    <a:pt x="1789" y="2869"/>
                  </a:lnTo>
                  <a:lnTo>
                    <a:pt x="1819" y="2846"/>
                  </a:lnTo>
                  <a:lnTo>
                    <a:pt x="1848" y="2824"/>
                  </a:lnTo>
                  <a:lnTo>
                    <a:pt x="1962" y="2739"/>
                  </a:lnTo>
                  <a:lnTo>
                    <a:pt x="2073" y="2648"/>
                  </a:lnTo>
                  <a:lnTo>
                    <a:pt x="2182" y="2552"/>
                  </a:lnTo>
                  <a:lnTo>
                    <a:pt x="2289" y="2451"/>
                  </a:lnTo>
                  <a:lnTo>
                    <a:pt x="2391" y="2346"/>
                  </a:lnTo>
                  <a:lnTo>
                    <a:pt x="2490" y="2237"/>
                  </a:lnTo>
                  <a:lnTo>
                    <a:pt x="2585" y="2124"/>
                  </a:lnTo>
                  <a:lnTo>
                    <a:pt x="2674" y="2007"/>
                  </a:lnTo>
                  <a:lnTo>
                    <a:pt x="2697" y="1978"/>
                  </a:lnTo>
                  <a:lnTo>
                    <a:pt x="2723" y="1946"/>
                  </a:lnTo>
                  <a:lnTo>
                    <a:pt x="2752" y="1911"/>
                  </a:lnTo>
                  <a:lnTo>
                    <a:pt x="2785" y="1873"/>
                  </a:lnTo>
                  <a:lnTo>
                    <a:pt x="2810" y="1843"/>
                  </a:lnTo>
                  <a:lnTo>
                    <a:pt x="2836" y="1813"/>
                  </a:lnTo>
                  <a:lnTo>
                    <a:pt x="2811" y="1820"/>
                  </a:lnTo>
                  <a:lnTo>
                    <a:pt x="2786" y="1825"/>
                  </a:lnTo>
                  <a:lnTo>
                    <a:pt x="2760" y="1826"/>
                  </a:lnTo>
                  <a:lnTo>
                    <a:pt x="2725" y="1824"/>
                  </a:lnTo>
                  <a:lnTo>
                    <a:pt x="2691" y="1816"/>
                  </a:lnTo>
                  <a:lnTo>
                    <a:pt x="2660" y="1802"/>
                  </a:lnTo>
                  <a:lnTo>
                    <a:pt x="2629" y="1784"/>
                  </a:lnTo>
                  <a:lnTo>
                    <a:pt x="2603" y="1761"/>
                  </a:lnTo>
                  <a:lnTo>
                    <a:pt x="2587" y="1748"/>
                  </a:lnTo>
                  <a:lnTo>
                    <a:pt x="2568" y="1738"/>
                  </a:lnTo>
                  <a:lnTo>
                    <a:pt x="2548" y="1733"/>
                  </a:lnTo>
                  <a:lnTo>
                    <a:pt x="2527" y="1731"/>
                  </a:lnTo>
                  <a:lnTo>
                    <a:pt x="2507" y="1733"/>
                  </a:lnTo>
                  <a:lnTo>
                    <a:pt x="2487" y="1738"/>
                  </a:lnTo>
                  <a:lnTo>
                    <a:pt x="2469" y="1748"/>
                  </a:lnTo>
                  <a:lnTo>
                    <a:pt x="2452" y="1761"/>
                  </a:lnTo>
                  <a:lnTo>
                    <a:pt x="2440" y="1771"/>
                  </a:lnTo>
                  <a:lnTo>
                    <a:pt x="2426" y="1776"/>
                  </a:lnTo>
                  <a:lnTo>
                    <a:pt x="2412" y="1778"/>
                  </a:lnTo>
                  <a:lnTo>
                    <a:pt x="2397" y="1776"/>
                  </a:lnTo>
                  <a:lnTo>
                    <a:pt x="2384" y="1771"/>
                  </a:lnTo>
                  <a:lnTo>
                    <a:pt x="2371" y="1761"/>
                  </a:lnTo>
                  <a:lnTo>
                    <a:pt x="2362" y="1749"/>
                  </a:lnTo>
                  <a:lnTo>
                    <a:pt x="2356" y="1735"/>
                  </a:lnTo>
                  <a:lnTo>
                    <a:pt x="2354" y="1720"/>
                  </a:lnTo>
                  <a:lnTo>
                    <a:pt x="2356" y="1706"/>
                  </a:lnTo>
                  <a:lnTo>
                    <a:pt x="2362" y="1692"/>
                  </a:lnTo>
                  <a:lnTo>
                    <a:pt x="2371" y="1680"/>
                  </a:lnTo>
                  <a:lnTo>
                    <a:pt x="2395" y="1659"/>
                  </a:lnTo>
                  <a:lnTo>
                    <a:pt x="2422" y="1642"/>
                  </a:lnTo>
                  <a:lnTo>
                    <a:pt x="2451" y="1630"/>
                  </a:lnTo>
                  <a:lnTo>
                    <a:pt x="2481" y="1622"/>
                  </a:lnTo>
                  <a:lnTo>
                    <a:pt x="2512" y="1618"/>
                  </a:lnTo>
                  <a:lnTo>
                    <a:pt x="2543" y="1618"/>
                  </a:lnTo>
                  <a:lnTo>
                    <a:pt x="2574" y="1621"/>
                  </a:lnTo>
                  <a:lnTo>
                    <a:pt x="2604" y="1629"/>
                  </a:lnTo>
                  <a:lnTo>
                    <a:pt x="2634" y="1642"/>
                  </a:lnTo>
                  <a:lnTo>
                    <a:pt x="2660" y="1659"/>
                  </a:lnTo>
                  <a:lnTo>
                    <a:pt x="2684" y="1680"/>
                  </a:lnTo>
                  <a:lnTo>
                    <a:pt x="2700" y="1693"/>
                  </a:lnTo>
                  <a:lnTo>
                    <a:pt x="2719" y="1703"/>
                  </a:lnTo>
                  <a:lnTo>
                    <a:pt x="2739" y="1709"/>
                  </a:lnTo>
                  <a:lnTo>
                    <a:pt x="2760" y="1710"/>
                  </a:lnTo>
                  <a:lnTo>
                    <a:pt x="2780" y="1709"/>
                  </a:lnTo>
                  <a:lnTo>
                    <a:pt x="2800" y="1703"/>
                  </a:lnTo>
                  <a:lnTo>
                    <a:pt x="2819" y="1693"/>
                  </a:lnTo>
                  <a:lnTo>
                    <a:pt x="2836" y="1680"/>
                  </a:lnTo>
                  <a:lnTo>
                    <a:pt x="2847" y="1670"/>
                  </a:lnTo>
                  <a:lnTo>
                    <a:pt x="2861" y="1665"/>
                  </a:lnTo>
                  <a:lnTo>
                    <a:pt x="2875" y="1663"/>
                  </a:lnTo>
                  <a:lnTo>
                    <a:pt x="2890" y="1665"/>
                  </a:lnTo>
                  <a:lnTo>
                    <a:pt x="2904" y="1670"/>
                  </a:lnTo>
                  <a:lnTo>
                    <a:pt x="2916" y="1680"/>
                  </a:lnTo>
                  <a:lnTo>
                    <a:pt x="2923" y="1688"/>
                  </a:lnTo>
                  <a:lnTo>
                    <a:pt x="2928" y="1698"/>
                  </a:lnTo>
                  <a:lnTo>
                    <a:pt x="2959" y="1658"/>
                  </a:lnTo>
                  <a:lnTo>
                    <a:pt x="2989" y="1617"/>
                  </a:lnTo>
                  <a:lnTo>
                    <a:pt x="3017" y="1576"/>
                  </a:lnTo>
                  <a:lnTo>
                    <a:pt x="3043" y="1535"/>
                  </a:lnTo>
                  <a:lnTo>
                    <a:pt x="3068" y="1494"/>
                  </a:lnTo>
                  <a:lnTo>
                    <a:pt x="3090" y="1453"/>
                  </a:lnTo>
                  <a:lnTo>
                    <a:pt x="3108" y="1414"/>
                  </a:lnTo>
                  <a:lnTo>
                    <a:pt x="3123" y="1375"/>
                  </a:lnTo>
                  <a:lnTo>
                    <a:pt x="3134" y="1337"/>
                  </a:lnTo>
                  <a:lnTo>
                    <a:pt x="3140" y="1300"/>
                  </a:lnTo>
                  <a:lnTo>
                    <a:pt x="3141" y="1266"/>
                  </a:lnTo>
                  <a:lnTo>
                    <a:pt x="3137" y="1233"/>
                  </a:lnTo>
                  <a:lnTo>
                    <a:pt x="3128" y="1206"/>
                  </a:lnTo>
                  <a:lnTo>
                    <a:pt x="3114" y="1180"/>
                  </a:lnTo>
                  <a:lnTo>
                    <a:pt x="3095" y="1157"/>
                  </a:lnTo>
                  <a:lnTo>
                    <a:pt x="3071" y="1136"/>
                  </a:lnTo>
                  <a:lnTo>
                    <a:pt x="3043" y="1116"/>
                  </a:lnTo>
                  <a:lnTo>
                    <a:pt x="3009" y="1098"/>
                  </a:lnTo>
                  <a:lnTo>
                    <a:pt x="2994" y="1089"/>
                  </a:lnTo>
                  <a:lnTo>
                    <a:pt x="2991" y="1089"/>
                  </a:lnTo>
                  <a:close/>
                  <a:moveTo>
                    <a:pt x="2692" y="391"/>
                  </a:moveTo>
                  <a:lnTo>
                    <a:pt x="2651" y="395"/>
                  </a:lnTo>
                  <a:lnTo>
                    <a:pt x="2609" y="404"/>
                  </a:lnTo>
                  <a:lnTo>
                    <a:pt x="2565" y="419"/>
                  </a:lnTo>
                  <a:lnTo>
                    <a:pt x="2519" y="437"/>
                  </a:lnTo>
                  <a:lnTo>
                    <a:pt x="2473" y="460"/>
                  </a:lnTo>
                  <a:lnTo>
                    <a:pt x="2426" y="487"/>
                  </a:lnTo>
                  <a:lnTo>
                    <a:pt x="2379" y="515"/>
                  </a:lnTo>
                  <a:lnTo>
                    <a:pt x="2331" y="546"/>
                  </a:lnTo>
                  <a:lnTo>
                    <a:pt x="2285" y="580"/>
                  </a:lnTo>
                  <a:lnTo>
                    <a:pt x="2238" y="613"/>
                  </a:lnTo>
                  <a:lnTo>
                    <a:pt x="2193" y="648"/>
                  </a:lnTo>
                  <a:lnTo>
                    <a:pt x="2148" y="683"/>
                  </a:lnTo>
                  <a:lnTo>
                    <a:pt x="2105" y="717"/>
                  </a:lnTo>
                  <a:lnTo>
                    <a:pt x="2064" y="750"/>
                  </a:lnTo>
                  <a:lnTo>
                    <a:pt x="2052" y="759"/>
                  </a:lnTo>
                  <a:lnTo>
                    <a:pt x="2052" y="759"/>
                  </a:lnTo>
                  <a:lnTo>
                    <a:pt x="2033" y="774"/>
                  </a:lnTo>
                  <a:lnTo>
                    <a:pt x="2026" y="780"/>
                  </a:lnTo>
                  <a:lnTo>
                    <a:pt x="2019" y="785"/>
                  </a:lnTo>
                  <a:lnTo>
                    <a:pt x="1998" y="802"/>
                  </a:lnTo>
                  <a:lnTo>
                    <a:pt x="1979" y="818"/>
                  </a:lnTo>
                  <a:lnTo>
                    <a:pt x="1956" y="834"/>
                  </a:lnTo>
                  <a:lnTo>
                    <a:pt x="1949" y="840"/>
                  </a:lnTo>
                  <a:lnTo>
                    <a:pt x="1943" y="845"/>
                  </a:lnTo>
                  <a:lnTo>
                    <a:pt x="1908" y="870"/>
                  </a:lnTo>
                  <a:lnTo>
                    <a:pt x="1787" y="961"/>
                  </a:lnTo>
                  <a:lnTo>
                    <a:pt x="1668" y="1056"/>
                  </a:lnTo>
                  <a:lnTo>
                    <a:pt x="1550" y="1157"/>
                  </a:lnTo>
                  <a:lnTo>
                    <a:pt x="1436" y="1262"/>
                  </a:lnTo>
                  <a:lnTo>
                    <a:pt x="1324" y="1372"/>
                  </a:lnTo>
                  <a:lnTo>
                    <a:pt x="1216" y="1485"/>
                  </a:lnTo>
                  <a:lnTo>
                    <a:pt x="1111" y="1601"/>
                  </a:lnTo>
                  <a:lnTo>
                    <a:pt x="1032" y="1694"/>
                  </a:lnTo>
                  <a:lnTo>
                    <a:pt x="955" y="1789"/>
                  </a:lnTo>
                  <a:lnTo>
                    <a:pt x="881" y="1886"/>
                  </a:lnTo>
                  <a:lnTo>
                    <a:pt x="853" y="1922"/>
                  </a:lnTo>
                  <a:lnTo>
                    <a:pt x="821" y="1962"/>
                  </a:lnTo>
                  <a:lnTo>
                    <a:pt x="784" y="2005"/>
                  </a:lnTo>
                  <a:lnTo>
                    <a:pt x="746" y="2052"/>
                  </a:lnTo>
                  <a:lnTo>
                    <a:pt x="743" y="2055"/>
                  </a:lnTo>
                  <a:lnTo>
                    <a:pt x="740" y="2060"/>
                  </a:lnTo>
                  <a:lnTo>
                    <a:pt x="682" y="2127"/>
                  </a:lnTo>
                  <a:lnTo>
                    <a:pt x="649" y="2168"/>
                  </a:lnTo>
                  <a:lnTo>
                    <a:pt x="615" y="2209"/>
                  </a:lnTo>
                  <a:lnTo>
                    <a:pt x="580" y="2252"/>
                  </a:lnTo>
                  <a:lnTo>
                    <a:pt x="546" y="2296"/>
                  </a:lnTo>
                  <a:lnTo>
                    <a:pt x="513" y="2341"/>
                  </a:lnTo>
                  <a:lnTo>
                    <a:pt x="480" y="2387"/>
                  </a:lnTo>
                  <a:lnTo>
                    <a:pt x="449" y="2433"/>
                  </a:lnTo>
                  <a:lnTo>
                    <a:pt x="420" y="2479"/>
                  </a:lnTo>
                  <a:lnTo>
                    <a:pt x="393" y="2524"/>
                  </a:lnTo>
                  <a:lnTo>
                    <a:pt x="369" y="2569"/>
                  </a:lnTo>
                  <a:lnTo>
                    <a:pt x="348" y="2614"/>
                  </a:lnTo>
                  <a:lnTo>
                    <a:pt x="330" y="2658"/>
                  </a:lnTo>
                  <a:lnTo>
                    <a:pt x="316" y="2701"/>
                  </a:lnTo>
                  <a:lnTo>
                    <a:pt x="306" y="2741"/>
                  </a:lnTo>
                  <a:lnTo>
                    <a:pt x="301" y="2782"/>
                  </a:lnTo>
                  <a:lnTo>
                    <a:pt x="301" y="2821"/>
                  </a:lnTo>
                  <a:lnTo>
                    <a:pt x="306" y="2858"/>
                  </a:lnTo>
                  <a:lnTo>
                    <a:pt x="316" y="2888"/>
                  </a:lnTo>
                  <a:lnTo>
                    <a:pt x="329" y="2917"/>
                  </a:lnTo>
                  <a:lnTo>
                    <a:pt x="348" y="2945"/>
                  </a:lnTo>
                  <a:lnTo>
                    <a:pt x="372" y="2970"/>
                  </a:lnTo>
                  <a:lnTo>
                    <a:pt x="401" y="2993"/>
                  </a:lnTo>
                  <a:lnTo>
                    <a:pt x="434" y="3014"/>
                  </a:lnTo>
                  <a:lnTo>
                    <a:pt x="473" y="3034"/>
                  </a:lnTo>
                  <a:lnTo>
                    <a:pt x="482" y="3038"/>
                  </a:lnTo>
                  <a:lnTo>
                    <a:pt x="490" y="3045"/>
                  </a:lnTo>
                  <a:lnTo>
                    <a:pt x="491" y="3046"/>
                  </a:lnTo>
                  <a:lnTo>
                    <a:pt x="492" y="3046"/>
                  </a:lnTo>
                  <a:lnTo>
                    <a:pt x="495" y="3047"/>
                  </a:lnTo>
                  <a:lnTo>
                    <a:pt x="499" y="3047"/>
                  </a:lnTo>
                  <a:lnTo>
                    <a:pt x="504" y="3048"/>
                  </a:lnTo>
                  <a:lnTo>
                    <a:pt x="510" y="3047"/>
                  </a:lnTo>
                  <a:lnTo>
                    <a:pt x="519" y="3046"/>
                  </a:lnTo>
                  <a:lnTo>
                    <a:pt x="528" y="3045"/>
                  </a:lnTo>
                  <a:lnTo>
                    <a:pt x="540" y="3042"/>
                  </a:lnTo>
                  <a:lnTo>
                    <a:pt x="552" y="3038"/>
                  </a:lnTo>
                  <a:lnTo>
                    <a:pt x="567" y="3033"/>
                  </a:lnTo>
                  <a:lnTo>
                    <a:pt x="583" y="3026"/>
                  </a:lnTo>
                  <a:lnTo>
                    <a:pt x="603" y="3018"/>
                  </a:lnTo>
                  <a:lnTo>
                    <a:pt x="624" y="3007"/>
                  </a:lnTo>
                  <a:lnTo>
                    <a:pt x="648" y="2995"/>
                  </a:lnTo>
                  <a:lnTo>
                    <a:pt x="674" y="2981"/>
                  </a:lnTo>
                  <a:lnTo>
                    <a:pt x="702" y="2965"/>
                  </a:lnTo>
                  <a:lnTo>
                    <a:pt x="733" y="2945"/>
                  </a:lnTo>
                  <a:lnTo>
                    <a:pt x="768" y="2923"/>
                  </a:lnTo>
                  <a:lnTo>
                    <a:pt x="805" y="2899"/>
                  </a:lnTo>
                  <a:lnTo>
                    <a:pt x="845" y="2870"/>
                  </a:lnTo>
                  <a:lnTo>
                    <a:pt x="889" y="2840"/>
                  </a:lnTo>
                  <a:lnTo>
                    <a:pt x="935" y="2805"/>
                  </a:lnTo>
                  <a:lnTo>
                    <a:pt x="985" y="2768"/>
                  </a:lnTo>
                  <a:lnTo>
                    <a:pt x="1039" y="2727"/>
                  </a:lnTo>
                  <a:lnTo>
                    <a:pt x="1096" y="2682"/>
                  </a:lnTo>
                  <a:lnTo>
                    <a:pt x="1156" y="2633"/>
                  </a:lnTo>
                  <a:lnTo>
                    <a:pt x="1164" y="2626"/>
                  </a:lnTo>
                  <a:lnTo>
                    <a:pt x="1231" y="2571"/>
                  </a:lnTo>
                  <a:lnTo>
                    <a:pt x="1300" y="2513"/>
                  </a:lnTo>
                  <a:lnTo>
                    <a:pt x="1372" y="2451"/>
                  </a:lnTo>
                  <a:lnTo>
                    <a:pt x="1445" y="2387"/>
                  </a:lnTo>
                  <a:lnTo>
                    <a:pt x="1521" y="2321"/>
                  </a:lnTo>
                  <a:lnTo>
                    <a:pt x="1573" y="2274"/>
                  </a:lnTo>
                  <a:lnTo>
                    <a:pt x="1624" y="2228"/>
                  </a:lnTo>
                  <a:lnTo>
                    <a:pt x="1674" y="2183"/>
                  </a:lnTo>
                  <a:lnTo>
                    <a:pt x="1722" y="2139"/>
                  </a:lnTo>
                  <a:lnTo>
                    <a:pt x="1769" y="2096"/>
                  </a:lnTo>
                  <a:lnTo>
                    <a:pt x="1814" y="2055"/>
                  </a:lnTo>
                  <a:lnTo>
                    <a:pt x="1855" y="2016"/>
                  </a:lnTo>
                  <a:lnTo>
                    <a:pt x="1895" y="1979"/>
                  </a:lnTo>
                  <a:lnTo>
                    <a:pt x="1931" y="1943"/>
                  </a:lnTo>
                  <a:lnTo>
                    <a:pt x="1965" y="1912"/>
                  </a:lnTo>
                  <a:lnTo>
                    <a:pt x="1995" y="1883"/>
                  </a:lnTo>
                  <a:lnTo>
                    <a:pt x="2022" y="1857"/>
                  </a:lnTo>
                  <a:lnTo>
                    <a:pt x="2045" y="1833"/>
                  </a:lnTo>
                  <a:lnTo>
                    <a:pt x="2057" y="1822"/>
                  </a:lnTo>
                  <a:lnTo>
                    <a:pt x="2068" y="1810"/>
                  </a:lnTo>
                  <a:lnTo>
                    <a:pt x="2070" y="1808"/>
                  </a:lnTo>
                  <a:lnTo>
                    <a:pt x="2080" y="1798"/>
                  </a:lnTo>
                  <a:lnTo>
                    <a:pt x="2088" y="1791"/>
                  </a:lnTo>
                  <a:lnTo>
                    <a:pt x="2149" y="1724"/>
                  </a:lnTo>
                  <a:lnTo>
                    <a:pt x="2211" y="1656"/>
                  </a:lnTo>
                  <a:lnTo>
                    <a:pt x="2226" y="1637"/>
                  </a:lnTo>
                  <a:lnTo>
                    <a:pt x="2330" y="1515"/>
                  </a:lnTo>
                  <a:lnTo>
                    <a:pt x="2339" y="1504"/>
                  </a:lnTo>
                  <a:lnTo>
                    <a:pt x="2446" y="1368"/>
                  </a:lnTo>
                  <a:lnTo>
                    <a:pt x="2447" y="1366"/>
                  </a:lnTo>
                  <a:lnTo>
                    <a:pt x="2501" y="1294"/>
                  </a:lnTo>
                  <a:lnTo>
                    <a:pt x="2553" y="1221"/>
                  </a:lnTo>
                  <a:lnTo>
                    <a:pt x="2553" y="1221"/>
                  </a:lnTo>
                  <a:lnTo>
                    <a:pt x="2630" y="1107"/>
                  </a:lnTo>
                  <a:lnTo>
                    <a:pt x="2703" y="993"/>
                  </a:lnTo>
                  <a:lnTo>
                    <a:pt x="2771" y="877"/>
                  </a:lnTo>
                  <a:lnTo>
                    <a:pt x="2835" y="761"/>
                  </a:lnTo>
                  <a:lnTo>
                    <a:pt x="2846" y="735"/>
                  </a:lnTo>
                  <a:lnTo>
                    <a:pt x="2856" y="707"/>
                  </a:lnTo>
                  <a:lnTo>
                    <a:pt x="2864" y="676"/>
                  </a:lnTo>
                  <a:lnTo>
                    <a:pt x="2869" y="645"/>
                  </a:lnTo>
                  <a:lnTo>
                    <a:pt x="2872" y="612"/>
                  </a:lnTo>
                  <a:lnTo>
                    <a:pt x="2872" y="580"/>
                  </a:lnTo>
                  <a:lnTo>
                    <a:pt x="2869" y="547"/>
                  </a:lnTo>
                  <a:lnTo>
                    <a:pt x="2863" y="517"/>
                  </a:lnTo>
                  <a:lnTo>
                    <a:pt x="2853" y="489"/>
                  </a:lnTo>
                  <a:lnTo>
                    <a:pt x="2840" y="463"/>
                  </a:lnTo>
                  <a:lnTo>
                    <a:pt x="2826" y="443"/>
                  </a:lnTo>
                  <a:lnTo>
                    <a:pt x="2810" y="427"/>
                  </a:lnTo>
                  <a:lnTo>
                    <a:pt x="2792" y="413"/>
                  </a:lnTo>
                  <a:lnTo>
                    <a:pt x="2771" y="403"/>
                  </a:lnTo>
                  <a:lnTo>
                    <a:pt x="2747" y="396"/>
                  </a:lnTo>
                  <a:lnTo>
                    <a:pt x="2721" y="392"/>
                  </a:lnTo>
                  <a:lnTo>
                    <a:pt x="2692" y="391"/>
                  </a:lnTo>
                  <a:close/>
                  <a:moveTo>
                    <a:pt x="2037" y="115"/>
                  </a:moveTo>
                  <a:lnTo>
                    <a:pt x="2035" y="115"/>
                  </a:lnTo>
                  <a:lnTo>
                    <a:pt x="2032" y="115"/>
                  </a:lnTo>
                  <a:lnTo>
                    <a:pt x="1998" y="119"/>
                  </a:lnTo>
                  <a:lnTo>
                    <a:pt x="1962" y="127"/>
                  </a:lnTo>
                  <a:lnTo>
                    <a:pt x="1924" y="140"/>
                  </a:lnTo>
                  <a:lnTo>
                    <a:pt x="1885" y="158"/>
                  </a:lnTo>
                  <a:lnTo>
                    <a:pt x="1845" y="178"/>
                  </a:lnTo>
                  <a:lnTo>
                    <a:pt x="1804" y="202"/>
                  </a:lnTo>
                  <a:lnTo>
                    <a:pt x="1764" y="228"/>
                  </a:lnTo>
                  <a:lnTo>
                    <a:pt x="1723" y="255"/>
                  </a:lnTo>
                  <a:lnTo>
                    <a:pt x="1683" y="285"/>
                  </a:lnTo>
                  <a:lnTo>
                    <a:pt x="1644" y="314"/>
                  </a:lnTo>
                  <a:lnTo>
                    <a:pt x="1605" y="344"/>
                  </a:lnTo>
                  <a:lnTo>
                    <a:pt x="1568" y="374"/>
                  </a:lnTo>
                  <a:lnTo>
                    <a:pt x="1532" y="402"/>
                  </a:lnTo>
                  <a:lnTo>
                    <a:pt x="1499" y="429"/>
                  </a:lnTo>
                  <a:lnTo>
                    <a:pt x="1467" y="454"/>
                  </a:lnTo>
                  <a:lnTo>
                    <a:pt x="1436" y="478"/>
                  </a:lnTo>
                  <a:lnTo>
                    <a:pt x="1407" y="499"/>
                  </a:lnTo>
                  <a:lnTo>
                    <a:pt x="1293" y="585"/>
                  </a:lnTo>
                  <a:lnTo>
                    <a:pt x="1181" y="676"/>
                  </a:lnTo>
                  <a:lnTo>
                    <a:pt x="1073" y="772"/>
                  </a:lnTo>
                  <a:lnTo>
                    <a:pt x="967" y="873"/>
                  </a:lnTo>
                  <a:lnTo>
                    <a:pt x="865" y="978"/>
                  </a:lnTo>
                  <a:lnTo>
                    <a:pt x="766" y="1087"/>
                  </a:lnTo>
                  <a:lnTo>
                    <a:pt x="671" y="1200"/>
                  </a:lnTo>
                  <a:lnTo>
                    <a:pt x="581" y="1316"/>
                  </a:lnTo>
                  <a:lnTo>
                    <a:pt x="558" y="1345"/>
                  </a:lnTo>
                  <a:lnTo>
                    <a:pt x="532" y="1378"/>
                  </a:lnTo>
                  <a:lnTo>
                    <a:pt x="502" y="1414"/>
                  </a:lnTo>
                  <a:lnTo>
                    <a:pt x="471" y="1451"/>
                  </a:lnTo>
                  <a:lnTo>
                    <a:pt x="448" y="1477"/>
                  </a:lnTo>
                  <a:lnTo>
                    <a:pt x="425" y="1506"/>
                  </a:lnTo>
                  <a:lnTo>
                    <a:pt x="454" y="1490"/>
                  </a:lnTo>
                  <a:lnTo>
                    <a:pt x="485" y="1479"/>
                  </a:lnTo>
                  <a:lnTo>
                    <a:pt x="518" y="1473"/>
                  </a:lnTo>
                  <a:lnTo>
                    <a:pt x="551" y="1471"/>
                  </a:lnTo>
                  <a:lnTo>
                    <a:pt x="584" y="1474"/>
                  </a:lnTo>
                  <a:lnTo>
                    <a:pt x="617" y="1483"/>
                  </a:lnTo>
                  <a:lnTo>
                    <a:pt x="647" y="1495"/>
                  </a:lnTo>
                  <a:lnTo>
                    <a:pt x="676" y="1512"/>
                  </a:lnTo>
                  <a:lnTo>
                    <a:pt x="701" y="1534"/>
                  </a:lnTo>
                  <a:lnTo>
                    <a:pt x="718" y="1548"/>
                  </a:lnTo>
                  <a:lnTo>
                    <a:pt x="737" y="1558"/>
                  </a:lnTo>
                  <a:lnTo>
                    <a:pt x="756" y="1563"/>
                  </a:lnTo>
                  <a:lnTo>
                    <a:pt x="777" y="1565"/>
                  </a:lnTo>
                  <a:lnTo>
                    <a:pt x="797" y="1563"/>
                  </a:lnTo>
                  <a:lnTo>
                    <a:pt x="817" y="1558"/>
                  </a:lnTo>
                  <a:lnTo>
                    <a:pt x="835" y="1548"/>
                  </a:lnTo>
                  <a:lnTo>
                    <a:pt x="852" y="1534"/>
                  </a:lnTo>
                  <a:lnTo>
                    <a:pt x="865" y="1525"/>
                  </a:lnTo>
                  <a:lnTo>
                    <a:pt x="878" y="1519"/>
                  </a:lnTo>
                  <a:lnTo>
                    <a:pt x="893" y="1517"/>
                  </a:lnTo>
                  <a:lnTo>
                    <a:pt x="907" y="1519"/>
                  </a:lnTo>
                  <a:lnTo>
                    <a:pt x="921" y="1525"/>
                  </a:lnTo>
                  <a:lnTo>
                    <a:pt x="933" y="1534"/>
                  </a:lnTo>
                  <a:lnTo>
                    <a:pt x="943" y="1547"/>
                  </a:lnTo>
                  <a:lnTo>
                    <a:pt x="948" y="1560"/>
                  </a:lnTo>
                  <a:lnTo>
                    <a:pt x="950" y="1575"/>
                  </a:lnTo>
                  <a:lnTo>
                    <a:pt x="948" y="1589"/>
                  </a:lnTo>
                  <a:lnTo>
                    <a:pt x="943" y="1603"/>
                  </a:lnTo>
                  <a:lnTo>
                    <a:pt x="933" y="1616"/>
                  </a:lnTo>
                  <a:lnTo>
                    <a:pt x="910" y="1636"/>
                  </a:lnTo>
                  <a:lnTo>
                    <a:pt x="887" y="1652"/>
                  </a:lnTo>
                  <a:lnTo>
                    <a:pt x="860" y="1665"/>
                  </a:lnTo>
                  <a:lnTo>
                    <a:pt x="833" y="1673"/>
                  </a:lnTo>
                  <a:lnTo>
                    <a:pt x="805" y="1678"/>
                  </a:lnTo>
                  <a:lnTo>
                    <a:pt x="777" y="1681"/>
                  </a:lnTo>
                  <a:lnTo>
                    <a:pt x="743" y="1678"/>
                  </a:lnTo>
                  <a:lnTo>
                    <a:pt x="709" y="1670"/>
                  </a:lnTo>
                  <a:lnTo>
                    <a:pt x="678" y="1658"/>
                  </a:lnTo>
                  <a:lnTo>
                    <a:pt x="648" y="1639"/>
                  </a:lnTo>
                  <a:lnTo>
                    <a:pt x="620" y="1616"/>
                  </a:lnTo>
                  <a:lnTo>
                    <a:pt x="604" y="1602"/>
                  </a:lnTo>
                  <a:lnTo>
                    <a:pt x="585" y="1593"/>
                  </a:lnTo>
                  <a:lnTo>
                    <a:pt x="566" y="1587"/>
                  </a:lnTo>
                  <a:lnTo>
                    <a:pt x="545" y="1585"/>
                  </a:lnTo>
                  <a:lnTo>
                    <a:pt x="524" y="1587"/>
                  </a:lnTo>
                  <a:lnTo>
                    <a:pt x="504" y="1593"/>
                  </a:lnTo>
                  <a:lnTo>
                    <a:pt x="485" y="1602"/>
                  </a:lnTo>
                  <a:lnTo>
                    <a:pt x="470" y="1616"/>
                  </a:lnTo>
                  <a:lnTo>
                    <a:pt x="457" y="1625"/>
                  </a:lnTo>
                  <a:lnTo>
                    <a:pt x="444" y="1630"/>
                  </a:lnTo>
                  <a:lnTo>
                    <a:pt x="429" y="1632"/>
                  </a:lnTo>
                  <a:lnTo>
                    <a:pt x="415" y="1630"/>
                  </a:lnTo>
                  <a:lnTo>
                    <a:pt x="401" y="1625"/>
                  </a:lnTo>
                  <a:lnTo>
                    <a:pt x="389" y="1616"/>
                  </a:lnTo>
                  <a:lnTo>
                    <a:pt x="380" y="1605"/>
                  </a:lnTo>
                  <a:lnTo>
                    <a:pt x="375" y="1594"/>
                  </a:lnTo>
                  <a:lnTo>
                    <a:pt x="373" y="1581"/>
                  </a:lnTo>
                  <a:lnTo>
                    <a:pt x="373" y="1569"/>
                  </a:lnTo>
                  <a:lnTo>
                    <a:pt x="343" y="1606"/>
                  </a:lnTo>
                  <a:lnTo>
                    <a:pt x="314" y="1644"/>
                  </a:lnTo>
                  <a:lnTo>
                    <a:pt x="284" y="1683"/>
                  </a:lnTo>
                  <a:lnTo>
                    <a:pt x="256" y="1722"/>
                  </a:lnTo>
                  <a:lnTo>
                    <a:pt x="229" y="1762"/>
                  </a:lnTo>
                  <a:lnTo>
                    <a:pt x="204" y="1801"/>
                  </a:lnTo>
                  <a:lnTo>
                    <a:pt x="181" y="1841"/>
                  </a:lnTo>
                  <a:lnTo>
                    <a:pt x="161" y="1880"/>
                  </a:lnTo>
                  <a:lnTo>
                    <a:pt x="145" y="1918"/>
                  </a:lnTo>
                  <a:lnTo>
                    <a:pt x="131" y="1955"/>
                  </a:lnTo>
                  <a:lnTo>
                    <a:pt x="121" y="1992"/>
                  </a:lnTo>
                  <a:lnTo>
                    <a:pt x="116" y="2026"/>
                  </a:lnTo>
                  <a:lnTo>
                    <a:pt x="115" y="2060"/>
                  </a:lnTo>
                  <a:lnTo>
                    <a:pt x="119" y="2091"/>
                  </a:lnTo>
                  <a:lnTo>
                    <a:pt x="127" y="2118"/>
                  </a:lnTo>
                  <a:lnTo>
                    <a:pt x="141" y="2143"/>
                  </a:lnTo>
                  <a:lnTo>
                    <a:pt x="159" y="2167"/>
                  </a:lnTo>
                  <a:lnTo>
                    <a:pt x="183" y="2188"/>
                  </a:lnTo>
                  <a:lnTo>
                    <a:pt x="213" y="2207"/>
                  </a:lnTo>
                  <a:lnTo>
                    <a:pt x="247" y="2225"/>
                  </a:lnTo>
                  <a:lnTo>
                    <a:pt x="256" y="2229"/>
                  </a:lnTo>
                  <a:lnTo>
                    <a:pt x="264" y="2238"/>
                  </a:lnTo>
                  <a:lnTo>
                    <a:pt x="265" y="2237"/>
                  </a:lnTo>
                  <a:lnTo>
                    <a:pt x="266" y="2237"/>
                  </a:lnTo>
                  <a:lnTo>
                    <a:pt x="269" y="2237"/>
                  </a:lnTo>
                  <a:lnTo>
                    <a:pt x="274" y="2237"/>
                  </a:lnTo>
                  <a:lnTo>
                    <a:pt x="280" y="2235"/>
                  </a:lnTo>
                  <a:lnTo>
                    <a:pt x="289" y="2232"/>
                  </a:lnTo>
                  <a:lnTo>
                    <a:pt x="299" y="2229"/>
                  </a:lnTo>
                  <a:lnTo>
                    <a:pt x="313" y="2225"/>
                  </a:lnTo>
                  <a:lnTo>
                    <a:pt x="327" y="2219"/>
                  </a:lnTo>
                  <a:lnTo>
                    <a:pt x="345" y="2212"/>
                  </a:lnTo>
                  <a:lnTo>
                    <a:pt x="365" y="2201"/>
                  </a:lnTo>
                  <a:lnTo>
                    <a:pt x="388" y="2190"/>
                  </a:lnTo>
                  <a:lnTo>
                    <a:pt x="414" y="2174"/>
                  </a:lnTo>
                  <a:lnTo>
                    <a:pt x="443" y="2157"/>
                  </a:lnTo>
                  <a:lnTo>
                    <a:pt x="475" y="2136"/>
                  </a:lnTo>
                  <a:lnTo>
                    <a:pt x="511" y="2112"/>
                  </a:lnTo>
                  <a:lnTo>
                    <a:pt x="551" y="2085"/>
                  </a:lnTo>
                  <a:lnTo>
                    <a:pt x="594" y="2054"/>
                  </a:lnTo>
                  <a:lnTo>
                    <a:pt x="597" y="2050"/>
                  </a:lnTo>
                  <a:lnTo>
                    <a:pt x="600" y="2047"/>
                  </a:lnTo>
                  <a:lnTo>
                    <a:pt x="629" y="2012"/>
                  </a:lnTo>
                  <a:lnTo>
                    <a:pt x="658" y="1977"/>
                  </a:lnTo>
                  <a:lnTo>
                    <a:pt x="682" y="1949"/>
                  </a:lnTo>
                  <a:lnTo>
                    <a:pt x="705" y="1921"/>
                  </a:lnTo>
                  <a:lnTo>
                    <a:pt x="737" y="1884"/>
                  </a:lnTo>
                  <a:lnTo>
                    <a:pt x="765" y="1848"/>
                  </a:lnTo>
                  <a:lnTo>
                    <a:pt x="790" y="1817"/>
                  </a:lnTo>
                  <a:lnTo>
                    <a:pt x="892" y="1685"/>
                  </a:lnTo>
                  <a:lnTo>
                    <a:pt x="998" y="1557"/>
                  </a:lnTo>
                  <a:lnTo>
                    <a:pt x="1108" y="1431"/>
                  </a:lnTo>
                  <a:lnTo>
                    <a:pt x="1222" y="1311"/>
                  </a:lnTo>
                  <a:lnTo>
                    <a:pt x="1341" y="1195"/>
                  </a:lnTo>
                  <a:lnTo>
                    <a:pt x="1462" y="1083"/>
                  </a:lnTo>
                  <a:lnTo>
                    <a:pt x="1586" y="975"/>
                  </a:lnTo>
                  <a:lnTo>
                    <a:pt x="1713" y="873"/>
                  </a:lnTo>
                  <a:lnTo>
                    <a:pt x="1842" y="777"/>
                  </a:lnTo>
                  <a:lnTo>
                    <a:pt x="1874" y="753"/>
                  </a:lnTo>
                  <a:lnTo>
                    <a:pt x="1883" y="745"/>
                  </a:lnTo>
                  <a:lnTo>
                    <a:pt x="1910" y="725"/>
                  </a:lnTo>
                  <a:lnTo>
                    <a:pt x="1917" y="719"/>
                  </a:lnTo>
                  <a:lnTo>
                    <a:pt x="1925" y="713"/>
                  </a:lnTo>
                  <a:lnTo>
                    <a:pt x="1945" y="697"/>
                  </a:lnTo>
                  <a:lnTo>
                    <a:pt x="1965" y="681"/>
                  </a:lnTo>
                  <a:lnTo>
                    <a:pt x="1970" y="677"/>
                  </a:lnTo>
                  <a:lnTo>
                    <a:pt x="1974" y="674"/>
                  </a:lnTo>
                  <a:lnTo>
                    <a:pt x="2019" y="603"/>
                  </a:lnTo>
                  <a:lnTo>
                    <a:pt x="2062" y="534"/>
                  </a:lnTo>
                  <a:lnTo>
                    <a:pt x="2101" y="465"/>
                  </a:lnTo>
                  <a:lnTo>
                    <a:pt x="2138" y="397"/>
                  </a:lnTo>
                  <a:lnTo>
                    <a:pt x="2148" y="375"/>
                  </a:lnTo>
                  <a:lnTo>
                    <a:pt x="2155" y="351"/>
                  </a:lnTo>
                  <a:lnTo>
                    <a:pt x="2162" y="324"/>
                  </a:lnTo>
                  <a:lnTo>
                    <a:pt x="2166" y="296"/>
                  </a:lnTo>
                  <a:lnTo>
                    <a:pt x="2167" y="269"/>
                  </a:lnTo>
                  <a:lnTo>
                    <a:pt x="2166" y="241"/>
                  </a:lnTo>
                  <a:lnTo>
                    <a:pt x="2162" y="214"/>
                  </a:lnTo>
                  <a:lnTo>
                    <a:pt x="2153" y="189"/>
                  </a:lnTo>
                  <a:lnTo>
                    <a:pt x="2143" y="167"/>
                  </a:lnTo>
                  <a:lnTo>
                    <a:pt x="2128" y="148"/>
                  </a:lnTo>
                  <a:lnTo>
                    <a:pt x="2111" y="134"/>
                  </a:lnTo>
                  <a:lnTo>
                    <a:pt x="2089" y="123"/>
                  </a:lnTo>
                  <a:lnTo>
                    <a:pt x="2065" y="117"/>
                  </a:lnTo>
                  <a:lnTo>
                    <a:pt x="2037" y="115"/>
                  </a:lnTo>
                  <a:close/>
                  <a:moveTo>
                    <a:pt x="2030" y="0"/>
                  </a:moveTo>
                  <a:lnTo>
                    <a:pt x="2069" y="3"/>
                  </a:lnTo>
                  <a:lnTo>
                    <a:pt x="2104" y="9"/>
                  </a:lnTo>
                  <a:lnTo>
                    <a:pt x="2138" y="20"/>
                  </a:lnTo>
                  <a:lnTo>
                    <a:pt x="2168" y="35"/>
                  </a:lnTo>
                  <a:lnTo>
                    <a:pt x="2195" y="55"/>
                  </a:lnTo>
                  <a:lnTo>
                    <a:pt x="2219" y="78"/>
                  </a:lnTo>
                  <a:lnTo>
                    <a:pt x="2240" y="107"/>
                  </a:lnTo>
                  <a:lnTo>
                    <a:pt x="2256" y="139"/>
                  </a:lnTo>
                  <a:lnTo>
                    <a:pt x="2269" y="174"/>
                  </a:lnTo>
                  <a:lnTo>
                    <a:pt x="2277" y="209"/>
                  </a:lnTo>
                  <a:lnTo>
                    <a:pt x="2281" y="246"/>
                  </a:lnTo>
                  <a:lnTo>
                    <a:pt x="2281" y="282"/>
                  </a:lnTo>
                  <a:lnTo>
                    <a:pt x="2278" y="319"/>
                  </a:lnTo>
                  <a:lnTo>
                    <a:pt x="2273" y="355"/>
                  </a:lnTo>
                  <a:lnTo>
                    <a:pt x="2264" y="389"/>
                  </a:lnTo>
                  <a:lnTo>
                    <a:pt x="2252" y="421"/>
                  </a:lnTo>
                  <a:lnTo>
                    <a:pt x="2240" y="450"/>
                  </a:lnTo>
                  <a:lnTo>
                    <a:pt x="2222" y="484"/>
                  </a:lnTo>
                  <a:lnTo>
                    <a:pt x="2274" y="447"/>
                  </a:lnTo>
                  <a:lnTo>
                    <a:pt x="2326" y="412"/>
                  </a:lnTo>
                  <a:lnTo>
                    <a:pt x="2379" y="381"/>
                  </a:lnTo>
                  <a:lnTo>
                    <a:pt x="2432" y="352"/>
                  </a:lnTo>
                  <a:lnTo>
                    <a:pt x="2485" y="326"/>
                  </a:lnTo>
                  <a:lnTo>
                    <a:pt x="2537" y="307"/>
                  </a:lnTo>
                  <a:lnTo>
                    <a:pt x="2589" y="291"/>
                  </a:lnTo>
                  <a:lnTo>
                    <a:pt x="2640" y="280"/>
                  </a:lnTo>
                  <a:lnTo>
                    <a:pt x="2690" y="276"/>
                  </a:lnTo>
                  <a:lnTo>
                    <a:pt x="2729" y="277"/>
                  </a:lnTo>
                  <a:lnTo>
                    <a:pt x="2765" y="282"/>
                  </a:lnTo>
                  <a:lnTo>
                    <a:pt x="2797" y="291"/>
                  </a:lnTo>
                  <a:lnTo>
                    <a:pt x="2826" y="302"/>
                  </a:lnTo>
                  <a:lnTo>
                    <a:pt x="2851" y="316"/>
                  </a:lnTo>
                  <a:lnTo>
                    <a:pt x="2874" y="332"/>
                  </a:lnTo>
                  <a:lnTo>
                    <a:pt x="2894" y="348"/>
                  </a:lnTo>
                  <a:lnTo>
                    <a:pt x="2911" y="366"/>
                  </a:lnTo>
                  <a:lnTo>
                    <a:pt x="2925" y="384"/>
                  </a:lnTo>
                  <a:lnTo>
                    <a:pt x="2938" y="402"/>
                  </a:lnTo>
                  <a:lnTo>
                    <a:pt x="2955" y="436"/>
                  </a:lnTo>
                  <a:lnTo>
                    <a:pt x="2970" y="474"/>
                  </a:lnTo>
                  <a:lnTo>
                    <a:pt x="2979" y="513"/>
                  </a:lnTo>
                  <a:lnTo>
                    <a:pt x="2986" y="553"/>
                  </a:lnTo>
                  <a:lnTo>
                    <a:pt x="2988" y="592"/>
                  </a:lnTo>
                  <a:lnTo>
                    <a:pt x="2986" y="633"/>
                  </a:lnTo>
                  <a:lnTo>
                    <a:pt x="2981" y="672"/>
                  </a:lnTo>
                  <a:lnTo>
                    <a:pt x="2974" y="711"/>
                  </a:lnTo>
                  <a:lnTo>
                    <a:pt x="2964" y="747"/>
                  </a:lnTo>
                  <a:lnTo>
                    <a:pt x="2951" y="782"/>
                  </a:lnTo>
                  <a:lnTo>
                    <a:pt x="2936" y="814"/>
                  </a:lnTo>
                  <a:lnTo>
                    <a:pt x="2875" y="924"/>
                  </a:lnTo>
                  <a:lnTo>
                    <a:pt x="2811" y="1035"/>
                  </a:lnTo>
                  <a:lnTo>
                    <a:pt x="2850" y="1015"/>
                  </a:lnTo>
                  <a:lnTo>
                    <a:pt x="2887" y="998"/>
                  </a:lnTo>
                  <a:lnTo>
                    <a:pt x="2920" y="986"/>
                  </a:lnTo>
                  <a:lnTo>
                    <a:pt x="2950" y="978"/>
                  </a:lnTo>
                  <a:lnTo>
                    <a:pt x="2978" y="974"/>
                  </a:lnTo>
                  <a:lnTo>
                    <a:pt x="3003" y="974"/>
                  </a:lnTo>
                  <a:lnTo>
                    <a:pt x="3026" y="978"/>
                  </a:lnTo>
                  <a:lnTo>
                    <a:pt x="3046" y="985"/>
                  </a:lnTo>
                  <a:lnTo>
                    <a:pt x="3064" y="998"/>
                  </a:lnTo>
                  <a:lnTo>
                    <a:pt x="3105" y="1020"/>
                  </a:lnTo>
                  <a:lnTo>
                    <a:pt x="3142" y="1045"/>
                  </a:lnTo>
                  <a:lnTo>
                    <a:pt x="3173" y="1072"/>
                  </a:lnTo>
                  <a:lnTo>
                    <a:pt x="3200" y="1102"/>
                  </a:lnTo>
                  <a:lnTo>
                    <a:pt x="3221" y="1135"/>
                  </a:lnTo>
                  <a:lnTo>
                    <a:pt x="3238" y="1171"/>
                  </a:lnTo>
                  <a:lnTo>
                    <a:pt x="3248" y="1208"/>
                  </a:lnTo>
                  <a:lnTo>
                    <a:pt x="3254" y="1250"/>
                  </a:lnTo>
                  <a:lnTo>
                    <a:pt x="3255" y="1292"/>
                  </a:lnTo>
                  <a:lnTo>
                    <a:pt x="3250" y="1336"/>
                  </a:lnTo>
                  <a:lnTo>
                    <a:pt x="3240" y="1381"/>
                  </a:lnTo>
                  <a:lnTo>
                    <a:pt x="3226" y="1426"/>
                  </a:lnTo>
                  <a:lnTo>
                    <a:pt x="3208" y="1471"/>
                  </a:lnTo>
                  <a:lnTo>
                    <a:pt x="3186" y="1516"/>
                  </a:lnTo>
                  <a:lnTo>
                    <a:pt x="3161" y="1562"/>
                  </a:lnTo>
                  <a:lnTo>
                    <a:pt x="3134" y="1608"/>
                  </a:lnTo>
                  <a:lnTo>
                    <a:pt x="3103" y="1653"/>
                  </a:lnTo>
                  <a:lnTo>
                    <a:pt x="3072" y="1698"/>
                  </a:lnTo>
                  <a:lnTo>
                    <a:pt x="3040" y="1742"/>
                  </a:lnTo>
                  <a:lnTo>
                    <a:pt x="3005" y="1785"/>
                  </a:lnTo>
                  <a:lnTo>
                    <a:pt x="2972" y="1828"/>
                  </a:lnTo>
                  <a:lnTo>
                    <a:pt x="2938" y="1869"/>
                  </a:lnTo>
                  <a:lnTo>
                    <a:pt x="2904" y="1909"/>
                  </a:lnTo>
                  <a:lnTo>
                    <a:pt x="2872" y="1948"/>
                  </a:lnTo>
                  <a:lnTo>
                    <a:pt x="2841" y="1984"/>
                  </a:lnTo>
                  <a:lnTo>
                    <a:pt x="2813" y="2018"/>
                  </a:lnTo>
                  <a:lnTo>
                    <a:pt x="2788" y="2049"/>
                  </a:lnTo>
                  <a:lnTo>
                    <a:pt x="2766" y="2076"/>
                  </a:lnTo>
                  <a:lnTo>
                    <a:pt x="2673" y="2196"/>
                  </a:lnTo>
                  <a:lnTo>
                    <a:pt x="2576" y="2313"/>
                  </a:lnTo>
                  <a:lnTo>
                    <a:pt x="2474" y="2425"/>
                  </a:lnTo>
                  <a:lnTo>
                    <a:pt x="2369" y="2534"/>
                  </a:lnTo>
                  <a:lnTo>
                    <a:pt x="2260" y="2638"/>
                  </a:lnTo>
                  <a:lnTo>
                    <a:pt x="2147" y="2736"/>
                  </a:lnTo>
                  <a:lnTo>
                    <a:pt x="2032" y="2830"/>
                  </a:lnTo>
                  <a:lnTo>
                    <a:pt x="1915" y="2918"/>
                  </a:lnTo>
                  <a:lnTo>
                    <a:pt x="1888" y="2938"/>
                  </a:lnTo>
                  <a:lnTo>
                    <a:pt x="1858" y="2961"/>
                  </a:lnTo>
                  <a:lnTo>
                    <a:pt x="1827" y="2987"/>
                  </a:lnTo>
                  <a:lnTo>
                    <a:pt x="1794" y="3013"/>
                  </a:lnTo>
                  <a:lnTo>
                    <a:pt x="1750" y="3047"/>
                  </a:lnTo>
                  <a:lnTo>
                    <a:pt x="1705" y="3083"/>
                  </a:lnTo>
                  <a:lnTo>
                    <a:pt x="1658" y="3118"/>
                  </a:lnTo>
                  <a:lnTo>
                    <a:pt x="1611" y="3153"/>
                  </a:lnTo>
                  <a:lnTo>
                    <a:pt x="1563" y="3187"/>
                  </a:lnTo>
                  <a:lnTo>
                    <a:pt x="1514" y="3218"/>
                  </a:lnTo>
                  <a:lnTo>
                    <a:pt x="1465" y="3247"/>
                  </a:lnTo>
                  <a:lnTo>
                    <a:pt x="1416" y="3272"/>
                  </a:lnTo>
                  <a:lnTo>
                    <a:pt x="1367" y="3293"/>
                  </a:lnTo>
                  <a:lnTo>
                    <a:pt x="1319" y="3309"/>
                  </a:lnTo>
                  <a:lnTo>
                    <a:pt x="1271" y="3320"/>
                  </a:lnTo>
                  <a:lnTo>
                    <a:pt x="1225" y="3324"/>
                  </a:lnTo>
                  <a:lnTo>
                    <a:pt x="1219" y="3324"/>
                  </a:lnTo>
                  <a:lnTo>
                    <a:pt x="1182" y="3322"/>
                  </a:lnTo>
                  <a:lnTo>
                    <a:pt x="1147" y="3315"/>
                  </a:lnTo>
                  <a:lnTo>
                    <a:pt x="1115" y="3304"/>
                  </a:lnTo>
                  <a:lnTo>
                    <a:pt x="1085" y="3288"/>
                  </a:lnTo>
                  <a:lnTo>
                    <a:pt x="1058" y="3268"/>
                  </a:lnTo>
                  <a:lnTo>
                    <a:pt x="1035" y="3245"/>
                  </a:lnTo>
                  <a:lnTo>
                    <a:pt x="1016" y="3217"/>
                  </a:lnTo>
                  <a:lnTo>
                    <a:pt x="998" y="3184"/>
                  </a:lnTo>
                  <a:lnTo>
                    <a:pt x="985" y="3149"/>
                  </a:lnTo>
                  <a:lnTo>
                    <a:pt x="978" y="3112"/>
                  </a:lnTo>
                  <a:lnTo>
                    <a:pt x="974" y="3074"/>
                  </a:lnTo>
                  <a:lnTo>
                    <a:pt x="974" y="3037"/>
                  </a:lnTo>
                  <a:lnTo>
                    <a:pt x="977" y="3000"/>
                  </a:lnTo>
                  <a:lnTo>
                    <a:pt x="984" y="2963"/>
                  </a:lnTo>
                  <a:lnTo>
                    <a:pt x="994" y="2929"/>
                  </a:lnTo>
                  <a:lnTo>
                    <a:pt x="1005" y="2896"/>
                  </a:lnTo>
                  <a:lnTo>
                    <a:pt x="954" y="2934"/>
                  </a:lnTo>
                  <a:lnTo>
                    <a:pt x="903" y="2970"/>
                  </a:lnTo>
                  <a:lnTo>
                    <a:pt x="854" y="3003"/>
                  </a:lnTo>
                  <a:lnTo>
                    <a:pt x="806" y="3034"/>
                  </a:lnTo>
                  <a:lnTo>
                    <a:pt x="760" y="3062"/>
                  </a:lnTo>
                  <a:lnTo>
                    <a:pt x="717" y="3087"/>
                  </a:lnTo>
                  <a:lnTo>
                    <a:pt x="675" y="3109"/>
                  </a:lnTo>
                  <a:lnTo>
                    <a:pt x="635" y="3127"/>
                  </a:lnTo>
                  <a:lnTo>
                    <a:pt x="598" y="3142"/>
                  </a:lnTo>
                  <a:lnTo>
                    <a:pt x="564" y="3153"/>
                  </a:lnTo>
                  <a:lnTo>
                    <a:pt x="532" y="3159"/>
                  </a:lnTo>
                  <a:lnTo>
                    <a:pt x="504" y="3162"/>
                  </a:lnTo>
                  <a:lnTo>
                    <a:pt x="502" y="3162"/>
                  </a:lnTo>
                  <a:lnTo>
                    <a:pt x="479" y="3160"/>
                  </a:lnTo>
                  <a:lnTo>
                    <a:pt x="459" y="3157"/>
                  </a:lnTo>
                  <a:lnTo>
                    <a:pt x="443" y="3151"/>
                  </a:lnTo>
                  <a:lnTo>
                    <a:pt x="429" y="3144"/>
                  </a:lnTo>
                  <a:lnTo>
                    <a:pt x="418" y="3135"/>
                  </a:lnTo>
                  <a:lnTo>
                    <a:pt x="373" y="3112"/>
                  </a:lnTo>
                  <a:lnTo>
                    <a:pt x="333" y="3086"/>
                  </a:lnTo>
                  <a:lnTo>
                    <a:pt x="299" y="3058"/>
                  </a:lnTo>
                  <a:lnTo>
                    <a:pt x="268" y="3027"/>
                  </a:lnTo>
                  <a:lnTo>
                    <a:pt x="243" y="2995"/>
                  </a:lnTo>
                  <a:lnTo>
                    <a:pt x="222" y="2959"/>
                  </a:lnTo>
                  <a:lnTo>
                    <a:pt x="205" y="2922"/>
                  </a:lnTo>
                  <a:lnTo>
                    <a:pt x="194" y="2883"/>
                  </a:lnTo>
                  <a:lnTo>
                    <a:pt x="186" y="2835"/>
                  </a:lnTo>
                  <a:lnTo>
                    <a:pt x="186" y="2785"/>
                  </a:lnTo>
                  <a:lnTo>
                    <a:pt x="192" y="2735"/>
                  </a:lnTo>
                  <a:lnTo>
                    <a:pt x="202" y="2685"/>
                  </a:lnTo>
                  <a:lnTo>
                    <a:pt x="218" y="2633"/>
                  </a:lnTo>
                  <a:lnTo>
                    <a:pt x="238" y="2581"/>
                  </a:lnTo>
                  <a:lnTo>
                    <a:pt x="261" y="2528"/>
                  </a:lnTo>
                  <a:lnTo>
                    <a:pt x="289" y="2475"/>
                  </a:lnTo>
                  <a:lnTo>
                    <a:pt x="320" y="2423"/>
                  </a:lnTo>
                  <a:lnTo>
                    <a:pt x="353" y="2370"/>
                  </a:lnTo>
                  <a:lnTo>
                    <a:pt x="389" y="2317"/>
                  </a:lnTo>
                  <a:lnTo>
                    <a:pt x="353" y="2332"/>
                  </a:lnTo>
                  <a:lnTo>
                    <a:pt x="321" y="2342"/>
                  </a:lnTo>
                  <a:lnTo>
                    <a:pt x="292" y="2349"/>
                  </a:lnTo>
                  <a:lnTo>
                    <a:pt x="265" y="2351"/>
                  </a:lnTo>
                  <a:lnTo>
                    <a:pt x="244" y="2350"/>
                  </a:lnTo>
                  <a:lnTo>
                    <a:pt x="224" y="2345"/>
                  </a:lnTo>
                  <a:lnTo>
                    <a:pt x="207" y="2337"/>
                  </a:lnTo>
                  <a:lnTo>
                    <a:pt x="192" y="2327"/>
                  </a:lnTo>
                  <a:lnTo>
                    <a:pt x="150" y="2304"/>
                  </a:lnTo>
                  <a:lnTo>
                    <a:pt x="114" y="2280"/>
                  </a:lnTo>
                  <a:lnTo>
                    <a:pt x="82" y="2251"/>
                  </a:lnTo>
                  <a:lnTo>
                    <a:pt x="55" y="2222"/>
                  </a:lnTo>
                  <a:lnTo>
                    <a:pt x="34" y="2188"/>
                  </a:lnTo>
                  <a:lnTo>
                    <a:pt x="18" y="2154"/>
                  </a:lnTo>
                  <a:lnTo>
                    <a:pt x="6" y="2116"/>
                  </a:lnTo>
                  <a:lnTo>
                    <a:pt x="1" y="2074"/>
                  </a:lnTo>
                  <a:lnTo>
                    <a:pt x="0" y="2031"/>
                  </a:lnTo>
                  <a:lnTo>
                    <a:pt x="5" y="1987"/>
                  </a:lnTo>
                  <a:lnTo>
                    <a:pt x="16" y="1943"/>
                  </a:lnTo>
                  <a:lnTo>
                    <a:pt x="29" y="1898"/>
                  </a:lnTo>
                  <a:lnTo>
                    <a:pt x="48" y="1853"/>
                  </a:lnTo>
                  <a:lnTo>
                    <a:pt x="70" y="1807"/>
                  </a:lnTo>
                  <a:lnTo>
                    <a:pt x="95" y="1761"/>
                  </a:lnTo>
                  <a:lnTo>
                    <a:pt x="122" y="1716"/>
                  </a:lnTo>
                  <a:lnTo>
                    <a:pt x="152" y="1671"/>
                  </a:lnTo>
                  <a:lnTo>
                    <a:pt x="183" y="1626"/>
                  </a:lnTo>
                  <a:lnTo>
                    <a:pt x="216" y="1582"/>
                  </a:lnTo>
                  <a:lnTo>
                    <a:pt x="250" y="1538"/>
                  </a:lnTo>
                  <a:lnTo>
                    <a:pt x="283" y="1496"/>
                  </a:lnTo>
                  <a:lnTo>
                    <a:pt x="318" y="1454"/>
                  </a:lnTo>
                  <a:lnTo>
                    <a:pt x="351" y="1415"/>
                  </a:lnTo>
                  <a:lnTo>
                    <a:pt x="383" y="1376"/>
                  </a:lnTo>
                  <a:lnTo>
                    <a:pt x="415" y="1339"/>
                  </a:lnTo>
                  <a:lnTo>
                    <a:pt x="443" y="1306"/>
                  </a:lnTo>
                  <a:lnTo>
                    <a:pt x="468" y="1275"/>
                  </a:lnTo>
                  <a:lnTo>
                    <a:pt x="489" y="1247"/>
                  </a:lnTo>
                  <a:lnTo>
                    <a:pt x="582" y="1128"/>
                  </a:lnTo>
                  <a:lnTo>
                    <a:pt x="679" y="1011"/>
                  </a:lnTo>
                  <a:lnTo>
                    <a:pt x="781" y="898"/>
                  </a:lnTo>
                  <a:lnTo>
                    <a:pt x="887" y="790"/>
                  </a:lnTo>
                  <a:lnTo>
                    <a:pt x="996" y="687"/>
                  </a:lnTo>
                  <a:lnTo>
                    <a:pt x="1108" y="587"/>
                  </a:lnTo>
                  <a:lnTo>
                    <a:pt x="1223" y="494"/>
                  </a:lnTo>
                  <a:lnTo>
                    <a:pt x="1341" y="406"/>
                  </a:lnTo>
                  <a:lnTo>
                    <a:pt x="1368" y="385"/>
                  </a:lnTo>
                  <a:lnTo>
                    <a:pt x="1397" y="363"/>
                  </a:lnTo>
                  <a:lnTo>
                    <a:pt x="1428" y="338"/>
                  </a:lnTo>
                  <a:lnTo>
                    <a:pt x="1462" y="312"/>
                  </a:lnTo>
                  <a:lnTo>
                    <a:pt x="1505" y="276"/>
                  </a:lnTo>
                  <a:lnTo>
                    <a:pt x="1550" y="242"/>
                  </a:lnTo>
                  <a:lnTo>
                    <a:pt x="1597" y="205"/>
                  </a:lnTo>
                  <a:lnTo>
                    <a:pt x="1645" y="170"/>
                  </a:lnTo>
                  <a:lnTo>
                    <a:pt x="1693" y="137"/>
                  </a:lnTo>
                  <a:lnTo>
                    <a:pt x="1742" y="105"/>
                  </a:lnTo>
                  <a:lnTo>
                    <a:pt x="1791" y="77"/>
                  </a:lnTo>
                  <a:lnTo>
                    <a:pt x="1840" y="52"/>
                  </a:lnTo>
                  <a:lnTo>
                    <a:pt x="1889" y="31"/>
                  </a:lnTo>
                  <a:lnTo>
                    <a:pt x="1937" y="14"/>
                  </a:lnTo>
                  <a:lnTo>
                    <a:pt x="1983" y="4"/>
                  </a:lnTo>
                  <a:lnTo>
                    <a:pt x="20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2" name="Picture Placeholder 6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8040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8568208" y="0"/>
                </a:moveTo>
                <a:lnTo>
                  <a:pt x="9144000" y="0"/>
                </a:lnTo>
                <a:lnTo>
                  <a:pt x="9144000" y="55158"/>
                </a:lnTo>
                <a:lnTo>
                  <a:pt x="9136182" y="54557"/>
                </a:lnTo>
                <a:lnTo>
                  <a:pt x="9124093" y="54557"/>
                </a:lnTo>
                <a:lnTo>
                  <a:pt x="9111694" y="54867"/>
                </a:lnTo>
                <a:lnTo>
                  <a:pt x="9099293" y="56107"/>
                </a:lnTo>
                <a:lnTo>
                  <a:pt x="9087204" y="57967"/>
                </a:lnTo>
                <a:lnTo>
                  <a:pt x="9074494" y="60136"/>
                </a:lnTo>
                <a:lnTo>
                  <a:pt x="9061785" y="62616"/>
                </a:lnTo>
                <a:lnTo>
                  <a:pt x="9049696" y="66026"/>
                </a:lnTo>
                <a:lnTo>
                  <a:pt x="9036986" y="70055"/>
                </a:lnTo>
                <a:lnTo>
                  <a:pt x="9024587" y="74705"/>
                </a:lnTo>
                <a:lnTo>
                  <a:pt x="9012497" y="79665"/>
                </a:lnTo>
                <a:lnTo>
                  <a:pt x="9000098" y="85244"/>
                </a:lnTo>
                <a:lnTo>
                  <a:pt x="8988008" y="91443"/>
                </a:lnTo>
                <a:lnTo>
                  <a:pt x="8976228" y="98262"/>
                </a:lnTo>
                <a:lnTo>
                  <a:pt x="8964139" y="105701"/>
                </a:lnTo>
                <a:lnTo>
                  <a:pt x="8952360" y="113760"/>
                </a:lnTo>
                <a:lnTo>
                  <a:pt x="8941201" y="122129"/>
                </a:lnTo>
                <a:lnTo>
                  <a:pt x="8930042" y="131118"/>
                </a:lnTo>
                <a:lnTo>
                  <a:pt x="8919501" y="140726"/>
                </a:lnTo>
                <a:lnTo>
                  <a:pt x="8908652" y="150955"/>
                </a:lnTo>
                <a:lnTo>
                  <a:pt x="8321800" y="737867"/>
                </a:lnTo>
                <a:lnTo>
                  <a:pt x="8317943" y="731290"/>
                </a:lnTo>
                <a:lnTo>
                  <a:pt x="8306793" y="714262"/>
                </a:lnTo>
                <a:lnTo>
                  <a:pt x="8295332" y="697542"/>
                </a:lnTo>
                <a:lnTo>
                  <a:pt x="8282634" y="681751"/>
                </a:lnTo>
                <a:lnTo>
                  <a:pt x="8269315" y="666580"/>
                </a:lnTo>
                <a:lnTo>
                  <a:pt x="8255376" y="651717"/>
                </a:lnTo>
                <a:lnTo>
                  <a:pt x="8240819" y="637785"/>
                </a:lnTo>
                <a:lnTo>
                  <a:pt x="8225332" y="624162"/>
                </a:lnTo>
                <a:lnTo>
                  <a:pt x="8209226" y="611776"/>
                </a:lnTo>
                <a:lnTo>
                  <a:pt x="8192500" y="600011"/>
                </a:lnTo>
                <a:lnTo>
                  <a:pt x="8175464" y="589174"/>
                </a:lnTo>
                <a:lnTo>
                  <a:pt x="8157810" y="578956"/>
                </a:lnTo>
                <a:lnTo>
                  <a:pt x="8154994" y="577478"/>
                </a:lnTo>
                <a:lnTo>
                  <a:pt x="8500170" y="232329"/>
                </a:lnTo>
                <a:lnTo>
                  <a:pt x="8508538" y="223344"/>
                </a:lnTo>
                <a:lnTo>
                  <a:pt x="8516905" y="213738"/>
                </a:lnTo>
                <a:lnTo>
                  <a:pt x="8524343" y="204443"/>
                </a:lnTo>
                <a:lnTo>
                  <a:pt x="8531779" y="194218"/>
                </a:lnTo>
                <a:lnTo>
                  <a:pt x="8537978" y="183994"/>
                </a:lnTo>
                <a:lnTo>
                  <a:pt x="8543866" y="173769"/>
                </a:lnTo>
                <a:lnTo>
                  <a:pt x="8549755" y="162924"/>
                </a:lnTo>
                <a:lnTo>
                  <a:pt x="8554403" y="152389"/>
                </a:lnTo>
                <a:lnTo>
                  <a:pt x="8558741" y="141234"/>
                </a:lnTo>
                <a:lnTo>
                  <a:pt x="8562460" y="130079"/>
                </a:lnTo>
                <a:lnTo>
                  <a:pt x="8566179" y="118925"/>
                </a:lnTo>
                <a:lnTo>
                  <a:pt x="8568969" y="107460"/>
                </a:lnTo>
                <a:lnTo>
                  <a:pt x="8571138" y="96306"/>
                </a:lnTo>
                <a:lnTo>
                  <a:pt x="8572688" y="84842"/>
                </a:lnTo>
                <a:lnTo>
                  <a:pt x="8573928" y="73378"/>
                </a:lnTo>
                <a:lnTo>
                  <a:pt x="8574546" y="62222"/>
                </a:lnTo>
                <a:lnTo>
                  <a:pt x="8574546" y="50449"/>
                </a:lnTo>
                <a:lnTo>
                  <a:pt x="8573928" y="39293"/>
                </a:lnTo>
                <a:lnTo>
                  <a:pt x="8572997" y="27829"/>
                </a:lnTo>
                <a:lnTo>
                  <a:pt x="8571448" y="16675"/>
                </a:lnTo>
                <a:lnTo>
                  <a:pt x="8569588" y="5521"/>
                </a:lnTo>
                <a:close/>
                <a:moveTo>
                  <a:pt x="0" y="0"/>
                </a:moveTo>
                <a:lnTo>
                  <a:pt x="5566876" y="0"/>
                </a:lnTo>
                <a:lnTo>
                  <a:pt x="5255320" y="311499"/>
                </a:lnTo>
                <a:lnTo>
                  <a:pt x="5254135" y="307277"/>
                </a:lnTo>
                <a:lnTo>
                  <a:pt x="5250796" y="297078"/>
                </a:lnTo>
                <a:lnTo>
                  <a:pt x="5246821" y="287197"/>
                </a:lnTo>
                <a:lnTo>
                  <a:pt x="5242528" y="277636"/>
                </a:lnTo>
                <a:lnTo>
                  <a:pt x="5237756" y="268233"/>
                </a:lnTo>
                <a:lnTo>
                  <a:pt x="5232510" y="259149"/>
                </a:lnTo>
                <a:lnTo>
                  <a:pt x="5226785" y="250225"/>
                </a:lnTo>
                <a:lnTo>
                  <a:pt x="5220742" y="241619"/>
                </a:lnTo>
                <a:lnTo>
                  <a:pt x="5214381" y="233492"/>
                </a:lnTo>
                <a:lnTo>
                  <a:pt x="5207544" y="225524"/>
                </a:lnTo>
                <a:lnTo>
                  <a:pt x="5200230" y="217874"/>
                </a:lnTo>
                <a:lnTo>
                  <a:pt x="5192597" y="210703"/>
                </a:lnTo>
                <a:lnTo>
                  <a:pt x="5184964" y="203850"/>
                </a:lnTo>
                <a:lnTo>
                  <a:pt x="5176695" y="197476"/>
                </a:lnTo>
                <a:lnTo>
                  <a:pt x="5168108" y="191260"/>
                </a:lnTo>
                <a:lnTo>
                  <a:pt x="5159363" y="185683"/>
                </a:lnTo>
                <a:lnTo>
                  <a:pt x="5150299" y="180424"/>
                </a:lnTo>
                <a:lnTo>
                  <a:pt x="5140917" y="175643"/>
                </a:lnTo>
                <a:lnTo>
                  <a:pt x="5131217" y="171181"/>
                </a:lnTo>
                <a:lnTo>
                  <a:pt x="5121359" y="167356"/>
                </a:lnTo>
                <a:lnTo>
                  <a:pt x="5111341" y="163850"/>
                </a:lnTo>
                <a:lnTo>
                  <a:pt x="5101005" y="160982"/>
                </a:lnTo>
                <a:lnTo>
                  <a:pt x="5090509" y="158591"/>
                </a:lnTo>
                <a:lnTo>
                  <a:pt x="5079855" y="156679"/>
                </a:lnTo>
                <a:lnTo>
                  <a:pt x="5068883" y="155403"/>
                </a:lnTo>
                <a:lnTo>
                  <a:pt x="5057753" y="154288"/>
                </a:lnTo>
                <a:lnTo>
                  <a:pt x="5046622" y="154129"/>
                </a:lnTo>
                <a:lnTo>
                  <a:pt x="5035491" y="154288"/>
                </a:lnTo>
                <a:lnTo>
                  <a:pt x="5024519" y="155403"/>
                </a:lnTo>
                <a:lnTo>
                  <a:pt x="5013706" y="156679"/>
                </a:lnTo>
                <a:lnTo>
                  <a:pt x="5002893" y="158591"/>
                </a:lnTo>
                <a:lnTo>
                  <a:pt x="4992398" y="160982"/>
                </a:lnTo>
                <a:lnTo>
                  <a:pt x="4982062" y="163850"/>
                </a:lnTo>
                <a:lnTo>
                  <a:pt x="4971885" y="167356"/>
                </a:lnTo>
                <a:lnTo>
                  <a:pt x="4962026" y="171181"/>
                </a:lnTo>
                <a:lnTo>
                  <a:pt x="4952486" y="175643"/>
                </a:lnTo>
                <a:lnTo>
                  <a:pt x="4943104" y="180424"/>
                </a:lnTo>
                <a:lnTo>
                  <a:pt x="4934040" y="185683"/>
                </a:lnTo>
                <a:lnTo>
                  <a:pt x="4925135" y="191260"/>
                </a:lnTo>
                <a:lnTo>
                  <a:pt x="4916548" y="197476"/>
                </a:lnTo>
                <a:lnTo>
                  <a:pt x="4908439" y="203850"/>
                </a:lnTo>
                <a:lnTo>
                  <a:pt x="4900646" y="210703"/>
                </a:lnTo>
                <a:lnTo>
                  <a:pt x="4893014" y="217874"/>
                </a:lnTo>
                <a:lnTo>
                  <a:pt x="4885859" y="225524"/>
                </a:lnTo>
                <a:lnTo>
                  <a:pt x="4879021" y="233492"/>
                </a:lnTo>
                <a:lnTo>
                  <a:pt x="4872660" y="241619"/>
                </a:lnTo>
                <a:lnTo>
                  <a:pt x="4866459" y="250225"/>
                </a:lnTo>
                <a:lnTo>
                  <a:pt x="4860734" y="259149"/>
                </a:lnTo>
                <a:lnTo>
                  <a:pt x="4855646" y="268233"/>
                </a:lnTo>
                <a:lnTo>
                  <a:pt x="4850716" y="277636"/>
                </a:lnTo>
                <a:lnTo>
                  <a:pt x="4846423" y="287197"/>
                </a:lnTo>
                <a:lnTo>
                  <a:pt x="4842448" y="297078"/>
                </a:lnTo>
                <a:lnTo>
                  <a:pt x="4839108" y="307277"/>
                </a:lnTo>
                <a:lnTo>
                  <a:pt x="4836246" y="317477"/>
                </a:lnTo>
                <a:lnTo>
                  <a:pt x="4833861" y="327995"/>
                </a:lnTo>
                <a:lnTo>
                  <a:pt x="4831794" y="338831"/>
                </a:lnTo>
                <a:lnTo>
                  <a:pt x="4830522" y="349668"/>
                </a:lnTo>
                <a:lnTo>
                  <a:pt x="4829568" y="360664"/>
                </a:lnTo>
                <a:lnTo>
                  <a:pt x="4829408" y="371979"/>
                </a:lnTo>
                <a:lnTo>
                  <a:pt x="4829568" y="383134"/>
                </a:lnTo>
                <a:lnTo>
                  <a:pt x="4830522" y="394130"/>
                </a:lnTo>
                <a:lnTo>
                  <a:pt x="4831794" y="405127"/>
                </a:lnTo>
                <a:lnTo>
                  <a:pt x="4833861" y="415804"/>
                </a:lnTo>
                <a:lnTo>
                  <a:pt x="4836246" y="426322"/>
                </a:lnTo>
                <a:lnTo>
                  <a:pt x="4839108" y="436681"/>
                </a:lnTo>
                <a:lnTo>
                  <a:pt x="4842448" y="446721"/>
                </a:lnTo>
                <a:lnTo>
                  <a:pt x="4846423" y="456761"/>
                </a:lnTo>
                <a:lnTo>
                  <a:pt x="4850716" y="466481"/>
                </a:lnTo>
                <a:lnTo>
                  <a:pt x="4855646" y="475725"/>
                </a:lnTo>
                <a:lnTo>
                  <a:pt x="4860734" y="484968"/>
                </a:lnTo>
                <a:lnTo>
                  <a:pt x="4866459" y="493574"/>
                </a:lnTo>
                <a:lnTo>
                  <a:pt x="4872660" y="502179"/>
                </a:lnTo>
                <a:lnTo>
                  <a:pt x="4879021" y="510466"/>
                </a:lnTo>
                <a:lnTo>
                  <a:pt x="4885859" y="518275"/>
                </a:lnTo>
                <a:lnTo>
                  <a:pt x="4893014" y="525924"/>
                </a:lnTo>
                <a:lnTo>
                  <a:pt x="4900646" y="533255"/>
                </a:lnTo>
                <a:lnTo>
                  <a:pt x="4908439" y="539948"/>
                </a:lnTo>
                <a:lnTo>
                  <a:pt x="4916548" y="546483"/>
                </a:lnTo>
                <a:lnTo>
                  <a:pt x="4925135" y="552538"/>
                </a:lnTo>
                <a:lnTo>
                  <a:pt x="4934040" y="558116"/>
                </a:lnTo>
                <a:lnTo>
                  <a:pt x="4943104" y="563375"/>
                </a:lnTo>
                <a:lnTo>
                  <a:pt x="4952486" y="568156"/>
                </a:lnTo>
                <a:lnTo>
                  <a:pt x="4962026" y="572618"/>
                </a:lnTo>
                <a:lnTo>
                  <a:pt x="4971885" y="576443"/>
                </a:lnTo>
                <a:lnTo>
                  <a:pt x="4982062" y="579949"/>
                </a:lnTo>
                <a:lnTo>
                  <a:pt x="4985787" y="580983"/>
                </a:lnTo>
                <a:lnTo>
                  <a:pt x="4687087" y="879629"/>
                </a:lnTo>
                <a:lnTo>
                  <a:pt x="4682790" y="884403"/>
                </a:lnTo>
                <a:lnTo>
                  <a:pt x="4678492" y="889177"/>
                </a:lnTo>
                <a:lnTo>
                  <a:pt x="4674672" y="894110"/>
                </a:lnTo>
                <a:lnTo>
                  <a:pt x="4670852" y="899361"/>
                </a:lnTo>
                <a:lnTo>
                  <a:pt x="4667669" y="904453"/>
                </a:lnTo>
                <a:lnTo>
                  <a:pt x="4664645" y="909863"/>
                </a:lnTo>
                <a:lnTo>
                  <a:pt x="4661621" y="915274"/>
                </a:lnTo>
                <a:lnTo>
                  <a:pt x="4659233" y="920844"/>
                </a:lnTo>
                <a:lnTo>
                  <a:pt x="4657005" y="926413"/>
                </a:lnTo>
                <a:lnTo>
                  <a:pt x="4654936" y="932142"/>
                </a:lnTo>
                <a:lnTo>
                  <a:pt x="4653345" y="938030"/>
                </a:lnTo>
                <a:lnTo>
                  <a:pt x="4651753" y="943758"/>
                </a:lnTo>
                <a:lnTo>
                  <a:pt x="4650639" y="949646"/>
                </a:lnTo>
                <a:lnTo>
                  <a:pt x="4649843" y="955534"/>
                </a:lnTo>
                <a:lnTo>
                  <a:pt x="4649207" y="961263"/>
                </a:lnTo>
                <a:lnTo>
                  <a:pt x="4648888" y="967150"/>
                </a:lnTo>
                <a:lnTo>
                  <a:pt x="4648888" y="973038"/>
                </a:lnTo>
                <a:lnTo>
                  <a:pt x="4649047" y="978926"/>
                </a:lnTo>
                <a:lnTo>
                  <a:pt x="4649684" y="984814"/>
                </a:lnTo>
                <a:lnTo>
                  <a:pt x="4650479" y="990384"/>
                </a:lnTo>
                <a:lnTo>
                  <a:pt x="4651435" y="996272"/>
                </a:lnTo>
                <a:lnTo>
                  <a:pt x="4653026" y="1001841"/>
                </a:lnTo>
                <a:lnTo>
                  <a:pt x="4654618" y="1007410"/>
                </a:lnTo>
                <a:lnTo>
                  <a:pt x="4656528" y="1012980"/>
                </a:lnTo>
                <a:lnTo>
                  <a:pt x="4658597" y="1018391"/>
                </a:lnTo>
                <a:lnTo>
                  <a:pt x="4661143" y="1023642"/>
                </a:lnTo>
                <a:lnTo>
                  <a:pt x="4664009" y="1028734"/>
                </a:lnTo>
                <a:lnTo>
                  <a:pt x="4667032" y="1033986"/>
                </a:lnTo>
                <a:lnTo>
                  <a:pt x="4670216" y="1038760"/>
                </a:lnTo>
                <a:lnTo>
                  <a:pt x="4674036" y="1043534"/>
                </a:lnTo>
                <a:lnTo>
                  <a:pt x="4677856" y="1048148"/>
                </a:lnTo>
                <a:lnTo>
                  <a:pt x="4682153" y="1052604"/>
                </a:lnTo>
                <a:lnTo>
                  <a:pt x="4686450" y="1056741"/>
                </a:lnTo>
                <a:lnTo>
                  <a:pt x="4691065" y="1060720"/>
                </a:lnTo>
                <a:lnTo>
                  <a:pt x="4695841" y="1064220"/>
                </a:lnTo>
                <a:lnTo>
                  <a:pt x="4700775" y="1067562"/>
                </a:lnTo>
                <a:lnTo>
                  <a:pt x="4705708" y="1070745"/>
                </a:lnTo>
                <a:lnTo>
                  <a:pt x="4710960" y="1073450"/>
                </a:lnTo>
                <a:lnTo>
                  <a:pt x="4716213" y="1075837"/>
                </a:lnTo>
                <a:lnTo>
                  <a:pt x="4721624" y="1078224"/>
                </a:lnTo>
                <a:lnTo>
                  <a:pt x="4727036" y="1080134"/>
                </a:lnTo>
                <a:lnTo>
                  <a:pt x="4732765" y="1081725"/>
                </a:lnTo>
                <a:lnTo>
                  <a:pt x="4738495" y="1082998"/>
                </a:lnTo>
                <a:lnTo>
                  <a:pt x="4744066" y="1084112"/>
                </a:lnTo>
                <a:lnTo>
                  <a:pt x="4749955" y="1084908"/>
                </a:lnTo>
                <a:lnTo>
                  <a:pt x="4755685" y="1085385"/>
                </a:lnTo>
                <a:lnTo>
                  <a:pt x="4761573" y="1085703"/>
                </a:lnTo>
                <a:lnTo>
                  <a:pt x="4767463" y="1085544"/>
                </a:lnTo>
                <a:lnTo>
                  <a:pt x="4773192" y="1085226"/>
                </a:lnTo>
                <a:lnTo>
                  <a:pt x="4779240" y="1084748"/>
                </a:lnTo>
                <a:lnTo>
                  <a:pt x="4784970" y="1083794"/>
                </a:lnTo>
                <a:lnTo>
                  <a:pt x="4790859" y="1082680"/>
                </a:lnTo>
                <a:lnTo>
                  <a:pt x="4796748" y="1081407"/>
                </a:lnTo>
                <a:lnTo>
                  <a:pt x="4802319" y="1079656"/>
                </a:lnTo>
                <a:lnTo>
                  <a:pt x="4808048" y="1077587"/>
                </a:lnTo>
                <a:lnTo>
                  <a:pt x="4813778" y="1075359"/>
                </a:lnTo>
                <a:lnTo>
                  <a:pt x="4819190" y="1072813"/>
                </a:lnTo>
                <a:lnTo>
                  <a:pt x="4824760" y="1070108"/>
                </a:lnTo>
                <a:lnTo>
                  <a:pt x="4830012" y="1066926"/>
                </a:lnTo>
                <a:lnTo>
                  <a:pt x="4835423" y="1063584"/>
                </a:lnTo>
                <a:lnTo>
                  <a:pt x="4840358" y="1060083"/>
                </a:lnTo>
                <a:lnTo>
                  <a:pt x="4845450" y="1056105"/>
                </a:lnTo>
                <a:lnTo>
                  <a:pt x="4850226" y="1051967"/>
                </a:lnTo>
                <a:lnTo>
                  <a:pt x="4855000" y="1047353"/>
                </a:lnTo>
                <a:lnTo>
                  <a:pt x="5883355" y="19076"/>
                </a:lnTo>
                <a:lnTo>
                  <a:pt x="5884016" y="20376"/>
                </a:lnTo>
                <a:lnTo>
                  <a:pt x="5889266" y="29598"/>
                </a:lnTo>
                <a:lnTo>
                  <a:pt x="5894833" y="38345"/>
                </a:lnTo>
                <a:lnTo>
                  <a:pt x="5901037" y="46931"/>
                </a:lnTo>
                <a:lnTo>
                  <a:pt x="5907559" y="55041"/>
                </a:lnTo>
                <a:lnTo>
                  <a:pt x="5914240" y="62992"/>
                </a:lnTo>
                <a:lnTo>
                  <a:pt x="5921398" y="70624"/>
                </a:lnTo>
                <a:lnTo>
                  <a:pt x="5929034" y="77621"/>
                </a:lnTo>
                <a:lnTo>
                  <a:pt x="5936987" y="84617"/>
                </a:lnTo>
                <a:lnTo>
                  <a:pt x="5945259" y="91137"/>
                </a:lnTo>
                <a:lnTo>
                  <a:pt x="5953690" y="97021"/>
                </a:lnTo>
                <a:lnTo>
                  <a:pt x="5962598" y="102745"/>
                </a:lnTo>
                <a:lnTo>
                  <a:pt x="5965880" y="104644"/>
                </a:lnTo>
                <a:lnTo>
                  <a:pt x="4841537" y="1229103"/>
                </a:lnTo>
                <a:lnTo>
                  <a:pt x="4833101" y="1227058"/>
                </a:lnTo>
                <a:lnTo>
                  <a:pt x="4822289" y="1225150"/>
                </a:lnTo>
                <a:lnTo>
                  <a:pt x="4811475" y="1223878"/>
                </a:lnTo>
                <a:lnTo>
                  <a:pt x="4800503" y="1223082"/>
                </a:lnTo>
                <a:lnTo>
                  <a:pt x="4789213" y="1222764"/>
                </a:lnTo>
                <a:lnTo>
                  <a:pt x="4778083" y="1223082"/>
                </a:lnTo>
                <a:lnTo>
                  <a:pt x="4767111" y="1223878"/>
                </a:lnTo>
                <a:lnTo>
                  <a:pt x="4756139" y="1225150"/>
                </a:lnTo>
                <a:lnTo>
                  <a:pt x="4745485" y="1227058"/>
                </a:lnTo>
                <a:lnTo>
                  <a:pt x="4734990" y="1229602"/>
                </a:lnTo>
                <a:lnTo>
                  <a:pt x="4724654" y="1232464"/>
                </a:lnTo>
                <a:lnTo>
                  <a:pt x="4714636" y="1235963"/>
                </a:lnTo>
                <a:lnTo>
                  <a:pt x="4704777" y="1239938"/>
                </a:lnTo>
                <a:lnTo>
                  <a:pt x="4695078" y="1244232"/>
                </a:lnTo>
                <a:lnTo>
                  <a:pt x="4685696" y="1249002"/>
                </a:lnTo>
                <a:lnTo>
                  <a:pt x="4676631" y="1254249"/>
                </a:lnTo>
                <a:lnTo>
                  <a:pt x="4667727" y="1259815"/>
                </a:lnTo>
                <a:lnTo>
                  <a:pt x="4659299" y="1265858"/>
                </a:lnTo>
                <a:lnTo>
                  <a:pt x="4651030" y="1272377"/>
                </a:lnTo>
                <a:lnTo>
                  <a:pt x="4643238" y="1279215"/>
                </a:lnTo>
                <a:lnTo>
                  <a:pt x="4635765" y="1286529"/>
                </a:lnTo>
                <a:lnTo>
                  <a:pt x="4628451" y="1293844"/>
                </a:lnTo>
                <a:lnTo>
                  <a:pt x="4621612" y="1301795"/>
                </a:lnTo>
                <a:lnTo>
                  <a:pt x="4615252" y="1310063"/>
                </a:lnTo>
                <a:lnTo>
                  <a:pt x="4609051" y="1318491"/>
                </a:lnTo>
                <a:lnTo>
                  <a:pt x="4603326" y="1327396"/>
                </a:lnTo>
                <a:lnTo>
                  <a:pt x="4598238" y="1336460"/>
                </a:lnTo>
                <a:lnTo>
                  <a:pt x="4593308" y="1345842"/>
                </a:lnTo>
                <a:lnTo>
                  <a:pt x="4589174" y="1355541"/>
                </a:lnTo>
                <a:lnTo>
                  <a:pt x="4585199" y="1365401"/>
                </a:lnTo>
                <a:lnTo>
                  <a:pt x="4581700" y="1375418"/>
                </a:lnTo>
                <a:lnTo>
                  <a:pt x="4578838" y="1385754"/>
                </a:lnTo>
                <a:lnTo>
                  <a:pt x="4576293" y="1396249"/>
                </a:lnTo>
                <a:lnTo>
                  <a:pt x="4574385" y="1406903"/>
                </a:lnTo>
                <a:lnTo>
                  <a:pt x="4573114" y="1417875"/>
                </a:lnTo>
                <a:lnTo>
                  <a:pt x="4572318" y="1428847"/>
                </a:lnTo>
                <a:lnTo>
                  <a:pt x="4572000" y="1439978"/>
                </a:lnTo>
                <a:lnTo>
                  <a:pt x="4572318" y="1451268"/>
                </a:lnTo>
                <a:lnTo>
                  <a:pt x="4573114" y="1462240"/>
                </a:lnTo>
                <a:lnTo>
                  <a:pt x="4574385" y="1473053"/>
                </a:lnTo>
                <a:lnTo>
                  <a:pt x="4576293" y="1483866"/>
                </a:lnTo>
                <a:lnTo>
                  <a:pt x="4578838" y="1494361"/>
                </a:lnTo>
                <a:lnTo>
                  <a:pt x="4581700" y="1504697"/>
                </a:lnTo>
                <a:lnTo>
                  <a:pt x="4585199" y="1514715"/>
                </a:lnTo>
                <a:lnTo>
                  <a:pt x="4589174" y="1524574"/>
                </a:lnTo>
                <a:lnTo>
                  <a:pt x="4593308" y="1534274"/>
                </a:lnTo>
                <a:lnTo>
                  <a:pt x="4598238" y="1543655"/>
                </a:lnTo>
                <a:lnTo>
                  <a:pt x="4603326" y="1552719"/>
                </a:lnTo>
                <a:lnTo>
                  <a:pt x="4609051" y="1561624"/>
                </a:lnTo>
                <a:lnTo>
                  <a:pt x="4615252" y="1570051"/>
                </a:lnTo>
                <a:lnTo>
                  <a:pt x="4621612" y="1578320"/>
                </a:lnTo>
                <a:lnTo>
                  <a:pt x="4628451" y="1586112"/>
                </a:lnTo>
                <a:lnTo>
                  <a:pt x="4635765" y="1593586"/>
                </a:lnTo>
                <a:lnTo>
                  <a:pt x="4643238" y="1600901"/>
                </a:lnTo>
                <a:lnTo>
                  <a:pt x="4651030" y="1607738"/>
                </a:lnTo>
                <a:lnTo>
                  <a:pt x="4659299" y="1614098"/>
                </a:lnTo>
                <a:lnTo>
                  <a:pt x="4667727" y="1620300"/>
                </a:lnTo>
                <a:lnTo>
                  <a:pt x="4676631" y="1625866"/>
                </a:lnTo>
                <a:lnTo>
                  <a:pt x="4685696" y="1631113"/>
                </a:lnTo>
                <a:lnTo>
                  <a:pt x="4695078" y="1636042"/>
                </a:lnTo>
                <a:lnTo>
                  <a:pt x="4704777" y="1640177"/>
                </a:lnTo>
                <a:lnTo>
                  <a:pt x="4714636" y="1644152"/>
                </a:lnTo>
                <a:lnTo>
                  <a:pt x="4724654" y="1647650"/>
                </a:lnTo>
                <a:lnTo>
                  <a:pt x="4734990" y="1650513"/>
                </a:lnTo>
                <a:lnTo>
                  <a:pt x="4745485" y="1653057"/>
                </a:lnTo>
                <a:lnTo>
                  <a:pt x="4756139" y="1654965"/>
                </a:lnTo>
                <a:lnTo>
                  <a:pt x="4767111" y="1656237"/>
                </a:lnTo>
                <a:lnTo>
                  <a:pt x="4778083" y="1657032"/>
                </a:lnTo>
                <a:lnTo>
                  <a:pt x="4789213" y="1657350"/>
                </a:lnTo>
                <a:lnTo>
                  <a:pt x="4800503" y="1657032"/>
                </a:lnTo>
                <a:lnTo>
                  <a:pt x="4811475" y="1656237"/>
                </a:lnTo>
                <a:lnTo>
                  <a:pt x="4822289" y="1654965"/>
                </a:lnTo>
                <a:lnTo>
                  <a:pt x="4833101" y="1653057"/>
                </a:lnTo>
                <a:lnTo>
                  <a:pt x="4843597" y="1650513"/>
                </a:lnTo>
                <a:lnTo>
                  <a:pt x="4853933" y="1647650"/>
                </a:lnTo>
                <a:lnTo>
                  <a:pt x="4863951" y="1644152"/>
                </a:lnTo>
                <a:lnTo>
                  <a:pt x="4873809" y="1640177"/>
                </a:lnTo>
                <a:lnTo>
                  <a:pt x="4883509" y="1636042"/>
                </a:lnTo>
                <a:lnTo>
                  <a:pt x="4892891" y="1631113"/>
                </a:lnTo>
                <a:lnTo>
                  <a:pt x="4901955" y="1625866"/>
                </a:lnTo>
                <a:lnTo>
                  <a:pt x="4910860" y="1620300"/>
                </a:lnTo>
                <a:lnTo>
                  <a:pt x="4919287" y="1614098"/>
                </a:lnTo>
                <a:lnTo>
                  <a:pt x="4927556" y="1607738"/>
                </a:lnTo>
                <a:lnTo>
                  <a:pt x="4935348" y="1600901"/>
                </a:lnTo>
                <a:lnTo>
                  <a:pt x="4942821" y="1593586"/>
                </a:lnTo>
                <a:lnTo>
                  <a:pt x="4950136" y="1586112"/>
                </a:lnTo>
                <a:lnTo>
                  <a:pt x="4956973" y="1578320"/>
                </a:lnTo>
                <a:lnTo>
                  <a:pt x="4963334" y="1570051"/>
                </a:lnTo>
                <a:lnTo>
                  <a:pt x="4969376" y="1561624"/>
                </a:lnTo>
                <a:lnTo>
                  <a:pt x="4975101" y="1552719"/>
                </a:lnTo>
                <a:lnTo>
                  <a:pt x="4980348" y="1543655"/>
                </a:lnTo>
                <a:lnTo>
                  <a:pt x="4985119" y="1534274"/>
                </a:lnTo>
                <a:lnTo>
                  <a:pt x="4989412" y="1524574"/>
                </a:lnTo>
                <a:lnTo>
                  <a:pt x="4993229" y="1514715"/>
                </a:lnTo>
                <a:lnTo>
                  <a:pt x="4996886" y="1504697"/>
                </a:lnTo>
                <a:lnTo>
                  <a:pt x="4999748" y="1494361"/>
                </a:lnTo>
                <a:lnTo>
                  <a:pt x="5002134" y="1483866"/>
                </a:lnTo>
                <a:lnTo>
                  <a:pt x="5004041" y="1473053"/>
                </a:lnTo>
                <a:lnTo>
                  <a:pt x="5005473" y="1462240"/>
                </a:lnTo>
                <a:lnTo>
                  <a:pt x="5006268" y="1451268"/>
                </a:lnTo>
                <a:lnTo>
                  <a:pt x="5006586" y="1439978"/>
                </a:lnTo>
                <a:lnTo>
                  <a:pt x="5006268" y="1428847"/>
                </a:lnTo>
                <a:lnTo>
                  <a:pt x="5005473" y="1417875"/>
                </a:lnTo>
                <a:lnTo>
                  <a:pt x="5004041" y="1406903"/>
                </a:lnTo>
                <a:lnTo>
                  <a:pt x="5003300" y="1402764"/>
                </a:lnTo>
                <a:lnTo>
                  <a:pt x="5589555" y="816448"/>
                </a:lnTo>
                <a:lnTo>
                  <a:pt x="5591970" y="820609"/>
                </a:lnTo>
                <a:lnTo>
                  <a:pt x="5597550" y="829513"/>
                </a:lnTo>
                <a:lnTo>
                  <a:pt x="5603767" y="837941"/>
                </a:lnTo>
                <a:lnTo>
                  <a:pt x="5610144" y="846210"/>
                </a:lnTo>
                <a:lnTo>
                  <a:pt x="5617000" y="854161"/>
                </a:lnTo>
                <a:lnTo>
                  <a:pt x="5624173" y="861634"/>
                </a:lnTo>
                <a:lnTo>
                  <a:pt x="5631826" y="868790"/>
                </a:lnTo>
                <a:lnTo>
                  <a:pt x="5639797" y="875628"/>
                </a:lnTo>
                <a:lnTo>
                  <a:pt x="5647768" y="882147"/>
                </a:lnTo>
                <a:lnTo>
                  <a:pt x="5656377" y="888031"/>
                </a:lnTo>
                <a:lnTo>
                  <a:pt x="5665305" y="893755"/>
                </a:lnTo>
                <a:lnTo>
                  <a:pt x="5674391" y="899162"/>
                </a:lnTo>
                <a:lnTo>
                  <a:pt x="5674673" y="899300"/>
                </a:lnTo>
                <a:lnTo>
                  <a:pt x="5403593" y="1170663"/>
                </a:lnTo>
                <a:lnTo>
                  <a:pt x="5400252" y="1174166"/>
                </a:lnTo>
                <a:lnTo>
                  <a:pt x="5397388" y="1177669"/>
                </a:lnTo>
                <a:lnTo>
                  <a:pt x="5394842" y="1181172"/>
                </a:lnTo>
                <a:lnTo>
                  <a:pt x="5392296" y="1185153"/>
                </a:lnTo>
                <a:lnTo>
                  <a:pt x="5390227" y="1189133"/>
                </a:lnTo>
                <a:lnTo>
                  <a:pt x="5388318" y="1193432"/>
                </a:lnTo>
                <a:lnTo>
                  <a:pt x="5386728" y="1197572"/>
                </a:lnTo>
                <a:lnTo>
                  <a:pt x="5385454" y="1202190"/>
                </a:lnTo>
                <a:lnTo>
                  <a:pt x="5384340" y="1206489"/>
                </a:lnTo>
                <a:lnTo>
                  <a:pt x="5383227" y="1211266"/>
                </a:lnTo>
                <a:lnTo>
                  <a:pt x="5382590" y="1215883"/>
                </a:lnTo>
                <a:lnTo>
                  <a:pt x="5382272" y="1220660"/>
                </a:lnTo>
                <a:lnTo>
                  <a:pt x="5382113" y="1225437"/>
                </a:lnTo>
                <a:lnTo>
                  <a:pt x="5382113" y="1230533"/>
                </a:lnTo>
                <a:lnTo>
                  <a:pt x="5382431" y="1235309"/>
                </a:lnTo>
                <a:lnTo>
                  <a:pt x="5383068" y="1240405"/>
                </a:lnTo>
                <a:lnTo>
                  <a:pt x="5384022" y="1245341"/>
                </a:lnTo>
                <a:lnTo>
                  <a:pt x="5384977" y="1250436"/>
                </a:lnTo>
                <a:lnTo>
                  <a:pt x="5386250" y="1255531"/>
                </a:lnTo>
                <a:lnTo>
                  <a:pt x="5387682" y="1260627"/>
                </a:lnTo>
                <a:lnTo>
                  <a:pt x="5389432" y="1265563"/>
                </a:lnTo>
                <a:lnTo>
                  <a:pt x="5391341" y="1270818"/>
                </a:lnTo>
                <a:lnTo>
                  <a:pt x="5393728" y="1275912"/>
                </a:lnTo>
                <a:lnTo>
                  <a:pt x="5396115" y="1280690"/>
                </a:lnTo>
                <a:lnTo>
                  <a:pt x="5398660" y="1285785"/>
                </a:lnTo>
                <a:lnTo>
                  <a:pt x="5401524" y="1290562"/>
                </a:lnTo>
                <a:lnTo>
                  <a:pt x="5404707" y="1295498"/>
                </a:lnTo>
                <a:lnTo>
                  <a:pt x="5408048" y="1300274"/>
                </a:lnTo>
                <a:lnTo>
                  <a:pt x="5411549" y="1305052"/>
                </a:lnTo>
                <a:lnTo>
                  <a:pt x="5415367" y="1309510"/>
                </a:lnTo>
                <a:lnTo>
                  <a:pt x="5419345" y="1314128"/>
                </a:lnTo>
                <a:lnTo>
                  <a:pt x="5423641" y="1318426"/>
                </a:lnTo>
                <a:lnTo>
                  <a:pt x="5427937" y="1322566"/>
                </a:lnTo>
                <a:lnTo>
                  <a:pt x="5432551" y="1326706"/>
                </a:lnTo>
                <a:lnTo>
                  <a:pt x="5437006" y="1330368"/>
                </a:lnTo>
                <a:lnTo>
                  <a:pt x="5441780" y="1334031"/>
                </a:lnTo>
                <a:lnTo>
                  <a:pt x="5446393" y="1337216"/>
                </a:lnTo>
                <a:lnTo>
                  <a:pt x="5451326" y="1340400"/>
                </a:lnTo>
                <a:lnTo>
                  <a:pt x="5456258" y="1343266"/>
                </a:lnTo>
                <a:lnTo>
                  <a:pt x="5461191" y="1345973"/>
                </a:lnTo>
                <a:lnTo>
                  <a:pt x="5466123" y="1348362"/>
                </a:lnTo>
                <a:lnTo>
                  <a:pt x="5471215" y="1350590"/>
                </a:lnTo>
                <a:lnTo>
                  <a:pt x="5476147" y="1352660"/>
                </a:lnTo>
                <a:lnTo>
                  <a:pt x="5481398" y="1354253"/>
                </a:lnTo>
                <a:lnTo>
                  <a:pt x="5486330" y="1355845"/>
                </a:lnTo>
                <a:lnTo>
                  <a:pt x="5491422" y="1357119"/>
                </a:lnTo>
                <a:lnTo>
                  <a:pt x="5496513" y="1358074"/>
                </a:lnTo>
                <a:lnTo>
                  <a:pt x="5501605" y="1358870"/>
                </a:lnTo>
                <a:lnTo>
                  <a:pt x="5506378" y="1359507"/>
                </a:lnTo>
                <a:lnTo>
                  <a:pt x="5511470" y="1359826"/>
                </a:lnTo>
                <a:lnTo>
                  <a:pt x="5516402" y="1359826"/>
                </a:lnTo>
                <a:lnTo>
                  <a:pt x="5521176" y="1359666"/>
                </a:lnTo>
                <a:lnTo>
                  <a:pt x="5526108" y="1359348"/>
                </a:lnTo>
                <a:lnTo>
                  <a:pt x="5530722" y="1358711"/>
                </a:lnTo>
                <a:lnTo>
                  <a:pt x="5535336" y="1357755"/>
                </a:lnTo>
                <a:lnTo>
                  <a:pt x="5539791" y="1356641"/>
                </a:lnTo>
                <a:lnTo>
                  <a:pt x="5544087" y="1355368"/>
                </a:lnTo>
                <a:lnTo>
                  <a:pt x="5548542" y="1353616"/>
                </a:lnTo>
                <a:lnTo>
                  <a:pt x="5552520" y="1351864"/>
                </a:lnTo>
                <a:lnTo>
                  <a:pt x="5556657" y="1349635"/>
                </a:lnTo>
                <a:lnTo>
                  <a:pt x="5560475" y="1347247"/>
                </a:lnTo>
                <a:lnTo>
                  <a:pt x="5564294" y="1344699"/>
                </a:lnTo>
                <a:lnTo>
                  <a:pt x="5567795" y="1341833"/>
                </a:lnTo>
                <a:lnTo>
                  <a:pt x="5571136" y="1338489"/>
                </a:lnTo>
                <a:lnTo>
                  <a:pt x="6645607" y="263061"/>
                </a:lnTo>
                <a:lnTo>
                  <a:pt x="6648788" y="259876"/>
                </a:lnTo>
                <a:lnTo>
                  <a:pt x="6651652" y="256214"/>
                </a:lnTo>
                <a:lnTo>
                  <a:pt x="6654358" y="252552"/>
                </a:lnTo>
                <a:lnTo>
                  <a:pt x="6656744" y="248730"/>
                </a:lnTo>
                <a:lnTo>
                  <a:pt x="6658813" y="244591"/>
                </a:lnTo>
                <a:lnTo>
                  <a:pt x="6660722" y="240451"/>
                </a:lnTo>
                <a:lnTo>
                  <a:pt x="6662313" y="236151"/>
                </a:lnTo>
                <a:lnTo>
                  <a:pt x="6663904" y="231852"/>
                </a:lnTo>
                <a:lnTo>
                  <a:pt x="6665018" y="227235"/>
                </a:lnTo>
                <a:lnTo>
                  <a:pt x="6665813" y="222617"/>
                </a:lnTo>
                <a:lnTo>
                  <a:pt x="6666450" y="217840"/>
                </a:lnTo>
                <a:lnTo>
                  <a:pt x="6666768" y="213223"/>
                </a:lnTo>
                <a:lnTo>
                  <a:pt x="6666927" y="208287"/>
                </a:lnTo>
                <a:lnTo>
                  <a:pt x="6666927" y="203509"/>
                </a:lnTo>
                <a:lnTo>
                  <a:pt x="6666609" y="198414"/>
                </a:lnTo>
                <a:lnTo>
                  <a:pt x="6665972" y="193478"/>
                </a:lnTo>
                <a:lnTo>
                  <a:pt x="6665177" y="188383"/>
                </a:lnTo>
                <a:lnTo>
                  <a:pt x="6664223" y="183446"/>
                </a:lnTo>
                <a:lnTo>
                  <a:pt x="6662791" y="178351"/>
                </a:lnTo>
                <a:lnTo>
                  <a:pt x="6661359" y="173097"/>
                </a:lnTo>
                <a:lnTo>
                  <a:pt x="6659608" y="168160"/>
                </a:lnTo>
                <a:lnTo>
                  <a:pt x="6657699" y="163066"/>
                </a:lnTo>
                <a:lnTo>
                  <a:pt x="6655472" y="158129"/>
                </a:lnTo>
                <a:lnTo>
                  <a:pt x="6652926" y="153034"/>
                </a:lnTo>
                <a:lnTo>
                  <a:pt x="6650380" y="148098"/>
                </a:lnTo>
                <a:lnTo>
                  <a:pt x="6647516" y="143162"/>
                </a:lnTo>
                <a:lnTo>
                  <a:pt x="6644493" y="138385"/>
                </a:lnTo>
                <a:lnTo>
                  <a:pt x="6640992" y="133608"/>
                </a:lnTo>
                <a:lnTo>
                  <a:pt x="6637492" y="128990"/>
                </a:lnTo>
                <a:lnTo>
                  <a:pt x="6633673" y="124214"/>
                </a:lnTo>
                <a:lnTo>
                  <a:pt x="6629696" y="119914"/>
                </a:lnTo>
                <a:lnTo>
                  <a:pt x="6625559" y="115297"/>
                </a:lnTo>
                <a:lnTo>
                  <a:pt x="6621103" y="111157"/>
                </a:lnTo>
                <a:lnTo>
                  <a:pt x="6616648" y="107176"/>
                </a:lnTo>
                <a:lnTo>
                  <a:pt x="6612034" y="103355"/>
                </a:lnTo>
                <a:lnTo>
                  <a:pt x="6607420" y="99852"/>
                </a:lnTo>
                <a:lnTo>
                  <a:pt x="6602647" y="96508"/>
                </a:lnTo>
                <a:lnTo>
                  <a:pt x="6597874" y="93483"/>
                </a:lnTo>
                <a:lnTo>
                  <a:pt x="6592782" y="90616"/>
                </a:lnTo>
                <a:lnTo>
                  <a:pt x="6588009" y="87750"/>
                </a:lnTo>
                <a:lnTo>
                  <a:pt x="6582917" y="85362"/>
                </a:lnTo>
                <a:lnTo>
                  <a:pt x="6577985" y="83292"/>
                </a:lnTo>
                <a:lnTo>
                  <a:pt x="6572893" y="81382"/>
                </a:lnTo>
                <a:lnTo>
                  <a:pt x="6567643" y="79629"/>
                </a:lnTo>
                <a:lnTo>
                  <a:pt x="6562710" y="77878"/>
                </a:lnTo>
                <a:lnTo>
                  <a:pt x="6557618" y="76763"/>
                </a:lnTo>
                <a:lnTo>
                  <a:pt x="6552686" y="75649"/>
                </a:lnTo>
                <a:lnTo>
                  <a:pt x="6547595" y="74853"/>
                </a:lnTo>
                <a:lnTo>
                  <a:pt x="6542662" y="74376"/>
                </a:lnTo>
                <a:lnTo>
                  <a:pt x="6537571" y="74057"/>
                </a:lnTo>
                <a:lnTo>
                  <a:pt x="6532797" y="73897"/>
                </a:lnTo>
                <a:lnTo>
                  <a:pt x="6527865" y="74057"/>
                </a:lnTo>
                <a:lnTo>
                  <a:pt x="6523091" y="74534"/>
                </a:lnTo>
                <a:lnTo>
                  <a:pt x="6518318" y="75172"/>
                </a:lnTo>
                <a:lnTo>
                  <a:pt x="6513863" y="75967"/>
                </a:lnTo>
                <a:lnTo>
                  <a:pt x="6509249" y="77082"/>
                </a:lnTo>
                <a:lnTo>
                  <a:pt x="6504953" y="78515"/>
                </a:lnTo>
                <a:lnTo>
                  <a:pt x="6500498" y="80267"/>
                </a:lnTo>
                <a:lnTo>
                  <a:pt x="6496520" y="82018"/>
                </a:lnTo>
                <a:lnTo>
                  <a:pt x="6492383" y="84248"/>
                </a:lnTo>
                <a:lnTo>
                  <a:pt x="6488565" y="86477"/>
                </a:lnTo>
                <a:lnTo>
                  <a:pt x="6484905" y="89343"/>
                </a:lnTo>
                <a:lnTo>
                  <a:pt x="6481246" y="92209"/>
                </a:lnTo>
                <a:lnTo>
                  <a:pt x="6477904" y="95234"/>
                </a:lnTo>
                <a:lnTo>
                  <a:pt x="5969623" y="604044"/>
                </a:lnTo>
                <a:lnTo>
                  <a:pt x="5964540" y="595285"/>
                </a:lnTo>
                <a:lnTo>
                  <a:pt x="5958801" y="586381"/>
                </a:lnTo>
                <a:lnTo>
                  <a:pt x="5952902" y="577953"/>
                </a:lnTo>
                <a:lnTo>
                  <a:pt x="5946365" y="569843"/>
                </a:lnTo>
                <a:lnTo>
                  <a:pt x="5939510" y="561893"/>
                </a:lnTo>
                <a:lnTo>
                  <a:pt x="5932177" y="554260"/>
                </a:lnTo>
                <a:lnTo>
                  <a:pt x="5924843" y="547105"/>
                </a:lnTo>
                <a:lnTo>
                  <a:pt x="5916873" y="540267"/>
                </a:lnTo>
                <a:lnTo>
                  <a:pt x="5908582" y="533906"/>
                </a:lnTo>
                <a:lnTo>
                  <a:pt x="5899974" y="527704"/>
                </a:lnTo>
                <a:lnTo>
                  <a:pt x="5891206" y="521980"/>
                </a:lnTo>
                <a:lnTo>
                  <a:pt x="5886582" y="519391"/>
                </a:lnTo>
                <a:lnTo>
                  <a:pt x="6405920" y="0"/>
                </a:lnTo>
                <a:lnTo>
                  <a:pt x="6670372" y="0"/>
                </a:lnTo>
                <a:lnTo>
                  <a:pt x="6670429" y="352"/>
                </a:lnTo>
                <a:lnTo>
                  <a:pt x="6671702" y="6084"/>
                </a:lnTo>
                <a:lnTo>
                  <a:pt x="6673454" y="11655"/>
                </a:lnTo>
                <a:lnTo>
                  <a:pt x="6675364" y="17227"/>
                </a:lnTo>
                <a:lnTo>
                  <a:pt x="6677434" y="22639"/>
                </a:lnTo>
                <a:lnTo>
                  <a:pt x="6679821" y="27892"/>
                </a:lnTo>
                <a:lnTo>
                  <a:pt x="6682368" y="33145"/>
                </a:lnTo>
                <a:lnTo>
                  <a:pt x="6685234" y="37921"/>
                </a:lnTo>
                <a:lnTo>
                  <a:pt x="6688418" y="42856"/>
                </a:lnTo>
                <a:lnTo>
                  <a:pt x="6691601" y="47472"/>
                </a:lnTo>
                <a:lnTo>
                  <a:pt x="6695263" y="51930"/>
                </a:lnTo>
                <a:lnTo>
                  <a:pt x="6698924" y="56228"/>
                </a:lnTo>
                <a:lnTo>
                  <a:pt x="6702903" y="60208"/>
                </a:lnTo>
                <a:lnTo>
                  <a:pt x="6706883" y="64346"/>
                </a:lnTo>
                <a:lnTo>
                  <a:pt x="6711341" y="68008"/>
                </a:lnTo>
                <a:lnTo>
                  <a:pt x="6715798" y="71670"/>
                </a:lnTo>
                <a:lnTo>
                  <a:pt x="6720255" y="74853"/>
                </a:lnTo>
                <a:lnTo>
                  <a:pt x="6725190" y="77877"/>
                </a:lnTo>
                <a:lnTo>
                  <a:pt x="6730284" y="80902"/>
                </a:lnTo>
                <a:lnTo>
                  <a:pt x="6735219" y="83449"/>
                </a:lnTo>
                <a:lnTo>
                  <a:pt x="6740632" y="85837"/>
                </a:lnTo>
                <a:lnTo>
                  <a:pt x="6745885" y="87907"/>
                </a:lnTo>
                <a:lnTo>
                  <a:pt x="6751456" y="89817"/>
                </a:lnTo>
                <a:lnTo>
                  <a:pt x="6757028" y="91409"/>
                </a:lnTo>
                <a:lnTo>
                  <a:pt x="6762918" y="92682"/>
                </a:lnTo>
                <a:lnTo>
                  <a:pt x="6768808" y="93797"/>
                </a:lnTo>
                <a:lnTo>
                  <a:pt x="6774539" y="94433"/>
                </a:lnTo>
                <a:lnTo>
                  <a:pt x="6780588" y="94911"/>
                </a:lnTo>
                <a:lnTo>
                  <a:pt x="6786637" y="95070"/>
                </a:lnTo>
                <a:lnTo>
                  <a:pt x="6792845" y="94911"/>
                </a:lnTo>
                <a:lnTo>
                  <a:pt x="6798894" y="94433"/>
                </a:lnTo>
                <a:lnTo>
                  <a:pt x="6804784" y="93797"/>
                </a:lnTo>
                <a:lnTo>
                  <a:pt x="6810674" y="92682"/>
                </a:lnTo>
                <a:lnTo>
                  <a:pt x="6816406" y="91409"/>
                </a:lnTo>
                <a:lnTo>
                  <a:pt x="6821977" y="89817"/>
                </a:lnTo>
                <a:lnTo>
                  <a:pt x="6827549" y="87907"/>
                </a:lnTo>
                <a:lnTo>
                  <a:pt x="6832802" y="85837"/>
                </a:lnTo>
                <a:lnTo>
                  <a:pt x="6838214" y="83449"/>
                </a:lnTo>
                <a:lnTo>
                  <a:pt x="6843149" y="80902"/>
                </a:lnTo>
                <a:lnTo>
                  <a:pt x="6848243" y="77877"/>
                </a:lnTo>
                <a:lnTo>
                  <a:pt x="6853019" y="74853"/>
                </a:lnTo>
                <a:lnTo>
                  <a:pt x="6857795" y="71670"/>
                </a:lnTo>
                <a:lnTo>
                  <a:pt x="6862092" y="68008"/>
                </a:lnTo>
                <a:lnTo>
                  <a:pt x="6866550" y="64346"/>
                </a:lnTo>
                <a:lnTo>
                  <a:pt x="6870530" y="60208"/>
                </a:lnTo>
                <a:lnTo>
                  <a:pt x="6874668" y="56228"/>
                </a:lnTo>
                <a:lnTo>
                  <a:pt x="6878330" y="51930"/>
                </a:lnTo>
                <a:lnTo>
                  <a:pt x="6881832" y="47472"/>
                </a:lnTo>
                <a:lnTo>
                  <a:pt x="6885175" y="42856"/>
                </a:lnTo>
                <a:lnTo>
                  <a:pt x="6888200" y="37921"/>
                </a:lnTo>
                <a:lnTo>
                  <a:pt x="6891065" y="33145"/>
                </a:lnTo>
                <a:lnTo>
                  <a:pt x="6893772" y="27892"/>
                </a:lnTo>
                <a:lnTo>
                  <a:pt x="6896000" y="22639"/>
                </a:lnTo>
                <a:lnTo>
                  <a:pt x="6898229" y="17227"/>
                </a:lnTo>
                <a:lnTo>
                  <a:pt x="6899979" y="11655"/>
                </a:lnTo>
                <a:lnTo>
                  <a:pt x="6901731" y="6084"/>
                </a:lnTo>
                <a:lnTo>
                  <a:pt x="6903004" y="352"/>
                </a:lnTo>
                <a:lnTo>
                  <a:pt x="6903071" y="0"/>
                </a:lnTo>
                <a:lnTo>
                  <a:pt x="8079260" y="0"/>
                </a:lnTo>
                <a:lnTo>
                  <a:pt x="6359716" y="1719232"/>
                </a:lnTo>
                <a:lnTo>
                  <a:pt x="6357409" y="1711011"/>
                </a:lnTo>
                <a:lnTo>
                  <a:pt x="6350906" y="1691152"/>
                </a:lnTo>
                <a:lnTo>
                  <a:pt x="6343166" y="1671914"/>
                </a:lnTo>
                <a:lnTo>
                  <a:pt x="6334806" y="1653296"/>
                </a:lnTo>
                <a:lnTo>
                  <a:pt x="6325517" y="1634988"/>
                </a:lnTo>
                <a:lnTo>
                  <a:pt x="6315300" y="1617301"/>
                </a:lnTo>
                <a:lnTo>
                  <a:pt x="6304153" y="1599924"/>
                </a:lnTo>
                <a:lnTo>
                  <a:pt x="6292388" y="1583167"/>
                </a:lnTo>
                <a:lnTo>
                  <a:pt x="6280002" y="1567341"/>
                </a:lnTo>
                <a:lnTo>
                  <a:pt x="6266688" y="1551827"/>
                </a:lnTo>
                <a:lnTo>
                  <a:pt x="6252447" y="1536932"/>
                </a:lnTo>
                <a:lnTo>
                  <a:pt x="6237585" y="1522968"/>
                </a:lnTo>
                <a:lnTo>
                  <a:pt x="6222722" y="1509626"/>
                </a:lnTo>
                <a:lnTo>
                  <a:pt x="6206622" y="1497214"/>
                </a:lnTo>
                <a:lnTo>
                  <a:pt x="6189902" y="1485112"/>
                </a:lnTo>
                <a:lnTo>
                  <a:pt x="6172874" y="1474251"/>
                </a:lnTo>
                <a:lnTo>
                  <a:pt x="6155225" y="1464012"/>
                </a:lnTo>
                <a:lnTo>
                  <a:pt x="6136958" y="1454702"/>
                </a:lnTo>
                <a:lnTo>
                  <a:pt x="6118071" y="1446014"/>
                </a:lnTo>
                <a:lnTo>
                  <a:pt x="6098875" y="1438566"/>
                </a:lnTo>
                <a:lnTo>
                  <a:pt x="6079368" y="1431740"/>
                </a:lnTo>
                <a:lnTo>
                  <a:pt x="6059243" y="1426155"/>
                </a:lnTo>
                <a:lnTo>
                  <a:pt x="6038807" y="1421500"/>
                </a:lnTo>
                <a:lnTo>
                  <a:pt x="6018062" y="1417777"/>
                </a:lnTo>
                <a:lnTo>
                  <a:pt x="5996698" y="1415293"/>
                </a:lnTo>
                <a:lnTo>
                  <a:pt x="5975026" y="1413121"/>
                </a:lnTo>
                <a:lnTo>
                  <a:pt x="5953351" y="1412811"/>
                </a:lnTo>
                <a:lnTo>
                  <a:pt x="5931679" y="1413121"/>
                </a:lnTo>
                <a:lnTo>
                  <a:pt x="5910315" y="1415293"/>
                </a:lnTo>
                <a:lnTo>
                  <a:pt x="5889260" y="1417777"/>
                </a:lnTo>
                <a:lnTo>
                  <a:pt x="5868206" y="1421500"/>
                </a:lnTo>
                <a:lnTo>
                  <a:pt x="5847770" y="1426155"/>
                </a:lnTo>
                <a:lnTo>
                  <a:pt x="5827645" y="1431740"/>
                </a:lnTo>
                <a:lnTo>
                  <a:pt x="5807830" y="1438566"/>
                </a:lnTo>
                <a:lnTo>
                  <a:pt x="5788633" y="1446014"/>
                </a:lnTo>
                <a:lnTo>
                  <a:pt x="5770056" y="1454702"/>
                </a:lnTo>
                <a:lnTo>
                  <a:pt x="5751788" y="1464012"/>
                </a:lnTo>
                <a:lnTo>
                  <a:pt x="5734139" y="1474251"/>
                </a:lnTo>
                <a:lnTo>
                  <a:pt x="5716800" y="1485112"/>
                </a:lnTo>
                <a:lnTo>
                  <a:pt x="5700081" y="1497214"/>
                </a:lnTo>
                <a:lnTo>
                  <a:pt x="5684291" y="1509626"/>
                </a:lnTo>
                <a:lnTo>
                  <a:pt x="5669118" y="1522968"/>
                </a:lnTo>
                <a:lnTo>
                  <a:pt x="5654257" y="1536932"/>
                </a:lnTo>
                <a:lnTo>
                  <a:pt x="5640325" y="1551827"/>
                </a:lnTo>
                <a:lnTo>
                  <a:pt x="5627011" y="1567341"/>
                </a:lnTo>
                <a:lnTo>
                  <a:pt x="5614625" y="1583167"/>
                </a:lnTo>
                <a:lnTo>
                  <a:pt x="5602550" y="1599924"/>
                </a:lnTo>
                <a:lnTo>
                  <a:pt x="5591404" y="1617301"/>
                </a:lnTo>
                <a:lnTo>
                  <a:pt x="5581496" y="1634988"/>
                </a:lnTo>
                <a:lnTo>
                  <a:pt x="5571898" y="1653296"/>
                </a:lnTo>
                <a:lnTo>
                  <a:pt x="5563537" y="1671914"/>
                </a:lnTo>
                <a:lnTo>
                  <a:pt x="5555797" y="1691152"/>
                </a:lnTo>
                <a:lnTo>
                  <a:pt x="5549296" y="1711011"/>
                </a:lnTo>
                <a:lnTo>
                  <a:pt x="5543722" y="1730872"/>
                </a:lnTo>
                <a:lnTo>
                  <a:pt x="5539078" y="1751351"/>
                </a:lnTo>
                <a:lnTo>
                  <a:pt x="5535053" y="1772451"/>
                </a:lnTo>
                <a:lnTo>
                  <a:pt x="5532576" y="1793553"/>
                </a:lnTo>
                <a:lnTo>
                  <a:pt x="5530719" y="1814963"/>
                </a:lnTo>
                <a:lnTo>
                  <a:pt x="5530408" y="1836995"/>
                </a:lnTo>
                <a:lnTo>
                  <a:pt x="5530719" y="1858716"/>
                </a:lnTo>
                <a:lnTo>
                  <a:pt x="5532576" y="1880126"/>
                </a:lnTo>
                <a:lnTo>
                  <a:pt x="5535053" y="1901538"/>
                </a:lnTo>
                <a:lnTo>
                  <a:pt x="5539078" y="1922328"/>
                </a:lnTo>
                <a:lnTo>
                  <a:pt x="5543722" y="1942807"/>
                </a:lnTo>
                <a:lnTo>
                  <a:pt x="5549296" y="1962978"/>
                </a:lnTo>
                <a:lnTo>
                  <a:pt x="5555797" y="1982527"/>
                </a:lnTo>
                <a:lnTo>
                  <a:pt x="5563537" y="2002076"/>
                </a:lnTo>
                <a:lnTo>
                  <a:pt x="5571898" y="2021004"/>
                </a:lnTo>
                <a:lnTo>
                  <a:pt x="5581496" y="2039001"/>
                </a:lnTo>
                <a:lnTo>
                  <a:pt x="5591404" y="2056999"/>
                </a:lnTo>
                <a:lnTo>
                  <a:pt x="5602550" y="2073755"/>
                </a:lnTo>
                <a:lnTo>
                  <a:pt x="5614625" y="2090512"/>
                </a:lnTo>
                <a:lnTo>
                  <a:pt x="5627011" y="2106648"/>
                </a:lnTo>
                <a:lnTo>
                  <a:pt x="5640325" y="2121852"/>
                </a:lnTo>
                <a:lnTo>
                  <a:pt x="5654257" y="2136747"/>
                </a:lnTo>
                <a:lnTo>
                  <a:pt x="5669118" y="2151021"/>
                </a:lnTo>
                <a:lnTo>
                  <a:pt x="5684291" y="2164053"/>
                </a:lnTo>
                <a:lnTo>
                  <a:pt x="5700081" y="2176777"/>
                </a:lnTo>
                <a:lnTo>
                  <a:pt x="5716800" y="2188568"/>
                </a:lnTo>
                <a:lnTo>
                  <a:pt x="5734139" y="2199428"/>
                </a:lnTo>
                <a:lnTo>
                  <a:pt x="5751788" y="2209668"/>
                </a:lnTo>
                <a:lnTo>
                  <a:pt x="5770056" y="2218977"/>
                </a:lnTo>
                <a:lnTo>
                  <a:pt x="5788633" y="2227665"/>
                </a:lnTo>
                <a:lnTo>
                  <a:pt x="5807830" y="2235113"/>
                </a:lnTo>
                <a:lnTo>
                  <a:pt x="5827645" y="2241940"/>
                </a:lnTo>
                <a:lnTo>
                  <a:pt x="5834898" y="2243953"/>
                </a:lnTo>
                <a:lnTo>
                  <a:pt x="5253289" y="2825457"/>
                </a:lnTo>
                <a:lnTo>
                  <a:pt x="5244922" y="2834752"/>
                </a:lnTo>
                <a:lnTo>
                  <a:pt x="5236553" y="2844048"/>
                </a:lnTo>
                <a:lnTo>
                  <a:pt x="5229117" y="2853653"/>
                </a:lnTo>
                <a:lnTo>
                  <a:pt x="5221679" y="2863878"/>
                </a:lnTo>
                <a:lnTo>
                  <a:pt x="5215480" y="2873792"/>
                </a:lnTo>
                <a:lnTo>
                  <a:pt x="5209592" y="2884327"/>
                </a:lnTo>
                <a:lnTo>
                  <a:pt x="5203704" y="2894862"/>
                </a:lnTo>
                <a:lnTo>
                  <a:pt x="5199055" y="2905708"/>
                </a:lnTo>
                <a:lnTo>
                  <a:pt x="5194716" y="2916552"/>
                </a:lnTo>
                <a:lnTo>
                  <a:pt x="5190687" y="2927707"/>
                </a:lnTo>
                <a:lnTo>
                  <a:pt x="5187589" y="2939171"/>
                </a:lnTo>
                <a:lnTo>
                  <a:pt x="5184489" y="2950326"/>
                </a:lnTo>
                <a:lnTo>
                  <a:pt x="5182320" y="2961790"/>
                </a:lnTo>
                <a:lnTo>
                  <a:pt x="5180770" y="2973254"/>
                </a:lnTo>
                <a:lnTo>
                  <a:pt x="5179532" y="2984409"/>
                </a:lnTo>
                <a:lnTo>
                  <a:pt x="5178911" y="2995873"/>
                </a:lnTo>
                <a:lnTo>
                  <a:pt x="5178911" y="3007337"/>
                </a:lnTo>
                <a:lnTo>
                  <a:pt x="5179222" y="3018802"/>
                </a:lnTo>
                <a:lnTo>
                  <a:pt x="5180461" y="3030266"/>
                </a:lnTo>
                <a:lnTo>
                  <a:pt x="5182010" y="3041111"/>
                </a:lnTo>
                <a:lnTo>
                  <a:pt x="5183870" y="3052576"/>
                </a:lnTo>
                <a:lnTo>
                  <a:pt x="5186968" y="3063421"/>
                </a:lnTo>
                <a:lnTo>
                  <a:pt x="5190068" y="3074265"/>
                </a:lnTo>
                <a:lnTo>
                  <a:pt x="5193787" y="3085110"/>
                </a:lnTo>
                <a:lnTo>
                  <a:pt x="5197815" y="3095645"/>
                </a:lnTo>
                <a:lnTo>
                  <a:pt x="5202774" y="3105870"/>
                </a:lnTo>
                <a:lnTo>
                  <a:pt x="5208353" y="3115784"/>
                </a:lnTo>
                <a:lnTo>
                  <a:pt x="5214241" y="3126011"/>
                </a:lnTo>
                <a:lnTo>
                  <a:pt x="5220439" y="3135306"/>
                </a:lnTo>
                <a:lnTo>
                  <a:pt x="5227877" y="3144601"/>
                </a:lnTo>
                <a:lnTo>
                  <a:pt x="5235315" y="3153586"/>
                </a:lnTo>
                <a:lnTo>
                  <a:pt x="5243682" y="3162263"/>
                </a:lnTo>
                <a:lnTo>
                  <a:pt x="5252049" y="3170318"/>
                </a:lnTo>
                <a:lnTo>
                  <a:pt x="5261036" y="3178065"/>
                </a:lnTo>
                <a:lnTo>
                  <a:pt x="5270334" y="3184881"/>
                </a:lnTo>
                <a:lnTo>
                  <a:pt x="5279941" y="3191388"/>
                </a:lnTo>
                <a:lnTo>
                  <a:pt x="5289548" y="3197585"/>
                </a:lnTo>
                <a:lnTo>
                  <a:pt x="5299774" y="3202853"/>
                </a:lnTo>
                <a:lnTo>
                  <a:pt x="5310001" y="3207501"/>
                </a:lnTo>
                <a:lnTo>
                  <a:pt x="5320538" y="3212148"/>
                </a:lnTo>
                <a:lnTo>
                  <a:pt x="5331076" y="3215867"/>
                </a:lnTo>
                <a:lnTo>
                  <a:pt x="5342231" y="3218965"/>
                </a:lnTo>
                <a:lnTo>
                  <a:pt x="5353388" y="3221443"/>
                </a:lnTo>
                <a:lnTo>
                  <a:pt x="5364235" y="3223612"/>
                </a:lnTo>
                <a:lnTo>
                  <a:pt x="5375702" y="3225162"/>
                </a:lnTo>
                <a:lnTo>
                  <a:pt x="5386859" y="3226092"/>
                </a:lnTo>
                <a:lnTo>
                  <a:pt x="5398324" y="3226711"/>
                </a:lnTo>
                <a:lnTo>
                  <a:pt x="5409792" y="3226401"/>
                </a:lnTo>
                <a:lnTo>
                  <a:pt x="5420947" y="3225781"/>
                </a:lnTo>
                <a:lnTo>
                  <a:pt x="5432724" y="3224852"/>
                </a:lnTo>
                <a:lnTo>
                  <a:pt x="5443880" y="3222993"/>
                </a:lnTo>
                <a:lnTo>
                  <a:pt x="5455347" y="3220824"/>
                </a:lnTo>
                <a:lnTo>
                  <a:pt x="5466814" y="3218345"/>
                </a:lnTo>
                <a:lnTo>
                  <a:pt x="5477661" y="3214936"/>
                </a:lnTo>
                <a:lnTo>
                  <a:pt x="5488816" y="3210908"/>
                </a:lnTo>
                <a:lnTo>
                  <a:pt x="5499973" y="3206570"/>
                </a:lnTo>
                <a:lnTo>
                  <a:pt x="5510511" y="3201613"/>
                </a:lnTo>
                <a:lnTo>
                  <a:pt x="5521358" y="3196345"/>
                </a:lnTo>
                <a:lnTo>
                  <a:pt x="5531584" y="3190149"/>
                </a:lnTo>
                <a:lnTo>
                  <a:pt x="5542120" y="3183641"/>
                </a:lnTo>
                <a:lnTo>
                  <a:pt x="5551728" y="3176825"/>
                </a:lnTo>
                <a:lnTo>
                  <a:pt x="5561644" y="3169079"/>
                </a:lnTo>
                <a:lnTo>
                  <a:pt x="5570942" y="3161023"/>
                </a:lnTo>
                <a:lnTo>
                  <a:pt x="5580239" y="3152038"/>
                </a:lnTo>
                <a:lnTo>
                  <a:pt x="7582584" y="1149846"/>
                </a:lnTo>
                <a:lnTo>
                  <a:pt x="7583871" y="1152376"/>
                </a:lnTo>
                <a:lnTo>
                  <a:pt x="7594092" y="1170334"/>
                </a:lnTo>
                <a:lnTo>
                  <a:pt x="7604933" y="1187364"/>
                </a:lnTo>
                <a:lnTo>
                  <a:pt x="7617012" y="1204083"/>
                </a:lnTo>
                <a:lnTo>
                  <a:pt x="7629711" y="1219873"/>
                </a:lnTo>
                <a:lnTo>
                  <a:pt x="7642720" y="1235355"/>
                </a:lnTo>
                <a:lnTo>
                  <a:pt x="7656658" y="1250217"/>
                </a:lnTo>
                <a:lnTo>
                  <a:pt x="7671526" y="1263841"/>
                </a:lnTo>
                <a:lnTo>
                  <a:pt x="7687012" y="1277463"/>
                </a:lnTo>
                <a:lnTo>
                  <a:pt x="7703118" y="1290158"/>
                </a:lnTo>
                <a:lnTo>
                  <a:pt x="7719535" y="1301614"/>
                </a:lnTo>
                <a:lnTo>
                  <a:pt x="7736880" y="1312760"/>
                </a:lnTo>
                <a:lnTo>
                  <a:pt x="7743270" y="1316459"/>
                </a:lnTo>
                <a:lnTo>
                  <a:pt x="5554025" y="3505930"/>
                </a:lnTo>
                <a:lnTo>
                  <a:pt x="5537599" y="3501948"/>
                </a:lnTo>
                <a:lnTo>
                  <a:pt x="5516545" y="3498232"/>
                </a:lnTo>
                <a:lnTo>
                  <a:pt x="5495490" y="3495755"/>
                </a:lnTo>
                <a:lnTo>
                  <a:pt x="5474126" y="3494207"/>
                </a:lnTo>
                <a:lnTo>
                  <a:pt x="5452143" y="3493588"/>
                </a:lnTo>
                <a:lnTo>
                  <a:pt x="5430471" y="3494207"/>
                </a:lnTo>
                <a:lnTo>
                  <a:pt x="5409107" y="3495755"/>
                </a:lnTo>
                <a:lnTo>
                  <a:pt x="5387743" y="3498232"/>
                </a:lnTo>
                <a:lnTo>
                  <a:pt x="5366998" y="3501948"/>
                </a:lnTo>
                <a:lnTo>
                  <a:pt x="5346562" y="3506901"/>
                </a:lnTo>
                <a:lnTo>
                  <a:pt x="5326437" y="3512475"/>
                </a:lnTo>
                <a:lnTo>
                  <a:pt x="5306932" y="3519287"/>
                </a:lnTo>
                <a:lnTo>
                  <a:pt x="5287734" y="3527027"/>
                </a:lnTo>
                <a:lnTo>
                  <a:pt x="5268848" y="3535387"/>
                </a:lnTo>
                <a:lnTo>
                  <a:pt x="5250580" y="3544676"/>
                </a:lnTo>
                <a:lnTo>
                  <a:pt x="5232931" y="3554892"/>
                </a:lnTo>
                <a:lnTo>
                  <a:pt x="5215592" y="3565729"/>
                </a:lnTo>
                <a:lnTo>
                  <a:pt x="5199183" y="3577496"/>
                </a:lnTo>
                <a:lnTo>
                  <a:pt x="5183083" y="3590190"/>
                </a:lnTo>
                <a:lnTo>
                  <a:pt x="5167910" y="3603504"/>
                </a:lnTo>
                <a:lnTo>
                  <a:pt x="5153358" y="3617746"/>
                </a:lnTo>
                <a:lnTo>
                  <a:pt x="5139117" y="3631989"/>
                </a:lnTo>
                <a:lnTo>
                  <a:pt x="5125802" y="3647470"/>
                </a:lnTo>
                <a:lnTo>
                  <a:pt x="5113417" y="3663570"/>
                </a:lnTo>
                <a:lnTo>
                  <a:pt x="5101342" y="3679980"/>
                </a:lnTo>
                <a:lnTo>
                  <a:pt x="5090196" y="3697319"/>
                </a:lnTo>
                <a:lnTo>
                  <a:pt x="5080288" y="3714968"/>
                </a:lnTo>
                <a:lnTo>
                  <a:pt x="5070690" y="3733236"/>
                </a:lnTo>
                <a:lnTo>
                  <a:pt x="5062639" y="3752122"/>
                </a:lnTo>
                <a:lnTo>
                  <a:pt x="5054899" y="3771319"/>
                </a:lnTo>
                <a:lnTo>
                  <a:pt x="5048088" y="3790824"/>
                </a:lnTo>
                <a:lnTo>
                  <a:pt x="5042514" y="3810950"/>
                </a:lnTo>
                <a:lnTo>
                  <a:pt x="5037559" y="3831386"/>
                </a:lnTo>
                <a:lnTo>
                  <a:pt x="5033845" y="3852130"/>
                </a:lnTo>
                <a:lnTo>
                  <a:pt x="5031368" y="3873494"/>
                </a:lnTo>
                <a:lnTo>
                  <a:pt x="5029819" y="3894858"/>
                </a:lnTo>
                <a:lnTo>
                  <a:pt x="5029200" y="3916531"/>
                </a:lnTo>
                <a:lnTo>
                  <a:pt x="5029819" y="3938514"/>
                </a:lnTo>
                <a:lnTo>
                  <a:pt x="5031368" y="3959879"/>
                </a:lnTo>
                <a:lnTo>
                  <a:pt x="5033845" y="3980933"/>
                </a:lnTo>
                <a:lnTo>
                  <a:pt x="5037559" y="4001988"/>
                </a:lnTo>
                <a:lnTo>
                  <a:pt x="5042514" y="4022422"/>
                </a:lnTo>
                <a:lnTo>
                  <a:pt x="5048088" y="4042548"/>
                </a:lnTo>
                <a:lnTo>
                  <a:pt x="5054899" y="4062054"/>
                </a:lnTo>
                <a:lnTo>
                  <a:pt x="5062639" y="4081250"/>
                </a:lnTo>
                <a:lnTo>
                  <a:pt x="5070690" y="4100138"/>
                </a:lnTo>
                <a:lnTo>
                  <a:pt x="5080288" y="4118404"/>
                </a:lnTo>
                <a:lnTo>
                  <a:pt x="5090196" y="4136053"/>
                </a:lnTo>
                <a:lnTo>
                  <a:pt x="5101342" y="4153392"/>
                </a:lnTo>
                <a:lnTo>
                  <a:pt x="5113417" y="4169801"/>
                </a:lnTo>
                <a:lnTo>
                  <a:pt x="5125802" y="4185902"/>
                </a:lnTo>
                <a:lnTo>
                  <a:pt x="5139117" y="4201074"/>
                </a:lnTo>
                <a:lnTo>
                  <a:pt x="5153358" y="4215626"/>
                </a:lnTo>
                <a:lnTo>
                  <a:pt x="5167910" y="4229869"/>
                </a:lnTo>
                <a:lnTo>
                  <a:pt x="5183083" y="4243183"/>
                </a:lnTo>
                <a:lnTo>
                  <a:pt x="5199183" y="4255567"/>
                </a:lnTo>
                <a:lnTo>
                  <a:pt x="5215592" y="4267642"/>
                </a:lnTo>
                <a:lnTo>
                  <a:pt x="5232931" y="4278479"/>
                </a:lnTo>
                <a:lnTo>
                  <a:pt x="5250580" y="4288697"/>
                </a:lnTo>
                <a:lnTo>
                  <a:pt x="5268848" y="4298295"/>
                </a:lnTo>
                <a:lnTo>
                  <a:pt x="5287734" y="4306345"/>
                </a:lnTo>
                <a:lnTo>
                  <a:pt x="5306932" y="4314086"/>
                </a:lnTo>
                <a:lnTo>
                  <a:pt x="5326437" y="4320897"/>
                </a:lnTo>
                <a:lnTo>
                  <a:pt x="5346562" y="4326471"/>
                </a:lnTo>
                <a:lnTo>
                  <a:pt x="5366998" y="4331425"/>
                </a:lnTo>
                <a:lnTo>
                  <a:pt x="5387743" y="4335140"/>
                </a:lnTo>
                <a:lnTo>
                  <a:pt x="5409107" y="4337617"/>
                </a:lnTo>
                <a:lnTo>
                  <a:pt x="5430471" y="4339165"/>
                </a:lnTo>
                <a:lnTo>
                  <a:pt x="5452143" y="4339784"/>
                </a:lnTo>
                <a:lnTo>
                  <a:pt x="5474126" y="4339165"/>
                </a:lnTo>
                <a:lnTo>
                  <a:pt x="5495490" y="4337617"/>
                </a:lnTo>
                <a:lnTo>
                  <a:pt x="5516545" y="4335140"/>
                </a:lnTo>
                <a:lnTo>
                  <a:pt x="5537599" y="4331425"/>
                </a:lnTo>
                <a:lnTo>
                  <a:pt x="5558035" y="4326471"/>
                </a:lnTo>
                <a:lnTo>
                  <a:pt x="5578160" y="4320897"/>
                </a:lnTo>
                <a:lnTo>
                  <a:pt x="5597667" y="4314086"/>
                </a:lnTo>
                <a:lnTo>
                  <a:pt x="5616863" y="4306345"/>
                </a:lnTo>
                <a:lnTo>
                  <a:pt x="5635750" y="4298295"/>
                </a:lnTo>
                <a:lnTo>
                  <a:pt x="5654017" y="4288697"/>
                </a:lnTo>
                <a:lnTo>
                  <a:pt x="5671666" y="4278479"/>
                </a:lnTo>
                <a:lnTo>
                  <a:pt x="5689005" y="4267642"/>
                </a:lnTo>
                <a:lnTo>
                  <a:pt x="5705414" y="4255567"/>
                </a:lnTo>
                <a:lnTo>
                  <a:pt x="5721514" y="4243183"/>
                </a:lnTo>
                <a:lnTo>
                  <a:pt x="5736687" y="4229869"/>
                </a:lnTo>
                <a:lnTo>
                  <a:pt x="5751239" y="4215626"/>
                </a:lnTo>
                <a:lnTo>
                  <a:pt x="5765480" y="4201074"/>
                </a:lnTo>
                <a:lnTo>
                  <a:pt x="5778794" y="4185902"/>
                </a:lnTo>
                <a:lnTo>
                  <a:pt x="5791180" y="4169801"/>
                </a:lnTo>
                <a:lnTo>
                  <a:pt x="5802945" y="4153392"/>
                </a:lnTo>
                <a:lnTo>
                  <a:pt x="5814092" y="4136053"/>
                </a:lnTo>
                <a:lnTo>
                  <a:pt x="5824309" y="4118404"/>
                </a:lnTo>
                <a:lnTo>
                  <a:pt x="5833598" y="4100138"/>
                </a:lnTo>
                <a:lnTo>
                  <a:pt x="5841958" y="4081250"/>
                </a:lnTo>
                <a:lnTo>
                  <a:pt x="5849389" y="4062054"/>
                </a:lnTo>
                <a:lnTo>
                  <a:pt x="5856509" y="4042548"/>
                </a:lnTo>
                <a:lnTo>
                  <a:pt x="5862083" y="4022422"/>
                </a:lnTo>
                <a:lnTo>
                  <a:pt x="5866727" y="4001988"/>
                </a:lnTo>
                <a:lnTo>
                  <a:pt x="5870442" y="3980933"/>
                </a:lnTo>
                <a:lnTo>
                  <a:pt x="5873229" y="3959879"/>
                </a:lnTo>
                <a:lnTo>
                  <a:pt x="5874778" y="3938514"/>
                </a:lnTo>
                <a:lnTo>
                  <a:pt x="5875397" y="3916531"/>
                </a:lnTo>
                <a:lnTo>
                  <a:pt x="5874778" y="3894858"/>
                </a:lnTo>
                <a:lnTo>
                  <a:pt x="5873229" y="3873494"/>
                </a:lnTo>
                <a:lnTo>
                  <a:pt x="5870442" y="3852130"/>
                </a:lnTo>
                <a:lnTo>
                  <a:pt x="5868999" y="3844071"/>
                </a:lnTo>
                <a:lnTo>
                  <a:pt x="7010516" y="2702436"/>
                </a:lnTo>
                <a:lnTo>
                  <a:pt x="7015218" y="2710537"/>
                </a:lnTo>
                <a:lnTo>
                  <a:pt x="7026083" y="2727876"/>
                </a:lnTo>
                <a:lnTo>
                  <a:pt x="7038189" y="2744285"/>
                </a:lnTo>
                <a:lnTo>
                  <a:pt x="7050606" y="2760385"/>
                </a:lnTo>
                <a:lnTo>
                  <a:pt x="7063954" y="2775867"/>
                </a:lnTo>
                <a:lnTo>
                  <a:pt x="7077922" y="2790419"/>
                </a:lnTo>
                <a:lnTo>
                  <a:pt x="7092822" y="2804353"/>
                </a:lnTo>
                <a:lnTo>
                  <a:pt x="7108343" y="2817666"/>
                </a:lnTo>
                <a:lnTo>
                  <a:pt x="7123864" y="2830361"/>
                </a:lnTo>
                <a:lnTo>
                  <a:pt x="7140626" y="2841817"/>
                </a:lnTo>
                <a:lnTo>
                  <a:pt x="7158010" y="2852963"/>
                </a:lnTo>
                <a:lnTo>
                  <a:pt x="7175703" y="2863490"/>
                </a:lnTo>
                <a:lnTo>
                  <a:pt x="7176252" y="2863759"/>
                </a:lnTo>
                <a:lnTo>
                  <a:pt x="6648422" y="3392138"/>
                </a:lnTo>
                <a:lnTo>
                  <a:pt x="6641917" y="3398960"/>
                </a:lnTo>
                <a:lnTo>
                  <a:pt x="6636340" y="3405780"/>
                </a:lnTo>
                <a:lnTo>
                  <a:pt x="6631383" y="3412601"/>
                </a:lnTo>
                <a:lnTo>
                  <a:pt x="6626426" y="3420352"/>
                </a:lnTo>
                <a:lnTo>
                  <a:pt x="6622398" y="3428103"/>
                </a:lnTo>
                <a:lnTo>
                  <a:pt x="6618680" y="3436473"/>
                </a:lnTo>
                <a:lnTo>
                  <a:pt x="6615583" y="3444534"/>
                </a:lnTo>
                <a:lnTo>
                  <a:pt x="6613104" y="3453526"/>
                </a:lnTo>
                <a:lnTo>
                  <a:pt x="6610935" y="3461896"/>
                </a:lnTo>
                <a:lnTo>
                  <a:pt x="6608767" y="3471199"/>
                </a:lnTo>
                <a:lnTo>
                  <a:pt x="6607527" y="3480189"/>
                </a:lnTo>
                <a:lnTo>
                  <a:pt x="6606908" y="3489490"/>
                </a:lnTo>
                <a:lnTo>
                  <a:pt x="6606598" y="3498792"/>
                </a:lnTo>
                <a:lnTo>
                  <a:pt x="6606598" y="3508714"/>
                </a:lnTo>
                <a:lnTo>
                  <a:pt x="6607217" y="3518014"/>
                </a:lnTo>
                <a:lnTo>
                  <a:pt x="6608457" y="3527936"/>
                </a:lnTo>
                <a:lnTo>
                  <a:pt x="6610316" y="3537547"/>
                </a:lnTo>
                <a:lnTo>
                  <a:pt x="6612174" y="3547468"/>
                </a:lnTo>
                <a:lnTo>
                  <a:pt x="6614654" y="3557389"/>
                </a:lnTo>
                <a:lnTo>
                  <a:pt x="6617442" y="3567311"/>
                </a:lnTo>
                <a:lnTo>
                  <a:pt x="6620849" y="3576922"/>
                </a:lnTo>
                <a:lnTo>
                  <a:pt x="6624567" y="3587153"/>
                </a:lnTo>
                <a:lnTo>
                  <a:pt x="6629214" y="3597073"/>
                </a:lnTo>
                <a:lnTo>
                  <a:pt x="6633861" y="3606376"/>
                </a:lnTo>
                <a:lnTo>
                  <a:pt x="6638818" y="3616297"/>
                </a:lnTo>
                <a:lnTo>
                  <a:pt x="6644394" y="3625598"/>
                </a:lnTo>
                <a:lnTo>
                  <a:pt x="6650591" y="3635209"/>
                </a:lnTo>
                <a:lnTo>
                  <a:pt x="6657097" y="3644510"/>
                </a:lnTo>
                <a:lnTo>
                  <a:pt x="6663913" y="3653812"/>
                </a:lnTo>
                <a:lnTo>
                  <a:pt x="6671348" y="3662492"/>
                </a:lnTo>
                <a:lnTo>
                  <a:pt x="6679094" y="3671484"/>
                </a:lnTo>
                <a:lnTo>
                  <a:pt x="6687458" y="3679854"/>
                </a:lnTo>
                <a:lnTo>
                  <a:pt x="6695823" y="3687915"/>
                </a:lnTo>
                <a:lnTo>
                  <a:pt x="6704807" y="3695976"/>
                </a:lnTo>
                <a:lnTo>
                  <a:pt x="6713482" y="3703107"/>
                </a:lnTo>
                <a:lnTo>
                  <a:pt x="6722777" y="3710239"/>
                </a:lnTo>
                <a:lnTo>
                  <a:pt x="6731761" y="3716440"/>
                </a:lnTo>
                <a:lnTo>
                  <a:pt x="6741365" y="3722639"/>
                </a:lnTo>
                <a:lnTo>
                  <a:pt x="6750969" y="3728221"/>
                </a:lnTo>
                <a:lnTo>
                  <a:pt x="6760573" y="3733491"/>
                </a:lnTo>
                <a:lnTo>
                  <a:pt x="6770178" y="3738142"/>
                </a:lnTo>
                <a:lnTo>
                  <a:pt x="6780091" y="3742482"/>
                </a:lnTo>
                <a:lnTo>
                  <a:pt x="6789695" y="3746512"/>
                </a:lnTo>
                <a:lnTo>
                  <a:pt x="6799918" y="3749614"/>
                </a:lnTo>
                <a:lnTo>
                  <a:pt x="6809523" y="3752713"/>
                </a:lnTo>
                <a:lnTo>
                  <a:pt x="6819437" y="3755194"/>
                </a:lnTo>
                <a:lnTo>
                  <a:pt x="6829350" y="3757054"/>
                </a:lnTo>
                <a:lnTo>
                  <a:pt x="6839265" y="3758604"/>
                </a:lnTo>
                <a:lnTo>
                  <a:pt x="6848559" y="3759844"/>
                </a:lnTo>
                <a:lnTo>
                  <a:pt x="6858473" y="3760464"/>
                </a:lnTo>
                <a:lnTo>
                  <a:pt x="6868076" y="3760464"/>
                </a:lnTo>
                <a:lnTo>
                  <a:pt x="6877371" y="3760154"/>
                </a:lnTo>
                <a:lnTo>
                  <a:pt x="6886976" y="3759535"/>
                </a:lnTo>
                <a:lnTo>
                  <a:pt x="6895959" y="3758294"/>
                </a:lnTo>
                <a:lnTo>
                  <a:pt x="6904944" y="3756434"/>
                </a:lnTo>
                <a:lnTo>
                  <a:pt x="6913618" y="3754263"/>
                </a:lnTo>
                <a:lnTo>
                  <a:pt x="6921984" y="3751784"/>
                </a:lnTo>
                <a:lnTo>
                  <a:pt x="6930657" y="3748373"/>
                </a:lnTo>
                <a:lnTo>
                  <a:pt x="6938403" y="3744963"/>
                </a:lnTo>
                <a:lnTo>
                  <a:pt x="6946458" y="3740622"/>
                </a:lnTo>
                <a:lnTo>
                  <a:pt x="6953894" y="3735972"/>
                </a:lnTo>
                <a:lnTo>
                  <a:pt x="6961329" y="3731011"/>
                </a:lnTo>
                <a:lnTo>
                  <a:pt x="6968145" y="3725430"/>
                </a:lnTo>
                <a:lnTo>
                  <a:pt x="6974651" y="3718919"/>
                </a:lnTo>
                <a:lnTo>
                  <a:pt x="9066789" y="1624916"/>
                </a:lnTo>
                <a:lnTo>
                  <a:pt x="9072984" y="1618715"/>
                </a:lnTo>
                <a:lnTo>
                  <a:pt x="9078560" y="1611585"/>
                </a:lnTo>
                <a:lnTo>
                  <a:pt x="9083828" y="1604455"/>
                </a:lnTo>
                <a:lnTo>
                  <a:pt x="9088475" y="1597012"/>
                </a:lnTo>
                <a:lnTo>
                  <a:pt x="9092503" y="1588953"/>
                </a:lnTo>
                <a:lnTo>
                  <a:pt x="9096220" y="1580892"/>
                </a:lnTo>
                <a:lnTo>
                  <a:pt x="9099319" y="1572520"/>
                </a:lnTo>
                <a:lnTo>
                  <a:pt x="9102416" y="1564149"/>
                </a:lnTo>
                <a:lnTo>
                  <a:pt x="9104585" y="1555158"/>
                </a:lnTo>
                <a:lnTo>
                  <a:pt x="9106134" y="1546166"/>
                </a:lnTo>
                <a:lnTo>
                  <a:pt x="9107373" y="1536865"/>
                </a:lnTo>
                <a:lnTo>
                  <a:pt x="9107992" y="1527875"/>
                </a:lnTo>
                <a:lnTo>
                  <a:pt x="9108303" y="1518264"/>
                </a:lnTo>
                <a:lnTo>
                  <a:pt x="9108303" y="1508962"/>
                </a:lnTo>
                <a:lnTo>
                  <a:pt x="9107684" y="1499040"/>
                </a:lnTo>
                <a:lnTo>
                  <a:pt x="9106444" y="1489429"/>
                </a:lnTo>
                <a:lnTo>
                  <a:pt x="9104895" y="1479508"/>
                </a:lnTo>
                <a:lnTo>
                  <a:pt x="9103036" y="1469897"/>
                </a:lnTo>
                <a:lnTo>
                  <a:pt x="9100248" y="1459975"/>
                </a:lnTo>
                <a:lnTo>
                  <a:pt x="9097460" y="1449745"/>
                </a:lnTo>
                <a:lnTo>
                  <a:pt x="9094052" y="1440133"/>
                </a:lnTo>
                <a:lnTo>
                  <a:pt x="9090334" y="1430213"/>
                </a:lnTo>
                <a:lnTo>
                  <a:pt x="9085997" y="1420600"/>
                </a:lnTo>
                <a:lnTo>
                  <a:pt x="9081040" y="1410679"/>
                </a:lnTo>
                <a:lnTo>
                  <a:pt x="9076083" y="1401068"/>
                </a:lnTo>
                <a:lnTo>
                  <a:pt x="9070506" y="1391457"/>
                </a:lnTo>
                <a:lnTo>
                  <a:pt x="9064620" y="1382156"/>
                </a:lnTo>
                <a:lnTo>
                  <a:pt x="9057804" y="1372855"/>
                </a:lnTo>
                <a:lnTo>
                  <a:pt x="9050989" y="1363863"/>
                </a:lnTo>
                <a:lnTo>
                  <a:pt x="9043552" y="1354563"/>
                </a:lnTo>
                <a:lnTo>
                  <a:pt x="9035808" y="1346191"/>
                </a:lnTo>
                <a:lnTo>
                  <a:pt x="9027752" y="1337201"/>
                </a:lnTo>
                <a:lnTo>
                  <a:pt x="9019078" y="1329139"/>
                </a:lnTo>
                <a:lnTo>
                  <a:pt x="9010403" y="1321388"/>
                </a:lnTo>
                <a:lnTo>
                  <a:pt x="9001419" y="1313948"/>
                </a:lnTo>
                <a:lnTo>
                  <a:pt x="8992434" y="1307126"/>
                </a:lnTo>
                <a:lnTo>
                  <a:pt x="8983140" y="1300616"/>
                </a:lnTo>
                <a:lnTo>
                  <a:pt x="8973846" y="1294726"/>
                </a:lnTo>
                <a:lnTo>
                  <a:pt x="8963932" y="1289144"/>
                </a:lnTo>
                <a:lnTo>
                  <a:pt x="8954638" y="1283563"/>
                </a:lnTo>
                <a:lnTo>
                  <a:pt x="8944724" y="1278914"/>
                </a:lnTo>
                <a:lnTo>
                  <a:pt x="8935120" y="1274883"/>
                </a:lnTo>
                <a:lnTo>
                  <a:pt x="8925206" y="1271163"/>
                </a:lnTo>
                <a:lnTo>
                  <a:pt x="8914982" y="1267751"/>
                </a:lnTo>
                <a:lnTo>
                  <a:pt x="8905378" y="1264341"/>
                </a:lnTo>
                <a:lnTo>
                  <a:pt x="8895464" y="1262171"/>
                </a:lnTo>
                <a:lnTo>
                  <a:pt x="8885861" y="1260000"/>
                </a:lnTo>
                <a:lnTo>
                  <a:pt x="8875946" y="1258451"/>
                </a:lnTo>
                <a:lnTo>
                  <a:pt x="8866342" y="1257521"/>
                </a:lnTo>
                <a:lnTo>
                  <a:pt x="8856429" y="1256901"/>
                </a:lnTo>
                <a:lnTo>
                  <a:pt x="8847134" y="1256590"/>
                </a:lnTo>
                <a:lnTo>
                  <a:pt x="8837531" y="1256901"/>
                </a:lnTo>
                <a:lnTo>
                  <a:pt x="8828235" y="1257830"/>
                </a:lnTo>
                <a:lnTo>
                  <a:pt x="8818942" y="1259071"/>
                </a:lnTo>
                <a:lnTo>
                  <a:pt x="8810266" y="1260621"/>
                </a:lnTo>
                <a:lnTo>
                  <a:pt x="8801283" y="1262791"/>
                </a:lnTo>
                <a:lnTo>
                  <a:pt x="8792918" y="1265581"/>
                </a:lnTo>
                <a:lnTo>
                  <a:pt x="8784244" y="1268992"/>
                </a:lnTo>
                <a:lnTo>
                  <a:pt x="8776498" y="1272402"/>
                </a:lnTo>
                <a:lnTo>
                  <a:pt x="8768442" y="1276743"/>
                </a:lnTo>
                <a:lnTo>
                  <a:pt x="8761007" y="1281084"/>
                </a:lnTo>
                <a:lnTo>
                  <a:pt x="8753882" y="1286665"/>
                </a:lnTo>
                <a:lnTo>
                  <a:pt x="8746756" y="1292245"/>
                </a:lnTo>
                <a:lnTo>
                  <a:pt x="8740250" y="1298136"/>
                </a:lnTo>
                <a:lnTo>
                  <a:pt x="7750559" y="2288856"/>
                </a:lnTo>
                <a:lnTo>
                  <a:pt x="7740661" y="2271802"/>
                </a:lnTo>
                <a:lnTo>
                  <a:pt x="7729486" y="2254463"/>
                </a:lnTo>
                <a:lnTo>
                  <a:pt x="7718000" y="2238054"/>
                </a:lnTo>
                <a:lnTo>
                  <a:pt x="7705272" y="2222262"/>
                </a:lnTo>
                <a:lnTo>
                  <a:pt x="7691925" y="2206782"/>
                </a:lnTo>
                <a:lnTo>
                  <a:pt x="7677646" y="2191920"/>
                </a:lnTo>
                <a:lnTo>
                  <a:pt x="7663366" y="2177987"/>
                </a:lnTo>
                <a:lnTo>
                  <a:pt x="7647846" y="2164674"/>
                </a:lnTo>
                <a:lnTo>
                  <a:pt x="7631704" y="2152288"/>
                </a:lnTo>
                <a:lnTo>
                  <a:pt x="7614942" y="2140213"/>
                </a:lnTo>
                <a:lnTo>
                  <a:pt x="7597869" y="2129067"/>
                </a:lnTo>
                <a:lnTo>
                  <a:pt x="7588867" y="2124026"/>
                </a:lnTo>
                <a:lnTo>
                  <a:pt x="9144000" y="568733"/>
                </a:lnTo>
                <a:lnTo>
                  <a:pt x="9144000" y="946863"/>
                </a:lnTo>
                <a:lnTo>
                  <a:pt x="9143948" y="946938"/>
                </a:lnTo>
                <a:lnTo>
                  <a:pt x="9138369" y="956857"/>
                </a:lnTo>
                <a:lnTo>
                  <a:pt x="9133409" y="966777"/>
                </a:lnTo>
                <a:lnTo>
                  <a:pt x="9128760" y="977004"/>
                </a:lnTo>
                <a:lnTo>
                  <a:pt x="9124730" y="987233"/>
                </a:lnTo>
                <a:lnTo>
                  <a:pt x="9121011" y="998082"/>
                </a:lnTo>
                <a:lnTo>
                  <a:pt x="9117601" y="1008930"/>
                </a:lnTo>
                <a:lnTo>
                  <a:pt x="9115122" y="1020400"/>
                </a:lnTo>
                <a:lnTo>
                  <a:pt x="9113261" y="1031869"/>
                </a:lnTo>
                <a:lnTo>
                  <a:pt x="9111712" y="1043027"/>
                </a:lnTo>
                <a:lnTo>
                  <a:pt x="9110782" y="1055116"/>
                </a:lnTo>
                <a:lnTo>
                  <a:pt x="9110472" y="1066893"/>
                </a:lnTo>
                <a:lnTo>
                  <a:pt x="9110782" y="1078672"/>
                </a:lnTo>
                <a:lnTo>
                  <a:pt x="9111712" y="1090451"/>
                </a:lnTo>
                <a:lnTo>
                  <a:pt x="9113261" y="1101919"/>
                </a:lnTo>
                <a:lnTo>
                  <a:pt x="9115122" y="1113388"/>
                </a:lnTo>
                <a:lnTo>
                  <a:pt x="9117601" y="1124547"/>
                </a:lnTo>
                <a:lnTo>
                  <a:pt x="9121011" y="1135395"/>
                </a:lnTo>
                <a:lnTo>
                  <a:pt x="9124730" y="1146245"/>
                </a:lnTo>
                <a:lnTo>
                  <a:pt x="9128760" y="1156782"/>
                </a:lnTo>
                <a:lnTo>
                  <a:pt x="9133409" y="1167011"/>
                </a:lnTo>
                <a:lnTo>
                  <a:pt x="9138369" y="1177240"/>
                </a:lnTo>
                <a:lnTo>
                  <a:pt x="9143948" y="1186540"/>
                </a:lnTo>
                <a:lnTo>
                  <a:pt x="9144000" y="118662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6000">
                <a:schemeClr val="accent2">
                  <a:alpha val="4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32661" y="166052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Design is passion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661" y="216711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We Love it!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661" y="308927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 smtClean="0">
                <a:solidFill>
                  <a:schemeClr val="bg1"/>
                </a:solidFill>
              </a:rPr>
              <a:t>voluptatem</a:t>
            </a:r>
            <a:r>
              <a:rPr lang="en-US" sz="1100" dirty="0" err="1">
                <a:solidFill>
                  <a:schemeClr val="bg1"/>
                </a:solidFill>
              </a:rPr>
              <a:t>Sed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perspiciatis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unde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omnis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iste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natus</a:t>
            </a:r>
            <a:r>
              <a:rPr lang="en-US" sz="1100" dirty="0">
                <a:solidFill>
                  <a:schemeClr val="bg1"/>
                </a:solidFill>
              </a:rPr>
              <a:t> error sit </a:t>
            </a:r>
            <a:r>
              <a:rPr lang="en-US" sz="1100" dirty="0" err="1">
                <a:solidFill>
                  <a:schemeClr val="bg1"/>
                </a:solidFill>
              </a:rPr>
              <a:t>voluptatem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accusantium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doloremque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52450" y="4229100"/>
            <a:ext cx="1435100" cy="400050"/>
            <a:chOff x="6705600" y="4457700"/>
            <a:chExt cx="1435100" cy="400050"/>
          </a:xfrm>
        </p:grpSpPr>
        <p:sp>
          <p:nvSpPr>
            <p:cNvPr id="33" name="Rectangle 32"/>
            <p:cNvSpPr/>
            <p:nvPr/>
          </p:nvSpPr>
          <p:spPr>
            <a:xfrm>
              <a:off x="6705600" y="4457700"/>
              <a:ext cx="1435100" cy="40005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31000" y="4503837"/>
              <a:ext cx="13843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Discover More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20700" y="744538"/>
            <a:ext cx="560388" cy="793750"/>
            <a:chOff x="520700" y="744538"/>
            <a:chExt cx="560388" cy="793750"/>
          </a:xfrm>
          <a:solidFill>
            <a:schemeClr val="bg1"/>
          </a:solidFill>
        </p:grpSpPr>
        <p:sp>
          <p:nvSpPr>
            <p:cNvPr id="41" name="Freeform 18"/>
            <p:cNvSpPr>
              <a:spLocks/>
            </p:cNvSpPr>
            <p:nvPr/>
          </p:nvSpPr>
          <p:spPr bwMode="auto">
            <a:xfrm>
              <a:off x="615950" y="1187450"/>
              <a:ext cx="31750" cy="31750"/>
            </a:xfrm>
            <a:custGeom>
              <a:avLst/>
              <a:gdLst>
                <a:gd name="T0" fmla="*/ 70 w 138"/>
                <a:gd name="T1" fmla="*/ 0 h 137"/>
                <a:gd name="T2" fmla="*/ 88 w 138"/>
                <a:gd name="T3" fmla="*/ 2 h 137"/>
                <a:gd name="T4" fmla="*/ 104 w 138"/>
                <a:gd name="T5" fmla="*/ 10 h 137"/>
                <a:gd name="T6" fmla="*/ 117 w 138"/>
                <a:gd name="T7" fmla="*/ 21 h 137"/>
                <a:gd name="T8" fmla="*/ 128 w 138"/>
                <a:gd name="T9" fmla="*/ 34 h 137"/>
                <a:gd name="T10" fmla="*/ 136 w 138"/>
                <a:gd name="T11" fmla="*/ 50 h 137"/>
                <a:gd name="T12" fmla="*/ 138 w 138"/>
                <a:gd name="T13" fmla="*/ 69 h 137"/>
                <a:gd name="T14" fmla="*/ 136 w 138"/>
                <a:gd name="T15" fmla="*/ 87 h 137"/>
                <a:gd name="T16" fmla="*/ 128 w 138"/>
                <a:gd name="T17" fmla="*/ 103 h 137"/>
                <a:gd name="T18" fmla="*/ 117 w 138"/>
                <a:gd name="T19" fmla="*/ 117 h 137"/>
                <a:gd name="T20" fmla="*/ 104 w 138"/>
                <a:gd name="T21" fmla="*/ 128 h 137"/>
                <a:gd name="T22" fmla="*/ 88 w 138"/>
                <a:gd name="T23" fmla="*/ 135 h 137"/>
                <a:gd name="T24" fmla="*/ 70 w 138"/>
                <a:gd name="T25" fmla="*/ 137 h 137"/>
                <a:gd name="T26" fmla="*/ 51 w 138"/>
                <a:gd name="T27" fmla="*/ 135 h 137"/>
                <a:gd name="T28" fmla="*/ 34 w 138"/>
                <a:gd name="T29" fmla="*/ 128 h 137"/>
                <a:gd name="T30" fmla="*/ 21 w 138"/>
                <a:gd name="T31" fmla="*/ 117 h 137"/>
                <a:gd name="T32" fmla="*/ 10 w 138"/>
                <a:gd name="T33" fmla="*/ 103 h 137"/>
                <a:gd name="T34" fmla="*/ 4 w 138"/>
                <a:gd name="T35" fmla="*/ 87 h 137"/>
                <a:gd name="T36" fmla="*/ 0 w 138"/>
                <a:gd name="T37" fmla="*/ 69 h 137"/>
                <a:gd name="T38" fmla="*/ 4 w 138"/>
                <a:gd name="T39" fmla="*/ 50 h 137"/>
                <a:gd name="T40" fmla="*/ 10 w 138"/>
                <a:gd name="T41" fmla="*/ 34 h 137"/>
                <a:gd name="T42" fmla="*/ 21 w 138"/>
                <a:gd name="T43" fmla="*/ 21 h 137"/>
                <a:gd name="T44" fmla="*/ 34 w 138"/>
                <a:gd name="T45" fmla="*/ 10 h 137"/>
                <a:gd name="T46" fmla="*/ 51 w 138"/>
                <a:gd name="T47" fmla="*/ 2 h 137"/>
                <a:gd name="T48" fmla="*/ 70 w 138"/>
                <a:gd name="T4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8" h="137">
                  <a:moveTo>
                    <a:pt x="70" y="0"/>
                  </a:moveTo>
                  <a:lnTo>
                    <a:pt x="88" y="2"/>
                  </a:lnTo>
                  <a:lnTo>
                    <a:pt x="104" y="10"/>
                  </a:lnTo>
                  <a:lnTo>
                    <a:pt x="117" y="21"/>
                  </a:lnTo>
                  <a:lnTo>
                    <a:pt x="128" y="34"/>
                  </a:lnTo>
                  <a:lnTo>
                    <a:pt x="136" y="50"/>
                  </a:lnTo>
                  <a:lnTo>
                    <a:pt x="138" y="69"/>
                  </a:lnTo>
                  <a:lnTo>
                    <a:pt x="136" y="87"/>
                  </a:lnTo>
                  <a:lnTo>
                    <a:pt x="128" y="103"/>
                  </a:lnTo>
                  <a:lnTo>
                    <a:pt x="117" y="117"/>
                  </a:lnTo>
                  <a:lnTo>
                    <a:pt x="104" y="128"/>
                  </a:lnTo>
                  <a:lnTo>
                    <a:pt x="88" y="135"/>
                  </a:lnTo>
                  <a:lnTo>
                    <a:pt x="70" y="137"/>
                  </a:lnTo>
                  <a:lnTo>
                    <a:pt x="51" y="135"/>
                  </a:lnTo>
                  <a:lnTo>
                    <a:pt x="34" y="128"/>
                  </a:lnTo>
                  <a:lnTo>
                    <a:pt x="21" y="117"/>
                  </a:lnTo>
                  <a:lnTo>
                    <a:pt x="10" y="103"/>
                  </a:lnTo>
                  <a:lnTo>
                    <a:pt x="4" y="87"/>
                  </a:lnTo>
                  <a:lnTo>
                    <a:pt x="0" y="69"/>
                  </a:lnTo>
                  <a:lnTo>
                    <a:pt x="4" y="50"/>
                  </a:lnTo>
                  <a:lnTo>
                    <a:pt x="10" y="34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1" y="2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9"/>
            <p:cNvSpPr>
              <a:spLocks/>
            </p:cNvSpPr>
            <p:nvPr/>
          </p:nvSpPr>
          <p:spPr bwMode="auto">
            <a:xfrm>
              <a:off x="615950" y="1249363"/>
              <a:ext cx="31750" cy="227013"/>
            </a:xfrm>
            <a:custGeom>
              <a:avLst/>
              <a:gdLst>
                <a:gd name="T0" fmla="*/ 70 w 138"/>
                <a:gd name="T1" fmla="*/ 0 h 998"/>
                <a:gd name="T2" fmla="*/ 88 w 138"/>
                <a:gd name="T3" fmla="*/ 2 h 998"/>
                <a:gd name="T4" fmla="*/ 104 w 138"/>
                <a:gd name="T5" fmla="*/ 8 h 998"/>
                <a:gd name="T6" fmla="*/ 117 w 138"/>
                <a:gd name="T7" fmla="*/ 19 h 998"/>
                <a:gd name="T8" fmla="*/ 128 w 138"/>
                <a:gd name="T9" fmla="*/ 33 h 998"/>
                <a:gd name="T10" fmla="*/ 136 w 138"/>
                <a:gd name="T11" fmla="*/ 50 h 998"/>
                <a:gd name="T12" fmla="*/ 138 w 138"/>
                <a:gd name="T13" fmla="*/ 68 h 998"/>
                <a:gd name="T14" fmla="*/ 138 w 138"/>
                <a:gd name="T15" fmla="*/ 929 h 998"/>
                <a:gd name="T16" fmla="*/ 136 w 138"/>
                <a:gd name="T17" fmla="*/ 947 h 998"/>
                <a:gd name="T18" fmla="*/ 128 w 138"/>
                <a:gd name="T19" fmla="*/ 964 h 998"/>
                <a:gd name="T20" fmla="*/ 117 w 138"/>
                <a:gd name="T21" fmla="*/ 978 h 998"/>
                <a:gd name="T22" fmla="*/ 104 w 138"/>
                <a:gd name="T23" fmla="*/ 988 h 998"/>
                <a:gd name="T24" fmla="*/ 88 w 138"/>
                <a:gd name="T25" fmla="*/ 995 h 998"/>
                <a:gd name="T26" fmla="*/ 70 w 138"/>
                <a:gd name="T27" fmla="*/ 998 h 998"/>
                <a:gd name="T28" fmla="*/ 51 w 138"/>
                <a:gd name="T29" fmla="*/ 995 h 998"/>
                <a:gd name="T30" fmla="*/ 34 w 138"/>
                <a:gd name="T31" fmla="*/ 988 h 998"/>
                <a:gd name="T32" fmla="*/ 21 w 138"/>
                <a:gd name="T33" fmla="*/ 978 h 998"/>
                <a:gd name="T34" fmla="*/ 10 w 138"/>
                <a:gd name="T35" fmla="*/ 964 h 998"/>
                <a:gd name="T36" fmla="*/ 4 w 138"/>
                <a:gd name="T37" fmla="*/ 947 h 998"/>
                <a:gd name="T38" fmla="*/ 0 w 138"/>
                <a:gd name="T39" fmla="*/ 929 h 998"/>
                <a:gd name="T40" fmla="*/ 0 w 138"/>
                <a:gd name="T41" fmla="*/ 68 h 998"/>
                <a:gd name="T42" fmla="*/ 4 w 138"/>
                <a:gd name="T43" fmla="*/ 50 h 998"/>
                <a:gd name="T44" fmla="*/ 10 w 138"/>
                <a:gd name="T45" fmla="*/ 33 h 998"/>
                <a:gd name="T46" fmla="*/ 21 w 138"/>
                <a:gd name="T47" fmla="*/ 19 h 998"/>
                <a:gd name="T48" fmla="*/ 34 w 138"/>
                <a:gd name="T49" fmla="*/ 8 h 998"/>
                <a:gd name="T50" fmla="*/ 51 w 138"/>
                <a:gd name="T51" fmla="*/ 2 h 998"/>
                <a:gd name="T52" fmla="*/ 70 w 138"/>
                <a:gd name="T53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8" h="998">
                  <a:moveTo>
                    <a:pt x="70" y="0"/>
                  </a:moveTo>
                  <a:lnTo>
                    <a:pt x="88" y="2"/>
                  </a:lnTo>
                  <a:lnTo>
                    <a:pt x="104" y="8"/>
                  </a:lnTo>
                  <a:lnTo>
                    <a:pt x="117" y="19"/>
                  </a:lnTo>
                  <a:lnTo>
                    <a:pt x="128" y="33"/>
                  </a:lnTo>
                  <a:lnTo>
                    <a:pt x="136" y="50"/>
                  </a:lnTo>
                  <a:lnTo>
                    <a:pt x="138" y="68"/>
                  </a:lnTo>
                  <a:lnTo>
                    <a:pt x="138" y="929"/>
                  </a:lnTo>
                  <a:lnTo>
                    <a:pt x="136" y="947"/>
                  </a:lnTo>
                  <a:lnTo>
                    <a:pt x="128" y="964"/>
                  </a:lnTo>
                  <a:lnTo>
                    <a:pt x="117" y="978"/>
                  </a:lnTo>
                  <a:lnTo>
                    <a:pt x="104" y="988"/>
                  </a:lnTo>
                  <a:lnTo>
                    <a:pt x="88" y="995"/>
                  </a:lnTo>
                  <a:lnTo>
                    <a:pt x="70" y="998"/>
                  </a:lnTo>
                  <a:lnTo>
                    <a:pt x="51" y="995"/>
                  </a:lnTo>
                  <a:lnTo>
                    <a:pt x="34" y="988"/>
                  </a:lnTo>
                  <a:lnTo>
                    <a:pt x="21" y="978"/>
                  </a:lnTo>
                  <a:lnTo>
                    <a:pt x="10" y="964"/>
                  </a:lnTo>
                  <a:lnTo>
                    <a:pt x="4" y="947"/>
                  </a:lnTo>
                  <a:lnTo>
                    <a:pt x="0" y="929"/>
                  </a:lnTo>
                  <a:lnTo>
                    <a:pt x="0" y="68"/>
                  </a:lnTo>
                  <a:lnTo>
                    <a:pt x="4" y="50"/>
                  </a:lnTo>
                  <a:lnTo>
                    <a:pt x="10" y="33"/>
                  </a:lnTo>
                  <a:lnTo>
                    <a:pt x="21" y="19"/>
                  </a:lnTo>
                  <a:lnTo>
                    <a:pt x="34" y="8"/>
                  </a:lnTo>
                  <a:lnTo>
                    <a:pt x="51" y="2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0"/>
            <p:cNvSpPr>
              <a:spLocks noEditPoints="1"/>
            </p:cNvSpPr>
            <p:nvPr/>
          </p:nvSpPr>
          <p:spPr bwMode="auto">
            <a:xfrm>
              <a:off x="520700" y="744538"/>
              <a:ext cx="560388" cy="793750"/>
            </a:xfrm>
            <a:custGeom>
              <a:avLst/>
              <a:gdLst>
                <a:gd name="T0" fmla="*/ 356 w 2473"/>
                <a:gd name="T1" fmla="*/ 3317 h 3502"/>
                <a:gd name="T2" fmla="*/ 1929 w 2473"/>
                <a:gd name="T3" fmla="*/ 3352 h 3502"/>
                <a:gd name="T4" fmla="*/ 2063 w 2473"/>
                <a:gd name="T5" fmla="*/ 3160 h 3502"/>
                <a:gd name="T6" fmla="*/ 155 w 2473"/>
                <a:gd name="T7" fmla="*/ 1580 h 3502"/>
                <a:gd name="T8" fmla="*/ 196 w 2473"/>
                <a:gd name="T9" fmla="*/ 1681 h 3502"/>
                <a:gd name="T10" fmla="*/ 2198 w 2473"/>
                <a:gd name="T11" fmla="*/ 1632 h 3502"/>
                <a:gd name="T12" fmla="*/ 2132 w 2473"/>
                <a:gd name="T13" fmla="*/ 1546 h 3502"/>
                <a:gd name="T14" fmla="*/ 833 w 2473"/>
                <a:gd name="T15" fmla="*/ 1546 h 3502"/>
                <a:gd name="T16" fmla="*/ 1823 w 2473"/>
                <a:gd name="T17" fmla="*/ 1027 h 3502"/>
                <a:gd name="T18" fmla="*/ 2048 w 2473"/>
                <a:gd name="T19" fmla="*/ 1337 h 3502"/>
                <a:gd name="T20" fmla="*/ 2084 w 2473"/>
                <a:gd name="T21" fmla="*/ 930 h 3502"/>
                <a:gd name="T22" fmla="*/ 532 w 2473"/>
                <a:gd name="T23" fmla="*/ 749 h 3502"/>
                <a:gd name="T24" fmla="*/ 261 w 2473"/>
                <a:gd name="T25" fmla="*/ 838 h 3502"/>
                <a:gd name="T26" fmla="*/ 638 w 2473"/>
                <a:gd name="T27" fmla="*/ 989 h 3502"/>
                <a:gd name="T28" fmla="*/ 304 w 2473"/>
                <a:gd name="T29" fmla="*/ 698 h 3502"/>
                <a:gd name="T30" fmla="*/ 230 w 2473"/>
                <a:gd name="T31" fmla="*/ 250 h 3502"/>
                <a:gd name="T32" fmla="*/ 2080 w 2473"/>
                <a:gd name="T33" fmla="*/ 356 h 3502"/>
                <a:gd name="T34" fmla="*/ 1940 w 2473"/>
                <a:gd name="T35" fmla="*/ 522 h 3502"/>
                <a:gd name="T36" fmla="*/ 1969 w 2473"/>
                <a:gd name="T37" fmla="*/ 714 h 3502"/>
                <a:gd name="T38" fmla="*/ 2149 w 2473"/>
                <a:gd name="T39" fmla="*/ 797 h 3502"/>
                <a:gd name="T40" fmla="*/ 2327 w 2473"/>
                <a:gd name="T41" fmla="*/ 663 h 3502"/>
                <a:gd name="T42" fmla="*/ 2325 w 2473"/>
                <a:gd name="T43" fmla="*/ 446 h 3502"/>
                <a:gd name="T44" fmla="*/ 1036 w 2473"/>
                <a:gd name="T45" fmla="*/ 137 h 3502"/>
                <a:gd name="T46" fmla="*/ 1261 w 2473"/>
                <a:gd name="T47" fmla="*/ 1232 h 3502"/>
                <a:gd name="T48" fmla="*/ 1275 w 2473"/>
                <a:gd name="T49" fmla="*/ 1125 h 3502"/>
                <a:gd name="T50" fmla="*/ 1275 w 2473"/>
                <a:gd name="T51" fmla="*/ 970 h 3502"/>
                <a:gd name="T52" fmla="*/ 1261 w 2473"/>
                <a:gd name="T53" fmla="*/ 862 h 3502"/>
                <a:gd name="T54" fmla="*/ 1291 w 2473"/>
                <a:gd name="T55" fmla="*/ 703 h 3502"/>
                <a:gd name="T56" fmla="*/ 1251 w 2473"/>
                <a:gd name="T57" fmla="*/ 602 h 3502"/>
                <a:gd name="T58" fmla="*/ 1310 w 2473"/>
                <a:gd name="T59" fmla="*/ 432 h 3502"/>
                <a:gd name="T60" fmla="*/ 1244 w 2473"/>
                <a:gd name="T61" fmla="*/ 345 h 3502"/>
                <a:gd name="T62" fmla="*/ 1447 w 2473"/>
                <a:gd name="T63" fmla="*/ 137 h 3502"/>
                <a:gd name="T64" fmla="*/ 1574 w 2473"/>
                <a:gd name="T65" fmla="*/ 34 h 3502"/>
                <a:gd name="T66" fmla="*/ 1747 w 2473"/>
                <a:gd name="T67" fmla="*/ 885 h 3502"/>
                <a:gd name="T68" fmla="*/ 1794 w 2473"/>
                <a:gd name="T69" fmla="*/ 555 h 3502"/>
                <a:gd name="T70" fmla="*/ 1906 w 2473"/>
                <a:gd name="T71" fmla="*/ 337 h 3502"/>
                <a:gd name="T72" fmla="*/ 2121 w 2473"/>
                <a:gd name="T73" fmla="*/ 139 h 3502"/>
                <a:gd name="T74" fmla="*/ 2281 w 2473"/>
                <a:gd name="T75" fmla="*/ 14 h 3502"/>
                <a:gd name="T76" fmla="*/ 2381 w 2473"/>
                <a:gd name="T77" fmla="*/ 36 h 3502"/>
                <a:gd name="T78" fmla="*/ 2427 w 2473"/>
                <a:gd name="T79" fmla="*/ 225 h 3502"/>
                <a:gd name="T80" fmla="*/ 2471 w 2473"/>
                <a:gd name="T81" fmla="*/ 532 h 3502"/>
                <a:gd name="T82" fmla="*/ 2417 w 2473"/>
                <a:gd name="T83" fmla="*/ 784 h 3502"/>
                <a:gd name="T84" fmla="*/ 2243 w 2473"/>
                <a:gd name="T85" fmla="*/ 1040 h 3502"/>
                <a:gd name="T86" fmla="*/ 2236 w 2473"/>
                <a:gd name="T87" fmla="*/ 1439 h 3502"/>
                <a:gd name="T88" fmla="*/ 2334 w 2473"/>
                <a:gd name="T89" fmla="*/ 1647 h 3502"/>
                <a:gd name="T90" fmla="*/ 2200 w 2473"/>
                <a:gd name="T91" fmla="*/ 1809 h 3502"/>
                <a:gd name="T92" fmla="*/ 2100 w 2473"/>
                <a:gd name="T93" fmla="*/ 3402 h 3502"/>
                <a:gd name="T94" fmla="*/ 489 w 2473"/>
                <a:gd name="T95" fmla="*/ 3502 h 3502"/>
                <a:gd name="T96" fmla="*/ 217 w 2473"/>
                <a:gd name="T97" fmla="*/ 3369 h 3502"/>
                <a:gd name="T98" fmla="*/ 117 w 2473"/>
                <a:gd name="T99" fmla="*/ 1795 h 3502"/>
                <a:gd name="T100" fmla="*/ 9 w 2473"/>
                <a:gd name="T101" fmla="*/ 1615 h 3502"/>
                <a:gd name="T102" fmla="*/ 120 w 2473"/>
                <a:gd name="T103" fmla="*/ 1432 h 3502"/>
                <a:gd name="T104" fmla="*/ 0 w 2473"/>
                <a:gd name="T105" fmla="*/ 721 h 3502"/>
                <a:gd name="T106" fmla="*/ 130 w 2473"/>
                <a:gd name="T107" fmla="*/ 66 h 3502"/>
                <a:gd name="T108" fmla="*/ 243 w 2473"/>
                <a:gd name="T109" fmla="*/ 53 h 3502"/>
                <a:gd name="T110" fmla="*/ 660 w 2473"/>
                <a:gd name="T111" fmla="*/ 549 h 3502"/>
                <a:gd name="T112" fmla="*/ 899 w 2473"/>
                <a:gd name="T113" fmla="*/ 1410 h 3502"/>
                <a:gd name="T114" fmla="*/ 968 w 2473"/>
                <a:gd name="T115" fmla="*/ 0 h 3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473" h="3502">
                  <a:moveTo>
                    <a:pt x="283" y="1820"/>
                  </a:moveTo>
                  <a:lnTo>
                    <a:pt x="283" y="3160"/>
                  </a:lnTo>
                  <a:lnTo>
                    <a:pt x="286" y="3197"/>
                  </a:lnTo>
                  <a:lnTo>
                    <a:pt x="296" y="3232"/>
                  </a:lnTo>
                  <a:lnTo>
                    <a:pt x="311" y="3264"/>
                  </a:lnTo>
                  <a:lnTo>
                    <a:pt x="331" y="3293"/>
                  </a:lnTo>
                  <a:lnTo>
                    <a:pt x="356" y="3317"/>
                  </a:lnTo>
                  <a:lnTo>
                    <a:pt x="384" y="3337"/>
                  </a:lnTo>
                  <a:lnTo>
                    <a:pt x="416" y="3352"/>
                  </a:lnTo>
                  <a:lnTo>
                    <a:pt x="451" y="3362"/>
                  </a:lnTo>
                  <a:lnTo>
                    <a:pt x="489" y="3365"/>
                  </a:lnTo>
                  <a:lnTo>
                    <a:pt x="1857" y="3365"/>
                  </a:lnTo>
                  <a:lnTo>
                    <a:pt x="1895" y="3362"/>
                  </a:lnTo>
                  <a:lnTo>
                    <a:pt x="1929" y="3352"/>
                  </a:lnTo>
                  <a:lnTo>
                    <a:pt x="1962" y="3337"/>
                  </a:lnTo>
                  <a:lnTo>
                    <a:pt x="1989" y="3317"/>
                  </a:lnTo>
                  <a:lnTo>
                    <a:pt x="2015" y="3293"/>
                  </a:lnTo>
                  <a:lnTo>
                    <a:pt x="2035" y="3264"/>
                  </a:lnTo>
                  <a:lnTo>
                    <a:pt x="2050" y="3232"/>
                  </a:lnTo>
                  <a:lnTo>
                    <a:pt x="2060" y="3197"/>
                  </a:lnTo>
                  <a:lnTo>
                    <a:pt x="2063" y="3160"/>
                  </a:lnTo>
                  <a:lnTo>
                    <a:pt x="2063" y="1820"/>
                  </a:lnTo>
                  <a:lnTo>
                    <a:pt x="283" y="1820"/>
                  </a:lnTo>
                  <a:close/>
                  <a:moveTo>
                    <a:pt x="214" y="1546"/>
                  </a:moveTo>
                  <a:lnTo>
                    <a:pt x="197" y="1548"/>
                  </a:lnTo>
                  <a:lnTo>
                    <a:pt x="180" y="1556"/>
                  </a:lnTo>
                  <a:lnTo>
                    <a:pt x="166" y="1566"/>
                  </a:lnTo>
                  <a:lnTo>
                    <a:pt x="155" y="1580"/>
                  </a:lnTo>
                  <a:lnTo>
                    <a:pt x="148" y="1597"/>
                  </a:lnTo>
                  <a:lnTo>
                    <a:pt x="146" y="1615"/>
                  </a:lnTo>
                  <a:lnTo>
                    <a:pt x="148" y="1633"/>
                  </a:lnTo>
                  <a:lnTo>
                    <a:pt x="155" y="1649"/>
                  </a:lnTo>
                  <a:lnTo>
                    <a:pt x="166" y="1663"/>
                  </a:lnTo>
                  <a:lnTo>
                    <a:pt x="180" y="1674"/>
                  </a:lnTo>
                  <a:lnTo>
                    <a:pt x="196" y="1681"/>
                  </a:lnTo>
                  <a:lnTo>
                    <a:pt x="214" y="1683"/>
                  </a:lnTo>
                  <a:lnTo>
                    <a:pt x="2132" y="1683"/>
                  </a:lnTo>
                  <a:lnTo>
                    <a:pt x="2149" y="1681"/>
                  </a:lnTo>
                  <a:lnTo>
                    <a:pt x="2166" y="1674"/>
                  </a:lnTo>
                  <a:lnTo>
                    <a:pt x="2180" y="1663"/>
                  </a:lnTo>
                  <a:lnTo>
                    <a:pt x="2191" y="1649"/>
                  </a:lnTo>
                  <a:lnTo>
                    <a:pt x="2198" y="1632"/>
                  </a:lnTo>
                  <a:lnTo>
                    <a:pt x="2200" y="1615"/>
                  </a:lnTo>
                  <a:lnTo>
                    <a:pt x="2198" y="1596"/>
                  </a:lnTo>
                  <a:lnTo>
                    <a:pt x="2191" y="1580"/>
                  </a:lnTo>
                  <a:lnTo>
                    <a:pt x="2180" y="1566"/>
                  </a:lnTo>
                  <a:lnTo>
                    <a:pt x="2166" y="1556"/>
                  </a:lnTo>
                  <a:lnTo>
                    <a:pt x="2150" y="1549"/>
                  </a:lnTo>
                  <a:lnTo>
                    <a:pt x="2132" y="1546"/>
                  </a:lnTo>
                  <a:lnTo>
                    <a:pt x="2083" y="1546"/>
                  </a:lnTo>
                  <a:lnTo>
                    <a:pt x="2083" y="1546"/>
                  </a:lnTo>
                  <a:lnTo>
                    <a:pt x="2083" y="1546"/>
                  </a:lnTo>
                  <a:lnTo>
                    <a:pt x="1535" y="1546"/>
                  </a:lnTo>
                  <a:lnTo>
                    <a:pt x="1534" y="1546"/>
                  </a:lnTo>
                  <a:lnTo>
                    <a:pt x="1534" y="1546"/>
                  </a:lnTo>
                  <a:lnTo>
                    <a:pt x="833" y="1546"/>
                  </a:lnTo>
                  <a:lnTo>
                    <a:pt x="833" y="1546"/>
                  </a:lnTo>
                  <a:lnTo>
                    <a:pt x="833" y="1546"/>
                  </a:lnTo>
                  <a:lnTo>
                    <a:pt x="214" y="1546"/>
                  </a:lnTo>
                  <a:close/>
                  <a:moveTo>
                    <a:pt x="1922" y="860"/>
                  </a:moveTo>
                  <a:lnTo>
                    <a:pt x="1890" y="910"/>
                  </a:lnTo>
                  <a:lnTo>
                    <a:pt x="1857" y="966"/>
                  </a:lnTo>
                  <a:lnTo>
                    <a:pt x="1823" y="1027"/>
                  </a:lnTo>
                  <a:lnTo>
                    <a:pt x="1788" y="1093"/>
                  </a:lnTo>
                  <a:lnTo>
                    <a:pt x="1752" y="1165"/>
                  </a:lnTo>
                  <a:lnTo>
                    <a:pt x="1716" y="1242"/>
                  </a:lnTo>
                  <a:lnTo>
                    <a:pt x="1678" y="1323"/>
                  </a:lnTo>
                  <a:lnTo>
                    <a:pt x="1638" y="1410"/>
                  </a:lnTo>
                  <a:lnTo>
                    <a:pt x="2030" y="1410"/>
                  </a:lnTo>
                  <a:lnTo>
                    <a:pt x="2048" y="1337"/>
                  </a:lnTo>
                  <a:lnTo>
                    <a:pt x="2064" y="1264"/>
                  </a:lnTo>
                  <a:lnTo>
                    <a:pt x="2079" y="1194"/>
                  </a:lnTo>
                  <a:lnTo>
                    <a:pt x="2092" y="1125"/>
                  </a:lnTo>
                  <a:lnTo>
                    <a:pt x="2102" y="1058"/>
                  </a:lnTo>
                  <a:lnTo>
                    <a:pt x="2112" y="994"/>
                  </a:lnTo>
                  <a:lnTo>
                    <a:pt x="2118" y="934"/>
                  </a:lnTo>
                  <a:lnTo>
                    <a:pt x="2084" y="930"/>
                  </a:lnTo>
                  <a:lnTo>
                    <a:pt x="2050" y="923"/>
                  </a:lnTo>
                  <a:lnTo>
                    <a:pt x="2017" y="913"/>
                  </a:lnTo>
                  <a:lnTo>
                    <a:pt x="1983" y="899"/>
                  </a:lnTo>
                  <a:lnTo>
                    <a:pt x="1952" y="882"/>
                  </a:lnTo>
                  <a:lnTo>
                    <a:pt x="1922" y="860"/>
                  </a:lnTo>
                  <a:close/>
                  <a:moveTo>
                    <a:pt x="565" y="722"/>
                  </a:moveTo>
                  <a:lnTo>
                    <a:pt x="532" y="749"/>
                  </a:lnTo>
                  <a:lnTo>
                    <a:pt x="497" y="772"/>
                  </a:lnTo>
                  <a:lnTo>
                    <a:pt x="460" y="792"/>
                  </a:lnTo>
                  <a:lnTo>
                    <a:pt x="420" y="809"/>
                  </a:lnTo>
                  <a:lnTo>
                    <a:pt x="380" y="822"/>
                  </a:lnTo>
                  <a:lnTo>
                    <a:pt x="341" y="831"/>
                  </a:lnTo>
                  <a:lnTo>
                    <a:pt x="300" y="836"/>
                  </a:lnTo>
                  <a:lnTo>
                    <a:pt x="261" y="838"/>
                  </a:lnTo>
                  <a:lnTo>
                    <a:pt x="215" y="836"/>
                  </a:lnTo>
                  <a:lnTo>
                    <a:pt x="168" y="828"/>
                  </a:lnTo>
                  <a:lnTo>
                    <a:pt x="241" y="1096"/>
                  </a:lnTo>
                  <a:lnTo>
                    <a:pt x="241" y="1097"/>
                  </a:lnTo>
                  <a:lnTo>
                    <a:pt x="320" y="1410"/>
                  </a:lnTo>
                  <a:lnTo>
                    <a:pt x="745" y="1410"/>
                  </a:lnTo>
                  <a:lnTo>
                    <a:pt x="638" y="989"/>
                  </a:lnTo>
                  <a:lnTo>
                    <a:pt x="565" y="722"/>
                  </a:lnTo>
                  <a:close/>
                  <a:moveTo>
                    <a:pt x="230" y="250"/>
                  </a:moveTo>
                  <a:lnTo>
                    <a:pt x="146" y="679"/>
                  </a:lnTo>
                  <a:lnTo>
                    <a:pt x="184" y="691"/>
                  </a:lnTo>
                  <a:lnTo>
                    <a:pt x="224" y="699"/>
                  </a:lnTo>
                  <a:lnTo>
                    <a:pt x="264" y="701"/>
                  </a:lnTo>
                  <a:lnTo>
                    <a:pt x="304" y="698"/>
                  </a:lnTo>
                  <a:lnTo>
                    <a:pt x="344" y="690"/>
                  </a:lnTo>
                  <a:lnTo>
                    <a:pt x="383" y="676"/>
                  </a:lnTo>
                  <a:lnTo>
                    <a:pt x="419" y="659"/>
                  </a:lnTo>
                  <a:lnTo>
                    <a:pt x="453" y="637"/>
                  </a:lnTo>
                  <a:lnTo>
                    <a:pt x="484" y="611"/>
                  </a:lnTo>
                  <a:lnTo>
                    <a:pt x="511" y="581"/>
                  </a:lnTo>
                  <a:lnTo>
                    <a:pt x="230" y="250"/>
                  </a:lnTo>
                  <a:close/>
                  <a:moveTo>
                    <a:pt x="2279" y="187"/>
                  </a:moveTo>
                  <a:lnTo>
                    <a:pt x="2245" y="214"/>
                  </a:lnTo>
                  <a:lnTo>
                    <a:pt x="2211" y="242"/>
                  </a:lnTo>
                  <a:lnTo>
                    <a:pt x="2177" y="270"/>
                  </a:lnTo>
                  <a:lnTo>
                    <a:pt x="2144" y="299"/>
                  </a:lnTo>
                  <a:lnTo>
                    <a:pt x="2111" y="329"/>
                  </a:lnTo>
                  <a:lnTo>
                    <a:pt x="2080" y="356"/>
                  </a:lnTo>
                  <a:lnTo>
                    <a:pt x="2051" y="385"/>
                  </a:lnTo>
                  <a:lnTo>
                    <a:pt x="2023" y="412"/>
                  </a:lnTo>
                  <a:lnTo>
                    <a:pt x="2000" y="437"/>
                  </a:lnTo>
                  <a:lnTo>
                    <a:pt x="1979" y="462"/>
                  </a:lnTo>
                  <a:lnTo>
                    <a:pt x="1962" y="484"/>
                  </a:lnTo>
                  <a:lnTo>
                    <a:pt x="1949" y="504"/>
                  </a:lnTo>
                  <a:lnTo>
                    <a:pt x="1940" y="522"/>
                  </a:lnTo>
                  <a:lnTo>
                    <a:pt x="1932" y="554"/>
                  </a:lnTo>
                  <a:lnTo>
                    <a:pt x="1929" y="588"/>
                  </a:lnTo>
                  <a:lnTo>
                    <a:pt x="1931" y="621"/>
                  </a:lnTo>
                  <a:lnTo>
                    <a:pt x="1938" y="654"/>
                  </a:lnTo>
                  <a:lnTo>
                    <a:pt x="1951" y="685"/>
                  </a:lnTo>
                  <a:lnTo>
                    <a:pt x="1968" y="714"/>
                  </a:lnTo>
                  <a:lnTo>
                    <a:pt x="1969" y="714"/>
                  </a:lnTo>
                  <a:lnTo>
                    <a:pt x="1988" y="737"/>
                  </a:lnTo>
                  <a:lnTo>
                    <a:pt x="2011" y="756"/>
                  </a:lnTo>
                  <a:lnTo>
                    <a:pt x="2036" y="772"/>
                  </a:lnTo>
                  <a:lnTo>
                    <a:pt x="2064" y="785"/>
                  </a:lnTo>
                  <a:lnTo>
                    <a:pt x="2092" y="792"/>
                  </a:lnTo>
                  <a:lnTo>
                    <a:pt x="2120" y="797"/>
                  </a:lnTo>
                  <a:lnTo>
                    <a:pt x="2149" y="797"/>
                  </a:lnTo>
                  <a:lnTo>
                    <a:pt x="2178" y="792"/>
                  </a:lnTo>
                  <a:lnTo>
                    <a:pt x="2211" y="782"/>
                  </a:lnTo>
                  <a:lnTo>
                    <a:pt x="2242" y="767"/>
                  </a:lnTo>
                  <a:lnTo>
                    <a:pt x="2269" y="747"/>
                  </a:lnTo>
                  <a:lnTo>
                    <a:pt x="2293" y="722"/>
                  </a:lnTo>
                  <a:lnTo>
                    <a:pt x="2312" y="693"/>
                  </a:lnTo>
                  <a:lnTo>
                    <a:pt x="2327" y="663"/>
                  </a:lnTo>
                  <a:lnTo>
                    <a:pt x="2332" y="643"/>
                  </a:lnTo>
                  <a:lnTo>
                    <a:pt x="2334" y="619"/>
                  </a:lnTo>
                  <a:lnTo>
                    <a:pt x="2335" y="591"/>
                  </a:lnTo>
                  <a:lnTo>
                    <a:pt x="2335" y="559"/>
                  </a:lnTo>
                  <a:lnTo>
                    <a:pt x="2333" y="524"/>
                  </a:lnTo>
                  <a:lnTo>
                    <a:pt x="2330" y="486"/>
                  </a:lnTo>
                  <a:lnTo>
                    <a:pt x="2325" y="446"/>
                  </a:lnTo>
                  <a:lnTo>
                    <a:pt x="2319" y="404"/>
                  </a:lnTo>
                  <a:lnTo>
                    <a:pt x="2313" y="361"/>
                  </a:lnTo>
                  <a:lnTo>
                    <a:pt x="2304" y="317"/>
                  </a:lnTo>
                  <a:lnTo>
                    <a:pt x="2297" y="274"/>
                  </a:lnTo>
                  <a:lnTo>
                    <a:pt x="2289" y="230"/>
                  </a:lnTo>
                  <a:lnTo>
                    <a:pt x="2279" y="187"/>
                  </a:lnTo>
                  <a:close/>
                  <a:moveTo>
                    <a:pt x="1036" y="137"/>
                  </a:moveTo>
                  <a:lnTo>
                    <a:pt x="1036" y="1410"/>
                  </a:lnTo>
                  <a:lnTo>
                    <a:pt x="1447" y="1410"/>
                  </a:lnTo>
                  <a:lnTo>
                    <a:pt x="1447" y="1253"/>
                  </a:lnTo>
                  <a:lnTo>
                    <a:pt x="1310" y="1253"/>
                  </a:lnTo>
                  <a:lnTo>
                    <a:pt x="1291" y="1249"/>
                  </a:lnTo>
                  <a:lnTo>
                    <a:pt x="1275" y="1243"/>
                  </a:lnTo>
                  <a:lnTo>
                    <a:pt x="1261" y="1232"/>
                  </a:lnTo>
                  <a:lnTo>
                    <a:pt x="1251" y="1219"/>
                  </a:lnTo>
                  <a:lnTo>
                    <a:pt x="1244" y="1202"/>
                  </a:lnTo>
                  <a:lnTo>
                    <a:pt x="1241" y="1183"/>
                  </a:lnTo>
                  <a:lnTo>
                    <a:pt x="1244" y="1165"/>
                  </a:lnTo>
                  <a:lnTo>
                    <a:pt x="1251" y="1149"/>
                  </a:lnTo>
                  <a:lnTo>
                    <a:pt x="1261" y="1136"/>
                  </a:lnTo>
                  <a:lnTo>
                    <a:pt x="1275" y="1125"/>
                  </a:lnTo>
                  <a:lnTo>
                    <a:pt x="1291" y="1118"/>
                  </a:lnTo>
                  <a:lnTo>
                    <a:pt x="1310" y="1115"/>
                  </a:lnTo>
                  <a:lnTo>
                    <a:pt x="1447" y="1115"/>
                  </a:lnTo>
                  <a:lnTo>
                    <a:pt x="1447" y="978"/>
                  </a:lnTo>
                  <a:lnTo>
                    <a:pt x="1310" y="978"/>
                  </a:lnTo>
                  <a:lnTo>
                    <a:pt x="1291" y="976"/>
                  </a:lnTo>
                  <a:lnTo>
                    <a:pt x="1275" y="970"/>
                  </a:lnTo>
                  <a:lnTo>
                    <a:pt x="1261" y="958"/>
                  </a:lnTo>
                  <a:lnTo>
                    <a:pt x="1251" y="944"/>
                  </a:lnTo>
                  <a:lnTo>
                    <a:pt x="1244" y="928"/>
                  </a:lnTo>
                  <a:lnTo>
                    <a:pt x="1241" y="910"/>
                  </a:lnTo>
                  <a:lnTo>
                    <a:pt x="1244" y="892"/>
                  </a:lnTo>
                  <a:lnTo>
                    <a:pt x="1251" y="876"/>
                  </a:lnTo>
                  <a:lnTo>
                    <a:pt x="1261" y="862"/>
                  </a:lnTo>
                  <a:lnTo>
                    <a:pt x="1275" y="851"/>
                  </a:lnTo>
                  <a:lnTo>
                    <a:pt x="1291" y="844"/>
                  </a:lnTo>
                  <a:lnTo>
                    <a:pt x="1310" y="842"/>
                  </a:lnTo>
                  <a:lnTo>
                    <a:pt x="1447" y="842"/>
                  </a:lnTo>
                  <a:lnTo>
                    <a:pt x="1447" y="705"/>
                  </a:lnTo>
                  <a:lnTo>
                    <a:pt x="1310" y="705"/>
                  </a:lnTo>
                  <a:lnTo>
                    <a:pt x="1291" y="703"/>
                  </a:lnTo>
                  <a:lnTo>
                    <a:pt x="1275" y="696"/>
                  </a:lnTo>
                  <a:lnTo>
                    <a:pt x="1261" y="685"/>
                  </a:lnTo>
                  <a:lnTo>
                    <a:pt x="1251" y="671"/>
                  </a:lnTo>
                  <a:lnTo>
                    <a:pt x="1244" y="655"/>
                  </a:lnTo>
                  <a:lnTo>
                    <a:pt x="1241" y="637"/>
                  </a:lnTo>
                  <a:lnTo>
                    <a:pt x="1244" y="619"/>
                  </a:lnTo>
                  <a:lnTo>
                    <a:pt x="1251" y="602"/>
                  </a:lnTo>
                  <a:lnTo>
                    <a:pt x="1261" y="588"/>
                  </a:lnTo>
                  <a:lnTo>
                    <a:pt x="1275" y="578"/>
                  </a:lnTo>
                  <a:lnTo>
                    <a:pt x="1291" y="571"/>
                  </a:lnTo>
                  <a:lnTo>
                    <a:pt x="1310" y="568"/>
                  </a:lnTo>
                  <a:lnTo>
                    <a:pt x="1447" y="568"/>
                  </a:lnTo>
                  <a:lnTo>
                    <a:pt x="1447" y="432"/>
                  </a:lnTo>
                  <a:lnTo>
                    <a:pt x="1310" y="432"/>
                  </a:lnTo>
                  <a:lnTo>
                    <a:pt x="1291" y="429"/>
                  </a:lnTo>
                  <a:lnTo>
                    <a:pt x="1275" y="422"/>
                  </a:lnTo>
                  <a:lnTo>
                    <a:pt x="1261" y="412"/>
                  </a:lnTo>
                  <a:lnTo>
                    <a:pt x="1251" y="398"/>
                  </a:lnTo>
                  <a:lnTo>
                    <a:pt x="1244" y="381"/>
                  </a:lnTo>
                  <a:lnTo>
                    <a:pt x="1241" y="363"/>
                  </a:lnTo>
                  <a:lnTo>
                    <a:pt x="1244" y="345"/>
                  </a:lnTo>
                  <a:lnTo>
                    <a:pt x="1251" y="329"/>
                  </a:lnTo>
                  <a:lnTo>
                    <a:pt x="1261" y="315"/>
                  </a:lnTo>
                  <a:lnTo>
                    <a:pt x="1275" y="304"/>
                  </a:lnTo>
                  <a:lnTo>
                    <a:pt x="1291" y="297"/>
                  </a:lnTo>
                  <a:lnTo>
                    <a:pt x="1310" y="295"/>
                  </a:lnTo>
                  <a:lnTo>
                    <a:pt x="1447" y="295"/>
                  </a:lnTo>
                  <a:lnTo>
                    <a:pt x="1447" y="137"/>
                  </a:lnTo>
                  <a:lnTo>
                    <a:pt x="1036" y="137"/>
                  </a:lnTo>
                  <a:close/>
                  <a:moveTo>
                    <a:pt x="968" y="0"/>
                  </a:moveTo>
                  <a:lnTo>
                    <a:pt x="1516" y="0"/>
                  </a:lnTo>
                  <a:lnTo>
                    <a:pt x="1534" y="4"/>
                  </a:lnTo>
                  <a:lnTo>
                    <a:pt x="1550" y="10"/>
                  </a:lnTo>
                  <a:lnTo>
                    <a:pt x="1564" y="21"/>
                  </a:lnTo>
                  <a:lnTo>
                    <a:pt x="1574" y="34"/>
                  </a:lnTo>
                  <a:lnTo>
                    <a:pt x="1582" y="51"/>
                  </a:lnTo>
                  <a:lnTo>
                    <a:pt x="1584" y="69"/>
                  </a:lnTo>
                  <a:lnTo>
                    <a:pt x="1584" y="1199"/>
                  </a:lnTo>
                  <a:lnTo>
                    <a:pt x="1623" y="1119"/>
                  </a:lnTo>
                  <a:lnTo>
                    <a:pt x="1664" y="1038"/>
                  </a:lnTo>
                  <a:lnTo>
                    <a:pt x="1705" y="960"/>
                  </a:lnTo>
                  <a:lnTo>
                    <a:pt x="1747" y="885"/>
                  </a:lnTo>
                  <a:lnTo>
                    <a:pt x="1789" y="815"/>
                  </a:lnTo>
                  <a:lnTo>
                    <a:pt x="1831" y="751"/>
                  </a:lnTo>
                  <a:lnTo>
                    <a:pt x="1814" y="714"/>
                  </a:lnTo>
                  <a:lnTo>
                    <a:pt x="1802" y="675"/>
                  </a:lnTo>
                  <a:lnTo>
                    <a:pt x="1795" y="636"/>
                  </a:lnTo>
                  <a:lnTo>
                    <a:pt x="1791" y="596"/>
                  </a:lnTo>
                  <a:lnTo>
                    <a:pt x="1794" y="555"/>
                  </a:lnTo>
                  <a:lnTo>
                    <a:pt x="1800" y="515"/>
                  </a:lnTo>
                  <a:lnTo>
                    <a:pt x="1813" y="475"/>
                  </a:lnTo>
                  <a:lnTo>
                    <a:pt x="1823" y="450"/>
                  </a:lnTo>
                  <a:lnTo>
                    <a:pt x="1839" y="423"/>
                  </a:lnTo>
                  <a:lnTo>
                    <a:pt x="1859" y="396"/>
                  </a:lnTo>
                  <a:lnTo>
                    <a:pt x="1881" y="367"/>
                  </a:lnTo>
                  <a:lnTo>
                    <a:pt x="1906" y="337"/>
                  </a:lnTo>
                  <a:lnTo>
                    <a:pt x="1934" y="309"/>
                  </a:lnTo>
                  <a:lnTo>
                    <a:pt x="1963" y="279"/>
                  </a:lnTo>
                  <a:lnTo>
                    <a:pt x="1994" y="249"/>
                  </a:lnTo>
                  <a:lnTo>
                    <a:pt x="2026" y="220"/>
                  </a:lnTo>
                  <a:lnTo>
                    <a:pt x="2058" y="192"/>
                  </a:lnTo>
                  <a:lnTo>
                    <a:pt x="2089" y="164"/>
                  </a:lnTo>
                  <a:lnTo>
                    <a:pt x="2121" y="139"/>
                  </a:lnTo>
                  <a:lnTo>
                    <a:pt x="2151" y="114"/>
                  </a:lnTo>
                  <a:lnTo>
                    <a:pt x="2180" y="91"/>
                  </a:lnTo>
                  <a:lnTo>
                    <a:pt x="2207" y="70"/>
                  </a:lnTo>
                  <a:lnTo>
                    <a:pt x="2230" y="52"/>
                  </a:lnTo>
                  <a:lnTo>
                    <a:pt x="2250" y="36"/>
                  </a:lnTo>
                  <a:lnTo>
                    <a:pt x="2268" y="24"/>
                  </a:lnTo>
                  <a:lnTo>
                    <a:pt x="2281" y="14"/>
                  </a:lnTo>
                  <a:lnTo>
                    <a:pt x="2296" y="6"/>
                  </a:lnTo>
                  <a:lnTo>
                    <a:pt x="2312" y="1"/>
                  </a:lnTo>
                  <a:lnTo>
                    <a:pt x="2328" y="1"/>
                  </a:lnTo>
                  <a:lnTo>
                    <a:pt x="2344" y="5"/>
                  </a:lnTo>
                  <a:lnTo>
                    <a:pt x="2360" y="12"/>
                  </a:lnTo>
                  <a:lnTo>
                    <a:pt x="2372" y="23"/>
                  </a:lnTo>
                  <a:lnTo>
                    <a:pt x="2381" y="36"/>
                  </a:lnTo>
                  <a:lnTo>
                    <a:pt x="2388" y="52"/>
                  </a:lnTo>
                  <a:lnTo>
                    <a:pt x="2392" y="69"/>
                  </a:lnTo>
                  <a:lnTo>
                    <a:pt x="2397" y="92"/>
                  </a:lnTo>
                  <a:lnTo>
                    <a:pt x="2403" y="118"/>
                  </a:lnTo>
                  <a:lnTo>
                    <a:pt x="2411" y="150"/>
                  </a:lnTo>
                  <a:lnTo>
                    <a:pt x="2419" y="186"/>
                  </a:lnTo>
                  <a:lnTo>
                    <a:pt x="2427" y="225"/>
                  </a:lnTo>
                  <a:lnTo>
                    <a:pt x="2435" y="266"/>
                  </a:lnTo>
                  <a:lnTo>
                    <a:pt x="2443" y="310"/>
                  </a:lnTo>
                  <a:lnTo>
                    <a:pt x="2450" y="353"/>
                  </a:lnTo>
                  <a:lnTo>
                    <a:pt x="2458" y="399"/>
                  </a:lnTo>
                  <a:lnTo>
                    <a:pt x="2463" y="444"/>
                  </a:lnTo>
                  <a:lnTo>
                    <a:pt x="2467" y="488"/>
                  </a:lnTo>
                  <a:lnTo>
                    <a:pt x="2471" y="532"/>
                  </a:lnTo>
                  <a:lnTo>
                    <a:pt x="2473" y="573"/>
                  </a:lnTo>
                  <a:lnTo>
                    <a:pt x="2472" y="613"/>
                  </a:lnTo>
                  <a:lnTo>
                    <a:pt x="2468" y="649"/>
                  </a:lnTo>
                  <a:lnTo>
                    <a:pt x="2463" y="681"/>
                  </a:lnTo>
                  <a:lnTo>
                    <a:pt x="2456" y="709"/>
                  </a:lnTo>
                  <a:lnTo>
                    <a:pt x="2439" y="748"/>
                  </a:lnTo>
                  <a:lnTo>
                    <a:pt x="2417" y="784"/>
                  </a:lnTo>
                  <a:lnTo>
                    <a:pt x="2392" y="817"/>
                  </a:lnTo>
                  <a:lnTo>
                    <a:pt x="2363" y="845"/>
                  </a:lnTo>
                  <a:lnTo>
                    <a:pt x="2331" y="872"/>
                  </a:lnTo>
                  <a:lnTo>
                    <a:pt x="2296" y="893"/>
                  </a:lnTo>
                  <a:lnTo>
                    <a:pt x="2258" y="910"/>
                  </a:lnTo>
                  <a:lnTo>
                    <a:pt x="2251" y="973"/>
                  </a:lnTo>
                  <a:lnTo>
                    <a:pt x="2243" y="1040"/>
                  </a:lnTo>
                  <a:lnTo>
                    <a:pt x="2232" y="1110"/>
                  </a:lnTo>
                  <a:lnTo>
                    <a:pt x="2219" y="1183"/>
                  </a:lnTo>
                  <a:lnTo>
                    <a:pt x="2206" y="1259"/>
                  </a:lnTo>
                  <a:lnTo>
                    <a:pt x="2188" y="1336"/>
                  </a:lnTo>
                  <a:lnTo>
                    <a:pt x="2170" y="1413"/>
                  </a:lnTo>
                  <a:lnTo>
                    <a:pt x="2204" y="1423"/>
                  </a:lnTo>
                  <a:lnTo>
                    <a:pt x="2236" y="1439"/>
                  </a:lnTo>
                  <a:lnTo>
                    <a:pt x="2265" y="1459"/>
                  </a:lnTo>
                  <a:lnTo>
                    <a:pt x="2290" y="1483"/>
                  </a:lnTo>
                  <a:lnTo>
                    <a:pt x="2309" y="1512"/>
                  </a:lnTo>
                  <a:lnTo>
                    <a:pt x="2325" y="1544"/>
                  </a:lnTo>
                  <a:lnTo>
                    <a:pt x="2333" y="1578"/>
                  </a:lnTo>
                  <a:lnTo>
                    <a:pt x="2336" y="1615"/>
                  </a:lnTo>
                  <a:lnTo>
                    <a:pt x="2334" y="1647"/>
                  </a:lnTo>
                  <a:lnTo>
                    <a:pt x="2327" y="1678"/>
                  </a:lnTo>
                  <a:lnTo>
                    <a:pt x="2315" y="1708"/>
                  </a:lnTo>
                  <a:lnTo>
                    <a:pt x="2298" y="1735"/>
                  </a:lnTo>
                  <a:lnTo>
                    <a:pt x="2277" y="1760"/>
                  </a:lnTo>
                  <a:lnTo>
                    <a:pt x="2253" y="1780"/>
                  </a:lnTo>
                  <a:lnTo>
                    <a:pt x="2228" y="1796"/>
                  </a:lnTo>
                  <a:lnTo>
                    <a:pt x="2200" y="1809"/>
                  </a:lnTo>
                  <a:lnTo>
                    <a:pt x="2200" y="3160"/>
                  </a:lnTo>
                  <a:lnTo>
                    <a:pt x="2197" y="3206"/>
                  </a:lnTo>
                  <a:lnTo>
                    <a:pt x="2187" y="3251"/>
                  </a:lnTo>
                  <a:lnTo>
                    <a:pt x="2174" y="3293"/>
                  </a:lnTo>
                  <a:lnTo>
                    <a:pt x="2153" y="3333"/>
                  </a:lnTo>
                  <a:lnTo>
                    <a:pt x="2129" y="3369"/>
                  </a:lnTo>
                  <a:lnTo>
                    <a:pt x="2100" y="3402"/>
                  </a:lnTo>
                  <a:lnTo>
                    <a:pt x="2067" y="3431"/>
                  </a:lnTo>
                  <a:lnTo>
                    <a:pt x="2030" y="3455"/>
                  </a:lnTo>
                  <a:lnTo>
                    <a:pt x="1990" y="3475"/>
                  </a:lnTo>
                  <a:lnTo>
                    <a:pt x="1949" y="3489"/>
                  </a:lnTo>
                  <a:lnTo>
                    <a:pt x="1904" y="3499"/>
                  </a:lnTo>
                  <a:lnTo>
                    <a:pt x="1857" y="3502"/>
                  </a:lnTo>
                  <a:lnTo>
                    <a:pt x="489" y="3502"/>
                  </a:lnTo>
                  <a:lnTo>
                    <a:pt x="442" y="3499"/>
                  </a:lnTo>
                  <a:lnTo>
                    <a:pt x="397" y="3489"/>
                  </a:lnTo>
                  <a:lnTo>
                    <a:pt x="356" y="3475"/>
                  </a:lnTo>
                  <a:lnTo>
                    <a:pt x="315" y="3455"/>
                  </a:lnTo>
                  <a:lnTo>
                    <a:pt x="279" y="3431"/>
                  </a:lnTo>
                  <a:lnTo>
                    <a:pt x="246" y="3402"/>
                  </a:lnTo>
                  <a:lnTo>
                    <a:pt x="217" y="3369"/>
                  </a:lnTo>
                  <a:lnTo>
                    <a:pt x="193" y="3333"/>
                  </a:lnTo>
                  <a:lnTo>
                    <a:pt x="172" y="3293"/>
                  </a:lnTo>
                  <a:lnTo>
                    <a:pt x="159" y="3251"/>
                  </a:lnTo>
                  <a:lnTo>
                    <a:pt x="149" y="3206"/>
                  </a:lnTo>
                  <a:lnTo>
                    <a:pt x="146" y="3160"/>
                  </a:lnTo>
                  <a:lnTo>
                    <a:pt x="146" y="1807"/>
                  </a:lnTo>
                  <a:lnTo>
                    <a:pt x="117" y="1795"/>
                  </a:lnTo>
                  <a:lnTo>
                    <a:pt x="90" y="1779"/>
                  </a:lnTo>
                  <a:lnTo>
                    <a:pt x="67" y="1758"/>
                  </a:lnTo>
                  <a:lnTo>
                    <a:pt x="48" y="1734"/>
                  </a:lnTo>
                  <a:lnTo>
                    <a:pt x="31" y="1708"/>
                  </a:lnTo>
                  <a:lnTo>
                    <a:pt x="19" y="1679"/>
                  </a:lnTo>
                  <a:lnTo>
                    <a:pt x="12" y="1647"/>
                  </a:lnTo>
                  <a:lnTo>
                    <a:pt x="9" y="1615"/>
                  </a:lnTo>
                  <a:lnTo>
                    <a:pt x="12" y="1582"/>
                  </a:lnTo>
                  <a:lnTo>
                    <a:pt x="19" y="1551"/>
                  </a:lnTo>
                  <a:lnTo>
                    <a:pt x="31" y="1522"/>
                  </a:lnTo>
                  <a:lnTo>
                    <a:pt x="48" y="1494"/>
                  </a:lnTo>
                  <a:lnTo>
                    <a:pt x="69" y="1469"/>
                  </a:lnTo>
                  <a:lnTo>
                    <a:pt x="94" y="1449"/>
                  </a:lnTo>
                  <a:lnTo>
                    <a:pt x="120" y="1432"/>
                  </a:lnTo>
                  <a:lnTo>
                    <a:pt x="149" y="1421"/>
                  </a:lnTo>
                  <a:lnTo>
                    <a:pt x="180" y="1412"/>
                  </a:lnTo>
                  <a:lnTo>
                    <a:pt x="109" y="1131"/>
                  </a:lnTo>
                  <a:lnTo>
                    <a:pt x="2" y="735"/>
                  </a:lnTo>
                  <a:lnTo>
                    <a:pt x="0" y="727"/>
                  </a:lnTo>
                  <a:lnTo>
                    <a:pt x="0" y="725"/>
                  </a:lnTo>
                  <a:lnTo>
                    <a:pt x="0" y="721"/>
                  </a:lnTo>
                  <a:lnTo>
                    <a:pt x="0" y="718"/>
                  </a:lnTo>
                  <a:lnTo>
                    <a:pt x="0" y="714"/>
                  </a:lnTo>
                  <a:lnTo>
                    <a:pt x="0" y="710"/>
                  </a:lnTo>
                  <a:lnTo>
                    <a:pt x="1" y="705"/>
                  </a:lnTo>
                  <a:lnTo>
                    <a:pt x="1" y="704"/>
                  </a:lnTo>
                  <a:lnTo>
                    <a:pt x="123" y="84"/>
                  </a:lnTo>
                  <a:lnTo>
                    <a:pt x="130" y="66"/>
                  </a:lnTo>
                  <a:lnTo>
                    <a:pt x="141" y="50"/>
                  </a:lnTo>
                  <a:lnTo>
                    <a:pt x="155" y="39"/>
                  </a:lnTo>
                  <a:lnTo>
                    <a:pt x="174" y="31"/>
                  </a:lnTo>
                  <a:lnTo>
                    <a:pt x="193" y="29"/>
                  </a:lnTo>
                  <a:lnTo>
                    <a:pt x="212" y="32"/>
                  </a:lnTo>
                  <a:lnTo>
                    <a:pt x="229" y="41"/>
                  </a:lnTo>
                  <a:lnTo>
                    <a:pt x="243" y="53"/>
                  </a:lnTo>
                  <a:lnTo>
                    <a:pt x="649" y="532"/>
                  </a:lnTo>
                  <a:lnTo>
                    <a:pt x="650" y="533"/>
                  </a:lnTo>
                  <a:lnTo>
                    <a:pt x="654" y="536"/>
                  </a:lnTo>
                  <a:lnTo>
                    <a:pt x="655" y="538"/>
                  </a:lnTo>
                  <a:lnTo>
                    <a:pt x="657" y="542"/>
                  </a:lnTo>
                  <a:lnTo>
                    <a:pt x="658" y="545"/>
                  </a:lnTo>
                  <a:lnTo>
                    <a:pt x="660" y="549"/>
                  </a:lnTo>
                  <a:lnTo>
                    <a:pt x="661" y="551"/>
                  </a:lnTo>
                  <a:lnTo>
                    <a:pt x="663" y="558"/>
                  </a:lnTo>
                  <a:lnTo>
                    <a:pt x="663" y="558"/>
                  </a:lnTo>
                  <a:lnTo>
                    <a:pt x="770" y="954"/>
                  </a:lnTo>
                  <a:lnTo>
                    <a:pt x="770" y="955"/>
                  </a:lnTo>
                  <a:lnTo>
                    <a:pt x="887" y="1410"/>
                  </a:lnTo>
                  <a:lnTo>
                    <a:pt x="899" y="1410"/>
                  </a:lnTo>
                  <a:lnTo>
                    <a:pt x="899" y="69"/>
                  </a:lnTo>
                  <a:lnTo>
                    <a:pt x="902" y="51"/>
                  </a:lnTo>
                  <a:lnTo>
                    <a:pt x="908" y="34"/>
                  </a:lnTo>
                  <a:lnTo>
                    <a:pt x="919" y="21"/>
                  </a:lnTo>
                  <a:lnTo>
                    <a:pt x="932" y="10"/>
                  </a:lnTo>
                  <a:lnTo>
                    <a:pt x="949" y="4"/>
                  </a:lnTo>
                  <a:lnTo>
                    <a:pt x="9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Picture Placeholder 45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4111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Professional Team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767" y="3344546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John Doe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2664167" y="3344546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John Doe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4767207" y="3344546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John Doe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6906474" y="3344546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John Doe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606767" y="3621545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CEO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4167" y="3621545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Manager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67207" y="3621545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Secretary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6474" y="3621545"/>
            <a:ext cx="163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Designer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Team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27" name="Straight Connector 26"/>
          <p:cNvCxnSpPr>
            <a:stCxn id="26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26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6"/>
          <p:cNvSpPr>
            <a:spLocks/>
          </p:cNvSpPr>
          <p:nvPr/>
        </p:nvSpPr>
        <p:spPr bwMode="auto">
          <a:xfrm>
            <a:off x="469647" y="4025882"/>
            <a:ext cx="223422" cy="185736"/>
          </a:xfrm>
          <a:custGeom>
            <a:avLst/>
            <a:gdLst>
              <a:gd name="T0" fmla="*/ 2432 w 3328"/>
              <a:gd name="T1" fmla="*/ 12 h 2756"/>
              <a:gd name="T2" fmla="*/ 2608 w 3328"/>
              <a:gd name="T3" fmla="*/ 73 h 2756"/>
              <a:gd name="T4" fmla="*/ 2759 w 3328"/>
              <a:gd name="T5" fmla="*/ 176 h 2756"/>
              <a:gd name="T6" fmla="*/ 2955 w 3328"/>
              <a:gd name="T7" fmla="*/ 179 h 2756"/>
              <a:gd name="T8" fmla="*/ 3170 w 3328"/>
              <a:gd name="T9" fmla="*/ 88 h 2756"/>
              <a:gd name="T10" fmla="*/ 3187 w 3328"/>
              <a:gd name="T11" fmla="*/ 168 h 2756"/>
              <a:gd name="T12" fmla="*/ 3080 w 3328"/>
              <a:gd name="T13" fmla="*/ 319 h 2756"/>
              <a:gd name="T14" fmla="*/ 2937 w 3328"/>
              <a:gd name="T15" fmla="*/ 436 h 2756"/>
              <a:gd name="T16" fmla="*/ 3177 w 3328"/>
              <a:gd name="T17" fmla="*/ 384 h 2756"/>
              <a:gd name="T18" fmla="*/ 3281 w 3328"/>
              <a:gd name="T19" fmla="*/ 394 h 2756"/>
              <a:gd name="T20" fmla="*/ 3115 w 3328"/>
              <a:gd name="T21" fmla="*/ 580 h 2756"/>
              <a:gd name="T22" fmla="*/ 2989 w 3328"/>
              <a:gd name="T23" fmla="*/ 776 h 2756"/>
              <a:gd name="T24" fmla="*/ 2974 w 3328"/>
              <a:gd name="T25" fmla="*/ 1015 h 2756"/>
              <a:gd name="T26" fmla="*/ 2929 w 3328"/>
              <a:gd name="T27" fmla="*/ 1256 h 2756"/>
              <a:gd name="T28" fmla="*/ 2855 w 3328"/>
              <a:gd name="T29" fmla="*/ 1493 h 2756"/>
              <a:gd name="T30" fmla="*/ 2751 w 3328"/>
              <a:gd name="T31" fmla="*/ 1723 h 2756"/>
              <a:gd name="T32" fmla="*/ 2620 w 3328"/>
              <a:gd name="T33" fmla="*/ 1942 h 2756"/>
              <a:gd name="T34" fmla="*/ 2460 w 3328"/>
              <a:gd name="T35" fmla="*/ 2143 h 2756"/>
              <a:gd name="T36" fmla="*/ 2273 w 3328"/>
              <a:gd name="T37" fmla="*/ 2324 h 2756"/>
              <a:gd name="T38" fmla="*/ 2059 w 3328"/>
              <a:gd name="T39" fmla="*/ 2479 h 2756"/>
              <a:gd name="T40" fmla="*/ 1817 w 3328"/>
              <a:gd name="T41" fmla="*/ 2603 h 2756"/>
              <a:gd name="T42" fmla="*/ 1550 w 3328"/>
              <a:gd name="T43" fmla="*/ 2694 h 2756"/>
              <a:gd name="T44" fmla="*/ 1257 w 3328"/>
              <a:gd name="T45" fmla="*/ 2745 h 2756"/>
              <a:gd name="T46" fmla="*/ 942 w 3328"/>
              <a:gd name="T47" fmla="*/ 2753 h 2756"/>
              <a:gd name="T48" fmla="*/ 638 w 3328"/>
              <a:gd name="T49" fmla="*/ 2712 h 2756"/>
              <a:gd name="T50" fmla="*/ 351 w 3328"/>
              <a:gd name="T51" fmla="*/ 2624 h 2756"/>
              <a:gd name="T52" fmla="*/ 84 w 3328"/>
              <a:gd name="T53" fmla="*/ 2495 h 2756"/>
              <a:gd name="T54" fmla="*/ 163 w 3328"/>
              <a:gd name="T55" fmla="*/ 2452 h 2756"/>
              <a:gd name="T56" fmla="*/ 442 w 3328"/>
              <a:gd name="T57" fmla="*/ 2424 h 2756"/>
              <a:gd name="T58" fmla="*/ 704 w 3328"/>
              <a:gd name="T59" fmla="*/ 2340 h 2756"/>
              <a:gd name="T60" fmla="*/ 938 w 3328"/>
              <a:gd name="T61" fmla="*/ 2209 h 2756"/>
              <a:gd name="T62" fmla="*/ 886 w 3328"/>
              <a:gd name="T63" fmla="*/ 2141 h 2756"/>
              <a:gd name="T64" fmla="*/ 714 w 3328"/>
              <a:gd name="T65" fmla="*/ 2079 h 2756"/>
              <a:gd name="T66" fmla="*/ 566 w 3328"/>
              <a:gd name="T67" fmla="*/ 1976 h 2756"/>
              <a:gd name="T68" fmla="*/ 451 w 3328"/>
              <a:gd name="T69" fmla="*/ 1838 h 2756"/>
              <a:gd name="T70" fmla="*/ 373 w 3328"/>
              <a:gd name="T71" fmla="*/ 1672 h 2756"/>
              <a:gd name="T72" fmla="*/ 563 w 3328"/>
              <a:gd name="T73" fmla="*/ 1682 h 2756"/>
              <a:gd name="T74" fmla="*/ 620 w 3328"/>
              <a:gd name="T75" fmla="*/ 1645 h 2756"/>
              <a:gd name="T76" fmla="*/ 452 w 3328"/>
              <a:gd name="T77" fmla="*/ 1566 h 2756"/>
              <a:gd name="T78" fmla="*/ 311 w 3328"/>
              <a:gd name="T79" fmla="*/ 1445 h 2756"/>
              <a:gd name="T80" fmla="*/ 207 w 3328"/>
              <a:gd name="T81" fmla="*/ 1290 h 2756"/>
              <a:gd name="T82" fmla="*/ 146 w 3328"/>
              <a:gd name="T83" fmla="*/ 1108 h 2756"/>
              <a:gd name="T84" fmla="*/ 134 w 3328"/>
              <a:gd name="T85" fmla="*/ 969 h 2756"/>
              <a:gd name="T86" fmla="*/ 282 w 3328"/>
              <a:gd name="T87" fmla="*/ 1031 h 2756"/>
              <a:gd name="T88" fmla="*/ 442 w 3328"/>
              <a:gd name="T89" fmla="*/ 1056 h 2756"/>
              <a:gd name="T90" fmla="*/ 308 w 3328"/>
              <a:gd name="T91" fmla="*/ 935 h 2756"/>
              <a:gd name="T92" fmla="*/ 209 w 3328"/>
              <a:gd name="T93" fmla="*/ 783 h 2756"/>
              <a:gd name="T94" fmla="*/ 151 w 3328"/>
              <a:gd name="T95" fmla="*/ 605 h 2756"/>
              <a:gd name="T96" fmla="*/ 142 w 3328"/>
              <a:gd name="T97" fmla="*/ 414 h 2756"/>
              <a:gd name="T98" fmla="*/ 181 w 3328"/>
              <a:gd name="T99" fmla="*/ 236 h 2756"/>
              <a:gd name="T100" fmla="*/ 297 w 3328"/>
              <a:gd name="T101" fmla="*/ 204 h 2756"/>
              <a:gd name="T102" fmla="*/ 514 w 3328"/>
              <a:gd name="T103" fmla="*/ 414 h 2756"/>
              <a:gd name="T104" fmla="*/ 761 w 3328"/>
              <a:gd name="T105" fmla="*/ 588 h 2756"/>
              <a:gd name="T106" fmla="*/ 1033 w 3328"/>
              <a:gd name="T107" fmla="*/ 722 h 2756"/>
              <a:gd name="T108" fmla="*/ 1327 w 3328"/>
              <a:gd name="T109" fmla="*/ 812 h 2756"/>
              <a:gd name="T110" fmla="*/ 1640 w 3328"/>
              <a:gd name="T111" fmla="*/ 854 h 2756"/>
              <a:gd name="T112" fmla="*/ 1621 w 3328"/>
              <a:gd name="T113" fmla="*/ 696 h 2756"/>
              <a:gd name="T114" fmla="*/ 1649 w 3328"/>
              <a:gd name="T115" fmla="*/ 501 h 2756"/>
              <a:gd name="T116" fmla="*/ 1726 w 3328"/>
              <a:gd name="T117" fmla="*/ 326 h 2756"/>
              <a:gd name="T118" fmla="*/ 1844 w 3328"/>
              <a:gd name="T119" fmla="*/ 182 h 2756"/>
              <a:gd name="T120" fmla="*/ 1996 w 3328"/>
              <a:gd name="T121" fmla="*/ 75 h 2756"/>
              <a:gd name="T122" fmla="*/ 2174 w 3328"/>
              <a:gd name="T123" fmla="*/ 12 h 2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28" h="2756">
                <a:moveTo>
                  <a:pt x="2305" y="0"/>
                </a:moveTo>
                <a:lnTo>
                  <a:pt x="2369" y="3"/>
                </a:lnTo>
                <a:lnTo>
                  <a:pt x="2432" y="12"/>
                </a:lnTo>
                <a:lnTo>
                  <a:pt x="2493" y="27"/>
                </a:lnTo>
                <a:lnTo>
                  <a:pt x="2551" y="47"/>
                </a:lnTo>
                <a:lnTo>
                  <a:pt x="2608" y="73"/>
                </a:lnTo>
                <a:lnTo>
                  <a:pt x="2662" y="103"/>
                </a:lnTo>
                <a:lnTo>
                  <a:pt x="2712" y="137"/>
                </a:lnTo>
                <a:lnTo>
                  <a:pt x="2759" y="176"/>
                </a:lnTo>
                <a:lnTo>
                  <a:pt x="2802" y="219"/>
                </a:lnTo>
                <a:lnTo>
                  <a:pt x="2879" y="201"/>
                </a:lnTo>
                <a:lnTo>
                  <a:pt x="2955" y="179"/>
                </a:lnTo>
                <a:lnTo>
                  <a:pt x="3029" y="153"/>
                </a:lnTo>
                <a:lnTo>
                  <a:pt x="3100" y="123"/>
                </a:lnTo>
                <a:lnTo>
                  <a:pt x="3170" y="88"/>
                </a:lnTo>
                <a:lnTo>
                  <a:pt x="3237" y="51"/>
                </a:lnTo>
                <a:lnTo>
                  <a:pt x="3215" y="110"/>
                </a:lnTo>
                <a:lnTo>
                  <a:pt x="3187" y="168"/>
                </a:lnTo>
                <a:lnTo>
                  <a:pt x="3156" y="221"/>
                </a:lnTo>
                <a:lnTo>
                  <a:pt x="3120" y="272"/>
                </a:lnTo>
                <a:lnTo>
                  <a:pt x="3080" y="319"/>
                </a:lnTo>
                <a:lnTo>
                  <a:pt x="3036" y="362"/>
                </a:lnTo>
                <a:lnTo>
                  <a:pt x="2988" y="402"/>
                </a:lnTo>
                <a:lnTo>
                  <a:pt x="2937" y="436"/>
                </a:lnTo>
                <a:lnTo>
                  <a:pt x="3018" y="424"/>
                </a:lnTo>
                <a:lnTo>
                  <a:pt x="3098" y="406"/>
                </a:lnTo>
                <a:lnTo>
                  <a:pt x="3177" y="384"/>
                </a:lnTo>
                <a:lnTo>
                  <a:pt x="3254" y="357"/>
                </a:lnTo>
                <a:lnTo>
                  <a:pt x="3328" y="325"/>
                </a:lnTo>
                <a:lnTo>
                  <a:pt x="3281" y="394"/>
                </a:lnTo>
                <a:lnTo>
                  <a:pt x="3228" y="460"/>
                </a:lnTo>
                <a:lnTo>
                  <a:pt x="3173" y="522"/>
                </a:lnTo>
                <a:lnTo>
                  <a:pt x="3115" y="580"/>
                </a:lnTo>
                <a:lnTo>
                  <a:pt x="3052" y="635"/>
                </a:lnTo>
                <a:lnTo>
                  <a:pt x="2987" y="687"/>
                </a:lnTo>
                <a:lnTo>
                  <a:pt x="2989" y="776"/>
                </a:lnTo>
                <a:lnTo>
                  <a:pt x="2988" y="856"/>
                </a:lnTo>
                <a:lnTo>
                  <a:pt x="2983" y="935"/>
                </a:lnTo>
                <a:lnTo>
                  <a:pt x="2974" y="1015"/>
                </a:lnTo>
                <a:lnTo>
                  <a:pt x="2962" y="1095"/>
                </a:lnTo>
                <a:lnTo>
                  <a:pt x="2948" y="1175"/>
                </a:lnTo>
                <a:lnTo>
                  <a:pt x="2929" y="1256"/>
                </a:lnTo>
                <a:lnTo>
                  <a:pt x="2908" y="1335"/>
                </a:lnTo>
                <a:lnTo>
                  <a:pt x="2883" y="1414"/>
                </a:lnTo>
                <a:lnTo>
                  <a:pt x="2855" y="1493"/>
                </a:lnTo>
                <a:lnTo>
                  <a:pt x="2824" y="1571"/>
                </a:lnTo>
                <a:lnTo>
                  <a:pt x="2789" y="1647"/>
                </a:lnTo>
                <a:lnTo>
                  <a:pt x="2751" y="1723"/>
                </a:lnTo>
                <a:lnTo>
                  <a:pt x="2711" y="1797"/>
                </a:lnTo>
                <a:lnTo>
                  <a:pt x="2667" y="1871"/>
                </a:lnTo>
                <a:lnTo>
                  <a:pt x="2620" y="1942"/>
                </a:lnTo>
                <a:lnTo>
                  <a:pt x="2570" y="2010"/>
                </a:lnTo>
                <a:lnTo>
                  <a:pt x="2517" y="2078"/>
                </a:lnTo>
                <a:lnTo>
                  <a:pt x="2460" y="2143"/>
                </a:lnTo>
                <a:lnTo>
                  <a:pt x="2401" y="2206"/>
                </a:lnTo>
                <a:lnTo>
                  <a:pt x="2338" y="2266"/>
                </a:lnTo>
                <a:lnTo>
                  <a:pt x="2273" y="2324"/>
                </a:lnTo>
                <a:lnTo>
                  <a:pt x="2204" y="2378"/>
                </a:lnTo>
                <a:lnTo>
                  <a:pt x="2132" y="2430"/>
                </a:lnTo>
                <a:lnTo>
                  <a:pt x="2059" y="2479"/>
                </a:lnTo>
                <a:lnTo>
                  <a:pt x="1981" y="2524"/>
                </a:lnTo>
                <a:lnTo>
                  <a:pt x="1901" y="2566"/>
                </a:lnTo>
                <a:lnTo>
                  <a:pt x="1817" y="2603"/>
                </a:lnTo>
                <a:lnTo>
                  <a:pt x="1731" y="2638"/>
                </a:lnTo>
                <a:lnTo>
                  <a:pt x="1642" y="2668"/>
                </a:lnTo>
                <a:lnTo>
                  <a:pt x="1550" y="2694"/>
                </a:lnTo>
                <a:lnTo>
                  <a:pt x="1455" y="2716"/>
                </a:lnTo>
                <a:lnTo>
                  <a:pt x="1357" y="2733"/>
                </a:lnTo>
                <a:lnTo>
                  <a:pt x="1257" y="2745"/>
                </a:lnTo>
                <a:lnTo>
                  <a:pt x="1153" y="2753"/>
                </a:lnTo>
                <a:lnTo>
                  <a:pt x="1047" y="2756"/>
                </a:lnTo>
                <a:lnTo>
                  <a:pt x="942" y="2753"/>
                </a:lnTo>
                <a:lnTo>
                  <a:pt x="840" y="2744"/>
                </a:lnTo>
                <a:lnTo>
                  <a:pt x="738" y="2731"/>
                </a:lnTo>
                <a:lnTo>
                  <a:pt x="638" y="2712"/>
                </a:lnTo>
                <a:lnTo>
                  <a:pt x="541" y="2687"/>
                </a:lnTo>
                <a:lnTo>
                  <a:pt x="445" y="2659"/>
                </a:lnTo>
                <a:lnTo>
                  <a:pt x="351" y="2624"/>
                </a:lnTo>
                <a:lnTo>
                  <a:pt x="259" y="2586"/>
                </a:lnTo>
                <a:lnTo>
                  <a:pt x="170" y="2543"/>
                </a:lnTo>
                <a:lnTo>
                  <a:pt x="84" y="2495"/>
                </a:lnTo>
                <a:lnTo>
                  <a:pt x="0" y="2443"/>
                </a:lnTo>
                <a:lnTo>
                  <a:pt x="81" y="2450"/>
                </a:lnTo>
                <a:lnTo>
                  <a:pt x="163" y="2452"/>
                </a:lnTo>
                <a:lnTo>
                  <a:pt x="258" y="2449"/>
                </a:lnTo>
                <a:lnTo>
                  <a:pt x="351" y="2439"/>
                </a:lnTo>
                <a:lnTo>
                  <a:pt x="442" y="2424"/>
                </a:lnTo>
                <a:lnTo>
                  <a:pt x="532" y="2402"/>
                </a:lnTo>
                <a:lnTo>
                  <a:pt x="619" y="2374"/>
                </a:lnTo>
                <a:lnTo>
                  <a:pt x="704" y="2340"/>
                </a:lnTo>
                <a:lnTo>
                  <a:pt x="785" y="2302"/>
                </a:lnTo>
                <a:lnTo>
                  <a:pt x="863" y="2258"/>
                </a:lnTo>
                <a:lnTo>
                  <a:pt x="938" y="2209"/>
                </a:lnTo>
                <a:lnTo>
                  <a:pt x="1011" y="2156"/>
                </a:lnTo>
                <a:lnTo>
                  <a:pt x="947" y="2151"/>
                </a:lnTo>
                <a:lnTo>
                  <a:pt x="886" y="2141"/>
                </a:lnTo>
                <a:lnTo>
                  <a:pt x="827" y="2125"/>
                </a:lnTo>
                <a:lnTo>
                  <a:pt x="769" y="2105"/>
                </a:lnTo>
                <a:lnTo>
                  <a:pt x="714" y="2079"/>
                </a:lnTo>
                <a:lnTo>
                  <a:pt x="662" y="2049"/>
                </a:lnTo>
                <a:lnTo>
                  <a:pt x="612" y="2015"/>
                </a:lnTo>
                <a:lnTo>
                  <a:pt x="566" y="1976"/>
                </a:lnTo>
                <a:lnTo>
                  <a:pt x="524" y="1933"/>
                </a:lnTo>
                <a:lnTo>
                  <a:pt x="485" y="1887"/>
                </a:lnTo>
                <a:lnTo>
                  <a:pt x="451" y="1838"/>
                </a:lnTo>
                <a:lnTo>
                  <a:pt x="420" y="1785"/>
                </a:lnTo>
                <a:lnTo>
                  <a:pt x="394" y="1730"/>
                </a:lnTo>
                <a:lnTo>
                  <a:pt x="373" y="1672"/>
                </a:lnTo>
                <a:lnTo>
                  <a:pt x="437" y="1682"/>
                </a:lnTo>
                <a:lnTo>
                  <a:pt x="502" y="1684"/>
                </a:lnTo>
                <a:lnTo>
                  <a:pt x="563" y="1682"/>
                </a:lnTo>
                <a:lnTo>
                  <a:pt x="624" y="1673"/>
                </a:lnTo>
                <a:lnTo>
                  <a:pt x="681" y="1661"/>
                </a:lnTo>
                <a:lnTo>
                  <a:pt x="620" y="1645"/>
                </a:lnTo>
                <a:lnTo>
                  <a:pt x="561" y="1623"/>
                </a:lnTo>
                <a:lnTo>
                  <a:pt x="505" y="1597"/>
                </a:lnTo>
                <a:lnTo>
                  <a:pt x="452" y="1566"/>
                </a:lnTo>
                <a:lnTo>
                  <a:pt x="402" y="1530"/>
                </a:lnTo>
                <a:lnTo>
                  <a:pt x="354" y="1489"/>
                </a:lnTo>
                <a:lnTo>
                  <a:pt x="311" y="1445"/>
                </a:lnTo>
                <a:lnTo>
                  <a:pt x="271" y="1397"/>
                </a:lnTo>
                <a:lnTo>
                  <a:pt x="237" y="1345"/>
                </a:lnTo>
                <a:lnTo>
                  <a:pt x="207" y="1290"/>
                </a:lnTo>
                <a:lnTo>
                  <a:pt x="181" y="1233"/>
                </a:lnTo>
                <a:lnTo>
                  <a:pt x="161" y="1172"/>
                </a:lnTo>
                <a:lnTo>
                  <a:pt x="146" y="1108"/>
                </a:lnTo>
                <a:lnTo>
                  <a:pt x="137" y="1044"/>
                </a:lnTo>
                <a:lnTo>
                  <a:pt x="134" y="977"/>
                </a:lnTo>
                <a:lnTo>
                  <a:pt x="134" y="969"/>
                </a:lnTo>
                <a:lnTo>
                  <a:pt x="181" y="994"/>
                </a:lnTo>
                <a:lnTo>
                  <a:pt x="230" y="1013"/>
                </a:lnTo>
                <a:lnTo>
                  <a:pt x="282" y="1031"/>
                </a:lnTo>
                <a:lnTo>
                  <a:pt x="334" y="1044"/>
                </a:lnTo>
                <a:lnTo>
                  <a:pt x="387" y="1052"/>
                </a:lnTo>
                <a:lnTo>
                  <a:pt x="442" y="1056"/>
                </a:lnTo>
                <a:lnTo>
                  <a:pt x="394" y="1020"/>
                </a:lnTo>
                <a:lnTo>
                  <a:pt x="349" y="980"/>
                </a:lnTo>
                <a:lnTo>
                  <a:pt x="308" y="935"/>
                </a:lnTo>
                <a:lnTo>
                  <a:pt x="270" y="888"/>
                </a:lnTo>
                <a:lnTo>
                  <a:pt x="238" y="837"/>
                </a:lnTo>
                <a:lnTo>
                  <a:pt x="209" y="783"/>
                </a:lnTo>
                <a:lnTo>
                  <a:pt x="184" y="726"/>
                </a:lnTo>
                <a:lnTo>
                  <a:pt x="165" y="667"/>
                </a:lnTo>
                <a:lnTo>
                  <a:pt x="151" y="605"/>
                </a:lnTo>
                <a:lnTo>
                  <a:pt x="142" y="543"/>
                </a:lnTo>
                <a:lnTo>
                  <a:pt x="139" y="477"/>
                </a:lnTo>
                <a:lnTo>
                  <a:pt x="142" y="414"/>
                </a:lnTo>
                <a:lnTo>
                  <a:pt x="150" y="353"/>
                </a:lnTo>
                <a:lnTo>
                  <a:pt x="163" y="293"/>
                </a:lnTo>
                <a:lnTo>
                  <a:pt x="181" y="236"/>
                </a:lnTo>
                <a:lnTo>
                  <a:pt x="204" y="180"/>
                </a:lnTo>
                <a:lnTo>
                  <a:pt x="231" y="127"/>
                </a:lnTo>
                <a:lnTo>
                  <a:pt x="297" y="204"/>
                </a:lnTo>
                <a:lnTo>
                  <a:pt x="366" y="278"/>
                </a:lnTo>
                <a:lnTo>
                  <a:pt x="438" y="348"/>
                </a:lnTo>
                <a:lnTo>
                  <a:pt x="514" y="414"/>
                </a:lnTo>
                <a:lnTo>
                  <a:pt x="593" y="477"/>
                </a:lnTo>
                <a:lnTo>
                  <a:pt x="676" y="534"/>
                </a:lnTo>
                <a:lnTo>
                  <a:pt x="761" y="588"/>
                </a:lnTo>
                <a:lnTo>
                  <a:pt x="849" y="638"/>
                </a:lnTo>
                <a:lnTo>
                  <a:pt x="940" y="682"/>
                </a:lnTo>
                <a:lnTo>
                  <a:pt x="1033" y="722"/>
                </a:lnTo>
                <a:lnTo>
                  <a:pt x="1129" y="758"/>
                </a:lnTo>
                <a:lnTo>
                  <a:pt x="1227" y="788"/>
                </a:lnTo>
                <a:lnTo>
                  <a:pt x="1327" y="812"/>
                </a:lnTo>
                <a:lnTo>
                  <a:pt x="1430" y="832"/>
                </a:lnTo>
                <a:lnTo>
                  <a:pt x="1533" y="845"/>
                </a:lnTo>
                <a:lnTo>
                  <a:pt x="1640" y="854"/>
                </a:lnTo>
                <a:lnTo>
                  <a:pt x="1630" y="803"/>
                </a:lnTo>
                <a:lnTo>
                  <a:pt x="1623" y="749"/>
                </a:lnTo>
                <a:lnTo>
                  <a:pt x="1621" y="696"/>
                </a:lnTo>
                <a:lnTo>
                  <a:pt x="1625" y="628"/>
                </a:lnTo>
                <a:lnTo>
                  <a:pt x="1635" y="563"/>
                </a:lnTo>
                <a:lnTo>
                  <a:pt x="1649" y="501"/>
                </a:lnTo>
                <a:lnTo>
                  <a:pt x="1670" y="439"/>
                </a:lnTo>
                <a:lnTo>
                  <a:pt x="1695" y="382"/>
                </a:lnTo>
                <a:lnTo>
                  <a:pt x="1726" y="326"/>
                </a:lnTo>
                <a:lnTo>
                  <a:pt x="1761" y="274"/>
                </a:lnTo>
                <a:lnTo>
                  <a:pt x="1801" y="226"/>
                </a:lnTo>
                <a:lnTo>
                  <a:pt x="1844" y="182"/>
                </a:lnTo>
                <a:lnTo>
                  <a:pt x="1892" y="142"/>
                </a:lnTo>
                <a:lnTo>
                  <a:pt x="1942" y="106"/>
                </a:lnTo>
                <a:lnTo>
                  <a:pt x="1996" y="75"/>
                </a:lnTo>
                <a:lnTo>
                  <a:pt x="2054" y="49"/>
                </a:lnTo>
                <a:lnTo>
                  <a:pt x="2113" y="28"/>
                </a:lnTo>
                <a:lnTo>
                  <a:pt x="2174" y="12"/>
                </a:lnTo>
                <a:lnTo>
                  <a:pt x="2239" y="3"/>
                </a:lnTo>
                <a:lnTo>
                  <a:pt x="2305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38200" y="3987945"/>
            <a:ext cx="152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witteracounthere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Freeform 6"/>
          <p:cNvSpPr>
            <a:spLocks/>
          </p:cNvSpPr>
          <p:nvPr/>
        </p:nvSpPr>
        <p:spPr bwMode="auto">
          <a:xfrm>
            <a:off x="2569549" y="4025882"/>
            <a:ext cx="223422" cy="185736"/>
          </a:xfrm>
          <a:custGeom>
            <a:avLst/>
            <a:gdLst>
              <a:gd name="T0" fmla="*/ 2432 w 3328"/>
              <a:gd name="T1" fmla="*/ 12 h 2756"/>
              <a:gd name="T2" fmla="*/ 2608 w 3328"/>
              <a:gd name="T3" fmla="*/ 73 h 2756"/>
              <a:gd name="T4" fmla="*/ 2759 w 3328"/>
              <a:gd name="T5" fmla="*/ 176 h 2756"/>
              <a:gd name="T6" fmla="*/ 2955 w 3328"/>
              <a:gd name="T7" fmla="*/ 179 h 2756"/>
              <a:gd name="T8" fmla="*/ 3170 w 3328"/>
              <a:gd name="T9" fmla="*/ 88 h 2756"/>
              <a:gd name="T10" fmla="*/ 3187 w 3328"/>
              <a:gd name="T11" fmla="*/ 168 h 2756"/>
              <a:gd name="T12" fmla="*/ 3080 w 3328"/>
              <a:gd name="T13" fmla="*/ 319 h 2756"/>
              <a:gd name="T14" fmla="*/ 2937 w 3328"/>
              <a:gd name="T15" fmla="*/ 436 h 2756"/>
              <a:gd name="T16" fmla="*/ 3177 w 3328"/>
              <a:gd name="T17" fmla="*/ 384 h 2756"/>
              <a:gd name="T18" fmla="*/ 3281 w 3328"/>
              <a:gd name="T19" fmla="*/ 394 h 2756"/>
              <a:gd name="T20" fmla="*/ 3115 w 3328"/>
              <a:gd name="T21" fmla="*/ 580 h 2756"/>
              <a:gd name="T22" fmla="*/ 2989 w 3328"/>
              <a:gd name="T23" fmla="*/ 776 h 2756"/>
              <a:gd name="T24" fmla="*/ 2974 w 3328"/>
              <a:gd name="T25" fmla="*/ 1015 h 2756"/>
              <a:gd name="T26" fmla="*/ 2929 w 3328"/>
              <a:gd name="T27" fmla="*/ 1256 h 2756"/>
              <a:gd name="T28" fmla="*/ 2855 w 3328"/>
              <a:gd name="T29" fmla="*/ 1493 h 2756"/>
              <a:gd name="T30" fmla="*/ 2751 w 3328"/>
              <a:gd name="T31" fmla="*/ 1723 h 2756"/>
              <a:gd name="T32" fmla="*/ 2620 w 3328"/>
              <a:gd name="T33" fmla="*/ 1942 h 2756"/>
              <a:gd name="T34" fmla="*/ 2460 w 3328"/>
              <a:gd name="T35" fmla="*/ 2143 h 2756"/>
              <a:gd name="T36" fmla="*/ 2273 w 3328"/>
              <a:gd name="T37" fmla="*/ 2324 h 2756"/>
              <a:gd name="T38" fmla="*/ 2059 w 3328"/>
              <a:gd name="T39" fmla="*/ 2479 h 2756"/>
              <a:gd name="T40" fmla="*/ 1817 w 3328"/>
              <a:gd name="T41" fmla="*/ 2603 h 2756"/>
              <a:gd name="T42" fmla="*/ 1550 w 3328"/>
              <a:gd name="T43" fmla="*/ 2694 h 2756"/>
              <a:gd name="T44" fmla="*/ 1257 w 3328"/>
              <a:gd name="T45" fmla="*/ 2745 h 2756"/>
              <a:gd name="T46" fmla="*/ 942 w 3328"/>
              <a:gd name="T47" fmla="*/ 2753 h 2756"/>
              <a:gd name="T48" fmla="*/ 638 w 3328"/>
              <a:gd name="T49" fmla="*/ 2712 h 2756"/>
              <a:gd name="T50" fmla="*/ 351 w 3328"/>
              <a:gd name="T51" fmla="*/ 2624 h 2756"/>
              <a:gd name="T52" fmla="*/ 84 w 3328"/>
              <a:gd name="T53" fmla="*/ 2495 h 2756"/>
              <a:gd name="T54" fmla="*/ 163 w 3328"/>
              <a:gd name="T55" fmla="*/ 2452 h 2756"/>
              <a:gd name="T56" fmla="*/ 442 w 3328"/>
              <a:gd name="T57" fmla="*/ 2424 h 2756"/>
              <a:gd name="T58" fmla="*/ 704 w 3328"/>
              <a:gd name="T59" fmla="*/ 2340 h 2756"/>
              <a:gd name="T60" fmla="*/ 938 w 3328"/>
              <a:gd name="T61" fmla="*/ 2209 h 2756"/>
              <a:gd name="T62" fmla="*/ 886 w 3328"/>
              <a:gd name="T63" fmla="*/ 2141 h 2756"/>
              <a:gd name="T64" fmla="*/ 714 w 3328"/>
              <a:gd name="T65" fmla="*/ 2079 h 2756"/>
              <a:gd name="T66" fmla="*/ 566 w 3328"/>
              <a:gd name="T67" fmla="*/ 1976 h 2756"/>
              <a:gd name="T68" fmla="*/ 451 w 3328"/>
              <a:gd name="T69" fmla="*/ 1838 h 2756"/>
              <a:gd name="T70" fmla="*/ 373 w 3328"/>
              <a:gd name="T71" fmla="*/ 1672 h 2756"/>
              <a:gd name="T72" fmla="*/ 563 w 3328"/>
              <a:gd name="T73" fmla="*/ 1682 h 2756"/>
              <a:gd name="T74" fmla="*/ 620 w 3328"/>
              <a:gd name="T75" fmla="*/ 1645 h 2756"/>
              <a:gd name="T76" fmla="*/ 452 w 3328"/>
              <a:gd name="T77" fmla="*/ 1566 h 2756"/>
              <a:gd name="T78" fmla="*/ 311 w 3328"/>
              <a:gd name="T79" fmla="*/ 1445 h 2756"/>
              <a:gd name="T80" fmla="*/ 207 w 3328"/>
              <a:gd name="T81" fmla="*/ 1290 h 2756"/>
              <a:gd name="T82" fmla="*/ 146 w 3328"/>
              <a:gd name="T83" fmla="*/ 1108 h 2756"/>
              <a:gd name="T84" fmla="*/ 134 w 3328"/>
              <a:gd name="T85" fmla="*/ 969 h 2756"/>
              <a:gd name="T86" fmla="*/ 282 w 3328"/>
              <a:gd name="T87" fmla="*/ 1031 h 2756"/>
              <a:gd name="T88" fmla="*/ 442 w 3328"/>
              <a:gd name="T89" fmla="*/ 1056 h 2756"/>
              <a:gd name="T90" fmla="*/ 308 w 3328"/>
              <a:gd name="T91" fmla="*/ 935 h 2756"/>
              <a:gd name="T92" fmla="*/ 209 w 3328"/>
              <a:gd name="T93" fmla="*/ 783 h 2756"/>
              <a:gd name="T94" fmla="*/ 151 w 3328"/>
              <a:gd name="T95" fmla="*/ 605 h 2756"/>
              <a:gd name="T96" fmla="*/ 142 w 3328"/>
              <a:gd name="T97" fmla="*/ 414 h 2756"/>
              <a:gd name="T98" fmla="*/ 181 w 3328"/>
              <a:gd name="T99" fmla="*/ 236 h 2756"/>
              <a:gd name="T100" fmla="*/ 297 w 3328"/>
              <a:gd name="T101" fmla="*/ 204 h 2756"/>
              <a:gd name="T102" fmla="*/ 514 w 3328"/>
              <a:gd name="T103" fmla="*/ 414 h 2756"/>
              <a:gd name="T104" fmla="*/ 761 w 3328"/>
              <a:gd name="T105" fmla="*/ 588 h 2756"/>
              <a:gd name="T106" fmla="*/ 1033 w 3328"/>
              <a:gd name="T107" fmla="*/ 722 h 2756"/>
              <a:gd name="T108" fmla="*/ 1327 w 3328"/>
              <a:gd name="T109" fmla="*/ 812 h 2756"/>
              <a:gd name="T110" fmla="*/ 1640 w 3328"/>
              <a:gd name="T111" fmla="*/ 854 h 2756"/>
              <a:gd name="T112" fmla="*/ 1621 w 3328"/>
              <a:gd name="T113" fmla="*/ 696 h 2756"/>
              <a:gd name="T114" fmla="*/ 1649 w 3328"/>
              <a:gd name="T115" fmla="*/ 501 h 2756"/>
              <a:gd name="T116" fmla="*/ 1726 w 3328"/>
              <a:gd name="T117" fmla="*/ 326 h 2756"/>
              <a:gd name="T118" fmla="*/ 1844 w 3328"/>
              <a:gd name="T119" fmla="*/ 182 h 2756"/>
              <a:gd name="T120" fmla="*/ 1996 w 3328"/>
              <a:gd name="T121" fmla="*/ 75 h 2756"/>
              <a:gd name="T122" fmla="*/ 2174 w 3328"/>
              <a:gd name="T123" fmla="*/ 12 h 2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28" h="2756">
                <a:moveTo>
                  <a:pt x="2305" y="0"/>
                </a:moveTo>
                <a:lnTo>
                  <a:pt x="2369" y="3"/>
                </a:lnTo>
                <a:lnTo>
                  <a:pt x="2432" y="12"/>
                </a:lnTo>
                <a:lnTo>
                  <a:pt x="2493" y="27"/>
                </a:lnTo>
                <a:lnTo>
                  <a:pt x="2551" y="47"/>
                </a:lnTo>
                <a:lnTo>
                  <a:pt x="2608" y="73"/>
                </a:lnTo>
                <a:lnTo>
                  <a:pt x="2662" y="103"/>
                </a:lnTo>
                <a:lnTo>
                  <a:pt x="2712" y="137"/>
                </a:lnTo>
                <a:lnTo>
                  <a:pt x="2759" y="176"/>
                </a:lnTo>
                <a:lnTo>
                  <a:pt x="2802" y="219"/>
                </a:lnTo>
                <a:lnTo>
                  <a:pt x="2879" y="201"/>
                </a:lnTo>
                <a:lnTo>
                  <a:pt x="2955" y="179"/>
                </a:lnTo>
                <a:lnTo>
                  <a:pt x="3029" y="153"/>
                </a:lnTo>
                <a:lnTo>
                  <a:pt x="3100" y="123"/>
                </a:lnTo>
                <a:lnTo>
                  <a:pt x="3170" y="88"/>
                </a:lnTo>
                <a:lnTo>
                  <a:pt x="3237" y="51"/>
                </a:lnTo>
                <a:lnTo>
                  <a:pt x="3215" y="110"/>
                </a:lnTo>
                <a:lnTo>
                  <a:pt x="3187" y="168"/>
                </a:lnTo>
                <a:lnTo>
                  <a:pt x="3156" y="221"/>
                </a:lnTo>
                <a:lnTo>
                  <a:pt x="3120" y="272"/>
                </a:lnTo>
                <a:lnTo>
                  <a:pt x="3080" y="319"/>
                </a:lnTo>
                <a:lnTo>
                  <a:pt x="3036" y="362"/>
                </a:lnTo>
                <a:lnTo>
                  <a:pt x="2988" y="402"/>
                </a:lnTo>
                <a:lnTo>
                  <a:pt x="2937" y="436"/>
                </a:lnTo>
                <a:lnTo>
                  <a:pt x="3018" y="424"/>
                </a:lnTo>
                <a:lnTo>
                  <a:pt x="3098" y="406"/>
                </a:lnTo>
                <a:lnTo>
                  <a:pt x="3177" y="384"/>
                </a:lnTo>
                <a:lnTo>
                  <a:pt x="3254" y="357"/>
                </a:lnTo>
                <a:lnTo>
                  <a:pt x="3328" y="325"/>
                </a:lnTo>
                <a:lnTo>
                  <a:pt x="3281" y="394"/>
                </a:lnTo>
                <a:lnTo>
                  <a:pt x="3228" y="460"/>
                </a:lnTo>
                <a:lnTo>
                  <a:pt x="3173" y="522"/>
                </a:lnTo>
                <a:lnTo>
                  <a:pt x="3115" y="580"/>
                </a:lnTo>
                <a:lnTo>
                  <a:pt x="3052" y="635"/>
                </a:lnTo>
                <a:lnTo>
                  <a:pt x="2987" y="687"/>
                </a:lnTo>
                <a:lnTo>
                  <a:pt x="2989" y="776"/>
                </a:lnTo>
                <a:lnTo>
                  <a:pt x="2988" y="856"/>
                </a:lnTo>
                <a:lnTo>
                  <a:pt x="2983" y="935"/>
                </a:lnTo>
                <a:lnTo>
                  <a:pt x="2974" y="1015"/>
                </a:lnTo>
                <a:lnTo>
                  <a:pt x="2962" y="1095"/>
                </a:lnTo>
                <a:lnTo>
                  <a:pt x="2948" y="1175"/>
                </a:lnTo>
                <a:lnTo>
                  <a:pt x="2929" y="1256"/>
                </a:lnTo>
                <a:lnTo>
                  <a:pt x="2908" y="1335"/>
                </a:lnTo>
                <a:lnTo>
                  <a:pt x="2883" y="1414"/>
                </a:lnTo>
                <a:lnTo>
                  <a:pt x="2855" y="1493"/>
                </a:lnTo>
                <a:lnTo>
                  <a:pt x="2824" y="1571"/>
                </a:lnTo>
                <a:lnTo>
                  <a:pt x="2789" y="1647"/>
                </a:lnTo>
                <a:lnTo>
                  <a:pt x="2751" y="1723"/>
                </a:lnTo>
                <a:lnTo>
                  <a:pt x="2711" y="1797"/>
                </a:lnTo>
                <a:lnTo>
                  <a:pt x="2667" y="1871"/>
                </a:lnTo>
                <a:lnTo>
                  <a:pt x="2620" y="1942"/>
                </a:lnTo>
                <a:lnTo>
                  <a:pt x="2570" y="2010"/>
                </a:lnTo>
                <a:lnTo>
                  <a:pt x="2517" y="2078"/>
                </a:lnTo>
                <a:lnTo>
                  <a:pt x="2460" y="2143"/>
                </a:lnTo>
                <a:lnTo>
                  <a:pt x="2401" y="2206"/>
                </a:lnTo>
                <a:lnTo>
                  <a:pt x="2338" y="2266"/>
                </a:lnTo>
                <a:lnTo>
                  <a:pt x="2273" y="2324"/>
                </a:lnTo>
                <a:lnTo>
                  <a:pt x="2204" y="2378"/>
                </a:lnTo>
                <a:lnTo>
                  <a:pt x="2132" y="2430"/>
                </a:lnTo>
                <a:lnTo>
                  <a:pt x="2059" y="2479"/>
                </a:lnTo>
                <a:lnTo>
                  <a:pt x="1981" y="2524"/>
                </a:lnTo>
                <a:lnTo>
                  <a:pt x="1901" y="2566"/>
                </a:lnTo>
                <a:lnTo>
                  <a:pt x="1817" y="2603"/>
                </a:lnTo>
                <a:lnTo>
                  <a:pt x="1731" y="2638"/>
                </a:lnTo>
                <a:lnTo>
                  <a:pt x="1642" y="2668"/>
                </a:lnTo>
                <a:lnTo>
                  <a:pt x="1550" y="2694"/>
                </a:lnTo>
                <a:lnTo>
                  <a:pt x="1455" y="2716"/>
                </a:lnTo>
                <a:lnTo>
                  <a:pt x="1357" y="2733"/>
                </a:lnTo>
                <a:lnTo>
                  <a:pt x="1257" y="2745"/>
                </a:lnTo>
                <a:lnTo>
                  <a:pt x="1153" y="2753"/>
                </a:lnTo>
                <a:lnTo>
                  <a:pt x="1047" y="2756"/>
                </a:lnTo>
                <a:lnTo>
                  <a:pt x="942" y="2753"/>
                </a:lnTo>
                <a:lnTo>
                  <a:pt x="840" y="2744"/>
                </a:lnTo>
                <a:lnTo>
                  <a:pt x="738" y="2731"/>
                </a:lnTo>
                <a:lnTo>
                  <a:pt x="638" y="2712"/>
                </a:lnTo>
                <a:lnTo>
                  <a:pt x="541" y="2687"/>
                </a:lnTo>
                <a:lnTo>
                  <a:pt x="445" y="2659"/>
                </a:lnTo>
                <a:lnTo>
                  <a:pt x="351" y="2624"/>
                </a:lnTo>
                <a:lnTo>
                  <a:pt x="259" y="2586"/>
                </a:lnTo>
                <a:lnTo>
                  <a:pt x="170" y="2543"/>
                </a:lnTo>
                <a:lnTo>
                  <a:pt x="84" y="2495"/>
                </a:lnTo>
                <a:lnTo>
                  <a:pt x="0" y="2443"/>
                </a:lnTo>
                <a:lnTo>
                  <a:pt x="81" y="2450"/>
                </a:lnTo>
                <a:lnTo>
                  <a:pt x="163" y="2452"/>
                </a:lnTo>
                <a:lnTo>
                  <a:pt x="258" y="2449"/>
                </a:lnTo>
                <a:lnTo>
                  <a:pt x="351" y="2439"/>
                </a:lnTo>
                <a:lnTo>
                  <a:pt x="442" y="2424"/>
                </a:lnTo>
                <a:lnTo>
                  <a:pt x="532" y="2402"/>
                </a:lnTo>
                <a:lnTo>
                  <a:pt x="619" y="2374"/>
                </a:lnTo>
                <a:lnTo>
                  <a:pt x="704" y="2340"/>
                </a:lnTo>
                <a:lnTo>
                  <a:pt x="785" y="2302"/>
                </a:lnTo>
                <a:lnTo>
                  <a:pt x="863" y="2258"/>
                </a:lnTo>
                <a:lnTo>
                  <a:pt x="938" y="2209"/>
                </a:lnTo>
                <a:lnTo>
                  <a:pt x="1011" y="2156"/>
                </a:lnTo>
                <a:lnTo>
                  <a:pt x="947" y="2151"/>
                </a:lnTo>
                <a:lnTo>
                  <a:pt x="886" y="2141"/>
                </a:lnTo>
                <a:lnTo>
                  <a:pt x="827" y="2125"/>
                </a:lnTo>
                <a:lnTo>
                  <a:pt x="769" y="2105"/>
                </a:lnTo>
                <a:lnTo>
                  <a:pt x="714" y="2079"/>
                </a:lnTo>
                <a:lnTo>
                  <a:pt x="662" y="2049"/>
                </a:lnTo>
                <a:lnTo>
                  <a:pt x="612" y="2015"/>
                </a:lnTo>
                <a:lnTo>
                  <a:pt x="566" y="1976"/>
                </a:lnTo>
                <a:lnTo>
                  <a:pt x="524" y="1933"/>
                </a:lnTo>
                <a:lnTo>
                  <a:pt x="485" y="1887"/>
                </a:lnTo>
                <a:lnTo>
                  <a:pt x="451" y="1838"/>
                </a:lnTo>
                <a:lnTo>
                  <a:pt x="420" y="1785"/>
                </a:lnTo>
                <a:lnTo>
                  <a:pt x="394" y="1730"/>
                </a:lnTo>
                <a:lnTo>
                  <a:pt x="373" y="1672"/>
                </a:lnTo>
                <a:lnTo>
                  <a:pt x="437" y="1682"/>
                </a:lnTo>
                <a:lnTo>
                  <a:pt x="502" y="1684"/>
                </a:lnTo>
                <a:lnTo>
                  <a:pt x="563" y="1682"/>
                </a:lnTo>
                <a:lnTo>
                  <a:pt x="624" y="1673"/>
                </a:lnTo>
                <a:lnTo>
                  <a:pt x="681" y="1661"/>
                </a:lnTo>
                <a:lnTo>
                  <a:pt x="620" y="1645"/>
                </a:lnTo>
                <a:lnTo>
                  <a:pt x="561" y="1623"/>
                </a:lnTo>
                <a:lnTo>
                  <a:pt x="505" y="1597"/>
                </a:lnTo>
                <a:lnTo>
                  <a:pt x="452" y="1566"/>
                </a:lnTo>
                <a:lnTo>
                  <a:pt x="402" y="1530"/>
                </a:lnTo>
                <a:lnTo>
                  <a:pt x="354" y="1489"/>
                </a:lnTo>
                <a:lnTo>
                  <a:pt x="311" y="1445"/>
                </a:lnTo>
                <a:lnTo>
                  <a:pt x="271" y="1397"/>
                </a:lnTo>
                <a:lnTo>
                  <a:pt x="237" y="1345"/>
                </a:lnTo>
                <a:lnTo>
                  <a:pt x="207" y="1290"/>
                </a:lnTo>
                <a:lnTo>
                  <a:pt x="181" y="1233"/>
                </a:lnTo>
                <a:lnTo>
                  <a:pt x="161" y="1172"/>
                </a:lnTo>
                <a:lnTo>
                  <a:pt x="146" y="1108"/>
                </a:lnTo>
                <a:lnTo>
                  <a:pt x="137" y="1044"/>
                </a:lnTo>
                <a:lnTo>
                  <a:pt x="134" y="977"/>
                </a:lnTo>
                <a:lnTo>
                  <a:pt x="134" y="969"/>
                </a:lnTo>
                <a:lnTo>
                  <a:pt x="181" y="994"/>
                </a:lnTo>
                <a:lnTo>
                  <a:pt x="230" y="1013"/>
                </a:lnTo>
                <a:lnTo>
                  <a:pt x="282" y="1031"/>
                </a:lnTo>
                <a:lnTo>
                  <a:pt x="334" y="1044"/>
                </a:lnTo>
                <a:lnTo>
                  <a:pt x="387" y="1052"/>
                </a:lnTo>
                <a:lnTo>
                  <a:pt x="442" y="1056"/>
                </a:lnTo>
                <a:lnTo>
                  <a:pt x="394" y="1020"/>
                </a:lnTo>
                <a:lnTo>
                  <a:pt x="349" y="980"/>
                </a:lnTo>
                <a:lnTo>
                  <a:pt x="308" y="935"/>
                </a:lnTo>
                <a:lnTo>
                  <a:pt x="270" y="888"/>
                </a:lnTo>
                <a:lnTo>
                  <a:pt x="238" y="837"/>
                </a:lnTo>
                <a:lnTo>
                  <a:pt x="209" y="783"/>
                </a:lnTo>
                <a:lnTo>
                  <a:pt x="184" y="726"/>
                </a:lnTo>
                <a:lnTo>
                  <a:pt x="165" y="667"/>
                </a:lnTo>
                <a:lnTo>
                  <a:pt x="151" y="605"/>
                </a:lnTo>
                <a:lnTo>
                  <a:pt x="142" y="543"/>
                </a:lnTo>
                <a:lnTo>
                  <a:pt x="139" y="477"/>
                </a:lnTo>
                <a:lnTo>
                  <a:pt x="142" y="414"/>
                </a:lnTo>
                <a:lnTo>
                  <a:pt x="150" y="353"/>
                </a:lnTo>
                <a:lnTo>
                  <a:pt x="163" y="293"/>
                </a:lnTo>
                <a:lnTo>
                  <a:pt x="181" y="236"/>
                </a:lnTo>
                <a:lnTo>
                  <a:pt x="204" y="180"/>
                </a:lnTo>
                <a:lnTo>
                  <a:pt x="231" y="127"/>
                </a:lnTo>
                <a:lnTo>
                  <a:pt x="297" y="204"/>
                </a:lnTo>
                <a:lnTo>
                  <a:pt x="366" y="278"/>
                </a:lnTo>
                <a:lnTo>
                  <a:pt x="438" y="348"/>
                </a:lnTo>
                <a:lnTo>
                  <a:pt x="514" y="414"/>
                </a:lnTo>
                <a:lnTo>
                  <a:pt x="593" y="477"/>
                </a:lnTo>
                <a:lnTo>
                  <a:pt x="676" y="534"/>
                </a:lnTo>
                <a:lnTo>
                  <a:pt x="761" y="588"/>
                </a:lnTo>
                <a:lnTo>
                  <a:pt x="849" y="638"/>
                </a:lnTo>
                <a:lnTo>
                  <a:pt x="940" y="682"/>
                </a:lnTo>
                <a:lnTo>
                  <a:pt x="1033" y="722"/>
                </a:lnTo>
                <a:lnTo>
                  <a:pt x="1129" y="758"/>
                </a:lnTo>
                <a:lnTo>
                  <a:pt x="1227" y="788"/>
                </a:lnTo>
                <a:lnTo>
                  <a:pt x="1327" y="812"/>
                </a:lnTo>
                <a:lnTo>
                  <a:pt x="1430" y="832"/>
                </a:lnTo>
                <a:lnTo>
                  <a:pt x="1533" y="845"/>
                </a:lnTo>
                <a:lnTo>
                  <a:pt x="1640" y="854"/>
                </a:lnTo>
                <a:lnTo>
                  <a:pt x="1630" y="803"/>
                </a:lnTo>
                <a:lnTo>
                  <a:pt x="1623" y="749"/>
                </a:lnTo>
                <a:lnTo>
                  <a:pt x="1621" y="696"/>
                </a:lnTo>
                <a:lnTo>
                  <a:pt x="1625" y="628"/>
                </a:lnTo>
                <a:lnTo>
                  <a:pt x="1635" y="563"/>
                </a:lnTo>
                <a:lnTo>
                  <a:pt x="1649" y="501"/>
                </a:lnTo>
                <a:lnTo>
                  <a:pt x="1670" y="439"/>
                </a:lnTo>
                <a:lnTo>
                  <a:pt x="1695" y="382"/>
                </a:lnTo>
                <a:lnTo>
                  <a:pt x="1726" y="326"/>
                </a:lnTo>
                <a:lnTo>
                  <a:pt x="1761" y="274"/>
                </a:lnTo>
                <a:lnTo>
                  <a:pt x="1801" y="226"/>
                </a:lnTo>
                <a:lnTo>
                  <a:pt x="1844" y="182"/>
                </a:lnTo>
                <a:lnTo>
                  <a:pt x="1892" y="142"/>
                </a:lnTo>
                <a:lnTo>
                  <a:pt x="1942" y="106"/>
                </a:lnTo>
                <a:lnTo>
                  <a:pt x="1996" y="75"/>
                </a:lnTo>
                <a:lnTo>
                  <a:pt x="2054" y="49"/>
                </a:lnTo>
                <a:lnTo>
                  <a:pt x="2113" y="28"/>
                </a:lnTo>
                <a:lnTo>
                  <a:pt x="2174" y="12"/>
                </a:lnTo>
                <a:lnTo>
                  <a:pt x="2239" y="3"/>
                </a:lnTo>
                <a:lnTo>
                  <a:pt x="23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938102" y="3987945"/>
            <a:ext cx="152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witteracounthere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Freeform 6"/>
          <p:cNvSpPr>
            <a:spLocks/>
          </p:cNvSpPr>
          <p:nvPr/>
        </p:nvSpPr>
        <p:spPr bwMode="auto">
          <a:xfrm>
            <a:off x="4669451" y="4025882"/>
            <a:ext cx="223422" cy="185736"/>
          </a:xfrm>
          <a:custGeom>
            <a:avLst/>
            <a:gdLst>
              <a:gd name="T0" fmla="*/ 2432 w 3328"/>
              <a:gd name="T1" fmla="*/ 12 h 2756"/>
              <a:gd name="T2" fmla="*/ 2608 w 3328"/>
              <a:gd name="T3" fmla="*/ 73 h 2756"/>
              <a:gd name="T4" fmla="*/ 2759 w 3328"/>
              <a:gd name="T5" fmla="*/ 176 h 2756"/>
              <a:gd name="T6" fmla="*/ 2955 w 3328"/>
              <a:gd name="T7" fmla="*/ 179 h 2756"/>
              <a:gd name="T8" fmla="*/ 3170 w 3328"/>
              <a:gd name="T9" fmla="*/ 88 h 2756"/>
              <a:gd name="T10" fmla="*/ 3187 w 3328"/>
              <a:gd name="T11" fmla="*/ 168 h 2756"/>
              <a:gd name="T12" fmla="*/ 3080 w 3328"/>
              <a:gd name="T13" fmla="*/ 319 h 2756"/>
              <a:gd name="T14" fmla="*/ 2937 w 3328"/>
              <a:gd name="T15" fmla="*/ 436 h 2756"/>
              <a:gd name="T16" fmla="*/ 3177 w 3328"/>
              <a:gd name="T17" fmla="*/ 384 h 2756"/>
              <a:gd name="T18" fmla="*/ 3281 w 3328"/>
              <a:gd name="T19" fmla="*/ 394 h 2756"/>
              <a:gd name="T20" fmla="*/ 3115 w 3328"/>
              <a:gd name="T21" fmla="*/ 580 h 2756"/>
              <a:gd name="T22" fmla="*/ 2989 w 3328"/>
              <a:gd name="T23" fmla="*/ 776 h 2756"/>
              <a:gd name="T24" fmla="*/ 2974 w 3328"/>
              <a:gd name="T25" fmla="*/ 1015 h 2756"/>
              <a:gd name="T26" fmla="*/ 2929 w 3328"/>
              <a:gd name="T27" fmla="*/ 1256 h 2756"/>
              <a:gd name="T28" fmla="*/ 2855 w 3328"/>
              <a:gd name="T29" fmla="*/ 1493 h 2756"/>
              <a:gd name="T30" fmla="*/ 2751 w 3328"/>
              <a:gd name="T31" fmla="*/ 1723 h 2756"/>
              <a:gd name="T32" fmla="*/ 2620 w 3328"/>
              <a:gd name="T33" fmla="*/ 1942 h 2756"/>
              <a:gd name="T34" fmla="*/ 2460 w 3328"/>
              <a:gd name="T35" fmla="*/ 2143 h 2756"/>
              <a:gd name="T36" fmla="*/ 2273 w 3328"/>
              <a:gd name="T37" fmla="*/ 2324 h 2756"/>
              <a:gd name="T38" fmla="*/ 2059 w 3328"/>
              <a:gd name="T39" fmla="*/ 2479 h 2756"/>
              <a:gd name="T40" fmla="*/ 1817 w 3328"/>
              <a:gd name="T41" fmla="*/ 2603 h 2756"/>
              <a:gd name="T42" fmla="*/ 1550 w 3328"/>
              <a:gd name="T43" fmla="*/ 2694 h 2756"/>
              <a:gd name="T44" fmla="*/ 1257 w 3328"/>
              <a:gd name="T45" fmla="*/ 2745 h 2756"/>
              <a:gd name="T46" fmla="*/ 942 w 3328"/>
              <a:gd name="T47" fmla="*/ 2753 h 2756"/>
              <a:gd name="T48" fmla="*/ 638 w 3328"/>
              <a:gd name="T49" fmla="*/ 2712 h 2756"/>
              <a:gd name="T50" fmla="*/ 351 w 3328"/>
              <a:gd name="T51" fmla="*/ 2624 h 2756"/>
              <a:gd name="T52" fmla="*/ 84 w 3328"/>
              <a:gd name="T53" fmla="*/ 2495 h 2756"/>
              <a:gd name="T54" fmla="*/ 163 w 3328"/>
              <a:gd name="T55" fmla="*/ 2452 h 2756"/>
              <a:gd name="T56" fmla="*/ 442 w 3328"/>
              <a:gd name="T57" fmla="*/ 2424 h 2756"/>
              <a:gd name="T58" fmla="*/ 704 w 3328"/>
              <a:gd name="T59" fmla="*/ 2340 h 2756"/>
              <a:gd name="T60" fmla="*/ 938 w 3328"/>
              <a:gd name="T61" fmla="*/ 2209 h 2756"/>
              <a:gd name="T62" fmla="*/ 886 w 3328"/>
              <a:gd name="T63" fmla="*/ 2141 h 2756"/>
              <a:gd name="T64" fmla="*/ 714 w 3328"/>
              <a:gd name="T65" fmla="*/ 2079 h 2756"/>
              <a:gd name="T66" fmla="*/ 566 w 3328"/>
              <a:gd name="T67" fmla="*/ 1976 h 2756"/>
              <a:gd name="T68" fmla="*/ 451 w 3328"/>
              <a:gd name="T69" fmla="*/ 1838 h 2756"/>
              <a:gd name="T70" fmla="*/ 373 w 3328"/>
              <a:gd name="T71" fmla="*/ 1672 h 2756"/>
              <a:gd name="T72" fmla="*/ 563 w 3328"/>
              <a:gd name="T73" fmla="*/ 1682 h 2756"/>
              <a:gd name="T74" fmla="*/ 620 w 3328"/>
              <a:gd name="T75" fmla="*/ 1645 h 2756"/>
              <a:gd name="T76" fmla="*/ 452 w 3328"/>
              <a:gd name="T77" fmla="*/ 1566 h 2756"/>
              <a:gd name="T78" fmla="*/ 311 w 3328"/>
              <a:gd name="T79" fmla="*/ 1445 h 2756"/>
              <a:gd name="T80" fmla="*/ 207 w 3328"/>
              <a:gd name="T81" fmla="*/ 1290 h 2756"/>
              <a:gd name="T82" fmla="*/ 146 w 3328"/>
              <a:gd name="T83" fmla="*/ 1108 h 2756"/>
              <a:gd name="T84" fmla="*/ 134 w 3328"/>
              <a:gd name="T85" fmla="*/ 969 h 2756"/>
              <a:gd name="T86" fmla="*/ 282 w 3328"/>
              <a:gd name="T87" fmla="*/ 1031 h 2756"/>
              <a:gd name="T88" fmla="*/ 442 w 3328"/>
              <a:gd name="T89" fmla="*/ 1056 h 2756"/>
              <a:gd name="T90" fmla="*/ 308 w 3328"/>
              <a:gd name="T91" fmla="*/ 935 h 2756"/>
              <a:gd name="T92" fmla="*/ 209 w 3328"/>
              <a:gd name="T93" fmla="*/ 783 h 2756"/>
              <a:gd name="T94" fmla="*/ 151 w 3328"/>
              <a:gd name="T95" fmla="*/ 605 h 2756"/>
              <a:gd name="T96" fmla="*/ 142 w 3328"/>
              <a:gd name="T97" fmla="*/ 414 h 2756"/>
              <a:gd name="T98" fmla="*/ 181 w 3328"/>
              <a:gd name="T99" fmla="*/ 236 h 2756"/>
              <a:gd name="T100" fmla="*/ 297 w 3328"/>
              <a:gd name="T101" fmla="*/ 204 h 2756"/>
              <a:gd name="T102" fmla="*/ 514 w 3328"/>
              <a:gd name="T103" fmla="*/ 414 h 2756"/>
              <a:gd name="T104" fmla="*/ 761 w 3328"/>
              <a:gd name="T105" fmla="*/ 588 h 2756"/>
              <a:gd name="T106" fmla="*/ 1033 w 3328"/>
              <a:gd name="T107" fmla="*/ 722 h 2756"/>
              <a:gd name="T108" fmla="*/ 1327 w 3328"/>
              <a:gd name="T109" fmla="*/ 812 h 2756"/>
              <a:gd name="T110" fmla="*/ 1640 w 3328"/>
              <a:gd name="T111" fmla="*/ 854 h 2756"/>
              <a:gd name="T112" fmla="*/ 1621 w 3328"/>
              <a:gd name="T113" fmla="*/ 696 h 2756"/>
              <a:gd name="T114" fmla="*/ 1649 w 3328"/>
              <a:gd name="T115" fmla="*/ 501 h 2756"/>
              <a:gd name="T116" fmla="*/ 1726 w 3328"/>
              <a:gd name="T117" fmla="*/ 326 h 2756"/>
              <a:gd name="T118" fmla="*/ 1844 w 3328"/>
              <a:gd name="T119" fmla="*/ 182 h 2756"/>
              <a:gd name="T120" fmla="*/ 1996 w 3328"/>
              <a:gd name="T121" fmla="*/ 75 h 2756"/>
              <a:gd name="T122" fmla="*/ 2174 w 3328"/>
              <a:gd name="T123" fmla="*/ 12 h 2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28" h="2756">
                <a:moveTo>
                  <a:pt x="2305" y="0"/>
                </a:moveTo>
                <a:lnTo>
                  <a:pt x="2369" y="3"/>
                </a:lnTo>
                <a:lnTo>
                  <a:pt x="2432" y="12"/>
                </a:lnTo>
                <a:lnTo>
                  <a:pt x="2493" y="27"/>
                </a:lnTo>
                <a:lnTo>
                  <a:pt x="2551" y="47"/>
                </a:lnTo>
                <a:lnTo>
                  <a:pt x="2608" y="73"/>
                </a:lnTo>
                <a:lnTo>
                  <a:pt x="2662" y="103"/>
                </a:lnTo>
                <a:lnTo>
                  <a:pt x="2712" y="137"/>
                </a:lnTo>
                <a:lnTo>
                  <a:pt x="2759" y="176"/>
                </a:lnTo>
                <a:lnTo>
                  <a:pt x="2802" y="219"/>
                </a:lnTo>
                <a:lnTo>
                  <a:pt x="2879" y="201"/>
                </a:lnTo>
                <a:lnTo>
                  <a:pt x="2955" y="179"/>
                </a:lnTo>
                <a:lnTo>
                  <a:pt x="3029" y="153"/>
                </a:lnTo>
                <a:lnTo>
                  <a:pt x="3100" y="123"/>
                </a:lnTo>
                <a:lnTo>
                  <a:pt x="3170" y="88"/>
                </a:lnTo>
                <a:lnTo>
                  <a:pt x="3237" y="51"/>
                </a:lnTo>
                <a:lnTo>
                  <a:pt x="3215" y="110"/>
                </a:lnTo>
                <a:lnTo>
                  <a:pt x="3187" y="168"/>
                </a:lnTo>
                <a:lnTo>
                  <a:pt x="3156" y="221"/>
                </a:lnTo>
                <a:lnTo>
                  <a:pt x="3120" y="272"/>
                </a:lnTo>
                <a:lnTo>
                  <a:pt x="3080" y="319"/>
                </a:lnTo>
                <a:lnTo>
                  <a:pt x="3036" y="362"/>
                </a:lnTo>
                <a:lnTo>
                  <a:pt x="2988" y="402"/>
                </a:lnTo>
                <a:lnTo>
                  <a:pt x="2937" y="436"/>
                </a:lnTo>
                <a:lnTo>
                  <a:pt x="3018" y="424"/>
                </a:lnTo>
                <a:lnTo>
                  <a:pt x="3098" y="406"/>
                </a:lnTo>
                <a:lnTo>
                  <a:pt x="3177" y="384"/>
                </a:lnTo>
                <a:lnTo>
                  <a:pt x="3254" y="357"/>
                </a:lnTo>
                <a:lnTo>
                  <a:pt x="3328" y="325"/>
                </a:lnTo>
                <a:lnTo>
                  <a:pt x="3281" y="394"/>
                </a:lnTo>
                <a:lnTo>
                  <a:pt x="3228" y="460"/>
                </a:lnTo>
                <a:lnTo>
                  <a:pt x="3173" y="522"/>
                </a:lnTo>
                <a:lnTo>
                  <a:pt x="3115" y="580"/>
                </a:lnTo>
                <a:lnTo>
                  <a:pt x="3052" y="635"/>
                </a:lnTo>
                <a:lnTo>
                  <a:pt x="2987" y="687"/>
                </a:lnTo>
                <a:lnTo>
                  <a:pt x="2989" y="776"/>
                </a:lnTo>
                <a:lnTo>
                  <a:pt x="2988" y="856"/>
                </a:lnTo>
                <a:lnTo>
                  <a:pt x="2983" y="935"/>
                </a:lnTo>
                <a:lnTo>
                  <a:pt x="2974" y="1015"/>
                </a:lnTo>
                <a:lnTo>
                  <a:pt x="2962" y="1095"/>
                </a:lnTo>
                <a:lnTo>
                  <a:pt x="2948" y="1175"/>
                </a:lnTo>
                <a:lnTo>
                  <a:pt x="2929" y="1256"/>
                </a:lnTo>
                <a:lnTo>
                  <a:pt x="2908" y="1335"/>
                </a:lnTo>
                <a:lnTo>
                  <a:pt x="2883" y="1414"/>
                </a:lnTo>
                <a:lnTo>
                  <a:pt x="2855" y="1493"/>
                </a:lnTo>
                <a:lnTo>
                  <a:pt x="2824" y="1571"/>
                </a:lnTo>
                <a:lnTo>
                  <a:pt x="2789" y="1647"/>
                </a:lnTo>
                <a:lnTo>
                  <a:pt x="2751" y="1723"/>
                </a:lnTo>
                <a:lnTo>
                  <a:pt x="2711" y="1797"/>
                </a:lnTo>
                <a:lnTo>
                  <a:pt x="2667" y="1871"/>
                </a:lnTo>
                <a:lnTo>
                  <a:pt x="2620" y="1942"/>
                </a:lnTo>
                <a:lnTo>
                  <a:pt x="2570" y="2010"/>
                </a:lnTo>
                <a:lnTo>
                  <a:pt x="2517" y="2078"/>
                </a:lnTo>
                <a:lnTo>
                  <a:pt x="2460" y="2143"/>
                </a:lnTo>
                <a:lnTo>
                  <a:pt x="2401" y="2206"/>
                </a:lnTo>
                <a:lnTo>
                  <a:pt x="2338" y="2266"/>
                </a:lnTo>
                <a:lnTo>
                  <a:pt x="2273" y="2324"/>
                </a:lnTo>
                <a:lnTo>
                  <a:pt x="2204" y="2378"/>
                </a:lnTo>
                <a:lnTo>
                  <a:pt x="2132" y="2430"/>
                </a:lnTo>
                <a:lnTo>
                  <a:pt x="2059" y="2479"/>
                </a:lnTo>
                <a:lnTo>
                  <a:pt x="1981" y="2524"/>
                </a:lnTo>
                <a:lnTo>
                  <a:pt x="1901" y="2566"/>
                </a:lnTo>
                <a:lnTo>
                  <a:pt x="1817" y="2603"/>
                </a:lnTo>
                <a:lnTo>
                  <a:pt x="1731" y="2638"/>
                </a:lnTo>
                <a:lnTo>
                  <a:pt x="1642" y="2668"/>
                </a:lnTo>
                <a:lnTo>
                  <a:pt x="1550" y="2694"/>
                </a:lnTo>
                <a:lnTo>
                  <a:pt x="1455" y="2716"/>
                </a:lnTo>
                <a:lnTo>
                  <a:pt x="1357" y="2733"/>
                </a:lnTo>
                <a:lnTo>
                  <a:pt x="1257" y="2745"/>
                </a:lnTo>
                <a:lnTo>
                  <a:pt x="1153" y="2753"/>
                </a:lnTo>
                <a:lnTo>
                  <a:pt x="1047" y="2756"/>
                </a:lnTo>
                <a:lnTo>
                  <a:pt x="942" y="2753"/>
                </a:lnTo>
                <a:lnTo>
                  <a:pt x="840" y="2744"/>
                </a:lnTo>
                <a:lnTo>
                  <a:pt x="738" y="2731"/>
                </a:lnTo>
                <a:lnTo>
                  <a:pt x="638" y="2712"/>
                </a:lnTo>
                <a:lnTo>
                  <a:pt x="541" y="2687"/>
                </a:lnTo>
                <a:lnTo>
                  <a:pt x="445" y="2659"/>
                </a:lnTo>
                <a:lnTo>
                  <a:pt x="351" y="2624"/>
                </a:lnTo>
                <a:lnTo>
                  <a:pt x="259" y="2586"/>
                </a:lnTo>
                <a:lnTo>
                  <a:pt x="170" y="2543"/>
                </a:lnTo>
                <a:lnTo>
                  <a:pt x="84" y="2495"/>
                </a:lnTo>
                <a:lnTo>
                  <a:pt x="0" y="2443"/>
                </a:lnTo>
                <a:lnTo>
                  <a:pt x="81" y="2450"/>
                </a:lnTo>
                <a:lnTo>
                  <a:pt x="163" y="2452"/>
                </a:lnTo>
                <a:lnTo>
                  <a:pt x="258" y="2449"/>
                </a:lnTo>
                <a:lnTo>
                  <a:pt x="351" y="2439"/>
                </a:lnTo>
                <a:lnTo>
                  <a:pt x="442" y="2424"/>
                </a:lnTo>
                <a:lnTo>
                  <a:pt x="532" y="2402"/>
                </a:lnTo>
                <a:lnTo>
                  <a:pt x="619" y="2374"/>
                </a:lnTo>
                <a:lnTo>
                  <a:pt x="704" y="2340"/>
                </a:lnTo>
                <a:lnTo>
                  <a:pt x="785" y="2302"/>
                </a:lnTo>
                <a:lnTo>
                  <a:pt x="863" y="2258"/>
                </a:lnTo>
                <a:lnTo>
                  <a:pt x="938" y="2209"/>
                </a:lnTo>
                <a:lnTo>
                  <a:pt x="1011" y="2156"/>
                </a:lnTo>
                <a:lnTo>
                  <a:pt x="947" y="2151"/>
                </a:lnTo>
                <a:lnTo>
                  <a:pt x="886" y="2141"/>
                </a:lnTo>
                <a:lnTo>
                  <a:pt x="827" y="2125"/>
                </a:lnTo>
                <a:lnTo>
                  <a:pt x="769" y="2105"/>
                </a:lnTo>
                <a:lnTo>
                  <a:pt x="714" y="2079"/>
                </a:lnTo>
                <a:lnTo>
                  <a:pt x="662" y="2049"/>
                </a:lnTo>
                <a:lnTo>
                  <a:pt x="612" y="2015"/>
                </a:lnTo>
                <a:lnTo>
                  <a:pt x="566" y="1976"/>
                </a:lnTo>
                <a:lnTo>
                  <a:pt x="524" y="1933"/>
                </a:lnTo>
                <a:lnTo>
                  <a:pt x="485" y="1887"/>
                </a:lnTo>
                <a:lnTo>
                  <a:pt x="451" y="1838"/>
                </a:lnTo>
                <a:lnTo>
                  <a:pt x="420" y="1785"/>
                </a:lnTo>
                <a:lnTo>
                  <a:pt x="394" y="1730"/>
                </a:lnTo>
                <a:lnTo>
                  <a:pt x="373" y="1672"/>
                </a:lnTo>
                <a:lnTo>
                  <a:pt x="437" y="1682"/>
                </a:lnTo>
                <a:lnTo>
                  <a:pt x="502" y="1684"/>
                </a:lnTo>
                <a:lnTo>
                  <a:pt x="563" y="1682"/>
                </a:lnTo>
                <a:lnTo>
                  <a:pt x="624" y="1673"/>
                </a:lnTo>
                <a:lnTo>
                  <a:pt x="681" y="1661"/>
                </a:lnTo>
                <a:lnTo>
                  <a:pt x="620" y="1645"/>
                </a:lnTo>
                <a:lnTo>
                  <a:pt x="561" y="1623"/>
                </a:lnTo>
                <a:lnTo>
                  <a:pt x="505" y="1597"/>
                </a:lnTo>
                <a:lnTo>
                  <a:pt x="452" y="1566"/>
                </a:lnTo>
                <a:lnTo>
                  <a:pt x="402" y="1530"/>
                </a:lnTo>
                <a:lnTo>
                  <a:pt x="354" y="1489"/>
                </a:lnTo>
                <a:lnTo>
                  <a:pt x="311" y="1445"/>
                </a:lnTo>
                <a:lnTo>
                  <a:pt x="271" y="1397"/>
                </a:lnTo>
                <a:lnTo>
                  <a:pt x="237" y="1345"/>
                </a:lnTo>
                <a:lnTo>
                  <a:pt x="207" y="1290"/>
                </a:lnTo>
                <a:lnTo>
                  <a:pt x="181" y="1233"/>
                </a:lnTo>
                <a:lnTo>
                  <a:pt x="161" y="1172"/>
                </a:lnTo>
                <a:lnTo>
                  <a:pt x="146" y="1108"/>
                </a:lnTo>
                <a:lnTo>
                  <a:pt x="137" y="1044"/>
                </a:lnTo>
                <a:lnTo>
                  <a:pt x="134" y="977"/>
                </a:lnTo>
                <a:lnTo>
                  <a:pt x="134" y="969"/>
                </a:lnTo>
                <a:lnTo>
                  <a:pt x="181" y="994"/>
                </a:lnTo>
                <a:lnTo>
                  <a:pt x="230" y="1013"/>
                </a:lnTo>
                <a:lnTo>
                  <a:pt x="282" y="1031"/>
                </a:lnTo>
                <a:lnTo>
                  <a:pt x="334" y="1044"/>
                </a:lnTo>
                <a:lnTo>
                  <a:pt x="387" y="1052"/>
                </a:lnTo>
                <a:lnTo>
                  <a:pt x="442" y="1056"/>
                </a:lnTo>
                <a:lnTo>
                  <a:pt x="394" y="1020"/>
                </a:lnTo>
                <a:lnTo>
                  <a:pt x="349" y="980"/>
                </a:lnTo>
                <a:lnTo>
                  <a:pt x="308" y="935"/>
                </a:lnTo>
                <a:lnTo>
                  <a:pt x="270" y="888"/>
                </a:lnTo>
                <a:lnTo>
                  <a:pt x="238" y="837"/>
                </a:lnTo>
                <a:lnTo>
                  <a:pt x="209" y="783"/>
                </a:lnTo>
                <a:lnTo>
                  <a:pt x="184" y="726"/>
                </a:lnTo>
                <a:lnTo>
                  <a:pt x="165" y="667"/>
                </a:lnTo>
                <a:lnTo>
                  <a:pt x="151" y="605"/>
                </a:lnTo>
                <a:lnTo>
                  <a:pt x="142" y="543"/>
                </a:lnTo>
                <a:lnTo>
                  <a:pt x="139" y="477"/>
                </a:lnTo>
                <a:lnTo>
                  <a:pt x="142" y="414"/>
                </a:lnTo>
                <a:lnTo>
                  <a:pt x="150" y="353"/>
                </a:lnTo>
                <a:lnTo>
                  <a:pt x="163" y="293"/>
                </a:lnTo>
                <a:lnTo>
                  <a:pt x="181" y="236"/>
                </a:lnTo>
                <a:lnTo>
                  <a:pt x="204" y="180"/>
                </a:lnTo>
                <a:lnTo>
                  <a:pt x="231" y="127"/>
                </a:lnTo>
                <a:lnTo>
                  <a:pt x="297" y="204"/>
                </a:lnTo>
                <a:lnTo>
                  <a:pt x="366" y="278"/>
                </a:lnTo>
                <a:lnTo>
                  <a:pt x="438" y="348"/>
                </a:lnTo>
                <a:lnTo>
                  <a:pt x="514" y="414"/>
                </a:lnTo>
                <a:lnTo>
                  <a:pt x="593" y="477"/>
                </a:lnTo>
                <a:lnTo>
                  <a:pt x="676" y="534"/>
                </a:lnTo>
                <a:lnTo>
                  <a:pt x="761" y="588"/>
                </a:lnTo>
                <a:lnTo>
                  <a:pt x="849" y="638"/>
                </a:lnTo>
                <a:lnTo>
                  <a:pt x="940" y="682"/>
                </a:lnTo>
                <a:lnTo>
                  <a:pt x="1033" y="722"/>
                </a:lnTo>
                <a:lnTo>
                  <a:pt x="1129" y="758"/>
                </a:lnTo>
                <a:lnTo>
                  <a:pt x="1227" y="788"/>
                </a:lnTo>
                <a:lnTo>
                  <a:pt x="1327" y="812"/>
                </a:lnTo>
                <a:lnTo>
                  <a:pt x="1430" y="832"/>
                </a:lnTo>
                <a:lnTo>
                  <a:pt x="1533" y="845"/>
                </a:lnTo>
                <a:lnTo>
                  <a:pt x="1640" y="854"/>
                </a:lnTo>
                <a:lnTo>
                  <a:pt x="1630" y="803"/>
                </a:lnTo>
                <a:lnTo>
                  <a:pt x="1623" y="749"/>
                </a:lnTo>
                <a:lnTo>
                  <a:pt x="1621" y="696"/>
                </a:lnTo>
                <a:lnTo>
                  <a:pt x="1625" y="628"/>
                </a:lnTo>
                <a:lnTo>
                  <a:pt x="1635" y="563"/>
                </a:lnTo>
                <a:lnTo>
                  <a:pt x="1649" y="501"/>
                </a:lnTo>
                <a:lnTo>
                  <a:pt x="1670" y="439"/>
                </a:lnTo>
                <a:lnTo>
                  <a:pt x="1695" y="382"/>
                </a:lnTo>
                <a:lnTo>
                  <a:pt x="1726" y="326"/>
                </a:lnTo>
                <a:lnTo>
                  <a:pt x="1761" y="274"/>
                </a:lnTo>
                <a:lnTo>
                  <a:pt x="1801" y="226"/>
                </a:lnTo>
                <a:lnTo>
                  <a:pt x="1844" y="182"/>
                </a:lnTo>
                <a:lnTo>
                  <a:pt x="1892" y="142"/>
                </a:lnTo>
                <a:lnTo>
                  <a:pt x="1942" y="106"/>
                </a:lnTo>
                <a:lnTo>
                  <a:pt x="1996" y="75"/>
                </a:lnTo>
                <a:lnTo>
                  <a:pt x="2054" y="49"/>
                </a:lnTo>
                <a:lnTo>
                  <a:pt x="2113" y="28"/>
                </a:lnTo>
                <a:lnTo>
                  <a:pt x="2174" y="12"/>
                </a:lnTo>
                <a:lnTo>
                  <a:pt x="2239" y="3"/>
                </a:lnTo>
                <a:lnTo>
                  <a:pt x="230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038004" y="3987945"/>
            <a:ext cx="152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witteracounthere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Freeform 6"/>
          <p:cNvSpPr>
            <a:spLocks/>
          </p:cNvSpPr>
          <p:nvPr/>
        </p:nvSpPr>
        <p:spPr bwMode="auto">
          <a:xfrm>
            <a:off x="6769354" y="4025882"/>
            <a:ext cx="223422" cy="185736"/>
          </a:xfrm>
          <a:custGeom>
            <a:avLst/>
            <a:gdLst>
              <a:gd name="T0" fmla="*/ 2432 w 3328"/>
              <a:gd name="T1" fmla="*/ 12 h 2756"/>
              <a:gd name="T2" fmla="*/ 2608 w 3328"/>
              <a:gd name="T3" fmla="*/ 73 h 2756"/>
              <a:gd name="T4" fmla="*/ 2759 w 3328"/>
              <a:gd name="T5" fmla="*/ 176 h 2756"/>
              <a:gd name="T6" fmla="*/ 2955 w 3328"/>
              <a:gd name="T7" fmla="*/ 179 h 2756"/>
              <a:gd name="T8" fmla="*/ 3170 w 3328"/>
              <a:gd name="T9" fmla="*/ 88 h 2756"/>
              <a:gd name="T10" fmla="*/ 3187 w 3328"/>
              <a:gd name="T11" fmla="*/ 168 h 2756"/>
              <a:gd name="T12" fmla="*/ 3080 w 3328"/>
              <a:gd name="T13" fmla="*/ 319 h 2756"/>
              <a:gd name="T14" fmla="*/ 2937 w 3328"/>
              <a:gd name="T15" fmla="*/ 436 h 2756"/>
              <a:gd name="T16" fmla="*/ 3177 w 3328"/>
              <a:gd name="T17" fmla="*/ 384 h 2756"/>
              <a:gd name="T18" fmla="*/ 3281 w 3328"/>
              <a:gd name="T19" fmla="*/ 394 h 2756"/>
              <a:gd name="T20" fmla="*/ 3115 w 3328"/>
              <a:gd name="T21" fmla="*/ 580 h 2756"/>
              <a:gd name="T22" fmla="*/ 2989 w 3328"/>
              <a:gd name="T23" fmla="*/ 776 h 2756"/>
              <a:gd name="T24" fmla="*/ 2974 w 3328"/>
              <a:gd name="T25" fmla="*/ 1015 h 2756"/>
              <a:gd name="T26" fmla="*/ 2929 w 3328"/>
              <a:gd name="T27" fmla="*/ 1256 h 2756"/>
              <a:gd name="T28" fmla="*/ 2855 w 3328"/>
              <a:gd name="T29" fmla="*/ 1493 h 2756"/>
              <a:gd name="T30" fmla="*/ 2751 w 3328"/>
              <a:gd name="T31" fmla="*/ 1723 h 2756"/>
              <a:gd name="T32" fmla="*/ 2620 w 3328"/>
              <a:gd name="T33" fmla="*/ 1942 h 2756"/>
              <a:gd name="T34" fmla="*/ 2460 w 3328"/>
              <a:gd name="T35" fmla="*/ 2143 h 2756"/>
              <a:gd name="T36" fmla="*/ 2273 w 3328"/>
              <a:gd name="T37" fmla="*/ 2324 h 2756"/>
              <a:gd name="T38" fmla="*/ 2059 w 3328"/>
              <a:gd name="T39" fmla="*/ 2479 h 2756"/>
              <a:gd name="T40" fmla="*/ 1817 w 3328"/>
              <a:gd name="T41" fmla="*/ 2603 h 2756"/>
              <a:gd name="T42" fmla="*/ 1550 w 3328"/>
              <a:gd name="T43" fmla="*/ 2694 h 2756"/>
              <a:gd name="T44" fmla="*/ 1257 w 3328"/>
              <a:gd name="T45" fmla="*/ 2745 h 2756"/>
              <a:gd name="T46" fmla="*/ 942 w 3328"/>
              <a:gd name="T47" fmla="*/ 2753 h 2756"/>
              <a:gd name="T48" fmla="*/ 638 w 3328"/>
              <a:gd name="T49" fmla="*/ 2712 h 2756"/>
              <a:gd name="T50" fmla="*/ 351 w 3328"/>
              <a:gd name="T51" fmla="*/ 2624 h 2756"/>
              <a:gd name="T52" fmla="*/ 84 w 3328"/>
              <a:gd name="T53" fmla="*/ 2495 h 2756"/>
              <a:gd name="T54" fmla="*/ 163 w 3328"/>
              <a:gd name="T55" fmla="*/ 2452 h 2756"/>
              <a:gd name="T56" fmla="*/ 442 w 3328"/>
              <a:gd name="T57" fmla="*/ 2424 h 2756"/>
              <a:gd name="T58" fmla="*/ 704 w 3328"/>
              <a:gd name="T59" fmla="*/ 2340 h 2756"/>
              <a:gd name="T60" fmla="*/ 938 w 3328"/>
              <a:gd name="T61" fmla="*/ 2209 h 2756"/>
              <a:gd name="T62" fmla="*/ 886 w 3328"/>
              <a:gd name="T63" fmla="*/ 2141 h 2756"/>
              <a:gd name="T64" fmla="*/ 714 w 3328"/>
              <a:gd name="T65" fmla="*/ 2079 h 2756"/>
              <a:gd name="T66" fmla="*/ 566 w 3328"/>
              <a:gd name="T67" fmla="*/ 1976 h 2756"/>
              <a:gd name="T68" fmla="*/ 451 w 3328"/>
              <a:gd name="T69" fmla="*/ 1838 h 2756"/>
              <a:gd name="T70" fmla="*/ 373 w 3328"/>
              <a:gd name="T71" fmla="*/ 1672 h 2756"/>
              <a:gd name="T72" fmla="*/ 563 w 3328"/>
              <a:gd name="T73" fmla="*/ 1682 h 2756"/>
              <a:gd name="T74" fmla="*/ 620 w 3328"/>
              <a:gd name="T75" fmla="*/ 1645 h 2756"/>
              <a:gd name="T76" fmla="*/ 452 w 3328"/>
              <a:gd name="T77" fmla="*/ 1566 h 2756"/>
              <a:gd name="T78" fmla="*/ 311 w 3328"/>
              <a:gd name="T79" fmla="*/ 1445 h 2756"/>
              <a:gd name="T80" fmla="*/ 207 w 3328"/>
              <a:gd name="T81" fmla="*/ 1290 h 2756"/>
              <a:gd name="T82" fmla="*/ 146 w 3328"/>
              <a:gd name="T83" fmla="*/ 1108 h 2756"/>
              <a:gd name="T84" fmla="*/ 134 w 3328"/>
              <a:gd name="T85" fmla="*/ 969 h 2756"/>
              <a:gd name="T86" fmla="*/ 282 w 3328"/>
              <a:gd name="T87" fmla="*/ 1031 h 2756"/>
              <a:gd name="T88" fmla="*/ 442 w 3328"/>
              <a:gd name="T89" fmla="*/ 1056 h 2756"/>
              <a:gd name="T90" fmla="*/ 308 w 3328"/>
              <a:gd name="T91" fmla="*/ 935 h 2756"/>
              <a:gd name="T92" fmla="*/ 209 w 3328"/>
              <a:gd name="T93" fmla="*/ 783 h 2756"/>
              <a:gd name="T94" fmla="*/ 151 w 3328"/>
              <a:gd name="T95" fmla="*/ 605 h 2756"/>
              <a:gd name="T96" fmla="*/ 142 w 3328"/>
              <a:gd name="T97" fmla="*/ 414 h 2756"/>
              <a:gd name="T98" fmla="*/ 181 w 3328"/>
              <a:gd name="T99" fmla="*/ 236 h 2756"/>
              <a:gd name="T100" fmla="*/ 297 w 3328"/>
              <a:gd name="T101" fmla="*/ 204 h 2756"/>
              <a:gd name="T102" fmla="*/ 514 w 3328"/>
              <a:gd name="T103" fmla="*/ 414 h 2756"/>
              <a:gd name="T104" fmla="*/ 761 w 3328"/>
              <a:gd name="T105" fmla="*/ 588 h 2756"/>
              <a:gd name="T106" fmla="*/ 1033 w 3328"/>
              <a:gd name="T107" fmla="*/ 722 h 2756"/>
              <a:gd name="T108" fmla="*/ 1327 w 3328"/>
              <a:gd name="T109" fmla="*/ 812 h 2756"/>
              <a:gd name="T110" fmla="*/ 1640 w 3328"/>
              <a:gd name="T111" fmla="*/ 854 h 2756"/>
              <a:gd name="T112" fmla="*/ 1621 w 3328"/>
              <a:gd name="T113" fmla="*/ 696 h 2756"/>
              <a:gd name="T114" fmla="*/ 1649 w 3328"/>
              <a:gd name="T115" fmla="*/ 501 h 2756"/>
              <a:gd name="T116" fmla="*/ 1726 w 3328"/>
              <a:gd name="T117" fmla="*/ 326 h 2756"/>
              <a:gd name="T118" fmla="*/ 1844 w 3328"/>
              <a:gd name="T119" fmla="*/ 182 h 2756"/>
              <a:gd name="T120" fmla="*/ 1996 w 3328"/>
              <a:gd name="T121" fmla="*/ 75 h 2756"/>
              <a:gd name="T122" fmla="*/ 2174 w 3328"/>
              <a:gd name="T123" fmla="*/ 12 h 2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28" h="2756">
                <a:moveTo>
                  <a:pt x="2305" y="0"/>
                </a:moveTo>
                <a:lnTo>
                  <a:pt x="2369" y="3"/>
                </a:lnTo>
                <a:lnTo>
                  <a:pt x="2432" y="12"/>
                </a:lnTo>
                <a:lnTo>
                  <a:pt x="2493" y="27"/>
                </a:lnTo>
                <a:lnTo>
                  <a:pt x="2551" y="47"/>
                </a:lnTo>
                <a:lnTo>
                  <a:pt x="2608" y="73"/>
                </a:lnTo>
                <a:lnTo>
                  <a:pt x="2662" y="103"/>
                </a:lnTo>
                <a:lnTo>
                  <a:pt x="2712" y="137"/>
                </a:lnTo>
                <a:lnTo>
                  <a:pt x="2759" y="176"/>
                </a:lnTo>
                <a:lnTo>
                  <a:pt x="2802" y="219"/>
                </a:lnTo>
                <a:lnTo>
                  <a:pt x="2879" y="201"/>
                </a:lnTo>
                <a:lnTo>
                  <a:pt x="2955" y="179"/>
                </a:lnTo>
                <a:lnTo>
                  <a:pt x="3029" y="153"/>
                </a:lnTo>
                <a:lnTo>
                  <a:pt x="3100" y="123"/>
                </a:lnTo>
                <a:lnTo>
                  <a:pt x="3170" y="88"/>
                </a:lnTo>
                <a:lnTo>
                  <a:pt x="3237" y="51"/>
                </a:lnTo>
                <a:lnTo>
                  <a:pt x="3215" y="110"/>
                </a:lnTo>
                <a:lnTo>
                  <a:pt x="3187" y="168"/>
                </a:lnTo>
                <a:lnTo>
                  <a:pt x="3156" y="221"/>
                </a:lnTo>
                <a:lnTo>
                  <a:pt x="3120" y="272"/>
                </a:lnTo>
                <a:lnTo>
                  <a:pt x="3080" y="319"/>
                </a:lnTo>
                <a:lnTo>
                  <a:pt x="3036" y="362"/>
                </a:lnTo>
                <a:lnTo>
                  <a:pt x="2988" y="402"/>
                </a:lnTo>
                <a:lnTo>
                  <a:pt x="2937" y="436"/>
                </a:lnTo>
                <a:lnTo>
                  <a:pt x="3018" y="424"/>
                </a:lnTo>
                <a:lnTo>
                  <a:pt x="3098" y="406"/>
                </a:lnTo>
                <a:lnTo>
                  <a:pt x="3177" y="384"/>
                </a:lnTo>
                <a:lnTo>
                  <a:pt x="3254" y="357"/>
                </a:lnTo>
                <a:lnTo>
                  <a:pt x="3328" y="325"/>
                </a:lnTo>
                <a:lnTo>
                  <a:pt x="3281" y="394"/>
                </a:lnTo>
                <a:lnTo>
                  <a:pt x="3228" y="460"/>
                </a:lnTo>
                <a:lnTo>
                  <a:pt x="3173" y="522"/>
                </a:lnTo>
                <a:lnTo>
                  <a:pt x="3115" y="580"/>
                </a:lnTo>
                <a:lnTo>
                  <a:pt x="3052" y="635"/>
                </a:lnTo>
                <a:lnTo>
                  <a:pt x="2987" y="687"/>
                </a:lnTo>
                <a:lnTo>
                  <a:pt x="2989" y="776"/>
                </a:lnTo>
                <a:lnTo>
                  <a:pt x="2988" y="856"/>
                </a:lnTo>
                <a:lnTo>
                  <a:pt x="2983" y="935"/>
                </a:lnTo>
                <a:lnTo>
                  <a:pt x="2974" y="1015"/>
                </a:lnTo>
                <a:lnTo>
                  <a:pt x="2962" y="1095"/>
                </a:lnTo>
                <a:lnTo>
                  <a:pt x="2948" y="1175"/>
                </a:lnTo>
                <a:lnTo>
                  <a:pt x="2929" y="1256"/>
                </a:lnTo>
                <a:lnTo>
                  <a:pt x="2908" y="1335"/>
                </a:lnTo>
                <a:lnTo>
                  <a:pt x="2883" y="1414"/>
                </a:lnTo>
                <a:lnTo>
                  <a:pt x="2855" y="1493"/>
                </a:lnTo>
                <a:lnTo>
                  <a:pt x="2824" y="1571"/>
                </a:lnTo>
                <a:lnTo>
                  <a:pt x="2789" y="1647"/>
                </a:lnTo>
                <a:lnTo>
                  <a:pt x="2751" y="1723"/>
                </a:lnTo>
                <a:lnTo>
                  <a:pt x="2711" y="1797"/>
                </a:lnTo>
                <a:lnTo>
                  <a:pt x="2667" y="1871"/>
                </a:lnTo>
                <a:lnTo>
                  <a:pt x="2620" y="1942"/>
                </a:lnTo>
                <a:lnTo>
                  <a:pt x="2570" y="2010"/>
                </a:lnTo>
                <a:lnTo>
                  <a:pt x="2517" y="2078"/>
                </a:lnTo>
                <a:lnTo>
                  <a:pt x="2460" y="2143"/>
                </a:lnTo>
                <a:lnTo>
                  <a:pt x="2401" y="2206"/>
                </a:lnTo>
                <a:lnTo>
                  <a:pt x="2338" y="2266"/>
                </a:lnTo>
                <a:lnTo>
                  <a:pt x="2273" y="2324"/>
                </a:lnTo>
                <a:lnTo>
                  <a:pt x="2204" y="2378"/>
                </a:lnTo>
                <a:lnTo>
                  <a:pt x="2132" y="2430"/>
                </a:lnTo>
                <a:lnTo>
                  <a:pt x="2059" y="2479"/>
                </a:lnTo>
                <a:lnTo>
                  <a:pt x="1981" y="2524"/>
                </a:lnTo>
                <a:lnTo>
                  <a:pt x="1901" y="2566"/>
                </a:lnTo>
                <a:lnTo>
                  <a:pt x="1817" y="2603"/>
                </a:lnTo>
                <a:lnTo>
                  <a:pt x="1731" y="2638"/>
                </a:lnTo>
                <a:lnTo>
                  <a:pt x="1642" y="2668"/>
                </a:lnTo>
                <a:lnTo>
                  <a:pt x="1550" y="2694"/>
                </a:lnTo>
                <a:lnTo>
                  <a:pt x="1455" y="2716"/>
                </a:lnTo>
                <a:lnTo>
                  <a:pt x="1357" y="2733"/>
                </a:lnTo>
                <a:lnTo>
                  <a:pt x="1257" y="2745"/>
                </a:lnTo>
                <a:lnTo>
                  <a:pt x="1153" y="2753"/>
                </a:lnTo>
                <a:lnTo>
                  <a:pt x="1047" y="2756"/>
                </a:lnTo>
                <a:lnTo>
                  <a:pt x="942" y="2753"/>
                </a:lnTo>
                <a:lnTo>
                  <a:pt x="840" y="2744"/>
                </a:lnTo>
                <a:lnTo>
                  <a:pt x="738" y="2731"/>
                </a:lnTo>
                <a:lnTo>
                  <a:pt x="638" y="2712"/>
                </a:lnTo>
                <a:lnTo>
                  <a:pt x="541" y="2687"/>
                </a:lnTo>
                <a:lnTo>
                  <a:pt x="445" y="2659"/>
                </a:lnTo>
                <a:lnTo>
                  <a:pt x="351" y="2624"/>
                </a:lnTo>
                <a:lnTo>
                  <a:pt x="259" y="2586"/>
                </a:lnTo>
                <a:lnTo>
                  <a:pt x="170" y="2543"/>
                </a:lnTo>
                <a:lnTo>
                  <a:pt x="84" y="2495"/>
                </a:lnTo>
                <a:lnTo>
                  <a:pt x="0" y="2443"/>
                </a:lnTo>
                <a:lnTo>
                  <a:pt x="81" y="2450"/>
                </a:lnTo>
                <a:lnTo>
                  <a:pt x="163" y="2452"/>
                </a:lnTo>
                <a:lnTo>
                  <a:pt x="258" y="2449"/>
                </a:lnTo>
                <a:lnTo>
                  <a:pt x="351" y="2439"/>
                </a:lnTo>
                <a:lnTo>
                  <a:pt x="442" y="2424"/>
                </a:lnTo>
                <a:lnTo>
                  <a:pt x="532" y="2402"/>
                </a:lnTo>
                <a:lnTo>
                  <a:pt x="619" y="2374"/>
                </a:lnTo>
                <a:lnTo>
                  <a:pt x="704" y="2340"/>
                </a:lnTo>
                <a:lnTo>
                  <a:pt x="785" y="2302"/>
                </a:lnTo>
                <a:lnTo>
                  <a:pt x="863" y="2258"/>
                </a:lnTo>
                <a:lnTo>
                  <a:pt x="938" y="2209"/>
                </a:lnTo>
                <a:lnTo>
                  <a:pt x="1011" y="2156"/>
                </a:lnTo>
                <a:lnTo>
                  <a:pt x="947" y="2151"/>
                </a:lnTo>
                <a:lnTo>
                  <a:pt x="886" y="2141"/>
                </a:lnTo>
                <a:lnTo>
                  <a:pt x="827" y="2125"/>
                </a:lnTo>
                <a:lnTo>
                  <a:pt x="769" y="2105"/>
                </a:lnTo>
                <a:lnTo>
                  <a:pt x="714" y="2079"/>
                </a:lnTo>
                <a:lnTo>
                  <a:pt x="662" y="2049"/>
                </a:lnTo>
                <a:lnTo>
                  <a:pt x="612" y="2015"/>
                </a:lnTo>
                <a:lnTo>
                  <a:pt x="566" y="1976"/>
                </a:lnTo>
                <a:lnTo>
                  <a:pt x="524" y="1933"/>
                </a:lnTo>
                <a:lnTo>
                  <a:pt x="485" y="1887"/>
                </a:lnTo>
                <a:lnTo>
                  <a:pt x="451" y="1838"/>
                </a:lnTo>
                <a:lnTo>
                  <a:pt x="420" y="1785"/>
                </a:lnTo>
                <a:lnTo>
                  <a:pt x="394" y="1730"/>
                </a:lnTo>
                <a:lnTo>
                  <a:pt x="373" y="1672"/>
                </a:lnTo>
                <a:lnTo>
                  <a:pt x="437" y="1682"/>
                </a:lnTo>
                <a:lnTo>
                  <a:pt x="502" y="1684"/>
                </a:lnTo>
                <a:lnTo>
                  <a:pt x="563" y="1682"/>
                </a:lnTo>
                <a:lnTo>
                  <a:pt x="624" y="1673"/>
                </a:lnTo>
                <a:lnTo>
                  <a:pt x="681" y="1661"/>
                </a:lnTo>
                <a:lnTo>
                  <a:pt x="620" y="1645"/>
                </a:lnTo>
                <a:lnTo>
                  <a:pt x="561" y="1623"/>
                </a:lnTo>
                <a:lnTo>
                  <a:pt x="505" y="1597"/>
                </a:lnTo>
                <a:lnTo>
                  <a:pt x="452" y="1566"/>
                </a:lnTo>
                <a:lnTo>
                  <a:pt x="402" y="1530"/>
                </a:lnTo>
                <a:lnTo>
                  <a:pt x="354" y="1489"/>
                </a:lnTo>
                <a:lnTo>
                  <a:pt x="311" y="1445"/>
                </a:lnTo>
                <a:lnTo>
                  <a:pt x="271" y="1397"/>
                </a:lnTo>
                <a:lnTo>
                  <a:pt x="237" y="1345"/>
                </a:lnTo>
                <a:lnTo>
                  <a:pt x="207" y="1290"/>
                </a:lnTo>
                <a:lnTo>
                  <a:pt x="181" y="1233"/>
                </a:lnTo>
                <a:lnTo>
                  <a:pt x="161" y="1172"/>
                </a:lnTo>
                <a:lnTo>
                  <a:pt x="146" y="1108"/>
                </a:lnTo>
                <a:lnTo>
                  <a:pt x="137" y="1044"/>
                </a:lnTo>
                <a:lnTo>
                  <a:pt x="134" y="977"/>
                </a:lnTo>
                <a:lnTo>
                  <a:pt x="134" y="969"/>
                </a:lnTo>
                <a:lnTo>
                  <a:pt x="181" y="994"/>
                </a:lnTo>
                <a:lnTo>
                  <a:pt x="230" y="1013"/>
                </a:lnTo>
                <a:lnTo>
                  <a:pt x="282" y="1031"/>
                </a:lnTo>
                <a:lnTo>
                  <a:pt x="334" y="1044"/>
                </a:lnTo>
                <a:lnTo>
                  <a:pt x="387" y="1052"/>
                </a:lnTo>
                <a:lnTo>
                  <a:pt x="442" y="1056"/>
                </a:lnTo>
                <a:lnTo>
                  <a:pt x="394" y="1020"/>
                </a:lnTo>
                <a:lnTo>
                  <a:pt x="349" y="980"/>
                </a:lnTo>
                <a:lnTo>
                  <a:pt x="308" y="935"/>
                </a:lnTo>
                <a:lnTo>
                  <a:pt x="270" y="888"/>
                </a:lnTo>
                <a:lnTo>
                  <a:pt x="238" y="837"/>
                </a:lnTo>
                <a:lnTo>
                  <a:pt x="209" y="783"/>
                </a:lnTo>
                <a:lnTo>
                  <a:pt x="184" y="726"/>
                </a:lnTo>
                <a:lnTo>
                  <a:pt x="165" y="667"/>
                </a:lnTo>
                <a:lnTo>
                  <a:pt x="151" y="605"/>
                </a:lnTo>
                <a:lnTo>
                  <a:pt x="142" y="543"/>
                </a:lnTo>
                <a:lnTo>
                  <a:pt x="139" y="477"/>
                </a:lnTo>
                <a:lnTo>
                  <a:pt x="142" y="414"/>
                </a:lnTo>
                <a:lnTo>
                  <a:pt x="150" y="353"/>
                </a:lnTo>
                <a:lnTo>
                  <a:pt x="163" y="293"/>
                </a:lnTo>
                <a:lnTo>
                  <a:pt x="181" y="236"/>
                </a:lnTo>
                <a:lnTo>
                  <a:pt x="204" y="180"/>
                </a:lnTo>
                <a:lnTo>
                  <a:pt x="231" y="127"/>
                </a:lnTo>
                <a:lnTo>
                  <a:pt x="297" y="204"/>
                </a:lnTo>
                <a:lnTo>
                  <a:pt x="366" y="278"/>
                </a:lnTo>
                <a:lnTo>
                  <a:pt x="438" y="348"/>
                </a:lnTo>
                <a:lnTo>
                  <a:pt x="514" y="414"/>
                </a:lnTo>
                <a:lnTo>
                  <a:pt x="593" y="477"/>
                </a:lnTo>
                <a:lnTo>
                  <a:pt x="676" y="534"/>
                </a:lnTo>
                <a:lnTo>
                  <a:pt x="761" y="588"/>
                </a:lnTo>
                <a:lnTo>
                  <a:pt x="849" y="638"/>
                </a:lnTo>
                <a:lnTo>
                  <a:pt x="940" y="682"/>
                </a:lnTo>
                <a:lnTo>
                  <a:pt x="1033" y="722"/>
                </a:lnTo>
                <a:lnTo>
                  <a:pt x="1129" y="758"/>
                </a:lnTo>
                <a:lnTo>
                  <a:pt x="1227" y="788"/>
                </a:lnTo>
                <a:lnTo>
                  <a:pt x="1327" y="812"/>
                </a:lnTo>
                <a:lnTo>
                  <a:pt x="1430" y="832"/>
                </a:lnTo>
                <a:lnTo>
                  <a:pt x="1533" y="845"/>
                </a:lnTo>
                <a:lnTo>
                  <a:pt x="1640" y="854"/>
                </a:lnTo>
                <a:lnTo>
                  <a:pt x="1630" y="803"/>
                </a:lnTo>
                <a:lnTo>
                  <a:pt x="1623" y="749"/>
                </a:lnTo>
                <a:lnTo>
                  <a:pt x="1621" y="696"/>
                </a:lnTo>
                <a:lnTo>
                  <a:pt x="1625" y="628"/>
                </a:lnTo>
                <a:lnTo>
                  <a:pt x="1635" y="563"/>
                </a:lnTo>
                <a:lnTo>
                  <a:pt x="1649" y="501"/>
                </a:lnTo>
                <a:lnTo>
                  <a:pt x="1670" y="439"/>
                </a:lnTo>
                <a:lnTo>
                  <a:pt x="1695" y="382"/>
                </a:lnTo>
                <a:lnTo>
                  <a:pt x="1726" y="326"/>
                </a:lnTo>
                <a:lnTo>
                  <a:pt x="1761" y="274"/>
                </a:lnTo>
                <a:lnTo>
                  <a:pt x="1801" y="226"/>
                </a:lnTo>
                <a:lnTo>
                  <a:pt x="1844" y="182"/>
                </a:lnTo>
                <a:lnTo>
                  <a:pt x="1892" y="142"/>
                </a:lnTo>
                <a:lnTo>
                  <a:pt x="1942" y="106"/>
                </a:lnTo>
                <a:lnTo>
                  <a:pt x="1996" y="75"/>
                </a:lnTo>
                <a:lnTo>
                  <a:pt x="2054" y="49"/>
                </a:lnTo>
                <a:lnTo>
                  <a:pt x="2113" y="28"/>
                </a:lnTo>
                <a:lnTo>
                  <a:pt x="2174" y="12"/>
                </a:lnTo>
                <a:lnTo>
                  <a:pt x="2239" y="3"/>
                </a:lnTo>
                <a:lnTo>
                  <a:pt x="2305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7137907" y="3987945"/>
            <a:ext cx="152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witteracounthere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1" name="Picture Placeholder 60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62" name="Picture Placeholder 6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3" name="Picture Placeholder 6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83840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John Doe Profile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Team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13" name="Straight Connector 12"/>
          <p:cNvCxnSpPr>
            <a:stCxn id="12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2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1635953"/>
            <a:ext cx="434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ounded Rectangle 14"/>
          <p:cNvSpPr/>
          <p:nvPr/>
        </p:nvSpPr>
        <p:spPr>
          <a:xfrm rot="5400000">
            <a:off x="3605841" y="2723669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128460" y="3232628"/>
            <a:ext cx="1548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Skill One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67400" y="3298031"/>
            <a:ext cx="2286000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867400" y="3298030"/>
            <a:ext cx="1619250" cy="1308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128460" y="3531557"/>
            <a:ext cx="1548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Skill Two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67400" y="3596960"/>
            <a:ext cx="2286000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867400" y="3596959"/>
            <a:ext cx="1981200" cy="1308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128460" y="3830486"/>
            <a:ext cx="1548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Skill Three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867400" y="3895889"/>
            <a:ext cx="2286000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867400" y="3895888"/>
            <a:ext cx="1447800" cy="130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128460" y="4129415"/>
            <a:ext cx="1548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Skill Four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67400" y="4194818"/>
            <a:ext cx="2286000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867400" y="4194817"/>
            <a:ext cx="1828800" cy="1308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8401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Professional Team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Team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14" name="Straight Connector 13"/>
          <p:cNvCxnSpPr>
            <a:stCxn id="1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1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7489" y="2563068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56739" y="2563068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5989" y="2563068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95239" y="2563068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4489" y="2563068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7489" y="4271951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56739" y="4271951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75989" y="4271951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95239" y="4271951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4489" y="4271951"/>
            <a:ext cx="992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 Here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8" name="Picture Placeholder 37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9" name="Picture Placeholder 38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0" name="Picture Placeholder 39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1" name="Picture Placeholder 40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2" name="Picture Placeholder 41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43" name="Picture Placeholder 42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44" name="Picture Placeholder 43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5" name="Picture Placeholder 44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46" name="Picture Placeholder 45"/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84942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Project Showcase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 rot="5400000">
            <a:off x="2678740" y="2317271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4"/>
          <p:cNvSpPr/>
          <p:nvPr/>
        </p:nvSpPr>
        <p:spPr>
          <a:xfrm rot="5400000">
            <a:off x="5953439" y="2317271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81000" y="3579612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Project Name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0" y="3579612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Project Name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6934200" y="3579612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Project Name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293646" y="3796214"/>
            <a:ext cx="2003509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error.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70245" y="3796214"/>
            <a:ext cx="2003509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error.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6845" y="3796214"/>
            <a:ext cx="2003509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error.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Portfolio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2" name="Straight Connector 31"/>
          <p:cNvCxnSpPr>
            <a:stCxn id="31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1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6" name="Picture Placeholder 35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7" name="Picture Placeholder 36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65946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Project Showcase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Portfolio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3" name="Straight Connector 32"/>
          <p:cNvCxnSpPr>
            <a:stCxn id="32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2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6" name="Picture Placeholder 35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7" name="Picture Placeholder 36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8" name="Picture Placeholder 37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9" name="Picture Placeholder 38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0" name="Picture Placeholder 39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1" name="Picture Placeholder 40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42" name="Picture Placeholder 41"/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18651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Project Showcase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962400" y="2593298"/>
            <a:ext cx="563478" cy="653634"/>
            <a:chOff x="3850240" y="2353456"/>
            <a:chExt cx="976998" cy="1133318"/>
          </a:xfrm>
        </p:grpSpPr>
        <p:sp>
          <p:nvSpPr>
            <p:cNvPr id="9" name="Isosceles Triangle 8"/>
            <p:cNvSpPr/>
            <p:nvPr/>
          </p:nvSpPr>
          <p:spPr>
            <a:xfrm rot="16200000" flipH="1">
              <a:off x="3772080" y="2431616"/>
              <a:ext cx="1133318" cy="97699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1079500" sx="104000" sy="104000" algn="ct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/>
            <p:cNvSpPr/>
            <p:nvPr/>
          </p:nvSpPr>
          <p:spPr>
            <a:xfrm rot="16200000" flipH="1">
              <a:off x="4230074" y="2730854"/>
              <a:ext cx="439086" cy="378522"/>
            </a:xfrm>
            <a:prstGeom prst="triangle">
              <a:avLst/>
            </a:prstGeom>
            <a:solidFill>
              <a:schemeClr val="tx2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5018741" y="3466729"/>
            <a:ext cx="1343959" cy="2768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18741" y="3466729"/>
            <a:ext cx="1523850" cy="276862"/>
          </a:xfrm>
          <a:custGeom>
            <a:avLst/>
            <a:gdLst/>
            <a:ahLst/>
            <a:cxnLst/>
            <a:rect l="l" t="t" r="r" b="b"/>
            <a:pathLst>
              <a:path w="1523850" h="276862">
                <a:moveTo>
                  <a:pt x="1343419" y="22544"/>
                </a:moveTo>
                <a:lnTo>
                  <a:pt x="1341616" y="22760"/>
                </a:lnTo>
                <a:lnTo>
                  <a:pt x="1339958" y="23263"/>
                </a:lnTo>
                <a:lnTo>
                  <a:pt x="1338299" y="24055"/>
                </a:lnTo>
                <a:lnTo>
                  <a:pt x="1336929" y="25134"/>
                </a:lnTo>
                <a:lnTo>
                  <a:pt x="1335558" y="26429"/>
                </a:lnTo>
                <a:lnTo>
                  <a:pt x="1334477" y="27867"/>
                </a:lnTo>
                <a:lnTo>
                  <a:pt x="1333539" y="29738"/>
                </a:lnTo>
                <a:lnTo>
                  <a:pt x="1309596" y="88077"/>
                </a:lnTo>
                <a:lnTo>
                  <a:pt x="1308803" y="89732"/>
                </a:lnTo>
                <a:lnTo>
                  <a:pt x="1307794" y="91170"/>
                </a:lnTo>
                <a:lnTo>
                  <a:pt x="1306495" y="92465"/>
                </a:lnTo>
                <a:lnTo>
                  <a:pt x="1305053" y="93472"/>
                </a:lnTo>
                <a:lnTo>
                  <a:pt x="1303467" y="94335"/>
                </a:lnTo>
                <a:lnTo>
                  <a:pt x="1301736" y="94911"/>
                </a:lnTo>
                <a:lnTo>
                  <a:pt x="1299933" y="95199"/>
                </a:lnTo>
                <a:lnTo>
                  <a:pt x="1232648" y="101529"/>
                </a:lnTo>
                <a:lnTo>
                  <a:pt x="1230629" y="101889"/>
                </a:lnTo>
                <a:lnTo>
                  <a:pt x="1228754" y="102536"/>
                </a:lnTo>
                <a:lnTo>
                  <a:pt x="1227023" y="103543"/>
                </a:lnTo>
                <a:lnTo>
                  <a:pt x="1225653" y="104766"/>
                </a:lnTo>
                <a:lnTo>
                  <a:pt x="1224427" y="106205"/>
                </a:lnTo>
                <a:lnTo>
                  <a:pt x="1223489" y="107787"/>
                </a:lnTo>
                <a:lnTo>
                  <a:pt x="1222768" y="109514"/>
                </a:lnTo>
                <a:lnTo>
                  <a:pt x="1222335" y="111240"/>
                </a:lnTo>
                <a:lnTo>
                  <a:pt x="1222191" y="113110"/>
                </a:lnTo>
                <a:lnTo>
                  <a:pt x="1222335" y="114981"/>
                </a:lnTo>
                <a:lnTo>
                  <a:pt x="1222768" y="116779"/>
                </a:lnTo>
                <a:lnTo>
                  <a:pt x="1223561" y="118578"/>
                </a:lnTo>
                <a:lnTo>
                  <a:pt x="1224643" y="120160"/>
                </a:lnTo>
                <a:lnTo>
                  <a:pt x="1226086" y="121743"/>
                </a:lnTo>
                <a:lnTo>
                  <a:pt x="1276856" y="166271"/>
                </a:lnTo>
                <a:lnTo>
                  <a:pt x="1278298" y="167781"/>
                </a:lnTo>
                <a:lnTo>
                  <a:pt x="1279452" y="169508"/>
                </a:lnTo>
                <a:lnTo>
                  <a:pt x="1280245" y="171378"/>
                </a:lnTo>
                <a:lnTo>
                  <a:pt x="1280678" y="173392"/>
                </a:lnTo>
                <a:lnTo>
                  <a:pt x="1280750" y="175478"/>
                </a:lnTo>
                <a:lnTo>
                  <a:pt x="1280461" y="177564"/>
                </a:lnTo>
                <a:lnTo>
                  <a:pt x="1265245" y="239932"/>
                </a:lnTo>
                <a:lnTo>
                  <a:pt x="1264884" y="242162"/>
                </a:lnTo>
                <a:lnTo>
                  <a:pt x="1265028" y="244320"/>
                </a:lnTo>
                <a:lnTo>
                  <a:pt x="1265533" y="246334"/>
                </a:lnTo>
                <a:lnTo>
                  <a:pt x="1266327" y="248205"/>
                </a:lnTo>
                <a:lnTo>
                  <a:pt x="1267408" y="249859"/>
                </a:lnTo>
                <a:lnTo>
                  <a:pt x="1268851" y="251370"/>
                </a:lnTo>
                <a:lnTo>
                  <a:pt x="1270509" y="252521"/>
                </a:lnTo>
                <a:lnTo>
                  <a:pt x="1272240" y="253456"/>
                </a:lnTo>
                <a:lnTo>
                  <a:pt x="1274115" y="254031"/>
                </a:lnTo>
                <a:lnTo>
                  <a:pt x="1276134" y="254319"/>
                </a:lnTo>
                <a:lnTo>
                  <a:pt x="1278226" y="254175"/>
                </a:lnTo>
                <a:lnTo>
                  <a:pt x="1280317" y="253672"/>
                </a:lnTo>
                <a:lnTo>
                  <a:pt x="1282409" y="252665"/>
                </a:lnTo>
                <a:lnTo>
                  <a:pt x="1338515" y="219718"/>
                </a:lnTo>
                <a:lnTo>
                  <a:pt x="1340390" y="218855"/>
                </a:lnTo>
                <a:lnTo>
                  <a:pt x="1342409" y="218280"/>
                </a:lnTo>
                <a:lnTo>
                  <a:pt x="1344429" y="218136"/>
                </a:lnTo>
                <a:lnTo>
                  <a:pt x="1346448" y="218280"/>
                </a:lnTo>
                <a:lnTo>
                  <a:pt x="1348467" y="218855"/>
                </a:lnTo>
                <a:lnTo>
                  <a:pt x="1350342" y="219718"/>
                </a:lnTo>
                <a:lnTo>
                  <a:pt x="1406449" y="252665"/>
                </a:lnTo>
                <a:lnTo>
                  <a:pt x="1408540" y="253672"/>
                </a:lnTo>
                <a:lnTo>
                  <a:pt x="1410632" y="254175"/>
                </a:lnTo>
                <a:lnTo>
                  <a:pt x="1412723" y="254319"/>
                </a:lnTo>
                <a:lnTo>
                  <a:pt x="1414742" y="254103"/>
                </a:lnTo>
                <a:lnTo>
                  <a:pt x="1416689" y="253528"/>
                </a:lnTo>
                <a:lnTo>
                  <a:pt x="1418492" y="252593"/>
                </a:lnTo>
                <a:lnTo>
                  <a:pt x="1420007" y="251442"/>
                </a:lnTo>
                <a:lnTo>
                  <a:pt x="1421449" y="249931"/>
                </a:lnTo>
                <a:lnTo>
                  <a:pt x="1422531" y="248277"/>
                </a:lnTo>
                <a:lnTo>
                  <a:pt x="1423396" y="246406"/>
                </a:lnTo>
                <a:lnTo>
                  <a:pt x="1423829" y="244392"/>
                </a:lnTo>
                <a:lnTo>
                  <a:pt x="1423973" y="242162"/>
                </a:lnTo>
                <a:lnTo>
                  <a:pt x="1423613" y="239932"/>
                </a:lnTo>
                <a:lnTo>
                  <a:pt x="1408612" y="177564"/>
                </a:lnTo>
                <a:lnTo>
                  <a:pt x="1408324" y="175478"/>
                </a:lnTo>
                <a:lnTo>
                  <a:pt x="1408396" y="173392"/>
                </a:lnTo>
                <a:lnTo>
                  <a:pt x="1408829" y="171378"/>
                </a:lnTo>
                <a:lnTo>
                  <a:pt x="1409694" y="169508"/>
                </a:lnTo>
                <a:lnTo>
                  <a:pt x="1410776" y="167781"/>
                </a:lnTo>
                <a:lnTo>
                  <a:pt x="1412290" y="166271"/>
                </a:lnTo>
                <a:lnTo>
                  <a:pt x="1463060" y="121743"/>
                </a:lnTo>
                <a:lnTo>
                  <a:pt x="1464359" y="120160"/>
                </a:lnTo>
                <a:lnTo>
                  <a:pt x="1465440" y="118578"/>
                </a:lnTo>
                <a:lnTo>
                  <a:pt x="1466161" y="116779"/>
                </a:lnTo>
                <a:lnTo>
                  <a:pt x="1466594" y="114981"/>
                </a:lnTo>
                <a:lnTo>
                  <a:pt x="1466666" y="113110"/>
                </a:lnTo>
                <a:lnTo>
                  <a:pt x="1466522" y="111240"/>
                </a:lnTo>
                <a:lnTo>
                  <a:pt x="1466017" y="109514"/>
                </a:lnTo>
                <a:lnTo>
                  <a:pt x="1465296" y="107787"/>
                </a:lnTo>
                <a:lnTo>
                  <a:pt x="1464286" y="106205"/>
                </a:lnTo>
                <a:lnTo>
                  <a:pt x="1463133" y="104766"/>
                </a:lnTo>
                <a:lnTo>
                  <a:pt x="1461618" y="103543"/>
                </a:lnTo>
                <a:lnTo>
                  <a:pt x="1459959" y="102536"/>
                </a:lnTo>
                <a:lnTo>
                  <a:pt x="1458084" y="101889"/>
                </a:lnTo>
                <a:lnTo>
                  <a:pt x="1456065" y="101529"/>
                </a:lnTo>
                <a:lnTo>
                  <a:pt x="1388708" y="95199"/>
                </a:lnTo>
                <a:lnTo>
                  <a:pt x="1386617" y="94767"/>
                </a:lnTo>
                <a:lnTo>
                  <a:pt x="1384670" y="94120"/>
                </a:lnTo>
                <a:lnTo>
                  <a:pt x="1383011" y="92969"/>
                </a:lnTo>
                <a:lnTo>
                  <a:pt x="1381425" y="91602"/>
                </a:lnTo>
                <a:lnTo>
                  <a:pt x="1380054" y="89947"/>
                </a:lnTo>
                <a:lnTo>
                  <a:pt x="1379117" y="88077"/>
                </a:lnTo>
                <a:lnTo>
                  <a:pt x="1354958" y="29738"/>
                </a:lnTo>
                <a:lnTo>
                  <a:pt x="1354020" y="27867"/>
                </a:lnTo>
                <a:lnTo>
                  <a:pt x="1352938" y="26429"/>
                </a:lnTo>
                <a:lnTo>
                  <a:pt x="1351568" y="25134"/>
                </a:lnTo>
                <a:lnTo>
                  <a:pt x="1350198" y="24055"/>
                </a:lnTo>
                <a:lnTo>
                  <a:pt x="1348539" y="23263"/>
                </a:lnTo>
                <a:lnTo>
                  <a:pt x="1346881" y="22760"/>
                </a:lnTo>
                <a:lnTo>
                  <a:pt x="1345078" y="22544"/>
                </a:lnTo>
                <a:close/>
                <a:moveTo>
                  <a:pt x="1052166" y="22544"/>
                </a:moveTo>
                <a:lnTo>
                  <a:pt x="1050363" y="22760"/>
                </a:lnTo>
                <a:lnTo>
                  <a:pt x="1048705" y="23263"/>
                </a:lnTo>
                <a:lnTo>
                  <a:pt x="1047046" y="24055"/>
                </a:lnTo>
                <a:lnTo>
                  <a:pt x="1045676" y="25134"/>
                </a:lnTo>
                <a:lnTo>
                  <a:pt x="1044305" y="26429"/>
                </a:lnTo>
                <a:lnTo>
                  <a:pt x="1043224" y="27867"/>
                </a:lnTo>
                <a:lnTo>
                  <a:pt x="1042286" y="29738"/>
                </a:lnTo>
                <a:lnTo>
                  <a:pt x="1018343" y="88077"/>
                </a:lnTo>
                <a:lnTo>
                  <a:pt x="1017550" y="89732"/>
                </a:lnTo>
                <a:lnTo>
                  <a:pt x="1016541" y="91170"/>
                </a:lnTo>
                <a:lnTo>
                  <a:pt x="1015242" y="92465"/>
                </a:lnTo>
                <a:lnTo>
                  <a:pt x="1013800" y="93472"/>
                </a:lnTo>
                <a:lnTo>
                  <a:pt x="1012214" y="94335"/>
                </a:lnTo>
                <a:lnTo>
                  <a:pt x="1010483" y="94911"/>
                </a:lnTo>
                <a:lnTo>
                  <a:pt x="1008680" y="95199"/>
                </a:lnTo>
                <a:lnTo>
                  <a:pt x="941395" y="101529"/>
                </a:lnTo>
                <a:lnTo>
                  <a:pt x="939376" y="101889"/>
                </a:lnTo>
                <a:lnTo>
                  <a:pt x="937501" y="102536"/>
                </a:lnTo>
                <a:lnTo>
                  <a:pt x="935770" y="103543"/>
                </a:lnTo>
                <a:lnTo>
                  <a:pt x="934400" y="104766"/>
                </a:lnTo>
                <a:lnTo>
                  <a:pt x="933174" y="106205"/>
                </a:lnTo>
                <a:lnTo>
                  <a:pt x="932236" y="107787"/>
                </a:lnTo>
                <a:lnTo>
                  <a:pt x="931515" y="109514"/>
                </a:lnTo>
                <a:lnTo>
                  <a:pt x="931082" y="111240"/>
                </a:lnTo>
                <a:lnTo>
                  <a:pt x="930938" y="113110"/>
                </a:lnTo>
                <a:lnTo>
                  <a:pt x="931082" y="114981"/>
                </a:lnTo>
                <a:lnTo>
                  <a:pt x="931515" y="116779"/>
                </a:lnTo>
                <a:lnTo>
                  <a:pt x="932308" y="118578"/>
                </a:lnTo>
                <a:lnTo>
                  <a:pt x="933390" y="120160"/>
                </a:lnTo>
                <a:lnTo>
                  <a:pt x="934833" y="121743"/>
                </a:lnTo>
                <a:lnTo>
                  <a:pt x="985603" y="166271"/>
                </a:lnTo>
                <a:lnTo>
                  <a:pt x="987045" y="167781"/>
                </a:lnTo>
                <a:lnTo>
                  <a:pt x="988199" y="169508"/>
                </a:lnTo>
                <a:lnTo>
                  <a:pt x="988992" y="171378"/>
                </a:lnTo>
                <a:lnTo>
                  <a:pt x="989425" y="173392"/>
                </a:lnTo>
                <a:lnTo>
                  <a:pt x="989497" y="175478"/>
                </a:lnTo>
                <a:lnTo>
                  <a:pt x="989208" y="177564"/>
                </a:lnTo>
                <a:lnTo>
                  <a:pt x="973992" y="239932"/>
                </a:lnTo>
                <a:lnTo>
                  <a:pt x="973631" y="242162"/>
                </a:lnTo>
                <a:lnTo>
                  <a:pt x="973775" y="244320"/>
                </a:lnTo>
                <a:lnTo>
                  <a:pt x="974280" y="246334"/>
                </a:lnTo>
                <a:lnTo>
                  <a:pt x="975074" y="248205"/>
                </a:lnTo>
                <a:lnTo>
                  <a:pt x="976155" y="249859"/>
                </a:lnTo>
                <a:lnTo>
                  <a:pt x="977598" y="251370"/>
                </a:lnTo>
                <a:lnTo>
                  <a:pt x="979256" y="252521"/>
                </a:lnTo>
                <a:lnTo>
                  <a:pt x="980987" y="253456"/>
                </a:lnTo>
                <a:lnTo>
                  <a:pt x="982862" y="254031"/>
                </a:lnTo>
                <a:lnTo>
                  <a:pt x="984881" y="254319"/>
                </a:lnTo>
                <a:lnTo>
                  <a:pt x="986973" y="254175"/>
                </a:lnTo>
                <a:lnTo>
                  <a:pt x="989064" y="253672"/>
                </a:lnTo>
                <a:lnTo>
                  <a:pt x="991156" y="252665"/>
                </a:lnTo>
                <a:lnTo>
                  <a:pt x="1047262" y="219718"/>
                </a:lnTo>
                <a:lnTo>
                  <a:pt x="1049137" y="218855"/>
                </a:lnTo>
                <a:lnTo>
                  <a:pt x="1051156" y="218280"/>
                </a:lnTo>
                <a:lnTo>
                  <a:pt x="1053176" y="218136"/>
                </a:lnTo>
                <a:lnTo>
                  <a:pt x="1055195" y="218280"/>
                </a:lnTo>
                <a:lnTo>
                  <a:pt x="1057214" y="218855"/>
                </a:lnTo>
                <a:lnTo>
                  <a:pt x="1059089" y="219718"/>
                </a:lnTo>
                <a:lnTo>
                  <a:pt x="1115196" y="252665"/>
                </a:lnTo>
                <a:lnTo>
                  <a:pt x="1117287" y="253672"/>
                </a:lnTo>
                <a:lnTo>
                  <a:pt x="1119379" y="254175"/>
                </a:lnTo>
                <a:lnTo>
                  <a:pt x="1121470" y="254319"/>
                </a:lnTo>
                <a:lnTo>
                  <a:pt x="1123489" y="254103"/>
                </a:lnTo>
                <a:lnTo>
                  <a:pt x="1125436" y="253528"/>
                </a:lnTo>
                <a:lnTo>
                  <a:pt x="1127239" y="252593"/>
                </a:lnTo>
                <a:lnTo>
                  <a:pt x="1128754" y="251442"/>
                </a:lnTo>
                <a:lnTo>
                  <a:pt x="1130196" y="249931"/>
                </a:lnTo>
                <a:lnTo>
                  <a:pt x="1131278" y="248277"/>
                </a:lnTo>
                <a:lnTo>
                  <a:pt x="1132143" y="246406"/>
                </a:lnTo>
                <a:lnTo>
                  <a:pt x="1132576" y="244392"/>
                </a:lnTo>
                <a:lnTo>
                  <a:pt x="1132720" y="242162"/>
                </a:lnTo>
                <a:lnTo>
                  <a:pt x="1132360" y="239932"/>
                </a:lnTo>
                <a:lnTo>
                  <a:pt x="1117359" y="177564"/>
                </a:lnTo>
                <a:lnTo>
                  <a:pt x="1117071" y="175478"/>
                </a:lnTo>
                <a:lnTo>
                  <a:pt x="1117143" y="173392"/>
                </a:lnTo>
                <a:lnTo>
                  <a:pt x="1117576" y="171378"/>
                </a:lnTo>
                <a:lnTo>
                  <a:pt x="1118441" y="169508"/>
                </a:lnTo>
                <a:lnTo>
                  <a:pt x="1119523" y="167781"/>
                </a:lnTo>
                <a:lnTo>
                  <a:pt x="1121037" y="166271"/>
                </a:lnTo>
                <a:lnTo>
                  <a:pt x="1171807" y="121743"/>
                </a:lnTo>
                <a:lnTo>
                  <a:pt x="1173106" y="120160"/>
                </a:lnTo>
                <a:lnTo>
                  <a:pt x="1174187" y="118578"/>
                </a:lnTo>
                <a:lnTo>
                  <a:pt x="1174908" y="116779"/>
                </a:lnTo>
                <a:lnTo>
                  <a:pt x="1175341" y="114981"/>
                </a:lnTo>
                <a:lnTo>
                  <a:pt x="1175413" y="113110"/>
                </a:lnTo>
                <a:lnTo>
                  <a:pt x="1175269" y="111240"/>
                </a:lnTo>
                <a:lnTo>
                  <a:pt x="1174764" y="109514"/>
                </a:lnTo>
                <a:lnTo>
                  <a:pt x="1174043" y="107787"/>
                </a:lnTo>
                <a:lnTo>
                  <a:pt x="1173033" y="106205"/>
                </a:lnTo>
                <a:lnTo>
                  <a:pt x="1171880" y="104766"/>
                </a:lnTo>
                <a:lnTo>
                  <a:pt x="1170365" y="103543"/>
                </a:lnTo>
                <a:lnTo>
                  <a:pt x="1168706" y="102536"/>
                </a:lnTo>
                <a:lnTo>
                  <a:pt x="1166831" y="101889"/>
                </a:lnTo>
                <a:lnTo>
                  <a:pt x="1164812" y="101529"/>
                </a:lnTo>
                <a:lnTo>
                  <a:pt x="1097455" y="95199"/>
                </a:lnTo>
                <a:lnTo>
                  <a:pt x="1095364" y="94767"/>
                </a:lnTo>
                <a:lnTo>
                  <a:pt x="1093417" y="94120"/>
                </a:lnTo>
                <a:lnTo>
                  <a:pt x="1091758" y="92969"/>
                </a:lnTo>
                <a:lnTo>
                  <a:pt x="1090172" y="91602"/>
                </a:lnTo>
                <a:lnTo>
                  <a:pt x="1088801" y="89947"/>
                </a:lnTo>
                <a:lnTo>
                  <a:pt x="1087864" y="88077"/>
                </a:lnTo>
                <a:lnTo>
                  <a:pt x="1063705" y="29738"/>
                </a:lnTo>
                <a:lnTo>
                  <a:pt x="1062767" y="27867"/>
                </a:lnTo>
                <a:lnTo>
                  <a:pt x="1061685" y="26429"/>
                </a:lnTo>
                <a:lnTo>
                  <a:pt x="1060315" y="25134"/>
                </a:lnTo>
                <a:lnTo>
                  <a:pt x="1058945" y="24055"/>
                </a:lnTo>
                <a:lnTo>
                  <a:pt x="1057286" y="23263"/>
                </a:lnTo>
                <a:lnTo>
                  <a:pt x="1055628" y="22760"/>
                </a:lnTo>
                <a:lnTo>
                  <a:pt x="1053825" y="22544"/>
                </a:lnTo>
                <a:close/>
                <a:moveTo>
                  <a:pt x="760914" y="22544"/>
                </a:moveTo>
                <a:lnTo>
                  <a:pt x="759111" y="22760"/>
                </a:lnTo>
                <a:lnTo>
                  <a:pt x="757453" y="23263"/>
                </a:lnTo>
                <a:lnTo>
                  <a:pt x="755794" y="24055"/>
                </a:lnTo>
                <a:lnTo>
                  <a:pt x="754424" y="25134"/>
                </a:lnTo>
                <a:lnTo>
                  <a:pt x="753053" y="26429"/>
                </a:lnTo>
                <a:lnTo>
                  <a:pt x="751972" y="27867"/>
                </a:lnTo>
                <a:lnTo>
                  <a:pt x="751034" y="29738"/>
                </a:lnTo>
                <a:lnTo>
                  <a:pt x="727091" y="88077"/>
                </a:lnTo>
                <a:lnTo>
                  <a:pt x="726298" y="89732"/>
                </a:lnTo>
                <a:lnTo>
                  <a:pt x="725289" y="91170"/>
                </a:lnTo>
                <a:lnTo>
                  <a:pt x="723990" y="92465"/>
                </a:lnTo>
                <a:lnTo>
                  <a:pt x="722548" y="93472"/>
                </a:lnTo>
                <a:lnTo>
                  <a:pt x="720962" y="94335"/>
                </a:lnTo>
                <a:lnTo>
                  <a:pt x="719231" y="94911"/>
                </a:lnTo>
                <a:lnTo>
                  <a:pt x="717428" y="95199"/>
                </a:lnTo>
                <a:lnTo>
                  <a:pt x="650143" y="101529"/>
                </a:lnTo>
                <a:lnTo>
                  <a:pt x="648124" y="101889"/>
                </a:lnTo>
                <a:lnTo>
                  <a:pt x="646249" y="102536"/>
                </a:lnTo>
                <a:lnTo>
                  <a:pt x="644518" y="103543"/>
                </a:lnTo>
                <a:lnTo>
                  <a:pt x="643148" y="104766"/>
                </a:lnTo>
                <a:lnTo>
                  <a:pt x="641922" y="106205"/>
                </a:lnTo>
                <a:lnTo>
                  <a:pt x="640984" y="107787"/>
                </a:lnTo>
                <a:lnTo>
                  <a:pt x="640263" y="109514"/>
                </a:lnTo>
                <a:lnTo>
                  <a:pt x="639830" y="111240"/>
                </a:lnTo>
                <a:lnTo>
                  <a:pt x="639686" y="113110"/>
                </a:lnTo>
                <a:lnTo>
                  <a:pt x="639830" y="114981"/>
                </a:lnTo>
                <a:lnTo>
                  <a:pt x="640263" y="116779"/>
                </a:lnTo>
                <a:lnTo>
                  <a:pt x="641056" y="118578"/>
                </a:lnTo>
                <a:lnTo>
                  <a:pt x="642138" y="120160"/>
                </a:lnTo>
                <a:lnTo>
                  <a:pt x="643581" y="121743"/>
                </a:lnTo>
                <a:lnTo>
                  <a:pt x="694351" y="166271"/>
                </a:lnTo>
                <a:lnTo>
                  <a:pt x="695793" y="167781"/>
                </a:lnTo>
                <a:lnTo>
                  <a:pt x="696947" y="169508"/>
                </a:lnTo>
                <a:lnTo>
                  <a:pt x="697740" y="171378"/>
                </a:lnTo>
                <a:lnTo>
                  <a:pt x="698173" y="173392"/>
                </a:lnTo>
                <a:lnTo>
                  <a:pt x="698245" y="175478"/>
                </a:lnTo>
                <a:lnTo>
                  <a:pt x="697956" y="177564"/>
                </a:lnTo>
                <a:lnTo>
                  <a:pt x="682740" y="239932"/>
                </a:lnTo>
                <a:lnTo>
                  <a:pt x="682379" y="242162"/>
                </a:lnTo>
                <a:lnTo>
                  <a:pt x="682523" y="244320"/>
                </a:lnTo>
                <a:lnTo>
                  <a:pt x="683028" y="246334"/>
                </a:lnTo>
                <a:lnTo>
                  <a:pt x="683822" y="248205"/>
                </a:lnTo>
                <a:lnTo>
                  <a:pt x="684903" y="249859"/>
                </a:lnTo>
                <a:lnTo>
                  <a:pt x="686346" y="251370"/>
                </a:lnTo>
                <a:lnTo>
                  <a:pt x="688004" y="252521"/>
                </a:lnTo>
                <a:lnTo>
                  <a:pt x="689735" y="253456"/>
                </a:lnTo>
                <a:lnTo>
                  <a:pt x="691610" y="254031"/>
                </a:lnTo>
                <a:lnTo>
                  <a:pt x="693629" y="254319"/>
                </a:lnTo>
                <a:lnTo>
                  <a:pt x="695721" y="254175"/>
                </a:lnTo>
                <a:lnTo>
                  <a:pt x="697812" y="253672"/>
                </a:lnTo>
                <a:lnTo>
                  <a:pt x="699904" y="252665"/>
                </a:lnTo>
                <a:lnTo>
                  <a:pt x="756010" y="219718"/>
                </a:lnTo>
                <a:lnTo>
                  <a:pt x="757885" y="218855"/>
                </a:lnTo>
                <a:lnTo>
                  <a:pt x="759904" y="218280"/>
                </a:lnTo>
                <a:lnTo>
                  <a:pt x="761924" y="218136"/>
                </a:lnTo>
                <a:lnTo>
                  <a:pt x="763943" y="218280"/>
                </a:lnTo>
                <a:lnTo>
                  <a:pt x="765962" y="218855"/>
                </a:lnTo>
                <a:lnTo>
                  <a:pt x="767837" y="219718"/>
                </a:lnTo>
                <a:lnTo>
                  <a:pt x="823944" y="252665"/>
                </a:lnTo>
                <a:lnTo>
                  <a:pt x="826035" y="253672"/>
                </a:lnTo>
                <a:lnTo>
                  <a:pt x="828127" y="254175"/>
                </a:lnTo>
                <a:lnTo>
                  <a:pt x="830218" y="254319"/>
                </a:lnTo>
                <a:lnTo>
                  <a:pt x="832237" y="254103"/>
                </a:lnTo>
                <a:lnTo>
                  <a:pt x="834184" y="253528"/>
                </a:lnTo>
                <a:lnTo>
                  <a:pt x="835987" y="252593"/>
                </a:lnTo>
                <a:lnTo>
                  <a:pt x="837502" y="251442"/>
                </a:lnTo>
                <a:lnTo>
                  <a:pt x="838944" y="249931"/>
                </a:lnTo>
                <a:lnTo>
                  <a:pt x="840026" y="248277"/>
                </a:lnTo>
                <a:lnTo>
                  <a:pt x="840891" y="246406"/>
                </a:lnTo>
                <a:lnTo>
                  <a:pt x="841324" y="244392"/>
                </a:lnTo>
                <a:lnTo>
                  <a:pt x="841468" y="242162"/>
                </a:lnTo>
                <a:lnTo>
                  <a:pt x="841108" y="239932"/>
                </a:lnTo>
                <a:lnTo>
                  <a:pt x="826107" y="177564"/>
                </a:lnTo>
                <a:lnTo>
                  <a:pt x="825819" y="175478"/>
                </a:lnTo>
                <a:lnTo>
                  <a:pt x="825891" y="173392"/>
                </a:lnTo>
                <a:lnTo>
                  <a:pt x="826324" y="171378"/>
                </a:lnTo>
                <a:lnTo>
                  <a:pt x="827189" y="169508"/>
                </a:lnTo>
                <a:lnTo>
                  <a:pt x="828271" y="167781"/>
                </a:lnTo>
                <a:lnTo>
                  <a:pt x="829785" y="166271"/>
                </a:lnTo>
                <a:lnTo>
                  <a:pt x="880555" y="121743"/>
                </a:lnTo>
                <a:lnTo>
                  <a:pt x="881854" y="120160"/>
                </a:lnTo>
                <a:lnTo>
                  <a:pt x="882935" y="118578"/>
                </a:lnTo>
                <a:lnTo>
                  <a:pt x="883656" y="116779"/>
                </a:lnTo>
                <a:lnTo>
                  <a:pt x="884089" y="114981"/>
                </a:lnTo>
                <a:lnTo>
                  <a:pt x="884161" y="113110"/>
                </a:lnTo>
                <a:lnTo>
                  <a:pt x="884017" y="111240"/>
                </a:lnTo>
                <a:lnTo>
                  <a:pt x="883512" y="109514"/>
                </a:lnTo>
                <a:lnTo>
                  <a:pt x="882791" y="107787"/>
                </a:lnTo>
                <a:lnTo>
                  <a:pt x="881781" y="106205"/>
                </a:lnTo>
                <a:lnTo>
                  <a:pt x="880628" y="104766"/>
                </a:lnTo>
                <a:lnTo>
                  <a:pt x="879113" y="103543"/>
                </a:lnTo>
                <a:lnTo>
                  <a:pt x="877454" y="102536"/>
                </a:lnTo>
                <a:lnTo>
                  <a:pt x="875579" y="101889"/>
                </a:lnTo>
                <a:lnTo>
                  <a:pt x="873560" y="101529"/>
                </a:lnTo>
                <a:lnTo>
                  <a:pt x="806203" y="95199"/>
                </a:lnTo>
                <a:lnTo>
                  <a:pt x="804112" y="94767"/>
                </a:lnTo>
                <a:lnTo>
                  <a:pt x="802165" y="94120"/>
                </a:lnTo>
                <a:lnTo>
                  <a:pt x="800506" y="92969"/>
                </a:lnTo>
                <a:lnTo>
                  <a:pt x="798920" y="91602"/>
                </a:lnTo>
                <a:lnTo>
                  <a:pt x="797549" y="89947"/>
                </a:lnTo>
                <a:lnTo>
                  <a:pt x="796612" y="88077"/>
                </a:lnTo>
                <a:lnTo>
                  <a:pt x="772453" y="29738"/>
                </a:lnTo>
                <a:lnTo>
                  <a:pt x="771515" y="27867"/>
                </a:lnTo>
                <a:lnTo>
                  <a:pt x="770433" y="26429"/>
                </a:lnTo>
                <a:lnTo>
                  <a:pt x="769063" y="25134"/>
                </a:lnTo>
                <a:lnTo>
                  <a:pt x="767693" y="24055"/>
                </a:lnTo>
                <a:lnTo>
                  <a:pt x="766034" y="23263"/>
                </a:lnTo>
                <a:lnTo>
                  <a:pt x="764376" y="22760"/>
                </a:lnTo>
                <a:lnTo>
                  <a:pt x="762573" y="22544"/>
                </a:lnTo>
                <a:close/>
                <a:moveTo>
                  <a:pt x="469662" y="22544"/>
                </a:moveTo>
                <a:lnTo>
                  <a:pt x="467859" y="22760"/>
                </a:lnTo>
                <a:lnTo>
                  <a:pt x="466201" y="23263"/>
                </a:lnTo>
                <a:lnTo>
                  <a:pt x="464542" y="24055"/>
                </a:lnTo>
                <a:lnTo>
                  <a:pt x="463172" y="25134"/>
                </a:lnTo>
                <a:lnTo>
                  <a:pt x="461801" y="26429"/>
                </a:lnTo>
                <a:lnTo>
                  <a:pt x="460720" y="27867"/>
                </a:lnTo>
                <a:lnTo>
                  <a:pt x="459782" y="29738"/>
                </a:lnTo>
                <a:lnTo>
                  <a:pt x="435839" y="88077"/>
                </a:lnTo>
                <a:lnTo>
                  <a:pt x="435046" y="89732"/>
                </a:lnTo>
                <a:lnTo>
                  <a:pt x="434037" y="91170"/>
                </a:lnTo>
                <a:lnTo>
                  <a:pt x="432738" y="92465"/>
                </a:lnTo>
                <a:lnTo>
                  <a:pt x="431296" y="93472"/>
                </a:lnTo>
                <a:lnTo>
                  <a:pt x="429710" y="94335"/>
                </a:lnTo>
                <a:lnTo>
                  <a:pt x="427979" y="94911"/>
                </a:lnTo>
                <a:lnTo>
                  <a:pt x="426176" y="95199"/>
                </a:lnTo>
                <a:lnTo>
                  <a:pt x="358891" y="101529"/>
                </a:lnTo>
                <a:lnTo>
                  <a:pt x="356872" y="101889"/>
                </a:lnTo>
                <a:lnTo>
                  <a:pt x="354997" y="102536"/>
                </a:lnTo>
                <a:lnTo>
                  <a:pt x="353266" y="103543"/>
                </a:lnTo>
                <a:lnTo>
                  <a:pt x="351896" y="104766"/>
                </a:lnTo>
                <a:lnTo>
                  <a:pt x="350670" y="106205"/>
                </a:lnTo>
                <a:lnTo>
                  <a:pt x="349732" y="107787"/>
                </a:lnTo>
                <a:lnTo>
                  <a:pt x="349011" y="109514"/>
                </a:lnTo>
                <a:lnTo>
                  <a:pt x="348578" y="111240"/>
                </a:lnTo>
                <a:lnTo>
                  <a:pt x="348434" y="113110"/>
                </a:lnTo>
                <a:lnTo>
                  <a:pt x="348578" y="114981"/>
                </a:lnTo>
                <a:lnTo>
                  <a:pt x="349011" y="116779"/>
                </a:lnTo>
                <a:lnTo>
                  <a:pt x="349804" y="118578"/>
                </a:lnTo>
                <a:lnTo>
                  <a:pt x="350886" y="120160"/>
                </a:lnTo>
                <a:lnTo>
                  <a:pt x="352329" y="121743"/>
                </a:lnTo>
                <a:lnTo>
                  <a:pt x="403099" y="166271"/>
                </a:lnTo>
                <a:lnTo>
                  <a:pt x="404541" y="167781"/>
                </a:lnTo>
                <a:lnTo>
                  <a:pt x="405695" y="169508"/>
                </a:lnTo>
                <a:lnTo>
                  <a:pt x="406488" y="171378"/>
                </a:lnTo>
                <a:lnTo>
                  <a:pt x="406921" y="173392"/>
                </a:lnTo>
                <a:lnTo>
                  <a:pt x="406993" y="175478"/>
                </a:lnTo>
                <a:lnTo>
                  <a:pt x="406704" y="177564"/>
                </a:lnTo>
                <a:lnTo>
                  <a:pt x="391488" y="239932"/>
                </a:lnTo>
                <a:lnTo>
                  <a:pt x="391127" y="242162"/>
                </a:lnTo>
                <a:lnTo>
                  <a:pt x="391271" y="244320"/>
                </a:lnTo>
                <a:lnTo>
                  <a:pt x="391776" y="246334"/>
                </a:lnTo>
                <a:lnTo>
                  <a:pt x="392570" y="248205"/>
                </a:lnTo>
                <a:lnTo>
                  <a:pt x="393651" y="249859"/>
                </a:lnTo>
                <a:lnTo>
                  <a:pt x="395094" y="251370"/>
                </a:lnTo>
                <a:lnTo>
                  <a:pt x="396752" y="252521"/>
                </a:lnTo>
                <a:lnTo>
                  <a:pt x="398483" y="253456"/>
                </a:lnTo>
                <a:lnTo>
                  <a:pt x="400358" y="254031"/>
                </a:lnTo>
                <a:lnTo>
                  <a:pt x="402377" y="254319"/>
                </a:lnTo>
                <a:lnTo>
                  <a:pt x="404469" y="254175"/>
                </a:lnTo>
                <a:lnTo>
                  <a:pt x="406560" y="253672"/>
                </a:lnTo>
                <a:lnTo>
                  <a:pt x="408652" y="252665"/>
                </a:lnTo>
                <a:lnTo>
                  <a:pt x="464758" y="219718"/>
                </a:lnTo>
                <a:lnTo>
                  <a:pt x="466633" y="218855"/>
                </a:lnTo>
                <a:lnTo>
                  <a:pt x="468652" y="218280"/>
                </a:lnTo>
                <a:lnTo>
                  <a:pt x="470672" y="218136"/>
                </a:lnTo>
                <a:lnTo>
                  <a:pt x="472691" y="218280"/>
                </a:lnTo>
                <a:lnTo>
                  <a:pt x="474710" y="218855"/>
                </a:lnTo>
                <a:lnTo>
                  <a:pt x="476585" y="219718"/>
                </a:lnTo>
                <a:lnTo>
                  <a:pt x="532692" y="252665"/>
                </a:lnTo>
                <a:lnTo>
                  <a:pt x="534783" y="253672"/>
                </a:lnTo>
                <a:lnTo>
                  <a:pt x="536875" y="254175"/>
                </a:lnTo>
                <a:lnTo>
                  <a:pt x="538966" y="254319"/>
                </a:lnTo>
                <a:lnTo>
                  <a:pt x="540985" y="254103"/>
                </a:lnTo>
                <a:lnTo>
                  <a:pt x="542932" y="253528"/>
                </a:lnTo>
                <a:lnTo>
                  <a:pt x="544735" y="252593"/>
                </a:lnTo>
                <a:lnTo>
                  <a:pt x="546250" y="251442"/>
                </a:lnTo>
                <a:lnTo>
                  <a:pt x="547692" y="249931"/>
                </a:lnTo>
                <a:lnTo>
                  <a:pt x="548774" y="248277"/>
                </a:lnTo>
                <a:lnTo>
                  <a:pt x="549639" y="246406"/>
                </a:lnTo>
                <a:lnTo>
                  <a:pt x="550072" y="244392"/>
                </a:lnTo>
                <a:lnTo>
                  <a:pt x="550216" y="242162"/>
                </a:lnTo>
                <a:lnTo>
                  <a:pt x="549856" y="239932"/>
                </a:lnTo>
                <a:lnTo>
                  <a:pt x="534855" y="177564"/>
                </a:lnTo>
                <a:lnTo>
                  <a:pt x="534567" y="175478"/>
                </a:lnTo>
                <a:lnTo>
                  <a:pt x="534639" y="173392"/>
                </a:lnTo>
                <a:lnTo>
                  <a:pt x="535072" y="171378"/>
                </a:lnTo>
                <a:lnTo>
                  <a:pt x="535937" y="169508"/>
                </a:lnTo>
                <a:lnTo>
                  <a:pt x="537019" y="167781"/>
                </a:lnTo>
                <a:lnTo>
                  <a:pt x="538533" y="166271"/>
                </a:lnTo>
                <a:lnTo>
                  <a:pt x="589303" y="121743"/>
                </a:lnTo>
                <a:lnTo>
                  <a:pt x="590602" y="120160"/>
                </a:lnTo>
                <a:lnTo>
                  <a:pt x="591683" y="118578"/>
                </a:lnTo>
                <a:lnTo>
                  <a:pt x="592404" y="116779"/>
                </a:lnTo>
                <a:lnTo>
                  <a:pt x="592837" y="114981"/>
                </a:lnTo>
                <a:lnTo>
                  <a:pt x="592909" y="113110"/>
                </a:lnTo>
                <a:lnTo>
                  <a:pt x="592765" y="111240"/>
                </a:lnTo>
                <a:lnTo>
                  <a:pt x="592260" y="109514"/>
                </a:lnTo>
                <a:lnTo>
                  <a:pt x="591539" y="107787"/>
                </a:lnTo>
                <a:lnTo>
                  <a:pt x="590529" y="106205"/>
                </a:lnTo>
                <a:lnTo>
                  <a:pt x="589376" y="104766"/>
                </a:lnTo>
                <a:lnTo>
                  <a:pt x="587861" y="103543"/>
                </a:lnTo>
                <a:lnTo>
                  <a:pt x="586202" y="102536"/>
                </a:lnTo>
                <a:lnTo>
                  <a:pt x="584327" y="101889"/>
                </a:lnTo>
                <a:lnTo>
                  <a:pt x="582308" y="101529"/>
                </a:lnTo>
                <a:lnTo>
                  <a:pt x="514951" y="95199"/>
                </a:lnTo>
                <a:lnTo>
                  <a:pt x="512860" y="94767"/>
                </a:lnTo>
                <a:lnTo>
                  <a:pt x="510913" y="94120"/>
                </a:lnTo>
                <a:lnTo>
                  <a:pt x="509254" y="92969"/>
                </a:lnTo>
                <a:lnTo>
                  <a:pt x="507668" y="91602"/>
                </a:lnTo>
                <a:lnTo>
                  <a:pt x="506297" y="89947"/>
                </a:lnTo>
                <a:lnTo>
                  <a:pt x="505360" y="88077"/>
                </a:lnTo>
                <a:lnTo>
                  <a:pt x="481201" y="29738"/>
                </a:lnTo>
                <a:lnTo>
                  <a:pt x="480263" y="27867"/>
                </a:lnTo>
                <a:lnTo>
                  <a:pt x="479181" y="26429"/>
                </a:lnTo>
                <a:lnTo>
                  <a:pt x="477811" y="25134"/>
                </a:lnTo>
                <a:lnTo>
                  <a:pt x="476441" y="24055"/>
                </a:lnTo>
                <a:lnTo>
                  <a:pt x="474782" y="23263"/>
                </a:lnTo>
                <a:lnTo>
                  <a:pt x="473124" y="22760"/>
                </a:lnTo>
                <a:lnTo>
                  <a:pt x="471321" y="22544"/>
                </a:lnTo>
                <a:close/>
                <a:moveTo>
                  <a:pt x="178410" y="22544"/>
                </a:moveTo>
                <a:lnTo>
                  <a:pt x="176607" y="22760"/>
                </a:lnTo>
                <a:lnTo>
                  <a:pt x="174949" y="23263"/>
                </a:lnTo>
                <a:lnTo>
                  <a:pt x="173290" y="24055"/>
                </a:lnTo>
                <a:lnTo>
                  <a:pt x="171920" y="25134"/>
                </a:lnTo>
                <a:lnTo>
                  <a:pt x="170549" y="26429"/>
                </a:lnTo>
                <a:lnTo>
                  <a:pt x="169468" y="27867"/>
                </a:lnTo>
                <a:lnTo>
                  <a:pt x="168530" y="29738"/>
                </a:lnTo>
                <a:lnTo>
                  <a:pt x="144587" y="88077"/>
                </a:lnTo>
                <a:lnTo>
                  <a:pt x="143794" y="89732"/>
                </a:lnTo>
                <a:lnTo>
                  <a:pt x="142785" y="91170"/>
                </a:lnTo>
                <a:lnTo>
                  <a:pt x="141486" y="92465"/>
                </a:lnTo>
                <a:lnTo>
                  <a:pt x="140044" y="93472"/>
                </a:lnTo>
                <a:lnTo>
                  <a:pt x="138458" y="94335"/>
                </a:lnTo>
                <a:lnTo>
                  <a:pt x="136727" y="94911"/>
                </a:lnTo>
                <a:lnTo>
                  <a:pt x="134924" y="95199"/>
                </a:lnTo>
                <a:lnTo>
                  <a:pt x="67639" y="101529"/>
                </a:lnTo>
                <a:lnTo>
                  <a:pt x="65620" y="101889"/>
                </a:lnTo>
                <a:lnTo>
                  <a:pt x="63745" y="102536"/>
                </a:lnTo>
                <a:lnTo>
                  <a:pt x="62014" y="103543"/>
                </a:lnTo>
                <a:lnTo>
                  <a:pt x="60644" y="104766"/>
                </a:lnTo>
                <a:lnTo>
                  <a:pt x="59418" y="106205"/>
                </a:lnTo>
                <a:lnTo>
                  <a:pt x="58480" y="107787"/>
                </a:lnTo>
                <a:lnTo>
                  <a:pt x="57759" y="109514"/>
                </a:lnTo>
                <a:lnTo>
                  <a:pt x="57326" y="111240"/>
                </a:lnTo>
                <a:lnTo>
                  <a:pt x="57182" y="113110"/>
                </a:lnTo>
                <a:lnTo>
                  <a:pt x="57326" y="114981"/>
                </a:lnTo>
                <a:lnTo>
                  <a:pt x="57759" y="116779"/>
                </a:lnTo>
                <a:lnTo>
                  <a:pt x="58552" y="118578"/>
                </a:lnTo>
                <a:lnTo>
                  <a:pt x="59634" y="120160"/>
                </a:lnTo>
                <a:lnTo>
                  <a:pt x="61077" y="121743"/>
                </a:lnTo>
                <a:lnTo>
                  <a:pt x="111847" y="166271"/>
                </a:lnTo>
                <a:lnTo>
                  <a:pt x="113289" y="167781"/>
                </a:lnTo>
                <a:lnTo>
                  <a:pt x="114443" y="169508"/>
                </a:lnTo>
                <a:lnTo>
                  <a:pt x="115236" y="171378"/>
                </a:lnTo>
                <a:lnTo>
                  <a:pt x="115669" y="173392"/>
                </a:lnTo>
                <a:lnTo>
                  <a:pt x="115741" y="175478"/>
                </a:lnTo>
                <a:lnTo>
                  <a:pt x="115452" y="177564"/>
                </a:lnTo>
                <a:lnTo>
                  <a:pt x="100236" y="239932"/>
                </a:lnTo>
                <a:lnTo>
                  <a:pt x="99875" y="242162"/>
                </a:lnTo>
                <a:lnTo>
                  <a:pt x="100019" y="244320"/>
                </a:lnTo>
                <a:lnTo>
                  <a:pt x="100524" y="246334"/>
                </a:lnTo>
                <a:lnTo>
                  <a:pt x="101318" y="248205"/>
                </a:lnTo>
                <a:lnTo>
                  <a:pt x="102399" y="249859"/>
                </a:lnTo>
                <a:lnTo>
                  <a:pt x="103842" y="251370"/>
                </a:lnTo>
                <a:lnTo>
                  <a:pt x="105500" y="252521"/>
                </a:lnTo>
                <a:lnTo>
                  <a:pt x="107231" y="253456"/>
                </a:lnTo>
                <a:lnTo>
                  <a:pt x="109106" y="254031"/>
                </a:lnTo>
                <a:lnTo>
                  <a:pt x="111125" y="254319"/>
                </a:lnTo>
                <a:lnTo>
                  <a:pt x="113217" y="254175"/>
                </a:lnTo>
                <a:lnTo>
                  <a:pt x="115308" y="253672"/>
                </a:lnTo>
                <a:lnTo>
                  <a:pt x="117400" y="252665"/>
                </a:lnTo>
                <a:lnTo>
                  <a:pt x="173506" y="219718"/>
                </a:lnTo>
                <a:lnTo>
                  <a:pt x="175381" y="218855"/>
                </a:lnTo>
                <a:lnTo>
                  <a:pt x="177400" y="218280"/>
                </a:lnTo>
                <a:lnTo>
                  <a:pt x="179420" y="218136"/>
                </a:lnTo>
                <a:lnTo>
                  <a:pt x="181439" y="218280"/>
                </a:lnTo>
                <a:lnTo>
                  <a:pt x="183458" y="218855"/>
                </a:lnTo>
                <a:lnTo>
                  <a:pt x="185333" y="219718"/>
                </a:lnTo>
                <a:lnTo>
                  <a:pt x="241440" y="252665"/>
                </a:lnTo>
                <a:lnTo>
                  <a:pt x="243531" y="253672"/>
                </a:lnTo>
                <a:lnTo>
                  <a:pt x="245623" y="254175"/>
                </a:lnTo>
                <a:lnTo>
                  <a:pt x="247714" y="254319"/>
                </a:lnTo>
                <a:lnTo>
                  <a:pt x="249733" y="254103"/>
                </a:lnTo>
                <a:lnTo>
                  <a:pt x="251680" y="253528"/>
                </a:lnTo>
                <a:lnTo>
                  <a:pt x="253483" y="252593"/>
                </a:lnTo>
                <a:lnTo>
                  <a:pt x="254998" y="251442"/>
                </a:lnTo>
                <a:lnTo>
                  <a:pt x="256440" y="249931"/>
                </a:lnTo>
                <a:lnTo>
                  <a:pt x="257522" y="248277"/>
                </a:lnTo>
                <a:lnTo>
                  <a:pt x="258387" y="246406"/>
                </a:lnTo>
                <a:lnTo>
                  <a:pt x="258820" y="244392"/>
                </a:lnTo>
                <a:lnTo>
                  <a:pt x="258964" y="242162"/>
                </a:lnTo>
                <a:lnTo>
                  <a:pt x="258604" y="239932"/>
                </a:lnTo>
                <a:lnTo>
                  <a:pt x="243603" y="177564"/>
                </a:lnTo>
                <a:lnTo>
                  <a:pt x="243315" y="175478"/>
                </a:lnTo>
                <a:lnTo>
                  <a:pt x="243387" y="173392"/>
                </a:lnTo>
                <a:lnTo>
                  <a:pt x="243820" y="171378"/>
                </a:lnTo>
                <a:lnTo>
                  <a:pt x="244685" y="169508"/>
                </a:lnTo>
                <a:lnTo>
                  <a:pt x="245767" y="167781"/>
                </a:lnTo>
                <a:lnTo>
                  <a:pt x="247281" y="166271"/>
                </a:lnTo>
                <a:lnTo>
                  <a:pt x="298051" y="121743"/>
                </a:lnTo>
                <a:lnTo>
                  <a:pt x="299350" y="120160"/>
                </a:lnTo>
                <a:lnTo>
                  <a:pt x="300431" y="118578"/>
                </a:lnTo>
                <a:lnTo>
                  <a:pt x="301152" y="116779"/>
                </a:lnTo>
                <a:lnTo>
                  <a:pt x="301585" y="114981"/>
                </a:lnTo>
                <a:lnTo>
                  <a:pt x="301657" y="113110"/>
                </a:lnTo>
                <a:lnTo>
                  <a:pt x="301513" y="111240"/>
                </a:lnTo>
                <a:lnTo>
                  <a:pt x="301008" y="109514"/>
                </a:lnTo>
                <a:lnTo>
                  <a:pt x="300287" y="107787"/>
                </a:lnTo>
                <a:lnTo>
                  <a:pt x="299277" y="106205"/>
                </a:lnTo>
                <a:lnTo>
                  <a:pt x="298124" y="104766"/>
                </a:lnTo>
                <a:lnTo>
                  <a:pt x="296609" y="103543"/>
                </a:lnTo>
                <a:lnTo>
                  <a:pt x="294950" y="102536"/>
                </a:lnTo>
                <a:lnTo>
                  <a:pt x="293075" y="101889"/>
                </a:lnTo>
                <a:lnTo>
                  <a:pt x="291056" y="101529"/>
                </a:lnTo>
                <a:lnTo>
                  <a:pt x="223699" y="95199"/>
                </a:lnTo>
                <a:lnTo>
                  <a:pt x="221608" y="94767"/>
                </a:lnTo>
                <a:lnTo>
                  <a:pt x="219661" y="94120"/>
                </a:lnTo>
                <a:lnTo>
                  <a:pt x="218002" y="92969"/>
                </a:lnTo>
                <a:lnTo>
                  <a:pt x="216416" y="91602"/>
                </a:lnTo>
                <a:lnTo>
                  <a:pt x="215045" y="89947"/>
                </a:lnTo>
                <a:lnTo>
                  <a:pt x="214108" y="88077"/>
                </a:lnTo>
                <a:lnTo>
                  <a:pt x="189949" y="29738"/>
                </a:lnTo>
                <a:lnTo>
                  <a:pt x="189011" y="27867"/>
                </a:lnTo>
                <a:lnTo>
                  <a:pt x="187929" y="26429"/>
                </a:lnTo>
                <a:lnTo>
                  <a:pt x="186559" y="25134"/>
                </a:lnTo>
                <a:lnTo>
                  <a:pt x="185189" y="24055"/>
                </a:lnTo>
                <a:lnTo>
                  <a:pt x="183530" y="23263"/>
                </a:lnTo>
                <a:lnTo>
                  <a:pt x="181872" y="22760"/>
                </a:lnTo>
                <a:lnTo>
                  <a:pt x="180069" y="22544"/>
                </a:lnTo>
                <a:close/>
                <a:moveTo>
                  <a:pt x="0" y="0"/>
                </a:moveTo>
                <a:lnTo>
                  <a:pt x="1523850" y="0"/>
                </a:lnTo>
                <a:lnTo>
                  <a:pt x="1523850" y="276862"/>
                </a:lnTo>
                <a:lnTo>
                  <a:pt x="0" y="2768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964599" y="1809750"/>
            <a:ext cx="347861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63910" y="4019550"/>
            <a:ext cx="1066800" cy="762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6"/>
          <p:cNvSpPr>
            <a:spLocks/>
          </p:cNvSpPr>
          <p:nvPr/>
        </p:nvSpPr>
        <p:spPr bwMode="auto">
          <a:xfrm>
            <a:off x="5075923" y="3489273"/>
            <a:ext cx="1409484" cy="231775"/>
          </a:xfrm>
          <a:custGeom>
            <a:avLst/>
            <a:gdLst/>
            <a:ahLst/>
            <a:cxnLst/>
            <a:rect l="l" t="t" r="r" b="b"/>
            <a:pathLst>
              <a:path w="1409484" h="231775">
                <a:moveTo>
                  <a:pt x="1286237" y="0"/>
                </a:moveTo>
                <a:lnTo>
                  <a:pt x="1287896" y="0"/>
                </a:lnTo>
                <a:lnTo>
                  <a:pt x="1289699" y="216"/>
                </a:lnTo>
                <a:lnTo>
                  <a:pt x="1291357" y="719"/>
                </a:lnTo>
                <a:lnTo>
                  <a:pt x="1293016" y="1511"/>
                </a:lnTo>
                <a:lnTo>
                  <a:pt x="1294386" y="2590"/>
                </a:lnTo>
                <a:lnTo>
                  <a:pt x="1295756" y="3885"/>
                </a:lnTo>
                <a:lnTo>
                  <a:pt x="1296838" y="5323"/>
                </a:lnTo>
                <a:lnTo>
                  <a:pt x="1297776" y="7194"/>
                </a:lnTo>
                <a:lnTo>
                  <a:pt x="1321935" y="65533"/>
                </a:lnTo>
                <a:lnTo>
                  <a:pt x="1322872" y="67403"/>
                </a:lnTo>
                <a:lnTo>
                  <a:pt x="1324243" y="69058"/>
                </a:lnTo>
                <a:lnTo>
                  <a:pt x="1325829" y="70425"/>
                </a:lnTo>
                <a:lnTo>
                  <a:pt x="1327488" y="71576"/>
                </a:lnTo>
                <a:lnTo>
                  <a:pt x="1329435" y="72223"/>
                </a:lnTo>
                <a:lnTo>
                  <a:pt x="1331526" y="72655"/>
                </a:lnTo>
                <a:lnTo>
                  <a:pt x="1398883" y="78985"/>
                </a:lnTo>
                <a:lnTo>
                  <a:pt x="1400902" y="79345"/>
                </a:lnTo>
                <a:lnTo>
                  <a:pt x="1402777" y="79992"/>
                </a:lnTo>
                <a:lnTo>
                  <a:pt x="1404436" y="80999"/>
                </a:lnTo>
                <a:lnTo>
                  <a:pt x="1405951" y="82222"/>
                </a:lnTo>
                <a:lnTo>
                  <a:pt x="1407104" y="83661"/>
                </a:lnTo>
                <a:lnTo>
                  <a:pt x="1408114" y="85243"/>
                </a:lnTo>
                <a:lnTo>
                  <a:pt x="1408835" y="86970"/>
                </a:lnTo>
                <a:lnTo>
                  <a:pt x="1409340" y="88696"/>
                </a:lnTo>
                <a:lnTo>
                  <a:pt x="1409484" y="90566"/>
                </a:lnTo>
                <a:lnTo>
                  <a:pt x="1409412" y="92437"/>
                </a:lnTo>
                <a:lnTo>
                  <a:pt x="1408979" y="94235"/>
                </a:lnTo>
                <a:lnTo>
                  <a:pt x="1408258" y="96034"/>
                </a:lnTo>
                <a:lnTo>
                  <a:pt x="1407177" y="97616"/>
                </a:lnTo>
                <a:lnTo>
                  <a:pt x="1405878" y="99199"/>
                </a:lnTo>
                <a:lnTo>
                  <a:pt x="1355108" y="143727"/>
                </a:lnTo>
                <a:lnTo>
                  <a:pt x="1353594" y="145237"/>
                </a:lnTo>
                <a:lnTo>
                  <a:pt x="1352512" y="146964"/>
                </a:lnTo>
                <a:lnTo>
                  <a:pt x="1351647" y="148834"/>
                </a:lnTo>
                <a:lnTo>
                  <a:pt x="1351214" y="150848"/>
                </a:lnTo>
                <a:lnTo>
                  <a:pt x="1351142" y="152934"/>
                </a:lnTo>
                <a:lnTo>
                  <a:pt x="1351430" y="155020"/>
                </a:lnTo>
                <a:lnTo>
                  <a:pt x="1366431" y="217388"/>
                </a:lnTo>
                <a:lnTo>
                  <a:pt x="1366791" y="219618"/>
                </a:lnTo>
                <a:lnTo>
                  <a:pt x="1366647" y="221848"/>
                </a:lnTo>
                <a:lnTo>
                  <a:pt x="1366214" y="223862"/>
                </a:lnTo>
                <a:lnTo>
                  <a:pt x="1365349" y="225733"/>
                </a:lnTo>
                <a:lnTo>
                  <a:pt x="1364267" y="227387"/>
                </a:lnTo>
                <a:lnTo>
                  <a:pt x="1362825" y="228898"/>
                </a:lnTo>
                <a:lnTo>
                  <a:pt x="1361310" y="230049"/>
                </a:lnTo>
                <a:lnTo>
                  <a:pt x="1359507" y="230984"/>
                </a:lnTo>
                <a:lnTo>
                  <a:pt x="1357560" y="231559"/>
                </a:lnTo>
                <a:lnTo>
                  <a:pt x="1355541" y="231775"/>
                </a:lnTo>
                <a:lnTo>
                  <a:pt x="1353450" y="231631"/>
                </a:lnTo>
                <a:lnTo>
                  <a:pt x="1351358" y="231128"/>
                </a:lnTo>
                <a:lnTo>
                  <a:pt x="1349267" y="230121"/>
                </a:lnTo>
                <a:lnTo>
                  <a:pt x="1293160" y="197174"/>
                </a:lnTo>
                <a:lnTo>
                  <a:pt x="1291285" y="196311"/>
                </a:lnTo>
                <a:lnTo>
                  <a:pt x="1289266" y="195736"/>
                </a:lnTo>
                <a:lnTo>
                  <a:pt x="1287247" y="195592"/>
                </a:lnTo>
                <a:lnTo>
                  <a:pt x="1285227" y="195736"/>
                </a:lnTo>
                <a:lnTo>
                  <a:pt x="1283208" y="196311"/>
                </a:lnTo>
                <a:lnTo>
                  <a:pt x="1281333" y="197174"/>
                </a:lnTo>
                <a:lnTo>
                  <a:pt x="1225227" y="230121"/>
                </a:lnTo>
                <a:lnTo>
                  <a:pt x="1223135" y="231128"/>
                </a:lnTo>
                <a:lnTo>
                  <a:pt x="1221044" y="231631"/>
                </a:lnTo>
                <a:lnTo>
                  <a:pt x="1218952" y="231775"/>
                </a:lnTo>
                <a:lnTo>
                  <a:pt x="1216933" y="231487"/>
                </a:lnTo>
                <a:lnTo>
                  <a:pt x="1215058" y="230912"/>
                </a:lnTo>
                <a:lnTo>
                  <a:pt x="1213327" y="229977"/>
                </a:lnTo>
                <a:lnTo>
                  <a:pt x="1211669" y="228826"/>
                </a:lnTo>
                <a:lnTo>
                  <a:pt x="1210226" y="227315"/>
                </a:lnTo>
                <a:lnTo>
                  <a:pt x="1209145" y="225661"/>
                </a:lnTo>
                <a:lnTo>
                  <a:pt x="1208351" y="223790"/>
                </a:lnTo>
                <a:lnTo>
                  <a:pt x="1207846" y="221776"/>
                </a:lnTo>
                <a:lnTo>
                  <a:pt x="1207702" y="219618"/>
                </a:lnTo>
                <a:lnTo>
                  <a:pt x="1208063" y="217388"/>
                </a:lnTo>
                <a:lnTo>
                  <a:pt x="1223279" y="155020"/>
                </a:lnTo>
                <a:lnTo>
                  <a:pt x="1223568" y="152934"/>
                </a:lnTo>
                <a:lnTo>
                  <a:pt x="1223496" y="150848"/>
                </a:lnTo>
                <a:lnTo>
                  <a:pt x="1223063" y="148834"/>
                </a:lnTo>
                <a:lnTo>
                  <a:pt x="1222270" y="146964"/>
                </a:lnTo>
                <a:lnTo>
                  <a:pt x="1221116" y="145237"/>
                </a:lnTo>
                <a:lnTo>
                  <a:pt x="1219674" y="143727"/>
                </a:lnTo>
                <a:lnTo>
                  <a:pt x="1168904" y="99199"/>
                </a:lnTo>
                <a:lnTo>
                  <a:pt x="1167461" y="97616"/>
                </a:lnTo>
                <a:lnTo>
                  <a:pt x="1166379" y="96034"/>
                </a:lnTo>
                <a:lnTo>
                  <a:pt x="1165586" y="94235"/>
                </a:lnTo>
                <a:lnTo>
                  <a:pt x="1165153" y="92437"/>
                </a:lnTo>
                <a:lnTo>
                  <a:pt x="1165009" y="90566"/>
                </a:lnTo>
                <a:lnTo>
                  <a:pt x="1165153" y="88696"/>
                </a:lnTo>
                <a:lnTo>
                  <a:pt x="1165586" y="86970"/>
                </a:lnTo>
                <a:lnTo>
                  <a:pt x="1166307" y="85243"/>
                </a:lnTo>
                <a:lnTo>
                  <a:pt x="1167245" y="83661"/>
                </a:lnTo>
                <a:lnTo>
                  <a:pt x="1168471" y="82222"/>
                </a:lnTo>
                <a:lnTo>
                  <a:pt x="1169841" y="80999"/>
                </a:lnTo>
                <a:lnTo>
                  <a:pt x="1171572" y="79992"/>
                </a:lnTo>
                <a:lnTo>
                  <a:pt x="1173447" y="79345"/>
                </a:lnTo>
                <a:lnTo>
                  <a:pt x="1175466" y="78985"/>
                </a:lnTo>
                <a:lnTo>
                  <a:pt x="1242751" y="72655"/>
                </a:lnTo>
                <a:lnTo>
                  <a:pt x="1244554" y="72367"/>
                </a:lnTo>
                <a:lnTo>
                  <a:pt x="1246285" y="71791"/>
                </a:lnTo>
                <a:lnTo>
                  <a:pt x="1247871" y="70928"/>
                </a:lnTo>
                <a:lnTo>
                  <a:pt x="1249313" y="69921"/>
                </a:lnTo>
                <a:lnTo>
                  <a:pt x="1250612" y="68626"/>
                </a:lnTo>
                <a:lnTo>
                  <a:pt x="1251621" y="67188"/>
                </a:lnTo>
                <a:lnTo>
                  <a:pt x="1252414" y="65533"/>
                </a:lnTo>
                <a:lnTo>
                  <a:pt x="1276357" y="7194"/>
                </a:lnTo>
                <a:lnTo>
                  <a:pt x="1277295" y="5323"/>
                </a:lnTo>
                <a:lnTo>
                  <a:pt x="1278376" y="3885"/>
                </a:lnTo>
                <a:lnTo>
                  <a:pt x="1279747" y="2590"/>
                </a:lnTo>
                <a:lnTo>
                  <a:pt x="1281117" y="1511"/>
                </a:lnTo>
                <a:lnTo>
                  <a:pt x="1282776" y="719"/>
                </a:lnTo>
                <a:lnTo>
                  <a:pt x="1284434" y="216"/>
                </a:lnTo>
                <a:close/>
                <a:moveTo>
                  <a:pt x="994984" y="0"/>
                </a:moveTo>
                <a:lnTo>
                  <a:pt x="996643" y="0"/>
                </a:lnTo>
                <a:lnTo>
                  <a:pt x="998446" y="216"/>
                </a:lnTo>
                <a:lnTo>
                  <a:pt x="1000104" y="719"/>
                </a:lnTo>
                <a:lnTo>
                  <a:pt x="1001763" y="1511"/>
                </a:lnTo>
                <a:lnTo>
                  <a:pt x="1003133" y="2590"/>
                </a:lnTo>
                <a:lnTo>
                  <a:pt x="1004503" y="3885"/>
                </a:lnTo>
                <a:lnTo>
                  <a:pt x="1005585" y="5323"/>
                </a:lnTo>
                <a:lnTo>
                  <a:pt x="1006523" y="7194"/>
                </a:lnTo>
                <a:lnTo>
                  <a:pt x="1030682" y="65533"/>
                </a:lnTo>
                <a:lnTo>
                  <a:pt x="1031619" y="67403"/>
                </a:lnTo>
                <a:lnTo>
                  <a:pt x="1032990" y="69058"/>
                </a:lnTo>
                <a:lnTo>
                  <a:pt x="1034576" y="70425"/>
                </a:lnTo>
                <a:lnTo>
                  <a:pt x="1036235" y="71576"/>
                </a:lnTo>
                <a:lnTo>
                  <a:pt x="1038182" y="72223"/>
                </a:lnTo>
                <a:lnTo>
                  <a:pt x="1040273" y="72655"/>
                </a:lnTo>
                <a:lnTo>
                  <a:pt x="1107630" y="78985"/>
                </a:lnTo>
                <a:lnTo>
                  <a:pt x="1109649" y="79345"/>
                </a:lnTo>
                <a:lnTo>
                  <a:pt x="1111524" y="79992"/>
                </a:lnTo>
                <a:lnTo>
                  <a:pt x="1113183" y="80999"/>
                </a:lnTo>
                <a:lnTo>
                  <a:pt x="1114698" y="82222"/>
                </a:lnTo>
                <a:lnTo>
                  <a:pt x="1115851" y="83661"/>
                </a:lnTo>
                <a:lnTo>
                  <a:pt x="1116861" y="85243"/>
                </a:lnTo>
                <a:lnTo>
                  <a:pt x="1117582" y="86970"/>
                </a:lnTo>
                <a:lnTo>
                  <a:pt x="1118087" y="88696"/>
                </a:lnTo>
                <a:lnTo>
                  <a:pt x="1118231" y="90566"/>
                </a:lnTo>
                <a:lnTo>
                  <a:pt x="1118159" y="92437"/>
                </a:lnTo>
                <a:lnTo>
                  <a:pt x="1117726" y="94235"/>
                </a:lnTo>
                <a:lnTo>
                  <a:pt x="1117005" y="96034"/>
                </a:lnTo>
                <a:lnTo>
                  <a:pt x="1115924" y="97616"/>
                </a:lnTo>
                <a:lnTo>
                  <a:pt x="1114625" y="99199"/>
                </a:lnTo>
                <a:lnTo>
                  <a:pt x="1063855" y="143727"/>
                </a:lnTo>
                <a:lnTo>
                  <a:pt x="1062341" y="145237"/>
                </a:lnTo>
                <a:lnTo>
                  <a:pt x="1061259" y="146964"/>
                </a:lnTo>
                <a:lnTo>
                  <a:pt x="1060394" y="148834"/>
                </a:lnTo>
                <a:lnTo>
                  <a:pt x="1059961" y="150848"/>
                </a:lnTo>
                <a:lnTo>
                  <a:pt x="1059889" y="152934"/>
                </a:lnTo>
                <a:lnTo>
                  <a:pt x="1060177" y="155020"/>
                </a:lnTo>
                <a:lnTo>
                  <a:pt x="1075178" y="217388"/>
                </a:lnTo>
                <a:lnTo>
                  <a:pt x="1075538" y="219618"/>
                </a:lnTo>
                <a:lnTo>
                  <a:pt x="1075394" y="221848"/>
                </a:lnTo>
                <a:lnTo>
                  <a:pt x="1074961" y="223862"/>
                </a:lnTo>
                <a:lnTo>
                  <a:pt x="1074096" y="225733"/>
                </a:lnTo>
                <a:lnTo>
                  <a:pt x="1073014" y="227387"/>
                </a:lnTo>
                <a:lnTo>
                  <a:pt x="1071572" y="228898"/>
                </a:lnTo>
                <a:lnTo>
                  <a:pt x="1070057" y="230049"/>
                </a:lnTo>
                <a:lnTo>
                  <a:pt x="1068254" y="230984"/>
                </a:lnTo>
                <a:lnTo>
                  <a:pt x="1066307" y="231559"/>
                </a:lnTo>
                <a:lnTo>
                  <a:pt x="1064288" y="231775"/>
                </a:lnTo>
                <a:lnTo>
                  <a:pt x="1062197" y="231631"/>
                </a:lnTo>
                <a:lnTo>
                  <a:pt x="1060105" y="231128"/>
                </a:lnTo>
                <a:lnTo>
                  <a:pt x="1058014" y="230121"/>
                </a:lnTo>
                <a:lnTo>
                  <a:pt x="1001907" y="197174"/>
                </a:lnTo>
                <a:lnTo>
                  <a:pt x="1000032" y="196311"/>
                </a:lnTo>
                <a:lnTo>
                  <a:pt x="998013" y="195736"/>
                </a:lnTo>
                <a:lnTo>
                  <a:pt x="995994" y="195592"/>
                </a:lnTo>
                <a:lnTo>
                  <a:pt x="993974" y="195736"/>
                </a:lnTo>
                <a:lnTo>
                  <a:pt x="991955" y="196311"/>
                </a:lnTo>
                <a:lnTo>
                  <a:pt x="990080" y="197174"/>
                </a:lnTo>
                <a:lnTo>
                  <a:pt x="933974" y="230121"/>
                </a:lnTo>
                <a:lnTo>
                  <a:pt x="931882" y="231128"/>
                </a:lnTo>
                <a:lnTo>
                  <a:pt x="929791" y="231631"/>
                </a:lnTo>
                <a:lnTo>
                  <a:pt x="927699" y="231775"/>
                </a:lnTo>
                <a:lnTo>
                  <a:pt x="925680" y="231487"/>
                </a:lnTo>
                <a:lnTo>
                  <a:pt x="923805" y="230912"/>
                </a:lnTo>
                <a:lnTo>
                  <a:pt x="922074" y="229977"/>
                </a:lnTo>
                <a:lnTo>
                  <a:pt x="920416" y="228826"/>
                </a:lnTo>
                <a:lnTo>
                  <a:pt x="918973" y="227315"/>
                </a:lnTo>
                <a:lnTo>
                  <a:pt x="917892" y="225661"/>
                </a:lnTo>
                <a:lnTo>
                  <a:pt x="917098" y="223790"/>
                </a:lnTo>
                <a:lnTo>
                  <a:pt x="916593" y="221776"/>
                </a:lnTo>
                <a:lnTo>
                  <a:pt x="916449" y="219618"/>
                </a:lnTo>
                <a:lnTo>
                  <a:pt x="916810" y="217388"/>
                </a:lnTo>
                <a:lnTo>
                  <a:pt x="932026" y="155020"/>
                </a:lnTo>
                <a:lnTo>
                  <a:pt x="932315" y="152934"/>
                </a:lnTo>
                <a:lnTo>
                  <a:pt x="932243" y="150848"/>
                </a:lnTo>
                <a:lnTo>
                  <a:pt x="931810" y="148834"/>
                </a:lnTo>
                <a:lnTo>
                  <a:pt x="931017" y="146964"/>
                </a:lnTo>
                <a:lnTo>
                  <a:pt x="929863" y="145237"/>
                </a:lnTo>
                <a:lnTo>
                  <a:pt x="928421" y="143727"/>
                </a:lnTo>
                <a:lnTo>
                  <a:pt x="877651" y="99199"/>
                </a:lnTo>
                <a:lnTo>
                  <a:pt x="876208" y="97616"/>
                </a:lnTo>
                <a:lnTo>
                  <a:pt x="875126" y="96034"/>
                </a:lnTo>
                <a:lnTo>
                  <a:pt x="874333" y="94235"/>
                </a:lnTo>
                <a:lnTo>
                  <a:pt x="873900" y="92437"/>
                </a:lnTo>
                <a:lnTo>
                  <a:pt x="873756" y="90566"/>
                </a:lnTo>
                <a:lnTo>
                  <a:pt x="873900" y="88696"/>
                </a:lnTo>
                <a:lnTo>
                  <a:pt x="874333" y="86970"/>
                </a:lnTo>
                <a:lnTo>
                  <a:pt x="875054" y="85243"/>
                </a:lnTo>
                <a:lnTo>
                  <a:pt x="875992" y="83661"/>
                </a:lnTo>
                <a:lnTo>
                  <a:pt x="877218" y="82222"/>
                </a:lnTo>
                <a:lnTo>
                  <a:pt x="878588" y="80999"/>
                </a:lnTo>
                <a:lnTo>
                  <a:pt x="880319" y="79992"/>
                </a:lnTo>
                <a:lnTo>
                  <a:pt x="882194" y="79345"/>
                </a:lnTo>
                <a:lnTo>
                  <a:pt x="884213" y="78985"/>
                </a:lnTo>
                <a:lnTo>
                  <a:pt x="951498" y="72655"/>
                </a:lnTo>
                <a:lnTo>
                  <a:pt x="953301" y="72367"/>
                </a:lnTo>
                <a:lnTo>
                  <a:pt x="955032" y="71791"/>
                </a:lnTo>
                <a:lnTo>
                  <a:pt x="956618" y="70928"/>
                </a:lnTo>
                <a:lnTo>
                  <a:pt x="958060" y="69921"/>
                </a:lnTo>
                <a:lnTo>
                  <a:pt x="959359" y="68626"/>
                </a:lnTo>
                <a:lnTo>
                  <a:pt x="960368" y="67188"/>
                </a:lnTo>
                <a:lnTo>
                  <a:pt x="961161" y="65533"/>
                </a:lnTo>
                <a:lnTo>
                  <a:pt x="985104" y="7194"/>
                </a:lnTo>
                <a:lnTo>
                  <a:pt x="986042" y="5323"/>
                </a:lnTo>
                <a:lnTo>
                  <a:pt x="987123" y="3885"/>
                </a:lnTo>
                <a:lnTo>
                  <a:pt x="988494" y="2590"/>
                </a:lnTo>
                <a:lnTo>
                  <a:pt x="989864" y="1511"/>
                </a:lnTo>
                <a:lnTo>
                  <a:pt x="991523" y="719"/>
                </a:lnTo>
                <a:lnTo>
                  <a:pt x="993181" y="216"/>
                </a:lnTo>
                <a:close/>
                <a:moveTo>
                  <a:pt x="703732" y="0"/>
                </a:moveTo>
                <a:lnTo>
                  <a:pt x="705391" y="0"/>
                </a:lnTo>
                <a:lnTo>
                  <a:pt x="707194" y="216"/>
                </a:lnTo>
                <a:lnTo>
                  <a:pt x="708852" y="719"/>
                </a:lnTo>
                <a:lnTo>
                  <a:pt x="710511" y="1511"/>
                </a:lnTo>
                <a:lnTo>
                  <a:pt x="711881" y="2590"/>
                </a:lnTo>
                <a:lnTo>
                  <a:pt x="713251" y="3885"/>
                </a:lnTo>
                <a:lnTo>
                  <a:pt x="714333" y="5323"/>
                </a:lnTo>
                <a:lnTo>
                  <a:pt x="715271" y="7194"/>
                </a:lnTo>
                <a:lnTo>
                  <a:pt x="739430" y="65533"/>
                </a:lnTo>
                <a:lnTo>
                  <a:pt x="740367" y="67403"/>
                </a:lnTo>
                <a:lnTo>
                  <a:pt x="741738" y="69058"/>
                </a:lnTo>
                <a:lnTo>
                  <a:pt x="743324" y="70425"/>
                </a:lnTo>
                <a:lnTo>
                  <a:pt x="744983" y="71576"/>
                </a:lnTo>
                <a:lnTo>
                  <a:pt x="746930" y="72223"/>
                </a:lnTo>
                <a:lnTo>
                  <a:pt x="749021" y="72655"/>
                </a:lnTo>
                <a:lnTo>
                  <a:pt x="816378" y="78985"/>
                </a:lnTo>
                <a:lnTo>
                  <a:pt x="818397" y="79345"/>
                </a:lnTo>
                <a:lnTo>
                  <a:pt x="820272" y="79992"/>
                </a:lnTo>
                <a:lnTo>
                  <a:pt x="821931" y="80999"/>
                </a:lnTo>
                <a:lnTo>
                  <a:pt x="823446" y="82222"/>
                </a:lnTo>
                <a:lnTo>
                  <a:pt x="824599" y="83661"/>
                </a:lnTo>
                <a:lnTo>
                  <a:pt x="825609" y="85243"/>
                </a:lnTo>
                <a:lnTo>
                  <a:pt x="826330" y="86970"/>
                </a:lnTo>
                <a:lnTo>
                  <a:pt x="826835" y="88696"/>
                </a:lnTo>
                <a:lnTo>
                  <a:pt x="826979" y="90566"/>
                </a:lnTo>
                <a:lnTo>
                  <a:pt x="826907" y="92437"/>
                </a:lnTo>
                <a:lnTo>
                  <a:pt x="826474" y="94235"/>
                </a:lnTo>
                <a:lnTo>
                  <a:pt x="825753" y="96034"/>
                </a:lnTo>
                <a:lnTo>
                  <a:pt x="824672" y="97616"/>
                </a:lnTo>
                <a:lnTo>
                  <a:pt x="823373" y="99199"/>
                </a:lnTo>
                <a:lnTo>
                  <a:pt x="772603" y="143727"/>
                </a:lnTo>
                <a:lnTo>
                  <a:pt x="771089" y="145237"/>
                </a:lnTo>
                <a:lnTo>
                  <a:pt x="770007" y="146964"/>
                </a:lnTo>
                <a:lnTo>
                  <a:pt x="769142" y="148834"/>
                </a:lnTo>
                <a:lnTo>
                  <a:pt x="768709" y="150848"/>
                </a:lnTo>
                <a:lnTo>
                  <a:pt x="768637" y="152934"/>
                </a:lnTo>
                <a:lnTo>
                  <a:pt x="768925" y="155020"/>
                </a:lnTo>
                <a:lnTo>
                  <a:pt x="783926" y="217388"/>
                </a:lnTo>
                <a:lnTo>
                  <a:pt x="784286" y="219618"/>
                </a:lnTo>
                <a:lnTo>
                  <a:pt x="784142" y="221848"/>
                </a:lnTo>
                <a:lnTo>
                  <a:pt x="783709" y="223862"/>
                </a:lnTo>
                <a:lnTo>
                  <a:pt x="782844" y="225733"/>
                </a:lnTo>
                <a:lnTo>
                  <a:pt x="781762" y="227387"/>
                </a:lnTo>
                <a:lnTo>
                  <a:pt x="780320" y="228898"/>
                </a:lnTo>
                <a:lnTo>
                  <a:pt x="778805" y="230049"/>
                </a:lnTo>
                <a:lnTo>
                  <a:pt x="777002" y="230984"/>
                </a:lnTo>
                <a:lnTo>
                  <a:pt x="775055" y="231559"/>
                </a:lnTo>
                <a:lnTo>
                  <a:pt x="773036" y="231775"/>
                </a:lnTo>
                <a:lnTo>
                  <a:pt x="770945" y="231631"/>
                </a:lnTo>
                <a:lnTo>
                  <a:pt x="768853" y="231128"/>
                </a:lnTo>
                <a:lnTo>
                  <a:pt x="766762" y="230121"/>
                </a:lnTo>
                <a:lnTo>
                  <a:pt x="710655" y="197174"/>
                </a:lnTo>
                <a:lnTo>
                  <a:pt x="708780" y="196311"/>
                </a:lnTo>
                <a:lnTo>
                  <a:pt x="706761" y="195736"/>
                </a:lnTo>
                <a:lnTo>
                  <a:pt x="704742" y="195592"/>
                </a:lnTo>
                <a:lnTo>
                  <a:pt x="702722" y="195736"/>
                </a:lnTo>
                <a:lnTo>
                  <a:pt x="700703" y="196311"/>
                </a:lnTo>
                <a:lnTo>
                  <a:pt x="698828" y="197174"/>
                </a:lnTo>
                <a:lnTo>
                  <a:pt x="642722" y="230121"/>
                </a:lnTo>
                <a:lnTo>
                  <a:pt x="640630" y="231128"/>
                </a:lnTo>
                <a:lnTo>
                  <a:pt x="638539" y="231631"/>
                </a:lnTo>
                <a:lnTo>
                  <a:pt x="636447" y="231775"/>
                </a:lnTo>
                <a:lnTo>
                  <a:pt x="634428" y="231487"/>
                </a:lnTo>
                <a:lnTo>
                  <a:pt x="632553" y="230912"/>
                </a:lnTo>
                <a:lnTo>
                  <a:pt x="630822" y="229977"/>
                </a:lnTo>
                <a:lnTo>
                  <a:pt x="629164" y="228826"/>
                </a:lnTo>
                <a:lnTo>
                  <a:pt x="627721" y="227315"/>
                </a:lnTo>
                <a:lnTo>
                  <a:pt x="626640" y="225661"/>
                </a:lnTo>
                <a:lnTo>
                  <a:pt x="625846" y="223790"/>
                </a:lnTo>
                <a:lnTo>
                  <a:pt x="625341" y="221776"/>
                </a:lnTo>
                <a:lnTo>
                  <a:pt x="625197" y="219618"/>
                </a:lnTo>
                <a:lnTo>
                  <a:pt x="625558" y="217388"/>
                </a:lnTo>
                <a:lnTo>
                  <a:pt x="640774" y="155020"/>
                </a:lnTo>
                <a:lnTo>
                  <a:pt x="641063" y="152934"/>
                </a:lnTo>
                <a:lnTo>
                  <a:pt x="640991" y="150848"/>
                </a:lnTo>
                <a:lnTo>
                  <a:pt x="640558" y="148834"/>
                </a:lnTo>
                <a:lnTo>
                  <a:pt x="639765" y="146964"/>
                </a:lnTo>
                <a:lnTo>
                  <a:pt x="638611" y="145237"/>
                </a:lnTo>
                <a:lnTo>
                  <a:pt x="637169" y="143727"/>
                </a:lnTo>
                <a:lnTo>
                  <a:pt x="586399" y="99199"/>
                </a:lnTo>
                <a:lnTo>
                  <a:pt x="584956" y="97616"/>
                </a:lnTo>
                <a:lnTo>
                  <a:pt x="583874" y="96034"/>
                </a:lnTo>
                <a:lnTo>
                  <a:pt x="583081" y="94235"/>
                </a:lnTo>
                <a:lnTo>
                  <a:pt x="582648" y="92437"/>
                </a:lnTo>
                <a:lnTo>
                  <a:pt x="582504" y="90566"/>
                </a:lnTo>
                <a:lnTo>
                  <a:pt x="582648" y="88696"/>
                </a:lnTo>
                <a:lnTo>
                  <a:pt x="583081" y="86970"/>
                </a:lnTo>
                <a:lnTo>
                  <a:pt x="583802" y="85243"/>
                </a:lnTo>
                <a:lnTo>
                  <a:pt x="584740" y="83661"/>
                </a:lnTo>
                <a:lnTo>
                  <a:pt x="585966" y="82222"/>
                </a:lnTo>
                <a:lnTo>
                  <a:pt x="587336" y="80999"/>
                </a:lnTo>
                <a:lnTo>
                  <a:pt x="589067" y="79992"/>
                </a:lnTo>
                <a:lnTo>
                  <a:pt x="590942" y="79345"/>
                </a:lnTo>
                <a:lnTo>
                  <a:pt x="592961" y="78985"/>
                </a:lnTo>
                <a:lnTo>
                  <a:pt x="660246" y="72655"/>
                </a:lnTo>
                <a:lnTo>
                  <a:pt x="662049" y="72367"/>
                </a:lnTo>
                <a:lnTo>
                  <a:pt x="663780" y="71791"/>
                </a:lnTo>
                <a:lnTo>
                  <a:pt x="665366" y="70928"/>
                </a:lnTo>
                <a:lnTo>
                  <a:pt x="666808" y="69921"/>
                </a:lnTo>
                <a:lnTo>
                  <a:pt x="668107" y="68626"/>
                </a:lnTo>
                <a:lnTo>
                  <a:pt x="669116" y="67188"/>
                </a:lnTo>
                <a:lnTo>
                  <a:pt x="669909" y="65533"/>
                </a:lnTo>
                <a:lnTo>
                  <a:pt x="693852" y="7194"/>
                </a:lnTo>
                <a:lnTo>
                  <a:pt x="694790" y="5323"/>
                </a:lnTo>
                <a:lnTo>
                  <a:pt x="695871" y="3885"/>
                </a:lnTo>
                <a:lnTo>
                  <a:pt x="697242" y="2590"/>
                </a:lnTo>
                <a:lnTo>
                  <a:pt x="698612" y="1511"/>
                </a:lnTo>
                <a:lnTo>
                  <a:pt x="700271" y="719"/>
                </a:lnTo>
                <a:lnTo>
                  <a:pt x="701929" y="216"/>
                </a:lnTo>
                <a:close/>
                <a:moveTo>
                  <a:pt x="412480" y="0"/>
                </a:moveTo>
                <a:lnTo>
                  <a:pt x="414139" y="0"/>
                </a:lnTo>
                <a:lnTo>
                  <a:pt x="415942" y="216"/>
                </a:lnTo>
                <a:lnTo>
                  <a:pt x="417600" y="719"/>
                </a:lnTo>
                <a:lnTo>
                  <a:pt x="419259" y="1511"/>
                </a:lnTo>
                <a:lnTo>
                  <a:pt x="420629" y="2590"/>
                </a:lnTo>
                <a:lnTo>
                  <a:pt x="421999" y="3885"/>
                </a:lnTo>
                <a:lnTo>
                  <a:pt x="423081" y="5323"/>
                </a:lnTo>
                <a:lnTo>
                  <a:pt x="424019" y="7194"/>
                </a:lnTo>
                <a:lnTo>
                  <a:pt x="448178" y="65533"/>
                </a:lnTo>
                <a:lnTo>
                  <a:pt x="449115" y="67403"/>
                </a:lnTo>
                <a:lnTo>
                  <a:pt x="450486" y="69058"/>
                </a:lnTo>
                <a:lnTo>
                  <a:pt x="452072" y="70425"/>
                </a:lnTo>
                <a:lnTo>
                  <a:pt x="453731" y="71576"/>
                </a:lnTo>
                <a:lnTo>
                  <a:pt x="455678" y="72223"/>
                </a:lnTo>
                <a:lnTo>
                  <a:pt x="457769" y="72655"/>
                </a:lnTo>
                <a:lnTo>
                  <a:pt x="525126" y="78985"/>
                </a:lnTo>
                <a:lnTo>
                  <a:pt x="527145" y="79345"/>
                </a:lnTo>
                <a:lnTo>
                  <a:pt x="529020" y="79992"/>
                </a:lnTo>
                <a:lnTo>
                  <a:pt x="530679" y="80999"/>
                </a:lnTo>
                <a:lnTo>
                  <a:pt x="532194" y="82222"/>
                </a:lnTo>
                <a:lnTo>
                  <a:pt x="533347" y="83661"/>
                </a:lnTo>
                <a:lnTo>
                  <a:pt x="534357" y="85243"/>
                </a:lnTo>
                <a:lnTo>
                  <a:pt x="535078" y="86970"/>
                </a:lnTo>
                <a:lnTo>
                  <a:pt x="535583" y="88696"/>
                </a:lnTo>
                <a:lnTo>
                  <a:pt x="535727" y="90566"/>
                </a:lnTo>
                <a:lnTo>
                  <a:pt x="535655" y="92437"/>
                </a:lnTo>
                <a:lnTo>
                  <a:pt x="535222" y="94235"/>
                </a:lnTo>
                <a:lnTo>
                  <a:pt x="534501" y="96034"/>
                </a:lnTo>
                <a:lnTo>
                  <a:pt x="533420" y="97616"/>
                </a:lnTo>
                <a:lnTo>
                  <a:pt x="532121" y="99199"/>
                </a:lnTo>
                <a:lnTo>
                  <a:pt x="481351" y="143727"/>
                </a:lnTo>
                <a:lnTo>
                  <a:pt x="479837" y="145237"/>
                </a:lnTo>
                <a:lnTo>
                  <a:pt x="478755" y="146964"/>
                </a:lnTo>
                <a:lnTo>
                  <a:pt x="477890" y="148834"/>
                </a:lnTo>
                <a:lnTo>
                  <a:pt x="477457" y="150848"/>
                </a:lnTo>
                <a:lnTo>
                  <a:pt x="477385" y="152934"/>
                </a:lnTo>
                <a:lnTo>
                  <a:pt x="477673" y="155020"/>
                </a:lnTo>
                <a:lnTo>
                  <a:pt x="492674" y="217388"/>
                </a:lnTo>
                <a:lnTo>
                  <a:pt x="493034" y="219618"/>
                </a:lnTo>
                <a:lnTo>
                  <a:pt x="492890" y="221848"/>
                </a:lnTo>
                <a:lnTo>
                  <a:pt x="492457" y="223862"/>
                </a:lnTo>
                <a:lnTo>
                  <a:pt x="491592" y="225733"/>
                </a:lnTo>
                <a:lnTo>
                  <a:pt x="490510" y="227387"/>
                </a:lnTo>
                <a:lnTo>
                  <a:pt x="489068" y="228898"/>
                </a:lnTo>
                <a:lnTo>
                  <a:pt x="487553" y="230049"/>
                </a:lnTo>
                <a:lnTo>
                  <a:pt x="485750" y="230984"/>
                </a:lnTo>
                <a:lnTo>
                  <a:pt x="483803" y="231559"/>
                </a:lnTo>
                <a:lnTo>
                  <a:pt x="481784" y="231775"/>
                </a:lnTo>
                <a:lnTo>
                  <a:pt x="479693" y="231631"/>
                </a:lnTo>
                <a:lnTo>
                  <a:pt x="477601" y="231128"/>
                </a:lnTo>
                <a:lnTo>
                  <a:pt x="475510" y="230121"/>
                </a:lnTo>
                <a:lnTo>
                  <a:pt x="419403" y="197174"/>
                </a:lnTo>
                <a:lnTo>
                  <a:pt x="417528" y="196311"/>
                </a:lnTo>
                <a:lnTo>
                  <a:pt x="415509" y="195736"/>
                </a:lnTo>
                <a:lnTo>
                  <a:pt x="413490" y="195592"/>
                </a:lnTo>
                <a:lnTo>
                  <a:pt x="411470" y="195736"/>
                </a:lnTo>
                <a:lnTo>
                  <a:pt x="409451" y="196311"/>
                </a:lnTo>
                <a:lnTo>
                  <a:pt x="407576" y="197174"/>
                </a:lnTo>
                <a:lnTo>
                  <a:pt x="351470" y="230121"/>
                </a:lnTo>
                <a:lnTo>
                  <a:pt x="349378" y="231128"/>
                </a:lnTo>
                <a:lnTo>
                  <a:pt x="347287" y="231631"/>
                </a:lnTo>
                <a:lnTo>
                  <a:pt x="345195" y="231775"/>
                </a:lnTo>
                <a:lnTo>
                  <a:pt x="343176" y="231487"/>
                </a:lnTo>
                <a:lnTo>
                  <a:pt x="341301" y="230912"/>
                </a:lnTo>
                <a:lnTo>
                  <a:pt x="339570" y="229977"/>
                </a:lnTo>
                <a:lnTo>
                  <a:pt x="337912" y="228826"/>
                </a:lnTo>
                <a:lnTo>
                  <a:pt x="336469" y="227315"/>
                </a:lnTo>
                <a:lnTo>
                  <a:pt x="335388" y="225661"/>
                </a:lnTo>
                <a:lnTo>
                  <a:pt x="334594" y="223790"/>
                </a:lnTo>
                <a:lnTo>
                  <a:pt x="334089" y="221776"/>
                </a:lnTo>
                <a:lnTo>
                  <a:pt x="333945" y="219618"/>
                </a:lnTo>
                <a:lnTo>
                  <a:pt x="334306" y="217388"/>
                </a:lnTo>
                <a:lnTo>
                  <a:pt x="349522" y="155020"/>
                </a:lnTo>
                <a:lnTo>
                  <a:pt x="349811" y="152934"/>
                </a:lnTo>
                <a:lnTo>
                  <a:pt x="349739" y="150848"/>
                </a:lnTo>
                <a:lnTo>
                  <a:pt x="349306" y="148834"/>
                </a:lnTo>
                <a:lnTo>
                  <a:pt x="348513" y="146964"/>
                </a:lnTo>
                <a:lnTo>
                  <a:pt x="347359" y="145237"/>
                </a:lnTo>
                <a:lnTo>
                  <a:pt x="345917" y="143727"/>
                </a:lnTo>
                <a:lnTo>
                  <a:pt x="295147" y="99199"/>
                </a:lnTo>
                <a:lnTo>
                  <a:pt x="293704" y="97616"/>
                </a:lnTo>
                <a:lnTo>
                  <a:pt x="292622" y="96034"/>
                </a:lnTo>
                <a:lnTo>
                  <a:pt x="291829" y="94235"/>
                </a:lnTo>
                <a:lnTo>
                  <a:pt x="291396" y="92437"/>
                </a:lnTo>
                <a:lnTo>
                  <a:pt x="291252" y="90566"/>
                </a:lnTo>
                <a:lnTo>
                  <a:pt x="291396" y="88696"/>
                </a:lnTo>
                <a:lnTo>
                  <a:pt x="291829" y="86970"/>
                </a:lnTo>
                <a:lnTo>
                  <a:pt x="292550" y="85243"/>
                </a:lnTo>
                <a:lnTo>
                  <a:pt x="293488" y="83661"/>
                </a:lnTo>
                <a:lnTo>
                  <a:pt x="294714" y="82222"/>
                </a:lnTo>
                <a:lnTo>
                  <a:pt x="296084" y="80999"/>
                </a:lnTo>
                <a:lnTo>
                  <a:pt x="297815" y="79992"/>
                </a:lnTo>
                <a:lnTo>
                  <a:pt x="299690" y="79345"/>
                </a:lnTo>
                <a:lnTo>
                  <a:pt x="301709" y="78985"/>
                </a:lnTo>
                <a:lnTo>
                  <a:pt x="368994" y="72655"/>
                </a:lnTo>
                <a:lnTo>
                  <a:pt x="370797" y="72367"/>
                </a:lnTo>
                <a:lnTo>
                  <a:pt x="372528" y="71791"/>
                </a:lnTo>
                <a:lnTo>
                  <a:pt x="374114" y="70928"/>
                </a:lnTo>
                <a:lnTo>
                  <a:pt x="375556" y="69921"/>
                </a:lnTo>
                <a:lnTo>
                  <a:pt x="376855" y="68626"/>
                </a:lnTo>
                <a:lnTo>
                  <a:pt x="377864" y="67188"/>
                </a:lnTo>
                <a:lnTo>
                  <a:pt x="378657" y="65533"/>
                </a:lnTo>
                <a:lnTo>
                  <a:pt x="402600" y="7194"/>
                </a:lnTo>
                <a:lnTo>
                  <a:pt x="403538" y="5323"/>
                </a:lnTo>
                <a:lnTo>
                  <a:pt x="404619" y="3885"/>
                </a:lnTo>
                <a:lnTo>
                  <a:pt x="405990" y="2590"/>
                </a:lnTo>
                <a:lnTo>
                  <a:pt x="407360" y="1511"/>
                </a:lnTo>
                <a:lnTo>
                  <a:pt x="409019" y="719"/>
                </a:lnTo>
                <a:lnTo>
                  <a:pt x="410677" y="216"/>
                </a:lnTo>
                <a:close/>
                <a:moveTo>
                  <a:pt x="121228" y="0"/>
                </a:moveTo>
                <a:lnTo>
                  <a:pt x="122887" y="0"/>
                </a:lnTo>
                <a:lnTo>
                  <a:pt x="124690" y="216"/>
                </a:lnTo>
                <a:lnTo>
                  <a:pt x="126348" y="719"/>
                </a:lnTo>
                <a:lnTo>
                  <a:pt x="128007" y="1511"/>
                </a:lnTo>
                <a:lnTo>
                  <a:pt x="129377" y="2590"/>
                </a:lnTo>
                <a:lnTo>
                  <a:pt x="130747" y="3885"/>
                </a:lnTo>
                <a:lnTo>
                  <a:pt x="131829" y="5323"/>
                </a:lnTo>
                <a:lnTo>
                  <a:pt x="132767" y="7194"/>
                </a:lnTo>
                <a:lnTo>
                  <a:pt x="156926" y="65533"/>
                </a:lnTo>
                <a:lnTo>
                  <a:pt x="157863" y="67403"/>
                </a:lnTo>
                <a:lnTo>
                  <a:pt x="159234" y="69058"/>
                </a:lnTo>
                <a:lnTo>
                  <a:pt x="160820" y="70425"/>
                </a:lnTo>
                <a:lnTo>
                  <a:pt x="162479" y="71576"/>
                </a:lnTo>
                <a:lnTo>
                  <a:pt x="164426" y="72223"/>
                </a:lnTo>
                <a:lnTo>
                  <a:pt x="166517" y="72655"/>
                </a:lnTo>
                <a:lnTo>
                  <a:pt x="233874" y="78985"/>
                </a:lnTo>
                <a:lnTo>
                  <a:pt x="235893" y="79345"/>
                </a:lnTo>
                <a:lnTo>
                  <a:pt x="237768" y="79992"/>
                </a:lnTo>
                <a:lnTo>
                  <a:pt x="239427" y="80999"/>
                </a:lnTo>
                <a:lnTo>
                  <a:pt x="240942" y="82222"/>
                </a:lnTo>
                <a:lnTo>
                  <a:pt x="242095" y="83661"/>
                </a:lnTo>
                <a:lnTo>
                  <a:pt x="243105" y="85243"/>
                </a:lnTo>
                <a:lnTo>
                  <a:pt x="243826" y="86970"/>
                </a:lnTo>
                <a:lnTo>
                  <a:pt x="244331" y="88696"/>
                </a:lnTo>
                <a:lnTo>
                  <a:pt x="244475" y="90566"/>
                </a:lnTo>
                <a:lnTo>
                  <a:pt x="244403" y="92437"/>
                </a:lnTo>
                <a:lnTo>
                  <a:pt x="243970" y="94235"/>
                </a:lnTo>
                <a:lnTo>
                  <a:pt x="243249" y="96034"/>
                </a:lnTo>
                <a:lnTo>
                  <a:pt x="242168" y="97616"/>
                </a:lnTo>
                <a:lnTo>
                  <a:pt x="240869" y="99199"/>
                </a:lnTo>
                <a:lnTo>
                  <a:pt x="190099" y="143727"/>
                </a:lnTo>
                <a:lnTo>
                  <a:pt x="188585" y="145237"/>
                </a:lnTo>
                <a:lnTo>
                  <a:pt x="187503" y="146964"/>
                </a:lnTo>
                <a:lnTo>
                  <a:pt x="186638" y="148834"/>
                </a:lnTo>
                <a:lnTo>
                  <a:pt x="186205" y="150848"/>
                </a:lnTo>
                <a:lnTo>
                  <a:pt x="186133" y="152934"/>
                </a:lnTo>
                <a:lnTo>
                  <a:pt x="186421" y="155020"/>
                </a:lnTo>
                <a:lnTo>
                  <a:pt x="201422" y="217388"/>
                </a:lnTo>
                <a:lnTo>
                  <a:pt x="201782" y="219618"/>
                </a:lnTo>
                <a:lnTo>
                  <a:pt x="201638" y="221848"/>
                </a:lnTo>
                <a:lnTo>
                  <a:pt x="201205" y="223862"/>
                </a:lnTo>
                <a:lnTo>
                  <a:pt x="200340" y="225733"/>
                </a:lnTo>
                <a:lnTo>
                  <a:pt x="199258" y="227387"/>
                </a:lnTo>
                <a:lnTo>
                  <a:pt x="197816" y="228898"/>
                </a:lnTo>
                <a:lnTo>
                  <a:pt x="196301" y="230049"/>
                </a:lnTo>
                <a:lnTo>
                  <a:pt x="194498" y="230984"/>
                </a:lnTo>
                <a:lnTo>
                  <a:pt x="192551" y="231559"/>
                </a:lnTo>
                <a:lnTo>
                  <a:pt x="190532" y="231775"/>
                </a:lnTo>
                <a:lnTo>
                  <a:pt x="188441" y="231631"/>
                </a:lnTo>
                <a:lnTo>
                  <a:pt x="186349" y="231128"/>
                </a:lnTo>
                <a:lnTo>
                  <a:pt x="184258" y="230121"/>
                </a:lnTo>
                <a:lnTo>
                  <a:pt x="128151" y="197174"/>
                </a:lnTo>
                <a:lnTo>
                  <a:pt x="126276" y="196311"/>
                </a:lnTo>
                <a:lnTo>
                  <a:pt x="124257" y="195736"/>
                </a:lnTo>
                <a:lnTo>
                  <a:pt x="122238" y="195592"/>
                </a:lnTo>
                <a:lnTo>
                  <a:pt x="120218" y="195736"/>
                </a:lnTo>
                <a:lnTo>
                  <a:pt x="118199" y="196311"/>
                </a:lnTo>
                <a:lnTo>
                  <a:pt x="116324" y="197174"/>
                </a:lnTo>
                <a:lnTo>
                  <a:pt x="60218" y="230121"/>
                </a:lnTo>
                <a:lnTo>
                  <a:pt x="58126" y="231128"/>
                </a:lnTo>
                <a:lnTo>
                  <a:pt x="56035" y="231631"/>
                </a:lnTo>
                <a:lnTo>
                  <a:pt x="53943" y="231775"/>
                </a:lnTo>
                <a:lnTo>
                  <a:pt x="51924" y="231487"/>
                </a:lnTo>
                <a:lnTo>
                  <a:pt x="50049" y="230912"/>
                </a:lnTo>
                <a:lnTo>
                  <a:pt x="48318" y="229977"/>
                </a:lnTo>
                <a:lnTo>
                  <a:pt x="46660" y="228826"/>
                </a:lnTo>
                <a:lnTo>
                  <a:pt x="45217" y="227315"/>
                </a:lnTo>
                <a:lnTo>
                  <a:pt x="44136" y="225661"/>
                </a:lnTo>
                <a:lnTo>
                  <a:pt x="43342" y="223790"/>
                </a:lnTo>
                <a:lnTo>
                  <a:pt x="42837" y="221776"/>
                </a:lnTo>
                <a:lnTo>
                  <a:pt x="42693" y="219618"/>
                </a:lnTo>
                <a:lnTo>
                  <a:pt x="43054" y="217388"/>
                </a:lnTo>
                <a:lnTo>
                  <a:pt x="58270" y="155020"/>
                </a:lnTo>
                <a:lnTo>
                  <a:pt x="58559" y="152934"/>
                </a:lnTo>
                <a:lnTo>
                  <a:pt x="58487" y="150848"/>
                </a:lnTo>
                <a:lnTo>
                  <a:pt x="58054" y="148834"/>
                </a:lnTo>
                <a:lnTo>
                  <a:pt x="57261" y="146964"/>
                </a:lnTo>
                <a:lnTo>
                  <a:pt x="56107" y="145237"/>
                </a:lnTo>
                <a:lnTo>
                  <a:pt x="54665" y="143727"/>
                </a:lnTo>
                <a:lnTo>
                  <a:pt x="3895" y="99199"/>
                </a:lnTo>
                <a:lnTo>
                  <a:pt x="2452" y="97616"/>
                </a:lnTo>
                <a:lnTo>
                  <a:pt x="1370" y="96034"/>
                </a:lnTo>
                <a:lnTo>
                  <a:pt x="577" y="94235"/>
                </a:lnTo>
                <a:lnTo>
                  <a:pt x="144" y="92437"/>
                </a:lnTo>
                <a:lnTo>
                  <a:pt x="0" y="90566"/>
                </a:lnTo>
                <a:lnTo>
                  <a:pt x="144" y="88696"/>
                </a:lnTo>
                <a:lnTo>
                  <a:pt x="577" y="86970"/>
                </a:lnTo>
                <a:lnTo>
                  <a:pt x="1298" y="85243"/>
                </a:lnTo>
                <a:lnTo>
                  <a:pt x="2236" y="83661"/>
                </a:lnTo>
                <a:lnTo>
                  <a:pt x="3462" y="82222"/>
                </a:lnTo>
                <a:lnTo>
                  <a:pt x="4832" y="80999"/>
                </a:lnTo>
                <a:lnTo>
                  <a:pt x="6563" y="79992"/>
                </a:lnTo>
                <a:lnTo>
                  <a:pt x="8438" y="79345"/>
                </a:lnTo>
                <a:lnTo>
                  <a:pt x="10457" y="78985"/>
                </a:lnTo>
                <a:lnTo>
                  <a:pt x="77742" y="72655"/>
                </a:lnTo>
                <a:lnTo>
                  <a:pt x="79545" y="72367"/>
                </a:lnTo>
                <a:lnTo>
                  <a:pt x="81276" y="71791"/>
                </a:lnTo>
                <a:lnTo>
                  <a:pt x="82862" y="70928"/>
                </a:lnTo>
                <a:lnTo>
                  <a:pt x="84304" y="69921"/>
                </a:lnTo>
                <a:lnTo>
                  <a:pt x="85603" y="68626"/>
                </a:lnTo>
                <a:lnTo>
                  <a:pt x="86612" y="67188"/>
                </a:lnTo>
                <a:lnTo>
                  <a:pt x="87405" y="65533"/>
                </a:lnTo>
                <a:lnTo>
                  <a:pt x="111348" y="7194"/>
                </a:lnTo>
                <a:lnTo>
                  <a:pt x="112286" y="5323"/>
                </a:lnTo>
                <a:lnTo>
                  <a:pt x="113367" y="3885"/>
                </a:lnTo>
                <a:lnTo>
                  <a:pt x="114738" y="2590"/>
                </a:lnTo>
                <a:lnTo>
                  <a:pt x="116108" y="1511"/>
                </a:lnTo>
                <a:lnTo>
                  <a:pt x="117767" y="719"/>
                </a:lnTo>
                <a:lnTo>
                  <a:pt x="119425" y="216"/>
                </a:lnTo>
                <a:close/>
              </a:path>
            </a:pathLst>
          </a:custGeom>
          <a:noFill/>
          <a:ln w="0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Portfolio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6" name="Straight Connector 35"/>
          <p:cNvCxnSpPr>
            <a:stCxn id="35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5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37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7786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Project Showcase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1183" y="3466729"/>
            <a:ext cx="1077617" cy="2768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5"/>
          <p:cNvSpPr/>
          <p:nvPr/>
        </p:nvSpPr>
        <p:spPr>
          <a:xfrm>
            <a:off x="751183" y="3466729"/>
            <a:ext cx="1523850" cy="276862"/>
          </a:xfrm>
          <a:custGeom>
            <a:avLst/>
            <a:gdLst/>
            <a:ahLst/>
            <a:cxnLst/>
            <a:rect l="l" t="t" r="r" b="b"/>
            <a:pathLst>
              <a:path w="1523850" h="276862">
                <a:moveTo>
                  <a:pt x="1343419" y="22544"/>
                </a:moveTo>
                <a:lnTo>
                  <a:pt x="1341616" y="22760"/>
                </a:lnTo>
                <a:lnTo>
                  <a:pt x="1339958" y="23263"/>
                </a:lnTo>
                <a:lnTo>
                  <a:pt x="1338299" y="24055"/>
                </a:lnTo>
                <a:lnTo>
                  <a:pt x="1336929" y="25134"/>
                </a:lnTo>
                <a:lnTo>
                  <a:pt x="1335558" y="26429"/>
                </a:lnTo>
                <a:lnTo>
                  <a:pt x="1334477" y="27867"/>
                </a:lnTo>
                <a:lnTo>
                  <a:pt x="1333539" y="29738"/>
                </a:lnTo>
                <a:lnTo>
                  <a:pt x="1309596" y="88077"/>
                </a:lnTo>
                <a:lnTo>
                  <a:pt x="1308803" y="89732"/>
                </a:lnTo>
                <a:lnTo>
                  <a:pt x="1307794" y="91170"/>
                </a:lnTo>
                <a:lnTo>
                  <a:pt x="1306495" y="92465"/>
                </a:lnTo>
                <a:lnTo>
                  <a:pt x="1305053" y="93472"/>
                </a:lnTo>
                <a:lnTo>
                  <a:pt x="1303467" y="94335"/>
                </a:lnTo>
                <a:lnTo>
                  <a:pt x="1301736" y="94911"/>
                </a:lnTo>
                <a:lnTo>
                  <a:pt x="1299933" y="95199"/>
                </a:lnTo>
                <a:lnTo>
                  <a:pt x="1232648" y="101529"/>
                </a:lnTo>
                <a:lnTo>
                  <a:pt x="1230629" y="101889"/>
                </a:lnTo>
                <a:lnTo>
                  <a:pt x="1228754" y="102536"/>
                </a:lnTo>
                <a:lnTo>
                  <a:pt x="1227023" y="103543"/>
                </a:lnTo>
                <a:lnTo>
                  <a:pt x="1225653" y="104766"/>
                </a:lnTo>
                <a:lnTo>
                  <a:pt x="1224427" y="106205"/>
                </a:lnTo>
                <a:lnTo>
                  <a:pt x="1223489" y="107787"/>
                </a:lnTo>
                <a:lnTo>
                  <a:pt x="1222768" y="109514"/>
                </a:lnTo>
                <a:lnTo>
                  <a:pt x="1222335" y="111240"/>
                </a:lnTo>
                <a:lnTo>
                  <a:pt x="1222191" y="113110"/>
                </a:lnTo>
                <a:lnTo>
                  <a:pt x="1222335" y="114981"/>
                </a:lnTo>
                <a:lnTo>
                  <a:pt x="1222768" y="116779"/>
                </a:lnTo>
                <a:lnTo>
                  <a:pt x="1223561" y="118578"/>
                </a:lnTo>
                <a:lnTo>
                  <a:pt x="1224643" y="120160"/>
                </a:lnTo>
                <a:lnTo>
                  <a:pt x="1226086" y="121743"/>
                </a:lnTo>
                <a:lnTo>
                  <a:pt x="1276856" y="166271"/>
                </a:lnTo>
                <a:lnTo>
                  <a:pt x="1278298" y="167781"/>
                </a:lnTo>
                <a:lnTo>
                  <a:pt x="1279452" y="169508"/>
                </a:lnTo>
                <a:lnTo>
                  <a:pt x="1280245" y="171378"/>
                </a:lnTo>
                <a:lnTo>
                  <a:pt x="1280678" y="173392"/>
                </a:lnTo>
                <a:lnTo>
                  <a:pt x="1280750" y="175478"/>
                </a:lnTo>
                <a:lnTo>
                  <a:pt x="1280461" y="177564"/>
                </a:lnTo>
                <a:lnTo>
                  <a:pt x="1265245" y="239932"/>
                </a:lnTo>
                <a:lnTo>
                  <a:pt x="1264884" y="242162"/>
                </a:lnTo>
                <a:lnTo>
                  <a:pt x="1265028" y="244320"/>
                </a:lnTo>
                <a:lnTo>
                  <a:pt x="1265533" y="246334"/>
                </a:lnTo>
                <a:lnTo>
                  <a:pt x="1266327" y="248205"/>
                </a:lnTo>
                <a:lnTo>
                  <a:pt x="1267408" y="249859"/>
                </a:lnTo>
                <a:lnTo>
                  <a:pt x="1268851" y="251370"/>
                </a:lnTo>
                <a:lnTo>
                  <a:pt x="1270509" y="252521"/>
                </a:lnTo>
                <a:lnTo>
                  <a:pt x="1272240" y="253456"/>
                </a:lnTo>
                <a:lnTo>
                  <a:pt x="1274115" y="254031"/>
                </a:lnTo>
                <a:lnTo>
                  <a:pt x="1276134" y="254319"/>
                </a:lnTo>
                <a:lnTo>
                  <a:pt x="1278226" y="254175"/>
                </a:lnTo>
                <a:lnTo>
                  <a:pt x="1280317" y="253672"/>
                </a:lnTo>
                <a:lnTo>
                  <a:pt x="1282409" y="252665"/>
                </a:lnTo>
                <a:lnTo>
                  <a:pt x="1338515" y="219718"/>
                </a:lnTo>
                <a:lnTo>
                  <a:pt x="1340390" y="218855"/>
                </a:lnTo>
                <a:lnTo>
                  <a:pt x="1342409" y="218280"/>
                </a:lnTo>
                <a:lnTo>
                  <a:pt x="1344429" y="218136"/>
                </a:lnTo>
                <a:lnTo>
                  <a:pt x="1346448" y="218280"/>
                </a:lnTo>
                <a:lnTo>
                  <a:pt x="1348467" y="218855"/>
                </a:lnTo>
                <a:lnTo>
                  <a:pt x="1350342" y="219718"/>
                </a:lnTo>
                <a:lnTo>
                  <a:pt x="1406449" y="252665"/>
                </a:lnTo>
                <a:lnTo>
                  <a:pt x="1408540" y="253672"/>
                </a:lnTo>
                <a:lnTo>
                  <a:pt x="1410632" y="254175"/>
                </a:lnTo>
                <a:lnTo>
                  <a:pt x="1412723" y="254319"/>
                </a:lnTo>
                <a:lnTo>
                  <a:pt x="1414742" y="254103"/>
                </a:lnTo>
                <a:lnTo>
                  <a:pt x="1416689" y="253528"/>
                </a:lnTo>
                <a:lnTo>
                  <a:pt x="1418492" y="252593"/>
                </a:lnTo>
                <a:lnTo>
                  <a:pt x="1420007" y="251442"/>
                </a:lnTo>
                <a:lnTo>
                  <a:pt x="1421449" y="249931"/>
                </a:lnTo>
                <a:lnTo>
                  <a:pt x="1422531" y="248277"/>
                </a:lnTo>
                <a:lnTo>
                  <a:pt x="1423396" y="246406"/>
                </a:lnTo>
                <a:lnTo>
                  <a:pt x="1423829" y="244392"/>
                </a:lnTo>
                <a:lnTo>
                  <a:pt x="1423973" y="242162"/>
                </a:lnTo>
                <a:lnTo>
                  <a:pt x="1423613" y="239932"/>
                </a:lnTo>
                <a:lnTo>
                  <a:pt x="1408612" y="177564"/>
                </a:lnTo>
                <a:lnTo>
                  <a:pt x="1408324" y="175478"/>
                </a:lnTo>
                <a:lnTo>
                  <a:pt x="1408396" y="173392"/>
                </a:lnTo>
                <a:lnTo>
                  <a:pt x="1408829" y="171378"/>
                </a:lnTo>
                <a:lnTo>
                  <a:pt x="1409694" y="169508"/>
                </a:lnTo>
                <a:lnTo>
                  <a:pt x="1410776" y="167781"/>
                </a:lnTo>
                <a:lnTo>
                  <a:pt x="1412290" y="166271"/>
                </a:lnTo>
                <a:lnTo>
                  <a:pt x="1463060" y="121743"/>
                </a:lnTo>
                <a:lnTo>
                  <a:pt x="1464359" y="120160"/>
                </a:lnTo>
                <a:lnTo>
                  <a:pt x="1465440" y="118578"/>
                </a:lnTo>
                <a:lnTo>
                  <a:pt x="1466161" y="116779"/>
                </a:lnTo>
                <a:lnTo>
                  <a:pt x="1466594" y="114981"/>
                </a:lnTo>
                <a:lnTo>
                  <a:pt x="1466666" y="113110"/>
                </a:lnTo>
                <a:lnTo>
                  <a:pt x="1466522" y="111240"/>
                </a:lnTo>
                <a:lnTo>
                  <a:pt x="1466017" y="109514"/>
                </a:lnTo>
                <a:lnTo>
                  <a:pt x="1465296" y="107787"/>
                </a:lnTo>
                <a:lnTo>
                  <a:pt x="1464286" y="106205"/>
                </a:lnTo>
                <a:lnTo>
                  <a:pt x="1463133" y="104766"/>
                </a:lnTo>
                <a:lnTo>
                  <a:pt x="1461618" y="103543"/>
                </a:lnTo>
                <a:lnTo>
                  <a:pt x="1459959" y="102536"/>
                </a:lnTo>
                <a:lnTo>
                  <a:pt x="1458084" y="101889"/>
                </a:lnTo>
                <a:lnTo>
                  <a:pt x="1456065" y="101529"/>
                </a:lnTo>
                <a:lnTo>
                  <a:pt x="1388708" y="95199"/>
                </a:lnTo>
                <a:lnTo>
                  <a:pt x="1386617" y="94767"/>
                </a:lnTo>
                <a:lnTo>
                  <a:pt x="1384670" y="94120"/>
                </a:lnTo>
                <a:lnTo>
                  <a:pt x="1383011" y="92969"/>
                </a:lnTo>
                <a:lnTo>
                  <a:pt x="1381425" y="91602"/>
                </a:lnTo>
                <a:lnTo>
                  <a:pt x="1380054" y="89947"/>
                </a:lnTo>
                <a:lnTo>
                  <a:pt x="1379117" y="88077"/>
                </a:lnTo>
                <a:lnTo>
                  <a:pt x="1354958" y="29738"/>
                </a:lnTo>
                <a:lnTo>
                  <a:pt x="1354020" y="27867"/>
                </a:lnTo>
                <a:lnTo>
                  <a:pt x="1352938" y="26429"/>
                </a:lnTo>
                <a:lnTo>
                  <a:pt x="1351568" y="25134"/>
                </a:lnTo>
                <a:lnTo>
                  <a:pt x="1350198" y="24055"/>
                </a:lnTo>
                <a:lnTo>
                  <a:pt x="1348539" y="23263"/>
                </a:lnTo>
                <a:lnTo>
                  <a:pt x="1346881" y="22760"/>
                </a:lnTo>
                <a:lnTo>
                  <a:pt x="1345078" y="22544"/>
                </a:lnTo>
                <a:close/>
                <a:moveTo>
                  <a:pt x="1052166" y="22544"/>
                </a:moveTo>
                <a:lnTo>
                  <a:pt x="1050363" y="22760"/>
                </a:lnTo>
                <a:lnTo>
                  <a:pt x="1048705" y="23263"/>
                </a:lnTo>
                <a:lnTo>
                  <a:pt x="1047046" y="24055"/>
                </a:lnTo>
                <a:lnTo>
                  <a:pt x="1045676" y="25134"/>
                </a:lnTo>
                <a:lnTo>
                  <a:pt x="1044305" y="26429"/>
                </a:lnTo>
                <a:lnTo>
                  <a:pt x="1043224" y="27867"/>
                </a:lnTo>
                <a:lnTo>
                  <a:pt x="1042286" y="29738"/>
                </a:lnTo>
                <a:lnTo>
                  <a:pt x="1018343" y="88077"/>
                </a:lnTo>
                <a:lnTo>
                  <a:pt x="1017550" y="89732"/>
                </a:lnTo>
                <a:lnTo>
                  <a:pt x="1016541" y="91170"/>
                </a:lnTo>
                <a:lnTo>
                  <a:pt x="1015242" y="92465"/>
                </a:lnTo>
                <a:lnTo>
                  <a:pt x="1013800" y="93472"/>
                </a:lnTo>
                <a:lnTo>
                  <a:pt x="1012214" y="94335"/>
                </a:lnTo>
                <a:lnTo>
                  <a:pt x="1010483" y="94911"/>
                </a:lnTo>
                <a:lnTo>
                  <a:pt x="1008680" y="95199"/>
                </a:lnTo>
                <a:lnTo>
                  <a:pt x="941395" y="101529"/>
                </a:lnTo>
                <a:lnTo>
                  <a:pt x="939376" y="101889"/>
                </a:lnTo>
                <a:lnTo>
                  <a:pt x="937501" y="102536"/>
                </a:lnTo>
                <a:lnTo>
                  <a:pt x="935770" y="103543"/>
                </a:lnTo>
                <a:lnTo>
                  <a:pt x="934400" y="104766"/>
                </a:lnTo>
                <a:lnTo>
                  <a:pt x="933174" y="106205"/>
                </a:lnTo>
                <a:lnTo>
                  <a:pt x="932236" y="107787"/>
                </a:lnTo>
                <a:lnTo>
                  <a:pt x="931515" y="109514"/>
                </a:lnTo>
                <a:lnTo>
                  <a:pt x="931082" y="111240"/>
                </a:lnTo>
                <a:lnTo>
                  <a:pt x="930938" y="113110"/>
                </a:lnTo>
                <a:lnTo>
                  <a:pt x="931082" y="114981"/>
                </a:lnTo>
                <a:lnTo>
                  <a:pt x="931515" y="116779"/>
                </a:lnTo>
                <a:lnTo>
                  <a:pt x="932308" y="118578"/>
                </a:lnTo>
                <a:lnTo>
                  <a:pt x="933390" y="120160"/>
                </a:lnTo>
                <a:lnTo>
                  <a:pt x="934833" y="121743"/>
                </a:lnTo>
                <a:lnTo>
                  <a:pt x="985603" y="166271"/>
                </a:lnTo>
                <a:lnTo>
                  <a:pt x="987045" y="167781"/>
                </a:lnTo>
                <a:lnTo>
                  <a:pt x="988199" y="169508"/>
                </a:lnTo>
                <a:lnTo>
                  <a:pt x="988992" y="171378"/>
                </a:lnTo>
                <a:lnTo>
                  <a:pt x="989425" y="173392"/>
                </a:lnTo>
                <a:lnTo>
                  <a:pt x="989497" y="175478"/>
                </a:lnTo>
                <a:lnTo>
                  <a:pt x="989208" y="177564"/>
                </a:lnTo>
                <a:lnTo>
                  <a:pt x="973992" y="239932"/>
                </a:lnTo>
                <a:lnTo>
                  <a:pt x="973631" y="242162"/>
                </a:lnTo>
                <a:lnTo>
                  <a:pt x="973775" y="244320"/>
                </a:lnTo>
                <a:lnTo>
                  <a:pt x="974280" y="246334"/>
                </a:lnTo>
                <a:lnTo>
                  <a:pt x="975074" y="248205"/>
                </a:lnTo>
                <a:lnTo>
                  <a:pt x="976155" y="249859"/>
                </a:lnTo>
                <a:lnTo>
                  <a:pt x="977598" y="251370"/>
                </a:lnTo>
                <a:lnTo>
                  <a:pt x="979256" y="252521"/>
                </a:lnTo>
                <a:lnTo>
                  <a:pt x="980987" y="253456"/>
                </a:lnTo>
                <a:lnTo>
                  <a:pt x="982862" y="254031"/>
                </a:lnTo>
                <a:lnTo>
                  <a:pt x="984881" y="254319"/>
                </a:lnTo>
                <a:lnTo>
                  <a:pt x="986973" y="254175"/>
                </a:lnTo>
                <a:lnTo>
                  <a:pt x="989064" y="253672"/>
                </a:lnTo>
                <a:lnTo>
                  <a:pt x="991156" y="252665"/>
                </a:lnTo>
                <a:lnTo>
                  <a:pt x="1047262" y="219718"/>
                </a:lnTo>
                <a:lnTo>
                  <a:pt x="1049137" y="218855"/>
                </a:lnTo>
                <a:lnTo>
                  <a:pt x="1051156" y="218280"/>
                </a:lnTo>
                <a:lnTo>
                  <a:pt x="1053176" y="218136"/>
                </a:lnTo>
                <a:lnTo>
                  <a:pt x="1055195" y="218280"/>
                </a:lnTo>
                <a:lnTo>
                  <a:pt x="1057214" y="218855"/>
                </a:lnTo>
                <a:lnTo>
                  <a:pt x="1059089" y="219718"/>
                </a:lnTo>
                <a:lnTo>
                  <a:pt x="1115196" y="252665"/>
                </a:lnTo>
                <a:lnTo>
                  <a:pt x="1117287" y="253672"/>
                </a:lnTo>
                <a:lnTo>
                  <a:pt x="1119379" y="254175"/>
                </a:lnTo>
                <a:lnTo>
                  <a:pt x="1121470" y="254319"/>
                </a:lnTo>
                <a:lnTo>
                  <a:pt x="1123489" y="254103"/>
                </a:lnTo>
                <a:lnTo>
                  <a:pt x="1125436" y="253528"/>
                </a:lnTo>
                <a:lnTo>
                  <a:pt x="1127239" y="252593"/>
                </a:lnTo>
                <a:lnTo>
                  <a:pt x="1128754" y="251442"/>
                </a:lnTo>
                <a:lnTo>
                  <a:pt x="1130196" y="249931"/>
                </a:lnTo>
                <a:lnTo>
                  <a:pt x="1131278" y="248277"/>
                </a:lnTo>
                <a:lnTo>
                  <a:pt x="1132143" y="246406"/>
                </a:lnTo>
                <a:lnTo>
                  <a:pt x="1132576" y="244392"/>
                </a:lnTo>
                <a:lnTo>
                  <a:pt x="1132720" y="242162"/>
                </a:lnTo>
                <a:lnTo>
                  <a:pt x="1132360" y="239932"/>
                </a:lnTo>
                <a:lnTo>
                  <a:pt x="1117359" y="177564"/>
                </a:lnTo>
                <a:lnTo>
                  <a:pt x="1117071" y="175478"/>
                </a:lnTo>
                <a:lnTo>
                  <a:pt x="1117143" y="173392"/>
                </a:lnTo>
                <a:lnTo>
                  <a:pt x="1117576" y="171378"/>
                </a:lnTo>
                <a:lnTo>
                  <a:pt x="1118441" y="169508"/>
                </a:lnTo>
                <a:lnTo>
                  <a:pt x="1119523" y="167781"/>
                </a:lnTo>
                <a:lnTo>
                  <a:pt x="1121037" y="166271"/>
                </a:lnTo>
                <a:lnTo>
                  <a:pt x="1171807" y="121743"/>
                </a:lnTo>
                <a:lnTo>
                  <a:pt x="1173106" y="120160"/>
                </a:lnTo>
                <a:lnTo>
                  <a:pt x="1174187" y="118578"/>
                </a:lnTo>
                <a:lnTo>
                  <a:pt x="1174908" y="116779"/>
                </a:lnTo>
                <a:lnTo>
                  <a:pt x="1175341" y="114981"/>
                </a:lnTo>
                <a:lnTo>
                  <a:pt x="1175413" y="113110"/>
                </a:lnTo>
                <a:lnTo>
                  <a:pt x="1175269" y="111240"/>
                </a:lnTo>
                <a:lnTo>
                  <a:pt x="1174764" y="109514"/>
                </a:lnTo>
                <a:lnTo>
                  <a:pt x="1174043" y="107787"/>
                </a:lnTo>
                <a:lnTo>
                  <a:pt x="1173033" y="106205"/>
                </a:lnTo>
                <a:lnTo>
                  <a:pt x="1171880" y="104766"/>
                </a:lnTo>
                <a:lnTo>
                  <a:pt x="1170365" y="103543"/>
                </a:lnTo>
                <a:lnTo>
                  <a:pt x="1168706" y="102536"/>
                </a:lnTo>
                <a:lnTo>
                  <a:pt x="1166831" y="101889"/>
                </a:lnTo>
                <a:lnTo>
                  <a:pt x="1164812" y="101529"/>
                </a:lnTo>
                <a:lnTo>
                  <a:pt x="1097455" y="95199"/>
                </a:lnTo>
                <a:lnTo>
                  <a:pt x="1095364" y="94767"/>
                </a:lnTo>
                <a:lnTo>
                  <a:pt x="1093417" y="94120"/>
                </a:lnTo>
                <a:lnTo>
                  <a:pt x="1091758" y="92969"/>
                </a:lnTo>
                <a:lnTo>
                  <a:pt x="1090172" y="91602"/>
                </a:lnTo>
                <a:lnTo>
                  <a:pt x="1088801" y="89947"/>
                </a:lnTo>
                <a:lnTo>
                  <a:pt x="1087864" y="88077"/>
                </a:lnTo>
                <a:lnTo>
                  <a:pt x="1063705" y="29738"/>
                </a:lnTo>
                <a:lnTo>
                  <a:pt x="1062767" y="27867"/>
                </a:lnTo>
                <a:lnTo>
                  <a:pt x="1061685" y="26429"/>
                </a:lnTo>
                <a:lnTo>
                  <a:pt x="1060315" y="25134"/>
                </a:lnTo>
                <a:lnTo>
                  <a:pt x="1058945" y="24055"/>
                </a:lnTo>
                <a:lnTo>
                  <a:pt x="1057286" y="23263"/>
                </a:lnTo>
                <a:lnTo>
                  <a:pt x="1055628" y="22760"/>
                </a:lnTo>
                <a:lnTo>
                  <a:pt x="1053825" y="22544"/>
                </a:lnTo>
                <a:close/>
                <a:moveTo>
                  <a:pt x="760914" y="22544"/>
                </a:moveTo>
                <a:lnTo>
                  <a:pt x="759111" y="22760"/>
                </a:lnTo>
                <a:lnTo>
                  <a:pt x="757453" y="23263"/>
                </a:lnTo>
                <a:lnTo>
                  <a:pt x="755794" y="24055"/>
                </a:lnTo>
                <a:lnTo>
                  <a:pt x="754424" y="25134"/>
                </a:lnTo>
                <a:lnTo>
                  <a:pt x="753053" y="26429"/>
                </a:lnTo>
                <a:lnTo>
                  <a:pt x="751972" y="27867"/>
                </a:lnTo>
                <a:lnTo>
                  <a:pt x="751034" y="29738"/>
                </a:lnTo>
                <a:lnTo>
                  <a:pt x="727091" y="88077"/>
                </a:lnTo>
                <a:lnTo>
                  <a:pt x="726298" y="89732"/>
                </a:lnTo>
                <a:lnTo>
                  <a:pt x="725289" y="91170"/>
                </a:lnTo>
                <a:lnTo>
                  <a:pt x="723990" y="92465"/>
                </a:lnTo>
                <a:lnTo>
                  <a:pt x="722548" y="93472"/>
                </a:lnTo>
                <a:lnTo>
                  <a:pt x="720962" y="94335"/>
                </a:lnTo>
                <a:lnTo>
                  <a:pt x="719231" y="94911"/>
                </a:lnTo>
                <a:lnTo>
                  <a:pt x="717428" y="95199"/>
                </a:lnTo>
                <a:lnTo>
                  <a:pt x="650143" y="101529"/>
                </a:lnTo>
                <a:lnTo>
                  <a:pt x="648124" y="101889"/>
                </a:lnTo>
                <a:lnTo>
                  <a:pt x="646249" y="102536"/>
                </a:lnTo>
                <a:lnTo>
                  <a:pt x="644518" y="103543"/>
                </a:lnTo>
                <a:lnTo>
                  <a:pt x="643148" y="104766"/>
                </a:lnTo>
                <a:lnTo>
                  <a:pt x="641922" y="106205"/>
                </a:lnTo>
                <a:lnTo>
                  <a:pt x="640984" y="107787"/>
                </a:lnTo>
                <a:lnTo>
                  <a:pt x="640263" y="109514"/>
                </a:lnTo>
                <a:lnTo>
                  <a:pt x="639830" y="111240"/>
                </a:lnTo>
                <a:lnTo>
                  <a:pt x="639686" y="113110"/>
                </a:lnTo>
                <a:lnTo>
                  <a:pt x="639830" y="114981"/>
                </a:lnTo>
                <a:lnTo>
                  <a:pt x="640263" y="116779"/>
                </a:lnTo>
                <a:lnTo>
                  <a:pt x="641056" y="118578"/>
                </a:lnTo>
                <a:lnTo>
                  <a:pt x="642138" y="120160"/>
                </a:lnTo>
                <a:lnTo>
                  <a:pt x="643581" y="121743"/>
                </a:lnTo>
                <a:lnTo>
                  <a:pt x="694351" y="166271"/>
                </a:lnTo>
                <a:lnTo>
                  <a:pt x="695793" y="167781"/>
                </a:lnTo>
                <a:lnTo>
                  <a:pt x="696947" y="169508"/>
                </a:lnTo>
                <a:lnTo>
                  <a:pt x="697740" y="171378"/>
                </a:lnTo>
                <a:lnTo>
                  <a:pt x="698173" y="173392"/>
                </a:lnTo>
                <a:lnTo>
                  <a:pt x="698245" y="175478"/>
                </a:lnTo>
                <a:lnTo>
                  <a:pt x="697956" y="177564"/>
                </a:lnTo>
                <a:lnTo>
                  <a:pt x="682740" y="239932"/>
                </a:lnTo>
                <a:lnTo>
                  <a:pt x="682379" y="242162"/>
                </a:lnTo>
                <a:lnTo>
                  <a:pt x="682523" y="244320"/>
                </a:lnTo>
                <a:lnTo>
                  <a:pt x="683028" y="246334"/>
                </a:lnTo>
                <a:lnTo>
                  <a:pt x="683822" y="248205"/>
                </a:lnTo>
                <a:lnTo>
                  <a:pt x="684903" y="249859"/>
                </a:lnTo>
                <a:lnTo>
                  <a:pt x="686346" y="251370"/>
                </a:lnTo>
                <a:lnTo>
                  <a:pt x="688004" y="252521"/>
                </a:lnTo>
                <a:lnTo>
                  <a:pt x="689735" y="253456"/>
                </a:lnTo>
                <a:lnTo>
                  <a:pt x="691610" y="254031"/>
                </a:lnTo>
                <a:lnTo>
                  <a:pt x="693629" y="254319"/>
                </a:lnTo>
                <a:lnTo>
                  <a:pt x="695721" y="254175"/>
                </a:lnTo>
                <a:lnTo>
                  <a:pt x="697812" y="253672"/>
                </a:lnTo>
                <a:lnTo>
                  <a:pt x="699904" y="252665"/>
                </a:lnTo>
                <a:lnTo>
                  <a:pt x="756010" y="219718"/>
                </a:lnTo>
                <a:lnTo>
                  <a:pt x="757885" y="218855"/>
                </a:lnTo>
                <a:lnTo>
                  <a:pt x="759904" y="218280"/>
                </a:lnTo>
                <a:lnTo>
                  <a:pt x="761924" y="218136"/>
                </a:lnTo>
                <a:lnTo>
                  <a:pt x="763943" y="218280"/>
                </a:lnTo>
                <a:lnTo>
                  <a:pt x="765962" y="218855"/>
                </a:lnTo>
                <a:lnTo>
                  <a:pt x="767837" y="219718"/>
                </a:lnTo>
                <a:lnTo>
                  <a:pt x="823944" y="252665"/>
                </a:lnTo>
                <a:lnTo>
                  <a:pt x="826035" y="253672"/>
                </a:lnTo>
                <a:lnTo>
                  <a:pt x="828127" y="254175"/>
                </a:lnTo>
                <a:lnTo>
                  <a:pt x="830218" y="254319"/>
                </a:lnTo>
                <a:lnTo>
                  <a:pt x="832237" y="254103"/>
                </a:lnTo>
                <a:lnTo>
                  <a:pt x="834184" y="253528"/>
                </a:lnTo>
                <a:lnTo>
                  <a:pt x="835987" y="252593"/>
                </a:lnTo>
                <a:lnTo>
                  <a:pt x="837502" y="251442"/>
                </a:lnTo>
                <a:lnTo>
                  <a:pt x="838944" y="249931"/>
                </a:lnTo>
                <a:lnTo>
                  <a:pt x="840026" y="248277"/>
                </a:lnTo>
                <a:lnTo>
                  <a:pt x="840891" y="246406"/>
                </a:lnTo>
                <a:lnTo>
                  <a:pt x="841324" y="244392"/>
                </a:lnTo>
                <a:lnTo>
                  <a:pt x="841468" y="242162"/>
                </a:lnTo>
                <a:lnTo>
                  <a:pt x="841108" y="239932"/>
                </a:lnTo>
                <a:lnTo>
                  <a:pt x="826107" y="177564"/>
                </a:lnTo>
                <a:lnTo>
                  <a:pt x="825819" y="175478"/>
                </a:lnTo>
                <a:lnTo>
                  <a:pt x="825891" y="173392"/>
                </a:lnTo>
                <a:lnTo>
                  <a:pt x="826324" y="171378"/>
                </a:lnTo>
                <a:lnTo>
                  <a:pt x="827189" y="169508"/>
                </a:lnTo>
                <a:lnTo>
                  <a:pt x="828271" y="167781"/>
                </a:lnTo>
                <a:lnTo>
                  <a:pt x="829785" y="166271"/>
                </a:lnTo>
                <a:lnTo>
                  <a:pt x="880555" y="121743"/>
                </a:lnTo>
                <a:lnTo>
                  <a:pt x="881854" y="120160"/>
                </a:lnTo>
                <a:lnTo>
                  <a:pt x="882935" y="118578"/>
                </a:lnTo>
                <a:lnTo>
                  <a:pt x="883656" y="116779"/>
                </a:lnTo>
                <a:lnTo>
                  <a:pt x="884089" y="114981"/>
                </a:lnTo>
                <a:lnTo>
                  <a:pt x="884161" y="113110"/>
                </a:lnTo>
                <a:lnTo>
                  <a:pt x="884017" y="111240"/>
                </a:lnTo>
                <a:lnTo>
                  <a:pt x="883512" y="109514"/>
                </a:lnTo>
                <a:lnTo>
                  <a:pt x="882791" y="107787"/>
                </a:lnTo>
                <a:lnTo>
                  <a:pt x="881781" y="106205"/>
                </a:lnTo>
                <a:lnTo>
                  <a:pt x="880628" y="104766"/>
                </a:lnTo>
                <a:lnTo>
                  <a:pt x="879113" y="103543"/>
                </a:lnTo>
                <a:lnTo>
                  <a:pt x="877454" y="102536"/>
                </a:lnTo>
                <a:lnTo>
                  <a:pt x="875579" y="101889"/>
                </a:lnTo>
                <a:lnTo>
                  <a:pt x="873560" y="101529"/>
                </a:lnTo>
                <a:lnTo>
                  <a:pt x="806203" y="95199"/>
                </a:lnTo>
                <a:lnTo>
                  <a:pt x="804112" y="94767"/>
                </a:lnTo>
                <a:lnTo>
                  <a:pt x="802165" y="94120"/>
                </a:lnTo>
                <a:lnTo>
                  <a:pt x="800506" y="92969"/>
                </a:lnTo>
                <a:lnTo>
                  <a:pt x="798920" y="91602"/>
                </a:lnTo>
                <a:lnTo>
                  <a:pt x="797549" y="89947"/>
                </a:lnTo>
                <a:lnTo>
                  <a:pt x="796612" y="88077"/>
                </a:lnTo>
                <a:lnTo>
                  <a:pt x="772453" y="29738"/>
                </a:lnTo>
                <a:lnTo>
                  <a:pt x="771515" y="27867"/>
                </a:lnTo>
                <a:lnTo>
                  <a:pt x="770433" y="26429"/>
                </a:lnTo>
                <a:lnTo>
                  <a:pt x="769063" y="25134"/>
                </a:lnTo>
                <a:lnTo>
                  <a:pt x="767693" y="24055"/>
                </a:lnTo>
                <a:lnTo>
                  <a:pt x="766034" y="23263"/>
                </a:lnTo>
                <a:lnTo>
                  <a:pt x="764376" y="22760"/>
                </a:lnTo>
                <a:lnTo>
                  <a:pt x="762573" y="22544"/>
                </a:lnTo>
                <a:close/>
                <a:moveTo>
                  <a:pt x="469662" y="22544"/>
                </a:moveTo>
                <a:lnTo>
                  <a:pt x="467859" y="22760"/>
                </a:lnTo>
                <a:lnTo>
                  <a:pt x="466201" y="23263"/>
                </a:lnTo>
                <a:lnTo>
                  <a:pt x="464542" y="24055"/>
                </a:lnTo>
                <a:lnTo>
                  <a:pt x="463172" y="25134"/>
                </a:lnTo>
                <a:lnTo>
                  <a:pt x="461801" y="26429"/>
                </a:lnTo>
                <a:lnTo>
                  <a:pt x="460720" y="27867"/>
                </a:lnTo>
                <a:lnTo>
                  <a:pt x="459782" y="29738"/>
                </a:lnTo>
                <a:lnTo>
                  <a:pt x="435839" y="88077"/>
                </a:lnTo>
                <a:lnTo>
                  <a:pt x="435046" y="89732"/>
                </a:lnTo>
                <a:lnTo>
                  <a:pt x="434037" y="91170"/>
                </a:lnTo>
                <a:lnTo>
                  <a:pt x="432738" y="92465"/>
                </a:lnTo>
                <a:lnTo>
                  <a:pt x="431296" y="93472"/>
                </a:lnTo>
                <a:lnTo>
                  <a:pt x="429710" y="94335"/>
                </a:lnTo>
                <a:lnTo>
                  <a:pt x="427979" y="94911"/>
                </a:lnTo>
                <a:lnTo>
                  <a:pt x="426176" y="95199"/>
                </a:lnTo>
                <a:lnTo>
                  <a:pt x="358891" y="101529"/>
                </a:lnTo>
                <a:lnTo>
                  <a:pt x="356872" y="101889"/>
                </a:lnTo>
                <a:lnTo>
                  <a:pt x="354997" y="102536"/>
                </a:lnTo>
                <a:lnTo>
                  <a:pt x="353266" y="103543"/>
                </a:lnTo>
                <a:lnTo>
                  <a:pt x="351896" y="104766"/>
                </a:lnTo>
                <a:lnTo>
                  <a:pt x="350670" y="106205"/>
                </a:lnTo>
                <a:lnTo>
                  <a:pt x="349732" y="107787"/>
                </a:lnTo>
                <a:lnTo>
                  <a:pt x="349011" y="109514"/>
                </a:lnTo>
                <a:lnTo>
                  <a:pt x="348578" y="111240"/>
                </a:lnTo>
                <a:lnTo>
                  <a:pt x="348434" y="113110"/>
                </a:lnTo>
                <a:lnTo>
                  <a:pt x="348578" y="114981"/>
                </a:lnTo>
                <a:lnTo>
                  <a:pt x="349011" y="116779"/>
                </a:lnTo>
                <a:lnTo>
                  <a:pt x="349804" y="118578"/>
                </a:lnTo>
                <a:lnTo>
                  <a:pt x="350886" y="120160"/>
                </a:lnTo>
                <a:lnTo>
                  <a:pt x="352329" y="121743"/>
                </a:lnTo>
                <a:lnTo>
                  <a:pt x="403099" y="166271"/>
                </a:lnTo>
                <a:lnTo>
                  <a:pt x="404541" y="167781"/>
                </a:lnTo>
                <a:lnTo>
                  <a:pt x="405695" y="169508"/>
                </a:lnTo>
                <a:lnTo>
                  <a:pt x="406488" y="171378"/>
                </a:lnTo>
                <a:lnTo>
                  <a:pt x="406921" y="173392"/>
                </a:lnTo>
                <a:lnTo>
                  <a:pt x="406993" y="175478"/>
                </a:lnTo>
                <a:lnTo>
                  <a:pt x="406704" y="177564"/>
                </a:lnTo>
                <a:lnTo>
                  <a:pt x="391488" y="239932"/>
                </a:lnTo>
                <a:lnTo>
                  <a:pt x="391127" y="242162"/>
                </a:lnTo>
                <a:lnTo>
                  <a:pt x="391271" y="244320"/>
                </a:lnTo>
                <a:lnTo>
                  <a:pt x="391776" y="246334"/>
                </a:lnTo>
                <a:lnTo>
                  <a:pt x="392570" y="248205"/>
                </a:lnTo>
                <a:lnTo>
                  <a:pt x="393651" y="249859"/>
                </a:lnTo>
                <a:lnTo>
                  <a:pt x="395094" y="251370"/>
                </a:lnTo>
                <a:lnTo>
                  <a:pt x="396752" y="252521"/>
                </a:lnTo>
                <a:lnTo>
                  <a:pt x="398483" y="253456"/>
                </a:lnTo>
                <a:lnTo>
                  <a:pt x="400358" y="254031"/>
                </a:lnTo>
                <a:lnTo>
                  <a:pt x="402377" y="254319"/>
                </a:lnTo>
                <a:lnTo>
                  <a:pt x="404469" y="254175"/>
                </a:lnTo>
                <a:lnTo>
                  <a:pt x="406560" y="253672"/>
                </a:lnTo>
                <a:lnTo>
                  <a:pt x="408652" y="252665"/>
                </a:lnTo>
                <a:lnTo>
                  <a:pt x="464758" y="219718"/>
                </a:lnTo>
                <a:lnTo>
                  <a:pt x="466633" y="218855"/>
                </a:lnTo>
                <a:lnTo>
                  <a:pt x="468652" y="218280"/>
                </a:lnTo>
                <a:lnTo>
                  <a:pt x="470672" y="218136"/>
                </a:lnTo>
                <a:lnTo>
                  <a:pt x="472691" y="218280"/>
                </a:lnTo>
                <a:lnTo>
                  <a:pt x="474710" y="218855"/>
                </a:lnTo>
                <a:lnTo>
                  <a:pt x="476585" y="219718"/>
                </a:lnTo>
                <a:lnTo>
                  <a:pt x="532692" y="252665"/>
                </a:lnTo>
                <a:lnTo>
                  <a:pt x="534783" y="253672"/>
                </a:lnTo>
                <a:lnTo>
                  <a:pt x="536875" y="254175"/>
                </a:lnTo>
                <a:lnTo>
                  <a:pt x="538966" y="254319"/>
                </a:lnTo>
                <a:lnTo>
                  <a:pt x="540985" y="254103"/>
                </a:lnTo>
                <a:lnTo>
                  <a:pt x="542932" y="253528"/>
                </a:lnTo>
                <a:lnTo>
                  <a:pt x="544735" y="252593"/>
                </a:lnTo>
                <a:lnTo>
                  <a:pt x="546250" y="251442"/>
                </a:lnTo>
                <a:lnTo>
                  <a:pt x="547692" y="249931"/>
                </a:lnTo>
                <a:lnTo>
                  <a:pt x="548774" y="248277"/>
                </a:lnTo>
                <a:lnTo>
                  <a:pt x="549639" y="246406"/>
                </a:lnTo>
                <a:lnTo>
                  <a:pt x="550072" y="244392"/>
                </a:lnTo>
                <a:lnTo>
                  <a:pt x="550216" y="242162"/>
                </a:lnTo>
                <a:lnTo>
                  <a:pt x="549856" y="239932"/>
                </a:lnTo>
                <a:lnTo>
                  <a:pt x="534855" y="177564"/>
                </a:lnTo>
                <a:lnTo>
                  <a:pt x="534567" y="175478"/>
                </a:lnTo>
                <a:lnTo>
                  <a:pt x="534639" y="173392"/>
                </a:lnTo>
                <a:lnTo>
                  <a:pt x="535072" y="171378"/>
                </a:lnTo>
                <a:lnTo>
                  <a:pt x="535937" y="169508"/>
                </a:lnTo>
                <a:lnTo>
                  <a:pt x="537019" y="167781"/>
                </a:lnTo>
                <a:lnTo>
                  <a:pt x="538533" y="166271"/>
                </a:lnTo>
                <a:lnTo>
                  <a:pt x="589303" y="121743"/>
                </a:lnTo>
                <a:lnTo>
                  <a:pt x="590602" y="120160"/>
                </a:lnTo>
                <a:lnTo>
                  <a:pt x="591683" y="118578"/>
                </a:lnTo>
                <a:lnTo>
                  <a:pt x="592404" y="116779"/>
                </a:lnTo>
                <a:lnTo>
                  <a:pt x="592837" y="114981"/>
                </a:lnTo>
                <a:lnTo>
                  <a:pt x="592909" y="113110"/>
                </a:lnTo>
                <a:lnTo>
                  <a:pt x="592765" y="111240"/>
                </a:lnTo>
                <a:lnTo>
                  <a:pt x="592260" y="109514"/>
                </a:lnTo>
                <a:lnTo>
                  <a:pt x="591539" y="107787"/>
                </a:lnTo>
                <a:lnTo>
                  <a:pt x="590529" y="106205"/>
                </a:lnTo>
                <a:lnTo>
                  <a:pt x="589376" y="104766"/>
                </a:lnTo>
                <a:lnTo>
                  <a:pt x="587861" y="103543"/>
                </a:lnTo>
                <a:lnTo>
                  <a:pt x="586202" y="102536"/>
                </a:lnTo>
                <a:lnTo>
                  <a:pt x="584327" y="101889"/>
                </a:lnTo>
                <a:lnTo>
                  <a:pt x="582308" y="101529"/>
                </a:lnTo>
                <a:lnTo>
                  <a:pt x="514951" y="95199"/>
                </a:lnTo>
                <a:lnTo>
                  <a:pt x="512860" y="94767"/>
                </a:lnTo>
                <a:lnTo>
                  <a:pt x="510913" y="94120"/>
                </a:lnTo>
                <a:lnTo>
                  <a:pt x="509254" y="92969"/>
                </a:lnTo>
                <a:lnTo>
                  <a:pt x="507668" y="91602"/>
                </a:lnTo>
                <a:lnTo>
                  <a:pt x="506297" y="89947"/>
                </a:lnTo>
                <a:lnTo>
                  <a:pt x="505360" y="88077"/>
                </a:lnTo>
                <a:lnTo>
                  <a:pt x="481201" y="29738"/>
                </a:lnTo>
                <a:lnTo>
                  <a:pt x="480263" y="27867"/>
                </a:lnTo>
                <a:lnTo>
                  <a:pt x="479181" y="26429"/>
                </a:lnTo>
                <a:lnTo>
                  <a:pt x="477811" y="25134"/>
                </a:lnTo>
                <a:lnTo>
                  <a:pt x="476441" y="24055"/>
                </a:lnTo>
                <a:lnTo>
                  <a:pt x="474782" y="23263"/>
                </a:lnTo>
                <a:lnTo>
                  <a:pt x="473124" y="22760"/>
                </a:lnTo>
                <a:lnTo>
                  <a:pt x="471321" y="22544"/>
                </a:lnTo>
                <a:close/>
                <a:moveTo>
                  <a:pt x="178410" y="22544"/>
                </a:moveTo>
                <a:lnTo>
                  <a:pt x="176607" y="22760"/>
                </a:lnTo>
                <a:lnTo>
                  <a:pt x="174949" y="23263"/>
                </a:lnTo>
                <a:lnTo>
                  <a:pt x="173290" y="24055"/>
                </a:lnTo>
                <a:lnTo>
                  <a:pt x="171920" y="25134"/>
                </a:lnTo>
                <a:lnTo>
                  <a:pt x="170549" y="26429"/>
                </a:lnTo>
                <a:lnTo>
                  <a:pt x="169468" y="27867"/>
                </a:lnTo>
                <a:lnTo>
                  <a:pt x="168530" y="29738"/>
                </a:lnTo>
                <a:lnTo>
                  <a:pt x="144587" y="88077"/>
                </a:lnTo>
                <a:lnTo>
                  <a:pt x="143794" y="89732"/>
                </a:lnTo>
                <a:lnTo>
                  <a:pt x="142785" y="91170"/>
                </a:lnTo>
                <a:lnTo>
                  <a:pt x="141486" y="92465"/>
                </a:lnTo>
                <a:lnTo>
                  <a:pt x="140044" y="93472"/>
                </a:lnTo>
                <a:lnTo>
                  <a:pt x="138458" y="94335"/>
                </a:lnTo>
                <a:lnTo>
                  <a:pt x="136727" y="94911"/>
                </a:lnTo>
                <a:lnTo>
                  <a:pt x="134924" y="95199"/>
                </a:lnTo>
                <a:lnTo>
                  <a:pt x="67639" y="101529"/>
                </a:lnTo>
                <a:lnTo>
                  <a:pt x="65620" y="101889"/>
                </a:lnTo>
                <a:lnTo>
                  <a:pt x="63745" y="102536"/>
                </a:lnTo>
                <a:lnTo>
                  <a:pt x="62014" y="103543"/>
                </a:lnTo>
                <a:lnTo>
                  <a:pt x="60644" y="104766"/>
                </a:lnTo>
                <a:lnTo>
                  <a:pt x="59418" y="106205"/>
                </a:lnTo>
                <a:lnTo>
                  <a:pt x="58480" y="107787"/>
                </a:lnTo>
                <a:lnTo>
                  <a:pt x="57759" y="109514"/>
                </a:lnTo>
                <a:lnTo>
                  <a:pt x="57326" y="111240"/>
                </a:lnTo>
                <a:lnTo>
                  <a:pt x="57182" y="113110"/>
                </a:lnTo>
                <a:lnTo>
                  <a:pt x="57326" y="114981"/>
                </a:lnTo>
                <a:lnTo>
                  <a:pt x="57759" y="116779"/>
                </a:lnTo>
                <a:lnTo>
                  <a:pt x="58552" y="118578"/>
                </a:lnTo>
                <a:lnTo>
                  <a:pt x="59634" y="120160"/>
                </a:lnTo>
                <a:lnTo>
                  <a:pt x="61077" y="121743"/>
                </a:lnTo>
                <a:lnTo>
                  <a:pt x="111847" y="166271"/>
                </a:lnTo>
                <a:lnTo>
                  <a:pt x="113289" y="167781"/>
                </a:lnTo>
                <a:lnTo>
                  <a:pt x="114443" y="169508"/>
                </a:lnTo>
                <a:lnTo>
                  <a:pt x="115236" y="171378"/>
                </a:lnTo>
                <a:lnTo>
                  <a:pt x="115669" y="173392"/>
                </a:lnTo>
                <a:lnTo>
                  <a:pt x="115741" y="175478"/>
                </a:lnTo>
                <a:lnTo>
                  <a:pt x="115452" y="177564"/>
                </a:lnTo>
                <a:lnTo>
                  <a:pt x="100236" y="239932"/>
                </a:lnTo>
                <a:lnTo>
                  <a:pt x="99875" y="242162"/>
                </a:lnTo>
                <a:lnTo>
                  <a:pt x="100019" y="244320"/>
                </a:lnTo>
                <a:lnTo>
                  <a:pt x="100524" y="246334"/>
                </a:lnTo>
                <a:lnTo>
                  <a:pt x="101318" y="248205"/>
                </a:lnTo>
                <a:lnTo>
                  <a:pt x="102399" y="249859"/>
                </a:lnTo>
                <a:lnTo>
                  <a:pt x="103842" y="251370"/>
                </a:lnTo>
                <a:lnTo>
                  <a:pt x="105500" y="252521"/>
                </a:lnTo>
                <a:lnTo>
                  <a:pt x="107231" y="253456"/>
                </a:lnTo>
                <a:lnTo>
                  <a:pt x="109106" y="254031"/>
                </a:lnTo>
                <a:lnTo>
                  <a:pt x="111125" y="254319"/>
                </a:lnTo>
                <a:lnTo>
                  <a:pt x="113217" y="254175"/>
                </a:lnTo>
                <a:lnTo>
                  <a:pt x="115308" y="253672"/>
                </a:lnTo>
                <a:lnTo>
                  <a:pt x="117400" y="252665"/>
                </a:lnTo>
                <a:lnTo>
                  <a:pt x="173506" y="219718"/>
                </a:lnTo>
                <a:lnTo>
                  <a:pt x="175381" y="218855"/>
                </a:lnTo>
                <a:lnTo>
                  <a:pt x="177400" y="218280"/>
                </a:lnTo>
                <a:lnTo>
                  <a:pt x="179420" y="218136"/>
                </a:lnTo>
                <a:lnTo>
                  <a:pt x="181439" y="218280"/>
                </a:lnTo>
                <a:lnTo>
                  <a:pt x="183458" y="218855"/>
                </a:lnTo>
                <a:lnTo>
                  <a:pt x="185333" y="219718"/>
                </a:lnTo>
                <a:lnTo>
                  <a:pt x="241440" y="252665"/>
                </a:lnTo>
                <a:lnTo>
                  <a:pt x="243531" y="253672"/>
                </a:lnTo>
                <a:lnTo>
                  <a:pt x="245623" y="254175"/>
                </a:lnTo>
                <a:lnTo>
                  <a:pt x="247714" y="254319"/>
                </a:lnTo>
                <a:lnTo>
                  <a:pt x="249733" y="254103"/>
                </a:lnTo>
                <a:lnTo>
                  <a:pt x="251680" y="253528"/>
                </a:lnTo>
                <a:lnTo>
                  <a:pt x="253483" y="252593"/>
                </a:lnTo>
                <a:lnTo>
                  <a:pt x="254998" y="251442"/>
                </a:lnTo>
                <a:lnTo>
                  <a:pt x="256440" y="249931"/>
                </a:lnTo>
                <a:lnTo>
                  <a:pt x="257522" y="248277"/>
                </a:lnTo>
                <a:lnTo>
                  <a:pt x="258387" y="246406"/>
                </a:lnTo>
                <a:lnTo>
                  <a:pt x="258820" y="244392"/>
                </a:lnTo>
                <a:lnTo>
                  <a:pt x="258964" y="242162"/>
                </a:lnTo>
                <a:lnTo>
                  <a:pt x="258604" y="239932"/>
                </a:lnTo>
                <a:lnTo>
                  <a:pt x="243603" y="177564"/>
                </a:lnTo>
                <a:lnTo>
                  <a:pt x="243315" y="175478"/>
                </a:lnTo>
                <a:lnTo>
                  <a:pt x="243387" y="173392"/>
                </a:lnTo>
                <a:lnTo>
                  <a:pt x="243820" y="171378"/>
                </a:lnTo>
                <a:lnTo>
                  <a:pt x="244685" y="169508"/>
                </a:lnTo>
                <a:lnTo>
                  <a:pt x="245767" y="167781"/>
                </a:lnTo>
                <a:lnTo>
                  <a:pt x="247281" y="166271"/>
                </a:lnTo>
                <a:lnTo>
                  <a:pt x="298051" y="121743"/>
                </a:lnTo>
                <a:lnTo>
                  <a:pt x="299350" y="120160"/>
                </a:lnTo>
                <a:lnTo>
                  <a:pt x="300431" y="118578"/>
                </a:lnTo>
                <a:lnTo>
                  <a:pt x="301152" y="116779"/>
                </a:lnTo>
                <a:lnTo>
                  <a:pt x="301585" y="114981"/>
                </a:lnTo>
                <a:lnTo>
                  <a:pt x="301657" y="113110"/>
                </a:lnTo>
                <a:lnTo>
                  <a:pt x="301513" y="111240"/>
                </a:lnTo>
                <a:lnTo>
                  <a:pt x="301008" y="109514"/>
                </a:lnTo>
                <a:lnTo>
                  <a:pt x="300287" y="107787"/>
                </a:lnTo>
                <a:lnTo>
                  <a:pt x="299277" y="106205"/>
                </a:lnTo>
                <a:lnTo>
                  <a:pt x="298124" y="104766"/>
                </a:lnTo>
                <a:lnTo>
                  <a:pt x="296609" y="103543"/>
                </a:lnTo>
                <a:lnTo>
                  <a:pt x="294950" y="102536"/>
                </a:lnTo>
                <a:lnTo>
                  <a:pt x="293075" y="101889"/>
                </a:lnTo>
                <a:lnTo>
                  <a:pt x="291056" y="101529"/>
                </a:lnTo>
                <a:lnTo>
                  <a:pt x="223699" y="95199"/>
                </a:lnTo>
                <a:lnTo>
                  <a:pt x="221608" y="94767"/>
                </a:lnTo>
                <a:lnTo>
                  <a:pt x="219661" y="94120"/>
                </a:lnTo>
                <a:lnTo>
                  <a:pt x="218002" y="92969"/>
                </a:lnTo>
                <a:lnTo>
                  <a:pt x="216416" y="91602"/>
                </a:lnTo>
                <a:lnTo>
                  <a:pt x="215045" y="89947"/>
                </a:lnTo>
                <a:lnTo>
                  <a:pt x="214108" y="88077"/>
                </a:lnTo>
                <a:lnTo>
                  <a:pt x="189949" y="29738"/>
                </a:lnTo>
                <a:lnTo>
                  <a:pt x="189011" y="27867"/>
                </a:lnTo>
                <a:lnTo>
                  <a:pt x="187929" y="26429"/>
                </a:lnTo>
                <a:lnTo>
                  <a:pt x="186559" y="25134"/>
                </a:lnTo>
                <a:lnTo>
                  <a:pt x="185189" y="24055"/>
                </a:lnTo>
                <a:lnTo>
                  <a:pt x="183530" y="23263"/>
                </a:lnTo>
                <a:lnTo>
                  <a:pt x="181872" y="22760"/>
                </a:lnTo>
                <a:lnTo>
                  <a:pt x="180069" y="22544"/>
                </a:lnTo>
                <a:close/>
                <a:moveTo>
                  <a:pt x="0" y="0"/>
                </a:moveTo>
                <a:lnTo>
                  <a:pt x="1523850" y="0"/>
                </a:lnTo>
                <a:lnTo>
                  <a:pt x="1523850" y="276862"/>
                </a:lnTo>
                <a:lnTo>
                  <a:pt x="0" y="2768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97041" y="1809750"/>
            <a:ext cx="347861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6352" y="4019550"/>
            <a:ext cx="1066800" cy="762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/>
          <p:cNvSpPr>
            <a:spLocks/>
          </p:cNvSpPr>
          <p:nvPr/>
        </p:nvSpPr>
        <p:spPr bwMode="auto">
          <a:xfrm>
            <a:off x="808365" y="3489273"/>
            <a:ext cx="1409484" cy="231775"/>
          </a:xfrm>
          <a:custGeom>
            <a:avLst/>
            <a:gdLst/>
            <a:ahLst/>
            <a:cxnLst/>
            <a:rect l="l" t="t" r="r" b="b"/>
            <a:pathLst>
              <a:path w="1409484" h="231775">
                <a:moveTo>
                  <a:pt x="1286237" y="0"/>
                </a:moveTo>
                <a:lnTo>
                  <a:pt x="1287896" y="0"/>
                </a:lnTo>
                <a:lnTo>
                  <a:pt x="1289699" y="216"/>
                </a:lnTo>
                <a:lnTo>
                  <a:pt x="1291357" y="719"/>
                </a:lnTo>
                <a:lnTo>
                  <a:pt x="1293016" y="1511"/>
                </a:lnTo>
                <a:lnTo>
                  <a:pt x="1294386" y="2590"/>
                </a:lnTo>
                <a:lnTo>
                  <a:pt x="1295756" y="3885"/>
                </a:lnTo>
                <a:lnTo>
                  <a:pt x="1296838" y="5323"/>
                </a:lnTo>
                <a:lnTo>
                  <a:pt x="1297776" y="7194"/>
                </a:lnTo>
                <a:lnTo>
                  <a:pt x="1321935" y="65533"/>
                </a:lnTo>
                <a:lnTo>
                  <a:pt x="1322872" y="67403"/>
                </a:lnTo>
                <a:lnTo>
                  <a:pt x="1324243" y="69058"/>
                </a:lnTo>
                <a:lnTo>
                  <a:pt x="1325829" y="70425"/>
                </a:lnTo>
                <a:lnTo>
                  <a:pt x="1327488" y="71576"/>
                </a:lnTo>
                <a:lnTo>
                  <a:pt x="1329435" y="72223"/>
                </a:lnTo>
                <a:lnTo>
                  <a:pt x="1331526" y="72655"/>
                </a:lnTo>
                <a:lnTo>
                  <a:pt x="1398883" y="78985"/>
                </a:lnTo>
                <a:lnTo>
                  <a:pt x="1400902" y="79345"/>
                </a:lnTo>
                <a:lnTo>
                  <a:pt x="1402777" y="79992"/>
                </a:lnTo>
                <a:lnTo>
                  <a:pt x="1404436" y="80999"/>
                </a:lnTo>
                <a:lnTo>
                  <a:pt x="1405951" y="82222"/>
                </a:lnTo>
                <a:lnTo>
                  <a:pt x="1407104" y="83661"/>
                </a:lnTo>
                <a:lnTo>
                  <a:pt x="1408114" y="85243"/>
                </a:lnTo>
                <a:lnTo>
                  <a:pt x="1408835" y="86970"/>
                </a:lnTo>
                <a:lnTo>
                  <a:pt x="1409340" y="88696"/>
                </a:lnTo>
                <a:lnTo>
                  <a:pt x="1409484" y="90566"/>
                </a:lnTo>
                <a:lnTo>
                  <a:pt x="1409412" y="92437"/>
                </a:lnTo>
                <a:lnTo>
                  <a:pt x="1408979" y="94235"/>
                </a:lnTo>
                <a:lnTo>
                  <a:pt x="1408258" y="96034"/>
                </a:lnTo>
                <a:lnTo>
                  <a:pt x="1407177" y="97616"/>
                </a:lnTo>
                <a:lnTo>
                  <a:pt x="1405878" y="99199"/>
                </a:lnTo>
                <a:lnTo>
                  <a:pt x="1355108" y="143727"/>
                </a:lnTo>
                <a:lnTo>
                  <a:pt x="1353594" y="145237"/>
                </a:lnTo>
                <a:lnTo>
                  <a:pt x="1352512" y="146964"/>
                </a:lnTo>
                <a:lnTo>
                  <a:pt x="1351647" y="148834"/>
                </a:lnTo>
                <a:lnTo>
                  <a:pt x="1351214" y="150848"/>
                </a:lnTo>
                <a:lnTo>
                  <a:pt x="1351142" y="152934"/>
                </a:lnTo>
                <a:lnTo>
                  <a:pt x="1351430" y="155020"/>
                </a:lnTo>
                <a:lnTo>
                  <a:pt x="1366431" y="217388"/>
                </a:lnTo>
                <a:lnTo>
                  <a:pt x="1366791" y="219618"/>
                </a:lnTo>
                <a:lnTo>
                  <a:pt x="1366647" y="221848"/>
                </a:lnTo>
                <a:lnTo>
                  <a:pt x="1366214" y="223862"/>
                </a:lnTo>
                <a:lnTo>
                  <a:pt x="1365349" y="225733"/>
                </a:lnTo>
                <a:lnTo>
                  <a:pt x="1364267" y="227387"/>
                </a:lnTo>
                <a:lnTo>
                  <a:pt x="1362825" y="228898"/>
                </a:lnTo>
                <a:lnTo>
                  <a:pt x="1361310" y="230049"/>
                </a:lnTo>
                <a:lnTo>
                  <a:pt x="1359507" y="230984"/>
                </a:lnTo>
                <a:lnTo>
                  <a:pt x="1357560" y="231559"/>
                </a:lnTo>
                <a:lnTo>
                  <a:pt x="1355541" y="231775"/>
                </a:lnTo>
                <a:lnTo>
                  <a:pt x="1353450" y="231631"/>
                </a:lnTo>
                <a:lnTo>
                  <a:pt x="1351358" y="231128"/>
                </a:lnTo>
                <a:lnTo>
                  <a:pt x="1349267" y="230121"/>
                </a:lnTo>
                <a:lnTo>
                  <a:pt x="1293160" y="197174"/>
                </a:lnTo>
                <a:lnTo>
                  <a:pt x="1291285" y="196311"/>
                </a:lnTo>
                <a:lnTo>
                  <a:pt x="1289266" y="195736"/>
                </a:lnTo>
                <a:lnTo>
                  <a:pt x="1287247" y="195592"/>
                </a:lnTo>
                <a:lnTo>
                  <a:pt x="1285227" y="195736"/>
                </a:lnTo>
                <a:lnTo>
                  <a:pt x="1283208" y="196311"/>
                </a:lnTo>
                <a:lnTo>
                  <a:pt x="1281333" y="197174"/>
                </a:lnTo>
                <a:lnTo>
                  <a:pt x="1225227" y="230121"/>
                </a:lnTo>
                <a:lnTo>
                  <a:pt x="1223135" y="231128"/>
                </a:lnTo>
                <a:lnTo>
                  <a:pt x="1221044" y="231631"/>
                </a:lnTo>
                <a:lnTo>
                  <a:pt x="1218952" y="231775"/>
                </a:lnTo>
                <a:lnTo>
                  <a:pt x="1216933" y="231487"/>
                </a:lnTo>
                <a:lnTo>
                  <a:pt x="1215058" y="230912"/>
                </a:lnTo>
                <a:lnTo>
                  <a:pt x="1213327" y="229977"/>
                </a:lnTo>
                <a:lnTo>
                  <a:pt x="1211669" y="228826"/>
                </a:lnTo>
                <a:lnTo>
                  <a:pt x="1210226" y="227315"/>
                </a:lnTo>
                <a:lnTo>
                  <a:pt x="1209145" y="225661"/>
                </a:lnTo>
                <a:lnTo>
                  <a:pt x="1208351" y="223790"/>
                </a:lnTo>
                <a:lnTo>
                  <a:pt x="1207846" y="221776"/>
                </a:lnTo>
                <a:lnTo>
                  <a:pt x="1207702" y="219618"/>
                </a:lnTo>
                <a:lnTo>
                  <a:pt x="1208063" y="217388"/>
                </a:lnTo>
                <a:lnTo>
                  <a:pt x="1223279" y="155020"/>
                </a:lnTo>
                <a:lnTo>
                  <a:pt x="1223568" y="152934"/>
                </a:lnTo>
                <a:lnTo>
                  <a:pt x="1223496" y="150848"/>
                </a:lnTo>
                <a:lnTo>
                  <a:pt x="1223063" y="148834"/>
                </a:lnTo>
                <a:lnTo>
                  <a:pt x="1222270" y="146964"/>
                </a:lnTo>
                <a:lnTo>
                  <a:pt x="1221116" y="145237"/>
                </a:lnTo>
                <a:lnTo>
                  <a:pt x="1219674" y="143727"/>
                </a:lnTo>
                <a:lnTo>
                  <a:pt x="1168904" y="99199"/>
                </a:lnTo>
                <a:lnTo>
                  <a:pt x="1167461" y="97616"/>
                </a:lnTo>
                <a:lnTo>
                  <a:pt x="1166379" y="96034"/>
                </a:lnTo>
                <a:lnTo>
                  <a:pt x="1165586" y="94235"/>
                </a:lnTo>
                <a:lnTo>
                  <a:pt x="1165153" y="92437"/>
                </a:lnTo>
                <a:lnTo>
                  <a:pt x="1165009" y="90566"/>
                </a:lnTo>
                <a:lnTo>
                  <a:pt x="1165153" y="88696"/>
                </a:lnTo>
                <a:lnTo>
                  <a:pt x="1165586" y="86970"/>
                </a:lnTo>
                <a:lnTo>
                  <a:pt x="1166307" y="85243"/>
                </a:lnTo>
                <a:lnTo>
                  <a:pt x="1167245" y="83661"/>
                </a:lnTo>
                <a:lnTo>
                  <a:pt x="1168471" y="82222"/>
                </a:lnTo>
                <a:lnTo>
                  <a:pt x="1169841" y="80999"/>
                </a:lnTo>
                <a:lnTo>
                  <a:pt x="1171572" y="79992"/>
                </a:lnTo>
                <a:lnTo>
                  <a:pt x="1173447" y="79345"/>
                </a:lnTo>
                <a:lnTo>
                  <a:pt x="1175466" y="78985"/>
                </a:lnTo>
                <a:lnTo>
                  <a:pt x="1242751" y="72655"/>
                </a:lnTo>
                <a:lnTo>
                  <a:pt x="1244554" y="72367"/>
                </a:lnTo>
                <a:lnTo>
                  <a:pt x="1246285" y="71791"/>
                </a:lnTo>
                <a:lnTo>
                  <a:pt x="1247871" y="70928"/>
                </a:lnTo>
                <a:lnTo>
                  <a:pt x="1249313" y="69921"/>
                </a:lnTo>
                <a:lnTo>
                  <a:pt x="1250612" y="68626"/>
                </a:lnTo>
                <a:lnTo>
                  <a:pt x="1251621" y="67188"/>
                </a:lnTo>
                <a:lnTo>
                  <a:pt x="1252414" y="65533"/>
                </a:lnTo>
                <a:lnTo>
                  <a:pt x="1276357" y="7194"/>
                </a:lnTo>
                <a:lnTo>
                  <a:pt x="1277295" y="5323"/>
                </a:lnTo>
                <a:lnTo>
                  <a:pt x="1278376" y="3885"/>
                </a:lnTo>
                <a:lnTo>
                  <a:pt x="1279747" y="2590"/>
                </a:lnTo>
                <a:lnTo>
                  <a:pt x="1281117" y="1511"/>
                </a:lnTo>
                <a:lnTo>
                  <a:pt x="1282776" y="719"/>
                </a:lnTo>
                <a:lnTo>
                  <a:pt x="1284434" y="216"/>
                </a:lnTo>
                <a:close/>
                <a:moveTo>
                  <a:pt x="994984" y="0"/>
                </a:moveTo>
                <a:lnTo>
                  <a:pt x="996643" y="0"/>
                </a:lnTo>
                <a:lnTo>
                  <a:pt x="998446" y="216"/>
                </a:lnTo>
                <a:lnTo>
                  <a:pt x="1000104" y="719"/>
                </a:lnTo>
                <a:lnTo>
                  <a:pt x="1001763" y="1511"/>
                </a:lnTo>
                <a:lnTo>
                  <a:pt x="1003133" y="2590"/>
                </a:lnTo>
                <a:lnTo>
                  <a:pt x="1004503" y="3885"/>
                </a:lnTo>
                <a:lnTo>
                  <a:pt x="1005585" y="5323"/>
                </a:lnTo>
                <a:lnTo>
                  <a:pt x="1006523" y="7194"/>
                </a:lnTo>
                <a:lnTo>
                  <a:pt x="1030682" y="65533"/>
                </a:lnTo>
                <a:lnTo>
                  <a:pt x="1031619" y="67403"/>
                </a:lnTo>
                <a:lnTo>
                  <a:pt x="1032990" y="69058"/>
                </a:lnTo>
                <a:lnTo>
                  <a:pt x="1034576" y="70425"/>
                </a:lnTo>
                <a:lnTo>
                  <a:pt x="1036235" y="71576"/>
                </a:lnTo>
                <a:lnTo>
                  <a:pt x="1038182" y="72223"/>
                </a:lnTo>
                <a:lnTo>
                  <a:pt x="1040273" y="72655"/>
                </a:lnTo>
                <a:lnTo>
                  <a:pt x="1107630" y="78985"/>
                </a:lnTo>
                <a:lnTo>
                  <a:pt x="1109649" y="79345"/>
                </a:lnTo>
                <a:lnTo>
                  <a:pt x="1111524" y="79992"/>
                </a:lnTo>
                <a:lnTo>
                  <a:pt x="1113183" y="80999"/>
                </a:lnTo>
                <a:lnTo>
                  <a:pt x="1114698" y="82222"/>
                </a:lnTo>
                <a:lnTo>
                  <a:pt x="1115851" y="83661"/>
                </a:lnTo>
                <a:lnTo>
                  <a:pt x="1116861" y="85243"/>
                </a:lnTo>
                <a:lnTo>
                  <a:pt x="1117582" y="86970"/>
                </a:lnTo>
                <a:lnTo>
                  <a:pt x="1118087" y="88696"/>
                </a:lnTo>
                <a:lnTo>
                  <a:pt x="1118231" y="90566"/>
                </a:lnTo>
                <a:lnTo>
                  <a:pt x="1118159" y="92437"/>
                </a:lnTo>
                <a:lnTo>
                  <a:pt x="1117726" y="94235"/>
                </a:lnTo>
                <a:lnTo>
                  <a:pt x="1117005" y="96034"/>
                </a:lnTo>
                <a:lnTo>
                  <a:pt x="1115924" y="97616"/>
                </a:lnTo>
                <a:lnTo>
                  <a:pt x="1114625" y="99199"/>
                </a:lnTo>
                <a:lnTo>
                  <a:pt x="1063855" y="143727"/>
                </a:lnTo>
                <a:lnTo>
                  <a:pt x="1062341" y="145237"/>
                </a:lnTo>
                <a:lnTo>
                  <a:pt x="1061259" y="146964"/>
                </a:lnTo>
                <a:lnTo>
                  <a:pt x="1060394" y="148834"/>
                </a:lnTo>
                <a:lnTo>
                  <a:pt x="1059961" y="150848"/>
                </a:lnTo>
                <a:lnTo>
                  <a:pt x="1059889" y="152934"/>
                </a:lnTo>
                <a:lnTo>
                  <a:pt x="1060177" y="155020"/>
                </a:lnTo>
                <a:lnTo>
                  <a:pt x="1075178" y="217388"/>
                </a:lnTo>
                <a:lnTo>
                  <a:pt x="1075538" y="219618"/>
                </a:lnTo>
                <a:lnTo>
                  <a:pt x="1075394" y="221848"/>
                </a:lnTo>
                <a:lnTo>
                  <a:pt x="1074961" y="223862"/>
                </a:lnTo>
                <a:lnTo>
                  <a:pt x="1074096" y="225733"/>
                </a:lnTo>
                <a:lnTo>
                  <a:pt x="1073014" y="227387"/>
                </a:lnTo>
                <a:lnTo>
                  <a:pt x="1071572" y="228898"/>
                </a:lnTo>
                <a:lnTo>
                  <a:pt x="1070057" y="230049"/>
                </a:lnTo>
                <a:lnTo>
                  <a:pt x="1068254" y="230984"/>
                </a:lnTo>
                <a:lnTo>
                  <a:pt x="1066307" y="231559"/>
                </a:lnTo>
                <a:lnTo>
                  <a:pt x="1064288" y="231775"/>
                </a:lnTo>
                <a:lnTo>
                  <a:pt x="1062197" y="231631"/>
                </a:lnTo>
                <a:lnTo>
                  <a:pt x="1060105" y="231128"/>
                </a:lnTo>
                <a:lnTo>
                  <a:pt x="1058014" y="230121"/>
                </a:lnTo>
                <a:lnTo>
                  <a:pt x="1001907" y="197174"/>
                </a:lnTo>
                <a:lnTo>
                  <a:pt x="1000032" y="196311"/>
                </a:lnTo>
                <a:lnTo>
                  <a:pt x="998013" y="195736"/>
                </a:lnTo>
                <a:lnTo>
                  <a:pt x="995994" y="195592"/>
                </a:lnTo>
                <a:lnTo>
                  <a:pt x="993974" y="195736"/>
                </a:lnTo>
                <a:lnTo>
                  <a:pt x="991955" y="196311"/>
                </a:lnTo>
                <a:lnTo>
                  <a:pt x="990080" y="197174"/>
                </a:lnTo>
                <a:lnTo>
                  <a:pt x="933974" y="230121"/>
                </a:lnTo>
                <a:lnTo>
                  <a:pt x="931882" y="231128"/>
                </a:lnTo>
                <a:lnTo>
                  <a:pt x="929791" y="231631"/>
                </a:lnTo>
                <a:lnTo>
                  <a:pt x="927699" y="231775"/>
                </a:lnTo>
                <a:lnTo>
                  <a:pt x="925680" y="231487"/>
                </a:lnTo>
                <a:lnTo>
                  <a:pt x="923805" y="230912"/>
                </a:lnTo>
                <a:lnTo>
                  <a:pt x="922074" y="229977"/>
                </a:lnTo>
                <a:lnTo>
                  <a:pt x="920416" y="228826"/>
                </a:lnTo>
                <a:lnTo>
                  <a:pt x="918973" y="227315"/>
                </a:lnTo>
                <a:lnTo>
                  <a:pt x="917892" y="225661"/>
                </a:lnTo>
                <a:lnTo>
                  <a:pt x="917098" y="223790"/>
                </a:lnTo>
                <a:lnTo>
                  <a:pt x="916593" y="221776"/>
                </a:lnTo>
                <a:lnTo>
                  <a:pt x="916449" y="219618"/>
                </a:lnTo>
                <a:lnTo>
                  <a:pt x="916810" y="217388"/>
                </a:lnTo>
                <a:lnTo>
                  <a:pt x="932026" y="155020"/>
                </a:lnTo>
                <a:lnTo>
                  <a:pt x="932315" y="152934"/>
                </a:lnTo>
                <a:lnTo>
                  <a:pt x="932243" y="150848"/>
                </a:lnTo>
                <a:lnTo>
                  <a:pt x="931810" y="148834"/>
                </a:lnTo>
                <a:lnTo>
                  <a:pt x="931017" y="146964"/>
                </a:lnTo>
                <a:lnTo>
                  <a:pt x="929863" y="145237"/>
                </a:lnTo>
                <a:lnTo>
                  <a:pt x="928421" y="143727"/>
                </a:lnTo>
                <a:lnTo>
                  <a:pt x="877651" y="99199"/>
                </a:lnTo>
                <a:lnTo>
                  <a:pt x="876208" y="97616"/>
                </a:lnTo>
                <a:lnTo>
                  <a:pt x="875126" y="96034"/>
                </a:lnTo>
                <a:lnTo>
                  <a:pt x="874333" y="94235"/>
                </a:lnTo>
                <a:lnTo>
                  <a:pt x="873900" y="92437"/>
                </a:lnTo>
                <a:lnTo>
                  <a:pt x="873756" y="90566"/>
                </a:lnTo>
                <a:lnTo>
                  <a:pt x="873900" y="88696"/>
                </a:lnTo>
                <a:lnTo>
                  <a:pt x="874333" y="86970"/>
                </a:lnTo>
                <a:lnTo>
                  <a:pt x="875054" y="85243"/>
                </a:lnTo>
                <a:lnTo>
                  <a:pt x="875992" y="83661"/>
                </a:lnTo>
                <a:lnTo>
                  <a:pt x="877218" y="82222"/>
                </a:lnTo>
                <a:lnTo>
                  <a:pt x="878588" y="80999"/>
                </a:lnTo>
                <a:lnTo>
                  <a:pt x="880319" y="79992"/>
                </a:lnTo>
                <a:lnTo>
                  <a:pt x="882194" y="79345"/>
                </a:lnTo>
                <a:lnTo>
                  <a:pt x="884213" y="78985"/>
                </a:lnTo>
                <a:lnTo>
                  <a:pt x="951498" y="72655"/>
                </a:lnTo>
                <a:lnTo>
                  <a:pt x="953301" y="72367"/>
                </a:lnTo>
                <a:lnTo>
                  <a:pt x="955032" y="71791"/>
                </a:lnTo>
                <a:lnTo>
                  <a:pt x="956618" y="70928"/>
                </a:lnTo>
                <a:lnTo>
                  <a:pt x="958060" y="69921"/>
                </a:lnTo>
                <a:lnTo>
                  <a:pt x="959359" y="68626"/>
                </a:lnTo>
                <a:lnTo>
                  <a:pt x="960368" y="67188"/>
                </a:lnTo>
                <a:lnTo>
                  <a:pt x="961161" y="65533"/>
                </a:lnTo>
                <a:lnTo>
                  <a:pt x="985104" y="7194"/>
                </a:lnTo>
                <a:lnTo>
                  <a:pt x="986042" y="5323"/>
                </a:lnTo>
                <a:lnTo>
                  <a:pt x="987123" y="3885"/>
                </a:lnTo>
                <a:lnTo>
                  <a:pt x="988494" y="2590"/>
                </a:lnTo>
                <a:lnTo>
                  <a:pt x="989864" y="1511"/>
                </a:lnTo>
                <a:lnTo>
                  <a:pt x="991523" y="719"/>
                </a:lnTo>
                <a:lnTo>
                  <a:pt x="993181" y="216"/>
                </a:lnTo>
                <a:close/>
                <a:moveTo>
                  <a:pt x="703732" y="0"/>
                </a:moveTo>
                <a:lnTo>
                  <a:pt x="705391" y="0"/>
                </a:lnTo>
                <a:lnTo>
                  <a:pt x="707194" y="216"/>
                </a:lnTo>
                <a:lnTo>
                  <a:pt x="708852" y="719"/>
                </a:lnTo>
                <a:lnTo>
                  <a:pt x="710511" y="1511"/>
                </a:lnTo>
                <a:lnTo>
                  <a:pt x="711881" y="2590"/>
                </a:lnTo>
                <a:lnTo>
                  <a:pt x="713251" y="3885"/>
                </a:lnTo>
                <a:lnTo>
                  <a:pt x="714333" y="5323"/>
                </a:lnTo>
                <a:lnTo>
                  <a:pt x="715271" y="7194"/>
                </a:lnTo>
                <a:lnTo>
                  <a:pt x="739430" y="65533"/>
                </a:lnTo>
                <a:lnTo>
                  <a:pt x="740367" y="67403"/>
                </a:lnTo>
                <a:lnTo>
                  <a:pt x="741738" y="69058"/>
                </a:lnTo>
                <a:lnTo>
                  <a:pt x="743324" y="70425"/>
                </a:lnTo>
                <a:lnTo>
                  <a:pt x="744983" y="71576"/>
                </a:lnTo>
                <a:lnTo>
                  <a:pt x="746930" y="72223"/>
                </a:lnTo>
                <a:lnTo>
                  <a:pt x="749021" y="72655"/>
                </a:lnTo>
                <a:lnTo>
                  <a:pt x="816378" y="78985"/>
                </a:lnTo>
                <a:lnTo>
                  <a:pt x="818397" y="79345"/>
                </a:lnTo>
                <a:lnTo>
                  <a:pt x="820272" y="79992"/>
                </a:lnTo>
                <a:lnTo>
                  <a:pt x="821931" y="80999"/>
                </a:lnTo>
                <a:lnTo>
                  <a:pt x="823446" y="82222"/>
                </a:lnTo>
                <a:lnTo>
                  <a:pt x="824599" y="83661"/>
                </a:lnTo>
                <a:lnTo>
                  <a:pt x="825609" y="85243"/>
                </a:lnTo>
                <a:lnTo>
                  <a:pt x="826330" y="86970"/>
                </a:lnTo>
                <a:lnTo>
                  <a:pt x="826835" y="88696"/>
                </a:lnTo>
                <a:lnTo>
                  <a:pt x="826979" y="90566"/>
                </a:lnTo>
                <a:lnTo>
                  <a:pt x="826907" y="92437"/>
                </a:lnTo>
                <a:lnTo>
                  <a:pt x="826474" y="94235"/>
                </a:lnTo>
                <a:lnTo>
                  <a:pt x="825753" y="96034"/>
                </a:lnTo>
                <a:lnTo>
                  <a:pt x="824672" y="97616"/>
                </a:lnTo>
                <a:lnTo>
                  <a:pt x="823373" y="99199"/>
                </a:lnTo>
                <a:lnTo>
                  <a:pt x="772603" y="143727"/>
                </a:lnTo>
                <a:lnTo>
                  <a:pt x="771089" y="145237"/>
                </a:lnTo>
                <a:lnTo>
                  <a:pt x="770007" y="146964"/>
                </a:lnTo>
                <a:lnTo>
                  <a:pt x="769142" y="148834"/>
                </a:lnTo>
                <a:lnTo>
                  <a:pt x="768709" y="150848"/>
                </a:lnTo>
                <a:lnTo>
                  <a:pt x="768637" y="152934"/>
                </a:lnTo>
                <a:lnTo>
                  <a:pt x="768925" y="155020"/>
                </a:lnTo>
                <a:lnTo>
                  <a:pt x="783926" y="217388"/>
                </a:lnTo>
                <a:lnTo>
                  <a:pt x="784286" y="219618"/>
                </a:lnTo>
                <a:lnTo>
                  <a:pt x="784142" y="221848"/>
                </a:lnTo>
                <a:lnTo>
                  <a:pt x="783709" y="223862"/>
                </a:lnTo>
                <a:lnTo>
                  <a:pt x="782844" y="225733"/>
                </a:lnTo>
                <a:lnTo>
                  <a:pt x="781762" y="227387"/>
                </a:lnTo>
                <a:lnTo>
                  <a:pt x="780320" y="228898"/>
                </a:lnTo>
                <a:lnTo>
                  <a:pt x="778805" y="230049"/>
                </a:lnTo>
                <a:lnTo>
                  <a:pt x="777002" y="230984"/>
                </a:lnTo>
                <a:lnTo>
                  <a:pt x="775055" y="231559"/>
                </a:lnTo>
                <a:lnTo>
                  <a:pt x="773036" y="231775"/>
                </a:lnTo>
                <a:lnTo>
                  <a:pt x="770945" y="231631"/>
                </a:lnTo>
                <a:lnTo>
                  <a:pt x="768853" y="231128"/>
                </a:lnTo>
                <a:lnTo>
                  <a:pt x="766762" y="230121"/>
                </a:lnTo>
                <a:lnTo>
                  <a:pt x="710655" y="197174"/>
                </a:lnTo>
                <a:lnTo>
                  <a:pt x="708780" y="196311"/>
                </a:lnTo>
                <a:lnTo>
                  <a:pt x="706761" y="195736"/>
                </a:lnTo>
                <a:lnTo>
                  <a:pt x="704742" y="195592"/>
                </a:lnTo>
                <a:lnTo>
                  <a:pt x="702722" y="195736"/>
                </a:lnTo>
                <a:lnTo>
                  <a:pt x="700703" y="196311"/>
                </a:lnTo>
                <a:lnTo>
                  <a:pt x="698828" y="197174"/>
                </a:lnTo>
                <a:lnTo>
                  <a:pt x="642722" y="230121"/>
                </a:lnTo>
                <a:lnTo>
                  <a:pt x="640630" y="231128"/>
                </a:lnTo>
                <a:lnTo>
                  <a:pt x="638539" y="231631"/>
                </a:lnTo>
                <a:lnTo>
                  <a:pt x="636447" y="231775"/>
                </a:lnTo>
                <a:lnTo>
                  <a:pt x="634428" y="231487"/>
                </a:lnTo>
                <a:lnTo>
                  <a:pt x="632553" y="230912"/>
                </a:lnTo>
                <a:lnTo>
                  <a:pt x="630822" y="229977"/>
                </a:lnTo>
                <a:lnTo>
                  <a:pt x="629164" y="228826"/>
                </a:lnTo>
                <a:lnTo>
                  <a:pt x="627721" y="227315"/>
                </a:lnTo>
                <a:lnTo>
                  <a:pt x="626640" y="225661"/>
                </a:lnTo>
                <a:lnTo>
                  <a:pt x="625846" y="223790"/>
                </a:lnTo>
                <a:lnTo>
                  <a:pt x="625341" y="221776"/>
                </a:lnTo>
                <a:lnTo>
                  <a:pt x="625197" y="219618"/>
                </a:lnTo>
                <a:lnTo>
                  <a:pt x="625558" y="217388"/>
                </a:lnTo>
                <a:lnTo>
                  <a:pt x="640774" y="155020"/>
                </a:lnTo>
                <a:lnTo>
                  <a:pt x="641063" y="152934"/>
                </a:lnTo>
                <a:lnTo>
                  <a:pt x="640991" y="150848"/>
                </a:lnTo>
                <a:lnTo>
                  <a:pt x="640558" y="148834"/>
                </a:lnTo>
                <a:lnTo>
                  <a:pt x="639765" y="146964"/>
                </a:lnTo>
                <a:lnTo>
                  <a:pt x="638611" y="145237"/>
                </a:lnTo>
                <a:lnTo>
                  <a:pt x="637169" y="143727"/>
                </a:lnTo>
                <a:lnTo>
                  <a:pt x="586399" y="99199"/>
                </a:lnTo>
                <a:lnTo>
                  <a:pt x="584956" y="97616"/>
                </a:lnTo>
                <a:lnTo>
                  <a:pt x="583874" y="96034"/>
                </a:lnTo>
                <a:lnTo>
                  <a:pt x="583081" y="94235"/>
                </a:lnTo>
                <a:lnTo>
                  <a:pt x="582648" y="92437"/>
                </a:lnTo>
                <a:lnTo>
                  <a:pt x="582504" y="90566"/>
                </a:lnTo>
                <a:lnTo>
                  <a:pt x="582648" y="88696"/>
                </a:lnTo>
                <a:lnTo>
                  <a:pt x="583081" y="86970"/>
                </a:lnTo>
                <a:lnTo>
                  <a:pt x="583802" y="85243"/>
                </a:lnTo>
                <a:lnTo>
                  <a:pt x="584740" y="83661"/>
                </a:lnTo>
                <a:lnTo>
                  <a:pt x="585966" y="82222"/>
                </a:lnTo>
                <a:lnTo>
                  <a:pt x="587336" y="80999"/>
                </a:lnTo>
                <a:lnTo>
                  <a:pt x="589067" y="79992"/>
                </a:lnTo>
                <a:lnTo>
                  <a:pt x="590942" y="79345"/>
                </a:lnTo>
                <a:lnTo>
                  <a:pt x="592961" y="78985"/>
                </a:lnTo>
                <a:lnTo>
                  <a:pt x="660246" y="72655"/>
                </a:lnTo>
                <a:lnTo>
                  <a:pt x="662049" y="72367"/>
                </a:lnTo>
                <a:lnTo>
                  <a:pt x="663780" y="71791"/>
                </a:lnTo>
                <a:lnTo>
                  <a:pt x="665366" y="70928"/>
                </a:lnTo>
                <a:lnTo>
                  <a:pt x="666808" y="69921"/>
                </a:lnTo>
                <a:lnTo>
                  <a:pt x="668107" y="68626"/>
                </a:lnTo>
                <a:lnTo>
                  <a:pt x="669116" y="67188"/>
                </a:lnTo>
                <a:lnTo>
                  <a:pt x="669909" y="65533"/>
                </a:lnTo>
                <a:lnTo>
                  <a:pt x="693852" y="7194"/>
                </a:lnTo>
                <a:lnTo>
                  <a:pt x="694790" y="5323"/>
                </a:lnTo>
                <a:lnTo>
                  <a:pt x="695871" y="3885"/>
                </a:lnTo>
                <a:lnTo>
                  <a:pt x="697242" y="2590"/>
                </a:lnTo>
                <a:lnTo>
                  <a:pt x="698612" y="1511"/>
                </a:lnTo>
                <a:lnTo>
                  <a:pt x="700271" y="719"/>
                </a:lnTo>
                <a:lnTo>
                  <a:pt x="701929" y="216"/>
                </a:lnTo>
                <a:close/>
                <a:moveTo>
                  <a:pt x="412480" y="0"/>
                </a:moveTo>
                <a:lnTo>
                  <a:pt x="414139" y="0"/>
                </a:lnTo>
                <a:lnTo>
                  <a:pt x="415942" y="216"/>
                </a:lnTo>
                <a:lnTo>
                  <a:pt x="417600" y="719"/>
                </a:lnTo>
                <a:lnTo>
                  <a:pt x="419259" y="1511"/>
                </a:lnTo>
                <a:lnTo>
                  <a:pt x="420629" y="2590"/>
                </a:lnTo>
                <a:lnTo>
                  <a:pt x="421999" y="3885"/>
                </a:lnTo>
                <a:lnTo>
                  <a:pt x="423081" y="5323"/>
                </a:lnTo>
                <a:lnTo>
                  <a:pt x="424019" y="7194"/>
                </a:lnTo>
                <a:lnTo>
                  <a:pt x="448178" y="65533"/>
                </a:lnTo>
                <a:lnTo>
                  <a:pt x="449115" y="67403"/>
                </a:lnTo>
                <a:lnTo>
                  <a:pt x="450486" y="69058"/>
                </a:lnTo>
                <a:lnTo>
                  <a:pt x="452072" y="70425"/>
                </a:lnTo>
                <a:lnTo>
                  <a:pt x="453731" y="71576"/>
                </a:lnTo>
                <a:lnTo>
                  <a:pt x="455678" y="72223"/>
                </a:lnTo>
                <a:lnTo>
                  <a:pt x="457769" y="72655"/>
                </a:lnTo>
                <a:lnTo>
                  <a:pt x="525126" y="78985"/>
                </a:lnTo>
                <a:lnTo>
                  <a:pt x="527145" y="79345"/>
                </a:lnTo>
                <a:lnTo>
                  <a:pt x="529020" y="79992"/>
                </a:lnTo>
                <a:lnTo>
                  <a:pt x="530679" y="80999"/>
                </a:lnTo>
                <a:lnTo>
                  <a:pt x="532194" y="82222"/>
                </a:lnTo>
                <a:lnTo>
                  <a:pt x="533347" y="83661"/>
                </a:lnTo>
                <a:lnTo>
                  <a:pt x="534357" y="85243"/>
                </a:lnTo>
                <a:lnTo>
                  <a:pt x="535078" y="86970"/>
                </a:lnTo>
                <a:lnTo>
                  <a:pt x="535583" y="88696"/>
                </a:lnTo>
                <a:lnTo>
                  <a:pt x="535727" y="90566"/>
                </a:lnTo>
                <a:lnTo>
                  <a:pt x="535655" y="92437"/>
                </a:lnTo>
                <a:lnTo>
                  <a:pt x="535222" y="94235"/>
                </a:lnTo>
                <a:lnTo>
                  <a:pt x="534501" y="96034"/>
                </a:lnTo>
                <a:lnTo>
                  <a:pt x="533420" y="97616"/>
                </a:lnTo>
                <a:lnTo>
                  <a:pt x="532121" y="99199"/>
                </a:lnTo>
                <a:lnTo>
                  <a:pt x="481351" y="143727"/>
                </a:lnTo>
                <a:lnTo>
                  <a:pt x="479837" y="145237"/>
                </a:lnTo>
                <a:lnTo>
                  <a:pt x="478755" y="146964"/>
                </a:lnTo>
                <a:lnTo>
                  <a:pt x="477890" y="148834"/>
                </a:lnTo>
                <a:lnTo>
                  <a:pt x="477457" y="150848"/>
                </a:lnTo>
                <a:lnTo>
                  <a:pt x="477385" y="152934"/>
                </a:lnTo>
                <a:lnTo>
                  <a:pt x="477673" y="155020"/>
                </a:lnTo>
                <a:lnTo>
                  <a:pt x="492674" y="217388"/>
                </a:lnTo>
                <a:lnTo>
                  <a:pt x="493034" y="219618"/>
                </a:lnTo>
                <a:lnTo>
                  <a:pt x="492890" y="221848"/>
                </a:lnTo>
                <a:lnTo>
                  <a:pt x="492457" y="223862"/>
                </a:lnTo>
                <a:lnTo>
                  <a:pt x="491592" y="225733"/>
                </a:lnTo>
                <a:lnTo>
                  <a:pt x="490510" y="227387"/>
                </a:lnTo>
                <a:lnTo>
                  <a:pt x="489068" y="228898"/>
                </a:lnTo>
                <a:lnTo>
                  <a:pt x="487553" y="230049"/>
                </a:lnTo>
                <a:lnTo>
                  <a:pt x="485750" y="230984"/>
                </a:lnTo>
                <a:lnTo>
                  <a:pt x="483803" y="231559"/>
                </a:lnTo>
                <a:lnTo>
                  <a:pt x="481784" y="231775"/>
                </a:lnTo>
                <a:lnTo>
                  <a:pt x="479693" y="231631"/>
                </a:lnTo>
                <a:lnTo>
                  <a:pt x="477601" y="231128"/>
                </a:lnTo>
                <a:lnTo>
                  <a:pt x="475510" y="230121"/>
                </a:lnTo>
                <a:lnTo>
                  <a:pt x="419403" y="197174"/>
                </a:lnTo>
                <a:lnTo>
                  <a:pt x="417528" y="196311"/>
                </a:lnTo>
                <a:lnTo>
                  <a:pt x="415509" y="195736"/>
                </a:lnTo>
                <a:lnTo>
                  <a:pt x="413490" y="195592"/>
                </a:lnTo>
                <a:lnTo>
                  <a:pt x="411470" y="195736"/>
                </a:lnTo>
                <a:lnTo>
                  <a:pt x="409451" y="196311"/>
                </a:lnTo>
                <a:lnTo>
                  <a:pt x="407576" y="197174"/>
                </a:lnTo>
                <a:lnTo>
                  <a:pt x="351470" y="230121"/>
                </a:lnTo>
                <a:lnTo>
                  <a:pt x="349378" y="231128"/>
                </a:lnTo>
                <a:lnTo>
                  <a:pt x="347287" y="231631"/>
                </a:lnTo>
                <a:lnTo>
                  <a:pt x="345195" y="231775"/>
                </a:lnTo>
                <a:lnTo>
                  <a:pt x="343176" y="231487"/>
                </a:lnTo>
                <a:lnTo>
                  <a:pt x="341301" y="230912"/>
                </a:lnTo>
                <a:lnTo>
                  <a:pt x="339570" y="229977"/>
                </a:lnTo>
                <a:lnTo>
                  <a:pt x="337912" y="228826"/>
                </a:lnTo>
                <a:lnTo>
                  <a:pt x="336469" y="227315"/>
                </a:lnTo>
                <a:lnTo>
                  <a:pt x="335388" y="225661"/>
                </a:lnTo>
                <a:lnTo>
                  <a:pt x="334594" y="223790"/>
                </a:lnTo>
                <a:lnTo>
                  <a:pt x="334089" y="221776"/>
                </a:lnTo>
                <a:lnTo>
                  <a:pt x="333945" y="219618"/>
                </a:lnTo>
                <a:lnTo>
                  <a:pt x="334306" y="217388"/>
                </a:lnTo>
                <a:lnTo>
                  <a:pt x="349522" y="155020"/>
                </a:lnTo>
                <a:lnTo>
                  <a:pt x="349811" y="152934"/>
                </a:lnTo>
                <a:lnTo>
                  <a:pt x="349739" y="150848"/>
                </a:lnTo>
                <a:lnTo>
                  <a:pt x="349306" y="148834"/>
                </a:lnTo>
                <a:lnTo>
                  <a:pt x="348513" y="146964"/>
                </a:lnTo>
                <a:lnTo>
                  <a:pt x="347359" y="145237"/>
                </a:lnTo>
                <a:lnTo>
                  <a:pt x="345917" y="143727"/>
                </a:lnTo>
                <a:lnTo>
                  <a:pt x="295147" y="99199"/>
                </a:lnTo>
                <a:lnTo>
                  <a:pt x="293704" y="97616"/>
                </a:lnTo>
                <a:lnTo>
                  <a:pt x="292622" y="96034"/>
                </a:lnTo>
                <a:lnTo>
                  <a:pt x="291829" y="94235"/>
                </a:lnTo>
                <a:lnTo>
                  <a:pt x="291396" y="92437"/>
                </a:lnTo>
                <a:lnTo>
                  <a:pt x="291252" y="90566"/>
                </a:lnTo>
                <a:lnTo>
                  <a:pt x="291396" y="88696"/>
                </a:lnTo>
                <a:lnTo>
                  <a:pt x="291829" y="86970"/>
                </a:lnTo>
                <a:lnTo>
                  <a:pt x="292550" y="85243"/>
                </a:lnTo>
                <a:lnTo>
                  <a:pt x="293488" y="83661"/>
                </a:lnTo>
                <a:lnTo>
                  <a:pt x="294714" y="82222"/>
                </a:lnTo>
                <a:lnTo>
                  <a:pt x="296084" y="80999"/>
                </a:lnTo>
                <a:lnTo>
                  <a:pt x="297815" y="79992"/>
                </a:lnTo>
                <a:lnTo>
                  <a:pt x="299690" y="79345"/>
                </a:lnTo>
                <a:lnTo>
                  <a:pt x="301709" y="78985"/>
                </a:lnTo>
                <a:lnTo>
                  <a:pt x="368994" y="72655"/>
                </a:lnTo>
                <a:lnTo>
                  <a:pt x="370797" y="72367"/>
                </a:lnTo>
                <a:lnTo>
                  <a:pt x="372528" y="71791"/>
                </a:lnTo>
                <a:lnTo>
                  <a:pt x="374114" y="70928"/>
                </a:lnTo>
                <a:lnTo>
                  <a:pt x="375556" y="69921"/>
                </a:lnTo>
                <a:lnTo>
                  <a:pt x="376855" y="68626"/>
                </a:lnTo>
                <a:lnTo>
                  <a:pt x="377864" y="67188"/>
                </a:lnTo>
                <a:lnTo>
                  <a:pt x="378657" y="65533"/>
                </a:lnTo>
                <a:lnTo>
                  <a:pt x="402600" y="7194"/>
                </a:lnTo>
                <a:lnTo>
                  <a:pt x="403538" y="5323"/>
                </a:lnTo>
                <a:lnTo>
                  <a:pt x="404619" y="3885"/>
                </a:lnTo>
                <a:lnTo>
                  <a:pt x="405990" y="2590"/>
                </a:lnTo>
                <a:lnTo>
                  <a:pt x="407360" y="1511"/>
                </a:lnTo>
                <a:lnTo>
                  <a:pt x="409019" y="719"/>
                </a:lnTo>
                <a:lnTo>
                  <a:pt x="410677" y="216"/>
                </a:lnTo>
                <a:close/>
                <a:moveTo>
                  <a:pt x="121228" y="0"/>
                </a:moveTo>
                <a:lnTo>
                  <a:pt x="122887" y="0"/>
                </a:lnTo>
                <a:lnTo>
                  <a:pt x="124690" y="216"/>
                </a:lnTo>
                <a:lnTo>
                  <a:pt x="126348" y="719"/>
                </a:lnTo>
                <a:lnTo>
                  <a:pt x="128007" y="1511"/>
                </a:lnTo>
                <a:lnTo>
                  <a:pt x="129377" y="2590"/>
                </a:lnTo>
                <a:lnTo>
                  <a:pt x="130747" y="3885"/>
                </a:lnTo>
                <a:lnTo>
                  <a:pt x="131829" y="5323"/>
                </a:lnTo>
                <a:lnTo>
                  <a:pt x="132767" y="7194"/>
                </a:lnTo>
                <a:lnTo>
                  <a:pt x="156926" y="65533"/>
                </a:lnTo>
                <a:lnTo>
                  <a:pt x="157863" y="67403"/>
                </a:lnTo>
                <a:lnTo>
                  <a:pt x="159234" y="69058"/>
                </a:lnTo>
                <a:lnTo>
                  <a:pt x="160820" y="70425"/>
                </a:lnTo>
                <a:lnTo>
                  <a:pt x="162479" y="71576"/>
                </a:lnTo>
                <a:lnTo>
                  <a:pt x="164426" y="72223"/>
                </a:lnTo>
                <a:lnTo>
                  <a:pt x="166517" y="72655"/>
                </a:lnTo>
                <a:lnTo>
                  <a:pt x="233874" y="78985"/>
                </a:lnTo>
                <a:lnTo>
                  <a:pt x="235893" y="79345"/>
                </a:lnTo>
                <a:lnTo>
                  <a:pt x="237768" y="79992"/>
                </a:lnTo>
                <a:lnTo>
                  <a:pt x="239427" y="80999"/>
                </a:lnTo>
                <a:lnTo>
                  <a:pt x="240942" y="82222"/>
                </a:lnTo>
                <a:lnTo>
                  <a:pt x="242095" y="83661"/>
                </a:lnTo>
                <a:lnTo>
                  <a:pt x="243105" y="85243"/>
                </a:lnTo>
                <a:lnTo>
                  <a:pt x="243826" y="86970"/>
                </a:lnTo>
                <a:lnTo>
                  <a:pt x="244331" y="88696"/>
                </a:lnTo>
                <a:lnTo>
                  <a:pt x="244475" y="90566"/>
                </a:lnTo>
                <a:lnTo>
                  <a:pt x="244403" y="92437"/>
                </a:lnTo>
                <a:lnTo>
                  <a:pt x="243970" y="94235"/>
                </a:lnTo>
                <a:lnTo>
                  <a:pt x="243249" y="96034"/>
                </a:lnTo>
                <a:lnTo>
                  <a:pt x="242168" y="97616"/>
                </a:lnTo>
                <a:lnTo>
                  <a:pt x="240869" y="99199"/>
                </a:lnTo>
                <a:lnTo>
                  <a:pt x="190099" y="143727"/>
                </a:lnTo>
                <a:lnTo>
                  <a:pt x="188585" y="145237"/>
                </a:lnTo>
                <a:lnTo>
                  <a:pt x="187503" y="146964"/>
                </a:lnTo>
                <a:lnTo>
                  <a:pt x="186638" y="148834"/>
                </a:lnTo>
                <a:lnTo>
                  <a:pt x="186205" y="150848"/>
                </a:lnTo>
                <a:lnTo>
                  <a:pt x="186133" y="152934"/>
                </a:lnTo>
                <a:lnTo>
                  <a:pt x="186421" y="155020"/>
                </a:lnTo>
                <a:lnTo>
                  <a:pt x="201422" y="217388"/>
                </a:lnTo>
                <a:lnTo>
                  <a:pt x="201782" y="219618"/>
                </a:lnTo>
                <a:lnTo>
                  <a:pt x="201638" y="221848"/>
                </a:lnTo>
                <a:lnTo>
                  <a:pt x="201205" y="223862"/>
                </a:lnTo>
                <a:lnTo>
                  <a:pt x="200340" y="225733"/>
                </a:lnTo>
                <a:lnTo>
                  <a:pt x="199258" y="227387"/>
                </a:lnTo>
                <a:lnTo>
                  <a:pt x="197816" y="228898"/>
                </a:lnTo>
                <a:lnTo>
                  <a:pt x="196301" y="230049"/>
                </a:lnTo>
                <a:lnTo>
                  <a:pt x="194498" y="230984"/>
                </a:lnTo>
                <a:lnTo>
                  <a:pt x="192551" y="231559"/>
                </a:lnTo>
                <a:lnTo>
                  <a:pt x="190532" y="231775"/>
                </a:lnTo>
                <a:lnTo>
                  <a:pt x="188441" y="231631"/>
                </a:lnTo>
                <a:lnTo>
                  <a:pt x="186349" y="231128"/>
                </a:lnTo>
                <a:lnTo>
                  <a:pt x="184258" y="230121"/>
                </a:lnTo>
                <a:lnTo>
                  <a:pt x="128151" y="197174"/>
                </a:lnTo>
                <a:lnTo>
                  <a:pt x="126276" y="196311"/>
                </a:lnTo>
                <a:lnTo>
                  <a:pt x="124257" y="195736"/>
                </a:lnTo>
                <a:lnTo>
                  <a:pt x="122238" y="195592"/>
                </a:lnTo>
                <a:lnTo>
                  <a:pt x="120218" y="195736"/>
                </a:lnTo>
                <a:lnTo>
                  <a:pt x="118199" y="196311"/>
                </a:lnTo>
                <a:lnTo>
                  <a:pt x="116324" y="197174"/>
                </a:lnTo>
                <a:lnTo>
                  <a:pt x="60218" y="230121"/>
                </a:lnTo>
                <a:lnTo>
                  <a:pt x="58126" y="231128"/>
                </a:lnTo>
                <a:lnTo>
                  <a:pt x="56035" y="231631"/>
                </a:lnTo>
                <a:lnTo>
                  <a:pt x="53943" y="231775"/>
                </a:lnTo>
                <a:lnTo>
                  <a:pt x="51924" y="231487"/>
                </a:lnTo>
                <a:lnTo>
                  <a:pt x="50049" y="230912"/>
                </a:lnTo>
                <a:lnTo>
                  <a:pt x="48318" y="229977"/>
                </a:lnTo>
                <a:lnTo>
                  <a:pt x="46660" y="228826"/>
                </a:lnTo>
                <a:lnTo>
                  <a:pt x="45217" y="227315"/>
                </a:lnTo>
                <a:lnTo>
                  <a:pt x="44136" y="225661"/>
                </a:lnTo>
                <a:lnTo>
                  <a:pt x="43342" y="223790"/>
                </a:lnTo>
                <a:lnTo>
                  <a:pt x="42837" y="221776"/>
                </a:lnTo>
                <a:lnTo>
                  <a:pt x="42693" y="219618"/>
                </a:lnTo>
                <a:lnTo>
                  <a:pt x="43054" y="217388"/>
                </a:lnTo>
                <a:lnTo>
                  <a:pt x="58270" y="155020"/>
                </a:lnTo>
                <a:lnTo>
                  <a:pt x="58559" y="152934"/>
                </a:lnTo>
                <a:lnTo>
                  <a:pt x="58487" y="150848"/>
                </a:lnTo>
                <a:lnTo>
                  <a:pt x="58054" y="148834"/>
                </a:lnTo>
                <a:lnTo>
                  <a:pt x="57261" y="146964"/>
                </a:lnTo>
                <a:lnTo>
                  <a:pt x="56107" y="145237"/>
                </a:lnTo>
                <a:lnTo>
                  <a:pt x="54665" y="143727"/>
                </a:lnTo>
                <a:lnTo>
                  <a:pt x="3895" y="99199"/>
                </a:lnTo>
                <a:lnTo>
                  <a:pt x="2452" y="97616"/>
                </a:lnTo>
                <a:lnTo>
                  <a:pt x="1370" y="96034"/>
                </a:lnTo>
                <a:lnTo>
                  <a:pt x="577" y="94235"/>
                </a:lnTo>
                <a:lnTo>
                  <a:pt x="144" y="92437"/>
                </a:lnTo>
                <a:lnTo>
                  <a:pt x="0" y="90566"/>
                </a:lnTo>
                <a:lnTo>
                  <a:pt x="144" y="88696"/>
                </a:lnTo>
                <a:lnTo>
                  <a:pt x="577" y="86970"/>
                </a:lnTo>
                <a:lnTo>
                  <a:pt x="1298" y="85243"/>
                </a:lnTo>
                <a:lnTo>
                  <a:pt x="2236" y="83661"/>
                </a:lnTo>
                <a:lnTo>
                  <a:pt x="3462" y="82222"/>
                </a:lnTo>
                <a:lnTo>
                  <a:pt x="4832" y="80999"/>
                </a:lnTo>
                <a:lnTo>
                  <a:pt x="6563" y="79992"/>
                </a:lnTo>
                <a:lnTo>
                  <a:pt x="8438" y="79345"/>
                </a:lnTo>
                <a:lnTo>
                  <a:pt x="10457" y="78985"/>
                </a:lnTo>
                <a:lnTo>
                  <a:pt x="77742" y="72655"/>
                </a:lnTo>
                <a:lnTo>
                  <a:pt x="79545" y="72367"/>
                </a:lnTo>
                <a:lnTo>
                  <a:pt x="81276" y="71791"/>
                </a:lnTo>
                <a:lnTo>
                  <a:pt x="82862" y="70928"/>
                </a:lnTo>
                <a:lnTo>
                  <a:pt x="84304" y="69921"/>
                </a:lnTo>
                <a:lnTo>
                  <a:pt x="85603" y="68626"/>
                </a:lnTo>
                <a:lnTo>
                  <a:pt x="86612" y="67188"/>
                </a:lnTo>
                <a:lnTo>
                  <a:pt x="87405" y="65533"/>
                </a:lnTo>
                <a:lnTo>
                  <a:pt x="111348" y="7194"/>
                </a:lnTo>
                <a:lnTo>
                  <a:pt x="112286" y="5323"/>
                </a:lnTo>
                <a:lnTo>
                  <a:pt x="113367" y="3885"/>
                </a:lnTo>
                <a:lnTo>
                  <a:pt x="114738" y="2590"/>
                </a:lnTo>
                <a:lnTo>
                  <a:pt x="116108" y="1511"/>
                </a:lnTo>
                <a:lnTo>
                  <a:pt x="117767" y="719"/>
                </a:lnTo>
                <a:lnTo>
                  <a:pt x="119425" y="216"/>
                </a:lnTo>
                <a:close/>
              </a:path>
            </a:pathLst>
          </a:custGeom>
          <a:noFill/>
          <a:ln w="0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 flipH="1">
            <a:off x="4618122" y="2593298"/>
            <a:ext cx="563478" cy="653634"/>
            <a:chOff x="3850240" y="2353456"/>
            <a:chExt cx="976998" cy="1133318"/>
          </a:xfrm>
        </p:grpSpPr>
        <p:sp>
          <p:nvSpPr>
            <p:cNvPr id="17" name="Isosceles Triangle 16"/>
            <p:cNvSpPr/>
            <p:nvPr/>
          </p:nvSpPr>
          <p:spPr>
            <a:xfrm rot="16200000" flipH="1">
              <a:off x="3772080" y="2431616"/>
              <a:ext cx="1133318" cy="97699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1079500" sx="104000" sy="104000" algn="ct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/>
            <p:cNvSpPr/>
            <p:nvPr/>
          </p:nvSpPr>
          <p:spPr>
            <a:xfrm rot="16200000" flipH="1">
              <a:off x="4230074" y="2730854"/>
              <a:ext cx="439086" cy="378522"/>
            </a:xfrm>
            <a:prstGeom prst="triangle">
              <a:avLst/>
            </a:prstGeom>
            <a:solidFill>
              <a:schemeClr val="tx2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Portfolio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23" name="Straight Connector 22"/>
          <p:cNvCxnSpPr>
            <a:stCxn id="22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22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31460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Project Showcase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Portfolio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0" name="Straight Connector 29"/>
          <p:cNvCxnSpPr>
            <a:stCxn id="29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29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3" name="Picture Placeholder 3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4" name="Picture Placeholder 3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5" name="Picture Placeholder 34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6" name="Picture Placeholder 35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7" name="Picture Placeholder 3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8" name="Picture Placeholder 37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9" name="Picture Placeholder 38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26728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Device Mockup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99861" y="112395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+mj-lt"/>
              </a:rPr>
              <a:t>Product Showcase</a:t>
            </a:r>
            <a:endParaRPr lang="en-US" sz="3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99861" y="163054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Made it!</a:t>
            </a:r>
            <a:endParaRPr lang="en-US" sz="4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99861" y="255270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19650" y="3692530"/>
            <a:ext cx="1435100" cy="400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845050" y="3738667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Discover More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83015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Device Mockup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4" name="Straight Connector 3"/>
          <p:cNvCxnSpPr>
            <a:stCxn id="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2395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+mj-lt"/>
              </a:rPr>
              <a:t>Website Showcase</a:t>
            </a:r>
            <a:endParaRPr lang="en-US" sz="3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63054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Made it!</a:t>
            </a:r>
            <a:endParaRPr lang="en-US" sz="4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55270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989" y="3692530"/>
            <a:ext cx="1435100" cy="400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2389" y="3738667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Discover More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8477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737461" y="1123950"/>
            <a:ext cx="436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+mj-lt"/>
              </a:rPr>
              <a:t>Smartphone</a:t>
            </a:r>
            <a:endParaRPr lang="en-US" sz="3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7461" y="1630548"/>
            <a:ext cx="4367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Made it!</a:t>
            </a:r>
            <a:endParaRPr lang="en-US" sz="4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7461" y="2552700"/>
            <a:ext cx="436793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250" y="3692530"/>
            <a:ext cx="1435100" cy="400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2650" y="3738667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Discover More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Device Mockup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11" name="Straight Connector 10"/>
          <p:cNvCxnSpPr>
            <a:stCxn id="10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10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49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 smtClean="0"/>
              <a:t>Cevron</a:t>
            </a:r>
            <a:r>
              <a:rPr lang="en-US" sz="2800" dirty="0" smtClean="0"/>
              <a:t> </a:t>
            </a:r>
            <a:r>
              <a:rPr lang="en-US" sz="2800" dirty="0" err="1" smtClean="0"/>
              <a:t>Infographic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Chart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5" name="Straight Connector 4"/>
          <p:cNvCxnSpPr>
            <a:stCxn id="4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4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hevron 6"/>
          <p:cNvSpPr/>
          <p:nvPr/>
        </p:nvSpPr>
        <p:spPr>
          <a:xfrm>
            <a:off x="957162" y="1809750"/>
            <a:ext cx="1371600" cy="137160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2909854" y="1809750"/>
            <a:ext cx="1371600" cy="1371600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>
            <a:off x="4862546" y="1809750"/>
            <a:ext cx="1371600" cy="13716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6815238" y="1809750"/>
            <a:ext cx="1371600" cy="13716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38162" y="2190750"/>
            <a:ext cx="609600" cy="609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sx="122000" sy="12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290854" y="2190750"/>
            <a:ext cx="609600" cy="609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sx="122000" sy="12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243546" y="2190750"/>
            <a:ext cx="609600" cy="609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sx="122000" sy="12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196238" y="2190750"/>
            <a:ext cx="609600" cy="609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sx="122000" sy="12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60219" y="34303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36862" y="3673954"/>
            <a:ext cx="1212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2911" y="34303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2989554" y="3673954"/>
            <a:ext cx="1212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65603" y="34303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4942246" y="3673954"/>
            <a:ext cx="1212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18295" y="3430364"/>
            <a:ext cx="1165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Sample Text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894938" y="3673954"/>
            <a:ext cx="1212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accusamus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495325" y="2362062"/>
            <a:ext cx="295274" cy="266976"/>
            <a:chOff x="576263" y="971550"/>
            <a:chExt cx="381001" cy="344488"/>
          </a:xfrm>
          <a:solidFill>
            <a:schemeClr val="tx1"/>
          </a:solidFill>
        </p:grpSpPr>
        <p:sp>
          <p:nvSpPr>
            <p:cNvPr id="41" name="Freeform 6"/>
            <p:cNvSpPr>
              <a:spLocks/>
            </p:cNvSpPr>
            <p:nvPr/>
          </p:nvSpPr>
          <p:spPr bwMode="auto">
            <a:xfrm>
              <a:off x="844551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2 w 994"/>
                <a:gd name="T3" fmla="*/ 0 h 658"/>
                <a:gd name="T4" fmla="*/ 844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69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3 w 994"/>
                <a:gd name="T27" fmla="*/ 539 h 658"/>
                <a:gd name="T28" fmla="*/ 968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1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4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4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1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2" y="0"/>
                  </a:lnTo>
                  <a:lnTo>
                    <a:pt x="844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3" y="539"/>
                  </a:lnTo>
                  <a:lnTo>
                    <a:pt x="968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1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4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4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1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7"/>
            <p:cNvSpPr>
              <a:spLocks/>
            </p:cNvSpPr>
            <p:nvPr/>
          </p:nvSpPr>
          <p:spPr bwMode="auto">
            <a:xfrm>
              <a:off x="576263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1 w 994"/>
                <a:gd name="T3" fmla="*/ 0 h 658"/>
                <a:gd name="T4" fmla="*/ 843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70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2 w 994"/>
                <a:gd name="T27" fmla="*/ 539 h 658"/>
                <a:gd name="T28" fmla="*/ 969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0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3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3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0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1" y="0"/>
                  </a:lnTo>
                  <a:lnTo>
                    <a:pt x="843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70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"/>
            <p:cNvSpPr>
              <a:spLocks noEditPoints="1"/>
            </p:cNvSpPr>
            <p:nvPr/>
          </p:nvSpPr>
          <p:spPr bwMode="auto">
            <a:xfrm>
              <a:off x="622301" y="971550"/>
              <a:ext cx="288925" cy="252413"/>
            </a:xfrm>
            <a:custGeom>
              <a:avLst/>
              <a:gdLst>
                <a:gd name="T0" fmla="*/ 494 w 2546"/>
                <a:gd name="T1" fmla="*/ 577 h 2226"/>
                <a:gd name="T2" fmla="*/ 502 w 2546"/>
                <a:gd name="T3" fmla="*/ 1258 h 2226"/>
                <a:gd name="T4" fmla="*/ 543 w 2546"/>
                <a:gd name="T5" fmla="*/ 1321 h 2226"/>
                <a:gd name="T6" fmla="*/ 615 w 2546"/>
                <a:gd name="T7" fmla="*/ 1350 h 2226"/>
                <a:gd name="T8" fmla="*/ 1435 w 2546"/>
                <a:gd name="T9" fmla="*/ 1352 h 2226"/>
                <a:gd name="T10" fmla="*/ 1957 w 2546"/>
                <a:gd name="T11" fmla="*/ 1344 h 2226"/>
                <a:gd name="T12" fmla="*/ 2018 w 2546"/>
                <a:gd name="T13" fmla="*/ 1303 h 2226"/>
                <a:gd name="T14" fmla="*/ 2049 w 2546"/>
                <a:gd name="T15" fmla="*/ 1233 h 2226"/>
                <a:gd name="T16" fmla="*/ 495 w 2546"/>
                <a:gd name="T17" fmla="*/ 550 h 2226"/>
                <a:gd name="T18" fmla="*/ 1842 w 2546"/>
                <a:gd name="T19" fmla="*/ 201 h 2226"/>
                <a:gd name="T20" fmla="*/ 1801 w 2546"/>
                <a:gd name="T21" fmla="*/ 253 h 2226"/>
                <a:gd name="T22" fmla="*/ 1810 w 2546"/>
                <a:gd name="T23" fmla="*/ 321 h 2226"/>
                <a:gd name="T24" fmla="*/ 1863 w 2546"/>
                <a:gd name="T25" fmla="*/ 362 h 2226"/>
                <a:gd name="T26" fmla="*/ 1930 w 2546"/>
                <a:gd name="T27" fmla="*/ 353 h 2226"/>
                <a:gd name="T28" fmla="*/ 1971 w 2546"/>
                <a:gd name="T29" fmla="*/ 300 h 2226"/>
                <a:gd name="T30" fmla="*/ 1962 w 2546"/>
                <a:gd name="T31" fmla="*/ 232 h 2226"/>
                <a:gd name="T32" fmla="*/ 1909 w 2546"/>
                <a:gd name="T33" fmla="*/ 192 h 2226"/>
                <a:gd name="T34" fmla="*/ 1560 w 2546"/>
                <a:gd name="T35" fmla="*/ 192 h 2226"/>
                <a:gd name="T36" fmla="*/ 1508 w 2546"/>
                <a:gd name="T37" fmla="*/ 232 h 2226"/>
                <a:gd name="T38" fmla="*/ 1499 w 2546"/>
                <a:gd name="T39" fmla="*/ 300 h 2226"/>
                <a:gd name="T40" fmla="*/ 1539 w 2546"/>
                <a:gd name="T41" fmla="*/ 353 h 2226"/>
                <a:gd name="T42" fmla="*/ 1607 w 2546"/>
                <a:gd name="T43" fmla="*/ 362 h 2226"/>
                <a:gd name="T44" fmla="*/ 1659 w 2546"/>
                <a:gd name="T45" fmla="*/ 321 h 2226"/>
                <a:gd name="T46" fmla="*/ 1668 w 2546"/>
                <a:gd name="T47" fmla="*/ 253 h 2226"/>
                <a:gd name="T48" fmla="*/ 1628 w 2546"/>
                <a:gd name="T49" fmla="*/ 201 h 2226"/>
                <a:gd name="T50" fmla="*/ 1281 w 2546"/>
                <a:gd name="T51" fmla="*/ 189 h 2226"/>
                <a:gd name="T52" fmla="*/ 1218 w 2546"/>
                <a:gd name="T53" fmla="*/ 214 h 2226"/>
                <a:gd name="T54" fmla="*/ 1192 w 2546"/>
                <a:gd name="T55" fmla="*/ 276 h 2226"/>
                <a:gd name="T56" fmla="*/ 1218 w 2546"/>
                <a:gd name="T57" fmla="*/ 339 h 2226"/>
                <a:gd name="T58" fmla="*/ 1281 w 2546"/>
                <a:gd name="T59" fmla="*/ 365 h 2226"/>
                <a:gd name="T60" fmla="*/ 1343 w 2546"/>
                <a:gd name="T61" fmla="*/ 339 h 2226"/>
                <a:gd name="T62" fmla="*/ 1368 w 2546"/>
                <a:gd name="T63" fmla="*/ 276 h 2226"/>
                <a:gd name="T64" fmla="*/ 1343 w 2546"/>
                <a:gd name="T65" fmla="*/ 214 h 2226"/>
                <a:gd name="T66" fmla="*/ 1281 w 2546"/>
                <a:gd name="T67" fmla="*/ 189 h 2226"/>
                <a:gd name="T68" fmla="*/ 1947 w 2546"/>
                <a:gd name="T69" fmla="*/ 3 h 2226"/>
                <a:gd name="T70" fmla="*/ 2072 w 2546"/>
                <a:gd name="T71" fmla="*/ 44 h 2226"/>
                <a:gd name="T72" fmla="*/ 2166 w 2546"/>
                <a:gd name="T73" fmla="*/ 126 h 2226"/>
                <a:gd name="T74" fmla="*/ 2221 w 2546"/>
                <a:gd name="T75" fmla="*/ 243 h 2226"/>
                <a:gd name="T76" fmla="*/ 2232 w 2546"/>
                <a:gd name="T77" fmla="*/ 1204 h 2226"/>
                <a:gd name="T78" fmla="*/ 2212 w 2546"/>
                <a:gd name="T79" fmla="*/ 1328 h 2226"/>
                <a:gd name="T80" fmla="*/ 2150 w 2546"/>
                <a:gd name="T81" fmla="*/ 1428 h 2226"/>
                <a:gd name="T82" fmla="*/ 2049 w 2546"/>
                <a:gd name="T83" fmla="*/ 1503 h 2226"/>
                <a:gd name="T84" fmla="*/ 1935 w 2546"/>
                <a:gd name="T85" fmla="*/ 1533 h 2226"/>
                <a:gd name="T86" fmla="*/ 1363 w 2546"/>
                <a:gd name="T87" fmla="*/ 1885 h 2226"/>
                <a:gd name="T88" fmla="*/ 2494 w 2546"/>
                <a:gd name="T89" fmla="*/ 1895 h 2226"/>
                <a:gd name="T90" fmla="*/ 2535 w 2546"/>
                <a:gd name="T91" fmla="*/ 1936 h 2226"/>
                <a:gd name="T92" fmla="*/ 2546 w 2546"/>
                <a:gd name="T93" fmla="*/ 2226 h 2226"/>
                <a:gd name="T94" fmla="*/ 1364 w 2546"/>
                <a:gd name="T95" fmla="*/ 2067 h 2226"/>
                <a:gd name="T96" fmla="*/ 1182 w 2546"/>
                <a:gd name="T97" fmla="*/ 2067 h 2226"/>
                <a:gd name="T98" fmla="*/ 0 w 2546"/>
                <a:gd name="T99" fmla="*/ 2226 h 2226"/>
                <a:gd name="T100" fmla="*/ 10 w 2546"/>
                <a:gd name="T101" fmla="*/ 1936 h 2226"/>
                <a:gd name="T102" fmla="*/ 51 w 2546"/>
                <a:gd name="T103" fmla="*/ 1895 h 2226"/>
                <a:gd name="T104" fmla="*/ 1181 w 2546"/>
                <a:gd name="T105" fmla="*/ 1885 h 2226"/>
                <a:gd name="T106" fmla="*/ 799 w 2546"/>
                <a:gd name="T107" fmla="*/ 1535 h 2226"/>
                <a:gd name="T108" fmla="*/ 547 w 2546"/>
                <a:gd name="T109" fmla="*/ 1523 h 2226"/>
                <a:gd name="T110" fmla="*/ 439 w 2546"/>
                <a:gd name="T111" fmla="*/ 1471 h 2226"/>
                <a:gd name="T112" fmla="*/ 360 w 2546"/>
                <a:gd name="T113" fmla="*/ 1383 h 2226"/>
                <a:gd name="T114" fmla="*/ 318 w 2546"/>
                <a:gd name="T115" fmla="*/ 1275 h 2226"/>
                <a:gd name="T116" fmla="*/ 312 w 2546"/>
                <a:gd name="T117" fmla="*/ 326 h 2226"/>
                <a:gd name="T118" fmla="*/ 337 w 2546"/>
                <a:gd name="T119" fmla="*/ 197 h 2226"/>
                <a:gd name="T120" fmla="*/ 407 w 2546"/>
                <a:gd name="T121" fmla="*/ 94 h 2226"/>
                <a:gd name="T122" fmla="*/ 512 w 2546"/>
                <a:gd name="T123" fmla="*/ 25 h 2226"/>
                <a:gd name="T124" fmla="*/ 641 w 2546"/>
                <a:gd name="T125" fmla="*/ 0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46" h="2226">
                  <a:moveTo>
                    <a:pt x="495" y="550"/>
                  </a:moveTo>
                  <a:lnTo>
                    <a:pt x="494" y="564"/>
                  </a:lnTo>
                  <a:lnTo>
                    <a:pt x="494" y="577"/>
                  </a:lnTo>
                  <a:lnTo>
                    <a:pt x="494" y="1202"/>
                  </a:lnTo>
                  <a:lnTo>
                    <a:pt x="496" y="1232"/>
                  </a:lnTo>
                  <a:lnTo>
                    <a:pt x="502" y="1258"/>
                  </a:lnTo>
                  <a:lnTo>
                    <a:pt x="512" y="1283"/>
                  </a:lnTo>
                  <a:lnTo>
                    <a:pt x="526" y="1303"/>
                  </a:lnTo>
                  <a:lnTo>
                    <a:pt x="543" y="1321"/>
                  </a:lnTo>
                  <a:lnTo>
                    <a:pt x="564" y="1334"/>
                  </a:lnTo>
                  <a:lnTo>
                    <a:pt x="587" y="1344"/>
                  </a:lnTo>
                  <a:lnTo>
                    <a:pt x="615" y="1350"/>
                  </a:lnTo>
                  <a:lnTo>
                    <a:pt x="644" y="1352"/>
                  </a:lnTo>
                  <a:lnTo>
                    <a:pt x="969" y="1352"/>
                  </a:lnTo>
                  <a:lnTo>
                    <a:pt x="1435" y="1352"/>
                  </a:lnTo>
                  <a:lnTo>
                    <a:pt x="1902" y="1353"/>
                  </a:lnTo>
                  <a:lnTo>
                    <a:pt x="1930" y="1350"/>
                  </a:lnTo>
                  <a:lnTo>
                    <a:pt x="1957" y="1344"/>
                  </a:lnTo>
                  <a:lnTo>
                    <a:pt x="1980" y="1334"/>
                  </a:lnTo>
                  <a:lnTo>
                    <a:pt x="2001" y="1321"/>
                  </a:lnTo>
                  <a:lnTo>
                    <a:pt x="2018" y="1303"/>
                  </a:lnTo>
                  <a:lnTo>
                    <a:pt x="2032" y="1283"/>
                  </a:lnTo>
                  <a:lnTo>
                    <a:pt x="2042" y="1259"/>
                  </a:lnTo>
                  <a:lnTo>
                    <a:pt x="2049" y="1233"/>
                  </a:lnTo>
                  <a:lnTo>
                    <a:pt x="2051" y="1203"/>
                  </a:lnTo>
                  <a:lnTo>
                    <a:pt x="2051" y="550"/>
                  </a:lnTo>
                  <a:lnTo>
                    <a:pt x="495" y="550"/>
                  </a:lnTo>
                  <a:close/>
                  <a:moveTo>
                    <a:pt x="1886" y="189"/>
                  </a:moveTo>
                  <a:lnTo>
                    <a:pt x="1863" y="192"/>
                  </a:lnTo>
                  <a:lnTo>
                    <a:pt x="1842" y="201"/>
                  </a:lnTo>
                  <a:lnTo>
                    <a:pt x="1823" y="214"/>
                  </a:lnTo>
                  <a:lnTo>
                    <a:pt x="1810" y="232"/>
                  </a:lnTo>
                  <a:lnTo>
                    <a:pt x="1801" y="253"/>
                  </a:lnTo>
                  <a:lnTo>
                    <a:pt x="1798" y="276"/>
                  </a:lnTo>
                  <a:lnTo>
                    <a:pt x="1801" y="300"/>
                  </a:lnTo>
                  <a:lnTo>
                    <a:pt x="1810" y="321"/>
                  </a:lnTo>
                  <a:lnTo>
                    <a:pt x="1823" y="339"/>
                  </a:lnTo>
                  <a:lnTo>
                    <a:pt x="1842" y="353"/>
                  </a:lnTo>
                  <a:lnTo>
                    <a:pt x="1863" y="362"/>
                  </a:lnTo>
                  <a:lnTo>
                    <a:pt x="1886" y="365"/>
                  </a:lnTo>
                  <a:lnTo>
                    <a:pt x="1909" y="362"/>
                  </a:lnTo>
                  <a:lnTo>
                    <a:pt x="1930" y="353"/>
                  </a:lnTo>
                  <a:lnTo>
                    <a:pt x="1949" y="339"/>
                  </a:lnTo>
                  <a:lnTo>
                    <a:pt x="1962" y="321"/>
                  </a:lnTo>
                  <a:lnTo>
                    <a:pt x="1971" y="300"/>
                  </a:lnTo>
                  <a:lnTo>
                    <a:pt x="1974" y="276"/>
                  </a:lnTo>
                  <a:lnTo>
                    <a:pt x="1971" y="253"/>
                  </a:lnTo>
                  <a:lnTo>
                    <a:pt x="1962" y="232"/>
                  </a:lnTo>
                  <a:lnTo>
                    <a:pt x="1949" y="214"/>
                  </a:lnTo>
                  <a:lnTo>
                    <a:pt x="1930" y="201"/>
                  </a:lnTo>
                  <a:lnTo>
                    <a:pt x="1909" y="192"/>
                  </a:lnTo>
                  <a:lnTo>
                    <a:pt x="1886" y="189"/>
                  </a:lnTo>
                  <a:close/>
                  <a:moveTo>
                    <a:pt x="1583" y="189"/>
                  </a:moveTo>
                  <a:lnTo>
                    <a:pt x="1560" y="192"/>
                  </a:lnTo>
                  <a:lnTo>
                    <a:pt x="1539" y="201"/>
                  </a:lnTo>
                  <a:lnTo>
                    <a:pt x="1521" y="214"/>
                  </a:lnTo>
                  <a:lnTo>
                    <a:pt x="1508" y="232"/>
                  </a:lnTo>
                  <a:lnTo>
                    <a:pt x="1499" y="253"/>
                  </a:lnTo>
                  <a:lnTo>
                    <a:pt x="1496" y="276"/>
                  </a:lnTo>
                  <a:lnTo>
                    <a:pt x="1499" y="300"/>
                  </a:lnTo>
                  <a:lnTo>
                    <a:pt x="1508" y="321"/>
                  </a:lnTo>
                  <a:lnTo>
                    <a:pt x="1521" y="339"/>
                  </a:lnTo>
                  <a:lnTo>
                    <a:pt x="1539" y="353"/>
                  </a:lnTo>
                  <a:lnTo>
                    <a:pt x="1560" y="362"/>
                  </a:lnTo>
                  <a:lnTo>
                    <a:pt x="1583" y="365"/>
                  </a:lnTo>
                  <a:lnTo>
                    <a:pt x="1607" y="362"/>
                  </a:lnTo>
                  <a:lnTo>
                    <a:pt x="1628" y="353"/>
                  </a:lnTo>
                  <a:lnTo>
                    <a:pt x="1645" y="339"/>
                  </a:lnTo>
                  <a:lnTo>
                    <a:pt x="1659" y="321"/>
                  </a:lnTo>
                  <a:lnTo>
                    <a:pt x="1668" y="300"/>
                  </a:lnTo>
                  <a:lnTo>
                    <a:pt x="1672" y="276"/>
                  </a:lnTo>
                  <a:lnTo>
                    <a:pt x="1668" y="253"/>
                  </a:lnTo>
                  <a:lnTo>
                    <a:pt x="1659" y="232"/>
                  </a:lnTo>
                  <a:lnTo>
                    <a:pt x="1645" y="214"/>
                  </a:lnTo>
                  <a:lnTo>
                    <a:pt x="1628" y="201"/>
                  </a:lnTo>
                  <a:lnTo>
                    <a:pt x="1607" y="192"/>
                  </a:lnTo>
                  <a:lnTo>
                    <a:pt x="1583" y="189"/>
                  </a:lnTo>
                  <a:close/>
                  <a:moveTo>
                    <a:pt x="1281" y="189"/>
                  </a:moveTo>
                  <a:lnTo>
                    <a:pt x="1257" y="192"/>
                  </a:lnTo>
                  <a:lnTo>
                    <a:pt x="1236" y="201"/>
                  </a:lnTo>
                  <a:lnTo>
                    <a:pt x="1218" y="214"/>
                  </a:lnTo>
                  <a:lnTo>
                    <a:pt x="1204" y="232"/>
                  </a:lnTo>
                  <a:lnTo>
                    <a:pt x="1195" y="253"/>
                  </a:lnTo>
                  <a:lnTo>
                    <a:pt x="1192" y="276"/>
                  </a:lnTo>
                  <a:lnTo>
                    <a:pt x="1195" y="300"/>
                  </a:lnTo>
                  <a:lnTo>
                    <a:pt x="1204" y="321"/>
                  </a:lnTo>
                  <a:lnTo>
                    <a:pt x="1218" y="339"/>
                  </a:lnTo>
                  <a:lnTo>
                    <a:pt x="1236" y="353"/>
                  </a:lnTo>
                  <a:lnTo>
                    <a:pt x="1257" y="362"/>
                  </a:lnTo>
                  <a:lnTo>
                    <a:pt x="1281" y="365"/>
                  </a:lnTo>
                  <a:lnTo>
                    <a:pt x="1304" y="362"/>
                  </a:lnTo>
                  <a:lnTo>
                    <a:pt x="1324" y="353"/>
                  </a:lnTo>
                  <a:lnTo>
                    <a:pt x="1343" y="339"/>
                  </a:lnTo>
                  <a:lnTo>
                    <a:pt x="1356" y="321"/>
                  </a:lnTo>
                  <a:lnTo>
                    <a:pt x="1365" y="300"/>
                  </a:lnTo>
                  <a:lnTo>
                    <a:pt x="1368" y="276"/>
                  </a:lnTo>
                  <a:lnTo>
                    <a:pt x="1365" y="253"/>
                  </a:lnTo>
                  <a:lnTo>
                    <a:pt x="1356" y="232"/>
                  </a:lnTo>
                  <a:lnTo>
                    <a:pt x="1343" y="214"/>
                  </a:lnTo>
                  <a:lnTo>
                    <a:pt x="1324" y="201"/>
                  </a:lnTo>
                  <a:lnTo>
                    <a:pt x="1304" y="192"/>
                  </a:lnTo>
                  <a:lnTo>
                    <a:pt x="1281" y="189"/>
                  </a:lnTo>
                  <a:close/>
                  <a:moveTo>
                    <a:pt x="641" y="0"/>
                  </a:moveTo>
                  <a:lnTo>
                    <a:pt x="1900" y="0"/>
                  </a:lnTo>
                  <a:lnTo>
                    <a:pt x="1947" y="3"/>
                  </a:lnTo>
                  <a:lnTo>
                    <a:pt x="1992" y="12"/>
                  </a:lnTo>
                  <a:lnTo>
                    <a:pt x="2033" y="25"/>
                  </a:lnTo>
                  <a:lnTo>
                    <a:pt x="2072" y="44"/>
                  </a:lnTo>
                  <a:lnTo>
                    <a:pt x="2107" y="67"/>
                  </a:lnTo>
                  <a:lnTo>
                    <a:pt x="2138" y="95"/>
                  </a:lnTo>
                  <a:lnTo>
                    <a:pt x="2166" y="126"/>
                  </a:lnTo>
                  <a:lnTo>
                    <a:pt x="2189" y="162"/>
                  </a:lnTo>
                  <a:lnTo>
                    <a:pt x="2207" y="201"/>
                  </a:lnTo>
                  <a:lnTo>
                    <a:pt x="2221" y="243"/>
                  </a:lnTo>
                  <a:lnTo>
                    <a:pt x="2229" y="288"/>
                  </a:lnTo>
                  <a:lnTo>
                    <a:pt x="2232" y="334"/>
                  </a:lnTo>
                  <a:lnTo>
                    <a:pt x="2232" y="1204"/>
                  </a:lnTo>
                  <a:lnTo>
                    <a:pt x="2230" y="1248"/>
                  </a:lnTo>
                  <a:lnTo>
                    <a:pt x="2223" y="1289"/>
                  </a:lnTo>
                  <a:lnTo>
                    <a:pt x="2212" y="1328"/>
                  </a:lnTo>
                  <a:lnTo>
                    <a:pt x="2195" y="1363"/>
                  </a:lnTo>
                  <a:lnTo>
                    <a:pt x="2175" y="1397"/>
                  </a:lnTo>
                  <a:lnTo>
                    <a:pt x="2150" y="1428"/>
                  </a:lnTo>
                  <a:lnTo>
                    <a:pt x="2121" y="1455"/>
                  </a:lnTo>
                  <a:lnTo>
                    <a:pt x="2087" y="1481"/>
                  </a:lnTo>
                  <a:lnTo>
                    <a:pt x="2049" y="1503"/>
                  </a:lnTo>
                  <a:lnTo>
                    <a:pt x="2012" y="1517"/>
                  </a:lnTo>
                  <a:lnTo>
                    <a:pt x="1974" y="1528"/>
                  </a:lnTo>
                  <a:lnTo>
                    <a:pt x="1935" y="1533"/>
                  </a:lnTo>
                  <a:lnTo>
                    <a:pt x="1896" y="1535"/>
                  </a:lnTo>
                  <a:lnTo>
                    <a:pt x="1363" y="1535"/>
                  </a:lnTo>
                  <a:lnTo>
                    <a:pt x="1363" y="1885"/>
                  </a:lnTo>
                  <a:lnTo>
                    <a:pt x="2454" y="1885"/>
                  </a:lnTo>
                  <a:lnTo>
                    <a:pt x="2474" y="1887"/>
                  </a:lnTo>
                  <a:lnTo>
                    <a:pt x="2494" y="1895"/>
                  </a:lnTo>
                  <a:lnTo>
                    <a:pt x="2511" y="1906"/>
                  </a:lnTo>
                  <a:lnTo>
                    <a:pt x="2525" y="1919"/>
                  </a:lnTo>
                  <a:lnTo>
                    <a:pt x="2535" y="1936"/>
                  </a:lnTo>
                  <a:lnTo>
                    <a:pt x="2543" y="1956"/>
                  </a:lnTo>
                  <a:lnTo>
                    <a:pt x="2546" y="1976"/>
                  </a:lnTo>
                  <a:lnTo>
                    <a:pt x="2546" y="2226"/>
                  </a:lnTo>
                  <a:lnTo>
                    <a:pt x="2363" y="2226"/>
                  </a:lnTo>
                  <a:lnTo>
                    <a:pt x="2363" y="2067"/>
                  </a:lnTo>
                  <a:lnTo>
                    <a:pt x="1364" y="2067"/>
                  </a:lnTo>
                  <a:lnTo>
                    <a:pt x="1364" y="2226"/>
                  </a:lnTo>
                  <a:lnTo>
                    <a:pt x="1182" y="2226"/>
                  </a:lnTo>
                  <a:lnTo>
                    <a:pt x="1182" y="2067"/>
                  </a:lnTo>
                  <a:lnTo>
                    <a:pt x="183" y="2067"/>
                  </a:lnTo>
                  <a:lnTo>
                    <a:pt x="183" y="2226"/>
                  </a:lnTo>
                  <a:lnTo>
                    <a:pt x="0" y="2226"/>
                  </a:lnTo>
                  <a:lnTo>
                    <a:pt x="0" y="1976"/>
                  </a:lnTo>
                  <a:lnTo>
                    <a:pt x="2" y="1956"/>
                  </a:lnTo>
                  <a:lnTo>
                    <a:pt x="10" y="1936"/>
                  </a:lnTo>
                  <a:lnTo>
                    <a:pt x="21" y="1920"/>
                  </a:lnTo>
                  <a:lnTo>
                    <a:pt x="35" y="1906"/>
                  </a:lnTo>
                  <a:lnTo>
                    <a:pt x="51" y="1895"/>
                  </a:lnTo>
                  <a:lnTo>
                    <a:pt x="71" y="1887"/>
                  </a:lnTo>
                  <a:lnTo>
                    <a:pt x="92" y="1885"/>
                  </a:lnTo>
                  <a:lnTo>
                    <a:pt x="1181" y="1885"/>
                  </a:lnTo>
                  <a:lnTo>
                    <a:pt x="1181" y="1535"/>
                  </a:lnTo>
                  <a:lnTo>
                    <a:pt x="968" y="1535"/>
                  </a:lnTo>
                  <a:lnTo>
                    <a:pt x="799" y="1535"/>
                  </a:lnTo>
                  <a:lnTo>
                    <a:pt x="631" y="1535"/>
                  </a:lnTo>
                  <a:lnTo>
                    <a:pt x="588" y="1532"/>
                  </a:lnTo>
                  <a:lnTo>
                    <a:pt x="547" y="1523"/>
                  </a:lnTo>
                  <a:lnTo>
                    <a:pt x="510" y="1511"/>
                  </a:lnTo>
                  <a:lnTo>
                    <a:pt x="473" y="1493"/>
                  </a:lnTo>
                  <a:lnTo>
                    <a:pt x="439" y="1471"/>
                  </a:lnTo>
                  <a:lnTo>
                    <a:pt x="410" y="1446"/>
                  </a:lnTo>
                  <a:lnTo>
                    <a:pt x="382" y="1416"/>
                  </a:lnTo>
                  <a:lnTo>
                    <a:pt x="360" y="1383"/>
                  </a:lnTo>
                  <a:lnTo>
                    <a:pt x="341" y="1346"/>
                  </a:lnTo>
                  <a:lnTo>
                    <a:pt x="326" y="1307"/>
                  </a:lnTo>
                  <a:lnTo>
                    <a:pt x="318" y="1275"/>
                  </a:lnTo>
                  <a:lnTo>
                    <a:pt x="314" y="1241"/>
                  </a:lnTo>
                  <a:lnTo>
                    <a:pt x="312" y="1207"/>
                  </a:lnTo>
                  <a:lnTo>
                    <a:pt x="312" y="326"/>
                  </a:lnTo>
                  <a:lnTo>
                    <a:pt x="315" y="280"/>
                  </a:lnTo>
                  <a:lnTo>
                    <a:pt x="324" y="238"/>
                  </a:lnTo>
                  <a:lnTo>
                    <a:pt x="337" y="197"/>
                  </a:lnTo>
                  <a:lnTo>
                    <a:pt x="356" y="159"/>
                  </a:lnTo>
                  <a:lnTo>
                    <a:pt x="379" y="124"/>
                  </a:lnTo>
                  <a:lnTo>
                    <a:pt x="407" y="94"/>
                  </a:lnTo>
                  <a:lnTo>
                    <a:pt x="438" y="66"/>
                  </a:lnTo>
                  <a:lnTo>
                    <a:pt x="473" y="44"/>
                  </a:lnTo>
                  <a:lnTo>
                    <a:pt x="512" y="25"/>
                  </a:lnTo>
                  <a:lnTo>
                    <a:pt x="552" y="11"/>
                  </a:lnTo>
                  <a:lnTo>
                    <a:pt x="595" y="3"/>
                  </a:lnTo>
                  <a:lnTo>
                    <a:pt x="6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9"/>
            <p:cNvSpPr>
              <a:spLocks/>
            </p:cNvSpPr>
            <p:nvPr/>
          </p:nvSpPr>
          <p:spPr bwMode="auto">
            <a:xfrm>
              <a:off x="709613" y="1241425"/>
              <a:ext cx="112713" cy="74613"/>
            </a:xfrm>
            <a:custGeom>
              <a:avLst/>
              <a:gdLst>
                <a:gd name="T0" fmla="*/ 183 w 993"/>
                <a:gd name="T1" fmla="*/ 0 h 658"/>
                <a:gd name="T2" fmla="*/ 812 w 993"/>
                <a:gd name="T3" fmla="*/ 0 h 658"/>
                <a:gd name="T4" fmla="*/ 845 w 993"/>
                <a:gd name="T5" fmla="*/ 3 h 658"/>
                <a:gd name="T6" fmla="*/ 875 w 993"/>
                <a:gd name="T7" fmla="*/ 11 h 658"/>
                <a:gd name="T8" fmla="*/ 904 w 993"/>
                <a:gd name="T9" fmla="*/ 25 h 658"/>
                <a:gd name="T10" fmla="*/ 929 w 993"/>
                <a:gd name="T11" fmla="*/ 43 h 658"/>
                <a:gd name="T12" fmla="*/ 952 w 993"/>
                <a:gd name="T13" fmla="*/ 65 h 658"/>
                <a:gd name="T14" fmla="*/ 969 w 993"/>
                <a:gd name="T15" fmla="*/ 91 h 658"/>
                <a:gd name="T16" fmla="*/ 983 w 993"/>
                <a:gd name="T17" fmla="*/ 119 h 658"/>
                <a:gd name="T18" fmla="*/ 991 w 993"/>
                <a:gd name="T19" fmla="*/ 150 h 658"/>
                <a:gd name="T20" fmla="*/ 993 w 993"/>
                <a:gd name="T21" fmla="*/ 183 h 658"/>
                <a:gd name="T22" fmla="*/ 993 w 993"/>
                <a:gd name="T23" fmla="*/ 475 h 658"/>
                <a:gd name="T24" fmla="*/ 991 w 993"/>
                <a:gd name="T25" fmla="*/ 508 h 658"/>
                <a:gd name="T26" fmla="*/ 982 w 993"/>
                <a:gd name="T27" fmla="*/ 539 h 658"/>
                <a:gd name="T28" fmla="*/ 969 w 993"/>
                <a:gd name="T29" fmla="*/ 567 h 658"/>
                <a:gd name="T30" fmla="*/ 951 w 993"/>
                <a:gd name="T31" fmla="*/ 593 h 658"/>
                <a:gd name="T32" fmla="*/ 928 w 993"/>
                <a:gd name="T33" fmla="*/ 615 h 658"/>
                <a:gd name="T34" fmla="*/ 903 w 993"/>
                <a:gd name="T35" fmla="*/ 633 h 658"/>
                <a:gd name="T36" fmla="*/ 874 w 993"/>
                <a:gd name="T37" fmla="*/ 647 h 658"/>
                <a:gd name="T38" fmla="*/ 844 w 993"/>
                <a:gd name="T39" fmla="*/ 655 h 658"/>
                <a:gd name="T40" fmla="*/ 811 w 993"/>
                <a:gd name="T41" fmla="*/ 658 h 658"/>
                <a:gd name="T42" fmla="*/ 183 w 993"/>
                <a:gd name="T43" fmla="*/ 658 h 658"/>
                <a:gd name="T44" fmla="*/ 150 w 993"/>
                <a:gd name="T45" fmla="*/ 655 h 658"/>
                <a:gd name="T46" fmla="*/ 120 w 993"/>
                <a:gd name="T47" fmla="*/ 647 h 658"/>
                <a:gd name="T48" fmla="*/ 91 w 993"/>
                <a:gd name="T49" fmla="*/ 633 h 658"/>
                <a:gd name="T50" fmla="*/ 66 w 993"/>
                <a:gd name="T51" fmla="*/ 615 h 658"/>
                <a:gd name="T52" fmla="*/ 43 w 993"/>
                <a:gd name="T53" fmla="*/ 593 h 658"/>
                <a:gd name="T54" fmla="*/ 25 w 993"/>
                <a:gd name="T55" fmla="*/ 567 h 658"/>
                <a:gd name="T56" fmla="*/ 12 w 993"/>
                <a:gd name="T57" fmla="*/ 539 h 658"/>
                <a:gd name="T58" fmla="*/ 3 w 993"/>
                <a:gd name="T59" fmla="*/ 508 h 658"/>
                <a:gd name="T60" fmla="*/ 0 w 993"/>
                <a:gd name="T61" fmla="*/ 475 h 658"/>
                <a:gd name="T62" fmla="*/ 0 w 993"/>
                <a:gd name="T63" fmla="*/ 183 h 658"/>
                <a:gd name="T64" fmla="*/ 3 w 993"/>
                <a:gd name="T65" fmla="*/ 150 h 658"/>
                <a:gd name="T66" fmla="*/ 12 w 993"/>
                <a:gd name="T67" fmla="*/ 119 h 658"/>
                <a:gd name="T68" fmla="*/ 25 w 993"/>
                <a:gd name="T69" fmla="*/ 91 h 658"/>
                <a:gd name="T70" fmla="*/ 43 w 993"/>
                <a:gd name="T71" fmla="*/ 65 h 658"/>
                <a:gd name="T72" fmla="*/ 66 w 993"/>
                <a:gd name="T73" fmla="*/ 43 h 658"/>
                <a:gd name="T74" fmla="*/ 91 w 993"/>
                <a:gd name="T75" fmla="*/ 25 h 658"/>
                <a:gd name="T76" fmla="*/ 120 w 993"/>
                <a:gd name="T77" fmla="*/ 11 h 658"/>
                <a:gd name="T78" fmla="*/ 150 w 993"/>
                <a:gd name="T79" fmla="*/ 3 h 658"/>
                <a:gd name="T80" fmla="*/ 183 w 993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3" h="658">
                  <a:moveTo>
                    <a:pt x="183" y="0"/>
                  </a:moveTo>
                  <a:lnTo>
                    <a:pt x="812" y="0"/>
                  </a:lnTo>
                  <a:lnTo>
                    <a:pt x="845" y="3"/>
                  </a:lnTo>
                  <a:lnTo>
                    <a:pt x="875" y="11"/>
                  </a:lnTo>
                  <a:lnTo>
                    <a:pt x="904" y="25"/>
                  </a:lnTo>
                  <a:lnTo>
                    <a:pt x="929" y="43"/>
                  </a:lnTo>
                  <a:lnTo>
                    <a:pt x="952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3" y="183"/>
                  </a:lnTo>
                  <a:lnTo>
                    <a:pt x="993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1" y="593"/>
                  </a:lnTo>
                  <a:lnTo>
                    <a:pt x="928" y="615"/>
                  </a:lnTo>
                  <a:lnTo>
                    <a:pt x="903" y="633"/>
                  </a:lnTo>
                  <a:lnTo>
                    <a:pt x="874" y="647"/>
                  </a:lnTo>
                  <a:lnTo>
                    <a:pt x="844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20" y="647"/>
                  </a:lnTo>
                  <a:lnTo>
                    <a:pt x="91" y="633"/>
                  </a:lnTo>
                  <a:lnTo>
                    <a:pt x="66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2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2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6" y="43"/>
                  </a:lnTo>
                  <a:lnTo>
                    <a:pt x="91" y="25"/>
                  </a:lnTo>
                  <a:lnTo>
                    <a:pt x="120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465128" y="2373070"/>
            <a:ext cx="261052" cy="244960"/>
            <a:chOff x="1927225" y="1001713"/>
            <a:chExt cx="463550" cy="434976"/>
          </a:xfrm>
          <a:solidFill>
            <a:schemeClr val="tx1"/>
          </a:solidFill>
        </p:grpSpPr>
        <p:sp>
          <p:nvSpPr>
            <p:cNvPr id="49" name="Freeform 14"/>
            <p:cNvSpPr>
              <a:spLocks noEditPoints="1"/>
            </p:cNvSpPr>
            <p:nvPr/>
          </p:nvSpPr>
          <p:spPr bwMode="auto">
            <a:xfrm>
              <a:off x="1927225" y="1060451"/>
              <a:ext cx="144463" cy="376238"/>
            </a:xfrm>
            <a:custGeom>
              <a:avLst/>
              <a:gdLst>
                <a:gd name="T0" fmla="*/ 303 w 1094"/>
                <a:gd name="T1" fmla="*/ 1976 h 2850"/>
                <a:gd name="T2" fmla="*/ 260 w 1094"/>
                <a:gd name="T3" fmla="*/ 1998 h 2850"/>
                <a:gd name="T4" fmla="*/ 230 w 1094"/>
                <a:gd name="T5" fmla="*/ 2035 h 2850"/>
                <a:gd name="T6" fmla="*/ 219 w 1094"/>
                <a:gd name="T7" fmla="*/ 2083 h 2850"/>
                <a:gd name="T8" fmla="*/ 230 w 1094"/>
                <a:gd name="T9" fmla="*/ 2132 h 2850"/>
                <a:gd name="T10" fmla="*/ 260 w 1094"/>
                <a:gd name="T11" fmla="*/ 2169 h 2850"/>
                <a:gd name="T12" fmla="*/ 303 w 1094"/>
                <a:gd name="T13" fmla="*/ 2189 h 2850"/>
                <a:gd name="T14" fmla="*/ 354 w 1094"/>
                <a:gd name="T15" fmla="*/ 2189 h 2850"/>
                <a:gd name="T16" fmla="*/ 397 w 1094"/>
                <a:gd name="T17" fmla="*/ 2169 h 2850"/>
                <a:gd name="T18" fmla="*/ 427 w 1094"/>
                <a:gd name="T19" fmla="*/ 2132 h 2850"/>
                <a:gd name="T20" fmla="*/ 438 w 1094"/>
                <a:gd name="T21" fmla="*/ 2083 h 2850"/>
                <a:gd name="T22" fmla="*/ 427 w 1094"/>
                <a:gd name="T23" fmla="*/ 2035 h 2850"/>
                <a:gd name="T24" fmla="*/ 397 w 1094"/>
                <a:gd name="T25" fmla="*/ 1998 h 2850"/>
                <a:gd name="T26" fmla="*/ 354 w 1094"/>
                <a:gd name="T27" fmla="*/ 1976 h 2850"/>
                <a:gd name="T28" fmla="*/ 219 w 1094"/>
                <a:gd name="T29" fmla="*/ 658 h 2850"/>
                <a:gd name="T30" fmla="*/ 875 w 1094"/>
                <a:gd name="T31" fmla="*/ 877 h 2850"/>
                <a:gd name="T32" fmla="*/ 219 w 1094"/>
                <a:gd name="T33" fmla="*/ 658 h 2850"/>
                <a:gd name="T34" fmla="*/ 219 w 1094"/>
                <a:gd name="T35" fmla="*/ 439 h 2850"/>
                <a:gd name="T36" fmla="*/ 875 w 1094"/>
                <a:gd name="T37" fmla="*/ 220 h 2850"/>
                <a:gd name="T38" fmla="*/ 219 w 1094"/>
                <a:gd name="T39" fmla="*/ 0 h 2850"/>
                <a:gd name="T40" fmla="*/ 911 w 1094"/>
                <a:gd name="T41" fmla="*/ 3 h 2850"/>
                <a:gd name="T42" fmla="*/ 976 w 1094"/>
                <a:gd name="T43" fmla="*/ 25 h 2850"/>
                <a:gd name="T44" fmla="*/ 1030 w 1094"/>
                <a:gd name="T45" fmla="*/ 64 h 2850"/>
                <a:gd name="T46" fmla="*/ 1070 w 1094"/>
                <a:gd name="T47" fmla="*/ 119 h 2850"/>
                <a:gd name="T48" fmla="*/ 1092 w 1094"/>
                <a:gd name="T49" fmla="*/ 183 h 2850"/>
                <a:gd name="T50" fmla="*/ 1094 w 1094"/>
                <a:gd name="T51" fmla="*/ 2631 h 2850"/>
                <a:gd name="T52" fmla="*/ 1083 w 1094"/>
                <a:gd name="T53" fmla="*/ 2700 h 2850"/>
                <a:gd name="T54" fmla="*/ 1053 w 1094"/>
                <a:gd name="T55" fmla="*/ 2761 h 2850"/>
                <a:gd name="T56" fmla="*/ 1005 w 1094"/>
                <a:gd name="T57" fmla="*/ 2809 h 2850"/>
                <a:gd name="T58" fmla="*/ 944 w 1094"/>
                <a:gd name="T59" fmla="*/ 2839 h 2850"/>
                <a:gd name="T60" fmla="*/ 875 w 1094"/>
                <a:gd name="T61" fmla="*/ 2850 h 2850"/>
                <a:gd name="T62" fmla="*/ 184 w 1094"/>
                <a:gd name="T63" fmla="*/ 2848 h 2850"/>
                <a:gd name="T64" fmla="*/ 118 w 1094"/>
                <a:gd name="T65" fmla="*/ 2826 h 2850"/>
                <a:gd name="T66" fmla="*/ 64 w 1094"/>
                <a:gd name="T67" fmla="*/ 2786 h 2850"/>
                <a:gd name="T68" fmla="*/ 24 w 1094"/>
                <a:gd name="T69" fmla="*/ 2732 h 2850"/>
                <a:gd name="T70" fmla="*/ 3 w 1094"/>
                <a:gd name="T71" fmla="*/ 2667 h 2850"/>
                <a:gd name="T72" fmla="*/ 0 w 1094"/>
                <a:gd name="T73" fmla="*/ 220 h 2850"/>
                <a:gd name="T74" fmla="*/ 11 w 1094"/>
                <a:gd name="T75" fmla="*/ 150 h 2850"/>
                <a:gd name="T76" fmla="*/ 42 w 1094"/>
                <a:gd name="T77" fmla="*/ 90 h 2850"/>
                <a:gd name="T78" fmla="*/ 89 w 1094"/>
                <a:gd name="T79" fmla="*/ 43 h 2850"/>
                <a:gd name="T80" fmla="*/ 150 w 1094"/>
                <a:gd name="T81" fmla="*/ 11 h 2850"/>
                <a:gd name="T82" fmla="*/ 219 w 1094"/>
                <a:gd name="T83" fmla="*/ 0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94" h="2850">
                  <a:moveTo>
                    <a:pt x="328" y="1973"/>
                  </a:moveTo>
                  <a:lnTo>
                    <a:pt x="303" y="1976"/>
                  </a:lnTo>
                  <a:lnTo>
                    <a:pt x="280" y="1985"/>
                  </a:lnTo>
                  <a:lnTo>
                    <a:pt x="260" y="1998"/>
                  </a:lnTo>
                  <a:lnTo>
                    <a:pt x="243" y="2015"/>
                  </a:lnTo>
                  <a:lnTo>
                    <a:pt x="230" y="2035"/>
                  </a:lnTo>
                  <a:lnTo>
                    <a:pt x="222" y="2058"/>
                  </a:lnTo>
                  <a:lnTo>
                    <a:pt x="219" y="2083"/>
                  </a:lnTo>
                  <a:lnTo>
                    <a:pt x="222" y="2108"/>
                  </a:lnTo>
                  <a:lnTo>
                    <a:pt x="230" y="2132"/>
                  </a:lnTo>
                  <a:lnTo>
                    <a:pt x="243" y="2152"/>
                  </a:lnTo>
                  <a:lnTo>
                    <a:pt x="260" y="2169"/>
                  </a:lnTo>
                  <a:lnTo>
                    <a:pt x="280" y="2182"/>
                  </a:lnTo>
                  <a:lnTo>
                    <a:pt x="303" y="2189"/>
                  </a:lnTo>
                  <a:lnTo>
                    <a:pt x="328" y="2192"/>
                  </a:lnTo>
                  <a:lnTo>
                    <a:pt x="354" y="2189"/>
                  </a:lnTo>
                  <a:lnTo>
                    <a:pt x="376" y="2182"/>
                  </a:lnTo>
                  <a:lnTo>
                    <a:pt x="397" y="2169"/>
                  </a:lnTo>
                  <a:lnTo>
                    <a:pt x="413" y="2152"/>
                  </a:lnTo>
                  <a:lnTo>
                    <a:pt x="427" y="2132"/>
                  </a:lnTo>
                  <a:lnTo>
                    <a:pt x="434" y="2108"/>
                  </a:lnTo>
                  <a:lnTo>
                    <a:pt x="438" y="2083"/>
                  </a:lnTo>
                  <a:lnTo>
                    <a:pt x="434" y="2058"/>
                  </a:lnTo>
                  <a:lnTo>
                    <a:pt x="427" y="2035"/>
                  </a:lnTo>
                  <a:lnTo>
                    <a:pt x="413" y="2015"/>
                  </a:lnTo>
                  <a:lnTo>
                    <a:pt x="397" y="1998"/>
                  </a:lnTo>
                  <a:lnTo>
                    <a:pt x="376" y="1985"/>
                  </a:lnTo>
                  <a:lnTo>
                    <a:pt x="354" y="1976"/>
                  </a:lnTo>
                  <a:lnTo>
                    <a:pt x="328" y="1973"/>
                  </a:lnTo>
                  <a:close/>
                  <a:moveTo>
                    <a:pt x="219" y="658"/>
                  </a:moveTo>
                  <a:lnTo>
                    <a:pt x="219" y="877"/>
                  </a:lnTo>
                  <a:lnTo>
                    <a:pt x="875" y="877"/>
                  </a:lnTo>
                  <a:lnTo>
                    <a:pt x="875" y="658"/>
                  </a:lnTo>
                  <a:lnTo>
                    <a:pt x="219" y="658"/>
                  </a:lnTo>
                  <a:close/>
                  <a:moveTo>
                    <a:pt x="219" y="220"/>
                  </a:moveTo>
                  <a:lnTo>
                    <a:pt x="219" y="439"/>
                  </a:lnTo>
                  <a:lnTo>
                    <a:pt x="875" y="439"/>
                  </a:lnTo>
                  <a:lnTo>
                    <a:pt x="875" y="220"/>
                  </a:lnTo>
                  <a:lnTo>
                    <a:pt x="219" y="220"/>
                  </a:lnTo>
                  <a:close/>
                  <a:moveTo>
                    <a:pt x="219" y="0"/>
                  </a:moveTo>
                  <a:lnTo>
                    <a:pt x="875" y="0"/>
                  </a:lnTo>
                  <a:lnTo>
                    <a:pt x="911" y="3"/>
                  </a:lnTo>
                  <a:lnTo>
                    <a:pt x="944" y="11"/>
                  </a:lnTo>
                  <a:lnTo>
                    <a:pt x="976" y="25"/>
                  </a:lnTo>
                  <a:lnTo>
                    <a:pt x="1005" y="43"/>
                  </a:lnTo>
                  <a:lnTo>
                    <a:pt x="1030" y="64"/>
                  </a:lnTo>
                  <a:lnTo>
                    <a:pt x="1053" y="90"/>
                  </a:lnTo>
                  <a:lnTo>
                    <a:pt x="1070" y="119"/>
                  </a:lnTo>
                  <a:lnTo>
                    <a:pt x="1083" y="150"/>
                  </a:lnTo>
                  <a:lnTo>
                    <a:pt x="1092" y="183"/>
                  </a:lnTo>
                  <a:lnTo>
                    <a:pt x="1094" y="220"/>
                  </a:lnTo>
                  <a:lnTo>
                    <a:pt x="1094" y="2631"/>
                  </a:lnTo>
                  <a:lnTo>
                    <a:pt x="1092" y="2667"/>
                  </a:lnTo>
                  <a:lnTo>
                    <a:pt x="1083" y="2700"/>
                  </a:lnTo>
                  <a:lnTo>
                    <a:pt x="1070" y="2732"/>
                  </a:lnTo>
                  <a:lnTo>
                    <a:pt x="1053" y="2761"/>
                  </a:lnTo>
                  <a:lnTo>
                    <a:pt x="1030" y="2786"/>
                  </a:lnTo>
                  <a:lnTo>
                    <a:pt x="1005" y="2809"/>
                  </a:lnTo>
                  <a:lnTo>
                    <a:pt x="976" y="2826"/>
                  </a:lnTo>
                  <a:lnTo>
                    <a:pt x="944" y="2839"/>
                  </a:lnTo>
                  <a:lnTo>
                    <a:pt x="911" y="2848"/>
                  </a:lnTo>
                  <a:lnTo>
                    <a:pt x="875" y="2850"/>
                  </a:lnTo>
                  <a:lnTo>
                    <a:pt x="219" y="2850"/>
                  </a:lnTo>
                  <a:lnTo>
                    <a:pt x="184" y="2848"/>
                  </a:lnTo>
                  <a:lnTo>
                    <a:pt x="150" y="2839"/>
                  </a:lnTo>
                  <a:lnTo>
                    <a:pt x="118" y="2826"/>
                  </a:lnTo>
                  <a:lnTo>
                    <a:pt x="89" y="2809"/>
                  </a:lnTo>
                  <a:lnTo>
                    <a:pt x="64" y="2786"/>
                  </a:lnTo>
                  <a:lnTo>
                    <a:pt x="42" y="2761"/>
                  </a:lnTo>
                  <a:lnTo>
                    <a:pt x="24" y="2732"/>
                  </a:lnTo>
                  <a:lnTo>
                    <a:pt x="11" y="2700"/>
                  </a:lnTo>
                  <a:lnTo>
                    <a:pt x="3" y="2667"/>
                  </a:lnTo>
                  <a:lnTo>
                    <a:pt x="0" y="2631"/>
                  </a:lnTo>
                  <a:lnTo>
                    <a:pt x="0" y="220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9"/>
                  </a:lnTo>
                  <a:lnTo>
                    <a:pt x="42" y="90"/>
                  </a:lnTo>
                  <a:lnTo>
                    <a:pt x="64" y="64"/>
                  </a:lnTo>
                  <a:lnTo>
                    <a:pt x="89" y="43"/>
                  </a:lnTo>
                  <a:lnTo>
                    <a:pt x="118" y="25"/>
                  </a:lnTo>
                  <a:lnTo>
                    <a:pt x="150" y="11"/>
                  </a:lnTo>
                  <a:lnTo>
                    <a:pt x="184" y="3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5"/>
            <p:cNvSpPr>
              <a:spLocks/>
            </p:cNvSpPr>
            <p:nvPr/>
          </p:nvSpPr>
          <p:spPr bwMode="auto">
            <a:xfrm>
              <a:off x="2116138" y="1349376"/>
              <a:ext cx="144463" cy="58738"/>
            </a:xfrm>
            <a:custGeom>
              <a:avLst/>
              <a:gdLst>
                <a:gd name="T0" fmla="*/ 219 w 1095"/>
                <a:gd name="T1" fmla="*/ 0 h 439"/>
                <a:gd name="T2" fmla="*/ 876 w 1095"/>
                <a:gd name="T3" fmla="*/ 0 h 439"/>
                <a:gd name="T4" fmla="*/ 876 w 1095"/>
                <a:gd name="T5" fmla="*/ 220 h 439"/>
                <a:gd name="T6" fmla="*/ 912 w 1095"/>
                <a:gd name="T7" fmla="*/ 223 h 439"/>
                <a:gd name="T8" fmla="*/ 946 w 1095"/>
                <a:gd name="T9" fmla="*/ 231 h 439"/>
                <a:gd name="T10" fmla="*/ 976 w 1095"/>
                <a:gd name="T11" fmla="*/ 244 h 439"/>
                <a:gd name="T12" fmla="*/ 1005 w 1095"/>
                <a:gd name="T13" fmla="*/ 262 h 439"/>
                <a:gd name="T14" fmla="*/ 1030 w 1095"/>
                <a:gd name="T15" fmla="*/ 285 h 439"/>
                <a:gd name="T16" fmla="*/ 1053 w 1095"/>
                <a:gd name="T17" fmla="*/ 310 h 439"/>
                <a:gd name="T18" fmla="*/ 1071 w 1095"/>
                <a:gd name="T19" fmla="*/ 339 h 439"/>
                <a:gd name="T20" fmla="*/ 1084 w 1095"/>
                <a:gd name="T21" fmla="*/ 370 h 439"/>
                <a:gd name="T22" fmla="*/ 1092 w 1095"/>
                <a:gd name="T23" fmla="*/ 404 h 439"/>
                <a:gd name="T24" fmla="*/ 1095 w 1095"/>
                <a:gd name="T25" fmla="*/ 439 h 439"/>
                <a:gd name="T26" fmla="*/ 0 w 1095"/>
                <a:gd name="T27" fmla="*/ 439 h 439"/>
                <a:gd name="T28" fmla="*/ 3 w 1095"/>
                <a:gd name="T29" fmla="*/ 404 h 439"/>
                <a:gd name="T30" fmla="*/ 12 w 1095"/>
                <a:gd name="T31" fmla="*/ 370 h 439"/>
                <a:gd name="T32" fmla="*/ 25 w 1095"/>
                <a:gd name="T33" fmla="*/ 339 h 439"/>
                <a:gd name="T34" fmla="*/ 43 w 1095"/>
                <a:gd name="T35" fmla="*/ 310 h 439"/>
                <a:gd name="T36" fmla="*/ 65 w 1095"/>
                <a:gd name="T37" fmla="*/ 285 h 439"/>
                <a:gd name="T38" fmla="*/ 90 w 1095"/>
                <a:gd name="T39" fmla="*/ 262 h 439"/>
                <a:gd name="T40" fmla="*/ 119 w 1095"/>
                <a:gd name="T41" fmla="*/ 244 h 439"/>
                <a:gd name="T42" fmla="*/ 150 w 1095"/>
                <a:gd name="T43" fmla="*/ 231 h 439"/>
                <a:gd name="T44" fmla="*/ 184 w 1095"/>
                <a:gd name="T45" fmla="*/ 223 h 439"/>
                <a:gd name="T46" fmla="*/ 219 w 1095"/>
                <a:gd name="T47" fmla="*/ 220 h 439"/>
                <a:gd name="T48" fmla="*/ 219 w 1095"/>
                <a:gd name="T4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5" h="439">
                  <a:moveTo>
                    <a:pt x="219" y="0"/>
                  </a:moveTo>
                  <a:lnTo>
                    <a:pt x="876" y="0"/>
                  </a:lnTo>
                  <a:lnTo>
                    <a:pt x="876" y="220"/>
                  </a:lnTo>
                  <a:lnTo>
                    <a:pt x="912" y="223"/>
                  </a:lnTo>
                  <a:lnTo>
                    <a:pt x="946" y="231"/>
                  </a:lnTo>
                  <a:lnTo>
                    <a:pt x="976" y="244"/>
                  </a:lnTo>
                  <a:lnTo>
                    <a:pt x="1005" y="262"/>
                  </a:lnTo>
                  <a:lnTo>
                    <a:pt x="1030" y="285"/>
                  </a:lnTo>
                  <a:lnTo>
                    <a:pt x="1053" y="310"/>
                  </a:lnTo>
                  <a:lnTo>
                    <a:pt x="1071" y="339"/>
                  </a:lnTo>
                  <a:lnTo>
                    <a:pt x="1084" y="370"/>
                  </a:lnTo>
                  <a:lnTo>
                    <a:pt x="1092" y="404"/>
                  </a:lnTo>
                  <a:lnTo>
                    <a:pt x="1095" y="439"/>
                  </a:lnTo>
                  <a:lnTo>
                    <a:pt x="0" y="439"/>
                  </a:lnTo>
                  <a:lnTo>
                    <a:pt x="3" y="404"/>
                  </a:lnTo>
                  <a:lnTo>
                    <a:pt x="12" y="370"/>
                  </a:lnTo>
                  <a:lnTo>
                    <a:pt x="25" y="339"/>
                  </a:lnTo>
                  <a:lnTo>
                    <a:pt x="43" y="310"/>
                  </a:lnTo>
                  <a:lnTo>
                    <a:pt x="65" y="285"/>
                  </a:lnTo>
                  <a:lnTo>
                    <a:pt x="90" y="262"/>
                  </a:lnTo>
                  <a:lnTo>
                    <a:pt x="119" y="244"/>
                  </a:lnTo>
                  <a:lnTo>
                    <a:pt x="150" y="231"/>
                  </a:lnTo>
                  <a:lnTo>
                    <a:pt x="184" y="223"/>
                  </a:lnTo>
                  <a:lnTo>
                    <a:pt x="219" y="220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/>
            <p:cNvSpPr>
              <a:spLocks noEditPoints="1"/>
            </p:cNvSpPr>
            <p:nvPr/>
          </p:nvSpPr>
          <p:spPr bwMode="auto">
            <a:xfrm>
              <a:off x="1984375" y="1001713"/>
              <a:ext cx="406400" cy="319088"/>
            </a:xfrm>
            <a:custGeom>
              <a:avLst/>
              <a:gdLst>
                <a:gd name="T0" fmla="*/ 1507 w 3064"/>
                <a:gd name="T1" fmla="*/ 2086 h 2411"/>
                <a:gd name="T2" fmla="*/ 1463 w 3064"/>
                <a:gd name="T3" fmla="*/ 2107 h 2411"/>
                <a:gd name="T4" fmla="*/ 1433 w 3064"/>
                <a:gd name="T5" fmla="*/ 2144 h 2411"/>
                <a:gd name="T6" fmla="*/ 1422 w 3064"/>
                <a:gd name="T7" fmla="*/ 2192 h 2411"/>
                <a:gd name="T8" fmla="*/ 1433 w 3064"/>
                <a:gd name="T9" fmla="*/ 2240 h 2411"/>
                <a:gd name="T10" fmla="*/ 1463 w 3064"/>
                <a:gd name="T11" fmla="*/ 2278 h 2411"/>
                <a:gd name="T12" fmla="*/ 1507 w 3064"/>
                <a:gd name="T13" fmla="*/ 2298 h 2411"/>
                <a:gd name="T14" fmla="*/ 1557 w 3064"/>
                <a:gd name="T15" fmla="*/ 2298 h 2411"/>
                <a:gd name="T16" fmla="*/ 1600 w 3064"/>
                <a:gd name="T17" fmla="*/ 2278 h 2411"/>
                <a:gd name="T18" fmla="*/ 1630 w 3064"/>
                <a:gd name="T19" fmla="*/ 2240 h 2411"/>
                <a:gd name="T20" fmla="*/ 1641 w 3064"/>
                <a:gd name="T21" fmla="*/ 2192 h 2411"/>
                <a:gd name="T22" fmla="*/ 1630 w 3064"/>
                <a:gd name="T23" fmla="*/ 2144 h 2411"/>
                <a:gd name="T24" fmla="*/ 1600 w 3064"/>
                <a:gd name="T25" fmla="*/ 2107 h 2411"/>
                <a:gd name="T26" fmla="*/ 1557 w 3064"/>
                <a:gd name="T27" fmla="*/ 2086 h 2411"/>
                <a:gd name="T28" fmla="*/ 218 w 3064"/>
                <a:gd name="T29" fmla="*/ 0 h 2411"/>
                <a:gd name="T30" fmla="*/ 2880 w 3064"/>
                <a:gd name="T31" fmla="*/ 2 h 2411"/>
                <a:gd name="T32" fmla="*/ 2945 w 3064"/>
                <a:gd name="T33" fmla="*/ 24 h 2411"/>
                <a:gd name="T34" fmla="*/ 2999 w 3064"/>
                <a:gd name="T35" fmla="*/ 64 h 2411"/>
                <a:gd name="T36" fmla="*/ 3039 w 3064"/>
                <a:gd name="T37" fmla="*/ 118 h 2411"/>
                <a:gd name="T38" fmla="*/ 3061 w 3064"/>
                <a:gd name="T39" fmla="*/ 183 h 2411"/>
                <a:gd name="T40" fmla="*/ 3064 w 3064"/>
                <a:gd name="T41" fmla="*/ 2192 h 2411"/>
                <a:gd name="T42" fmla="*/ 3052 w 3064"/>
                <a:gd name="T43" fmla="*/ 2261 h 2411"/>
                <a:gd name="T44" fmla="*/ 3021 w 3064"/>
                <a:gd name="T45" fmla="*/ 2322 h 2411"/>
                <a:gd name="T46" fmla="*/ 2974 w 3064"/>
                <a:gd name="T47" fmla="*/ 2369 h 2411"/>
                <a:gd name="T48" fmla="*/ 2914 w 3064"/>
                <a:gd name="T49" fmla="*/ 2401 h 2411"/>
                <a:gd name="T50" fmla="*/ 2845 w 3064"/>
                <a:gd name="T51" fmla="*/ 2411 h 2411"/>
                <a:gd name="T52" fmla="*/ 875 w 3064"/>
                <a:gd name="T53" fmla="*/ 1973 h 2411"/>
                <a:gd name="T54" fmla="*/ 2845 w 3064"/>
                <a:gd name="T55" fmla="*/ 219 h 2411"/>
                <a:gd name="T56" fmla="*/ 3 w 3064"/>
                <a:gd name="T57" fmla="*/ 183 h 2411"/>
                <a:gd name="T58" fmla="*/ 24 w 3064"/>
                <a:gd name="T59" fmla="*/ 118 h 2411"/>
                <a:gd name="T60" fmla="*/ 63 w 3064"/>
                <a:gd name="T61" fmla="*/ 64 h 2411"/>
                <a:gd name="T62" fmla="*/ 117 w 3064"/>
                <a:gd name="T63" fmla="*/ 24 h 2411"/>
                <a:gd name="T64" fmla="*/ 183 w 3064"/>
                <a:gd name="T65" fmla="*/ 2 h 2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64" h="2411">
                  <a:moveTo>
                    <a:pt x="1531" y="2082"/>
                  </a:moveTo>
                  <a:lnTo>
                    <a:pt x="1507" y="2086"/>
                  </a:lnTo>
                  <a:lnTo>
                    <a:pt x="1483" y="2094"/>
                  </a:lnTo>
                  <a:lnTo>
                    <a:pt x="1463" y="2107"/>
                  </a:lnTo>
                  <a:lnTo>
                    <a:pt x="1446" y="2124"/>
                  </a:lnTo>
                  <a:lnTo>
                    <a:pt x="1433" y="2144"/>
                  </a:lnTo>
                  <a:lnTo>
                    <a:pt x="1425" y="2166"/>
                  </a:lnTo>
                  <a:lnTo>
                    <a:pt x="1422" y="2192"/>
                  </a:lnTo>
                  <a:lnTo>
                    <a:pt x="1425" y="2218"/>
                  </a:lnTo>
                  <a:lnTo>
                    <a:pt x="1433" y="2240"/>
                  </a:lnTo>
                  <a:lnTo>
                    <a:pt x="1446" y="2261"/>
                  </a:lnTo>
                  <a:lnTo>
                    <a:pt x="1463" y="2278"/>
                  </a:lnTo>
                  <a:lnTo>
                    <a:pt x="1483" y="2291"/>
                  </a:lnTo>
                  <a:lnTo>
                    <a:pt x="1507" y="2298"/>
                  </a:lnTo>
                  <a:lnTo>
                    <a:pt x="1531" y="2302"/>
                  </a:lnTo>
                  <a:lnTo>
                    <a:pt x="1557" y="2298"/>
                  </a:lnTo>
                  <a:lnTo>
                    <a:pt x="1580" y="2291"/>
                  </a:lnTo>
                  <a:lnTo>
                    <a:pt x="1600" y="2278"/>
                  </a:lnTo>
                  <a:lnTo>
                    <a:pt x="1617" y="2261"/>
                  </a:lnTo>
                  <a:lnTo>
                    <a:pt x="1630" y="2240"/>
                  </a:lnTo>
                  <a:lnTo>
                    <a:pt x="1638" y="2218"/>
                  </a:lnTo>
                  <a:lnTo>
                    <a:pt x="1641" y="2192"/>
                  </a:lnTo>
                  <a:lnTo>
                    <a:pt x="1638" y="2166"/>
                  </a:lnTo>
                  <a:lnTo>
                    <a:pt x="1630" y="2144"/>
                  </a:lnTo>
                  <a:lnTo>
                    <a:pt x="1617" y="2124"/>
                  </a:lnTo>
                  <a:lnTo>
                    <a:pt x="1600" y="2107"/>
                  </a:lnTo>
                  <a:lnTo>
                    <a:pt x="1580" y="2094"/>
                  </a:lnTo>
                  <a:lnTo>
                    <a:pt x="1557" y="2086"/>
                  </a:lnTo>
                  <a:lnTo>
                    <a:pt x="1531" y="2082"/>
                  </a:lnTo>
                  <a:close/>
                  <a:moveTo>
                    <a:pt x="218" y="0"/>
                  </a:moveTo>
                  <a:lnTo>
                    <a:pt x="2845" y="0"/>
                  </a:lnTo>
                  <a:lnTo>
                    <a:pt x="2880" y="2"/>
                  </a:lnTo>
                  <a:lnTo>
                    <a:pt x="2914" y="11"/>
                  </a:lnTo>
                  <a:lnTo>
                    <a:pt x="2945" y="24"/>
                  </a:lnTo>
                  <a:lnTo>
                    <a:pt x="2974" y="41"/>
                  </a:lnTo>
                  <a:lnTo>
                    <a:pt x="2999" y="64"/>
                  </a:lnTo>
                  <a:lnTo>
                    <a:pt x="3021" y="89"/>
                  </a:lnTo>
                  <a:lnTo>
                    <a:pt x="3039" y="118"/>
                  </a:lnTo>
                  <a:lnTo>
                    <a:pt x="3052" y="150"/>
                  </a:lnTo>
                  <a:lnTo>
                    <a:pt x="3061" y="183"/>
                  </a:lnTo>
                  <a:lnTo>
                    <a:pt x="3064" y="219"/>
                  </a:lnTo>
                  <a:lnTo>
                    <a:pt x="3064" y="2192"/>
                  </a:lnTo>
                  <a:lnTo>
                    <a:pt x="3061" y="2228"/>
                  </a:lnTo>
                  <a:lnTo>
                    <a:pt x="3052" y="2261"/>
                  </a:lnTo>
                  <a:lnTo>
                    <a:pt x="3039" y="2293"/>
                  </a:lnTo>
                  <a:lnTo>
                    <a:pt x="3021" y="2322"/>
                  </a:lnTo>
                  <a:lnTo>
                    <a:pt x="2999" y="2347"/>
                  </a:lnTo>
                  <a:lnTo>
                    <a:pt x="2974" y="2369"/>
                  </a:lnTo>
                  <a:lnTo>
                    <a:pt x="2945" y="2387"/>
                  </a:lnTo>
                  <a:lnTo>
                    <a:pt x="2914" y="2401"/>
                  </a:lnTo>
                  <a:lnTo>
                    <a:pt x="2880" y="2408"/>
                  </a:lnTo>
                  <a:lnTo>
                    <a:pt x="2845" y="2411"/>
                  </a:lnTo>
                  <a:lnTo>
                    <a:pt x="875" y="2411"/>
                  </a:lnTo>
                  <a:lnTo>
                    <a:pt x="875" y="1973"/>
                  </a:lnTo>
                  <a:lnTo>
                    <a:pt x="2845" y="1973"/>
                  </a:lnTo>
                  <a:lnTo>
                    <a:pt x="2845" y="219"/>
                  </a:lnTo>
                  <a:lnTo>
                    <a:pt x="0" y="219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8"/>
                  </a:lnTo>
                  <a:lnTo>
                    <a:pt x="42" y="89"/>
                  </a:lnTo>
                  <a:lnTo>
                    <a:pt x="63" y="64"/>
                  </a:lnTo>
                  <a:lnTo>
                    <a:pt x="89" y="41"/>
                  </a:lnTo>
                  <a:lnTo>
                    <a:pt x="117" y="24"/>
                  </a:lnTo>
                  <a:lnTo>
                    <a:pt x="149" y="11"/>
                  </a:lnTo>
                  <a:lnTo>
                    <a:pt x="183" y="2"/>
                  </a:lnTo>
                  <a:lnTo>
                    <a:pt x="2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6" name="Freeform 21"/>
          <p:cNvSpPr>
            <a:spLocks noEditPoints="1"/>
          </p:cNvSpPr>
          <p:nvPr/>
        </p:nvSpPr>
        <p:spPr bwMode="auto">
          <a:xfrm>
            <a:off x="5424488" y="2376488"/>
            <a:ext cx="244475" cy="238125"/>
          </a:xfrm>
          <a:custGeom>
            <a:avLst/>
            <a:gdLst>
              <a:gd name="T0" fmla="*/ 1202 w 3390"/>
              <a:gd name="T1" fmla="*/ 1365 h 3300"/>
              <a:gd name="T2" fmla="*/ 1250 w 3390"/>
              <a:gd name="T3" fmla="*/ 1330 h 3300"/>
              <a:gd name="T4" fmla="*/ 394 w 3390"/>
              <a:gd name="T5" fmla="*/ 1422 h 3300"/>
              <a:gd name="T6" fmla="*/ 448 w 3390"/>
              <a:gd name="T7" fmla="*/ 1487 h 3300"/>
              <a:gd name="T8" fmla="*/ 352 w 3390"/>
              <a:gd name="T9" fmla="*/ 1404 h 3300"/>
              <a:gd name="T10" fmla="*/ 3335 w 3390"/>
              <a:gd name="T11" fmla="*/ 1069 h 3300"/>
              <a:gd name="T12" fmla="*/ 3329 w 3390"/>
              <a:gd name="T13" fmla="*/ 1554 h 3300"/>
              <a:gd name="T14" fmla="*/ 3355 w 3390"/>
              <a:gd name="T15" fmla="*/ 1880 h 3300"/>
              <a:gd name="T16" fmla="*/ 3371 w 3390"/>
              <a:gd name="T17" fmla="*/ 2323 h 3300"/>
              <a:gd name="T18" fmla="*/ 3182 w 3390"/>
              <a:gd name="T19" fmla="*/ 2425 h 3300"/>
              <a:gd name="T20" fmla="*/ 3002 w 3390"/>
              <a:gd name="T21" fmla="*/ 3091 h 3300"/>
              <a:gd name="T22" fmla="*/ 3232 w 3390"/>
              <a:gd name="T23" fmla="*/ 3194 h 3300"/>
              <a:gd name="T24" fmla="*/ 2586 w 3390"/>
              <a:gd name="T25" fmla="*/ 3194 h 3300"/>
              <a:gd name="T26" fmla="*/ 2832 w 3390"/>
              <a:gd name="T27" fmla="*/ 3091 h 3300"/>
              <a:gd name="T28" fmla="*/ 2545 w 3390"/>
              <a:gd name="T29" fmla="*/ 2475 h 3300"/>
              <a:gd name="T30" fmla="*/ 2418 w 3390"/>
              <a:gd name="T31" fmla="*/ 2526 h 3300"/>
              <a:gd name="T32" fmla="*/ 2398 w 3390"/>
              <a:gd name="T33" fmla="*/ 2442 h 3300"/>
              <a:gd name="T34" fmla="*/ 2599 w 3390"/>
              <a:gd name="T35" fmla="*/ 2361 h 3300"/>
              <a:gd name="T36" fmla="*/ 3009 w 3390"/>
              <a:gd name="T37" fmla="*/ 2299 h 3300"/>
              <a:gd name="T38" fmla="*/ 3231 w 3390"/>
              <a:gd name="T39" fmla="*/ 2337 h 3300"/>
              <a:gd name="T40" fmla="*/ 3296 w 3390"/>
              <a:gd name="T41" fmla="*/ 2132 h 3300"/>
              <a:gd name="T42" fmla="*/ 3247 w 3390"/>
              <a:gd name="T43" fmla="*/ 1702 h 3300"/>
              <a:gd name="T44" fmla="*/ 3240 w 3390"/>
              <a:gd name="T45" fmla="*/ 1331 h 3300"/>
              <a:gd name="T46" fmla="*/ 3270 w 3390"/>
              <a:gd name="T47" fmla="*/ 862 h 3300"/>
              <a:gd name="T48" fmla="*/ 2924 w 3390"/>
              <a:gd name="T49" fmla="*/ 788 h 3300"/>
              <a:gd name="T50" fmla="*/ 3067 w 3390"/>
              <a:gd name="T51" fmla="*/ 1148 h 3300"/>
              <a:gd name="T52" fmla="*/ 3171 w 3390"/>
              <a:gd name="T53" fmla="*/ 1961 h 3300"/>
              <a:gd name="T54" fmla="*/ 2994 w 3390"/>
              <a:gd name="T55" fmla="*/ 2210 h 3300"/>
              <a:gd name="T56" fmla="*/ 2573 w 3390"/>
              <a:gd name="T57" fmla="*/ 2306 h 3300"/>
              <a:gd name="T58" fmla="*/ 2128 w 3390"/>
              <a:gd name="T59" fmla="*/ 2730 h 3300"/>
              <a:gd name="T60" fmla="*/ 1975 w 3390"/>
              <a:gd name="T61" fmla="*/ 3208 h 3300"/>
              <a:gd name="T62" fmla="*/ 1739 w 3390"/>
              <a:gd name="T63" fmla="*/ 3298 h 3300"/>
              <a:gd name="T64" fmla="*/ 1576 w 3390"/>
              <a:gd name="T65" fmla="*/ 3143 h 3300"/>
              <a:gd name="T66" fmla="*/ 680 w 3390"/>
              <a:gd name="T67" fmla="*/ 1486 h 3300"/>
              <a:gd name="T68" fmla="*/ 746 w 3390"/>
              <a:gd name="T69" fmla="*/ 1423 h 3300"/>
              <a:gd name="T70" fmla="*/ 1130 w 3390"/>
              <a:gd name="T71" fmla="*/ 1432 h 3300"/>
              <a:gd name="T72" fmla="*/ 1169 w 3390"/>
              <a:gd name="T73" fmla="*/ 1391 h 3300"/>
              <a:gd name="T74" fmla="*/ 1242 w 3390"/>
              <a:gd name="T75" fmla="*/ 1368 h 3300"/>
              <a:gd name="T76" fmla="*/ 1434 w 3390"/>
              <a:gd name="T77" fmla="*/ 1331 h 3300"/>
              <a:gd name="T78" fmla="*/ 1164 w 3390"/>
              <a:gd name="T79" fmla="*/ 1402 h 3300"/>
              <a:gd name="T80" fmla="*/ 1136 w 3390"/>
              <a:gd name="T81" fmla="*/ 1446 h 3300"/>
              <a:gd name="T82" fmla="*/ 723 w 3390"/>
              <a:gd name="T83" fmla="*/ 1436 h 3300"/>
              <a:gd name="T84" fmla="*/ 691 w 3390"/>
              <a:gd name="T85" fmla="*/ 1497 h 3300"/>
              <a:gd name="T86" fmla="*/ 1607 w 3390"/>
              <a:gd name="T87" fmla="*/ 2917 h 3300"/>
              <a:gd name="T88" fmla="*/ 1911 w 3390"/>
              <a:gd name="T89" fmla="*/ 2262 h 3300"/>
              <a:gd name="T90" fmla="*/ 2499 w 3390"/>
              <a:gd name="T91" fmla="*/ 1854 h 3300"/>
              <a:gd name="T92" fmla="*/ 1902 w 3390"/>
              <a:gd name="T93" fmla="*/ 1441 h 3300"/>
              <a:gd name="T94" fmla="*/ 1483 w 3390"/>
              <a:gd name="T95" fmla="*/ 1340 h 3300"/>
              <a:gd name="T96" fmla="*/ 1513 w 3390"/>
              <a:gd name="T97" fmla="*/ 1129 h 3300"/>
              <a:gd name="T98" fmla="*/ 2142 w 3390"/>
              <a:gd name="T99" fmla="*/ 1066 h 3300"/>
              <a:gd name="T100" fmla="*/ 2497 w 3390"/>
              <a:gd name="T101" fmla="*/ 798 h 3300"/>
              <a:gd name="T102" fmla="*/ 561 w 3390"/>
              <a:gd name="T103" fmla="*/ 1294 h 3300"/>
              <a:gd name="T104" fmla="*/ 2741 w 3390"/>
              <a:gd name="T105" fmla="*/ 73 h 3300"/>
              <a:gd name="T106" fmla="*/ 2864 w 3390"/>
              <a:gd name="T107" fmla="*/ 439 h 3300"/>
              <a:gd name="T108" fmla="*/ 2577 w 3390"/>
              <a:gd name="T109" fmla="*/ 691 h 3300"/>
              <a:gd name="T110" fmla="*/ 2230 w 3390"/>
              <a:gd name="T111" fmla="*/ 522 h 3300"/>
              <a:gd name="T112" fmla="*/ 2254 w 3390"/>
              <a:gd name="T113" fmla="*/ 135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90" h="3300">
                <a:moveTo>
                  <a:pt x="1246" y="1335"/>
                </a:moveTo>
                <a:lnTo>
                  <a:pt x="1248" y="1336"/>
                </a:lnTo>
                <a:lnTo>
                  <a:pt x="1246" y="1340"/>
                </a:lnTo>
                <a:lnTo>
                  <a:pt x="1242" y="1346"/>
                </a:lnTo>
                <a:lnTo>
                  <a:pt x="1235" y="1353"/>
                </a:lnTo>
                <a:lnTo>
                  <a:pt x="1227" y="1359"/>
                </a:lnTo>
                <a:lnTo>
                  <a:pt x="1217" y="1364"/>
                </a:lnTo>
                <a:lnTo>
                  <a:pt x="1209" y="1366"/>
                </a:lnTo>
                <a:lnTo>
                  <a:pt x="1202" y="1365"/>
                </a:lnTo>
                <a:lnTo>
                  <a:pt x="1203" y="1364"/>
                </a:lnTo>
                <a:lnTo>
                  <a:pt x="1208" y="1360"/>
                </a:lnTo>
                <a:lnTo>
                  <a:pt x="1215" y="1354"/>
                </a:lnTo>
                <a:lnTo>
                  <a:pt x="1224" y="1347"/>
                </a:lnTo>
                <a:lnTo>
                  <a:pt x="1233" y="1341"/>
                </a:lnTo>
                <a:lnTo>
                  <a:pt x="1240" y="1337"/>
                </a:lnTo>
                <a:lnTo>
                  <a:pt x="1246" y="1335"/>
                </a:lnTo>
                <a:close/>
                <a:moveTo>
                  <a:pt x="1250" y="1329"/>
                </a:moveTo>
                <a:lnTo>
                  <a:pt x="1250" y="1330"/>
                </a:lnTo>
                <a:lnTo>
                  <a:pt x="1248" y="1331"/>
                </a:lnTo>
                <a:lnTo>
                  <a:pt x="1250" y="1329"/>
                </a:lnTo>
                <a:close/>
                <a:moveTo>
                  <a:pt x="352" y="1144"/>
                </a:moveTo>
                <a:lnTo>
                  <a:pt x="396" y="1144"/>
                </a:lnTo>
                <a:lnTo>
                  <a:pt x="394" y="1413"/>
                </a:lnTo>
                <a:lnTo>
                  <a:pt x="394" y="1414"/>
                </a:lnTo>
                <a:lnTo>
                  <a:pt x="394" y="1416"/>
                </a:lnTo>
                <a:lnTo>
                  <a:pt x="394" y="1418"/>
                </a:lnTo>
                <a:lnTo>
                  <a:pt x="394" y="1422"/>
                </a:lnTo>
                <a:lnTo>
                  <a:pt x="395" y="1425"/>
                </a:lnTo>
                <a:lnTo>
                  <a:pt x="397" y="1429"/>
                </a:lnTo>
                <a:lnTo>
                  <a:pt x="405" y="1435"/>
                </a:lnTo>
                <a:lnTo>
                  <a:pt x="416" y="1439"/>
                </a:lnTo>
                <a:lnTo>
                  <a:pt x="431" y="1442"/>
                </a:lnTo>
                <a:lnTo>
                  <a:pt x="448" y="1442"/>
                </a:lnTo>
                <a:lnTo>
                  <a:pt x="541" y="1442"/>
                </a:lnTo>
                <a:lnTo>
                  <a:pt x="541" y="1487"/>
                </a:lnTo>
                <a:lnTo>
                  <a:pt x="448" y="1487"/>
                </a:lnTo>
                <a:lnTo>
                  <a:pt x="424" y="1486"/>
                </a:lnTo>
                <a:lnTo>
                  <a:pt x="404" y="1482"/>
                </a:lnTo>
                <a:lnTo>
                  <a:pt x="387" y="1475"/>
                </a:lnTo>
                <a:lnTo>
                  <a:pt x="372" y="1466"/>
                </a:lnTo>
                <a:lnTo>
                  <a:pt x="362" y="1455"/>
                </a:lnTo>
                <a:lnTo>
                  <a:pt x="354" y="1440"/>
                </a:lnTo>
                <a:lnTo>
                  <a:pt x="351" y="1425"/>
                </a:lnTo>
                <a:lnTo>
                  <a:pt x="350" y="1413"/>
                </a:lnTo>
                <a:lnTo>
                  <a:pt x="352" y="1404"/>
                </a:lnTo>
                <a:lnTo>
                  <a:pt x="352" y="1144"/>
                </a:lnTo>
                <a:close/>
                <a:moveTo>
                  <a:pt x="3296" y="854"/>
                </a:moveTo>
                <a:lnTo>
                  <a:pt x="3310" y="857"/>
                </a:lnTo>
                <a:lnTo>
                  <a:pt x="3322" y="864"/>
                </a:lnTo>
                <a:lnTo>
                  <a:pt x="3331" y="874"/>
                </a:lnTo>
                <a:lnTo>
                  <a:pt x="3337" y="887"/>
                </a:lnTo>
                <a:lnTo>
                  <a:pt x="3339" y="900"/>
                </a:lnTo>
                <a:lnTo>
                  <a:pt x="3337" y="989"/>
                </a:lnTo>
                <a:lnTo>
                  <a:pt x="3335" y="1069"/>
                </a:lnTo>
                <a:lnTo>
                  <a:pt x="3333" y="1142"/>
                </a:lnTo>
                <a:lnTo>
                  <a:pt x="3331" y="1211"/>
                </a:lnTo>
                <a:lnTo>
                  <a:pt x="3330" y="1273"/>
                </a:lnTo>
                <a:lnTo>
                  <a:pt x="3329" y="1330"/>
                </a:lnTo>
                <a:lnTo>
                  <a:pt x="3329" y="1382"/>
                </a:lnTo>
                <a:lnTo>
                  <a:pt x="3328" y="1430"/>
                </a:lnTo>
                <a:lnTo>
                  <a:pt x="3328" y="1474"/>
                </a:lnTo>
                <a:lnTo>
                  <a:pt x="3329" y="1516"/>
                </a:lnTo>
                <a:lnTo>
                  <a:pt x="3329" y="1554"/>
                </a:lnTo>
                <a:lnTo>
                  <a:pt x="3330" y="1592"/>
                </a:lnTo>
                <a:lnTo>
                  <a:pt x="3332" y="1627"/>
                </a:lnTo>
                <a:lnTo>
                  <a:pt x="3334" y="1662"/>
                </a:lnTo>
                <a:lnTo>
                  <a:pt x="3336" y="1696"/>
                </a:lnTo>
                <a:lnTo>
                  <a:pt x="3339" y="1730"/>
                </a:lnTo>
                <a:lnTo>
                  <a:pt x="3343" y="1766"/>
                </a:lnTo>
                <a:lnTo>
                  <a:pt x="3346" y="1802"/>
                </a:lnTo>
                <a:lnTo>
                  <a:pt x="3350" y="1839"/>
                </a:lnTo>
                <a:lnTo>
                  <a:pt x="3355" y="1880"/>
                </a:lnTo>
                <a:lnTo>
                  <a:pt x="3360" y="1923"/>
                </a:lnTo>
                <a:lnTo>
                  <a:pt x="3365" y="1968"/>
                </a:lnTo>
                <a:lnTo>
                  <a:pt x="3372" y="2018"/>
                </a:lnTo>
                <a:lnTo>
                  <a:pt x="3385" y="2120"/>
                </a:lnTo>
                <a:lnTo>
                  <a:pt x="3389" y="2169"/>
                </a:lnTo>
                <a:lnTo>
                  <a:pt x="3390" y="2214"/>
                </a:lnTo>
                <a:lnTo>
                  <a:pt x="3387" y="2255"/>
                </a:lnTo>
                <a:lnTo>
                  <a:pt x="3381" y="2291"/>
                </a:lnTo>
                <a:lnTo>
                  <a:pt x="3371" y="2323"/>
                </a:lnTo>
                <a:lnTo>
                  <a:pt x="3357" y="2351"/>
                </a:lnTo>
                <a:lnTo>
                  <a:pt x="3339" y="2375"/>
                </a:lnTo>
                <a:lnTo>
                  <a:pt x="3319" y="2395"/>
                </a:lnTo>
                <a:lnTo>
                  <a:pt x="3296" y="2410"/>
                </a:lnTo>
                <a:lnTo>
                  <a:pt x="3273" y="2419"/>
                </a:lnTo>
                <a:lnTo>
                  <a:pt x="3249" y="2425"/>
                </a:lnTo>
                <a:lnTo>
                  <a:pt x="3225" y="2427"/>
                </a:lnTo>
                <a:lnTo>
                  <a:pt x="3203" y="2427"/>
                </a:lnTo>
                <a:lnTo>
                  <a:pt x="3182" y="2425"/>
                </a:lnTo>
                <a:lnTo>
                  <a:pt x="3164" y="2421"/>
                </a:lnTo>
                <a:lnTo>
                  <a:pt x="3147" y="2418"/>
                </a:lnTo>
                <a:lnTo>
                  <a:pt x="3134" y="2414"/>
                </a:lnTo>
                <a:lnTo>
                  <a:pt x="3126" y="2411"/>
                </a:lnTo>
                <a:lnTo>
                  <a:pt x="3123" y="2410"/>
                </a:lnTo>
                <a:lnTo>
                  <a:pt x="3083" y="2399"/>
                </a:lnTo>
                <a:lnTo>
                  <a:pt x="3043" y="2392"/>
                </a:lnTo>
                <a:lnTo>
                  <a:pt x="3002" y="2389"/>
                </a:lnTo>
                <a:lnTo>
                  <a:pt x="3002" y="3091"/>
                </a:lnTo>
                <a:lnTo>
                  <a:pt x="3173" y="3091"/>
                </a:lnTo>
                <a:lnTo>
                  <a:pt x="3191" y="3093"/>
                </a:lnTo>
                <a:lnTo>
                  <a:pt x="3207" y="3100"/>
                </a:lnTo>
                <a:lnTo>
                  <a:pt x="3221" y="3111"/>
                </a:lnTo>
                <a:lnTo>
                  <a:pt x="3232" y="3124"/>
                </a:lnTo>
                <a:lnTo>
                  <a:pt x="3239" y="3141"/>
                </a:lnTo>
                <a:lnTo>
                  <a:pt x="3242" y="3160"/>
                </a:lnTo>
                <a:lnTo>
                  <a:pt x="3239" y="3177"/>
                </a:lnTo>
                <a:lnTo>
                  <a:pt x="3232" y="3194"/>
                </a:lnTo>
                <a:lnTo>
                  <a:pt x="3221" y="3208"/>
                </a:lnTo>
                <a:lnTo>
                  <a:pt x="3207" y="3218"/>
                </a:lnTo>
                <a:lnTo>
                  <a:pt x="3191" y="3225"/>
                </a:lnTo>
                <a:lnTo>
                  <a:pt x="3173" y="3227"/>
                </a:lnTo>
                <a:lnTo>
                  <a:pt x="2646" y="3227"/>
                </a:lnTo>
                <a:lnTo>
                  <a:pt x="2628" y="3225"/>
                </a:lnTo>
                <a:lnTo>
                  <a:pt x="2611" y="3218"/>
                </a:lnTo>
                <a:lnTo>
                  <a:pt x="2598" y="3208"/>
                </a:lnTo>
                <a:lnTo>
                  <a:pt x="2586" y="3194"/>
                </a:lnTo>
                <a:lnTo>
                  <a:pt x="2580" y="3177"/>
                </a:lnTo>
                <a:lnTo>
                  <a:pt x="2578" y="3160"/>
                </a:lnTo>
                <a:lnTo>
                  <a:pt x="2580" y="3141"/>
                </a:lnTo>
                <a:lnTo>
                  <a:pt x="2586" y="3124"/>
                </a:lnTo>
                <a:lnTo>
                  <a:pt x="2598" y="3111"/>
                </a:lnTo>
                <a:lnTo>
                  <a:pt x="2611" y="3100"/>
                </a:lnTo>
                <a:lnTo>
                  <a:pt x="2628" y="3093"/>
                </a:lnTo>
                <a:lnTo>
                  <a:pt x="2646" y="3091"/>
                </a:lnTo>
                <a:lnTo>
                  <a:pt x="2832" y="3091"/>
                </a:lnTo>
                <a:lnTo>
                  <a:pt x="2832" y="2396"/>
                </a:lnTo>
                <a:lnTo>
                  <a:pt x="2790" y="2403"/>
                </a:lnTo>
                <a:lnTo>
                  <a:pt x="2751" y="2412"/>
                </a:lnTo>
                <a:lnTo>
                  <a:pt x="2711" y="2421"/>
                </a:lnTo>
                <a:lnTo>
                  <a:pt x="2674" y="2431"/>
                </a:lnTo>
                <a:lnTo>
                  <a:pt x="2638" y="2442"/>
                </a:lnTo>
                <a:lnTo>
                  <a:pt x="2604" y="2453"/>
                </a:lnTo>
                <a:lnTo>
                  <a:pt x="2573" y="2464"/>
                </a:lnTo>
                <a:lnTo>
                  <a:pt x="2545" y="2475"/>
                </a:lnTo>
                <a:lnTo>
                  <a:pt x="2519" y="2486"/>
                </a:lnTo>
                <a:lnTo>
                  <a:pt x="2496" y="2495"/>
                </a:lnTo>
                <a:lnTo>
                  <a:pt x="2476" y="2503"/>
                </a:lnTo>
                <a:lnTo>
                  <a:pt x="2460" y="2510"/>
                </a:lnTo>
                <a:lnTo>
                  <a:pt x="2449" y="2516"/>
                </a:lnTo>
                <a:lnTo>
                  <a:pt x="2442" y="2520"/>
                </a:lnTo>
                <a:lnTo>
                  <a:pt x="2438" y="2521"/>
                </a:lnTo>
                <a:lnTo>
                  <a:pt x="2428" y="2525"/>
                </a:lnTo>
                <a:lnTo>
                  <a:pt x="2418" y="2526"/>
                </a:lnTo>
                <a:lnTo>
                  <a:pt x="2406" y="2524"/>
                </a:lnTo>
                <a:lnTo>
                  <a:pt x="2396" y="2520"/>
                </a:lnTo>
                <a:lnTo>
                  <a:pt x="2385" y="2513"/>
                </a:lnTo>
                <a:lnTo>
                  <a:pt x="2378" y="2502"/>
                </a:lnTo>
                <a:lnTo>
                  <a:pt x="2374" y="2489"/>
                </a:lnTo>
                <a:lnTo>
                  <a:pt x="2374" y="2474"/>
                </a:lnTo>
                <a:lnTo>
                  <a:pt x="2378" y="2462"/>
                </a:lnTo>
                <a:lnTo>
                  <a:pt x="2386" y="2450"/>
                </a:lnTo>
                <a:lnTo>
                  <a:pt x="2398" y="2442"/>
                </a:lnTo>
                <a:lnTo>
                  <a:pt x="2403" y="2439"/>
                </a:lnTo>
                <a:lnTo>
                  <a:pt x="2412" y="2435"/>
                </a:lnTo>
                <a:lnTo>
                  <a:pt x="2428" y="2427"/>
                </a:lnTo>
                <a:lnTo>
                  <a:pt x="2447" y="2419"/>
                </a:lnTo>
                <a:lnTo>
                  <a:pt x="2471" y="2409"/>
                </a:lnTo>
                <a:lnTo>
                  <a:pt x="2498" y="2397"/>
                </a:lnTo>
                <a:lnTo>
                  <a:pt x="2528" y="2386"/>
                </a:lnTo>
                <a:lnTo>
                  <a:pt x="2562" y="2373"/>
                </a:lnTo>
                <a:lnTo>
                  <a:pt x="2599" y="2361"/>
                </a:lnTo>
                <a:lnTo>
                  <a:pt x="2638" y="2348"/>
                </a:lnTo>
                <a:lnTo>
                  <a:pt x="2680" y="2337"/>
                </a:lnTo>
                <a:lnTo>
                  <a:pt x="2723" y="2326"/>
                </a:lnTo>
                <a:lnTo>
                  <a:pt x="2768" y="2317"/>
                </a:lnTo>
                <a:lnTo>
                  <a:pt x="2815" y="2309"/>
                </a:lnTo>
                <a:lnTo>
                  <a:pt x="2862" y="2302"/>
                </a:lnTo>
                <a:lnTo>
                  <a:pt x="2911" y="2299"/>
                </a:lnTo>
                <a:lnTo>
                  <a:pt x="2960" y="2298"/>
                </a:lnTo>
                <a:lnTo>
                  <a:pt x="3009" y="2299"/>
                </a:lnTo>
                <a:lnTo>
                  <a:pt x="3056" y="2305"/>
                </a:lnTo>
                <a:lnTo>
                  <a:pt x="3105" y="2313"/>
                </a:lnTo>
                <a:lnTo>
                  <a:pt x="3152" y="2325"/>
                </a:lnTo>
                <a:lnTo>
                  <a:pt x="3157" y="2327"/>
                </a:lnTo>
                <a:lnTo>
                  <a:pt x="3167" y="2331"/>
                </a:lnTo>
                <a:lnTo>
                  <a:pt x="3179" y="2334"/>
                </a:lnTo>
                <a:lnTo>
                  <a:pt x="3196" y="2337"/>
                </a:lnTo>
                <a:lnTo>
                  <a:pt x="3212" y="2338"/>
                </a:lnTo>
                <a:lnTo>
                  <a:pt x="3231" y="2337"/>
                </a:lnTo>
                <a:lnTo>
                  <a:pt x="3249" y="2333"/>
                </a:lnTo>
                <a:lnTo>
                  <a:pt x="3265" y="2324"/>
                </a:lnTo>
                <a:lnTo>
                  <a:pt x="3277" y="2310"/>
                </a:lnTo>
                <a:lnTo>
                  <a:pt x="3287" y="2292"/>
                </a:lnTo>
                <a:lnTo>
                  <a:pt x="3295" y="2268"/>
                </a:lnTo>
                <a:lnTo>
                  <a:pt x="3300" y="2240"/>
                </a:lnTo>
                <a:lnTo>
                  <a:pt x="3301" y="2208"/>
                </a:lnTo>
                <a:lnTo>
                  <a:pt x="3300" y="2172"/>
                </a:lnTo>
                <a:lnTo>
                  <a:pt x="3296" y="2132"/>
                </a:lnTo>
                <a:lnTo>
                  <a:pt x="3283" y="2030"/>
                </a:lnTo>
                <a:lnTo>
                  <a:pt x="3277" y="1979"/>
                </a:lnTo>
                <a:lnTo>
                  <a:pt x="3271" y="1932"/>
                </a:lnTo>
                <a:lnTo>
                  <a:pt x="3266" y="1888"/>
                </a:lnTo>
                <a:lnTo>
                  <a:pt x="3261" y="1848"/>
                </a:lnTo>
                <a:lnTo>
                  <a:pt x="3257" y="1809"/>
                </a:lnTo>
                <a:lnTo>
                  <a:pt x="3253" y="1773"/>
                </a:lnTo>
                <a:lnTo>
                  <a:pt x="3250" y="1737"/>
                </a:lnTo>
                <a:lnTo>
                  <a:pt x="3247" y="1702"/>
                </a:lnTo>
                <a:lnTo>
                  <a:pt x="3245" y="1668"/>
                </a:lnTo>
                <a:lnTo>
                  <a:pt x="3243" y="1632"/>
                </a:lnTo>
                <a:lnTo>
                  <a:pt x="3241" y="1596"/>
                </a:lnTo>
                <a:lnTo>
                  <a:pt x="3240" y="1559"/>
                </a:lnTo>
                <a:lnTo>
                  <a:pt x="3240" y="1520"/>
                </a:lnTo>
                <a:lnTo>
                  <a:pt x="3239" y="1477"/>
                </a:lnTo>
                <a:lnTo>
                  <a:pt x="3239" y="1433"/>
                </a:lnTo>
                <a:lnTo>
                  <a:pt x="3240" y="1384"/>
                </a:lnTo>
                <a:lnTo>
                  <a:pt x="3240" y="1331"/>
                </a:lnTo>
                <a:lnTo>
                  <a:pt x="3241" y="1274"/>
                </a:lnTo>
                <a:lnTo>
                  <a:pt x="3242" y="1211"/>
                </a:lnTo>
                <a:lnTo>
                  <a:pt x="3244" y="1142"/>
                </a:lnTo>
                <a:lnTo>
                  <a:pt x="3246" y="1069"/>
                </a:lnTo>
                <a:lnTo>
                  <a:pt x="3248" y="986"/>
                </a:lnTo>
                <a:lnTo>
                  <a:pt x="3250" y="898"/>
                </a:lnTo>
                <a:lnTo>
                  <a:pt x="3253" y="883"/>
                </a:lnTo>
                <a:lnTo>
                  <a:pt x="3259" y="872"/>
                </a:lnTo>
                <a:lnTo>
                  <a:pt x="3270" y="862"/>
                </a:lnTo>
                <a:lnTo>
                  <a:pt x="3282" y="856"/>
                </a:lnTo>
                <a:lnTo>
                  <a:pt x="3296" y="854"/>
                </a:lnTo>
                <a:close/>
                <a:moveTo>
                  <a:pt x="2724" y="724"/>
                </a:moveTo>
                <a:lnTo>
                  <a:pt x="2759" y="727"/>
                </a:lnTo>
                <a:lnTo>
                  <a:pt x="2794" y="733"/>
                </a:lnTo>
                <a:lnTo>
                  <a:pt x="2829" y="742"/>
                </a:lnTo>
                <a:lnTo>
                  <a:pt x="2862" y="753"/>
                </a:lnTo>
                <a:lnTo>
                  <a:pt x="2894" y="769"/>
                </a:lnTo>
                <a:lnTo>
                  <a:pt x="2924" y="788"/>
                </a:lnTo>
                <a:lnTo>
                  <a:pt x="2952" y="809"/>
                </a:lnTo>
                <a:lnTo>
                  <a:pt x="2978" y="834"/>
                </a:lnTo>
                <a:lnTo>
                  <a:pt x="3000" y="862"/>
                </a:lnTo>
                <a:lnTo>
                  <a:pt x="3020" y="893"/>
                </a:lnTo>
                <a:lnTo>
                  <a:pt x="3037" y="928"/>
                </a:lnTo>
                <a:lnTo>
                  <a:pt x="3049" y="966"/>
                </a:lnTo>
                <a:lnTo>
                  <a:pt x="3057" y="1006"/>
                </a:lnTo>
                <a:lnTo>
                  <a:pt x="3061" y="1050"/>
                </a:lnTo>
                <a:lnTo>
                  <a:pt x="3067" y="1148"/>
                </a:lnTo>
                <a:lnTo>
                  <a:pt x="3077" y="1243"/>
                </a:lnTo>
                <a:lnTo>
                  <a:pt x="3092" y="1340"/>
                </a:lnTo>
                <a:lnTo>
                  <a:pt x="3107" y="1436"/>
                </a:lnTo>
                <a:lnTo>
                  <a:pt x="3125" y="1532"/>
                </a:lnTo>
                <a:lnTo>
                  <a:pt x="3142" y="1627"/>
                </a:lnTo>
                <a:lnTo>
                  <a:pt x="3156" y="1724"/>
                </a:lnTo>
                <a:lnTo>
                  <a:pt x="3167" y="1821"/>
                </a:lnTo>
                <a:lnTo>
                  <a:pt x="3172" y="1919"/>
                </a:lnTo>
                <a:lnTo>
                  <a:pt x="3171" y="1961"/>
                </a:lnTo>
                <a:lnTo>
                  <a:pt x="3165" y="2002"/>
                </a:lnTo>
                <a:lnTo>
                  <a:pt x="3155" y="2038"/>
                </a:lnTo>
                <a:lnTo>
                  <a:pt x="3141" y="2073"/>
                </a:lnTo>
                <a:lnTo>
                  <a:pt x="3124" y="2103"/>
                </a:lnTo>
                <a:lnTo>
                  <a:pt x="3103" y="2131"/>
                </a:lnTo>
                <a:lnTo>
                  <a:pt x="3079" y="2155"/>
                </a:lnTo>
                <a:lnTo>
                  <a:pt x="3053" y="2177"/>
                </a:lnTo>
                <a:lnTo>
                  <a:pt x="3024" y="2194"/>
                </a:lnTo>
                <a:lnTo>
                  <a:pt x="2994" y="2210"/>
                </a:lnTo>
                <a:lnTo>
                  <a:pt x="2962" y="2221"/>
                </a:lnTo>
                <a:lnTo>
                  <a:pt x="2928" y="2231"/>
                </a:lnTo>
                <a:lnTo>
                  <a:pt x="2895" y="2236"/>
                </a:lnTo>
                <a:lnTo>
                  <a:pt x="2860" y="2239"/>
                </a:lnTo>
                <a:lnTo>
                  <a:pt x="2825" y="2238"/>
                </a:lnTo>
                <a:lnTo>
                  <a:pt x="2790" y="2234"/>
                </a:lnTo>
                <a:lnTo>
                  <a:pt x="2714" y="2254"/>
                </a:lnTo>
                <a:lnTo>
                  <a:pt x="2641" y="2277"/>
                </a:lnTo>
                <a:lnTo>
                  <a:pt x="2573" y="2306"/>
                </a:lnTo>
                <a:lnTo>
                  <a:pt x="2507" y="2338"/>
                </a:lnTo>
                <a:lnTo>
                  <a:pt x="2447" y="2373"/>
                </a:lnTo>
                <a:lnTo>
                  <a:pt x="2389" y="2413"/>
                </a:lnTo>
                <a:lnTo>
                  <a:pt x="2336" y="2456"/>
                </a:lnTo>
                <a:lnTo>
                  <a:pt x="2287" y="2504"/>
                </a:lnTo>
                <a:lnTo>
                  <a:pt x="2241" y="2555"/>
                </a:lnTo>
                <a:lnTo>
                  <a:pt x="2199" y="2609"/>
                </a:lnTo>
                <a:lnTo>
                  <a:pt x="2162" y="2668"/>
                </a:lnTo>
                <a:lnTo>
                  <a:pt x="2128" y="2730"/>
                </a:lnTo>
                <a:lnTo>
                  <a:pt x="2099" y="2795"/>
                </a:lnTo>
                <a:lnTo>
                  <a:pt x="2074" y="2863"/>
                </a:lnTo>
                <a:lnTo>
                  <a:pt x="2054" y="2935"/>
                </a:lnTo>
                <a:lnTo>
                  <a:pt x="2036" y="3010"/>
                </a:lnTo>
                <a:lnTo>
                  <a:pt x="2023" y="3088"/>
                </a:lnTo>
                <a:lnTo>
                  <a:pt x="2017" y="3122"/>
                </a:lnTo>
                <a:lnTo>
                  <a:pt x="2006" y="3153"/>
                </a:lnTo>
                <a:lnTo>
                  <a:pt x="1991" y="3182"/>
                </a:lnTo>
                <a:lnTo>
                  <a:pt x="1975" y="3208"/>
                </a:lnTo>
                <a:lnTo>
                  <a:pt x="1954" y="3229"/>
                </a:lnTo>
                <a:lnTo>
                  <a:pt x="1931" y="3248"/>
                </a:lnTo>
                <a:lnTo>
                  <a:pt x="1906" y="3265"/>
                </a:lnTo>
                <a:lnTo>
                  <a:pt x="1880" y="3278"/>
                </a:lnTo>
                <a:lnTo>
                  <a:pt x="1853" y="3288"/>
                </a:lnTo>
                <a:lnTo>
                  <a:pt x="1825" y="3295"/>
                </a:lnTo>
                <a:lnTo>
                  <a:pt x="1796" y="3299"/>
                </a:lnTo>
                <a:lnTo>
                  <a:pt x="1767" y="3300"/>
                </a:lnTo>
                <a:lnTo>
                  <a:pt x="1739" y="3298"/>
                </a:lnTo>
                <a:lnTo>
                  <a:pt x="1712" y="3293"/>
                </a:lnTo>
                <a:lnTo>
                  <a:pt x="1686" y="3286"/>
                </a:lnTo>
                <a:lnTo>
                  <a:pt x="1662" y="3274"/>
                </a:lnTo>
                <a:lnTo>
                  <a:pt x="1641" y="3260"/>
                </a:lnTo>
                <a:lnTo>
                  <a:pt x="1621" y="3243"/>
                </a:lnTo>
                <a:lnTo>
                  <a:pt x="1604" y="3222"/>
                </a:lnTo>
                <a:lnTo>
                  <a:pt x="1591" y="3199"/>
                </a:lnTo>
                <a:lnTo>
                  <a:pt x="1581" y="3172"/>
                </a:lnTo>
                <a:lnTo>
                  <a:pt x="1576" y="3143"/>
                </a:lnTo>
                <a:lnTo>
                  <a:pt x="1576" y="3291"/>
                </a:lnTo>
                <a:lnTo>
                  <a:pt x="186" y="3291"/>
                </a:lnTo>
                <a:lnTo>
                  <a:pt x="186" y="1806"/>
                </a:lnTo>
                <a:lnTo>
                  <a:pt x="0" y="1806"/>
                </a:lnTo>
                <a:lnTo>
                  <a:pt x="0" y="1501"/>
                </a:lnTo>
                <a:lnTo>
                  <a:pt x="679" y="1501"/>
                </a:lnTo>
                <a:lnTo>
                  <a:pt x="679" y="1497"/>
                </a:lnTo>
                <a:lnTo>
                  <a:pt x="680" y="1492"/>
                </a:lnTo>
                <a:lnTo>
                  <a:pt x="680" y="1486"/>
                </a:lnTo>
                <a:lnTo>
                  <a:pt x="680" y="1481"/>
                </a:lnTo>
                <a:lnTo>
                  <a:pt x="680" y="1475"/>
                </a:lnTo>
                <a:lnTo>
                  <a:pt x="682" y="1460"/>
                </a:lnTo>
                <a:lnTo>
                  <a:pt x="687" y="1447"/>
                </a:lnTo>
                <a:lnTo>
                  <a:pt x="694" y="1437"/>
                </a:lnTo>
                <a:lnTo>
                  <a:pt x="704" y="1431"/>
                </a:lnTo>
                <a:lnTo>
                  <a:pt x="721" y="1425"/>
                </a:lnTo>
                <a:lnTo>
                  <a:pt x="732" y="1424"/>
                </a:lnTo>
                <a:lnTo>
                  <a:pt x="746" y="1423"/>
                </a:lnTo>
                <a:lnTo>
                  <a:pt x="746" y="1396"/>
                </a:lnTo>
                <a:lnTo>
                  <a:pt x="1107" y="1396"/>
                </a:lnTo>
                <a:lnTo>
                  <a:pt x="1107" y="1447"/>
                </a:lnTo>
                <a:lnTo>
                  <a:pt x="1115" y="1446"/>
                </a:lnTo>
                <a:lnTo>
                  <a:pt x="1123" y="1444"/>
                </a:lnTo>
                <a:lnTo>
                  <a:pt x="1128" y="1440"/>
                </a:lnTo>
                <a:lnTo>
                  <a:pt x="1129" y="1438"/>
                </a:lnTo>
                <a:lnTo>
                  <a:pt x="1129" y="1435"/>
                </a:lnTo>
                <a:lnTo>
                  <a:pt x="1130" y="1432"/>
                </a:lnTo>
                <a:lnTo>
                  <a:pt x="1130" y="1429"/>
                </a:lnTo>
                <a:lnTo>
                  <a:pt x="1130" y="1420"/>
                </a:lnTo>
                <a:lnTo>
                  <a:pt x="1131" y="1412"/>
                </a:lnTo>
                <a:lnTo>
                  <a:pt x="1135" y="1405"/>
                </a:lnTo>
                <a:lnTo>
                  <a:pt x="1144" y="1396"/>
                </a:lnTo>
                <a:lnTo>
                  <a:pt x="1156" y="1391"/>
                </a:lnTo>
                <a:lnTo>
                  <a:pt x="1166" y="1389"/>
                </a:lnTo>
                <a:lnTo>
                  <a:pt x="1168" y="1390"/>
                </a:lnTo>
                <a:lnTo>
                  <a:pt x="1169" y="1391"/>
                </a:lnTo>
                <a:lnTo>
                  <a:pt x="1173" y="1386"/>
                </a:lnTo>
                <a:lnTo>
                  <a:pt x="1177" y="1381"/>
                </a:lnTo>
                <a:lnTo>
                  <a:pt x="1185" y="1382"/>
                </a:lnTo>
                <a:lnTo>
                  <a:pt x="1194" y="1383"/>
                </a:lnTo>
                <a:lnTo>
                  <a:pt x="1204" y="1383"/>
                </a:lnTo>
                <a:lnTo>
                  <a:pt x="1214" y="1382"/>
                </a:lnTo>
                <a:lnTo>
                  <a:pt x="1224" y="1380"/>
                </a:lnTo>
                <a:lnTo>
                  <a:pt x="1234" y="1376"/>
                </a:lnTo>
                <a:lnTo>
                  <a:pt x="1242" y="1368"/>
                </a:lnTo>
                <a:lnTo>
                  <a:pt x="1247" y="1359"/>
                </a:lnTo>
                <a:lnTo>
                  <a:pt x="1251" y="1345"/>
                </a:lnTo>
                <a:lnTo>
                  <a:pt x="1250" y="1329"/>
                </a:lnTo>
                <a:lnTo>
                  <a:pt x="1279" y="1320"/>
                </a:lnTo>
                <a:lnTo>
                  <a:pt x="1308" y="1315"/>
                </a:lnTo>
                <a:lnTo>
                  <a:pt x="1339" y="1313"/>
                </a:lnTo>
                <a:lnTo>
                  <a:pt x="1373" y="1315"/>
                </a:lnTo>
                <a:lnTo>
                  <a:pt x="1404" y="1321"/>
                </a:lnTo>
                <a:lnTo>
                  <a:pt x="1434" y="1331"/>
                </a:lnTo>
                <a:lnTo>
                  <a:pt x="1460" y="1344"/>
                </a:lnTo>
                <a:lnTo>
                  <a:pt x="1482" y="1360"/>
                </a:lnTo>
                <a:lnTo>
                  <a:pt x="1500" y="1378"/>
                </a:lnTo>
                <a:lnTo>
                  <a:pt x="1515" y="1398"/>
                </a:lnTo>
                <a:lnTo>
                  <a:pt x="1523" y="1420"/>
                </a:lnTo>
                <a:lnTo>
                  <a:pt x="1526" y="1443"/>
                </a:lnTo>
                <a:lnTo>
                  <a:pt x="1153" y="1443"/>
                </a:lnTo>
                <a:lnTo>
                  <a:pt x="1156" y="1421"/>
                </a:lnTo>
                <a:lnTo>
                  <a:pt x="1164" y="1402"/>
                </a:lnTo>
                <a:lnTo>
                  <a:pt x="1157" y="1403"/>
                </a:lnTo>
                <a:lnTo>
                  <a:pt x="1150" y="1407"/>
                </a:lnTo>
                <a:lnTo>
                  <a:pt x="1143" y="1411"/>
                </a:lnTo>
                <a:lnTo>
                  <a:pt x="1141" y="1416"/>
                </a:lnTo>
                <a:lnTo>
                  <a:pt x="1140" y="1422"/>
                </a:lnTo>
                <a:lnTo>
                  <a:pt x="1140" y="1429"/>
                </a:lnTo>
                <a:lnTo>
                  <a:pt x="1140" y="1435"/>
                </a:lnTo>
                <a:lnTo>
                  <a:pt x="1139" y="1441"/>
                </a:lnTo>
                <a:lnTo>
                  <a:pt x="1136" y="1446"/>
                </a:lnTo>
                <a:lnTo>
                  <a:pt x="1128" y="1455"/>
                </a:lnTo>
                <a:lnTo>
                  <a:pt x="1116" y="1458"/>
                </a:lnTo>
                <a:lnTo>
                  <a:pt x="1104" y="1459"/>
                </a:lnTo>
                <a:lnTo>
                  <a:pt x="1090" y="1459"/>
                </a:lnTo>
                <a:lnTo>
                  <a:pt x="1076" y="1456"/>
                </a:lnTo>
                <a:lnTo>
                  <a:pt x="746" y="1456"/>
                </a:lnTo>
                <a:lnTo>
                  <a:pt x="746" y="1435"/>
                </a:lnTo>
                <a:lnTo>
                  <a:pt x="733" y="1435"/>
                </a:lnTo>
                <a:lnTo>
                  <a:pt x="723" y="1436"/>
                </a:lnTo>
                <a:lnTo>
                  <a:pt x="711" y="1440"/>
                </a:lnTo>
                <a:lnTo>
                  <a:pt x="701" y="1444"/>
                </a:lnTo>
                <a:lnTo>
                  <a:pt x="696" y="1451"/>
                </a:lnTo>
                <a:lnTo>
                  <a:pt x="693" y="1462"/>
                </a:lnTo>
                <a:lnTo>
                  <a:pt x="692" y="1475"/>
                </a:lnTo>
                <a:lnTo>
                  <a:pt x="692" y="1482"/>
                </a:lnTo>
                <a:lnTo>
                  <a:pt x="691" y="1487"/>
                </a:lnTo>
                <a:lnTo>
                  <a:pt x="691" y="1492"/>
                </a:lnTo>
                <a:lnTo>
                  <a:pt x="691" y="1497"/>
                </a:lnTo>
                <a:lnTo>
                  <a:pt x="690" y="1501"/>
                </a:lnTo>
                <a:lnTo>
                  <a:pt x="1919" y="1501"/>
                </a:lnTo>
                <a:lnTo>
                  <a:pt x="1919" y="1807"/>
                </a:lnTo>
                <a:lnTo>
                  <a:pt x="1576" y="1807"/>
                </a:lnTo>
                <a:lnTo>
                  <a:pt x="1576" y="3101"/>
                </a:lnTo>
                <a:lnTo>
                  <a:pt x="1577" y="3095"/>
                </a:lnTo>
                <a:lnTo>
                  <a:pt x="1577" y="3089"/>
                </a:lnTo>
                <a:lnTo>
                  <a:pt x="1591" y="3003"/>
                </a:lnTo>
                <a:lnTo>
                  <a:pt x="1607" y="2917"/>
                </a:lnTo>
                <a:lnTo>
                  <a:pt x="1627" y="2835"/>
                </a:lnTo>
                <a:lnTo>
                  <a:pt x="1651" y="2754"/>
                </a:lnTo>
                <a:lnTo>
                  <a:pt x="1678" y="2676"/>
                </a:lnTo>
                <a:lnTo>
                  <a:pt x="1708" y="2600"/>
                </a:lnTo>
                <a:lnTo>
                  <a:pt x="1741" y="2527"/>
                </a:lnTo>
                <a:lnTo>
                  <a:pt x="1779" y="2456"/>
                </a:lnTo>
                <a:lnTo>
                  <a:pt x="1820" y="2389"/>
                </a:lnTo>
                <a:lnTo>
                  <a:pt x="1863" y="2323"/>
                </a:lnTo>
                <a:lnTo>
                  <a:pt x="1911" y="2262"/>
                </a:lnTo>
                <a:lnTo>
                  <a:pt x="1962" y="2203"/>
                </a:lnTo>
                <a:lnTo>
                  <a:pt x="2017" y="2146"/>
                </a:lnTo>
                <a:lnTo>
                  <a:pt x="2075" y="2094"/>
                </a:lnTo>
                <a:lnTo>
                  <a:pt x="2137" y="2045"/>
                </a:lnTo>
                <a:lnTo>
                  <a:pt x="2202" y="2000"/>
                </a:lnTo>
                <a:lnTo>
                  <a:pt x="2271" y="1957"/>
                </a:lnTo>
                <a:lnTo>
                  <a:pt x="2344" y="1920"/>
                </a:lnTo>
                <a:lnTo>
                  <a:pt x="2420" y="1884"/>
                </a:lnTo>
                <a:lnTo>
                  <a:pt x="2499" y="1854"/>
                </a:lnTo>
                <a:lnTo>
                  <a:pt x="2491" y="1759"/>
                </a:lnTo>
                <a:lnTo>
                  <a:pt x="2478" y="1666"/>
                </a:lnTo>
                <a:lnTo>
                  <a:pt x="2463" y="1572"/>
                </a:lnTo>
                <a:lnTo>
                  <a:pt x="2447" y="1479"/>
                </a:lnTo>
                <a:lnTo>
                  <a:pt x="2430" y="1384"/>
                </a:lnTo>
                <a:lnTo>
                  <a:pt x="2298" y="1405"/>
                </a:lnTo>
                <a:lnTo>
                  <a:pt x="2167" y="1420"/>
                </a:lnTo>
                <a:lnTo>
                  <a:pt x="2035" y="1433"/>
                </a:lnTo>
                <a:lnTo>
                  <a:pt x="1902" y="1441"/>
                </a:lnTo>
                <a:lnTo>
                  <a:pt x="1770" y="1443"/>
                </a:lnTo>
                <a:lnTo>
                  <a:pt x="1636" y="1440"/>
                </a:lnTo>
                <a:lnTo>
                  <a:pt x="1605" y="1437"/>
                </a:lnTo>
                <a:lnTo>
                  <a:pt x="1577" y="1429"/>
                </a:lnTo>
                <a:lnTo>
                  <a:pt x="1552" y="1416"/>
                </a:lnTo>
                <a:lnTo>
                  <a:pt x="1530" y="1402"/>
                </a:lnTo>
                <a:lnTo>
                  <a:pt x="1512" y="1384"/>
                </a:lnTo>
                <a:lnTo>
                  <a:pt x="1496" y="1363"/>
                </a:lnTo>
                <a:lnTo>
                  <a:pt x="1483" y="1340"/>
                </a:lnTo>
                <a:lnTo>
                  <a:pt x="1474" y="1317"/>
                </a:lnTo>
                <a:lnTo>
                  <a:pt x="1468" y="1292"/>
                </a:lnTo>
                <a:lnTo>
                  <a:pt x="1465" y="1266"/>
                </a:lnTo>
                <a:lnTo>
                  <a:pt x="1466" y="1241"/>
                </a:lnTo>
                <a:lnTo>
                  <a:pt x="1469" y="1216"/>
                </a:lnTo>
                <a:lnTo>
                  <a:pt x="1475" y="1191"/>
                </a:lnTo>
                <a:lnTo>
                  <a:pt x="1485" y="1168"/>
                </a:lnTo>
                <a:lnTo>
                  <a:pt x="1497" y="1148"/>
                </a:lnTo>
                <a:lnTo>
                  <a:pt x="1513" y="1129"/>
                </a:lnTo>
                <a:lnTo>
                  <a:pt x="1531" y="1112"/>
                </a:lnTo>
                <a:lnTo>
                  <a:pt x="1553" y="1099"/>
                </a:lnTo>
                <a:lnTo>
                  <a:pt x="1579" y="1089"/>
                </a:lnTo>
                <a:lnTo>
                  <a:pt x="1607" y="1084"/>
                </a:lnTo>
                <a:lnTo>
                  <a:pt x="1638" y="1083"/>
                </a:lnTo>
                <a:lnTo>
                  <a:pt x="1765" y="1086"/>
                </a:lnTo>
                <a:lnTo>
                  <a:pt x="1891" y="1084"/>
                </a:lnTo>
                <a:lnTo>
                  <a:pt x="2016" y="1077"/>
                </a:lnTo>
                <a:lnTo>
                  <a:pt x="2142" y="1066"/>
                </a:lnTo>
                <a:lnTo>
                  <a:pt x="2267" y="1050"/>
                </a:lnTo>
                <a:lnTo>
                  <a:pt x="2392" y="1030"/>
                </a:lnTo>
                <a:lnTo>
                  <a:pt x="2395" y="987"/>
                </a:lnTo>
                <a:lnTo>
                  <a:pt x="2402" y="948"/>
                </a:lnTo>
                <a:lnTo>
                  <a:pt x="2415" y="912"/>
                </a:lnTo>
                <a:lnTo>
                  <a:pt x="2430" y="878"/>
                </a:lnTo>
                <a:lnTo>
                  <a:pt x="2449" y="848"/>
                </a:lnTo>
                <a:lnTo>
                  <a:pt x="2472" y="821"/>
                </a:lnTo>
                <a:lnTo>
                  <a:pt x="2497" y="798"/>
                </a:lnTo>
                <a:lnTo>
                  <a:pt x="2525" y="778"/>
                </a:lnTo>
                <a:lnTo>
                  <a:pt x="2555" y="761"/>
                </a:lnTo>
                <a:lnTo>
                  <a:pt x="2586" y="747"/>
                </a:lnTo>
                <a:lnTo>
                  <a:pt x="2620" y="737"/>
                </a:lnTo>
                <a:lnTo>
                  <a:pt x="2654" y="729"/>
                </a:lnTo>
                <a:lnTo>
                  <a:pt x="2689" y="725"/>
                </a:lnTo>
                <a:lnTo>
                  <a:pt x="2724" y="724"/>
                </a:lnTo>
                <a:close/>
                <a:moveTo>
                  <a:pt x="505" y="493"/>
                </a:moveTo>
                <a:lnTo>
                  <a:pt x="561" y="1294"/>
                </a:lnTo>
                <a:lnTo>
                  <a:pt x="412" y="1305"/>
                </a:lnTo>
                <a:lnTo>
                  <a:pt x="356" y="504"/>
                </a:lnTo>
                <a:lnTo>
                  <a:pt x="505" y="493"/>
                </a:lnTo>
                <a:close/>
                <a:moveTo>
                  <a:pt x="2529" y="0"/>
                </a:moveTo>
                <a:lnTo>
                  <a:pt x="2577" y="3"/>
                </a:lnTo>
                <a:lnTo>
                  <a:pt x="2622" y="13"/>
                </a:lnTo>
                <a:lnTo>
                  <a:pt x="2664" y="28"/>
                </a:lnTo>
                <a:lnTo>
                  <a:pt x="2704" y="48"/>
                </a:lnTo>
                <a:lnTo>
                  <a:pt x="2741" y="73"/>
                </a:lnTo>
                <a:lnTo>
                  <a:pt x="2775" y="102"/>
                </a:lnTo>
                <a:lnTo>
                  <a:pt x="2804" y="135"/>
                </a:lnTo>
                <a:lnTo>
                  <a:pt x="2829" y="172"/>
                </a:lnTo>
                <a:lnTo>
                  <a:pt x="2848" y="212"/>
                </a:lnTo>
                <a:lnTo>
                  <a:pt x="2864" y="255"/>
                </a:lnTo>
                <a:lnTo>
                  <a:pt x="2872" y="300"/>
                </a:lnTo>
                <a:lnTo>
                  <a:pt x="2875" y="348"/>
                </a:lnTo>
                <a:lnTo>
                  <a:pt x="2872" y="394"/>
                </a:lnTo>
                <a:lnTo>
                  <a:pt x="2864" y="439"/>
                </a:lnTo>
                <a:lnTo>
                  <a:pt x="2848" y="482"/>
                </a:lnTo>
                <a:lnTo>
                  <a:pt x="2829" y="522"/>
                </a:lnTo>
                <a:lnTo>
                  <a:pt x="2804" y="559"/>
                </a:lnTo>
                <a:lnTo>
                  <a:pt x="2775" y="592"/>
                </a:lnTo>
                <a:lnTo>
                  <a:pt x="2741" y="622"/>
                </a:lnTo>
                <a:lnTo>
                  <a:pt x="2704" y="647"/>
                </a:lnTo>
                <a:lnTo>
                  <a:pt x="2664" y="667"/>
                </a:lnTo>
                <a:lnTo>
                  <a:pt x="2622" y="682"/>
                </a:lnTo>
                <a:lnTo>
                  <a:pt x="2577" y="691"/>
                </a:lnTo>
                <a:lnTo>
                  <a:pt x="2529" y="694"/>
                </a:lnTo>
                <a:lnTo>
                  <a:pt x="2482" y="691"/>
                </a:lnTo>
                <a:lnTo>
                  <a:pt x="2437" y="682"/>
                </a:lnTo>
                <a:lnTo>
                  <a:pt x="2395" y="667"/>
                </a:lnTo>
                <a:lnTo>
                  <a:pt x="2354" y="647"/>
                </a:lnTo>
                <a:lnTo>
                  <a:pt x="2318" y="622"/>
                </a:lnTo>
                <a:lnTo>
                  <a:pt x="2285" y="592"/>
                </a:lnTo>
                <a:lnTo>
                  <a:pt x="2254" y="559"/>
                </a:lnTo>
                <a:lnTo>
                  <a:pt x="2230" y="522"/>
                </a:lnTo>
                <a:lnTo>
                  <a:pt x="2210" y="482"/>
                </a:lnTo>
                <a:lnTo>
                  <a:pt x="2195" y="439"/>
                </a:lnTo>
                <a:lnTo>
                  <a:pt x="2186" y="394"/>
                </a:lnTo>
                <a:lnTo>
                  <a:pt x="2183" y="348"/>
                </a:lnTo>
                <a:lnTo>
                  <a:pt x="2186" y="300"/>
                </a:lnTo>
                <a:lnTo>
                  <a:pt x="2195" y="255"/>
                </a:lnTo>
                <a:lnTo>
                  <a:pt x="2210" y="212"/>
                </a:lnTo>
                <a:lnTo>
                  <a:pt x="2230" y="172"/>
                </a:lnTo>
                <a:lnTo>
                  <a:pt x="2254" y="135"/>
                </a:lnTo>
                <a:lnTo>
                  <a:pt x="2285" y="102"/>
                </a:lnTo>
                <a:lnTo>
                  <a:pt x="2318" y="73"/>
                </a:lnTo>
                <a:lnTo>
                  <a:pt x="2354" y="48"/>
                </a:lnTo>
                <a:lnTo>
                  <a:pt x="2395" y="28"/>
                </a:lnTo>
                <a:lnTo>
                  <a:pt x="2437" y="13"/>
                </a:lnTo>
                <a:lnTo>
                  <a:pt x="2482" y="3"/>
                </a:lnTo>
                <a:lnTo>
                  <a:pt x="252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3" name="Group 62"/>
          <p:cNvGrpSpPr/>
          <p:nvPr/>
        </p:nvGrpSpPr>
        <p:grpSpPr>
          <a:xfrm>
            <a:off x="7355473" y="2385060"/>
            <a:ext cx="291132" cy="220980"/>
            <a:chOff x="4438650" y="2162175"/>
            <a:chExt cx="263525" cy="200026"/>
          </a:xfrm>
          <a:solidFill>
            <a:schemeClr val="tx1"/>
          </a:solidFill>
        </p:grpSpPr>
        <p:sp>
          <p:nvSpPr>
            <p:cNvPr id="60" name="Freeform 26"/>
            <p:cNvSpPr>
              <a:spLocks/>
            </p:cNvSpPr>
            <p:nvPr/>
          </p:nvSpPr>
          <p:spPr bwMode="auto">
            <a:xfrm>
              <a:off x="4438650" y="2162175"/>
              <a:ext cx="263525" cy="84138"/>
            </a:xfrm>
            <a:custGeom>
              <a:avLst/>
              <a:gdLst>
                <a:gd name="T0" fmla="*/ 1783 w 3329"/>
                <a:gd name="T1" fmla="*/ 3 h 1059"/>
                <a:gd name="T2" fmla="*/ 2016 w 3329"/>
                <a:gd name="T3" fmla="*/ 26 h 1059"/>
                <a:gd name="T4" fmla="*/ 2240 w 3329"/>
                <a:gd name="T5" fmla="*/ 71 h 1059"/>
                <a:gd name="T6" fmla="*/ 2456 w 3329"/>
                <a:gd name="T7" fmla="*/ 137 h 1059"/>
                <a:gd name="T8" fmla="*/ 2660 w 3329"/>
                <a:gd name="T9" fmla="*/ 224 h 1059"/>
                <a:gd name="T10" fmla="*/ 2855 w 3329"/>
                <a:gd name="T11" fmla="*/ 329 h 1059"/>
                <a:gd name="T12" fmla="*/ 3038 w 3329"/>
                <a:gd name="T13" fmla="*/ 452 h 1059"/>
                <a:gd name="T14" fmla="*/ 3209 w 3329"/>
                <a:gd name="T15" fmla="*/ 591 h 1059"/>
                <a:gd name="T16" fmla="*/ 3302 w 3329"/>
                <a:gd name="T17" fmla="*/ 676 h 1059"/>
                <a:gd name="T18" fmla="*/ 3319 w 3329"/>
                <a:gd name="T19" fmla="*/ 703 h 1059"/>
                <a:gd name="T20" fmla="*/ 3328 w 3329"/>
                <a:gd name="T21" fmla="*/ 737 h 1059"/>
                <a:gd name="T22" fmla="*/ 3327 w 3329"/>
                <a:gd name="T23" fmla="*/ 777 h 1059"/>
                <a:gd name="T24" fmla="*/ 3315 w 3329"/>
                <a:gd name="T25" fmla="*/ 813 h 1059"/>
                <a:gd name="T26" fmla="*/ 3291 w 3329"/>
                <a:gd name="T27" fmla="*/ 844 h 1059"/>
                <a:gd name="T28" fmla="*/ 3091 w 3329"/>
                <a:gd name="T29" fmla="*/ 1037 h 1059"/>
                <a:gd name="T30" fmla="*/ 3045 w 3329"/>
                <a:gd name="T31" fmla="*/ 1057 h 1059"/>
                <a:gd name="T32" fmla="*/ 2998 w 3329"/>
                <a:gd name="T33" fmla="*/ 1057 h 1059"/>
                <a:gd name="T34" fmla="*/ 2953 w 3329"/>
                <a:gd name="T35" fmla="*/ 1037 h 1059"/>
                <a:gd name="T36" fmla="*/ 2862 w 3329"/>
                <a:gd name="T37" fmla="*/ 955 h 1059"/>
                <a:gd name="T38" fmla="*/ 2709 w 3329"/>
                <a:gd name="T39" fmla="*/ 835 h 1059"/>
                <a:gd name="T40" fmla="*/ 2543 w 3329"/>
                <a:gd name="T41" fmla="*/ 731 h 1059"/>
                <a:gd name="T42" fmla="*/ 2366 w 3329"/>
                <a:gd name="T43" fmla="*/ 644 h 1059"/>
                <a:gd name="T44" fmla="*/ 2177 w 3329"/>
                <a:gd name="T45" fmla="*/ 577 h 1059"/>
                <a:gd name="T46" fmla="*/ 1978 w 3329"/>
                <a:gd name="T47" fmla="*/ 530 h 1059"/>
                <a:gd name="T48" fmla="*/ 1770 w 3329"/>
                <a:gd name="T49" fmla="*/ 507 h 1059"/>
                <a:gd name="T50" fmla="*/ 1558 w 3329"/>
                <a:gd name="T51" fmla="*/ 507 h 1059"/>
                <a:gd name="T52" fmla="*/ 1352 w 3329"/>
                <a:gd name="T53" fmla="*/ 530 h 1059"/>
                <a:gd name="T54" fmla="*/ 1153 w 3329"/>
                <a:gd name="T55" fmla="*/ 577 h 1059"/>
                <a:gd name="T56" fmla="*/ 963 w 3329"/>
                <a:gd name="T57" fmla="*/ 644 h 1059"/>
                <a:gd name="T58" fmla="*/ 785 w 3329"/>
                <a:gd name="T59" fmla="*/ 731 h 1059"/>
                <a:gd name="T60" fmla="*/ 619 w 3329"/>
                <a:gd name="T61" fmla="*/ 835 h 1059"/>
                <a:gd name="T62" fmla="*/ 467 w 3329"/>
                <a:gd name="T63" fmla="*/ 955 h 1059"/>
                <a:gd name="T64" fmla="*/ 377 w 3329"/>
                <a:gd name="T65" fmla="*/ 1037 h 1059"/>
                <a:gd name="T66" fmla="*/ 331 w 3329"/>
                <a:gd name="T67" fmla="*/ 1057 h 1059"/>
                <a:gd name="T68" fmla="*/ 283 w 3329"/>
                <a:gd name="T69" fmla="*/ 1057 h 1059"/>
                <a:gd name="T70" fmla="*/ 238 w 3329"/>
                <a:gd name="T71" fmla="*/ 1037 h 1059"/>
                <a:gd name="T72" fmla="*/ 38 w 3329"/>
                <a:gd name="T73" fmla="*/ 844 h 1059"/>
                <a:gd name="T74" fmla="*/ 13 w 3329"/>
                <a:gd name="T75" fmla="*/ 813 h 1059"/>
                <a:gd name="T76" fmla="*/ 1 w 3329"/>
                <a:gd name="T77" fmla="*/ 777 h 1059"/>
                <a:gd name="T78" fmla="*/ 1 w 3329"/>
                <a:gd name="T79" fmla="*/ 735 h 1059"/>
                <a:gd name="T80" fmla="*/ 13 w 3329"/>
                <a:gd name="T81" fmla="*/ 699 h 1059"/>
                <a:gd name="T82" fmla="*/ 38 w 3329"/>
                <a:gd name="T83" fmla="*/ 668 h 1059"/>
                <a:gd name="T84" fmla="*/ 200 w 3329"/>
                <a:gd name="T85" fmla="*/ 519 h 1059"/>
                <a:gd name="T86" fmla="*/ 375 w 3329"/>
                <a:gd name="T87" fmla="*/ 388 h 1059"/>
                <a:gd name="T88" fmla="*/ 564 w 3329"/>
                <a:gd name="T89" fmla="*/ 274 h 1059"/>
                <a:gd name="T90" fmla="*/ 765 w 3329"/>
                <a:gd name="T91" fmla="*/ 178 h 1059"/>
                <a:gd name="T92" fmla="*/ 977 w 3329"/>
                <a:gd name="T93" fmla="*/ 101 h 1059"/>
                <a:gd name="T94" fmla="*/ 1198 w 3329"/>
                <a:gd name="T95" fmla="*/ 46 h 1059"/>
                <a:gd name="T96" fmla="*/ 1427 w 3329"/>
                <a:gd name="T97" fmla="*/ 11 h 1059"/>
                <a:gd name="T98" fmla="*/ 1664 w 3329"/>
                <a:gd name="T99" fmla="*/ 0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29" h="1059">
                  <a:moveTo>
                    <a:pt x="1664" y="0"/>
                  </a:moveTo>
                  <a:lnTo>
                    <a:pt x="1783" y="3"/>
                  </a:lnTo>
                  <a:lnTo>
                    <a:pt x="1901" y="11"/>
                  </a:lnTo>
                  <a:lnTo>
                    <a:pt x="2016" y="26"/>
                  </a:lnTo>
                  <a:lnTo>
                    <a:pt x="2129" y="46"/>
                  </a:lnTo>
                  <a:lnTo>
                    <a:pt x="2240" y="71"/>
                  </a:lnTo>
                  <a:lnTo>
                    <a:pt x="2349" y="101"/>
                  </a:lnTo>
                  <a:lnTo>
                    <a:pt x="2456" y="137"/>
                  </a:lnTo>
                  <a:lnTo>
                    <a:pt x="2559" y="178"/>
                  </a:lnTo>
                  <a:lnTo>
                    <a:pt x="2660" y="224"/>
                  </a:lnTo>
                  <a:lnTo>
                    <a:pt x="2759" y="274"/>
                  </a:lnTo>
                  <a:lnTo>
                    <a:pt x="2855" y="329"/>
                  </a:lnTo>
                  <a:lnTo>
                    <a:pt x="2949" y="388"/>
                  </a:lnTo>
                  <a:lnTo>
                    <a:pt x="3038" y="452"/>
                  </a:lnTo>
                  <a:lnTo>
                    <a:pt x="3126" y="519"/>
                  </a:lnTo>
                  <a:lnTo>
                    <a:pt x="3209" y="591"/>
                  </a:lnTo>
                  <a:lnTo>
                    <a:pt x="3291" y="668"/>
                  </a:lnTo>
                  <a:lnTo>
                    <a:pt x="3302" y="676"/>
                  </a:lnTo>
                  <a:lnTo>
                    <a:pt x="3312" y="688"/>
                  </a:lnTo>
                  <a:lnTo>
                    <a:pt x="3319" y="703"/>
                  </a:lnTo>
                  <a:lnTo>
                    <a:pt x="3324" y="719"/>
                  </a:lnTo>
                  <a:lnTo>
                    <a:pt x="3328" y="737"/>
                  </a:lnTo>
                  <a:lnTo>
                    <a:pt x="3329" y="756"/>
                  </a:lnTo>
                  <a:lnTo>
                    <a:pt x="3327" y="777"/>
                  </a:lnTo>
                  <a:lnTo>
                    <a:pt x="3323" y="796"/>
                  </a:lnTo>
                  <a:lnTo>
                    <a:pt x="3315" y="813"/>
                  </a:lnTo>
                  <a:lnTo>
                    <a:pt x="3304" y="829"/>
                  </a:lnTo>
                  <a:lnTo>
                    <a:pt x="3291" y="844"/>
                  </a:lnTo>
                  <a:lnTo>
                    <a:pt x="3111" y="1020"/>
                  </a:lnTo>
                  <a:lnTo>
                    <a:pt x="3091" y="1037"/>
                  </a:lnTo>
                  <a:lnTo>
                    <a:pt x="3069" y="1049"/>
                  </a:lnTo>
                  <a:lnTo>
                    <a:pt x="3045" y="1057"/>
                  </a:lnTo>
                  <a:lnTo>
                    <a:pt x="3022" y="1059"/>
                  </a:lnTo>
                  <a:lnTo>
                    <a:pt x="2998" y="1057"/>
                  </a:lnTo>
                  <a:lnTo>
                    <a:pt x="2975" y="1049"/>
                  </a:lnTo>
                  <a:lnTo>
                    <a:pt x="2953" y="1037"/>
                  </a:lnTo>
                  <a:lnTo>
                    <a:pt x="2932" y="1020"/>
                  </a:lnTo>
                  <a:lnTo>
                    <a:pt x="2862" y="955"/>
                  </a:lnTo>
                  <a:lnTo>
                    <a:pt x="2788" y="893"/>
                  </a:lnTo>
                  <a:lnTo>
                    <a:pt x="2709" y="835"/>
                  </a:lnTo>
                  <a:lnTo>
                    <a:pt x="2628" y="780"/>
                  </a:lnTo>
                  <a:lnTo>
                    <a:pt x="2543" y="731"/>
                  </a:lnTo>
                  <a:lnTo>
                    <a:pt x="2456" y="685"/>
                  </a:lnTo>
                  <a:lnTo>
                    <a:pt x="2366" y="644"/>
                  </a:lnTo>
                  <a:lnTo>
                    <a:pt x="2272" y="608"/>
                  </a:lnTo>
                  <a:lnTo>
                    <a:pt x="2177" y="577"/>
                  </a:lnTo>
                  <a:lnTo>
                    <a:pt x="2078" y="551"/>
                  </a:lnTo>
                  <a:lnTo>
                    <a:pt x="1978" y="530"/>
                  </a:lnTo>
                  <a:lnTo>
                    <a:pt x="1875" y="516"/>
                  </a:lnTo>
                  <a:lnTo>
                    <a:pt x="1770" y="507"/>
                  </a:lnTo>
                  <a:lnTo>
                    <a:pt x="1664" y="504"/>
                  </a:lnTo>
                  <a:lnTo>
                    <a:pt x="1558" y="507"/>
                  </a:lnTo>
                  <a:lnTo>
                    <a:pt x="1453" y="516"/>
                  </a:lnTo>
                  <a:lnTo>
                    <a:pt x="1352" y="530"/>
                  </a:lnTo>
                  <a:lnTo>
                    <a:pt x="1251" y="551"/>
                  </a:lnTo>
                  <a:lnTo>
                    <a:pt x="1153" y="577"/>
                  </a:lnTo>
                  <a:lnTo>
                    <a:pt x="1057" y="608"/>
                  </a:lnTo>
                  <a:lnTo>
                    <a:pt x="963" y="644"/>
                  </a:lnTo>
                  <a:lnTo>
                    <a:pt x="873" y="685"/>
                  </a:lnTo>
                  <a:lnTo>
                    <a:pt x="785" y="731"/>
                  </a:lnTo>
                  <a:lnTo>
                    <a:pt x="701" y="780"/>
                  </a:lnTo>
                  <a:lnTo>
                    <a:pt x="619" y="835"/>
                  </a:lnTo>
                  <a:lnTo>
                    <a:pt x="542" y="893"/>
                  </a:lnTo>
                  <a:lnTo>
                    <a:pt x="467" y="955"/>
                  </a:lnTo>
                  <a:lnTo>
                    <a:pt x="397" y="1020"/>
                  </a:lnTo>
                  <a:lnTo>
                    <a:pt x="377" y="1037"/>
                  </a:lnTo>
                  <a:lnTo>
                    <a:pt x="354" y="1049"/>
                  </a:lnTo>
                  <a:lnTo>
                    <a:pt x="331" y="1057"/>
                  </a:lnTo>
                  <a:lnTo>
                    <a:pt x="308" y="1059"/>
                  </a:lnTo>
                  <a:lnTo>
                    <a:pt x="283" y="1057"/>
                  </a:lnTo>
                  <a:lnTo>
                    <a:pt x="260" y="1049"/>
                  </a:lnTo>
                  <a:lnTo>
                    <a:pt x="238" y="1037"/>
                  </a:lnTo>
                  <a:lnTo>
                    <a:pt x="218" y="1020"/>
                  </a:lnTo>
                  <a:lnTo>
                    <a:pt x="38" y="844"/>
                  </a:lnTo>
                  <a:lnTo>
                    <a:pt x="24" y="829"/>
                  </a:lnTo>
                  <a:lnTo>
                    <a:pt x="13" y="813"/>
                  </a:lnTo>
                  <a:lnTo>
                    <a:pt x="6" y="796"/>
                  </a:lnTo>
                  <a:lnTo>
                    <a:pt x="1" y="777"/>
                  </a:lnTo>
                  <a:lnTo>
                    <a:pt x="0" y="756"/>
                  </a:lnTo>
                  <a:lnTo>
                    <a:pt x="1" y="735"/>
                  </a:lnTo>
                  <a:lnTo>
                    <a:pt x="6" y="716"/>
                  </a:lnTo>
                  <a:lnTo>
                    <a:pt x="13" y="699"/>
                  </a:lnTo>
                  <a:lnTo>
                    <a:pt x="24" y="683"/>
                  </a:lnTo>
                  <a:lnTo>
                    <a:pt x="38" y="668"/>
                  </a:lnTo>
                  <a:lnTo>
                    <a:pt x="117" y="591"/>
                  </a:lnTo>
                  <a:lnTo>
                    <a:pt x="200" y="519"/>
                  </a:lnTo>
                  <a:lnTo>
                    <a:pt x="285" y="452"/>
                  </a:lnTo>
                  <a:lnTo>
                    <a:pt x="375" y="388"/>
                  </a:lnTo>
                  <a:lnTo>
                    <a:pt x="469" y="329"/>
                  </a:lnTo>
                  <a:lnTo>
                    <a:pt x="564" y="274"/>
                  </a:lnTo>
                  <a:lnTo>
                    <a:pt x="663" y="224"/>
                  </a:lnTo>
                  <a:lnTo>
                    <a:pt x="765" y="178"/>
                  </a:lnTo>
                  <a:lnTo>
                    <a:pt x="870" y="137"/>
                  </a:lnTo>
                  <a:lnTo>
                    <a:pt x="977" y="101"/>
                  </a:lnTo>
                  <a:lnTo>
                    <a:pt x="1086" y="71"/>
                  </a:lnTo>
                  <a:lnTo>
                    <a:pt x="1198" y="46"/>
                  </a:lnTo>
                  <a:lnTo>
                    <a:pt x="1312" y="26"/>
                  </a:lnTo>
                  <a:lnTo>
                    <a:pt x="1427" y="11"/>
                  </a:lnTo>
                  <a:lnTo>
                    <a:pt x="1545" y="3"/>
                  </a:lnTo>
                  <a:lnTo>
                    <a:pt x="1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7"/>
            <p:cNvSpPr>
              <a:spLocks/>
            </p:cNvSpPr>
            <p:nvPr/>
          </p:nvSpPr>
          <p:spPr bwMode="auto">
            <a:xfrm>
              <a:off x="4497388" y="2241550"/>
              <a:ext cx="147638" cy="60325"/>
            </a:xfrm>
            <a:custGeom>
              <a:avLst/>
              <a:gdLst>
                <a:gd name="T0" fmla="*/ 1023 w 1869"/>
                <a:gd name="T1" fmla="*/ 3 h 757"/>
                <a:gd name="T2" fmla="*/ 1193 w 1869"/>
                <a:gd name="T3" fmla="*/ 25 h 757"/>
                <a:gd name="T4" fmla="*/ 1354 w 1869"/>
                <a:gd name="T5" fmla="*/ 70 h 757"/>
                <a:gd name="T6" fmla="*/ 1505 w 1869"/>
                <a:gd name="T7" fmla="*/ 133 h 757"/>
                <a:gd name="T8" fmla="*/ 1644 w 1869"/>
                <a:gd name="T9" fmla="*/ 214 h 757"/>
                <a:gd name="T10" fmla="*/ 1771 w 1869"/>
                <a:gd name="T11" fmla="*/ 311 h 757"/>
                <a:gd name="T12" fmla="*/ 1848 w 1869"/>
                <a:gd name="T13" fmla="*/ 386 h 757"/>
                <a:gd name="T14" fmla="*/ 1867 w 1869"/>
                <a:gd name="T15" fmla="*/ 431 h 757"/>
                <a:gd name="T16" fmla="*/ 1867 w 1869"/>
                <a:gd name="T17" fmla="*/ 479 h 757"/>
                <a:gd name="T18" fmla="*/ 1848 w 1869"/>
                <a:gd name="T19" fmla="*/ 523 h 757"/>
                <a:gd name="T20" fmla="*/ 1651 w 1869"/>
                <a:gd name="T21" fmla="*/ 719 h 757"/>
                <a:gd name="T22" fmla="*/ 1608 w 1869"/>
                <a:gd name="T23" fmla="*/ 748 h 757"/>
                <a:gd name="T24" fmla="*/ 1562 w 1869"/>
                <a:gd name="T25" fmla="*/ 757 h 757"/>
                <a:gd name="T26" fmla="*/ 1515 w 1869"/>
                <a:gd name="T27" fmla="*/ 748 h 757"/>
                <a:gd name="T28" fmla="*/ 1473 w 1869"/>
                <a:gd name="T29" fmla="*/ 719 h 757"/>
                <a:gd name="T30" fmla="*/ 1371 w 1869"/>
                <a:gd name="T31" fmla="*/ 642 h 757"/>
                <a:gd name="T32" fmla="*/ 1257 w 1869"/>
                <a:gd name="T33" fmla="*/ 578 h 757"/>
                <a:gd name="T34" fmla="*/ 1134 w 1869"/>
                <a:gd name="T35" fmla="*/ 533 h 757"/>
                <a:gd name="T36" fmla="*/ 1002 w 1869"/>
                <a:gd name="T37" fmla="*/ 509 h 757"/>
                <a:gd name="T38" fmla="*/ 873 w 1869"/>
                <a:gd name="T39" fmla="*/ 508 h 757"/>
                <a:gd name="T40" fmla="*/ 755 w 1869"/>
                <a:gd name="T41" fmla="*/ 526 h 757"/>
                <a:gd name="T42" fmla="*/ 642 w 1869"/>
                <a:gd name="T43" fmla="*/ 560 h 757"/>
                <a:gd name="T44" fmla="*/ 536 w 1869"/>
                <a:gd name="T45" fmla="*/ 612 h 757"/>
                <a:gd name="T46" fmla="*/ 440 w 1869"/>
                <a:gd name="T47" fmla="*/ 680 h 757"/>
                <a:gd name="T48" fmla="*/ 376 w 1869"/>
                <a:gd name="T49" fmla="*/ 736 h 757"/>
                <a:gd name="T50" fmla="*/ 331 w 1869"/>
                <a:gd name="T51" fmla="*/ 755 h 757"/>
                <a:gd name="T52" fmla="*/ 283 w 1869"/>
                <a:gd name="T53" fmla="*/ 755 h 757"/>
                <a:gd name="T54" fmla="*/ 238 w 1869"/>
                <a:gd name="T55" fmla="*/ 736 h 757"/>
                <a:gd name="T56" fmla="*/ 38 w 1869"/>
                <a:gd name="T57" fmla="*/ 543 h 757"/>
                <a:gd name="T58" fmla="*/ 9 w 1869"/>
                <a:gd name="T59" fmla="*/ 501 h 757"/>
                <a:gd name="T60" fmla="*/ 0 w 1869"/>
                <a:gd name="T61" fmla="*/ 454 h 757"/>
                <a:gd name="T62" fmla="*/ 9 w 1869"/>
                <a:gd name="T63" fmla="*/ 408 h 757"/>
                <a:gd name="T64" fmla="*/ 38 w 1869"/>
                <a:gd name="T65" fmla="*/ 366 h 757"/>
                <a:gd name="T66" fmla="*/ 160 w 1869"/>
                <a:gd name="T67" fmla="*/ 261 h 757"/>
                <a:gd name="T68" fmla="*/ 294 w 1869"/>
                <a:gd name="T69" fmla="*/ 171 h 757"/>
                <a:gd name="T70" fmla="*/ 438 w 1869"/>
                <a:gd name="T71" fmla="*/ 99 h 757"/>
                <a:gd name="T72" fmla="*/ 594 w 1869"/>
                <a:gd name="T73" fmla="*/ 46 h 757"/>
                <a:gd name="T74" fmla="*/ 759 w 1869"/>
                <a:gd name="T75" fmla="*/ 12 h 757"/>
                <a:gd name="T76" fmla="*/ 934 w 1869"/>
                <a:gd name="T77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69" h="757">
                  <a:moveTo>
                    <a:pt x="934" y="0"/>
                  </a:moveTo>
                  <a:lnTo>
                    <a:pt x="1023" y="3"/>
                  </a:lnTo>
                  <a:lnTo>
                    <a:pt x="1109" y="12"/>
                  </a:lnTo>
                  <a:lnTo>
                    <a:pt x="1193" y="25"/>
                  </a:lnTo>
                  <a:lnTo>
                    <a:pt x="1275" y="46"/>
                  </a:lnTo>
                  <a:lnTo>
                    <a:pt x="1354" y="70"/>
                  </a:lnTo>
                  <a:lnTo>
                    <a:pt x="1430" y="99"/>
                  </a:lnTo>
                  <a:lnTo>
                    <a:pt x="1505" y="133"/>
                  </a:lnTo>
                  <a:lnTo>
                    <a:pt x="1576" y="171"/>
                  </a:lnTo>
                  <a:lnTo>
                    <a:pt x="1644" y="214"/>
                  </a:lnTo>
                  <a:lnTo>
                    <a:pt x="1709" y="261"/>
                  </a:lnTo>
                  <a:lnTo>
                    <a:pt x="1771" y="311"/>
                  </a:lnTo>
                  <a:lnTo>
                    <a:pt x="1830" y="366"/>
                  </a:lnTo>
                  <a:lnTo>
                    <a:pt x="1848" y="386"/>
                  </a:lnTo>
                  <a:lnTo>
                    <a:pt x="1860" y="408"/>
                  </a:lnTo>
                  <a:lnTo>
                    <a:pt x="1867" y="431"/>
                  </a:lnTo>
                  <a:lnTo>
                    <a:pt x="1869" y="454"/>
                  </a:lnTo>
                  <a:lnTo>
                    <a:pt x="1867" y="479"/>
                  </a:lnTo>
                  <a:lnTo>
                    <a:pt x="1860" y="501"/>
                  </a:lnTo>
                  <a:lnTo>
                    <a:pt x="1848" y="523"/>
                  </a:lnTo>
                  <a:lnTo>
                    <a:pt x="1830" y="543"/>
                  </a:lnTo>
                  <a:lnTo>
                    <a:pt x="1651" y="719"/>
                  </a:lnTo>
                  <a:lnTo>
                    <a:pt x="1631" y="736"/>
                  </a:lnTo>
                  <a:lnTo>
                    <a:pt x="1608" y="748"/>
                  </a:lnTo>
                  <a:lnTo>
                    <a:pt x="1586" y="755"/>
                  </a:lnTo>
                  <a:lnTo>
                    <a:pt x="1562" y="757"/>
                  </a:lnTo>
                  <a:lnTo>
                    <a:pt x="1538" y="755"/>
                  </a:lnTo>
                  <a:lnTo>
                    <a:pt x="1515" y="748"/>
                  </a:lnTo>
                  <a:lnTo>
                    <a:pt x="1492" y="736"/>
                  </a:lnTo>
                  <a:lnTo>
                    <a:pt x="1473" y="719"/>
                  </a:lnTo>
                  <a:lnTo>
                    <a:pt x="1424" y="679"/>
                  </a:lnTo>
                  <a:lnTo>
                    <a:pt x="1371" y="642"/>
                  </a:lnTo>
                  <a:lnTo>
                    <a:pt x="1316" y="608"/>
                  </a:lnTo>
                  <a:lnTo>
                    <a:pt x="1257" y="578"/>
                  </a:lnTo>
                  <a:lnTo>
                    <a:pt x="1197" y="553"/>
                  </a:lnTo>
                  <a:lnTo>
                    <a:pt x="1134" y="533"/>
                  </a:lnTo>
                  <a:lnTo>
                    <a:pt x="1069" y="518"/>
                  </a:lnTo>
                  <a:lnTo>
                    <a:pt x="1002" y="509"/>
                  </a:lnTo>
                  <a:lnTo>
                    <a:pt x="934" y="506"/>
                  </a:lnTo>
                  <a:lnTo>
                    <a:pt x="873" y="508"/>
                  </a:lnTo>
                  <a:lnTo>
                    <a:pt x="813" y="515"/>
                  </a:lnTo>
                  <a:lnTo>
                    <a:pt x="755" y="526"/>
                  </a:lnTo>
                  <a:lnTo>
                    <a:pt x="697" y="541"/>
                  </a:lnTo>
                  <a:lnTo>
                    <a:pt x="642" y="560"/>
                  </a:lnTo>
                  <a:lnTo>
                    <a:pt x="588" y="584"/>
                  </a:lnTo>
                  <a:lnTo>
                    <a:pt x="536" y="612"/>
                  </a:lnTo>
                  <a:lnTo>
                    <a:pt x="487" y="644"/>
                  </a:lnTo>
                  <a:lnTo>
                    <a:pt x="440" y="680"/>
                  </a:lnTo>
                  <a:lnTo>
                    <a:pt x="396" y="719"/>
                  </a:lnTo>
                  <a:lnTo>
                    <a:pt x="376" y="736"/>
                  </a:lnTo>
                  <a:lnTo>
                    <a:pt x="354" y="748"/>
                  </a:lnTo>
                  <a:lnTo>
                    <a:pt x="331" y="755"/>
                  </a:lnTo>
                  <a:lnTo>
                    <a:pt x="307" y="757"/>
                  </a:lnTo>
                  <a:lnTo>
                    <a:pt x="283" y="755"/>
                  </a:lnTo>
                  <a:lnTo>
                    <a:pt x="260" y="748"/>
                  </a:lnTo>
                  <a:lnTo>
                    <a:pt x="238" y="736"/>
                  </a:lnTo>
                  <a:lnTo>
                    <a:pt x="218" y="719"/>
                  </a:lnTo>
                  <a:lnTo>
                    <a:pt x="38" y="543"/>
                  </a:lnTo>
                  <a:lnTo>
                    <a:pt x="22" y="523"/>
                  </a:lnTo>
                  <a:lnTo>
                    <a:pt x="9" y="501"/>
                  </a:lnTo>
                  <a:lnTo>
                    <a:pt x="2" y="479"/>
                  </a:lnTo>
                  <a:lnTo>
                    <a:pt x="0" y="454"/>
                  </a:lnTo>
                  <a:lnTo>
                    <a:pt x="2" y="431"/>
                  </a:lnTo>
                  <a:lnTo>
                    <a:pt x="9" y="408"/>
                  </a:lnTo>
                  <a:lnTo>
                    <a:pt x="22" y="386"/>
                  </a:lnTo>
                  <a:lnTo>
                    <a:pt x="38" y="366"/>
                  </a:lnTo>
                  <a:lnTo>
                    <a:pt x="97" y="311"/>
                  </a:lnTo>
                  <a:lnTo>
                    <a:pt x="160" y="261"/>
                  </a:lnTo>
                  <a:lnTo>
                    <a:pt x="225" y="214"/>
                  </a:lnTo>
                  <a:lnTo>
                    <a:pt x="294" y="171"/>
                  </a:lnTo>
                  <a:lnTo>
                    <a:pt x="364" y="133"/>
                  </a:lnTo>
                  <a:lnTo>
                    <a:pt x="438" y="99"/>
                  </a:lnTo>
                  <a:lnTo>
                    <a:pt x="515" y="70"/>
                  </a:lnTo>
                  <a:lnTo>
                    <a:pt x="594" y="46"/>
                  </a:lnTo>
                  <a:lnTo>
                    <a:pt x="676" y="25"/>
                  </a:lnTo>
                  <a:lnTo>
                    <a:pt x="759" y="12"/>
                  </a:lnTo>
                  <a:lnTo>
                    <a:pt x="846" y="3"/>
                  </a:lnTo>
                  <a:lnTo>
                    <a:pt x="9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8"/>
            <p:cNvSpPr>
              <a:spLocks/>
            </p:cNvSpPr>
            <p:nvPr/>
          </p:nvSpPr>
          <p:spPr bwMode="auto">
            <a:xfrm>
              <a:off x="4549775" y="2322513"/>
              <a:ext cx="41275" cy="39688"/>
            </a:xfrm>
            <a:custGeom>
              <a:avLst/>
              <a:gdLst>
                <a:gd name="T0" fmla="*/ 255 w 512"/>
                <a:gd name="T1" fmla="*/ 0 h 504"/>
                <a:gd name="T2" fmla="*/ 293 w 512"/>
                <a:gd name="T3" fmla="*/ 3 h 504"/>
                <a:gd name="T4" fmla="*/ 330 w 512"/>
                <a:gd name="T5" fmla="*/ 11 h 504"/>
                <a:gd name="T6" fmla="*/ 363 w 512"/>
                <a:gd name="T7" fmla="*/ 24 h 504"/>
                <a:gd name="T8" fmla="*/ 395 w 512"/>
                <a:gd name="T9" fmla="*/ 41 h 504"/>
                <a:gd name="T10" fmla="*/ 423 w 512"/>
                <a:gd name="T11" fmla="*/ 62 h 504"/>
                <a:gd name="T12" fmla="*/ 449 w 512"/>
                <a:gd name="T13" fmla="*/ 87 h 504"/>
                <a:gd name="T14" fmla="*/ 470 w 512"/>
                <a:gd name="T15" fmla="*/ 115 h 504"/>
                <a:gd name="T16" fmla="*/ 487 w 512"/>
                <a:gd name="T17" fmla="*/ 146 h 504"/>
                <a:gd name="T18" fmla="*/ 501 w 512"/>
                <a:gd name="T19" fmla="*/ 179 h 504"/>
                <a:gd name="T20" fmla="*/ 509 w 512"/>
                <a:gd name="T21" fmla="*/ 214 h 504"/>
                <a:gd name="T22" fmla="*/ 512 w 512"/>
                <a:gd name="T23" fmla="*/ 251 h 504"/>
                <a:gd name="T24" fmla="*/ 509 w 512"/>
                <a:gd name="T25" fmla="*/ 289 h 504"/>
                <a:gd name="T26" fmla="*/ 501 w 512"/>
                <a:gd name="T27" fmla="*/ 325 h 504"/>
                <a:gd name="T28" fmla="*/ 487 w 512"/>
                <a:gd name="T29" fmla="*/ 359 h 504"/>
                <a:gd name="T30" fmla="*/ 470 w 512"/>
                <a:gd name="T31" fmla="*/ 390 h 504"/>
                <a:gd name="T32" fmla="*/ 449 w 512"/>
                <a:gd name="T33" fmla="*/ 418 h 504"/>
                <a:gd name="T34" fmla="*/ 423 w 512"/>
                <a:gd name="T35" fmla="*/ 443 h 504"/>
                <a:gd name="T36" fmla="*/ 395 w 512"/>
                <a:gd name="T37" fmla="*/ 464 h 504"/>
                <a:gd name="T38" fmla="*/ 363 w 512"/>
                <a:gd name="T39" fmla="*/ 481 h 504"/>
                <a:gd name="T40" fmla="*/ 330 w 512"/>
                <a:gd name="T41" fmla="*/ 494 h 504"/>
                <a:gd name="T42" fmla="*/ 293 w 512"/>
                <a:gd name="T43" fmla="*/ 501 h 504"/>
                <a:gd name="T44" fmla="*/ 255 w 512"/>
                <a:gd name="T45" fmla="*/ 504 h 504"/>
                <a:gd name="T46" fmla="*/ 218 w 512"/>
                <a:gd name="T47" fmla="*/ 501 h 504"/>
                <a:gd name="T48" fmla="*/ 181 w 512"/>
                <a:gd name="T49" fmla="*/ 494 h 504"/>
                <a:gd name="T50" fmla="*/ 147 w 512"/>
                <a:gd name="T51" fmla="*/ 481 h 504"/>
                <a:gd name="T52" fmla="*/ 116 w 512"/>
                <a:gd name="T53" fmla="*/ 464 h 504"/>
                <a:gd name="T54" fmla="*/ 87 w 512"/>
                <a:gd name="T55" fmla="*/ 443 h 504"/>
                <a:gd name="T56" fmla="*/ 63 w 512"/>
                <a:gd name="T57" fmla="*/ 418 h 504"/>
                <a:gd name="T58" fmla="*/ 40 w 512"/>
                <a:gd name="T59" fmla="*/ 390 h 504"/>
                <a:gd name="T60" fmla="*/ 23 w 512"/>
                <a:gd name="T61" fmla="*/ 359 h 504"/>
                <a:gd name="T62" fmla="*/ 11 w 512"/>
                <a:gd name="T63" fmla="*/ 325 h 504"/>
                <a:gd name="T64" fmla="*/ 3 w 512"/>
                <a:gd name="T65" fmla="*/ 289 h 504"/>
                <a:gd name="T66" fmla="*/ 0 w 512"/>
                <a:gd name="T67" fmla="*/ 251 h 504"/>
                <a:gd name="T68" fmla="*/ 3 w 512"/>
                <a:gd name="T69" fmla="*/ 214 h 504"/>
                <a:gd name="T70" fmla="*/ 11 w 512"/>
                <a:gd name="T71" fmla="*/ 179 h 504"/>
                <a:gd name="T72" fmla="*/ 23 w 512"/>
                <a:gd name="T73" fmla="*/ 146 h 504"/>
                <a:gd name="T74" fmla="*/ 40 w 512"/>
                <a:gd name="T75" fmla="*/ 115 h 504"/>
                <a:gd name="T76" fmla="*/ 63 w 512"/>
                <a:gd name="T77" fmla="*/ 87 h 504"/>
                <a:gd name="T78" fmla="*/ 87 w 512"/>
                <a:gd name="T79" fmla="*/ 62 h 504"/>
                <a:gd name="T80" fmla="*/ 116 w 512"/>
                <a:gd name="T81" fmla="*/ 41 h 504"/>
                <a:gd name="T82" fmla="*/ 147 w 512"/>
                <a:gd name="T83" fmla="*/ 24 h 504"/>
                <a:gd name="T84" fmla="*/ 181 w 512"/>
                <a:gd name="T85" fmla="*/ 11 h 504"/>
                <a:gd name="T86" fmla="*/ 218 w 512"/>
                <a:gd name="T87" fmla="*/ 3 h 504"/>
                <a:gd name="T88" fmla="*/ 255 w 512"/>
                <a:gd name="T89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04">
                  <a:moveTo>
                    <a:pt x="255" y="0"/>
                  </a:moveTo>
                  <a:lnTo>
                    <a:pt x="293" y="3"/>
                  </a:lnTo>
                  <a:lnTo>
                    <a:pt x="330" y="11"/>
                  </a:lnTo>
                  <a:lnTo>
                    <a:pt x="363" y="24"/>
                  </a:lnTo>
                  <a:lnTo>
                    <a:pt x="395" y="41"/>
                  </a:lnTo>
                  <a:lnTo>
                    <a:pt x="423" y="62"/>
                  </a:lnTo>
                  <a:lnTo>
                    <a:pt x="449" y="87"/>
                  </a:lnTo>
                  <a:lnTo>
                    <a:pt x="470" y="115"/>
                  </a:lnTo>
                  <a:lnTo>
                    <a:pt x="487" y="146"/>
                  </a:lnTo>
                  <a:lnTo>
                    <a:pt x="501" y="179"/>
                  </a:lnTo>
                  <a:lnTo>
                    <a:pt x="509" y="214"/>
                  </a:lnTo>
                  <a:lnTo>
                    <a:pt x="512" y="251"/>
                  </a:lnTo>
                  <a:lnTo>
                    <a:pt x="509" y="289"/>
                  </a:lnTo>
                  <a:lnTo>
                    <a:pt x="501" y="325"/>
                  </a:lnTo>
                  <a:lnTo>
                    <a:pt x="487" y="359"/>
                  </a:lnTo>
                  <a:lnTo>
                    <a:pt x="470" y="390"/>
                  </a:lnTo>
                  <a:lnTo>
                    <a:pt x="449" y="418"/>
                  </a:lnTo>
                  <a:lnTo>
                    <a:pt x="423" y="443"/>
                  </a:lnTo>
                  <a:lnTo>
                    <a:pt x="395" y="464"/>
                  </a:lnTo>
                  <a:lnTo>
                    <a:pt x="363" y="481"/>
                  </a:lnTo>
                  <a:lnTo>
                    <a:pt x="330" y="494"/>
                  </a:lnTo>
                  <a:lnTo>
                    <a:pt x="293" y="501"/>
                  </a:lnTo>
                  <a:lnTo>
                    <a:pt x="255" y="504"/>
                  </a:lnTo>
                  <a:lnTo>
                    <a:pt x="218" y="501"/>
                  </a:lnTo>
                  <a:lnTo>
                    <a:pt x="181" y="494"/>
                  </a:lnTo>
                  <a:lnTo>
                    <a:pt x="147" y="481"/>
                  </a:lnTo>
                  <a:lnTo>
                    <a:pt x="116" y="464"/>
                  </a:lnTo>
                  <a:lnTo>
                    <a:pt x="87" y="443"/>
                  </a:lnTo>
                  <a:lnTo>
                    <a:pt x="63" y="418"/>
                  </a:lnTo>
                  <a:lnTo>
                    <a:pt x="40" y="390"/>
                  </a:lnTo>
                  <a:lnTo>
                    <a:pt x="23" y="359"/>
                  </a:lnTo>
                  <a:lnTo>
                    <a:pt x="11" y="325"/>
                  </a:lnTo>
                  <a:lnTo>
                    <a:pt x="3" y="289"/>
                  </a:lnTo>
                  <a:lnTo>
                    <a:pt x="0" y="251"/>
                  </a:lnTo>
                  <a:lnTo>
                    <a:pt x="3" y="214"/>
                  </a:lnTo>
                  <a:lnTo>
                    <a:pt x="11" y="179"/>
                  </a:lnTo>
                  <a:lnTo>
                    <a:pt x="23" y="146"/>
                  </a:lnTo>
                  <a:lnTo>
                    <a:pt x="40" y="115"/>
                  </a:lnTo>
                  <a:lnTo>
                    <a:pt x="63" y="87"/>
                  </a:lnTo>
                  <a:lnTo>
                    <a:pt x="87" y="62"/>
                  </a:lnTo>
                  <a:lnTo>
                    <a:pt x="116" y="41"/>
                  </a:lnTo>
                  <a:lnTo>
                    <a:pt x="147" y="24"/>
                  </a:lnTo>
                  <a:lnTo>
                    <a:pt x="181" y="11"/>
                  </a:lnTo>
                  <a:lnTo>
                    <a:pt x="218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615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5" name="Straight Connector 4"/>
          <p:cNvCxnSpPr>
            <a:stCxn id="4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4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4400" y="1706469"/>
            <a:ext cx="1163644" cy="1163642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06400" dist="38100" sx="110000" sy="110000" algn="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>
            <a:off x="1203319" y="1954271"/>
            <a:ext cx="585806" cy="668038"/>
          </a:xfrm>
          <a:custGeom>
            <a:avLst/>
            <a:gdLst>
              <a:gd name="T0" fmla="*/ 1261 w 3739"/>
              <a:gd name="T1" fmla="*/ 2984 h 4263"/>
              <a:gd name="T2" fmla="*/ 1372 w 3739"/>
              <a:gd name="T3" fmla="*/ 3203 h 4263"/>
              <a:gd name="T4" fmla="*/ 1496 w 3739"/>
              <a:gd name="T5" fmla="*/ 3324 h 4263"/>
              <a:gd name="T6" fmla="*/ 1647 w 3739"/>
              <a:gd name="T7" fmla="*/ 3406 h 4263"/>
              <a:gd name="T8" fmla="*/ 1890 w 3739"/>
              <a:gd name="T9" fmla="*/ 3452 h 4263"/>
              <a:gd name="T10" fmla="*/ 2175 w 3739"/>
              <a:gd name="T11" fmla="*/ 3421 h 4263"/>
              <a:gd name="T12" fmla="*/ 2373 w 3739"/>
              <a:gd name="T13" fmla="*/ 3309 h 4263"/>
              <a:gd name="T14" fmla="*/ 2481 w 3739"/>
              <a:gd name="T15" fmla="*/ 3150 h 4263"/>
              <a:gd name="T16" fmla="*/ 2497 w 3739"/>
              <a:gd name="T17" fmla="*/ 2969 h 4263"/>
              <a:gd name="T18" fmla="*/ 2423 w 3739"/>
              <a:gd name="T19" fmla="*/ 2807 h 4263"/>
              <a:gd name="T20" fmla="*/ 2237 w 3739"/>
              <a:gd name="T21" fmla="*/ 2664 h 4263"/>
              <a:gd name="T22" fmla="*/ 1831 w 3739"/>
              <a:gd name="T23" fmla="*/ 2531 h 4263"/>
              <a:gd name="T24" fmla="*/ 1108 w 3739"/>
              <a:gd name="T25" fmla="*/ 2330 h 4263"/>
              <a:gd name="T26" fmla="*/ 784 w 3739"/>
              <a:gd name="T27" fmla="*/ 2185 h 4263"/>
              <a:gd name="T28" fmla="*/ 537 w 3739"/>
              <a:gd name="T29" fmla="*/ 2022 h 4263"/>
              <a:gd name="T30" fmla="*/ 356 w 3739"/>
              <a:gd name="T31" fmla="*/ 1836 h 4263"/>
              <a:gd name="T32" fmla="*/ 233 w 3739"/>
              <a:gd name="T33" fmla="*/ 1623 h 4263"/>
              <a:gd name="T34" fmla="*/ 166 w 3739"/>
              <a:gd name="T35" fmla="*/ 1382 h 4263"/>
              <a:gd name="T36" fmla="*/ 160 w 3739"/>
              <a:gd name="T37" fmla="*/ 1089 h 4263"/>
              <a:gd name="T38" fmla="*/ 257 w 3739"/>
              <a:gd name="T39" fmla="*/ 749 h 4263"/>
              <a:gd name="T40" fmla="*/ 471 w 3739"/>
              <a:gd name="T41" fmla="*/ 442 h 4263"/>
              <a:gd name="T42" fmla="*/ 802 w 3739"/>
              <a:gd name="T43" fmla="*/ 204 h 4263"/>
              <a:gd name="T44" fmla="*/ 1268 w 3739"/>
              <a:gd name="T45" fmla="*/ 51 h 4263"/>
              <a:gd name="T46" fmla="*/ 1906 w 3739"/>
              <a:gd name="T47" fmla="*/ 0 h 4263"/>
              <a:gd name="T48" fmla="*/ 2321 w 3739"/>
              <a:gd name="T49" fmla="*/ 24 h 4263"/>
              <a:gd name="T50" fmla="*/ 2676 w 3739"/>
              <a:gd name="T51" fmla="*/ 94 h 4263"/>
              <a:gd name="T52" fmla="*/ 2972 w 3739"/>
              <a:gd name="T53" fmla="*/ 209 h 4263"/>
              <a:gd name="T54" fmla="*/ 3210 w 3739"/>
              <a:gd name="T55" fmla="*/ 373 h 4263"/>
              <a:gd name="T56" fmla="*/ 3392 w 3739"/>
              <a:gd name="T57" fmla="*/ 590 h 4263"/>
              <a:gd name="T58" fmla="*/ 3522 w 3739"/>
              <a:gd name="T59" fmla="*/ 863 h 4263"/>
              <a:gd name="T60" fmla="*/ 3599 w 3739"/>
              <a:gd name="T61" fmla="*/ 1190 h 4263"/>
              <a:gd name="T62" fmla="*/ 2342 w 3739"/>
              <a:gd name="T63" fmla="*/ 1085 h 4263"/>
              <a:gd name="T64" fmla="*/ 2202 w 3739"/>
              <a:gd name="T65" fmla="*/ 894 h 4263"/>
              <a:gd name="T66" fmla="*/ 1994 w 3739"/>
              <a:gd name="T67" fmla="*/ 793 h 4263"/>
              <a:gd name="T68" fmla="*/ 1725 w 3739"/>
              <a:gd name="T69" fmla="*/ 770 h 4263"/>
              <a:gd name="T70" fmla="*/ 1526 w 3739"/>
              <a:gd name="T71" fmla="*/ 813 h 4263"/>
              <a:gd name="T72" fmla="*/ 1395 w 3739"/>
              <a:gd name="T73" fmla="*/ 912 h 4263"/>
              <a:gd name="T74" fmla="*/ 1337 w 3739"/>
              <a:gd name="T75" fmla="*/ 1042 h 4263"/>
              <a:gd name="T76" fmla="*/ 1345 w 3739"/>
              <a:gd name="T77" fmla="*/ 1162 h 4263"/>
              <a:gd name="T78" fmla="*/ 1413 w 3739"/>
              <a:gd name="T79" fmla="*/ 1259 h 4263"/>
              <a:gd name="T80" fmla="*/ 1577 w 3739"/>
              <a:gd name="T81" fmla="*/ 1347 h 4263"/>
              <a:gd name="T82" fmla="*/ 2149 w 3739"/>
              <a:gd name="T83" fmla="*/ 1488 h 4263"/>
              <a:gd name="T84" fmla="*/ 2838 w 3739"/>
              <a:gd name="T85" fmla="*/ 1693 h 4263"/>
              <a:gd name="T86" fmla="*/ 3256 w 3739"/>
              <a:gd name="T87" fmla="*/ 1908 h 4263"/>
              <a:gd name="T88" fmla="*/ 3530 w 3739"/>
              <a:gd name="T89" fmla="*/ 2175 h 4263"/>
              <a:gd name="T90" fmla="*/ 3687 w 3739"/>
              <a:gd name="T91" fmla="*/ 2493 h 4263"/>
              <a:gd name="T92" fmla="*/ 3739 w 3739"/>
              <a:gd name="T93" fmla="*/ 2852 h 4263"/>
              <a:gd name="T94" fmla="*/ 3669 w 3739"/>
              <a:gd name="T95" fmla="*/ 3278 h 4263"/>
              <a:gd name="T96" fmla="*/ 3462 w 3739"/>
              <a:gd name="T97" fmla="*/ 3663 h 4263"/>
              <a:gd name="T98" fmla="*/ 3136 w 3739"/>
              <a:gd name="T99" fmla="*/ 3967 h 4263"/>
              <a:gd name="T100" fmla="*/ 2697 w 3739"/>
              <a:gd name="T101" fmla="*/ 4165 h 4263"/>
              <a:gd name="T102" fmla="*/ 2132 w 3739"/>
              <a:gd name="T103" fmla="*/ 4257 h 4263"/>
              <a:gd name="T104" fmla="*/ 1543 w 3739"/>
              <a:gd name="T105" fmla="*/ 4249 h 4263"/>
              <a:gd name="T106" fmla="*/ 1070 w 3739"/>
              <a:gd name="T107" fmla="*/ 4174 h 4263"/>
              <a:gd name="T108" fmla="*/ 701 w 3739"/>
              <a:gd name="T109" fmla="*/ 4036 h 4263"/>
              <a:gd name="T110" fmla="*/ 433 w 3739"/>
              <a:gd name="T111" fmla="*/ 3832 h 4263"/>
              <a:gd name="T112" fmla="*/ 238 w 3739"/>
              <a:gd name="T113" fmla="*/ 3584 h 4263"/>
              <a:gd name="T114" fmla="*/ 100 w 3739"/>
              <a:gd name="T115" fmla="*/ 3301 h 4263"/>
              <a:gd name="T116" fmla="*/ 18 w 3739"/>
              <a:gd name="T117" fmla="*/ 2982 h 4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739" h="4263">
                <a:moveTo>
                  <a:pt x="0" y="2829"/>
                </a:moveTo>
                <a:lnTo>
                  <a:pt x="1212" y="2753"/>
                </a:lnTo>
                <a:lnTo>
                  <a:pt x="1217" y="2790"/>
                </a:lnTo>
                <a:lnTo>
                  <a:pt x="1222" y="2825"/>
                </a:lnTo>
                <a:lnTo>
                  <a:pt x="1229" y="2859"/>
                </a:lnTo>
                <a:lnTo>
                  <a:pt x="1236" y="2892"/>
                </a:lnTo>
                <a:lnTo>
                  <a:pt x="1244" y="2924"/>
                </a:lnTo>
                <a:lnTo>
                  <a:pt x="1252" y="2955"/>
                </a:lnTo>
                <a:lnTo>
                  <a:pt x="1261" y="2984"/>
                </a:lnTo>
                <a:lnTo>
                  <a:pt x="1271" y="3013"/>
                </a:lnTo>
                <a:lnTo>
                  <a:pt x="1282" y="3041"/>
                </a:lnTo>
                <a:lnTo>
                  <a:pt x="1292" y="3067"/>
                </a:lnTo>
                <a:lnTo>
                  <a:pt x="1304" y="3093"/>
                </a:lnTo>
                <a:lnTo>
                  <a:pt x="1317" y="3117"/>
                </a:lnTo>
                <a:lnTo>
                  <a:pt x="1329" y="3140"/>
                </a:lnTo>
                <a:lnTo>
                  <a:pt x="1343" y="3163"/>
                </a:lnTo>
                <a:lnTo>
                  <a:pt x="1357" y="3184"/>
                </a:lnTo>
                <a:lnTo>
                  <a:pt x="1372" y="3203"/>
                </a:lnTo>
                <a:lnTo>
                  <a:pt x="1385" y="3219"/>
                </a:lnTo>
                <a:lnTo>
                  <a:pt x="1397" y="3234"/>
                </a:lnTo>
                <a:lnTo>
                  <a:pt x="1410" y="3249"/>
                </a:lnTo>
                <a:lnTo>
                  <a:pt x="1424" y="3262"/>
                </a:lnTo>
                <a:lnTo>
                  <a:pt x="1438" y="3275"/>
                </a:lnTo>
                <a:lnTo>
                  <a:pt x="1451" y="3289"/>
                </a:lnTo>
                <a:lnTo>
                  <a:pt x="1465" y="3301"/>
                </a:lnTo>
                <a:lnTo>
                  <a:pt x="1480" y="3313"/>
                </a:lnTo>
                <a:lnTo>
                  <a:pt x="1496" y="3324"/>
                </a:lnTo>
                <a:lnTo>
                  <a:pt x="1511" y="3336"/>
                </a:lnTo>
                <a:lnTo>
                  <a:pt x="1527" y="3346"/>
                </a:lnTo>
                <a:lnTo>
                  <a:pt x="1543" y="3356"/>
                </a:lnTo>
                <a:lnTo>
                  <a:pt x="1560" y="3365"/>
                </a:lnTo>
                <a:lnTo>
                  <a:pt x="1576" y="3375"/>
                </a:lnTo>
                <a:lnTo>
                  <a:pt x="1594" y="3383"/>
                </a:lnTo>
                <a:lnTo>
                  <a:pt x="1611" y="3391"/>
                </a:lnTo>
                <a:lnTo>
                  <a:pt x="1629" y="3398"/>
                </a:lnTo>
                <a:lnTo>
                  <a:pt x="1647" y="3406"/>
                </a:lnTo>
                <a:lnTo>
                  <a:pt x="1665" y="3412"/>
                </a:lnTo>
                <a:lnTo>
                  <a:pt x="1684" y="3418"/>
                </a:lnTo>
                <a:lnTo>
                  <a:pt x="1703" y="3424"/>
                </a:lnTo>
                <a:lnTo>
                  <a:pt x="1722" y="3429"/>
                </a:lnTo>
                <a:lnTo>
                  <a:pt x="1742" y="3433"/>
                </a:lnTo>
                <a:lnTo>
                  <a:pt x="1762" y="3437"/>
                </a:lnTo>
                <a:lnTo>
                  <a:pt x="1803" y="3444"/>
                </a:lnTo>
                <a:lnTo>
                  <a:pt x="1845" y="3449"/>
                </a:lnTo>
                <a:lnTo>
                  <a:pt x="1890" y="3452"/>
                </a:lnTo>
                <a:lnTo>
                  <a:pt x="1934" y="3453"/>
                </a:lnTo>
                <a:lnTo>
                  <a:pt x="1968" y="3452"/>
                </a:lnTo>
                <a:lnTo>
                  <a:pt x="2000" y="3451"/>
                </a:lnTo>
                <a:lnTo>
                  <a:pt x="2032" y="3448"/>
                </a:lnTo>
                <a:lnTo>
                  <a:pt x="2063" y="3445"/>
                </a:lnTo>
                <a:lnTo>
                  <a:pt x="2092" y="3441"/>
                </a:lnTo>
                <a:lnTo>
                  <a:pt x="2121" y="3435"/>
                </a:lnTo>
                <a:lnTo>
                  <a:pt x="2149" y="3429"/>
                </a:lnTo>
                <a:lnTo>
                  <a:pt x="2175" y="3421"/>
                </a:lnTo>
                <a:lnTo>
                  <a:pt x="2202" y="3413"/>
                </a:lnTo>
                <a:lnTo>
                  <a:pt x="2226" y="3403"/>
                </a:lnTo>
                <a:lnTo>
                  <a:pt x="2249" y="3393"/>
                </a:lnTo>
                <a:lnTo>
                  <a:pt x="2273" y="3381"/>
                </a:lnTo>
                <a:lnTo>
                  <a:pt x="2295" y="3368"/>
                </a:lnTo>
                <a:lnTo>
                  <a:pt x="2315" y="3356"/>
                </a:lnTo>
                <a:lnTo>
                  <a:pt x="2335" y="3341"/>
                </a:lnTo>
                <a:lnTo>
                  <a:pt x="2355" y="3325"/>
                </a:lnTo>
                <a:lnTo>
                  <a:pt x="2373" y="3309"/>
                </a:lnTo>
                <a:lnTo>
                  <a:pt x="2390" y="3293"/>
                </a:lnTo>
                <a:lnTo>
                  <a:pt x="2404" y="3276"/>
                </a:lnTo>
                <a:lnTo>
                  <a:pt x="2419" y="3259"/>
                </a:lnTo>
                <a:lnTo>
                  <a:pt x="2432" y="3241"/>
                </a:lnTo>
                <a:lnTo>
                  <a:pt x="2444" y="3223"/>
                </a:lnTo>
                <a:lnTo>
                  <a:pt x="2455" y="3205"/>
                </a:lnTo>
                <a:lnTo>
                  <a:pt x="2465" y="3187"/>
                </a:lnTo>
                <a:lnTo>
                  <a:pt x="2473" y="3169"/>
                </a:lnTo>
                <a:lnTo>
                  <a:pt x="2481" y="3150"/>
                </a:lnTo>
                <a:lnTo>
                  <a:pt x="2487" y="3130"/>
                </a:lnTo>
                <a:lnTo>
                  <a:pt x="2492" y="3111"/>
                </a:lnTo>
                <a:lnTo>
                  <a:pt x="2497" y="3090"/>
                </a:lnTo>
                <a:lnTo>
                  <a:pt x="2499" y="3070"/>
                </a:lnTo>
                <a:lnTo>
                  <a:pt x="2501" y="3050"/>
                </a:lnTo>
                <a:lnTo>
                  <a:pt x="2502" y="3029"/>
                </a:lnTo>
                <a:lnTo>
                  <a:pt x="2501" y="3009"/>
                </a:lnTo>
                <a:lnTo>
                  <a:pt x="2499" y="2990"/>
                </a:lnTo>
                <a:lnTo>
                  <a:pt x="2497" y="2969"/>
                </a:lnTo>
                <a:lnTo>
                  <a:pt x="2492" y="2950"/>
                </a:lnTo>
                <a:lnTo>
                  <a:pt x="2488" y="2932"/>
                </a:lnTo>
                <a:lnTo>
                  <a:pt x="2482" y="2913"/>
                </a:lnTo>
                <a:lnTo>
                  <a:pt x="2474" y="2895"/>
                </a:lnTo>
                <a:lnTo>
                  <a:pt x="2467" y="2877"/>
                </a:lnTo>
                <a:lnTo>
                  <a:pt x="2457" y="2859"/>
                </a:lnTo>
                <a:lnTo>
                  <a:pt x="2447" y="2842"/>
                </a:lnTo>
                <a:lnTo>
                  <a:pt x="2435" y="2824"/>
                </a:lnTo>
                <a:lnTo>
                  <a:pt x="2423" y="2807"/>
                </a:lnTo>
                <a:lnTo>
                  <a:pt x="2410" y="2790"/>
                </a:lnTo>
                <a:lnTo>
                  <a:pt x="2395" y="2774"/>
                </a:lnTo>
                <a:lnTo>
                  <a:pt x="2379" y="2758"/>
                </a:lnTo>
                <a:lnTo>
                  <a:pt x="2361" y="2741"/>
                </a:lnTo>
                <a:lnTo>
                  <a:pt x="2342" y="2726"/>
                </a:lnTo>
                <a:lnTo>
                  <a:pt x="2321" y="2711"/>
                </a:lnTo>
                <a:lnTo>
                  <a:pt x="2295" y="2695"/>
                </a:lnTo>
                <a:lnTo>
                  <a:pt x="2267" y="2680"/>
                </a:lnTo>
                <a:lnTo>
                  <a:pt x="2237" y="2664"/>
                </a:lnTo>
                <a:lnTo>
                  <a:pt x="2204" y="2649"/>
                </a:lnTo>
                <a:lnTo>
                  <a:pt x="2168" y="2634"/>
                </a:lnTo>
                <a:lnTo>
                  <a:pt x="2127" y="2618"/>
                </a:lnTo>
                <a:lnTo>
                  <a:pt x="2086" y="2603"/>
                </a:lnTo>
                <a:lnTo>
                  <a:pt x="2040" y="2590"/>
                </a:lnTo>
                <a:lnTo>
                  <a:pt x="1993" y="2575"/>
                </a:lnTo>
                <a:lnTo>
                  <a:pt x="1942" y="2560"/>
                </a:lnTo>
                <a:lnTo>
                  <a:pt x="1888" y="2545"/>
                </a:lnTo>
                <a:lnTo>
                  <a:pt x="1831" y="2531"/>
                </a:lnTo>
                <a:lnTo>
                  <a:pt x="1771" y="2517"/>
                </a:lnTo>
                <a:lnTo>
                  <a:pt x="1708" y="2503"/>
                </a:lnTo>
                <a:lnTo>
                  <a:pt x="1606" y="2479"/>
                </a:lnTo>
                <a:lnTo>
                  <a:pt x="1507" y="2454"/>
                </a:lnTo>
                <a:lnTo>
                  <a:pt x="1411" y="2428"/>
                </a:lnTo>
                <a:lnTo>
                  <a:pt x="1320" y="2401"/>
                </a:lnTo>
                <a:lnTo>
                  <a:pt x="1232" y="2373"/>
                </a:lnTo>
                <a:lnTo>
                  <a:pt x="1148" y="2344"/>
                </a:lnTo>
                <a:lnTo>
                  <a:pt x="1108" y="2330"/>
                </a:lnTo>
                <a:lnTo>
                  <a:pt x="1067" y="2315"/>
                </a:lnTo>
                <a:lnTo>
                  <a:pt x="1029" y="2299"/>
                </a:lnTo>
                <a:lnTo>
                  <a:pt x="991" y="2284"/>
                </a:lnTo>
                <a:lnTo>
                  <a:pt x="954" y="2268"/>
                </a:lnTo>
                <a:lnTo>
                  <a:pt x="919" y="2252"/>
                </a:lnTo>
                <a:lnTo>
                  <a:pt x="884" y="2236"/>
                </a:lnTo>
                <a:lnTo>
                  <a:pt x="849" y="2219"/>
                </a:lnTo>
                <a:lnTo>
                  <a:pt x="816" y="2202"/>
                </a:lnTo>
                <a:lnTo>
                  <a:pt x="784" y="2185"/>
                </a:lnTo>
                <a:lnTo>
                  <a:pt x="753" y="2168"/>
                </a:lnTo>
                <a:lnTo>
                  <a:pt x="722" y="2151"/>
                </a:lnTo>
                <a:lnTo>
                  <a:pt x="693" y="2133"/>
                </a:lnTo>
                <a:lnTo>
                  <a:pt x="665" y="2115"/>
                </a:lnTo>
                <a:lnTo>
                  <a:pt x="637" y="2097"/>
                </a:lnTo>
                <a:lnTo>
                  <a:pt x="611" y="2079"/>
                </a:lnTo>
                <a:lnTo>
                  <a:pt x="584" y="2060"/>
                </a:lnTo>
                <a:lnTo>
                  <a:pt x="560" y="2041"/>
                </a:lnTo>
                <a:lnTo>
                  <a:pt x="537" y="2022"/>
                </a:lnTo>
                <a:lnTo>
                  <a:pt x="513" y="2003"/>
                </a:lnTo>
                <a:lnTo>
                  <a:pt x="492" y="1983"/>
                </a:lnTo>
                <a:lnTo>
                  <a:pt x="470" y="1963"/>
                </a:lnTo>
                <a:lnTo>
                  <a:pt x="450" y="1942"/>
                </a:lnTo>
                <a:lnTo>
                  <a:pt x="429" y="1922"/>
                </a:lnTo>
                <a:lnTo>
                  <a:pt x="410" y="1901"/>
                </a:lnTo>
                <a:lnTo>
                  <a:pt x="391" y="1880"/>
                </a:lnTo>
                <a:lnTo>
                  <a:pt x="373" y="1858"/>
                </a:lnTo>
                <a:lnTo>
                  <a:pt x="356" y="1836"/>
                </a:lnTo>
                <a:lnTo>
                  <a:pt x="339" y="1814"/>
                </a:lnTo>
                <a:lnTo>
                  <a:pt x="324" y="1790"/>
                </a:lnTo>
                <a:lnTo>
                  <a:pt x="308" y="1768"/>
                </a:lnTo>
                <a:lnTo>
                  <a:pt x="295" y="1745"/>
                </a:lnTo>
                <a:lnTo>
                  <a:pt x="281" y="1720"/>
                </a:lnTo>
                <a:lnTo>
                  <a:pt x="268" y="1697"/>
                </a:lnTo>
                <a:lnTo>
                  <a:pt x="255" y="1673"/>
                </a:lnTo>
                <a:lnTo>
                  <a:pt x="244" y="1647"/>
                </a:lnTo>
                <a:lnTo>
                  <a:pt x="233" y="1623"/>
                </a:lnTo>
                <a:lnTo>
                  <a:pt x="222" y="1597"/>
                </a:lnTo>
                <a:lnTo>
                  <a:pt x="213" y="1572"/>
                </a:lnTo>
                <a:lnTo>
                  <a:pt x="204" y="1545"/>
                </a:lnTo>
                <a:lnTo>
                  <a:pt x="196" y="1519"/>
                </a:lnTo>
                <a:lnTo>
                  <a:pt x="188" y="1492"/>
                </a:lnTo>
                <a:lnTo>
                  <a:pt x="182" y="1466"/>
                </a:lnTo>
                <a:lnTo>
                  <a:pt x="176" y="1438"/>
                </a:lnTo>
                <a:lnTo>
                  <a:pt x="170" y="1411"/>
                </a:lnTo>
                <a:lnTo>
                  <a:pt x="166" y="1382"/>
                </a:lnTo>
                <a:lnTo>
                  <a:pt x="163" y="1354"/>
                </a:lnTo>
                <a:lnTo>
                  <a:pt x="160" y="1326"/>
                </a:lnTo>
                <a:lnTo>
                  <a:pt x="157" y="1296"/>
                </a:lnTo>
                <a:lnTo>
                  <a:pt x="156" y="1267"/>
                </a:lnTo>
                <a:lnTo>
                  <a:pt x="155" y="1238"/>
                </a:lnTo>
                <a:lnTo>
                  <a:pt x="153" y="1207"/>
                </a:lnTo>
                <a:lnTo>
                  <a:pt x="155" y="1168"/>
                </a:lnTo>
                <a:lnTo>
                  <a:pt x="157" y="1128"/>
                </a:lnTo>
                <a:lnTo>
                  <a:pt x="160" y="1089"/>
                </a:lnTo>
                <a:lnTo>
                  <a:pt x="165" y="1050"/>
                </a:lnTo>
                <a:lnTo>
                  <a:pt x="172" y="1012"/>
                </a:lnTo>
                <a:lnTo>
                  <a:pt x="180" y="973"/>
                </a:lnTo>
                <a:lnTo>
                  <a:pt x="188" y="935"/>
                </a:lnTo>
                <a:lnTo>
                  <a:pt x="200" y="898"/>
                </a:lnTo>
                <a:lnTo>
                  <a:pt x="212" y="860"/>
                </a:lnTo>
                <a:lnTo>
                  <a:pt x="226" y="823"/>
                </a:lnTo>
                <a:lnTo>
                  <a:pt x="240" y="787"/>
                </a:lnTo>
                <a:lnTo>
                  <a:pt x="257" y="749"/>
                </a:lnTo>
                <a:lnTo>
                  <a:pt x="276" y="713"/>
                </a:lnTo>
                <a:lnTo>
                  <a:pt x="295" y="677"/>
                </a:lnTo>
                <a:lnTo>
                  <a:pt x="316" y="641"/>
                </a:lnTo>
                <a:lnTo>
                  <a:pt x="338" y="606"/>
                </a:lnTo>
                <a:lnTo>
                  <a:pt x="361" y="571"/>
                </a:lnTo>
                <a:lnTo>
                  <a:pt x="387" y="537"/>
                </a:lnTo>
                <a:lnTo>
                  <a:pt x="413" y="504"/>
                </a:lnTo>
                <a:lnTo>
                  <a:pt x="442" y="473"/>
                </a:lnTo>
                <a:lnTo>
                  <a:pt x="471" y="442"/>
                </a:lnTo>
                <a:lnTo>
                  <a:pt x="503" y="412"/>
                </a:lnTo>
                <a:lnTo>
                  <a:pt x="534" y="382"/>
                </a:lnTo>
                <a:lnTo>
                  <a:pt x="568" y="355"/>
                </a:lnTo>
                <a:lnTo>
                  <a:pt x="603" y="327"/>
                </a:lnTo>
                <a:lnTo>
                  <a:pt x="641" y="301"/>
                </a:lnTo>
                <a:lnTo>
                  <a:pt x="679" y="275"/>
                </a:lnTo>
                <a:lnTo>
                  <a:pt x="718" y="251"/>
                </a:lnTo>
                <a:lnTo>
                  <a:pt x="759" y="227"/>
                </a:lnTo>
                <a:lnTo>
                  <a:pt x="802" y="204"/>
                </a:lnTo>
                <a:lnTo>
                  <a:pt x="846" y="183"/>
                </a:lnTo>
                <a:lnTo>
                  <a:pt x="892" y="162"/>
                </a:lnTo>
                <a:lnTo>
                  <a:pt x="939" y="143"/>
                </a:lnTo>
                <a:lnTo>
                  <a:pt x="989" y="124"/>
                </a:lnTo>
                <a:lnTo>
                  <a:pt x="1041" y="107"/>
                </a:lnTo>
                <a:lnTo>
                  <a:pt x="1094" y="92"/>
                </a:lnTo>
                <a:lnTo>
                  <a:pt x="1150" y="77"/>
                </a:lnTo>
                <a:lnTo>
                  <a:pt x="1208" y="64"/>
                </a:lnTo>
                <a:lnTo>
                  <a:pt x="1268" y="51"/>
                </a:lnTo>
                <a:lnTo>
                  <a:pt x="1330" y="41"/>
                </a:lnTo>
                <a:lnTo>
                  <a:pt x="1395" y="31"/>
                </a:lnTo>
                <a:lnTo>
                  <a:pt x="1461" y="24"/>
                </a:lnTo>
                <a:lnTo>
                  <a:pt x="1530" y="16"/>
                </a:lnTo>
                <a:lnTo>
                  <a:pt x="1601" y="11"/>
                </a:lnTo>
                <a:lnTo>
                  <a:pt x="1674" y="7"/>
                </a:lnTo>
                <a:lnTo>
                  <a:pt x="1749" y="3"/>
                </a:lnTo>
                <a:lnTo>
                  <a:pt x="1826" y="1"/>
                </a:lnTo>
                <a:lnTo>
                  <a:pt x="1906" y="0"/>
                </a:lnTo>
                <a:lnTo>
                  <a:pt x="1954" y="1"/>
                </a:lnTo>
                <a:lnTo>
                  <a:pt x="2003" y="1"/>
                </a:lnTo>
                <a:lnTo>
                  <a:pt x="2050" y="3"/>
                </a:lnTo>
                <a:lnTo>
                  <a:pt x="2098" y="6"/>
                </a:lnTo>
                <a:lnTo>
                  <a:pt x="2143" y="8"/>
                </a:lnTo>
                <a:lnTo>
                  <a:pt x="2189" y="11"/>
                </a:lnTo>
                <a:lnTo>
                  <a:pt x="2234" y="15"/>
                </a:lnTo>
                <a:lnTo>
                  <a:pt x="2277" y="19"/>
                </a:lnTo>
                <a:lnTo>
                  <a:pt x="2321" y="24"/>
                </a:lnTo>
                <a:lnTo>
                  <a:pt x="2363" y="29"/>
                </a:lnTo>
                <a:lnTo>
                  <a:pt x="2404" y="35"/>
                </a:lnTo>
                <a:lnTo>
                  <a:pt x="2446" y="42"/>
                </a:lnTo>
                <a:lnTo>
                  <a:pt x="2486" y="49"/>
                </a:lnTo>
                <a:lnTo>
                  <a:pt x="2525" y="57"/>
                </a:lnTo>
                <a:lnTo>
                  <a:pt x="2565" y="65"/>
                </a:lnTo>
                <a:lnTo>
                  <a:pt x="2602" y="75"/>
                </a:lnTo>
                <a:lnTo>
                  <a:pt x="2640" y="83"/>
                </a:lnTo>
                <a:lnTo>
                  <a:pt x="2676" y="94"/>
                </a:lnTo>
                <a:lnTo>
                  <a:pt x="2712" y="104"/>
                </a:lnTo>
                <a:lnTo>
                  <a:pt x="2747" y="115"/>
                </a:lnTo>
                <a:lnTo>
                  <a:pt x="2781" y="128"/>
                </a:lnTo>
                <a:lnTo>
                  <a:pt x="2815" y="139"/>
                </a:lnTo>
                <a:lnTo>
                  <a:pt x="2848" y="152"/>
                </a:lnTo>
                <a:lnTo>
                  <a:pt x="2880" y="166"/>
                </a:lnTo>
                <a:lnTo>
                  <a:pt x="2912" y="180"/>
                </a:lnTo>
                <a:lnTo>
                  <a:pt x="2942" y="194"/>
                </a:lnTo>
                <a:lnTo>
                  <a:pt x="2972" y="209"/>
                </a:lnTo>
                <a:lnTo>
                  <a:pt x="3002" y="225"/>
                </a:lnTo>
                <a:lnTo>
                  <a:pt x="3029" y="242"/>
                </a:lnTo>
                <a:lnTo>
                  <a:pt x="3058" y="259"/>
                </a:lnTo>
                <a:lnTo>
                  <a:pt x="3085" y="276"/>
                </a:lnTo>
                <a:lnTo>
                  <a:pt x="3111" y="294"/>
                </a:lnTo>
                <a:lnTo>
                  <a:pt x="3137" y="313"/>
                </a:lnTo>
                <a:lnTo>
                  <a:pt x="3161" y="332"/>
                </a:lnTo>
                <a:lnTo>
                  <a:pt x="3185" y="353"/>
                </a:lnTo>
                <a:lnTo>
                  <a:pt x="3210" y="373"/>
                </a:lnTo>
                <a:lnTo>
                  <a:pt x="3232" y="395"/>
                </a:lnTo>
                <a:lnTo>
                  <a:pt x="3254" y="416"/>
                </a:lnTo>
                <a:lnTo>
                  <a:pt x="3277" y="440"/>
                </a:lnTo>
                <a:lnTo>
                  <a:pt x="3297" y="463"/>
                </a:lnTo>
                <a:lnTo>
                  <a:pt x="3318" y="487"/>
                </a:lnTo>
                <a:lnTo>
                  <a:pt x="3337" y="512"/>
                </a:lnTo>
                <a:lnTo>
                  <a:pt x="3356" y="537"/>
                </a:lnTo>
                <a:lnTo>
                  <a:pt x="3374" y="564"/>
                </a:lnTo>
                <a:lnTo>
                  <a:pt x="3392" y="590"/>
                </a:lnTo>
                <a:lnTo>
                  <a:pt x="3409" y="618"/>
                </a:lnTo>
                <a:lnTo>
                  <a:pt x="3425" y="647"/>
                </a:lnTo>
                <a:lnTo>
                  <a:pt x="3441" y="675"/>
                </a:lnTo>
                <a:lnTo>
                  <a:pt x="3457" y="705"/>
                </a:lnTo>
                <a:lnTo>
                  <a:pt x="3471" y="735"/>
                </a:lnTo>
                <a:lnTo>
                  <a:pt x="3485" y="765"/>
                </a:lnTo>
                <a:lnTo>
                  <a:pt x="3497" y="797"/>
                </a:lnTo>
                <a:lnTo>
                  <a:pt x="3510" y="830"/>
                </a:lnTo>
                <a:lnTo>
                  <a:pt x="3522" y="863"/>
                </a:lnTo>
                <a:lnTo>
                  <a:pt x="3534" y="896"/>
                </a:lnTo>
                <a:lnTo>
                  <a:pt x="3544" y="931"/>
                </a:lnTo>
                <a:lnTo>
                  <a:pt x="3554" y="966"/>
                </a:lnTo>
                <a:lnTo>
                  <a:pt x="3563" y="1001"/>
                </a:lnTo>
                <a:lnTo>
                  <a:pt x="3572" y="1037"/>
                </a:lnTo>
                <a:lnTo>
                  <a:pt x="3579" y="1074"/>
                </a:lnTo>
                <a:lnTo>
                  <a:pt x="3587" y="1112"/>
                </a:lnTo>
                <a:lnTo>
                  <a:pt x="3593" y="1151"/>
                </a:lnTo>
                <a:lnTo>
                  <a:pt x="3599" y="1190"/>
                </a:lnTo>
                <a:lnTo>
                  <a:pt x="3605" y="1229"/>
                </a:lnTo>
                <a:lnTo>
                  <a:pt x="2403" y="1299"/>
                </a:lnTo>
                <a:lnTo>
                  <a:pt x="2397" y="1265"/>
                </a:lnTo>
                <a:lnTo>
                  <a:pt x="2391" y="1232"/>
                </a:lnTo>
                <a:lnTo>
                  <a:pt x="2382" y="1200"/>
                </a:lnTo>
                <a:lnTo>
                  <a:pt x="2374" y="1170"/>
                </a:lnTo>
                <a:lnTo>
                  <a:pt x="2363" y="1140"/>
                </a:lnTo>
                <a:lnTo>
                  <a:pt x="2353" y="1112"/>
                </a:lnTo>
                <a:lnTo>
                  <a:pt x="2342" y="1085"/>
                </a:lnTo>
                <a:lnTo>
                  <a:pt x="2329" y="1059"/>
                </a:lnTo>
                <a:lnTo>
                  <a:pt x="2316" y="1034"/>
                </a:lnTo>
                <a:lnTo>
                  <a:pt x="2302" y="1011"/>
                </a:lnTo>
                <a:lnTo>
                  <a:pt x="2288" y="988"/>
                </a:lnTo>
                <a:lnTo>
                  <a:pt x="2273" y="967"/>
                </a:lnTo>
                <a:lnTo>
                  <a:pt x="2256" y="947"/>
                </a:lnTo>
                <a:lnTo>
                  <a:pt x="2239" y="928"/>
                </a:lnTo>
                <a:lnTo>
                  <a:pt x="2221" y="911"/>
                </a:lnTo>
                <a:lnTo>
                  <a:pt x="2202" y="894"/>
                </a:lnTo>
                <a:lnTo>
                  <a:pt x="2183" y="879"/>
                </a:lnTo>
                <a:lnTo>
                  <a:pt x="2162" y="865"/>
                </a:lnTo>
                <a:lnTo>
                  <a:pt x="2141" y="851"/>
                </a:lnTo>
                <a:lnTo>
                  <a:pt x="2119" y="840"/>
                </a:lnTo>
                <a:lnTo>
                  <a:pt x="2096" y="828"/>
                </a:lnTo>
                <a:lnTo>
                  <a:pt x="2071" y="817"/>
                </a:lnTo>
                <a:lnTo>
                  <a:pt x="2046" y="809"/>
                </a:lnTo>
                <a:lnTo>
                  <a:pt x="2020" y="800"/>
                </a:lnTo>
                <a:lnTo>
                  <a:pt x="1994" y="793"/>
                </a:lnTo>
                <a:lnTo>
                  <a:pt x="1965" y="787"/>
                </a:lnTo>
                <a:lnTo>
                  <a:pt x="1936" y="781"/>
                </a:lnTo>
                <a:lnTo>
                  <a:pt x="1907" y="776"/>
                </a:lnTo>
                <a:lnTo>
                  <a:pt x="1877" y="773"/>
                </a:lnTo>
                <a:lnTo>
                  <a:pt x="1845" y="771"/>
                </a:lnTo>
                <a:lnTo>
                  <a:pt x="1813" y="769"/>
                </a:lnTo>
                <a:lnTo>
                  <a:pt x="1779" y="769"/>
                </a:lnTo>
                <a:lnTo>
                  <a:pt x="1753" y="769"/>
                </a:lnTo>
                <a:lnTo>
                  <a:pt x="1725" y="770"/>
                </a:lnTo>
                <a:lnTo>
                  <a:pt x="1700" y="772"/>
                </a:lnTo>
                <a:lnTo>
                  <a:pt x="1675" y="774"/>
                </a:lnTo>
                <a:lnTo>
                  <a:pt x="1651" y="777"/>
                </a:lnTo>
                <a:lnTo>
                  <a:pt x="1629" y="781"/>
                </a:lnTo>
                <a:lnTo>
                  <a:pt x="1606" y="787"/>
                </a:lnTo>
                <a:lnTo>
                  <a:pt x="1584" y="792"/>
                </a:lnTo>
                <a:lnTo>
                  <a:pt x="1564" y="798"/>
                </a:lnTo>
                <a:lnTo>
                  <a:pt x="1545" y="805"/>
                </a:lnTo>
                <a:lnTo>
                  <a:pt x="1526" y="813"/>
                </a:lnTo>
                <a:lnTo>
                  <a:pt x="1508" y="822"/>
                </a:lnTo>
                <a:lnTo>
                  <a:pt x="1491" y="830"/>
                </a:lnTo>
                <a:lnTo>
                  <a:pt x="1475" y="841"/>
                </a:lnTo>
                <a:lnTo>
                  <a:pt x="1459" y="851"/>
                </a:lnTo>
                <a:lnTo>
                  <a:pt x="1445" y="863"/>
                </a:lnTo>
                <a:lnTo>
                  <a:pt x="1431" y="875"/>
                </a:lnTo>
                <a:lnTo>
                  <a:pt x="1418" y="886"/>
                </a:lnTo>
                <a:lnTo>
                  <a:pt x="1407" y="899"/>
                </a:lnTo>
                <a:lnTo>
                  <a:pt x="1395" y="912"/>
                </a:lnTo>
                <a:lnTo>
                  <a:pt x="1386" y="926"/>
                </a:lnTo>
                <a:lnTo>
                  <a:pt x="1376" y="938"/>
                </a:lnTo>
                <a:lnTo>
                  <a:pt x="1368" y="952"/>
                </a:lnTo>
                <a:lnTo>
                  <a:pt x="1360" y="967"/>
                </a:lnTo>
                <a:lnTo>
                  <a:pt x="1354" y="981"/>
                </a:lnTo>
                <a:lnTo>
                  <a:pt x="1348" y="996"/>
                </a:lnTo>
                <a:lnTo>
                  <a:pt x="1343" y="1012"/>
                </a:lnTo>
                <a:lnTo>
                  <a:pt x="1340" y="1026"/>
                </a:lnTo>
                <a:lnTo>
                  <a:pt x="1337" y="1042"/>
                </a:lnTo>
                <a:lnTo>
                  <a:pt x="1335" y="1058"/>
                </a:lnTo>
                <a:lnTo>
                  <a:pt x="1333" y="1075"/>
                </a:lnTo>
                <a:lnTo>
                  <a:pt x="1333" y="1092"/>
                </a:lnTo>
                <a:lnTo>
                  <a:pt x="1333" y="1104"/>
                </a:lnTo>
                <a:lnTo>
                  <a:pt x="1334" y="1116"/>
                </a:lnTo>
                <a:lnTo>
                  <a:pt x="1336" y="1128"/>
                </a:lnTo>
                <a:lnTo>
                  <a:pt x="1338" y="1140"/>
                </a:lnTo>
                <a:lnTo>
                  <a:pt x="1341" y="1152"/>
                </a:lnTo>
                <a:lnTo>
                  <a:pt x="1345" y="1162"/>
                </a:lnTo>
                <a:lnTo>
                  <a:pt x="1351" y="1174"/>
                </a:lnTo>
                <a:lnTo>
                  <a:pt x="1356" y="1185"/>
                </a:lnTo>
                <a:lnTo>
                  <a:pt x="1361" y="1196"/>
                </a:lnTo>
                <a:lnTo>
                  <a:pt x="1369" y="1207"/>
                </a:lnTo>
                <a:lnTo>
                  <a:pt x="1376" y="1217"/>
                </a:lnTo>
                <a:lnTo>
                  <a:pt x="1385" y="1228"/>
                </a:lnTo>
                <a:lnTo>
                  <a:pt x="1393" y="1239"/>
                </a:lnTo>
                <a:lnTo>
                  <a:pt x="1403" y="1248"/>
                </a:lnTo>
                <a:lnTo>
                  <a:pt x="1413" y="1259"/>
                </a:lnTo>
                <a:lnTo>
                  <a:pt x="1425" y="1268"/>
                </a:lnTo>
                <a:lnTo>
                  <a:pt x="1437" y="1279"/>
                </a:lnTo>
                <a:lnTo>
                  <a:pt x="1451" y="1289"/>
                </a:lnTo>
                <a:lnTo>
                  <a:pt x="1467" y="1299"/>
                </a:lnTo>
                <a:lnTo>
                  <a:pt x="1485" y="1309"/>
                </a:lnTo>
                <a:lnTo>
                  <a:pt x="1506" y="1318"/>
                </a:lnTo>
                <a:lnTo>
                  <a:pt x="1527" y="1328"/>
                </a:lnTo>
                <a:lnTo>
                  <a:pt x="1551" y="1337"/>
                </a:lnTo>
                <a:lnTo>
                  <a:pt x="1577" y="1347"/>
                </a:lnTo>
                <a:lnTo>
                  <a:pt x="1604" y="1356"/>
                </a:lnTo>
                <a:lnTo>
                  <a:pt x="1634" y="1366"/>
                </a:lnTo>
                <a:lnTo>
                  <a:pt x="1666" y="1376"/>
                </a:lnTo>
                <a:lnTo>
                  <a:pt x="1699" y="1384"/>
                </a:lnTo>
                <a:lnTo>
                  <a:pt x="1772" y="1402"/>
                </a:lnTo>
                <a:lnTo>
                  <a:pt x="1853" y="1420"/>
                </a:lnTo>
                <a:lnTo>
                  <a:pt x="1955" y="1442"/>
                </a:lnTo>
                <a:lnTo>
                  <a:pt x="2054" y="1466"/>
                </a:lnTo>
                <a:lnTo>
                  <a:pt x="2149" y="1488"/>
                </a:lnTo>
                <a:lnTo>
                  <a:pt x="2241" y="1510"/>
                </a:lnTo>
                <a:lnTo>
                  <a:pt x="2328" y="1534"/>
                </a:lnTo>
                <a:lnTo>
                  <a:pt x="2412" y="1556"/>
                </a:lnTo>
                <a:lnTo>
                  <a:pt x="2492" y="1578"/>
                </a:lnTo>
                <a:lnTo>
                  <a:pt x="2569" y="1602"/>
                </a:lnTo>
                <a:lnTo>
                  <a:pt x="2642" y="1624"/>
                </a:lnTo>
                <a:lnTo>
                  <a:pt x="2711" y="1647"/>
                </a:lnTo>
                <a:lnTo>
                  <a:pt x="2777" y="1670"/>
                </a:lnTo>
                <a:lnTo>
                  <a:pt x="2838" y="1693"/>
                </a:lnTo>
                <a:lnTo>
                  <a:pt x="2897" y="1716"/>
                </a:lnTo>
                <a:lnTo>
                  <a:pt x="2951" y="1738"/>
                </a:lnTo>
                <a:lnTo>
                  <a:pt x="3002" y="1762"/>
                </a:lnTo>
                <a:lnTo>
                  <a:pt x="3049" y="1785"/>
                </a:lnTo>
                <a:lnTo>
                  <a:pt x="3093" y="1809"/>
                </a:lnTo>
                <a:lnTo>
                  <a:pt x="3136" y="1832"/>
                </a:lnTo>
                <a:lnTo>
                  <a:pt x="3177" y="1857"/>
                </a:lnTo>
                <a:lnTo>
                  <a:pt x="3217" y="1883"/>
                </a:lnTo>
                <a:lnTo>
                  <a:pt x="3256" y="1908"/>
                </a:lnTo>
                <a:lnTo>
                  <a:pt x="3292" y="1935"/>
                </a:lnTo>
                <a:lnTo>
                  <a:pt x="3328" y="1962"/>
                </a:lnTo>
                <a:lnTo>
                  <a:pt x="3361" y="1991"/>
                </a:lnTo>
                <a:lnTo>
                  <a:pt x="3393" y="2020"/>
                </a:lnTo>
                <a:lnTo>
                  <a:pt x="3423" y="2049"/>
                </a:lnTo>
                <a:lnTo>
                  <a:pt x="3453" y="2080"/>
                </a:lnTo>
                <a:lnTo>
                  <a:pt x="3480" y="2111"/>
                </a:lnTo>
                <a:lnTo>
                  <a:pt x="3506" y="2143"/>
                </a:lnTo>
                <a:lnTo>
                  <a:pt x="3530" y="2175"/>
                </a:lnTo>
                <a:lnTo>
                  <a:pt x="3554" y="2208"/>
                </a:lnTo>
                <a:lnTo>
                  <a:pt x="3575" y="2241"/>
                </a:lnTo>
                <a:lnTo>
                  <a:pt x="3594" y="2277"/>
                </a:lnTo>
                <a:lnTo>
                  <a:pt x="3613" y="2310"/>
                </a:lnTo>
                <a:lnTo>
                  <a:pt x="3630" y="2347"/>
                </a:lnTo>
                <a:lnTo>
                  <a:pt x="3647" y="2382"/>
                </a:lnTo>
                <a:lnTo>
                  <a:pt x="3661" y="2419"/>
                </a:lnTo>
                <a:lnTo>
                  <a:pt x="3675" y="2455"/>
                </a:lnTo>
                <a:lnTo>
                  <a:pt x="3687" y="2493"/>
                </a:lnTo>
                <a:lnTo>
                  <a:pt x="3698" y="2530"/>
                </a:lnTo>
                <a:lnTo>
                  <a:pt x="3708" y="2568"/>
                </a:lnTo>
                <a:lnTo>
                  <a:pt x="3716" y="2608"/>
                </a:lnTo>
                <a:lnTo>
                  <a:pt x="3724" y="2647"/>
                </a:lnTo>
                <a:lnTo>
                  <a:pt x="3729" y="2687"/>
                </a:lnTo>
                <a:lnTo>
                  <a:pt x="3734" y="2727"/>
                </a:lnTo>
                <a:lnTo>
                  <a:pt x="3737" y="2769"/>
                </a:lnTo>
                <a:lnTo>
                  <a:pt x="3739" y="2810"/>
                </a:lnTo>
                <a:lnTo>
                  <a:pt x="3739" y="2852"/>
                </a:lnTo>
                <a:lnTo>
                  <a:pt x="3738" y="2902"/>
                </a:lnTo>
                <a:lnTo>
                  <a:pt x="3736" y="2950"/>
                </a:lnTo>
                <a:lnTo>
                  <a:pt x="3732" y="2998"/>
                </a:lnTo>
                <a:lnTo>
                  <a:pt x="3726" y="3046"/>
                </a:lnTo>
                <a:lnTo>
                  <a:pt x="3718" y="3094"/>
                </a:lnTo>
                <a:lnTo>
                  <a:pt x="3709" y="3140"/>
                </a:lnTo>
                <a:lnTo>
                  <a:pt x="3697" y="3187"/>
                </a:lnTo>
                <a:lnTo>
                  <a:pt x="3684" y="3233"/>
                </a:lnTo>
                <a:lnTo>
                  <a:pt x="3669" y="3278"/>
                </a:lnTo>
                <a:lnTo>
                  <a:pt x="3653" y="3323"/>
                </a:lnTo>
                <a:lnTo>
                  <a:pt x="3635" y="3367"/>
                </a:lnTo>
                <a:lnTo>
                  <a:pt x="3616" y="3412"/>
                </a:lnTo>
                <a:lnTo>
                  <a:pt x="3594" y="3455"/>
                </a:lnTo>
                <a:lnTo>
                  <a:pt x="3572" y="3498"/>
                </a:lnTo>
                <a:lnTo>
                  <a:pt x="3546" y="3540"/>
                </a:lnTo>
                <a:lnTo>
                  <a:pt x="3520" y="3583"/>
                </a:lnTo>
                <a:lnTo>
                  <a:pt x="3492" y="3624"/>
                </a:lnTo>
                <a:lnTo>
                  <a:pt x="3462" y="3663"/>
                </a:lnTo>
                <a:lnTo>
                  <a:pt x="3432" y="3703"/>
                </a:lnTo>
                <a:lnTo>
                  <a:pt x="3400" y="3740"/>
                </a:lnTo>
                <a:lnTo>
                  <a:pt x="3366" y="3776"/>
                </a:lnTo>
                <a:lnTo>
                  <a:pt x="3331" y="3811"/>
                </a:lnTo>
                <a:lnTo>
                  <a:pt x="3295" y="3845"/>
                </a:lnTo>
                <a:lnTo>
                  <a:pt x="3258" y="3877"/>
                </a:lnTo>
                <a:lnTo>
                  <a:pt x="3218" y="3909"/>
                </a:lnTo>
                <a:lnTo>
                  <a:pt x="3178" y="3938"/>
                </a:lnTo>
                <a:lnTo>
                  <a:pt x="3136" y="3967"/>
                </a:lnTo>
                <a:lnTo>
                  <a:pt x="3093" y="3993"/>
                </a:lnTo>
                <a:lnTo>
                  <a:pt x="3049" y="4020"/>
                </a:lnTo>
                <a:lnTo>
                  <a:pt x="3003" y="4044"/>
                </a:lnTo>
                <a:lnTo>
                  <a:pt x="2955" y="4068"/>
                </a:lnTo>
                <a:lnTo>
                  <a:pt x="2906" y="4090"/>
                </a:lnTo>
                <a:lnTo>
                  <a:pt x="2856" y="4111"/>
                </a:lnTo>
                <a:lnTo>
                  <a:pt x="2806" y="4130"/>
                </a:lnTo>
                <a:lnTo>
                  <a:pt x="2751" y="4149"/>
                </a:lnTo>
                <a:lnTo>
                  <a:pt x="2697" y="4165"/>
                </a:lnTo>
                <a:lnTo>
                  <a:pt x="2641" y="4181"/>
                </a:lnTo>
                <a:lnTo>
                  <a:pt x="2583" y="4195"/>
                </a:lnTo>
                <a:lnTo>
                  <a:pt x="2523" y="4208"/>
                </a:lnTo>
                <a:lnTo>
                  <a:pt x="2462" y="4219"/>
                </a:lnTo>
                <a:lnTo>
                  <a:pt x="2399" y="4230"/>
                </a:lnTo>
                <a:lnTo>
                  <a:pt x="2334" y="4239"/>
                </a:lnTo>
                <a:lnTo>
                  <a:pt x="2269" y="4246"/>
                </a:lnTo>
                <a:lnTo>
                  <a:pt x="2201" y="4252"/>
                </a:lnTo>
                <a:lnTo>
                  <a:pt x="2132" y="4257"/>
                </a:lnTo>
                <a:lnTo>
                  <a:pt x="2061" y="4260"/>
                </a:lnTo>
                <a:lnTo>
                  <a:pt x="1988" y="4262"/>
                </a:lnTo>
                <a:lnTo>
                  <a:pt x="1914" y="4263"/>
                </a:lnTo>
                <a:lnTo>
                  <a:pt x="1849" y="4263"/>
                </a:lnTo>
                <a:lnTo>
                  <a:pt x="1786" y="4262"/>
                </a:lnTo>
                <a:lnTo>
                  <a:pt x="1723" y="4260"/>
                </a:lnTo>
                <a:lnTo>
                  <a:pt x="1662" y="4257"/>
                </a:lnTo>
                <a:lnTo>
                  <a:pt x="1601" y="4253"/>
                </a:lnTo>
                <a:lnTo>
                  <a:pt x="1543" y="4249"/>
                </a:lnTo>
                <a:lnTo>
                  <a:pt x="1485" y="4244"/>
                </a:lnTo>
                <a:lnTo>
                  <a:pt x="1429" y="4238"/>
                </a:lnTo>
                <a:lnTo>
                  <a:pt x="1374" y="4231"/>
                </a:lnTo>
                <a:lnTo>
                  <a:pt x="1320" y="4224"/>
                </a:lnTo>
                <a:lnTo>
                  <a:pt x="1268" y="4215"/>
                </a:lnTo>
                <a:lnTo>
                  <a:pt x="1217" y="4207"/>
                </a:lnTo>
                <a:lnTo>
                  <a:pt x="1167" y="4196"/>
                </a:lnTo>
                <a:lnTo>
                  <a:pt x="1118" y="4186"/>
                </a:lnTo>
                <a:lnTo>
                  <a:pt x="1070" y="4174"/>
                </a:lnTo>
                <a:lnTo>
                  <a:pt x="1025" y="4162"/>
                </a:lnTo>
                <a:lnTo>
                  <a:pt x="979" y="4149"/>
                </a:lnTo>
                <a:lnTo>
                  <a:pt x="936" y="4136"/>
                </a:lnTo>
                <a:lnTo>
                  <a:pt x="893" y="4121"/>
                </a:lnTo>
                <a:lnTo>
                  <a:pt x="853" y="4105"/>
                </a:lnTo>
                <a:lnTo>
                  <a:pt x="813" y="4089"/>
                </a:lnTo>
                <a:lnTo>
                  <a:pt x="774" y="4072"/>
                </a:lnTo>
                <a:lnTo>
                  <a:pt x="737" y="4054"/>
                </a:lnTo>
                <a:lnTo>
                  <a:pt x="701" y="4036"/>
                </a:lnTo>
                <a:lnTo>
                  <a:pt x="666" y="4016"/>
                </a:lnTo>
                <a:lnTo>
                  <a:pt x="632" y="3996"/>
                </a:lnTo>
                <a:lnTo>
                  <a:pt x="600" y="3974"/>
                </a:lnTo>
                <a:lnTo>
                  <a:pt x="569" y="3953"/>
                </a:lnTo>
                <a:lnTo>
                  <a:pt x="540" y="3931"/>
                </a:lnTo>
                <a:lnTo>
                  <a:pt x="511" y="3908"/>
                </a:lnTo>
                <a:lnTo>
                  <a:pt x="484" y="3883"/>
                </a:lnTo>
                <a:lnTo>
                  <a:pt x="458" y="3858"/>
                </a:lnTo>
                <a:lnTo>
                  <a:pt x="433" y="3832"/>
                </a:lnTo>
                <a:lnTo>
                  <a:pt x="408" y="3807"/>
                </a:lnTo>
                <a:lnTo>
                  <a:pt x="385" y="3780"/>
                </a:lnTo>
                <a:lnTo>
                  <a:pt x="363" y="3754"/>
                </a:lnTo>
                <a:lnTo>
                  <a:pt x="340" y="3726"/>
                </a:lnTo>
                <a:lnTo>
                  <a:pt x="318" y="3698"/>
                </a:lnTo>
                <a:lnTo>
                  <a:pt x="298" y="3671"/>
                </a:lnTo>
                <a:lnTo>
                  <a:pt x="278" y="3642"/>
                </a:lnTo>
                <a:lnTo>
                  <a:pt x="257" y="3614"/>
                </a:lnTo>
                <a:lnTo>
                  <a:pt x="238" y="3584"/>
                </a:lnTo>
                <a:lnTo>
                  <a:pt x="220" y="3554"/>
                </a:lnTo>
                <a:lnTo>
                  <a:pt x="203" y="3523"/>
                </a:lnTo>
                <a:lnTo>
                  <a:pt x="186" y="3494"/>
                </a:lnTo>
                <a:lnTo>
                  <a:pt x="170" y="3462"/>
                </a:lnTo>
                <a:lnTo>
                  <a:pt x="156" y="3431"/>
                </a:lnTo>
                <a:lnTo>
                  <a:pt x="141" y="3398"/>
                </a:lnTo>
                <a:lnTo>
                  <a:pt x="127" y="3366"/>
                </a:lnTo>
                <a:lnTo>
                  <a:pt x="113" y="3333"/>
                </a:lnTo>
                <a:lnTo>
                  <a:pt x="100" y="3301"/>
                </a:lnTo>
                <a:lnTo>
                  <a:pt x="89" y="3267"/>
                </a:lnTo>
                <a:lnTo>
                  <a:pt x="77" y="3233"/>
                </a:lnTo>
                <a:lnTo>
                  <a:pt x="66" y="3198"/>
                </a:lnTo>
                <a:lnTo>
                  <a:pt x="57" y="3163"/>
                </a:lnTo>
                <a:lnTo>
                  <a:pt x="47" y="3128"/>
                </a:lnTo>
                <a:lnTo>
                  <a:pt x="39" y="3091"/>
                </a:lnTo>
                <a:lnTo>
                  <a:pt x="31" y="3055"/>
                </a:lnTo>
                <a:lnTo>
                  <a:pt x="24" y="3019"/>
                </a:lnTo>
                <a:lnTo>
                  <a:pt x="18" y="2982"/>
                </a:lnTo>
                <a:lnTo>
                  <a:pt x="12" y="2944"/>
                </a:lnTo>
                <a:lnTo>
                  <a:pt x="7" y="2907"/>
                </a:lnTo>
                <a:lnTo>
                  <a:pt x="3" y="2868"/>
                </a:lnTo>
                <a:lnTo>
                  <a:pt x="0" y="28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7565" y="3035049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Strength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30244" y="3377830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015084" y="1706469"/>
            <a:ext cx="1163644" cy="1163642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406400" dist="38100" sx="110000" sy="110000" algn="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3145413" y="1965627"/>
            <a:ext cx="902986" cy="645326"/>
          </a:xfrm>
          <a:custGeom>
            <a:avLst/>
            <a:gdLst>
              <a:gd name="T0" fmla="*/ 0 w 5765"/>
              <a:gd name="T1" fmla="*/ 0 h 4122"/>
              <a:gd name="T2" fmla="*/ 1209 w 5765"/>
              <a:gd name="T3" fmla="*/ 0 h 4122"/>
              <a:gd name="T4" fmla="*/ 1645 w 5765"/>
              <a:gd name="T5" fmla="*/ 2302 h 4122"/>
              <a:gd name="T6" fmla="*/ 2281 w 5765"/>
              <a:gd name="T7" fmla="*/ 0 h 4122"/>
              <a:gd name="T8" fmla="*/ 3488 w 5765"/>
              <a:gd name="T9" fmla="*/ 0 h 4122"/>
              <a:gd name="T10" fmla="*/ 4125 w 5765"/>
              <a:gd name="T11" fmla="*/ 2302 h 4122"/>
              <a:gd name="T12" fmla="*/ 4562 w 5765"/>
              <a:gd name="T13" fmla="*/ 0 h 4122"/>
              <a:gd name="T14" fmla="*/ 5765 w 5765"/>
              <a:gd name="T15" fmla="*/ 0 h 4122"/>
              <a:gd name="T16" fmla="*/ 4857 w 5765"/>
              <a:gd name="T17" fmla="*/ 4122 h 4122"/>
              <a:gd name="T18" fmla="*/ 3609 w 5765"/>
              <a:gd name="T19" fmla="*/ 4122 h 4122"/>
              <a:gd name="T20" fmla="*/ 2886 w 5765"/>
              <a:gd name="T21" fmla="*/ 1527 h 4122"/>
              <a:gd name="T22" fmla="*/ 2165 w 5765"/>
              <a:gd name="T23" fmla="*/ 4122 h 4122"/>
              <a:gd name="T24" fmla="*/ 917 w 5765"/>
              <a:gd name="T25" fmla="*/ 4122 h 4122"/>
              <a:gd name="T26" fmla="*/ 0 w 5765"/>
              <a:gd name="T27" fmla="*/ 0 h 4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65" h="4122">
                <a:moveTo>
                  <a:pt x="0" y="0"/>
                </a:moveTo>
                <a:lnTo>
                  <a:pt x="1209" y="0"/>
                </a:lnTo>
                <a:lnTo>
                  <a:pt x="1645" y="2302"/>
                </a:lnTo>
                <a:lnTo>
                  <a:pt x="2281" y="0"/>
                </a:lnTo>
                <a:lnTo>
                  <a:pt x="3488" y="0"/>
                </a:lnTo>
                <a:lnTo>
                  <a:pt x="4125" y="2302"/>
                </a:lnTo>
                <a:lnTo>
                  <a:pt x="4562" y="0"/>
                </a:lnTo>
                <a:lnTo>
                  <a:pt x="5765" y="0"/>
                </a:lnTo>
                <a:lnTo>
                  <a:pt x="4857" y="4122"/>
                </a:lnTo>
                <a:lnTo>
                  <a:pt x="3609" y="4122"/>
                </a:lnTo>
                <a:lnTo>
                  <a:pt x="2886" y="1527"/>
                </a:lnTo>
                <a:lnTo>
                  <a:pt x="2165" y="4122"/>
                </a:lnTo>
                <a:lnTo>
                  <a:pt x="917" y="412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918249" y="3035049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/>
              <a:t>Weaknes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2730928" y="3377830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5115768" y="1706469"/>
            <a:ext cx="1163644" cy="1163642"/>
          </a:xfrm>
          <a:prstGeom prst="ellipse">
            <a:avLst/>
          </a:prstGeom>
          <a:ln>
            <a:noFill/>
          </a:ln>
          <a:effectLst>
            <a:outerShdw blurRad="406400" dist="38100" sx="110000" sy="110000" algn="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/>
          <p:cNvSpPr>
            <a:spLocks noEditPoints="1"/>
          </p:cNvSpPr>
          <p:nvPr/>
        </p:nvSpPr>
        <p:spPr bwMode="auto">
          <a:xfrm>
            <a:off x="5362787" y="1954662"/>
            <a:ext cx="669606" cy="667256"/>
          </a:xfrm>
          <a:custGeom>
            <a:avLst/>
            <a:gdLst>
              <a:gd name="T0" fmla="*/ 36 w 4273"/>
              <a:gd name="T1" fmla="*/ 1657 h 4263"/>
              <a:gd name="T2" fmla="*/ 160 w 4273"/>
              <a:gd name="T3" fmla="*/ 1188 h 4263"/>
              <a:gd name="T4" fmla="*/ 372 w 4273"/>
              <a:gd name="T5" fmla="*/ 789 h 4263"/>
              <a:gd name="T6" fmla="*/ 672 w 4273"/>
              <a:gd name="T7" fmla="*/ 462 h 4263"/>
              <a:gd name="T8" fmla="*/ 1048 w 4273"/>
              <a:gd name="T9" fmla="*/ 220 h 4263"/>
              <a:gd name="T10" fmla="*/ 1491 w 4273"/>
              <a:gd name="T11" fmla="*/ 67 h 4263"/>
              <a:gd name="T12" fmla="*/ 2006 w 4273"/>
              <a:gd name="T13" fmla="*/ 3 h 4263"/>
              <a:gd name="T14" fmla="*/ 2557 w 4273"/>
              <a:gd name="T15" fmla="*/ 27 h 4263"/>
              <a:gd name="T16" fmla="*/ 3041 w 4273"/>
              <a:gd name="T17" fmla="*/ 138 h 4263"/>
              <a:gd name="T18" fmla="*/ 3449 w 4273"/>
              <a:gd name="T19" fmla="*/ 338 h 4263"/>
              <a:gd name="T20" fmla="*/ 3784 w 4273"/>
              <a:gd name="T21" fmla="*/ 624 h 4263"/>
              <a:gd name="T22" fmla="*/ 4033 w 4273"/>
              <a:gd name="T23" fmla="*/ 985 h 4263"/>
              <a:gd name="T24" fmla="*/ 4194 w 4273"/>
              <a:gd name="T25" fmla="*/ 1416 h 4263"/>
              <a:gd name="T26" fmla="*/ 4268 w 4273"/>
              <a:gd name="T27" fmla="*/ 1918 h 4263"/>
              <a:gd name="T28" fmla="*/ 4239 w 4273"/>
              <a:gd name="T29" fmla="*/ 2606 h 4263"/>
              <a:gd name="T30" fmla="*/ 4168 w 4273"/>
              <a:gd name="T31" fmla="*/ 2937 h 4263"/>
              <a:gd name="T32" fmla="*/ 4059 w 4273"/>
              <a:gd name="T33" fmla="*/ 3227 h 4263"/>
              <a:gd name="T34" fmla="*/ 3912 w 4273"/>
              <a:gd name="T35" fmla="*/ 3478 h 4263"/>
              <a:gd name="T36" fmla="*/ 3732 w 4273"/>
              <a:gd name="T37" fmla="*/ 3697 h 4263"/>
              <a:gd name="T38" fmla="*/ 3517 w 4273"/>
              <a:gd name="T39" fmla="*/ 3883 h 4263"/>
              <a:gd name="T40" fmla="*/ 3268 w 4273"/>
              <a:gd name="T41" fmla="*/ 4037 h 4263"/>
              <a:gd name="T42" fmla="*/ 2984 w 4273"/>
              <a:gd name="T43" fmla="*/ 4153 h 4263"/>
              <a:gd name="T44" fmla="*/ 2663 w 4273"/>
              <a:gd name="T45" fmla="*/ 4227 h 4263"/>
              <a:gd name="T46" fmla="*/ 2265 w 4273"/>
              <a:gd name="T47" fmla="*/ 4262 h 4263"/>
              <a:gd name="T48" fmla="*/ 1543 w 4273"/>
              <a:gd name="T49" fmla="*/ 4208 h 4263"/>
              <a:gd name="T50" fmla="*/ 1175 w 4273"/>
              <a:gd name="T51" fmla="*/ 4105 h 4263"/>
              <a:gd name="T52" fmla="*/ 914 w 4273"/>
              <a:gd name="T53" fmla="*/ 3981 h 4263"/>
              <a:gd name="T54" fmla="*/ 684 w 4273"/>
              <a:gd name="T55" fmla="*/ 3817 h 4263"/>
              <a:gd name="T56" fmla="*/ 480 w 4273"/>
              <a:gd name="T57" fmla="*/ 3613 h 4263"/>
              <a:gd name="T58" fmla="*/ 303 w 4273"/>
              <a:gd name="T59" fmla="*/ 3368 h 4263"/>
              <a:gd name="T60" fmla="*/ 161 w 4273"/>
              <a:gd name="T61" fmla="*/ 3082 h 4263"/>
              <a:gd name="T62" fmla="*/ 63 w 4273"/>
              <a:gd name="T63" fmla="*/ 2758 h 4263"/>
              <a:gd name="T64" fmla="*/ 11 w 4273"/>
              <a:gd name="T65" fmla="*/ 2397 h 4263"/>
              <a:gd name="T66" fmla="*/ 1279 w 4273"/>
              <a:gd name="T67" fmla="*/ 2290 h 4263"/>
              <a:gd name="T68" fmla="*/ 1326 w 4273"/>
              <a:gd name="T69" fmla="*/ 2648 h 4263"/>
              <a:gd name="T70" fmla="*/ 1406 w 4273"/>
              <a:gd name="T71" fmla="*/ 2878 h 4263"/>
              <a:gd name="T72" fmla="*/ 1521 w 4273"/>
              <a:gd name="T73" fmla="*/ 3055 h 4263"/>
              <a:gd name="T74" fmla="*/ 1668 w 4273"/>
              <a:gd name="T75" fmla="*/ 3181 h 4263"/>
              <a:gd name="T76" fmla="*/ 1842 w 4273"/>
              <a:gd name="T77" fmla="*/ 3265 h 4263"/>
              <a:gd name="T78" fmla="*/ 2041 w 4273"/>
              <a:gd name="T79" fmla="*/ 3306 h 4263"/>
              <a:gd name="T80" fmla="*/ 2262 w 4273"/>
              <a:gd name="T81" fmla="*/ 3303 h 4263"/>
              <a:gd name="T82" fmla="*/ 2461 w 4273"/>
              <a:gd name="T83" fmla="*/ 3258 h 4263"/>
              <a:gd name="T84" fmla="*/ 2632 w 4273"/>
              <a:gd name="T85" fmla="*/ 3172 h 4263"/>
              <a:gd name="T86" fmla="*/ 2773 w 4273"/>
              <a:gd name="T87" fmla="*/ 3043 h 4263"/>
              <a:gd name="T88" fmla="*/ 2883 w 4273"/>
              <a:gd name="T89" fmla="*/ 2859 h 4263"/>
              <a:gd name="T90" fmla="*/ 2956 w 4273"/>
              <a:gd name="T91" fmla="*/ 2608 h 4263"/>
              <a:gd name="T92" fmla="*/ 2998 w 4273"/>
              <a:gd name="T93" fmla="*/ 2168 h 4263"/>
              <a:gd name="T94" fmla="*/ 2967 w 4273"/>
              <a:gd name="T95" fmla="*/ 1691 h 4263"/>
              <a:gd name="T96" fmla="*/ 2898 w 4273"/>
              <a:gd name="T97" fmla="*/ 1455 h 4263"/>
              <a:gd name="T98" fmla="*/ 2793 w 4273"/>
              <a:gd name="T99" fmla="*/ 1268 h 4263"/>
              <a:gd name="T100" fmla="*/ 2654 w 4273"/>
              <a:gd name="T101" fmla="*/ 1128 h 4263"/>
              <a:gd name="T102" fmla="*/ 2488 w 4273"/>
              <a:gd name="T103" fmla="*/ 1032 h 4263"/>
              <a:gd name="T104" fmla="*/ 2295 w 4273"/>
              <a:gd name="T105" fmla="*/ 978 h 4263"/>
              <a:gd name="T106" fmla="*/ 2079 w 4273"/>
              <a:gd name="T107" fmla="*/ 966 h 4263"/>
              <a:gd name="T108" fmla="*/ 1880 w 4273"/>
              <a:gd name="T109" fmla="*/ 997 h 4263"/>
              <a:gd name="T110" fmla="*/ 1705 w 4273"/>
              <a:gd name="T111" fmla="*/ 1071 h 4263"/>
              <a:gd name="T112" fmla="*/ 1554 w 4273"/>
              <a:gd name="T113" fmla="*/ 1189 h 4263"/>
              <a:gd name="T114" fmla="*/ 1429 w 4273"/>
              <a:gd name="T115" fmla="*/ 1352 h 4263"/>
              <a:gd name="T116" fmla="*/ 1341 w 4273"/>
              <a:gd name="T117" fmla="*/ 1572 h 4263"/>
              <a:gd name="T118" fmla="*/ 1290 w 4273"/>
              <a:gd name="T119" fmla="*/ 1848 h 4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273" h="4263">
                <a:moveTo>
                  <a:pt x="0" y="2134"/>
                </a:moveTo>
                <a:lnTo>
                  <a:pt x="1" y="2072"/>
                </a:lnTo>
                <a:lnTo>
                  <a:pt x="3" y="2009"/>
                </a:lnTo>
                <a:lnTo>
                  <a:pt x="6" y="1949"/>
                </a:lnTo>
                <a:lnTo>
                  <a:pt x="10" y="1889"/>
                </a:lnTo>
                <a:lnTo>
                  <a:pt x="14" y="1830"/>
                </a:lnTo>
                <a:lnTo>
                  <a:pt x="21" y="1772"/>
                </a:lnTo>
                <a:lnTo>
                  <a:pt x="28" y="1714"/>
                </a:lnTo>
                <a:lnTo>
                  <a:pt x="36" y="1657"/>
                </a:lnTo>
                <a:lnTo>
                  <a:pt x="45" y="1602"/>
                </a:lnTo>
                <a:lnTo>
                  <a:pt x="56" y="1547"/>
                </a:lnTo>
                <a:lnTo>
                  <a:pt x="67" y="1494"/>
                </a:lnTo>
                <a:lnTo>
                  <a:pt x="80" y="1440"/>
                </a:lnTo>
                <a:lnTo>
                  <a:pt x="94" y="1387"/>
                </a:lnTo>
                <a:lnTo>
                  <a:pt x="109" y="1336"/>
                </a:lnTo>
                <a:lnTo>
                  <a:pt x="125" y="1287"/>
                </a:lnTo>
                <a:lnTo>
                  <a:pt x="142" y="1237"/>
                </a:lnTo>
                <a:lnTo>
                  <a:pt x="160" y="1188"/>
                </a:lnTo>
                <a:lnTo>
                  <a:pt x="179" y="1140"/>
                </a:lnTo>
                <a:lnTo>
                  <a:pt x="199" y="1093"/>
                </a:lnTo>
                <a:lnTo>
                  <a:pt x="221" y="1047"/>
                </a:lnTo>
                <a:lnTo>
                  <a:pt x="243" y="1002"/>
                </a:lnTo>
                <a:lnTo>
                  <a:pt x="267" y="958"/>
                </a:lnTo>
                <a:lnTo>
                  <a:pt x="291" y="914"/>
                </a:lnTo>
                <a:lnTo>
                  <a:pt x="318" y="872"/>
                </a:lnTo>
                <a:lnTo>
                  <a:pt x="344" y="830"/>
                </a:lnTo>
                <a:lnTo>
                  <a:pt x="372" y="789"/>
                </a:lnTo>
                <a:lnTo>
                  <a:pt x="402" y="750"/>
                </a:lnTo>
                <a:lnTo>
                  <a:pt x="431" y="710"/>
                </a:lnTo>
                <a:lnTo>
                  <a:pt x="463" y="672"/>
                </a:lnTo>
                <a:lnTo>
                  <a:pt x="495" y="635"/>
                </a:lnTo>
                <a:lnTo>
                  <a:pt x="529" y="599"/>
                </a:lnTo>
                <a:lnTo>
                  <a:pt x="563" y="563"/>
                </a:lnTo>
                <a:lnTo>
                  <a:pt x="599" y="528"/>
                </a:lnTo>
                <a:lnTo>
                  <a:pt x="635" y="495"/>
                </a:lnTo>
                <a:lnTo>
                  <a:pt x="672" y="462"/>
                </a:lnTo>
                <a:lnTo>
                  <a:pt x="710" y="431"/>
                </a:lnTo>
                <a:lnTo>
                  <a:pt x="750" y="401"/>
                </a:lnTo>
                <a:lnTo>
                  <a:pt x="790" y="372"/>
                </a:lnTo>
                <a:lnTo>
                  <a:pt x="830" y="343"/>
                </a:lnTo>
                <a:lnTo>
                  <a:pt x="872" y="317"/>
                </a:lnTo>
                <a:lnTo>
                  <a:pt x="915" y="291"/>
                </a:lnTo>
                <a:lnTo>
                  <a:pt x="958" y="266"/>
                </a:lnTo>
                <a:lnTo>
                  <a:pt x="1002" y="242"/>
                </a:lnTo>
                <a:lnTo>
                  <a:pt x="1048" y="220"/>
                </a:lnTo>
                <a:lnTo>
                  <a:pt x="1093" y="199"/>
                </a:lnTo>
                <a:lnTo>
                  <a:pt x="1140" y="179"/>
                </a:lnTo>
                <a:lnTo>
                  <a:pt x="1188" y="160"/>
                </a:lnTo>
                <a:lnTo>
                  <a:pt x="1237" y="141"/>
                </a:lnTo>
                <a:lnTo>
                  <a:pt x="1286" y="124"/>
                </a:lnTo>
                <a:lnTo>
                  <a:pt x="1335" y="108"/>
                </a:lnTo>
                <a:lnTo>
                  <a:pt x="1387" y="93"/>
                </a:lnTo>
                <a:lnTo>
                  <a:pt x="1439" y="80"/>
                </a:lnTo>
                <a:lnTo>
                  <a:pt x="1491" y="67"/>
                </a:lnTo>
                <a:lnTo>
                  <a:pt x="1546" y="56"/>
                </a:lnTo>
                <a:lnTo>
                  <a:pt x="1600" y="45"/>
                </a:lnTo>
                <a:lnTo>
                  <a:pt x="1656" y="35"/>
                </a:lnTo>
                <a:lnTo>
                  <a:pt x="1712" y="27"/>
                </a:lnTo>
                <a:lnTo>
                  <a:pt x="1768" y="21"/>
                </a:lnTo>
                <a:lnTo>
                  <a:pt x="1827" y="14"/>
                </a:lnTo>
                <a:lnTo>
                  <a:pt x="1885" y="9"/>
                </a:lnTo>
                <a:lnTo>
                  <a:pt x="1946" y="6"/>
                </a:lnTo>
                <a:lnTo>
                  <a:pt x="2006" y="3"/>
                </a:lnTo>
                <a:lnTo>
                  <a:pt x="2068" y="2"/>
                </a:lnTo>
                <a:lnTo>
                  <a:pt x="2129" y="0"/>
                </a:lnTo>
                <a:lnTo>
                  <a:pt x="2194" y="2"/>
                </a:lnTo>
                <a:lnTo>
                  <a:pt x="2257" y="3"/>
                </a:lnTo>
                <a:lnTo>
                  <a:pt x="2318" y="6"/>
                </a:lnTo>
                <a:lnTo>
                  <a:pt x="2380" y="9"/>
                </a:lnTo>
                <a:lnTo>
                  <a:pt x="2440" y="14"/>
                </a:lnTo>
                <a:lnTo>
                  <a:pt x="2499" y="20"/>
                </a:lnTo>
                <a:lnTo>
                  <a:pt x="2557" y="27"/>
                </a:lnTo>
                <a:lnTo>
                  <a:pt x="2615" y="35"/>
                </a:lnTo>
                <a:lnTo>
                  <a:pt x="2672" y="44"/>
                </a:lnTo>
                <a:lnTo>
                  <a:pt x="2727" y="55"/>
                </a:lnTo>
                <a:lnTo>
                  <a:pt x="2782" y="66"/>
                </a:lnTo>
                <a:lnTo>
                  <a:pt x="2835" y="78"/>
                </a:lnTo>
                <a:lnTo>
                  <a:pt x="2888" y="92"/>
                </a:lnTo>
                <a:lnTo>
                  <a:pt x="2940" y="107"/>
                </a:lnTo>
                <a:lnTo>
                  <a:pt x="2991" y="123"/>
                </a:lnTo>
                <a:lnTo>
                  <a:pt x="3041" y="138"/>
                </a:lnTo>
                <a:lnTo>
                  <a:pt x="3090" y="156"/>
                </a:lnTo>
                <a:lnTo>
                  <a:pt x="3139" y="176"/>
                </a:lnTo>
                <a:lnTo>
                  <a:pt x="3185" y="196"/>
                </a:lnTo>
                <a:lnTo>
                  <a:pt x="3232" y="217"/>
                </a:lnTo>
                <a:lnTo>
                  <a:pt x="3278" y="238"/>
                </a:lnTo>
                <a:lnTo>
                  <a:pt x="3322" y="262"/>
                </a:lnTo>
                <a:lnTo>
                  <a:pt x="3366" y="286"/>
                </a:lnTo>
                <a:lnTo>
                  <a:pt x="3408" y="311"/>
                </a:lnTo>
                <a:lnTo>
                  <a:pt x="3449" y="338"/>
                </a:lnTo>
                <a:lnTo>
                  <a:pt x="3491" y="366"/>
                </a:lnTo>
                <a:lnTo>
                  <a:pt x="3530" y="394"/>
                </a:lnTo>
                <a:lnTo>
                  <a:pt x="3569" y="424"/>
                </a:lnTo>
                <a:lnTo>
                  <a:pt x="3608" y="455"/>
                </a:lnTo>
                <a:lnTo>
                  <a:pt x="3645" y="486"/>
                </a:lnTo>
                <a:lnTo>
                  <a:pt x="3681" y="519"/>
                </a:lnTo>
                <a:lnTo>
                  <a:pt x="3716" y="553"/>
                </a:lnTo>
                <a:lnTo>
                  <a:pt x="3751" y="588"/>
                </a:lnTo>
                <a:lnTo>
                  <a:pt x="3784" y="624"/>
                </a:lnTo>
                <a:lnTo>
                  <a:pt x="3816" y="661"/>
                </a:lnTo>
                <a:lnTo>
                  <a:pt x="3846" y="699"/>
                </a:lnTo>
                <a:lnTo>
                  <a:pt x="3876" y="737"/>
                </a:lnTo>
                <a:lnTo>
                  <a:pt x="3905" y="776"/>
                </a:lnTo>
                <a:lnTo>
                  <a:pt x="3933" y="815"/>
                </a:lnTo>
                <a:lnTo>
                  <a:pt x="3960" y="857"/>
                </a:lnTo>
                <a:lnTo>
                  <a:pt x="3985" y="899"/>
                </a:lnTo>
                <a:lnTo>
                  <a:pt x="4010" y="942"/>
                </a:lnTo>
                <a:lnTo>
                  <a:pt x="4033" y="985"/>
                </a:lnTo>
                <a:lnTo>
                  <a:pt x="4055" y="1030"/>
                </a:lnTo>
                <a:lnTo>
                  <a:pt x="4077" y="1075"/>
                </a:lnTo>
                <a:lnTo>
                  <a:pt x="4097" y="1121"/>
                </a:lnTo>
                <a:lnTo>
                  <a:pt x="4116" y="1168"/>
                </a:lnTo>
                <a:lnTo>
                  <a:pt x="4134" y="1217"/>
                </a:lnTo>
                <a:lnTo>
                  <a:pt x="4151" y="1265"/>
                </a:lnTo>
                <a:lnTo>
                  <a:pt x="4166" y="1314"/>
                </a:lnTo>
                <a:lnTo>
                  <a:pt x="4181" y="1365"/>
                </a:lnTo>
                <a:lnTo>
                  <a:pt x="4194" y="1416"/>
                </a:lnTo>
                <a:lnTo>
                  <a:pt x="4207" y="1469"/>
                </a:lnTo>
                <a:lnTo>
                  <a:pt x="4219" y="1522"/>
                </a:lnTo>
                <a:lnTo>
                  <a:pt x="4228" y="1576"/>
                </a:lnTo>
                <a:lnTo>
                  <a:pt x="4238" y="1630"/>
                </a:lnTo>
                <a:lnTo>
                  <a:pt x="4246" y="1687"/>
                </a:lnTo>
                <a:lnTo>
                  <a:pt x="4253" y="1743"/>
                </a:lnTo>
                <a:lnTo>
                  <a:pt x="4259" y="1800"/>
                </a:lnTo>
                <a:lnTo>
                  <a:pt x="4265" y="1859"/>
                </a:lnTo>
                <a:lnTo>
                  <a:pt x="4268" y="1918"/>
                </a:lnTo>
                <a:lnTo>
                  <a:pt x="4271" y="1977"/>
                </a:lnTo>
                <a:lnTo>
                  <a:pt x="4272" y="2039"/>
                </a:lnTo>
                <a:lnTo>
                  <a:pt x="4273" y="2101"/>
                </a:lnTo>
                <a:lnTo>
                  <a:pt x="4272" y="2190"/>
                </a:lnTo>
                <a:lnTo>
                  <a:pt x="4269" y="2277"/>
                </a:lnTo>
                <a:lnTo>
                  <a:pt x="4265" y="2363"/>
                </a:lnTo>
                <a:lnTo>
                  <a:pt x="4258" y="2445"/>
                </a:lnTo>
                <a:lnTo>
                  <a:pt x="4249" y="2527"/>
                </a:lnTo>
                <a:lnTo>
                  <a:pt x="4239" y="2606"/>
                </a:lnTo>
                <a:lnTo>
                  <a:pt x="4233" y="2645"/>
                </a:lnTo>
                <a:lnTo>
                  <a:pt x="4226" y="2683"/>
                </a:lnTo>
                <a:lnTo>
                  <a:pt x="4219" y="2721"/>
                </a:lnTo>
                <a:lnTo>
                  <a:pt x="4211" y="2758"/>
                </a:lnTo>
                <a:lnTo>
                  <a:pt x="4204" y="2796"/>
                </a:lnTo>
                <a:lnTo>
                  <a:pt x="4196" y="2832"/>
                </a:lnTo>
                <a:lnTo>
                  <a:pt x="4187" y="2868"/>
                </a:lnTo>
                <a:lnTo>
                  <a:pt x="4177" y="2903"/>
                </a:lnTo>
                <a:lnTo>
                  <a:pt x="4168" y="2937"/>
                </a:lnTo>
                <a:lnTo>
                  <a:pt x="4157" y="2972"/>
                </a:lnTo>
                <a:lnTo>
                  <a:pt x="4147" y="3006"/>
                </a:lnTo>
                <a:lnTo>
                  <a:pt x="4136" y="3039"/>
                </a:lnTo>
                <a:lnTo>
                  <a:pt x="4124" y="3071"/>
                </a:lnTo>
                <a:lnTo>
                  <a:pt x="4112" y="3103"/>
                </a:lnTo>
                <a:lnTo>
                  <a:pt x="4099" y="3135"/>
                </a:lnTo>
                <a:lnTo>
                  <a:pt x="4086" y="3166"/>
                </a:lnTo>
                <a:lnTo>
                  <a:pt x="4072" y="3197"/>
                </a:lnTo>
                <a:lnTo>
                  <a:pt x="4059" y="3227"/>
                </a:lnTo>
                <a:lnTo>
                  <a:pt x="4044" y="3257"/>
                </a:lnTo>
                <a:lnTo>
                  <a:pt x="4029" y="3286"/>
                </a:lnTo>
                <a:lnTo>
                  <a:pt x="4014" y="3314"/>
                </a:lnTo>
                <a:lnTo>
                  <a:pt x="3998" y="3343"/>
                </a:lnTo>
                <a:lnTo>
                  <a:pt x="3981" y="3371"/>
                </a:lnTo>
                <a:lnTo>
                  <a:pt x="3965" y="3398"/>
                </a:lnTo>
                <a:lnTo>
                  <a:pt x="3948" y="3425"/>
                </a:lnTo>
                <a:lnTo>
                  <a:pt x="3930" y="3452"/>
                </a:lnTo>
                <a:lnTo>
                  <a:pt x="3912" y="3478"/>
                </a:lnTo>
                <a:lnTo>
                  <a:pt x="3894" y="3504"/>
                </a:lnTo>
                <a:lnTo>
                  <a:pt x="3875" y="3530"/>
                </a:lnTo>
                <a:lnTo>
                  <a:pt x="3856" y="3554"/>
                </a:lnTo>
                <a:lnTo>
                  <a:pt x="3837" y="3580"/>
                </a:lnTo>
                <a:lnTo>
                  <a:pt x="3817" y="3604"/>
                </a:lnTo>
                <a:lnTo>
                  <a:pt x="3795" y="3628"/>
                </a:lnTo>
                <a:lnTo>
                  <a:pt x="3775" y="3651"/>
                </a:lnTo>
                <a:lnTo>
                  <a:pt x="3754" y="3674"/>
                </a:lnTo>
                <a:lnTo>
                  <a:pt x="3732" y="3697"/>
                </a:lnTo>
                <a:lnTo>
                  <a:pt x="3709" y="3719"/>
                </a:lnTo>
                <a:lnTo>
                  <a:pt x="3687" y="3741"/>
                </a:lnTo>
                <a:lnTo>
                  <a:pt x="3664" y="3762"/>
                </a:lnTo>
                <a:lnTo>
                  <a:pt x="3640" y="3784"/>
                </a:lnTo>
                <a:lnTo>
                  <a:pt x="3617" y="3805"/>
                </a:lnTo>
                <a:lnTo>
                  <a:pt x="3593" y="3825"/>
                </a:lnTo>
                <a:lnTo>
                  <a:pt x="3568" y="3845"/>
                </a:lnTo>
                <a:lnTo>
                  <a:pt x="3543" y="3864"/>
                </a:lnTo>
                <a:lnTo>
                  <a:pt x="3517" y="3883"/>
                </a:lnTo>
                <a:lnTo>
                  <a:pt x="3491" y="3902"/>
                </a:lnTo>
                <a:lnTo>
                  <a:pt x="3464" y="3920"/>
                </a:lnTo>
                <a:lnTo>
                  <a:pt x="3438" y="3938"/>
                </a:lnTo>
                <a:lnTo>
                  <a:pt x="3411" y="3955"/>
                </a:lnTo>
                <a:lnTo>
                  <a:pt x="3384" y="3972"/>
                </a:lnTo>
                <a:lnTo>
                  <a:pt x="3355" y="3989"/>
                </a:lnTo>
                <a:lnTo>
                  <a:pt x="3326" y="4005"/>
                </a:lnTo>
                <a:lnTo>
                  <a:pt x="3298" y="4021"/>
                </a:lnTo>
                <a:lnTo>
                  <a:pt x="3268" y="4037"/>
                </a:lnTo>
                <a:lnTo>
                  <a:pt x="3238" y="4052"/>
                </a:lnTo>
                <a:lnTo>
                  <a:pt x="3208" y="4066"/>
                </a:lnTo>
                <a:lnTo>
                  <a:pt x="3177" y="4080"/>
                </a:lnTo>
                <a:lnTo>
                  <a:pt x="3146" y="4093"/>
                </a:lnTo>
                <a:lnTo>
                  <a:pt x="3114" y="4106"/>
                </a:lnTo>
                <a:lnTo>
                  <a:pt x="3082" y="4119"/>
                </a:lnTo>
                <a:lnTo>
                  <a:pt x="3049" y="4131"/>
                </a:lnTo>
                <a:lnTo>
                  <a:pt x="3016" y="4141"/>
                </a:lnTo>
                <a:lnTo>
                  <a:pt x="2984" y="4153"/>
                </a:lnTo>
                <a:lnTo>
                  <a:pt x="2950" y="4162"/>
                </a:lnTo>
                <a:lnTo>
                  <a:pt x="2916" y="4172"/>
                </a:lnTo>
                <a:lnTo>
                  <a:pt x="2881" y="4181"/>
                </a:lnTo>
                <a:lnTo>
                  <a:pt x="2846" y="4190"/>
                </a:lnTo>
                <a:lnTo>
                  <a:pt x="2811" y="4198"/>
                </a:lnTo>
                <a:lnTo>
                  <a:pt x="2775" y="4207"/>
                </a:lnTo>
                <a:lnTo>
                  <a:pt x="2737" y="4213"/>
                </a:lnTo>
                <a:lnTo>
                  <a:pt x="2700" y="4221"/>
                </a:lnTo>
                <a:lnTo>
                  <a:pt x="2663" y="4227"/>
                </a:lnTo>
                <a:lnTo>
                  <a:pt x="2626" y="4232"/>
                </a:lnTo>
                <a:lnTo>
                  <a:pt x="2588" y="4238"/>
                </a:lnTo>
                <a:lnTo>
                  <a:pt x="2548" y="4243"/>
                </a:lnTo>
                <a:lnTo>
                  <a:pt x="2509" y="4247"/>
                </a:lnTo>
                <a:lnTo>
                  <a:pt x="2470" y="4250"/>
                </a:lnTo>
                <a:lnTo>
                  <a:pt x="2430" y="4254"/>
                </a:lnTo>
                <a:lnTo>
                  <a:pt x="2389" y="4257"/>
                </a:lnTo>
                <a:lnTo>
                  <a:pt x="2349" y="4259"/>
                </a:lnTo>
                <a:lnTo>
                  <a:pt x="2265" y="4262"/>
                </a:lnTo>
                <a:lnTo>
                  <a:pt x="2180" y="4263"/>
                </a:lnTo>
                <a:lnTo>
                  <a:pt x="2094" y="4262"/>
                </a:lnTo>
                <a:lnTo>
                  <a:pt x="2010" y="4260"/>
                </a:lnTo>
                <a:lnTo>
                  <a:pt x="1928" y="4255"/>
                </a:lnTo>
                <a:lnTo>
                  <a:pt x="1847" y="4249"/>
                </a:lnTo>
                <a:lnTo>
                  <a:pt x="1768" y="4241"/>
                </a:lnTo>
                <a:lnTo>
                  <a:pt x="1691" y="4231"/>
                </a:lnTo>
                <a:lnTo>
                  <a:pt x="1617" y="4221"/>
                </a:lnTo>
                <a:lnTo>
                  <a:pt x="1543" y="4208"/>
                </a:lnTo>
                <a:lnTo>
                  <a:pt x="1472" y="4193"/>
                </a:lnTo>
                <a:lnTo>
                  <a:pt x="1402" y="4176"/>
                </a:lnTo>
                <a:lnTo>
                  <a:pt x="1368" y="4168"/>
                </a:lnTo>
                <a:lnTo>
                  <a:pt x="1335" y="4158"/>
                </a:lnTo>
                <a:lnTo>
                  <a:pt x="1303" y="4149"/>
                </a:lnTo>
                <a:lnTo>
                  <a:pt x="1270" y="4138"/>
                </a:lnTo>
                <a:lnTo>
                  <a:pt x="1238" y="4127"/>
                </a:lnTo>
                <a:lnTo>
                  <a:pt x="1206" y="4117"/>
                </a:lnTo>
                <a:lnTo>
                  <a:pt x="1175" y="4105"/>
                </a:lnTo>
                <a:lnTo>
                  <a:pt x="1144" y="4093"/>
                </a:lnTo>
                <a:lnTo>
                  <a:pt x="1114" y="4081"/>
                </a:lnTo>
                <a:lnTo>
                  <a:pt x="1084" y="4068"/>
                </a:lnTo>
                <a:lnTo>
                  <a:pt x="1054" y="4055"/>
                </a:lnTo>
                <a:lnTo>
                  <a:pt x="1026" y="4041"/>
                </a:lnTo>
                <a:lnTo>
                  <a:pt x="998" y="4027"/>
                </a:lnTo>
                <a:lnTo>
                  <a:pt x="969" y="4013"/>
                </a:lnTo>
                <a:lnTo>
                  <a:pt x="942" y="3997"/>
                </a:lnTo>
                <a:lnTo>
                  <a:pt x="914" y="3981"/>
                </a:lnTo>
                <a:lnTo>
                  <a:pt x="888" y="3965"/>
                </a:lnTo>
                <a:lnTo>
                  <a:pt x="861" y="3948"/>
                </a:lnTo>
                <a:lnTo>
                  <a:pt x="835" y="3931"/>
                </a:lnTo>
                <a:lnTo>
                  <a:pt x="808" y="3914"/>
                </a:lnTo>
                <a:lnTo>
                  <a:pt x="783" y="3895"/>
                </a:lnTo>
                <a:lnTo>
                  <a:pt x="757" y="3877"/>
                </a:lnTo>
                <a:lnTo>
                  <a:pt x="733" y="3858"/>
                </a:lnTo>
                <a:lnTo>
                  <a:pt x="708" y="3838"/>
                </a:lnTo>
                <a:lnTo>
                  <a:pt x="684" y="3817"/>
                </a:lnTo>
                <a:lnTo>
                  <a:pt x="659" y="3797"/>
                </a:lnTo>
                <a:lnTo>
                  <a:pt x="636" y="3776"/>
                </a:lnTo>
                <a:lnTo>
                  <a:pt x="613" y="3754"/>
                </a:lnTo>
                <a:lnTo>
                  <a:pt x="589" y="3732"/>
                </a:lnTo>
                <a:lnTo>
                  <a:pt x="567" y="3709"/>
                </a:lnTo>
                <a:lnTo>
                  <a:pt x="545" y="3686"/>
                </a:lnTo>
                <a:lnTo>
                  <a:pt x="523" y="3661"/>
                </a:lnTo>
                <a:lnTo>
                  <a:pt x="501" y="3638"/>
                </a:lnTo>
                <a:lnTo>
                  <a:pt x="480" y="3613"/>
                </a:lnTo>
                <a:lnTo>
                  <a:pt x="459" y="3587"/>
                </a:lnTo>
                <a:lnTo>
                  <a:pt x="438" y="3562"/>
                </a:lnTo>
                <a:lnTo>
                  <a:pt x="417" y="3535"/>
                </a:lnTo>
                <a:lnTo>
                  <a:pt x="397" y="3509"/>
                </a:lnTo>
                <a:lnTo>
                  <a:pt x="378" y="3482"/>
                </a:lnTo>
                <a:lnTo>
                  <a:pt x="359" y="3453"/>
                </a:lnTo>
                <a:lnTo>
                  <a:pt x="340" y="3426"/>
                </a:lnTo>
                <a:lnTo>
                  <a:pt x="321" y="3397"/>
                </a:lnTo>
                <a:lnTo>
                  <a:pt x="303" y="3368"/>
                </a:lnTo>
                <a:lnTo>
                  <a:pt x="285" y="3338"/>
                </a:lnTo>
                <a:lnTo>
                  <a:pt x="268" y="3307"/>
                </a:lnTo>
                <a:lnTo>
                  <a:pt x="251" y="3276"/>
                </a:lnTo>
                <a:lnTo>
                  <a:pt x="234" y="3246"/>
                </a:lnTo>
                <a:lnTo>
                  <a:pt x="218" y="3214"/>
                </a:lnTo>
                <a:lnTo>
                  <a:pt x="203" y="3182"/>
                </a:lnTo>
                <a:lnTo>
                  <a:pt x="188" y="3149"/>
                </a:lnTo>
                <a:lnTo>
                  <a:pt x="174" y="3116"/>
                </a:lnTo>
                <a:lnTo>
                  <a:pt x="161" y="3082"/>
                </a:lnTo>
                <a:lnTo>
                  <a:pt x="148" y="3048"/>
                </a:lnTo>
                <a:lnTo>
                  <a:pt x="135" y="3013"/>
                </a:lnTo>
                <a:lnTo>
                  <a:pt x="124" y="2978"/>
                </a:lnTo>
                <a:lnTo>
                  <a:pt x="112" y="2943"/>
                </a:lnTo>
                <a:lnTo>
                  <a:pt x="101" y="2907"/>
                </a:lnTo>
                <a:lnTo>
                  <a:pt x="91" y="2871"/>
                </a:lnTo>
                <a:lnTo>
                  <a:pt x="81" y="2834"/>
                </a:lnTo>
                <a:lnTo>
                  <a:pt x="72" y="2797"/>
                </a:lnTo>
                <a:lnTo>
                  <a:pt x="63" y="2758"/>
                </a:lnTo>
                <a:lnTo>
                  <a:pt x="56" y="2720"/>
                </a:lnTo>
                <a:lnTo>
                  <a:pt x="48" y="2681"/>
                </a:lnTo>
                <a:lnTo>
                  <a:pt x="41" y="2642"/>
                </a:lnTo>
                <a:lnTo>
                  <a:pt x="34" y="2602"/>
                </a:lnTo>
                <a:lnTo>
                  <a:pt x="28" y="2562"/>
                </a:lnTo>
                <a:lnTo>
                  <a:pt x="24" y="2522"/>
                </a:lnTo>
                <a:lnTo>
                  <a:pt x="18" y="2480"/>
                </a:lnTo>
                <a:lnTo>
                  <a:pt x="14" y="2439"/>
                </a:lnTo>
                <a:lnTo>
                  <a:pt x="11" y="2397"/>
                </a:lnTo>
                <a:lnTo>
                  <a:pt x="8" y="2354"/>
                </a:lnTo>
                <a:lnTo>
                  <a:pt x="5" y="2311"/>
                </a:lnTo>
                <a:lnTo>
                  <a:pt x="4" y="2267"/>
                </a:lnTo>
                <a:lnTo>
                  <a:pt x="1" y="2224"/>
                </a:lnTo>
                <a:lnTo>
                  <a:pt x="1" y="2179"/>
                </a:lnTo>
                <a:lnTo>
                  <a:pt x="0" y="2134"/>
                </a:lnTo>
                <a:close/>
                <a:moveTo>
                  <a:pt x="1275" y="2140"/>
                </a:moveTo>
                <a:lnTo>
                  <a:pt x="1276" y="2216"/>
                </a:lnTo>
                <a:lnTo>
                  <a:pt x="1279" y="2290"/>
                </a:lnTo>
                <a:lnTo>
                  <a:pt x="1283" y="2362"/>
                </a:lnTo>
                <a:lnTo>
                  <a:pt x="1290" y="2431"/>
                </a:lnTo>
                <a:lnTo>
                  <a:pt x="1294" y="2463"/>
                </a:lnTo>
                <a:lnTo>
                  <a:pt x="1298" y="2496"/>
                </a:lnTo>
                <a:lnTo>
                  <a:pt x="1303" y="2528"/>
                </a:lnTo>
                <a:lnTo>
                  <a:pt x="1308" y="2559"/>
                </a:lnTo>
                <a:lnTo>
                  <a:pt x="1313" y="2590"/>
                </a:lnTo>
                <a:lnTo>
                  <a:pt x="1320" y="2619"/>
                </a:lnTo>
                <a:lnTo>
                  <a:pt x="1326" y="2648"/>
                </a:lnTo>
                <a:lnTo>
                  <a:pt x="1333" y="2677"/>
                </a:lnTo>
                <a:lnTo>
                  <a:pt x="1341" y="2704"/>
                </a:lnTo>
                <a:lnTo>
                  <a:pt x="1348" y="2731"/>
                </a:lnTo>
                <a:lnTo>
                  <a:pt x="1357" y="2757"/>
                </a:lnTo>
                <a:lnTo>
                  <a:pt x="1365" y="2783"/>
                </a:lnTo>
                <a:lnTo>
                  <a:pt x="1375" y="2808"/>
                </a:lnTo>
                <a:lnTo>
                  <a:pt x="1384" y="2833"/>
                </a:lnTo>
                <a:lnTo>
                  <a:pt x="1395" y="2856"/>
                </a:lnTo>
                <a:lnTo>
                  <a:pt x="1406" y="2878"/>
                </a:lnTo>
                <a:lnTo>
                  <a:pt x="1416" y="2901"/>
                </a:lnTo>
                <a:lnTo>
                  <a:pt x="1428" y="2923"/>
                </a:lnTo>
                <a:lnTo>
                  <a:pt x="1439" y="2943"/>
                </a:lnTo>
                <a:lnTo>
                  <a:pt x="1452" y="2963"/>
                </a:lnTo>
                <a:lnTo>
                  <a:pt x="1465" y="2983"/>
                </a:lnTo>
                <a:lnTo>
                  <a:pt x="1479" y="3001"/>
                </a:lnTo>
                <a:lnTo>
                  <a:pt x="1493" y="3019"/>
                </a:lnTo>
                <a:lnTo>
                  <a:pt x="1506" y="3038"/>
                </a:lnTo>
                <a:lnTo>
                  <a:pt x="1521" y="3055"/>
                </a:lnTo>
                <a:lnTo>
                  <a:pt x="1536" y="3070"/>
                </a:lnTo>
                <a:lnTo>
                  <a:pt x="1552" y="3086"/>
                </a:lnTo>
                <a:lnTo>
                  <a:pt x="1567" y="3101"/>
                </a:lnTo>
                <a:lnTo>
                  <a:pt x="1584" y="3116"/>
                </a:lnTo>
                <a:lnTo>
                  <a:pt x="1600" y="3130"/>
                </a:lnTo>
                <a:lnTo>
                  <a:pt x="1617" y="3144"/>
                </a:lnTo>
                <a:lnTo>
                  <a:pt x="1634" y="3156"/>
                </a:lnTo>
                <a:lnTo>
                  <a:pt x="1651" y="3169"/>
                </a:lnTo>
                <a:lnTo>
                  <a:pt x="1668" y="3181"/>
                </a:lnTo>
                <a:lnTo>
                  <a:pt x="1686" y="3192"/>
                </a:lnTo>
                <a:lnTo>
                  <a:pt x="1705" y="3203"/>
                </a:lnTo>
                <a:lnTo>
                  <a:pt x="1723" y="3214"/>
                </a:lnTo>
                <a:lnTo>
                  <a:pt x="1742" y="3223"/>
                </a:lnTo>
                <a:lnTo>
                  <a:pt x="1761" y="3233"/>
                </a:lnTo>
                <a:lnTo>
                  <a:pt x="1781" y="3241"/>
                </a:lnTo>
                <a:lnTo>
                  <a:pt x="1800" y="3250"/>
                </a:lnTo>
                <a:lnTo>
                  <a:pt x="1820" y="3257"/>
                </a:lnTo>
                <a:lnTo>
                  <a:pt x="1842" y="3265"/>
                </a:lnTo>
                <a:lnTo>
                  <a:pt x="1862" y="3271"/>
                </a:lnTo>
                <a:lnTo>
                  <a:pt x="1883" y="3277"/>
                </a:lnTo>
                <a:lnTo>
                  <a:pt x="1905" y="3284"/>
                </a:lnTo>
                <a:lnTo>
                  <a:pt x="1927" y="3288"/>
                </a:lnTo>
                <a:lnTo>
                  <a:pt x="1949" y="3293"/>
                </a:lnTo>
                <a:lnTo>
                  <a:pt x="1971" y="3296"/>
                </a:lnTo>
                <a:lnTo>
                  <a:pt x="1994" y="3301"/>
                </a:lnTo>
                <a:lnTo>
                  <a:pt x="2018" y="3303"/>
                </a:lnTo>
                <a:lnTo>
                  <a:pt x="2041" y="3306"/>
                </a:lnTo>
                <a:lnTo>
                  <a:pt x="2065" y="3307"/>
                </a:lnTo>
                <a:lnTo>
                  <a:pt x="2089" y="3309"/>
                </a:lnTo>
                <a:lnTo>
                  <a:pt x="2113" y="3309"/>
                </a:lnTo>
                <a:lnTo>
                  <a:pt x="2139" y="3310"/>
                </a:lnTo>
                <a:lnTo>
                  <a:pt x="2163" y="3309"/>
                </a:lnTo>
                <a:lnTo>
                  <a:pt x="2189" y="3309"/>
                </a:lnTo>
                <a:lnTo>
                  <a:pt x="2213" y="3307"/>
                </a:lnTo>
                <a:lnTo>
                  <a:pt x="2238" y="3306"/>
                </a:lnTo>
                <a:lnTo>
                  <a:pt x="2262" y="3303"/>
                </a:lnTo>
                <a:lnTo>
                  <a:pt x="2285" y="3301"/>
                </a:lnTo>
                <a:lnTo>
                  <a:pt x="2309" y="3298"/>
                </a:lnTo>
                <a:lnTo>
                  <a:pt x="2332" y="3293"/>
                </a:lnTo>
                <a:lnTo>
                  <a:pt x="2354" y="3289"/>
                </a:lnTo>
                <a:lnTo>
                  <a:pt x="2377" y="3284"/>
                </a:lnTo>
                <a:lnTo>
                  <a:pt x="2399" y="3278"/>
                </a:lnTo>
                <a:lnTo>
                  <a:pt x="2420" y="3272"/>
                </a:lnTo>
                <a:lnTo>
                  <a:pt x="2441" y="3266"/>
                </a:lnTo>
                <a:lnTo>
                  <a:pt x="2461" y="3258"/>
                </a:lnTo>
                <a:lnTo>
                  <a:pt x="2483" y="3251"/>
                </a:lnTo>
                <a:lnTo>
                  <a:pt x="2503" y="3243"/>
                </a:lnTo>
                <a:lnTo>
                  <a:pt x="2522" y="3235"/>
                </a:lnTo>
                <a:lnTo>
                  <a:pt x="2541" y="3225"/>
                </a:lnTo>
                <a:lnTo>
                  <a:pt x="2560" y="3216"/>
                </a:lnTo>
                <a:lnTo>
                  <a:pt x="2579" y="3205"/>
                </a:lnTo>
                <a:lnTo>
                  <a:pt x="2597" y="3195"/>
                </a:lnTo>
                <a:lnTo>
                  <a:pt x="2615" y="3184"/>
                </a:lnTo>
                <a:lnTo>
                  <a:pt x="2632" y="3172"/>
                </a:lnTo>
                <a:lnTo>
                  <a:pt x="2649" y="3160"/>
                </a:lnTo>
                <a:lnTo>
                  <a:pt x="2666" y="3147"/>
                </a:lnTo>
                <a:lnTo>
                  <a:pt x="2683" y="3134"/>
                </a:lnTo>
                <a:lnTo>
                  <a:pt x="2699" y="3120"/>
                </a:lnTo>
                <a:lnTo>
                  <a:pt x="2715" y="3105"/>
                </a:lnTo>
                <a:lnTo>
                  <a:pt x="2730" y="3091"/>
                </a:lnTo>
                <a:lnTo>
                  <a:pt x="2745" y="3076"/>
                </a:lnTo>
                <a:lnTo>
                  <a:pt x="2760" y="3060"/>
                </a:lnTo>
                <a:lnTo>
                  <a:pt x="2773" y="3043"/>
                </a:lnTo>
                <a:lnTo>
                  <a:pt x="2787" y="3026"/>
                </a:lnTo>
                <a:lnTo>
                  <a:pt x="2801" y="3008"/>
                </a:lnTo>
                <a:lnTo>
                  <a:pt x="2814" y="2989"/>
                </a:lnTo>
                <a:lnTo>
                  <a:pt x="2827" y="2970"/>
                </a:lnTo>
                <a:lnTo>
                  <a:pt x="2838" y="2949"/>
                </a:lnTo>
                <a:lnTo>
                  <a:pt x="2850" y="2928"/>
                </a:lnTo>
                <a:lnTo>
                  <a:pt x="2862" y="2906"/>
                </a:lnTo>
                <a:lnTo>
                  <a:pt x="2872" y="2883"/>
                </a:lnTo>
                <a:lnTo>
                  <a:pt x="2883" y="2859"/>
                </a:lnTo>
                <a:lnTo>
                  <a:pt x="2892" y="2835"/>
                </a:lnTo>
                <a:lnTo>
                  <a:pt x="2902" y="2809"/>
                </a:lnTo>
                <a:lnTo>
                  <a:pt x="2910" y="2783"/>
                </a:lnTo>
                <a:lnTo>
                  <a:pt x="2920" y="2755"/>
                </a:lnTo>
                <a:lnTo>
                  <a:pt x="2927" y="2728"/>
                </a:lnTo>
                <a:lnTo>
                  <a:pt x="2936" y="2699"/>
                </a:lnTo>
                <a:lnTo>
                  <a:pt x="2942" y="2669"/>
                </a:lnTo>
                <a:lnTo>
                  <a:pt x="2950" y="2640"/>
                </a:lnTo>
                <a:lnTo>
                  <a:pt x="2956" y="2608"/>
                </a:lnTo>
                <a:lnTo>
                  <a:pt x="2962" y="2576"/>
                </a:lnTo>
                <a:lnTo>
                  <a:pt x="2968" y="2543"/>
                </a:lnTo>
                <a:lnTo>
                  <a:pt x="2973" y="2509"/>
                </a:lnTo>
                <a:lnTo>
                  <a:pt x="2977" y="2475"/>
                </a:lnTo>
                <a:lnTo>
                  <a:pt x="2981" y="2439"/>
                </a:lnTo>
                <a:lnTo>
                  <a:pt x="2985" y="2403"/>
                </a:lnTo>
                <a:lnTo>
                  <a:pt x="2991" y="2329"/>
                </a:lnTo>
                <a:lnTo>
                  <a:pt x="2995" y="2250"/>
                </a:lnTo>
                <a:lnTo>
                  <a:pt x="2998" y="2168"/>
                </a:lnTo>
                <a:lnTo>
                  <a:pt x="3000" y="2085"/>
                </a:lnTo>
                <a:lnTo>
                  <a:pt x="2998" y="2012"/>
                </a:lnTo>
                <a:lnTo>
                  <a:pt x="2995" y="1943"/>
                </a:lnTo>
                <a:lnTo>
                  <a:pt x="2991" y="1877"/>
                </a:lnTo>
                <a:lnTo>
                  <a:pt x="2985" y="1813"/>
                </a:lnTo>
                <a:lnTo>
                  <a:pt x="2980" y="1781"/>
                </a:lnTo>
                <a:lnTo>
                  <a:pt x="2976" y="1750"/>
                </a:lnTo>
                <a:lnTo>
                  <a:pt x="2972" y="1721"/>
                </a:lnTo>
                <a:lnTo>
                  <a:pt x="2967" y="1691"/>
                </a:lnTo>
                <a:lnTo>
                  <a:pt x="2960" y="1662"/>
                </a:lnTo>
                <a:lnTo>
                  <a:pt x="2954" y="1635"/>
                </a:lnTo>
                <a:lnTo>
                  <a:pt x="2947" y="1607"/>
                </a:lnTo>
                <a:lnTo>
                  <a:pt x="2940" y="1581"/>
                </a:lnTo>
                <a:lnTo>
                  <a:pt x="2933" y="1554"/>
                </a:lnTo>
                <a:lnTo>
                  <a:pt x="2925" y="1529"/>
                </a:lnTo>
                <a:lnTo>
                  <a:pt x="2917" y="1503"/>
                </a:lnTo>
                <a:lnTo>
                  <a:pt x="2907" y="1479"/>
                </a:lnTo>
                <a:lnTo>
                  <a:pt x="2898" y="1455"/>
                </a:lnTo>
                <a:lnTo>
                  <a:pt x="2888" y="1432"/>
                </a:lnTo>
                <a:lnTo>
                  <a:pt x="2877" y="1409"/>
                </a:lnTo>
                <a:lnTo>
                  <a:pt x="2867" y="1387"/>
                </a:lnTo>
                <a:lnTo>
                  <a:pt x="2855" y="1365"/>
                </a:lnTo>
                <a:lnTo>
                  <a:pt x="2843" y="1345"/>
                </a:lnTo>
                <a:lnTo>
                  <a:pt x="2832" y="1325"/>
                </a:lnTo>
                <a:lnTo>
                  <a:pt x="2819" y="1305"/>
                </a:lnTo>
                <a:lnTo>
                  <a:pt x="2806" y="1287"/>
                </a:lnTo>
                <a:lnTo>
                  <a:pt x="2793" y="1268"/>
                </a:lnTo>
                <a:lnTo>
                  <a:pt x="2779" y="1251"/>
                </a:lnTo>
                <a:lnTo>
                  <a:pt x="2764" y="1232"/>
                </a:lnTo>
                <a:lnTo>
                  <a:pt x="2749" y="1217"/>
                </a:lnTo>
                <a:lnTo>
                  <a:pt x="2734" y="1201"/>
                </a:lnTo>
                <a:lnTo>
                  <a:pt x="2718" y="1185"/>
                </a:lnTo>
                <a:lnTo>
                  <a:pt x="2702" y="1170"/>
                </a:lnTo>
                <a:lnTo>
                  <a:pt x="2686" y="1156"/>
                </a:lnTo>
                <a:lnTo>
                  <a:pt x="2671" y="1142"/>
                </a:lnTo>
                <a:lnTo>
                  <a:pt x="2654" y="1128"/>
                </a:lnTo>
                <a:lnTo>
                  <a:pt x="2637" y="1116"/>
                </a:lnTo>
                <a:lnTo>
                  <a:pt x="2619" y="1103"/>
                </a:lnTo>
                <a:lnTo>
                  <a:pt x="2602" y="1091"/>
                </a:lnTo>
                <a:lnTo>
                  <a:pt x="2583" y="1081"/>
                </a:lnTo>
                <a:lnTo>
                  <a:pt x="2564" y="1070"/>
                </a:lnTo>
                <a:lnTo>
                  <a:pt x="2545" y="1060"/>
                </a:lnTo>
                <a:lnTo>
                  <a:pt x="2526" y="1050"/>
                </a:lnTo>
                <a:lnTo>
                  <a:pt x="2507" y="1040"/>
                </a:lnTo>
                <a:lnTo>
                  <a:pt x="2488" y="1032"/>
                </a:lnTo>
                <a:lnTo>
                  <a:pt x="2468" y="1024"/>
                </a:lnTo>
                <a:lnTo>
                  <a:pt x="2447" y="1016"/>
                </a:lnTo>
                <a:lnTo>
                  <a:pt x="2426" y="1010"/>
                </a:lnTo>
                <a:lnTo>
                  <a:pt x="2405" y="1003"/>
                </a:lnTo>
                <a:lnTo>
                  <a:pt x="2384" y="997"/>
                </a:lnTo>
                <a:lnTo>
                  <a:pt x="2362" y="992"/>
                </a:lnTo>
                <a:lnTo>
                  <a:pt x="2340" y="986"/>
                </a:lnTo>
                <a:lnTo>
                  <a:pt x="2318" y="982"/>
                </a:lnTo>
                <a:lnTo>
                  <a:pt x="2295" y="978"/>
                </a:lnTo>
                <a:lnTo>
                  <a:pt x="2271" y="975"/>
                </a:lnTo>
                <a:lnTo>
                  <a:pt x="2248" y="971"/>
                </a:lnTo>
                <a:lnTo>
                  <a:pt x="2225" y="969"/>
                </a:lnTo>
                <a:lnTo>
                  <a:pt x="2200" y="967"/>
                </a:lnTo>
                <a:lnTo>
                  <a:pt x="2177" y="966"/>
                </a:lnTo>
                <a:lnTo>
                  <a:pt x="2152" y="965"/>
                </a:lnTo>
                <a:lnTo>
                  <a:pt x="2127" y="965"/>
                </a:lnTo>
                <a:lnTo>
                  <a:pt x="2103" y="965"/>
                </a:lnTo>
                <a:lnTo>
                  <a:pt x="2079" y="966"/>
                </a:lnTo>
                <a:lnTo>
                  <a:pt x="2056" y="967"/>
                </a:lnTo>
                <a:lnTo>
                  <a:pt x="2033" y="969"/>
                </a:lnTo>
                <a:lnTo>
                  <a:pt x="2010" y="971"/>
                </a:lnTo>
                <a:lnTo>
                  <a:pt x="1988" y="975"/>
                </a:lnTo>
                <a:lnTo>
                  <a:pt x="1966" y="978"/>
                </a:lnTo>
                <a:lnTo>
                  <a:pt x="1944" y="982"/>
                </a:lnTo>
                <a:lnTo>
                  <a:pt x="1922" y="986"/>
                </a:lnTo>
                <a:lnTo>
                  <a:pt x="1901" y="992"/>
                </a:lnTo>
                <a:lnTo>
                  <a:pt x="1880" y="997"/>
                </a:lnTo>
                <a:lnTo>
                  <a:pt x="1860" y="1003"/>
                </a:lnTo>
                <a:lnTo>
                  <a:pt x="1840" y="1010"/>
                </a:lnTo>
                <a:lnTo>
                  <a:pt x="1819" y="1017"/>
                </a:lnTo>
                <a:lnTo>
                  <a:pt x="1799" y="1024"/>
                </a:lnTo>
                <a:lnTo>
                  <a:pt x="1780" y="1033"/>
                </a:lnTo>
                <a:lnTo>
                  <a:pt x="1761" y="1041"/>
                </a:lnTo>
                <a:lnTo>
                  <a:pt x="1742" y="1051"/>
                </a:lnTo>
                <a:lnTo>
                  <a:pt x="1723" y="1061"/>
                </a:lnTo>
                <a:lnTo>
                  <a:pt x="1705" y="1071"/>
                </a:lnTo>
                <a:lnTo>
                  <a:pt x="1687" y="1082"/>
                </a:lnTo>
                <a:lnTo>
                  <a:pt x="1670" y="1093"/>
                </a:lnTo>
                <a:lnTo>
                  <a:pt x="1652" y="1106"/>
                </a:lnTo>
                <a:lnTo>
                  <a:pt x="1635" y="1118"/>
                </a:lnTo>
                <a:lnTo>
                  <a:pt x="1618" y="1132"/>
                </a:lnTo>
                <a:lnTo>
                  <a:pt x="1602" y="1144"/>
                </a:lnTo>
                <a:lnTo>
                  <a:pt x="1585" y="1159"/>
                </a:lnTo>
                <a:lnTo>
                  <a:pt x="1569" y="1174"/>
                </a:lnTo>
                <a:lnTo>
                  <a:pt x="1554" y="1189"/>
                </a:lnTo>
                <a:lnTo>
                  <a:pt x="1538" y="1205"/>
                </a:lnTo>
                <a:lnTo>
                  <a:pt x="1523" y="1221"/>
                </a:lnTo>
                <a:lnTo>
                  <a:pt x="1508" y="1238"/>
                </a:lnTo>
                <a:lnTo>
                  <a:pt x="1495" y="1255"/>
                </a:lnTo>
                <a:lnTo>
                  <a:pt x="1481" y="1273"/>
                </a:lnTo>
                <a:lnTo>
                  <a:pt x="1467" y="1292"/>
                </a:lnTo>
                <a:lnTo>
                  <a:pt x="1454" y="1311"/>
                </a:lnTo>
                <a:lnTo>
                  <a:pt x="1442" y="1331"/>
                </a:lnTo>
                <a:lnTo>
                  <a:pt x="1429" y="1352"/>
                </a:lnTo>
                <a:lnTo>
                  <a:pt x="1418" y="1374"/>
                </a:lnTo>
                <a:lnTo>
                  <a:pt x="1407" y="1396"/>
                </a:lnTo>
                <a:lnTo>
                  <a:pt x="1396" y="1419"/>
                </a:lnTo>
                <a:lnTo>
                  <a:pt x="1385" y="1443"/>
                </a:lnTo>
                <a:lnTo>
                  <a:pt x="1376" y="1467"/>
                </a:lnTo>
                <a:lnTo>
                  <a:pt x="1366" y="1492"/>
                </a:lnTo>
                <a:lnTo>
                  <a:pt x="1358" y="1518"/>
                </a:lnTo>
                <a:lnTo>
                  <a:pt x="1349" y="1544"/>
                </a:lnTo>
                <a:lnTo>
                  <a:pt x="1341" y="1572"/>
                </a:lnTo>
                <a:lnTo>
                  <a:pt x="1333" y="1600"/>
                </a:lnTo>
                <a:lnTo>
                  <a:pt x="1327" y="1628"/>
                </a:lnTo>
                <a:lnTo>
                  <a:pt x="1320" y="1657"/>
                </a:lnTo>
                <a:lnTo>
                  <a:pt x="1314" y="1688"/>
                </a:lnTo>
                <a:lnTo>
                  <a:pt x="1308" y="1717"/>
                </a:lnTo>
                <a:lnTo>
                  <a:pt x="1303" y="1749"/>
                </a:lnTo>
                <a:lnTo>
                  <a:pt x="1298" y="1781"/>
                </a:lnTo>
                <a:lnTo>
                  <a:pt x="1294" y="1814"/>
                </a:lnTo>
                <a:lnTo>
                  <a:pt x="1290" y="1848"/>
                </a:lnTo>
                <a:lnTo>
                  <a:pt x="1283" y="1917"/>
                </a:lnTo>
                <a:lnTo>
                  <a:pt x="1279" y="1988"/>
                </a:lnTo>
                <a:lnTo>
                  <a:pt x="1276" y="2062"/>
                </a:lnTo>
                <a:lnTo>
                  <a:pt x="1275" y="21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018933" y="3035049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Opportunity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4831612" y="3377830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216452" y="1719007"/>
            <a:ext cx="1163644" cy="116364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06400" dist="38100" sx="110000" sy="110000" algn="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7494798" y="1977773"/>
            <a:ext cx="606951" cy="646110"/>
          </a:xfrm>
          <a:custGeom>
            <a:avLst/>
            <a:gdLst>
              <a:gd name="T0" fmla="*/ 0 w 3873"/>
              <a:gd name="T1" fmla="*/ 0 h 4123"/>
              <a:gd name="T2" fmla="*/ 3873 w 3873"/>
              <a:gd name="T3" fmla="*/ 0 h 4123"/>
              <a:gd name="T4" fmla="*/ 3873 w 3873"/>
              <a:gd name="T5" fmla="*/ 1019 h 4123"/>
              <a:gd name="T6" fmla="*/ 2572 w 3873"/>
              <a:gd name="T7" fmla="*/ 1019 h 4123"/>
              <a:gd name="T8" fmla="*/ 2572 w 3873"/>
              <a:gd name="T9" fmla="*/ 4123 h 4123"/>
              <a:gd name="T10" fmla="*/ 1299 w 3873"/>
              <a:gd name="T11" fmla="*/ 4123 h 4123"/>
              <a:gd name="T12" fmla="*/ 1299 w 3873"/>
              <a:gd name="T13" fmla="*/ 1019 h 4123"/>
              <a:gd name="T14" fmla="*/ 0 w 3873"/>
              <a:gd name="T15" fmla="*/ 1019 h 4123"/>
              <a:gd name="T16" fmla="*/ 0 w 3873"/>
              <a:gd name="T17" fmla="*/ 0 h 4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73" h="4123">
                <a:moveTo>
                  <a:pt x="0" y="0"/>
                </a:moveTo>
                <a:lnTo>
                  <a:pt x="3873" y="0"/>
                </a:lnTo>
                <a:lnTo>
                  <a:pt x="3873" y="1019"/>
                </a:lnTo>
                <a:lnTo>
                  <a:pt x="2572" y="1019"/>
                </a:lnTo>
                <a:lnTo>
                  <a:pt x="2572" y="4123"/>
                </a:lnTo>
                <a:lnTo>
                  <a:pt x="1299" y="4123"/>
                </a:lnTo>
                <a:lnTo>
                  <a:pt x="1299" y="1019"/>
                </a:lnTo>
                <a:lnTo>
                  <a:pt x="0" y="101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119617" y="3035049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Threats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6932296" y="3377830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SWOT </a:t>
            </a:r>
            <a:r>
              <a:rPr lang="en-US" sz="2800" dirty="0" err="1" smtClean="0"/>
              <a:t>Analysys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330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5" name="Straight Connector 4"/>
          <p:cNvCxnSpPr>
            <a:stCxn id="4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4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 smtClean="0"/>
              <a:t>Infographic</a:t>
            </a:r>
            <a:r>
              <a:rPr lang="en-US" sz="2800" dirty="0" smtClean="0"/>
              <a:t> Slide </a:t>
            </a:r>
            <a:endParaRPr lang="en-US" sz="2800" dirty="0"/>
          </a:p>
        </p:txBody>
      </p:sp>
      <p:sp>
        <p:nvSpPr>
          <p:cNvPr id="8" name="Oval 7"/>
          <p:cNvSpPr/>
          <p:nvPr/>
        </p:nvSpPr>
        <p:spPr>
          <a:xfrm>
            <a:off x="3186347" y="1504950"/>
            <a:ext cx="1447800" cy="1447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09854" y="1504950"/>
            <a:ext cx="1447800" cy="14478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509854" y="2737890"/>
            <a:ext cx="1447800" cy="14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186347" y="2737890"/>
            <a:ext cx="1447800" cy="144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012680" y="2286000"/>
            <a:ext cx="1118640" cy="111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889000" sx="125000" sy="125000" algn="ctr" rotWithShape="0">
              <a:prstClr val="black">
                <a:alpha val="4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50143" y="3047999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962822" y="3323656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0143" y="1554916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22" y="1830573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916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594479" y="1830573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81800" y="3055953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4479" y="3331610"/>
            <a:ext cx="173195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497292" y="3230286"/>
            <a:ext cx="620092" cy="560664"/>
            <a:chOff x="576263" y="971550"/>
            <a:chExt cx="381001" cy="344488"/>
          </a:xfrm>
          <a:solidFill>
            <a:schemeClr val="bg1"/>
          </a:solidFill>
        </p:grpSpPr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844551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2 w 994"/>
                <a:gd name="T3" fmla="*/ 0 h 658"/>
                <a:gd name="T4" fmla="*/ 844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69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3 w 994"/>
                <a:gd name="T27" fmla="*/ 539 h 658"/>
                <a:gd name="T28" fmla="*/ 968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1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4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4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1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2" y="0"/>
                  </a:lnTo>
                  <a:lnTo>
                    <a:pt x="844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3" y="539"/>
                  </a:lnTo>
                  <a:lnTo>
                    <a:pt x="968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1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4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4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1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576263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1 w 994"/>
                <a:gd name="T3" fmla="*/ 0 h 658"/>
                <a:gd name="T4" fmla="*/ 843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70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2 w 994"/>
                <a:gd name="T27" fmla="*/ 539 h 658"/>
                <a:gd name="T28" fmla="*/ 969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0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3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3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0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1" y="0"/>
                  </a:lnTo>
                  <a:lnTo>
                    <a:pt x="843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70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622301" y="971550"/>
              <a:ext cx="288925" cy="252413"/>
            </a:xfrm>
            <a:custGeom>
              <a:avLst/>
              <a:gdLst>
                <a:gd name="T0" fmla="*/ 494 w 2546"/>
                <a:gd name="T1" fmla="*/ 577 h 2226"/>
                <a:gd name="T2" fmla="*/ 502 w 2546"/>
                <a:gd name="T3" fmla="*/ 1258 h 2226"/>
                <a:gd name="T4" fmla="*/ 543 w 2546"/>
                <a:gd name="T5" fmla="*/ 1321 h 2226"/>
                <a:gd name="T6" fmla="*/ 615 w 2546"/>
                <a:gd name="T7" fmla="*/ 1350 h 2226"/>
                <a:gd name="T8" fmla="*/ 1435 w 2546"/>
                <a:gd name="T9" fmla="*/ 1352 h 2226"/>
                <a:gd name="T10" fmla="*/ 1957 w 2546"/>
                <a:gd name="T11" fmla="*/ 1344 h 2226"/>
                <a:gd name="T12" fmla="*/ 2018 w 2546"/>
                <a:gd name="T13" fmla="*/ 1303 h 2226"/>
                <a:gd name="T14" fmla="*/ 2049 w 2546"/>
                <a:gd name="T15" fmla="*/ 1233 h 2226"/>
                <a:gd name="T16" fmla="*/ 495 w 2546"/>
                <a:gd name="T17" fmla="*/ 550 h 2226"/>
                <a:gd name="T18" fmla="*/ 1842 w 2546"/>
                <a:gd name="T19" fmla="*/ 201 h 2226"/>
                <a:gd name="T20" fmla="*/ 1801 w 2546"/>
                <a:gd name="T21" fmla="*/ 253 h 2226"/>
                <a:gd name="T22" fmla="*/ 1810 w 2546"/>
                <a:gd name="T23" fmla="*/ 321 h 2226"/>
                <a:gd name="T24" fmla="*/ 1863 w 2546"/>
                <a:gd name="T25" fmla="*/ 362 h 2226"/>
                <a:gd name="T26" fmla="*/ 1930 w 2546"/>
                <a:gd name="T27" fmla="*/ 353 h 2226"/>
                <a:gd name="T28" fmla="*/ 1971 w 2546"/>
                <a:gd name="T29" fmla="*/ 300 h 2226"/>
                <a:gd name="T30" fmla="*/ 1962 w 2546"/>
                <a:gd name="T31" fmla="*/ 232 h 2226"/>
                <a:gd name="T32" fmla="*/ 1909 w 2546"/>
                <a:gd name="T33" fmla="*/ 192 h 2226"/>
                <a:gd name="T34" fmla="*/ 1560 w 2546"/>
                <a:gd name="T35" fmla="*/ 192 h 2226"/>
                <a:gd name="T36" fmla="*/ 1508 w 2546"/>
                <a:gd name="T37" fmla="*/ 232 h 2226"/>
                <a:gd name="T38" fmla="*/ 1499 w 2546"/>
                <a:gd name="T39" fmla="*/ 300 h 2226"/>
                <a:gd name="T40" fmla="*/ 1539 w 2546"/>
                <a:gd name="T41" fmla="*/ 353 h 2226"/>
                <a:gd name="T42" fmla="*/ 1607 w 2546"/>
                <a:gd name="T43" fmla="*/ 362 h 2226"/>
                <a:gd name="T44" fmla="*/ 1659 w 2546"/>
                <a:gd name="T45" fmla="*/ 321 h 2226"/>
                <a:gd name="T46" fmla="*/ 1668 w 2546"/>
                <a:gd name="T47" fmla="*/ 253 h 2226"/>
                <a:gd name="T48" fmla="*/ 1628 w 2546"/>
                <a:gd name="T49" fmla="*/ 201 h 2226"/>
                <a:gd name="T50" fmla="*/ 1281 w 2546"/>
                <a:gd name="T51" fmla="*/ 189 h 2226"/>
                <a:gd name="T52" fmla="*/ 1218 w 2546"/>
                <a:gd name="T53" fmla="*/ 214 h 2226"/>
                <a:gd name="T54" fmla="*/ 1192 w 2546"/>
                <a:gd name="T55" fmla="*/ 276 h 2226"/>
                <a:gd name="T56" fmla="*/ 1218 w 2546"/>
                <a:gd name="T57" fmla="*/ 339 h 2226"/>
                <a:gd name="T58" fmla="*/ 1281 w 2546"/>
                <a:gd name="T59" fmla="*/ 365 h 2226"/>
                <a:gd name="T60" fmla="*/ 1343 w 2546"/>
                <a:gd name="T61" fmla="*/ 339 h 2226"/>
                <a:gd name="T62" fmla="*/ 1368 w 2546"/>
                <a:gd name="T63" fmla="*/ 276 h 2226"/>
                <a:gd name="T64" fmla="*/ 1343 w 2546"/>
                <a:gd name="T65" fmla="*/ 214 h 2226"/>
                <a:gd name="T66" fmla="*/ 1281 w 2546"/>
                <a:gd name="T67" fmla="*/ 189 h 2226"/>
                <a:gd name="T68" fmla="*/ 1947 w 2546"/>
                <a:gd name="T69" fmla="*/ 3 h 2226"/>
                <a:gd name="T70" fmla="*/ 2072 w 2546"/>
                <a:gd name="T71" fmla="*/ 44 h 2226"/>
                <a:gd name="T72" fmla="*/ 2166 w 2546"/>
                <a:gd name="T73" fmla="*/ 126 h 2226"/>
                <a:gd name="T74" fmla="*/ 2221 w 2546"/>
                <a:gd name="T75" fmla="*/ 243 h 2226"/>
                <a:gd name="T76" fmla="*/ 2232 w 2546"/>
                <a:gd name="T77" fmla="*/ 1204 h 2226"/>
                <a:gd name="T78" fmla="*/ 2212 w 2546"/>
                <a:gd name="T79" fmla="*/ 1328 h 2226"/>
                <a:gd name="T80" fmla="*/ 2150 w 2546"/>
                <a:gd name="T81" fmla="*/ 1428 h 2226"/>
                <a:gd name="T82" fmla="*/ 2049 w 2546"/>
                <a:gd name="T83" fmla="*/ 1503 h 2226"/>
                <a:gd name="T84" fmla="*/ 1935 w 2546"/>
                <a:gd name="T85" fmla="*/ 1533 h 2226"/>
                <a:gd name="T86" fmla="*/ 1363 w 2546"/>
                <a:gd name="T87" fmla="*/ 1885 h 2226"/>
                <a:gd name="T88" fmla="*/ 2494 w 2546"/>
                <a:gd name="T89" fmla="*/ 1895 h 2226"/>
                <a:gd name="T90" fmla="*/ 2535 w 2546"/>
                <a:gd name="T91" fmla="*/ 1936 h 2226"/>
                <a:gd name="T92" fmla="*/ 2546 w 2546"/>
                <a:gd name="T93" fmla="*/ 2226 h 2226"/>
                <a:gd name="T94" fmla="*/ 1364 w 2546"/>
                <a:gd name="T95" fmla="*/ 2067 h 2226"/>
                <a:gd name="T96" fmla="*/ 1182 w 2546"/>
                <a:gd name="T97" fmla="*/ 2067 h 2226"/>
                <a:gd name="T98" fmla="*/ 0 w 2546"/>
                <a:gd name="T99" fmla="*/ 2226 h 2226"/>
                <a:gd name="T100" fmla="*/ 10 w 2546"/>
                <a:gd name="T101" fmla="*/ 1936 h 2226"/>
                <a:gd name="T102" fmla="*/ 51 w 2546"/>
                <a:gd name="T103" fmla="*/ 1895 h 2226"/>
                <a:gd name="T104" fmla="*/ 1181 w 2546"/>
                <a:gd name="T105" fmla="*/ 1885 h 2226"/>
                <a:gd name="T106" fmla="*/ 799 w 2546"/>
                <a:gd name="T107" fmla="*/ 1535 h 2226"/>
                <a:gd name="T108" fmla="*/ 547 w 2546"/>
                <a:gd name="T109" fmla="*/ 1523 h 2226"/>
                <a:gd name="T110" fmla="*/ 439 w 2546"/>
                <a:gd name="T111" fmla="*/ 1471 h 2226"/>
                <a:gd name="T112" fmla="*/ 360 w 2546"/>
                <a:gd name="T113" fmla="*/ 1383 h 2226"/>
                <a:gd name="T114" fmla="*/ 318 w 2546"/>
                <a:gd name="T115" fmla="*/ 1275 h 2226"/>
                <a:gd name="T116" fmla="*/ 312 w 2546"/>
                <a:gd name="T117" fmla="*/ 326 h 2226"/>
                <a:gd name="T118" fmla="*/ 337 w 2546"/>
                <a:gd name="T119" fmla="*/ 197 h 2226"/>
                <a:gd name="T120" fmla="*/ 407 w 2546"/>
                <a:gd name="T121" fmla="*/ 94 h 2226"/>
                <a:gd name="T122" fmla="*/ 512 w 2546"/>
                <a:gd name="T123" fmla="*/ 25 h 2226"/>
                <a:gd name="T124" fmla="*/ 641 w 2546"/>
                <a:gd name="T125" fmla="*/ 0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46" h="2226">
                  <a:moveTo>
                    <a:pt x="495" y="550"/>
                  </a:moveTo>
                  <a:lnTo>
                    <a:pt x="494" y="564"/>
                  </a:lnTo>
                  <a:lnTo>
                    <a:pt x="494" y="577"/>
                  </a:lnTo>
                  <a:lnTo>
                    <a:pt x="494" y="1202"/>
                  </a:lnTo>
                  <a:lnTo>
                    <a:pt x="496" y="1232"/>
                  </a:lnTo>
                  <a:lnTo>
                    <a:pt x="502" y="1258"/>
                  </a:lnTo>
                  <a:lnTo>
                    <a:pt x="512" y="1283"/>
                  </a:lnTo>
                  <a:lnTo>
                    <a:pt x="526" y="1303"/>
                  </a:lnTo>
                  <a:lnTo>
                    <a:pt x="543" y="1321"/>
                  </a:lnTo>
                  <a:lnTo>
                    <a:pt x="564" y="1334"/>
                  </a:lnTo>
                  <a:lnTo>
                    <a:pt x="587" y="1344"/>
                  </a:lnTo>
                  <a:lnTo>
                    <a:pt x="615" y="1350"/>
                  </a:lnTo>
                  <a:lnTo>
                    <a:pt x="644" y="1352"/>
                  </a:lnTo>
                  <a:lnTo>
                    <a:pt x="969" y="1352"/>
                  </a:lnTo>
                  <a:lnTo>
                    <a:pt x="1435" y="1352"/>
                  </a:lnTo>
                  <a:lnTo>
                    <a:pt x="1902" y="1353"/>
                  </a:lnTo>
                  <a:lnTo>
                    <a:pt x="1930" y="1350"/>
                  </a:lnTo>
                  <a:lnTo>
                    <a:pt x="1957" y="1344"/>
                  </a:lnTo>
                  <a:lnTo>
                    <a:pt x="1980" y="1334"/>
                  </a:lnTo>
                  <a:lnTo>
                    <a:pt x="2001" y="1321"/>
                  </a:lnTo>
                  <a:lnTo>
                    <a:pt x="2018" y="1303"/>
                  </a:lnTo>
                  <a:lnTo>
                    <a:pt x="2032" y="1283"/>
                  </a:lnTo>
                  <a:lnTo>
                    <a:pt x="2042" y="1259"/>
                  </a:lnTo>
                  <a:lnTo>
                    <a:pt x="2049" y="1233"/>
                  </a:lnTo>
                  <a:lnTo>
                    <a:pt x="2051" y="1203"/>
                  </a:lnTo>
                  <a:lnTo>
                    <a:pt x="2051" y="550"/>
                  </a:lnTo>
                  <a:lnTo>
                    <a:pt x="495" y="550"/>
                  </a:lnTo>
                  <a:close/>
                  <a:moveTo>
                    <a:pt x="1886" y="189"/>
                  </a:moveTo>
                  <a:lnTo>
                    <a:pt x="1863" y="192"/>
                  </a:lnTo>
                  <a:lnTo>
                    <a:pt x="1842" y="201"/>
                  </a:lnTo>
                  <a:lnTo>
                    <a:pt x="1823" y="214"/>
                  </a:lnTo>
                  <a:lnTo>
                    <a:pt x="1810" y="232"/>
                  </a:lnTo>
                  <a:lnTo>
                    <a:pt x="1801" y="253"/>
                  </a:lnTo>
                  <a:lnTo>
                    <a:pt x="1798" y="276"/>
                  </a:lnTo>
                  <a:lnTo>
                    <a:pt x="1801" y="300"/>
                  </a:lnTo>
                  <a:lnTo>
                    <a:pt x="1810" y="321"/>
                  </a:lnTo>
                  <a:lnTo>
                    <a:pt x="1823" y="339"/>
                  </a:lnTo>
                  <a:lnTo>
                    <a:pt x="1842" y="353"/>
                  </a:lnTo>
                  <a:lnTo>
                    <a:pt x="1863" y="362"/>
                  </a:lnTo>
                  <a:lnTo>
                    <a:pt x="1886" y="365"/>
                  </a:lnTo>
                  <a:lnTo>
                    <a:pt x="1909" y="362"/>
                  </a:lnTo>
                  <a:lnTo>
                    <a:pt x="1930" y="353"/>
                  </a:lnTo>
                  <a:lnTo>
                    <a:pt x="1949" y="339"/>
                  </a:lnTo>
                  <a:lnTo>
                    <a:pt x="1962" y="321"/>
                  </a:lnTo>
                  <a:lnTo>
                    <a:pt x="1971" y="300"/>
                  </a:lnTo>
                  <a:lnTo>
                    <a:pt x="1974" y="276"/>
                  </a:lnTo>
                  <a:lnTo>
                    <a:pt x="1971" y="253"/>
                  </a:lnTo>
                  <a:lnTo>
                    <a:pt x="1962" y="232"/>
                  </a:lnTo>
                  <a:lnTo>
                    <a:pt x="1949" y="214"/>
                  </a:lnTo>
                  <a:lnTo>
                    <a:pt x="1930" y="201"/>
                  </a:lnTo>
                  <a:lnTo>
                    <a:pt x="1909" y="192"/>
                  </a:lnTo>
                  <a:lnTo>
                    <a:pt x="1886" y="189"/>
                  </a:lnTo>
                  <a:close/>
                  <a:moveTo>
                    <a:pt x="1583" y="189"/>
                  </a:moveTo>
                  <a:lnTo>
                    <a:pt x="1560" y="192"/>
                  </a:lnTo>
                  <a:lnTo>
                    <a:pt x="1539" y="201"/>
                  </a:lnTo>
                  <a:lnTo>
                    <a:pt x="1521" y="214"/>
                  </a:lnTo>
                  <a:lnTo>
                    <a:pt x="1508" y="232"/>
                  </a:lnTo>
                  <a:lnTo>
                    <a:pt x="1499" y="253"/>
                  </a:lnTo>
                  <a:lnTo>
                    <a:pt x="1496" y="276"/>
                  </a:lnTo>
                  <a:lnTo>
                    <a:pt x="1499" y="300"/>
                  </a:lnTo>
                  <a:lnTo>
                    <a:pt x="1508" y="321"/>
                  </a:lnTo>
                  <a:lnTo>
                    <a:pt x="1521" y="339"/>
                  </a:lnTo>
                  <a:lnTo>
                    <a:pt x="1539" y="353"/>
                  </a:lnTo>
                  <a:lnTo>
                    <a:pt x="1560" y="362"/>
                  </a:lnTo>
                  <a:lnTo>
                    <a:pt x="1583" y="365"/>
                  </a:lnTo>
                  <a:lnTo>
                    <a:pt x="1607" y="362"/>
                  </a:lnTo>
                  <a:lnTo>
                    <a:pt x="1628" y="353"/>
                  </a:lnTo>
                  <a:lnTo>
                    <a:pt x="1645" y="339"/>
                  </a:lnTo>
                  <a:lnTo>
                    <a:pt x="1659" y="321"/>
                  </a:lnTo>
                  <a:lnTo>
                    <a:pt x="1668" y="300"/>
                  </a:lnTo>
                  <a:lnTo>
                    <a:pt x="1672" y="276"/>
                  </a:lnTo>
                  <a:lnTo>
                    <a:pt x="1668" y="253"/>
                  </a:lnTo>
                  <a:lnTo>
                    <a:pt x="1659" y="232"/>
                  </a:lnTo>
                  <a:lnTo>
                    <a:pt x="1645" y="214"/>
                  </a:lnTo>
                  <a:lnTo>
                    <a:pt x="1628" y="201"/>
                  </a:lnTo>
                  <a:lnTo>
                    <a:pt x="1607" y="192"/>
                  </a:lnTo>
                  <a:lnTo>
                    <a:pt x="1583" y="189"/>
                  </a:lnTo>
                  <a:close/>
                  <a:moveTo>
                    <a:pt x="1281" y="189"/>
                  </a:moveTo>
                  <a:lnTo>
                    <a:pt x="1257" y="192"/>
                  </a:lnTo>
                  <a:lnTo>
                    <a:pt x="1236" y="201"/>
                  </a:lnTo>
                  <a:lnTo>
                    <a:pt x="1218" y="214"/>
                  </a:lnTo>
                  <a:lnTo>
                    <a:pt x="1204" y="232"/>
                  </a:lnTo>
                  <a:lnTo>
                    <a:pt x="1195" y="253"/>
                  </a:lnTo>
                  <a:lnTo>
                    <a:pt x="1192" y="276"/>
                  </a:lnTo>
                  <a:lnTo>
                    <a:pt x="1195" y="300"/>
                  </a:lnTo>
                  <a:lnTo>
                    <a:pt x="1204" y="321"/>
                  </a:lnTo>
                  <a:lnTo>
                    <a:pt x="1218" y="339"/>
                  </a:lnTo>
                  <a:lnTo>
                    <a:pt x="1236" y="353"/>
                  </a:lnTo>
                  <a:lnTo>
                    <a:pt x="1257" y="362"/>
                  </a:lnTo>
                  <a:lnTo>
                    <a:pt x="1281" y="365"/>
                  </a:lnTo>
                  <a:lnTo>
                    <a:pt x="1304" y="362"/>
                  </a:lnTo>
                  <a:lnTo>
                    <a:pt x="1324" y="353"/>
                  </a:lnTo>
                  <a:lnTo>
                    <a:pt x="1343" y="339"/>
                  </a:lnTo>
                  <a:lnTo>
                    <a:pt x="1356" y="321"/>
                  </a:lnTo>
                  <a:lnTo>
                    <a:pt x="1365" y="300"/>
                  </a:lnTo>
                  <a:lnTo>
                    <a:pt x="1368" y="276"/>
                  </a:lnTo>
                  <a:lnTo>
                    <a:pt x="1365" y="253"/>
                  </a:lnTo>
                  <a:lnTo>
                    <a:pt x="1356" y="232"/>
                  </a:lnTo>
                  <a:lnTo>
                    <a:pt x="1343" y="214"/>
                  </a:lnTo>
                  <a:lnTo>
                    <a:pt x="1324" y="201"/>
                  </a:lnTo>
                  <a:lnTo>
                    <a:pt x="1304" y="192"/>
                  </a:lnTo>
                  <a:lnTo>
                    <a:pt x="1281" y="189"/>
                  </a:lnTo>
                  <a:close/>
                  <a:moveTo>
                    <a:pt x="641" y="0"/>
                  </a:moveTo>
                  <a:lnTo>
                    <a:pt x="1900" y="0"/>
                  </a:lnTo>
                  <a:lnTo>
                    <a:pt x="1947" y="3"/>
                  </a:lnTo>
                  <a:lnTo>
                    <a:pt x="1992" y="12"/>
                  </a:lnTo>
                  <a:lnTo>
                    <a:pt x="2033" y="25"/>
                  </a:lnTo>
                  <a:lnTo>
                    <a:pt x="2072" y="44"/>
                  </a:lnTo>
                  <a:lnTo>
                    <a:pt x="2107" y="67"/>
                  </a:lnTo>
                  <a:lnTo>
                    <a:pt x="2138" y="95"/>
                  </a:lnTo>
                  <a:lnTo>
                    <a:pt x="2166" y="126"/>
                  </a:lnTo>
                  <a:lnTo>
                    <a:pt x="2189" y="162"/>
                  </a:lnTo>
                  <a:lnTo>
                    <a:pt x="2207" y="201"/>
                  </a:lnTo>
                  <a:lnTo>
                    <a:pt x="2221" y="243"/>
                  </a:lnTo>
                  <a:lnTo>
                    <a:pt x="2229" y="288"/>
                  </a:lnTo>
                  <a:lnTo>
                    <a:pt x="2232" y="334"/>
                  </a:lnTo>
                  <a:lnTo>
                    <a:pt x="2232" y="1204"/>
                  </a:lnTo>
                  <a:lnTo>
                    <a:pt x="2230" y="1248"/>
                  </a:lnTo>
                  <a:lnTo>
                    <a:pt x="2223" y="1289"/>
                  </a:lnTo>
                  <a:lnTo>
                    <a:pt x="2212" y="1328"/>
                  </a:lnTo>
                  <a:lnTo>
                    <a:pt x="2195" y="1363"/>
                  </a:lnTo>
                  <a:lnTo>
                    <a:pt x="2175" y="1397"/>
                  </a:lnTo>
                  <a:lnTo>
                    <a:pt x="2150" y="1428"/>
                  </a:lnTo>
                  <a:lnTo>
                    <a:pt x="2121" y="1455"/>
                  </a:lnTo>
                  <a:lnTo>
                    <a:pt x="2087" y="1481"/>
                  </a:lnTo>
                  <a:lnTo>
                    <a:pt x="2049" y="1503"/>
                  </a:lnTo>
                  <a:lnTo>
                    <a:pt x="2012" y="1517"/>
                  </a:lnTo>
                  <a:lnTo>
                    <a:pt x="1974" y="1528"/>
                  </a:lnTo>
                  <a:lnTo>
                    <a:pt x="1935" y="1533"/>
                  </a:lnTo>
                  <a:lnTo>
                    <a:pt x="1896" y="1535"/>
                  </a:lnTo>
                  <a:lnTo>
                    <a:pt x="1363" y="1535"/>
                  </a:lnTo>
                  <a:lnTo>
                    <a:pt x="1363" y="1885"/>
                  </a:lnTo>
                  <a:lnTo>
                    <a:pt x="2454" y="1885"/>
                  </a:lnTo>
                  <a:lnTo>
                    <a:pt x="2474" y="1887"/>
                  </a:lnTo>
                  <a:lnTo>
                    <a:pt x="2494" y="1895"/>
                  </a:lnTo>
                  <a:lnTo>
                    <a:pt x="2511" y="1906"/>
                  </a:lnTo>
                  <a:lnTo>
                    <a:pt x="2525" y="1919"/>
                  </a:lnTo>
                  <a:lnTo>
                    <a:pt x="2535" y="1936"/>
                  </a:lnTo>
                  <a:lnTo>
                    <a:pt x="2543" y="1956"/>
                  </a:lnTo>
                  <a:lnTo>
                    <a:pt x="2546" y="1976"/>
                  </a:lnTo>
                  <a:lnTo>
                    <a:pt x="2546" y="2226"/>
                  </a:lnTo>
                  <a:lnTo>
                    <a:pt x="2363" y="2226"/>
                  </a:lnTo>
                  <a:lnTo>
                    <a:pt x="2363" y="2067"/>
                  </a:lnTo>
                  <a:lnTo>
                    <a:pt x="1364" y="2067"/>
                  </a:lnTo>
                  <a:lnTo>
                    <a:pt x="1364" y="2226"/>
                  </a:lnTo>
                  <a:lnTo>
                    <a:pt x="1182" y="2226"/>
                  </a:lnTo>
                  <a:lnTo>
                    <a:pt x="1182" y="2067"/>
                  </a:lnTo>
                  <a:lnTo>
                    <a:pt x="183" y="2067"/>
                  </a:lnTo>
                  <a:lnTo>
                    <a:pt x="183" y="2226"/>
                  </a:lnTo>
                  <a:lnTo>
                    <a:pt x="0" y="2226"/>
                  </a:lnTo>
                  <a:lnTo>
                    <a:pt x="0" y="1976"/>
                  </a:lnTo>
                  <a:lnTo>
                    <a:pt x="2" y="1956"/>
                  </a:lnTo>
                  <a:lnTo>
                    <a:pt x="10" y="1936"/>
                  </a:lnTo>
                  <a:lnTo>
                    <a:pt x="21" y="1920"/>
                  </a:lnTo>
                  <a:lnTo>
                    <a:pt x="35" y="1906"/>
                  </a:lnTo>
                  <a:lnTo>
                    <a:pt x="51" y="1895"/>
                  </a:lnTo>
                  <a:lnTo>
                    <a:pt x="71" y="1887"/>
                  </a:lnTo>
                  <a:lnTo>
                    <a:pt x="92" y="1885"/>
                  </a:lnTo>
                  <a:lnTo>
                    <a:pt x="1181" y="1885"/>
                  </a:lnTo>
                  <a:lnTo>
                    <a:pt x="1181" y="1535"/>
                  </a:lnTo>
                  <a:lnTo>
                    <a:pt x="968" y="1535"/>
                  </a:lnTo>
                  <a:lnTo>
                    <a:pt x="799" y="1535"/>
                  </a:lnTo>
                  <a:lnTo>
                    <a:pt x="631" y="1535"/>
                  </a:lnTo>
                  <a:lnTo>
                    <a:pt x="588" y="1532"/>
                  </a:lnTo>
                  <a:lnTo>
                    <a:pt x="547" y="1523"/>
                  </a:lnTo>
                  <a:lnTo>
                    <a:pt x="510" y="1511"/>
                  </a:lnTo>
                  <a:lnTo>
                    <a:pt x="473" y="1493"/>
                  </a:lnTo>
                  <a:lnTo>
                    <a:pt x="439" y="1471"/>
                  </a:lnTo>
                  <a:lnTo>
                    <a:pt x="410" y="1446"/>
                  </a:lnTo>
                  <a:lnTo>
                    <a:pt x="382" y="1416"/>
                  </a:lnTo>
                  <a:lnTo>
                    <a:pt x="360" y="1383"/>
                  </a:lnTo>
                  <a:lnTo>
                    <a:pt x="341" y="1346"/>
                  </a:lnTo>
                  <a:lnTo>
                    <a:pt x="326" y="1307"/>
                  </a:lnTo>
                  <a:lnTo>
                    <a:pt x="318" y="1275"/>
                  </a:lnTo>
                  <a:lnTo>
                    <a:pt x="314" y="1241"/>
                  </a:lnTo>
                  <a:lnTo>
                    <a:pt x="312" y="1207"/>
                  </a:lnTo>
                  <a:lnTo>
                    <a:pt x="312" y="326"/>
                  </a:lnTo>
                  <a:lnTo>
                    <a:pt x="315" y="280"/>
                  </a:lnTo>
                  <a:lnTo>
                    <a:pt x="324" y="238"/>
                  </a:lnTo>
                  <a:lnTo>
                    <a:pt x="337" y="197"/>
                  </a:lnTo>
                  <a:lnTo>
                    <a:pt x="356" y="159"/>
                  </a:lnTo>
                  <a:lnTo>
                    <a:pt x="379" y="124"/>
                  </a:lnTo>
                  <a:lnTo>
                    <a:pt x="407" y="94"/>
                  </a:lnTo>
                  <a:lnTo>
                    <a:pt x="438" y="66"/>
                  </a:lnTo>
                  <a:lnTo>
                    <a:pt x="473" y="44"/>
                  </a:lnTo>
                  <a:lnTo>
                    <a:pt x="512" y="25"/>
                  </a:lnTo>
                  <a:lnTo>
                    <a:pt x="552" y="11"/>
                  </a:lnTo>
                  <a:lnTo>
                    <a:pt x="595" y="3"/>
                  </a:lnTo>
                  <a:lnTo>
                    <a:pt x="6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709613" y="1241425"/>
              <a:ext cx="112713" cy="74613"/>
            </a:xfrm>
            <a:custGeom>
              <a:avLst/>
              <a:gdLst>
                <a:gd name="T0" fmla="*/ 183 w 993"/>
                <a:gd name="T1" fmla="*/ 0 h 658"/>
                <a:gd name="T2" fmla="*/ 812 w 993"/>
                <a:gd name="T3" fmla="*/ 0 h 658"/>
                <a:gd name="T4" fmla="*/ 845 w 993"/>
                <a:gd name="T5" fmla="*/ 3 h 658"/>
                <a:gd name="T6" fmla="*/ 875 w 993"/>
                <a:gd name="T7" fmla="*/ 11 h 658"/>
                <a:gd name="T8" fmla="*/ 904 w 993"/>
                <a:gd name="T9" fmla="*/ 25 h 658"/>
                <a:gd name="T10" fmla="*/ 929 w 993"/>
                <a:gd name="T11" fmla="*/ 43 h 658"/>
                <a:gd name="T12" fmla="*/ 952 w 993"/>
                <a:gd name="T13" fmla="*/ 65 h 658"/>
                <a:gd name="T14" fmla="*/ 969 w 993"/>
                <a:gd name="T15" fmla="*/ 91 h 658"/>
                <a:gd name="T16" fmla="*/ 983 w 993"/>
                <a:gd name="T17" fmla="*/ 119 h 658"/>
                <a:gd name="T18" fmla="*/ 991 w 993"/>
                <a:gd name="T19" fmla="*/ 150 h 658"/>
                <a:gd name="T20" fmla="*/ 993 w 993"/>
                <a:gd name="T21" fmla="*/ 183 h 658"/>
                <a:gd name="T22" fmla="*/ 993 w 993"/>
                <a:gd name="T23" fmla="*/ 475 h 658"/>
                <a:gd name="T24" fmla="*/ 991 w 993"/>
                <a:gd name="T25" fmla="*/ 508 h 658"/>
                <a:gd name="T26" fmla="*/ 982 w 993"/>
                <a:gd name="T27" fmla="*/ 539 h 658"/>
                <a:gd name="T28" fmla="*/ 969 w 993"/>
                <a:gd name="T29" fmla="*/ 567 h 658"/>
                <a:gd name="T30" fmla="*/ 951 w 993"/>
                <a:gd name="T31" fmla="*/ 593 h 658"/>
                <a:gd name="T32" fmla="*/ 928 w 993"/>
                <a:gd name="T33" fmla="*/ 615 h 658"/>
                <a:gd name="T34" fmla="*/ 903 w 993"/>
                <a:gd name="T35" fmla="*/ 633 h 658"/>
                <a:gd name="T36" fmla="*/ 874 w 993"/>
                <a:gd name="T37" fmla="*/ 647 h 658"/>
                <a:gd name="T38" fmla="*/ 844 w 993"/>
                <a:gd name="T39" fmla="*/ 655 h 658"/>
                <a:gd name="T40" fmla="*/ 811 w 993"/>
                <a:gd name="T41" fmla="*/ 658 h 658"/>
                <a:gd name="T42" fmla="*/ 183 w 993"/>
                <a:gd name="T43" fmla="*/ 658 h 658"/>
                <a:gd name="T44" fmla="*/ 150 w 993"/>
                <a:gd name="T45" fmla="*/ 655 h 658"/>
                <a:gd name="T46" fmla="*/ 120 w 993"/>
                <a:gd name="T47" fmla="*/ 647 h 658"/>
                <a:gd name="T48" fmla="*/ 91 w 993"/>
                <a:gd name="T49" fmla="*/ 633 h 658"/>
                <a:gd name="T50" fmla="*/ 66 w 993"/>
                <a:gd name="T51" fmla="*/ 615 h 658"/>
                <a:gd name="T52" fmla="*/ 43 w 993"/>
                <a:gd name="T53" fmla="*/ 593 h 658"/>
                <a:gd name="T54" fmla="*/ 25 w 993"/>
                <a:gd name="T55" fmla="*/ 567 h 658"/>
                <a:gd name="T56" fmla="*/ 12 w 993"/>
                <a:gd name="T57" fmla="*/ 539 h 658"/>
                <a:gd name="T58" fmla="*/ 3 w 993"/>
                <a:gd name="T59" fmla="*/ 508 h 658"/>
                <a:gd name="T60" fmla="*/ 0 w 993"/>
                <a:gd name="T61" fmla="*/ 475 h 658"/>
                <a:gd name="T62" fmla="*/ 0 w 993"/>
                <a:gd name="T63" fmla="*/ 183 h 658"/>
                <a:gd name="T64" fmla="*/ 3 w 993"/>
                <a:gd name="T65" fmla="*/ 150 h 658"/>
                <a:gd name="T66" fmla="*/ 12 w 993"/>
                <a:gd name="T67" fmla="*/ 119 h 658"/>
                <a:gd name="T68" fmla="*/ 25 w 993"/>
                <a:gd name="T69" fmla="*/ 91 h 658"/>
                <a:gd name="T70" fmla="*/ 43 w 993"/>
                <a:gd name="T71" fmla="*/ 65 h 658"/>
                <a:gd name="T72" fmla="*/ 66 w 993"/>
                <a:gd name="T73" fmla="*/ 43 h 658"/>
                <a:gd name="T74" fmla="*/ 91 w 993"/>
                <a:gd name="T75" fmla="*/ 25 h 658"/>
                <a:gd name="T76" fmla="*/ 120 w 993"/>
                <a:gd name="T77" fmla="*/ 11 h 658"/>
                <a:gd name="T78" fmla="*/ 150 w 993"/>
                <a:gd name="T79" fmla="*/ 3 h 658"/>
                <a:gd name="T80" fmla="*/ 183 w 993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3" h="658">
                  <a:moveTo>
                    <a:pt x="183" y="0"/>
                  </a:moveTo>
                  <a:lnTo>
                    <a:pt x="812" y="0"/>
                  </a:lnTo>
                  <a:lnTo>
                    <a:pt x="845" y="3"/>
                  </a:lnTo>
                  <a:lnTo>
                    <a:pt x="875" y="11"/>
                  </a:lnTo>
                  <a:lnTo>
                    <a:pt x="904" y="25"/>
                  </a:lnTo>
                  <a:lnTo>
                    <a:pt x="929" y="43"/>
                  </a:lnTo>
                  <a:lnTo>
                    <a:pt x="952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3" y="183"/>
                  </a:lnTo>
                  <a:lnTo>
                    <a:pt x="993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1" y="593"/>
                  </a:lnTo>
                  <a:lnTo>
                    <a:pt x="928" y="615"/>
                  </a:lnTo>
                  <a:lnTo>
                    <a:pt x="903" y="633"/>
                  </a:lnTo>
                  <a:lnTo>
                    <a:pt x="874" y="647"/>
                  </a:lnTo>
                  <a:lnTo>
                    <a:pt x="844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20" y="647"/>
                  </a:lnTo>
                  <a:lnTo>
                    <a:pt x="91" y="633"/>
                  </a:lnTo>
                  <a:lnTo>
                    <a:pt x="66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2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2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6" y="43"/>
                  </a:lnTo>
                  <a:lnTo>
                    <a:pt x="91" y="25"/>
                  </a:lnTo>
                  <a:lnTo>
                    <a:pt x="120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392878" y="1943430"/>
            <a:ext cx="548224" cy="514430"/>
            <a:chOff x="1927225" y="1001713"/>
            <a:chExt cx="463550" cy="434976"/>
          </a:xfrm>
          <a:solidFill>
            <a:schemeClr val="bg1"/>
          </a:solidFill>
        </p:grpSpPr>
        <p:sp>
          <p:nvSpPr>
            <p:cNvPr id="29" name="Freeform 14"/>
            <p:cNvSpPr>
              <a:spLocks noEditPoints="1"/>
            </p:cNvSpPr>
            <p:nvPr/>
          </p:nvSpPr>
          <p:spPr bwMode="auto">
            <a:xfrm>
              <a:off x="1927225" y="1060451"/>
              <a:ext cx="144463" cy="376238"/>
            </a:xfrm>
            <a:custGeom>
              <a:avLst/>
              <a:gdLst>
                <a:gd name="T0" fmla="*/ 303 w 1094"/>
                <a:gd name="T1" fmla="*/ 1976 h 2850"/>
                <a:gd name="T2" fmla="*/ 260 w 1094"/>
                <a:gd name="T3" fmla="*/ 1998 h 2850"/>
                <a:gd name="T4" fmla="*/ 230 w 1094"/>
                <a:gd name="T5" fmla="*/ 2035 h 2850"/>
                <a:gd name="T6" fmla="*/ 219 w 1094"/>
                <a:gd name="T7" fmla="*/ 2083 h 2850"/>
                <a:gd name="T8" fmla="*/ 230 w 1094"/>
                <a:gd name="T9" fmla="*/ 2132 h 2850"/>
                <a:gd name="T10" fmla="*/ 260 w 1094"/>
                <a:gd name="T11" fmla="*/ 2169 h 2850"/>
                <a:gd name="T12" fmla="*/ 303 w 1094"/>
                <a:gd name="T13" fmla="*/ 2189 h 2850"/>
                <a:gd name="T14" fmla="*/ 354 w 1094"/>
                <a:gd name="T15" fmla="*/ 2189 h 2850"/>
                <a:gd name="T16" fmla="*/ 397 w 1094"/>
                <a:gd name="T17" fmla="*/ 2169 h 2850"/>
                <a:gd name="T18" fmla="*/ 427 w 1094"/>
                <a:gd name="T19" fmla="*/ 2132 h 2850"/>
                <a:gd name="T20" fmla="*/ 438 w 1094"/>
                <a:gd name="T21" fmla="*/ 2083 h 2850"/>
                <a:gd name="T22" fmla="*/ 427 w 1094"/>
                <a:gd name="T23" fmla="*/ 2035 h 2850"/>
                <a:gd name="T24" fmla="*/ 397 w 1094"/>
                <a:gd name="T25" fmla="*/ 1998 h 2850"/>
                <a:gd name="T26" fmla="*/ 354 w 1094"/>
                <a:gd name="T27" fmla="*/ 1976 h 2850"/>
                <a:gd name="T28" fmla="*/ 219 w 1094"/>
                <a:gd name="T29" fmla="*/ 658 h 2850"/>
                <a:gd name="T30" fmla="*/ 875 w 1094"/>
                <a:gd name="T31" fmla="*/ 877 h 2850"/>
                <a:gd name="T32" fmla="*/ 219 w 1094"/>
                <a:gd name="T33" fmla="*/ 658 h 2850"/>
                <a:gd name="T34" fmla="*/ 219 w 1094"/>
                <a:gd name="T35" fmla="*/ 439 h 2850"/>
                <a:gd name="T36" fmla="*/ 875 w 1094"/>
                <a:gd name="T37" fmla="*/ 220 h 2850"/>
                <a:gd name="T38" fmla="*/ 219 w 1094"/>
                <a:gd name="T39" fmla="*/ 0 h 2850"/>
                <a:gd name="T40" fmla="*/ 911 w 1094"/>
                <a:gd name="T41" fmla="*/ 3 h 2850"/>
                <a:gd name="T42" fmla="*/ 976 w 1094"/>
                <a:gd name="T43" fmla="*/ 25 h 2850"/>
                <a:gd name="T44" fmla="*/ 1030 w 1094"/>
                <a:gd name="T45" fmla="*/ 64 h 2850"/>
                <a:gd name="T46" fmla="*/ 1070 w 1094"/>
                <a:gd name="T47" fmla="*/ 119 h 2850"/>
                <a:gd name="T48" fmla="*/ 1092 w 1094"/>
                <a:gd name="T49" fmla="*/ 183 h 2850"/>
                <a:gd name="T50" fmla="*/ 1094 w 1094"/>
                <a:gd name="T51" fmla="*/ 2631 h 2850"/>
                <a:gd name="T52" fmla="*/ 1083 w 1094"/>
                <a:gd name="T53" fmla="*/ 2700 h 2850"/>
                <a:gd name="T54" fmla="*/ 1053 w 1094"/>
                <a:gd name="T55" fmla="*/ 2761 h 2850"/>
                <a:gd name="T56" fmla="*/ 1005 w 1094"/>
                <a:gd name="T57" fmla="*/ 2809 h 2850"/>
                <a:gd name="T58" fmla="*/ 944 w 1094"/>
                <a:gd name="T59" fmla="*/ 2839 h 2850"/>
                <a:gd name="T60" fmla="*/ 875 w 1094"/>
                <a:gd name="T61" fmla="*/ 2850 h 2850"/>
                <a:gd name="T62" fmla="*/ 184 w 1094"/>
                <a:gd name="T63" fmla="*/ 2848 h 2850"/>
                <a:gd name="T64" fmla="*/ 118 w 1094"/>
                <a:gd name="T65" fmla="*/ 2826 h 2850"/>
                <a:gd name="T66" fmla="*/ 64 w 1094"/>
                <a:gd name="T67" fmla="*/ 2786 h 2850"/>
                <a:gd name="T68" fmla="*/ 24 w 1094"/>
                <a:gd name="T69" fmla="*/ 2732 h 2850"/>
                <a:gd name="T70" fmla="*/ 3 w 1094"/>
                <a:gd name="T71" fmla="*/ 2667 h 2850"/>
                <a:gd name="T72" fmla="*/ 0 w 1094"/>
                <a:gd name="T73" fmla="*/ 220 h 2850"/>
                <a:gd name="T74" fmla="*/ 11 w 1094"/>
                <a:gd name="T75" fmla="*/ 150 h 2850"/>
                <a:gd name="T76" fmla="*/ 42 w 1094"/>
                <a:gd name="T77" fmla="*/ 90 h 2850"/>
                <a:gd name="T78" fmla="*/ 89 w 1094"/>
                <a:gd name="T79" fmla="*/ 43 h 2850"/>
                <a:gd name="T80" fmla="*/ 150 w 1094"/>
                <a:gd name="T81" fmla="*/ 11 h 2850"/>
                <a:gd name="T82" fmla="*/ 219 w 1094"/>
                <a:gd name="T83" fmla="*/ 0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94" h="2850">
                  <a:moveTo>
                    <a:pt x="328" y="1973"/>
                  </a:moveTo>
                  <a:lnTo>
                    <a:pt x="303" y="1976"/>
                  </a:lnTo>
                  <a:lnTo>
                    <a:pt x="280" y="1985"/>
                  </a:lnTo>
                  <a:lnTo>
                    <a:pt x="260" y="1998"/>
                  </a:lnTo>
                  <a:lnTo>
                    <a:pt x="243" y="2015"/>
                  </a:lnTo>
                  <a:lnTo>
                    <a:pt x="230" y="2035"/>
                  </a:lnTo>
                  <a:lnTo>
                    <a:pt x="222" y="2058"/>
                  </a:lnTo>
                  <a:lnTo>
                    <a:pt x="219" y="2083"/>
                  </a:lnTo>
                  <a:lnTo>
                    <a:pt x="222" y="2108"/>
                  </a:lnTo>
                  <a:lnTo>
                    <a:pt x="230" y="2132"/>
                  </a:lnTo>
                  <a:lnTo>
                    <a:pt x="243" y="2152"/>
                  </a:lnTo>
                  <a:lnTo>
                    <a:pt x="260" y="2169"/>
                  </a:lnTo>
                  <a:lnTo>
                    <a:pt x="280" y="2182"/>
                  </a:lnTo>
                  <a:lnTo>
                    <a:pt x="303" y="2189"/>
                  </a:lnTo>
                  <a:lnTo>
                    <a:pt x="328" y="2192"/>
                  </a:lnTo>
                  <a:lnTo>
                    <a:pt x="354" y="2189"/>
                  </a:lnTo>
                  <a:lnTo>
                    <a:pt x="376" y="2182"/>
                  </a:lnTo>
                  <a:lnTo>
                    <a:pt x="397" y="2169"/>
                  </a:lnTo>
                  <a:lnTo>
                    <a:pt x="413" y="2152"/>
                  </a:lnTo>
                  <a:lnTo>
                    <a:pt x="427" y="2132"/>
                  </a:lnTo>
                  <a:lnTo>
                    <a:pt x="434" y="2108"/>
                  </a:lnTo>
                  <a:lnTo>
                    <a:pt x="438" y="2083"/>
                  </a:lnTo>
                  <a:lnTo>
                    <a:pt x="434" y="2058"/>
                  </a:lnTo>
                  <a:lnTo>
                    <a:pt x="427" y="2035"/>
                  </a:lnTo>
                  <a:lnTo>
                    <a:pt x="413" y="2015"/>
                  </a:lnTo>
                  <a:lnTo>
                    <a:pt x="397" y="1998"/>
                  </a:lnTo>
                  <a:lnTo>
                    <a:pt x="376" y="1985"/>
                  </a:lnTo>
                  <a:lnTo>
                    <a:pt x="354" y="1976"/>
                  </a:lnTo>
                  <a:lnTo>
                    <a:pt x="328" y="1973"/>
                  </a:lnTo>
                  <a:close/>
                  <a:moveTo>
                    <a:pt x="219" y="658"/>
                  </a:moveTo>
                  <a:lnTo>
                    <a:pt x="219" y="877"/>
                  </a:lnTo>
                  <a:lnTo>
                    <a:pt x="875" y="877"/>
                  </a:lnTo>
                  <a:lnTo>
                    <a:pt x="875" y="658"/>
                  </a:lnTo>
                  <a:lnTo>
                    <a:pt x="219" y="658"/>
                  </a:lnTo>
                  <a:close/>
                  <a:moveTo>
                    <a:pt x="219" y="220"/>
                  </a:moveTo>
                  <a:lnTo>
                    <a:pt x="219" y="439"/>
                  </a:lnTo>
                  <a:lnTo>
                    <a:pt x="875" y="439"/>
                  </a:lnTo>
                  <a:lnTo>
                    <a:pt x="875" y="220"/>
                  </a:lnTo>
                  <a:lnTo>
                    <a:pt x="219" y="220"/>
                  </a:lnTo>
                  <a:close/>
                  <a:moveTo>
                    <a:pt x="219" y="0"/>
                  </a:moveTo>
                  <a:lnTo>
                    <a:pt x="875" y="0"/>
                  </a:lnTo>
                  <a:lnTo>
                    <a:pt x="911" y="3"/>
                  </a:lnTo>
                  <a:lnTo>
                    <a:pt x="944" y="11"/>
                  </a:lnTo>
                  <a:lnTo>
                    <a:pt x="976" y="25"/>
                  </a:lnTo>
                  <a:lnTo>
                    <a:pt x="1005" y="43"/>
                  </a:lnTo>
                  <a:lnTo>
                    <a:pt x="1030" y="64"/>
                  </a:lnTo>
                  <a:lnTo>
                    <a:pt x="1053" y="90"/>
                  </a:lnTo>
                  <a:lnTo>
                    <a:pt x="1070" y="119"/>
                  </a:lnTo>
                  <a:lnTo>
                    <a:pt x="1083" y="150"/>
                  </a:lnTo>
                  <a:lnTo>
                    <a:pt x="1092" y="183"/>
                  </a:lnTo>
                  <a:lnTo>
                    <a:pt x="1094" y="220"/>
                  </a:lnTo>
                  <a:lnTo>
                    <a:pt x="1094" y="2631"/>
                  </a:lnTo>
                  <a:lnTo>
                    <a:pt x="1092" y="2667"/>
                  </a:lnTo>
                  <a:lnTo>
                    <a:pt x="1083" y="2700"/>
                  </a:lnTo>
                  <a:lnTo>
                    <a:pt x="1070" y="2732"/>
                  </a:lnTo>
                  <a:lnTo>
                    <a:pt x="1053" y="2761"/>
                  </a:lnTo>
                  <a:lnTo>
                    <a:pt x="1030" y="2786"/>
                  </a:lnTo>
                  <a:lnTo>
                    <a:pt x="1005" y="2809"/>
                  </a:lnTo>
                  <a:lnTo>
                    <a:pt x="976" y="2826"/>
                  </a:lnTo>
                  <a:lnTo>
                    <a:pt x="944" y="2839"/>
                  </a:lnTo>
                  <a:lnTo>
                    <a:pt x="911" y="2848"/>
                  </a:lnTo>
                  <a:lnTo>
                    <a:pt x="875" y="2850"/>
                  </a:lnTo>
                  <a:lnTo>
                    <a:pt x="219" y="2850"/>
                  </a:lnTo>
                  <a:lnTo>
                    <a:pt x="184" y="2848"/>
                  </a:lnTo>
                  <a:lnTo>
                    <a:pt x="150" y="2839"/>
                  </a:lnTo>
                  <a:lnTo>
                    <a:pt x="118" y="2826"/>
                  </a:lnTo>
                  <a:lnTo>
                    <a:pt x="89" y="2809"/>
                  </a:lnTo>
                  <a:lnTo>
                    <a:pt x="64" y="2786"/>
                  </a:lnTo>
                  <a:lnTo>
                    <a:pt x="42" y="2761"/>
                  </a:lnTo>
                  <a:lnTo>
                    <a:pt x="24" y="2732"/>
                  </a:lnTo>
                  <a:lnTo>
                    <a:pt x="11" y="2700"/>
                  </a:lnTo>
                  <a:lnTo>
                    <a:pt x="3" y="2667"/>
                  </a:lnTo>
                  <a:lnTo>
                    <a:pt x="0" y="2631"/>
                  </a:lnTo>
                  <a:lnTo>
                    <a:pt x="0" y="220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9"/>
                  </a:lnTo>
                  <a:lnTo>
                    <a:pt x="42" y="90"/>
                  </a:lnTo>
                  <a:lnTo>
                    <a:pt x="64" y="64"/>
                  </a:lnTo>
                  <a:lnTo>
                    <a:pt x="89" y="43"/>
                  </a:lnTo>
                  <a:lnTo>
                    <a:pt x="118" y="25"/>
                  </a:lnTo>
                  <a:lnTo>
                    <a:pt x="150" y="11"/>
                  </a:lnTo>
                  <a:lnTo>
                    <a:pt x="184" y="3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5"/>
            <p:cNvSpPr>
              <a:spLocks/>
            </p:cNvSpPr>
            <p:nvPr/>
          </p:nvSpPr>
          <p:spPr bwMode="auto">
            <a:xfrm>
              <a:off x="2116138" y="1349376"/>
              <a:ext cx="144463" cy="58738"/>
            </a:xfrm>
            <a:custGeom>
              <a:avLst/>
              <a:gdLst>
                <a:gd name="T0" fmla="*/ 219 w 1095"/>
                <a:gd name="T1" fmla="*/ 0 h 439"/>
                <a:gd name="T2" fmla="*/ 876 w 1095"/>
                <a:gd name="T3" fmla="*/ 0 h 439"/>
                <a:gd name="T4" fmla="*/ 876 w 1095"/>
                <a:gd name="T5" fmla="*/ 220 h 439"/>
                <a:gd name="T6" fmla="*/ 912 w 1095"/>
                <a:gd name="T7" fmla="*/ 223 h 439"/>
                <a:gd name="T8" fmla="*/ 946 w 1095"/>
                <a:gd name="T9" fmla="*/ 231 h 439"/>
                <a:gd name="T10" fmla="*/ 976 w 1095"/>
                <a:gd name="T11" fmla="*/ 244 h 439"/>
                <a:gd name="T12" fmla="*/ 1005 w 1095"/>
                <a:gd name="T13" fmla="*/ 262 h 439"/>
                <a:gd name="T14" fmla="*/ 1030 w 1095"/>
                <a:gd name="T15" fmla="*/ 285 h 439"/>
                <a:gd name="T16" fmla="*/ 1053 w 1095"/>
                <a:gd name="T17" fmla="*/ 310 h 439"/>
                <a:gd name="T18" fmla="*/ 1071 w 1095"/>
                <a:gd name="T19" fmla="*/ 339 h 439"/>
                <a:gd name="T20" fmla="*/ 1084 w 1095"/>
                <a:gd name="T21" fmla="*/ 370 h 439"/>
                <a:gd name="T22" fmla="*/ 1092 w 1095"/>
                <a:gd name="T23" fmla="*/ 404 h 439"/>
                <a:gd name="T24" fmla="*/ 1095 w 1095"/>
                <a:gd name="T25" fmla="*/ 439 h 439"/>
                <a:gd name="T26" fmla="*/ 0 w 1095"/>
                <a:gd name="T27" fmla="*/ 439 h 439"/>
                <a:gd name="T28" fmla="*/ 3 w 1095"/>
                <a:gd name="T29" fmla="*/ 404 h 439"/>
                <a:gd name="T30" fmla="*/ 12 w 1095"/>
                <a:gd name="T31" fmla="*/ 370 h 439"/>
                <a:gd name="T32" fmla="*/ 25 w 1095"/>
                <a:gd name="T33" fmla="*/ 339 h 439"/>
                <a:gd name="T34" fmla="*/ 43 w 1095"/>
                <a:gd name="T35" fmla="*/ 310 h 439"/>
                <a:gd name="T36" fmla="*/ 65 w 1095"/>
                <a:gd name="T37" fmla="*/ 285 h 439"/>
                <a:gd name="T38" fmla="*/ 90 w 1095"/>
                <a:gd name="T39" fmla="*/ 262 h 439"/>
                <a:gd name="T40" fmla="*/ 119 w 1095"/>
                <a:gd name="T41" fmla="*/ 244 h 439"/>
                <a:gd name="T42" fmla="*/ 150 w 1095"/>
                <a:gd name="T43" fmla="*/ 231 h 439"/>
                <a:gd name="T44" fmla="*/ 184 w 1095"/>
                <a:gd name="T45" fmla="*/ 223 h 439"/>
                <a:gd name="T46" fmla="*/ 219 w 1095"/>
                <a:gd name="T47" fmla="*/ 220 h 439"/>
                <a:gd name="T48" fmla="*/ 219 w 1095"/>
                <a:gd name="T4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5" h="439">
                  <a:moveTo>
                    <a:pt x="219" y="0"/>
                  </a:moveTo>
                  <a:lnTo>
                    <a:pt x="876" y="0"/>
                  </a:lnTo>
                  <a:lnTo>
                    <a:pt x="876" y="220"/>
                  </a:lnTo>
                  <a:lnTo>
                    <a:pt x="912" y="223"/>
                  </a:lnTo>
                  <a:lnTo>
                    <a:pt x="946" y="231"/>
                  </a:lnTo>
                  <a:lnTo>
                    <a:pt x="976" y="244"/>
                  </a:lnTo>
                  <a:lnTo>
                    <a:pt x="1005" y="262"/>
                  </a:lnTo>
                  <a:lnTo>
                    <a:pt x="1030" y="285"/>
                  </a:lnTo>
                  <a:lnTo>
                    <a:pt x="1053" y="310"/>
                  </a:lnTo>
                  <a:lnTo>
                    <a:pt x="1071" y="339"/>
                  </a:lnTo>
                  <a:lnTo>
                    <a:pt x="1084" y="370"/>
                  </a:lnTo>
                  <a:lnTo>
                    <a:pt x="1092" y="404"/>
                  </a:lnTo>
                  <a:lnTo>
                    <a:pt x="1095" y="439"/>
                  </a:lnTo>
                  <a:lnTo>
                    <a:pt x="0" y="439"/>
                  </a:lnTo>
                  <a:lnTo>
                    <a:pt x="3" y="404"/>
                  </a:lnTo>
                  <a:lnTo>
                    <a:pt x="12" y="370"/>
                  </a:lnTo>
                  <a:lnTo>
                    <a:pt x="25" y="339"/>
                  </a:lnTo>
                  <a:lnTo>
                    <a:pt x="43" y="310"/>
                  </a:lnTo>
                  <a:lnTo>
                    <a:pt x="65" y="285"/>
                  </a:lnTo>
                  <a:lnTo>
                    <a:pt x="90" y="262"/>
                  </a:lnTo>
                  <a:lnTo>
                    <a:pt x="119" y="244"/>
                  </a:lnTo>
                  <a:lnTo>
                    <a:pt x="150" y="231"/>
                  </a:lnTo>
                  <a:lnTo>
                    <a:pt x="184" y="223"/>
                  </a:lnTo>
                  <a:lnTo>
                    <a:pt x="219" y="220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/>
            <p:cNvSpPr>
              <a:spLocks noEditPoints="1"/>
            </p:cNvSpPr>
            <p:nvPr/>
          </p:nvSpPr>
          <p:spPr bwMode="auto">
            <a:xfrm>
              <a:off x="1984375" y="1001713"/>
              <a:ext cx="406400" cy="319088"/>
            </a:xfrm>
            <a:custGeom>
              <a:avLst/>
              <a:gdLst>
                <a:gd name="T0" fmla="*/ 1507 w 3064"/>
                <a:gd name="T1" fmla="*/ 2086 h 2411"/>
                <a:gd name="T2" fmla="*/ 1463 w 3064"/>
                <a:gd name="T3" fmla="*/ 2107 h 2411"/>
                <a:gd name="T4" fmla="*/ 1433 w 3064"/>
                <a:gd name="T5" fmla="*/ 2144 h 2411"/>
                <a:gd name="T6" fmla="*/ 1422 w 3064"/>
                <a:gd name="T7" fmla="*/ 2192 h 2411"/>
                <a:gd name="T8" fmla="*/ 1433 w 3064"/>
                <a:gd name="T9" fmla="*/ 2240 h 2411"/>
                <a:gd name="T10" fmla="*/ 1463 w 3064"/>
                <a:gd name="T11" fmla="*/ 2278 h 2411"/>
                <a:gd name="T12" fmla="*/ 1507 w 3064"/>
                <a:gd name="T13" fmla="*/ 2298 h 2411"/>
                <a:gd name="T14" fmla="*/ 1557 w 3064"/>
                <a:gd name="T15" fmla="*/ 2298 h 2411"/>
                <a:gd name="T16" fmla="*/ 1600 w 3064"/>
                <a:gd name="T17" fmla="*/ 2278 h 2411"/>
                <a:gd name="T18" fmla="*/ 1630 w 3064"/>
                <a:gd name="T19" fmla="*/ 2240 h 2411"/>
                <a:gd name="T20" fmla="*/ 1641 w 3064"/>
                <a:gd name="T21" fmla="*/ 2192 h 2411"/>
                <a:gd name="T22" fmla="*/ 1630 w 3064"/>
                <a:gd name="T23" fmla="*/ 2144 h 2411"/>
                <a:gd name="T24" fmla="*/ 1600 w 3064"/>
                <a:gd name="T25" fmla="*/ 2107 h 2411"/>
                <a:gd name="T26" fmla="*/ 1557 w 3064"/>
                <a:gd name="T27" fmla="*/ 2086 h 2411"/>
                <a:gd name="T28" fmla="*/ 218 w 3064"/>
                <a:gd name="T29" fmla="*/ 0 h 2411"/>
                <a:gd name="T30" fmla="*/ 2880 w 3064"/>
                <a:gd name="T31" fmla="*/ 2 h 2411"/>
                <a:gd name="T32" fmla="*/ 2945 w 3064"/>
                <a:gd name="T33" fmla="*/ 24 h 2411"/>
                <a:gd name="T34" fmla="*/ 2999 w 3064"/>
                <a:gd name="T35" fmla="*/ 64 h 2411"/>
                <a:gd name="T36" fmla="*/ 3039 w 3064"/>
                <a:gd name="T37" fmla="*/ 118 h 2411"/>
                <a:gd name="T38" fmla="*/ 3061 w 3064"/>
                <a:gd name="T39" fmla="*/ 183 h 2411"/>
                <a:gd name="T40" fmla="*/ 3064 w 3064"/>
                <a:gd name="T41" fmla="*/ 2192 h 2411"/>
                <a:gd name="T42" fmla="*/ 3052 w 3064"/>
                <a:gd name="T43" fmla="*/ 2261 h 2411"/>
                <a:gd name="T44" fmla="*/ 3021 w 3064"/>
                <a:gd name="T45" fmla="*/ 2322 h 2411"/>
                <a:gd name="T46" fmla="*/ 2974 w 3064"/>
                <a:gd name="T47" fmla="*/ 2369 h 2411"/>
                <a:gd name="T48" fmla="*/ 2914 w 3064"/>
                <a:gd name="T49" fmla="*/ 2401 h 2411"/>
                <a:gd name="T50" fmla="*/ 2845 w 3064"/>
                <a:gd name="T51" fmla="*/ 2411 h 2411"/>
                <a:gd name="T52" fmla="*/ 875 w 3064"/>
                <a:gd name="T53" fmla="*/ 1973 h 2411"/>
                <a:gd name="T54" fmla="*/ 2845 w 3064"/>
                <a:gd name="T55" fmla="*/ 219 h 2411"/>
                <a:gd name="T56" fmla="*/ 3 w 3064"/>
                <a:gd name="T57" fmla="*/ 183 h 2411"/>
                <a:gd name="T58" fmla="*/ 24 w 3064"/>
                <a:gd name="T59" fmla="*/ 118 h 2411"/>
                <a:gd name="T60" fmla="*/ 63 w 3064"/>
                <a:gd name="T61" fmla="*/ 64 h 2411"/>
                <a:gd name="T62" fmla="*/ 117 w 3064"/>
                <a:gd name="T63" fmla="*/ 24 h 2411"/>
                <a:gd name="T64" fmla="*/ 183 w 3064"/>
                <a:gd name="T65" fmla="*/ 2 h 2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64" h="2411">
                  <a:moveTo>
                    <a:pt x="1531" y="2082"/>
                  </a:moveTo>
                  <a:lnTo>
                    <a:pt x="1507" y="2086"/>
                  </a:lnTo>
                  <a:lnTo>
                    <a:pt x="1483" y="2094"/>
                  </a:lnTo>
                  <a:lnTo>
                    <a:pt x="1463" y="2107"/>
                  </a:lnTo>
                  <a:lnTo>
                    <a:pt x="1446" y="2124"/>
                  </a:lnTo>
                  <a:lnTo>
                    <a:pt x="1433" y="2144"/>
                  </a:lnTo>
                  <a:lnTo>
                    <a:pt x="1425" y="2166"/>
                  </a:lnTo>
                  <a:lnTo>
                    <a:pt x="1422" y="2192"/>
                  </a:lnTo>
                  <a:lnTo>
                    <a:pt x="1425" y="2218"/>
                  </a:lnTo>
                  <a:lnTo>
                    <a:pt x="1433" y="2240"/>
                  </a:lnTo>
                  <a:lnTo>
                    <a:pt x="1446" y="2261"/>
                  </a:lnTo>
                  <a:lnTo>
                    <a:pt x="1463" y="2278"/>
                  </a:lnTo>
                  <a:lnTo>
                    <a:pt x="1483" y="2291"/>
                  </a:lnTo>
                  <a:lnTo>
                    <a:pt x="1507" y="2298"/>
                  </a:lnTo>
                  <a:lnTo>
                    <a:pt x="1531" y="2302"/>
                  </a:lnTo>
                  <a:lnTo>
                    <a:pt x="1557" y="2298"/>
                  </a:lnTo>
                  <a:lnTo>
                    <a:pt x="1580" y="2291"/>
                  </a:lnTo>
                  <a:lnTo>
                    <a:pt x="1600" y="2278"/>
                  </a:lnTo>
                  <a:lnTo>
                    <a:pt x="1617" y="2261"/>
                  </a:lnTo>
                  <a:lnTo>
                    <a:pt x="1630" y="2240"/>
                  </a:lnTo>
                  <a:lnTo>
                    <a:pt x="1638" y="2218"/>
                  </a:lnTo>
                  <a:lnTo>
                    <a:pt x="1641" y="2192"/>
                  </a:lnTo>
                  <a:lnTo>
                    <a:pt x="1638" y="2166"/>
                  </a:lnTo>
                  <a:lnTo>
                    <a:pt x="1630" y="2144"/>
                  </a:lnTo>
                  <a:lnTo>
                    <a:pt x="1617" y="2124"/>
                  </a:lnTo>
                  <a:lnTo>
                    <a:pt x="1600" y="2107"/>
                  </a:lnTo>
                  <a:lnTo>
                    <a:pt x="1580" y="2094"/>
                  </a:lnTo>
                  <a:lnTo>
                    <a:pt x="1557" y="2086"/>
                  </a:lnTo>
                  <a:lnTo>
                    <a:pt x="1531" y="2082"/>
                  </a:lnTo>
                  <a:close/>
                  <a:moveTo>
                    <a:pt x="218" y="0"/>
                  </a:moveTo>
                  <a:lnTo>
                    <a:pt x="2845" y="0"/>
                  </a:lnTo>
                  <a:lnTo>
                    <a:pt x="2880" y="2"/>
                  </a:lnTo>
                  <a:lnTo>
                    <a:pt x="2914" y="11"/>
                  </a:lnTo>
                  <a:lnTo>
                    <a:pt x="2945" y="24"/>
                  </a:lnTo>
                  <a:lnTo>
                    <a:pt x="2974" y="41"/>
                  </a:lnTo>
                  <a:lnTo>
                    <a:pt x="2999" y="64"/>
                  </a:lnTo>
                  <a:lnTo>
                    <a:pt x="3021" y="89"/>
                  </a:lnTo>
                  <a:lnTo>
                    <a:pt x="3039" y="118"/>
                  </a:lnTo>
                  <a:lnTo>
                    <a:pt x="3052" y="150"/>
                  </a:lnTo>
                  <a:lnTo>
                    <a:pt x="3061" y="183"/>
                  </a:lnTo>
                  <a:lnTo>
                    <a:pt x="3064" y="219"/>
                  </a:lnTo>
                  <a:lnTo>
                    <a:pt x="3064" y="2192"/>
                  </a:lnTo>
                  <a:lnTo>
                    <a:pt x="3061" y="2228"/>
                  </a:lnTo>
                  <a:lnTo>
                    <a:pt x="3052" y="2261"/>
                  </a:lnTo>
                  <a:lnTo>
                    <a:pt x="3039" y="2293"/>
                  </a:lnTo>
                  <a:lnTo>
                    <a:pt x="3021" y="2322"/>
                  </a:lnTo>
                  <a:lnTo>
                    <a:pt x="2999" y="2347"/>
                  </a:lnTo>
                  <a:lnTo>
                    <a:pt x="2974" y="2369"/>
                  </a:lnTo>
                  <a:lnTo>
                    <a:pt x="2945" y="2387"/>
                  </a:lnTo>
                  <a:lnTo>
                    <a:pt x="2914" y="2401"/>
                  </a:lnTo>
                  <a:lnTo>
                    <a:pt x="2880" y="2408"/>
                  </a:lnTo>
                  <a:lnTo>
                    <a:pt x="2845" y="2411"/>
                  </a:lnTo>
                  <a:lnTo>
                    <a:pt x="875" y="2411"/>
                  </a:lnTo>
                  <a:lnTo>
                    <a:pt x="875" y="1973"/>
                  </a:lnTo>
                  <a:lnTo>
                    <a:pt x="2845" y="1973"/>
                  </a:lnTo>
                  <a:lnTo>
                    <a:pt x="2845" y="219"/>
                  </a:lnTo>
                  <a:lnTo>
                    <a:pt x="0" y="219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8"/>
                  </a:lnTo>
                  <a:lnTo>
                    <a:pt x="42" y="89"/>
                  </a:lnTo>
                  <a:lnTo>
                    <a:pt x="63" y="64"/>
                  </a:lnTo>
                  <a:lnTo>
                    <a:pt x="89" y="41"/>
                  </a:lnTo>
                  <a:lnTo>
                    <a:pt x="117" y="24"/>
                  </a:lnTo>
                  <a:lnTo>
                    <a:pt x="149" y="11"/>
                  </a:lnTo>
                  <a:lnTo>
                    <a:pt x="183" y="2"/>
                  </a:lnTo>
                  <a:lnTo>
                    <a:pt x="2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Freeform 21"/>
          <p:cNvSpPr>
            <a:spLocks noEditPoints="1"/>
          </p:cNvSpPr>
          <p:nvPr/>
        </p:nvSpPr>
        <p:spPr bwMode="auto">
          <a:xfrm>
            <a:off x="5237709" y="1950608"/>
            <a:ext cx="513414" cy="500074"/>
          </a:xfrm>
          <a:custGeom>
            <a:avLst/>
            <a:gdLst>
              <a:gd name="T0" fmla="*/ 1202 w 3390"/>
              <a:gd name="T1" fmla="*/ 1365 h 3300"/>
              <a:gd name="T2" fmla="*/ 1250 w 3390"/>
              <a:gd name="T3" fmla="*/ 1330 h 3300"/>
              <a:gd name="T4" fmla="*/ 394 w 3390"/>
              <a:gd name="T5" fmla="*/ 1422 h 3300"/>
              <a:gd name="T6" fmla="*/ 448 w 3390"/>
              <a:gd name="T7" fmla="*/ 1487 h 3300"/>
              <a:gd name="T8" fmla="*/ 352 w 3390"/>
              <a:gd name="T9" fmla="*/ 1404 h 3300"/>
              <a:gd name="T10" fmla="*/ 3335 w 3390"/>
              <a:gd name="T11" fmla="*/ 1069 h 3300"/>
              <a:gd name="T12" fmla="*/ 3329 w 3390"/>
              <a:gd name="T13" fmla="*/ 1554 h 3300"/>
              <a:gd name="T14" fmla="*/ 3355 w 3390"/>
              <a:gd name="T15" fmla="*/ 1880 h 3300"/>
              <a:gd name="T16" fmla="*/ 3371 w 3390"/>
              <a:gd name="T17" fmla="*/ 2323 h 3300"/>
              <a:gd name="T18" fmla="*/ 3182 w 3390"/>
              <a:gd name="T19" fmla="*/ 2425 h 3300"/>
              <a:gd name="T20" fmla="*/ 3002 w 3390"/>
              <a:gd name="T21" fmla="*/ 3091 h 3300"/>
              <a:gd name="T22" fmla="*/ 3232 w 3390"/>
              <a:gd name="T23" fmla="*/ 3194 h 3300"/>
              <a:gd name="T24" fmla="*/ 2586 w 3390"/>
              <a:gd name="T25" fmla="*/ 3194 h 3300"/>
              <a:gd name="T26" fmla="*/ 2832 w 3390"/>
              <a:gd name="T27" fmla="*/ 3091 h 3300"/>
              <a:gd name="T28" fmla="*/ 2545 w 3390"/>
              <a:gd name="T29" fmla="*/ 2475 h 3300"/>
              <a:gd name="T30" fmla="*/ 2418 w 3390"/>
              <a:gd name="T31" fmla="*/ 2526 h 3300"/>
              <a:gd name="T32" fmla="*/ 2398 w 3390"/>
              <a:gd name="T33" fmla="*/ 2442 h 3300"/>
              <a:gd name="T34" fmla="*/ 2599 w 3390"/>
              <a:gd name="T35" fmla="*/ 2361 h 3300"/>
              <a:gd name="T36" fmla="*/ 3009 w 3390"/>
              <a:gd name="T37" fmla="*/ 2299 h 3300"/>
              <a:gd name="T38" fmla="*/ 3231 w 3390"/>
              <a:gd name="T39" fmla="*/ 2337 h 3300"/>
              <a:gd name="T40" fmla="*/ 3296 w 3390"/>
              <a:gd name="T41" fmla="*/ 2132 h 3300"/>
              <a:gd name="T42" fmla="*/ 3247 w 3390"/>
              <a:gd name="T43" fmla="*/ 1702 h 3300"/>
              <a:gd name="T44" fmla="*/ 3240 w 3390"/>
              <a:gd name="T45" fmla="*/ 1331 h 3300"/>
              <a:gd name="T46" fmla="*/ 3270 w 3390"/>
              <a:gd name="T47" fmla="*/ 862 h 3300"/>
              <a:gd name="T48" fmla="*/ 2924 w 3390"/>
              <a:gd name="T49" fmla="*/ 788 h 3300"/>
              <a:gd name="T50" fmla="*/ 3067 w 3390"/>
              <a:gd name="T51" fmla="*/ 1148 h 3300"/>
              <a:gd name="T52" fmla="*/ 3171 w 3390"/>
              <a:gd name="T53" fmla="*/ 1961 h 3300"/>
              <a:gd name="T54" fmla="*/ 2994 w 3390"/>
              <a:gd name="T55" fmla="*/ 2210 h 3300"/>
              <a:gd name="T56" fmla="*/ 2573 w 3390"/>
              <a:gd name="T57" fmla="*/ 2306 h 3300"/>
              <a:gd name="T58" fmla="*/ 2128 w 3390"/>
              <a:gd name="T59" fmla="*/ 2730 h 3300"/>
              <a:gd name="T60" fmla="*/ 1975 w 3390"/>
              <a:gd name="T61" fmla="*/ 3208 h 3300"/>
              <a:gd name="T62" fmla="*/ 1739 w 3390"/>
              <a:gd name="T63" fmla="*/ 3298 h 3300"/>
              <a:gd name="T64" fmla="*/ 1576 w 3390"/>
              <a:gd name="T65" fmla="*/ 3143 h 3300"/>
              <a:gd name="T66" fmla="*/ 680 w 3390"/>
              <a:gd name="T67" fmla="*/ 1486 h 3300"/>
              <a:gd name="T68" fmla="*/ 746 w 3390"/>
              <a:gd name="T69" fmla="*/ 1423 h 3300"/>
              <a:gd name="T70" fmla="*/ 1130 w 3390"/>
              <a:gd name="T71" fmla="*/ 1432 h 3300"/>
              <a:gd name="T72" fmla="*/ 1169 w 3390"/>
              <a:gd name="T73" fmla="*/ 1391 h 3300"/>
              <a:gd name="T74" fmla="*/ 1242 w 3390"/>
              <a:gd name="T75" fmla="*/ 1368 h 3300"/>
              <a:gd name="T76" fmla="*/ 1434 w 3390"/>
              <a:gd name="T77" fmla="*/ 1331 h 3300"/>
              <a:gd name="T78" fmla="*/ 1164 w 3390"/>
              <a:gd name="T79" fmla="*/ 1402 h 3300"/>
              <a:gd name="T80" fmla="*/ 1136 w 3390"/>
              <a:gd name="T81" fmla="*/ 1446 h 3300"/>
              <a:gd name="T82" fmla="*/ 723 w 3390"/>
              <a:gd name="T83" fmla="*/ 1436 h 3300"/>
              <a:gd name="T84" fmla="*/ 691 w 3390"/>
              <a:gd name="T85" fmla="*/ 1497 h 3300"/>
              <a:gd name="T86" fmla="*/ 1607 w 3390"/>
              <a:gd name="T87" fmla="*/ 2917 h 3300"/>
              <a:gd name="T88" fmla="*/ 1911 w 3390"/>
              <a:gd name="T89" fmla="*/ 2262 h 3300"/>
              <a:gd name="T90" fmla="*/ 2499 w 3390"/>
              <a:gd name="T91" fmla="*/ 1854 h 3300"/>
              <a:gd name="T92" fmla="*/ 1902 w 3390"/>
              <a:gd name="T93" fmla="*/ 1441 h 3300"/>
              <a:gd name="T94" fmla="*/ 1483 w 3390"/>
              <a:gd name="T95" fmla="*/ 1340 h 3300"/>
              <a:gd name="T96" fmla="*/ 1513 w 3390"/>
              <a:gd name="T97" fmla="*/ 1129 h 3300"/>
              <a:gd name="T98" fmla="*/ 2142 w 3390"/>
              <a:gd name="T99" fmla="*/ 1066 h 3300"/>
              <a:gd name="T100" fmla="*/ 2497 w 3390"/>
              <a:gd name="T101" fmla="*/ 798 h 3300"/>
              <a:gd name="T102" fmla="*/ 561 w 3390"/>
              <a:gd name="T103" fmla="*/ 1294 h 3300"/>
              <a:gd name="T104" fmla="*/ 2741 w 3390"/>
              <a:gd name="T105" fmla="*/ 73 h 3300"/>
              <a:gd name="T106" fmla="*/ 2864 w 3390"/>
              <a:gd name="T107" fmla="*/ 439 h 3300"/>
              <a:gd name="T108" fmla="*/ 2577 w 3390"/>
              <a:gd name="T109" fmla="*/ 691 h 3300"/>
              <a:gd name="T110" fmla="*/ 2230 w 3390"/>
              <a:gd name="T111" fmla="*/ 522 h 3300"/>
              <a:gd name="T112" fmla="*/ 2254 w 3390"/>
              <a:gd name="T113" fmla="*/ 135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90" h="3300">
                <a:moveTo>
                  <a:pt x="1246" y="1335"/>
                </a:moveTo>
                <a:lnTo>
                  <a:pt x="1248" y="1336"/>
                </a:lnTo>
                <a:lnTo>
                  <a:pt x="1246" y="1340"/>
                </a:lnTo>
                <a:lnTo>
                  <a:pt x="1242" y="1346"/>
                </a:lnTo>
                <a:lnTo>
                  <a:pt x="1235" y="1353"/>
                </a:lnTo>
                <a:lnTo>
                  <a:pt x="1227" y="1359"/>
                </a:lnTo>
                <a:lnTo>
                  <a:pt x="1217" y="1364"/>
                </a:lnTo>
                <a:lnTo>
                  <a:pt x="1209" y="1366"/>
                </a:lnTo>
                <a:lnTo>
                  <a:pt x="1202" y="1365"/>
                </a:lnTo>
                <a:lnTo>
                  <a:pt x="1203" y="1364"/>
                </a:lnTo>
                <a:lnTo>
                  <a:pt x="1208" y="1360"/>
                </a:lnTo>
                <a:lnTo>
                  <a:pt x="1215" y="1354"/>
                </a:lnTo>
                <a:lnTo>
                  <a:pt x="1224" y="1347"/>
                </a:lnTo>
                <a:lnTo>
                  <a:pt x="1233" y="1341"/>
                </a:lnTo>
                <a:lnTo>
                  <a:pt x="1240" y="1337"/>
                </a:lnTo>
                <a:lnTo>
                  <a:pt x="1246" y="1335"/>
                </a:lnTo>
                <a:close/>
                <a:moveTo>
                  <a:pt x="1250" y="1329"/>
                </a:moveTo>
                <a:lnTo>
                  <a:pt x="1250" y="1330"/>
                </a:lnTo>
                <a:lnTo>
                  <a:pt x="1248" y="1331"/>
                </a:lnTo>
                <a:lnTo>
                  <a:pt x="1250" y="1329"/>
                </a:lnTo>
                <a:close/>
                <a:moveTo>
                  <a:pt x="352" y="1144"/>
                </a:moveTo>
                <a:lnTo>
                  <a:pt x="396" y="1144"/>
                </a:lnTo>
                <a:lnTo>
                  <a:pt x="394" y="1413"/>
                </a:lnTo>
                <a:lnTo>
                  <a:pt x="394" y="1414"/>
                </a:lnTo>
                <a:lnTo>
                  <a:pt x="394" y="1416"/>
                </a:lnTo>
                <a:lnTo>
                  <a:pt x="394" y="1418"/>
                </a:lnTo>
                <a:lnTo>
                  <a:pt x="394" y="1422"/>
                </a:lnTo>
                <a:lnTo>
                  <a:pt x="395" y="1425"/>
                </a:lnTo>
                <a:lnTo>
                  <a:pt x="397" y="1429"/>
                </a:lnTo>
                <a:lnTo>
                  <a:pt x="405" y="1435"/>
                </a:lnTo>
                <a:lnTo>
                  <a:pt x="416" y="1439"/>
                </a:lnTo>
                <a:lnTo>
                  <a:pt x="431" y="1442"/>
                </a:lnTo>
                <a:lnTo>
                  <a:pt x="448" y="1442"/>
                </a:lnTo>
                <a:lnTo>
                  <a:pt x="541" y="1442"/>
                </a:lnTo>
                <a:lnTo>
                  <a:pt x="541" y="1487"/>
                </a:lnTo>
                <a:lnTo>
                  <a:pt x="448" y="1487"/>
                </a:lnTo>
                <a:lnTo>
                  <a:pt x="424" y="1486"/>
                </a:lnTo>
                <a:lnTo>
                  <a:pt x="404" y="1482"/>
                </a:lnTo>
                <a:lnTo>
                  <a:pt x="387" y="1475"/>
                </a:lnTo>
                <a:lnTo>
                  <a:pt x="372" y="1466"/>
                </a:lnTo>
                <a:lnTo>
                  <a:pt x="362" y="1455"/>
                </a:lnTo>
                <a:lnTo>
                  <a:pt x="354" y="1440"/>
                </a:lnTo>
                <a:lnTo>
                  <a:pt x="351" y="1425"/>
                </a:lnTo>
                <a:lnTo>
                  <a:pt x="350" y="1413"/>
                </a:lnTo>
                <a:lnTo>
                  <a:pt x="352" y="1404"/>
                </a:lnTo>
                <a:lnTo>
                  <a:pt x="352" y="1144"/>
                </a:lnTo>
                <a:close/>
                <a:moveTo>
                  <a:pt x="3296" y="854"/>
                </a:moveTo>
                <a:lnTo>
                  <a:pt x="3310" y="857"/>
                </a:lnTo>
                <a:lnTo>
                  <a:pt x="3322" y="864"/>
                </a:lnTo>
                <a:lnTo>
                  <a:pt x="3331" y="874"/>
                </a:lnTo>
                <a:lnTo>
                  <a:pt x="3337" y="887"/>
                </a:lnTo>
                <a:lnTo>
                  <a:pt x="3339" y="900"/>
                </a:lnTo>
                <a:lnTo>
                  <a:pt x="3337" y="989"/>
                </a:lnTo>
                <a:lnTo>
                  <a:pt x="3335" y="1069"/>
                </a:lnTo>
                <a:lnTo>
                  <a:pt x="3333" y="1142"/>
                </a:lnTo>
                <a:lnTo>
                  <a:pt x="3331" y="1211"/>
                </a:lnTo>
                <a:lnTo>
                  <a:pt x="3330" y="1273"/>
                </a:lnTo>
                <a:lnTo>
                  <a:pt x="3329" y="1330"/>
                </a:lnTo>
                <a:lnTo>
                  <a:pt x="3329" y="1382"/>
                </a:lnTo>
                <a:lnTo>
                  <a:pt x="3328" y="1430"/>
                </a:lnTo>
                <a:lnTo>
                  <a:pt x="3328" y="1474"/>
                </a:lnTo>
                <a:lnTo>
                  <a:pt x="3329" y="1516"/>
                </a:lnTo>
                <a:lnTo>
                  <a:pt x="3329" y="1554"/>
                </a:lnTo>
                <a:lnTo>
                  <a:pt x="3330" y="1592"/>
                </a:lnTo>
                <a:lnTo>
                  <a:pt x="3332" y="1627"/>
                </a:lnTo>
                <a:lnTo>
                  <a:pt x="3334" y="1662"/>
                </a:lnTo>
                <a:lnTo>
                  <a:pt x="3336" y="1696"/>
                </a:lnTo>
                <a:lnTo>
                  <a:pt x="3339" y="1730"/>
                </a:lnTo>
                <a:lnTo>
                  <a:pt x="3343" y="1766"/>
                </a:lnTo>
                <a:lnTo>
                  <a:pt x="3346" y="1802"/>
                </a:lnTo>
                <a:lnTo>
                  <a:pt x="3350" y="1839"/>
                </a:lnTo>
                <a:lnTo>
                  <a:pt x="3355" y="1880"/>
                </a:lnTo>
                <a:lnTo>
                  <a:pt x="3360" y="1923"/>
                </a:lnTo>
                <a:lnTo>
                  <a:pt x="3365" y="1968"/>
                </a:lnTo>
                <a:lnTo>
                  <a:pt x="3372" y="2018"/>
                </a:lnTo>
                <a:lnTo>
                  <a:pt x="3385" y="2120"/>
                </a:lnTo>
                <a:lnTo>
                  <a:pt x="3389" y="2169"/>
                </a:lnTo>
                <a:lnTo>
                  <a:pt x="3390" y="2214"/>
                </a:lnTo>
                <a:lnTo>
                  <a:pt x="3387" y="2255"/>
                </a:lnTo>
                <a:lnTo>
                  <a:pt x="3381" y="2291"/>
                </a:lnTo>
                <a:lnTo>
                  <a:pt x="3371" y="2323"/>
                </a:lnTo>
                <a:lnTo>
                  <a:pt x="3357" y="2351"/>
                </a:lnTo>
                <a:lnTo>
                  <a:pt x="3339" y="2375"/>
                </a:lnTo>
                <a:lnTo>
                  <a:pt x="3319" y="2395"/>
                </a:lnTo>
                <a:lnTo>
                  <a:pt x="3296" y="2410"/>
                </a:lnTo>
                <a:lnTo>
                  <a:pt x="3273" y="2419"/>
                </a:lnTo>
                <a:lnTo>
                  <a:pt x="3249" y="2425"/>
                </a:lnTo>
                <a:lnTo>
                  <a:pt x="3225" y="2427"/>
                </a:lnTo>
                <a:lnTo>
                  <a:pt x="3203" y="2427"/>
                </a:lnTo>
                <a:lnTo>
                  <a:pt x="3182" y="2425"/>
                </a:lnTo>
                <a:lnTo>
                  <a:pt x="3164" y="2421"/>
                </a:lnTo>
                <a:lnTo>
                  <a:pt x="3147" y="2418"/>
                </a:lnTo>
                <a:lnTo>
                  <a:pt x="3134" y="2414"/>
                </a:lnTo>
                <a:lnTo>
                  <a:pt x="3126" y="2411"/>
                </a:lnTo>
                <a:lnTo>
                  <a:pt x="3123" y="2410"/>
                </a:lnTo>
                <a:lnTo>
                  <a:pt x="3083" y="2399"/>
                </a:lnTo>
                <a:lnTo>
                  <a:pt x="3043" y="2392"/>
                </a:lnTo>
                <a:lnTo>
                  <a:pt x="3002" y="2389"/>
                </a:lnTo>
                <a:lnTo>
                  <a:pt x="3002" y="3091"/>
                </a:lnTo>
                <a:lnTo>
                  <a:pt x="3173" y="3091"/>
                </a:lnTo>
                <a:lnTo>
                  <a:pt x="3191" y="3093"/>
                </a:lnTo>
                <a:lnTo>
                  <a:pt x="3207" y="3100"/>
                </a:lnTo>
                <a:lnTo>
                  <a:pt x="3221" y="3111"/>
                </a:lnTo>
                <a:lnTo>
                  <a:pt x="3232" y="3124"/>
                </a:lnTo>
                <a:lnTo>
                  <a:pt x="3239" y="3141"/>
                </a:lnTo>
                <a:lnTo>
                  <a:pt x="3242" y="3160"/>
                </a:lnTo>
                <a:lnTo>
                  <a:pt x="3239" y="3177"/>
                </a:lnTo>
                <a:lnTo>
                  <a:pt x="3232" y="3194"/>
                </a:lnTo>
                <a:lnTo>
                  <a:pt x="3221" y="3208"/>
                </a:lnTo>
                <a:lnTo>
                  <a:pt x="3207" y="3218"/>
                </a:lnTo>
                <a:lnTo>
                  <a:pt x="3191" y="3225"/>
                </a:lnTo>
                <a:lnTo>
                  <a:pt x="3173" y="3227"/>
                </a:lnTo>
                <a:lnTo>
                  <a:pt x="2646" y="3227"/>
                </a:lnTo>
                <a:lnTo>
                  <a:pt x="2628" y="3225"/>
                </a:lnTo>
                <a:lnTo>
                  <a:pt x="2611" y="3218"/>
                </a:lnTo>
                <a:lnTo>
                  <a:pt x="2598" y="3208"/>
                </a:lnTo>
                <a:lnTo>
                  <a:pt x="2586" y="3194"/>
                </a:lnTo>
                <a:lnTo>
                  <a:pt x="2580" y="3177"/>
                </a:lnTo>
                <a:lnTo>
                  <a:pt x="2578" y="3160"/>
                </a:lnTo>
                <a:lnTo>
                  <a:pt x="2580" y="3141"/>
                </a:lnTo>
                <a:lnTo>
                  <a:pt x="2586" y="3124"/>
                </a:lnTo>
                <a:lnTo>
                  <a:pt x="2598" y="3111"/>
                </a:lnTo>
                <a:lnTo>
                  <a:pt x="2611" y="3100"/>
                </a:lnTo>
                <a:lnTo>
                  <a:pt x="2628" y="3093"/>
                </a:lnTo>
                <a:lnTo>
                  <a:pt x="2646" y="3091"/>
                </a:lnTo>
                <a:lnTo>
                  <a:pt x="2832" y="3091"/>
                </a:lnTo>
                <a:lnTo>
                  <a:pt x="2832" y="2396"/>
                </a:lnTo>
                <a:lnTo>
                  <a:pt x="2790" y="2403"/>
                </a:lnTo>
                <a:lnTo>
                  <a:pt x="2751" y="2412"/>
                </a:lnTo>
                <a:lnTo>
                  <a:pt x="2711" y="2421"/>
                </a:lnTo>
                <a:lnTo>
                  <a:pt x="2674" y="2431"/>
                </a:lnTo>
                <a:lnTo>
                  <a:pt x="2638" y="2442"/>
                </a:lnTo>
                <a:lnTo>
                  <a:pt x="2604" y="2453"/>
                </a:lnTo>
                <a:lnTo>
                  <a:pt x="2573" y="2464"/>
                </a:lnTo>
                <a:lnTo>
                  <a:pt x="2545" y="2475"/>
                </a:lnTo>
                <a:lnTo>
                  <a:pt x="2519" y="2486"/>
                </a:lnTo>
                <a:lnTo>
                  <a:pt x="2496" y="2495"/>
                </a:lnTo>
                <a:lnTo>
                  <a:pt x="2476" y="2503"/>
                </a:lnTo>
                <a:lnTo>
                  <a:pt x="2460" y="2510"/>
                </a:lnTo>
                <a:lnTo>
                  <a:pt x="2449" y="2516"/>
                </a:lnTo>
                <a:lnTo>
                  <a:pt x="2442" y="2520"/>
                </a:lnTo>
                <a:lnTo>
                  <a:pt x="2438" y="2521"/>
                </a:lnTo>
                <a:lnTo>
                  <a:pt x="2428" y="2525"/>
                </a:lnTo>
                <a:lnTo>
                  <a:pt x="2418" y="2526"/>
                </a:lnTo>
                <a:lnTo>
                  <a:pt x="2406" y="2524"/>
                </a:lnTo>
                <a:lnTo>
                  <a:pt x="2396" y="2520"/>
                </a:lnTo>
                <a:lnTo>
                  <a:pt x="2385" y="2513"/>
                </a:lnTo>
                <a:lnTo>
                  <a:pt x="2378" y="2502"/>
                </a:lnTo>
                <a:lnTo>
                  <a:pt x="2374" y="2489"/>
                </a:lnTo>
                <a:lnTo>
                  <a:pt x="2374" y="2474"/>
                </a:lnTo>
                <a:lnTo>
                  <a:pt x="2378" y="2462"/>
                </a:lnTo>
                <a:lnTo>
                  <a:pt x="2386" y="2450"/>
                </a:lnTo>
                <a:lnTo>
                  <a:pt x="2398" y="2442"/>
                </a:lnTo>
                <a:lnTo>
                  <a:pt x="2403" y="2439"/>
                </a:lnTo>
                <a:lnTo>
                  <a:pt x="2412" y="2435"/>
                </a:lnTo>
                <a:lnTo>
                  <a:pt x="2428" y="2427"/>
                </a:lnTo>
                <a:lnTo>
                  <a:pt x="2447" y="2419"/>
                </a:lnTo>
                <a:lnTo>
                  <a:pt x="2471" y="2409"/>
                </a:lnTo>
                <a:lnTo>
                  <a:pt x="2498" y="2397"/>
                </a:lnTo>
                <a:lnTo>
                  <a:pt x="2528" y="2386"/>
                </a:lnTo>
                <a:lnTo>
                  <a:pt x="2562" y="2373"/>
                </a:lnTo>
                <a:lnTo>
                  <a:pt x="2599" y="2361"/>
                </a:lnTo>
                <a:lnTo>
                  <a:pt x="2638" y="2348"/>
                </a:lnTo>
                <a:lnTo>
                  <a:pt x="2680" y="2337"/>
                </a:lnTo>
                <a:lnTo>
                  <a:pt x="2723" y="2326"/>
                </a:lnTo>
                <a:lnTo>
                  <a:pt x="2768" y="2317"/>
                </a:lnTo>
                <a:lnTo>
                  <a:pt x="2815" y="2309"/>
                </a:lnTo>
                <a:lnTo>
                  <a:pt x="2862" y="2302"/>
                </a:lnTo>
                <a:lnTo>
                  <a:pt x="2911" y="2299"/>
                </a:lnTo>
                <a:lnTo>
                  <a:pt x="2960" y="2298"/>
                </a:lnTo>
                <a:lnTo>
                  <a:pt x="3009" y="2299"/>
                </a:lnTo>
                <a:lnTo>
                  <a:pt x="3056" y="2305"/>
                </a:lnTo>
                <a:lnTo>
                  <a:pt x="3105" y="2313"/>
                </a:lnTo>
                <a:lnTo>
                  <a:pt x="3152" y="2325"/>
                </a:lnTo>
                <a:lnTo>
                  <a:pt x="3157" y="2327"/>
                </a:lnTo>
                <a:lnTo>
                  <a:pt x="3167" y="2331"/>
                </a:lnTo>
                <a:lnTo>
                  <a:pt x="3179" y="2334"/>
                </a:lnTo>
                <a:lnTo>
                  <a:pt x="3196" y="2337"/>
                </a:lnTo>
                <a:lnTo>
                  <a:pt x="3212" y="2338"/>
                </a:lnTo>
                <a:lnTo>
                  <a:pt x="3231" y="2337"/>
                </a:lnTo>
                <a:lnTo>
                  <a:pt x="3249" y="2333"/>
                </a:lnTo>
                <a:lnTo>
                  <a:pt x="3265" y="2324"/>
                </a:lnTo>
                <a:lnTo>
                  <a:pt x="3277" y="2310"/>
                </a:lnTo>
                <a:lnTo>
                  <a:pt x="3287" y="2292"/>
                </a:lnTo>
                <a:lnTo>
                  <a:pt x="3295" y="2268"/>
                </a:lnTo>
                <a:lnTo>
                  <a:pt x="3300" y="2240"/>
                </a:lnTo>
                <a:lnTo>
                  <a:pt x="3301" y="2208"/>
                </a:lnTo>
                <a:lnTo>
                  <a:pt x="3300" y="2172"/>
                </a:lnTo>
                <a:lnTo>
                  <a:pt x="3296" y="2132"/>
                </a:lnTo>
                <a:lnTo>
                  <a:pt x="3283" y="2030"/>
                </a:lnTo>
                <a:lnTo>
                  <a:pt x="3277" y="1979"/>
                </a:lnTo>
                <a:lnTo>
                  <a:pt x="3271" y="1932"/>
                </a:lnTo>
                <a:lnTo>
                  <a:pt x="3266" y="1888"/>
                </a:lnTo>
                <a:lnTo>
                  <a:pt x="3261" y="1848"/>
                </a:lnTo>
                <a:lnTo>
                  <a:pt x="3257" y="1809"/>
                </a:lnTo>
                <a:lnTo>
                  <a:pt x="3253" y="1773"/>
                </a:lnTo>
                <a:lnTo>
                  <a:pt x="3250" y="1737"/>
                </a:lnTo>
                <a:lnTo>
                  <a:pt x="3247" y="1702"/>
                </a:lnTo>
                <a:lnTo>
                  <a:pt x="3245" y="1668"/>
                </a:lnTo>
                <a:lnTo>
                  <a:pt x="3243" y="1632"/>
                </a:lnTo>
                <a:lnTo>
                  <a:pt x="3241" y="1596"/>
                </a:lnTo>
                <a:lnTo>
                  <a:pt x="3240" y="1559"/>
                </a:lnTo>
                <a:lnTo>
                  <a:pt x="3240" y="1520"/>
                </a:lnTo>
                <a:lnTo>
                  <a:pt x="3239" y="1477"/>
                </a:lnTo>
                <a:lnTo>
                  <a:pt x="3239" y="1433"/>
                </a:lnTo>
                <a:lnTo>
                  <a:pt x="3240" y="1384"/>
                </a:lnTo>
                <a:lnTo>
                  <a:pt x="3240" y="1331"/>
                </a:lnTo>
                <a:lnTo>
                  <a:pt x="3241" y="1274"/>
                </a:lnTo>
                <a:lnTo>
                  <a:pt x="3242" y="1211"/>
                </a:lnTo>
                <a:lnTo>
                  <a:pt x="3244" y="1142"/>
                </a:lnTo>
                <a:lnTo>
                  <a:pt x="3246" y="1069"/>
                </a:lnTo>
                <a:lnTo>
                  <a:pt x="3248" y="986"/>
                </a:lnTo>
                <a:lnTo>
                  <a:pt x="3250" y="898"/>
                </a:lnTo>
                <a:lnTo>
                  <a:pt x="3253" y="883"/>
                </a:lnTo>
                <a:lnTo>
                  <a:pt x="3259" y="872"/>
                </a:lnTo>
                <a:lnTo>
                  <a:pt x="3270" y="862"/>
                </a:lnTo>
                <a:lnTo>
                  <a:pt x="3282" y="856"/>
                </a:lnTo>
                <a:lnTo>
                  <a:pt x="3296" y="854"/>
                </a:lnTo>
                <a:close/>
                <a:moveTo>
                  <a:pt x="2724" y="724"/>
                </a:moveTo>
                <a:lnTo>
                  <a:pt x="2759" y="727"/>
                </a:lnTo>
                <a:lnTo>
                  <a:pt x="2794" y="733"/>
                </a:lnTo>
                <a:lnTo>
                  <a:pt x="2829" y="742"/>
                </a:lnTo>
                <a:lnTo>
                  <a:pt x="2862" y="753"/>
                </a:lnTo>
                <a:lnTo>
                  <a:pt x="2894" y="769"/>
                </a:lnTo>
                <a:lnTo>
                  <a:pt x="2924" y="788"/>
                </a:lnTo>
                <a:lnTo>
                  <a:pt x="2952" y="809"/>
                </a:lnTo>
                <a:lnTo>
                  <a:pt x="2978" y="834"/>
                </a:lnTo>
                <a:lnTo>
                  <a:pt x="3000" y="862"/>
                </a:lnTo>
                <a:lnTo>
                  <a:pt x="3020" y="893"/>
                </a:lnTo>
                <a:lnTo>
                  <a:pt x="3037" y="928"/>
                </a:lnTo>
                <a:lnTo>
                  <a:pt x="3049" y="966"/>
                </a:lnTo>
                <a:lnTo>
                  <a:pt x="3057" y="1006"/>
                </a:lnTo>
                <a:lnTo>
                  <a:pt x="3061" y="1050"/>
                </a:lnTo>
                <a:lnTo>
                  <a:pt x="3067" y="1148"/>
                </a:lnTo>
                <a:lnTo>
                  <a:pt x="3077" y="1243"/>
                </a:lnTo>
                <a:lnTo>
                  <a:pt x="3092" y="1340"/>
                </a:lnTo>
                <a:lnTo>
                  <a:pt x="3107" y="1436"/>
                </a:lnTo>
                <a:lnTo>
                  <a:pt x="3125" y="1532"/>
                </a:lnTo>
                <a:lnTo>
                  <a:pt x="3142" y="1627"/>
                </a:lnTo>
                <a:lnTo>
                  <a:pt x="3156" y="1724"/>
                </a:lnTo>
                <a:lnTo>
                  <a:pt x="3167" y="1821"/>
                </a:lnTo>
                <a:lnTo>
                  <a:pt x="3172" y="1919"/>
                </a:lnTo>
                <a:lnTo>
                  <a:pt x="3171" y="1961"/>
                </a:lnTo>
                <a:lnTo>
                  <a:pt x="3165" y="2002"/>
                </a:lnTo>
                <a:lnTo>
                  <a:pt x="3155" y="2038"/>
                </a:lnTo>
                <a:lnTo>
                  <a:pt x="3141" y="2073"/>
                </a:lnTo>
                <a:lnTo>
                  <a:pt x="3124" y="2103"/>
                </a:lnTo>
                <a:lnTo>
                  <a:pt x="3103" y="2131"/>
                </a:lnTo>
                <a:lnTo>
                  <a:pt x="3079" y="2155"/>
                </a:lnTo>
                <a:lnTo>
                  <a:pt x="3053" y="2177"/>
                </a:lnTo>
                <a:lnTo>
                  <a:pt x="3024" y="2194"/>
                </a:lnTo>
                <a:lnTo>
                  <a:pt x="2994" y="2210"/>
                </a:lnTo>
                <a:lnTo>
                  <a:pt x="2962" y="2221"/>
                </a:lnTo>
                <a:lnTo>
                  <a:pt x="2928" y="2231"/>
                </a:lnTo>
                <a:lnTo>
                  <a:pt x="2895" y="2236"/>
                </a:lnTo>
                <a:lnTo>
                  <a:pt x="2860" y="2239"/>
                </a:lnTo>
                <a:lnTo>
                  <a:pt x="2825" y="2238"/>
                </a:lnTo>
                <a:lnTo>
                  <a:pt x="2790" y="2234"/>
                </a:lnTo>
                <a:lnTo>
                  <a:pt x="2714" y="2254"/>
                </a:lnTo>
                <a:lnTo>
                  <a:pt x="2641" y="2277"/>
                </a:lnTo>
                <a:lnTo>
                  <a:pt x="2573" y="2306"/>
                </a:lnTo>
                <a:lnTo>
                  <a:pt x="2507" y="2338"/>
                </a:lnTo>
                <a:lnTo>
                  <a:pt x="2447" y="2373"/>
                </a:lnTo>
                <a:lnTo>
                  <a:pt x="2389" y="2413"/>
                </a:lnTo>
                <a:lnTo>
                  <a:pt x="2336" y="2456"/>
                </a:lnTo>
                <a:lnTo>
                  <a:pt x="2287" y="2504"/>
                </a:lnTo>
                <a:lnTo>
                  <a:pt x="2241" y="2555"/>
                </a:lnTo>
                <a:lnTo>
                  <a:pt x="2199" y="2609"/>
                </a:lnTo>
                <a:lnTo>
                  <a:pt x="2162" y="2668"/>
                </a:lnTo>
                <a:lnTo>
                  <a:pt x="2128" y="2730"/>
                </a:lnTo>
                <a:lnTo>
                  <a:pt x="2099" y="2795"/>
                </a:lnTo>
                <a:lnTo>
                  <a:pt x="2074" y="2863"/>
                </a:lnTo>
                <a:lnTo>
                  <a:pt x="2054" y="2935"/>
                </a:lnTo>
                <a:lnTo>
                  <a:pt x="2036" y="3010"/>
                </a:lnTo>
                <a:lnTo>
                  <a:pt x="2023" y="3088"/>
                </a:lnTo>
                <a:lnTo>
                  <a:pt x="2017" y="3122"/>
                </a:lnTo>
                <a:lnTo>
                  <a:pt x="2006" y="3153"/>
                </a:lnTo>
                <a:lnTo>
                  <a:pt x="1991" y="3182"/>
                </a:lnTo>
                <a:lnTo>
                  <a:pt x="1975" y="3208"/>
                </a:lnTo>
                <a:lnTo>
                  <a:pt x="1954" y="3229"/>
                </a:lnTo>
                <a:lnTo>
                  <a:pt x="1931" y="3248"/>
                </a:lnTo>
                <a:lnTo>
                  <a:pt x="1906" y="3265"/>
                </a:lnTo>
                <a:lnTo>
                  <a:pt x="1880" y="3278"/>
                </a:lnTo>
                <a:lnTo>
                  <a:pt x="1853" y="3288"/>
                </a:lnTo>
                <a:lnTo>
                  <a:pt x="1825" y="3295"/>
                </a:lnTo>
                <a:lnTo>
                  <a:pt x="1796" y="3299"/>
                </a:lnTo>
                <a:lnTo>
                  <a:pt x="1767" y="3300"/>
                </a:lnTo>
                <a:lnTo>
                  <a:pt x="1739" y="3298"/>
                </a:lnTo>
                <a:lnTo>
                  <a:pt x="1712" y="3293"/>
                </a:lnTo>
                <a:lnTo>
                  <a:pt x="1686" y="3286"/>
                </a:lnTo>
                <a:lnTo>
                  <a:pt x="1662" y="3274"/>
                </a:lnTo>
                <a:lnTo>
                  <a:pt x="1641" y="3260"/>
                </a:lnTo>
                <a:lnTo>
                  <a:pt x="1621" y="3243"/>
                </a:lnTo>
                <a:lnTo>
                  <a:pt x="1604" y="3222"/>
                </a:lnTo>
                <a:lnTo>
                  <a:pt x="1591" y="3199"/>
                </a:lnTo>
                <a:lnTo>
                  <a:pt x="1581" y="3172"/>
                </a:lnTo>
                <a:lnTo>
                  <a:pt x="1576" y="3143"/>
                </a:lnTo>
                <a:lnTo>
                  <a:pt x="1576" y="3291"/>
                </a:lnTo>
                <a:lnTo>
                  <a:pt x="186" y="3291"/>
                </a:lnTo>
                <a:lnTo>
                  <a:pt x="186" y="1806"/>
                </a:lnTo>
                <a:lnTo>
                  <a:pt x="0" y="1806"/>
                </a:lnTo>
                <a:lnTo>
                  <a:pt x="0" y="1501"/>
                </a:lnTo>
                <a:lnTo>
                  <a:pt x="679" y="1501"/>
                </a:lnTo>
                <a:lnTo>
                  <a:pt x="679" y="1497"/>
                </a:lnTo>
                <a:lnTo>
                  <a:pt x="680" y="1492"/>
                </a:lnTo>
                <a:lnTo>
                  <a:pt x="680" y="1486"/>
                </a:lnTo>
                <a:lnTo>
                  <a:pt x="680" y="1481"/>
                </a:lnTo>
                <a:lnTo>
                  <a:pt x="680" y="1475"/>
                </a:lnTo>
                <a:lnTo>
                  <a:pt x="682" y="1460"/>
                </a:lnTo>
                <a:lnTo>
                  <a:pt x="687" y="1447"/>
                </a:lnTo>
                <a:lnTo>
                  <a:pt x="694" y="1437"/>
                </a:lnTo>
                <a:lnTo>
                  <a:pt x="704" y="1431"/>
                </a:lnTo>
                <a:lnTo>
                  <a:pt x="721" y="1425"/>
                </a:lnTo>
                <a:lnTo>
                  <a:pt x="732" y="1424"/>
                </a:lnTo>
                <a:lnTo>
                  <a:pt x="746" y="1423"/>
                </a:lnTo>
                <a:lnTo>
                  <a:pt x="746" y="1396"/>
                </a:lnTo>
                <a:lnTo>
                  <a:pt x="1107" y="1396"/>
                </a:lnTo>
                <a:lnTo>
                  <a:pt x="1107" y="1447"/>
                </a:lnTo>
                <a:lnTo>
                  <a:pt x="1115" y="1446"/>
                </a:lnTo>
                <a:lnTo>
                  <a:pt x="1123" y="1444"/>
                </a:lnTo>
                <a:lnTo>
                  <a:pt x="1128" y="1440"/>
                </a:lnTo>
                <a:lnTo>
                  <a:pt x="1129" y="1438"/>
                </a:lnTo>
                <a:lnTo>
                  <a:pt x="1129" y="1435"/>
                </a:lnTo>
                <a:lnTo>
                  <a:pt x="1130" y="1432"/>
                </a:lnTo>
                <a:lnTo>
                  <a:pt x="1130" y="1429"/>
                </a:lnTo>
                <a:lnTo>
                  <a:pt x="1130" y="1420"/>
                </a:lnTo>
                <a:lnTo>
                  <a:pt x="1131" y="1412"/>
                </a:lnTo>
                <a:lnTo>
                  <a:pt x="1135" y="1405"/>
                </a:lnTo>
                <a:lnTo>
                  <a:pt x="1144" y="1396"/>
                </a:lnTo>
                <a:lnTo>
                  <a:pt x="1156" y="1391"/>
                </a:lnTo>
                <a:lnTo>
                  <a:pt x="1166" y="1389"/>
                </a:lnTo>
                <a:lnTo>
                  <a:pt x="1168" y="1390"/>
                </a:lnTo>
                <a:lnTo>
                  <a:pt x="1169" y="1391"/>
                </a:lnTo>
                <a:lnTo>
                  <a:pt x="1173" y="1386"/>
                </a:lnTo>
                <a:lnTo>
                  <a:pt x="1177" y="1381"/>
                </a:lnTo>
                <a:lnTo>
                  <a:pt x="1185" y="1382"/>
                </a:lnTo>
                <a:lnTo>
                  <a:pt x="1194" y="1383"/>
                </a:lnTo>
                <a:lnTo>
                  <a:pt x="1204" y="1383"/>
                </a:lnTo>
                <a:lnTo>
                  <a:pt x="1214" y="1382"/>
                </a:lnTo>
                <a:lnTo>
                  <a:pt x="1224" y="1380"/>
                </a:lnTo>
                <a:lnTo>
                  <a:pt x="1234" y="1376"/>
                </a:lnTo>
                <a:lnTo>
                  <a:pt x="1242" y="1368"/>
                </a:lnTo>
                <a:lnTo>
                  <a:pt x="1247" y="1359"/>
                </a:lnTo>
                <a:lnTo>
                  <a:pt x="1251" y="1345"/>
                </a:lnTo>
                <a:lnTo>
                  <a:pt x="1250" y="1329"/>
                </a:lnTo>
                <a:lnTo>
                  <a:pt x="1279" y="1320"/>
                </a:lnTo>
                <a:lnTo>
                  <a:pt x="1308" y="1315"/>
                </a:lnTo>
                <a:lnTo>
                  <a:pt x="1339" y="1313"/>
                </a:lnTo>
                <a:lnTo>
                  <a:pt x="1373" y="1315"/>
                </a:lnTo>
                <a:lnTo>
                  <a:pt x="1404" y="1321"/>
                </a:lnTo>
                <a:lnTo>
                  <a:pt x="1434" y="1331"/>
                </a:lnTo>
                <a:lnTo>
                  <a:pt x="1460" y="1344"/>
                </a:lnTo>
                <a:lnTo>
                  <a:pt x="1482" y="1360"/>
                </a:lnTo>
                <a:lnTo>
                  <a:pt x="1500" y="1378"/>
                </a:lnTo>
                <a:lnTo>
                  <a:pt x="1515" y="1398"/>
                </a:lnTo>
                <a:lnTo>
                  <a:pt x="1523" y="1420"/>
                </a:lnTo>
                <a:lnTo>
                  <a:pt x="1526" y="1443"/>
                </a:lnTo>
                <a:lnTo>
                  <a:pt x="1153" y="1443"/>
                </a:lnTo>
                <a:lnTo>
                  <a:pt x="1156" y="1421"/>
                </a:lnTo>
                <a:lnTo>
                  <a:pt x="1164" y="1402"/>
                </a:lnTo>
                <a:lnTo>
                  <a:pt x="1157" y="1403"/>
                </a:lnTo>
                <a:lnTo>
                  <a:pt x="1150" y="1407"/>
                </a:lnTo>
                <a:lnTo>
                  <a:pt x="1143" y="1411"/>
                </a:lnTo>
                <a:lnTo>
                  <a:pt x="1141" y="1416"/>
                </a:lnTo>
                <a:lnTo>
                  <a:pt x="1140" y="1422"/>
                </a:lnTo>
                <a:lnTo>
                  <a:pt x="1140" y="1429"/>
                </a:lnTo>
                <a:lnTo>
                  <a:pt x="1140" y="1435"/>
                </a:lnTo>
                <a:lnTo>
                  <a:pt x="1139" y="1441"/>
                </a:lnTo>
                <a:lnTo>
                  <a:pt x="1136" y="1446"/>
                </a:lnTo>
                <a:lnTo>
                  <a:pt x="1128" y="1455"/>
                </a:lnTo>
                <a:lnTo>
                  <a:pt x="1116" y="1458"/>
                </a:lnTo>
                <a:lnTo>
                  <a:pt x="1104" y="1459"/>
                </a:lnTo>
                <a:lnTo>
                  <a:pt x="1090" y="1459"/>
                </a:lnTo>
                <a:lnTo>
                  <a:pt x="1076" y="1456"/>
                </a:lnTo>
                <a:lnTo>
                  <a:pt x="746" y="1456"/>
                </a:lnTo>
                <a:lnTo>
                  <a:pt x="746" y="1435"/>
                </a:lnTo>
                <a:lnTo>
                  <a:pt x="733" y="1435"/>
                </a:lnTo>
                <a:lnTo>
                  <a:pt x="723" y="1436"/>
                </a:lnTo>
                <a:lnTo>
                  <a:pt x="711" y="1440"/>
                </a:lnTo>
                <a:lnTo>
                  <a:pt x="701" y="1444"/>
                </a:lnTo>
                <a:lnTo>
                  <a:pt x="696" y="1451"/>
                </a:lnTo>
                <a:lnTo>
                  <a:pt x="693" y="1462"/>
                </a:lnTo>
                <a:lnTo>
                  <a:pt x="692" y="1475"/>
                </a:lnTo>
                <a:lnTo>
                  <a:pt x="692" y="1482"/>
                </a:lnTo>
                <a:lnTo>
                  <a:pt x="691" y="1487"/>
                </a:lnTo>
                <a:lnTo>
                  <a:pt x="691" y="1492"/>
                </a:lnTo>
                <a:lnTo>
                  <a:pt x="691" y="1497"/>
                </a:lnTo>
                <a:lnTo>
                  <a:pt x="690" y="1501"/>
                </a:lnTo>
                <a:lnTo>
                  <a:pt x="1919" y="1501"/>
                </a:lnTo>
                <a:lnTo>
                  <a:pt x="1919" y="1807"/>
                </a:lnTo>
                <a:lnTo>
                  <a:pt x="1576" y="1807"/>
                </a:lnTo>
                <a:lnTo>
                  <a:pt x="1576" y="3101"/>
                </a:lnTo>
                <a:lnTo>
                  <a:pt x="1577" y="3095"/>
                </a:lnTo>
                <a:lnTo>
                  <a:pt x="1577" y="3089"/>
                </a:lnTo>
                <a:lnTo>
                  <a:pt x="1591" y="3003"/>
                </a:lnTo>
                <a:lnTo>
                  <a:pt x="1607" y="2917"/>
                </a:lnTo>
                <a:lnTo>
                  <a:pt x="1627" y="2835"/>
                </a:lnTo>
                <a:lnTo>
                  <a:pt x="1651" y="2754"/>
                </a:lnTo>
                <a:lnTo>
                  <a:pt x="1678" y="2676"/>
                </a:lnTo>
                <a:lnTo>
                  <a:pt x="1708" y="2600"/>
                </a:lnTo>
                <a:lnTo>
                  <a:pt x="1741" y="2527"/>
                </a:lnTo>
                <a:lnTo>
                  <a:pt x="1779" y="2456"/>
                </a:lnTo>
                <a:lnTo>
                  <a:pt x="1820" y="2389"/>
                </a:lnTo>
                <a:lnTo>
                  <a:pt x="1863" y="2323"/>
                </a:lnTo>
                <a:lnTo>
                  <a:pt x="1911" y="2262"/>
                </a:lnTo>
                <a:lnTo>
                  <a:pt x="1962" y="2203"/>
                </a:lnTo>
                <a:lnTo>
                  <a:pt x="2017" y="2146"/>
                </a:lnTo>
                <a:lnTo>
                  <a:pt x="2075" y="2094"/>
                </a:lnTo>
                <a:lnTo>
                  <a:pt x="2137" y="2045"/>
                </a:lnTo>
                <a:lnTo>
                  <a:pt x="2202" y="2000"/>
                </a:lnTo>
                <a:lnTo>
                  <a:pt x="2271" y="1957"/>
                </a:lnTo>
                <a:lnTo>
                  <a:pt x="2344" y="1920"/>
                </a:lnTo>
                <a:lnTo>
                  <a:pt x="2420" y="1884"/>
                </a:lnTo>
                <a:lnTo>
                  <a:pt x="2499" y="1854"/>
                </a:lnTo>
                <a:lnTo>
                  <a:pt x="2491" y="1759"/>
                </a:lnTo>
                <a:lnTo>
                  <a:pt x="2478" y="1666"/>
                </a:lnTo>
                <a:lnTo>
                  <a:pt x="2463" y="1572"/>
                </a:lnTo>
                <a:lnTo>
                  <a:pt x="2447" y="1479"/>
                </a:lnTo>
                <a:lnTo>
                  <a:pt x="2430" y="1384"/>
                </a:lnTo>
                <a:lnTo>
                  <a:pt x="2298" y="1405"/>
                </a:lnTo>
                <a:lnTo>
                  <a:pt x="2167" y="1420"/>
                </a:lnTo>
                <a:lnTo>
                  <a:pt x="2035" y="1433"/>
                </a:lnTo>
                <a:lnTo>
                  <a:pt x="1902" y="1441"/>
                </a:lnTo>
                <a:lnTo>
                  <a:pt x="1770" y="1443"/>
                </a:lnTo>
                <a:lnTo>
                  <a:pt x="1636" y="1440"/>
                </a:lnTo>
                <a:lnTo>
                  <a:pt x="1605" y="1437"/>
                </a:lnTo>
                <a:lnTo>
                  <a:pt x="1577" y="1429"/>
                </a:lnTo>
                <a:lnTo>
                  <a:pt x="1552" y="1416"/>
                </a:lnTo>
                <a:lnTo>
                  <a:pt x="1530" y="1402"/>
                </a:lnTo>
                <a:lnTo>
                  <a:pt x="1512" y="1384"/>
                </a:lnTo>
                <a:lnTo>
                  <a:pt x="1496" y="1363"/>
                </a:lnTo>
                <a:lnTo>
                  <a:pt x="1483" y="1340"/>
                </a:lnTo>
                <a:lnTo>
                  <a:pt x="1474" y="1317"/>
                </a:lnTo>
                <a:lnTo>
                  <a:pt x="1468" y="1292"/>
                </a:lnTo>
                <a:lnTo>
                  <a:pt x="1465" y="1266"/>
                </a:lnTo>
                <a:lnTo>
                  <a:pt x="1466" y="1241"/>
                </a:lnTo>
                <a:lnTo>
                  <a:pt x="1469" y="1216"/>
                </a:lnTo>
                <a:lnTo>
                  <a:pt x="1475" y="1191"/>
                </a:lnTo>
                <a:lnTo>
                  <a:pt x="1485" y="1168"/>
                </a:lnTo>
                <a:lnTo>
                  <a:pt x="1497" y="1148"/>
                </a:lnTo>
                <a:lnTo>
                  <a:pt x="1513" y="1129"/>
                </a:lnTo>
                <a:lnTo>
                  <a:pt x="1531" y="1112"/>
                </a:lnTo>
                <a:lnTo>
                  <a:pt x="1553" y="1099"/>
                </a:lnTo>
                <a:lnTo>
                  <a:pt x="1579" y="1089"/>
                </a:lnTo>
                <a:lnTo>
                  <a:pt x="1607" y="1084"/>
                </a:lnTo>
                <a:lnTo>
                  <a:pt x="1638" y="1083"/>
                </a:lnTo>
                <a:lnTo>
                  <a:pt x="1765" y="1086"/>
                </a:lnTo>
                <a:lnTo>
                  <a:pt x="1891" y="1084"/>
                </a:lnTo>
                <a:lnTo>
                  <a:pt x="2016" y="1077"/>
                </a:lnTo>
                <a:lnTo>
                  <a:pt x="2142" y="1066"/>
                </a:lnTo>
                <a:lnTo>
                  <a:pt x="2267" y="1050"/>
                </a:lnTo>
                <a:lnTo>
                  <a:pt x="2392" y="1030"/>
                </a:lnTo>
                <a:lnTo>
                  <a:pt x="2395" y="987"/>
                </a:lnTo>
                <a:lnTo>
                  <a:pt x="2402" y="948"/>
                </a:lnTo>
                <a:lnTo>
                  <a:pt x="2415" y="912"/>
                </a:lnTo>
                <a:lnTo>
                  <a:pt x="2430" y="878"/>
                </a:lnTo>
                <a:lnTo>
                  <a:pt x="2449" y="848"/>
                </a:lnTo>
                <a:lnTo>
                  <a:pt x="2472" y="821"/>
                </a:lnTo>
                <a:lnTo>
                  <a:pt x="2497" y="798"/>
                </a:lnTo>
                <a:lnTo>
                  <a:pt x="2525" y="778"/>
                </a:lnTo>
                <a:lnTo>
                  <a:pt x="2555" y="761"/>
                </a:lnTo>
                <a:lnTo>
                  <a:pt x="2586" y="747"/>
                </a:lnTo>
                <a:lnTo>
                  <a:pt x="2620" y="737"/>
                </a:lnTo>
                <a:lnTo>
                  <a:pt x="2654" y="729"/>
                </a:lnTo>
                <a:lnTo>
                  <a:pt x="2689" y="725"/>
                </a:lnTo>
                <a:lnTo>
                  <a:pt x="2724" y="724"/>
                </a:lnTo>
                <a:close/>
                <a:moveTo>
                  <a:pt x="505" y="493"/>
                </a:moveTo>
                <a:lnTo>
                  <a:pt x="561" y="1294"/>
                </a:lnTo>
                <a:lnTo>
                  <a:pt x="412" y="1305"/>
                </a:lnTo>
                <a:lnTo>
                  <a:pt x="356" y="504"/>
                </a:lnTo>
                <a:lnTo>
                  <a:pt x="505" y="493"/>
                </a:lnTo>
                <a:close/>
                <a:moveTo>
                  <a:pt x="2529" y="0"/>
                </a:moveTo>
                <a:lnTo>
                  <a:pt x="2577" y="3"/>
                </a:lnTo>
                <a:lnTo>
                  <a:pt x="2622" y="13"/>
                </a:lnTo>
                <a:lnTo>
                  <a:pt x="2664" y="28"/>
                </a:lnTo>
                <a:lnTo>
                  <a:pt x="2704" y="48"/>
                </a:lnTo>
                <a:lnTo>
                  <a:pt x="2741" y="73"/>
                </a:lnTo>
                <a:lnTo>
                  <a:pt x="2775" y="102"/>
                </a:lnTo>
                <a:lnTo>
                  <a:pt x="2804" y="135"/>
                </a:lnTo>
                <a:lnTo>
                  <a:pt x="2829" y="172"/>
                </a:lnTo>
                <a:lnTo>
                  <a:pt x="2848" y="212"/>
                </a:lnTo>
                <a:lnTo>
                  <a:pt x="2864" y="255"/>
                </a:lnTo>
                <a:lnTo>
                  <a:pt x="2872" y="300"/>
                </a:lnTo>
                <a:lnTo>
                  <a:pt x="2875" y="348"/>
                </a:lnTo>
                <a:lnTo>
                  <a:pt x="2872" y="394"/>
                </a:lnTo>
                <a:lnTo>
                  <a:pt x="2864" y="439"/>
                </a:lnTo>
                <a:lnTo>
                  <a:pt x="2848" y="482"/>
                </a:lnTo>
                <a:lnTo>
                  <a:pt x="2829" y="522"/>
                </a:lnTo>
                <a:lnTo>
                  <a:pt x="2804" y="559"/>
                </a:lnTo>
                <a:lnTo>
                  <a:pt x="2775" y="592"/>
                </a:lnTo>
                <a:lnTo>
                  <a:pt x="2741" y="622"/>
                </a:lnTo>
                <a:lnTo>
                  <a:pt x="2704" y="647"/>
                </a:lnTo>
                <a:lnTo>
                  <a:pt x="2664" y="667"/>
                </a:lnTo>
                <a:lnTo>
                  <a:pt x="2622" y="682"/>
                </a:lnTo>
                <a:lnTo>
                  <a:pt x="2577" y="691"/>
                </a:lnTo>
                <a:lnTo>
                  <a:pt x="2529" y="694"/>
                </a:lnTo>
                <a:lnTo>
                  <a:pt x="2482" y="691"/>
                </a:lnTo>
                <a:lnTo>
                  <a:pt x="2437" y="682"/>
                </a:lnTo>
                <a:lnTo>
                  <a:pt x="2395" y="667"/>
                </a:lnTo>
                <a:lnTo>
                  <a:pt x="2354" y="647"/>
                </a:lnTo>
                <a:lnTo>
                  <a:pt x="2318" y="622"/>
                </a:lnTo>
                <a:lnTo>
                  <a:pt x="2285" y="592"/>
                </a:lnTo>
                <a:lnTo>
                  <a:pt x="2254" y="559"/>
                </a:lnTo>
                <a:lnTo>
                  <a:pt x="2230" y="522"/>
                </a:lnTo>
                <a:lnTo>
                  <a:pt x="2210" y="482"/>
                </a:lnTo>
                <a:lnTo>
                  <a:pt x="2195" y="439"/>
                </a:lnTo>
                <a:lnTo>
                  <a:pt x="2186" y="394"/>
                </a:lnTo>
                <a:lnTo>
                  <a:pt x="2183" y="348"/>
                </a:lnTo>
                <a:lnTo>
                  <a:pt x="2186" y="300"/>
                </a:lnTo>
                <a:lnTo>
                  <a:pt x="2195" y="255"/>
                </a:lnTo>
                <a:lnTo>
                  <a:pt x="2210" y="212"/>
                </a:lnTo>
                <a:lnTo>
                  <a:pt x="2230" y="172"/>
                </a:lnTo>
                <a:lnTo>
                  <a:pt x="2254" y="135"/>
                </a:lnTo>
                <a:lnTo>
                  <a:pt x="2285" y="102"/>
                </a:lnTo>
                <a:lnTo>
                  <a:pt x="2318" y="73"/>
                </a:lnTo>
                <a:lnTo>
                  <a:pt x="2354" y="48"/>
                </a:lnTo>
                <a:lnTo>
                  <a:pt x="2395" y="28"/>
                </a:lnTo>
                <a:lnTo>
                  <a:pt x="2437" y="13"/>
                </a:lnTo>
                <a:lnTo>
                  <a:pt x="2482" y="3"/>
                </a:lnTo>
                <a:lnTo>
                  <a:pt x="252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5133713" y="3278583"/>
            <a:ext cx="611394" cy="464070"/>
            <a:chOff x="4438650" y="2162175"/>
            <a:chExt cx="263525" cy="200026"/>
          </a:xfrm>
          <a:solidFill>
            <a:schemeClr val="bg1"/>
          </a:solidFill>
        </p:grpSpPr>
        <p:sp>
          <p:nvSpPr>
            <p:cNvPr id="34" name="Freeform 26"/>
            <p:cNvSpPr>
              <a:spLocks/>
            </p:cNvSpPr>
            <p:nvPr/>
          </p:nvSpPr>
          <p:spPr bwMode="auto">
            <a:xfrm>
              <a:off x="4438650" y="2162175"/>
              <a:ext cx="263525" cy="84138"/>
            </a:xfrm>
            <a:custGeom>
              <a:avLst/>
              <a:gdLst>
                <a:gd name="T0" fmla="*/ 1783 w 3329"/>
                <a:gd name="T1" fmla="*/ 3 h 1059"/>
                <a:gd name="T2" fmla="*/ 2016 w 3329"/>
                <a:gd name="T3" fmla="*/ 26 h 1059"/>
                <a:gd name="T4" fmla="*/ 2240 w 3329"/>
                <a:gd name="T5" fmla="*/ 71 h 1059"/>
                <a:gd name="T6" fmla="*/ 2456 w 3329"/>
                <a:gd name="T7" fmla="*/ 137 h 1059"/>
                <a:gd name="T8" fmla="*/ 2660 w 3329"/>
                <a:gd name="T9" fmla="*/ 224 h 1059"/>
                <a:gd name="T10" fmla="*/ 2855 w 3329"/>
                <a:gd name="T11" fmla="*/ 329 h 1059"/>
                <a:gd name="T12" fmla="*/ 3038 w 3329"/>
                <a:gd name="T13" fmla="*/ 452 h 1059"/>
                <a:gd name="T14" fmla="*/ 3209 w 3329"/>
                <a:gd name="T15" fmla="*/ 591 h 1059"/>
                <a:gd name="T16" fmla="*/ 3302 w 3329"/>
                <a:gd name="T17" fmla="*/ 676 h 1059"/>
                <a:gd name="T18" fmla="*/ 3319 w 3329"/>
                <a:gd name="T19" fmla="*/ 703 h 1059"/>
                <a:gd name="T20" fmla="*/ 3328 w 3329"/>
                <a:gd name="T21" fmla="*/ 737 h 1059"/>
                <a:gd name="T22" fmla="*/ 3327 w 3329"/>
                <a:gd name="T23" fmla="*/ 777 h 1059"/>
                <a:gd name="T24" fmla="*/ 3315 w 3329"/>
                <a:gd name="T25" fmla="*/ 813 h 1059"/>
                <a:gd name="T26" fmla="*/ 3291 w 3329"/>
                <a:gd name="T27" fmla="*/ 844 h 1059"/>
                <a:gd name="T28" fmla="*/ 3091 w 3329"/>
                <a:gd name="T29" fmla="*/ 1037 h 1059"/>
                <a:gd name="T30" fmla="*/ 3045 w 3329"/>
                <a:gd name="T31" fmla="*/ 1057 h 1059"/>
                <a:gd name="T32" fmla="*/ 2998 w 3329"/>
                <a:gd name="T33" fmla="*/ 1057 h 1059"/>
                <a:gd name="T34" fmla="*/ 2953 w 3329"/>
                <a:gd name="T35" fmla="*/ 1037 h 1059"/>
                <a:gd name="T36" fmla="*/ 2862 w 3329"/>
                <a:gd name="T37" fmla="*/ 955 h 1059"/>
                <a:gd name="T38" fmla="*/ 2709 w 3329"/>
                <a:gd name="T39" fmla="*/ 835 h 1059"/>
                <a:gd name="T40" fmla="*/ 2543 w 3329"/>
                <a:gd name="T41" fmla="*/ 731 h 1059"/>
                <a:gd name="T42" fmla="*/ 2366 w 3329"/>
                <a:gd name="T43" fmla="*/ 644 h 1059"/>
                <a:gd name="T44" fmla="*/ 2177 w 3329"/>
                <a:gd name="T45" fmla="*/ 577 h 1059"/>
                <a:gd name="T46" fmla="*/ 1978 w 3329"/>
                <a:gd name="T47" fmla="*/ 530 h 1059"/>
                <a:gd name="T48" fmla="*/ 1770 w 3329"/>
                <a:gd name="T49" fmla="*/ 507 h 1059"/>
                <a:gd name="T50" fmla="*/ 1558 w 3329"/>
                <a:gd name="T51" fmla="*/ 507 h 1059"/>
                <a:gd name="T52" fmla="*/ 1352 w 3329"/>
                <a:gd name="T53" fmla="*/ 530 h 1059"/>
                <a:gd name="T54" fmla="*/ 1153 w 3329"/>
                <a:gd name="T55" fmla="*/ 577 h 1059"/>
                <a:gd name="T56" fmla="*/ 963 w 3329"/>
                <a:gd name="T57" fmla="*/ 644 h 1059"/>
                <a:gd name="T58" fmla="*/ 785 w 3329"/>
                <a:gd name="T59" fmla="*/ 731 h 1059"/>
                <a:gd name="T60" fmla="*/ 619 w 3329"/>
                <a:gd name="T61" fmla="*/ 835 h 1059"/>
                <a:gd name="T62" fmla="*/ 467 w 3329"/>
                <a:gd name="T63" fmla="*/ 955 h 1059"/>
                <a:gd name="T64" fmla="*/ 377 w 3329"/>
                <a:gd name="T65" fmla="*/ 1037 h 1059"/>
                <a:gd name="T66" fmla="*/ 331 w 3329"/>
                <a:gd name="T67" fmla="*/ 1057 h 1059"/>
                <a:gd name="T68" fmla="*/ 283 w 3329"/>
                <a:gd name="T69" fmla="*/ 1057 h 1059"/>
                <a:gd name="T70" fmla="*/ 238 w 3329"/>
                <a:gd name="T71" fmla="*/ 1037 h 1059"/>
                <a:gd name="T72" fmla="*/ 38 w 3329"/>
                <a:gd name="T73" fmla="*/ 844 h 1059"/>
                <a:gd name="T74" fmla="*/ 13 w 3329"/>
                <a:gd name="T75" fmla="*/ 813 h 1059"/>
                <a:gd name="T76" fmla="*/ 1 w 3329"/>
                <a:gd name="T77" fmla="*/ 777 h 1059"/>
                <a:gd name="T78" fmla="*/ 1 w 3329"/>
                <a:gd name="T79" fmla="*/ 735 h 1059"/>
                <a:gd name="T80" fmla="*/ 13 w 3329"/>
                <a:gd name="T81" fmla="*/ 699 h 1059"/>
                <a:gd name="T82" fmla="*/ 38 w 3329"/>
                <a:gd name="T83" fmla="*/ 668 h 1059"/>
                <a:gd name="T84" fmla="*/ 200 w 3329"/>
                <a:gd name="T85" fmla="*/ 519 h 1059"/>
                <a:gd name="T86" fmla="*/ 375 w 3329"/>
                <a:gd name="T87" fmla="*/ 388 h 1059"/>
                <a:gd name="T88" fmla="*/ 564 w 3329"/>
                <a:gd name="T89" fmla="*/ 274 h 1059"/>
                <a:gd name="T90" fmla="*/ 765 w 3329"/>
                <a:gd name="T91" fmla="*/ 178 h 1059"/>
                <a:gd name="T92" fmla="*/ 977 w 3329"/>
                <a:gd name="T93" fmla="*/ 101 h 1059"/>
                <a:gd name="T94" fmla="*/ 1198 w 3329"/>
                <a:gd name="T95" fmla="*/ 46 h 1059"/>
                <a:gd name="T96" fmla="*/ 1427 w 3329"/>
                <a:gd name="T97" fmla="*/ 11 h 1059"/>
                <a:gd name="T98" fmla="*/ 1664 w 3329"/>
                <a:gd name="T99" fmla="*/ 0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29" h="1059">
                  <a:moveTo>
                    <a:pt x="1664" y="0"/>
                  </a:moveTo>
                  <a:lnTo>
                    <a:pt x="1783" y="3"/>
                  </a:lnTo>
                  <a:lnTo>
                    <a:pt x="1901" y="11"/>
                  </a:lnTo>
                  <a:lnTo>
                    <a:pt x="2016" y="26"/>
                  </a:lnTo>
                  <a:lnTo>
                    <a:pt x="2129" y="46"/>
                  </a:lnTo>
                  <a:lnTo>
                    <a:pt x="2240" y="71"/>
                  </a:lnTo>
                  <a:lnTo>
                    <a:pt x="2349" y="101"/>
                  </a:lnTo>
                  <a:lnTo>
                    <a:pt x="2456" y="137"/>
                  </a:lnTo>
                  <a:lnTo>
                    <a:pt x="2559" y="178"/>
                  </a:lnTo>
                  <a:lnTo>
                    <a:pt x="2660" y="224"/>
                  </a:lnTo>
                  <a:lnTo>
                    <a:pt x="2759" y="274"/>
                  </a:lnTo>
                  <a:lnTo>
                    <a:pt x="2855" y="329"/>
                  </a:lnTo>
                  <a:lnTo>
                    <a:pt x="2949" y="388"/>
                  </a:lnTo>
                  <a:lnTo>
                    <a:pt x="3038" y="452"/>
                  </a:lnTo>
                  <a:lnTo>
                    <a:pt x="3126" y="519"/>
                  </a:lnTo>
                  <a:lnTo>
                    <a:pt x="3209" y="591"/>
                  </a:lnTo>
                  <a:lnTo>
                    <a:pt x="3291" y="668"/>
                  </a:lnTo>
                  <a:lnTo>
                    <a:pt x="3302" y="676"/>
                  </a:lnTo>
                  <a:lnTo>
                    <a:pt x="3312" y="688"/>
                  </a:lnTo>
                  <a:lnTo>
                    <a:pt x="3319" y="703"/>
                  </a:lnTo>
                  <a:lnTo>
                    <a:pt x="3324" y="719"/>
                  </a:lnTo>
                  <a:lnTo>
                    <a:pt x="3328" y="737"/>
                  </a:lnTo>
                  <a:lnTo>
                    <a:pt x="3329" y="756"/>
                  </a:lnTo>
                  <a:lnTo>
                    <a:pt x="3327" y="777"/>
                  </a:lnTo>
                  <a:lnTo>
                    <a:pt x="3323" y="796"/>
                  </a:lnTo>
                  <a:lnTo>
                    <a:pt x="3315" y="813"/>
                  </a:lnTo>
                  <a:lnTo>
                    <a:pt x="3304" y="829"/>
                  </a:lnTo>
                  <a:lnTo>
                    <a:pt x="3291" y="844"/>
                  </a:lnTo>
                  <a:lnTo>
                    <a:pt x="3111" y="1020"/>
                  </a:lnTo>
                  <a:lnTo>
                    <a:pt x="3091" y="1037"/>
                  </a:lnTo>
                  <a:lnTo>
                    <a:pt x="3069" y="1049"/>
                  </a:lnTo>
                  <a:lnTo>
                    <a:pt x="3045" y="1057"/>
                  </a:lnTo>
                  <a:lnTo>
                    <a:pt x="3022" y="1059"/>
                  </a:lnTo>
                  <a:lnTo>
                    <a:pt x="2998" y="1057"/>
                  </a:lnTo>
                  <a:lnTo>
                    <a:pt x="2975" y="1049"/>
                  </a:lnTo>
                  <a:lnTo>
                    <a:pt x="2953" y="1037"/>
                  </a:lnTo>
                  <a:lnTo>
                    <a:pt x="2932" y="1020"/>
                  </a:lnTo>
                  <a:lnTo>
                    <a:pt x="2862" y="955"/>
                  </a:lnTo>
                  <a:lnTo>
                    <a:pt x="2788" y="893"/>
                  </a:lnTo>
                  <a:lnTo>
                    <a:pt x="2709" y="835"/>
                  </a:lnTo>
                  <a:lnTo>
                    <a:pt x="2628" y="780"/>
                  </a:lnTo>
                  <a:lnTo>
                    <a:pt x="2543" y="731"/>
                  </a:lnTo>
                  <a:lnTo>
                    <a:pt x="2456" y="685"/>
                  </a:lnTo>
                  <a:lnTo>
                    <a:pt x="2366" y="644"/>
                  </a:lnTo>
                  <a:lnTo>
                    <a:pt x="2272" y="608"/>
                  </a:lnTo>
                  <a:lnTo>
                    <a:pt x="2177" y="577"/>
                  </a:lnTo>
                  <a:lnTo>
                    <a:pt x="2078" y="551"/>
                  </a:lnTo>
                  <a:lnTo>
                    <a:pt x="1978" y="530"/>
                  </a:lnTo>
                  <a:lnTo>
                    <a:pt x="1875" y="516"/>
                  </a:lnTo>
                  <a:lnTo>
                    <a:pt x="1770" y="507"/>
                  </a:lnTo>
                  <a:lnTo>
                    <a:pt x="1664" y="504"/>
                  </a:lnTo>
                  <a:lnTo>
                    <a:pt x="1558" y="507"/>
                  </a:lnTo>
                  <a:lnTo>
                    <a:pt x="1453" y="516"/>
                  </a:lnTo>
                  <a:lnTo>
                    <a:pt x="1352" y="530"/>
                  </a:lnTo>
                  <a:lnTo>
                    <a:pt x="1251" y="551"/>
                  </a:lnTo>
                  <a:lnTo>
                    <a:pt x="1153" y="577"/>
                  </a:lnTo>
                  <a:lnTo>
                    <a:pt x="1057" y="608"/>
                  </a:lnTo>
                  <a:lnTo>
                    <a:pt x="963" y="644"/>
                  </a:lnTo>
                  <a:lnTo>
                    <a:pt x="873" y="685"/>
                  </a:lnTo>
                  <a:lnTo>
                    <a:pt x="785" y="731"/>
                  </a:lnTo>
                  <a:lnTo>
                    <a:pt x="701" y="780"/>
                  </a:lnTo>
                  <a:lnTo>
                    <a:pt x="619" y="835"/>
                  </a:lnTo>
                  <a:lnTo>
                    <a:pt x="542" y="893"/>
                  </a:lnTo>
                  <a:lnTo>
                    <a:pt x="467" y="955"/>
                  </a:lnTo>
                  <a:lnTo>
                    <a:pt x="397" y="1020"/>
                  </a:lnTo>
                  <a:lnTo>
                    <a:pt x="377" y="1037"/>
                  </a:lnTo>
                  <a:lnTo>
                    <a:pt x="354" y="1049"/>
                  </a:lnTo>
                  <a:lnTo>
                    <a:pt x="331" y="1057"/>
                  </a:lnTo>
                  <a:lnTo>
                    <a:pt x="308" y="1059"/>
                  </a:lnTo>
                  <a:lnTo>
                    <a:pt x="283" y="1057"/>
                  </a:lnTo>
                  <a:lnTo>
                    <a:pt x="260" y="1049"/>
                  </a:lnTo>
                  <a:lnTo>
                    <a:pt x="238" y="1037"/>
                  </a:lnTo>
                  <a:lnTo>
                    <a:pt x="218" y="1020"/>
                  </a:lnTo>
                  <a:lnTo>
                    <a:pt x="38" y="844"/>
                  </a:lnTo>
                  <a:lnTo>
                    <a:pt x="24" y="829"/>
                  </a:lnTo>
                  <a:lnTo>
                    <a:pt x="13" y="813"/>
                  </a:lnTo>
                  <a:lnTo>
                    <a:pt x="6" y="796"/>
                  </a:lnTo>
                  <a:lnTo>
                    <a:pt x="1" y="777"/>
                  </a:lnTo>
                  <a:lnTo>
                    <a:pt x="0" y="756"/>
                  </a:lnTo>
                  <a:lnTo>
                    <a:pt x="1" y="735"/>
                  </a:lnTo>
                  <a:lnTo>
                    <a:pt x="6" y="716"/>
                  </a:lnTo>
                  <a:lnTo>
                    <a:pt x="13" y="699"/>
                  </a:lnTo>
                  <a:lnTo>
                    <a:pt x="24" y="683"/>
                  </a:lnTo>
                  <a:lnTo>
                    <a:pt x="38" y="668"/>
                  </a:lnTo>
                  <a:lnTo>
                    <a:pt x="117" y="591"/>
                  </a:lnTo>
                  <a:lnTo>
                    <a:pt x="200" y="519"/>
                  </a:lnTo>
                  <a:lnTo>
                    <a:pt x="285" y="452"/>
                  </a:lnTo>
                  <a:lnTo>
                    <a:pt x="375" y="388"/>
                  </a:lnTo>
                  <a:lnTo>
                    <a:pt x="469" y="329"/>
                  </a:lnTo>
                  <a:lnTo>
                    <a:pt x="564" y="274"/>
                  </a:lnTo>
                  <a:lnTo>
                    <a:pt x="663" y="224"/>
                  </a:lnTo>
                  <a:lnTo>
                    <a:pt x="765" y="178"/>
                  </a:lnTo>
                  <a:lnTo>
                    <a:pt x="870" y="137"/>
                  </a:lnTo>
                  <a:lnTo>
                    <a:pt x="977" y="101"/>
                  </a:lnTo>
                  <a:lnTo>
                    <a:pt x="1086" y="71"/>
                  </a:lnTo>
                  <a:lnTo>
                    <a:pt x="1198" y="46"/>
                  </a:lnTo>
                  <a:lnTo>
                    <a:pt x="1312" y="26"/>
                  </a:lnTo>
                  <a:lnTo>
                    <a:pt x="1427" y="11"/>
                  </a:lnTo>
                  <a:lnTo>
                    <a:pt x="1545" y="3"/>
                  </a:lnTo>
                  <a:lnTo>
                    <a:pt x="1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4497388" y="2241550"/>
              <a:ext cx="147638" cy="60325"/>
            </a:xfrm>
            <a:custGeom>
              <a:avLst/>
              <a:gdLst>
                <a:gd name="T0" fmla="*/ 1023 w 1869"/>
                <a:gd name="T1" fmla="*/ 3 h 757"/>
                <a:gd name="T2" fmla="*/ 1193 w 1869"/>
                <a:gd name="T3" fmla="*/ 25 h 757"/>
                <a:gd name="T4" fmla="*/ 1354 w 1869"/>
                <a:gd name="T5" fmla="*/ 70 h 757"/>
                <a:gd name="T6" fmla="*/ 1505 w 1869"/>
                <a:gd name="T7" fmla="*/ 133 h 757"/>
                <a:gd name="T8" fmla="*/ 1644 w 1869"/>
                <a:gd name="T9" fmla="*/ 214 h 757"/>
                <a:gd name="T10" fmla="*/ 1771 w 1869"/>
                <a:gd name="T11" fmla="*/ 311 h 757"/>
                <a:gd name="T12" fmla="*/ 1848 w 1869"/>
                <a:gd name="T13" fmla="*/ 386 h 757"/>
                <a:gd name="T14" fmla="*/ 1867 w 1869"/>
                <a:gd name="T15" fmla="*/ 431 h 757"/>
                <a:gd name="T16" fmla="*/ 1867 w 1869"/>
                <a:gd name="T17" fmla="*/ 479 h 757"/>
                <a:gd name="T18" fmla="*/ 1848 w 1869"/>
                <a:gd name="T19" fmla="*/ 523 h 757"/>
                <a:gd name="T20" fmla="*/ 1651 w 1869"/>
                <a:gd name="T21" fmla="*/ 719 h 757"/>
                <a:gd name="T22" fmla="*/ 1608 w 1869"/>
                <a:gd name="T23" fmla="*/ 748 h 757"/>
                <a:gd name="T24" fmla="*/ 1562 w 1869"/>
                <a:gd name="T25" fmla="*/ 757 h 757"/>
                <a:gd name="T26" fmla="*/ 1515 w 1869"/>
                <a:gd name="T27" fmla="*/ 748 h 757"/>
                <a:gd name="T28" fmla="*/ 1473 w 1869"/>
                <a:gd name="T29" fmla="*/ 719 h 757"/>
                <a:gd name="T30" fmla="*/ 1371 w 1869"/>
                <a:gd name="T31" fmla="*/ 642 h 757"/>
                <a:gd name="T32" fmla="*/ 1257 w 1869"/>
                <a:gd name="T33" fmla="*/ 578 h 757"/>
                <a:gd name="T34" fmla="*/ 1134 w 1869"/>
                <a:gd name="T35" fmla="*/ 533 h 757"/>
                <a:gd name="T36" fmla="*/ 1002 w 1869"/>
                <a:gd name="T37" fmla="*/ 509 h 757"/>
                <a:gd name="T38" fmla="*/ 873 w 1869"/>
                <a:gd name="T39" fmla="*/ 508 h 757"/>
                <a:gd name="T40" fmla="*/ 755 w 1869"/>
                <a:gd name="T41" fmla="*/ 526 h 757"/>
                <a:gd name="T42" fmla="*/ 642 w 1869"/>
                <a:gd name="T43" fmla="*/ 560 h 757"/>
                <a:gd name="T44" fmla="*/ 536 w 1869"/>
                <a:gd name="T45" fmla="*/ 612 h 757"/>
                <a:gd name="T46" fmla="*/ 440 w 1869"/>
                <a:gd name="T47" fmla="*/ 680 h 757"/>
                <a:gd name="T48" fmla="*/ 376 w 1869"/>
                <a:gd name="T49" fmla="*/ 736 h 757"/>
                <a:gd name="T50" fmla="*/ 331 w 1869"/>
                <a:gd name="T51" fmla="*/ 755 h 757"/>
                <a:gd name="T52" fmla="*/ 283 w 1869"/>
                <a:gd name="T53" fmla="*/ 755 h 757"/>
                <a:gd name="T54" fmla="*/ 238 w 1869"/>
                <a:gd name="T55" fmla="*/ 736 h 757"/>
                <a:gd name="T56" fmla="*/ 38 w 1869"/>
                <a:gd name="T57" fmla="*/ 543 h 757"/>
                <a:gd name="T58" fmla="*/ 9 w 1869"/>
                <a:gd name="T59" fmla="*/ 501 h 757"/>
                <a:gd name="T60" fmla="*/ 0 w 1869"/>
                <a:gd name="T61" fmla="*/ 454 h 757"/>
                <a:gd name="T62" fmla="*/ 9 w 1869"/>
                <a:gd name="T63" fmla="*/ 408 h 757"/>
                <a:gd name="T64" fmla="*/ 38 w 1869"/>
                <a:gd name="T65" fmla="*/ 366 h 757"/>
                <a:gd name="T66" fmla="*/ 160 w 1869"/>
                <a:gd name="T67" fmla="*/ 261 h 757"/>
                <a:gd name="T68" fmla="*/ 294 w 1869"/>
                <a:gd name="T69" fmla="*/ 171 h 757"/>
                <a:gd name="T70" fmla="*/ 438 w 1869"/>
                <a:gd name="T71" fmla="*/ 99 h 757"/>
                <a:gd name="T72" fmla="*/ 594 w 1869"/>
                <a:gd name="T73" fmla="*/ 46 h 757"/>
                <a:gd name="T74" fmla="*/ 759 w 1869"/>
                <a:gd name="T75" fmla="*/ 12 h 757"/>
                <a:gd name="T76" fmla="*/ 934 w 1869"/>
                <a:gd name="T77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69" h="757">
                  <a:moveTo>
                    <a:pt x="934" y="0"/>
                  </a:moveTo>
                  <a:lnTo>
                    <a:pt x="1023" y="3"/>
                  </a:lnTo>
                  <a:lnTo>
                    <a:pt x="1109" y="12"/>
                  </a:lnTo>
                  <a:lnTo>
                    <a:pt x="1193" y="25"/>
                  </a:lnTo>
                  <a:lnTo>
                    <a:pt x="1275" y="46"/>
                  </a:lnTo>
                  <a:lnTo>
                    <a:pt x="1354" y="70"/>
                  </a:lnTo>
                  <a:lnTo>
                    <a:pt x="1430" y="99"/>
                  </a:lnTo>
                  <a:lnTo>
                    <a:pt x="1505" y="133"/>
                  </a:lnTo>
                  <a:lnTo>
                    <a:pt x="1576" y="171"/>
                  </a:lnTo>
                  <a:lnTo>
                    <a:pt x="1644" y="214"/>
                  </a:lnTo>
                  <a:lnTo>
                    <a:pt x="1709" y="261"/>
                  </a:lnTo>
                  <a:lnTo>
                    <a:pt x="1771" y="311"/>
                  </a:lnTo>
                  <a:lnTo>
                    <a:pt x="1830" y="366"/>
                  </a:lnTo>
                  <a:lnTo>
                    <a:pt x="1848" y="386"/>
                  </a:lnTo>
                  <a:lnTo>
                    <a:pt x="1860" y="408"/>
                  </a:lnTo>
                  <a:lnTo>
                    <a:pt x="1867" y="431"/>
                  </a:lnTo>
                  <a:lnTo>
                    <a:pt x="1869" y="454"/>
                  </a:lnTo>
                  <a:lnTo>
                    <a:pt x="1867" y="479"/>
                  </a:lnTo>
                  <a:lnTo>
                    <a:pt x="1860" y="501"/>
                  </a:lnTo>
                  <a:lnTo>
                    <a:pt x="1848" y="523"/>
                  </a:lnTo>
                  <a:lnTo>
                    <a:pt x="1830" y="543"/>
                  </a:lnTo>
                  <a:lnTo>
                    <a:pt x="1651" y="719"/>
                  </a:lnTo>
                  <a:lnTo>
                    <a:pt x="1631" y="736"/>
                  </a:lnTo>
                  <a:lnTo>
                    <a:pt x="1608" y="748"/>
                  </a:lnTo>
                  <a:lnTo>
                    <a:pt x="1586" y="755"/>
                  </a:lnTo>
                  <a:lnTo>
                    <a:pt x="1562" y="757"/>
                  </a:lnTo>
                  <a:lnTo>
                    <a:pt x="1538" y="755"/>
                  </a:lnTo>
                  <a:lnTo>
                    <a:pt x="1515" y="748"/>
                  </a:lnTo>
                  <a:lnTo>
                    <a:pt x="1492" y="736"/>
                  </a:lnTo>
                  <a:lnTo>
                    <a:pt x="1473" y="719"/>
                  </a:lnTo>
                  <a:lnTo>
                    <a:pt x="1424" y="679"/>
                  </a:lnTo>
                  <a:lnTo>
                    <a:pt x="1371" y="642"/>
                  </a:lnTo>
                  <a:lnTo>
                    <a:pt x="1316" y="608"/>
                  </a:lnTo>
                  <a:lnTo>
                    <a:pt x="1257" y="578"/>
                  </a:lnTo>
                  <a:lnTo>
                    <a:pt x="1197" y="553"/>
                  </a:lnTo>
                  <a:lnTo>
                    <a:pt x="1134" y="533"/>
                  </a:lnTo>
                  <a:lnTo>
                    <a:pt x="1069" y="518"/>
                  </a:lnTo>
                  <a:lnTo>
                    <a:pt x="1002" y="509"/>
                  </a:lnTo>
                  <a:lnTo>
                    <a:pt x="934" y="506"/>
                  </a:lnTo>
                  <a:lnTo>
                    <a:pt x="873" y="508"/>
                  </a:lnTo>
                  <a:lnTo>
                    <a:pt x="813" y="515"/>
                  </a:lnTo>
                  <a:lnTo>
                    <a:pt x="755" y="526"/>
                  </a:lnTo>
                  <a:lnTo>
                    <a:pt x="697" y="541"/>
                  </a:lnTo>
                  <a:lnTo>
                    <a:pt x="642" y="560"/>
                  </a:lnTo>
                  <a:lnTo>
                    <a:pt x="588" y="584"/>
                  </a:lnTo>
                  <a:lnTo>
                    <a:pt x="536" y="612"/>
                  </a:lnTo>
                  <a:lnTo>
                    <a:pt x="487" y="644"/>
                  </a:lnTo>
                  <a:lnTo>
                    <a:pt x="440" y="680"/>
                  </a:lnTo>
                  <a:lnTo>
                    <a:pt x="396" y="719"/>
                  </a:lnTo>
                  <a:lnTo>
                    <a:pt x="376" y="736"/>
                  </a:lnTo>
                  <a:lnTo>
                    <a:pt x="354" y="748"/>
                  </a:lnTo>
                  <a:lnTo>
                    <a:pt x="331" y="755"/>
                  </a:lnTo>
                  <a:lnTo>
                    <a:pt x="307" y="757"/>
                  </a:lnTo>
                  <a:lnTo>
                    <a:pt x="283" y="755"/>
                  </a:lnTo>
                  <a:lnTo>
                    <a:pt x="260" y="748"/>
                  </a:lnTo>
                  <a:lnTo>
                    <a:pt x="238" y="736"/>
                  </a:lnTo>
                  <a:lnTo>
                    <a:pt x="218" y="719"/>
                  </a:lnTo>
                  <a:lnTo>
                    <a:pt x="38" y="543"/>
                  </a:lnTo>
                  <a:lnTo>
                    <a:pt x="22" y="523"/>
                  </a:lnTo>
                  <a:lnTo>
                    <a:pt x="9" y="501"/>
                  </a:lnTo>
                  <a:lnTo>
                    <a:pt x="2" y="479"/>
                  </a:lnTo>
                  <a:lnTo>
                    <a:pt x="0" y="454"/>
                  </a:lnTo>
                  <a:lnTo>
                    <a:pt x="2" y="431"/>
                  </a:lnTo>
                  <a:lnTo>
                    <a:pt x="9" y="408"/>
                  </a:lnTo>
                  <a:lnTo>
                    <a:pt x="22" y="386"/>
                  </a:lnTo>
                  <a:lnTo>
                    <a:pt x="38" y="366"/>
                  </a:lnTo>
                  <a:lnTo>
                    <a:pt x="97" y="311"/>
                  </a:lnTo>
                  <a:lnTo>
                    <a:pt x="160" y="261"/>
                  </a:lnTo>
                  <a:lnTo>
                    <a:pt x="225" y="214"/>
                  </a:lnTo>
                  <a:lnTo>
                    <a:pt x="294" y="171"/>
                  </a:lnTo>
                  <a:lnTo>
                    <a:pt x="364" y="133"/>
                  </a:lnTo>
                  <a:lnTo>
                    <a:pt x="438" y="99"/>
                  </a:lnTo>
                  <a:lnTo>
                    <a:pt x="515" y="70"/>
                  </a:lnTo>
                  <a:lnTo>
                    <a:pt x="594" y="46"/>
                  </a:lnTo>
                  <a:lnTo>
                    <a:pt x="676" y="25"/>
                  </a:lnTo>
                  <a:lnTo>
                    <a:pt x="759" y="12"/>
                  </a:lnTo>
                  <a:lnTo>
                    <a:pt x="846" y="3"/>
                  </a:lnTo>
                  <a:lnTo>
                    <a:pt x="9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8"/>
            <p:cNvSpPr>
              <a:spLocks/>
            </p:cNvSpPr>
            <p:nvPr/>
          </p:nvSpPr>
          <p:spPr bwMode="auto">
            <a:xfrm>
              <a:off x="4549775" y="2322513"/>
              <a:ext cx="41275" cy="39688"/>
            </a:xfrm>
            <a:custGeom>
              <a:avLst/>
              <a:gdLst>
                <a:gd name="T0" fmla="*/ 255 w 512"/>
                <a:gd name="T1" fmla="*/ 0 h 504"/>
                <a:gd name="T2" fmla="*/ 293 w 512"/>
                <a:gd name="T3" fmla="*/ 3 h 504"/>
                <a:gd name="T4" fmla="*/ 330 w 512"/>
                <a:gd name="T5" fmla="*/ 11 h 504"/>
                <a:gd name="T6" fmla="*/ 363 w 512"/>
                <a:gd name="T7" fmla="*/ 24 h 504"/>
                <a:gd name="T8" fmla="*/ 395 w 512"/>
                <a:gd name="T9" fmla="*/ 41 h 504"/>
                <a:gd name="T10" fmla="*/ 423 w 512"/>
                <a:gd name="T11" fmla="*/ 62 h 504"/>
                <a:gd name="T12" fmla="*/ 449 w 512"/>
                <a:gd name="T13" fmla="*/ 87 h 504"/>
                <a:gd name="T14" fmla="*/ 470 w 512"/>
                <a:gd name="T15" fmla="*/ 115 h 504"/>
                <a:gd name="T16" fmla="*/ 487 w 512"/>
                <a:gd name="T17" fmla="*/ 146 h 504"/>
                <a:gd name="T18" fmla="*/ 501 w 512"/>
                <a:gd name="T19" fmla="*/ 179 h 504"/>
                <a:gd name="T20" fmla="*/ 509 w 512"/>
                <a:gd name="T21" fmla="*/ 214 h 504"/>
                <a:gd name="T22" fmla="*/ 512 w 512"/>
                <a:gd name="T23" fmla="*/ 251 h 504"/>
                <a:gd name="T24" fmla="*/ 509 w 512"/>
                <a:gd name="T25" fmla="*/ 289 h 504"/>
                <a:gd name="T26" fmla="*/ 501 w 512"/>
                <a:gd name="T27" fmla="*/ 325 h 504"/>
                <a:gd name="T28" fmla="*/ 487 w 512"/>
                <a:gd name="T29" fmla="*/ 359 h 504"/>
                <a:gd name="T30" fmla="*/ 470 w 512"/>
                <a:gd name="T31" fmla="*/ 390 h 504"/>
                <a:gd name="T32" fmla="*/ 449 w 512"/>
                <a:gd name="T33" fmla="*/ 418 h 504"/>
                <a:gd name="T34" fmla="*/ 423 w 512"/>
                <a:gd name="T35" fmla="*/ 443 h 504"/>
                <a:gd name="T36" fmla="*/ 395 w 512"/>
                <a:gd name="T37" fmla="*/ 464 h 504"/>
                <a:gd name="T38" fmla="*/ 363 w 512"/>
                <a:gd name="T39" fmla="*/ 481 h 504"/>
                <a:gd name="T40" fmla="*/ 330 w 512"/>
                <a:gd name="T41" fmla="*/ 494 h 504"/>
                <a:gd name="T42" fmla="*/ 293 w 512"/>
                <a:gd name="T43" fmla="*/ 501 h 504"/>
                <a:gd name="T44" fmla="*/ 255 w 512"/>
                <a:gd name="T45" fmla="*/ 504 h 504"/>
                <a:gd name="T46" fmla="*/ 218 w 512"/>
                <a:gd name="T47" fmla="*/ 501 h 504"/>
                <a:gd name="T48" fmla="*/ 181 w 512"/>
                <a:gd name="T49" fmla="*/ 494 h 504"/>
                <a:gd name="T50" fmla="*/ 147 w 512"/>
                <a:gd name="T51" fmla="*/ 481 h 504"/>
                <a:gd name="T52" fmla="*/ 116 w 512"/>
                <a:gd name="T53" fmla="*/ 464 h 504"/>
                <a:gd name="T54" fmla="*/ 87 w 512"/>
                <a:gd name="T55" fmla="*/ 443 h 504"/>
                <a:gd name="T56" fmla="*/ 63 w 512"/>
                <a:gd name="T57" fmla="*/ 418 h 504"/>
                <a:gd name="T58" fmla="*/ 40 w 512"/>
                <a:gd name="T59" fmla="*/ 390 h 504"/>
                <a:gd name="T60" fmla="*/ 23 w 512"/>
                <a:gd name="T61" fmla="*/ 359 h 504"/>
                <a:gd name="T62" fmla="*/ 11 w 512"/>
                <a:gd name="T63" fmla="*/ 325 h 504"/>
                <a:gd name="T64" fmla="*/ 3 w 512"/>
                <a:gd name="T65" fmla="*/ 289 h 504"/>
                <a:gd name="T66" fmla="*/ 0 w 512"/>
                <a:gd name="T67" fmla="*/ 251 h 504"/>
                <a:gd name="T68" fmla="*/ 3 w 512"/>
                <a:gd name="T69" fmla="*/ 214 h 504"/>
                <a:gd name="T70" fmla="*/ 11 w 512"/>
                <a:gd name="T71" fmla="*/ 179 h 504"/>
                <a:gd name="T72" fmla="*/ 23 w 512"/>
                <a:gd name="T73" fmla="*/ 146 h 504"/>
                <a:gd name="T74" fmla="*/ 40 w 512"/>
                <a:gd name="T75" fmla="*/ 115 h 504"/>
                <a:gd name="T76" fmla="*/ 63 w 512"/>
                <a:gd name="T77" fmla="*/ 87 h 504"/>
                <a:gd name="T78" fmla="*/ 87 w 512"/>
                <a:gd name="T79" fmla="*/ 62 h 504"/>
                <a:gd name="T80" fmla="*/ 116 w 512"/>
                <a:gd name="T81" fmla="*/ 41 h 504"/>
                <a:gd name="T82" fmla="*/ 147 w 512"/>
                <a:gd name="T83" fmla="*/ 24 h 504"/>
                <a:gd name="T84" fmla="*/ 181 w 512"/>
                <a:gd name="T85" fmla="*/ 11 h 504"/>
                <a:gd name="T86" fmla="*/ 218 w 512"/>
                <a:gd name="T87" fmla="*/ 3 h 504"/>
                <a:gd name="T88" fmla="*/ 255 w 512"/>
                <a:gd name="T89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04">
                  <a:moveTo>
                    <a:pt x="255" y="0"/>
                  </a:moveTo>
                  <a:lnTo>
                    <a:pt x="293" y="3"/>
                  </a:lnTo>
                  <a:lnTo>
                    <a:pt x="330" y="11"/>
                  </a:lnTo>
                  <a:lnTo>
                    <a:pt x="363" y="24"/>
                  </a:lnTo>
                  <a:lnTo>
                    <a:pt x="395" y="41"/>
                  </a:lnTo>
                  <a:lnTo>
                    <a:pt x="423" y="62"/>
                  </a:lnTo>
                  <a:lnTo>
                    <a:pt x="449" y="87"/>
                  </a:lnTo>
                  <a:lnTo>
                    <a:pt x="470" y="115"/>
                  </a:lnTo>
                  <a:lnTo>
                    <a:pt x="487" y="146"/>
                  </a:lnTo>
                  <a:lnTo>
                    <a:pt x="501" y="179"/>
                  </a:lnTo>
                  <a:lnTo>
                    <a:pt x="509" y="214"/>
                  </a:lnTo>
                  <a:lnTo>
                    <a:pt x="512" y="251"/>
                  </a:lnTo>
                  <a:lnTo>
                    <a:pt x="509" y="289"/>
                  </a:lnTo>
                  <a:lnTo>
                    <a:pt x="501" y="325"/>
                  </a:lnTo>
                  <a:lnTo>
                    <a:pt x="487" y="359"/>
                  </a:lnTo>
                  <a:lnTo>
                    <a:pt x="470" y="390"/>
                  </a:lnTo>
                  <a:lnTo>
                    <a:pt x="449" y="418"/>
                  </a:lnTo>
                  <a:lnTo>
                    <a:pt x="423" y="443"/>
                  </a:lnTo>
                  <a:lnTo>
                    <a:pt x="395" y="464"/>
                  </a:lnTo>
                  <a:lnTo>
                    <a:pt x="363" y="481"/>
                  </a:lnTo>
                  <a:lnTo>
                    <a:pt x="330" y="494"/>
                  </a:lnTo>
                  <a:lnTo>
                    <a:pt x="293" y="501"/>
                  </a:lnTo>
                  <a:lnTo>
                    <a:pt x="255" y="504"/>
                  </a:lnTo>
                  <a:lnTo>
                    <a:pt x="218" y="501"/>
                  </a:lnTo>
                  <a:lnTo>
                    <a:pt x="181" y="494"/>
                  </a:lnTo>
                  <a:lnTo>
                    <a:pt x="147" y="481"/>
                  </a:lnTo>
                  <a:lnTo>
                    <a:pt x="116" y="464"/>
                  </a:lnTo>
                  <a:lnTo>
                    <a:pt x="87" y="443"/>
                  </a:lnTo>
                  <a:lnTo>
                    <a:pt x="63" y="418"/>
                  </a:lnTo>
                  <a:lnTo>
                    <a:pt x="40" y="390"/>
                  </a:lnTo>
                  <a:lnTo>
                    <a:pt x="23" y="359"/>
                  </a:lnTo>
                  <a:lnTo>
                    <a:pt x="11" y="325"/>
                  </a:lnTo>
                  <a:lnTo>
                    <a:pt x="3" y="289"/>
                  </a:lnTo>
                  <a:lnTo>
                    <a:pt x="0" y="251"/>
                  </a:lnTo>
                  <a:lnTo>
                    <a:pt x="3" y="214"/>
                  </a:lnTo>
                  <a:lnTo>
                    <a:pt x="11" y="179"/>
                  </a:lnTo>
                  <a:lnTo>
                    <a:pt x="23" y="146"/>
                  </a:lnTo>
                  <a:lnTo>
                    <a:pt x="40" y="115"/>
                  </a:lnTo>
                  <a:lnTo>
                    <a:pt x="63" y="87"/>
                  </a:lnTo>
                  <a:lnTo>
                    <a:pt x="87" y="62"/>
                  </a:lnTo>
                  <a:lnTo>
                    <a:pt x="116" y="41"/>
                  </a:lnTo>
                  <a:lnTo>
                    <a:pt x="147" y="24"/>
                  </a:lnTo>
                  <a:lnTo>
                    <a:pt x="181" y="11"/>
                  </a:lnTo>
                  <a:lnTo>
                    <a:pt x="218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122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Timeline </a:t>
            </a:r>
            <a:r>
              <a:rPr lang="en-US" sz="2800" dirty="0" err="1" smtClean="0"/>
              <a:t>Infographic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4" name="Straight Connector 3"/>
          <p:cNvCxnSpPr>
            <a:stCxn id="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72000" y="1885950"/>
            <a:ext cx="0" cy="32575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23475" y="1906691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2323475" y="2222489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2750" y="3523727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332750" y="3839525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77457" y="1885950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477457" y="3697991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5471845" y="1936364"/>
            <a:ext cx="832491" cy="829559"/>
            <a:chOff x="5332413" y="2009775"/>
            <a:chExt cx="450851" cy="449263"/>
          </a:xfrm>
          <a:solidFill>
            <a:schemeClr val="bg2"/>
          </a:solidFill>
        </p:grpSpPr>
        <p:sp>
          <p:nvSpPr>
            <p:cNvPr id="26" name="Freeform 6"/>
            <p:cNvSpPr>
              <a:spLocks noEditPoints="1"/>
            </p:cNvSpPr>
            <p:nvPr/>
          </p:nvSpPr>
          <p:spPr bwMode="auto">
            <a:xfrm>
              <a:off x="5353051" y="2176463"/>
              <a:ext cx="123825" cy="131763"/>
            </a:xfrm>
            <a:custGeom>
              <a:avLst/>
              <a:gdLst>
                <a:gd name="T0" fmla="*/ 438 w 934"/>
                <a:gd name="T1" fmla="*/ 116 h 990"/>
                <a:gd name="T2" fmla="*/ 182 w 934"/>
                <a:gd name="T3" fmla="*/ 769 h 990"/>
                <a:gd name="T4" fmla="*/ 328 w 934"/>
                <a:gd name="T5" fmla="*/ 659 h 990"/>
                <a:gd name="T6" fmla="*/ 342 w 934"/>
                <a:gd name="T7" fmla="*/ 652 h 990"/>
                <a:gd name="T8" fmla="*/ 357 w 934"/>
                <a:gd name="T9" fmla="*/ 649 h 990"/>
                <a:gd name="T10" fmla="*/ 374 w 934"/>
                <a:gd name="T11" fmla="*/ 649 h 990"/>
                <a:gd name="T12" fmla="*/ 517 w 934"/>
                <a:gd name="T13" fmla="*/ 678 h 990"/>
                <a:gd name="T14" fmla="*/ 565 w 934"/>
                <a:gd name="T15" fmla="*/ 564 h 990"/>
                <a:gd name="T16" fmla="*/ 615 w 934"/>
                <a:gd name="T17" fmla="*/ 453 h 990"/>
                <a:gd name="T18" fmla="*/ 667 w 934"/>
                <a:gd name="T19" fmla="*/ 345 h 990"/>
                <a:gd name="T20" fmla="*/ 723 w 934"/>
                <a:gd name="T21" fmla="*/ 241 h 990"/>
                <a:gd name="T22" fmla="*/ 781 w 934"/>
                <a:gd name="T23" fmla="*/ 138 h 990"/>
                <a:gd name="T24" fmla="*/ 438 w 934"/>
                <a:gd name="T25" fmla="*/ 116 h 990"/>
                <a:gd name="T26" fmla="*/ 404 w 934"/>
                <a:gd name="T27" fmla="*/ 0 h 990"/>
                <a:gd name="T28" fmla="*/ 881 w 934"/>
                <a:gd name="T29" fmla="*/ 31 h 990"/>
                <a:gd name="T30" fmla="*/ 896 w 934"/>
                <a:gd name="T31" fmla="*/ 34 h 990"/>
                <a:gd name="T32" fmla="*/ 909 w 934"/>
                <a:gd name="T33" fmla="*/ 40 h 990"/>
                <a:gd name="T34" fmla="*/ 919 w 934"/>
                <a:gd name="T35" fmla="*/ 50 h 990"/>
                <a:gd name="T36" fmla="*/ 928 w 934"/>
                <a:gd name="T37" fmla="*/ 62 h 990"/>
                <a:gd name="T38" fmla="*/ 933 w 934"/>
                <a:gd name="T39" fmla="*/ 77 h 990"/>
                <a:gd name="T40" fmla="*/ 934 w 934"/>
                <a:gd name="T41" fmla="*/ 91 h 990"/>
                <a:gd name="T42" fmla="*/ 932 w 934"/>
                <a:gd name="T43" fmla="*/ 104 h 990"/>
                <a:gd name="T44" fmla="*/ 925 w 934"/>
                <a:gd name="T45" fmla="*/ 118 h 990"/>
                <a:gd name="T46" fmla="*/ 866 w 934"/>
                <a:gd name="T47" fmla="*/ 217 h 990"/>
                <a:gd name="T48" fmla="*/ 808 w 934"/>
                <a:gd name="T49" fmla="*/ 320 h 990"/>
                <a:gd name="T50" fmla="*/ 753 w 934"/>
                <a:gd name="T51" fmla="*/ 426 h 990"/>
                <a:gd name="T52" fmla="*/ 701 w 934"/>
                <a:gd name="T53" fmla="*/ 535 h 990"/>
                <a:gd name="T54" fmla="*/ 653 w 934"/>
                <a:gd name="T55" fmla="*/ 648 h 990"/>
                <a:gd name="T56" fmla="*/ 606 w 934"/>
                <a:gd name="T57" fmla="*/ 763 h 990"/>
                <a:gd name="T58" fmla="*/ 598 w 934"/>
                <a:gd name="T59" fmla="*/ 777 h 990"/>
                <a:gd name="T60" fmla="*/ 588 w 934"/>
                <a:gd name="T61" fmla="*/ 788 h 990"/>
                <a:gd name="T62" fmla="*/ 573 w 934"/>
                <a:gd name="T63" fmla="*/ 795 h 990"/>
                <a:gd name="T64" fmla="*/ 559 w 934"/>
                <a:gd name="T65" fmla="*/ 799 h 990"/>
                <a:gd name="T66" fmla="*/ 542 w 934"/>
                <a:gd name="T67" fmla="*/ 798 h 990"/>
                <a:gd name="T68" fmla="*/ 376 w 934"/>
                <a:gd name="T69" fmla="*/ 765 h 990"/>
                <a:gd name="T70" fmla="*/ 91 w 934"/>
                <a:gd name="T71" fmla="*/ 979 h 990"/>
                <a:gd name="T72" fmla="*/ 79 w 934"/>
                <a:gd name="T73" fmla="*/ 985 h 990"/>
                <a:gd name="T74" fmla="*/ 68 w 934"/>
                <a:gd name="T75" fmla="*/ 989 h 990"/>
                <a:gd name="T76" fmla="*/ 57 w 934"/>
                <a:gd name="T77" fmla="*/ 990 h 990"/>
                <a:gd name="T78" fmla="*/ 44 w 934"/>
                <a:gd name="T79" fmla="*/ 989 h 990"/>
                <a:gd name="T80" fmla="*/ 33 w 934"/>
                <a:gd name="T81" fmla="*/ 985 h 990"/>
                <a:gd name="T82" fmla="*/ 23 w 934"/>
                <a:gd name="T83" fmla="*/ 979 h 990"/>
                <a:gd name="T84" fmla="*/ 11 w 934"/>
                <a:gd name="T85" fmla="*/ 969 h 990"/>
                <a:gd name="T86" fmla="*/ 4 w 934"/>
                <a:gd name="T87" fmla="*/ 956 h 990"/>
                <a:gd name="T88" fmla="*/ 1 w 934"/>
                <a:gd name="T89" fmla="*/ 942 h 990"/>
                <a:gd name="T90" fmla="*/ 0 w 934"/>
                <a:gd name="T91" fmla="*/ 927 h 990"/>
                <a:gd name="T92" fmla="*/ 4 w 934"/>
                <a:gd name="T93" fmla="*/ 913 h 990"/>
                <a:gd name="T94" fmla="*/ 348 w 934"/>
                <a:gd name="T95" fmla="*/ 35 h 990"/>
                <a:gd name="T96" fmla="*/ 357 w 934"/>
                <a:gd name="T97" fmla="*/ 20 h 990"/>
                <a:gd name="T98" fmla="*/ 370 w 934"/>
                <a:gd name="T99" fmla="*/ 9 h 990"/>
                <a:gd name="T100" fmla="*/ 386 w 934"/>
                <a:gd name="T101" fmla="*/ 1 h 990"/>
                <a:gd name="T102" fmla="*/ 404 w 934"/>
                <a:gd name="T103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4" h="990">
                  <a:moveTo>
                    <a:pt x="438" y="116"/>
                  </a:moveTo>
                  <a:lnTo>
                    <a:pt x="182" y="769"/>
                  </a:lnTo>
                  <a:lnTo>
                    <a:pt x="328" y="659"/>
                  </a:lnTo>
                  <a:lnTo>
                    <a:pt x="342" y="652"/>
                  </a:lnTo>
                  <a:lnTo>
                    <a:pt x="357" y="649"/>
                  </a:lnTo>
                  <a:lnTo>
                    <a:pt x="374" y="649"/>
                  </a:lnTo>
                  <a:lnTo>
                    <a:pt x="517" y="678"/>
                  </a:lnTo>
                  <a:lnTo>
                    <a:pt x="565" y="564"/>
                  </a:lnTo>
                  <a:lnTo>
                    <a:pt x="615" y="453"/>
                  </a:lnTo>
                  <a:lnTo>
                    <a:pt x="667" y="345"/>
                  </a:lnTo>
                  <a:lnTo>
                    <a:pt x="723" y="241"/>
                  </a:lnTo>
                  <a:lnTo>
                    <a:pt x="781" y="138"/>
                  </a:lnTo>
                  <a:lnTo>
                    <a:pt x="438" y="116"/>
                  </a:lnTo>
                  <a:close/>
                  <a:moveTo>
                    <a:pt x="404" y="0"/>
                  </a:moveTo>
                  <a:lnTo>
                    <a:pt x="881" y="31"/>
                  </a:lnTo>
                  <a:lnTo>
                    <a:pt x="896" y="34"/>
                  </a:lnTo>
                  <a:lnTo>
                    <a:pt x="909" y="40"/>
                  </a:lnTo>
                  <a:lnTo>
                    <a:pt x="919" y="50"/>
                  </a:lnTo>
                  <a:lnTo>
                    <a:pt x="928" y="62"/>
                  </a:lnTo>
                  <a:lnTo>
                    <a:pt x="933" y="77"/>
                  </a:lnTo>
                  <a:lnTo>
                    <a:pt x="934" y="91"/>
                  </a:lnTo>
                  <a:lnTo>
                    <a:pt x="932" y="104"/>
                  </a:lnTo>
                  <a:lnTo>
                    <a:pt x="925" y="118"/>
                  </a:lnTo>
                  <a:lnTo>
                    <a:pt x="866" y="217"/>
                  </a:lnTo>
                  <a:lnTo>
                    <a:pt x="808" y="320"/>
                  </a:lnTo>
                  <a:lnTo>
                    <a:pt x="753" y="426"/>
                  </a:lnTo>
                  <a:lnTo>
                    <a:pt x="701" y="535"/>
                  </a:lnTo>
                  <a:lnTo>
                    <a:pt x="653" y="648"/>
                  </a:lnTo>
                  <a:lnTo>
                    <a:pt x="606" y="763"/>
                  </a:lnTo>
                  <a:lnTo>
                    <a:pt x="598" y="777"/>
                  </a:lnTo>
                  <a:lnTo>
                    <a:pt x="588" y="788"/>
                  </a:lnTo>
                  <a:lnTo>
                    <a:pt x="573" y="795"/>
                  </a:lnTo>
                  <a:lnTo>
                    <a:pt x="559" y="799"/>
                  </a:lnTo>
                  <a:lnTo>
                    <a:pt x="542" y="798"/>
                  </a:lnTo>
                  <a:lnTo>
                    <a:pt x="376" y="765"/>
                  </a:lnTo>
                  <a:lnTo>
                    <a:pt x="91" y="979"/>
                  </a:lnTo>
                  <a:lnTo>
                    <a:pt x="79" y="985"/>
                  </a:lnTo>
                  <a:lnTo>
                    <a:pt x="68" y="989"/>
                  </a:lnTo>
                  <a:lnTo>
                    <a:pt x="57" y="990"/>
                  </a:lnTo>
                  <a:lnTo>
                    <a:pt x="44" y="989"/>
                  </a:lnTo>
                  <a:lnTo>
                    <a:pt x="33" y="985"/>
                  </a:lnTo>
                  <a:lnTo>
                    <a:pt x="23" y="979"/>
                  </a:lnTo>
                  <a:lnTo>
                    <a:pt x="11" y="969"/>
                  </a:lnTo>
                  <a:lnTo>
                    <a:pt x="4" y="956"/>
                  </a:lnTo>
                  <a:lnTo>
                    <a:pt x="1" y="942"/>
                  </a:lnTo>
                  <a:lnTo>
                    <a:pt x="0" y="927"/>
                  </a:lnTo>
                  <a:lnTo>
                    <a:pt x="4" y="913"/>
                  </a:lnTo>
                  <a:lnTo>
                    <a:pt x="348" y="35"/>
                  </a:lnTo>
                  <a:lnTo>
                    <a:pt x="357" y="20"/>
                  </a:lnTo>
                  <a:lnTo>
                    <a:pt x="370" y="9"/>
                  </a:lnTo>
                  <a:lnTo>
                    <a:pt x="386" y="1"/>
                  </a:lnTo>
                  <a:lnTo>
                    <a:pt x="4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7"/>
            <p:cNvSpPr>
              <a:spLocks noEditPoints="1"/>
            </p:cNvSpPr>
            <p:nvPr/>
          </p:nvSpPr>
          <p:spPr bwMode="auto">
            <a:xfrm>
              <a:off x="5484813" y="2316163"/>
              <a:ext cx="130175" cy="122238"/>
            </a:xfrm>
            <a:custGeom>
              <a:avLst/>
              <a:gdLst>
                <a:gd name="T0" fmla="*/ 853 w 991"/>
                <a:gd name="T1" fmla="*/ 154 h 933"/>
                <a:gd name="T2" fmla="*/ 751 w 991"/>
                <a:gd name="T3" fmla="*/ 211 h 933"/>
                <a:gd name="T4" fmla="*/ 645 w 991"/>
                <a:gd name="T5" fmla="*/ 267 h 933"/>
                <a:gd name="T6" fmla="*/ 538 w 991"/>
                <a:gd name="T7" fmla="*/ 320 h 933"/>
                <a:gd name="T8" fmla="*/ 426 w 991"/>
                <a:gd name="T9" fmla="*/ 369 h 933"/>
                <a:gd name="T10" fmla="*/ 312 w 991"/>
                <a:gd name="T11" fmla="*/ 417 h 933"/>
                <a:gd name="T12" fmla="*/ 341 w 991"/>
                <a:gd name="T13" fmla="*/ 560 h 933"/>
                <a:gd name="T14" fmla="*/ 342 w 991"/>
                <a:gd name="T15" fmla="*/ 577 h 933"/>
                <a:gd name="T16" fmla="*/ 339 w 991"/>
                <a:gd name="T17" fmla="*/ 591 h 933"/>
                <a:gd name="T18" fmla="*/ 330 w 991"/>
                <a:gd name="T19" fmla="*/ 605 h 933"/>
                <a:gd name="T20" fmla="*/ 221 w 991"/>
                <a:gd name="T21" fmla="*/ 751 h 933"/>
                <a:gd name="T22" fmla="*/ 876 w 991"/>
                <a:gd name="T23" fmla="*/ 496 h 933"/>
                <a:gd name="T24" fmla="*/ 853 w 991"/>
                <a:gd name="T25" fmla="*/ 154 h 933"/>
                <a:gd name="T26" fmla="*/ 900 w 991"/>
                <a:gd name="T27" fmla="*/ 0 h 933"/>
                <a:gd name="T28" fmla="*/ 915 w 991"/>
                <a:gd name="T29" fmla="*/ 2 h 933"/>
                <a:gd name="T30" fmla="*/ 929 w 991"/>
                <a:gd name="T31" fmla="*/ 6 h 933"/>
                <a:gd name="T32" fmla="*/ 941 w 991"/>
                <a:gd name="T33" fmla="*/ 15 h 933"/>
                <a:gd name="T34" fmla="*/ 950 w 991"/>
                <a:gd name="T35" fmla="*/ 26 h 933"/>
                <a:gd name="T36" fmla="*/ 957 w 991"/>
                <a:gd name="T37" fmla="*/ 39 h 933"/>
                <a:gd name="T38" fmla="*/ 959 w 991"/>
                <a:gd name="T39" fmla="*/ 54 h 933"/>
                <a:gd name="T40" fmla="*/ 991 w 991"/>
                <a:gd name="T41" fmla="*/ 529 h 933"/>
                <a:gd name="T42" fmla="*/ 990 w 991"/>
                <a:gd name="T43" fmla="*/ 544 h 933"/>
                <a:gd name="T44" fmla="*/ 986 w 991"/>
                <a:gd name="T45" fmla="*/ 558 h 933"/>
                <a:gd name="T46" fmla="*/ 979 w 991"/>
                <a:gd name="T47" fmla="*/ 569 h 933"/>
                <a:gd name="T48" fmla="*/ 969 w 991"/>
                <a:gd name="T49" fmla="*/ 579 h 933"/>
                <a:gd name="T50" fmla="*/ 955 w 991"/>
                <a:gd name="T51" fmla="*/ 586 h 933"/>
                <a:gd name="T52" fmla="*/ 77 w 991"/>
                <a:gd name="T53" fmla="*/ 929 h 933"/>
                <a:gd name="T54" fmla="*/ 56 w 991"/>
                <a:gd name="T55" fmla="*/ 933 h 933"/>
                <a:gd name="T56" fmla="*/ 39 w 991"/>
                <a:gd name="T57" fmla="*/ 930 h 933"/>
                <a:gd name="T58" fmla="*/ 23 w 991"/>
                <a:gd name="T59" fmla="*/ 923 h 933"/>
                <a:gd name="T60" fmla="*/ 11 w 991"/>
                <a:gd name="T61" fmla="*/ 911 h 933"/>
                <a:gd name="T62" fmla="*/ 4 w 991"/>
                <a:gd name="T63" fmla="*/ 898 h 933"/>
                <a:gd name="T64" fmla="*/ 0 w 991"/>
                <a:gd name="T65" fmla="*/ 884 h 933"/>
                <a:gd name="T66" fmla="*/ 0 w 991"/>
                <a:gd name="T67" fmla="*/ 869 h 933"/>
                <a:gd name="T68" fmla="*/ 4 w 991"/>
                <a:gd name="T69" fmla="*/ 855 h 933"/>
                <a:gd name="T70" fmla="*/ 11 w 991"/>
                <a:gd name="T71" fmla="*/ 843 h 933"/>
                <a:gd name="T72" fmla="*/ 225 w 991"/>
                <a:gd name="T73" fmla="*/ 558 h 933"/>
                <a:gd name="T74" fmla="*/ 192 w 991"/>
                <a:gd name="T75" fmla="*/ 392 h 933"/>
                <a:gd name="T76" fmla="*/ 191 w 991"/>
                <a:gd name="T77" fmla="*/ 375 h 933"/>
                <a:gd name="T78" fmla="*/ 194 w 991"/>
                <a:gd name="T79" fmla="*/ 360 h 933"/>
                <a:gd name="T80" fmla="*/ 202 w 991"/>
                <a:gd name="T81" fmla="*/ 347 h 933"/>
                <a:gd name="T82" fmla="*/ 212 w 991"/>
                <a:gd name="T83" fmla="*/ 335 h 933"/>
                <a:gd name="T84" fmla="*/ 227 w 991"/>
                <a:gd name="T85" fmla="*/ 328 h 933"/>
                <a:gd name="T86" fmla="*/ 343 w 991"/>
                <a:gd name="T87" fmla="*/ 282 h 933"/>
                <a:gd name="T88" fmla="*/ 455 w 991"/>
                <a:gd name="T89" fmla="*/ 233 h 933"/>
                <a:gd name="T90" fmla="*/ 565 w 991"/>
                <a:gd name="T91" fmla="*/ 181 h 933"/>
                <a:gd name="T92" fmla="*/ 671 w 991"/>
                <a:gd name="T93" fmla="*/ 126 h 933"/>
                <a:gd name="T94" fmla="*/ 773 w 991"/>
                <a:gd name="T95" fmla="*/ 69 h 933"/>
                <a:gd name="T96" fmla="*/ 873 w 991"/>
                <a:gd name="T97" fmla="*/ 9 h 933"/>
                <a:gd name="T98" fmla="*/ 886 w 991"/>
                <a:gd name="T99" fmla="*/ 3 h 933"/>
                <a:gd name="T100" fmla="*/ 900 w 991"/>
                <a:gd name="T10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91" h="933">
                  <a:moveTo>
                    <a:pt x="853" y="154"/>
                  </a:moveTo>
                  <a:lnTo>
                    <a:pt x="751" y="211"/>
                  </a:lnTo>
                  <a:lnTo>
                    <a:pt x="645" y="267"/>
                  </a:lnTo>
                  <a:lnTo>
                    <a:pt x="538" y="320"/>
                  </a:lnTo>
                  <a:lnTo>
                    <a:pt x="426" y="369"/>
                  </a:lnTo>
                  <a:lnTo>
                    <a:pt x="312" y="417"/>
                  </a:lnTo>
                  <a:lnTo>
                    <a:pt x="341" y="560"/>
                  </a:lnTo>
                  <a:lnTo>
                    <a:pt x="342" y="577"/>
                  </a:lnTo>
                  <a:lnTo>
                    <a:pt x="339" y="591"/>
                  </a:lnTo>
                  <a:lnTo>
                    <a:pt x="330" y="605"/>
                  </a:lnTo>
                  <a:lnTo>
                    <a:pt x="221" y="751"/>
                  </a:lnTo>
                  <a:lnTo>
                    <a:pt x="876" y="496"/>
                  </a:lnTo>
                  <a:lnTo>
                    <a:pt x="853" y="154"/>
                  </a:lnTo>
                  <a:close/>
                  <a:moveTo>
                    <a:pt x="900" y="0"/>
                  </a:moveTo>
                  <a:lnTo>
                    <a:pt x="915" y="2"/>
                  </a:lnTo>
                  <a:lnTo>
                    <a:pt x="929" y="6"/>
                  </a:lnTo>
                  <a:lnTo>
                    <a:pt x="941" y="15"/>
                  </a:lnTo>
                  <a:lnTo>
                    <a:pt x="950" y="26"/>
                  </a:lnTo>
                  <a:lnTo>
                    <a:pt x="957" y="39"/>
                  </a:lnTo>
                  <a:lnTo>
                    <a:pt x="959" y="54"/>
                  </a:lnTo>
                  <a:lnTo>
                    <a:pt x="991" y="529"/>
                  </a:lnTo>
                  <a:lnTo>
                    <a:pt x="990" y="544"/>
                  </a:lnTo>
                  <a:lnTo>
                    <a:pt x="986" y="558"/>
                  </a:lnTo>
                  <a:lnTo>
                    <a:pt x="979" y="569"/>
                  </a:lnTo>
                  <a:lnTo>
                    <a:pt x="969" y="579"/>
                  </a:lnTo>
                  <a:lnTo>
                    <a:pt x="955" y="586"/>
                  </a:lnTo>
                  <a:lnTo>
                    <a:pt x="77" y="929"/>
                  </a:lnTo>
                  <a:lnTo>
                    <a:pt x="56" y="933"/>
                  </a:lnTo>
                  <a:lnTo>
                    <a:pt x="39" y="930"/>
                  </a:lnTo>
                  <a:lnTo>
                    <a:pt x="23" y="923"/>
                  </a:lnTo>
                  <a:lnTo>
                    <a:pt x="11" y="911"/>
                  </a:lnTo>
                  <a:lnTo>
                    <a:pt x="4" y="898"/>
                  </a:lnTo>
                  <a:lnTo>
                    <a:pt x="0" y="884"/>
                  </a:lnTo>
                  <a:lnTo>
                    <a:pt x="0" y="869"/>
                  </a:lnTo>
                  <a:lnTo>
                    <a:pt x="4" y="855"/>
                  </a:lnTo>
                  <a:lnTo>
                    <a:pt x="11" y="843"/>
                  </a:lnTo>
                  <a:lnTo>
                    <a:pt x="225" y="558"/>
                  </a:lnTo>
                  <a:lnTo>
                    <a:pt x="192" y="392"/>
                  </a:lnTo>
                  <a:lnTo>
                    <a:pt x="191" y="375"/>
                  </a:lnTo>
                  <a:lnTo>
                    <a:pt x="194" y="360"/>
                  </a:lnTo>
                  <a:lnTo>
                    <a:pt x="202" y="347"/>
                  </a:lnTo>
                  <a:lnTo>
                    <a:pt x="212" y="335"/>
                  </a:lnTo>
                  <a:lnTo>
                    <a:pt x="227" y="328"/>
                  </a:lnTo>
                  <a:lnTo>
                    <a:pt x="343" y="282"/>
                  </a:lnTo>
                  <a:lnTo>
                    <a:pt x="455" y="233"/>
                  </a:lnTo>
                  <a:lnTo>
                    <a:pt x="565" y="181"/>
                  </a:lnTo>
                  <a:lnTo>
                    <a:pt x="671" y="126"/>
                  </a:lnTo>
                  <a:lnTo>
                    <a:pt x="773" y="69"/>
                  </a:lnTo>
                  <a:lnTo>
                    <a:pt x="873" y="9"/>
                  </a:lnTo>
                  <a:lnTo>
                    <a:pt x="886" y="3"/>
                  </a:lnTo>
                  <a:lnTo>
                    <a:pt x="9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8"/>
            <p:cNvSpPr>
              <a:spLocks noEditPoints="1"/>
            </p:cNvSpPr>
            <p:nvPr/>
          </p:nvSpPr>
          <p:spPr bwMode="auto">
            <a:xfrm>
              <a:off x="5429251" y="2233613"/>
              <a:ext cx="128588" cy="130175"/>
            </a:xfrm>
            <a:custGeom>
              <a:avLst/>
              <a:gdLst>
                <a:gd name="T0" fmla="*/ 569 w 975"/>
                <a:gd name="T1" fmla="*/ 114 h 974"/>
                <a:gd name="T2" fmla="*/ 569 w 975"/>
                <a:gd name="T3" fmla="*/ 114 h 974"/>
                <a:gd name="T4" fmla="*/ 210 w 975"/>
                <a:gd name="T5" fmla="*/ 758 h 974"/>
                <a:gd name="T6" fmla="*/ 862 w 975"/>
                <a:gd name="T7" fmla="*/ 365 h 974"/>
                <a:gd name="T8" fmla="*/ 862 w 975"/>
                <a:gd name="T9" fmla="*/ 114 h 974"/>
                <a:gd name="T10" fmla="*/ 569 w 975"/>
                <a:gd name="T11" fmla="*/ 114 h 974"/>
                <a:gd name="T12" fmla="*/ 536 w 975"/>
                <a:gd name="T13" fmla="*/ 0 h 974"/>
                <a:gd name="T14" fmla="*/ 919 w 975"/>
                <a:gd name="T15" fmla="*/ 0 h 974"/>
                <a:gd name="T16" fmla="*/ 936 w 975"/>
                <a:gd name="T17" fmla="*/ 4 h 974"/>
                <a:gd name="T18" fmla="*/ 952 w 975"/>
                <a:gd name="T19" fmla="*/ 12 h 974"/>
                <a:gd name="T20" fmla="*/ 964 w 975"/>
                <a:gd name="T21" fmla="*/ 24 h 974"/>
                <a:gd name="T22" fmla="*/ 972 w 975"/>
                <a:gd name="T23" fmla="*/ 40 h 974"/>
                <a:gd name="T24" fmla="*/ 975 w 975"/>
                <a:gd name="T25" fmla="*/ 57 h 974"/>
                <a:gd name="T26" fmla="*/ 975 w 975"/>
                <a:gd name="T27" fmla="*/ 396 h 974"/>
                <a:gd name="T28" fmla="*/ 973 w 975"/>
                <a:gd name="T29" fmla="*/ 411 h 974"/>
                <a:gd name="T30" fmla="*/ 968 w 975"/>
                <a:gd name="T31" fmla="*/ 424 h 974"/>
                <a:gd name="T32" fmla="*/ 959 w 975"/>
                <a:gd name="T33" fmla="*/ 436 h 974"/>
                <a:gd name="T34" fmla="*/ 948 w 975"/>
                <a:gd name="T35" fmla="*/ 445 h 974"/>
                <a:gd name="T36" fmla="*/ 86 w 975"/>
                <a:gd name="T37" fmla="*/ 966 h 974"/>
                <a:gd name="T38" fmla="*/ 72 w 975"/>
                <a:gd name="T39" fmla="*/ 972 h 974"/>
                <a:gd name="T40" fmla="*/ 57 w 975"/>
                <a:gd name="T41" fmla="*/ 974 h 974"/>
                <a:gd name="T42" fmla="*/ 43 w 975"/>
                <a:gd name="T43" fmla="*/ 972 h 974"/>
                <a:gd name="T44" fmla="*/ 29 w 975"/>
                <a:gd name="T45" fmla="*/ 967 h 974"/>
                <a:gd name="T46" fmla="*/ 18 w 975"/>
                <a:gd name="T47" fmla="*/ 959 h 974"/>
                <a:gd name="T48" fmla="*/ 8 w 975"/>
                <a:gd name="T49" fmla="*/ 946 h 974"/>
                <a:gd name="T50" fmla="*/ 2 w 975"/>
                <a:gd name="T51" fmla="*/ 933 h 974"/>
                <a:gd name="T52" fmla="*/ 0 w 975"/>
                <a:gd name="T53" fmla="*/ 918 h 974"/>
                <a:gd name="T54" fmla="*/ 1 w 975"/>
                <a:gd name="T55" fmla="*/ 904 h 974"/>
                <a:gd name="T56" fmla="*/ 7 w 975"/>
                <a:gd name="T57" fmla="*/ 889 h 974"/>
                <a:gd name="T58" fmla="*/ 487 w 975"/>
                <a:gd name="T59" fmla="*/ 29 h 974"/>
                <a:gd name="T60" fmla="*/ 496 w 975"/>
                <a:gd name="T61" fmla="*/ 18 h 974"/>
                <a:gd name="T62" fmla="*/ 507 w 975"/>
                <a:gd name="T63" fmla="*/ 9 h 974"/>
                <a:gd name="T64" fmla="*/ 521 w 975"/>
                <a:gd name="T65" fmla="*/ 3 h 974"/>
                <a:gd name="T66" fmla="*/ 536 w 975"/>
                <a:gd name="T67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75" h="974">
                  <a:moveTo>
                    <a:pt x="569" y="114"/>
                  </a:moveTo>
                  <a:lnTo>
                    <a:pt x="569" y="114"/>
                  </a:lnTo>
                  <a:lnTo>
                    <a:pt x="210" y="758"/>
                  </a:lnTo>
                  <a:lnTo>
                    <a:pt x="862" y="365"/>
                  </a:lnTo>
                  <a:lnTo>
                    <a:pt x="862" y="114"/>
                  </a:lnTo>
                  <a:lnTo>
                    <a:pt x="569" y="114"/>
                  </a:lnTo>
                  <a:close/>
                  <a:moveTo>
                    <a:pt x="536" y="0"/>
                  </a:moveTo>
                  <a:lnTo>
                    <a:pt x="919" y="0"/>
                  </a:lnTo>
                  <a:lnTo>
                    <a:pt x="936" y="4"/>
                  </a:lnTo>
                  <a:lnTo>
                    <a:pt x="952" y="12"/>
                  </a:lnTo>
                  <a:lnTo>
                    <a:pt x="964" y="24"/>
                  </a:lnTo>
                  <a:lnTo>
                    <a:pt x="972" y="40"/>
                  </a:lnTo>
                  <a:lnTo>
                    <a:pt x="975" y="57"/>
                  </a:lnTo>
                  <a:lnTo>
                    <a:pt x="975" y="396"/>
                  </a:lnTo>
                  <a:lnTo>
                    <a:pt x="973" y="411"/>
                  </a:lnTo>
                  <a:lnTo>
                    <a:pt x="968" y="424"/>
                  </a:lnTo>
                  <a:lnTo>
                    <a:pt x="959" y="436"/>
                  </a:lnTo>
                  <a:lnTo>
                    <a:pt x="948" y="445"/>
                  </a:lnTo>
                  <a:lnTo>
                    <a:pt x="86" y="966"/>
                  </a:lnTo>
                  <a:lnTo>
                    <a:pt x="72" y="972"/>
                  </a:lnTo>
                  <a:lnTo>
                    <a:pt x="57" y="974"/>
                  </a:lnTo>
                  <a:lnTo>
                    <a:pt x="43" y="972"/>
                  </a:lnTo>
                  <a:lnTo>
                    <a:pt x="29" y="967"/>
                  </a:lnTo>
                  <a:lnTo>
                    <a:pt x="18" y="959"/>
                  </a:lnTo>
                  <a:lnTo>
                    <a:pt x="8" y="946"/>
                  </a:lnTo>
                  <a:lnTo>
                    <a:pt x="2" y="933"/>
                  </a:lnTo>
                  <a:lnTo>
                    <a:pt x="0" y="918"/>
                  </a:lnTo>
                  <a:lnTo>
                    <a:pt x="1" y="904"/>
                  </a:lnTo>
                  <a:lnTo>
                    <a:pt x="7" y="889"/>
                  </a:lnTo>
                  <a:lnTo>
                    <a:pt x="487" y="29"/>
                  </a:lnTo>
                  <a:lnTo>
                    <a:pt x="496" y="18"/>
                  </a:lnTo>
                  <a:lnTo>
                    <a:pt x="507" y="9"/>
                  </a:lnTo>
                  <a:lnTo>
                    <a:pt x="521" y="3"/>
                  </a:lnTo>
                  <a:lnTo>
                    <a:pt x="5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9"/>
            <p:cNvSpPr>
              <a:spLocks noEditPoints="1"/>
            </p:cNvSpPr>
            <p:nvPr/>
          </p:nvSpPr>
          <p:spPr bwMode="auto">
            <a:xfrm>
              <a:off x="5418138" y="2009775"/>
              <a:ext cx="363538" cy="363538"/>
            </a:xfrm>
            <a:custGeom>
              <a:avLst/>
              <a:gdLst>
                <a:gd name="T0" fmla="*/ 2527 w 2752"/>
                <a:gd name="T1" fmla="*/ 116 h 2747"/>
                <a:gd name="T2" fmla="*/ 2361 w 2752"/>
                <a:gd name="T3" fmla="*/ 130 h 2747"/>
                <a:gd name="T4" fmla="*/ 2152 w 2752"/>
                <a:gd name="T5" fmla="*/ 164 h 2747"/>
                <a:gd name="T6" fmla="*/ 1908 w 2752"/>
                <a:gd name="T7" fmla="*/ 226 h 2747"/>
                <a:gd name="T8" fmla="*/ 1641 w 2752"/>
                <a:gd name="T9" fmla="*/ 325 h 2747"/>
                <a:gd name="T10" fmla="*/ 1359 w 2752"/>
                <a:gd name="T11" fmla="*/ 467 h 2747"/>
                <a:gd name="T12" fmla="*/ 1072 w 2752"/>
                <a:gd name="T13" fmla="*/ 661 h 2747"/>
                <a:gd name="T14" fmla="*/ 791 w 2752"/>
                <a:gd name="T15" fmla="*/ 916 h 2747"/>
                <a:gd name="T16" fmla="*/ 525 w 2752"/>
                <a:gd name="T17" fmla="*/ 1239 h 2747"/>
                <a:gd name="T18" fmla="*/ 282 w 2752"/>
                <a:gd name="T19" fmla="*/ 1637 h 2747"/>
                <a:gd name="T20" fmla="*/ 313 w 2752"/>
                <a:gd name="T21" fmla="*/ 2180 h 2747"/>
                <a:gd name="T22" fmla="*/ 597 w 2752"/>
                <a:gd name="T23" fmla="*/ 1700 h 2747"/>
                <a:gd name="T24" fmla="*/ 1028 w 2752"/>
                <a:gd name="T25" fmla="*/ 1709 h 2747"/>
                <a:gd name="T26" fmla="*/ 1051 w 2752"/>
                <a:gd name="T27" fmla="*/ 2093 h 2747"/>
                <a:gd name="T28" fmla="*/ 1025 w 2752"/>
                <a:gd name="T29" fmla="*/ 2142 h 2747"/>
                <a:gd name="T30" fmla="*/ 997 w 2752"/>
                <a:gd name="T31" fmla="*/ 2523 h 2747"/>
                <a:gd name="T32" fmla="*/ 1410 w 2752"/>
                <a:gd name="T33" fmla="*/ 2293 h 2747"/>
                <a:gd name="T34" fmla="*/ 1747 w 2752"/>
                <a:gd name="T35" fmla="*/ 2039 h 2747"/>
                <a:gd name="T36" fmla="*/ 2012 w 2752"/>
                <a:gd name="T37" fmla="*/ 1772 h 2747"/>
                <a:gd name="T38" fmla="*/ 2218 w 2752"/>
                <a:gd name="T39" fmla="*/ 1503 h 2747"/>
                <a:gd name="T40" fmla="*/ 2369 w 2752"/>
                <a:gd name="T41" fmla="*/ 1242 h 2747"/>
                <a:gd name="T42" fmla="*/ 2487 w 2752"/>
                <a:gd name="T43" fmla="*/ 965 h 2747"/>
                <a:gd name="T44" fmla="*/ 2585 w 2752"/>
                <a:gd name="T45" fmla="*/ 622 h 2747"/>
                <a:gd name="T46" fmla="*/ 2629 w 2752"/>
                <a:gd name="T47" fmla="*/ 340 h 2747"/>
                <a:gd name="T48" fmla="*/ 2638 w 2752"/>
                <a:gd name="T49" fmla="*/ 145 h 2747"/>
                <a:gd name="T50" fmla="*/ 2637 w 2752"/>
                <a:gd name="T51" fmla="*/ 0 h 2747"/>
                <a:gd name="T52" fmla="*/ 2694 w 2752"/>
                <a:gd name="T53" fmla="*/ 2 h 2747"/>
                <a:gd name="T54" fmla="*/ 2738 w 2752"/>
                <a:gd name="T55" fmla="*/ 25 h 2747"/>
                <a:gd name="T56" fmla="*/ 2750 w 2752"/>
                <a:gd name="T57" fmla="*/ 65 h 2747"/>
                <a:gd name="T58" fmla="*/ 2752 w 2752"/>
                <a:gd name="T59" fmla="*/ 138 h 2747"/>
                <a:gd name="T60" fmla="*/ 2747 w 2752"/>
                <a:gd name="T61" fmla="*/ 271 h 2747"/>
                <a:gd name="T62" fmla="*/ 2727 w 2752"/>
                <a:gd name="T63" fmla="*/ 454 h 2747"/>
                <a:gd name="T64" fmla="*/ 2686 w 2752"/>
                <a:gd name="T65" fmla="*/ 678 h 2747"/>
                <a:gd name="T66" fmla="*/ 2614 w 2752"/>
                <a:gd name="T67" fmla="*/ 932 h 2747"/>
                <a:gd name="T68" fmla="*/ 2506 w 2752"/>
                <a:gd name="T69" fmla="*/ 1209 h 2747"/>
                <a:gd name="T70" fmla="*/ 2352 w 2752"/>
                <a:gd name="T71" fmla="*/ 1497 h 2747"/>
                <a:gd name="T72" fmla="*/ 2145 w 2752"/>
                <a:gd name="T73" fmla="*/ 1788 h 2747"/>
                <a:gd name="T74" fmla="*/ 1877 w 2752"/>
                <a:gd name="T75" fmla="*/ 2073 h 2747"/>
                <a:gd name="T76" fmla="*/ 1541 w 2752"/>
                <a:gd name="T77" fmla="*/ 2341 h 2747"/>
                <a:gd name="T78" fmla="*/ 1129 w 2752"/>
                <a:gd name="T79" fmla="*/ 2584 h 2747"/>
                <a:gd name="T80" fmla="*/ 754 w 2752"/>
                <a:gd name="T81" fmla="*/ 2746 h 2747"/>
                <a:gd name="T82" fmla="*/ 704 w 2752"/>
                <a:gd name="T83" fmla="*/ 2731 h 2747"/>
                <a:gd name="T84" fmla="*/ 418 w 2752"/>
                <a:gd name="T85" fmla="*/ 2415 h 2747"/>
                <a:gd name="T86" fmla="*/ 938 w 2752"/>
                <a:gd name="T87" fmla="*/ 2063 h 2747"/>
                <a:gd name="T88" fmla="*/ 364 w 2752"/>
                <a:gd name="T89" fmla="*/ 2314 h 2747"/>
                <a:gd name="T90" fmla="*/ 300 w 2752"/>
                <a:gd name="T91" fmla="*/ 2323 h 2747"/>
                <a:gd name="T92" fmla="*/ 1 w 2752"/>
                <a:gd name="T93" fmla="*/ 2016 h 2747"/>
                <a:gd name="T94" fmla="*/ 107 w 2752"/>
                <a:gd name="T95" fmla="*/ 1736 h 2747"/>
                <a:gd name="T96" fmla="*/ 343 w 2752"/>
                <a:gd name="T97" fmla="*/ 1304 h 2747"/>
                <a:gd name="T98" fmla="*/ 606 w 2752"/>
                <a:gd name="T99" fmla="*/ 950 h 2747"/>
                <a:gd name="T100" fmla="*/ 888 w 2752"/>
                <a:gd name="T101" fmla="*/ 666 h 2747"/>
                <a:gd name="T102" fmla="*/ 1178 w 2752"/>
                <a:gd name="T103" fmla="*/ 446 h 2747"/>
                <a:gd name="T104" fmla="*/ 1470 w 2752"/>
                <a:gd name="T105" fmla="*/ 279 h 2747"/>
                <a:gd name="T106" fmla="*/ 1750 w 2752"/>
                <a:gd name="T107" fmla="*/ 160 h 2747"/>
                <a:gd name="T108" fmla="*/ 2011 w 2752"/>
                <a:gd name="T109" fmla="*/ 80 h 2747"/>
                <a:gd name="T110" fmla="*/ 2245 w 2752"/>
                <a:gd name="T111" fmla="*/ 33 h 2747"/>
                <a:gd name="T112" fmla="*/ 2439 w 2752"/>
                <a:gd name="T113" fmla="*/ 8 h 2747"/>
                <a:gd name="T114" fmla="*/ 2585 w 2752"/>
                <a:gd name="T115" fmla="*/ 0 h 2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52" h="2747">
                  <a:moveTo>
                    <a:pt x="2615" y="113"/>
                  </a:moveTo>
                  <a:lnTo>
                    <a:pt x="2590" y="113"/>
                  </a:lnTo>
                  <a:lnTo>
                    <a:pt x="2560" y="114"/>
                  </a:lnTo>
                  <a:lnTo>
                    <a:pt x="2527" y="116"/>
                  </a:lnTo>
                  <a:lnTo>
                    <a:pt x="2489" y="118"/>
                  </a:lnTo>
                  <a:lnTo>
                    <a:pt x="2450" y="121"/>
                  </a:lnTo>
                  <a:lnTo>
                    <a:pt x="2407" y="125"/>
                  </a:lnTo>
                  <a:lnTo>
                    <a:pt x="2361" y="130"/>
                  </a:lnTo>
                  <a:lnTo>
                    <a:pt x="2312" y="136"/>
                  </a:lnTo>
                  <a:lnTo>
                    <a:pt x="2261" y="143"/>
                  </a:lnTo>
                  <a:lnTo>
                    <a:pt x="2207" y="153"/>
                  </a:lnTo>
                  <a:lnTo>
                    <a:pt x="2152" y="164"/>
                  </a:lnTo>
                  <a:lnTo>
                    <a:pt x="2094" y="176"/>
                  </a:lnTo>
                  <a:lnTo>
                    <a:pt x="2034" y="191"/>
                  </a:lnTo>
                  <a:lnTo>
                    <a:pt x="1972" y="207"/>
                  </a:lnTo>
                  <a:lnTo>
                    <a:pt x="1908" y="226"/>
                  </a:lnTo>
                  <a:lnTo>
                    <a:pt x="1844" y="248"/>
                  </a:lnTo>
                  <a:lnTo>
                    <a:pt x="1777" y="270"/>
                  </a:lnTo>
                  <a:lnTo>
                    <a:pt x="1709" y="296"/>
                  </a:lnTo>
                  <a:lnTo>
                    <a:pt x="1641" y="325"/>
                  </a:lnTo>
                  <a:lnTo>
                    <a:pt x="1571" y="356"/>
                  </a:lnTo>
                  <a:lnTo>
                    <a:pt x="1501" y="390"/>
                  </a:lnTo>
                  <a:lnTo>
                    <a:pt x="1431" y="427"/>
                  </a:lnTo>
                  <a:lnTo>
                    <a:pt x="1359" y="467"/>
                  </a:lnTo>
                  <a:lnTo>
                    <a:pt x="1287" y="510"/>
                  </a:lnTo>
                  <a:lnTo>
                    <a:pt x="1216" y="557"/>
                  </a:lnTo>
                  <a:lnTo>
                    <a:pt x="1144" y="607"/>
                  </a:lnTo>
                  <a:lnTo>
                    <a:pt x="1072" y="661"/>
                  </a:lnTo>
                  <a:lnTo>
                    <a:pt x="1001" y="719"/>
                  </a:lnTo>
                  <a:lnTo>
                    <a:pt x="931" y="781"/>
                  </a:lnTo>
                  <a:lnTo>
                    <a:pt x="860" y="846"/>
                  </a:lnTo>
                  <a:lnTo>
                    <a:pt x="791" y="916"/>
                  </a:lnTo>
                  <a:lnTo>
                    <a:pt x="722" y="990"/>
                  </a:lnTo>
                  <a:lnTo>
                    <a:pt x="655" y="1068"/>
                  </a:lnTo>
                  <a:lnTo>
                    <a:pt x="589" y="1151"/>
                  </a:lnTo>
                  <a:lnTo>
                    <a:pt x="525" y="1239"/>
                  </a:lnTo>
                  <a:lnTo>
                    <a:pt x="461" y="1330"/>
                  </a:lnTo>
                  <a:lnTo>
                    <a:pt x="400" y="1427"/>
                  </a:lnTo>
                  <a:lnTo>
                    <a:pt x="340" y="1529"/>
                  </a:lnTo>
                  <a:lnTo>
                    <a:pt x="282" y="1637"/>
                  </a:lnTo>
                  <a:lnTo>
                    <a:pt x="226" y="1749"/>
                  </a:lnTo>
                  <a:lnTo>
                    <a:pt x="173" y="1867"/>
                  </a:lnTo>
                  <a:lnTo>
                    <a:pt x="123" y="1990"/>
                  </a:lnTo>
                  <a:lnTo>
                    <a:pt x="313" y="2180"/>
                  </a:lnTo>
                  <a:lnTo>
                    <a:pt x="563" y="1727"/>
                  </a:lnTo>
                  <a:lnTo>
                    <a:pt x="572" y="1715"/>
                  </a:lnTo>
                  <a:lnTo>
                    <a:pt x="583" y="1706"/>
                  </a:lnTo>
                  <a:lnTo>
                    <a:pt x="597" y="1700"/>
                  </a:lnTo>
                  <a:lnTo>
                    <a:pt x="612" y="1697"/>
                  </a:lnTo>
                  <a:lnTo>
                    <a:pt x="995" y="1697"/>
                  </a:lnTo>
                  <a:lnTo>
                    <a:pt x="1012" y="1701"/>
                  </a:lnTo>
                  <a:lnTo>
                    <a:pt x="1028" y="1709"/>
                  </a:lnTo>
                  <a:lnTo>
                    <a:pt x="1040" y="1721"/>
                  </a:lnTo>
                  <a:lnTo>
                    <a:pt x="1048" y="1737"/>
                  </a:lnTo>
                  <a:lnTo>
                    <a:pt x="1051" y="1754"/>
                  </a:lnTo>
                  <a:lnTo>
                    <a:pt x="1051" y="2093"/>
                  </a:lnTo>
                  <a:lnTo>
                    <a:pt x="1049" y="2108"/>
                  </a:lnTo>
                  <a:lnTo>
                    <a:pt x="1044" y="2121"/>
                  </a:lnTo>
                  <a:lnTo>
                    <a:pt x="1036" y="2133"/>
                  </a:lnTo>
                  <a:lnTo>
                    <a:pt x="1025" y="2142"/>
                  </a:lnTo>
                  <a:lnTo>
                    <a:pt x="565" y="2432"/>
                  </a:lnTo>
                  <a:lnTo>
                    <a:pt x="758" y="2625"/>
                  </a:lnTo>
                  <a:lnTo>
                    <a:pt x="880" y="2574"/>
                  </a:lnTo>
                  <a:lnTo>
                    <a:pt x="997" y="2523"/>
                  </a:lnTo>
                  <a:lnTo>
                    <a:pt x="1108" y="2468"/>
                  </a:lnTo>
                  <a:lnTo>
                    <a:pt x="1214" y="2411"/>
                  </a:lnTo>
                  <a:lnTo>
                    <a:pt x="1315" y="2352"/>
                  </a:lnTo>
                  <a:lnTo>
                    <a:pt x="1410" y="2293"/>
                  </a:lnTo>
                  <a:lnTo>
                    <a:pt x="1501" y="2231"/>
                  </a:lnTo>
                  <a:lnTo>
                    <a:pt x="1588" y="2168"/>
                  </a:lnTo>
                  <a:lnTo>
                    <a:pt x="1669" y="2104"/>
                  </a:lnTo>
                  <a:lnTo>
                    <a:pt x="1747" y="2039"/>
                  </a:lnTo>
                  <a:lnTo>
                    <a:pt x="1819" y="1973"/>
                  </a:lnTo>
                  <a:lnTo>
                    <a:pt x="1887" y="1907"/>
                  </a:lnTo>
                  <a:lnTo>
                    <a:pt x="1952" y="1840"/>
                  </a:lnTo>
                  <a:lnTo>
                    <a:pt x="2012" y="1772"/>
                  </a:lnTo>
                  <a:lnTo>
                    <a:pt x="2069" y="1705"/>
                  </a:lnTo>
                  <a:lnTo>
                    <a:pt x="2123" y="1637"/>
                  </a:lnTo>
                  <a:lnTo>
                    <a:pt x="2171" y="1570"/>
                  </a:lnTo>
                  <a:lnTo>
                    <a:pt x="2218" y="1503"/>
                  </a:lnTo>
                  <a:lnTo>
                    <a:pt x="2260" y="1437"/>
                  </a:lnTo>
                  <a:lnTo>
                    <a:pt x="2299" y="1371"/>
                  </a:lnTo>
                  <a:lnTo>
                    <a:pt x="2335" y="1306"/>
                  </a:lnTo>
                  <a:lnTo>
                    <a:pt x="2369" y="1242"/>
                  </a:lnTo>
                  <a:lnTo>
                    <a:pt x="2400" y="1179"/>
                  </a:lnTo>
                  <a:lnTo>
                    <a:pt x="2427" y="1118"/>
                  </a:lnTo>
                  <a:lnTo>
                    <a:pt x="2452" y="1058"/>
                  </a:lnTo>
                  <a:lnTo>
                    <a:pt x="2487" y="965"/>
                  </a:lnTo>
                  <a:lnTo>
                    <a:pt x="2518" y="876"/>
                  </a:lnTo>
                  <a:lnTo>
                    <a:pt x="2544" y="788"/>
                  </a:lnTo>
                  <a:lnTo>
                    <a:pt x="2567" y="703"/>
                  </a:lnTo>
                  <a:lnTo>
                    <a:pt x="2585" y="622"/>
                  </a:lnTo>
                  <a:lnTo>
                    <a:pt x="2600" y="545"/>
                  </a:lnTo>
                  <a:lnTo>
                    <a:pt x="2612" y="472"/>
                  </a:lnTo>
                  <a:lnTo>
                    <a:pt x="2622" y="403"/>
                  </a:lnTo>
                  <a:lnTo>
                    <a:pt x="2629" y="340"/>
                  </a:lnTo>
                  <a:lnTo>
                    <a:pt x="2633" y="283"/>
                  </a:lnTo>
                  <a:lnTo>
                    <a:pt x="2636" y="230"/>
                  </a:lnTo>
                  <a:lnTo>
                    <a:pt x="2638" y="185"/>
                  </a:lnTo>
                  <a:lnTo>
                    <a:pt x="2638" y="145"/>
                  </a:lnTo>
                  <a:lnTo>
                    <a:pt x="2638" y="113"/>
                  </a:lnTo>
                  <a:lnTo>
                    <a:pt x="2615" y="113"/>
                  </a:lnTo>
                  <a:close/>
                  <a:moveTo>
                    <a:pt x="2613" y="0"/>
                  </a:moveTo>
                  <a:lnTo>
                    <a:pt x="2637" y="0"/>
                  </a:lnTo>
                  <a:lnTo>
                    <a:pt x="2658" y="0"/>
                  </a:lnTo>
                  <a:lnTo>
                    <a:pt x="2674" y="1"/>
                  </a:lnTo>
                  <a:lnTo>
                    <a:pt x="2687" y="1"/>
                  </a:lnTo>
                  <a:lnTo>
                    <a:pt x="2694" y="2"/>
                  </a:lnTo>
                  <a:lnTo>
                    <a:pt x="2698" y="2"/>
                  </a:lnTo>
                  <a:lnTo>
                    <a:pt x="2714" y="5"/>
                  </a:lnTo>
                  <a:lnTo>
                    <a:pt x="2727" y="13"/>
                  </a:lnTo>
                  <a:lnTo>
                    <a:pt x="2738" y="25"/>
                  </a:lnTo>
                  <a:lnTo>
                    <a:pt x="2746" y="38"/>
                  </a:lnTo>
                  <a:lnTo>
                    <a:pt x="2750" y="54"/>
                  </a:lnTo>
                  <a:lnTo>
                    <a:pt x="2750" y="57"/>
                  </a:lnTo>
                  <a:lnTo>
                    <a:pt x="2750" y="65"/>
                  </a:lnTo>
                  <a:lnTo>
                    <a:pt x="2751" y="77"/>
                  </a:lnTo>
                  <a:lnTo>
                    <a:pt x="2751" y="94"/>
                  </a:lnTo>
                  <a:lnTo>
                    <a:pt x="2752" y="114"/>
                  </a:lnTo>
                  <a:lnTo>
                    <a:pt x="2752" y="138"/>
                  </a:lnTo>
                  <a:lnTo>
                    <a:pt x="2751" y="166"/>
                  </a:lnTo>
                  <a:lnTo>
                    <a:pt x="2751" y="198"/>
                  </a:lnTo>
                  <a:lnTo>
                    <a:pt x="2749" y="233"/>
                  </a:lnTo>
                  <a:lnTo>
                    <a:pt x="2747" y="271"/>
                  </a:lnTo>
                  <a:lnTo>
                    <a:pt x="2744" y="312"/>
                  </a:lnTo>
                  <a:lnTo>
                    <a:pt x="2739" y="357"/>
                  </a:lnTo>
                  <a:lnTo>
                    <a:pt x="2733" y="404"/>
                  </a:lnTo>
                  <a:lnTo>
                    <a:pt x="2727" y="454"/>
                  </a:lnTo>
                  <a:lnTo>
                    <a:pt x="2719" y="506"/>
                  </a:lnTo>
                  <a:lnTo>
                    <a:pt x="2709" y="561"/>
                  </a:lnTo>
                  <a:lnTo>
                    <a:pt x="2698" y="619"/>
                  </a:lnTo>
                  <a:lnTo>
                    <a:pt x="2686" y="678"/>
                  </a:lnTo>
                  <a:lnTo>
                    <a:pt x="2671" y="738"/>
                  </a:lnTo>
                  <a:lnTo>
                    <a:pt x="2655" y="801"/>
                  </a:lnTo>
                  <a:lnTo>
                    <a:pt x="2635" y="866"/>
                  </a:lnTo>
                  <a:lnTo>
                    <a:pt x="2614" y="932"/>
                  </a:lnTo>
                  <a:lnTo>
                    <a:pt x="2591" y="999"/>
                  </a:lnTo>
                  <a:lnTo>
                    <a:pt x="2565" y="1068"/>
                  </a:lnTo>
                  <a:lnTo>
                    <a:pt x="2537" y="1139"/>
                  </a:lnTo>
                  <a:lnTo>
                    <a:pt x="2506" y="1209"/>
                  </a:lnTo>
                  <a:lnTo>
                    <a:pt x="2472" y="1280"/>
                  </a:lnTo>
                  <a:lnTo>
                    <a:pt x="2435" y="1352"/>
                  </a:lnTo>
                  <a:lnTo>
                    <a:pt x="2395" y="1424"/>
                  </a:lnTo>
                  <a:lnTo>
                    <a:pt x="2352" y="1497"/>
                  </a:lnTo>
                  <a:lnTo>
                    <a:pt x="2306" y="1571"/>
                  </a:lnTo>
                  <a:lnTo>
                    <a:pt x="2256" y="1643"/>
                  </a:lnTo>
                  <a:lnTo>
                    <a:pt x="2202" y="1716"/>
                  </a:lnTo>
                  <a:lnTo>
                    <a:pt x="2145" y="1788"/>
                  </a:lnTo>
                  <a:lnTo>
                    <a:pt x="2084" y="1860"/>
                  </a:lnTo>
                  <a:lnTo>
                    <a:pt x="2019" y="1933"/>
                  </a:lnTo>
                  <a:lnTo>
                    <a:pt x="1950" y="2003"/>
                  </a:lnTo>
                  <a:lnTo>
                    <a:pt x="1877" y="2073"/>
                  </a:lnTo>
                  <a:lnTo>
                    <a:pt x="1800" y="2142"/>
                  </a:lnTo>
                  <a:lnTo>
                    <a:pt x="1718" y="2210"/>
                  </a:lnTo>
                  <a:lnTo>
                    <a:pt x="1632" y="2276"/>
                  </a:lnTo>
                  <a:lnTo>
                    <a:pt x="1541" y="2341"/>
                  </a:lnTo>
                  <a:lnTo>
                    <a:pt x="1445" y="2405"/>
                  </a:lnTo>
                  <a:lnTo>
                    <a:pt x="1345" y="2467"/>
                  </a:lnTo>
                  <a:lnTo>
                    <a:pt x="1239" y="2527"/>
                  </a:lnTo>
                  <a:lnTo>
                    <a:pt x="1129" y="2584"/>
                  </a:lnTo>
                  <a:lnTo>
                    <a:pt x="1012" y="2640"/>
                  </a:lnTo>
                  <a:lnTo>
                    <a:pt x="891" y="2693"/>
                  </a:lnTo>
                  <a:lnTo>
                    <a:pt x="764" y="2743"/>
                  </a:lnTo>
                  <a:lnTo>
                    <a:pt x="754" y="2746"/>
                  </a:lnTo>
                  <a:lnTo>
                    <a:pt x="745" y="2747"/>
                  </a:lnTo>
                  <a:lnTo>
                    <a:pt x="729" y="2745"/>
                  </a:lnTo>
                  <a:lnTo>
                    <a:pt x="716" y="2740"/>
                  </a:lnTo>
                  <a:lnTo>
                    <a:pt x="704" y="2731"/>
                  </a:lnTo>
                  <a:lnTo>
                    <a:pt x="435" y="2462"/>
                  </a:lnTo>
                  <a:lnTo>
                    <a:pt x="424" y="2448"/>
                  </a:lnTo>
                  <a:lnTo>
                    <a:pt x="419" y="2432"/>
                  </a:lnTo>
                  <a:lnTo>
                    <a:pt x="418" y="2415"/>
                  </a:lnTo>
                  <a:lnTo>
                    <a:pt x="422" y="2399"/>
                  </a:lnTo>
                  <a:lnTo>
                    <a:pt x="432" y="2384"/>
                  </a:lnTo>
                  <a:lnTo>
                    <a:pt x="444" y="2374"/>
                  </a:lnTo>
                  <a:lnTo>
                    <a:pt x="938" y="2063"/>
                  </a:lnTo>
                  <a:lnTo>
                    <a:pt x="938" y="1811"/>
                  </a:lnTo>
                  <a:lnTo>
                    <a:pt x="645" y="1811"/>
                  </a:lnTo>
                  <a:lnTo>
                    <a:pt x="376" y="2301"/>
                  </a:lnTo>
                  <a:lnTo>
                    <a:pt x="364" y="2314"/>
                  </a:lnTo>
                  <a:lnTo>
                    <a:pt x="351" y="2325"/>
                  </a:lnTo>
                  <a:lnTo>
                    <a:pt x="333" y="2330"/>
                  </a:lnTo>
                  <a:lnTo>
                    <a:pt x="317" y="2329"/>
                  </a:lnTo>
                  <a:lnTo>
                    <a:pt x="300" y="2323"/>
                  </a:lnTo>
                  <a:lnTo>
                    <a:pt x="286" y="2313"/>
                  </a:lnTo>
                  <a:lnTo>
                    <a:pt x="16" y="2044"/>
                  </a:lnTo>
                  <a:lnTo>
                    <a:pt x="6" y="2031"/>
                  </a:lnTo>
                  <a:lnTo>
                    <a:pt x="1" y="2016"/>
                  </a:lnTo>
                  <a:lnTo>
                    <a:pt x="0" y="2000"/>
                  </a:lnTo>
                  <a:lnTo>
                    <a:pt x="3" y="1984"/>
                  </a:lnTo>
                  <a:lnTo>
                    <a:pt x="55" y="1857"/>
                  </a:lnTo>
                  <a:lnTo>
                    <a:pt x="107" y="1736"/>
                  </a:lnTo>
                  <a:lnTo>
                    <a:pt x="163" y="1620"/>
                  </a:lnTo>
                  <a:lnTo>
                    <a:pt x="221" y="1510"/>
                  </a:lnTo>
                  <a:lnTo>
                    <a:pt x="281" y="1405"/>
                  </a:lnTo>
                  <a:lnTo>
                    <a:pt x="343" y="1304"/>
                  </a:lnTo>
                  <a:lnTo>
                    <a:pt x="406" y="1209"/>
                  </a:lnTo>
                  <a:lnTo>
                    <a:pt x="471" y="1118"/>
                  </a:lnTo>
                  <a:lnTo>
                    <a:pt x="538" y="1031"/>
                  </a:lnTo>
                  <a:lnTo>
                    <a:pt x="606" y="950"/>
                  </a:lnTo>
                  <a:lnTo>
                    <a:pt x="675" y="872"/>
                  </a:lnTo>
                  <a:lnTo>
                    <a:pt x="745" y="800"/>
                  </a:lnTo>
                  <a:lnTo>
                    <a:pt x="816" y="731"/>
                  </a:lnTo>
                  <a:lnTo>
                    <a:pt x="888" y="666"/>
                  </a:lnTo>
                  <a:lnTo>
                    <a:pt x="959" y="605"/>
                  </a:lnTo>
                  <a:lnTo>
                    <a:pt x="1033" y="549"/>
                  </a:lnTo>
                  <a:lnTo>
                    <a:pt x="1105" y="495"/>
                  </a:lnTo>
                  <a:lnTo>
                    <a:pt x="1178" y="446"/>
                  </a:lnTo>
                  <a:lnTo>
                    <a:pt x="1252" y="399"/>
                  </a:lnTo>
                  <a:lnTo>
                    <a:pt x="1325" y="356"/>
                  </a:lnTo>
                  <a:lnTo>
                    <a:pt x="1397" y="316"/>
                  </a:lnTo>
                  <a:lnTo>
                    <a:pt x="1470" y="279"/>
                  </a:lnTo>
                  <a:lnTo>
                    <a:pt x="1541" y="245"/>
                  </a:lnTo>
                  <a:lnTo>
                    <a:pt x="1611" y="215"/>
                  </a:lnTo>
                  <a:lnTo>
                    <a:pt x="1682" y="186"/>
                  </a:lnTo>
                  <a:lnTo>
                    <a:pt x="1750" y="160"/>
                  </a:lnTo>
                  <a:lnTo>
                    <a:pt x="1818" y="137"/>
                  </a:lnTo>
                  <a:lnTo>
                    <a:pt x="1884" y="116"/>
                  </a:lnTo>
                  <a:lnTo>
                    <a:pt x="1948" y="97"/>
                  </a:lnTo>
                  <a:lnTo>
                    <a:pt x="2011" y="80"/>
                  </a:lnTo>
                  <a:lnTo>
                    <a:pt x="2073" y="66"/>
                  </a:lnTo>
                  <a:lnTo>
                    <a:pt x="2132" y="53"/>
                  </a:lnTo>
                  <a:lnTo>
                    <a:pt x="2189" y="42"/>
                  </a:lnTo>
                  <a:lnTo>
                    <a:pt x="2245" y="33"/>
                  </a:lnTo>
                  <a:lnTo>
                    <a:pt x="2296" y="25"/>
                  </a:lnTo>
                  <a:lnTo>
                    <a:pt x="2347" y="18"/>
                  </a:lnTo>
                  <a:lnTo>
                    <a:pt x="2394" y="12"/>
                  </a:lnTo>
                  <a:lnTo>
                    <a:pt x="2439" y="8"/>
                  </a:lnTo>
                  <a:lnTo>
                    <a:pt x="2480" y="5"/>
                  </a:lnTo>
                  <a:lnTo>
                    <a:pt x="2518" y="3"/>
                  </a:lnTo>
                  <a:lnTo>
                    <a:pt x="2553" y="1"/>
                  </a:lnTo>
                  <a:lnTo>
                    <a:pt x="2585" y="0"/>
                  </a:lnTo>
                  <a:lnTo>
                    <a:pt x="26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 noEditPoints="1"/>
            </p:cNvSpPr>
            <p:nvPr/>
          </p:nvSpPr>
          <p:spPr bwMode="auto">
            <a:xfrm>
              <a:off x="5332413" y="2320925"/>
              <a:ext cx="138113" cy="138113"/>
            </a:xfrm>
            <a:custGeom>
              <a:avLst/>
              <a:gdLst>
                <a:gd name="T0" fmla="*/ 655 w 1041"/>
                <a:gd name="T1" fmla="*/ 116 h 1041"/>
                <a:gd name="T2" fmla="*/ 590 w 1041"/>
                <a:gd name="T3" fmla="*/ 132 h 1041"/>
                <a:gd name="T4" fmla="*/ 530 w 1041"/>
                <a:gd name="T5" fmla="*/ 165 h 1041"/>
                <a:gd name="T6" fmla="*/ 480 w 1041"/>
                <a:gd name="T7" fmla="*/ 213 h 1041"/>
                <a:gd name="T8" fmla="*/ 443 w 1041"/>
                <a:gd name="T9" fmla="*/ 272 h 1041"/>
                <a:gd name="T10" fmla="*/ 771 w 1041"/>
                <a:gd name="T11" fmla="*/ 598 h 1041"/>
                <a:gd name="T12" fmla="*/ 830 w 1041"/>
                <a:gd name="T13" fmla="*/ 561 h 1041"/>
                <a:gd name="T14" fmla="*/ 877 w 1041"/>
                <a:gd name="T15" fmla="*/ 512 h 1041"/>
                <a:gd name="T16" fmla="*/ 910 w 1041"/>
                <a:gd name="T17" fmla="*/ 452 h 1041"/>
                <a:gd name="T18" fmla="*/ 927 w 1041"/>
                <a:gd name="T19" fmla="*/ 385 h 1041"/>
                <a:gd name="T20" fmla="*/ 926 w 1041"/>
                <a:gd name="T21" fmla="*/ 318 h 1041"/>
                <a:gd name="T22" fmla="*/ 906 w 1041"/>
                <a:gd name="T23" fmla="*/ 255 h 1041"/>
                <a:gd name="T24" fmla="*/ 796 w 1041"/>
                <a:gd name="T25" fmla="*/ 314 h 1041"/>
                <a:gd name="T26" fmla="*/ 768 w 1041"/>
                <a:gd name="T27" fmla="*/ 314 h 1041"/>
                <a:gd name="T28" fmla="*/ 743 w 1041"/>
                <a:gd name="T29" fmla="*/ 300 h 1041"/>
                <a:gd name="T30" fmla="*/ 728 w 1041"/>
                <a:gd name="T31" fmla="*/ 274 h 1041"/>
                <a:gd name="T32" fmla="*/ 728 w 1041"/>
                <a:gd name="T33" fmla="*/ 246 h 1041"/>
                <a:gd name="T34" fmla="*/ 787 w 1041"/>
                <a:gd name="T35" fmla="*/ 137 h 1041"/>
                <a:gd name="T36" fmla="*/ 721 w 1041"/>
                <a:gd name="T37" fmla="*/ 117 h 1041"/>
                <a:gd name="T38" fmla="*/ 676 w 1041"/>
                <a:gd name="T39" fmla="*/ 0 h 1041"/>
                <a:gd name="T40" fmla="*/ 754 w 1041"/>
                <a:gd name="T41" fmla="*/ 8 h 1041"/>
                <a:gd name="T42" fmla="*/ 830 w 1041"/>
                <a:gd name="T43" fmla="*/ 31 h 1041"/>
                <a:gd name="T44" fmla="*/ 898 w 1041"/>
                <a:gd name="T45" fmla="*/ 72 h 1041"/>
                <a:gd name="T46" fmla="*/ 916 w 1041"/>
                <a:gd name="T47" fmla="*/ 94 h 1041"/>
                <a:gd name="T48" fmla="*/ 920 w 1041"/>
                <a:gd name="T49" fmla="*/ 122 h 1041"/>
                <a:gd name="T50" fmla="*/ 948 w 1041"/>
                <a:gd name="T51" fmla="*/ 126 h 1041"/>
                <a:gd name="T52" fmla="*/ 971 w 1041"/>
                <a:gd name="T53" fmla="*/ 145 h 1041"/>
                <a:gd name="T54" fmla="*/ 1011 w 1041"/>
                <a:gd name="T55" fmla="*/ 213 h 1041"/>
                <a:gd name="T56" fmla="*/ 1035 w 1041"/>
                <a:gd name="T57" fmla="*/ 287 h 1041"/>
                <a:gd name="T58" fmla="*/ 1041 w 1041"/>
                <a:gd name="T59" fmla="*/ 367 h 1041"/>
                <a:gd name="T60" fmla="*/ 1030 w 1041"/>
                <a:gd name="T61" fmla="*/ 447 h 1041"/>
                <a:gd name="T62" fmla="*/ 1000 w 1041"/>
                <a:gd name="T63" fmla="*/ 527 h 1041"/>
                <a:gd name="T64" fmla="*/ 953 w 1041"/>
                <a:gd name="T65" fmla="*/ 599 h 1041"/>
                <a:gd name="T66" fmla="*/ 892 w 1041"/>
                <a:gd name="T67" fmla="*/ 657 h 1041"/>
                <a:gd name="T68" fmla="*/ 818 w 1041"/>
                <a:gd name="T69" fmla="*/ 701 h 1041"/>
                <a:gd name="T70" fmla="*/ 68 w 1041"/>
                <a:gd name="T71" fmla="*/ 1040 h 1041"/>
                <a:gd name="T72" fmla="*/ 42 w 1041"/>
                <a:gd name="T73" fmla="*/ 1039 h 1041"/>
                <a:gd name="T74" fmla="*/ 17 w 1041"/>
                <a:gd name="T75" fmla="*/ 1024 h 1041"/>
                <a:gd name="T76" fmla="*/ 1 w 1041"/>
                <a:gd name="T77" fmla="*/ 995 h 1041"/>
                <a:gd name="T78" fmla="*/ 5 w 1041"/>
                <a:gd name="T79" fmla="*/ 961 h 1041"/>
                <a:gd name="T80" fmla="*/ 361 w 1041"/>
                <a:gd name="T81" fmla="*/ 186 h 1041"/>
                <a:gd name="T82" fmla="*/ 412 w 1041"/>
                <a:gd name="T83" fmla="*/ 118 h 1041"/>
                <a:gd name="T84" fmla="*/ 477 w 1041"/>
                <a:gd name="T85" fmla="*/ 64 h 1041"/>
                <a:gd name="T86" fmla="*/ 554 w 1041"/>
                <a:gd name="T87" fmla="*/ 25 h 1041"/>
                <a:gd name="T88" fmla="*/ 635 w 1041"/>
                <a:gd name="T89" fmla="*/ 5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41" h="1041">
                  <a:moveTo>
                    <a:pt x="686" y="114"/>
                  </a:moveTo>
                  <a:lnTo>
                    <a:pt x="655" y="116"/>
                  </a:lnTo>
                  <a:lnTo>
                    <a:pt x="623" y="122"/>
                  </a:lnTo>
                  <a:lnTo>
                    <a:pt x="590" y="132"/>
                  </a:lnTo>
                  <a:lnTo>
                    <a:pt x="559" y="147"/>
                  </a:lnTo>
                  <a:lnTo>
                    <a:pt x="530" y="165"/>
                  </a:lnTo>
                  <a:lnTo>
                    <a:pt x="503" y="187"/>
                  </a:lnTo>
                  <a:lnTo>
                    <a:pt x="480" y="213"/>
                  </a:lnTo>
                  <a:lnTo>
                    <a:pt x="460" y="241"/>
                  </a:lnTo>
                  <a:lnTo>
                    <a:pt x="443" y="272"/>
                  </a:lnTo>
                  <a:lnTo>
                    <a:pt x="170" y="870"/>
                  </a:lnTo>
                  <a:lnTo>
                    <a:pt x="771" y="598"/>
                  </a:lnTo>
                  <a:lnTo>
                    <a:pt x="802" y="581"/>
                  </a:lnTo>
                  <a:lnTo>
                    <a:pt x="830" y="561"/>
                  </a:lnTo>
                  <a:lnTo>
                    <a:pt x="854" y="539"/>
                  </a:lnTo>
                  <a:lnTo>
                    <a:pt x="877" y="512"/>
                  </a:lnTo>
                  <a:lnTo>
                    <a:pt x="895" y="483"/>
                  </a:lnTo>
                  <a:lnTo>
                    <a:pt x="910" y="452"/>
                  </a:lnTo>
                  <a:lnTo>
                    <a:pt x="920" y="419"/>
                  </a:lnTo>
                  <a:lnTo>
                    <a:pt x="927" y="385"/>
                  </a:lnTo>
                  <a:lnTo>
                    <a:pt x="929" y="351"/>
                  </a:lnTo>
                  <a:lnTo>
                    <a:pt x="926" y="318"/>
                  </a:lnTo>
                  <a:lnTo>
                    <a:pt x="918" y="285"/>
                  </a:lnTo>
                  <a:lnTo>
                    <a:pt x="906" y="255"/>
                  </a:lnTo>
                  <a:lnTo>
                    <a:pt x="811" y="309"/>
                  </a:lnTo>
                  <a:lnTo>
                    <a:pt x="796" y="314"/>
                  </a:lnTo>
                  <a:lnTo>
                    <a:pt x="782" y="316"/>
                  </a:lnTo>
                  <a:lnTo>
                    <a:pt x="768" y="314"/>
                  </a:lnTo>
                  <a:lnTo>
                    <a:pt x="754" y="309"/>
                  </a:lnTo>
                  <a:lnTo>
                    <a:pt x="743" y="300"/>
                  </a:lnTo>
                  <a:lnTo>
                    <a:pt x="733" y="287"/>
                  </a:lnTo>
                  <a:lnTo>
                    <a:pt x="728" y="274"/>
                  </a:lnTo>
                  <a:lnTo>
                    <a:pt x="726" y="260"/>
                  </a:lnTo>
                  <a:lnTo>
                    <a:pt x="728" y="246"/>
                  </a:lnTo>
                  <a:lnTo>
                    <a:pt x="733" y="231"/>
                  </a:lnTo>
                  <a:lnTo>
                    <a:pt x="787" y="137"/>
                  </a:lnTo>
                  <a:lnTo>
                    <a:pt x="755" y="124"/>
                  </a:lnTo>
                  <a:lnTo>
                    <a:pt x="721" y="117"/>
                  </a:lnTo>
                  <a:lnTo>
                    <a:pt x="686" y="114"/>
                  </a:lnTo>
                  <a:close/>
                  <a:moveTo>
                    <a:pt x="676" y="0"/>
                  </a:moveTo>
                  <a:lnTo>
                    <a:pt x="716" y="1"/>
                  </a:lnTo>
                  <a:lnTo>
                    <a:pt x="754" y="8"/>
                  </a:lnTo>
                  <a:lnTo>
                    <a:pt x="792" y="17"/>
                  </a:lnTo>
                  <a:lnTo>
                    <a:pt x="830" y="31"/>
                  </a:lnTo>
                  <a:lnTo>
                    <a:pt x="865" y="49"/>
                  </a:lnTo>
                  <a:lnTo>
                    <a:pt x="898" y="72"/>
                  </a:lnTo>
                  <a:lnTo>
                    <a:pt x="909" y="82"/>
                  </a:lnTo>
                  <a:lnTo>
                    <a:pt x="916" y="94"/>
                  </a:lnTo>
                  <a:lnTo>
                    <a:pt x="919" y="108"/>
                  </a:lnTo>
                  <a:lnTo>
                    <a:pt x="920" y="122"/>
                  </a:lnTo>
                  <a:lnTo>
                    <a:pt x="935" y="122"/>
                  </a:lnTo>
                  <a:lnTo>
                    <a:pt x="948" y="126"/>
                  </a:lnTo>
                  <a:lnTo>
                    <a:pt x="961" y="133"/>
                  </a:lnTo>
                  <a:lnTo>
                    <a:pt x="971" y="145"/>
                  </a:lnTo>
                  <a:lnTo>
                    <a:pt x="994" y="178"/>
                  </a:lnTo>
                  <a:lnTo>
                    <a:pt x="1011" y="213"/>
                  </a:lnTo>
                  <a:lnTo>
                    <a:pt x="1026" y="249"/>
                  </a:lnTo>
                  <a:lnTo>
                    <a:pt x="1035" y="287"/>
                  </a:lnTo>
                  <a:lnTo>
                    <a:pt x="1040" y="326"/>
                  </a:lnTo>
                  <a:lnTo>
                    <a:pt x="1041" y="367"/>
                  </a:lnTo>
                  <a:lnTo>
                    <a:pt x="1038" y="407"/>
                  </a:lnTo>
                  <a:lnTo>
                    <a:pt x="1030" y="447"/>
                  </a:lnTo>
                  <a:lnTo>
                    <a:pt x="1018" y="488"/>
                  </a:lnTo>
                  <a:lnTo>
                    <a:pt x="1000" y="527"/>
                  </a:lnTo>
                  <a:lnTo>
                    <a:pt x="978" y="565"/>
                  </a:lnTo>
                  <a:lnTo>
                    <a:pt x="953" y="599"/>
                  </a:lnTo>
                  <a:lnTo>
                    <a:pt x="925" y="630"/>
                  </a:lnTo>
                  <a:lnTo>
                    <a:pt x="892" y="657"/>
                  </a:lnTo>
                  <a:lnTo>
                    <a:pt x="856" y="681"/>
                  </a:lnTo>
                  <a:lnTo>
                    <a:pt x="818" y="701"/>
                  </a:lnTo>
                  <a:lnTo>
                    <a:pt x="81" y="1036"/>
                  </a:lnTo>
                  <a:lnTo>
                    <a:pt x="68" y="1040"/>
                  </a:lnTo>
                  <a:lnTo>
                    <a:pt x="57" y="1041"/>
                  </a:lnTo>
                  <a:lnTo>
                    <a:pt x="42" y="1039"/>
                  </a:lnTo>
                  <a:lnTo>
                    <a:pt x="29" y="1034"/>
                  </a:lnTo>
                  <a:lnTo>
                    <a:pt x="17" y="1024"/>
                  </a:lnTo>
                  <a:lnTo>
                    <a:pt x="6" y="1010"/>
                  </a:lnTo>
                  <a:lnTo>
                    <a:pt x="1" y="995"/>
                  </a:lnTo>
                  <a:lnTo>
                    <a:pt x="0" y="977"/>
                  </a:lnTo>
                  <a:lnTo>
                    <a:pt x="5" y="961"/>
                  </a:lnTo>
                  <a:lnTo>
                    <a:pt x="340" y="224"/>
                  </a:lnTo>
                  <a:lnTo>
                    <a:pt x="361" y="186"/>
                  </a:lnTo>
                  <a:lnTo>
                    <a:pt x="384" y="151"/>
                  </a:lnTo>
                  <a:lnTo>
                    <a:pt x="412" y="118"/>
                  </a:lnTo>
                  <a:lnTo>
                    <a:pt x="443" y="89"/>
                  </a:lnTo>
                  <a:lnTo>
                    <a:pt x="477" y="64"/>
                  </a:lnTo>
                  <a:lnTo>
                    <a:pt x="514" y="43"/>
                  </a:lnTo>
                  <a:lnTo>
                    <a:pt x="554" y="25"/>
                  </a:lnTo>
                  <a:lnTo>
                    <a:pt x="595" y="12"/>
                  </a:lnTo>
                  <a:lnTo>
                    <a:pt x="635" y="5"/>
                  </a:lnTo>
                  <a:lnTo>
                    <a:pt x="6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auto">
            <a:xfrm>
              <a:off x="5616576" y="2009775"/>
              <a:ext cx="166688" cy="165100"/>
            </a:xfrm>
            <a:custGeom>
              <a:avLst/>
              <a:gdLst>
                <a:gd name="T0" fmla="*/ 1072 w 1254"/>
                <a:gd name="T1" fmla="*/ 114 h 1252"/>
                <a:gd name="T2" fmla="*/ 979 w 1254"/>
                <a:gd name="T3" fmla="*/ 119 h 1252"/>
                <a:gd name="T4" fmla="*/ 864 w 1254"/>
                <a:gd name="T5" fmla="*/ 129 h 1252"/>
                <a:gd name="T6" fmla="*/ 731 w 1254"/>
                <a:gd name="T7" fmla="*/ 148 h 1252"/>
                <a:gd name="T8" fmla="*/ 581 w 1254"/>
                <a:gd name="T9" fmla="*/ 178 h 1252"/>
                <a:gd name="T10" fmla="*/ 418 w 1254"/>
                <a:gd name="T11" fmla="*/ 222 h 1252"/>
                <a:gd name="T12" fmla="*/ 245 w 1254"/>
                <a:gd name="T13" fmla="*/ 279 h 1252"/>
                <a:gd name="T14" fmla="*/ 938 w 1254"/>
                <a:gd name="T15" fmla="*/ 1096 h 1252"/>
                <a:gd name="T16" fmla="*/ 1005 w 1254"/>
                <a:gd name="T17" fmla="*/ 919 h 1252"/>
                <a:gd name="T18" fmla="*/ 1055 w 1254"/>
                <a:gd name="T19" fmla="*/ 751 h 1252"/>
                <a:gd name="T20" fmla="*/ 1092 w 1254"/>
                <a:gd name="T21" fmla="*/ 594 h 1252"/>
                <a:gd name="T22" fmla="*/ 1116 w 1254"/>
                <a:gd name="T23" fmla="*/ 453 h 1252"/>
                <a:gd name="T24" fmla="*/ 1131 w 1254"/>
                <a:gd name="T25" fmla="*/ 328 h 1252"/>
                <a:gd name="T26" fmla="*/ 1138 w 1254"/>
                <a:gd name="T27" fmla="*/ 225 h 1252"/>
                <a:gd name="T28" fmla="*/ 1139 w 1254"/>
                <a:gd name="T29" fmla="*/ 144 h 1252"/>
                <a:gd name="T30" fmla="*/ 1109 w 1254"/>
                <a:gd name="T31" fmla="*/ 113 h 1252"/>
                <a:gd name="T32" fmla="*/ 1129 w 1254"/>
                <a:gd name="T33" fmla="*/ 0 h 1252"/>
                <a:gd name="T34" fmla="*/ 1177 w 1254"/>
                <a:gd name="T35" fmla="*/ 2 h 1252"/>
                <a:gd name="T36" fmla="*/ 1199 w 1254"/>
                <a:gd name="T37" fmla="*/ 3 h 1252"/>
                <a:gd name="T38" fmla="*/ 1228 w 1254"/>
                <a:gd name="T39" fmla="*/ 14 h 1252"/>
                <a:gd name="T40" fmla="*/ 1247 w 1254"/>
                <a:gd name="T41" fmla="*/ 39 h 1252"/>
                <a:gd name="T42" fmla="*/ 1251 w 1254"/>
                <a:gd name="T43" fmla="*/ 62 h 1252"/>
                <a:gd name="T44" fmla="*/ 1253 w 1254"/>
                <a:gd name="T45" fmla="*/ 97 h 1252"/>
                <a:gd name="T46" fmla="*/ 1254 w 1254"/>
                <a:gd name="T47" fmla="*/ 159 h 1252"/>
                <a:gd name="T48" fmla="*/ 1251 w 1254"/>
                <a:gd name="T49" fmla="*/ 245 h 1252"/>
                <a:gd name="T50" fmla="*/ 1244 w 1254"/>
                <a:gd name="T51" fmla="*/ 353 h 1252"/>
                <a:gd name="T52" fmla="*/ 1228 w 1254"/>
                <a:gd name="T53" fmla="*/ 480 h 1252"/>
                <a:gd name="T54" fmla="*/ 1202 w 1254"/>
                <a:gd name="T55" fmla="*/ 622 h 1252"/>
                <a:gd name="T56" fmla="*/ 1166 w 1254"/>
                <a:gd name="T57" fmla="*/ 780 h 1252"/>
                <a:gd name="T58" fmla="*/ 1114 w 1254"/>
                <a:gd name="T59" fmla="*/ 949 h 1252"/>
                <a:gd name="T60" fmla="*/ 1047 w 1254"/>
                <a:gd name="T61" fmla="*/ 1127 h 1252"/>
                <a:gd name="T62" fmla="*/ 1000 w 1254"/>
                <a:gd name="T63" fmla="*/ 1230 h 1252"/>
                <a:gd name="T64" fmla="*/ 979 w 1254"/>
                <a:gd name="T65" fmla="*/ 1247 h 1252"/>
                <a:gd name="T66" fmla="*/ 956 w 1254"/>
                <a:gd name="T67" fmla="*/ 1252 h 1252"/>
                <a:gd name="T68" fmla="*/ 927 w 1254"/>
                <a:gd name="T69" fmla="*/ 1244 h 1252"/>
                <a:gd name="T70" fmla="*/ 16 w 1254"/>
                <a:gd name="T71" fmla="*/ 337 h 1252"/>
                <a:gd name="T72" fmla="*/ 3 w 1254"/>
                <a:gd name="T73" fmla="*/ 315 h 1252"/>
                <a:gd name="T74" fmla="*/ 1 w 1254"/>
                <a:gd name="T75" fmla="*/ 288 h 1252"/>
                <a:gd name="T76" fmla="*/ 12 w 1254"/>
                <a:gd name="T77" fmla="*/ 263 h 1252"/>
                <a:gd name="T78" fmla="*/ 33 w 1254"/>
                <a:gd name="T79" fmla="*/ 245 h 1252"/>
                <a:gd name="T80" fmla="*/ 215 w 1254"/>
                <a:gd name="T81" fmla="*/ 170 h 1252"/>
                <a:gd name="T82" fmla="*/ 389 w 1254"/>
                <a:gd name="T83" fmla="*/ 111 h 1252"/>
                <a:gd name="T84" fmla="*/ 553 w 1254"/>
                <a:gd name="T85" fmla="*/ 68 h 1252"/>
                <a:gd name="T86" fmla="*/ 704 w 1254"/>
                <a:gd name="T87" fmla="*/ 37 h 1252"/>
                <a:gd name="T88" fmla="*/ 840 w 1254"/>
                <a:gd name="T89" fmla="*/ 18 h 1252"/>
                <a:gd name="T90" fmla="*/ 956 w 1254"/>
                <a:gd name="T91" fmla="*/ 6 h 1252"/>
                <a:gd name="T92" fmla="*/ 1054 w 1254"/>
                <a:gd name="T93" fmla="*/ 1 h 1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4" h="1252">
                  <a:moveTo>
                    <a:pt x="1109" y="113"/>
                  </a:moveTo>
                  <a:lnTo>
                    <a:pt x="1072" y="114"/>
                  </a:lnTo>
                  <a:lnTo>
                    <a:pt x="1029" y="115"/>
                  </a:lnTo>
                  <a:lnTo>
                    <a:pt x="979" y="119"/>
                  </a:lnTo>
                  <a:lnTo>
                    <a:pt x="924" y="123"/>
                  </a:lnTo>
                  <a:lnTo>
                    <a:pt x="864" y="129"/>
                  </a:lnTo>
                  <a:lnTo>
                    <a:pt x="800" y="137"/>
                  </a:lnTo>
                  <a:lnTo>
                    <a:pt x="731" y="148"/>
                  </a:lnTo>
                  <a:lnTo>
                    <a:pt x="658" y="162"/>
                  </a:lnTo>
                  <a:lnTo>
                    <a:pt x="581" y="178"/>
                  </a:lnTo>
                  <a:lnTo>
                    <a:pt x="502" y="198"/>
                  </a:lnTo>
                  <a:lnTo>
                    <a:pt x="418" y="222"/>
                  </a:lnTo>
                  <a:lnTo>
                    <a:pt x="332" y="249"/>
                  </a:lnTo>
                  <a:lnTo>
                    <a:pt x="245" y="279"/>
                  </a:lnTo>
                  <a:lnTo>
                    <a:pt x="155" y="316"/>
                  </a:lnTo>
                  <a:lnTo>
                    <a:pt x="938" y="1096"/>
                  </a:lnTo>
                  <a:lnTo>
                    <a:pt x="974" y="1006"/>
                  </a:lnTo>
                  <a:lnTo>
                    <a:pt x="1005" y="919"/>
                  </a:lnTo>
                  <a:lnTo>
                    <a:pt x="1032" y="833"/>
                  </a:lnTo>
                  <a:lnTo>
                    <a:pt x="1055" y="751"/>
                  </a:lnTo>
                  <a:lnTo>
                    <a:pt x="1075" y="670"/>
                  </a:lnTo>
                  <a:lnTo>
                    <a:pt x="1092" y="594"/>
                  </a:lnTo>
                  <a:lnTo>
                    <a:pt x="1105" y="521"/>
                  </a:lnTo>
                  <a:lnTo>
                    <a:pt x="1116" y="453"/>
                  </a:lnTo>
                  <a:lnTo>
                    <a:pt x="1125" y="388"/>
                  </a:lnTo>
                  <a:lnTo>
                    <a:pt x="1131" y="328"/>
                  </a:lnTo>
                  <a:lnTo>
                    <a:pt x="1135" y="273"/>
                  </a:lnTo>
                  <a:lnTo>
                    <a:pt x="1138" y="225"/>
                  </a:lnTo>
                  <a:lnTo>
                    <a:pt x="1139" y="181"/>
                  </a:lnTo>
                  <a:lnTo>
                    <a:pt x="1139" y="144"/>
                  </a:lnTo>
                  <a:lnTo>
                    <a:pt x="1139" y="114"/>
                  </a:lnTo>
                  <a:lnTo>
                    <a:pt x="1109" y="113"/>
                  </a:lnTo>
                  <a:close/>
                  <a:moveTo>
                    <a:pt x="1094" y="0"/>
                  </a:moveTo>
                  <a:lnTo>
                    <a:pt x="1129" y="0"/>
                  </a:lnTo>
                  <a:lnTo>
                    <a:pt x="1156" y="1"/>
                  </a:lnTo>
                  <a:lnTo>
                    <a:pt x="1177" y="2"/>
                  </a:lnTo>
                  <a:lnTo>
                    <a:pt x="1192" y="3"/>
                  </a:lnTo>
                  <a:lnTo>
                    <a:pt x="1199" y="3"/>
                  </a:lnTo>
                  <a:lnTo>
                    <a:pt x="1215" y="7"/>
                  </a:lnTo>
                  <a:lnTo>
                    <a:pt x="1228" y="14"/>
                  </a:lnTo>
                  <a:lnTo>
                    <a:pt x="1239" y="26"/>
                  </a:lnTo>
                  <a:lnTo>
                    <a:pt x="1247" y="39"/>
                  </a:lnTo>
                  <a:lnTo>
                    <a:pt x="1251" y="55"/>
                  </a:lnTo>
                  <a:lnTo>
                    <a:pt x="1251" y="62"/>
                  </a:lnTo>
                  <a:lnTo>
                    <a:pt x="1252" y="76"/>
                  </a:lnTo>
                  <a:lnTo>
                    <a:pt x="1253" y="97"/>
                  </a:lnTo>
                  <a:lnTo>
                    <a:pt x="1253" y="125"/>
                  </a:lnTo>
                  <a:lnTo>
                    <a:pt x="1254" y="159"/>
                  </a:lnTo>
                  <a:lnTo>
                    <a:pt x="1253" y="199"/>
                  </a:lnTo>
                  <a:lnTo>
                    <a:pt x="1251" y="245"/>
                  </a:lnTo>
                  <a:lnTo>
                    <a:pt x="1248" y="296"/>
                  </a:lnTo>
                  <a:lnTo>
                    <a:pt x="1244" y="353"/>
                  </a:lnTo>
                  <a:lnTo>
                    <a:pt x="1236" y="414"/>
                  </a:lnTo>
                  <a:lnTo>
                    <a:pt x="1228" y="480"/>
                  </a:lnTo>
                  <a:lnTo>
                    <a:pt x="1217" y="549"/>
                  </a:lnTo>
                  <a:lnTo>
                    <a:pt x="1202" y="622"/>
                  </a:lnTo>
                  <a:lnTo>
                    <a:pt x="1186" y="699"/>
                  </a:lnTo>
                  <a:lnTo>
                    <a:pt x="1166" y="780"/>
                  </a:lnTo>
                  <a:lnTo>
                    <a:pt x="1142" y="863"/>
                  </a:lnTo>
                  <a:lnTo>
                    <a:pt x="1114" y="949"/>
                  </a:lnTo>
                  <a:lnTo>
                    <a:pt x="1083" y="1036"/>
                  </a:lnTo>
                  <a:lnTo>
                    <a:pt x="1047" y="1127"/>
                  </a:lnTo>
                  <a:lnTo>
                    <a:pt x="1007" y="1219"/>
                  </a:lnTo>
                  <a:lnTo>
                    <a:pt x="1000" y="1230"/>
                  </a:lnTo>
                  <a:lnTo>
                    <a:pt x="990" y="1240"/>
                  </a:lnTo>
                  <a:lnTo>
                    <a:pt x="979" y="1247"/>
                  </a:lnTo>
                  <a:lnTo>
                    <a:pt x="966" y="1251"/>
                  </a:lnTo>
                  <a:lnTo>
                    <a:pt x="956" y="1252"/>
                  </a:lnTo>
                  <a:lnTo>
                    <a:pt x="941" y="1250"/>
                  </a:lnTo>
                  <a:lnTo>
                    <a:pt x="927" y="1244"/>
                  </a:lnTo>
                  <a:lnTo>
                    <a:pt x="916" y="1235"/>
                  </a:lnTo>
                  <a:lnTo>
                    <a:pt x="16" y="337"/>
                  </a:lnTo>
                  <a:lnTo>
                    <a:pt x="8" y="327"/>
                  </a:lnTo>
                  <a:lnTo>
                    <a:pt x="3" y="315"/>
                  </a:lnTo>
                  <a:lnTo>
                    <a:pt x="0" y="301"/>
                  </a:lnTo>
                  <a:lnTo>
                    <a:pt x="1" y="288"/>
                  </a:lnTo>
                  <a:lnTo>
                    <a:pt x="5" y="274"/>
                  </a:lnTo>
                  <a:lnTo>
                    <a:pt x="12" y="263"/>
                  </a:lnTo>
                  <a:lnTo>
                    <a:pt x="21" y="253"/>
                  </a:lnTo>
                  <a:lnTo>
                    <a:pt x="33" y="245"/>
                  </a:lnTo>
                  <a:lnTo>
                    <a:pt x="125" y="205"/>
                  </a:lnTo>
                  <a:lnTo>
                    <a:pt x="215" y="170"/>
                  </a:lnTo>
                  <a:lnTo>
                    <a:pt x="303" y="138"/>
                  </a:lnTo>
                  <a:lnTo>
                    <a:pt x="389" y="111"/>
                  </a:lnTo>
                  <a:lnTo>
                    <a:pt x="473" y="88"/>
                  </a:lnTo>
                  <a:lnTo>
                    <a:pt x="553" y="68"/>
                  </a:lnTo>
                  <a:lnTo>
                    <a:pt x="630" y="51"/>
                  </a:lnTo>
                  <a:lnTo>
                    <a:pt x="704" y="37"/>
                  </a:lnTo>
                  <a:lnTo>
                    <a:pt x="773" y="26"/>
                  </a:lnTo>
                  <a:lnTo>
                    <a:pt x="840" y="18"/>
                  </a:lnTo>
                  <a:lnTo>
                    <a:pt x="901" y="10"/>
                  </a:lnTo>
                  <a:lnTo>
                    <a:pt x="956" y="6"/>
                  </a:lnTo>
                  <a:lnTo>
                    <a:pt x="1008" y="3"/>
                  </a:lnTo>
                  <a:lnTo>
                    <a:pt x="1054" y="1"/>
                  </a:lnTo>
                  <a:lnTo>
                    <a:pt x="10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 noEditPoints="1"/>
            </p:cNvSpPr>
            <p:nvPr/>
          </p:nvSpPr>
          <p:spPr bwMode="auto">
            <a:xfrm>
              <a:off x="5553076" y="2109788"/>
              <a:ext cx="130175" cy="128588"/>
            </a:xfrm>
            <a:custGeom>
              <a:avLst/>
              <a:gdLst>
                <a:gd name="T0" fmla="*/ 449 w 979"/>
                <a:gd name="T1" fmla="*/ 115 h 976"/>
                <a:gd name="T2" fmla="*/ 367 w 979"/>
                <a:gd name="T3" fmla="*/ 133 h 976"/>
                <a:gd name="T4" fmla="*/ 292 w 979"/>
                <a:gd name="T5" fmla="*/ 169 h 976"/>
                <a:gd name="T6" fmla="*/ 224 w 979"/>
                <a:gd name="T7" fmla="*/ 223 h 976"/>
                <a:gd name="T8" fmla="*/ 170 w 979"/>
                <a:gd name="T9" fmla="*/ 291 h 976"/>
                <a:gd name="T10" fmla="*/ 134 w 979"/>
                <a:gd name="T11" fmla="*/ 366 h 976"/>
                <a:gd name="T12" fmla="*/ 116 w 979"/>
                <a:gd name="T13" fmla="*/ 447 h 976"/>
                <a:gd name="T14" fmla="*/ 116 w 979"/>
                <a:gd name="T15" fmla="*/ 529 h 976"/>
                <a:gd name="T16" fmla="*/ 134 w 979"/>
                <a:gd name="T17" fmla="*/ 609 h 976"/>
                <a:gd name="T18" fmla="*/ 170 w 979"/>
                <a:gd name="T19" fmla="*/ 686 h 976"/>
                <a:gd name="T20" fmla="*/ 224 w 979"/>
                <a:gd name="T21" fmla="*/ 754 h 976"/>
                <a:gd name="T22" fmla="*/ 292 w 979"/>
                <a:gd name="T23" fmla="*/ 807 h 976"/>
                <a:gd name="T24" fmla="*/ 367 w 979"/>
                <a:gd name="T25" fmla="*/ 842 h 976"/>
                <a:gd name="T26" fmla="*/ 449 w 979"/>
                <a:gd name="T27" fmla="*/ 861 h 976"/>
                <a:gd name="T28" fmla="*/ 530 w 979"/>
                <a:gd name="T29" fmla="*/ 861 h 976"/>
                <a:gd name="T30" fmla="*/ 611 w 979"/>
                <a:gd name="T31" fmla="*/ 842 h 976"/>
                <a:gd name="T32" fmla="*/ 687 w 979"/>
                <a:gd name="T33" fmla="*/ 807 h 976"/>
                <a:gd name="T34" fmla="*/ 756 w 979"/>
                <a:gd name="T35" fmla="*/ 754 h 976"/>
                <a:gd name="T36" fmla="*/ 809 w 979"/>
                <a:gd name="T37" fmla="*/ 686 h 976"/>
                <a:gd name="T38" fmla="*/ 844 w 979"/>
                <a:gd name="T39" fmla="*/ 609 h 976"/>
                <a:gd name="T40" fmla="*/ 863 w 979"/>
                <a:gd name="T41" fmla="*/ 529 h 976"/>
                <a:gd name="T42" fmla="*/ 863 w 979"/>
                <a:gd name="T43" fmla="*/ 447 h 976"/>
                <a:gd name="T44" fmla="*/ 844 w 979"/>
                <a:gd name="T45" fmla="*/ 366 h 976"/>
                <a:gd name="T46" fmla="*/ 809 w 979"/>
                <a:gd name="T47" fmla="*/ 291 h 976"/>
                <a:gd name="T48" fmla="*/ 756 w 979"/>
                <a:gd name="T49" fmla="*/ 223 h 976"/>
                <a:gd name="T50" fmla="*/ 687 w 979"/>
                <a:gd name="T51" fmla="*/ 169 h 976"/>
                <a:gd name="T52" fmla="*/ 611 w 979"/>
                <a:gd name="T53" fmla="*/ 133 h 976"/>
                <a:gd name="T54" fmla="*/ 530 w 979"/>
                <a:gd name="T55" fmla="*/ 115 h 976"/>
                <a:gd name="T56" fmla="*/ 489 w 979"/>
                <a:gd name="T57" fmla="*/ 0 h 976"/>
                <a:gd name="T58" fmla="*/ 583 w 979"/>
                <a:gd name="T59" fmla="*/ 9 h 976"/>
                <a:gd name="T60" fmla="*/ 674 w 979"/>
                <a:gd name="T61" fmla="*/ 36 h 976"/>
                <a:gd name="T62" fmla="*/ 759 w 979"/>
                <a:gd name="T63" fmla="*/ 80 h 976"/>
                <a:gd name="T64" fmla="*/ 835 w 979"/>
                <a:gd name="T65" fmla="*/ 143 h 976"/>
                <a:gd name="T66" fmla="*/ 898 w 979"/>
                <a:gd name="T67" fmla="*/ 219 h 976"/>
                <a:gd name="T68" fmla="*/ 943 w 979"/>
                <a:gd name="T69" fmla="*/ 304 h 976"/>
                <a:gd name="T70" fmla="*/ 969 w 979"/>
                <a:gd name="T71" fmla="*/ 395 h 976"/>
                <a:gd name="T72" fmla="*/ 979 w 979"/>
                <a:gd name="T73" fmla="*/ 488 h 976"/>
                <a:gd name="T74" fmla="*/ 969 w 979"/>
                <a:gd name="T75" fmla="*/ 581 h 976"/>
                <a:gd name="T76" fmla="*/ 943 w 979"/>
                <a:gd name="T77" fmla="*/ 672 h 976"/>
                <a:gd name="T78" fmla="*/ 898 w 979"/>
                <a:gd name="T79" fmla="*/ 757 h 976"/>
                <a:gd name="T80" fmla="*/ 835 w 979"/>
                <a:gd name="T81" fmla="*/ 833 h 976"/>
                <a:gd name="T82" fmla="*/ 759 w 979"/>
                <a:gd name="T83" fmla="*/ 896 h 976"/>
                <a:gd name="T84" fmla="*/ 674 w 979"/>
                <a:gd name="T85" fmla="*/ 940 h 976"/>
                <a:gd name="T86" fmla="*/ 583 w 979"/>
                <a:gd name="T87" fmla="*/ 967 h 976"/>
                <a:gd name="T88" fmla="*/ 489 w 979"/>
                <a:gd name="T89" fmla="*/ 976 h 976"/>
                <a:gd name="T90" fmla="*/ 396 w 979"/>
                <a:gd name="T91" fmla="*/ 967 h 976"/>
                <a:gd name="T92" fmla="*/ 305 w 979"/>
                <a:gd name="T93" fmla="*/ 940 h 976"/>
                <a:gd name="T94" fmla="*/ 220 w 979"/>
                <a:gd name="T95" fmla="*/ 896 h 976"/>
                <a:gd name="T96" fmla="*/ 144 w 979"/>
                <a:gd name="T97" fmla="*/ 833 h 976"/>
                <a:gd name="T98" fmla="*/ 81 w 979"/>
                <a:gd name="T99" fmla="*/ 757 h 976"/>
                <a:gd name="T100" fmla="*/ 37 w 979"/>
                <a:gd name="T101" fmla="*/ 672 h 976"/>
                <a:gd name="T102" fmla="*/ 10 w 979"/>
                <a:gd name="T103" fmla="*/ 581 h 976"/>
                <a:gd name="T104" fmla="*/ 0 w 979"/>
                <a:gd name="T105" fmla="*/ 488 h 976"/>
                <a:gd name="T106" fmla="*/ 10 w 979"/>
                <a:gd name="T107" fmla="*/ 395 h 976"/>
                <a:gd name="T108" fmla="*/ 37 w 979"/>
                <a:gd name="T109" fmla="*/ 304 h 976"/>
                <a:gd name="T110" fmla="*/ 81 w 979"/>
                <a:gd name="T111" fmla="*/ 219 h 976"/>
                <a:gd name="T112" fmla="*/ 144 w 979"/>
                <a:gd name="T113" fmla="*/ 143 h 976"/>
                <a:gd name="T114" fmla="*/ 220 w 979"/>
                <a:gd name="T115" fmla="*/ 80 h 976"/>
                <a:gd name="T116" fmla="*/ 305 w 979"/>
                <a:gd name="T117" fmla="*/ 36 h 976"/>
                <a:gd name="T118" fmla="*/ 396 w 979"/>
                <a:gd name="T119" fmla="*/ 9 h 976"/>
                <a:gd name="T120" fmla="*/ 489 w 979"/>
                <a:gd name="T121" fmla="*/ 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9" h="976">
                  <a:moveTo>
                    <a:pt x="489" y="113"/>
                  </a:moveTo>
                  <a:lnTo>
                    <a:pt x="449" y="115"/>
                  </a:lnTo>
                  <a:lnTo>
                    <a:pt x="407" y="123"/>
                  </a:lnTo>
                  <a:lnTo>
                    <a:pt x="367" y="133"/>
                  </a:lnTo>
                  <a:lnTo>
                    <a:pt x="329" y="149"/>
                  </a:lnTo>
                  <a:lnTo>
                    <a:pt x="292" y="169"/>
                  </a:lnTo>
                  <a:lnTo>
                    <a:pt x="257" y="194"/>
                  </a:lnTo>
                  <a:lnTo>
                    <a:pt x="224" y="223"/>
                  </a:lnTo>
                  <a:lnTo>
                    <a:pt x="195" y="256"/>
                  </a:lnTo>
                  <a:lnTo>
                    <a:pt x="170" y="291"/>
                  </a:lnTo>
                  <a:lnTo>
                    <a:pt x="150" y="328"/>
                  </a:lnTo>
                  <a:lnTo>
                    <a:pt x="134" y="366"/>
                  </a:lnTo>
                  <a:lnTo>
                    <a:pt x="123" y="406"/>
                  </a:lnTo>
                  <a:lnTo>
                    <a:pt x="116" y="447"/>
                  </a:lnTo>
                  <a:lnTo>
                    <a:pt x="114" y="488"/>
                  </a:lnTo>
                  <a:lnTo>
                    <a:pt x="116" y="529"/>
                  </a:lnTo>
                  <a:lnTo>
                    <a:pt x="123" y="570"/>
                  </a:lnTo>
                  <a:lnTo>
                    <a:pt x="134" y="609"/>
                  </a:lnTo>
                  <a:lnTo>
                    <a:pt x="150" y="649"/>
                  </a:lnTo>
                  <a:lnTo>
                    <a:pt x="170" y="686"/>
                  </a:lnTo>
                  <a:lnTo>
                    <a:pt x="195" y="721"/>
                  </a:lnTo>
                  <a:lnTo>
                    <a:pt x="224" y="754"/>
                  </a:lnTo>
                  <a:lnTo>
                    <a:pt x="257" y="783"/>
                  </a:lnTo>
                  <a:lnTo>
                    <a:pt x="292" y="807"/>
                  </a:lnTo>
                  <a:lnTo>
                    <a:pt x="329" y="827"/>
                  </a:lnTo>
                  <a:lnTo>
                    <a:pt x="367" y="842"/>
                  </a:lnTo>
                  <a:lnTo>
                    <a:pt x="407" y="854"/>
                  </a:lnTo>
                  <a:lnTo>
                    <a:pt x="449" y="861"/>
                  </a:lnTo>
                  <a:lnTo>
                    <a:pt x="489" y="863"/>
                  </a:lnTo>
                  <a:lnTo>
                    <a:pt x="530" y="861"/>
                  </a:lnTo>
                  <a:lnTo>
                    <a:pt x="572" y="854"/>
                  </a:lnTo>
                  <a:lnTo>
                    <a:pt x="611" y="842"/>
                  </a:lnTo>
                  <a:lnTo>
                    <a:pt x="650" y="827"/>
                  </a:lnTo>
                  <a:lnTo>
                    <a:pt x="687" y="807"/>
                  </a:lnTo>
                  <a:lnTo>
                    <a:pt x="722" y="783"/>
                  </a:lnTo>
                  <a:lnTo>
                    <a:pt x="756" y="754"/>
                  </a:lnTo>
                  <a:lnTo>
                    <a:pt x="784" y="721"/>
                  </a:lnTo>
                  <a:lnTo>
                    <a:pt x="809" y="686"/>
                  </a:lnTo>
                  <a:lnTo>
                    <a:pt x="829" y="649"/>
                  </a:lnTo>
                  <a:lnTo>
                    <a:pt x="844" y="609"/>
                  </a:lnTo>
                  <a:lnTo>
                    <a:pt x="856" y="570"/>
                  </a:lnTo>
                  <a:lnTo>
                    <a:pt x="863" y="529"/>
                  </a:lnTo>
                  <a:lnTo>
                    <a:pt x="865" y="488"/>
                  </a:lnTo>
                  <a:lnTo>
                    <a:pt x="863" y="447"/>
                  </a:lnTo>
                  <a:lnTo>
                    <a:pt x="856" y="406"/>
                  </a:lnTo>
                  <a:lnTo>
                    <a:pt x="844" y="366"/>
                  </a:lnTo>
                  <a:lnTo>
                    <a:pt x="829" y="328"/>
                  </a:lnTo>
                  <a:lnTo>
                    <a:pt x="809" y="291"/>
                  </a:lnTo>
                  <a:lnTo>
                    <a:pt x="784" y="256"/>
                  </a:lnTo>
                  <a:lnTo>
                    <a:pt x="756" y="223"/>
                  </a:lnTo>
                  <a:lnTo>
                    <a:pt x="722" y="194"/>
                  </a:lnTo>
                  <a:lnTo>
                    <a:pt x="687" y="169"/>
                  </a:lnTo>
                  <a:lnTo>
                    <a:pt x="650" y="149"/>
                  </a:lnTo>
                  <a:lnTo>
                    <a:pt x="611" y="133"/>
                  </a:lnTo>
                  <a:lnTo>
                    <a:pt x="572" y="123"/>
                  </a:lnTo>
                  <a:lnTo>
                    <a:pt x="530" y="115"/>
                  </a:lnTo>
                  <a:lnTo>
                    <a:pt x="489" y="113"/>
                  </a:lnTo>
                  <a:close/>
                  <a:moveTo>
                    <a:pt x="489" y="0"/>
                  </a:moveTo>
                  <a:lnTo>
                    <a:pt x="537" y="2"/>
                  </a:lnTo>
                  <a:lnTo>
                    <a:pt x="583" y="9"/>
                  </a:lnTo>
                  <a:lnTo>
                    <a:pt x="628" y="20"/>
                  </a:lnTo>
                  <a:lnTo>
                    <a:pt x="674" y="36"/>
                  </a:lnTo>
                  <a:lnTo>
                    <a:pt x="717" y="56"/>
                  </a:lnTo>
                  <a:lnTo>
                    <a:pt x="759" y="80"/>
                  </a:lnTo>
                  <a:lnTo>
                    <a:pt x="798" y="109"/>
                  </a:lnTo>
                  <a:lnTo>
                    <a:pt x="835" y="143"/>
                  </a:lnTo>
                  <a:lnTo>
                    <a:pt x="869" y="180"/>
                  </a:lnTo>
                  <a:lnTo>
                    <a:pt x="898" y="219"/>
                  </a:lnTo>
                  <a:lnTo>
                    <a:pt x="922" y="261"/>
                  </a:lnTo>
                  <a:lnTo>
                    <a:pt x="943" y="304"/>
                  </a:lnTo>
                  <a:lnTo>
                    <a:pt x="958" y="349"/>
                  </a:lnTo>
                  <a:lnTo>
                    <a:pt x="969" y="395"/>
                  </a:lnTo>
                  <a:lnTo>
                    <a:pt x="976" y="441"/>
                  </a:lnTo>
                  <a:lnTo>
                    <a:pt x="979" y="488"/>
                  </a:lnTo>
                  <a:lnTo>
                    <a:pt x="976" y="535"/>
                  </a:lnTo>
                  <a:lnTo>
                    <a:pt x="969" y="581"/>
                  </a:lnTo>
                  <a:lnTo>
                    <a:pt x="958" y="627"/>
                  </a:lnTo>
                  <a:lnTo>
                    <a:pt x="943" y="672"/>
                  </a:lnTo>
                  <a:lnTo>
                    <a:pt x="922" y="716"/>
                  </a:lnTo>
                  <a:lnTo>
                    <a:pt x="898" y="757"/>
                  </a:lnTo>
                  <a:lnTo>
                    <a:pt x="869" y="796"/>
                  </a:lnTo>
                  <a:lnTo>
                    <a:pt x="835" y="833"/>
                  </a:lnTo>
                  <a:lnTo>
                    <a:pt x="798" y="867"/>
                  </a:lnTo>
                  <a:lnTo>
                    <a:pt x="759" y="896"/>
                  </a:lnTo>
                  <a:lnTo>
                    <a:pt x="717" y="920"/>
                  </a:lnTo>
                  <a:lnTo>
                    <a:pt x="674" y="940"/>
                  </a:lnTo>
                  <a:lnTo>
                    <a:pt x="628" y="956"/>
                  </a:lnTo>
                  <a:lnTo>
                    <a:pt x="583" y="967"/>
                  </a:lnTo>
                  <a:lnTo>
                    <a:pt x="537" y="973"/>
                  </a:lnTo>
                  <a:lnTo>
                    <a:pt x="489" y="976"/>
                  </a:lnTo>
                  <a:lnTo>
                    <a:pt x="443" y="973"/>
                  </a:lnTo>
                  <a:lnTo>
                    <a:pt x="396" y="967"/>
                  </a:lnTo>
                  <a:lnTo>
                    <a:pt x="351" y="956"/>
                  </a:lnTo>
                  <a:lnTo>
                    <a:pt x="305" y="940"/>
                  </a:lnTo>
                  <a:lnTo>
                    <a:pt x="262" y="921"/>
                  </a:lnTo>
                  <a:lnTo>
                    <a:pt x="220" y="896"/>
                  </a:lnTo>
                  <a:lnTo>
                    <a:pt x="181" y="867"/>
                  </a:lnTo>
                  <a:lnTo>
                    <a:pt x="144" y="833"/>
                  </a:lnTo>
                  <a:lnTo>
                    <a:pt x="110" y="796"/>
                  </a:lnTo>
                  <a:lnTo>
                    <a:pt x="81" y="757"/>
                  </a:lnTo>
                  <a:lnTo>
                    <a:pt x="56" y="716"/>
                  </a:lnTo>
                  <a:lnTo>
                    <a:pt x="37" y="672"/>
                  </a:lnTo>
                  <a:lnTo>
                    <a:pt x="21" y="627"/>
                  </a:lnTo>
                  <a:lnTo>
                    <a:pt x="10" y="581"/>
                  </a:lnTo>
                  <a:lnTo>
                    <a:pt x="2" y="535"/>
                  </a:lnTo>
                  <a:lnTo>
                    <a:pt x="0" y="488"/>
                  </a:lnTo>
                  <a:lnTo>
                    <a:pt x="2" y="441"/>
                  </a:lnTo>
                  <a:lnTo>
                    <a:pt x="10" y="395"/>
                  </a:lnTo>
                  <a:lnTo>
                    <a:pt x="21" y="349"/>
                  </a:lnTo>
                  <a:lnTo>
                    <a:pt x="37" y="304"/>
                  </a:lnTo>
                  <a:lnTo>
                    <a:pt x="56" y="261"/>
                  </a:lnTo>
                  <a:lnTo>
                    <a:pt x="81" y="219"/>
                  </a:lnTo>
                  <a:lnTo>
                    <a:pt x="110" y="180"/>
                  </a:lnTo>
                  <a:lnTo>
                    <a:pt x="144" y="143"/>
                  </a:lnTo>
                  <a:lnTo>
                    <a:pt x="181" y="109"/>
                  </a:lnTo>
                  <a:lnTo>
                    <a:pt x="220" y="80"/>
                  </a:lnTo>
                  <a:lnTo>
                    <a:pt x="262" y="56"/>
                  </a:lnTo>
                  <a:lnTo>
                    <a:pt x="305" y="36"/>
                  </a:lnTo>
                  <a:lnTo>
                    <a:pt x="351" y="20"/>
                  </a:lnTo>
                  <a:lnTo>
                    <a:pt x="396" y="9"/>
                  </a:lnTo>
                  <a:lnTo>
                    <a:pt x="443" y="2"/>
                  </a:lnTo>
                  <a:lnTo>
                    <a:pt x="4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auto">
            <a:xfrm>
              <a:off x="5581651" y="2138363"/>
              <a:ext cx="63500" cy="71438"/>
            </a:xfrm>
            <a:custGeom>
              <a:avLst/>
              <a:gdLst>
                <a:gd name="T0" fmla="*/ 308 w 483"/>
                <a:gd name="T1" fmla="*/ 3 h 545"/>
                <a:gd name="T2" fmla="*/ 376 w 483"/>
                <a:gd name="T3" fmla="*/ 21 h 545"/>
                <a:gd name="T4" fmla="*/ 438 w 483"/>
                <a:gd name="T5" fmla="*/ 56 h 545"/>
                <a:gd name="T6" fmla="*/ 475 w 483"/>
                <a:gd name="T7" fmla="*/ 92 h 545"/>
                <a:gd name="T8" fmla="*/ 483 w 483"/>
                <a:gd name="T9" fmla="*/ 120 h 545"/>
                <a:gd name="T10" fmla="*/ 475 w 483"/>
                <a:gd name="T11" fmla="*/ 149 h 545"/>
                <a:gd name="T12" fmla="*/ 454 w 483"/>
                <a:gd name="T13" fmla="*/ 170 h 545"/>
                <a:gd name="T14" fmla="*/ 426 w 483"/>
                <a:gd name="T15" fmla="*/ 177 h 545"/>
                <a:gd name="T16" fmla="*/ 398 w 483"/>
                <a:gd name="T17" fmla="*/ 170 h 545"/>
                <a:gd name="T18" fmla="*/ 364 w 483"/>
                <a:gd name="T19" fmla="*/ 142 h 545"/>
                <a:gd name="T20" fmla="*/ 313 w 483"/>
                <a:gd name="T21" fmla="*/ 119 h 545"/>
                <a:gd name="T22" fmla="*/ 260 w 483"/>
                <a:gd name="T23" fmla="*/ 115 h 545"/>
                <a:gd name="T24" fmla="*/ 207 w 483"/>
                <a:gd name="T25" fmla="*/ 128 h 545"/>
                <a:gd name="T26" fmla="*/ 160 w 483"/>
                <a:gd name="T27" fmla="*/ 160 h 545"/>
                <a:gd name="T28" fmla="*/ 128 w 483"/>
                <a:gd name="T29" fmla="*/ 207 h 545"/>
                <a:gd name="T30" fmla="*/ 115 w 483"/>
                <a:gd name="T31" fmla="*/ 259 h 545"/>
                <a:gd name="T32" fmla="*/ 119 w 483"/>
                <a:gd name="T33" fmla="*/ 314 h 545"/>
                <a:gd name="T34" fmla="*/ 142 w 483"/>
                <a:gd name="T35" fmla="*/ 363 h 545"/>
                <a:gd name="T36" fmla="*/ 183 w 483"/>
                <a:gd name="T37" fmla="*/ 404 h 545"/>
                <a:gd name="T38" fmla="*/ 233 w 483"/>
                <a:gd name="T39" fmla="*/ 427 h 545"/>
                <a:gd name="T40" fmla="*/ 287 w 483"/>
                <a:gd name="T41" fmla="*/ 431 h 545"/>
                <a:gd name="T42" fmla="*/ 340 w 483"/>
                <a:gd name="T43" fmla="*/ 418 h 545"/>
                <a:gd name="T44" fmla="*/ 386 w 483"/>
                <a:gd name="T45" fmla="*/ 386 h 545"/>
                <a:gd name="T46" fmla="*/ 411 w 483"/>
                <a:gd name="T47" fmla="*/ 371 h 545"/>
                <a:gd name="T48" fmla="*/ 440 w 483"/>
                <a:gd name="T49" fmla="*/ 371 h 545"/>
                <a:gd name="T50" fmla="*/ 466 w 483"/>
                <a:gd name="T51" fmla="*/ 386 h 545"/>
                <a:gd name="T52" fmla="*/ 481 w 483"/>
                <a:gd name="T53" fmla="*/ 411 h 545"/>
                <a:gd name="T54" fmla="*/ 481 w 483"/>
                <a:gd name="T55" fmla="*/ 440 h 545"/>
                <a:gd name="T56" fmla="*/ 466 w 483"/>
                <a:gd name="T57" fmla="*/ 465 h 545"/>
                <a:gd name="T58" fmla="*/ 408 w 483"/>
                <a:gd name="T59" fmla="*/ 510 h 545"/>
                <a:gd name="T60" fmla="*/ 342 w 483"/>
                <a:gd name="T61" fmla="*/ 537 h 545"/>
                <a:gd name="T62" fmla="*/ 273 w 483"/>
                <a:gd name="T63" fmla="*/ 545 h 545"/>
                <a:gd name="T64" fmla="*/ 204 w 483"/>
                <a:gd name="T65" fmla="*/ 537 h 545"/>
                <a:gd name="T66" fmla="*/ 139 w 483"/>
                <a:gd name="T67" fmla="*/ 510 h 545"/>
                <a:gd name="T68" fmla="*/ 81 w 483"/>
                <a:gd name="T69" fmla="*/ 465 h 545"/>
                <a:gd name="T70" fmla="*/ 36 w 483"/>
                <a:gd name="T71" fmla="*/ 408 h 545"/>
                <a:gd name="T72" fmla="*/ 10 w 483"/>
                <a:gd name="T73" fmla="*/ 342 h 545"/>
                <a:gd name="T74" fmla="*/ 0 w 483"/>
                <a:gd name="T75" fmla="*/ 273 h 545"/>
                <a:gd name="T76" fmla="*/ 10 w 483"/>
                <a:gd name="T77" fmla="*/ 204 h 545"/>
                <a:gd name="T78" fmla="*/ 36 w 483"/>
                <a:gd name="T79" fmla="*/ 139 h 545"/>
                <a:gd name="T80" fmla="*/ 81 w 483"/>
                <a:gd name="T81" fmla="*/ 81 h 545"/>
                <a:gd name="T82" fmla="*/ 139 w 483"/>
                <a:gd name="T83" fmla="*/ 36 h 545"/>
                <a:gd name="T84" fmla="*/ 204 w 483"/>
                <a:gd name="T85" fmla="*/ 10 h 545"/>
                <a:gd name="T86" fmla="*/ 273 w 483"/>
                <a:gd name="T87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3" h="545">
                  <a:moveTo>
                    <a:pt x="273" y="0"/>
                  </a:moveTo>
                  <a:lnTo>
                    <a:pt x="308" y="3"/>
                  </a:lnTo>
                  <a:lnTo>
                    <a:pt x="342" y="10"/>
                  </a:lnTo>
                  <a:lnTo>
                    <a:pt x="376" y="21"/>
                  </a:lnTo>
                  <a:lnTo>
                    <a:pt x="408" y="36"/>
                  </a:lnTo>
                  <a:lnTo>
                    <a:pt x="438" y="56"/>
                  </a:lnTo>
                  <a:lnTo>
                    <a:pt x="466" y="81"/>
                  </a:lnTo>
                  <a:lnTo>
                    <a:pt x="475" y="92"/>
                  </a:lnTo>
                  <a:lnTo>
                    <a:pt x="481" y="107"/>
                  </a:lnTo>
                  <a:lnTo>
                    <a:pt x="483" y="120"/>
                  </a:lnTo>
                  <a:lnTo>
                    <a:pt x="481" y="134"/>
                  </a:lnTo>
                  <a:lnTo>
                    <a:pt x="475" y="149"/>
                  </a:lnTo>
                  <a:lnTo>
                    <a:pt x="466" y="160"/>
                  </a:lnTo>
                  <a:lnTo>
                    <a:pt x="454" y="170"/>
                  </a:lnTo>
                  <a:lnTo>
                    <a:pt x="440" y="176"/>
                  </a:lnTo>
                  <a:lnTo>
                    <a:pt x="426" y="177"/>
                  </a:lnTo>
                  <a:lnTo>
                    <a:pt x="411" y="176"/>
                  </a:lnTo>
                  <a:lnTo>
                    <a:pt x="398" y="170"/>
                  </a:lnTo>
                  <a:lnTo>
                    <a:pt x="386" y="160"/>
                  </a:lnTo>
                  <a:lnTo>
                    <a:pt x="364" y="142"/>
                  </a:lnTo>
                  <a:lnTo>
                    <a:pt x="340" y="128"/>
                  </a:lnTo>
                  <a:lnTo>
                    <a:pt x="313" y="119"/>
                  </a:lnTo>
                  <a:lnTo>
                    <a:pt x="286" y="115"/>
                  </a:lnTo>
                  <a:lnTo>
                    <a:pt x="260" y="115"/>
                  </a:lnTo>
                  <a:lnTo>
                    <a:pt x="233" y="119"/>
                  </a:lnTo>
                  <a:lnTo>
                    <a:pt x="207" y="128"/>
                  </a:lnTo>
                  <a:lnTo>
                    <a:pt x="183" y="142"/>
                  </a:lnTo>
                  <a:lnTo>
                    <a:pt x="160" y="160"/>
                  </a:lnTo>
                  <a:lnTo>
                    <a:pt x="142" y="183"/>
                  </a:lnTo>
                  <a:lnTo>
                    <a:pt x="128" y="207"/>
                  </a:lnTo>
                  <a:lnTo>
                    <a:pt x="119" y="232"/>
                  </a:lnTo>
                  <a:lnTo>
                    <a:pt x="115" y="259"/>
                  </a:lnTo>
                  <a:lnTo>
                    <a:pt x="115" y="287"/>
                  </a:lnTo>
                  <a:lnTo>
                    <a:pt x="119" y="314"/>
                  </a:lnTo>
                  <a:lnTo>
                    <a:pt x="128" y="340"/>
                  </a:lnTo>
                  <a:lnTo>
                    <a:pt x="142" y="363"/>
                  </a:lnTo>
                  <a:lnTo>
                    <a:pt x="160" y="386"/>
                  </a:lnTo>
                  <a:lnTo>
                    <a:pt x="183" y="404"/>
                  </a:lnTo>
                  <a:lnTo>
                    <a:pt x="207" y="418"/>
                  </a:lnTo>
                  <a:lnTo>
                    <a:pt x="233" y="427"/>
                  </a:lnTo>
                  <a:lnTo>
                    <a:pt x="260" y="431"/>
                  </a:lnTo>
                  <a:lnTo>
                    <a:pt x="287" y="431"/>
                  </a:lnTo>
                  <a:lnTo>
                    <a:pt x="314" y="427"/>
                  </a:lnTo>
                  <a:lnTo>
                    <a:pt x="340" y="418"/>
                  </a:lnTo>
                  <a:lnTo>
                    <a:pt x="364" y="404"/>
                  </a:lnTo>
                  <a:lnTo>
                    <a:pt x="386" y="386"/>
                  </a:lnTo>
                  <a:lnTo>
                    <a:pt x="398" y="377"/>
                  </a:lnTo>
                  <a:lnTo>
                    <a:pt x="411" y="371"/>
                  </a:lnTo>
                  <a:lnTo>
                    <a:pt x="426" y="369"/>
                  </a:lnTo>
                  <a:lnTo>
                    <a:pt x="440" y="371"/>
                  </a:lnTo>
                  <a:lnTo>
                    <a:pt x="454" y="377"/>
                  </a:lnTo>
                  <a:lnTo>
                    <a:pt x="466" y="386"/>
                  </a:lnTo>
                  <a:lnTo>
                    <a:pt x="475" y="397"/>
                  </a:lnTo>
                  <a:lnTo>
                    <a:pt x="481" y="411"/>
                  </a:lnTo>
                  <a:lnTo>
                    <a:pt x="483" y="425"/>
                  </a:lnTo>
                  <a:lnTo>
                    <a:pt x="481" y="440"/>
                  </a:lnTo>
                  <a:lnTo>
                    <a:pt x="475" y="453"/>
                  </a:lnTo>
                  <a:lnTo>
                    <a:pt x="466" y="465"/>
                  </a:lnTo>
                  <a:lnTo>
                    <a:pt x="438" y="490"/>
                  </a:lnTo>
                  <a:lnTo>
                    <a:pt x="408" y="510"/>
                  </a:lnTo>
                  <a:lnTo>
                    <a:pt x="376" y="525"/>
                  </a:lnTo>
                  <a:lnTo>
                    <a:pt x="342" y="537"/>
                  </a:lnTo>
                  <a:lnTo>
                    <a:pt x="308" y="543"/>
                  </a:lnTo>
                  <a:lnTo>
                    <a:pt x="273" y="545"/>
                  </a:lnTo>
                  <a:lnTo>
                    <a:pt x="239" y="543"/>
                  </a:lnTo>
                  <a:lnTo>
                    <a:pt x="204" y="537"/>
                  </a:lnTo>
                  <a:lnTo>
                    <a:pt x="171" y="525"/>
                  </a:lnTo>
                  <a:lnTo>
                    <a:pt x="139" y="510"/>
                  </a:lnTo>
                  <a:lnTo>
                    <a:pt x="109" y="490"/>
                  </a:lnTo>
                  <a:lnTo>
                    <a:pt x="81" y="465"/>
                  </a:lnTo>
                  <a:lnTo>
                    <a:pt x="56" y="438"/>
                  </a:lnTo>
                  <a:lnTo>
                    <a:pt x="36" y="408"/>
                  </a:lnTo>
                  <a:lnTo>
                    <a:pt x="21" y="376"/>
                  </a:lnTo>
                  <a:lnTo>
                    <a:pt x="10" y="342"/>
                  </a:lnTo>
                  <a:lnTo>
                    <a:pt x="2" y="308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10" y="204"/>
                  </a:lnTo>
                  <a:lnTo>
                    <a:pt x="21" y="171"/>
                  </a:lnTo>
                  <a:lnTo>
                    <a:pt x="36" y="139"/>
                  </a:lnTo>
                  <a:lnTo>
                    <a:pt x="56" y="109"/>
                  </a:lnTo>
                  <a:lnTo>
                    <a:pt x="81" y="81"/>
                  </a:lnTo>
                  <a:lnTo>
                    <a:pt x="109" y="56"/>
                  </a:lnTo>
                  <a:lnTo>
                    <a:pt x="139" y="36"/>
                  </a:lnTo>
                  <a:lnTo>
                    <a:pt x="171" y="21"/>
                  </a:lnTo>
                  <a:lnTo>
                    <a:pt x="204" y="10"/>
                  </a:lnTo>
                  <a:lnTo>
                    <a:pt x="239" y="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823794" y="3584454"/>
            <a:ext cx="848796" cy="767450"/>
            <a:chOff x="576263" y="971550"/>
            <a:chExt cx="381001" cy="344488"/>
          </a:xfrm>
          <a:solidFill>
            <a:schemeClr val="tx2"/>
          </a:solidFill>
        </p:grpSpPr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844551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2 w 994"/>
                <a:gd name="T3" fmla="*/ 0 h 658"/>
                <a:gd name="T4" fmla="*/ 844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69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3 w 994"/>
                <a:gd name="T27" fmla="*/ 539 h 658"/>
                <a:gd name="T28" fmla="*/ 968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1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4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4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1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2" y="0"/>
                  </a:lnTo>
                  <a:lnTo>
                    <a:pt x="844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3" y="539"/>
                  </a:lnTo>
                  <a:lnTo>
                    <a:pt x="968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1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4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4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1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576263" y="1241425"/>
              <a:ext cx="112713" cy="74613"/>
            </a:xfrm>
            <a:custGeom>
              <a:avLst/>
              <a:gdLst>
                <a:gd name="T0" fmla="*/ 183 w 994"/>
                <a:gd name="T1" fmla="*/ 0 h 658"/>
                <a:gd name="T2" fmla="*/ 811 w 994"/>
                <a:gd name="T3" fmla="*/ 0 h 658"/>
                <a:gd name="T4" fmla="*/ 843 w 994"/>
                <a:gd name="T5" fmla="*/ 3 h 658"/>
                <a:gd name="T6" fmla="*/ 875 w 994"/>
                <a:gd name="T7" fmla="*/ 11 h 658"/>
                <a:gd name="T8" fmla="*/ 903 w 994"/>
                <a:gd name="T9" fmla="*/ 25 h 658"/>
                <a:gd name="T10" fmla="*/ 929 w 994"/>
                <a:gd name="T11" fmla="*/ 43 h 658"/>
                <a:gd name="T12" fmla="*/ 951 w 994"/>
                <a:gd name="T13" fmla="*/ 65 h 658"/>
                <a:gd name="T14" fmla="*/ 970 w 994"/>
                <a:gd name="T15" fmla="*/ 91 h 658"/>
                <a:gd name="T16" fmla="*/ 983 w 994"/>
                <a:gd name="T17" fmla="*/ 119 h 658"/>
                <a:gd name="T18" fmla="*/ 991 w 994"/>
                <a:gd name="T19" fmla="*/ 150 h 658"/>
                <a:gd name="T20" fmla="*/ 994 w 994"/>
                <a:gd name="T21" fmla="*/ 183 h 658"/>
                <a:gd name="T22" fmla="*/ 994 w 994"/>
                <a:gd name="T23" fmla="*/ 475 h 658"/>
                <a:gd name="T24" fmla="*/ 991 w 994"/>
                <a:gd name="T25" fmla="*/ 508 h 658"/>
                <a:gd name="T26" fmla="*/ 982 w 994"/>
                <a:gd name="T27" fmla="*/ 539 h 658"/>
                <a:gd name="T28" fmla="*/ 969 w 994"/>
                <a:gd name="T29" fmla="*/ 567 h 658"/>
                <a:gd name="T30" fmla="*/ 950 w 994"/>
                <a:gd name="T31" fmla="*/ 593 h 658"/>
                <a:gd name="T32" fmla="*/ 929 w 994"/>
                <a:gd name="T33" fmla="*/ 615 h 658"/>
                <a:gd name="T34" fmla="*/ 903 w 994"/>
                <a:gd name="T35" fmla="*/ 633 h 658"/>
                <a:gd name="T36" fmla="*/ 875 w 994"/>
                <a:gd name="T37" fmla="*/ 647 h 658"/>
                <a:gd name="T38" fmla="*/ 843 w 994"/>
                <a:gd name="T39" fmla="*/ 655 h 658"/>
                <a:gd name="T40" fmla="*/ 811 w 994"/>
                <a:gd name="T41" fmla="*/ 658 h 658"/>
                <a:gd name="T42" fmla="*/ 183 w 994"/>
                <a:gd name="T43" fmla="*/ 658 h 658"/>
                <a:gd name="T44" fmla="*/ 150 w 994"/>
                <a:gd name="T45" fmla="*/ 655 h 658"/>
                <a:gd name="T46" fmla="*/ 119 w 994"/>
                <a:gd name="T47" fmla="*/ 647 h 658"/>
                <a:gd name="T48" fmla="*/ 91 w 994"/>
                <a:gd name="T49" fmla="*/ 633 h 658"/>
                <a:gd name="T50" fmla="*/ 65 w 994"/>
                <a:gd name="T51" fmla="*/ 615 h 658"/>
                <a:gd name="T52" fmla="*/ 43 w 994"/>
                <a:gd name="T53" fmla="*/ 593 h 658"/>
                <a:gd name="T54" fmla="*/ 25 w 994"/>
                <a:gd name="T55" fmla="*/ 567 h 658"/>
                <a:gd name="T56" fmla="*/ 11 w 994"/>
                <a:gd name="T57" fmla="*/ 539 h 658"/>
                <a:gd name="T58" fmla="*/ 3 w 994"/>
                <a:gd name="T59" fmla="*/ 508 h 658"/>
                <a:gd name="T60" fmla="*/ 0 w 994"/>
                <a:gd name="T61" fmla="*/ 475 h 658"/>
                <a:gd name="T62" fmla="*/ 0 w 994"/>
                <a:gd name="T63" fmla="*/ 183 h 658"/>
                <a:gd name="T64" fmla="*/ 3 w 994"/>
                <a:gd name="T65" fmla="*/ 150 h 658"/>
                <a:gd name="T66" fmla="*/ 11 w 994"/>
                <a:gd name="T67" fmla="*/ 119 h 658"/>
                <a:gd name="T68" fmla="*/ 25 w 994"/>
                <a:gd name="T69" fmla="*/ 91 h 658"/>
                <a:gd name="T70" fmla="*/ 43 w 994"/>
                <a:gd name="T71" fmla="*/ 65 h 658"/>
                <a:gd name="T72" fmla="*/ 65 w 994"/>
                <a:gd name="T73" fmla="*/ 43 h 658"/>
                <a:gd name="T74" fmla="*/ 91 w 994"/>
                <a:gd name="T75" fmla="*/ 25 h 658"/>
                <a:gd name="T76" fmla="*/ 119 w 994"/>
                <a:gd name="T77" fmla="*/ 11 h 658"/>
                <a:gd name="T78" fmla="*/ 150 w 994"/>
                <a:gd name="T79" fmla="*/ 3 h 658"/>
                <a:gd name="T80" fmla="*/ 183 w 994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4" h="658">
                  <a:moveTo>
                    <a:pt x="183" y="0"/>
                  </a:moveTo>
                  <a:lnTo>
                    <a:pt x="811" y="0"/>
                  </a:lnTo>
                  <a:lnTo>
                    <a:pt x="843" y="3"/>
                  </a:lnTo>
                  <a:lnTo>
                    <a:pt x="875" y="11"/>
                  </a:lnTo>
                  <a:lnTo>
                    <a:pt x="903" y="25"/>
                  </a:lnTo>
                  <a:lnTo>
                    <a:pt x="929" y="43"/>
                  </a:lnTo>
                  <a:lnTo>
                    <a:pt x="951" y="65"/>
                  </a:lnTo>
                  <a:lnTo>
                    <a:pt x="970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4" y="183"/>
                  </a:lnTo>
                  <a:lnTo>
                    <a:pt x="994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0" y="593"/>
                  </a:lnTo>
                  <a:lnTo>
                    <a:pt x="929" y="615"/>
                  </a:lnTo>
                  <a:lnTo>
                    <a:pt x="903" y="633"/>
                  </a:lnTo>
                  <a:lnTo>
                    <a:pt x="875" y="647"/>
                  </a:lnTo>
                  <a:lnTo>
                    <a:pt x="843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19" y="647"/>
                  </a:lnTo>
                  <a:lnTo>
                    <a:pt x="91" y="633"/>
                  </a:lnTo>
                  <a:lnTo>
                    <a:pt x="65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1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5" y="43"/>
                  </a:lnTo>
                  <a:lnTo>
                    <a:pt x="91" y="25"/>
                  </a:lnTo>
                  <a:lnTo>
                    <a:pt x="119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8"/>
            <p:cNvSpPr>
              <a:spLocks noEditPoints="1"/>
            </p:cNvSpPr>
            <p:nvPr/>
          </p:nvSpPr>
          <p:spPr bwMode="auto">
            <a:xfrm>
              <a:off x="622301" y="971550"/>
              <a:ext cx="288925" cy="252413"/>
            </a:xfrm>
            <a:custGeom>
              <a:avLst/>
              <a:gdLst>
                <a:gd name="T0" fmla="*/ 494 w 2546"/>
                <a:gd name="T1" fmla="*/ 577 h 2226"/>
                <a:gd name="T2" fmla="*/ 502 w 2546"/>
                <a:gd name="T3" fmla="*/ 1258 h 2226"/>
                <a:gd name="T4" fmla="*/ 543 w 2546"/>
                <a:gd name="T5" fmla="*/ 1321 h 2226"/>
                <a:gd name="T6" fmla="*/ 615 w 2546"/>
                <a:gd name="T7" fmla="*/ 1350 h 2226"/>
                <a:gd name="T8" fmla="*/ 1435 w 2546"/>
                <a:gd name="T9" fmla="*/ 1352 h 2226"/>
                <a:gd name="T10" fmla="*/ 1957 w 2546"/>
                <a:gd name="T11" fmla="*/ 1344 h 2226"/>
                <a:gd name="T12" fmla="*/ 2018 w 2546"/>
                <a:gd name="T13" fmla="*/ 1303 h 2226"/>
                <a:gd name="T14" fmla="*/ 2049 w 2546"/>
                <a:gd name="T15" fmla="*/ 1233 h 2226"/>
                <a:gd name="T16" fmla="*/ 495 w 2546"/>
                <a:gd name="T17" fmla="*/ 550 h 2226"/>
                <a:gd name="T18" fmla="*/ 1842 w 2546"/>
                <a:gd name="T19" fmla="*/ 201 h 2226"/>
                <a:gd name="T20" fmla="*/ 1801 w 2546"/>
                <a:gd name="T21" fmla="*/ 253 h 2226"/>
                <a:gd name="T22" fmla="*/ 1810 w 2546"/>
                <a:gd name="T23" fmla="*/ 321 h 2226"/>
                <a:gd name="T24" fmla="*/ 1863 w 2546"/>
                <a:gd name="T25" fmla="*/ 362 h 2226"/>
                <a:gd name="T26" fmla="*/ 1930 w 2546"/>
                <a:gd name="T27" fmla="*/ 353 h 2226"/>
                <a:gd name="T28" fmla="*/ 1971 w 2546"/>
                <a:gd name="T29" fmla="*/ 300 h 2226"/>
                <a:gd name="T30" fmla="*/ 1962 w 2546"/>
                <a:gd name="T31" fmla="*/ 232 h 2226"/>
                <a:gd name="T32" fmla="*/ 1909 w 2546"/>
                <a:gd name="T33" fmla="*/ 192 h 2226"/>
                <a:gd name="T34" fmla="*/ 1560 w 2546"/>
                <a:gd name="T35" fmla="*/ 192 h 2226"/>
                <a:gd name="T36" fmla="*/ 1508 w 2546"/>
                <a:gd name="T37" fmla="*/ 232 h 2226"/>
                <a:gd name="T38" fmla="*/ 1499 w 2546"/>
                <a:gd name="T39" fmla="*/ 300 h 2226"/>
                <a:gd name="T40" fmla="*/ 1539 w 2546"/>
                <a:gd name="T41" fmla="*/ 353 h 2226"/>
                <a:gd name="T42" fmla="*/ 1607 w 2546"/>
                <a:gd name="T43" fmla="*/ 362 h 2226"/>
                <a:gd name="T44" fmla="*/ 1659 w 2546"/>
                <a:gd name="T45" fmla="*/ 321 h 2226"/>
                <a:gd name="T46" fmla="*/ 1668 w 2546"/>
                <a:gd name="T47" fmla="*/ 253 h 2226"/>
                <a:gd name="T48" fmla="*/ 1628 w 2546"/>
                <a:gd name="T49" fmla="*/ 201 h 2226"/>
                <a:gd name="T50" fmla="*/ 1281 w 2546"/>
                <a:gd name="T51" fmla="*/ 189 h 2226"/>
                <a:gd name="T52" fmla="*/ 1218 w 2546"/>
                <a:gd name="T53" fmla="*/ 214 h 2226"/>
                <a:gd name="T54" fmla="*/ 1192 w 2546"/>
                <a:gd name="T55" fmla="*/ 276 h 2226"/>
                <a:gd name="T56" fmla="*/ 1218 w 2546"/>
                <a:gd name="T57" fmla="*/ 339 h 2226"/>
                <a:gd name="T58" fmla="*/ 1281 w 2546"/>
                <a:gd name="T59" fmla="*/ 365 h 2226"/>
                <a:gd name="T60" fmla="*/ 1343 w 2546"/>
                <a:gd name="T61" fmla="*/ 339 h 2226"/>
                <a:gd name="T62" fmla="*/ 1368 w 2546"/>
                <a:gd name="T63" fmla="*/ 276 h 2226"/>
                <a:gd name="T64" fmla="*/ 1343 w 2546"/>
                <a:gd name="T65" fmla="*/ 214 h 2226"/>
                <a:gd name="T66" fmla="*/ 1281 w 2546"/>
                <a:gd name="T67" fmla="*/ 189 h 2226"/>
                <a:gd name="T68" fmla="*/ 1947 w 2546"/>
                <a:gd name="T69" fmla="*/ 3 h 2226"/>
                <a:gd name="T70" fmla="*/ 2072 w 2546"/>
                <a:gd name="T71" fmla="*/ 44 h 2226"/>
                <a:gd name="T72" fmla="*/ 2166 w 2546"/>
                <a:gd name="T73" fmla="*/ 126 h 2226"/>
                <a:gd name="T74" fmla="*/ 2221 w 2546"/>
                <a:gd name="T75" fmla="*/ 243 h 2226"/>
                <a:gd name="T76" fmla="*/ 2232 w 2546"/>
                <a:gd name="T77" fmla="*/ 1204 h 2226"/>
                <a:gd name="T78" fmla="*/ 2212 w 2546"/>
                <a:gd name="T79" fmla="*/ 1328 h 2226"/>
                <a:gd name="T80" fmla="*/ 2150 w 2546"/>
                <a:gd name="T81" fmla="*/ 1428 h 2226"/>
                <a:gd name="T82" fmla="*/ 2049 w 2546"/>
                <a:gd name="T83" fmla="*/ 1503 h 2226"/>
                <a:gd name="T84" fmla="*/ 1935 w 2546"/>
                <a:gd name="T85" fmla="*/ 1533 h 2226"/>
                <a:gd name="T86" fmla="*/ 1363 w 2546"/>
                <a:gd name="T87" fmla="*/ 1885 h 2226"/>
                <a:gd name="T88" fmla="*/ 2494 w 2546"/>
                <a:gd name="T89" fmla="*/ 1895 h 2226"/>
                <a:gd name="T90" fmla="*/ 2535 w 2546"/>
                <a:gd name="T91" fmla="*/ 1936 h 2226"/>
                <a:gd name="T92" fmla="*/ 2546 w 2546"/>
                <a:gd name="T93" fmla="*/ 2226 h 2226"/>
                <a:gd name="T94" fmla="*/ 1364 w 2546"/>
                <a:gd name="T95" fmla="*/ 2067 h 2226"/>
                <a:gd name="T96" fmla="*/ 1182 w 2546"/>
                <a:gd name="T97" fmla="*/ 2067 h 2226"/>
                <a:gd name="T98" fmla="*/ 0 w 2546"/>
                <a:gd name="T99" fmla="*/ 2226 h 2226"/>
                <a:gd name="T100" fmla="*/ 10 w 2546"/>
                <a:gd name="T101" fmla="*/ 1936 h 2226"/>
                <a:gd name="T102" fmla="*/ 51 w 2546"/>
                <a:gd name="T103" fmla="*/ 1895 h 2226"/>
                <a:gd name="T104" fmla="*/ 1181 w 2546"/>
                <a:gd name="T105" fmla="*/ 1885 h 2226"/>
                <a:gd name="T106" fmla="*/ 799 w 2546"/>
                <a:gd name="T107" fmla="*/ 1535 h 2226"/>
                <a:gd name="T108" fmla="*/ 547 w 2546"/>
                <a:gd name="T109" fmla="*/ 1523 h 2226"/>
                <a:gd name="T110" fmla="*/ 439 w 2546"/>
                <a:gd name="T111" fmla="*/ 1471 h 2226"/>
                <a:gd name="T112" fmla="*/ 360 w 2546"/>
                <a:gd name="T113" fmla="*/ 1383 h 2226"/>
                <a:gd name="T114" fmla="*/ 318 w 2546"/>
                <a:gd name="T115" fmla="*/ 1275 h 2226"/>
                <a:gd name="T116" fmla="*/ 312 w 2546"/>
                <a:gd name="T117" fmla="*/ 326 h 2226"/>
                <a:gd name="T118" fmla="*/ 337 w 2546"/>
                <a:gd name="T119" fmla="*/ 197 h 2226"/>
                <a:gd name="T120" fmla="*/ 407 w 2546"/>
                <a:gd name="T121" fmla="*/ 94 h 2226"/>
                <a:gd name="T122" fmla="*/ 512 w 2546"/>
                <a:gd name="T123" fmla="*/ 25 h 2226"/>
                <a:gd name="T124" fmla="*/ 641 w 2546"/>
                <a:gd name="T125" fmla="*/ 0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46" h="2226">
                  <a:moveTo>
                    <a:pt x="495" y="550"/>
                  </a:moveTo>
                  <a:lnTo>
                    <a:pt x="494" y="564"/>
                  </a:lnTo>
                  <a:lnTo>
                    <a:pt x="494" y="577"/>
                  </a:lnTo>
                  <a:lnTo>
                    <a:pt x="494" y="1202"/>
                  </a:lnTo>
                  <a:lnTo>
                    <a:pt x="496" y="1232"/>
                  </a:lnTo>
                  <a:lnTo>
                    <a:pt x="502" y="1258"/>
                  </a:lnTo>
                  <a:lnTo>
                    <a:pt x="512" y="1283"/>
                  </a:lnTo>
                  <a:lnTo>
                    <a:pt x="526" y="1303"/>
                  </a:lnTo>
                  <a:lnTo>
                    <a:pt x="543" y="1321"/>
                  </a:lnTo>
                  <a:lnTo>
                    <a:pt x="564" y="1334"/>
                  </a:lnTo>
                  <a:lnTo>
                    <a:pt x="587" y="1344"/>
                  </a:lnTo>
                  <a:lnTo>
                    <a:pt x="615" y="1350"/>
                  </a:lnTo>
                  <a:lnTo>
                    <a:pt x="644" y="1352"/>
                  </a:lnTo>
                  <a:lnTo>
                    <a:pt x="969" y="1352"/>
                  </a:lnTo>
                  <a:lnTo>
                    <a:pt x="1435" y="1352"/>
                  </a:lnTo>
                  <a:lnTo>
                    <a:pt x="1902" y="1353"/>
                  </a:lnTo>
                  <a:lnTo>
                    <a:pt x="1930" y="1350"/>
                  </a:lnTo>
                  <a:lnTo>
                    <a:pt x="1957" y="1344"/>
                  </a:lnTo>
                  <a:lnTo>
                    <a:pt x="1980" y="1334"/>
                  </a:lnTo>
                  <a:lnTo>
                    <a:pt x="2001" y="1321"/>
                  </a:lnTo>
                  <a:lnTo>
                    <a:pt x="2018" y="1303"/>
                  </a:lnTo>
                  <a:lnTo>
                    <a:pt x="2032" y="1283"/>
                  </a:lnTo>
                  <a:lnTo>
                    <a:pt x="2042" y="1259"/>
                  </a:lnTo>
                  <a:lnTo>
                    <a:pt x="2049" y="1233"/>
                  </a:lnTo>
                  <a:lnTo>
                    <a:pt x="2051" y="1203"/>
                  </a:lnTo>
                  <a:lnTo>
                    <a:pt x="2051" y="550"/>
                  </a:lnTo>
                  <a:lnTo>
                    <a:pt x="495" y="550"/>
                  </a:lnTo>
                  <a:close/>
                  <a:moveTo>
                    <a:pt x="1886" y="189"/>
                  </a:moveTo>
                  <a:lnTo>
                    <a:pt x="1863" y="192"/>
                  </a:lnTo>
                  <a:lnTo>
                    <a:pt x="1842" y="201"/>
                  </a:lnTo>
                  <a:lnTo>
                    <a:pt x="1823" y="214"/>
                  </a:lnTo>
                  <a:lnTo>
                    <a:pt x="1810" y="232"/>
                  </a:lnTo>
                  <a:lnTo>
                    <a:pt x="1801" y="253"/>
                  </a:lnTo>
                  <a:lnTo>
                    <a:pt x="1798" y="276"/>
                  </a:lnTo>
                  <a:lnTo>
                    <a:pt x="1801" y="300"/>
                  </a:lnTo>
                  <a:lnTo>
                    <a:pt x="1810" y="321"/>
                  </a:lnTo>
                  <a:lnTo>
                    <a:pt x="1823" y="339"/>
                  </a:lnTo>
                  <a:lnTo>
                    <a:pt x="1842" y="353"/>
                  </a:lnTo>
                  <a:lnTo>
                    <a:pt x="1863" y="362"/>
                  </a:lnTo>
                  <a:lnTo>
                    <a:pt x="1886" y="365"/>
                  </a:lnTo>
                  <a:lnTo>
                    <a:pt x="1909" y="362"/>
                  </a:lnTo>
                  <a:lnTo>
                    <a:pt x="1930" y="353"/>
                  </a:lnTo>
                  <a:lnTo>
                    <a:pt x="1949" y="339"/>
                  </a:lnTo>
                  <a:lnTo>
                    <a:pt x="1962" y="321"/>
                  </a:lnTo>
                  <a:lnTo>
                    <a:pt x="1971" y="300"/>
                  </a:lnTo>
                  <a:lnTo>
                    <a:pt x="1974" y="276"/>
                  </a:lnTo>
                  <a:lnTo>
                    <a:pt x="1971" y="253"/>
                  </a:lnTo>
                  <a:lnTo>
                    <a:pt x="1962" y="232"/>
                  </a:lnTo>
                  <a:lnTo>
                    <a:pt x="1949" y="214"/>
                  </a:lnTo>
                  <a:lnTo>
                    <a:pt x="1930" y="201"/>
                  </a:lnTo>
                  <a:lnTo>
                    <a:pt x="1909" y="192"/>
                  </a:lnTo>
                  <a:lnTo>
                    <a:pt x="1886" y="189"/>
                  </a:lnTo>
                  <a:close/>
                  <a:moveTo>
                    <a:pt x="1583" y="189"/>
                  </a:moveTo>
                  <a:lnTo>
                    <a:pt x="1560" y="192"/>
                  </a:lnTo>
                  <a:lnTo>
                    <a:pt x="1539" y="201"/>
                  </a:lnTo>
                  <a:lnTo>
                    <a:pt x="1521" y="214"/>
                  </a:lnTo>
                  <a:lnTo>
                    <a:pt x="1508" y="232"/>
                  </a:lnTo>
                  <a:lnTo>
                    <a:pt x="1499" y="253"/>
                  </a:lnTo>
                  <a:lnTo>
                    <a:pt x="1496" y="276"/>
                  </a:lnTo>
                  <a:lnTo>
                    <a:pt x="1499" y="300"/>
                  </a:lnTo>
                  <a:lnTo>
                    <a:pt x="1508" y="321"/>
                  </a:lnTo>
                  <a:lnTo>
                    <a:pt x="1521" y="339"/>
                  </a:lnTo>
                  <a:lnTo>
                    <a:pt x="1539" y="353"/>
                  </a:lnTo>
                  <a:lnTo>
                    <a:pt x="1560" y="362"/>
                  </a:lnTo>
                  <a:lnTo>
                    <a:pt x="1583" y="365"/>
                  </a:lnTo>
                  <a:lnTo>
                    <a:pt x="1607" y="362"/>
                  </a:lnTo>
                  <a:lnTo>
                    <a:pt x="1628" y="353"/>
                  </a:lnTo>
                  <a:lnTo>
                    <a:pt x="1645" y="339"/>
                  </a:lnTo>
                  <a:lnTo>
                    <a:pt x="1659" y="321"/>
                  </a:lnTo>
                  <a:lnTo>
                    <a:pt x="1668" y="300"/>
                  </a:lnTo>
                  <a:lnTo>
                    <a:pt x="1672" y="276"/>
                  </a:lnTo>
                  <a:lnTo>
                    <a:pt x="1668" y="253"/>
                  </a:lnTo>
                  <a:lnTo>
                    <a:pt x="1659" y="232"/>
                  </a:lnTo>
                  <a:lnTo>
                    <a:pt x="1645" y="214"/>
                  </a:lnTo>
                  <a:lnTo>
                    <a:pt x="1628" y="201"/>
                  </a:lnTo>
                  <a:lnTo>
                    <a:pt x="1607" y="192"/>
                  </a:lnTo>
                  <a:lnTo>
                    <a:pt x="1583" y="189"/>
                  </a:lnTo>
                  <a:close/>
                  <a:moveTo>
                    <a:pt x="1281" y="189"/>
                  </a:moveTo>
                  <a:lnTo>
                    <a:pt x="1257" y="192"/>
                  </a:lnTo>
                  <a:lnTo>
                    <a:pt x="1236" y="201"/>
                  </a:lnTo>
                  <a:lnTo>
                    <a:pt x="1218" y="214"/>
                  </a:lnTo>
                  <a:lnTo>
                    <a:pt x="1204" y="232"/>
                  </a:lnTo>
                  <a:lnTo>
                    <a:pt x="1195" y="253"/>
                  </a:lnTo>
                  <a:lnTo>
                    <a:pt x="1192" y="276"/>
                  </a:lnTo>
                  <a:lnTo>
                    <a:pt x="1195" y="300"/>
                  </a:lnTo>
                  <a:lnTo>
                    <a:pt x="1204" y="321"/>
                  </a:lnTo>
                  <a:lnTo>
                    <a:pt x="1218" y="339"/>
                  </a:lnTo>
                  <a:lnTo>
                    <a:pt x="1236" y="353"/>
                  </a:lnTo>
                  <a:lnTo>
                    <a:pt x="1257" y="362"/>
                  </a:lnTo>
                  <a:lnTo>
                    <a:pt x="1281" y="365"/>
                  </a:lnTo>
                  <a:lnTo>
                    <a:pt x="1304" y="362"/>
                  </a:lnTo>
                  <a:lnTo>
                    <a:pt x="1324" y="353"/>
                  </a:lnTo>
                  <a:lnTo>
                    <a:pt x="1343" y="339"/>
                  </a:lnTo>
                  <a:lnTo>
                    <a:pt x="1356" y="321"/>
                  </a:lnTo>
                  <a:lnTo>
                    <a:pt x="1365" y="300"/>
                  </a:lnTo>
                  <a:lnTo>
                    <a:pt x="1368" y="276"/>
                  </a:lnTo>
                  <a:lnTo>
                    <a:pt x="1365" y="253"/>
                  </a:lnTo>
                  <a:lnTo>
                    <a:pt x="1356" y="232"/>
                  </a:lnTo>
                  <a:lnTo>
                    <a:pt x="1343" y="214"/>
                  </a:lnTo>
                  <a:lnTo>
                    <a:pt x="1324" y="201"/>
                  </a:lnTo>
                  <a:lnTo>
                    <a:pt x="1304" y="192"/>
                  </a:lnTo>
                  <a:lnTo>
                    <a:pt x="1281" y="189"/>
                  </a:lnTo>
                  <a:close/>
                  <a:moveTo>
                    <a:pt x="641" y="0"/>
                  </a:moveTo>
                  <a:lnTo>
                    <a:pt x="1900" y="0"/>
                  </a:lnTo>
                  <a:lnTo>
                    <a:pt x="1947" y="3"/>
                  </a:lnTo>
                  <a:lnTo>
                    <a:pt x="1992" y="12"/>
                  </a:lnTo>
                  <a:lnTo>
                    <a:pt x="2033" y="25"/>
                  </a:lnTo>
                  <a:lnTo>
                    <a:pt x="2072" y="44"/>
                  </a:lnTo>
                  <a:lnTo>
                    <a:pt x="2107" y="67"/>
                  </a:lnTo>
                  <a:lnTo>
                    <a:pt x="2138" y="95"/>
                  </a:lnTo>
                  <a:lnTo>
                    <a:pt x="2166" y="126"/>
                  </a:lnTo>
                  <a:lnTo>
                    <a:pt x="2189" y="162"/>
                  </a:lnTo>
                  <a:lnTo>
                    <a:pt x="2207" y="201"/>
                  </a:lnTo>
                  <a:lnTo>
                    <a:pt x="2221" y="243"/>
                  </a:lnTo>
                  <a:lnTo>
                    <a:pt x="2229" y="288"/>
                  </a:lnTo>
                  <a:lnTo>
                    <a:pt x="2232" y="334"/>
                  </a:lnTo>
                  <a:lnTo>
                    <a:pt x="2232" y="1204"/>
                  </a:lnTo>
                  <a:lnTo>
                    <a:pt x="2230" y="1248"/>
                  </a:lnTo>
                  <a:lnTo>
                    <a:pt x="2223" y="1289"/>
                  </a:lnTo>
                  <a:lnTo>
                    <a:pt x="2212" y="1328"/>
                  </a:lnTo>
                  <a:lnTo>
                    <a:pt x="2195" y="1363"/>
                  </a:lnTo>
                  <a:lnTo>
                    <a:pt x="2175" y="1397"/>
                  </a:lnTo>
                  <a:lnTo>
                    <a:pt x="2150" y="1428"/>
                  </a:lnTo>
                  <a:lnTo>
                    <a:pt x="2121" y="1455"/>
                  </a:lnTo>
                  <a:lnTo>
                    <a:pt x="2087" y="1481"/>
                  </a:lnTo>
                  <a:lnTo>
                    <a:pt x="2049" y="1503"/>
                  </a:lnTo>
                  <a:lnTo>
                    <a:pt x="2012" y="1517"/>
                  </a:lnTo>
                  <a:lnTo>
                    <a:pt x="1974" y="1528"/>
                  </a:lnTo>
                  <a:lnTo>
                    <a:pt x="1935" y="1533"/>
                  </a:lnTo>
                  <a:lnTo>
                    <a:pt x="1896" y="1535"/>
                  </a:lnTo>
                  <a:lnTo>
                    <a:pt x="1363" y="1535"/>
                  </a:lnTo>
                  <a:lnTo>
                    <a:pt x="1363" y="1885"/>
                  </a:lnTo>
                  <a:lnTo>
                    <a:pt x="2454" y="1885"/>
                  </a:lnTo>
                  <a:lnTo>
                    <a:pt x="2474" y="1887"/>
                  </a:lnTo>
                  <a:lnTo>
                    <a:pt x="2494" y="1895"/>
                  </a:lnTo>
                  <a:lnTo>
                    <a:pt x="2511" y="1906"/>
                  </a:lnTo>
                  <a:lnTo>
                    <a:pt x="2525" y="1919"/>
                  </a:lnTo>
                  <a:lnTo>
                    <a:pt x="2535" y="1936"/>
                  </a:lnTo>
                  <a:lnTo>
                    <a:pt x="2543" y="1956"/>
                  </a:lnTo>
                  <a:lnTo>
                    <a:pt x="2546" y="1976"/>
                  </a:lnTo>
                  <a:lnTo>
                    <a:pt x="2546" y="2226"/>
                  </a:lnTo>
                  <a:lnTo>
                    <a:pt x="2363" y="2226"/>
                  </a:lnTo>
                  <a:lnTo>
                    <a:pt x="2363" y="2067"/>
                  </a:lnTo>
                  <a:lnTo>
                    <a:pt x="1364" y="2067"/>
                  </a:lnTo>
                  <a:lnTo>
                    <a:pt x="1364" y="2226"/>
                  </a:lnTo>
                  <a:lnTo>
                    <a:pt x="1182" y="2226"/>
                  </a:lnTo>
                  <a:lnTo>
                    <a:pt x="1182" y="2067"/>
                  </a:lnTo>
                  <a:lnTo>
                    <a:pt x="183" y="2067"/>
                  </a:lnTo>
                  <a:lnTo>
                    <a:pt x="183" y="2226"/>
                  </a:lnTo>
                  <a:lnTo>
                    <a:pt x="0" y="2226"/>
                  </a:lnTo>
                  <a:lnTo>
                    <a:pt x="0" y="1976"/>
                  </a:lnTo>
                  <a:lnTo>
                    <a:pt x="2" y="1956"/>
                  </a:lnTo>
                  <a:lnTo>
                    <a:pt x="10" y="1936"/>
                  </a:lnTo>
                  <a:lnTo>
                    <a:pt x="21" y="1920"/>
                  </a:lnTo>
                  <a:lnTo>
                    <a:pt x="35" y="1906"/>
                  </a:lnTo>
                  <a:lnTo>
                    <a:pt x="51" y="1895"/>
                  </a:lnTo>
                  <a:lnTo>
                    <a:pt x="71" y="1887"/>
                  </a:lnTo>
                  <a:lnTo>
                    <a:pt x="92" y="1885"/>
                  </a:lnTo>
                  <a:lnTo>
                    <a:pt x="1181" y="1885"/>
                  </a:lnTo>
                  <a:lnTo>
                    <a:pt x="1181" y="1535"/>
                  </a:lnTo>
                  <a:lnTo>
                    <a:pt x="968" y="1535"/>
                  </a:lnTo>
                  <a:lnTo>
                    <a:pt x="799" y="1535"/>
                  </a:lnTo>
                  <a:lnTo>
                    <a:pt x="631" y="1535"/>
                  </a:lnTo>
                  <a:lnTo>
                    <a:pt x="588" y="1532"/>
                  </a:lnTo>
                  <a:lnTo>
                    <a:pt x="547" y="1523"/>
                  </a:lnTo>
                  <a:lnTo>
                    <a:pt x="510" y="1511"/>
                  </a:lnTo>
                  <a:lnTo>
                    <a:pt x="473" y="1493"/>
                  </a:lnTo>
                  <a:lnTo>
                    <a:pt x="439" y="1471"/>
                  </a:lnTo>
                  <a:lnTo>
                    <a:pt x="410" y="1446"/>
                  </a:lnTo>
                  <a:lnTo>
                    <a:pt x="382" y="1416"/>
                  </a:lnTo>
                  <a:lnTo>
                    <a:pt x="360" y="1383"/>
                  </a:lnTo>
                  <a:lnTo>
                    <a:pt x="341" y="1346"/>
                  </a:lnTo>
                  <a:lnTo>
                    <a:pt x="326" y="1307"/>
                  </a:lnTo>
                  <a:lnTo>
                    <a:pt x="318" y="1275"/>
                  </a:lnTo>
                  <a:lnTo>
                    <a:pt x="314" y="1241"/>
                  </a:lnTo>
                  <a:lnTo>
                    <a:pt x="312" y="1207"/>
                  </a:lnTo>
                  <a:lnTo>
                    <a:pt x="312" y="326"/>
                  </a:lnTo>
                  <a:lnTo>
                    <a:pt x="315" y="280"/>
                  </a:lnTo>
                  <a:lnTo>
                    <a:pt x="324" y="238"/>
                  </a:lnTo>
                  <a:lnTo>
                    <a:pt x="337" y="197"/>
                  </a:lnTo>
                  <a:lnTo>
                    <a:pt x="356" y="159"/>
                  </a:lnTo>
                  <a:lnTo>
                    <a:pt x="379" y="124"/>
                  </a:lnTo>
                  <a:lnTo>
                    <a:pt x="407" y="94"/>
                  </a:lnTo>
                  <a:lnTo>
                    <a:pt x="438" y="66"/>
                  </a:lnTo>
                  <a:lnTo>
                    <a:pt x="473" y="44"/>
                  </a:lnTo>
                  <a:lnTo>
                    <a:pt x="512" y="25"/>
                  </a:lnTo>
                  <a:lnTo>
                    <a:pt x="552" y="11"/>
                  </a:lnTo>
                  <a:lnTo>
                    <a:pt x="595" y="3"/>
                  </a:lnTo>
                  <a:lnTo>
                    <a:pt x="6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9"/>
            <p:cNvSpPr>
              <a:spLocks/>
            </p:cNvSpPr>
            <p:nvPr/>
          </p:nvSpPr>
          <p:spPr bwMode="auto">
            <a:xfrm>
              <a:off x="709613" y="1241425"/>
              <a:ext cx="112713" cy="74613"/>
            </a:xfrm>
            <a:custGeom>
              <a:avLst/>
              <a:gdLst>
                <a:gd name="T0" fmla="*/ 183 w 993"/>
                <a:gd name="T1" fmla="*/ 0 h 658"/>
                <a:gd name="T2" fmla="*/ 812 w 993"/>
                <a:gd name="T3" fmla="*/ 0 h 658"/>
                <a:gd name="T4" fmla="*/ 845 w 993"/>
                <a:gd name="T5" fmla="*/ 3 h 658"/>
                <a:gd name="T6" fmla="*/ 875 w 993"/>
                <a:gd name="T7" fmla="*/ 11 h 658"/>
                <a:gd name="T8" fmla="*/ 904 w 993"/>
                <a:gd name="T9" fmla="*/ 25 h 658"/>
                <a:gd name="T10" fmla="*/ 929 w 993"/>
                <a:gd name="T11" fmla="*/ 43 h 658"/>
                <a:gd name="T12" fmla="*/ 952 w 993"/>
                <a:gd name="T13" fmla="*/ 65 h 658"/>
                <a:gd name="T14" fmla="*/ 969 w 993"/>
                <a:gd name="T15" fmla="*/ 91 h 658"/>
                <a:gd name="T16" fmla="*/ 983 w 993"/>
                <a:gd name="T17" fmla="*/ 119 h 658"/>
                <a:gd name="T18" fmla="*/ 991 w 993"/>
                <a:gd name="T19" fmla="*/ 150 h 658"/>
                <a:gd name="T20" fmla="*/ 993 w 993"/>
                <a:gd name="T21" fmla="*/ 183 h 658"/>
                <a:gd name="T22" fmla="*/ 993 w 993"/>
                <a:gd name="T23" fmla="*/ 475 h 658"/>
                <a:gd name="T24" fmla="*/ 991 w 993"/>
                <a:gd name="T25" fmla="*/ 508 h 658"/>
                <a:gd name="T26" fmla="*/ 982 w 993"/>
                <a:gd name="T27" fmla="*/ 539 h 658"/>
                <a:gd name="T28" fmla="*/ 969 w 993"/>
                <a:gd name="T29" fmla="*/ 567 h 658"/>
                <a:gd name="T30" fmla="*/ 951 w 993"/>
                <a:gd name="T31" fmla="*/ 593 h 658"/>
                <a:gd name="T32" fmla="*/ 928 w 993"/>
                <a:gd name="T33" fmla="*/ 615 h 658"/>
                <a:gd name="T34" fmla="*/ 903 w 993"/>
                <a:gd name="T35" fmla="*/ 633 h 658"/>
                <a:gd name="T36" fmla="*/ 874 w 993"/>
                <a:gd name="T37" fmla="*/ 647 h 658"/>
                <a:gd name="T38" fmla="*/ 844 w 993"/>
                <a:gd name="T39" fmla="*/ 655 h 658"/>
                <a:gd name="T40" fmla="*/ 811 w 993"/>
                <a:gd name="T41" fmla="*/ 658 h 658"/>
                <a:gd name="T42" fmla="*/ 183 w 993"/>
                <a:gd name="T43" fmla="*/ 658 h 658"/>
                <a:gd name="T44" fmla="*/ 150 w 993"/>
                <a:gd name="T45" fmla="*/ 655 h 658"/>
                <a:gd name="T46" fmla="*/ 120 w 993"/>
                <a:gd name="T47" fmla="*/ 647 h 658"/>
                <a:gd name="T48" fmla="*/ 91 w 993"/>
                <a:gd name="T49" fmla="*/ 633 h 658"/>
                <a:gd name="T50" fmla="*/ 66 w 993"/>
                <a:gd name="T51" fmla="*/ 615 h 658"/>
                <a:gd name="T52" fmla="*/ 43 w 993"/>
                <a:gd name="T53" fmla="*/ 593 h 658"/>
                <a:gd name="T54" fmla="*/ 25 w 993"/>
                <a:gd name="T55" fmla="*/ 567 h 658"/>
                <a:gd name="T56" fmla="*/ 12 w 993"/>
                <a:gd name="T57" fmla="*/ 539 h 658"/>
                <a:gd name="T58" fmla="*/ 3 w 993"/>
                <a:gd name="T59" fmla="*/ 508 h 658"/>
                <a:gd name="T60" fmla="*/ 0 w 993"/>
                <a:gd name="T61" fmla="*/ 475 h 658"/>
                <a:gd name="T62" fmla="*/ 0 w 993"/>
                <a:gd name="T63" fmla="*/ 183 h 658"/>
                <a:gd name="T64" fmla="*/ 3 w 993"/>
                <a:gd name="T65" fmla="*/ 150 h 658"/>
                <a:gd name="T66" fmla="*/ 12 w 993"/>
                <a:gd name="T67" fmla="*/ 119 h 658"/>
                <a:gd name="T68" fmla="*/ 25 w 993"/>
                <a:gd name="T69" fmla="*/ 91 h 658"/>
                <a:gd name="T70" fmla="*/ 43 w 993"/>
                <a:gd name="T71" fmla="*/ 65 h 658"/>
                <a:gd name="T72" fmla="*/ 66 w 993"/>
                <a:gd name="T73" fmla="*/ 43 h 658"/>
                <a:gd name="T74" fmla="*/ 91 w 993"/>
                <a:gd name="T75" fmla="*/ 25 h 658"/>
                <a:gd name="T76" fmla="*/ 120 w 993"/>
                <a:gd name="T77" fmla="*/ 11 h 658"/>
                <a:gd name="T78" fmla="*/ 150 w 993"/>
                <a:gd name="T79" fmla="*/ 3 h 658"/>
                <a:gd name="T80" fmla="*/ 183 w 993"/>
                <a:gd name="T8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3" h="658">
                  <a:moveTo>
                    <a:pt x="183" y="0"/>
                  </a:moveTo>
                  <a:lnTo>
                    <a:pt x="812" y="0"/>
                  </a:lnTo>
                  <a:lnTo>
                    <a:pt x="845" y="3"/>
                  </a:lnTo>
                  <a:lnTo>
                    <a:pt x="875" y="11"/>
                  </a:lnTo>
                  <a:lnTo>
                    <a:pt x="904" y="25"/>
                  </a:lnTo>
                  <a:lnTo>
                    <a:pt x="929" y="43"/>
                  </a:lnTo>
                  <a:lnTo>
                    <a:pt x="952" y="65"/>
                  </a:lnTo>
                  <a:lnTo>
                    <a:pt x="969" y="91"/>
                  </a:lnTo>
                  <a:lnTo>
                    <a:pt x="983" y="119"/>
                  </a:lnTo>
                  <a:lnTo>
                    <a:pt x="991" y="150"/>
                  </a:lnTo>
                  <a:lnTo>
                    <a:pt x="993" y="183"/>
                  </a:lnTo>
                  <a:lnTo>
                    <a:pt x="993" y="475"/>
                  </a:lnTo>
                  <a:lnTo>
                    <a:pt x="991" y="508"/>
                  </a:lnTo>
                  <a:lnTo>
                    <a:pt x="982" y="539"/>
                  </a:lnTo>
                  <a:lnTo>
                    <a:pt x="969" y="567"/>
                  </a:lnTo>
                  <a:lnTo>
                    <a:pt x="951" y="593"/>
                  </a:lnTo>
                  <a:lnTo>
                    <a:pt x="928" y="615"/>
                  </a:lnTo>
                  <a:lnTo>
                    <a:pt x="903" y="633"/>
                  </a:lnTo>
                  <a:lnTo>
                    <a:pt x="874" y="647"/>
                  </a:lnTo>
                  <a:lnTo>
                    <a:pt x="844" y="655"/>
                  </a:lnTo>
                  <a:lnTo>
                    <a:pt x="811" y="658"/>
                  </a:lnTo>
                  <a:lnTo>
                    <a:pt x="183" y="658"/>
                  </a:lnTo>
                  <a:lnTo>
                    <a:pt x="150" y="655"/>
                  </a:lnTo>
                  <a:lnTo>
                    <a:pt x="120" y="647"/>
                  </a:lnTo>
                  <a:lnTo>
                    <a:pt x="91" y="633"/>
                  </a:lnTo>
                  <a:lnTo>
                    <a:pt x="66" y="615"/>
                  </a:lnTo>
                  <a:lnTo>
                    <a:pt x="43" y="593"/>
                  </a:lnTo>
                  <a:lnTo>
                    <a:pt x="25" y="567"/>
                  </a:lnTo>
                  <a:lnTo>
                    <a:pt x="12" y="539"/>
                  </a:lnTo>
                  <a:lnTo>
                    <a:pt x="3" y="508"/>
                  </a:lnTo>
                  <a:lnTo>
                    <a:pt x="0" y="475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2" y="119"/>
                  </a:lnTo>
                  <a:lnTo>
                    <a:pt x="25" y="91"/>
                  </a:lnTo>
                  <a:lnTo>
                    <a:pt x="43" y="65"/>
                  </a:lnTo>
                  <a:lnTo>
                    <a:pt x="66" y="43"/>
                  </a:lnTo>
                  <a:lnTo>
                    <a:pt x="91" y="25"/>
                  </a:lnTo>
                  <a:lnTo>
                    <a:pt x="120" y="11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692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2750" y="844646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332750" y="1160444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77457" y="1018910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477457" y="2453962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332750" y="3714750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5332750" y="4030548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4477457" y="3889014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5" name="Straight Connector 34"/>
          <p:cNvCxnSpPr>
            <a:stCxn id="34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34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23475" y="2202248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2323475" y="2518046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2930877" y="895610"/>
            <a:ext cx="830712" cy="779502"/>
            <a:chOff x="1927225" y="1001713"/>
            <a:chExt cx="463550" cy="434976"/>
          </a:xfrm>
          <a:solidFill>
            <a:schemeClr val="accent1"/>
          </a:solidFill>
        </p:grpSpPr>
        <p:sp>
          <p:nvSpPr>
            <p:cNvPr id="50" name="Freeform 14"/>
            <p:cNvSpPr>
              <a:spLocks noEditPoints="1"/>
            </p:cNvSpPr>
            <p:nvPr/>
          </p:nvSpPr>
          <p:spPr bwMode="auto">
            <a:xfrm>
              <a:off x="1927225" y="1060451"/>
              <a:ext cx="144463" cy="376238"/>
            </a:xfrm>
            <a:custGeom>
              <a:avLst/>
              <a:gdLst>
                <a:gd name="T0" fmla="*/ 303 w 1094"/>
                <a:gd name="T1" fmla="*/ 1976 h 2850"/>
                <a:gd name="T2" fmla="*/ 260 w 1094"/>
                <a:gd name="T3" fmla="*/ 1998 h 2850"/>
                <a:gd name="T4" fmla="*/ 230 w 1094"/>
                <a:gd name="T5" fmla="*/ 2035 h 2850"/>
                <a:gd name="T6" fmla="*/ 219 w 1094"/>
                <a:gd name="T7" fmla="*/ 2083 h 2850"/>
                <a:gd name="T8" fmla="*/ 230 w 1094"/>
                <a:gd name="T9" fmla="*/ 2132 h 2850"/>
                <a:gd name="T10" fmla="*/ 260 w 1094"/>
                <a:gd name="T11" fmla="*/ 2169 h 2850"/>
                <a:gd name="T12" fmla="*/ 303 w 1094"/>
                <a:gd name="T13" fmla="*/ 2189 h 2850"/>
                <a:gd name="T14" fmla="*/ 354 w 1094"/>
                <a:gd name="T15" fmla="*/ 2189 h 2850"/>
                <a:gd name="T16" fmla="*/ 397 w 1094"/>
                <a:gd name="T17" fmla="*/ 2169 h 2850"/>
                <a:gd name="T18" fmla="*/ 427 w 1094"/>
                <a:gd name="T19" fmla="*/ 2132 h 2850"/>
                <a:gd name="T20" fmla="*/ 438 w 1094"/>
                <a:gd name="T21" fmla="*/ 2083 h 2850"/>
                <a:gd name="T22" fmla="*/ 427 w 1094"/>
                <a:gd name="T23" fmla="*/ 2035 h 2850"/>
                <a:gd name="T24" fmla="*/ 397 w 1094"/>
                <a:gd name="T25" fmla="*/ 1998 h 2850"/>
                <a:gd name="T26" fmla="*/ 354 w 1094"/>
                <a:gd name="T27" fmla="*/ 1976 h 2850"/>
                <a:gd name="T28" fmla="*/ 219 w 1094"/>
                <a:gd name="T29" fmla="*/ 658 h 2850"/>
                <a:gd name="T30" fmla="*/ 875 w 1094"/>
                <a:gd name="T31" fmla="*/ 877 h 2850"/>
                <a:gd name="T32" fmla="*/ 219 w 1094"/>
                <a:gd name="T33" fmla="*/ 658 h 2850"/>
                <a:gd name="T34" fmla="*/ 219 w 1094"/>
                <a:gd name="T35" fmla="*/ 439 h 2850"/>
                <a:gd name="T36" fmla="*/ 875 w 1094"/>
                <a:gd name="T37" fmla="*/ 220 h 2850"/>
                <a:gd name="T38" fmla="*/ 219 w 1094"/>
                <a:gd name="T39" fmla="*/ 0 h 2850"/>
                <a:gd name="T40" fmla="*/ 911 w 1094"/>
                <a:gd name="T41" fmla="*/ 3 h 2850"/>
                <a:gd name="T42" fmla="*/ 976 w 1094"/>
                <a:gd name="T43" fmla="*/ 25 h 2850"/>
                <a:gd name="T44" fmla="*/ 1030 w 1094"/>
                <a:gd name="T45" fmla="*/ 64 h 2850"/>
                <a:gd name="T46" fmla="*/ 1070 w 1094"/>
                <a:gd name="T47" fmla="*/ 119 h 2850"/>
                <a:gd name="T48" fmla="*/ 1092 w 1094"/>
                <a:gd name="T49" fmla="*/ 183 h 2850"/>
                <a:gd name="T50" fmla="*/ 1094 w 1094"/>
                <a:gd name="T51" fmla="*/ 2631 h 2850"/>
                <a:gd name="T52" fmla="*/ 1083 w 1094"/>
                <a:gd name="T53" fmla="*/ 2700 h 2850"/>
                <a:gd name="T54" fmla="*/ 1053 w 1094"/>
                <a:gd name="T55" fmla="*/ 2761 h 2850"/>
                <a:gd name="T56" fmla="*/ 1005 w 1094"/>
                <a:gd name="T57" fmla="*/ 2809 h 2850"/>
                <a:gd name="T58" fmla="*/ 944 w 1094"/>
                <a:gd name="T59" fmla="*/ 2839 h 2850"/>
                <a:gd name="T60" fmla="*/ 875 w 1094"/>
                <a:gd name="T61" fmla="*/ 2850 h 2850"/>
                <a:gd name="T62" fmla="*/ 184 w 1094"/>
                <a:gd name="T63" fmla="*/ 2848 h 2850"/>
                <a:gd name="T64" fmla="*/ 118 w 1094"/>
                <a:gd name="T65" fmla="*/ 2826 h 2850"/>
                <a:gd name="T66" fmla="*/ 64 w 1094"/>
                <a:gd name="T67" fmla="*/ 2786 h 2850"/>
                <a:gd name="T68" fmla="*/ 24 w 1094"/>
                <a:gd name="T69" fmla="*/ 2732 h 2850"/>
                <a:gd name="T70" fmla="*/ 3 w 1094"/>
                <a:gd name="T71" fmla="*/ 2667 h 2850"/>
                <a:gd name="T72" fmla="*/ 0 w 1094"/>
                <a:gd name="T73" fmla="*/ 220 h 2850"/>
                <a:gd name="T74" fmla="*/ 11 w 1094"/>
                <a:gd name="T75" fmla="*/ 150 h 2850"/>
                <a:gd name="T76" fmla="*/ 42 w 1094"/>
                <a:gd name="T77" fmla="*/ 90 h 2850"/>
                <a:gd name="T78" fmla="*/ 89 w 1094"/>
                <a:gd name="T79" fmla="*/ 43 h 2850"/>
                <a:gd name="T80" fmla="*/ 150 w 1094"/>
                <a:gd name="T81" fmla="*/ 11 h 2850"/>
                <a:gd name="T82" fmla="*/ 219 w 1094"/>
                <a:gd name="T83" fmla="*/ 0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94" h="2850">
                  <a:moveTo>
                    <a:pt x="328" y="1973"/>
                  </a:moveTo>
                  <a:lnTo>
                    <a:pt x="303" y="1976"/>
                  </a:lnTo>
                  <a:lnTo>
                    <a:pt x="280" y="1985"/>
                  </a:lnTo>
                  <a:lnTo>
                    <a:pt x="260" y="1998"/>
                  </a:lnTo>
                  <a:lnTo>
                    <a:pt x="243" y="2015"/>
                  </a:lnTo>
                  <a:lnTo>
                    <a:pt x="230" y="2035"/>
                  </a:lnTo>
                  <a:lnTo>
                    <a:pt x="222" y="2058"/>
                  </a:lnTo>
                  <a:lnTo>
                    <a:pt x="219" y="2083"/>
                  </a:lnTo>
                  <a:lnTo>
                    <a:pt x="222" y="2108"/>
                  </a:lnTo>
                  <a:lnTo>
                    <a:pt x="230" y="2132"/>
                  </a:lnTo>
                  <a:lnTo>
                    <a:pt x="243" y="2152"/>
                  </a:lnTo>
                  <a:lnTo>
                    <a:pt x="260" y="2169"/>
                  </a:lnTo>
                  <a:lnTo>
                    <a:pt x="280" y="2182"/>
                  </a:lnTo>
                  <a:lnTo>
                    <a:pt x="303" y="2189"/>
                  </a:lnTo>
                  <a:lnTo>
                    <a:pt x="328" y="2192"/>
                  </a:lnTo>
                  <a:lnTo>
                    <a:pt x="354" y="2189"/>
                  </a:lnTo>
                  <a:lnTo>
                    <a:pt x="376" y="2182"/>
                  </a:lnTo>
                  <a:lnTo>
                    <a:pt x="397" y="2169"/>
                  </a:lnTo>
                  <a:lnTo>
                    <a:pt x="413" y="2152"/>
                  </a:lnTo>
                  <a:lnTo>
                    <a:pt x="427" y="2132"/>
                  </a:lnTo>
                  <a:lnTo>
                    <a:pt x="434" y="2108"/>
                  </a:lnTo>
                  <a:lnTo>
                    <a:pt x="438" y="2083"/>
                  </a:lnTo>
                  <a:lnTo>
                    <a:pt x="434" y="2058"/>
                  </a:lnTo>
                  <a:lnTo>
                    <a:pt x="427" y="2035"/>
                  </a:lnTo>
                  <a:lnTo>
                    <a:pt x="413" y="2015"/>
                  </a:lnTo>
                  <a:lnTo>
                    <a:pt x="397" y="1998"/>
                  </a:lnTo>
                  <a:lnTo>
                    <a:pt x="376" y="1985"/>
                  </a:lnTo>
                  <a:lnTo>
                    <a:pt x="354" y="1976"/>
                  </a:lnTo>
                  <a:lnTo>
                    <a:pt x="328" y="1973"/>
                  </a:lnTo>
                  <a:close/>
                  <a:moveTo>
                    <a:pt x="219" y="658"/>
                  </a:moveTo>
                  <a:lnTo>
                    <a:pt x="219" y="877"/>
                  </a:lnTo>
                  <a:lnTo>
                    <a:pt x="875" y="877"/>
                  </a:lnTo>
                  <a:lnTo>
                    <a:pt x="875" y="658"/>
                  </a:lnTo>
                  <a:lnTo>
                    <a:pt x="219" y="658"/>
                  </a:lnTo>
                  <a:close/>
                  <a:moveTo>
                    <a:pt x="219" y="220"/>
                  </a:moveTo>
                  <a:lnTo>
                    <a:pt x="219" y="439"/>
                  </a:lnTo>
                  <a:lnTo>
                    <a:pt x="875" y="439"/>
                  </a:lnTo>
                  <a:lnTo>
                    <a:pt x="875" y="220"/>
                  </a:lnTo>
                  <a:lnTo>
                    <a:pt x="219" y="220"/>
                  </a:lnTo>
                  <a:close/>
                  <a:moveTo>
                    <a:pt x="219" y="0"/>
                  </a:moveTo>
                  <a:lnTo>
                    <a:pt x="875" y="0"/>
                  </a:lnTo>
                  <a:lnTo>
                    <a:pt x="911" y="3"/>
                  </a:lnTo>
                  <a:lnTo>
                    <a:pt x="944" y="11"/>
                  </a:lnTo>
                  <a:lnTo>
                    <a:pt x="976" y="25"/>
                  </a:lnTo>
                  <a:lnTo>
                    <a:pt x="1005" y="43"/>
                  </a:lnTo>
                  <a:lnTo>
                    <a:pt x="1030" y="64"/>
                  </a:lnTo>
                  <a:lnTo>
                    <a:pt x="1053" y="90"/>
                  </a:lnTo>
                  <a:lnTo>
                    <a:pt x="1070" y="119"/>
                  </a:lnTo>
                  <a:lnTo>
                    <a:pt x="1083" y="150"/>
                  </a:lnTo>
                  <a:lnTo>
                    <a:pt x="1092" y="183"/>
                  </a:lnTo>
                  <a:lnTo>
                    <a:pt x="1094" y="220"/>
                  </a:lnTo>
                  <a:lnTo>
                    <a:pt x="1094" y="2631"/>
                  </a:lnTo>
                  <a:lnTo>
                    <a:pt x="1092" y="2667"/>
                  </a:lnTo>
                  <a:lnTo>
                    <a:pt x="1083" y="2700"/>
                  </a:lnTo>
                  <a:lnTo>
                    <a:pt x="1070" y="2732"/>
                  </a:lnTo>
                  <a:lnTo>
                    <a:pt x="1053" y="2761"/>
                  </a:lnTo>
                  <a:lnTo>
                    <a:pt x="1030" y="2786"/>
                  </a:lnTo>
                  <a:lnTo>
                    <a:pt x="1005" y="2809"/>
                  </a:lnTo>
                  <a:lnTo>
                    <a:pt x="976" y="2826"/>
                  </a:lnTo>
                  <a:lnTo>
                    <a:pt x="944" y="2839"/>
                  </a:lnTo>
                  <a:lnTo>
                    <a:pt x="911" y="2848"/>
                  </a:lnTo>
                  <a:lnTo>
                    <a:pt x="875" y="2850"/>
                  </a:lnTo>
                  <a:lnTo>
                    <a:pt x="219" y="2850"/>
                  </a:lnTo>
                  <a:lnTo>
                    <a:pt x="184" y="2848"/>
                  </a:lnTo>
                  <a:lnTo>
                    <a:pt x="150" y="2839"/>
                  </a:lnTo>
                  <a:lnTo>
                    <a:pt x="118" y="2826"/>
                  </a:lnTo>
                  <a:lnTo>
                    <a:pt x="89" y="2809"/>
                  </a:lnTo>
                  <a:lnTo>
                    <a:pt x="64" y="2786"/>
                  </a:lnTo>
                  <a:lnTo>
                    <a:pt x="42" y="2761"/>
                  </a:lnTo>
                  <a:lnTo>
                    <a:pt x="24" y="2732"/>
                  </a:lnTo>
                  <a:lnTo>
                    <a:pt x="11" y="2700"/>
                  </a:lnTo>
                  <a:lnTo>
                    <a:pt x="3" y="2667"/>
                  </a:lnTo>
                  <a:lnTo>
                    <a:pt x="0" y="2631"/>
                  </a:lnTo>
                  <a:lnTo>
                    <a:pt x="0" y="220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9"/>
                  </a:lnTo>
                  <a:lnTo>
                    <a:pt x="42" y="90"/>
                  </a:lnTo>
                  <a:lnTo>
                    <a:pt x="64" y="64"/>
                  </a:lnTo>
                  <a:lnTo>
                    <a:pt x="89" y="43"/>
                  </a:lnTo>
                  <a:lnTo>
                    <a:pt x="118" y="25"/>
                  </a:lnTo>
                  <a:lnTo>
                    <a:pt x="150" y="11"/>
                  </a:lnTo>
                  <a:lnTo>
                    <a:pt x="184" y="3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5"/>
            <p:cNvSpPr>
              <a:spLocks/>
            </p:cNvSpPr>
            <p:nvPr/>
          </p:nvSpPr>
          <p:spPr bwMode="auto">
            <a:xfrm>
              <a:off x="2116138" y="1349376"/>
              <a:ext cx="144463" cy="58738"/>
            </a:xfrm>
            <a:custGeom>
              <a:avLst/>
              <a:gdLst>
                <a:gd name="T0" fmla="*/ 219 w 1095"/>
                <a:gd name="T1" fmla="*/ 0 h 439"/>
                <a:gd name="T2" fmla="*/ 876 w 1095"/>
                <a:gd name="T3" fmla="*/ 0 h 439"/>
                <a:gd name="T4" fmla="*/ 876 w 1095"/>
                <a:gd name="T5" fmla="*/ 220 h 439"/>
                <a:gd name="T6" fmla="*/ 912 w 1095"/>
                <a:gd name="T7" fmla="*/ 223 h 439"/>
                <a:gd name="T8" fmla="*/ 946 w 1095"/>
                <a:gd name="T9" fmla="*/ 231 h 439"/>
                <a:gd name="T10" fmla="*/ 976 w 1095"/>
                <a:gd name="T11" fmla="*/ 244 h 439"/>
                <a:gd name="T12" fmla="*/ 1005 w 1095"/>
                <a:gd name="T13" fmla="*/ 262 h 439"/>
                <a:gd name="T14" fmla="*/ 1030 w 1095"/>
                <a:gd name="T15" fmla="*/ 285 h 439"/>
                <a:gd name="T16" fmla="*/ 1053 w 1095"/>
                <a:gd name="T17" fmla="*/ 310 h 439"/>
                <a:gd name="T18" fmla="*/ 1071 w 1095"/>
                <a:gd name="T19" fmla="*/ 339 h 439"/>
                <a:gd name="T20" fmla="*/ 1084 w 1095"/>
                <a:gd name="T21" fmla="*/ 370 h 439"/>
                <a:gd name="T22" fmla="*/ 1092 w 1095"/>
                <a:gd name="T23" fmla="*/ 404 h 439"/>
                <a:gd name="T24" fmla="*/ 1095 w 1095"/>
                <a:gd name="T25" fmla="*/ 439 h 439"/>
                <a:gd name="T26" fmla="*/ 0 w 1095"/>
                <a:gd name="T27" fmla="*/ 439 h 439"/>
                <a:gd name="T28" fmla="*/ 3 w 1095"/>
                <a:gd name="T29" fmla="*/ 404 h 439"/>
                <a:gd name="T30" fmla="*/ 12 w 1095"/>
                <a:gd name="T31" fmla="*/ 370 h 439"/>
                <a:gd name="T32" fmla="*/ 25 w 1095"/>
                <a:gd name="T33" fmla="*/ 339 h 439"/>
                <a:gd name="T34" fmla="*/ 43 w 1095"/>
                <a:gd name="T35" fmla="*/ 310 h 439"/>
                <a:gd name="T36" fmla="*/ 65 w 1095"/>
                <a:gd name="T37" fmla="*/ 285 h 439"/>
                <a:gd name="T38" fmla="*/ 90 w 1095"/>
                <a:gd name="T39" fmla="*/ 262 h 439"/>
                <a:gd name="T40" fmla="*/ 119 w 1095"/>
                <a:gd name="T41" fmla="*/ 244 h 439"/>
                <a:gd name="T42" fmla="*/ 150 w 1095"/>
                <a:gd name="T43" fmla="*/ 231 h 439"/>
                <a:gd name="T44" fmla="*/ 184 w 1095"/>
                <a:gd name="T45" fmla="*/ 223 h 439"/>
                <a:gd name="T46" fmla="*/ 219 w 1095"/>
                <a:gd name="T47" fmla="*/ 220 h 439"/>
                <a:gd name="T48" fmla="*/ 219 w 1095"/>
                <a:gd name="T4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5" h="439">
                  <a:moveTo>
                    <a:pt x="219" y="0"/>
                  </a:moveTo>
                  <a:lnTo>
                    <a:pt x="876" y="0"/>
                  </a:lnTo>
                  <a:lnTo>
                    <a:pt x="876" y="220"/>
                  </a:lnTo>
                  <a:lnTo>
                    <a:pt x="912" y="223"/>
                  </a:lnTo>
                  <a:lnTo>
                    <a:pt x="946" y="231"/>
                  </a:lnTo>
                  <a:lnTo>
                    <a:pt x="976" y="244"/>
                  </a:lnTo>
                  <a:lnTo>
                    <a:pt x="1005" y="262"/>
                  </a:lnTo>
                  <a:lnTo>
                    <a:pt x="1030" y="285"/>
                  </a:lnTo>
                  <a:lnTo>
                    <a:pt x="1053" y="310"/>
                  </a:lnTo>
                  <a:lnTo>
                    <a:pt x="1071" y="339"/>
                  </a:lnTo>
                  <a:lnTo>
                    <a:pt x="1084" y="370"/>
                  </a:lnTo>
                  <a:lnTo>
                    <a:pt x="1092" y="404"/>
                  </a:lnTo>
                  <a:lnTo>
                    <a:pt x="1095" y="439"/>
                  </a:lnTo>
                  <a:lnTo>
                    <a:pt x="0" y="439"/>
                  </a:lnTo>
                  <a:lnTo>
                    <a:pt x="3" y="404"/>
                  </a:lnTo>
                  <a:lnTo>
                    <a:pt x="12" y="370"/>
                  </a:lnTo>
                  <a:lnTo>
                    <a:pt x="25" y="339"/>
                  </a:lnTo>
                  <a:lnTo>
                    <a:pt x="43" y="310"/>
                  </a:lnTo>
                  <a:lnTo>
                    <a:pt x="65" y="285"/>
                  </a:lnTo>
                  <a:lnTo>
                    <a:pt x="90" y="262"/>
                  </a:lnTo>
                  <a:lnTo>
                    <a:pt x="119" y="244"/>
                  </a:lnTo>
                  <a:lnTo>
                    <a:pt x="150" y="231"/>
                  </a:lnTo>
                  <a:lnTo>
                    <a:pt x="184" y="223"/>
                  </a:lnTo>
                  <a:lnTo>
                    <a:pt x="219" y="220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/>
            <p:cNvSpPr>
              <a:spLocks noEditPoints="1"/>
            </p:cNvSpPr>
            <p:nvPr/>
          </p:nvSpPr>
          <p:spPr bwMode="auto">
            <a:xfrm>
              <a:off x="1984375" y="1001713"/>
              <a:ext cx="406400" cy="319088"/>
            </a:xfrm>
            <a:custGeom>
              <a:avLst/>
              <a:gdLst>
                <a:gd name="T0" fmla="*/ 1507 w 3064"/>
                <a:gd name="T1" fmla="*/ 2086 h 2411"/>
                <a:gd name="T2" fmla="*/ 1463 w 3064"/>
                <a:gd name="T3" fmla="*/ 2107 h 2411"/>
                <a:gd name="T4" fmla="*/ 1433 w 3064"/>
                <a:gd name="T5" fmla="*/ 2144 h 2411"/>
                <a:gd name="T6" fmla="*/ 1422 w 3064"/>
                <a:gd name="T7" fmla="*/ 2192 h 2411"/>
                <a:gd name="T8" fmla="*/ 1433 w 3064"/>
                <a:gd name="T9" fmla="*/ 2240 h 2411"/>
                <a:gd name="T10" fmla="*/ 1463 w 3064"/>
                <a:gd name="T11" fmla="*/ 2278 h 2411"/>
                <a:gd name="T12" fmla="*/ 1507 w 3064"/>
                <a:gd name="T13" fmla="*/ 2298 h 2411"/>
                <a:gd name="T14" fmla="*/ 1557 w 3064"/>
                <a:gd name="T15" fmla="*/ 2298 h 2411"/>
                <a:gd name="T16" fmla="*/ 1600 w 3064"/>
                <a:gd name="T17" fmla="*/ 2278 h 2411"/>
                <a:gd name="T18" fmla="*/ 1630 w 3064"/>
                <a:gd name="T19" fmla="*/ 2240 h 2411"/>
                <a:gd name="T20" fmla="*/ 1641 w 3064"/>
                <a:gd name="T21" fmla="*/ 2192 h 2411"/>
                <a:gd name="T22" fmla="*/ 1630 w 3064"/>
                <a:gd name="T23" fmla="*/ 2144 h 2411"/>
                <a:gd name="T24" fmla="*/ 1600 w 3064"/>
                <a:gd name="T25" fmla="*/ 2107 h 2411"/>
                <a:gd name="T26" fmla="*/ 1557 w 3064"/>
                <a:gd name="T27" fmla="*/ 2086 h 2411"/>
                <a:gd name="T28" fmla="*/ 218 w 3064"/>
                <a:gd name="T29" fmla="*/ 0 h 2411"/>
                <a:gd name="T30" fmla="*/ 2880 w 3064"/>
                <a:gd name="T31" fmla="*/ 2 h 2411"/>
                <a:gd name="T32" fmla="*/ 2945 w 3064"/>
                <a:gd name="T33" fmla="*/ 24 h 2411"/>
                <a:gd name="T34" fmla="*/ 2999 w 3064"/>
                <a:gd name="T35" fmla="*/ 64 h 2411"/>
                <a:gd name="T36" fmla="*/ 3039 w 3064"/>
                <a:gd name="T37" fmla="*/ 118 h 2411"/>
                <a:gd name="T38" fmla="*/ 3061 w 3064"/>
                <a:gd name="T39" fmla="*/ 183 h 2411"/>
                <a:gd name="T40" fmla="*/ 3064 w 3064"/>
                <a:gd name="T41" fmla="*/ 2192 h 2411"/>
                <a:gd name="T42" fmla="*/ 3052 w 3064"/>
                <a:gd name="T43" fmla="*/ 2261 h 2411"/>
                <a:gd name="T44" fmla="*/ 3021 w 3064"/>
                <a:gd name="T45" fmla="*/ 2322 h 2411"/>
                <a:gd name="T46" fmla="*/ 2974 w 3064"/>
                <a:gd name="T47" fmla="*/ 2369 h 2411"/>
                <a:gd name="T48" fmla="*/ 2914 w 3064"/>
                <a:gd name="T49" fmla="*/ 2401 h 2411"/>
                <a:gd name="T50" fmla="*/ 2845 w 3064"/>
                <a:gd name="T51" fmla="*/ 2411 h 2411"/>
                <a:gd name="T52" fmla="*/ 875 w 3064"/>
                <a:gd name="T53" fmla="*/ 1973 h 2411"/>
                <a:gd name="T54" fmla="*/ 2845 w 3064"/>
                <a:gd name="T55" fmla="*/ 219 h 2411"/>
                <a:gd name="T56" fmla="*/ 3 w 3064"/>
                <a:gd name="T57" fmla="*/ 183 h 2411"/>
                <a:gd name="T58" fmla="*/ 24 w 3064"/>
                <a:gd name="T59" fmla="*/ 118 h 2411"/>
                <a:gd name="T60" fmla="*/ 63 w 3064"/>
                <a:gd name="T61" fmla="*/ 64 h 2411"/>
                <a:gd name="T62" fmla="*/ 117 w 3064"/>
                <a:gd name="T63" fmla="*/ 24 h 2411"/>
                <a:gd name="T64" fmla="*/ 183 w 3064"/>
                <a:gd name="T65" fmla="*/ 2 h 2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64" h="2411">
                  <a:moveTo>
                    <a:pt x="1531" y="2082"/>
                  </a:moveTo>
                  <a:lnTo>
                    <a:pt x="1507" y="2086"/>
                  </a:lnTo>
                  <a:lnTo>
                    <a:pt x="1483" y="2094"/>
                  </a:lnTo>
                  <a:lnTo>
                    <a:pt x="1463" y="2107"/>
                  </a:lnTo>
                  <a:lnTo>
                    <a:pt x="1446" y="2124"/>
                  </a:lnTo>
                  <a:lnTo>
                    <a:pt x="1433" y="2144"/>
                  </a:lnTo>
                  <a:lnTo>
                    <a:pt x="1425" y="2166"/>
                  </a:lnTo>
                  <a:lnTo>
                    <a:pt x="1422" y="2192"/>
                  </a:lnTo>
                  <a:lnTo>
                    <a:pt x="1425" y="2218"/>
                  </a:lnTo>
                  <a:lnTo>
                    <a:pt x="1433" y="2240"/>
                  </a:lnTo>
                  <a:lnTo>
                    <a:pt x="1446" y="2261"/>
                  </a:lnTo>
                  <a:lnTo>
                    <a:pt x="1463" y="2278"/>
                  </a:lnTo>
                  <a:lnTo>
                    <a:pt x="1483" y="2291"/>
                  </a:lnTo>
                  <a:lnTo>
                    <a:pt x="1507" y="2298"/>
                  </a:lnTo>
                  <a:lnTo>
                    <a:pt x="1531" y="2302"/>
                  </a:lnTo>
                  <a:lnTo>
                    <a:pt x="1557" y="2298"/>
                  </a:lnTo>
                  <a:lnTo>
                    <a:pt x="1580" y="2291"/>
                  </a:lnTo>
                  <a:lnTo>
                    <a:pt x="1600" y="2278"/>
                  </a:lnTo>
                  <a:lnTo>
                    <a:pt x="1617" y="2261"/>
                  </a:lnTo>
                  <a:lnTo>
                    <a:pt x="1630" y="2240"/>
                  </a:lnTo>
                  <a:lnTo>
                    <a:pt x="1638" y="2218"/>
                  </a:lnTo>
                  <a:lnTo>
                    <a:pt x="1641" y="2192"/>
                  </a:lnTo>
                  <a:lnTo>
                    <a:pt x="1638" y="2166"/>
                  </a:lnTo>
                  <a:lnTo>
                    <a:pt x="1630" y="2144"/>
                  </a:lnTo>
                  <a:lnTo>
                    <a:pt x="1617" y="2124"/>
                  </a:lnTo>
                  <a:lnTo>
                    <a:pt x="1600" y="2107"/>
                  </a:lnTo>
                  <a:lnTo>
                    <a:pt x="1580" y="2094"/>
                  </a:lnTo>
                  <a:lnTo>
                    <a:pt x="1557" y="2086"/>
                  </a:lnTo>
                  <a:lnTo>
                    <a:pt x="1531" y="2082"/>
                  </a:lnTo>
                  <a:close/>
                  <a:moveTo>
                    <a:pt x="218" y="0"/>
                  </a:moveTo>
                  <a:lnTo>
                    <a:pt x="2845" y="0"/>
                  </a:lnTo>
                  <a:lnTo>
                    <a:pt x="2880" y="2"/>
                  </a:lnTo>
                  <a:lnTo>
                    <a:pt x="2914" y="11"/>
                  </a:lnTo>
                  <a:lnTo>
                    <a:pt x="2945" y="24"/>
                  </a:lnTo>
                  <a:lnTo>
                    <a:pt x="2974" y="41"/>
                  </a:lnTo>
                  <a:lnTo>
                    <a:pt x="2999" y="64"/>
                  </a:lnTo>
                  <a:lnTo>
                    <a:pt x="3021" y="89"/>
                  </a:lnTo>
                  <a:lnTo>
                    <a:pt x="3039" y="118"/>
                  </a:lnTo>
                  <a:lnTo>
                    <a:pt x="3052" y="150"/>
                  </a:lnTo>
                  <a:lnTo>
                    <a:pt x="3061" y="183"/>
                  </a:lnTo>
                  <a:lnTo>
                    <a:pt x="3064" y="219"/>
                  </a:lnTo>
                  <a:lnTo>
                    <a:pt x="3064" y="2192"/>
                  </a:lnTo>
                  <a:lnTo>
                    <a:pt x="3061" y="2228"/>
                  </a:lnTo>
                  <a:lnTo>
                    <a:pt x="3052" y="2261"/>
                  </a:lnTo>
                  <a:lnTo>
                    <a:pt x="3039" y="2293"/>
                  </a:lnTo>
                  <a:lnTo>
                    <a:pt x="3021" y="2322"/>
                  </a:lnTo>
                  <a:lnTo>
                    <a:pt x="2999" y="2347"/>
                  </a:lnTo>
                  <a:lnTo>
                    <a:pt x="2974" y="2369"/>
                  </a:lnTo>
                  <a:lnTo>
                    <a:pt x="2945" y="2387"/>
                  </a:lnTo>
                  <a:lnTo>
                    <a:pt x="2914" y="2401"/>
                  </a:lnTo>
                  <a:lnTo>
                    <a:pt x="2880" y="2408"/>
                  </a:lnTo>
                  <a:lnTo>
                    <a:pt x="2845" y="2411"/>
                  </a:lnTo>
                  <a:lnTo>
                    <a:pt x="875" y="2411"/>
                  </a:lnTo>
                  <a:lnTo>
                    <a:pt x="875" y="1973"/>
                  </a:lnTo>
                  <a:lnTo>
                    <a:pt x="2845" y="1973"/>
                  </a:lnTo>
                  <a:lnTo>
                    <a:pt x="2845" y="219"/>
                  </a:lnTo>
                  <a:lnTo>
                    <a:pt x="0" y="219"/>
                  </a:lnTo>
                  <a:lnTo>
                    <a:pt x="3" y="183"/>
                  </a:lnTo>
                  <a:lnTo>
                    <a:pt x="11" y="150"/>
                  </a:lnTo>
                  <a:lnTo>
                    <a:pt x="24" y="118"/>
                  </a:lnTo>
                  <a:lnTo>
                    <a:pt x="42" y="89"/>
                  </a:lnTo>
                  <a:lnTo>
                    <a:pt x="63" y="64"/>
                  </a:lnTo>
                  <a:lnTo>
                    <a:pt x="89" y="41"/>
                  </a:lnTo>
                  <a:lnTo>
                    <a:pt x="117" y="24"/>
                  </a:lnTo>
                  <a:lnTo>
                    <a:pt x="149" y="11"/>
                  </a:lnTo>
                  <a:lnTo>
                    <a:pt x="183" y="2"/>
                  </a:lnTo>
                  <a:lnTo>
                    <a:pt x="2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Freeform 21"/>
          <p:cNvSpPr>
            <a:spLocks noEditPoints="1"/>
          </p:cNvSpPr>
          <p:nvPr/>
        </p:nvSpPr>
        <p:spPr bwMode="auto">
          <a:xfrm>
            <a:off x="5460729" y="2160088"/>
            <a:ext cx="863871" cy="841432"/>
          </a:xfrm>
          <a:custGeom>
            <a:avLst/>
            <a:gdLst>
              <a:gd name="T0" fmla="*/ 1202 w 3390"/>
              <a:gd name="T1" fmla="*/ 1365 h 3300"/>
              <a:gd name="T2" fmla="*/ 1250 w 3390"/>
              <a:gd name="T3" fmla="*/ 1330 h 3300"/>
              <a:gd name="T4" fmla="*/ 394 w 3390"/>
              <a:gd name="T5" fmla="*/ 1422 h 3300"/>
              <a:gd name="T6" fmla="*/ 448 w 3390"/>
              <a:gd name="T7" fmla="*/ 1487 h 3300"/>
              <a:gd name="T8" fmla="*/ 352 w 3390"/>
              <a:gd name="T9" fmla="*/ 1404 h 3300"/>
              <a:gd name="T10" fmla="*/ 3335 w 3390"/>
              <a:gd name="T11" fmla="*/ 1069 h 3300"/>
              <a:gd name="T12" fmla="*/ 3329 w 3390"/>
              <a:gd name="T13" fmla="*/ 1554 h 3300"/>
              <a:gd name="T14" fmla="*/ 3355 w 3390"/>
              <a:gd name="T15" fmla="*/ 1880 h 3300"/>
              <a:gd name="T16" fmla="*/ 3371 w 3390"/>
              <a:gd name="T17" fmla="*/ 2323 h 3300"/>
              <a:gd name="T18" fmla="*/ 3182 w 3390"/>
              <a:gd name="T19" fmla="*/ 2425 h 3300"/>
              <a:gd name="T20" fmla="*/ 3002 w 3390"/>
              <a:gd name="T21" fmla="*/ 3091 h 3300"/>
              <a:gd name="T22" fmla="*/ 3232 w 3390"/>
              <a:gd name="T23" fmla="*/ 3194 h 3300"/>
              <a:gd name="T24" fmla="*/ 2586 w 3390"/>
              <a:gd name="T25" fmla="*/ 3194 h 3300"/>
              <a:gd name="T26" fmla="*/ 2832 w 3390"/>
              <a:gd name="T27" fmla="*/ 3091 h 3300"/>
              <a:gd name="T28" fmla="*/ 2545 w 3390"/>
              <a:gd name="T29" fmla="*/ 2475 h 3300"/>
              <a:gd name="T30" fmla="*/ 2418 w 3390"/>
              <a:gd name="T31" fmla="*/ 2526 h 3300"/>
              <a:gd name="T32" fmla="*/ 2398 w 3390"/>
              <a:gd name="T33" fmla="*/ 2442 h 3300"/>
              <a:gd name="T34" fmla="*/ 2599 w 3390"/>
              <a:gd name="T35" fmla="*/ 2361 h 3300"/>
              <a:gd name="T36" fmla="*/ 3009 w 3390"/>
              <a:gd name="T37" fmla="*/ 2299 h 3300"/>
              <a:gd name="T38" fmla="*/ 3231 w 3390"/>
              <a:gd name="T39" fmla="*/ 2337 h 3300"/>
              <a:gd name="T40" fmla="*/ 3296 w 3390"/>
              <a:gd name="T41" fmla="*/ 2132 h 3300"/>
              <a:gd name="T42" fmla="*/ 3247 w 3390"/>
              <a:gd name="T43" fmla="*/ 1702 h 3300"/>
              <a:gd name="T44" fmla="*/ 3240 w 3390"/>
              <a:gd name="T45" fmla="*/ 1331 h 3300"/>
              <a:gd name="T46" fmla="*/ 3270 w 3390"/>
              <a:gd name="T47" fmla="*/ 862 h 3300"/>
              <a:gd name="T48" fmla="*/ 2924 w 3390"/>
              <a:gd name="T49" fmla="*/ 788 h 3300"/>
              <a:gd name="T50" fmla="*/ 3067 w 3390"/>
              <a:gd name="T51" fmla="*/ 1148 h 3300"/>
              <a:gd name="T52" fmla="*/ 3171 w 3390"/>
              <a:gd name="T53" fmla="*/ 1961 h 3300"/>
              <a:gd name="T54" fmla="*/ 2994 w 3390"/>
              <a:gd name="T55" fmla="*/ 2210 h 3300"/>
              <a:gd name="T56" fmla="*/ 2573 w 3390"/>
              <a:gd name="T57" fmla="*/ 2306 h 3300"/>
              <a:gd name="T58" fmla="*/ 2128 w 3390"/>
              <a:gd name="T59" fmla="*/ 2730 h 3300"/>
              <a:gd name="T60" fmla="*/ 1975 w 3390"/>
              <a:gd name="T61" fmla="*/ 3208 h 3300"/>
              <a:gd name="T62" fmla="*/ 1739 w 3390"/>
              <a:gd name="T63" fmla="*/ 3298 h 3300"/>
              <a:gd name="T64" fmla="*/ 1576 w 3390"/>
              <a:gd name="T65" fmla="*/ 3143 h 3300"/>
              <a:gd name="T66" fmla="*/ 680 w 3390"/>
              <a:gd name="T67" fmla="*/ 1486 h 3300"/>
              <a:gd name="T68" fmla="*/ 746 w 3390"/>
              <a:gd name="T69" fmla="*/ 1423 h 3300"/>
              <a:gd name="T70" fmla="*/ 1130 w 3390"/>
              <a:gd name="T71" fmla="*/ 1432 h 3300"/>
              <a:gd name="T72" fmla="*/ 1169 w 3390"/>
              <a:gd name="T73" fmla="*/ 1391 h 3300"/>
              <a:gd name="T74" fmla="*/ 1242 w 3390"/>
              <a:gd name="T75" fmla="*/ 1368 h 3300"/>
              <a:gd name="T76" fmla="*/ 1434 w 3390"/>
              <a:gd name="T77" fmla="*/ 1331 h 3300"/>
              <a:gd name="T78" fmla="*/ 1164 w 3390"/>
              <a:gd name="T79" fmla="*/ 1402 h 3300"/>
              <a:gd name="T80" fmla="*/ 1136 w 3390"/>
              <a:gd name="T81" fmla="*/ 1446 h 3300"/>
              <a:gd name="T82" fmla="*/ 723 w 3390"/>
              <a:gd name="T83" fmla="*/ 1436 h 3300"/>
              <a:gd name="T84" fmla="*/ 691 w 3390"/>
              <a:gd name="T85" fmla="*/ 1497 h 3300"/>
              <a:gd name="T86" fmla="*/ 1607 w 3390"/>
              <a:gd name="T87" fmla="*/ 2917 h 3300"/>
              <a:gd name="T88" fmla="*/ 1911 w 3390"/>
              <a:gd name="T89" fmla="*/ 2262 h 3300"/>
              <a:gd name="T90" fmla="*/ 2499 w 3390"/>
              <a:gd name="T91" fmla="*/ 1854 h 3300"/>
              <a:gd name="T92" fmla="*/ 1902 w 3390"/>
              <a:gd name="T93" fmla="*/ 1441 h 3300"/>
              <a:gd name="T94" fmla="*/ 1483 w 3390"/>
              <a:gd name="T95" fmla="*/ 1340 h 3300"/>
              <a:gd name="T96" fmla="*/ 1513 w 3390"/>
              <a:gd name="T97" fmla="*/ 1129 h 3300"/>
              <a:gd name="T98" fmla="*/ 2142 w 3390"/>
              <a:gd name="T99" fmla="*/ 1066 h 3300"/>
              <a:gd name="T100" fmla="*/ 2497 w 3390"/>
              <a:gd name="T101" fmla="*/ 798 h 3300"/>
              <a:gd name="T102" fmla="*/ 561 w 3390"/>
              <a:gd name="T103" fmla="*/ 1294 h 3300"/>
              <a:gd name="T104" fmla="*/ 2741 w 3390"/>
              <a:gd name="T105" fmla="*/ 73 h 3300"/>
              <a:gd name="T106" fmla="*/ 2864 w 3390"/>
              <a:gd name="T107" fmla="*/ 439 h 3300"/>
              <a:gd name="T108" fmla="*/ 2577 w 3390"/>
              <a:gd name="T109" fmla="*/ 691 h 3300"/>
              <a:gd name="T110" fmla="*/ 2230 w 3390"/>
              <a:gd name="T111" fmla="*/ 522 h 3300"/>
              <a:gd name="T112" fmla="*/ 2254 w 3390"/>
              <a:gd name="T113" fmla="*/ 135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90" h="3300">
                <a:moveTo>
                  <a:pt x="1246" y="1335"/>
                </a:moveTo>
                <a:lnTo>
                  <a:pt x="1248" y="1336"/>
                </a:lnTo>
                <a:lnTo>
                  <a:pt x="1246" y="1340"/>
                </a:lnTo>
                <a:lnTo>
                  <a:pt x="1242" y="1346"/>
                </a:lnTo>
                <a:lnTo>
                  <a:pt x="1235" y="1353"/>
                </a:lnTo>
                <a:lnTo>
                  <a:pt x="1227" y="1359"/>
                </a:lnTo>
                <a:lnTo>
                  <a:pt x="1217" y="1364"/>
                </a:lnTo>
                <a:lnTo>
                  <a:pt x="1209" y="1366"/>
                </a:lnTo>
                <a:lnTo>
                  <a:pt x="1202" y="1365"/>
                </a:lnTo>
                <a:lnTo>
                  <a:pt x="1203" y="1364"/>
                </a:lnTo>
                <a:lnTo>
                  <a:pt x="1208" y="1360"/>
                </a:lnTo>
                <a:lnTo>
                  <a:pt x="1215" y="1354"/>
                </a:lnTo>
                <a:lnTo>
                  <a:pt x="1224" y="1347"/>
                </a:lnTo>
                <a:lnTo>
                  <a:pt x="1233" y="1341"/>
                </a:lnTo>
                <a:lnTo>
                  <a:pt x="1240" y="1337"/>
                </a:lnTo>
                <a:lnTo>
                  <a:pt x="1246" y="1335"/>
                </a:lnTo>
                <a:close/>
                <a:moveTo>
                  <a:pt x="1250" y="1329"/>
                </a:moveTo>
                <a:lnTo>
                  <a:pt x="1250" y="1330"/>
                </a:lnTo>
                <a:lnTo>
                  <a:pt x="1248" y="1331"/>
                </a:lnTo>
                <a:lnTo>
                  <a:pt x="1250" y="1329"/>
                </a:lnTo>
                <a:close/>
                <a:moveTo>
                  <a:pt x="352" y="1144"/>
                </a:moveTo>
                <a:lnTo>
                  <a:pt x="396" y="1144"/>
                </a:lnTo>
                <a:lnTo>
                  <a:pt x="394" y="1413"/>
                </a:lnTo>
                <a:lnTo>
                  <a:pt x="394" y="1414"/>
                </a:lnTo>
                <a:lnTo>
                  <a:pt x="394" y="1416"/>
                </a:lnTo>
                <a:lnTo>
                  <a:pt x="394" y="1418"/>
                </a:lnTo>
                <a:lnTo>
                  <a:pt x="394" y="1422"/>
                </a:lnTo>
                <a:lnTo>
                  <a:pt x="395" y="1425"/>
                </a:lnTo>
                <a:lnTo>
                  <a:pt x="397" y="1429"/>
                </a:lnTo>
                <a:lnTo>
                  <a:pt x="405" y="1435"/>
                </a:lnTo>
                <a:lnTo>
                  <a:pt x="416" y="1439"/>
                </a:lnTo>
                <a:lnTo>
                  <a:pt x="431" y="1442"/>
                </a:lnTo>
                <a:lnTo>
                  <a:pt x="448" y="1442"/>
                </a:lnTo>
                <a:lnTo>
                  <a:pt x="541" y="1442"/>
                </a:lnTo>
                <a:lnTo>
                  <a:pt x="541" y="1487"/>
                </a:lnTo>
                <a:lnTo>
                  <a:pt x="448" y="1487"/>
                </a:lnTo>
                <a:lnTo>
                  <a:pt x="424" y="1486"/>
                </a:lnTo>
                <a:lnTo>
                  <a:pt x="404" y="1482"/>
                </a:lnTo>
                <a:lnTo>
                  <a:pt x="387" y="1475"/>
                </a:lnTo>
                <a:lnTo>
                  <a:pt x="372" y="1466"/>
                </a:lnTo>
                <a:lnTo>
                  <a:pt x="362" y="1455"/>
                </a:lnTo>
                <a:lnTo>
                  <a:pt x="354" y="1440"/>
                </a:lnTo>
                <a:lnTo>
                  <a:pt x="351" y="1425"/>
                </a:lnTo>
                <a:lnTo>
                  <a:pt x="350" y="1413"/>
                </a:lnTo>
                <a:lnTo>
                  <a:pt x="352" y="1404"/>
                </a:lnTo>
                <a:lnTo>
                  <a:pt x="352" y="1144"/>
                </a:lnTo>
                <a:close/>
                <a:moveTo>
                  <a:pt x="3296" y="854"/>
                </a:moveTo>
                <a:lnTo>
                  <a:pt x="3310" y="857"/>
                </a:lnTo>
                <a:lnTo>
                  <a:pt x="3322" y="864"/>
                </a:lnTo>
                <a:lnTo>
                  <a:pt x="3331" y="874"/>
                </a:lnTo>
                <a:lnTo>
                  <a:pt x="3337" y="887"/>
                </a:lnTo>
                <a:lnTo>
                  <a:pt x="3339" y="900"/>
                </a:lnTo>
                <a:lnTo>
                  <a:pt x="3337" y="989"/>
                </a:lnTo>
                <a:lnTo>
                  <a:pt x="3335" y="1069"/>
                </a:lnTo>
                <a:lnTo>
                  <a:pt x="3333" y="1142"/>
                </a:lnTo>
                <a:lnTo>
                  <a:pt x="3331" y="1211"/>
                </a:lnTo>
                <a:lnTo>
                  <a:pt x="3330" y="1273"/>
                </a:lnTo>
                <a:lnTo>
                  <a:pt x="3329" y="1330"/>
                </a:lnTo>
                <a:lnTo>
                  <a:pt x="3329" y="1382"/>
                </a:lnTo>
                <a:lnTo>
                  <a:pt x="3328" y="1430"/>
                </a:lnTo>
                <a:lnTo>
                  <a:pt x="3328" y="1474"/>
                </a:lnTo>
                <a:lnTo>
                  <a:pt x="3329" y="1516"/>
                </a:lnTo>
                <a:lnTo>
                  <a:pt x="3329" y="1554"/>
                </a:lnTo>
                <a:lnTo>
                  <a:pt x="3330" y="1592"/>
                </a:lnTo>
                <a:lnTo>
                  <a:pt x="3332" y="1627"/>
                </a:lnTo>
                <a:lnTo>
                  <a:pt x="3334" y="1662"/>
                </a:lnTo>
                <a:lnTo>
                  <a:pt x="3336" y="1696"/>
                </a:lnTo>
                <a:lnTo>
                  <a:pt x="3339" y="1730"/>
                </a:lnTo>
                <a:lnTo>
                  <a:pt x="3343" y="1766"/>
                </a:lnTo>
                <a:lnTo>
                  <a:pt x="3346" y="1802"/>
                </a:lnTo>
                <a:lnTo>
                  <a:pt x="3350" y="1839"/>
                </a:lnTo>
                <a:lnTo>
                  <a:pt x="3355" y="1880"/>
                </a:lnTo>
                <a:lnTo>
                  <a:pt x="3360" y="1923"/>
                </a:lnTo>
                <a:lnTo>
                  <a:pt x="3365" y="1968"/>
                </a:lnTo>
                <a:lnTo>
                  <a:pt x="3372" y="2018"/>
                </a:lnTo>
                <a:lnTo>
                  <a:pt x="3385" y="2120"/>
                </a:lnTo>
                <a:lnTo>
                  <a:pt x="3389" y="2169"/>
                </a:lnTo>
                <a:lnTo>
                  <a:pt x="3390" y="2214"/>
                </a:lnTo>
                <a:lnTo>
                  <a:pt x="3387" y="2255"/>
                </a:lnTo>
                <a:lnTo>
                  <a:pt x="3381" y="2291"/>
                </a:lnTo>
                <a:lnTo>
                  <a:pt x="3371" y="2323"/>
                </a:lnTo>
                <a:lnTo>
                  <a:pt x="3357" y="2351"/>
                </a:lnTo>
                <a:lnTo>
                  <a:pt x="3339" y="2375"/>
                </a:lnTo>
                <a:lnTo>
                  <a:pt x="3319" y="2395"/>
                </a:lnTo>
                <a:lnTo>
                  <a:pt x="3296" y="2410"/>
                </a:lnTo>
                <a:lnTo>
                  <a:pt x="3273" y="2419"/>
                </a:lnTo>
                <a:lnTo>
                  <a:pt x="3249" y="2425"/>
                </a:lnTo>
                <a:lnTo>
                  <a:pt x="3225" y="2427"/>
                </a:lnTo>
                <a:lnTo>
                  <a:pt x="3203" y="2427"/>
                </a:lnTo>
                <a:lnTo>
                  <a:pt x="3182" y="2425"/>
                </a:lnTo>
                <a:lnTo>
                  <a:pt x="3164" y="2421"/>
                </a:lnTo>
                <a:lnTo>
                  <a:pt x="3147" y="2418"/>
                </a:lnTo>
                <a:lnTo>
                  <a:pt x="3134" y="2414"/>
                </a:lnTo>
                <a:lnTo>
                  <a:pt x="3126" y="2411"/>
                </a:lnTo>
                <a:lnTo>
                  <a:pt x="3123" y="2410"/>
                </a:lnTo>
                <a:lnTo>
                  <a:pt x="3083" y="2399"/>
                </a:lnTo>
                <a:lnTo>
                  <a:pt x="3043" y="2392"/>
                </a:lnTo>
                <a:lnTo>
                  <a:pt x="3002" y="2389"/>
                </a:lnTo>
                <a:lnTo>
                  <a:pt x="3002" y="3091"/>
                </a:lnTo>
                <a:lnTo>
                  <a:pt x="3173" y="3091"/>
                </a:lnTo>
                <a:lnTo>
                  <a:pt x="3191" y="3093"/>
                </a:lnTo>
                <a:lnTo>
                  <a:pt x="3207" y="3100"/>
                </a:lnTo>
                <a:lnTo>
                  <a:pt x="3221" y="3111"/>
                </a:lnTo>
                <a:lnTo>
                  <a:pt x="3232" y="3124"/>
                </a:lnTo>
                <a:lnTo>
                  <a:pt x="3239" y="3141"/>
                </a:lnTo>
                <a:lnTo>
                  <a:pt x="3242" y="3160"/>
                </a:lnTo>
                <a:lnTo>
                  <a:pt x="3239" y="3177"/>
                </a:lnTo>
                <a:lnTo>
                  <a:pt x="3232" y="3194"/>
                </a:lnTo>
                <a:lnTo>
                  <a:pt x="3221" y="3208"/>
                </a:lnTo>
                <a:lnTo>
                  <a:pt x="3207" y="3218"/>
                </a:lnTo>
                <a:lnTo>
                  <a:pt x="3191" y="3225"/>
                </a:lnTo>
                <a:lnTo>
                  <a:pt x="3173" y="3227"/>
                </a:lnTo>
                <a:lnTo>
                  <a:pt x="2646" y="3227"/>
                </a:lnTo>
                <a:lnTo>
                  <a:pt x="2628" y="3225"/>
                </a:lnTo>
                <a:lnTo>
                  <a:pt x="2611" y="3218"/>
                </a:lnTo>
                <a:lnTo>
                  <a:pt x="2598" y="3208"/>
                </a:lnTo>
                <a:lnTo>
                  <a:pt x="2586" y="3194"/>
                </a:lnTo>
                <a:lnTo>
                  <a:pt x="2580" y="3177"/>
                </a:lnTo>
                <a:lnTo>
                  <a:pt x="2578" y="3160"/>
                </a:lnTo>
                <a:lnTo>
                  <a:pt x="2580" y="3141"/>
                </a:lnTo>
                <a:lnTo>
                  <a:pt x="2586" y="3124"/>
                </a:lnTo>
                <a:lnTo>
                  <a:pt x="2598" y="3111"/>
                </a:lnTo>
                <a:lnTo>
                  <a:pt x="2611" y="3100"/>
                </a:lnTo>
                <a:lnTo>
                  <a:pt x="2628" y="3093"/>
                </a:lnTo>
                <a:lnTo>
                  <a:pt x="2646" y="3091"/>
                </a:lnTo>
                <a:lnTo>
                  <a:pt x="2832" y="3091"/>
                </a:lnTo>
                <a:lnTo>
                  <a:pt x="2832" y="2396"/>
                </a:lnTo>
                <a:lnTo>
                  <a:pt x="2790" y="2403"/>
                </a:lnTo>
                <a:lnTo>
                  <a:pt x="2751" y="2412"/>
                </a:lnTo>
                <a:lnTo>
                  <a:pt x="2711" y="2421"/>
                </a:lnTo>
                <a:lnTo>
                  <a:pt x="2674" y="2431"/>
                </a:lnTo>
                <a:lnTo>
                  <a:pt x="2638" y="2442"/>
                </a:lnTo>
                <a:lnTo>
                  <a:pt x="2604" y="2453"/>
                </a:lnTo>
                <a:lnTo>
                  <a:pt x="2573" y="2464"/>
                </a:lnTo>
                <a:lnTo>
                  <a:pt x="2545" y="2475"/>
                </a:lnTo>
                <a:lnTo>
                  <a:pt x="2519" y="2486"/>
                </a:lnTo>
                <a:lnTo>
                  <a:pt x="2496" y="2495"/>
                </a:lnTo>
                <a:lnTo>
                  <a:pt x="2476" y="2503"/>
                </a:lnTo>
                <a:lnTo>
                  <a:pt x="2460" y="2510"/>
                </a:lnTo>
                <a:lnTo>
                  <a:pt x="2449" y="2516"/>
                </a:lnTo>
                <a:lnTo>
                  <a:pt x="2442" y="2520"/>
                </a:lnTo>
                <a:lnTo>
                  <a:pt x="2438" y="2521"/>
                </a:lnTo>
                <a:lnTo>
                  <a:pt x="2428" y="2525"/>
                </a:lnTo>
                <a:lnTo>
                  <a:pt x="2418" y="2526"/>
                </a:lnTo>
                <a:lnTo>
                  <a:pt x="2406" y="2524"/>
                </a:lnTo>
                <a:lnTo>
                  <a:pt x="2396" y="2520"/>
                </a:lnTo>
                <a:lnTo>
                  <a:pt x="2385" y="2513"/>
                </a:lnTo>
                <a:lnTo>
                  <a:pt x="2378" y="2502"/>
                </a:lnTo>
                <a:lnTo>
                  <a:pt x="2374" y="2489"/>
                </a:lnTo>
                <a:lnTo>
                  <a:pt x="2374" y="2474"/>
                </a:lnTo>
                <a:lnTo>
                  <a:pt x="2378" y="2462"/>
                </a:lnTo>
                <a:lnTo>
                  <a:pt x="2386" y="2450"/>
                </a:lnTo>
                <a:lnTo>
                  <a:pt x="2398" y="2442"/>
                </a:lnTo>
                <a:lnTo>
                  <a:pt x="2403" y="2439"/>
                </a:lnTo>
                <a:lnTo>
                  <a:pt x="2412" y="2435"/>
                </a:lnTo>
                <a:lnTo>
                  <a:pt x="2428" y="2427"/>
                </a:lnTo>
                <a:lnTo>
                  <a:pt x="2447" y="2419"/>
                </a:lnTo>
                <a:lnTo>
                  <a:pt x="2471" y="2409"/>
                </a:lnTo>
                <a:lnTo>
                  <a:pt x="2498" y="2397"/>
                </a:lnTo>
                <a:lnTo>
                  <a:pt x="2528" y="2386"/>
                </a:lnTo>
                <a:lnTo>
                  <a:pt x="2562" y="2373"/>
                </a:lnTo>
                <a:lnTo>
                  <a:pt x="2599" y="2361"/>
                </a:lnTo>
                <a:lnTo>
                  <a:pt x="2638" y="2348"/>
                </a:lnTo>
                <a:lnTo>
                  <a:pt x="2680" y="2337"/>
                </a:lnTo>
                <a:lnTo>
                  <a:pt x="2723" y="2326"/>
                </a:lnTo>
                <a:lnTo>
                  <a:pt x="2768" y="2317"/>
                </a:lnTo>
                <a:lnTo>
                  <a:pt x="2815" y="2309"/>
                </a:lnTo>
                <a:lnTo>
                  <a:pt x="2862" y="2302"/>
                </a:lnTo>
                <a:lnTo>
                  <a:pt x="2911" y="2299"/>
                </a:lnTo>
                <a:lnTo>
                  <a:pt x="2960" y="2298"/>
                </a:lnTo>
                <a:lnTo>
                  <a:pt x="3009" y="2299"/>
                </a:lnTo>
                <a:lnTo>
                  <a:pt x="3056" y="2305"/>
                </a:lnTo>
                <a:lnTo>
                  <a:pt x="3105" y="2313"/>
                </a:lnTo>
                <a:lnTo>
                  <a:pt x="3152" y="2325"/>
                </a:lnTo>
                <a:lnTo>
                  <a:pt x="3157" y="2327"/>
                </a:lnTo>
                <a:lnTo>
                  <a:pt x="3167" y="2331"/>
                </a:lnTo>
                <a:lnTo>
                  <a:pt x="3179" y="2334"/>
                </a:lnTo>
                <a:lnTo>
                  <a:pt x="3196" y="2337"/>
                </a:lnTo>
                <a:lnTo>
                  <a:pt x="3212" y="2338"/>
                </a:lnTo>
                <a:lnTo>
                  <a:pt x="3231" y="2337"/>
                </a:lnTo>
                <a:lnTo>
                  <a:pt x="3249" y="2333"/>
                </a:lnTo>
                <a:lnTo>
                  <a:pt x="3265" y="2324"/>
                </a:lnTo>
                <a:lnTo>
                  <a:pt x="3277" y="2310"/>
                </a:lnTo>
                <a:lnTo>
                  <a:pt x="3287" y="2292"/>
                </a:lnTo>
                <a:lnTo>
                  <a:pt x="3295" y="2268"/>
                </a:lnTo>
                <a:lnTo>
                  <a:pt x="3300" y="2240"/>
                </a:lnTo>
                <a:lnTo>
                  <a:pt x="3301" y="2208"/>
                </a:lnTo>
                <a:lnTo>
                  <a:pt x="3300" y="2172"/>
                </a:lnTo>
                <a:lnTo>
                  <a:pt x="3296" y="2132"/>
                </a:lnTo>
                <a:lnTo>
                  <a:pt x="3283" y="2030"/>
                </a:lnTo>
                <a:lnTo>
                  <a:pt x="3277" y="1979"/>
                </a:lnTo>
                <a:lnTo>
                  <a:pt x="3271" y="1932"/>
                </a:lnTo>
                <a:lnTo>
                  <a:pt x="3266" y="1888"/>
                </a:lnTo>
                <a:lnTo>
                  <a:pt x="3261" y="1848"/>
                </a:lnTo>
                <a:lnTo>
                  <a:pt x="3257" y="1809"/>
                </a:lnTo>
                <a:lnTo>
                  <a:pt x="3253" y="1773"/>
                </a:lnTo>
                <a:lnTo>
                  <a:pt x="3250" y="1737"/>
                </a:lnTo>
                <a:lnTo>
                  <a:pt x="3247" y="1702"/>
                </a:lnTo>
                <a:lnTo>
                  <a:pt x="3245" y="1668"/>
                </a:lnTo>
                <a:lnTo>
                  <a:pt x="3243" y="1632"/>
                </a:lnTo>
                <a:lnTo>
                  <a:pt x="3241" y="1596"/>
                </a:lnTo>
                <a:lnTo>
                  <a:pt x="3240" y="1559"/>
                </a:lnTo>
                <a:lnTo>
                  <a:pt x="3240" y="1520"/>
                </a:lnTo>
                <a:lnTo>
                  <a:pt x="3239" y="1477"/>
                </a:lnTo>
                <a:lnTo>
                  <a:pt x="3239" y="1433"/>
                </a:lnTo>
                <a:lnTo>
                  <a:pt x="3240" y="1384"/>
                </a:lnTo>
                <a:lnTo>
                  <a:pt x="3240" y="1331"/>
                </a:lnTo>
                <a:lnTo>
                  <a:pt x="3241" y="1274"/>
                </a:lnTo>
                <a:lnTo>
                  <a:pt x="3242" y="1211"/>
                </a:lnTo>
                <a:lnTo>
                  <a:pt x="3244" y="1142"/>
                </a:lnTo>
                <a:lnTo>
                  <a:pt x="3246" y="1069"/>
                </a:lnTo>
                <a:lnTo>
                  <a:pt x="3248" y="986"/>
                </a:lnTo>
                <a:lnTo>
                  <a:pt x="3250" y="898"/>
                </a:lnTo>
                <a:lnTo>
                  <a:pt x="3253" y="883"/>
                </a:lnTo>
                <a:lnTo>
                  <a:pt x="3259" y="872"/>
                </a:lnTo>
                <a:lnTo>
                  <a:pt x="3270" y="862"/>
                </a:lnTo>
                <a:lnTo>
                  <a:pt x="3282" y="856"/>
                </a:lnTo>
                <a:lnTo>
                  <a:pt x="3296" y="854"/>
                </a:lnTo>
                <a:close/>
                <a:moveTo>
                  <a:pt x="2724" y="724"/>
                </a:moveTo>
                <a:lnTo>
                  <a:pt x="2759" y="727"/>
                </a:lnTo>
                <a:lnTo>
                  <a:pt x="2794" y="733"/>
                </a:lnTo>
                <a:lnTo>
                  <a:pt x="2829" y="742"/>
                </a:lnTo>
                <a:lnTo>
                  <a:pt x="2862" y="753"/>
                </a:lnTo>
                <a:lnTo>
                  <a:pt x="2894" y="769"/>
                </a:lnTo>
                <a:lnTo>
                  <a:pt x="2924" y="788"/>
                </a:lnTo>
                <a:lnTo>
                  <a:pt x="2952" y="809"/>
                </a:lnTo>
                <a:lnTo>
                  <a:pt x="2978" y="834"/>
                </a:lnTo>
                <a:lnTo>
                  <a:pt x="3000" y="862"/>
                </a:lnTo>
                <a:lnTo>
                  <a:pt x="3020" y="893"/>
                </a:lnTo>
                <a:lnTo>
                  <a:pt x="3037" y="928"/>
                </a:lnTo>
                <a:lnTo>
                  <a:pt x="3049" y="966"/>
                </a:lnTo>
                <a:lnTo>
                  <a:pt x="3057" y="1006"/>
                </a:lnTo>
                <a:lnTo>
                  <a:pt x="3061" y="1050"/>
                </a:lnTo>
                <a:lnTo>
                  <a:pt x="3067" y="1148"/>
                </a:lnTo>
                <a:lnTo>
                  <a:pt x="3077" y="1243"/>
                </a:lnTo>
                <a:lnTo>
                  <a:pt x="3092" y="1340"/>
                </a:lnTo>
                <a:lnTo>
                  <a:pt x="3107" y="1436"/>
                </a:lnTo>
                <a:lnTo>
                  <a:pt x="3125" y="1532"/>
                </a:lnTo>
                <a:lnTo>
                  <a:pt x="3142" y="1627"/>
                </a:lnTo>
                <a:lnTo>
                  <a:pt x="3156" y="1724"/>
                </a:lnTo>
                <a:lnTo>
                  <a:pt x="3167" y="1821"/>
                </a:lnTo>
                <a:lnTo>
                  <a:pt x="3172" y="1919"/>
                </a:lnTo>
                <a:lnTo>
                  <a:pt x="3171" y="1961"/>
                </a:lnTo>
                <a:lnTo>
                  <a:pt x="3165" y="2002"/>
                </a:lnTo>
                <a:lnTo>
                  <a:pt x="3155" y="2038"/>
                </a:lnTo>
                <a:lnTo>
                  <a:pt x="3141" y="2073"/>
                </a:lnTo>
                <a:lnTo>
                  <a:pt x="3124" y="2103"/>
                </a:lnTo>
                <a:lnTo>
                  <a:pt x="3103" y="2131"/>
                </a:lnTo>
                <a:lnTo>
                  <a:pt x="3079" y="2155"/>
                </a:lnTo>
                <a:lnTo>
                  <a:pt x="3053" y="2177"/>
                </a:lnTo>
                <a:lnTo>
                  <a:pt x="3024" y="2194"/>
                </a:lnTo>
                <a:lnTo>
                  <a:pt x="2994" y="2210"/>
                </a:lnTo>
                <a:lnTo>
                  <a:pt x="2962" y="2221"/>
                </a:lnTo>
                <a:lnTo>
                  <a:pt x="2928" y="2231"/>
                </a:lnTo>
                <a:lnTo>
                  <a:pt x="2895" y="2236"/>
                </a:lnTo>
                <a:lnTo>
                  <a:pt x="2860" y="2239"/>
                </a:lnTo>
                <a:lnTo>
                  <a:pt x="2825" y="2238"/>
                </a:lnTo>
                <a:lnTo>
                  <a:pt x="2790" y="2234"/>
                </a:lnTo>
                <a:lnTo>
                  <a:pt x="2714" y="2254"/>
                </a:lnTo>
                <a:lnTo>
                  <a:pt x="2641" y="2277"/>
                </a:lnTo>
                <a:lnTo>
                  <a:pt x="2573" y="2306"/>
                </a:lnTo>
                <a:lnTo>
                  <a:pt x="2507" y="2338"/>
                </a:lnTo>
                <a:lnTo>
                  <a:pt x="2447" y="2373"/>
                </a:lnTo>
                <a:lnTo>
                  <a:pt x="2389" y="2413"/>
                </a:lnTo>
                <a:lnTo>
                  <a:pt x="2336" y="2456"/>
                </a:lnTo>
                <a:lnTo>
                  <a:pt x="2287" y="2504"/>
                </a:lnTo>
                <a:lnTo>
                  <a:pt x="2241" y="2555"/>
                </a:lnTo>
                <a:lnTo>
                  <a:pt x="2199" y="2609"/>
                </a:lnTo>
                <a:lnTo>
                  <a:pt x="2162" y="2668"/>
                </a:lnTo>
                <a:lnTo>
                  <a:pt x="2128" y="2730"/>
                </a:lnTo>
                <a:lnTo>
                  <a:pt x="2099" y="2795"/>
                </a:lnTo>
                <a:lnTo>
                  <a:pt x="2074" y="2863"/>
                </a:lnTo>
                <a:lnTo>
                  <a:pt x="2054" y="2935"/>
                </a:lnTo>
                <a:lnTo>
                  <a:pt x="2036" y="3010"/>
                </a:lnTo>
                <a:lnTo>
                  <a:pt x="2023" y="3088"/>
                </a:lnTo>
                <a:lnTo>
                  <a:pt x="2017" y="3122"/>
                </a:lnTo>
                <a:lnTo>
                  <a:pt x="2006" y="3153"/>
                </a:lnTo>
                <a:lnTo>
                  <a:pt x="1991" y="3182"/>
                </a:lnTo>
                <a:lnTo>
                  <a:pt x="1975" y="3208"/>
                </a:lnTo>
                <a:lnTo>
                  <a:pt x="1954" y="3229"/>
                </a:lnTo>
                <a:lnTo>
                  <a:pt x="1931" y="3248"/>
                </a:lnTo>
                <a:lnTo>
                  <a:pt x="1906" y="3265"/>
                </a:lnTo>
                <a:lnTo>
                  <a:pt x="1880" y="3278"/>
                </a:lnTo>
                <a:lnTo>
                  <a:pt x="1853" y="3288"/>
                </a:lnTo>
                <a:lnTo>
                  <a:pt x="1825" y="3295"/>
                </a:lnTo>
                <a:lnTo>
                  <a:pt x="1796" y="3299"/>
                </a:lnTo>
                <a:lnTo>
                  <a:pt x="1767" y="3300"/>
                </a:lnTo>
                <a:lnTo>
                  <a:pt x="1739" y="3298"/>
                </a:lnTo>
                <a:lnTo>
                  <a:pt x="1712" y="3293"/>
                </a:lnTo>
                <a:lnTo>
                  <a:pt x="1686" y="3286"/>
                </a:lnTo>
                <a:lnTo>
                  <a:pt x="1662" y="3274"/>
                </a:lnTo>
                <a:lnTo>
                  <a:pt x="1641" y="3260"/>
                </a:lnTo>
                <a:lnTo>
                  <a:pt x="1621" y="3243"/>
                </a:lnTo>
                <a:lnTo>
                  <a:pt x="1604" y="3222"/>
                </a:lnTo>
                <a:lnTo>
                  <a:pt x="1591" y="3199"/>
                </a:lnTo>
                <a:lnTo>
                  <a:pt x="1581" y="3172"/>
                </a:lnTo>
                <a:lnTo>
                  <a:pt x="1576" y="3143"/>
                </a:lnTo>
                <a:lnTo>
                  <a:pt x="1576" y="3291"/>
                </a:lnTo>
                <a:lnTo>
                  <a:pt x="186" y="3291"/>
                </a:lnTo>
                <a:lnTo>
                  <a:pt x="186" y="1806"/>
                </a:lnTo>
                <a:lnTo>
                  <a:pt x="0" y="1806"/>
                </a:lnTo>
                <a:lnTo>
                  <a:pt x="0" y="1501"/>
                </a:lnTo>
                <a:lnTo>
                  <a:pt x="679" y="1501"/>
                </a:lnTo>
                <a:lnTo>
                  <a:pt x="679" y="1497"/>
                </a:lnTo>
                <a:lnTo>
                  <a:pt x="680" y="1492"/>
                </a:lnTo>
                <a:lnTo>
                  <a:pt x="680" y="1486"/>
                </a:lnTo>
                <a:lnTo>
                  <a:pt x="680" y="1481"/>
                </a:lnTo>
                <a:lnTo>
                  <a:pt x="680" y="1475"/>
                </a:lnTo>
                <a:lnTo>
                  <a:pt x="682" y="1460"/>
                </a:lnTo>
                <a:lnTo>
                  <a:pt x="687" y="1447"/>
                </a:lnTo>
                <a:lnTo>
                  <a:pt x="694" y="1437"/>
                </a:lnTo>
                <a:lnTo>
                  <a:pt x="704" y="1431"/>
                </a:lnTo>
                <a:lnTo>
                  <a:pt x="721" y="1425"/>
                </a:lnTo>
                <a:lnTo>
                  <a:pt x="732" y="1424"/>
                </a:lnTo>
                <a:lnTo>
                  <a:pt x="746" y="1423"/>
                </a:lnTo>
                <a:lnTo>
                  <a:pt x="746" y="1396"/>
                </a:lnTo>
                <a:lnTo>
                  <a:pt x="1107" y="1396"/>
                </a:lnTo>
                <a:lnTo>
                  <a:pt x="1107" y="1447"/>
                </a:lnTo>
                <a:lnTo>
                  <a:pt x="1115" y="1446"/>
                </a:lnTo>
                <a:lnTo>
                  <a:pt x="1123" y="1444"/>
                </a:lnTo>
                <a:lnTo>
                  <a:pt x="1128" y="1440"/>
                </a:lnTo>
                <a:lnTo>
                  <a:pt x="1129" y="1438"/>
                </a:lnTo>
                <a:lnTo>
                  <a:pt x="1129" y="1435"/>
                </a:lnTo>
                <a:lnTo>
                  <a:pt x="1130" y="1432"/>
                </a:lnTo>
                <a:lnTo>
                  <a:pt x="1130" y="1429"/>
                </a:lnTo>
                <a:lnTo>
                  <a:pt x="1130" y="1420"/>
                </a:lnTo>
                <a:lnTo>
                  <a:pt x="1131" y="1412"/>
                </a:lnTo>
                <a:lnTo>
                  <a:pt x="1135" y="1405"/>
                </a:lnTo>
                <a:lnTo>
                  <a:pt x="1144" y="1396"/>
                </a:lnTo>
                <a:lnTo>
                  <a:pt x="1156" y="1391"/>
                </a:lnTo>
                <a:lnTo>
                  <a:pt x="1166" y="1389"/>
                </a:lnTo>
                <a:lnTo>
                  <a:pt x="1168" y="1390"/>
                </a:lnTo>
                <a:lnTo>
                  <a:pt x="1169" y="1391"/>
                </a:lnTo>
                <a:lnTo>
                  <a:pt x="1173" y="1386"/>
                </a:lnTo>
                <a:lnTo>
                  <a:pt x="1177" y="1381"/>
                </a:lnTo>
                <a:lnTo>
                  <a:pt x="1185" y="1382"/>
                </a:lnTo>
                <a:lnTo>
                  <a:pt x="1194" y="1383"/>
                </a:lnTo>
                <a:lnTo>
                  <a:pt x="1204" y="1383"/>
                </a:lnTo>
                <a:lnTo>
                  <a:pt x="1214" y="1382"/>
                </a:lnTo>
                <a:lnTo>
                  <a:pt x="1224" y="1380"/>
                </a:lnTo>
                <a:lnTo>
                  <a:pt x="1234" y="1376"/>
                </a:lnTo>
                <a:lnTo>
                  <a:pt x="1242" y="1368"/>
                </a:lnTo>
                <a:lnTo>
                  <a:pt x="1247" y="1359"/>
                </a:lnTo>
                <a:lnTo>
                  <a:pt x="1251" y="1345"/>
                </a:lnTo>
                <a:lnTo>
                  <a:pt x="1250" y="1329"/>
                </a:lnTo>
                <a:lnTo>
                  <a:pt x="1279" y="1320"/>
                </a:lnTo>
                <a:lnTo>
                  <a:pt x="1308" y="1315"/>
                </a:lnTo>
                <a:lnTo>
                  <a:pt x="1339" y="1313"/>
                </a:lnTo>
                <a:lnTo>
                  <a:pt x="1373" y="1315"/>
                </a:lnTo>
                <a:lnTo>
                  <a:pt x="1404" y="1321"/>
                </a:lnTo>
                <a:lnTo>
                  <a:pt x="1434" y="1331"/>
                </a:lnTo>
                <a:lnTo>
                  <a:pt x="1460" y="1344"/>
                </a:lnTo>
                <a:lnTo>
                  <a:pt x="1482" y="1360"/>
                </a:lnTo>
                <a:lnTo>
                  <a:pt x="1500" y="1378"/>
                </a:lnTo>
                <a:lnTo>
                  <a:pt x="1515" y="1398"/>
                </a:lnTo>
                <a:lnTo>
                  <a:pt x="1523" y="1420"/>
                </a:lnTo>
                <a:lnTo>
                  <a:pt x="1526" y="1443"/>
                </a:lnTo>
                <a:lnTo>
                  <a:pt x="1153" y="1443"/>
                </a:lnTo>
                <a:lnTo>
                  <a:pt x="1156" y="1421"/>
                </a:lnTo>
                <a:lnTo>
                  <a:pt x="1164" y="1402"/>
                </a:lnTo>
                <a:lnTo>
                  <a:pt x="1157" y="1403"/>
                </a:lnTo>
                <a:lnTo>
                  <a:pt x="1150" y="1407"/>
                </a:lnTo>
                <a:lnTo>
                  <a:pt x="1143" y="1411"/>
                </a:lnTo>
                <a:lnTo>
                  <a:pt x="1141" y="1416"/>
                </a:lnTo>
                <a:lnTo>
                  <a:pt x="1140" y="1422"/>
                </a:lnTo>
                <a:lnTo>
                  <a:pt x="1140" y="1429"/>
                </a:lnTo>
                <a:lnTo>
                  <a:pt x="1140" y="1435"/>
                </a:lnTo>
                <a:lnTo>
                  <a:pt x="1139" y="1441"/>
                </a:lnTo>
                <a:lnTo>
                  <a:pt x="1136" y="1446"/>
                </a:lnTo>
                <a:lnTo>
                  <a:pt x="1128" y="1455"/>
                </a:lnTo>
                <a:lnTo>
                  <a:pt x="1116" y="1458"/>
                </a:lnTo>
                <a:lnTo>
                  <a:pt x="1104" y="1459"/>
                </a:lnTo>
                <a:lnTo>
                  <a:pt x="1090" y="1459"/>
                </a:lnTo>
                <a:lnTo>
                  <a:pt x="1076" y="1456"/>
                </a:lnTo>
                <a:lnTo>
                  <a:pt x="746" y="1456"/>
                </a:lnTo>
                <a:lnTo>
                  <a:pt x="746" y="1435"/>
                </a:lnTo>
                <a:lnTo>
                  <a:pt x="733" y="1435"/>
                </a:lnTo>
                <a:lnTo>
                  <a:pt x="723" y="1436"/>
                </a:lnTo>
                <a:lnTo>
                  <a:pt x="711" y="1440"/>
                </a:lnTo>
                <a:lnTo>
                  <a:pt x="701" y="1444"/>
                </a:lnTo>
                <a:lnTo>
                  <a:pt x="696" y="1451"/>
                </a:lnTo>
                <a:lnTo>
                  <a:pt x="693" y="1462"/>
                </a:lnTo>
                <a:lnTo>
                  <a:pt x="692" y="1475"/>
                </a:lnTo>
                <a:lnTo>
                  <a:pt x="692" y="1482"/>
                </a:lnTo>
                <a:lnTo>
                  <a:pt x="691" y="1487"/>
                </a:lnTo>
                <a:lnTo>
                  <a:pt x="691" y="1492"/>
                </a:lnTo>
                <a:lnTo>
                  <a:pt x="691" y="1497"/>
                </a:lnTo>
                <a:lnTo>
                  <a:pt x="690" y="1501"/>
                </a:lnTo>
                <a:lnTo>
                  <a:pt x="1919" y="1501"/>
                </a:lnTo>
                <a:lnTo>
                  <a:pt x="1919" y="1807"/>
                </a:lnTo>
                <a:lnTo>
                  <a:pt x="1576" y="1807"/>
                </a:lnTo>
                <a:lnTo>
                  <a:pt x="1576" y="3101"/>
                </a:lnTo>
                <a:lnTo>
                  <a:pt x="1577" y="3095"/>
                </a:lnTo>
                <a:lnTo>
                  <a:pt x="1577" y="3089"/>
                </a:lnTo>
                <a:lnTo>
                  <a:pt x="1591" y="3003"/>
                </a:lnTo>
                <a:lnTo>
                  <a:pt x="1607" y="2917"/>
                </a:lnTo>
                <a:lnTo>
                  <a:pt x="1627" y="2835"/>
                </a:lnTo>
                <a:lnTo>
                  <a:pt x="1651" y="2754"/>
                </a:lnTo>
                <a:lnTo>
                  <a:pt x="1678" y="2676"/>
                </a:lnTo>
                <a:lnTo>
                  <a:pt x="1708" y="2600"/>
                </a:lnTo>
                <a:lnTo>
                  <a:pt x="1741" y="2527"/>
                </a:lnTo>
                <a:lnTo>
                  <a:pt x="1779" y="2456"/>
                </a:lnTo>
                <a:lnTo>
                  <a:pt x="1820" y="2389"/>
                </a:lnTo>
                <a:lnTo>
                  <a:pt x="1863" y="2323"/>
                </a:lnTo>
                <a:lnTo>
                  <a:pt x="1911" y="2262"/>
                </a:lnTo>
                <a:lnTo>
                  <a:pt x="1962" y="2203"/>
                </a:lnTo>
                <a:lnTo>
                  <a:pt x="2017" y="2146"/>
                </a:lnTo>
                <a:lnTo>
                  <a:pt x="2075" y="2094"/>
                </a:lnTo>
                <a:lnTo>
                  <a:pt x="2137" y="2045"/>
                </a:lnTo>
                <a:lnTo>
                  <a:pt x="2202" y="2000"/>
                </a:lnTo>
                <a:lnTo>
                  <a:pt x="2271" y="1957"/>
                </a:lnTo>
                <a:lnTo>
                  <a:pt x="2344" y="1920"/>
                </a:lnTo>
                <a:lnTo>
                  <a:pt x="2420" y="1884"/>
                </a:lnTo>
                <a:lnTo>
                  <a:pt x="2499" y="1854"/>
                </a:lnTo>
                <a:lnTo>
                  <a:pt x="2491" y="1759"/>
                </a:lnTo>
                <a:lnTo>
                  <a:pt x="2478" y="1666"/>
                </a:lnTo>
                <a:lnTo>
                  <a:pt x="2463" y="1572"/>
                </a:lnTo>
                <a:lnTo>
                  <a:pt x="2447" y="1479"/>
                </a:lnTo>
                <a:lnTo>
                  <a:pt x="2430" y="1384"/>
                </a:lnTo>
                <a:lnTo>
                  <a:pt x="2298" y="1405"/>
                </a:lnTo>
                <a:lnTo>
                  <a:pt x="2167" y="1420"/>
                </a:lnTo>
                <a:lnTo>
                  <a:pt x="2035" y="1433"/>
                </a:lnTo>
                <a:lnTo>
                  <a:pt x="1902" y="1441"/>
                </a:lnTo>
                <a:lnTo>
                  <a:pt x="1770" y="1443"/>
                </a:lnTo>
                <a:lnTo>
                  <a:pt x="1636" y="1440"/>
                </a:lnTo>
                <a:lnTo>
                  <a:pt x="1605" y="1437"/>
                </a:lnTo>
                <a:lnTo>
                  <a:pt x="1577" y="1429"/>
                </a:lnTo>
                <a:lnTo>
                  <a:pt x="1552" y="1416"/>
                </a:lnTo>
                <a:lnTo>
                  <a:pt x="1530" y="1402"/>
                </a:lnTo>
                <a:lnTo>
                  <a:pt x="1512" y="1384"/>
                </a:lnTo>
                <a:lnTo>
                  <a:pt x="1496" y="1363"/>
                </a:lnTo>
                <a:lnTo>
                  <a:pt x="1483" y="1340"/>
                </a:lnTo>
                <a:lnTo>
                  <a:pt x="1474" y="1317"/>
                </a:lnTo>
                <a:lnTo>
                  <a:pt x="1468" y="1292"/>
                </a:lnTo>
                <a:lnTo>
                  <a:pt x="1465" y="1266"/>
                </a:lnTo>
                <a:lnTo>
                  <a:pt x="1466" y="1241"/>
                </a:lnTo>
                <a:lnTo>
                  <a:pt x="1469" y="1216"/>
                </a:lnTo>
                <a:lnTo>
                  <a:pt x="1475" y="1191"/>
                </a:lnTo>
                <a:lnTo>
                  <a:pt x="1485" y="1168"/>
                </a:lnTo>
                <a:lnTo>
                  <a:pt x="1497" y="1148"/>
                </a:lnTo>
                <a:lnTo>
                  <a:pt x="1513" y="1129"/>
                </a:lnTo>
                <a:lnTo>
                  <a:pt x="1531" y="1112"/>
                </a:lnTo>
                <a:lnTo>
                  <a:pt x="1553" y="1099"/>
                </a:lnTo>
                <a:lnTo>
                  <a:pt x="1579" y="1089"/>
                </a:lnTo>
                <a:lnTo>
                  <a:pt x="1607" y="1084"/>
                </a:lnTo>
                <a:lnTo>
                  <a:pt x="1638" y="1083"/>
                </a:lnTo>
                <a:lnTo>
                  <a:pt x="1765" y="1086"/>
                </a:lnTo>
                <a:lnTo>
                  <a:pt x="1891" y="1084"/>
                </a:lnTo>
                <a:lnTo>
                  <a:pt x="2016" y="1077"/>
                </a:lnTo>
                <a:lnTo>
                  <a:pt x="2142" y="1066"/>
                </a:lnTo>
                <a:lnTo>
                  <a:pt x="2267" y="1050"/>
                </a:lnTo>
                <a:lnTo>
                  <a:pt x="2392" y="1030"/>
                </a:lnTo>
                <a:lnTo>
                  <a:pt x="2395" y="987"/>
                </a:lnTo>
                <a:lnTo>
                  <a:pt x="2402" y="948"/>
                </a:lnTo>
                <a:lnTo>
                  <a:pt x="2415" y="912"/>
                </a:lnTo>
                <a:lnTo>
                  <a:pt x="2430" y="878"/>
                </a:lnTo>
                <a:lnTo>
                  <a:pt x="2449" y="848"/>
                </a:lnTo>
                <a:lnTo>
                  <a:pt x="2472" y="821"/>
                </a:lnTo>
                <a:lnTo>
                  <a:pt x="2497" y="798"/>
                </a:lnTo>
                <a:lnTo>
                  <a:pt x="2525" y="778"/>
                </a:lnTo>
                <a:lnTo>
                  <a:pt x="2555" y="761"/>
                </a:lnTo>
                <a:lnTo>
                  <a:pt x="2586" y="747"/>
                </a:lnTo>
                <a:lnTo>
                  <a:pt x="2620" y="737"/>
                </a:lnTo>
                <a:lnTo>
                  <a:pt x="2654" y="729"/>
                </a:lnTo>
                <a:lnTo>
                  <a:pt x="2689" y="725"/>
                </a:lnTo>
                <a:lnTo>
                  <a:pt x="2724" y="724"/>
                </a:lnTo>
                <a:close/>
                <a:moveTo>
                  <a:pt x="505" y="493"/>
                </a:moveTo>
                <a:lnTo>
                  <a:pt x="561" y="1294"/>
                </a:lnTo>
                <a:lnTo>
                  <a:pt x="412" y="1305"/>
                </a:lnTo>
                <a:lnTo>
                  <a:pt x="356" y="504"/>
                </a:lnTo>
                <a:lnTo>
                  <a:pt x="505" y="493"/>
                </a:lnTo>
                <a:close/>
                <a:moveTo>
                  <a:pt x="2529" y="0"/>
                </a:moveTo>
                <a:lnTo>
                  <a:pt x="2577" y="3"/>
                </a:lnTo>
                <a:lnTo>
                  <a:pt x="2622" y="13"/>
                </a:lnTo>
                <a:lnTo>
                  <a:pt x="2664" y="28"/>
                </a:lnTo>
                <a:lnTo>
                  <a:pt x="2704" y="48"/>
                </a:lnTo>
                <a:lnTo>
                  <a:pt x="2741" y="73"/>
                </a:lnTo>
                <a:lnTo>
                  <a:pt x="2775" y="102"/>
                </a:lnTo>
                <a:lnTo>
                  <a:pt x="2804" y="135"/>
                </a:lnTo>
                <a:lnTo>
                  <a:pt x="2829" y="172"/>
                </a:lnTo>
                <a:lnTo>
                  <a:pt x="2848" y="212"/>
                </a:lnTo>
                <a:lnTo>
                  <a:pt x="2864" y="255"/>
                </a:lnTo>
                <a:lnTo>
                  <a:pt x="2872" y="300"/>
                </a:lnTo>
                <a:lnTo>
                  <a:pt x="2875" y="348"/>
                </a:lnTo>
                <a:lnTo>
                  <a:pt x="2872" y="394"/>
                </a:lnTo>
                <a:lnTo>
                  <a:pt x="2864" y="439"/>
                </a:lnTo>
                <a:lnTo>
                  <a:pt x="2848" y="482"/>
                </a:lnTo>
                <a:lnTo>
                  <a:pt x="2829" y="522"/>
                </a:lnTo>
                <a:lnTo>
                  <a:pt x="2804" y="559"/>
                </a:lnTo>
                <a:lnTo>
                  <a:pt x="2775" y="592"/>
                </a:lnTo>
                <a:lnTo>
                  <a:pt x="2741" y="622"/>
                </a:lnTo>
                <a:lnTo>
                  <a:pt x="2704" y="647"/>
                </a:lnTo>
                <a:lnTo>
                  <a:pt x="2664" y="667"/>
                </a:lnTo>
                <a:lnTo>
                  <a:pt x="2622" y="682"/>
                </a:lnTo>
                <a:lnTo>
                  <a:pt x="2577" y="691"/>
                </a:lnTo>
                <a:lnTo>
                  <a:pt x="2529" y="694"/>
                </a:lnTo>
                <a:lnTo>
                  <a:pt x="2482" y="691"/>
                </a:lnTo>
                <a:lnTo>
                  <a:pt x="2437" y="682"/>
                </a:lnTo>
                <a:lnTo>
                  <a:pt x="2395" y="667"/>
                </a:lnTo>
                <a:lnTo>
                  <a:pt x="2354" y="647"/>
                </a:lnTo>
                <a:lnTo>
                  <a:pt x="2318" y="622"/>
                </a:lnTo>
                <a:lnTo>
                  <a:pt x="2285" y="592"/>
                </a:lnTo>
                <a:lnTo>
                  <a:pt x="2254" y="559"/>
                </a:lnTo>
                <a:lnTo>
                  <a:pt x="2230" y="522"/>
                </a:lnTo>
                <a:lnTo>
                  <a:pt x="2210" y="482"/>
                </a:lnTo>
                <a:lnTo>
                  <a:pt x="2195" y="439"/>
                </a:lnTo>
                <a:lnTo>
                  <a:pt x="2186" y="394"/>
                </a:lnTo>
                <a:lnTo>
                  <a:pt x="2183" y="348"/>
                </a:lnTo>
                <a:lnTo>
                  <a:pt x="2186" y="300"/>
                </a:lnTo>
                <a:lnTo>
                  <a:pt x="2195" y="255"/>
                </a:lnTo>
                <a:lnTo>
                  <a:pt x="2210" y="212"/>
                </a:lnTo>
                <a:lnTo>
                  <a:pt x="2230" y="172"/>
                </a:lnTo>
                <a:lnTo>
                  <a:pt x="2254" y="135"/>
                </a:lnTo>
                <a:lnTo>
                  <a:pt x="2285" y="102"/>
                </a:lnTo>
                <a:lnTo>
                  <a:pt x="2318" y="73"/>
                </a:lnTo>
                <a:lnTo>
                  <a:pt x="2354" y="48"/>
                </a:lnTo>
                <a:lnTo>
                  <a:pt x="2395" y="28"/>
                </a:lnTo>
                <a:lnTo>
                  <a:pt x="2437" y="13"/>
                </a:lnTo>
                <a:lnTo>
                  <a:pt x="2482" y="3"/>
                </a:lnTo>
                <a:lnTo>
                  <a:pt x="2529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2904974" y="3868638"/>
            <a:ext cx="882518" cy="669864"/>
            <a:chOff x="4438650" y="2162175"/>
            <a:chExt cx="263525" cy="200026"/>
          </a:xfrm>
          <a:solidFill>
            <a:schemeClr val="accent3"/>
          </a:solidFill>
        </p:grpSpPr>
        <p:sp>
          <p:nvSpPr>
            <p:cNvPr id="55" name="Freeform 26"/>
            <p:cNvSpPr>
              <a:spLocks/>
            </p:cNvSpPr>
            <p:nvPr/>
          </p:nvSpPr>
          <p:spPr bwMode="auto">
            <a:xfrm>
              <a:off x="4438650" y="2162175"/>
              <a:ext cx="263525" cy="84138"/>
            </a:xfrm>
            <a:custGeom>
              <a:avLst/>
              <a:gdLst>
                <a:gd name="T0" fmla="*/ 1783 w 3329"/>
                <a:gd name="T1" fmla="*/ 3 h 1059"/>
                <a:gd name="T2" fmla="*/ 2016 w 3329"/>
                <a:gd name="T3" fmla="*/ 26 h 1059"/>
                <a:gd name="T4" fmla="*/ 2240 w 3329"/>
                <a:gd name="T5" fmla="*/ 71 h 1059"/>
                <a:gd name="T6" fmla="*/ 2456 w 3329"/>
                <a:gd name="T7" fmla="*/ 137 h 1059"/>
                <a:gd name="T8" fmla="*/ 2660 w 3329"/>
                <a:gd name="T9" fmla="*/ 224 h 1059"/>
                <a:gd name="T10" fmla="*/ 2855 w 3329"/>
                <a:gd name="T11" fmla="*/ 329 h 1059"/>
                <a:gd name="T12" fmla="*/ 3038 w 3329"/>
                <a:gd name="T13" fmla="*/ 452 h 1059"/>
                <a:gd name="T14" fmla="*/ 3209 w 3329"/>
                <a:gd name="T15" fmla="*/ 591 h 1059"/>
                <a:gd name="T16" fmla="*/ 3302 w 3329"/>
                <a:gd name="T17" fmla="*/ 676 h 1059"/>
                <a:gd name="T18" fmla="*/ 3319 w 3329"/>
                <a:gd name="T19" fmla="*/ 703 h 1059"/>
                <a:gd name="T20" fmla="*/ 3328 w 3329"/>
                <a:gd name="T21" fmla="*/ 737 h 1059"/>
                <a:gd name="T22" fmla="*/ 3327 w 3329"/>
                <a:gd name="T23" fmla="*/ 777 h 1059"/>
                <a:gd name="T24" fmla="*/ 3315 w 3329"/>
                <a:gd name="T25" fmla="*/ 813 h 1059"/>
                <a:gd name="T26" fmla="*/ 3291 w 3329"/>
                <a:gd name="T27" fmla="*/ 844 h 1059"/>
                <a:gd name="T28" fmla="*/ 3091 w 3329"/>
                <a:gd name="T29" fmla="*/ 1037 h 1059"/>
                <a:gd name="T30" fmla="*/ 3045 w 3329"/>
                <a:gd name="T31" fmla="*/ 1057 h 1059"/>
                <a:gd name="T32" fmla="*/ 2998 w 3329"/>
                <a:gd name="T33" fmla="*/ 1057 h 1059"/>
                <a:gd name="T34" fmla="*/ 2953 w 3329"/>
                <a:gd name="T35" fmla="*/ 1037 h 1059"/>
                <a:gd name="T36" fmla="*/ 2862 w 3329"/>
                <a:gd name="T37" fmla="*/ 955 h 1059"/>
                <a:gd name="T38" fmla="*/ 2709 w 3329"/>
                <a:gd name="T39" fmla="*/ 835 h 1059"/>
                <a:gd name="T40" fmla="*/ 2543 w 3329"/>
                <a:gd name="T41" fmla="*/ 731 h 1059"/>
                <a:gd name="T42" fmla="*/ 2366 w 3329"/>
                <a:gd name="T43" fmla="*/ 644 h 1059"/>
                <a:gd name="T44" fmla="*/ 2177 w 3329"/>
                <a:gd name="T45" fmla="*/ 577 h 1059"/>
                <a:gd name="T46" fmla="*/ 1978 w 3329"/>
                <a:gd name="T47" fmla="*/ 530 h 1059"/>
                <a:gd name="T48" fmla="*/ 1770 w 3329"/>
                <a:gd name="T49" fmla="*/ 507 h 1059"/>
                <a:gd name="T50" fmla="*/ 1558 w 3329"/>
                <a:gd name="T51" fmla="*/ 507 h 1059"/>
                <a:gd name="T52" fmla="*/ 1352 w 3329"/>
                <a:gd name="T53" fmla="*/ 530 h 1059"/>
                <a:gd name="T54" fmla="*/ 1153 w 3329"/>
                <a:gd name="T55" fmla="*/ 577 h 1059"/>
                <a:gd name="T56" fmla="*/ 963 w 3329"/>
                <a:gd name="T57" fmla="*/ 644 h 1059"/>
                <a:gd name="T58" fmla="*/ 785 w 3329"/>
                <a:gd name="T59" fmla="*/ 731 h 1059"/>
                <a:gd name="T60" fmla="*/ 619 w 3329"/>
                <a:gd name="T61" fmla="*/ 835 h 1059"/>
                <a:gd name="T62" fmla="*/ 467 w 3329"/>
                <a:gd name="T63" fmla="*/ 955 h 1059"/>
                <a:gd name="T64" fmla="*/ 377 w 3329"/>
                <a:gd name="T65" fmla="*/ 1037 h 1059"/>
                <a:gd name="T66" fmla="*/ 331 w 3329"/>
                <a:gd name="T67" fmla="*/ 1057 h 1059"/>
                <a:gd name="T68" fmla="*/ 283 w 3329"/>
                <a:gd name="T69" fmla="*/ 1057 h 1059"/>
                <a:gd name="T70" fmla="*/ 238 w 3329"/>
                <a:gd name="T71" fmla="*/ 1037 h 1059"/>
                <a:gd name="T72" fmla="*/ 38 w 3329"/>
                <a:gd name="T73" fmla="*/ 844 h 1059"/>
                <a:gd name="T74" fmla="*/ 13 w 3329"/>
                <a:gd name="T75" fmla="*/ 813 h 1059"/>
                <a:gd name="T76" fmla="*/ 1 w 3329"/>
                <a:gd name="T77" fmla="*/ 777 h 1059"/>
                <a:gd name="T78" fmla="*/ 1 w 3329"/>
                <a:gd name="T79" fmla="*/ 735 h 1059"/>
                <a:gd name="T80" fmla="*/ 13 w 3329"/>
                <a:gd name="T81" fmla="*/ 699 h 1059"/>
                <a:gd name="T82" fmla="*/ 38 w 3329"/>
                <a:gd name="T83" fmla="*/ 668 h 1059"/>
                <a:gd name="T84" fmla="*/ 200 w 3329"/>
                <a:gd name="T85" fmla="*/ 519 h 1059"/>
                <a:gd name="T86" fmla="*/ 375 w 3329"/>
                <a:gd name="T87" fmla="*/ 388 h 1059"/>
                <a:gd name="T88" fmla="*/ 564 w 3329"/>
                <a:gd name="T89" fmla="*/ 274 h 1059"/>
                <a:gd name="T90" fmla="*/ 765 w 3329"/>
                <a:gd name="T91" fmla="*/ 178 h 1059"/>
                <a:gd name="T92" fmla="*/ 977 w 3329"/>
                <a:gd name="T93" fmla="*/ 101 h 1059"/>
                <a:gd name="T94" fmla="*/ 1198 w 3329"/>
                <a:gd name="T95" fmla="*/ 46 h 1059"/>
                <a:gd name="T96" fmla="*/ 1427 w 3329"/>
                <a:gd name="T97" fmla="*/ 11 h 1059"/>
                <a:gd name="T98" fmla="*/ 1664 w 3329"/>
                <a:gd name="T99" fmla="*/ 0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29" h="1059">
                  <a:moveTo>
                    <a:pt x="1664" y="0"/>
                  </a:moveTo>
                  <a:lnTo>
                    <a:pt x="1783" y="3"/>
                  </a:lnTo>
                  <a:lnTo>
                    <a:pt x="1901" y="11"/>
                  </a:lnTo>
                  <a:lnTo>
                    <a:pt x="2016" y="26"/>
                  </a:lnTo>
                  <a:lnTo>
                    <a:pt x="2129" y="46"/>
                  </a:lnTo>
                  <a:lnTo>
                    <a:pt x="2240" y="71"/>
                  </a:lnTo>
                  <a:lnTo>
                    <a:pt x="2349" y="101"/>
                  </a:lnTo>
                  <a:lnTo>
                    <a:pt x="2456" y="137"/>
                  </a:lnTo>
                  <a:lnTo>
                    <a:pt x="2559" y="178"/>
                  </a:lnTo>
                  <a:lnTo>
                    <a:pt x="2660" y="224"/>
                  </a:lnTo>
                  <a:lnTo>
                    <a:pt x="2759" y="274"/>
                  </a:lnTo>
                  <a:lnTo>
                    <a:pt x="2855" y="329"/>
                  </a:lnTo>
                  <a:lnTo>
                    <a:pt x="2949" y="388"/>
                  </a:lnTo>
                  <a:lnTo>
                    <a:pt x="3038" y="452"/>
                  </a:lnTo>
                  <a:lnTo>
                    <a:pt x="3126" y="519"/>
                  </a:lnTo>
                  <a:lnTo>
                    <a:pt x="3209" y="591"/>
                  </a:lnTo>
                  <a:lnTo>
                    <a:pt x="3291" y="668"/>
                  </a:lnTo>
                  <a:lnTo>
                    <a:pt x="3302" y="676"/>
                  </a:lnTo>
                  <a:lnTo>
                    <a:pt x="3312" y="688"/>
                  </a:lnTo>
                  <a:lnTo>
                    <a:pt x="3319" y="703"/>
                  </a:lnTo>
                  <a:lnTo>
                    <a:pt x="3324" y="719"/>
                  </a:lnTo>
                  <a:lnTo>
                    <a:pt x="3328" y="737"/>
                  </a:lnTo>
                  <a:lnTo>
                    <a:pt x="3329" y="756"/>
                  </a:lnTo>
                  <a:lnTo>
                    <a:pt x="3327" y="777"/>
                  </a:lnTo>
                  <a:lnTo>
                    <a:pt x="3323" y="796"/>
                  </a:lnTo>
                  <a:lnTo>
                    <a:pt x="3315" y="813"/>
                  </a:lnTo>
                  <a:lnTo>
                    <a:pt x="3304" y="829"/>
                  </a:lnTo>
                  <a:lnTo>
                    <a:pt x="3291" y="844"/>
                  </a:lnTo>
                  <a:lnTo>
                    <a:pt x="3111" y="1020"/>
                  </a:lnTo>
                  <a:lnTo>
                    <a:pt x="3091" y="1037"/>
                  </a:lnTo>
                  <a:lnTo>
                    <a:pt x="3069" y="1049"/>
                  </a:lnTo>
                  <a:lnTo>
                    <a:pt x="3045" y="1057"/>
                  </a:lnTo>
                  <a:lnTo>
                    <a:pt x="3022" y="1059"/>
                  </a:lnTo>
                  <a:lnTo>
                    <a:pt x="2998" y="1057"/>
                  </a:lnTo>
                  <a:lnTo>
                    <a:pt x="2975" y="1049"/>
                  </a:lnTo>
                  <a:lnTo>
                    <a:pt x="2953" y="1037"/>
                  </a:lnTo>
                  <a:lnTo>
                    <a:pt x="2932" y="1020"/>
                  </a:lnTo>
                  <a:lnTo>
                    <a:pt x="2862" y="955"/>
                  </a:lnTo>
                  <a:lnTo>
                    <a:pt x="2788" y="893"/>
                  </a:lnTo>
                  <a:lnTo>
                    <a:pt x="2709" y="835"/>
                  </a:lnTo>
                  <a:lnTo>
                    <a:pt x="2628" y="780"/>
                  </a:lnTo>
                  <a:lnTo>
                    <a:pt x="2543" y="731"/>
                  </a:lnTo>
                  <a:lnTo>
                    <a:pt x="2456" y="685"/>
                  </a:lnTo>
                  <a:lnTo>
                    <a:pt x="2366" y="644"/>
                  </a:lnTo>
                  <a:lnTo>
                    <a:pt x="2272" y="608"/>
                  </a:lnTo>
                  <a:lnTo>
                    <a:pt x="2177" y="577"/>
                  </a:lnTo>
                  <a:lnTo>
                    <a:pt x="2078" y="551"/>
                  </a:lnTo>
                  <a:lnTo>
                    <a:pt x="1978" y="530"/>
                  </a:lnTo>
                  <a:lnTo>
                    <a:pt x="1875" y="516"/>
                  </a:lnTo>
                  <a:lnTo>
                    <a:pt x="1770" y="507"/>
                  </a:lnTo>
                  <a:lnTo>
                    <a:pt x="1664" y="504"/>
                  </a:lnTo>
                  <a:lnTo>
                    <a:pt x="1558" y="507"/>
                  </a:lnTo>
                  <a:lnTo>
                    <a:pt x="1453" y="516"/>
                  </a:lnTo>
                  <a:lnTo>
                    <a:pt x="1352" y="530"/>
                  </a:lnTo>
                  <a:lnTo>
                    <a:pt x="1251" y="551"/>
                  </a:lnTo>
                  <a:lnTo>
                    <a:pt x="1153" y="577"/>
                  </a:lnTo>
                  <a:lnTo>
                    <a:pt x="1057" y="608"/>
                  </a:lnTo>
                  <a:lnTo>
                    <a:pt x="963" y="644"/>
                  </a:lnTo>
                  <a:lnTo>
                    <a:pt x="873" y="685"/>
                  </a:lnTo>
                  <a:lnTo>
                    <a:pt x="785" y="731"/>
                  </a:lnTo>
                  <a:lnTo>
                    <a:pt x="701" y="780"/>
                  </a:lnTo>
                  <a:lnTo>
                    <a:pt x="619" y="835"/>
                  </a:lnTo>
                  <a:lnTo>
                    <a:pt x="542" y="893"/>
                  </a:lnTo>
                  <a:lnTo>
                    <a:pt x="467" y="955"/>
                  </a:lnTo>
                  <a:lnTo>
                    <a:pt x="397" y="1020"/>
                  </a:lnTo>
                  <a:lnTo>
                    <a:pt x="377" y="1037"/>
                  </a:lnTo>
                  <a:lnTo>
                    <a:pt x="354" y="1049"/>
                  </a:lnTo>
                  <a:lnTo>
                    <a:pt x="331" y="1057"/>
                  </a:lnTo>
                  <a:lnTo>
                    <a:pt x="308" y="1059"/>
                  </a:lnTo>
                  <a:lnTo>
                    <a:pt x="283" y="1057"/>
                  </a:lnTo>
                  <a:lnTo>
                    <a:pt x="260" y="1049"/>
                  </a:lnTo>
                  <a:lnTo>
                    <a:pt x="238" y="1037"/>
                  </a:lnTo>
                  <a:lnTo>
                    <a:pt x="218" y="1020"/>
                  </a:lnTo>
                  <a:lnTo>
                    <a:pt x="38" y="844"/>
                  </a:lnTo>
                  <a:lnTo>
                    <a:pt x="24" y="829"/>
                  </a:lnTo>
                  <a:lnTo>
                    <a:pt x="13" y="813"/>
                  </a:lnTo>
                  <a:lnTo>
                    <a:pt x="6" y="796"/>
                  </a:lnTo>
                  <a:lnTo>
                    <a:pt x="1" y="777"/>
                  </a:lnTo>
                  <a:lnTo>
                    <a:pt x="0" y="756"/>
                  </a:lnTo>
                  <a:lnTo>
                    <a:pt x="1" y="735"/>
                  </a:lnTo>
                  <a:lnTo>
                    <a:pt x="6" y="716"/>
                  </a:lnTo>
                  <a:lnTo>
                    <a:pt x="13" y="699"/>
                  </a:lnTo>
                  <a:lnTo>
                    <a:pt x="24" y="683"/>
                  </a:lnTo>
                  <a:lnTo>
                    <a:pt x="38" y="668"/>
                  </a:lnTo>
                  <a:lnTo>
                    <a:pt x="117" y="591"/>
                  </a:lnTo>
                  <a:lnTo>
                    <a:pt x="200" y="519"/>
                  </a:lnTo>
                  <a:lnTo>
                    <a:pt x="285" y="452"/>
                  </a:lnTo>
                  <a:lnTo>
                    <a:pt x="375" y="388"/>
                  </a:lnTo>
                  <a:lnTo>
                    <a:pt x="469" y="329"/>
                  </a:lnTo>
                  <a:lnTo>
                    <a:pt x="564" y="274"/>
                  </a:lnTo>
                  <a:lnTo>
                    <a:pt x="663" y="224"/>
                  </a:lnTo>
                  <a:lnTo>
                    <a:pt x="765" y="178"/>
                  </a:lnTo>
                  <a:lnTo>
                    <a:pt x="870" y="137"/>
                  </a:lnTo>
                  <a:lnTo>
                    <a:pt x="977" y="101"/>
                  </a:lnTo>
                  <a:lnTo>
                    <a:pt x="1086" y="71"/>
                  </a:lnTo>
                  <a:lnTo>
                    <a:pt x="1198" y="46"/>
                  </a:lnTo>
                  <a:lnTo>
                    <a:pt x="1312" y="26"/>
                  </a:lnTo>
                  <a:lnTo>
                    <a:pt x="1427" y="11"/>
                  </a:lnTo>
                  <a:lnTo>
                    <a:pt x="1545" y="3"/>
                  </a:lnTo>
                  <a:lnTo>
                    <a:pt x="1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4497388" y="2241550"/>
              <a:ext cx="147638" cy="60325"/>
            </a:xfrm>
            <a:custGeom>
              <a:avLst/>
              <a:gdLst>
                <a:gd name="T0" fmla="*/ 1023 w 1869"/>
                <a:gd name="T1" fmla="*/ 3 h 757"/>
                <a:gd name="T2" fmla="*/ 1193 w 1869"/>
                <a:gd name="T3" fmla="*/ 25 h 757"/>
                <a:gd name="T4" fmla="*/ 1354 w 1869"/>
                <a:gd name="T5" fmla="*/ 70 h 757"/>
                <a:gd name="T6" fmla="*/ 1505 w 1869"/>
                <a:gd name="T7" fmla="*/ 133 h 757"/>
                <a:gd name="T8" fmla="*/ 1644 w 1869"/>
                <a:gd name="T9" fmla="*/ 214 h 757"/>
                <a:gd name="T10" fmla="*/ 1771 w 1869"/>
                <a:gd name="T11" fmla="*/ 311 h 757"/>
                <a:gd name="T12" fmla="*/ 1848 w 1869"/>
                <a:gd name="T13" fmla="*/ 386 h 757"/>
                <a:gd name="T14" fmla="*/ 1867 w 1869"/>
                <a:gd name="T15" fmla="*/ 431 h 757"/>
                <a:gd name="T16" fmla="*/ 1867 w 1869"/>
                <a:gd name="T17" fmla="*/ 479 h 757"/>
                <a:gd name="T18" fmla="*/ 1848 w 1869"/>
                <a:gd name="T19" fmla="*/ 523 h 757"/>
                <a:gd name="T20" fmla="*/ 1651 w 1869"/>
                <a:gd name="T21" fmla="*/ 719 h 757"/>
                <a:gd name="T22" fmla="*/ 1608 w 1869"/>
                <a:gd name="T23" fmla="*/ 748 h 757"/>
                <a:gd name="T24" fmla="*/ 1562 w 1869"/>
                <a:gd name="T25" fmla="*/ 757 h 757"/>
                <a:gd name="T26" fmla="*/ 1515 w 1869"/>
                <a:gd name="T27" fmla="*/ 748 h 757"/>
                <a:gd name="T28" fmla="*/ 1473 w 1869"/>
                <a:gd name="T29" fmla="*/ 719 h 757"/>
                <a:gd name="T30" fmla="*/ 1371 w 1869"/>
                <a:gd name="T31" fmla="*/ 642 h 757"/>
                <a:gd name="T32" fmla="*/ 1257 w 1869"/>
                <a:gd name="T33" fmla="*/ 578 h 757"/>
                <a:gd name="T34" fmla="*/ 1134 w 1869"/>
                <a:gd name="T35" fmla="*/ 533 h 757"/>
                <a:gd name="T36" fmla="*/ 1002 w 1869"/>
                <a:gd name="T37" fmla="*/ 509 h 757"/>
                <a:gd name="T38" fmla="*/ 873 w 1869"/>
                <a:gd name="T39" fmla="*/ 508 h 757"/>
                <a:gd name="T40" fmla="*/ 755 w 1869"/>
                <a:gd name="T41" fmla="*/ 526 h 757"/>
                <a:gd name="T42" fmla="*/ 642 w 1869"/>
                <a:gd name="T43" fmla="*/ 560 h 757"/>
                <a:gd name="T44" fmla="*/ 536 w 1869"/>
                <a:gd name="T45" fmla="*/ 612 h 757"/>
                <a:gd name="T46" fmla="*/ 440 w 1869"/>
                <a:gd name="T47" fmla="*/ 680 h 757"/>
                <a:gd name="T48" fmla="*/ 376 w 1869"/>
                <a:gd name="T49" fmla="*/ 736 h 757"/>
                <a:gd name="T50" fmla="*/ 331 w 1869"/>
                <a:gd name="T51" fmla="*/ 755 h 757"/>
                <a:gd name="T52" fmla="*/ 283 w 1869"/>
                <a:gd name="T53" fmla="*/ 755 h 757"/>
                <a:gd name="T54" fmla="*/ 238 w 1869"/>
                <a:gd name="T55" fmla="*/ 736 h 757"/>
                <a:gd name="T56" fmla="*/ 38 w 1869"/>
                <a:gd name="T57" fmla="*/ 543 h 757"/>
                <a:gd name="T58" fmla="*/ 9 w 1869"/>
                <a:gd name="T59" fmla="*/ 501 h 757"/>
                <a:gd name="T60" fmla="*/ 0 w 1869"/>
                <a:gd name="T61" fmla="*/ 454 h 757"/>
                <a:gd name="T62" fmla="*/ 9 w 1869"/>
                <a:gd name="T63" fmla="*/ 408 h 757"/>
                <a:gd name="T64" fmla="*/ 38 w 1869"/>
                <a:gd name="T65" fmla="*/ 366 h 757"/>
                <a:gd name="T66" fmla="*/ 160 w 1869"/>
                <a:gd name="T67" fmla="*/ 261 h 757"/>
                <a:gd name="T68" fmla="*/ 294 w 1869"/>
                <a:gd name="T69" fmla="*/ 171 h 757"/>
                <a:gd name="T70" fmla="*/ 438 w 1869"/>
                <a:gd name="T71" fmla="*/ 99 h 757"/>
                <a:gd name="T72" fmla="*/ 594 w 1869"/>
                <a:gd name="T73" fmla="*/ 46 h 757"/>
                <a:gd name="T74" fmla="*/ 759 w 1869"/>
                <a:gd name="T75" fmla="*/ 12 h 757"/>
                <a:gd name="T76" fmla="*/ 934 w 1869"/>
                <a:gd name="T77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69" h="757">
                  <a:moveTo>
                    <a:pt x="934" y="0"/>
                  </a:moveTo>
                  <a:lnTo>
                    <a:pt x="1023" y="3"/>
                  </a:lnTo>
                  <a:lnTo>
                    <a:pt x="1109" y="12"/>
                  </a:lnTo>
                  <a:lnTo>
                    <a:pt x="1193" y="25"/>
                  </a:lnTo>
                  <a:lnTo>
                    <a:pt x="1275" y="46"/>
                  </a:lnTo>
                  <a:lnTo>
                    <a:pt x="1354" y="70"/>
                  </a:lnTo>
                  <a:lnTo>
                    <a:pt x="1430" y="99"/>
                  </a:lnTo>
                  <a:lnTo>
                    <a:pt x="1505" y="133"/>
                  </a:lnTo>
                  <a:lnTo>
                    <a:pt x="1576" y="171"/>
                  </a:lnTo>
                  <a:lnTo>
                    <a:pt x="1644" y="214"/>
                  </a:lnTo>
                  <a:lnTo>
                    <a:pt x="1709" y="261"/>
                  </a:lnTo>
                  <a:lnTo>
                    <a:pt x="1771" y="311"/>
                  </a:lnTo>
                  <a:lnTo>
                    <a:pt x="1830" y="366"/>
                  </a:lnTo>
                  <a:lnTo>
                    <a:pt x="1848" y="386"/>
                  </a:lnTo>
                  <a:lnTo>
                    <a:pt x="1860" y="408"/>
                  </a:lnTo>
                  <a:lnTo>
                    <a:pt x="1867" y="431"/>
                  </a:lnTo>
                  <a:lnTo>
                    <a:pt x="1869" y="454"/>
                  </a:lnTo>
                  <a:lnTo>
                    <a:pt x="1867" y="479"/>
                  </a:lnTo>
                  <a:lnTo>
                    <a:pt x="1860" y="501"/>
                  </a:lnTo>
                  <a:lnTo>
                    <a:pt x="1848" y="523"/>
                  </a:lnTo>
                  <a:lnTo>
                    <a:pt x="1830" y="543"/>
                  </a:lnTo>
                  <a:lnTo>
                    <a:pt x="1651" y="719"/>
                  </a:lnTo>
                  <a:lnTo>
                    <a:pt x="1631" y="736"/>
                  </a:lnTo>
                  <a:lnTo>
                    <a:pt x="1608" y="748"/>
                  </a:lnTo>
                  <a:lnTo>
                    <a:pt x="1586" y="755"/>
                  </a:lnTo>
                  <a:lnTo>
                    <a:pt x="1562" y="757"/>
                  </a:lnTo>
                  <a:lnTo>
                    <a:pt x="1538" y="755"/>
                  </a:lnTo>
                  <a:lnTo>
                    <a:pt x="1515" y="748"/>
                  </a:lnTo>
                  <a:lnTo>
                    <a:pt x="1492" y="736"/>
                  </a:lnTo>
                  <a:lnTo>
                    <a:pt x="1473" y="719"/>
                  </a:lnTo>
                  <a:lnTo>
                    <a:pt x="1424" y="679"/>
                  </a:lnTo>
                  <a:lnTo>
                    <a:pt x="1371" y="642"/>
                  </a:lnTo>
                  <a:lnTo>
                    <a:pt x="1316" y="608"/>
                  </a:lnTo>
                  <a:lnTo>
                    <a:pt x="1257" y="578"/>
                  </a:lnTo>
                  <a:lnTo>
                    <a:pt x="1197" y="553"/>
                  </a:lnTo>
                  <a:lnTo>
                    <a:pt x="1134" y="533"/>
                  </a:lnTo>
                  <a:lnTo>
                    <a:pt x="1069" y="518"/>
                  </a:lnTo>
                  <a:lnTo>
                    <a:pt x="1002" y="509"/>
                  </a:lnTo>
                  <a:lnTo>
                    <a:pt x="934" y="506"/>
                  </a:lnTo>
                  <a:lnTo>
                    <a:pt x="873" y="508"/>
                  </a:lnTo>
                  <a:lnTo>
                    <a:pt x="813" y="515"/>
                  </a:lnTo>
                  <a:lnTo>
                    <a:pt x="755" y="526"/>
                  </a:lnTo>
                  <a:lnTo>
                    <a:pt x="697" y="541"/>
                  </a:lnTo>
                  <a:lnTo>
                    <a:pt x="642" y="560"/>
                  </a:lnTo>
                  <a:lnTo>
                    <a:pt x="588" y="584"/>
                  </a:lnTo>
                  <a:lnTo>
                    <a:pt x="536" y="612"/>
                  </a:lnTo>
                  <a:lnTo>
                    <a:pt x="487" y="644"/>
                  </a:lnTo>
                  <a:lnTo>
                    <a:pt x="440" y="680"/>
                  </a:lnTo>
                  <a:lnTo>
                    <a:pt x="396" y="719"/>
                  </a:lnTo>
                  <a:lnTo>
                    <a:pt x="376" y="736"/>
                  </a:lnTo>
                  <a:lnTo>
                    <a:pt x="354" y="748"/>
                  </a:lnTo>
                  <a:lnTo>
                    <a:pt x="331" y="755"/>
                  </a:lnTo>
                  <a:lnTo>
                    <a:pt x="307" y="757"/>
                  </a:lnTo>
                  <a:lnTo>
                    <a:pt x="283" y="755"/>
                  </a:lnTo>
                  <a:lnTo>
                    <a:pt x="260" y="748"/>
                  </a:lnTo>
                  <a:lnTo>
                    <a:pt x="238" y="736"/>
                  </a:lnTo>
                  <a:lnTo>
                    <a:pt x="218" y="719"/>
                  </a:lnTo>
                  <a:lnTo>
                    <a:pt x="38" y="543"/>
                  </a:lnTo>
                  <a:lnTo>
                    <a:pt x="22" y="523"/>
                  </a:lnTo>
                  <a:lnTo>
                    <a:pt x="9" y="501"/>
                  </a:lnTo>
                  <a:lnTo>
                    <a:pt x="2" y="479"/>
                  </a:lnTo>
                  <a:lnTo>
                    <a:pt x="0" y="454"/>
                  </a:lnTo>
                  <a:lnTo>
                    <a:pt x="2" y="431"/>
                  </a:lnTo>
                  <a:lnTo>
                    <a:pt x="9" y="408"/>
                  </a:lnTo>
                  <a:lnTo>
                    <a:pt x="22" y="386"/>
                  </a:lnTo>
                  <a:lnTo>
                    <a:pt x="38" y="366"/>
                  </a:lnTo>
                  <a:lnTo>
                    <a:pt x="97" y="311"/>
                  </a:lnTo>
                  <a:lnTo>
                    <a:pt x="160" y="261"/>
                  </a:lnTo>
                  <a:lnTo>
                    <a:pt x="225" y="214"/>
                  </a:lnTo>
                  <a:lnTo>
                    <a:pt x="294" y="171"/>
                  </a:lnTo>
                  <a:lnTo>
                    <a:pt x="364" y="133"/>
                  </a:lnTo>
                  <a:lnTo>
                    <a:pt x="438" y="99"/>
                  </a:lnTo>
                  <a:lnTo>
                    <a:pt x="515" y="70"/>
                  </a:lnTo>
                  <a:lnTo>
                    <a:pt x="594" y="46"/>
                  </a:lnTo>
                  <a:lnTo>
                    <a:pt x="676" y="25"/>
                  </a:lnTo>
                  <a:lnTo>
                    <a:pt x="759" y="12"/>
                  </a:lnTo>
                  <a:lnTo>
                    <a:pt x="846" y="3"/>
                  </a:lnTo>
                  <a:lnTo>
                    <a:pt x="9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8"/>
            <p:cNvSpPr>
              <a:spLocks/>
            </p:cNvSpPr>
            <p:nvPr/>
          </p:nvSpPr>
          <p:spPr bwMode="auto">
            <a:xfrm>
              <a:off x="4549775" y="2322513"/>
              <a:ext cx="41275" cy="39688"/>
            </a:xfrm>
            <a:custGeom>
              <a:avLst/>
              <a:gdLst>
                <a:gd name="T0" fmla="*/ 255 w 512"/>
                <a:gd name="T1" fmla="*/ 0 h 504"/>
                <a:gd name="T2" fmla="*/ 293 w 512"/>
                <a:gd name="T3" fmla="*/ 3 h 504"/>
                <a:gd name="T4" fmla="*/ 330 w 512"/>
                <a:gd name="T5" fmla="*/ 11 h 504"/>
                <a:gd name="T6" fmla="*/ 363 w 512"/>
                <a:gd name="T7" fmla="*/ 24 h 504"/>
                <a:gd name="T8" fmla="*/ 395 w 512"/>
                <a:gd name="T9" fmla="*/ 41 h 504"/>
                <a:gd name="T10" fmla="*/ 423 w 512"/>
                <a:gd name="T11" fmla="*/ 62 h 504"/>
                <a:gd name="T12" fmla="*/ 449 w 512"/>
                <a:gd name="T13" fmla="*/ 87 h 504"/>
                <a:gd name="T14" fmla="*/ 470 w 512"/>
                <a:gd name="T15" fmla="*/ 115 h 504"/>
                <a:gd name="T16" fmla="*/ 487 w 512"/>
                <a:gd name="T17" fmla="*/ 146 h 504"/>
                <a:gd name="T18" fmla="*/ 501 w 512"/>
                <a:gd name="T19" fmla="*/ 179 h 504"/>
                <a:gd name="T20" fmla="*/ 509 w 512"/>
                <a:gd name="T21" fmla="*/ 214 h 504"/>
                <a:gd name="T22" fmla="*/ 512 w 512"/>
                <a:gd name="T23" fmla="*/ 251 h 504"/>
                <a:gd name="T24" fmla="*/ 509 w 512"/>
                <a:gd name="T25" fmla="*/ 289 h 504"/>
                <a:gd name="T26" fmla="*/ 501 w 512"/>
                <a:gd name="T27" fmla="*/ 325 h 504"/>
                <a:gd name="T28" fmla="*/ 487 w 512"/>
                <a:gd name="T29" fmla="*/ 359 h 504"/>
                <a:gd name="T30" fmla="*/ 470 w 512"/>
                <a:gd name="T31" fmla="*/ 390 h 504"/>
                <a:gd name="T32" fmla="*/ 449 w 512"/>
                <a:gd name="T33" fmla="*/ 418 h 504"/>
                <a:gd name="T34" fmla="*/ 423 w 512"/>
                <a:gd name="T35" fmla="*/ 443 h 504"/>
                <a:gd name="T36" fmla="*/ 395 w 512"/>
                <a:gd name="T37" fmla="*/ 464 h 504"/>
                <a:gd name="T38" fmla="*/ 363 w 512"/>
                <a:gd name="T39" fmla="*/ 481 h 504"/>
                <a:gd name="T40" fmla="*/ 330 w 512"/>
                <a:gd name="T41" fmla="*/ 494 h 504"/>
                <a:gd name="T42" fmla="*/ 293 w 512"/>
                <a:gd name="T43" fmla="*/ 501 h 504"/>
                <a:gd name="T44" fmla="*/ 255 w 512"/>
                <a:gd name="T45" fmla="*/ 504 h 504"/>
                <a:gd name="T46" fmla="*/ 218 w 512"/>
                <a:gd name="T47" fmla="*/ 501 h 504"/>
                <a:gd name="T48" fmla="*/ 181 w 512"/>
                <a:gd name="T49" fmla="*/ 494 h 504"/>
                <a:gd name="T50" fmla="*/ 147 w 512"/>
                <a:gd name="T51" fmla="*/ 481 h 504"/>
                <a:gd name="T52" fmla="*/ 116 w 512"/>
                <a:gd name="T53" fmla="*/ 464 h 504"/>
                <a:gd name="T54" fmla="*/ 87 w 512"/>
                <a:gd name="T55" fmla="*/ 443 h 504"/>
                <a:gd name="T56" fmla="*/ 63 w 512"/>
                <a:gd name="T57" fmla="*/ 418 h 504"/>
                <a:gd name="T58" fmla="*/ 40 w 512"/>
                <a:gd name="T59" fmla="*/ 390 h 504"/>
                <a:gd name="T60" fmla="*/ 23 w 512"/>
                <a:gd name="T61" fmla="*/ 359 h 504"/>
                <a:gd name="T62" fmla="*/ 11 w 512"/>
                <a:gd name="T63" fmla="*/ 325 h 504"/>
                <a:gd name="T64" fmla="*/ 3 w 512"/>
                <a:gd name="T65" fmla="*/ 289 h 504"/>
                <a:gd name="T66" fmla="*/ 0 w 512"/>
                <a:gd name="T67" fmla="*/ 251 h 504"/>
                <a:gd name="T68" fmla="*/ 3 w 512"/>
                <a:gd name="T69" fmla="*/ 214 h 504"/>
                <a:gd name="T70" fmla="*/ 11 w 512"/>
                <a:gd name="T71" fmla="*/ 179 h 504"/>
                <a:gd name="T72" fmla="*/ 23 w 512"/>
                <a:gd name="T73" fmla="*/ 146 h 504"/>
                <a:gd name="T74" fmla="*/ 40 w 512"/>
                <a:gd name="T75" fmla="*/ 115 h 504"/>
                <a:gd name="T76" fmla="*/ 63 w 512"/>
                <a:gd name="T77" fmla="*/ 87 h 504"/>
                <a:gd name="T78" fmla="*/ 87 w 512"/>
                <a:gd name="T79" fmla="*/ 62 h 504"/>
                <a:gd name="T80" fmla="*/ 116 w 512"/>
                <a:gd name="T81" fmla="*/ 41 h 504"/>
                <a:gd name="T82" fmla="*/ 147 w 512"/>
                <a:gd name="T83" fmla="*/ 24 h 504"/>
                <a:gd name="T84" fmla="*/ 181 w 512"/>
                <a:gd name="T85" fmla="*/ 11 h 504"/>
                <a:gd name="T86" fmla="*/ 218 w 512"/>
                <a:gd name="T87" fmla="*/ 3 h 504"/>
                <a:gd name="T88" fmla="*/ 255 w 512"/>
                <a:gd name="T89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04">
                  <a:moveTo>
                    <a:pt x="255" y="0"/>
                  </a:moveTo>
                  <a:lnTo>
                    <a:pt x="293" y="3"/>
                  </a:lnTo>
                  <a:lnTo>
                    <a:pt x="330" y="11"/>
                  </a:lnTo>
                  <a:lnTo>
                    <a:pt x="363" y="24"/>
                  </a:lnTo>
                  <a:lnTo>
                    <a:pt x="395" y="41"/>
                  </a:lnTo>
                  <a:lnTo>
                    <a:pt x="423" y="62"/>
                  </a:lnTo>
                  <a:lnTo>
                    <a:pt x="449" y="87"/>
                  </a:lnTo>
                  <a:lnTo>
                    <a:pt x="470" y="115"/>
                  </a:lnTo>
                  <a:lnTo>
                    <a:pt x="487" y="146"/>
                  </a:lnTo>
                  <a:lnTo>
                    <a:pt x="501" y="179"/>
                  </a:lnTo>
                  <a:lnTo>
                    <a:pt x="509" y="214"/>
                  </a:lnTo>
                  <a:lnTo>
                    <a:pt x="512" y="251"/>
                  </a:lnTo>
                  <a:lnTo>
                    <a:pt x="509" y="289"/>
                  </a:lnTo>
                  <a:lnTo>
                    <a:pt x="501" y="325"/>
                  </a:lnTo>
                  <a:lnTo>
                    <a:pt x="487" y="359"/>
                  </a:lnTo>
                  <a:lnTo>
                    <a:pt x="470" y="390"/>
                  </a:lnTo>
                  <a:lnTo>
                    <a:pt x="449" y="418"/>
                  </a:lnTo>
                  <a:lnTo>
                    <a:pt x="423" y="443"/>
                  </a:lnTo>
                  <a:lnTo>
                    <a:pt x="395" y="464"/>
                  </a:lnTo>
                  <a:lnTo>
                    <a:pt x="363" y="481"/>
                  </a:lnTo>
                  <a:lnTo>
                    <a:pt x="330" y="494"/>
                  </a:lnTo>
                  <a:lnTo>
                    <a:pt x="293" y="501"/>
                  </a:lnTo>
                  <a:lnTo>
                    <a:pt x="255" y="504"/>
                  </a:lnTo>
                  <a:lnTo>
                    <a:pt x="218" y="501"/>
                  </a:lnTo>
                  <a:lnTo>
                    <a:pt x="181" y="494"/>
                  </a:lnTo>
                  <a:lnTo>
                    <a:pt x="147" y="481"/>
                  </a:lnTo>
                  <a:lnTo>
                    <a:pt x="116" y="464"/>
                  </a:lnTo>
                  <a:lnTo>
                    <a:pt x="87" y="443"/>
                  </a:lnTo>
                  <a:lnTo>
                    <a:pt x="63" y="418"/>
                  </a:lnTo>
                  <a:lnTo>
                    <a:pt x="40" y="390"/>
                  </a:lnTo>
                  <a:lnTo>
                    <a:pt x="23" y="359"/>
                  </a:lnTo>
                  <a:lnTo>
                    <a:pt x="11" y="325"/>
                  </a:lnTo>
                  <a:lnTo>
                    <a:pt x="3" y="289"/>
                  </a:lnTo>
                  <a:lnTo>
                    <a:pt x="0" y="251"/>
                  </a:lnTo>
                  <a:lnTo>
                    <a:pt x="3" y="214"/>
                  </a:lnTo>
                  <a:lnTo>
                    <a:pt x="11" y="179"/>
                  </a:lnTo>
                  <a:lnTo>
                    <a:pt x="23" y="146"/>
                  </a:lnTo>
                  <a:lnTo>
                    <a:pt x="40" y="115"/>
                  </a:lnTo>
                  <a:lnTo>
                    <a:pt x="63" y="87"/>
                  </a:lnTo>
                  <a:lnTo>
                    <a:pt x="87" y="62"/>
                  </a:lnTo>
                  <a:lnTo>
                    <a:pt x="116" y="41"/>
                  </a:lnTo>
                  <a:lnTo>
                    <a:pt x="147" y="24"/>
                  </a:lnTo>
                  <a:lnTo>
                    <a:pt x="181" y="11"/>
                  </a:lnTo>
                  <a:lnTo>
                    <a:pt x="218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840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4572000" y="0"/>
            <a:ext cx="0" cy="32208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Infographic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10" name="Straight Connector 9"/>
          <p:cNvCxnSpPr>
            <a:stCxn id="9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9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23475" y="1297091"/>
            <a:ext cx="135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Sample </a:t>
            </a:r>
            <a:r>
              <a:rPr lang="en-US" sz="1400" dirty="0" smtClean="0"/>
              <a:t>Text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323475" y="1612889"/>
            <a:ext cx="1849435" cy="57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332750" y="2914127"/>
            <a:ext cx="1849435" cy="888904"/>
            <a:chOff x="5332750" y="2914127"/>
            <a:chExt cx="1849435" cy="888904"/>
          </a:xfrm>
        </p:grpSpPr>
        <p:sp>
          <p:nvSpPr>
            <p:cNvPr id="14" name="TextBox 13"/>
            <p:cNvSpPr txBox="1"/>
            <p:nvPr/>
          </p:nvSpPr>
          <p:spPr>
            <a:xfrm>
              <a:off x="5332750" y="2914127"/>
              <a:ext cx="13573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Sample </a:t>
              </a:r>
              <a:r>
                <a:rPr lang="en-US" sz="1400" dirty="0" smtClean="0"/>
                <a:t>Text</a:t>
              </a:r>
              <a:endParaRPr 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332750" y="3229925"/>
              <a:ext cx="1849435" cy="573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Sed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ut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perspiciatis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unde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omnis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iste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natus</a:t>
              </a:r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error </a:t>
              </a:r>
              <a:r>
                <a:rPr 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sit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6" name="Oval 15"/>
          <p:cNvSpPr/>
          <p:nvPr/>
        </p:nvSpPr>
        <p:spPr>
          <a:xfrm>
            <a:off x="4477457" y="1276350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77457" y="3088391"/>
            <a:ext cx="189085" cy="18908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921000" y="3054842"/>
            <a:ext cx="751590" cy="607474"/>
            <a:chOff x="2921000" y="3068638"/>
            <a:chExt cx="654051" cy="528638"/>
          </a:xfrm>
          <a:solidFill>
            <a:schemeClr val="accent5"/>
          </a:solidFill>
        </p:grpSpPr>
        <p:sp>
          <p:nvSpPr>
            <p:cNvPr id="37" name="Freeform 6"/>
            <p:cNvSpPr>
              <a:spLocks/>
            </p:cNvSpPr>
            <p:nvPr/>
          </p:nvSpPr>
          <p:spPr bwMode="auto">
            <a:xfrm>
              <a:off x="3116263" y="3536951"/>
              <a:ext cx="419100" cy="46038"/>
            </a:xfrm>
            <a:custGeom>
              <a:avLst/>
              <a:gdLst>
                <a:gd name="T0" fmla="*/ 99 w 2368"/>
                <a:gd name="T1" fmla="*/ 0 h 258"/>
                <a:gd name="T2" fmla="*/ 2368 w 2368"/>
                <a:gd name="T3" fmla="*/ 0 h 258"/>
                <a:gd name="T4" fmla="*/ 2368 w 2368"/>
                <a:gd name="T5" fmla="*/ 258 h 258"/>
                <a:gd name="T6" fmla="*/ 99 w 2368"/>
                <a:gd name="T7" fmla="*/ 258 h 258"/>
                <a:gd name="T8" fmla="*/ 76 w 2368"/>
                <a:gd name="T9" fmla="*/ 256 h 258"/>
                <a:gd name="T10" fmla="*/ 55 w 2368"/>
                <a:gd name="T11" fmla="*/ 248 h 258"/>
                <a:gd name="T12" fmla="*/ 37 w 2368"/>
                <a:gd name="T13" fmla="*/ 237 h 258"/>
                <a:gd name="T14" fmla="*/ 22 w 2368"/>
                <a:gd name="T15" fmla="*/ 221 h 258"/>
                <a:gd name="T16" fmla="*/ 10 w 2368"/>
                <a:gd name="T17" fmla="*/ 203 h 258"/>
                <a:gd name="T18" fmla="*/ 3 w 2368"/>
                <a:gd name="T19" fmla="*/ 182 h 258"/>
                <a:gd name="T20" fmla="*/ 0 w 2368"/>
                <a:gd name="T21" fmla="*/ 159 h 258"/>
                <a:gd name="T22" fmla="*/ 0 w 2368"/>
                <a:gd name="T23" fmla="*/ 98 h 258"/>
                <a:gd name="T24" fmla="*/ 3 w 2368"/>
                <a:gd name="T25" fmla="*/ 76 h 258"/>
                <a:gd name="T26" fmla="*/ 10 w 2368"/>
                <a:gd name="T27" fmla="*/ 55 h 258"/>
                <a:gd name="T28" fmla="*/ 22 w 2368"/>
                <a:gd name="T29" fmla="*/ 37 h 258"/>
                <a:gd name="T30" fmla="*/ 37 w 2368"/>
                <a:gd name="T31" fmla="*/ 21 h 258"/>
                <a:gd name="T32" fmla="*/ 55 w 2368"/>
                <a:gd name="T33" fmla="*/ 10 h 258"/>
                <a:gd name="T34" fmla="*/ 76 w 2368"/>
                <a:gd name="T35" fmla="*/ 2 h 258"/>
                <a:gd name="T36" fmla="*/ 99 w 2368"/>
                <a:gd name="T37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68" h="258">
                  <a:moveTo>
                    <a:pt x="99" y="0"/>
                  </a:moveTo>
                  <a:lnTo>
                    <a:pt x="2368" y="0"/>
                  </a:lnTo>
                  <a:lnTo>
                    <a:pt x="2368" y="258"/>
                  </a:lnTo>
                  <a:lnTo>
                    <a:pt x="99" y="258"/>
                  </a:lnTo>
                  <a:lnTo>
                    <a:pt x="76" y="256"/>
                  </a:lnTo>
                  <a:lnTo>
                    <a:pt x="55" y="248"/>
                  </a:lnTo>
                  <a:lnTo>
                    <a:pt x="37" y="237"/>
                  </a:lnTo>
                  <a:lnTo>
                    <a:pt x="22" y="221"/>
                  </a:lnTo>
                  <a:lnTo>
                    <a:pt x="10" y="203"/>
                  </a:lnTo>
                  <a:lnTo>
                    <a:pt x="3" y="182"/>
                  </a:lnTo>
                  <a:lnTo>
                    <a:pt x="0" y="159"/>
                  </a:lnTo>
                  <a:lnTo>
                    <a:pt x="0" y="98"/>
                  </a:lnTo>
                  <a:lnTo>
                    <a:pt x="3" y="76"/>
                  </a:lnTo>
                  <a:lnTo>
                    <a:pt x="10" y="55"/>
                  </a:lnTo>
                  <a:lnTo>
                    <a:pt x="22" y="37"/>
                  </a:lnTo>
                  <a:lnTo>
                    <a:pt x="37" y="21"/>
                  </a:lnTo>
                  <a:lnTo>
                    <a:pt x="55" y="10"/>
                  </a:lnTo>
                  <a:lnTo>
                    <a:pt x="76" y="2"/>
                  </a:lnTo>
                  <a:lnTo>
                    <a:pt x="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/>
          </p:nvSpPr>
          <p:spPr bwMode="auto">
            <a:xfrm>
              <a:off x="3001963" y="3068638"/>
              <a:ext cx="192088" cy="193675"/>
            </a:xfrm>
            <a:custGeom>
              <a:avLst/>
              <a:gdLst>
                <a:gd name="T0" fmla="*/ 547 w 1096"/>
                <a:gd name="T1" fmla="*/ 0 h 1096"/>
                <a:gd name="T2" fmla="*/ 608 w 1096"/>
                <a:gd name="T3" fmla="*/ 4 h 1096"/>
                <a:gd name="T4" fmla="*/ 665 w 1096"/>
                <a:gd name="T5" fmla="*/ 14 h 1096"/>
                <a:gd name="T6" fmla="*/ 722 w 1096"/>
                <a:gd name="T7" fmla="*/ 28 h 1096"/>
                <a:gd name="T8" fmla="*/ 774 w 1096"/>
                <a:gd name="T9" fmla="*/ 50 h 1096"/>
                <a:gd name="T10" fmla="*/ 824 w 1096"/>
                <a:gd name="T11" fmla="*/ 76 h 1096"/>
                <a:gd name="T12" fmla="*/ 871 w 1096"/>
                <a:gd name="T13" fmla="*/ 106 h 1096"/>
                <a:gd name="T14" fmla="*/ 915 w 1096"/>
                <a:gd name="T15" fmla="*/ 142 h 1096"/>
                <a:gd name="T16" fmla="*/ 954 w 1096"/>
                <a:gd name="T17" fmla="*/ 181 h 1096"/>
                <a:gd name="T18" fmla="*/ 990 w 1096"/>
                <a:gd name="T19" fmla="*/ 225 h 1096"/>
                <a:gd name="T20" fmla="*/ 1020 w 1096"/>
                <a:gd name="T21" fmla="*/ 272 h 1096"/>
                <a:gd name="T22" fmla="*/ 1046 w 1096"/>
                <a:gd name="T23" fmla="*/ 322 h 1096"/>
                <a:gd name="T24" fmla="*/ 1068 w 1096"/>
                <a:gd name="T25" fmla="*/ 376 h 1096"/>
                <a:gd name="T26" fmla="*/ 1083 w 1096"/>
                <a:gd name="T27" fmla="*/ 431 h 1096"/>
                <a:gd name="T28" fmla="*/ 1092 w 1096"/>
                <a:gd name="T29" fmla="*/ 489 h 1096"/>
                <a:gd name="T30" fmla="*/ 1096 w 1096"/>
                <a:gd name="T31" fmla="*/ 549 h 1096"/>
                <a:gd name="T32" fmla="*/ 1092 w 1096"/>
                <a:gd name="T33" fmla="*/ 608 h 1096"/>
                <a:gd name="T34" fmla="*/ 1083 w 1096"/>
                <a:gd name="T35" fmla="*/ 666 h 1096"/>
                <a:gd name="T36" fmla="*/ 1068 w 1096"/>
                <a:gd name="T37" fmla="*/ 722 h 1096"/>
                <a:gd name="T38" fmla="*/ 1046 w 1096"/>
                <a:gd name="T39" fmla="*/ 775 h 1096"/>
                <a:gd name="T40" fmla="*/ 1020 w 1096"/>
                <a:gd name="T41" fmla="*/ 825 h 1096"/>
                <a:gd name="T42" fmla="*/ 990 w 1096"/>
                <a:gd name="T43" fmla="*/ 871 h 1096"/>
                <a:gd name="T44" fmla="*/ 954 w 1096"/>
                <a:gd name="T45" fmla="*/ 915 h 1096"/>
                <a:gd name="T46" fmla="*/ 915 w 1096"/>
                <a:gd name="T47" fmla="*/ 954 h 1096"/>
                <a:gd name="T48" fmla="*/ 871 w 1096"/>
                <a:gd name="T49" fmla="*/ 990 h 1096"/>
                <a:gd name="T50" fmla="*/ 824 w 1096"/>
                <a:gd name="T51" fmla="*/ 1021 h 1096"/>
                <a:gd name="T52" fmla="*/ 774 w 1096"/>
                <a:gd name="T53" fmla="*/ 1048 h 1096"/>
                <a:gd name="T54" fmla="*/ 722 w 1096"/>
                <a:gd name="T55" fmla="*/ 1068 h 1096"/>
                <a:gd name="T56" fmla="*/ 665 w 1096"/>
                <a:gd name="T57" fmla="*/ 1084 h 1096"/>
                <a:gd name="T58" fmla="*/ 608 w 1096"/>
                <a:gd name="T59" fmla="*/ 1093 h 1096"/>
                <a:gd name="T60" fmla="*/ 547 w 1096"/>
                <a:gd name="T61" fmla="*/ 1096 h 1096"/>
                <a:gd name="T62" fmla="*/ 488 w 1096"/>
                <a:gd name="T63" fmla="*/ 1093 h 1096"/>
                <a:gd name="T64" fmla="*/ 431 w 1096"/>
                <a:gd name="T65" fmla="*/ 1084 h 1096"/>
                <a:gd name="T66" fmla="*/ 374 w 1096"/>
                <a:gd name="T67" fmla="*/ 1068 h 1096"/>
                <a:gd name="T68" fmla="*/ 322 w 1096"/>
                <a:gd name="T69" fmla="*/ 1048 h 1096"/>
                <a:gd name="T70" fmla="*/ 272 w 1096"/>
                <a:gd name="T71" fmla="*/ 1021 h 1096"/>
                <a:gd name="T72" fmla="*/ 225 w 1096"/>
                <a:gd name="T73" fmla="*/ 990 h 1096"/>
                <a:gd name="T74" fmla="*/ 181 w 1096"/>
                <a:gd name="T75" fmla="*/ 954 h 1096"/>
                <a:gd name="T76" fmla="*/ 142 w 1096"/>
                <a:gd name="T77" fmla="*/ 915 h 1096"/>
                <a:gd name="T78" fmla="*/ 106 w 1096"/>
                <a:gd name="T79" fmla="*/ 871 h 1096"/>
                <a:gd name="T80" fmla="*/ 75 w 1096"/>
                <a:gd name="T81" fmla="*/ 825 h 1096"/>
                <a:gd name="T82" fmla="*/ 50 w 1096"/>
                <a:gd name="T83" fmla="*/ 775 h 1096"/>
                <a:gd name="T84" fmla="*/ 28 w 1096"/>
                <a:gd name="T85" fmla="*/ 722 h 1096"/>
                <a:gd name="T86" fmla="*/ 13 w 1096"/>
                <a:gd name="T87" fmla="*/ 666 h 1096"/>
                <a:gd name="T88" fmla="*/ 4 w 1096"/>
                <a:gd name="T89" fmla="*/ 608 h 1096"/>
                <a:gd name="T90" fmla="*/ 0 w 1096"/>
                <a:gd name="T91" fmla="*/ 549 h 1096"/>
                <a:gd name="T92" fmla="*/ 4 w 1096"/>
                <a:gd name="T93" fmla="*/ 489 h 1096"/>
                <a:gd name="T94" fmla="*/ 13 w 1096"/>
                <a:gd name="T95" fmla="*/ 431 h 1096"/>
                <a:gd name="T96" fmla="*/ 28 w 1096"/>
                <a:gd name="T97" fmla="*/ 376 h 1096"/>
                <a:gd name="T98" fmla="*/ 50 w 1096"/>
                <a:gd name="T99" fmla="*/ 322 h 1096"/>
                <a:gd name="T100" fmla="*/ 75 w 1096"/>
                <a:gd name="T101" fmla="*/ 272 h 1096"/>
                <a:gd name="T102" fmla="*/ 106 w 1096"/>
                <a:gd name="T103" fmla="*/ 225 h 1096"/>
                <a:gd name="T104" fmla="*/ 142 w 1096"/>
                <a:gd name="T105" fmla="*/ 181 h 1096"/>
                <a:gd name="T106" fmla="*/ 181 w 1096"/>
                <a:gd name="T107" fmla="*/ 142 h 1096"/>
                <a:gd name="T108" fmla="*/ 225 w 1096"/>
                <a:gd name="T109" fmla="*/ 106 h 1096"/>
                <a:gd name="T110" fmla="*/ 272 w 1096"/>
                <a:gd name="T111" fmla="*/ 76 h 1096"/>
                <a:gd name="T112" fmla="*/ 322 w 1096"/>
                <a:gd name="T113" fmla="*/ 50 h 1096"/>
                <a:gd name="T114" fmla="*/ 374 w 1096"/>
                <a:gd name="T115" fmla="*/ 28 h 1096"/>
                <a:gd name="T116" fmla="*/ 431 w 1096"/>
                <a:gd name="T117" fmla="*/ 14 h 1096"/>
                <a:gd name="T118" fmla="*/ 488 w 1096"/>
                <a:gd name="T119" fmla="*/ 4 h 1096"/>
                <a:gd name="T120" fmla="*/ 547 w 1096"/>
                <a:gd name="T12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96" h="1096">
                  <a:moveTo>
                    <a:pt x="547" y="0"/>
                  </a:moveTo>
                  <a:lnTo>
                    <a:pt x="608" y="4"/>
                  </a:lnTo>
                  <a:lnTo>
                    <a:pt x="665" y="14"/>
                  </a:lnTo>
                  <a:lnTo>
                    <a:pt x="722" y="28"/>
                  </a:lnTo>
                  <a:lnTo>
                    <a:pt x="774" y="50"/>
                  </a:lnTo>
                  <a:lnTo>
                    <a:pt x="824" y="76"/>
                  </a:lnTo>
                  <a:lnTo>
                    <a:pt x="871" y="106"/>
                  </a:lnTo>
                  <a:lnTo>
                    <a:pt x="915" y="142"/>
                  </a:lnTo>
                  <a:lnTo>
                    <a:pt x="954" y="181"/>
                  </a:lnTo>
                  <a:lnTo>
                    <a:pt x="990" y="225"/>
                  </a:lnTo>
                  <a:lnTo>
                    <a:pt x="1020" y="272"/>
                  </a:lnTo>
                  <a:lnTo>
                    <a:pt x="1046" y="322"/>
                  </a:lnTo>
                  <a:lnTo>
                    <a:pt x="1068" y="376"/>
                  </a:lnTo>
                  <a:lnTo>
                    <a:pt x="1083" y="431"/>
                  </a:lnTo>
                  <a:lnTo>
                    <a:pt x="1092" y="489"/>
                  </a:lnTo>
                  <a:lnTo>
                    <a:pt x="1096" y="549"/>
                  </a:lnTo>
                  <a:lnTo>
                    <a:pt x="1092" y="608"/>
                  </a:lnTo>
                  <a:lnTo>
                    <a:pt x="1083" y="666"/>
                  </a:lnTo>
                  <a:lnTo>
                    <a:pt x="1068" y="722"/>
                  </a:lnTo>
                  <a:lnTo>
                    <a:pt x="1046" y="775"/>
                  </a:lnTo>
                  <a:lnTo>
                    <a:pt x="1020" y="825"/>
                  </a:lnTo>
                  <a:lnTo>
                    <a:pt x="990" y="871"/>
                  </a:lnTo>
                  <a:lnTo>
                    <a:pt x="954" y="915"/>
                  </a:lnTo>
                  <a:lnTo>
                    <a:pt x="915" y="954"/>
                  </a:lnTo>
                  <a:lnTo>
                    <a:pt x="871" y="990"/>
                  </a:lnTo>
                  <a:lnTo>
                    <a:pt x="824" y="1021"/>
                  </a:lnTo>
                  <a:lnTo>
                    <a:pt x="774" y="1048"/>
                  </a:lnTo>
                  <a:lnTo>
                    <a:pt x="722" y="1068"/>
                  </a:lnTo>
                  <a:lnTo>
                    <a:pt x="665" y="1084"/>
                  </a:lnTo>
                  <a:lnTo>
                    <a:pt x="608" y="1093"/>
                  </a:lnTo>
                  <a:lnTo>
                    <a:pt x="547" y="1096"/>
                  </a:lnTo>
                  <a:lnTo>
                    <a:pt x="488" y="1093"/>
                  </a:lnTo>
                  <a:lnTo>
                    <a:pt x="431" y="1084"/>
                  </a:lnTo>
                  <a:lnTo>
                    <a:pt x="374" y="1068"/>
                  </a:lnTo>
                  <a:lnTo>
                    <a:pt x="322" y="1048"/>
                  </a:lnTo>
                  <a:lnTo>
                    <a:pt x="272" y="1021"/>
                  </a:lnTo>
                  <a:lnTo>
                    <a:pt x="225" y="990"/>
                  </a:lnTo>
                  <a:lnTo>
                    <a:pt x="181" y="954"/>
                  </a:lnTo>
                  <a:lnTo>
                    <a:pt x="142" y="915"/>
                  </a:lnTo>
                  <a:lnTo>
                    <a:pt x="106" y="871"/>
                  </a:lnTo>
                  <a:lnTo>
                    <a:pt x="75" y="825"/>
                  </a:lnTo>
                  <a:lnTo>
                    <a:pt x="50" y="775"/>
                  </a:lnTo>
                  <a:lnTo>
                    <a:pt x="28" y="722"/>
                  </a:lnTo>
                  <a:lnTo>
                    <a:pt x="13" y="666"/>
                  </a:lnTo>
                  <a:lnTo>
                    <a:pt x="4" y="608"/>
                  </a:lnTo>
                  <a:lnTo>
                    <a:pt x="0" y="549"/>
                  </a:lnTo>
                  <a:lnTo>
                    <a:pt x="4" y="489"/>
                  </a:lnTo>
                  <a:lnTo>
                    <a:pt x="13" y="431"/>
                  </a:lnTo>
                  <a:lnTo>
                    <a:pt x="28" y="376"/>
                  </a:lnTo>
                  <a:lnTo>
                    <a:pt x="50" y="322"/>
                  </a:lnTo>
                  <a:lnTo>
                    <a:pt x="75" y="272"/>
                  </a:lnTo>
                  <a:lnTo>
                    <a:pt x="106" y="225"/>
                  </a:lnTo>
                  <a:lnTo>
                    <a:pt x="142" y="181"/>
                  </a:lnTo>
                  <a:lnTo>
                    <a:pt x="181" y="142"/>
                  </a:lnTo>
                  <a:lnTo>
                    <a:pt x="225" y="106"/>
                  </a:lnTo>
                  <a:lnTo>
                    <a:pt x="272" y="76"/>
                  </a:lnTo>
                  <a:lnTo>
                    <a:pt x="322" y="50"/>
                  </a:lnTo>
                  <a:lnTo>
                    <a:pt x="374" y="28"/>
                  </a:lnTo>
                  <a:lnTo>
                    <a:pt x="431" y="14"/>
                  </a:lnTo>
                  <a:lnTo>
                    <a:pt x="488" y="4"/>
                  </a:lnTo>
                  <a:lnTo>
                    <a:pt x="5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8"/>
            <p:cNvSpPr>
              <a:spLocks/>
            </p:cNvSpPr>
            <p:nvPr/>
          </p:nvSpPr>
          <p:spPr bwMode="auto">
            <a:xfrm>
              <a:off x="2921000" y="3262313"/>
              <a:ext cx="450850" cy="334963"/>
            </a:xfrm>
            <a:custGeom>
              <a:avLst/>
              <a:gdLst>
                <a:gd name="T0" fmla="*/ 498 w 2559"/>
                <a:gd name="T1" fmla="*/ 1 h 1901"/>
                <a:gd name="T2" fmla="*/ 589 w 2559"/>
                <a:gd name="T3" fmla="*/ 3 h 1901"/>
                <a:gd name="T4" fmla="*/ 705 w 2559"/>
                <a:gd name="T5" fmla="*/ 30 h 1901"/>
                <a:gd name="T6" fmla="*/ 810 w 2559"/>
                <a:gd name="T7" fmla="*/ 82 h 1901"/>
                <a:gd name="T8" fmla="*/ 900 w 2559"/>
                <a:gd name="T9" fmla="*/ 154 h 1901"/>
                <a:gd name="T10" fmla="*/ 972 w 2559"/>
                <a:gd name="T11" fmla="*/ 245 h 1901"/>
                <a:gd name="T12" fmla="*/ 1024 w 2559"/>
                <a:gd name="T13" fmla="*/ 349 h 1901"/>
                <a:gd name="T14" fmla="*/ 1051 w 2559"/>
                <a:gd name="T15" fmla="*/ 465 h 1901"/>
                <a:gd name="T16" fmla="*/ 1055 w 2559"/>
                <a:gd name="T17" fmla="*/ 650 h 1901"/>
                <a:gd name="T18" fmla="*/ 1085 w 2559"/>
                <a:gd name="T19" fmla="*/ 794 h 1901"/>
                <a:gd name="T20" fmla="*/ 2379 w 2559"/>
                <a:gd name="T21" fmla="*/ 799 h 1901"/>
                <a:gd name="T22" fmla="*/ 2451 w 2559"/>
                <a:gd name="T23" fmla="*/ 825 h 1901"/>
                <a:gd name="T24" fmla="*/ 2507 w 2559"/>
                <a:gd name="T25" fmla="*/ 873 h 1901"/>
                <a:gd name="T26" fmla="*/ 2545 w 2559"/>
                <a:gd name="T27" fmla="*/ 937 h 1901"/>
                <a:gd name="T28" fmla="*/ 2559 w 2559"/>
                <a:gd name="T29" fmla="*/ 1014 h 1901"/>
                <a:gd name="T30" fmla="*/ 2545 w 2559"/>
                <a:gd name="T31" fmla="*/ 1090 h 1901"/>
                <a:gd name="T32" fmla="*/ 2507 w 2559"/>
                <a:gd name="T33" fmla="*/ 1155 h 1901"/>
                <a:gd name="T34" fmla="*/ 2451 w 2559"/>
                <a:gd name="T35" fmla="*/ 1202 h 1901"/>
                <a:gd name="T36" fmla="*/ 2379 w 2559"/>
                <a:gd name="T37" fmla="*/ 1229 h 1901"/>
                <a:gd name="T38" fmla="*/ 1091 w 2559"/>
                <a:gd name="T39" fmla="*/ 1233 h 1901"/>
                <a:gd name="T40" fmla="*/ 1079 w 2559"/>
                <a:gd name="T41" fmla="*/ 1233 h 1901"/>
                <a:gd name="T42" fmla="*/ 1055 w 2559"/>
                <a:gd name="T43" fmla="*/ 1232 h 1901"/>
                <a:gd name="T44" fmla="*/ 1042 w 2559"/>
                <a:gd name="T45" fmla="*/ 1232 h 1901"/>
                <a:gd name="T46" fmla="*/ 981 w 2559"/>
                <a:gd name="T47" fmla="*/ 1220 h 1901"/>
                <a:gd name="T48" fmla="*/ 928 w 2559"/>
                <a:gd name="T49" fmla="*/ 1191 h 1901"/>
                <a:gd name="T50" fmla="*/ 478 w 2559"/>
                <a:gd name="T51" fmla="*/ 702 h 1901"/>
                <a:gd name="T52" fmla="*/ 452 w 2559"/>
                <a:gd name="T53" fmla="*/ 690 h 1901"/>
                <a:gd name="T54" fmla="*/ 426 w 2559"/>
                <a:gd name="T55" fmla="*/ 700 h 1901"/>
                <a:gd name="T56" fmla="*/ 413 w 2559"/>
                <a:gd name="T57" fmla="*/ 725 h 1901"/>
                <a:gd name="T58" fmla="*/ 424 w 2559"/>
                <a:gd name="T59" fmla="*/ 752 h 1901"/>
                <a:gd name="T60" fmla="*/ 878 w 2559"/>
                <a:gd name="T61" fmla="*/ 1244 h 1901"/>
                <a:gd name="T62" fmla="*/ 937 w 2559"/>
                <a:gd name="T63" fmla="*/ 1280 h 1901"/>
                <a:gd name="T64" fmla="*/ 1005 w 2559"/>
                <a:gd name="T65" fmla="*/ 1299 h 1901"/>
                <a:gd name="T66" fmla="*/ 1040 w 2559"/>
                <a:gd name="T67" fmla="*/ 1301 h 1901"/>
                <a:gd name="T68" fmla="*/ 1055 w 2559"/>
                <a:gd name="T69" fmla="*/ 1302 h 1901"/>
                <a:gd name="T70" fmla="*/ 0 w 2559"/>
                <a:gd name="T71" fmla="*/ 1901 h 1901"/>
                <a:gd name="T72" fmla="*/ 3 w 2559"/>
                <a:gd name="T73" fmla="*/ 439 h 1901"/>
                <a:gd name="T74" fmla="*/ 29 w 2559"/>
                <a:gd name="T75" fmla="*/ 329 h 1901"/>
                <a:gd name="T76" fmla="*/ 78 w 2559"/>
                <a:gd name="T77" fmla="*/ 230 h 1901"/>
                <a:gd name="T78" fmla="*/ 146 w 2559"/>
                <a:gd name="T79" fmla="*/ 146 h 1901"/>
                <a:gd name="T80" fmla="*/ 230 w 2559"/>
                <a:gd name="T81" fmla="*/ 78 h 1901"/>
                <a:gd name="T82" fmla="*/ 329 w 2559"/>
                <a:gd name="T83" fmla="*/ 29 h 1901"/>
                <a:gd name="T84" fmla="*/ 439 w 2559"/>
                <a:gd name="T85" fmla="*/ 3 h 1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59" h="1901">
                  <a:moveTo>
                    <a:pt x="497" y="0"/>
                  </a:moveTo>
                  <a:lnTo>
                    <a:pt x="498" y="1"/>
                  </a:lnTo>
                  <a:lnTo>
                    <a:pt x="527" y="0"/>
                  </a:lnTo>
                  <a:lnTo>
                    <a:pt x="589" y="3"/>
                  </a:lnTo>
                  <a:lnTo>
                    <a:pt x="648" y="14"/>
                  </a:lnTo>
                  <a:lnTo>
                    <a:pt x="705" y="30"/>
                  </a:lnTo>
                  <a:lnTo>
                    <a:pt x="760" y="54"/>
                  </a:lnTo>
                  <a:lnTo>
                    <a:pt x="810" y="82"/>
                  </a:lnTo>
                  <a:lnTo>
                    <a:pt x="857" y="116"/>
                  </a:lnTo>
                  <a:lnTo>
                    <a:pt x="900" y="154"/>
                  </a:lnTo>
                  <a:lnTo>
                    <a:pt x="938" y="198"/>
                  </a:lnTo>
                  <a:lnTo>
                    <a:pt x="972" y="245"/>
                  </a:lnTo>
                  <a:lnTo>
                    <a:pt x="1001" y="296"/>
                  </a:lnTo>
                  <a:lnTo>
                    <a:pt x="1024" y="349"/>
                  </a:lnTo>
                  <a:lnTo>
                    <a:pt x="1040" y="407"/>
                  </a:lnTo>
                  <a:lnTo>
                    <a:pt x="1051" y="465"/>
                  </a:lnTo>
                  <a:lnTo>
                    <a:pt x="1054" y="527"/>
                  </a:lnTo>
                  <a:lnTo>
                    <a:pt x="1055" y="650"/>
                  </a:lnTo>
                  <a:lnTo>
                    <a:pt x="1055" y="794"/>
                  </a:lnTo>
                  <a:lnTo>
                    <a:pt x="1085" y="794"/>
                  </a:lnTo>
                  <a:lnTo>
                    <a:pt x="2341" y="796"/>
                  </a:lnTo>
                  <a:lnTo>
                    <a:pt x="2379" y="799"/>
                  </a:lnTo>
                  <a:lnTo>
                    <a:pt x="2416" y="809"/>
                  </a:lnTo>
                  <a:lnTo>
                    <a:pt x="2451" y="825"/>
                  </a:lnTo>
                  <a:lnTo>
                    <a:pt x="2481" y="847"/>
                  </a:lnTo>
                  <a:lnTo>
                    <a:pt x="2507" y="873"/>
                  </a:lnTo>
                  <a:lnTo>
                    <a:pt x="2528" y="904"/>
                  </a:lnTo>
                  <a:lnTo>
                    <a:pt x="2545" y="937"/>
                  </a:lnTo>
                  <a:lnTo>
                    <a:pt x="2555" y="974"/>
                  </a:lnTo>
                  <a:lnTo>
                    <a:pt x="2559" y="1014"/>
                  </a:lnTo>
                  <a:lnTo>
                    <a:pt x="2555" y="1053"/>
                  </a:lnTo>
                  <a:lnTo>
                    <a:pt x="2545" y="1090"/>
                  </a:lnTo>
                  <a:lnTo>
                    <a:pt x="2528" y="1124"/>
                  </a:lnTo>
                  <a:lnTo>
                    <a:pt x="2507" y="1155"/>
                  </a:lnTo>
                  <a:lnTo>
                    <a:pt x="2481" y="1181"/>
                  </a:lnTo>
                  <a:lnTo>
                    <a:pt x="2451" y="1202"/>
                  </a:lnTo>
                  <a:lnTo>
                    <a:pt x="2416" y="1219"/>
                  </a:lnTo>
                  <a:lnTo>
                    <a:pt x="2379" y="1229"/>
                  </a:lnTo>
                  <a:lnTo>
                    <a:pt x="2341" y="1233"/>
                  </a:lnTo>
                  <a:lnTo>
                    <a:pt x="1091" y="1233"/>
                  </a:lnTo>
                  <a:lnTo>
                    <a:pt x="1088" y="1233"/>
                  </a:lnTo>
                  <a:lnTo>
                    <a:pt x="1079" y="1233"/>
                  </a:lnTo>
                  <a:lnTo>
                    <a:pt x="1067" y="1232"/>
                  </a:lnTo>
                  <a:lnTo>
                    <a:pt x="1055" y="1232"/>
                  </a:lnTo>
                  <a:lnTo>
                    <a:pt x="1046" y="1232"/>
                  </a:lnTo>
                  <a:lnTo>
                    <a:pt x="1042" y="1232"/>
                  </a:lnTo>
                  <a:lnTo>
                    <a:pt x="1010" y="1228"/>
                  </a:lnTo>
                  <a:lnTo>
                    <a:pt x="981" y="1220"/>
                  </a:lnTo>
                  <a:lnTo>
                    <a:pt x="953" y="1208"/>
                  </a:lnTo>
                  <a:lnTo>
                    <a:pt x="928" y="1191"/>
                  </a:lnTo>
                  <a:lnTo>
                    <a:pt x="906" y="1170"/>
                  </a:lnTo>
                  <a:lnTo>
                    <a:pt x="478" y="702"/>
                  </a:lnTo>
                  <a:lnTo>
                    <a:pt x="465" y="693"/>
                  </a:lnTo>
                  <a:lnTo>
                    <a:pt x="452" y="690"/>
                  </a:lnTo>
                  <a:lnTo>
                    <a:pt x="438" y="692"/>
                  </a:lnTo>
                  <a:lnTo>
                    <a:pt x="426" y="700"/>
                  </a:lnTo>
                  <a:lnTo>
                    <a:pt x="417" y="711"/>
                  </a:lnTo>
                  <a:lnTo>
                    <a:pt x="413" y="725"/>
                  </a:lnTo>
                  <a:lnTo>
                    <a:pt x="416" y="739"/>
                  </a:lnTo>
                  <a:lnTo>
                    <a:pt x="424" y="752"/>
                  </a:lnTo>
                  <a:lnTo>
                    <a:pt x="852" y="1219"/>
                  </a:lnTo>
                  <a:lnTo>
                    <a:pt x="878" y="1244"/>
                  </a:lnTo>
                  <a:lnTo>
                    <a:pt x="906" y="1264"/>
                  </a:lnTo>
                  <a:lnTo>
                    <a:pt x="937" y="1280"/>
                  </a:lnTo>
                  <a:lnTo>
                    <a:pt x="970" y="1292"/>
                  </a:lnTo>
                  <a:lnTo>
                    <a:pt x="1005" y="1299"/>
                  </a:lnTo>
                  <a:lnTo>
                    <a:pt x="1039" y="1301"/>
                  </a:lnTo>
                  <a:lnTo>
                    <a:pt x="1040" y="1301"/>
                  </a:lnTo>
                  <a:lnTo>
                    <a:pt x="1042" y="1301"/>
                  </a:lnTo>
                  <a:lnTo>
                    <a:pt x="1055" y="1302"/>
                  </a:lnTo>
                  <a:lnTo>
                    <a:pt x="1055" y="1901"/>
                  </a:lnTo>
                  <a:lnTo>
                    <a:pt x="0" y="1901"/>
                  </a:lnTo>
                  <a:lnTo>
                    <a:pt x="0" y="497"/>
                  </a:lnTo>
                  <a:lnTo>
                    <a:pt x="3" y="439"/>
                  </a:lnTo>
                  <a:lnTo>
                    <a:pt x="13" y="383"/>
                  </a:lnTo>
                  <a:lnTo>
                    <a:pt x="29" y="329"/>
                  </a:lnTo>
                  <a:lnTo>
                    <a:pt x="51" y="279"/>
                  </a:lnTo>
                  <a:lnTo>
                    <a:pt x="78" y="230"/>
                  </a:lnTo>
                  <a:lnTo>
                    <a:pt x="109" y="187"/>
                  </a:lnTo>
                  <a:lnTo>
                    <a:pt x="146" y="146"/>
                  </a:lnTo>
                  <a:lnTo>
                    <a:pt x="187" y="109"/>
                  </a:lnTo>
                  <a:lnTo>
                    <a:pt x="230" y="78"/>
                  </a:lnTo>
                  <a:lnTo>
                    <a:pt x="279" y="51"/>
                  </a:lnTo>
                  <a:lnTo>
                    <a:pt x="329" y="29"/>
                  </a:lnTo>
                  <a:lnTo>
                    <a:pt x="383" y="14"/>
                  </a:lnTo>
                  <a:lnTo>
                    <a:pt x="439" y="3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9"/>
            <p:cNvSpPr>
              <a:spLocks/>
            </p:cNvSpPr>
            <p:nvPr/>
          </p:nvSpPr>
          <p:spPr bwMode="auto">
            <a:xfrm>
              <a:off x="3189288" y="3265488"/>
              <a:ext cx="385763" cy="258763"/>
            </a:xfrm>
            <a:custGeom>
              <a:avLst/>
              <a:gdLst>
                <a:gd name="T0" fmla="*/ 2098 w 2186"/>
                <a:gd name="T1" fmla="*/ 0 h 1471"/>
                <a:gd name="T2" fmla="*/ 2119 w 2186"/>
                <a:gd name="T3" fmla="*/ 4 h 1471"/>
                <a:gd name="T4" fmla="*/ 2141 w 2186"/>
                <a:gd name="T5" fmla="*/ 14 h 1471"/>
                <a:gd name="T6" fmla="*/ 2157 w 2186"/>
                <a:gd name="T7" fmla="*/ 28 h 1471"/>
                <a:gd name="T8" fmla="*/ 2171 w 2186"/>
                <a:gd name="T9" fmla="*/ 45 h 1471"/>
                <a:gd name="T10" fmla="*/ 2180 w 2186"/>
                <a:gd name="T11" fmla="*/ 64 h 1471"/>
                <a:gd name="T12" fmla="*/ 2186 w 2186"/>
                <a:gd name="T13" fmla="*/ 85 h 1471"/>
                <a:gd name="T14" fmla="*/ 2186 w 2186"/>
                <a:gd name="T15" fmla="*/ 107 h 1471"/>
                <a:gd name="T16" fmla="*/ 2181 w 2186"/>
                <a:gd name="T17" fmla="*/ 129 h 1471"/>
                <a:gd name="T18" fmla="*/ 1744 w 2186"/>
                <a:gd name="T19" fmla="*/ 1402 h 1471"/>
                <a:gd name="T20" fmla="*/ 1738 w 2186"/>
                <a:gd name="T21" fmla="*/ 1417 h 1471"/>
                <a:gd name="T22" fmla="*/ 1729 w 2186"/>
                <a:gd name="T23" fmla="*/ 1429 h 1471"/>
                <a:gd name="T24" fmla="*/ 1715 w 2186"/>
                <a:gd name="T25" fmla="*/ 1446 h 1471"/>
                <a:gd name="T26" fmla="*/ 1696 w 2186"/>
                <a:gd name="T27" fmla="*/ 1459 h 1471"/>
                <a:gd name="T28" fmla="*/ 1673 w 2186"/>
                <a:gd name="T29" fmla="*/ 1468 h 1471"/>
                <a:gd name="T30" fmla="*/ 1650 w 2186"/>
                <a:gd name="T31" fmla="*/ 1471 h 1471"/>
                <a:gd name="T32" fmla="*/ 98 w 2186"/>
                <a:gd name="T33" fmla="*/ 1471 h 1471"/>
                <a:gd name="T34" fmla="*/ 75 w 2186"/>
                <a:gd name="T35" fmla="*/ 1468 h 1471"/>
                <a:gd name="T36" fmla="*/ 54 w 2186"/>
                <a:gd name="T37" fmla="*/ 1462 h 1471"/>
                <a:gd name="T38" fmla="*/ 36 w 2186"/>
                <a:gd name="T39" fmla="*/ 1449 h 1471"/>
                <a:gd name="T40" fmla="*/ 21 w 2186"/>
                <a:gd name="T41" fmla="*/ 1435 h 1471"/>
                <a:gd name="T42" fmla="*/ 9 w 2186"/>
                <a:gd name="T43" fmla="*/ 1417 h 1471"/>
                <a:gd name="T44" fmla="*/ 2 w 2186"/>
                <a:gd name="T45" fmla="*/ 1395 h 1471"/>
                <a:gd name="T46" fmla="*/ 0 w 2186"/>
                <a:gd name="T47" fmla="*/ 1373 h 1471"/>
                <a:gd name="T48" fmla="*/ 2 w 2186"/>
                <a:gd name="T49" fmla="*/ 1350 h 1471"/>
                <a:gd name="T50" fmla="*/ 9 w 2186"/>
                <a:gd name="T51" fmla="*/ 1330 h 1471"/>
                <a:gd name="T52" fmla="*/ 21 w 2186"/>
                <a:gd name="T53" fmla="*/ 1312 h 1471"/>
                <a:gd name="T54" fmla="*/ 36 w 2186"/>
                <a:gd name="T55" fmla="*/ 1298 h 1471"/>
                <a:gd name="T56" fmla="*/ 54 w 2186"/>
                <a:gd name="T57" fmla="*/ 1285 h 1471"/>
                <a:gd name="T58" fmla="*/ 75 w 2186"/>
                <a:gd name="T59" fmla="*/ 1279 h 1471"/>
                <a:gd name="T60" fmla="*/ 98 w 2186"/>
                <a:gd name="T61" fmla="*/ 1275 h 1471"/>
                <a:gd name="T62" fmla="*/ 1581 w 2186"/>
                <a:gd name="T63" fmla="*/ 1275 h 1471"/>
                <a:gd name="T64" fmla="*/ 1996 w 2186"/>
                <a:gd name="T65" fmla="*/ 65 h 1471"/>
                <a:gd name="T66" fmla="*/ 2006 w 2186"/>
                <a:gd name="T67" fmla="*/ 45 h 1471"/>
                <a:gd name="T68" fmla="*/ 2019 w 2186"/>
                <a:gd name="T69" fmla="*/ 28 h 1471"/>
                <a:gd name="T70" fmla="*/ 2036 w 2186"/>
                <a:gd name="T71" fmla="*/ 14 h 1471"/>
                <a:gd name="T72" fmla="*/ 2055 w 2186"/>
                <a:gd name="T73" fmla="*/ 5 h 1471"/>
                <a:gd name="T74" fmla="*/ 2075 w 2186"/>
                <a:gd name="T75" fmla="*/ 0 h 1471"/>
                <a:gd name="T76" fmla="*/ 2098 w 2186"/>
                <a:gd name="T77" fmla="*/ 0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86" h="1471">
                  <a:moveTo>
                    <a:pt x="2098" y="0"/>
                  </a:moveTo>
                  <a:lnTo>
                    <a:pt x="2119" y="4"/>
                  </a:lnTo>
                  <a:lnTo>
                    <a:pt x="2141" y="14"/>
                  </a:lnTo>
                  <a:lnTo>
                    <a:pt x="2157" y="28"/>
                  </a:lnTo>
                  <a:lnTo>
                    <a:pt x="2171" y="45"/>
                  </a:lnTo>
                  <a:lnTo>
                    <a:pt x="2180" y="64"/>
                  </a:lnTo>
                  <a:lnTo>
                    <a:pt x="2186" y="85"/>
                  </a:lnTo>
                  <a:lnTo>
                    <a:pt x="2186" y="107"/>
                  </a:lnTo>
                  <a:lnTo>
                    <a:pt x="2181" y="129"/>
                  </a:lnTo>
                  <a:lnTo>
                    <a:pt x="1744" y="1402"/>
                  </a:lnTo>
                  <a:lnTo>
                    <a:pt x="1738" y="1417"/>
                  </a:lnTo>
                  <a:lnTo>
                    <a:pt x="1729" y="1429"/>
                  </a:lnTo>
                  <a:lnTo>
                    <a:pt x="1715" y="1446"/>
                  </a:lnTo>
                  <a:lnTo>
                    <a:pt x="1696" y="1459"/>
                  </a:lnTo>
                  <a:lnTo>
                    <a:pt x="1673" y="1468"/>
                  </a:lnTo>
                  <a:lnTo>
                    <a:pt x="1650" y="1471"/>
                  </a:lnTo>
                  <a:lnTo>
                    <a:pt x="98" y="1471"/>
                  </a:lnTo>
                  <a:lnTo>
                    <a:pt x="75" y="1468"/>
                  </a:lnTo>
                  <a:lnTo>
                    <a:pt x="54" y="1462"/>
                  </a:lnTo>
                  <a:lnTo>
                    <a:pt x="36" y="1449"/>
                  </a:lnTo>
                  <a:lnTo>
                    <a:pt x="21" y="1435"/>
                  </a:lnTo>
                  <a:lnTo>
                    <a:pt x="9" y="1417"/>
                  </a:lnTo>
                  <a:lnTo>
                    <a:pt x="2" y="1395"/>
                  </a:lnTo>
                  <a:lnTo>
                    <a:pt x="0" y="1373"/>
                  </a:lnTo>
                  <a:lnTo>
                    <a:pt x="2" y="1350"/>
                  </a:lnTo>
                  <a:lnTo>
                    <a:pt x="9" y="1330"/>
                  </a:lnTo>
                  <a:lnTo>
                    <a:pt x="21" y="1312"/>
                  </a:lnTo>
                  <a:lnTo>
                    <a:pt x="36" y="1298"/>
                  </a:lnTo>
                  <a:lnTo>
                    <a:pt x="54" y="1285"/>
                  </a:lnTo>
                  <a:lnTo>
                    <a:pt x="75" y="1279"/>
                  </a:lnTo>
                  <a:lnTo>
                    <a:pt x="98" y="1275"/>
                  </a:lnTo>
                  <a:lnTo>
                    <a:pt x="1581" y="1275"/>
                  </a:lnTo>
                  <a:lnTo>
                    <a:pt x="1996" y="65"/>
                  </a:lnTo>
                  <a:lnTo>
                    <a:pt x="2006" y="45"/>
                  </a:lnTo>
                  <a:lnTo>
                    <a:pt x="2019" y="28"/>
                  </a:lnTo>
                  <a:lnTo>
                    <a:pt x="2036" y="14"/>
                  </a:lnTo>
                  <a:lnTo>
                    <a:pt x="2055" y="5"/>
                  </a:lnTo>
                  <a:lnTo>
                    <a:pt x="2075" y="0"/>
                  </a:lnTo>
                  <a:lnTo>
                    <a:pt x="20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410993" y="1344613"/>
            <a:ext cx="785813" cy="623888"/>
            <a:chOff x="5438775" y="1344613"/>
            <a:chExt cx="785813" cy="623888"/>
          </a:xfrm>
          <a:solidFill>
            <a:schemeClr val="accent4"/>
          </a:solidFill>
        </p:grpSpPr>
        <p:sp>
          <p:nvSpPr>
            <p:cNvPr id="51" name="Freeform 19"/>
            <p:cNvSpPr>
              <a:spLocks/>
            </p:cNvSpPr>
            <p:nvPr/>
          </p:nvSpPr>
          <p:spPr bwMode="auto">
            <a:xfrm>
              <a:off x="5803900" y="1344613"/>
              <a:ext cx="420688" cy="341313"/>
            </a:xfrm>
            <a:custGeom>
              <a:avLst/>
              <a:gdLst>
                <a:gd name="T0" fmla="*/ 681 w 1852"/>
                <a:gd name="T1" fmla="*/ 4 h 1501"/>
                <a:gd name="T2" fmla="*/ 810 w 1852"/>
                <a:gd name="T3" fmla="*/ 27 h 1501"/>
                <a:gd name="T4" fmla="*/ 932 w 1852"/>
                <a:gd name="T5" fmla="*/ 71 h 1501"/>
                <a:gd name="T6" fmla="*/ 1042 w 1852"/>
                <a:gd name="T7" fmla="*/ 134 h 1501"/>
                <a:gd name="T8" fmla="*/ 1141 w 1852"/>
                <a:gd name="T9" fmla="*/ 215 h 1501"/>
                <a:gd name="T10" fmla="*/ 1224 w 1852"/>
                <a:gd name="T11" fmla="*/ 311 h 1501"/>
                <a:gd name="T12" fmla="*/ 1290 w 1852"/>
                <a:gd name="T13" fmla="*/ 420 h 1501"/>
                <a:gd name="T14" fmla="*/ 1338 w 1852"/>
                <a:gd name="T15" fmla="*/ 540 h 1501"/>
                <a:gd name="T16" fmla="*/ 1365 w 1852"/>
                <a:gd name="T17" fmla="*/ 668 h 1501"/>
                <a:gd name="T18" fmla="*/ 1476 w 1852"/>
                <a:gd name="T19" fmla="*/ 681 h 1501"/>
                <a:gd name="T20" fmla="*/ 1579 w 1852"/>
                <a:gd name="T21" fmla="*/ 718 h 1501"/>
                <a:gd name="T22" fmla="*/ 1669 w 1852"/>
                <a:gd name="T23" fmla="*/ 776 h 1501"/>
                <a:gd name="T24" fmla="*/ 1745 w 1852"/>
                <a:gd name="T25" fmla="*/ 851 h 1501"/>
                <a:gd name="T26" fmla="*/ 1803 w 1852"/>
                <a:gd name="T27" fmla="*/ 942 h 1501"/>
                <a:gd name="T28" fmla="*/ 1839 w 1852"/>
                <a:gd name="T29" fmla="*/ 1045 h 1501"/>
                <a:gd name="T30" fmla="*/ 1852 w 1852"/>
                <a:gd name="T31" fmla="*/ 1156 h 1501"/>
                <a:gd name="T32" fmla="*/ 1839 w 1852"/>
                <a:gd name="T33" fmla="*/ 1268 h 1501"/>
                <a:gd name="T34" fmla="*/ 1803 w 1852"/>
                <a:gd name="T35" fmla="*/ 1371 h 1501"/>
                <a:gd name="T36" fmla="*/ 1745 w 1852"/>
                <a:gd name="T37" fmla="*/ 1461 h 1501"/>
                <a:gd name="T38" fmla="*/ 1679 w 1852"/>
                <a:gd name="T39" fmla="*/ 1469 h 1501"/>
                <a:gd name="T40" fmla="*/ 1569 w 1852"/>
                <a:gd name="T41" fmla="*/ 1375 h 1501"/>
                <a:gd name="T42" fmla="*/ 1447 w 1852"/>
                <a:gd name="T43" fmla="*/ 1301 h 1501"/>
                <a:gd name="T44" fmla="*/ 1315 w 1852"/>
                <a:gd name="T45" fmla="*/ 1249 h 1501"/>
                <a:gd name="T46" fmla="*/ 1221 w 1852"/>
                <a:gd name="T47" fmla="*/ 1148 h 1501"/>
                <a:gd name="T48" fmla="*/ 1154 w 1852"/>
                <a:gd name="T49" fmla="*/ 990 h 1501"/>
                <a:gd name="T50" fmla="*/ 1067 w 1852"/>
                <a:gd name="T51" fmla="*/ 845 h 1501"/>
                <a:gd name="T52" fmla="*/ 961 w 1852"/>
                <a:gd name="T53" fmla="*/ 713 h 1501"/>
                <a:gd name="T54" fmla="*/ 839 w 1852"/>
                <a:gd name="T55" fmla="*/ 599 h 1501"/>
                <a:gd name="T56" fmla="*/ 702 w 1852"/>
                <a:gd name="T57" fmla="*/ 500 h 1501"/>
                <a:gd name="T58" fmla="*/ 553 w 1852"/>
                <a:gd name="T59" fmla="*/ 421 h 1501"/>
                <a:gd name="T60" fmla="*/ 393 w 1852"/>
                <a:gd name="T61" fmla="*/ 363 h 1501"/>
                <a:gd name="T62" fmla="*/ 223 w 1852"/>
                <a:gd name="T63" fmla="*/ 326 h 1501"/>
                <a:gd name="T64" fmla="*/ 48 w 1852"/>
                <a:gd name="T65" fmla="*/ 314 h 1501"/>
                <a:gd name="T66" fmla="*/ 39 w 1852"/>
                <a:gd name="T67" fmla="*/ 264 h 1501"/>
                <a:gd name="T68" fmla="*/ 130 w 1852"/>
                <a:gd name="T69" fmla="*/ 175 h 1501"/>
                <a:gd name="T70" fmla="*/ 235 w 1852"/>
                <a:gd name="T71" fmla="*/ 101 h 1501"/>
                <a:gd name="T72" fmla="*/ 352 w 1852"/>
                <a:gd name="T73" fmla="*/ 47 h 1501"/>
                <a:gd name="T74" fmla="*/ 479 w 1852"/>
                <a:gd name="T75" fmla="*/ 12 h 1501"/>
                <a:gd name="T76" fmla="*/ 613 w 1852"/>
                <a:gd name="T7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2" h="1501">
                  <a:moveTo>
                    <a:pt x="613" y="0"/>
                  </a:moveTo>
                  <a:lnTo>
                    <a:pt x="681" y="4"/>
                  </a:lnTo>
                  <a:lnTo>
                    <a:pt x="746" y="12"/>
                  </a:lnTo>
                  <a:lnTo>
                    <a:pt x="810" y="27"/>
                  </a:lnTo>
                  <a:lnTo>
                    <a:pt x="872" y="46"/>
                  </a:lnTo>
                  <a:lnTo>
                    <a:pt x="932" y="71"/>
                  </a:lnTo>
                  <a:lnTo>
                    <a:pt x="989" y="100"/>
                  </a:lnTo>
                  <a:lnTo>
                    <a:pt x="1042" y="134"/>
                  </a:lnTo>
                  <a:lnTo>
                    <a:pt x="1094" y="173"/>
                  </a:lnTo>
                  <a:lnTo>
                    <a:pt x="1141" y="215"/>
                  </a:lnTo>
                  <a:lnTo>
                    <a:pt x="1184" y="261"/>
                  </a:lnTo>
                  <a:lnTo>
                    <a:pt x="1224" y="311"/>
                  </a:lnTo>
                  <a:lnTo>
                    <a:pt x="1260" y="363"/>
                  </a:lnTo>
                  <a:lnTo>
                    <a:pt x="1290" y="420"/>
                  </a:lnTo>
                  <a:lnTo>
                    <a:pt x="1317" y="478"/>
                  </a:lnTo>
                  <a:lnTo>
                    <a:pt x="1338" y="540"/>
                  </a:lnTo>
                  <a:lnTo>
                    <a:pt x="1354" y="603"/>
                  </a:lnTo>
                  <a:lnTo>
                    <a:pt x="1365" y="668"/>
                  </a:lnTo>
                  <a:lnTo>
                    <a:pt x="1422" y="671"/>
                  </a:lnTo>
                  <a:lnTo>
                    <a:pt x="1476" y="681"/>
                  </a:lnTo>
                  <a:lnTo>
                    <a:pt x="1529" y="697"/>
                  </a:lnTo>
                  <a:lnTo>
                    <a:pt x="1579" y="718"/>
                  </a:lnTo>
                  <a:lnTo>
                    <a:pt x="1626" y="744"/>
                  </a:lnTo>
                  <a:lnTo>
                    <a:pt x="1669" y="776"/>
                  </a:lnTo>
                  <a:lnTo>
                    <a:pt x="1709" y="811"/>
                  </a:lnTo>
                  <a:lnTo>
                    <a:pt x="1745" y="851"/>
                  </a:lnTo>
                  <a:lnTo>
                    <a:pt x="1776" y="894"/>
                  </a:lnTo>
                  <a:lnTo>
                    <a:pt x="1803" y="942"/>
                  </a:lnTo>
                  <a:lnTo>
                    <a:pt x="1824" y="992"/>
                  </a:lnTo>
                  <a:lnTo>
                    <a:pt x="1839" y="1045"/>
                  </a:lnTo>
                  <a:lnTo>
                    <a:pt x="1849" y="1099"/>
                  </a:lnTo>
                  <a:lnTo>
                    <a:pt x="1852" y="1156"/>
                  </a:lnTo>
                  <a:lnTo>
                    <a:pt x="1849" y="1213"/>
                  </a:lnTo>
                  <a:lnTo>
                    <a:pt x="1839" y="1268"/>
                  </a:lnTo>
                  <a:lnTo>
                    <a:pt x="1824" y="1321"/>
                  </a:lnTo>
                  <a:lnTo>
                    <a:pt x="1803" y="1371"/>
                  </a:lnTo>
                  <a:lnTo>
                    <a:pt x="1776" y="1418"/>
                  </a:lnTo>
                  <a:lnTo>
                    <a:pt x="1745" y="1461"/>
                  </a:lnTo>
                  <a:lnTo>
                    <a:pt x="1709" y="1501"/>
                  </a:lnTo>
                  <a:lnTo>
                    <a:pt x="1679" y="1469"/>
                  </a:lnTo>
                  <a:lnTo>
                    <a:pt x="1625" y="1419"/>
                  </a:lnTo>
                  <a:lnTo>
                    <a:pt x="1569" y="1375"/>
                  </a:lnTo>
                  <a:lnTo>
                    <a:pt x="1510" y="1335"/>
                  </a:lnTo>
                  <a:lnTo>
                    <a:pt x="1447" y="1301"/>
                  </a:lnTo>
                  <a:lnTo>
                    <a:pt x="1383" y="1272"/>
                  </a:lnTo>
                  <a:lnTo>
                    <a:pt x="1315" y="1249"/>
                  </a:lnTo>
                  <a:lnTo>
                    <a:pt x="1247" y="1231"/>
                  </a:lnTo>
                  <a:lnTo>
                    <a:pt x="1221" y="1148"/>
                  </a:lnTo>
                  <a:lnTo>
                    <a:pt x="1191" y="1068"/>
                  </a:lnTo>
                  <a:lnTo>
                    <a:pt x="1154" y="990"/>
                  </a:lnTo>
                  <a:lnTo>
                    <a:pt x="1113" y="915"/>
                  </a:lnTo>
                  <a:lnTo>
                    <a:pt x="1067" y="845"/>
                  </a:lnTo>
                  <a:lnTo>
                    <a:pt x="1015" y="778"/>
                  </a:lnTo>
                  <a:lnTo>
                    <a:pt x="961" y="713"/>
                  </a:lnTo>
                  <a:lnTo>
                    <a:pt x="902" y="654"/>
                  </a:lnTo>
                  <a:lnTo>
                    <a:pt x="839" y="599"/>
                  </a:lnTo>
                  <a:lnTo>
                    <a:pt x="772" y="547"/>
                  </a:lnTo>
                  <a:lnTo>
                    <a:pt x="702" y="500"/>
                  </a:lnTo>
                  <a:lnTo>
                    <a:pt x="629" y="458"/>
                  </a:lnTo>
                  <a:lnTo>
                    <a:pt x="553" y="421"/>
                  </a:lnTo>
                  <a:lnTo>
                    <a:pt x="474" y="390"/>
                  </a:lnTo>
                  <a:lnTo>
                    <a:pt x="393" y="363"/>
                  </a:lnTo>
                  <a:lnTo>
                    <a:pt x="310" y="342"/>
                  </a:lnTo>
                  <a:lnTo>
                    <a:pt x="223" y="326"/>
                  </a:lnTo>
                  <a:lnTo>
                    <a:pt x="136" y="317"/>
                  </a:lnTo>
                  <a:lnTo>
                    <a:pt x="48" y="314"/>
                  </a:lnTo>
                  <a:lnTo>
                    <a:pt x="0" y="315"/>
                  </a:lnTo>
                  <a:lnTo>
                    <a:pt x="39" y="264"/>
                  </a:lnTo>
                  <a:lnTo>
                    <a:pt x="83" y="218"/>
                  </a:lnTo>
                  <a:lnTo>
                    <a:pt x="130" y="175"/>
                  </a:lnTo>
                  <a:lnTo>
                    <a:pt x="180" y="136"/>
                  </a:lnTo>
                  <a:lnTo>
                    <a:pt x="235" y="101"/>
                  </a:lnTo>
                  <a:lnTo>
                    <a:pt x="292" y="72"/>
                  </a:lnTo>
                  <a:lnTo>
                    <a:pt x="352" y="47"/>
                  </a:lnTo>
                  <a:lnTo>
                    <a:pt x="414" y="27"/>
                  </a:lnTo>
                  <a:lnTo>
                    <a:pt x="479" y="12"/>
                  </a:lnTo>
                  <a:lnTo>
                    <a:pt x="545" y="4"/>
                  </a:lnTo>
                  <a:lnTo>
                    <a:pt x="6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0"/>
            <p:cNvSpPr>
              <a:spLocks/>
            </p:cNvSpPr>
            <p:nvPr/>
          </p:nvSpPr>
          <p:spPr bwMode="auto">
            <a:xfrm>
              <a:off x="5438775" y="1468438"/>
              <a:ext cx="752475" cy="500063"/>
            </a:xfrm>
            <a:custGeom>
              <a:avLst/>
              <a:gdLst>
                <a:gd name="T0" fmla="*/ 1742 w 3321"/>
                <a:gd name="T1" fmla="*/ 3 h 2205"/>
                <a:gd name="T2" fmla="*/ 1898 w 3321"/>
                <a:gd name="T3" fmla="*/ 29 h 2205"/>
                <a:gd name="T4" fmla="*/ 2046 w 3321"/>
                <a:gd name="T5" fmla="*/ 76 h 2205"/>
                <a:gd name="T6" fmla="*/ 2184 w 3321"/>
                <a:gd name="T7" fmla="*/ 145 h 2205"/>
                <a:gd name="T8" fmla="*/ 2308 w 3321"/>
                <a:gd name="T9" fmla="*/ 234 h 2205"/>
                <a:gd name="T10" fmla="*/ 2417 w 3321"/>
                <a:gd name="T11" fmla="*/ 340 h 2205"/>
                <a:gd name="T12" fmla="*/ 2511 w 3321"/>
                <a:gd name="T13" fmla="*/ 461 h 2205"/>
                <a:gd name="T14" fmla="*/ 2584 w 3321"/>
                <a:gd name="T15" fmla="*/ 594 h 2205"/>
                <a:gd name="T16" fmla="*/ 2638 w 3321"/>
                <a:gd name="T17" fmla="*/ 741 h 2205"/>
                <a:gd name="T18" fmla="*/ 2668 w 3321"/>
                <a:gd name="T19" fmla="*/ 895 h 2205"/>
                <a:gd name="T20" fmla="*/ 2792 w 3321"/>
                <a:gd name="T21" fmla="*/ 908 h 2205"/>
                <a:gd name="T22" fmla="*/ 2909 w 3321"/>
                <a:gd name="T23" fmla="*/ 941 h 2205"/>
                <a:gd name="T24" fmla="*/ 3015 w 3321"/>
                <a:gd name="T25" fmla="*/ 995 h 2205"/>
                <a:gd name="T26" fmla="*/ 3109 w 3321"/>
                <a:gd name="T27" fmla="*/ 1067 h 2205"/>
                <a:gd name="T28" fmla="*/ 3188 w 3321"/>
                <a:gd name="T29" fmla="*/ 1154 h 2205"/>
                <a:gd name="T30" fmla="*/ 3251 w 3321"/>
                <a:gd name="T31" fmla="*/ 1255 h 2205"/>
                <a:gd name="T32" fmla="*/ 3295 w 3321"/>
                <a:gd name="T33" fmla="*/ 1366 h 2205"/>
                <a:gd name="T34" fmla="*/ 3318 w 3321"/>
                <a:gd name="T35" fmla="*/ 1487 h 2205"/>
                <a:gd name="T36" fmla="*/ 3318 w 3321"/>
                <a:gd name="T37" fmla="*/ 1612 h 2205"/>
                <a:gd name="T38" fmla="*/ 3295 w 3321"/>
                <a:gd name="T39" fmla="*/ 1733 h 2205"/>
                <a:gd name="T40" fmla="*/ 3251 w 3321"/>
                <a:gd name="T41" fmla="*/ 1845 h 2205"/>
                <a:gd name="T42" fmla="*/ 3188 w 3321"/>
                <a:gd name="T43" fmla="*/ 1946 h 2205"/>
                <a:gd name="T44" fmla="*/ 3109 w 3321"/>
                <a:gd name="T45" fmla="*/ 2033 h 2205"/>
                <a:gd name="T46" fmla="*/ 3015 w 3321"/>
                <a:gd name="T47" fmla="*/ 2105 h 2205"/>
                <a:gd name="T48" fmla="*/ 2909 w 3321"/>
                <a:gd name="T49" fmla="*/ 2158 h 2205"/>
                <a:gd name="T50" fmla="*/ 2792 w 3321"/>
                <a:gd name="T51" fmla="*/ 2192 h 2205"/>
                <a:gd name="T52" fmla="*/ 2668 w 3321"/>
                <a:gd name="T53" fmla="*/ 2205 h 2205"/>
                <a:gd name="T54" fmla="*/ 590 w 3321"/>
                <a:gd name="T55" fmla="*/ 2201 h 2205"/>
                <a:gd name="T56" fmla="*/ 469 w 3321"/>
                <a:gd name="T57" fmla="*/ 2178 h 2205"/>
                <a:gd name="T58" fmla="*/ 358 w 3321"/>
                <a:gd name="T59" fmla="*/ 2134 h 2205"/>
                <a:gd name="T60" fmla="*/ 258 w 3321"/>
                <a:gd name="T61" fmla="*/ 2071 h 2205"/>
                <a:gd name="T62" fmla="*/ 171 w 3321"/>
                <a:gd name="T63" fmla="*/ 1991 h 2205"/>
                <a:gd name="T64" fmla="*/ 100 w 3321"/>
                <a:gd name="T65" fmla="*/ 1897 h 2205"/>
                <a:gd name="T66" fmla="*/ 45 w 3321"/>
                <a:gd name="T67" fmla="*/ 1790 h 2205"/>
                <a:gd name="T68" fmla="*/ 12 w 3321"/>
                <a:gd name="T69" fmla="*/ 1674 h 2205"/>
                <a:gd name="T70" fmla="*/ 0 w 3321"/>
                <a:gd name="T71" fmla="*/ 1549 h 2205"/>
                <a:gd name="T72" fmla="*/ 12 w 3321"/>
                <a:gd name="T73" fmla="*/ 1425 h 2205"/>
                <a:gd name="T74" fmla="*/ 45 w 3321"/>
                <a:gd name="T75" fmla="*/ 1310 h 2205"/>
                <a:gd name="T76" fmla="*/ 100 w 3321"/>
                <a:gd name="T77" fmla="*/ 1202 h 2205"/>
                <a:gd name="T78" fmla="*/ 171 w 3321"/>
                <a:gd name="T79" fmla="*/ 1109 h 2205"/>
                <a:gd name="T80" fmla="*/ 258 w 3321"/>
                <a:gd name="T81" fmla="*/ 1029 h 2205"/>
                <a:gd name="T82" fmla="*/ 358 w 3321"/>
                <a:gd name="T83" fmla="*/ 966 h 2205"/>
                <a:gd name="T84" fmla="*/ 469 w 3321"/>
                <a:gd name="T85" fmla="*/ 921 h 2205"/>
                <a:gd name="T86" fmla="*/ 590 w 3321"/>
                <a:gd name="T87" fmla="*/ 898 h 2205"/>
                <a:gd name="T88" fmla="*/ 666 w 3321"/>
                <a:gd name="T89" fmla="*/ 817 h 2205"/>
                <a:gd name="T90" fmla="*/ 708 w 3321"/>
                <a:gd name="T91" fmla="*/ 666 h 2205"/>
                <a:gd name="T92" fmla="*/ 772 w 3321"/>
                <a:gd name="T93" fmla="*/ 526 h 2205"/>
                <a:gd name="T94" fmla="*/ 855 w 3321"/>
                <a:gd name="T95" fmla="*/ 398 h 2205"/>
                <a:gd name="T96" fmla="*/ 957 w 3321"/>
                <a:gd name="T97" fmla="*/ 284 h 2205"/>
                <a:gd name="T98" fmla="*/ 1073 w 3321"/>
                <a:gd name="T99" fmla="*/ 187 h 2205"/>
                <a:gd name="T100" fmla="*/ 1204 w 3321"/>
                <a:gd name="T101" fmla="*/ 108 h 2205"/>
                <a:gd name="T102" fmla="*/ 1347 w 3321"/>
                <a:gd name="T103" fmla="*/ 50 h 2205"/>
                <a:gd name="T104" fmla="*/ 1499 w 3321"/>
                <a:gd name="T105" fmla="*/ 13 h 2205"/>
                <a:gd name="T106" fmla="*/ 1661 w 3321"/>
                <a:gd name="T107" fmla="*/ 0 h 2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21" h="2205">
                  <a:moveTo>
                    <a:pt x="1661" y="0"/>
                  </a:moveTo>
                  <a:lnTo>
                    <a:pt x="1742" y="3"/>
                  </a:lnTo>
                  <a:lnTo>
                    <a:pt x="1822" y="13"/>
                  </a:lnTo>
                  <a:lnTo>
                    <a:pt x="1898" y="29"/>
                  </a:lnTo>
                  <a:lnTo>
                    <a:pt x="1974" y="50"/>
                  </a:lnTo>
                  <a:lnTo>
                    <a:pt x="2046" y="76"/>
                  </a:lnTo>
                  <a:lnTo>
                    <a:pt x="2117" y="108"/>
                  </a:lnTo>
                  <a:lnTo>
                    <a:pt x="2184" y="145"/>
                  </a:lnTo>
                  <a:lnTo>
                    <a:pt x="2248" y="187"/>
                  </a:lnTo>
                  <a:lnTo>
                    <a:pt x="2308" y="234"/>
                  </a:lnTo>
                  <a:lnTo>
                    <a:pt x="2365" y="284"/>
                  </a:lnTo>
                  <a:lnTo>
                    <a:pt x="2417" y="340"/>
                  </a:lnTo>
                  <a:lnTo>
                    <a:pt x="2466" y="398"/>
                  </a:lnTo>
                  <a:lnTo>
                    <a:pt x="2511" y="461"/>
                  </a:lnTo>
                  <a:lnTo>
                    <a:pt x="2549" y="526"/>
                  </a:lnTo>
                  <a:lnTo>
                    <a:pt x="2584" y="594"/>
                  </a:lnTo>
                  <a:lnTo>
                    <a:pt x="2613" y="666"/>
                  </a:lnTo>
                  <a:lnTo>
                    <a:pt x="2638" y="741"/>
                  </a:lnTo>
                  <a:lnTo>
                    <a:pt x="2655" y="817"/>
                  </a:lnTo>
                  <a:lnTo>
                    <a:pt x="2668" y="895"/>
                  </a:lnTo>
                  <a:lnTo>
                    <a:pt x="2731" y="898"/>
                  </a:lnTo>
                  <a:lnTo>
                    <a:pt x="2792" y="908"/>
                  </a:lnTo>
                  <a:lnTo>
                    <a:pt x="2852" y="921"/>
                  </a:lnTo>
                  <a:lnTo>
                    <a:pt x="2909" y="941"/>
                  </a:lnTo>
                  <a:lnTo>
                    <a:pt x="2963" y="966"/>
                  </a:lnTo>
                  <a:lnTo>
                    <a:pt x="3015" y="995"/>
                  </a:lnTo>
                  <a:lnTo>
                    <a:pt x="3063" y="1029"/>
                  </a:lnTo>
                  <a:lnTo>
                    <a:pt x="3109" y="1067"/>
                  </a:lnTo>
                  <a:lnTo>
                    <a:pt x="3150" y="1109"/>
                  </a:lnTo>
                  <a:lnTo>
                    <a:pt x="3188" y="1154"/>
                  </a:lnTo>
                  <a:lnTo>
                    <a:pt x="3221" y="1202"/>
                  </a:lnTo>
                  <a:lnTo>
                    <a:pt x="3251" y="1255"/>
                  </a:lnTo>
                  <a:lnTo>
                    <a:pt x="3276" y="1310"/>
                  </a:lnTo>
                  <a:lnTo>
                    <a:pt x="3295" y="1366"/>
                  </a:lnTo>
                  <a:lnTo>
                    <a:pt x="3310" y="1425"/>
                  </a:lnTo>
                  <a:lnTo>
                    <a:pt x="3318" y="1487"/>
                  </a:lnTo>
                  <a:lnTo>
                    <a:pt x="3321" y="1549"/>
                  </a:lnTo>
                  <a:lnTo>
                    <a:pt x="3318" y="1612"/>
                  </a:lnTo>
                  <a:lnTo>
                    <a:pt x="3310" y="1674"/>
                  </a:lnTo>
                  <a:lnTo>
                    <a:pt x="3295" y="1733"/>
                  </a:lnTo>
                  <a:lnTo>
                    <a:pt x="3276" y="1790"/>
                  </a:lnTo>
                  <a:lnTo>
                    <a:pt x="3251" y="1845"/>
                  </a:lnTo>
                  <a:lnTo>
                    <a:pt x="3221" y="1897"/>
                  </a:lnTo>
                  <a:lnTo>
                    <a:pt x="3188" y="1946"/>
                  </a:lnTo>
                  <a:lnTo>
                    <a:pt x="3150" y="1991"/>
                  </a:lnTo>
                  <a:lnTo>
                    <a:pt x="3109" y="2033"/>
                  </a:lnTo>
                  <a:lnTo>
                    <a:pt x="3063" y="2071"/>
                  </a:lnTo>
                  <a:lnTo>
                    <a:pt x="3015" y="2105"/>
                  </a:lnTo>
                  <a:lnTo>
                    <a:pt x="2963" y="2134"/>
                  </a:lnTo>
                  <a:lnTo>
                    <a:pt x="2909" y="2158"/>
                  </a:lnTo>
                  <a:lnTo>
                    <a:pt x="2852" y="2178"/>
                  </a:lnTo>
                  <a:lnTo>
                    <a:pt x="2792" y="2192"/>
                  </a:lnTo>
                  <a:lnTo>
                    <a:pt x="2731" y="2201"/>
                  </a:lnTo>
                  <a:lnTo>
                    <a:pt x="2668" y="2205"/>
                  </a:lnTo>
                  <a:lnTo>
                    <a:pt x="653" y="2205"/>
                  </a:lnTo>
                  <a:lnTo>
                    <a:pt x="590" y="2201"/>
                  </a:lnTo>
                  <a:lnTo>
                    <a:pt x="529" y="2192"/>
                  </a:lnTo>
                  <a:lnTo>
                    <a:pt x="469" y="2178"/>
                  </a:lnTo>
                  <a:lnTo>
                    <a:pt x="413" y="2158"/>
                  </a:lnTo>
                  <a:lnTo>
                    <a:pt x="358" y="2134"/>
                  </a:lnTo>
                  <a:lnTo>
                    <a:pt x="307" y="2105"/>
                  </a:lnTo>
                  <a:lnTo>
                    <a:pt x="258" y="2071"/>
                  </a:lnTo>
                  <a:lnTo>
                    <a:pt x="212" y="2033"/>
                  </a:lnTo>
                  <a:lnTo>
                    <a:pt x="171" y="1991"/>
                  </a:lnTo>
                  <a:lnTo>
                    <a:pt x="133" y="1946"/>
                  </a:lnTo>
                  <a:lnTo>
                    <a:pt x="100" y="1897"/>
                  </a:lnTo>
                  <a:lnTo>
                    <a:pt x="70" y="1845"/>
                  </a:lnTo>
                  <a:lnTo>
                    <a:pt x="45" y="1790"/>
                  </a:lnTo>
                  <a:lnTo>
                    <a:pt x="26" y="1733"/>
                  </a:lnTo>
                  <a:lnTo>
                    <a:pt x="12" y="1674"/>
                  </a:lnTo>
                  <a:lnTo>
                    <a:pt x="3" y="1612"/>
                  </a:lnTo>
                  <a:lnTo>
                    <a:pt x="0" y="1549"/>
                  </a:lnTo>
                  <a:lnTo>
                    <a:pt x="3" y="1487"/>
                  </a:lnTo>
                  <a:lnTo>
                    <a:pt x="12" y="1425"/>
                  </a:lnTo>
                  <a:lnTo>
                    <a:pt x="26" y="1366"/>
                  </a:lnTo>
                  <a:lnTo>
                    <a:pt x="45" y="1310"/>
                  </a:lnTo>
                  <a:lnTo>
                    <a:pt x="70" y="1255"/>
                  </a:lnTo>
                  <a:lnTo>
                    <a:pt x="100" y="1202"/>
                  </a:lnTo>
                  <a:lnTo>
                    <a:pt x="133" y="1154"/>
                  </a:lnTo>
                  <a:lnTo>
                    <a:pt x="171" y="1109"/>
                  </a:lnTo>
                  <a:lnTo>
                    <a:pt x="213" y="1067"/>
                  </a:lnTo>
                  <a:lnTo>
                    <a:pt x="258" y="1029"/>
                  </a:lnTo>
                  <a:lnTo>
                    <a:pt x="307" y="995"/>
                  </a:lnTo>
                  <a:lnTo>
                    <a:pt x="358" y="966"/>
                  </a:lnTo>
                  <a:lnTo>
                    <a:pt x="413" y="941"/>
                  </a:lnTo>
                  <a:lnTo>
                    <a:pt x="469" y="921"/>
                  </a:lnTo>
                  <a:lnTo>
                    <a:pt x="529" y="908"/>
                  </a:lnTo>
                  <a:lnTo>
                    <a:pt x="590" y="898"/>
                  </a:lnTo>
                  <a:lnTo>
                    <a:pt x="653" y="895"/>
                  </a:lnTo>
                  <a:lnTo>
                    <a:pt x="666" y="817"/>
                  </a:lnTo>
                  <a:lnTo>
                    <a:pt x="684" y="741"/>
                  </a:lnTo>
                  <a:lnTo>
                    <a:pt x="708" y="666"/>
                  </a:lnTo>
                  <a:lnTo>
                    <a:pt x="737" y="594"/>
                  </a:lnTo>
                  <a:lnTo>
                    <a:pt x="772" y="526"/>
                  </a:lnTo>
                  <a:lnTo>
                    <a:pt x="811" y="461"/>
                  </a:lnTo>
                  <a:lnTo>
                    <a:pt x="855" y="398"/>
                  </a:lnTo>
                  <a:lnTo>
                    <a:pt x="904" y="340"/>
                  </a:lnTo>
                  <a:lnTo>
                    <a:pt x="957" y="284"/>
                  </a:lnTo>
                  <a:lnTo>
                    <a:pt x="1013" y="234"/>
                  </a:lnTo>
                  <a:lnTo>
                    <a:pt x="1073" y="187"/>
                  </a:lnTo>
                  <a:lnTo>
                    <a:pt x="1137" y="145"/>
                  </a:lnTo>
                  <a:lnTo>
                    <a:pt x="1204" y="108"/>
                  </a:lnTo>
                  <a:lnTo>
                    <a:pt x="1275" y="76"/>
                  </a:lnTo>
                  <a:lnTo>
                    <a:pt x="1347" y="50"/>
                  </a:lnTo>
                  <a:lnTo>
                    <a:pt x="1423" y="29"/>
                  </a:lnTo>
                  <a:lnTo>
                    <a:pt x="1499" y="13"/>
                  </a:lnTo>
                  <a:lnTo>
                    <a:pt x="1579" y="3"/>
                  </a:lnTo>
                  <a:lnTo>
                    <a:pt x="1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1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Map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4" name="Straight Connector 3"/>
          <p:cNvCxnSpPr>
            <a:stCxn id="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USA Map Slide</a:t>
            </a:r>
            <a:endParaRPr lang="en-US" sz="2800" dirty="0"/>
          </a:p>
        </p:txBody>
      </p:sp>
      <p:grpSp>
        <p:nvGrpSpPr>
          <p:cNvPr id="7" name="Group 6"/>
          <p:cNvGrpSpPr/>
          <p:nvPr/>
        </p:nvGrpSpPr>
        <p:grpSpPr>
          <a:xfrm>
            <a:off x="879930" y="1796007"/>
            <a:ext cx="3615870" cy="2342556"/>
            <a:chOff x="1004888" y="1735138"/>
            <a:chExt cx="3038475" cy="1770062"/>
          </a:xfrm>
          <a:solidFill>
            <a:schemeClr val="bg1">
              <a:lumMod val="75000"/>
            </a:schemeClr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735138" y="2098675"/>
              <a:ext cx="393700" cy="303213"/>
            </a:xfrm>
            <a:custGeom>
              <a:avLst/>
              <a:gdLst>
                <a:gd name="T0" fmla="*/ 52 w 495"/>
                <a:gd name="T1" fmla="*/ 1 h 383"/>
                <a:gd name="T2" fmla="*/ 81 w 495"/>
                <a:gd name="T3" fmla="*/ 4 h 383"/>
                <a:gd name="T4" fmla="*/ 109 w 495"/>
                <a:gd name="T5" fmla="*/ 7 h 383"/>
                <a:gd name="T6" fmla="*/ 138 w 495"/>
                <a:gd name="T7" fmla="*/ 9 h 383"/>
                <a:gd name="T8" fmla="*/ 166 w 495"/>
                <a:gd name="T9" fmla="*/ 12 h 383"/>
                <a:gd name="T10" fmla="*/ 195 w 495"/>
                <a:gd name="T11" fmla="*/ 14 h 383"/>
                <a:gd name="T12" fmla="*/ 223 w 495"/>
                <a:gd name="T13" fmla="*/ 16 h 383"/>
                <a:gd name="T14" fmla="*/ 252 w 495"/>
                <a:gd name="T15" fmla="*/ 18 h 383"/>
                <a:gd name="T16" fmla="*/ 281 w 495"/>
                <a:gd name="T17" fmla="*/ 20 h 383"/>
                <a:gd name="T18" fmla="*/ 309 w 495"/>
                <a:gd name="T19" fmla="*/ 22 h 383"/>
                <a:gd name="T20" fmla="*/ 338 w 495"/>
                <a:gd name="T21" fmla="*/ 23 h 383"/>
                <a:gd name="T22" fmla="*/ 366 w 495"/>
                <a:gd name="T23" fmla="*/ 26 h 383"/>
                <a:gd name="T24" fmla="*/ 395 w 495"/>
                <a:gd name="T25" fmla="*/ 27 h 383"/>
                <a:gd name="T26" fmla="*/ 424 w 495"/>
                <a:gd name="T27" fmla="*/ 28 h 383"/>
                <a:gd name="T28" fmla="*/ 452 w 495"/>
                <a:gd name="T29" fmla="*/ 29 h 383"/>
                <a:gd name="T30" fmla="*/ 481 w 495"/>
                <a:gd name="T31" fmla="*/ 30 h 383"/>
                <a:gd name="T32" fmla="*/ 495 w 495"/>
                <a:gd name="T33" fmla="*/ 53 h 383"/>
                <a:gd name="T34" fmla="*/ 493 w 495"/>
                <a:gd name="T35" fmla="*/ 97 h 383"/>
                <a:gd name="T36" fmla="*/ 492 w 495"/>
                <a:gd name="T37" fmla="*/ 141 h 383"/>
                <a:gd name="T38" fmla="*/ 490 w 495"/>
                <a:gd name="T39" fmla="*/ 184 h 383"/>
                <a:gd name="T40" fmla="*/ 489 w 495"/>
                <a:gd name="T41" fmla="*/ 228 h 383"/>
                <a:gd name="T42" fmla="*/ 487 w 495"/>
                <a:gd name="T43" fmla="*/ 272 h 383"/>
                <a:gd name="T44" fmla="*/ 486 w 495"/>
                <a:gd name="T45" fmla="*/ 316 h 383"/>
                <a:gd name="T46" fmla="*/ 485 w 495"/>
                <a:gd name="T47" fmla="*/ 361 h 383"/>
                <a:gd name="T48" fmla="*/ 463 w 495"/>
                <a:gd name="T49" fmla="*/ 381 h 383"/>
                <a:gd name="T50" fmla="*/ 418 w 495"/>
                <a:gd name="T51" fmla="*/ 380 h 383"/>
                <a:gd name="T52" fmla="*/ 375 w 495"/>
                <a:gd name="T53" fmla="*/ 378 h 383"/>
                <a:gd name="T54" fmla="*/ 332 w 495"/>
                <a:gd name="T55" fmla="*/ 376 h 383"/>
                <a:gd name="T56" fmla="*/ 289 w 495"/>
                <a:gd name="T57" fmla="*/ 373 h 383"/>
                <a:gd name="T58" fmla="*/ 245 w 495"/>
                <a:gd name="T59" fmla="*/ 370 h 383"/>
                <a:gd name="T60" fmla="*/ 202 w 495"/>
                <a:gd name="T61" fmla="*/ 368 h 383"/>
                <a:gd name="T62" fmla="*/ 159 w 495"/>
                <a:gd name="T63" fmla="*/ 364 h 383"/>
                <a:gd name="T64" fmla="*/ 121 w 495"/>
                <a:gd name="T65" fmla="*/ 361 h 383"/>
                <a:gd name="T66" fmla="*/ 86 w 495"/>
                <a:gd name="T67" fmla="*/ 358 h 383"/>
                <a:gd name="T68" fmla="*/ 51 w 495"/>
                <a:gd name="T69" fmla="*/ 355 h 383"/>
                <a:gd name="T70" fmla="*/ 18 w 495"/>
                <a:gd name="T71" fmla="*/ 351 h 383"/>
                <a:gd name="T72" fmla="*/ 1 w 495"/>
                <a:gd name="T73" fmla="*/ 338 h 383"/>
                <a:gd name="T74" fmla="*/ 4 w 495"/>
                <a:gd name="T75" fmla="*/ 316 h 383"/>
                <a:gd name="T76" fmla="*/ 6 w 495"/>
                <a:gd name="T77" fmla="*/ 294 h 383"/>
                <a:gd name="T78" fmla="*/ 7 w 495"/>
                <a:gd name="T79" fmla="*/ 272 h 383"/>
                <a:gd name="T80" fmla="*/ 12 w 495"/>
                <a:gd name="T81" fmla="*/ 234 h 383"/>
                <a:gd name="T82" fmla="*/ 16 w 495"/>
                <a:gd name="T83" fmla="*/ 179 h 383"/>
                <a:gd name="T84" fmla="*/ 22 w 495"/>
                <a:gd name="T85" fmla="*/ 125 h 383"/>
                <a:gd name="T86" fmla="*/ 28 w 495"/>
                <a:gd name="T87" fmla="*/ 70 h 383"/>
                <a:gd name="T88" fmla="*/ 32 w 495"/>
                <a:gd name="T89" fmla="*/ 39 h 383"/>
                <a:gd name="T90" fmla="*/ 33 w 495"/>
                <a:gd name="T91" fmla="*/ 27 h 383"/>
                <a:gd name="T92" fmla="*/ 33 w 495"/>
                <a:gd name="T93" fmla="*/ 16 h 383"/>
                <a:gd name="T94" fmla="*/ 34 w 495"/>
                <a:gd name="T95" fmla="*/ 6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95" h="383">
                  <a:moveTo>
                    <a:pt x="35" y="0"/>
                  </a:moveTo>
                  <a:lnTo>
                    <a:pt x="39" y="0"/>
                  </a:lnTo>
                  <a:lnTo>
                    <a:pt x="45" y="0"/>
                  </a:lnTo>
                  <a:lnTo>
                    <a:pt x="52" y="1"/>
                  </a:lnTo>
                  <a:lnTo>
                    <a:pt x="59" y="3"/>
                  </a:lnTo>
                  <a:lnTo>
                    <a:pt x="66" y="3"/>
                  </a:lnTo>
                  <a:lnTo>
                    <a:pt x="75" y="4"/>
                  </a:lnTo>
                  <a:lnTo>
                    <a:pt x="81" y="4"/>
                  </a:lnTo>
                  <a:lnTo>
                    <a:pt x="88" y="5"/>
                  </a:lnTo>
                  <a:lnTo>
                    <a:pt x="95" y="6"/>
                  </a:lnTo>
                  <a:lnTo>
                    <a:pt x="102" y="6"/>
                  </a:lnTo>
                  <a:lnTo>
                    <a:pt x="109" y="7"/>
                  </a:lnTo>
                  <a:lnTo>
                    <a:pt x="116" y="7"/>
                  </a:lnTo>
                  <a:lnTo>
                    <a:pt x="124" y="8"/>
                  </a:lnTo>
                  <a:lnTo>
                    <a:pt x="131" y="8"/>
                  </a:lnTo>
                  <a:lnTo>
                    <a:pt x="138" y="9"/>
                  </a:lnTo>
                  <a:lnTo>
                    <a:pt x="145" y="9"/>
                  </a:lnTo>
                  <a:lnTo>
                    <a:pt x="152" y="11"/>
                  </a:lnTo>
                  <a:lnTo>
                    <a:pt x="159" y="11"/>
                  </a:lnTo>
                  <a:lnTo>
                    <a:pt x="166" y="12"/>
                  </a:lnTo>
                  <a:lnTo>
                    <a:pt x="173" y="12"/>
                  </a:lnTo>
                  <a:lnTo>
                    <a:pt x="181" y="13"/>
                  </a:lnTo>
                  <a:lnTo>
                    <a:pt x="188" y="13"/>
                  </a:lnTo>
                  <a:lnTo>
                    <a:pt x="195" y="14"/>
                  </a:lnTo>
                  <a:lnTo>
                    <a:pt x="202" y="14"/>
                  </a:lnTo>
                  <a:lnTo>
                    <a:pt x="209" y="15"/>
                  </a:lnTo>
                  <a:lnTo>
                    <a:pt x="216" y="15"/>
                  </a:lnTo>
                  <a:lnTo>
                    <a:pt x="223" y="16"/>
                  </a:lnTo>
                  <a:lnTo>
                    <a:pt x="231" y="16"/>
                  </a:lnTo>
                  <a:lnTo>
                    <a:pt x="238" y="18"/>
                  </a:lnTo>
                  <a:lnTo>
                    <a:pt x="245" y="18"/>
                  </a:lnTo>
                  <a:lnTo>
                    <a:pt x="252" y="18"/>
                  </a:lnTo>
                  <a:lnTo>
                    <a:pt x="259" y="19"/>
                  </a:lnTo>
                  <a:lnTo>
                    <a:pt x="266" y="19"/>
                  </a:lnTo>
                  <a:lnTo>
                    <a:pt x="274" y="20"/>
                  </a:lnTo>
                  <a:lnTo>
                    <a:pt x="281" y="20"/>
                  </a:lnTo>
                  <a:lnTo>
                    <a:pt x="288" y="21"/>
                  </a:lnTo>
                  <a:lnTo>
                    <a:pt x="295" y="21"/>
                  </a:lnTo>
                  <a:lnTo>
                    <a:pt x="302" y="21"/>
                  </a:lnTo>
                  <a:lnTo>
                    <a:pt x="309" y="22"/>
                  </a:lnTo>
                  <a:lnTo>
                    <a:pt x="316" y="22"/>
                  </a:lnTo>
                  <a:lnTo>
                    <a:pt x="324" y="23"/>
                  </a:lnTo>
                  <a:lnTo>
                    <a:pt x="331" y="23"/>
                  </a:lnTo>
                  <a:lnTo>
                    <a:pt x="338" y="23"/>
                  </a:lnTo>
                  <a:lnTo>
                    <a:pt x="345" y="25"/>
                  </a:lnTo>
                  <a:lnTo>
                    <a:pt x="352" y="25"/>
                  </a:lnTo>
                  <a:lnTo>
                    <a:pt x="359" y="25"/>
                  </a:lnTo>
                  <a:lnTo>
                    <a:pt x="366" y="26"/>
                  </a:lnTo>
                  <a:lnTo>
                    <a:pt x="374" y="26"/>
                  </a:lnTo>
                  <a:lnTo>
                    <a:pt x="381" y="26"/>
                  </a:lnTo>
                  <a:lnTo>
                    <a:pt x="388" y="27"/>
                  </a:lnTo>
                  <a:lnTo>
                    <a:pt x="395" y="27"/>
                  </a:lnTo>
                  <a:lnTo>
                    <a:pt x="402" y="27"/>
                  </a:lnTo>
                  <a:lnTo>
                    <a:pt x="409" y="28"/>
                  </a:lnTo>
                  <a:lnTo>
                    <a:pt x="417" y="28"/>
                  </a:lnTo>
                  <a:lnTo>
                    <a:pt x="424" y="28"/>
                  </a:lnTo>
                  <a:lnTo>
                    <a:pt x="431" y="28"/>
                  </a:lnTo>
                  <a:lnTo>
                    <a:pt x="438" y="29"/>
                  </a:lnTo>
                  <a:lnTo>
                    <a:pt x="445" y="29"/>
                  </a:lnTo>
                  <a:lnTo>
                    <a:pt x="452" y="29"/>
                  </a:lnTo>
                  <a:lnTo>
                    <a:pt x="460" y="29"/>
                  </a:lnTo>
                  <a:lnTo>
                    <a:pt x="467" y="30"/>
                  </a:lnTo>
                  <a:lnTo>
                    <a:pt x="474" y="30"/>
                  </a:lnTo>
                  <a:lnTo>
                    <a:pt x="481" y="30"/>
                  </a:lnTo>
                  <a:lnTo>
                    <a:pt x="488" y="30"/>
                  </a:lnTo>
                  <a:lnTo>
                    <a:pt x="495" y="32"/>
                  </a:lnTo>
                  <a:lnTo>
                    <a:pt x="495" y="42"/>
                  </a:lnTo>
                  <a:lnTo>
                    <a:pt x="495" y="53"/>
                  </a:lnTo>
                  <a:lnTo>
                    <a:pt x="494" y="64"/>
                  </a:lnTo>
                  <a:lnTo>
                    <a:pt x="494" y="75"/>
                  </a:lnTo>
                  <a:lnTo>
                    <a:pt x="494" y="86"/>
                  </a:lnTo>
                  <a:lnTo>
                    <a:pt x="493" y="97"/>
                  </a:lnTo>
                  <a:lnTo>
                    <a:pt x="493" y="107"/>
                  </a:lnTo>
                  <a:lnTo>
                    <a:pt x="493" y="119"/>
                  </a:lnTo>
                  <a:lnTo>
                    <a:pt x="493" y="129"/>
                  </a:lnTo>
                  <a:lnTo>
                    <a:pt x="492" y="141"/>
                  </a:lnTo>
                  <a:lnTo>
                    <a:pt x="492" y="151"/>
                  </a:lnTo>
                  <a:lnTo>
                    <a:pt x="492" y="162"/>
                  </a:lnTo>
                  <a:lnTo>
                    <a:pt x="490" y="173"/>
                  </a:lnTo>
                  <a:lnTo>
                    <a:pt x="490" y="184"/>
                  </a:lnTo>
                  <a:lnTo>
                    <a:pt x="490" y="195"/>
                  </a:lnTo>
                  <a:lnTo>
                    <a:pt x="489" y="206"/>
                  </a:lnTo>
                  <a:lnTo>
                    <a:pt x="489" y="218"/>
                  </a:lnTo>
                  <a:lnTo>
                    <a:pt x="489" y="228"/>
                  </a:lnTo>
                  <a:lnTo>
                    <a:pt x="488" y="240"/>
                  </a:lnTo>
                  <a:lnTo>
                    <a:pt x="488" y="250"/>
                  </a:lnTo>
                  <a:lnTo>
                    <a:pt x="488" y="262"/>
                  </a:lnTo>
                  <a:lnTo>
                    <a:pt x="487" y="272"/>
                  </a:lnTo>
                  <a:lnTo>
                    <a:pt x="487" y="283"/>
                  </a:lnTo>
                  <a:lnTo>
                    <a:pt x="487" y="294"/>
                  </a:lnTo>
                  <a:lnTo>
                    <a:pt x="486" y="306"/>
                  </a:lnTo>
                  <a:lnTo>
                    <a:pt x="486" y="316"/>
                  </a:lnTo>
                  <a:lnTo>
                    <a:pt x="486" y="328"/>
                  </a:lnTo>
                  <a:lnTo>
                    <a:pt x="486" y="338"/>
                  </a:lnTo>
                  <a:lnTo>
                    <a:pt x="485" y="350"/>
                  </a:lnTo>
                  <a:lnTo>
                    <a:pt x="485" y="361"/>
                  </a:lnTo>
                  <a:lnTo>
                    <a:pt x="485" y="372"/>
                  </a:lnTo>
                  <a:lnTo>
                    <a:pt x="483" y="383"/>
                  </a:lnTo>
                  <a:lnTo>
                    <a:pt x="473" y="383"/>
                  </a:lnTo>
                  <a:lnTo>
                    <a:pt x="463" y="381"/>
                  </a:lnTo>
                  <a:lnTo>
                    <a:pt x="451" y="381"/>
                  </a:lnTo>
                  <a:lnTo>
                    <a:pt x="440" y="381"/>
                  </a:lnTo>
                  <a:lnTo>
                    <a:pt x="430" y="380"/>
                  </a:lnTo>
                  <a:lnTo>
                    <a:pt x="418" y="380"/>
                  </a:lnTo>
                  <a:lnTo>
                    <a:pt x="408" y="379"/>
                  </a:lnTo>
                  <a:lnTo>
                    <a:pt x="398" y="379"/>
                  </a:lnTo>
                  <a:lnTo>
                    <a:pt x="386" y="379"/>
                  </a:lnTo>
                  <a:lnTo>
                    <a:pt x="375" y="378"/>
                  </a:lnTo>
                  <a:lnTo>
                    <a:pt x="365" y="378"/>
                  </a:lnTo>
                  <a:lnTo>
                    <a:pt x="353" y="377"/>
                  </a:lnTo>
                  <a:lnTo>
                    <a:pt x="343" y="377"/>
                  </a:lnTo>
                  <a:lnTo>
                    <a:pt x="332" y="376"/>
                  </a:lnTo>
                  <a:lnTo>
                    <a:pt x="321" y="376"/>
                  </a:lnTo>
                  <a:lnTo>
                    <a:pt x="310" y="375"/>
                  </a:lnTo>
                  <a:lnTo>
                    <a:pt x="300" y="373"/>
                  </a:lnTo>
                  <a:lnTo>
                    <a:pt x="289" y="373"/>
                  </a:lnTo>
                  <a:lnTo>
                    <a:pt x="278" y="372"/>
                  </a:lnTo>
                  <a:lnTo>
                    <a:pt x="267" y="372"/>
                  </a:lnTo>
                  <a:lnTo>
                    <a:pt x="257" y="371"/>
                  </a:lnTo>
                  <a:lnTo>
                    <a:pt x="245" y="370"/>
                  </a:lnTo>
                  <a:lnTo>
                    <a:pt x="235" y="370"/>
                  </a:lnTo>
                  <a:lnTo>
                    <a:pt x="224" y="369"/>
                  </a:lnTo>
                  <a:lnTo>
                    <a:pt x="213" y="369"/>
                  </a:lnTo>
                  <a:lnTo>
                    <a:pt x="202" y="368"/>
                  </a:lnTo>
                  <a:lnTo>
                    <a:pt x="192" y="366"/>
                  </a:lnTo>
                  <a:lnTo>
                    <a:pt x="181" y="365"/>
                  </a:lnTo>
                  <a:lnTo>
                    <a:pt x="170" y="365"/>
                  </a:lnTo>
                  <a:lnTo>
                    <a:pt x="159" y="364"/>
                  </a:lnTo>
                  <a:lnTo>
                    <a:pt x="149" y="363"/>
                  </a:lnTo>
                  <a:lnTo>
                    <a:pt x="137" y="363"/>
                  </a:lnTo>
                  <a:lnTo>
                    <a:pt x="129" y="362"/>
                  </a:lnTo>
                  <a:lnTo>
                    <a:pt x="121" y="361"/>
                  </a:lnTo>
                  <a:lnTo>
                    <a:pt x="112" y="361"/>
                  </a:lnTo>
                  <a:lnTo>
                    <a:pt x="104" y="359"/>
                  </a:lnTo>
                  <a:lnTo>
                    <a:pt x="94" y="358"/>
                  </a:lnTo>
                  <a:lnTo>
                    <a:pt x="86" y="358"/>
                  </a:lnTo>
                  <a:lnTo>
                    <a:pt x="78" y="357"/>
                  </a:lnTo>
                  <a:lnTo>
                    <a:pt x="69" y="356"/>
                  </a:lnTo>
                  <a:lnTo>
                    <a:pt x="61" y="356"/>
                  </a:lnTo>
                  <a:lnTo>
                    <a:pt x="51" y="355"/>
                  </a:lnTo>
                  <a:lnTo>
                    <a:pt x="43" y="354"/>
                  </a:lnTo>
                  <a:lnTo>
                    <a:pt x="34" y="354"/>
                  </a:lnTo>
                  <a:lnTo>
                    <a:pt x="26" y="352"/>
                  </a:lnTo>
                  <a:lnTo>
                    <a:pt x="18" y="351"/>
                  </a:lnTo>
                  <a:lnTo>
                    <a:pt x="8" y="350"/>
                  </a:lnTo>
                  <a:lnTo>
                    <a:pt x="0" y="350"/>
                  </a:lnTo>
                  <a:lnTo>
                    <a:pt x="0" y="344"/>
                  </a:lnTo>
                  <a:lnTo>
                    <a:pt x="1" y="338"/>
                  </a:lnTo>
                  <a:lnTo>
                    <a:pt x="1" y="333"/>
                  </a:lnTo>
                  <a:lnTo>
                    <a:pt x="2" y="328"/>
                  </a:lnTo>
                  <a:lnTo>
                    <a:pt x="2" y="322"/>
                  </a:lnTo>
                  <a:lnTo>
                    <a:pt x="4" y="316"/>
                  </a:lnTo>
                  <a:lnTo>
                    <a:pt x="4" y="312"/>
                  </a:lnTo>
                  <a:lnTo>
                    <a:pt x="5" y="306"/>
                  </a:lnTo>
                  <a:lnTo>
                    <a:pt x="5" y="300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7" y="284"/>
                  </a:lnTo>
                  <a:lnTo>
                    <a:pt x="7" y="278"/>
                  </a:lnTo>
                  <a:lnTo>
                    <a:pt x="7" y="272"/>
                  </a:lnTo>
                  <a:lnTo>
                    <a:pt x="8" y="268"/>
                  </a:lnTo>
                  <a:lnTo>
                    <a:pt x="8" y="262"/>
                  </a:lnTo>
                  <a:lnTo>
                    <a:pt x="11" y="248"/>
                  </a:lnTo>
                  <a:lnTo>
                    <a:pt x="12" y="234"/>
                  </a:lnTo>
                  <a:lnTo>
                    <a:pt x="13" y="221"/>
                  </a:lnTo>
                  <a:lnTo>
                    <a:pt x="14" y="207"/>
                  </a:lnTo>
                  <a:lnTo>
                    <a:pt x="15" y="193"/>
                  </a:lnTo>
                  <a:lnTo>
                    <a:pt x="16" y="179"/>
                  </a:lnTo>
                  <a:lnTo>
                    <a:pt x="19" y="166"/>
                  </a:lnTo>
                  <a:lnTo>
                    <a:pt x="20" y="152"/>
                  </a:lnTo>
                  <a:lnTo>
                    <a:pt x="21" y="139"/>
                  </a:lnTo>
                  <a:lnTo>
                    <a:pt x="22" y="125"/>
                  </a:lnTo>
                  <a:lnTo>
                    <a:pt x="23" y="112"/>
                  </a:lnTo>
                  <a:lnTo>
                    <a:pt x="26" y="98"/>
                  </a:lnTo>
                  <a:lnTo>
                    <a:pt x="27" y="84"/>
                  </a:lnTo>
                  <a:lnTo>
                    <a:pt x="28" y="70"/>
                  </a:lnTo>
                  <a:lnTo>
                    <a:pt x="29" y="57"/>
                  </a:lnTo>
                  <a:lnTo>
                    <a:pt x="30" y="43"/>
                  </a:lnTo>
                  <a:lnTo>
                    <a:pt x="30" y="41"/>
                  </a:lnTo>
                  <a:lnTo>
                    <a:pt x="32" y="39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0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3" y="16"/>
                  </a:lnTo>
                  <a:lnTo>
                    <a:pt x="34" y="14"/>
                  </a:lnTo>
                  <a:lnTo>
                    <a:pt x="34" y="12"/>
                  </a:lnTo>
                  <a:lnTo>
                    <a:pt x="34" y="9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5" y="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3317875" y="2336800"/>
              <a:ext cx="255587" cy="250825"/>
            </a:xfrm>
            <a:custGeom>
              <a:avLst/>
              <a:gdLst>
                <a:gd name="T0" fmla="*/ 122 w 323"/>
                <a:gd name="T1" fmla="*/ 70 h 316"/>
                <a:gd name="T2" fmla="*/ 204 w 323"/>
                <a:gd name="T3" fmla="*/ 113 h 316"/>
                <a:gd name="T4" fmla="*/ 223 w 323"/>
                <a:gd name="T5" fmla="*/ 92 h 316"/>
                <a:gd name="T6" fmla="*/ 232 w 323"/>
                <a:gd name="T7" fmla="*/ 84 h 316"/>
                <a:gd name="T8" fmla="*/ 243 w 323"/>
                <a:gd name="T9" fmla="*/ 75 h 316"/>
                <a:gd name="T10" fmla="*/ 245 w 323"/>
                <a:gd name="T11" fmla="*/ 68 h 316"/>
                <a:gd name="T12" fmla="*/ 247 w 323"/>
                <a:gd name="T13" fmla="*/ 70 h 316"/>
                <a:gd name="T14" fmla="*/ 261 w 323"/>
                <a:gd name="T15" fmla="*/ 73 h 316"/>
                <a:gd name="T16" fmla="*/ 271 w 323"/>
                <a:gd name="T17" fmla="*/ 63 h 316"/>
                <a:gd name="T18" fmla="*/ 289 w 323"/>
                <a:gd name="T19" fmla="*/ 52 h 316"/>
                <a:gd name="T20" fmla="*/ 311 w 323"/>
                <a:gd name="T21" fmla="*/ 57 h 316"/>
                <a:gd name="T22" fmla="*/ 312 w 323"/>
                <a:gd name="T23" fmla="*/ 65 h 316"/>
                <a:gd name="T24" fmla="*/ 321 w 323"/>
                <a:gd name="T25" fmla="*/ 75 h 316"/>
                <a:gd name="T26" fmla="*/ 317 w 323"/>
                <a:gd name="T27" fmla="*/ 95 h 316"/>
                <a:gd name="T28" fmla="*/ 279 w 323"/>
                <a:gd name="T29" fmla="*/ 81 h 316"/>
                <a:gd name="T30" fmla="*/ 278 w 323"/>
                <a:gd name="T31" fmla="*/ 97 h 316"/>
                <a:gd name="T32" fmla="*/ 272 w 323"/>
                <a:gd name="T33" fmla="*/ 113 h 316"/>
                <a:gd name="T34" fmla="*/ 267 w 323"/>
                <a:gd name="T35" fmla="*/ 123 h 316"/>
                <a:gd name="T36" fmla="*/ 260 w 323"/>
                <a:gd name="T37" fmla="*/ 128 h 316"/>
                <a:gd name="T38" fmla="*/ 244 w 323"/>
                <a:gd name="T39" fmla="*/ 140 h 316"/>
                <a:gd name="T40" fmla="*/ 238 w 323"/>
                <a:gd name="T41" fmla="*/ 157 h 316"/>
                <a:gd name="T42" fmla="*/ 231 w 323"/>
                <a:gd name="T43" fmla="*/ 179 h 316"/>
                <a:gd name="T44" fmla="*/ 214 w 323"/>
                <a:gd name="T45" fmla="*/ 176 h 316"/>
                <a:gd name="T46" fmla="*/ 202 w 323"/>
                <a:gd name="T47" fmla="*/ 176 h 316"/>
                <a:gd name="T48" fmla="*/ 197 w 323"/>
                <a:gd name="T49" fmla="*/ 192 h 316"/>
                <a:gd name="T50" fmla="*/ 194 w 323"/>
                <a:gd name="T51" fmla="*/ 204 h 316"/>
                <a:gd name="T52" fmla="*/ 179 w 323"/>
                <a:gd name="T53" fmla="*/ 241 h 316"/>
                <a:gd name="T54" fmla="*/ 178 w 323"/>
                <a:gd name="T55" fmla="*/ 261 h 316"/>
                <a:gd name="T56" fmla="*/ 173 w 323"/>
                <a:gd name="T57" fmla="*/ 270 h 316"/>
                <a:gd name="T58" fmla="*/ 164 w 323"/>
                <a:gd name="T59" fmla="*/ 283 h 316"/>
                <a:gd name="T60" fmla="*/ 151 w 323"/>
                <a:gd name="T61" fmla="*/ 285 h 316"/>
                <a:gd name="T62" fmla="*/ 142 w 323"/>
                <a:gd name="T63" fmla="*/ 288 h 316"/>
                <a:gd name="T64" fmla="*/ 135 w 323"/>
                <a:gd name="T65" fmla="*/ 291 h 316"/>
                <a:gd name="T66" fmla="*/ 129 w 323"/>
                <a:gd name="T67" fmla="*/ 300 h 316"/>
                <a:gd name="T68" fmla="*/ 107 w 323"/>
                <a:gd name="T69" fmla="*/ 305 h 316"/>
                <a:gd name="T70" fmla="*/ 99 w 323"/>
                <a:gd name="T71" fmla="*/ 308 h 316"/>
                <a:gd name="T72" fmla="*/ 78 w 323"/>
                <a:gd name="T73" fmla="*/ 314 h 316"/>
                <a:gd name="T74" fmla="*/ 67 w 323"/>
                <a:gd name="T75" fmla="*/ 311 h 316"/>
                <a:gd name="T76" fmla="*/ 60 w 323"/>
                <a:gd name="T77" fmla="*/ 300 h 316"/>
                <a:gd name="T78" fmla="*/ 58 w 323"/>
                <a:gd name="T79" fmla="*/ 294 h 316"/>
                <a:gd name="T80" fmla="*/ 43 w 323"/>
                <a:gd name="T81" fmla="*/ 290 h 316"/>
                <a:gd name="T82" fmla="*/ 35 w 323"/>
                <a:gd name="T83" fmla="*/ 283 h 316"/>
                <a:gd name="T84" fmla="*/ 21 w 323"/>
                <a:gd name="T85" fmla="*/ 269 h 316"/>
                <a:gd name="T86" fmla="*/ 14 w 323"/>
                <a:gd name="T87" fmla="*/ 258 h 316"/>
                <a:gd name="T88" fmla="*/ 0 w 323"/>
                <a:gd name="T89" fmla="*/ 242 h 316"/>
                <a:gd name="T90" fmla="*/ 3 w 323"/>
                <a:gd name="T91" fmla="*/ 235 h 316"/>
                <a:gd name="T92" fmla="*/ 0 w 323"/>
                <a:gd name="T93" fmla="*/ 220 h 316"/>
                <a:gd name="T94" fmla="*/ 25 w 323"/>
                <a:gd name="T95" fmla="*/ 199 h 316"/>
                <a:gd name="T96" fmla="*/ 23 w 323"/>
                <a:gd name="T97" fmla="*/ 179 h 316"/>
                <a:gd name="T98" fmla="*/ 39 w 323"/>
                <a:gd name="T99" fmla="*/ 166 h 316"/>
                <a:gd name="T100" fmla="*/ 44 w 323"/>
                <a:gd name="T101" fmla="*/ 170 h 316"/>
                <a:gd name="T102" fmla="*/ 46 w 323"/>
                <a:gd name="T103" fmla="*/ 156 h 316"/>
                <a:gd name="T104" fmla="*/ 50 w 323"/>
                <a:gd name="T105" fmla="*/ 138 h 316"/>
                <a:gd name="T106" fmla="*/ 64 w 323"/>
                <a:gd name="T107" fmla="*/ 121 h 316"/>
                <a:gd name="T108" fmla="*/ 83 w 323"/>
                <a:gd name="T109" fmla="*/ 114 h 316"/>
                <a:gd name="T110" fmla="*/ 102 w 323"/>
                <a:gd name="T111" fmla="*/ 85 h 316"/>
                <a:gd name="T112" fmla="*/ 102 w 323"/>
                <a:gd name="T113" fmla="*/ 70 h 316"/>
                <a:gd name="T114" fmla="*/ 104 w 323"/>
                <a:gd name="T115" fmla="*/ 58 h 316"/>
                <a:gd name="T116" fmla="*/ 109 w 323"/>
                <a:gd name="T117" fmla="*/ 29 h 316"/>
                <a:gd name="T118" fmla="*/ 101 w 323"/>
                <a:gd name="T119" fmla="*/ 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3" h="316">
                  <a:moveTo>
                    <a:pt x="110" y="0"/>
                  </a:moveTo>
                  <a:lnTo>
                    <a:pt x="110" y="1"/>
                  </a:lnTo>
                  <a:lnTo>
                    <a:pt x="110" y="1"/>
                  </a:lnTo>
                  <a:lnTo>
                    <a:pt x="110" y="1"/>
                  </a:lnTo>
                  <a:lnTo>
                    <a:pt x="111" y="8"/>
                  </a:lnTo>
                  <a:lnTo>
                    <a:pt x="113" y="15"/>
                  </a:lnTo>
                  <a:lnTo>
                    <a:pt x="114" y="22"/>
                  </a:lnTo>
                  <a:lnTo>
                    <a:pt x="115" y="29"/>
                  </a:lnTo>
                  <a:lnTo>
                    <a:pt x="116" y="36"/>
                  </a:lnTo>
                  <a:lnTo>
                    <a:pt x="117" y="43"/>
                  </a:lnTo>
                  <a:lnTo>
                    <a:pt x="118" y="50"/>
                  </a:lnTo>
                  <a:lnTo>
                    <a:pt x="120" y="57"/>
                  </a:lnTo>
                  <a:lnTo>
                    <a:pt x="121" y="63"/>
                  </a:lnTo>
                  <a:lnTo>
                    <a:pt x="122" y="70"/>
                  </a:lnTo>
                  <a:lnTo>
                    <a:pt x="123" y="76"/>
                  </a:lnTo>
                  <a:lnTo>
                    <a:pt x="124" y="81"/>
                  </a:lnTo>
                  <a:lnTo>
                    <a:pt x="133" y="80"/>
                  </a:lnTo>
                  <a:lnTo>
                    <a:pt x="142" y="78"/>
                  </a:lnTo>
                  <a:lnTo>
                    <a:pt x="151" y="77"/>
                  </a:lnTo>
                  <a:lnTo>
                    <a:pt x="160" y="75"/>
                  </a:lnTo>
                  <a:lnTo>
                    <a:pt x="169" y="73"/>
                  </a:lnTo>
                  <a:lnTo>
                    <a:pt x="178" y="72"/>
                  </a:lnTo>
                  <a:lnTo>
                    <a:pt x="187" y="70"/>
                  </a:lnTo>
                  <a:lnTo>
                    <a:pt x="196" y="69"/>
                  </a:lnTo>
                  <a:lnTo>
                    <a:pt x="203" y="113"/>
                  </a:lnTo>
                  <a:lnTo>
                    <a:pt x="203" y="114"/>
                  </a:lnTo>
                  <a:lnTo>
                    <a:pt x="204" y="114"/>
                  </a:lnTo>
                  <a:lnTo>
                    <a:pt x="204" y="113"/>
                  </a:lnTo>
                  <a:lnTo>
                    <a:pt x="205" y="113"/>
                  </a:lnTo>
                  <a:lnTo>
                    <a:pt x="211" y="104"/>
                  </a:lnTo>
                  <a:lnTo>
                    <a:pt x="212" y="104"/>
                  </a:lnTo>
                  <a:lnTo>
                    <a:pt x="215" y="102"/>
                  </a:lnTo>
                  <a:lnTo>
                    <a:pt x="216" y="102"/>
                  </a:lnTo>
                  <a:lnTo>
                    <a:pt x="216" y="102"/>
                  </a:lnTo>
                  <a:lnTo>
                    <a:pt x="216" y="100"/>
                  </a:lnTo>
                  <a:lnTo>
                    <a:pt x="217" y="99"/>
                  </a:lnTo>
                  <a:lnTo>
                    <a:pt x="217" y="98"/>
                  </a:lnTo>
                  <a:lnTo>
                    <a:pt x="219" y="97"/>
                  </a:lnTo>
                  <a:lnTo>
                    <a:pt x="222" y="94"/>
                  </a:lnTo>
                  <a:lnTo>
                    <a:pt x="222" y="93"/>
                  </a:lnTo>
                  <a:lnTo>
                    <a:pt x="223" y="93"/>
                  </a:lnTo>
                  <a:lnTo>
                    <a:pt x="223" y="92"/>
                  </a:lnTo>
                  <a:lnTo>
                    <a:pt x="224" y="91"/>
                  </a:lnTo>
                  <a:lnTo>
                    <a:pt x="224" y="91"/>
                  </a:lnTo>
                  <a:lnTo>
                    <a:pt x="224" y="90"/>
                  </a:lnTo>
                  <a:lnTo>
                    <a:pt x="225" y="90"/>
                  </a:lnTo>
                  <a:lnTo>
                    <a:pt x="225" y="90"/>
                  </a:lnTo>
                  <a:lnTo>
                    <a:pt x="225" y="87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26" y="86"/>
                  </a:lnTo>
                  <a:lnTo>
                    <a:pt x="229" y="84"/>
                  </a:lnTo>
                  <a:lnTo>
                    <a:pt x="229" y="84"/>
                  </a:lnTo>
                  <a:lnTo>
                    <a:pt x="230" y="84"/>
                  </a:lnTo>
                  <a:lnTo>
                    <a:pt x="231" y="84"/>
                  </a:lnTo>
                  <a:lnTo>
                    <a:pt x="232" y="84"/>
                  </a:lnTo>
                  <a:lnTo>
                    <a:pt x="233" y="85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36" y="85"/>
                  </a:lnTo>
                  <a:lnTo>
                    <a:pt x="236" y="85"/>
                  </a:lnTo>
                  <a:lnTo>
                    <a:pt x="237" y="85"/>
                  </a:lnTo>
                  <a:lnTo>
                    <a:pt x="237" y="84"/>
                  </a:lnTo>
                  <a:lnTo>
                    <a:pt x="237" y="83"/>
                  </a:lnTo>
                  <a:lnTo>
                    <a:pt x="240" y="78"/>
                  </a:lnTo>
                  <a:lnTo>
                    <a:pt x="241" y="77"/>
                  </a:lnTo>
                  <a:lnTo>
                    <a:pt x="241" y="76"/>
                  </a:lnTo>
                  <a:lnTo>
                    <a:pt x="241" y="75"/>
                  </a:lnTo>
                  <a:lnTo>
                    <a:pt x="241" y="75"/>
                  </a:lnTo>
                  <a:lnTo>
                    <a:pt x="243" y="75"/>
                  </a:lnTo>
                  <a:lnTo>
                    <a:pt x="243" y="75"/>
                  </a:lnTo>
                  <a:lnTo>
                    <a:pt x="243" y="75"/>
                  </a:lnTo>
                  <a:lnTo>
                    <a:pt x="244" y="73"/>
                  </a:lnTo>
                  <a:lnTo>
                    <a:pt x="244" y="73"/>
                  </a:lnTo>
                  <a:lnTo>
                    <a:pt x="245" y="73"/>
                  </a:lnTo>
                  <a:lnTo>
                    <a:pt x="244" y="73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5" y="69"/>
                  </a:lnTo>
                  <a:lnTo>
                    <a:pt x="245" y="68"/>
                  </a:lnTo>
                  <a:lnTo>
                    <a:pt x="245" y="68"/>
                  </a:lnTo>
                  <a:lnTo>
                    <a:pt x="245" y="68"/>
                  </a:lnTo>
                  <a:lnTo>
                    <a:pt x="245" y="66"/>
                  </a:lnTo>
                  <a:lnTo>
                    <a:pt x="246" y="66"/>
                  </a:lnTo>
                  <a:lnTo>
                    <a:pt x="246" y="66"/>
                  </a:lnTo>
                  <a:lnTo>
                    <a:pt x="246" y="66"/>
                  </a:lnTo>
                  <a:lnTo>
                    <a:pt x="247" y="68"/>
                  </a:lnTo>
                  <a:lnTo>
                    <a:pt x="247" y="68"/>
                  </a:lnTo>
                  <a:lnTo>
                    <a:pt x="248" y="69"/>
                  </a:lnTo>
                  <a:lnTo>
                    <a:pt x="248" y="69"/>
                  </a:lnTo>
                  <a:lnTo>
                    <a:pt x="248" y="69"/>
                  </a:lnTo>
                  <a:lnTo>
                    <a:pt x="248" y="69"/>
                  </a:lnTo>
                  <a:lnTo>
                    <a:pt x="247" y="69"/>
                  </a:lnTo>
                  <a:lnTo>
                    <a:pt x="247" y="70"/>
                  </a:lnTo>
                  <a:lnTo>
                    <a:pt x="247" y="70"/>
                  </a:lnTo>
                  <a:lnTo>
                    <a:pt x="247" y="70"/>
                  </a:lnTo>
                  <a:lnTo>
                    <a:pt x="247" y="70"/>
                  </a:lnTo>
                  <a:lnTo>
                    <a:pt x="247" y="71"/>
                  </a:lnTo>
                  <a:lnTo>
                    <a:pt x="247" y="71"/>
                  </a:lnTo>
                  <a:lnTo>
                    <a:pt x="247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52" y="72"/>
                  </a:lnTo>
                  <a:lnTo>
                    <a:pt x="253" y="73"/>
                  </a:lnTo>
                  <a:lnTo>
                    <a:pt x="253" y="73"/>
                  </a:lnTo>
                  <a:lnTo>
                    <a:pt x="253" y="73"/>
                  </a:lnTo>
                  <a:lnTo>
                    <a:pt x="255" y="73"/>
                  </a:lnTo>
                  <a:lnTo>
                    <a:pt x="261" y="73"/>
                  </a:lnTo>
                  <a:lnTo>
                    <a:pt x="261" y="73"/>
                  </a:lnTo>
                  <a:lnTo>
                    <a:pt x="264" y="72"/>
                  </a:lnTo>
                  <a:lnTo>
                    <a:pt x="268" y="71"/>
                  </a:lnTo>
                  <a:lnTo>
                    <a:pt x="271" y="70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68" y="68"/>
                  </a:lnTo>
                  <a:lnTo>
                    <a:pt x="268" y="66"/>
                  </a:lnTo>
                  <a:lnTo>
                    <a:pt x="269" y="66"/>
                  </a:lnTo>
                  <a:lnTo>
                    <a:pt x="271" y="66"/>
                  </a:lnTo>
                  <a:lnTo>
                    <a:pt x="272" y="65"/>
                  </a:lnTo>
                  <a:lnTo>
                    <a:pt x="269" y="63"/>
                  </a:lnTo>
                  <a:lnTo>
                    <a:pt x="269" y="63"/>
                  </a:lnTo>
                  <a:lnTo>
                    <a:pt x="271" y="63"/>
                  </a:lnTo>
                  <a:lnTo>
                    <a:pt x="272" y="63"/>
                  </a:lnTo>
                  <a:lnTo>
                    <a:pt x="273" y="62"/>
                  </a:lnTo>
                  <a:lnTo>
                    <a:pt x="274" y="61"/>
                  </a:lnTo>
                  <a:lnTo>
                    <a:pt x="275" y="61"/>
                  </a:lnTo>
                  <a:lnTo>
                    <a:pt x="279" y="61"/>
                  </a:lnTo>
                  <a:lnTo>
                    <a:pt x="280" y="61"/>
                  </a:lnTo>
                  <a:lnTo>
                    <a:pt x="280" y="59"/>
                  </a:lnTo>
                  <a:lnTo>
                    <a:pt x="281" y="58"/>
                  </a:lnTo>
                  <a:lnTo>
                    <a:pt x="282" y="57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284" y="54"/>
                  </a:lnTo>
                  <a:lnTo>
                    <a:pt x="286" y="52"/>
                  </a:lnTo>
                  <a:lnTo>
                    <a:pt x="289" y="52"/>
                  </a:lnTo>
                  <a:lnTo>
                    <a:pt x="293" y="54"/>
                  </a:lnTo>
                  <a:lnTo>
                    <a:pt x="298" y="58"/>
                  </a:lnTo>
                  <a:lnTo>
                    <a:pt x="300" y="58"/>
                  </a:lnTo>
                  <a:lnTo>
                    <a:pt x="302" y="58"/>
                  </a:lnTo>
                  <a:lnTo>
                    <a:pt x="303" y="58"/>
                  </a:lnTo>
                  <a:lnTo>
                    <a:pt x="304" y="57"/>
                  </a:lnTo>
                  <a:lnTo>
                    <a:pt x="304" y="57"/>
                  </a:lnTo>
                  <a:lnTo>
                    <a:pt x="307" y="57"/>
                  </a:lnTo>
                  <a:lnTo>
                    <a:pt x="308" y="57"/>
                  </a:lnTo>
                  <a:lnTo>
                    <a:pt x="308" y="56"/>
                  </a:lnTo>
                  <a:lnTo>
                    <a:pt x="308" y="56"/>
                  </a:lnTo>
                  <a:lnTo>
                    <a:pt x="309" y="56"/>
                  </a:lnTo>
                  <a:lnTo>
                    <a:pt x="310" y="56"/>
                  </a:lnTo>
                  <a:lnTo>
                    <a:pt x="311" y="57"/>
                  </a:lnTo>
                  <a:lnTo>
                    <a:pt x="311" y="58"/>
                  </a:lnTo>
                  <a:lnTo>
                    <a:pt x="310" y="61"/>
                  </a:lnTo>
                  <a:lnTo>
                    <a:pt x="309" y="61"/>
                  </a:lnTo>
                  <a:lnTo>
                    <a:pt x="309" y="62"/>
                  </a:lnTo>
                  <a:lnTo>
                    <a:pt x="311" y="65"/>
                  </a:lnTo>
                  <a:lnTo>
                    <a:pt x="311" y="64"/>
                  </a:lnTo>
                  <a:lnTo>
                    <a:pt x="311" y="64"/>
                  </a:lnTo>
                  <a:lnTo>
                    <a:pt x="311" y="63"/>
                  </a:lnTo>
                  <a:lnTo>
                    <a:pt x="311" y="62"/>
                  </a:lnTo>
                  <a:lnTo>
                    <a:pt x="312" y="62"/>
                  </a:lnTo>
                  <a:lnTo>
                    <a:pt x="314" y="63"/>
                  </a:lnTo>
                  <a:lnTo>
                    <a:pt x="312" y="64"/>
                  </a:lnTo>
                  <a:lnTo>
                    <a:pt x="312" y="64"/>
                  </a:lnTo>
                  <a:lnTo>
                    <a:pt x="312" y="65"/>
                  </a:lnTo>
                  <a:lnTo>
                    <a:pt x="314" y="65"/>
                  </a:lnTo>
                  <a:lnTo>
                    <a:pt x="315" y="65"/>
                  </a:lnTo>
                  <a:lnTo>
                    <a:pt x="316" y="65"/>
                  </a:lnTo>
                  <a:lnTo>
                    <a:pt x="317" y="65"/>
                  </a:lnTo>
                  <a:lnTo>
                    <a:pt x="317" y="65"/>
                  </a:lnTo>
                  <a:lnTo>
                    <a:pt x="316" y="65"/>
                  </a:lnTo>
                  <a:lnTo>
                    <a:pt x="316" y="66"/>
                  </a:lnTo>
                  <a:lnTo>
                    <a:pt x="316" y="68"/>
                  </a:lnTo>
                  <a:lnTo>
                    <a:pt x="317" y="69"/>
                  </a:lnTo>
                  <a:lnTo>
                    <a:pt x="316" y="70"/>
                  </a:lnTo>
                  <a:lnTo>
                    <a:pt x="317" y="71"/>
                  </a:lnTo>
                  <a:lnTo>
                    <a:pt x="321" y="71"/>
                  </a:lnTo>
                  <a:lnTo>
                    <a:pt x="321" y="72"/>
                  </a:lnTo>
                  <a:lnTo>
                    <a:pt x="321" y="75"/>
                  </a:lnTo>
                  <a:lnTo>
                    <a:pt x="321" y="76"/>
                  </a:lnTo>
                  <a:lnTo>
                    <a:pt x="322" y="78"/>
                  </a:lnTo>
                  <a:lnTo>
                    <a:pt x="323" y="79"/>
                  </a:lnTo>
                  <a:lnTo>
                    <a:pt x="323" y="79"/>
                  </a:lnTo>
                  <a:lnTo>
                    <a:pt x="323" y="79"/>
                  </a:lnTo>
                  <a:lnTo>
                    <a:pt x="323" y="80"/>
                  </a:lnTo>
                  <a:lnTo>
                    <a:pt x="322" y="84"/>
                  </a:lnTo>
                  <a:lnTo>
                    <a:pt x="321" y="87"/>
                  </a:lnTo>
                  <a:lnTo>
                    <a:pt x="321" y="92"/>
                  </a:lnTo>
                  <a:lnTo>
                    <a:pt x="319" y="94"/>
                  </a:lnTo>
                  <a:lnTo>
                    <a:pt x="319" y="95"/>
                  </a:lnTo>
                  <a:lnTo>
                    <a:pt x="319" y="97"/>
                  </a:lnTo>
                  <a:lnTo>
                    <a:pt x="318" y="97"/>
                  </a:lnTo>
                  <a:lnTo>
                    <a:pt x="317" y="95"/>
                  </a:lnTo>
                  <a:lnTo>
                    <a:pt x="312" y="93"/>
                  </a:lnTo>
                  <a:lnTo>
                    <a:pt x="309" y="91"/>
                  </a:lnTo>
                  <a:lnTo>
                    <a:pt x="304" y="88"/>
                  </a:lnTo>
                  <a:lnTo>
                    <a:pt x="300" y="86"/>
                  </a:lnTo>
                  <a:lnTo>
                    <a:pt x="295" y="84"/>
                  </a:lnTo>
                  <a:lnTo>
                    <a:pt x="290" y="81"/>
                  </a:lnTo>
                  <a:lnTo>
                    <a:pt x="286" y="79"/>
                  </a:lnTo>
                  <a:lnTo>
                    <a:pt x="281" y="77"/>
                  </a:lnTo>
                  <a:lnTo>
                    <a:pt x="280" y="77"/>
                  </a:lnTo>
                  <a:lnTo>
                    <a:pt x="279" y="77"/>
                  </a:lnTo>
                  <a:lnTo>
                    <a:pt x="279" y="79"/>
                  </a:lnTo>
                  <a:lnTo>
                    <a:pt x="279" y="80"/>
                  </a:lnTo>
                  <a:lnTo>
                    <a:pt x="279" y="80"/>
                  </a:lnTo>
                  <a:lnTo>
                    <a:pt x="279" y="81"/>
                  </a:lnTo>
                  <a:lnTo>
                    <a:pt x="280" y="84"/>
                  </a:lnTo>
                  <a:lnTo>
                    <a:pt x="280" y="85"/>
                  </a:lnTo>
                  <a:lnTo>
                    <a:pt x="280" y="86"/>
                  </a:lnTo>
                  <a:lnTo>
                    <a:pt x="280" y="86"/>
                  </a:lnTo>
                  <a:lnTo>
                    <a:pt x="280" y="87"/>
                  </a:lnTo>
                  <a:lnTo>
                    <a:pt x="279" y="90"/>
                  </a:lnTo>
                  <a:lnTo>
                    <a:pt x="278" y="93"/>
                  </a:lnTo>
                  <a:lnTo>
                    <a:pt x="278" y="93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78" y="95"/>
                  </a:lnTo>
                  <a:lnTo>
                    <a:pt x="278" y="95"/>
                  </a:lnTo>
                  <a:lnTo>
                    <a:pt x="278" y="97"/>
                  </a:lnTo>
                  <a:lnTo>
                    <a:pt x="278" y="97"/>
                  </a:lnTo>
                  <a:lnTo>
                    <a:pt x="278" y="98"/>
                  </a:lnTo>
                  <a:lnTo>
                    <a:pt x="278" y="99"/>
                  </a:lnTo>
                  <a:lnTo>
                    <a:pt x="278" y="100"/>
                  </a:lnTo>
                  <a:lnTo>
                    <a:pt x="278" y="100"/>
                  </a:lnTo>
                  <a:lnTo>
                    <a:pt x="278" y="101"/>
                  </a:lnTo>
                  <a:lnTo>
                    <a:pt x="279" y="102"/>
                  </a:lnTo>
                  <a:lnTo>
                    <a:pt x="279" y="102"/>
                  </a:lnTo>
                  <a:lnTo>
                    <a:pt x="279" y="102"/>
                  </a:lnTo>
                  <a:lnTo>
                    <a:pt x="279" y="104"/>
                  </a:lnTo>
                  <a:lnTo>
                    <a:pt x="279" y="104"/>
                  </a:lnTo>
                  <a:lnTo>
                    <a:pt x="276" y="107"/>
                  </a:lnTo>
                  <a:lnTo>
                    <a:pt x="274" y="109"/>
                  </a:lnTo>
                  <a:lnTo>
                    <a:pt x="272" y="113"/>
                  </a:lnTo>
                  <a:lnTo>
                    <a:pt x="272" y="115"/>
                  </a:lnTo>
                  <a:lnTo>
                    <a:pt x="272" y="116"/>
                  </a:lnTo>
                  <a:lnTo>
                    <a:pt x="272" y="116"/>
                  </a:lnTo>
                  <a:lnTo>
                    <a:pt x="272" y="116"/>
                  </a:lnTo>
                  <a:lnTo>
                    <a:pt x="272" y="116"/>
                  </a:lnTo>
                  <a:lnTo>
                    <a:pt x="272" y="118"/>
                  </a:lnTo>
                  <a:lnTo>
                    <a:pt x="272" y="118"/>
                  </a:lnTo>
                  <a:lnTo>
                    <a:pt x="271" y="121"/>
                  </a:lnTo>
                  <a:lnTo>
                    <a:pt x="269" y="121"/>
                  </a:lnTo>
                  <a:lnTo>
                    <a:pt x="269" y="121"/>
                  </a:lnTo>
                  <a:lnTo>
                    <a:pt x="268" y="122"/>
                  </a:lnTo>
                  <a:lnTo>
                    <a:pt x="267" y="122"/>
                  </a:lnTo>
                  <a:lnTo>
                    <a:pt x="267" y="123"/>
                  </a:lnTo>
                  <a:lnTo>
                    <a:pt x="267" y="123"/>
                  </a:lnTo>
                  <a:lnTo>
                    <a:pt x="266" y="125"/>
                  </a:lnTo>
                  <a:lnTo>
                    <a:pt x="266" y="126"/>
                  </a:lnTo>
                  <a:lnTo>
                    <a:pt x="266" y="127"/>
                  </a:lnTo>
                  <a:lnTo>
                    <a:pt x="265" y="127"/>
                  </a:lnTo>
                  <a:lnTo>
                    <a:pt x="265" y="128"/>
                  </a:lnTo>
                  <a:lnTo>
                    <a:pt x="264" y="128"/>
                  </a:lnTo>
                  <a:lnTo>
                    <a:pt x="262" y="129"/>
                  </a:lnTo>
                  <a:lnTo>
                    <a:pt x="262" y="129"/>
                  </a:lnTo>
                  <a:lnTo>
                    <a:pt x="262" y="129"/>
                  </a:lnTo>
                  <a:lnTo>
                    <a:pt x="261" y="129"/>
                  </a:lnTo>
                  <a:lnTo>
                    <a:pt x="261" y="128"/>
                  </a:lnTo>
                  <a:lnTo>
                    <a:pt x="261" y="128"/>
                  </a:lnTo>
                  <a:lnTo>
                    <a:pt x="261" y="128"/>
                  </a:lnTo>
                  <a:lnTo>
                    <a:pt x="260" y="128"/>
                  </a:lnTo>
                  <a:lnTo>
                    <a:pt x="260" y="128"/>
                  </a:lnTo>
                  <a:lnTo>
                    <a:pt x="260" y="128"/>
                  </a:lnTo>
                  <a:lnTo>
                    <a:pt x="259" y="130"/>
                  </a:lnTo>
                  <a:lnTo>
                    <a:pt x="258" y="134"/>
                  </a:lnTo>
                  <a:lnTo>
                    <a:pt x="255" y="138"/>
                  </a:lnTo>
                  <a:lnTo>
                    <a:pt x="254" y="142"/>
                  </a:lnTo>
                  <a:lnTo>
                    <a:pt x="253" y="142"/>
                  </a:lnTo>
                  <a:lnTo>
                    <a:pt x="253" y="142"/>
                  </a:lnTo>
                  <a:lnTo>
                    <a:pt x="253" y="142"/>
                  </a:lnTo>
                  <a:lnTo>
                    <a:pt x="250" y="141"/>
                  </a:lnTo>
                  <a:lnTo>
                    <a:pt x="246" y="140"/>
                  </a:lnTo>
                  <a:lnTo>
                    <a:pt x="244" y="138"/>
                  </a:lnTo>
                  <a:lnTo>
                    <a:pt x="244" y="138"/>
                  </a:lnTo>
                  <a:lnTo>
                    <a:pt x="244" y="140"/>
                  </a:lnTo>
                  <a:lnTo>
                    <a:pt x="241" y="143"/>
                  </a:lnTo>
                  <a:lnTo>
                    <a:pt x="241" y="144"/>
                  </a:lnTo>
                  <a:lnTo>
                    <a:pt x="240" y="145"/>
                  </a:lnTo>
                  <a:lnTo>
                    <a:pt x="240" y="145"/>
                  </a:lnTo>
                  <a:lnTo>
                    <a:pt x="240" y="147"/>
                  </a:lnTo>
                  <a:lnTo>
                    <a:pt x="240" y="147"/>
                  </a:lnTo>
                  <a:lnTo>
                    <a:pt x="239" y="149"/>
                  </a:lnTo>
                  <a:lnTo>
                    <a:pt x="239" y="150"/>
                  </a:lnTo>
                  <a:lnTo>
                    <a:pt x="239" y="150"/>
                  </a:lnTo>
                  <a:lnTo>
                    <a:pt x="239" y="155"/>
                  </a:lnTo>
                  <a:lnTo>
                    <a:pt x="239" y="156"/>
                  </a:lnTo>
                  <a:lnTo>
                    <a:pt x="239" y="156"/>
                  </a:lnTo>
                  <a:lnTo>
                    <a:pt x="239" y="157"/>
                  </a:lnTo>
                  <a:lnTo>
                    <a:pt x="238" y="157"/>
                  </a:lnTo>
                  <a:lnTo>
                    <a:pt x="237" y="158"/>
                  </a:lnTo>
                  <a:lnTo>
                    <a:pt x="237" y="159"/>
                  </a:lnTo>
                  <a:lnTo>
                    <a:pt x="237" y="161"/>
                  </a:lnTo>
                  <a:lnTo>
                    <a:pt x="236" y="161"/>
                  </a:lnTo>
                  <a:lnTo>
                    <a:pt x="236" y="162"/>
                  </a:lnTo>
                  <a:lnTo>
                    <a:pt x="236" y="164"/>
                  </a:lnTo>
                  <a:lnTo>
                    <a:pt x="236" y="165"/>
                  </a:lnTo>
                  <a:lnTo>
                    <a:pt x="236" y="165"/>
                  </a:lnTo>
                  <a:lnTo>
                    <a:pt x="236" y="169"/>
                  </a:lnTo>
                  <a:lnTo>
                    <a:pt x="236" y="170"/>
                  </a:lnTo>
                  <a:lnTo>
                    <a:pt x="235" y="171"/>
                  </a:lnTo>
                  <a:lnTo>
                    <a:pt x="235" y="172"/>
                  </a:lnTo>
                  <a:lnTo>
                    <a:pt x="232" y="176"/>
                  </a:lnTo>
                  <a:lnTo>
                    <a:pt x="231" y="179"/>
                  </a:lnTo>
                  <a:lnTo>
                    <a:pt x="231" y="179"/>
                  </a:lnTo>
                  <a:lnTo>
                    <a:pt x="230" y="179"/>
                  </a:lnTo>
                  <a:lnTo>
                    <a:pt x="230" y="179"/>
                  </a:lnTo>
                  <a:lnTo>
                    <a:pt x="225" y="179"/>
                  </a:lnTo>
                  <a:lnTo>
                    <a:pt x="222" y="179"/>
                  </a:lnTo>
                  <a:lnTo>
                    <a:pt x="218" y="178"/>
                  </a:lnTo>
                  <a:lnTo>
                    <a:pt x="215" y="178"/>
                  </a:lnTo>
                  <a:lnTo>
                    <a:pt x="215" y="178"/>
                  </a:lnTo>
                  <a:lnTo>
                    <a:pt x="214" y="178"/>
                  </a:lnTo>
                  <a:lnTo>
                    <a:pt x="214" y="177"/>
                  </a:lnTo>
                  <a:lnTo>
                    <a:pt x="215" y="177"/>
                  </a:lnTo>
                  <a:lnTo>
                    <a:pt x="215" y="176"/>
                  </a:lnTo>
                  <a:lnTo>
                    <a:pt x="215" y="176"/>
                  </a:lnTo>
                  <a:lnTo>
                    <a:pt x="214" y="176"/>
                  </a:lnTo>
                  <a:lnTo>
                    <a:pt x="210" y="171"/>
                  </a:lnTo>
                  <a:lnTo>
                    <a:pt x="210" y="171"/>
                  </a:lnTo>
                  <a:lnTo>
                    <a:pt x="210" y="171"/>
                  </a:lnTo>
                  <a:lnTo>
                    <a:pt x="210" y="171"/>
                  </a:lnTo>
                  <a:lnTo>
                    <a:pt x="203" y="170"/>
                  </a:lnTo>
                  <a:lnTo>
                    <a:pt x="203" y="170"/>
                  </a:lnTo>
                  <a:lnTo>
                    <a:pt x="203" y="170"/>
                  </a:lnTo>
                  <a:lnTo>
                    <a:pt x="202" y="171"/>
                  </a:lnTo>
                  <a:lnTo>
                    <a:pt x="202" y="172"/>
                  </a:lnTo>
                  <a:lnTo>
                    <a:pt x="202" y="173"/>
                  </a:lnTo>
                  <a:lnTo>
                    <a:pt x="202" y="173"/>
                  </a:lnTo>
                  <a:lnTo>
                    <a:pt x="202" y="174"/>
                  </a:lnTo>
                  <a:lnTo>
                    <a:pt x="202" y="174"/>
                  </a:lnTo>
                  <a:lnTo>
                    <a:pt x="202" y="176"/>
                  </a:lnTo>
                  <a:lnTo>
                    <a:pt x="202" y="176"/>
                  </a:lnTo>
                  <a:lnTo>
                    <a:pt x="201" y="178"/>
                  </a:lnTo>
                  <a:lnTo>
                    <a:pt x="201" y="179"/>
                  </a:lnTo>
                  <a:lnTo>
                    <a:pt x="202" y="184"/>
                  </a:lnTo>
                  <a:lnTo>
                    <a:pt x="202" y="184"/>
                  </a:lnTo>
                  <a:lnTo>
                    <a:pt x="202" y="185"/>
                  </a:lnTo>
                  <a:lnTo>
                    <a:pt x="201" y="186"/>
                  </a:lnTo>
                  <a:lnTo>
                    <a:pt x="201" y="187"/>
                  </a:lnTo>
                  <a:lnTo>
                    <a:pt x="201" y="190"/>
                  </a:lnTo>
                  <a:lnTo>
                    <a:pt x="200" y="191"/>
                  </a:lnTo>
                  <a:lnTo>
                    <a:pt x="200" y="191"/>
                  </a:lnTo>
                  <a:lnTo>
                    <a:pt x="199" y="192"/>
                  </a:lnTo>
                  <a:lnTo>
                    <a:pt x="199" y="192"/>
                  </a:lnTo>
                  <a:lnTo>
                    <a:pt x="197" y="192"/>
                  </a:lnTo>
                  <a:lnTo>
                    <a:pt x="197" y="193"/>
                  </a:lnTo>
                  <a:lnTo>
                    <a:pt x="197" y="194"/>
                  </a:lnTo>
                  <a:lnTo>
                    <a:pt x="197" y="195"/>
                  </a:lnTo>
                  <a:lnTo>
                    <a:pt x="196" y="195"/>
                  </a:lnTo>
                  <a:lnTo>
                    <a:pt x="196" y="197"/>
                  </a:lnTo>
                  <a:lnTo>
                    <a:pt x="197" y="198"/>
                  </a:lnTo>
                  <a:lnTo>
                    <a:pt x="197" y="198"/>
                  </a:lnTo>
                  <a:lnTo>
                    <a:pt x="197" y="199"/>
                  </a:lnTo>
                  <a:lnTo>
                    <a:pt x="197" y="199"/>
                  </a:lnTo>
                  <a:lnTo>
                    <a:pt x="197" y="199"/>
                  </a:lnTo>
                  <a:lnTo>
                    <a:pt x="197" y="200"/>
                  </a:lnTo>
                  <a:lnTo>
                    <a:pt x="196" y="201"/>
                  </a:lnTo>
                  <a:lnTo>
                    <a:pt x="195" y="202"/>
                  </a:lnTo>
                  <a:lnTo>
                    <a:pt x="194" y="204"/>
                  </a:lnTo>
                  <a:lnTo>
                    <a:pt x="193" y="206"/>
                  </a:lnTo>
                  <a:lnTo>
                    <a:pt x="190" y="209"/>
                  </a:lnTo>
                  <a:lnTo>
                    <a:pt x="190" y="209"/>
                  </a:lnTo>
                  <a:lnTo>
                    <a:pt x="190" y="211"/>
                  </a:lnTo>
                  <a:lnTo>
                    <a:pt x="190" y="211"/>
                  </a:lnTo>
                  <a:lnTo>
                    <a:pt x="190" y="212"/>
                  </a:lnTo>
                  <a:lnTo>
                    <a:pt x="190" y="213"/>
                  </a:lnTo>
                  <a:lnTo>
                    <a:pt x="190" y="218"/>
                  </a:lnTo>
                  <a:lnTo>
                    <a:pt x="189" y="221"/>
                  </a:lnTo>
                  <a:lnTo>
                    <a:pt x="187" y="226"/>
                  </a:lnTo>
                  <a:lnTo>
                    <a:pt x="186" y="229"/>
                  </a:lnTo>
                  <a:lnTo>
                    <a:pt x="182" y="234"/>
                  </a:lnTo>
                  <a:lnTo>
                    <a:pt x="180" y="238"/>
                  </a:lnTo>
                  <a:lnTo>
                    <a:pt x="179" y="241"/>
                  </a:lnTo>
                  <a:lnTo>
                    <a:pt x="176" y="245"/>
                  </a:lnTo>
                  <a:lnTo>
                    <a:pt x="175" y="245"/>
                  </a:lnTo>
                  <a:lnTo>
                    <a:pt x="175" y="248"/>
                  </a:lnTo>
                  <a:lnTo>
                    <a:pt x="175" y="248"/>
                  </a:lnTo>
                  <a:lnTo>
                    <a:pt x="174" y="252"/>
                  </a:lnTo>
                  <a:lnTo>
                    <a:pt x="173" y="257"/>
                  </a:lnTo>
                  <a:lnTo>
                    <a:pt x="172" y="258"/>
                  </a:lnTo>
                  <a:lnTo>
                    <a:pt x="173" y="258"/>
                  </a:lnTo>
                  <a:lnTo>
                    <a:pt x="173" y="259"/>
                  </a:lnTo>
                  <a:lnTo>
                    <a:pt x="173" y="259"/>
                  </a:lnTo>
                  <a:lnTo>
                    <a:pt x="174" y="259"/>
                  </a:lnTo>
                  <a:lnTo>
                    <a:pt x="174" y="261"/>
                  </a:lnTo>
                  <a:lnTo>
                    <a:pt x="176" y="261"/>
                  </a:lnTo>
                  <a:lnTo>
                    <a:pt x="178" y="261"/>
                  </a:lnTo>
                  <a:lnTo>
                    <a:pt x="178" y="262"/>
                  </a:lnTo>
                  <a:lnTo>
                    <a:pt x="178" y="263"/>
                  </a:lnTo>
                  <a:lnTo>
                    <a:pt x="178" y="263"/>
                  </a:lnTo>
                  <a:lnTo>
                    <a:pt x="178" y="263"/>
                  </a:lnTo>
                  <a:lnTo>
                    <a:pt x="176" y="264"/>
                  </a:lnTo>
                  <a:lnTo>
                    <a:pt x="175" y="265"/>
                  </a:lnTo>
                  <a:lnTo>
                    <a:pt x="174" y="266"/>
                  </a:lnTo>
                  <a:lnTo>
                    <a:pt x="174" y="266"/>
                  </a:lnTo>
                  <a:lnTo>
                    <a:pt x="174" y="266"/>
                  </a:lnTo>
                  <a:lnTo>
                    <a:pt x="173" y="267"/>
                  </a:lnTo>
                  <a:lnTo>
                    <a:pt x="173" y="269"/>
                  </a:lnTo>
                  <a:lnTo>
                    <a:pt x="173" y="269"/>
                  </a:lnTo>
                  <a:lnTo>
                    <a:pt x="173" y="270"/>
                  </a:lnTo>
                  <a:lnTo>
                    <a:pt x="173" y="270"/>
                  </a:lnTo>
                  <a:lnTo>
                    <a:pt x="173" y="270"/>
                  </a:lnTo>
                  <a:lnTo>
                    <a:pt x="174" y="271"/>
                  </a:lnTo>
                  <a:lnTo>
                    <a:pt x="174" y="271"/>
                  </a:lnTo>
                  <a:lnTo>
                    <a:pt x="175" y="271"/>
                  </a:lnTo>
                  <a:lnTo>
                    <a:pt x="175" y="272"/>
                  </a:lnTo>
                  <a:lnTo>
                    <a:pt x="175" y="272"/>
                  </a:lnTo>
                  <a:lnTo>
                    <a:pt x="174" y="273"/>
                  </a:lnTo>
                  <a:lnTo>
                    <a:pt x="167" y="279"/>
                  </a:lnTo>
                  <a:lnTo>
                    <a:pt x="165" y="281"/>
                  </a:lnTo>
                  <a:lnTo>
                    <a:pt x="165" y="283"/>
                  </a:lnTo>
                  <a:lnTo>
                    <a:pt x="165" y="283"/>
                  </a:lnTo>
                  <a:lnTo>
                    <a:pt x="164" y="283"/>
                  </a:lnTo>
                  <a:lnTo>
                    <a:pt x="164" y="283"/>
                  </a:lnTo>
                  <a:lnTo>
                    <a:pt x="164" y="283"/>
                  </a:lnTo>
                  <a:lnTo>
                    <a:pt x="162" y="283"/>
                  </a:lnTo>
                  <a:lnTo>
                    <a:pt x="162" y="281"/>
                  </a:lnTo>
                  <a:lnTo>
                    <a:pt x="162" y="281"/>
                  </a:lnTo>
                  <a:lnTo>
                    <a:pt x="162" y="280"/>
                  </a:lnTo>
                  <a:lnTo>
                    <a:pt x="162" y="280"/>
                  </a:lnTo>
                  <a:lnTo>
                    <a:pt x="162" y="280"/>
                  </a:lnTo>
                  <a:lnTo>
                    <a:pt x="162" y="279"/>
                  </a:lnTo>
                  <a:lnTo>
                    <a:pt x="161" y="279"/>
                  </a:lnTo>
                  <a:lnTo>
                    <a:pt x="161" y="279"/>
                  </a:lnTo>
                  <a:lnTo>
                    <a:pt x="160" y="279"/>
                  </a:lnTo>
                  <a:lnTo>
                    <a:pt x="159" y="279"/>
                  </a:lnTo>
                  <a:lnTo>
                    <a:pt x="157" y="280"/>
                  </a:lnTo>
                  <a:lnTo>
                    <a:pt x="154" y="283"/>
                  </a:lnTo>
                  <a:lnTo>
                    <a:pt x="151" y="285"/>
                  </a:lnTo>
                  <a:lnTo>
                    <a:pt x="149" y="287"/>
                  </a:lnTo>
                  <a:lnTo>
                    <a:pt x="145" y="290"/>
                  </a:lnTo>
                  <a:lnTo>
                    <a:pt x="145" y="290"/>
                  </a:lnTo>
                  <a:lnTo>
                    <a:pt x="145" y="290"/>
                  </a:lnTo>
                  <a:lnTo>
                    <a:pt x="145" y="290"/>
                  </a:lnTo>
                  <a:lnTo>
                    <a:pt x="144" y="290"/>
                  </a:lnTo>
                  <a:lnTo>
                    <a:pt x="144" y="290"/>
                  </a:lnTo>
                  <a:lnTo>
                    <a:pt x="144" y="290"/>
                  </a:lnTo>
                  <a:lnTo>
                    <a:pt x="144" y="290"/>
                  </a:lnTo>
                  <a:lnTo>
                    <a:pt x="143" y="288"/>
                  </a:lnTo>
                  <a:lnTo>
                    <a:pt x="143" y="288"/>
                  </a:lnTo>
                  <a:lnTo>
                    <a:pt x="142" y="288"/>
                  </a:lnTo>
                  <a:lnTo>
                    <a:pt x="142" y="288"/>
                  </a:lnTo>
                  <a:lnTo>
                    <a:pt x="142" y="288"/>
                  </a:lnTo>
                  <a:lnTo>
                    <a:pt x="140" y="287"/>
                  </a:lnTo>
                  <a:lnTo>
                    <a:pt x="140" y="287"/>
                  </a:lnTo>
                  <a:lnTo>
                    <a:pt x="140" y="287"/>
                  </a:lnTo>
                  <a:lnTo>
                    <a:pt x="140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7" y="287"/>
                  </a:lnTo>
                  <a:lnTo>
                    <a:pt x="136" y="288"/>
                  </a:lnTo>
                  <a:lnTo>
                    <a:pt x="136" y="288"/>
                  </a:lnTo>
                  <a:lnTo>
                    <a:pt x="135" y="288"/>
                  </a:lnTo>
                  <a:lnTo>
                    <a:pt x="135" y="290"/>
                  </a:lnTo>
                  <a:lnTo>
                    <a:pt x="135" y="290"/>
                  </a:lnTo>
                  <a:lnTo>
                    <a:pt x="135" y="291"/>
                  </a:lnTo>
                  <a:lnTo>
                    <a:pt x="135" y="291"/>
                  </a:lnTo>
                  <a:lnTo>
                    <a:pt x="135" y="291"/>
                  </a:lnTo>
                  <a:lnTo>
                    <a:pt x="135" y="292"/>
                  </a:lnTo>
                  <a:lnTo>
                    <a:pt x="137" y="293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5"/>
                  </a:lnTo>
                  <a:lnTo>
                    <a:pt x="136" y="297"/>
                  </a:lnTo>
                  <a:lnTo>
                    <a:pt x="136" y="297"/>
                  </a:lnTo>
                  <a:lnTo>
                    <a:pt x="131" y="300"/>
                  </a:lnTo>
                  <a:lnTo>
                    <a:pt x="131" y="300"/>
                  </a:lnTo>
                  <a:lnTo>
                    <a:pt x="131" y="300"/>
                  </a:lnTo>
                  <a:lnTo>
                    <a:pt x="130" y="300"/>
                  </a:lnTo>
                  <a:lnTo>
                    <a:pt x="129" y="300"/>
                  </a:lnTo>
                  <a:lnTo>
                    <a:pt x="129" y="300"/>
                  </a:lnTo>
                  <a:lnTo>
                    <a:pt x="126" y="301"/>
                  </a:lnTo>
                  <a:lnTo>
                    <a:pt x="126" y="301"/>
                  </a:lnTo>
                  <a:lnTo>
                    <a:pt x="118" y="304"/>
                  </a:lnTo>
                  <a:lnTo>
                    <a:pt x="114" y="308"/>
                  </a:lnTo>
                  <a:lnTo>
                    <a:pt x="113" y="308"/>
                  </a:lnTo>
                  <a:lnTo>
                    <a:pt x="113" y="308"/>
                  </a:lnTo>
                  <a:lnTo>
                    <a:pt x="113" y="308"/>
                  </a:lnTo>
                  <a:lnTo>
                    <a:pt x="113" y="307"/>
                  </a:lnTo>
                  <a:lnTo>
                    <a:pt x="111" y="307"/>
                  </a:lnTo>
                  <a:lnTo>
                    <a:pt x="111" y="307"/>
                  </a:lnTo>
                  <a:lnTo>
                    <a:pt x="111" y="307"/>
                  </a:lnTo>
                  <a:lnTo>
                    <a:pt x="110" y="306"/>
                  </a:lnTo>
                  <a:lnTo>
                    <a:pt x="107" y="305"/>
                  </a:lnTo>
                  <a:lnTo>
                    <a:pt x="107" y="305"/>
                  </a:lnTo>
                  <a:lnTo>
                    <a:pt x="106" y="304"/>
                  </a:lnTo>
                  <a:lnTo>
                    <a:pt x="104" y="302"/>
                  </a:lnTo>
                  <a:lnTo>
                    <a:pt x="103" y="301"/>
                  </a:lnTo>
                  <a:lnTo>
                    <a:pt x="103" y="301"/>
                  </a:lnTo>
                  <a:lnTo>
                    <a:pt x="102" y="301"/>
                  </a:lnTo>
                  <a:lnTo>
                    <a:pt x="102" y="301"/>
                  </a:lnTo>
                  <a:lnTo>
                    <a:pt x="101" y="302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1" y="305"/>
                  </a:lnTo>
                  <a:lnTo>
                    <a:pt x="100" y="305"/>
                  </a:lnTo>
                  <a:lnTo>
                    <a:pt x="100" y="306"/>
                  </a:lnTo>
                  <a:lnTo>
                    <a:pt x="100" y="307"/>
                  </a:lnTo>
                  <a:lnTo>
                    <a:pt x="99" y="308"/>
                  </a:lnTo>
                  <a:lnTo>
                    <a:pt x="99" y="308"/>
                  </a:lnTo>
                  <a:lnTo>
                    <a:pt x="95" y="309"/>
                  </a:lnTo>
                  <a:lnTo>
                    <a:pt x="94" y="309"/>
                  </a:lnTo>
                  <a:lnTo>
                    <a:pt x="94" y="309"/>
                  </a:lnTo>
                  <a:lnTo>
                    <a:pt x="94" y="311"/>
                  </a:lnTo>
                  <a:lnTo>
                    <a:pt x="90" y="315"/>
                  </a:lnTo>
                  <a:lnTo>
                    <a:pt x="90" y="315"/>
                  </a:lnTo>
                  <a:lnTo>
                    <a:pt x="89" y="315"/>
                  </a:lnTo>
                  <a:lnTo>
                    <a:pt x="88" y="316"/>
                  </a:lnTo>
                  <a:lnTo>
                    <a:pt x="83" y="316"/>
                  </a:lnTo>
                  <a:lnTo>
                    <a:pt x="82" y="316"/>
                  </a:lnTo>
                  <a:lnTo>
                    <a:pt x="81" y="315"/>
                  </a:lnTo>
                  <a:lnTo>
                    <a:pt x="78" y="314"/>
                  </a:lnTo>
                  <a:lnTo>
                    <a:pt x="78" y="314"/>
                  </a:lnTo>
                  <a:lnTo>
                    <a:pt x="77" y="314"/>
                  </a:lnTo>
                  <a:lnTo>
                    <a:pt x="75" y="312"/>
                  </a:lnTo>
                  <a:lnTo>
                    <a:pt x="75" y="312"/>
                  </a:lnTo>
                  <a:lnTo>
                    <a:pt x="75" y="312"/>
                  </a:lnTo>
                  <a:lnTo>
                    <a:pt x="74" y="312"/>
                  </a:lnTo>
                  <a:lnTo>
                    <a:pt x="74" y="312"/>
                  </a:lnTo>
                  <a:lnTo>
                    <a:pt x="73" y="312"/>
                  </a:lnTo>
                  <a:lnTo>
                    <a:pt x="72" y="312"/>
                  </a:lnTo>
                  <a:lnTo>
                    <a:pt x="71" y="312"/>
                  </a:lnTo>
                  <a:lnTo>
                    <a:pt x="70" y="312"/>
                  </a:lnTo>
                  <a:lnTo>
                    <a:pt x="70" y="312"/>
                  </a:lnTo>
                  <a:lnTo>
                    <a:pt x="68" y="311"/>
                  </a:lnTo>
                  <a:lnTo>
                    <a:pt x="68" y="311"/>
                  </a:lnTo>
                  <a:lnTo>
                    <a:pt x="67" y="311"/>
                  </a:lnTo>
                  <a:lnTo>
                    <a:pt x="67" y="311"/>
                  </a:lnTo>
                  <a:lnTo>
                    <a:pt x="66" y="308"/>
                  </a:lnTo>
                  <a:lnTo>
                    <a:pt x="66" y="308"/>
                  </a:lnTo>
                  <a:lnTo>
                    <a:pt x="66" y="308"/>
                  </a:lnTo>
                  <a:lnTo>
                    <a:pt x="65" y="307"/>
                  </a:lnTo>
                  <a:lnTo>
                    <a:pt x="61" y="306"/>
                  </a:lnTo>
                  <a:lnTo>
                    <a:pt x="61" y="305"/>
                  </a:lnTo>
                  <a:lnTo>
                    <a:pt x="60" y="305"/>
                  </a:lnTo>
                  <a:lnTo>
                    <a:pt x="60" y="305"/>
                  </a:lnTo>
                  <a:lnTo>
                    <a:pt x="60" y="304"/>
                  </a:lnTo>
                  <a:lnTo>
                    <a:pt x="60" y="304"/>
                  </a:lnTo>
                  <a:lnTo>
                    <a:pt x="60" y="301"/>
                  </a:lnTo>
                  <a:lnTo>
                    <a:pt x="60" y="301"/>
                  </a:lnTo>
                  <a:lnTo>
                    <a:pt x="60" y="300"/>
                  </a:lnTo>
                  <a:lnTo>
                    <a:pt x="60" y="300"/>
                  </a:lnTo>
                  <a:lnTo>
                    <a:pt x="60" y="300"/>
                  </a:lnTo>
                  <a:lnTo>
                    <a:pt x="59" y="299"/>
                  </a:lnTo>
                  <a:lnTo>
                    <a:pt x="59" y="299"/>
                  </a:lnTo>
                  <a:lnTo>
                    <a:pt x="59" y="299"/>
                  </a:lnTo>
                  <a:lnTo>
                    <a:pt x="56" y="298"/>
                  </a:lnTo>
                  <a:lnTo>
                    <a:pt x="56" y="298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6" y="295"/>
                  </a:lnTo>
                  <a:lnTo>
                    <a:pt x="57" y="294"/>
                  </a:lnTo>
                  <a:lnTo>
                    <a:pt x="57" y="294"/>
                  </a:lnTo>
                  <a:lnTo>
                    <a:pt x="58" y="294"/>
                  </a:lnTo>
                  <a:lnTo>
                    <a:pt x="58" y="293"/>
                  </a:lnTo>
                  <a:lnTo>
                    <a:pt x="58" y="293"/>
                  </a:lnTo>
                  <a:lnTo>
                    <a:pt x="57" y="292"/>
                  </a:lnTo>
                  <a:lnTo>
                    <a:pt x="57" y="292"/>
                  </a:lnTo>
                  <a:lnTo>
                    <a:pt x="57" y="292"/>
                  </a:lnTo>
                  <a:lnTo>
                    <a:pt x="57" y="292"/>
                  </a:lnTo>
                  <a:lnTo>
                    <a:pt x="56" y="291"/>
                  </a:lnTo>
                  <a:lnTo>
                    <a:pt x="54" y="291"/>
                  </a:lnTo>
                  <a:lnTo>
                    <a:pt x="53" y="291"/>
                  </a:lnTo>
                  <a:lnTo>
                    <a:pt x="52" y="291"/>
                  </a:lnTo>
                  <a:lnTo>
                    <a:pt x="51" y="291"/>
                  </a:lnTo>
                  <a:lnTo>
                    <a:pt x="45" y="291"/>
                  </a:lnTo>
                  <a:lnTo>
                    <a:pt x="44" y="290"/>
                  </a:lnTo>
                  <a:lnTo>
                    <a:pt x="43" y="290"/>
                  </a:lnTo>
                  <a:lnTo>
                    <a:pt x="43" y="290"/>
                  </a:lnTo>
                  <a:lnTo>
                    <a:pt x="43" y="288"/>
                  </a:lnTo>
                  <a:lnTo>
                    <a:pt x="43" y="288"/>
                  </a:lnTo>
                  <a:lnTo>
                    <a:pt x="43" y="287"/>
                  </a:lnTo>
                  <a:lnTo>
                    <a:pt x="43" y="287"/>
                  </a:lnTo>
                  <a:lnTo>
                    <a:pt x="42" y="287"/>
                  </a:lnTo>
                  <a:lnTo>
                    <a:pt x="39" y="285"/>
                  </a:lnTo>
                  <a:lnTo>
                    <a:pt x="38" y="285"/>
                  </a:lnTo>
                  <a:lnTo>
                    <a:pt x="38" y="285"/>
                  </a:lnTo>
                  <a:lnTo>
                    <a:pt x="38" y="286"/>
                  </a:lnTo>
                  <a:lnTo>
                    <a:pt x="38" y="285"/>
                  </a:lnTo>
                  <a:lnTo>
                    <a:pt x="36" y="284"/>
                  </a:lnTo>
                  <a:lnTo>
                    <a:pt x="36" y="284"/>
                  </a:lnTo>
                  <a:lnTo>
                    <a:pt x="35" y="283"/>
                  </a:lnTo>
                  <a:lnTo>
                    <a:pt x="35" y="283"/>
                  </a:lnTo>
                  <a:lnTo>
                    <a:pt x="31" y="283"/>
                  </a:lnTo>
                  <a:lnTo>
                    <a:pt x="31" y="281"/>
                  </a:lnTo>
                  <a:lnTo>
                    <a:pt x="30" y="281"/>
                  </a:lnTo>
                  <a:lnTo>
                    <a:pt x="30" y="280"/>
                  </a:lnTo>
                  <a:lnTo>
                    <a:pt x="28" y="278"/>
                  </a:lnTo>
                  <a:lnTo>
                    <a:pt x="28" y="277"/>
                  </a:lnTo>
                  <a:lnTo>
                    <a:pt x="28" y="277"/>
                  </a:lnTo>
                  <a:lnTo>
                    <a:pt x="28" y="276"/>
                  </a:lnTo>
                  <a:lnTo>
                    <a:pt x="27" y="274"/>
                  </a:lnTo>
                  <a:lnTo>
                    <a:pt x="21" y="271"/>
                  </a:lnTo>
                  <a:lnTo>
                    <a:pt x="21" y="271"/>
                  </a:lnTo>
                  <a:lnTo>
                    <a:pt x="21" y="270"/>
                  </a:lnTo>
                  <a:lnTo>
                    <a:pt x="21" y="269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18" y="265"/>
                  </a:lnTo>
                  <a:lnTo>
                    <a:pt x="18" y="264"/>
                  </a:lnTo>
                  <a:lnTo>
                    <a:pt x="17" y="264"/>
                  </a:lnTo>
                  <a:lnTo>
                    <a:pt x="17" y="264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1"/>
                  </a:lnTo>
                  <a:lnTo>
                    <a:pt x="14" y="259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4" y="258"/>
                  </a:lnTo>
                  <a:lnTo>
                    <a:pt x="14" y="257"/>
                  </a:lnTo>
                  <a:lnTo>
                    <a:pt x="14" y="257"/>
                  </a:lnTo>
                  <a:lnTo>
                    <a:pt x="13" y="257"/>
                  </a:lnTo>
                  <a:lnTo>
                    <a:pt x="9" y="254"/>
                  </a:lnTo>
                  <a:lnTo>
                    <a:pt x="8" y="254"/>
                  </a:lnTo>
                  <a:lnTo>
                    <a:pt x="8" y="252"/>
                  </a:lnTo>
                  <a:lnTo>
                    <a:pt x="7" y="251"/>
                  </a:lnTo>
                  <a:lnTo>
                    <a:pt x="7" y="251"/>
                  </a:lnTo>
                  <a:lnTo>
                    <a:pt x="0" y="244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41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38"/>
                  </a:lnTo>
                  <a:lnTo>
                    <a:pt x="1" y="237"/>
                  </a:lnTo>
                  <a:lnTo>
                    <a:pt x="1" y="237"/>
                  </a:lnTo>
                  <a:lnTo>
                    <a:pt x="1" y="236"/>
                  </a:lnTo>
                  <a:lnTo>
                    <a:pt x="1" y="236"/>
                  </a:lnTo>
                  <a:lnTo>
                    <a:pt x="2" y="236"/>
                  </a:lnTo>
                  <a:lnTo>
                    <a:pt x="2" y="236"/>
                  </a:lnTo>
                  <a:lnTo>
                    <a:pt x="3" y="236"/>
                  </a:lnTo>
                  <a:lnTo>
                    <a:pt x="3" y="235"/>
                  </a:lnTo>
                  <a:lnTo>
                    <a:pt x="3" y="235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2" y="233"/>
                  </a:lnTo>
                  <a:lnTo>
                    <a:pt x="2" y="231"/>
                  </a:lnTo>
                  <a:lnTo>
                    <a:pt x="2" y="230"/>
                  </a:lnTo>
                  <a:lnTo>
                    <a:pt x="2" y="229"/>
                  </a:lnTo>
                  <a:lnTo>
                    <a:pt x="2" y="228"/>
                  </a:lnTo>
                  <a:lnTo>
                    <a:pt x="0" y="226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2"/>
                  </a:lnTo>
                  <a:lnTo>
                    <a:pt x="0" y="221"/>
                  </a:lnTo>
                  <a:lnTo>
                    <a:pt x="0" y="220"/>
                  </a:lnTo>
                  <a:lnTo>
                    <a:pt x="0" y="220"/>
                  </a:lnTo>
                  <a:lnTo>
                    <a:pt x="2" y="221"/>
                  </a:lnTo>
                  <a:lnTo>
                    <a:pt x="6" y="220"/>
                  </a:lnTo>
                  <a:lnTo>
                    <a:pt x="10" y="218"/>
                  </a:lnTo>
                  <a:lnTo>
                    <a:pt x="16" y="216"/>
                  </a:lnTo>
                  <a:lnTo>
                    <a:pt x="17" y="215"/>
                  </a:lnTo>
                  <a:lnTo>
                    <a:pt x="18" y="214"/>
                  </a:lnTo>
                  <a:lnTo>
                    <a:pt x="18" y="212"/>
                  </a:lnTo>
                  <a:lnTo>
                    <a:pt x="18" y="204"/>
                  </a:lnTo>
                  <a:lnTo>
                    <a:pt x="18" y="202"/>
                  </a:lnTo>
                  <a:lnTo>
                    <a:pt x="20" y="201"/>
                  </a:lnTo>
                  <a:lnTo>
                    <a:pt x="23" y="201"/>
                  </a:lnTo>
                  <a:lnTo>
                    <a:pt x="24" y="200"/>
                  </a:lnTo>
                  <a:lnTo>
                    <a:pt x="25" y="199"/>
                  </a:lnTo>
                  <a:lnTo>
                    <a:pt x="25" y="198"/>
                  </a:lnTo>
                  <a:lnTo>
                    <a:pt x="25" y="197"/>
                  </a:lnTo>
                  <a:lnTo>
                    <a:pt x="24" y="195"/>
                  </a:lnTo>
                  <a:lnTo>
                    <a:pt x="24" y="194"/>
                  </a:lnTo>
                  <a:lnTo>
                    <a:pt x="24" y="193"/>
                  </a:lnTo>
                  <a:lnTo>
                    <a:pt x="24" y="192"/>
                  </a:lnTo>
                  <a:lnTo>
                    <a:pt x="23" y="190"/>
                  </a:lnTo>
                  <a:lnTo>
                    <a:pt x="23" y="188"/>
                  </a:lnTo>
                  <a:lnTo>
                    <a:pt x="22" y="187"/>
                  </a:lnTo>
                  <a:lnTo>
                    <a:pt x="21" y="186"/>
                  </a:lnTo>
                  <a:lnTo>
                    <a:pt x="21" y="184"/>
                  </a:lnTo>
                  <a:lnTo>
                    <a:pt x="22" y="183"/>
                  </a:lnTo>
                  <a:lnTo>
                    <a:pt x="23" y="181"/>
                  </a:lnTo>
                  <a:lnTo>
                    <a:pt x="23" y="179"/>
                  </a:lnTo>
                  <a:lnTo>
                    <a:pt x="24" y="178"/>
                  </a:lnTo>
                  <a:lnTo>
                    <a:pt x="24" y="177"/>
                  </a:lnTo>
                  <a:lnTo>
                    <a:pt x="24" y="173"/>
                  </a:lnTo>
                  <a:lnTo>
                    <a:pt x="25" y="170"/>
                  </a:lnTo>
                  <a:lnTo>
                    <a:pt x="27" y="166"/>
                  </a:lnTo>
                  <a:lnTo>
                    <a:pt x="28" y="163"/>
                  </a:lnTo>
                  <a:lnTo>
                    <a:pt x="30" y="161"/>
                  </a:lnTo>
                  <a:lnTo>
                    <a:pt x="32" y="161"/>
                  </a:lnTo>
                  <a:lnTo>
                    <a:pt x="34" y="162"/>
                  </a:lnTo>
                  <a:lnTo>
                    <a:pt x="35" y="162"/>
                  </a:lnTo>
                  <a:lnTo>
                    <a:pt x="37" y="163"/>
                  </a:lnTo>
                  <a:lnTo>
                    <a:pt x="38" y="164"/>
                  </a:lnTo>
                  <a:lnTo>
                    <a:pt x="39" y="165"/>
                  </a:lnTo>
                  <a:lnTo>
                    <a:pt x="39" y="166"/>
                  </a:lnTo>
                  <a:lnTo>
                    <a:pt x="39" y="166"/>
                  </a:lnTo>
                  <a:lnTo>
                    <a:pt x="41" y="168"/>
                  </a:lnTo>
                  <a:lnTo>
                    <a:pt x="41" y="168"/>
                  </a:lnTo>
                  <a:lnTo>
                    <a:pt x="41" y="168"/>
                  </a:lnTo>
                  <a:lnTo>
                    <a:pt x="39" y="169"/>
                  </a:lnTo>
                  <a:lnTo>
                    <a:pt x="39" y="169"/>
                  </a:lnTo>
                  <a:lnTo>
                    <a:pt x="39" y="169"/>
                  </a:lnTo>
                  <a:lnTo>
                    <a:pt x="39" y="170"/>
                  </a:lnTo>
                  <a:lnTo>
                    <a:pt x="39" y="171"/>
                  </a:lnTo>
                  <a:lnTo>
                    <a:pt x="39" y="171"/>
                  </a:lnTo>
                  <a:lnTo>
                    <a:pt x="39" y="172"/>
                  </a:lnTo>
                  <a:lnTo>
                    <a:pt x="41" y="172"/>
                  </a:lnTo>
                  <a:lnTo>
                    <a:pt x="43" y="171"/>
                  </a:lnTo>
                  <a:lnTo>
                    <a:pt x="44" y="170"/>
                  </a:lnTo>
                  <a:lnTo>
                    <a:pt x="44" y="169"/>
                  </a:lnTo>
                  <a:lnTo>
                    <a:pt x="44" y="166"/>
                  </a:lnTo>
                  <a:lnTo>
                    <a:pt x="44" y="165"/>
                  </a:lnTo>
                  <a:lnTo>
                    <a:pt x="45" y="164"/>
                  </a:lnTo>
                  <a:lnTo>
                    <a:pt x="46" y="165"/>
                  </a:lnTo>
                  <a:lnTo>
                    <a:pt x="47" y="165"/>
                  </a:lnTo>
                  <a:lnTo>
                    <a:pt x="49" y="166"/>
                  </a:lnTo>
                  <a:lnTo>
                    <a:pt x="50" y="165"/>
                  </a:lnTo>
                  <a:lnTo>
                    <a:pt x="50" y="164"/>
                  </a:lnTo>
                  <a:lnTo>
                    <a:pt x="49" y="163"/>
                  </a:lnTo>
                  <a:lnTo>
                    <a:pt x="47" y="162"/>
                  </a:lnTo>
                  <a:lnTo>
                    <a:pt x="47" y="158"/>
                  </a:lnTo>
                  <a:lnTo>
                    <a:pt x="47" y="157"/>
                  </a:lnTo>
                  <a:lnTo>
                    <a:pt x="46" y="156"/>
                  </a:lnTo>
                  <a:lnTo>
                    <a:pt x="46" y="156"/>
                  </a:lnTo>
                  <a:lnTo>
                    <a:pt x="45" y="156"/>
                  </a:lnTo>
                  <a:lnTo>
                    <a:pt x="45" y="155"/>
                  </a:lnTo>
                  <a:lnTo>
                    <a:pt x="44" y="155"/>
                  </a:lnTo>
                  <a:lnTo>
                    <a:pt x="44" y="154"/>
                  </a:lnTo>
                  <a:lnTo>
                    <a:pt x="44" y="154"/>
                  </a:lnTo>
                  <a:lnTo>
                    <a:pt x="44" y="154"/>
                  </a:lnTo>
                  <a:lnTo>
                    <a:pt x="47" y="151"/>
                  </a:lnTo>
                  <a:lnTo>
                    <a:pt x="47" y="150"/>
                  </a:lnTo>
                  <a:lnTo>
                    <a:pt x="47" y="148"/>
                  </a:lnTo>
                  <a:lnTo>
                    <a:pt x="47" y="145"/>
                  </a:lnTo>
                  <a:lnTo>
                    <a:pt x="46" y="144"/>
                  </a:lnTo>
                  <a:lnTo>
                    <a:pt x="47" y="143"/>
                  </a:lnTo>
                  <a:lnTo>
                    <a:pt x="50" y="138"/>
                  </a:lnTo>
                  <a:lnTo>
                    <a:pt x="51" y="135"/>
                  </a:lnTo>
                  <a:lnTo>
                    <a:pt x="52" y="134"/>
                  </a:lnTo>
                  <a:lnTo>
                    <a:pt x="53" y="134"/>
                  </a:lnTo>
                  <a:lnTo>
                    <a:pt x="54" y="133"/>
                  </a:lnTo>
                  <a:lnTo>
                    <a:pt x="56" y="134"/>
                  </a:lnTo>
                  <a:lnTo>
                    <a:pt x="56" y="133"/>
                  </a:lnTo>
                  <a:lnTo>
                    <a:pt x="57" y="133"/>
                  </a:lnTo>
                  <a:lnTo>
                    <a:pt x="57" y="133"/>
                  </a:lnTo>
                  <a:lnTo>
                    <a:pt x="58" y="134"/>
                  </a:lnTo>
                  <a:lnTo>
                    <a:pt x="58" y="133"/>
                  </a:lnTo>
                  <a:lnTo>
                    <a:pt x="58" y="129"/>
                  </a:lnTo>
                  <a:lnTo>
                    <a:pt x="58" y="127"/>
                  </a:lnTo>
                  <a:lnTo>
                    <a:pt x="63" y="121"/>
                  </a:lnTo>
                  <a:lnTo>
                    <a:pt x="64" y="121"/>
                  </a:lnTo>
                  <a:lnTo>
                    <a:pt x="67" y="120"/>
                  </a:lnTo>
                  <a:lnTo>
                    <a:pt x="67" y="121"/>
                  </a:lnTo>
                  <a:lnTo>
                    <a:pt x="68" y="122"/>
                  </a:lnTo>
                  <a:lnTo>
                    <a:pt x="70" y="123"/>
                  </a:lnTo>
                  <a:lnTo>
                    <a:pt x="71" y="125"/>
                  </a:lnTo>
                  <a:lnTo>
                    <a:pt x="73" y="123"/>
                  </a:lnTo>
                  <a:lnTo>
                    <a:pt x="74" y="121"/>
                  </a:lnTo>
                  <a:lnTo>
                    <a:pt x="77" y="120"/>
                  </a:lnTo>
                  <a:lnTo>
                    <a:pt x="78" y="120"/>
                  </a:lnTo>
                  <a:lnTo>
                    <a:pt x="79" y="120"/>
                  </a:lnTo>
                  <a:lnTo>
                    <a:pt x="80" y="119"/>
                  </a:lnTo>
                  <a:lnTo>
                    <a:pt x="81" y="118"/>
                  </a:lnTo>
                  <a:lnTo>
                    <a:pt x="82" y="115"/>
                  </a:lnTo>
                  <a:lnTo>
                    <a:pt x="83" y="114"/>
                  </a:lnTo>
                  <a:lnTo>
                    <a:pt x="86" y="113"/>
                  </a:lnTo>
                  <a:lnTo>
                    <a:pt x="87" y="111"/>
                  </a:lnTo>
                  <a:lnTo>
                    <a:pt x="88" y="108"/>
                  </a:lnTo>
                  <a:lnTo>
                    <a:pt x="90" y="105"/>
                  </a:lnTo>
                  <a:lnTo>
                    <a:pt x="96" y="98"/>
                  </a:lnTo>
                  <a:lnTo>
                    <a:pt x="101" y="94"/>
                  </a:lnTo>
                  <a:lnTo>
                    <a:pt x="101" y="93"/>
                  </a:lnTo>
                  <a:lnTo>
                    <a:pt x="101" y="91"/>
                  </a:lnTo>
                  <a:lnTo>
                    <a:pt x="101" y="90"/>
                  </a:lnTo>
                  <a:lnTo>
                    <a:pt x="101" y="90"/>
                  </a:lnTo>
                  <a:lnTo>
                    <a:pt x="101" y="88"/>
                  </a:lnTo>
                  <a:lnTo>
                    <a:pt x="101" y="88"/>
                  </a:lnTo>
                  <a:lnTo>
                    <a:pt x="102" y="87"/>
                  </a:lnTo>
                  <a:lnTo>
                    <a:pt x="102" y="85"/>
                  </a:lnTo>
                  <a:lnTo>
                    <a:pt x="102" y="84"/>
                  </a:lnTo>
                  <a:lnTo>
                    <a:pt x="101" y="84"/>
                  </a:lnTo>
                  <a:lnTo>
                    <a:pt x="100" y="83"/>
                  </a:lnTo>
                  <a:lnTo>
                    <a:pt x="99" y="81"/>
                  </a:lnTo>
                  <a:lnTo>
                    <a:pt x="100" y="80"/>
                  </a:lnTo>
                  <a:lnTo>
                    <a:pt x="101" y="79"/>
                  </a:lnTo>
                  <a:lnTo>
                    <a:pt x="101" y="78"/>
                  </a:lnTo>
                  <a:lnTo>
                    <a:pt x="101" y="77"/>
                  </a:lnTo>
                  <a:lnTo>
                    <a:pt x="101" y="76"/>
                  </a:lnTo>
                  <a:lnTo>
                    <a:pt x="101" y="75"/>
                  </a:lnTo>
                  <a:lnTo>
                    <a:pt x="102" y="73"/>
                  </a:lnTo>
                  <a:lnTo>
                    <a:pt x="103" y="72"/>
                  </a:lnTo>
                  <a:lnTo>
                    <a:pt x="103" y="71"/>
                  </a:lnTo>
                  <a:lnTo>
                    <a:pt x="102" y="70"/>
                  </a:lnTo>
                  <a:lnTo>
                    <a:pt x="102" y="70"/>
                  </a:lnTo>
                  <a:lnTo>
                    <a:pt x="101" y="69"/>
                  </a:lnTo>
                  <a:lnTo>
                    <a:pt x="102" y="68"/>
                  </a:lnTo>
                  <a:lnTo>
                    <a:pt x="102" y="68"/>
                  </a:lnTo>
                  <a:lnTo>
                    <a:pt x="103" y="68"/>
                  </a:lnTo>
                  <a:lnTo>
                    <a:pt x="104" y="68"/>
                  </a:lnTo>
                  <a:lnTo>
                    <a:pt x="104" y="66"/>
                  </a:lnTo>
                  <a:lnTo>
                    <a:pt x="104" y="65"/>
                  </a:lnTo>
                  <a:lnTo>
                    <a:pt x="103" y="65"/>
                  </a:lnTo>
                  <a:lnTo>
                    <a:pt x="103" y="64"/>
                  </a:lnTo>
                  <a:lnTo>
                    <a:pt x="103" y="63"/>
                  </a:lnTo>
                  <a:lnTo>
                    <a:pt x="104" y="62"/>
                  </a:lnTo>
                  <a:lnTo>
                    <a:pt x="104" y="61"/>
                  </a:lnTo>
                  <a:lnTo>
                    <a:pt x="104" y="58"/>
                  </a:lnTo>
                  <a:lnTo>
                    <a:pt x="103" y="55"/>
                  </a:lnTo>
                  <a:lnTo>
                    <a:pt x="103" y="52"/>
                  </a:lnTo>
                  <a:lnTo>
                    <a:pt x="104" y="50"/>
                  </a:lnTo>
                  <a:lnTo>
                    <a:pt x="106" y="47"/>
                  </a:lnTo>
                  <a:lnTo>
                    <a:pt x="106" y="45"/>
                  </a:lnTo>
                  <a:lnTo>
                    <a:pt x="106" y="42"/>
                  </a:lnTo>
                  <a:lnTo>
                    <a:pt x="106" y="40"/>
                  </a:lnTo>
                  <a:lnTo>
                    <a:pt x="107" y="36"/>
                  </a:lnTo>
                  <a:lnTo>
                    <a:pt x="107" y="36"/>
                  </a:lnTo>
                  <a:lnTo>
                    <a:pt x="109" y="34"/>
                  </a:lnTo>
                  <a:lnTo>
                    <a:pt x="109" y="34"/>
                  </a:lnTo>
                  <a:lnTo>
                    <a:pt x="109" y="30"/>
                  </a:lnTo>
                  <a:lnTo>
                    <a:pt x="109" y="30"/>
                  </a:lnTo>
                  <a:lnTo>
                    <a:pt x="109" y="29"/>
                  </a:lnTo>
                  <a:lnTo>
                    <a:pt x="108" y="27"/>
                  </a:lnTo>
                  <a:lnTo>
                    <a:pt x="108" y="27"/>
                  </a:lnTo>
                  <a:lnTo>
                    <a:pt x="108" y="26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7" y="25"/>
                  </a:lnTo>
                  <a:lnTo>
                    <a:pt x="107" y="25"/>
                  </a:lnTo>
                  <a:lnTo>
                    <a:pt x="106" y="22"/>
                  </a:lnTo>
                  <a:lnTo>
                    <a:pt x="107" y="19"/>
                  </a:lnTo>
                  <a:lnTo>
                    <a:pt x="107" y="16"/>
                  </a:lnTo>
                  <a:lnTo>
                    <a:pt x="107" y="15"/>
                  </a:lnTo>
                  <a:lnTo>
                    <a:pt x="106" y="14"/>
                  </a:lnTo>
                  <a:lnTo>
                    <a:pt x="103" y="12"/>
                  </a:lnTo>
                  <a:lnTo>
                    <a:pt x="101" y="9"/>
                  </a:lnTo>
                  <a:lnTo>
                    <a:pt x="100" y="7"/>
                  </a:lnTo>
                  <a:lnTo>
                    <a:pt x="100" y="6"/>
                  </a:lnTo>
                  <a:lnTo>
                    <a:pt x="101" y="5"/>
                  </a:lnTo>
                  <a:lnTo>
                    <a:pt x="103" y="4"/>
                  </a:lnTo>
                  <a:lnTo>
                    <a:pt x="104" y="4"/>
                  </a:lnTo>
                  <a:lnTo>
                    <a:pt x="106" y="4"/>
                  </a:lnTo>
                  <a:lnTo>
                    <a:pt x="109" y="1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2706688" y="1962150"/>
              <a:ext cx="314325" cy="315913"/>
            </a:xfrm>
            <a:custGeom>
              <a:avLst/>
              <a:gdLst>
                <a:gd name="T0" fmla="*/ 383 w 396"/>
                <a:gd name="T1" fmla="*/ 136 h 398"/>
                <a:gd name="T2" fmla="*/ 384 w 396"/>
                <a:gd name="T3" fmla="*/ 148 h 398"/>
                <a:gd name="T4" fmla="*/ 380 w 396"/>
                <a:gd name="T5" fmla="*/ 163 h 398"/>
                <a:gd name="T6" fmla="*/ 369 w 396"/>
                <a:gd name="T7" fmla="*/ 155 h 398"/>
                <a:gd name="T8" fmla="*/ 376 w 396"/>
                <a:gd name="T9" fmla="*/ 143 h 398"/>
                <a:gd name="T10" fmla="*/ 389 w 396"/>
                <a:gd name="T11" fmla="*/ 119 h 398"/>
                <a:gd name="T12" fmla="*/ 388 w 396"/>
                <a:gd name="T13" fmla="*/ 127 h 398"/>
                <a:gd name="T14" fmla="*/ 137 w 396"/>
                <a:gd name="T15" fmla="*/ 25 h 398"/>
                <a:gd name="T16" fmla="*/ 124 w 396"/>
                <a:gd name="T17" fmla="*/ 12 h 398"/>
                <a:gd name="T18" fmla="*/ 126 w 396"/>
                <a:gd name="T19" fmla="*/ 25 h 398"/>
                <a:gd name="T20" fmla="*/ 130 w 396"/>
                <a:gd name="T21" fmla="*/ 40 h 398"/>
                <a:gd name="T22" fmla="*/ 152 w 396"/>
                <a:gd name="T23" fmla="*/ 43 h 398"/>
                <a:gd name="T24" fmla="*/ 161 w 396"/>
                <a:gd name="T25" fmla="*/ 47 h 398"/>
                <a:gd name="T26" fmla="*/ 175 w 396"/>
                <a:gd name="T27" fmla="*/ 61 h 398"/>
                <a:gd name="T28" fmla="*/ 230 w 396"/>
                <a:gd name="T29" fmla="*/ 71 h 398"/>
                <a:gd name="T30" fmla="*/ 263 w 396"/>
                <a:gd name="T31" fmla="*/ 81 h 398"/>
                <a:gd name="T32" fmla="*/ 276 w 396"/>
                <a:gd name="T33" fmla="*/ 81 h 398"/>
                <a:gd name="T34" fmla="*/ 286 w 396"/>
                <a:gd name="T35" fmla="*/ 81 h 398"/>
                <a:gd name="T36" fmla="*/ 302 w 396"/>
                <a:gd name="T37" fmla="*/ 83 h 398"/>
                <a:gd name="T38" fmla="*/ 309 w 396"/>
                <a:gd name="T39" fmla="*/ 92 h 398"/>
                <a:gd name="T40" fmla="*/ 317 w 396"/>
                <a:gd name="T41" fmla="*/ 96 h 398"/>
                <a:gd name="T42" fmla="*/ 330 w 396"/>
                <a:gd name="T43" fmla="*/ 103 h 398"/>
                <a:gd name="T44" fmla="*/ 332 w 396"/>
                <a:gd name="T45" fmla="*/ 112 h 398"/>
                <a:gd name="T46" fmla="*/ 331 w 396"/>
                <a:gd name="T47" fmla="*/ 122 h 398"/>
                <a:gd name="T48" fmla="*/ 332 w 396"/>
                <a:gd name="T49" fmla="*/ 132 h 398"/>
                <a:gd name="T50" fmla="*/ 344 w 396"/>
                <a:gd name="T51" fmla="*/ 132 h 398"/>
                <a:gd name="T52" fmla="*/ 346 w 396"/>
                <a:gd name="T53" fmla="*/ 151 h 398"/>
                <a:gd name="T54" fmla="*/ 335 w 396"/>
                <a:gd name="T55" fmla="*/ 175 h 398"/>
                <a:gd name="T56" fmla="*/ 327 w 396"/>
                <a:gd name="T57" fmla="*/ 193 h 398"/>
                <a:gd name="T58" fmla="*/ 335 w 396"/>
                <a:gd name="T59" fmla="*/ 197 h 398"/>
                <a:gd name="T60" fmla="*/ 355 w 396"/>
                <a:gd name="T61" fmla="*/ 175 h 398"/>
                <a:gd name="T62" fmla="*/ 368 w 396"/>
                <a:gd name="T63" fmla="*/ 189 h 398"/>
                <a:gd name="T64" fmla="*/ 365 w 396"/>
                <a:gd name="T65" fmla="*/ 230 h 398"/>
                <a:gd name="T66" fmla="*/ 354 w 396"/>
                <a:gd name="T67" fmla="*/ 265 h 398"/>
                <a:gd name="T68" fmla="*/ 352 w 396"/>
                <a:gd name="T69" fmla="*/ 292 h 398"/>
                <a:gd name="T70" fmla="*/ 351 w 396"/>
                <a:gd name="T71" fmla="*/ 330 h 398"/>
                <a:gd name="T72" fmla="*/ 360 w 396"/>
                <a:gd name="T73" fmla="*/ 365 h 398"/>
                <a:gd name="T74" fmla="*/ 290 w 396"/>
                <a:gd name="T75" fmla="*/ 389 h 398"/>
                <a:gd name="T76" fmla="*/ 171 w 396"/>
                <a:gd name="T77" fmla="*/ 396 h 398"/>
                <a:gd name="T78" fmla="*/ 137 w 396"/>
                <a:gd name="T79" fmla="*/ 371 h 398"/>
                <a:gd name="T80" fmla="*/ 134 w 396"/>
                <a:gd name="T81" fmla="*/ 330 h 398"/>
                <a:gd name="T82" fmla="*/ 122 w 396"/>
                <a:gd name="T83" fmla="*/ 311 h 398"/>
                <a:gd name="T84" fmla="*/ 117 w 396"/>
                <a:gd name="T85" fmla="*/ 287 h 398"/>
                <a:gd name="T86" fmla="*/ 108 w 396"/>
                <a:gd name="T87" fmla="*/ 271 h 398"/>
                <a:gd name="T88" fmla="*/ 69 w 396"/>
                <a:gd name="T89" fmla="*/ 246 h 398"/>
                <a:gd name="T90" fmla="*/ 22 w 396"/>
                <a:gd name="T91" fmla="*/ 221 h 398"/>
                <a:gd name="T92" fmla="*/ 9 w 396"/>
                <a:gd name="T93" fmla="*/ 185 h 398"/>
                <a:gd name="T94" fmla="*/ 14 w 396"/>
                <a:gd name="T95" fmla="*/ 162 h 398"/>
                <a:gd name="T96" fmla="*/ 0 w 396"/>
                <a:gd name="T97" fmla="*/ 139 h 398"/>
                <a:gd name="T98" fmla="*/ 21 w 396"/>
                <a:gd name="T99" fmla="*/ 106 h 398"/>
                <a:gd name="T100" fmla="*/ 33 w 396"/>
                <a:gd name="T101" fmla="*/ 98 h 398"/>
                <a:gd name="T102" fmla="*/ 33 w 396"/>
                <a:gd name="T103" fmla="*/ 46 h 398"/>
                <a:gd name="T104" fmla="*/ 39 w 396"/>
                <a:gd name="T105" fmla="*/ 40 h 398"/>
                <a:gd name="T106" fmla="*/ 65 w 396"/>
                <a:gd name="T107" fmla="*/ 40 h 398"/>
                <a:gd name="T108" fmla="*/ 105 w 396"/>
                <a:gd name="T109" fmla="*/ 21 h 398"/>
                <a:gd name="T110" fmla="*/ 116 w 396"/>
                <a:gd name="T111" fmla="*/ 15 h 398"/>
                <a:gd name="T112" fmla="*/ 132 w 396"/>
                <a:gd name="T113" fmla="*/ 12 h 398"/>
                <a:gd name="T114" fmla="*/ 144 w 396"/>
                <a:gd name="T115" fmla="*/ 13 h 398"/>
                <a:gd name="T116" fmla="*/ 118 w 396"/>
                <a:gd name="T117" fmla="*/ 11 h 398"/>
                <a:gd name="T118" fmla="*/ 147 w 396"/>
                <a:gd name="T119" fmla="*/ 4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6" h="398">
                  <a:moveTo>
                    <a:pt x="382" y="131"/>
                  </a:moveTo>
                  <a:lnTo>
                    <a:pt x="383" y="132"/>
                  </a:lnTo>
                  <a:lnTo>
                    <a:pt x="384" y="132"/>
                  </a:lnTo>
                  <a:lnTo>
                    <a:pt x="385" y="132"/>
                  </a:lnTo>
                  <a:lnTo>
                    <a:pt x="388" y="132"/>
                  </a:lnTo>
                  <a:lnTo>
                    <a:pt x="388" y="132"/>
                  </a:lnTo>
                  <a:lnTo>
                    <a:pt x="388" y="133"/>
                  </a:lnTo>
                  <a:lnTo>
                    <a:pt x="388" y="133"/>
                  </a:lnTo>
                  <a:lnTo>
                    <a:pt x="388" y="134"/>
                  </a:lnTo>
                  <a:lnTo>
                    <a:pt x="388" y="135"/>
                  </a:lnTo>
                  <a:lnTo>
                    <a:pt x="389" y="135"/>
                  </a:lnTo>
                  <a:lnTo>
                    <a:pt x="388" y="137"/>
                  </a:lnTo>
                  <a:lnTo>
                    <a:pt x="385" y="136"/>
                  </a:lnTo>
                  <a:lnTo>
                    <a:pt x="384" y="136"/>
                  </a:lnTo>
                  <a:lnTo>
                    <a:pt x="383" y="136"/>
                  </a:lnTo>
                  <a:lnTo>
                    <a:pt x="384" y="136"/>
                  </a:lnTo>
                  <a:lnTo>
                    <a:pt x="384" y="137"/>
                  </a:lnTo>
                  <a:lnTo>
                    <a:pt x="384" y="137"/>
                  </a:lnTo>
                  <a:lnTo>
                    <a:pt x="384" y="141"/>
                  </a:lnTo>
                  <a:lnTo>
                    <a:pt x="384" y="141"/>
                  </a:lnTo>
                  <a:lnTo>
                    <a:pt x="384" y="142"/>
                  </a:lnTo>
                  <a:lnTo>
                    <a:pt x="385" y="143"/>
                  </a:lnTo>
                  <a:lnTo>
                    <a:pt x="385" y="144"/>
                  </a:lnTo>
                  <a:lnTo>
                    <a:pt x="383" y="143"/>
                  </a:lnTo>
                  <a:lnTo>
                    <a:pt x="383" y="143"/>
                  </a:lnTo>
                  <a:lnTo>
                    <a:pt x="382" y="144"/>
                  </a:lnTo>
                  <a:lnTo>
                    <a:pt x="383" y="146"/>
                  </a:lnTo>
                  <a:lnTo>
                    <a:pt x="385" y="147"/>
                  </a:lnTo>
                  <a:lnTo>
                    <a:pt x="385" y="148"/>
                  </a:lnTo>
                  <a:lnTo>
                    <a:pt x="384" y="148"/>
                  </a:lnTo>
                  <a:lnTo>
                    <a:pt x="384" y="148"/>
                  </a:lnTo>
                  <a:lnTo>
                    <a:pt x="384" y="149"/>
                  </a:lnTo>
                  <a:lnTo>
                    <a:pt x="383" y="149"/>
                  </a:lnTo>
                  <a:lnTo>
                    <a:pt x="383" y="150"/>
                  </a:lnTo>
                  <a:lnTo>
                    <a:pt x="383" y="151"/>
                  </a:lnTo>
                  <a:lnTo>
                    <a:pt x="383" y="151"/>
                  </a:lnTo>
                  <a:lnTo>
                    <a:pt x="383" y="151"/>
                  </a:lnTo>
                  <a:lnTo>
                    <a:pt x="382" y="151"/>
                  </a:lnTo>
                  <a:lnTo>
                    <a:pt x="382" y="151"/>
                  </a:lnTo>
                  <a:lnTo>
                    <a:pt x="381" y="151"/>
                  </a:lnTo>
                  <a:lnTo>
                    <a:pt x="381" y="153"/>
                  </a:lnTo>
                  <a:lnTo>
                    <a:pt x="381" y="155"/>
                  </a:lnTo>
                  <a:lnTo>
                    <a:pt x="377" y="160"/>
                  </a:lnTo>
                  <a:lnTo>
                    <a:pt x="377" y="162"/>
                  </a:lnTo>
                  <a:lnTo>
                    <a:pt x="380" y="163"/>
                  </a:lnTo>
                  <a:lnTo>
                    <a:pt x="378" y="164"/>
                  </a:lnTo>
                  <a:lnTo>
                    <a:pt x="377" y="165"/>
                  </a:lnTo>
                  <a:lnTo>
                    <a:pt x="376" y="165"/>
                  </a:lnTo>
                  <a:lnTo>
                    <a:pt x="376" y="167"/>
                  </a:lnTo>
                  <a:lnTo>
                    <a:pt x="376" y="168"/>
                  </a:lnTo>
                  <a:lnTo>
                    <a:pt x="376" y="169"/>
                  </a:lnTo>
                  <a:lnTo>
                    <a:pt x="373" y="174"/>
                  </a:lnTo>
                  <a:lnTo>
                    <a:pt x="373" y="175"/>
                  </a:lnTo>
                  <a:lnTo>
                    <a:pt x="369" y="175"/>
                  </a:lnTo>
                  <a:lnTo>
                    <a:pt x="367" y="174"/>
                  </a:lnTo>
                  <a:lnTo>
                    <a:pt x="365" y="170"/>
                  </a:lnTo>
                  <a:lnTo>
                    <a:pt x="365" y="167"/>
                  </a:lnTo>
                  <a:lnTo>
                    <a:pt x="365" y="163"/>
                  </a:lnTo>
                  <a:lnTo>
                    <a:pt x="366" y="160"/>
                  </a:lnTo>
                  <a:lnTo>
                    <a:pt x="369" y="155"/>
                  </a:lnTo>
                  <a:lnTo>
                    <a:pt x="369" y="155"/>
                  </a:lnTo>
                  <a:lnTo>
                    <a:pt x="370" y="155"/>
                  </a:lnTo>
                  <a:lnTo>
                    <a:pt x="370" y="155"/>
                  </a:lnTo>
                  <a:lnTo>
                    <a:pt x="370" y="154"/>
                  </a:lnTo>
                  <a:lnTo>
                    <a:pt x="370" y="153"/>
                  </a:lnTo>
                  <a:lnTo>
                    <a:pt x="370" y="153"/>
                  </a:lnTo>
                  <a:lnTo>
                    <a:pt x="370" y="151"/>
                  </a:lnTo>
                  <a:lnTo>
                    <a:pt x="371" y="150"/>
                  </a:lnTo>
                  <a:lnTo>
                    <a:pt x="371" y="148"/>
                  </a:lnTo>
                  <a:lnTo>
                    <a:pt x="371" y="146"/>
                  </a:lnTo>
                  <a:lnTo>
                    <a:pt x="371" y="144"/>
                  </a:lnTo>
                  <a:lnTo>
                    <a:pt x="373" y="143"/>
                  </a:lnTo>
                  <a:lnTo>
                    <a:pt x="374" y="143"/>
                  </a:lnTo>
                  <a:lnTo>
                    <a:pt x="375" y="143"/>
                  </a:lnTo>
                  <a:lnTo>
                    <a:pt x="376" y="143"/>
                  </a:lnTo>
                  <a:lnTo>
                    <a:pt x="376" y="143"/>
                  </a:lnTo>
                  <a:lnTo>
                    <a:pt x="376" y="142"/>
                  </a:lnTo>
                  <a:lnTo>
                    <a:pt x="378" y="141"/>
                  </a:lnTo>
                  <a:lnTo>
                    <a:pt x="380" y="140"/>
                  </a:lnTo>
                  <a:lnTo>
                    <a:pt x="380" y="139"/>
                  </a:lnTo>
                  <a:lnTo>
                    <a:pt x="380" y="135"/>
                  </a:lnTo>
                  <a:lnTo>
                    <a:pt x="380" y="134"/>
                  </a:lnTo>
                  <a:lnTo>
                    <a:pt x="381" y="134"/>
                  </a:lnTo>
                  <a:lnTo>
                    <a:pt x="381" y="134"/>
                  </a:lnTo>
                  <a:lnTo>
                    <a:pt x="382" y="134"/>
                  </a:lnTo>
                  <a:lnTo>
                    <a:pt x="382" y="133"/>
                  </a:lnTo>
                  <a:lnTo>
                    <a:pt x="382" y="132"/>
                  </a:lnTo>
                  <a:lnTo>
                    <a:pt x="382" y="132"/>
                  </a:lnTo>
                  <a:lnTo>
                    <a:pt x="382" y="131"/>
                  </a:lnTo>
                  <a:close/>
                  <a:moveTo>
                    <a:pt x="389" y="119"/>
                  </a:moveTo>
                  <a:lnTo>
                    <a:pt x="390" y="120"/>
                  </a:lnTo>
                  <a:lnTo>
                    <a:pt x="391" y="121"/>
                  </a:lnTo>
                  <a:lnTo>
                    <a:pt x="392" y="120"/>
                  </a:lnTo>
                  <a:lnTo>
                    <a:pt x="394" y="120"/>
                  </a:lnTo>
                  <a:lnTo>
                    <a:pt x="395" y="120"/>
                  </a:lnTo>
                  <a:lnTo>
                    <a:pt x="395" y="121"/>
                  </a:lnTo>
                  <a:lnTo>
                    <a:pt x="396" y="122"/>
                  </a:lnTo>
                  <a:lnTo>
                    <a:pt x="395" y="124"/>
                  </a:lnTo>
                  <a:lnTo>
                    <a:pt x="395" y="125"/>
                  </a:lnTo>
                  <a:lnTo>
                    <a:pt x="395" y="126"/>
                  </a:lnTo>
                  <a:lnTo>
                    <a:pt x="395" y="126"/>
                  </a:lnTo>
                  <a:lnTo>
                    <a:pt x="391" y="126"/>
                  </a:lnTo>
                  <a:lnTo>
                    <a:pt x="389" y="127"/>
                  </a:lnTo>
                  <a:lnTo>
                    <a:pt x="389" y="127"/>
                  </a:lnTo>
                  <a:lnTo>
                    <a:pt x="388" y="127"/>
                  </a:lnTo>
                  <a:lnTo>
                    <a:pt x="389" y="126"/>
                  </a:lnTo>
                  <a:lnTo>
                    <a:pt x="389" y="125"/>
                  </a:lnTo>
                  <a:lnTo>
                    <a:pt x="389" y="122"/>
                  </a:lnTo>
                  <a:lnTo>
                    <a:pt x="389" y="121"/>
                  </a:lnTo>
                  <a:lnTo>
                    <a:pt x="389" y="120"/>
                  </a:lnTo>
                  <a:lnTo>
                    <a:pt x="389" y="119"/>
                  </a:lnTo>
                  <a:close/>
                  <a:moveTo>
                    <a:pt x="140" y="19"/>
                  </a:moveTo>
                  <a:lnTo>
                    <a:pt x="141" y="20"/>
                  </a:lnTo>
                  <a:lnTo>
                    <a:pt x="141" y="21"/>
                  </a:lnTo>
                  <a:lnTo>
                    <a:pt x="140" y="21"/>
                  </a:lnTo>
                  <a:lnTo>
                    <a:pt x="139" y="22"/>
                  </a:lnTo>
                  <a:lnTo>
                    <a:pt x="137" y="22"/>
                  </a:lnTo>
                  <a:lnTo>
                    <a:pt x="136" y="24"/>
                  </a:lnTo>
                  <a:lnTo>
                    <a:pt x="136" y="25"/>
                  </a:lnTo>
                  <a:lnTo>
                    <a:pt x="137" y="25"/>
                  </a:lnTo>
                  <a:lnTo>
                    <a:pt x="136" y="27"/>
                  </a:lnTo>
                  <a:lnTo>
                    <a:pt x="132" y="28"/>
                  </a:lnTo>
                  <a:lnTo>
                    <a:pt x="130" y="29"/>
                  </a:lnTo>
                  <a:lnTo>
                    <a:pt x="129" y="29"/>
                  </a:lnTo>
                  <a:lnTo>
                    <a:pt x="129" y="28"/>
                  </a:lnTo>
                  <a:lnTo>
                    <a:pt x="130" y="26"/>
                  </a:lnTo>
                  <a:lnTo>
                    <a:pt x="134" y="24"/>
                  </a:lnTo>
                  <a:lnTo>
                    <a:pt x="134" y="22"/>
                  </a:lnTo>
                  <a:lnTo>
                    <a:pt x="136" y="21"/>
                  </a:lnTo>
                  <a:lnTo>
                    <a:pt x="139" y="19"/>
                  </a:lnTo>
                  <a:lnTo>
                    <a:pt x="140" y="19"/>
                  </a:lnTo>
                  <a:close/>
                  <a:moveTo>
                    <a:pt x="122" y="12"/>
                  </a:moveTo>
                  <a:lnTo>
                    <a:pt x="123" y="12"/>
                  </a:lnTo>
                  <a:lnTo>
                    <a:pt x="124" y="12"/>
                  </a:lnTo>
                  <a:lnTo>
                    <a:pt x="124" y="12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25" y="14"/>
                  </a:lnTo>
                  <a:lnTo>
                    <a:pt x="125" y="14"/>
                  </a:lnTo>
                  <a:lnTo>
                    <a:pt x="128" y="14"/>
                  </a:lnTo>
                  <a:lnTo>
                    <a:pt x="128" y="14"/>
                  </a:lnTo>
                  <a:lnTo>
                    <a:pt x="129" y="15"/>
                  </a:lnTo>
                  <a:lnTo>
                    <a:pt x="129" y="17"/>
                  </a:lnTo>
                  <a:lnTo>
                    <a:pt x="130" y="17"/>
                  </a:lnTo>
                  <a:lnTo>
                    <a:pt x="130" y="18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9" y="20"/>
                  </a:lnTo>
                  <a:lnTo>
                    <a:pt x="128" y="21"/>
                  </a:lnTo>
                  <a:lnTo>
                    <a:pt x="126" y="25"/>
                  </a:lnTo>
                  <a:lnTo>
                    <a:pt x="125" y="26"/>
                  </a:lnTo>
                  <a:lnTo>
                    <a:pt x="124" y="27"/>
                  </a:lnTo>
                  <a:lnTo>
                    <a:pt x="124" y="28"/>
                  </a:lnTo>
                  <a:lnTo>
                    <a:pt x="124" y="31"/>
                  </a:lnTo>
                  <a:lnTo>
                    <a:pt x="124" y="32"/>
                  </a:lnTo>
                  <a:lnTo>
                    <a:pt x="124" y="33"/>
                  </a:lnTo>
                  <a:lnTo>
                    <a:pt x="124" y="33"/>
                  </a:lnTo>
                  <a:lnTo>
                    <a:pt x="125" y="34"/>
                  </a:lnTo>
                  <a:lnTo>
                    <a:pt x="125" y="35"/>
                  </a:lnTo>
                  <a:lnTo>
                    <a:pt x="121" y="40"/>
                  </a:lnTo>
                  <a:lnTo>
                    <a:pt x="121" y="42"/>
                  </a:lnTo>
                  <a:lnTo>
                    <a:pt x="119" y="43"/>
                  </a:lnTo>
                  <a:lnTo>
                    <a:pt x="121" y="44"/>
                  </a:lnTo>
                  <a:lnTo>
                    <a:pt x="123" y="43"/>
                  </a:lnTo>
                  <a:lnTo>
                    <a:pt x="130" y="40"/>
                  </a:lnTo>
                  <a:lnTo>
                    <a:pt x="132" y="39"/>
                  </a:lnTo>
                  <a:lnTo>
                    <a:pt x="133" y="38"/>
                  </a:lnTo>
                  <a:lnTo>
                    <a:pt x="131" y="38"/>
                  </a:lnTo>
                  <a:lnTo>
                    <a:pt x="131" y="36"/>
                  </a:lnTo>
                  <a:lnTo>
                    <a:pt x="131" y="3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3" y="36"/>
                  </a:lnTo>
                  <a:lnTo>
                    <a:pt x="132" y="35"/>
                  </a:lnTo>
                  <a:lnTo>
                    <a:pt x="131" y="34"/>
                  </a:lnTo>
                  <a:lnTo>
                    <a:pt x="133" y="35"/>
                  </a:lnTo>
                  <a:lnTo>
                    <a:pt x="138" y="39"/>
                  </a:lnTo>
                  <a:lnTo>
                    <a:pt x="144" y="42"/>
                  </a:lnTo>
                  <a:lnTo>
                    <a:pt x="148" y="42"/>
                  </a:lnTo>
                  <a:lnTo>
                    <a:pt x="152" y="43"/>
                  </a:lnTo>
                  <a:lnTo>
                    <a:pt x="153" y="43"/>
                  </a:lnTo>
                  <a:lnTo>
                    <a:pt x="154" y="42"/>
                  </a:lnTo>
                  <a:lnTo>
                    <a:pt x="154" y="43"/>
                  </a:lnTo>
                  <a:lnTo>
                    <a:pt x="155" y="44"/>
                  </a:lnTo>
                  <a:lnTo>
                    <a:pt x="155" y="46"/>
                  </a:lnTo>
                  <a:lnTo>
                    <a:pt x="155" y="46"/>
                  </a:lnTo>
                  <a:lnTo>
                    <a:pt x="157" y="46"/>
                  </a:lnTo>
                  <a:lnTo>
                    <a:pt x="157" y="46"/>
                  </a:lnTo>
                  <a:lnTo>
                    <a:pt x="158" y="46"/>
                  </a:lnTo>
                  <a:lnTo>
                    <a:pt x="158" y="46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60" y="44"/>
                  </a:lnTo>
                  <a:lnTo>
                    <a:pt x="160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4" y="47"/>
                  </a:lnTo>
                  <a:lnTo>
                    <a:pt x="164" y="48"/>
                  </a:lnTo>
                  <a:lnTo>
                    <a:pt x="165" y="48"/>
                  </a:lnTo>
                  <a:lnTo>
                    <a:pt x="166" y="48"/>
                  </a:lnTo>
                  <a:lnTo>
                    <a:pt x="166" y="48"/>
                  </a:lnTo>
                  <a:lnTo>
                    <a:pt x="167" y="48"/>
                  </a:lnTo>
                  <a:lnTo>
                    <a:pt x="168" y="49"/>
                  </a:lnTo>
                  <a:lnTo>
                    <a:pt x="168" y="50"/>
                  </a:lnTo>
                  <a:lnTo>
                    <a:pt x="169" y="51"/>
                  </a:lnTo>
                  <a:lnTo>
                    <a:pt x="171" y="54"/>
                  </a:lnTo>
                  <a:lnTo>
                    <a:pt x="173" y="57"/>
                  </a:lnTo>
                  <a:lnTo>
                    <a:pt x="174" y="60"/>
                  </a:lnTo>
                  <a:lnTo>
                    <a:pt x="175" y="61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7" y="62"/>
                  </a:lnTo>
                  <a:lnTo>
                    <a:pt x="177" y="63"/>
                  </a:lnTo>
                  <a:lnTo>
                    <a:pt x="180" y="63"/>
                  </a:lnTo>
                  <a:lnTo>
                    <a:pt x="183" y="63"/>
                  </a:lnTo>
                  <a:lnTo>
                    <a:pt x="187" y="64"/>
                  </a:lnTo>
                  <a:lnTo>
                    <a:pt x="191" y="64"/>
                  </a:lnTo>
                  <a:lnTo>
                    <a:pt x="197" y="65"/>
                  </a:lnTo>
                  <a:lnTo>
                    <a:pt x="202" y="67"/>
                  </a:lnTo>
                  <a:lnTo>
                    <a:pt x="208" y="68"/>
                  </a:lnTo>
                  <a:lnTo>
                    <a:pt x="213" y="68"/>
                  </a:lnTo>
                  <a:lnTo>
                    <a:pt x="219" y="69"/>
                  </a:lnTo>
                  <a:lnTo>
                    <a:pt x="225" y="70"/>
                  </a:lnTo>
                  <a:lnTo>
                    <a:pt x="230" y="71"/>
                  </a:lnTo>
                  <a:lnTo>
                    <a:pt x="233" y="71"/>
                  </a:lnTo>
                  <a:lnTo>
                    <a:pt x="237" y="72"/>
                  </a:lnTo>
                  <a:lnTo>
                    <a:pt x="238" y="72"/>
                  </a:lnTo>
                  <a:lnTo>
                    <a:pt x="239" y="72"/>
                  </a:lnTo>
                  <a:lnTo>
                    <a:pt x="241" y="72"/>
                  </a:lnTo>
                  <a:lnTo>
                    <a:pt x="243" y="74"/>
                  </a:lnTo>
                  <a:lnTo>
                    <a:pt x="247" y="75"/>
                  </a:lnTo>
                  <a:lnTo>
                    <a:pt x="251" y="77"/>
                  </a:lnTo>
                  <a:lnTo>
                    <a:pt x="255" y="78"/>
                  </a:lnTo>
                  <a:lnTo>
                    <a:pt x="259" y="79"/>
                  </a:lnTo>
                  <a:lnTo>
                    <a:pt x="260" y="81"/>
                  </a:lnTo>
                  <a:lnTo>
                    <a:pt x="261" y="81"/>
                  </a:lnTo>
                  <a:lnTo>
                    <a:pt x="262" y="81"/>
                  </a:lnTo>
                  <a:lnTo>
                    <a:pt x="262" y="81"/>
                  </a:lnTo>
                  <a:lnTo>
                    <a:pt x="263" y="81"/>
                  </a:lnTo>
                  <a:lnTo>
                    <a:pt x="263" y="81"/>
                  </a:lnTo>
                  <a:lnTo>
                    <a:pt x="265" y="81"/>
                  </a:lnTo>
                  <a:lnTo>
                    <a:pt x="265" y="81"/>
                  </a:lnTo>
                  <a:lnTo>
                    <a:pt x="266" y="81"/>
                  </a:lnTo>
                  <a:lnTo>
                    <a:pt x="267" y="81"/>
                  </a:lnTo>
                  <a:lnTo>
                    <a:pt x="267" y="79"/>
                  </a:lnTo>
                  <a:lnTo>
                    <a:pt x="268" y="79"/>
                  </a:lnTo>
                  <a:lnTo>
                    <a:pt x="268" y="81"/>
                  </a:lnTo>
                  <a:lnTo>
                    <a:pt x="269" y="81"/>
                  </a:lnTo>
                  <a:lnTo>
                    <a:pt x="272" y="81"/>
                  </a:lnTo>
                  <a:lnTo>
                    <a:pt x="274" y="82"/>
                  </a:lnTo>
                  <a:lnTo>
                    <a:pt x="274" y="82"/>
                  </a:lnTo>
                  <a:lnTo>
                    <a:pt x="275" y="82"/>
                  </a:lnTo>
                  <a:lnTo>
                    <a:pt x="276" y="81"/>
                  </a:lnTo>
                  <a:lnTo>
                    <a:pt x="276" y="81"/>
                  </a:lnTo>
                  <a:lnTo>
                    <a:pt x="277" y="81"/>
                  </a:lnTo>
                  <a:lnTo>
                    <a:pt x="277" y="81"/>
                  </a:lnTo>
                  <a:lnTo>
                    <a:pt x="277" y="81"/>
                  </a:lnTo>
                  <a:lnTo>
                    <a:pt x="279" y="81"/>
                  </a:lnTo>
                  <a:lnTo>
                    <a:pt x="279" y="79"/>
                  </a:lnTo>
                  <a:lnTo>
                    <a:pt x="280" y="79"/>
                  </a:lnTo>
                  <a:lnTo>
                    <a:pt x="280" y="79"/>
                  </a:lnTo>
                  <a:lnTo>
                    <a:pt x="281" y="79"/>
                  </a:lnTo>
                  <a:lnTo>
                    <a:pt x="281" y="79"/>
                  </a:lnTo>
                  <a:lnTo>
                    <a:pt x="282" y="79"/>
                  </a:lnTo>
                  <a:lnTo>
                    <a:pt x="283" y="81"/>
                  </a:lnTo>
                  <a:lnTo>
                    <a:pt x="283" y="81"/>
                  </a:lnTo>
                  <a:lnTo>
                    <a:pt x="284" y="81"/>
                  </a:lnTo>
                  <a:lnTo>
                    <a:pt x="284" y="81"/>
                  </a:lnTo>
                  <a:lnTo>
                    <a:pt x="286" y="81"/>
                  </a:lnTo>
                  <a:lnTo>
                    <a:pt x="286" y="81"/>
                  </a:lnTo>
                  <a:lnTo>
                    <a:pt x="288" y="82"/>
                  </a:lnTo>
                  <a:lnTo>
                    <a:pt x="289" y="82"/>
                  </a:lnTo>
                  <a:lnTo>
                    <a:pt x="290" y="81"/>
                  </a:lnTo>
                  <a:lnTo>
                    <a:pt x="291" y="81"/>
                  </a:lnTo>
                  <a:lnTo>
                    <a:pt x="291" y="81"/>
                  </a:lnTo>
                  <a:lnTo>
                    <a:pt x="294" y="82"/>
                  </a:lnTo>
                  <a:lnTo>
                    <a:pt x="294" y="82"/>
                  </a:lnTo>
                  <a:lnTo>
                    <a:pt x="295" y="83"/>
                  </a:lnTo>
                  <a:lnTo>
                    <a:pt x="297" y="82"/>
                  </a:lnTo>
                  <a:lnTo>
                    <a:pt x="298" y="82"/>
                  </a:lnTo>
                  <a:lnTo>
                    <a:pt x="298" y="82"/>
                  </a:lnTo>
                  <a:lnTo>
                    <a:pt x="299" y="83"/>
                  </a:lnTo>
                  <a:lnTo>
                    <a:pt x="301" y="83"/>
                  </a:lnTo>
                  <a:lnTo>
                    <a:pt x="302" y="83"/>
                  </a:lnTo>
                  <a:lnTo>
                    <a:pt x="302" y="83"/>
                  </a:lnTo>
                  <a:lnTo>
                    <a:pt x="303" y="83"/>
                  </a:lnTo>
                  <a:lnTo>
                    <a:pt x="303" y="83"/>
                  </a:lnTo>
                  <a:lnTo>
                    <a:pt x="304" y="83"/>
                  </a:lnTo>
                  <a:lnTo>
                    <a:pt x="305" y="84"/>
                  </a:lnTo>
                  <a:lnTo>
                    <a:pt x="306" y="84"/>
                  </a:lnTo>
                  <a:lnTo>
                    <a:pt x="308" y="84"/>
                  </a:lnTo>
                  <a:lnTo>
                    <a:pt x="308" y="85"/>
                  </a:lnTo>
                  <a:lnTo>
                    <a:pt x="309" y="85"/>
                  </a:lnTo>
                  <a:lnTo>
                    <a:pt x="310" y="89"/>
                  </a:lnTo>
                  <a:lnTo>
                    <a:pt x="311" y="89"/>
                  </a:lnTo>
                  <a:lnTo>
                    <a:pt x="311" y="90"/>
                  </a:lnTo>
                  <a:lnTo>
                    <a:pt x="310" y="90"/>
                  </a:lnTo>
                  <a:lnTo>
                    <a:pt x="310" y="91"/>
                  </a:lnTo>
                  <a:lnTo>
                    <a:pt x="309" y="92"/>
                  </a:lnTo>
                  <a:lnTo>
                    <a:pt x="309" y="93"/>
                  </a:lnTo>
                  <a:lnTo>
                    <a:pt x="309" y="93"/>
                  </a:lnTo>
                  <a:lnTo>
                    <a:pt x="309" y="94"/>
                  </a:lnTo>
                  <a:lnTo>
                    <a:pt x="309" y="94"/>
                  </a:lnTo>
                  <a:lnTo>
                    <a:pt x="310" y="96"/>
                  </a:lnTo>
                  <a:lnTo>
                    <a:pt x="310" y="96"/>
                  </a:lnTo>
                  <a:lnTo>
                    <a:pt x="311" y="97"/>
                  </a:lnTo>
                  <a:lnTo>
                    <a:pt x="312" y="97"/>
                  </a:lnTo>
                  <a:lnTo>
                    <a:pt x="313" y="97"/>
                  </a:lnTo>
                  <a:lnTo>
                    <a:pt x="313" y="97"/>
                  </a:lnTo>
                  <a:lnTo>
                    <a:pt x="315" y="97"/>
                  </a:lnTo>
                  <a:lnTo>
                    <a:pt x="316" y="96"/>
                  </a:lnTo>
                  <a:lnTo>
                    <a:pt x="317" y="96"/>
                  </a:lnTo>
                  <a:lnTo>
                    <a:pt x="317" y="96"/>
                  </a:lnTo>
                  <a:lnTo>
                    <a:pt x="317" y="96"/>
                  </a:lnTo>
                  <a:lnTo>
                    <a:pt x="318" y="97"/>
                  </a:lnTo>
                  <a:lnTo>
                    <a:pt x="318" y="97"/>
                  </a:lnTo>
                  <a:lnTo>
                    <a:pt x="319" y="98"/>
                  </a:lnTo>
                  <a:lnTo>
                    <a:pt x="319" y="98"/>
                  </a:lnTo>
                  <a:lnTo>
                    <a:pt x="320" y="98"/>
                  </a:lnTo>
                  <a:lnTo>
                    <a:pt x="323" y="98"/>
                  </a:lnTo>
                  <a:lnTo>
                    <a:pt x="324" y="98"/>
                  </a:lnTo>
                  <a:lnTo>
                    <a:pt x="324" y="98"/>
                  </a:lnTo>
                  <a:lnTo>
                    <a:pt x="325" y="98"/>
                  </a:lnTo>
                  <a:lnTo>
                    <a:pt x="325" y="99"/>
                  </a:lnTo>
                  <a:lnTo>
                    <a:pt x="326" y="99"/>
                  </a:lnTo>
                  <a:lnTo>
                    <a:pt x="326" y="100"/>
                  </a:lnTo>
                  <a:lnTo>
                    <a:pt x="327" y="100"/>
                  </a:lnTo>
                  <a:lnTo>
                    <a:pt x="329" y="101"/>
                  </a:lnTo>
                  <a:lnTo>
                    <a:pt x="330" y="103"/>
                  </a:lnTo>
                  <a:lnTo>
                    <a:pt x="331" y="103"/>
                  </a:lnTo>
                  <a:lnTo>
                    <a:pt x="331" y="104"/>
                  </a:lnTo>
                  <a:lnTo>
                    <a:pt x="331" y="104"/>
                  </a:lnTo>
                  <a:lnTo>
                    <a:pt x="331" y="104"/>
                  </a:lnTo>
                  <a:lnTo>
                    <a:pt x="331" y="105"/>
                  </a:lnTo>
                  <a:lnTo>
                    <a:pt x="331" y="105"/>
                  </a:lnTo>
                  <a:lnTo>
                    <a:pt x="330" y="105"/>
                  </a:lnTo>
                  <a:lnTo>
                    <a:pt x="330" y="106"/>
                  </a:lnTo>
                  <a:lnTo>
                    <a:pt x="330" y="106"/>
                  </a:lnTo>
                  <a:lnTo>
                    <a:pt x="331" y="107"/>
                  </a:lnTo>
                  <a:lnTo>
                    <a:pt x="332" y="108"/>
                  </a:lnTo>
                  <a:lnTo>
                    <a:pt x="332" y="110"/>
                  </a:lnTo>
                  <a:lnTo>
                    <a:pt x="332" y="110"/>
                  </a:lnTo>
                  <a:lnTo>
                    <a:pt x="332" y="111"/>
                  </a:lnTo>
                  <a:lnTo>
                    <a:pt x="332" y="112"/>
                  </a:lnTo>
                  <a:lnTo>
                    <a:pt x="332" y="112"/>
                  </a:lnTo>
                  <a:lnTo>
                    <a:pt x="332" y="113"/>
                  </a:lnTo>
                  <a:lnTo>
                    <a:pt x="332" y="113"/>
                  </a:lnTo>
                  <a:lnTo>
                    <a:pt x="331" y="113"/>
                  </a:lnTo>
                  <a:lnTo>
                    <a:pt x="331" y="113"/>
                  </a:lnTo>
                  <a:lnTo>
                    <a:pt x="331" y="114"/>
                  </a:lnTo>
                  <a:lnTo>
                    <a:pt x="332" y="117"/>
                  </a:lnTo>
                  <a:lnTo>
                    <a:pt x="332" y="119"/>
                  </a:lnTo>
                  <a:lnTo>
                    <a:pt x="332" y="119"/>
                  </a:lnTo>
                  <a:lnTo>
                    <a:pt x="332" y="120"/>
                  </a:lnTo>
                  <a:lnTo>
                    <a:pt x="332" y="120"/>
                  </a:lnTo>
                  <a:lnTo>
                    <a:pt x="332" y="121"/>
                  </a:lnTo>
                  <a:lnTo>
                    <a:pt x="332" y="122"/>
                  </a:lnTo>
                  <a:lnTo>
                    <a:pt x="332" y="122"/>
                  </a:lnTo>
                  <a:lnTo>
                    <a:pt x="331" y="122"/>
                  </a:lnTo>
                  <a:lnTo>
                    <a:pt x="330" y="125"/>
                  </a:lnTo>
                  <a:lnTo>
                    <a:pt x="329" y="125"/>
                  </a:lnTo>
                  <a:lnTo>
                    <a:pt x="329" y="125"/>
                  </a:lnTo>
                  <a:lnTo>
                    <a:pt x="329" y="126"/>
                  </a:lnTo>
                  <a:lnTo>
                    <a:pt x="330" y="127"/>
                  </a:lnTo>
                  <a:lnTo>
                    <a:pt x="330" y="128"/>
                  </a:lnTo>
                  <a:lnTo>
                    <a:pt x="329" y="128"/>
                  </a:lnTo>
                  <a:lnTo>
                    <a:pt x="329" y="131"/>
                  </a:lnTo>
                  <a:lnTo>
                    <a:pt x="329" y="131"/>
                  </a:lnTo>
                  <a:lnTo>
                    <a:pt x="329" y="132"/>
                  </a:lnTo>
                  <a:lnTo>
                    <a:pt x="330" y="132"/>
                  </a:lnTo>
                  <a:lnTo>
                    <a:pt x="331" y="132"/>
                  </a:lnTo>
                  <a:lnTo>
                    <a:pt x="331" y="133"/>
                  </a:lnTo>
                  <a:lnTo>
                    <a:pt x="332" y="132"/>
                  </a:lnTo>
                  <a:lnTo>
                    <a:pt x="332" y="132"/>
                  </a:lnTo>
                  <a:lnTo>
                    <a:pt x="332" y="132"/>
                  </a:lnTo>
                  <a:lnTo>
                    <a:pt x="333" y="132"/>
                  </a:lnTo>
                  <a:lnTo>
                    <a:pt x="334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7" y="132"/>
                  </a:lnTo>
                  <a:lnTo>
                    <a:pt x="340" y="128"/>
                  </a:lnTo>
                  <a:lnTo>
                    <a:pt x="341" y="128"/>
                  </a:lnTo>
                  <a:lnTo>
                    <a:pt x="341" y="128"/>
                  </a:lnTo>
                  <a:lnTo>
                    <a:pt x="342" y="128"/>
                  </a:lnTo>
                  <a:lnTo>
                    <a:pt x="342" y="129"/>
                  </a:lnTo>
                  <a:lnTo>
                    <a:pt x="342" y="129"/>
                  </a:lnTo>
                  <a:lnTo>
                    <a:pt x="344" y="131"/>
                  </a:lnTo>
                  <a:lnTo>
                    <a:pt x="344" y="131"/>
                  </a:lnTo>
                  <a:lnTo>
                    <a:pt x="344" y="132"/>
                  </a:lnTo>
                  <a:lnTo>
                    <a:pt x="344" y="132"/>
                  </a:lnTo>
                  <a:lnTo>
                    <a:pt x="342" y="133"/>
                  </a:lnTo>
                  <a:lnTo>
                    <a:pt x="342" y="134"/>
                  </a:lnTo>
                  <a:lnTo>
                    <a:pt x="341" y="137"/>
                  </a:lnTo>
                  <a:lnTo>
                    <a:pt x="340" y="141"/>
                  </a:lnTo>
                  <a:lnTo>
                    <a:pt x="340" y="142"/>
                  </a:lnTo>
                  <a:lnTo>
                    <a:pt x="340" y="146"/>
                  </a:lnTo>
                  <a:lnTo>
                    <a:pt x="340" y="146"/>
                  </a:lnTo>
                  <a:lnTo>
                    <a:pt x="340" y="147"/>
                  </a:lnTo>
                  <a:lnTo>
                    <a:pt x="341" y="148"/>
                  </a:lnTo>
                  <a:lnTo>
                    <a:pt x="344" y="149"/>
                  </a:lnTo>
                  <a:lnTo>
                    <a:pt x="344" y="149"/>
                  </a:lnTo>
                  <a:lnTo>
                    <a:pt x="345" y="150"/>
                  </a:lnTo>
                  <a:lnTo>
                    <a:pt x="345" y="150"/>
                  </a:lnTo>
                  <a:lnTo>
                    <a:pt x="346" y="151"/>
                  </a:lnTo>
                  <a:lnTo>
                    <a:pt x="349" y="153"/>
                  </a:lnTo>
                  <a:lnTo>
                    <a:pt x="349" y="153"/>
                  </a:lnTo>
                  <a:lnTo>
                    <a:pt x="348" y="156"/>
                  </a:lnTo>
                  <a:lnTo>
                    <a:pt x="348" y="156"/>
                  </a:lnTo>
                  <a:lnTo>
                    <a:pt x="348" y="157"/>
                  </a:lnTo>
                  <a:lnTo>
                    <a:pt x="348" y="160"/>
                  </a:lnTo>
                  <a:lnTo>
                    <a:pt x="348" y="161"/>
                  </a:lnTo>
                  <a:lnTo>
                    <a:pt x="347" y="162"/>
                  </a:lnTo>
                  <a:lnTo>
                    <a:pt x="346" y="163"/>
                  </a:lnTo>
                  <a:lnTo>
                    <a:pt x="345" y="164"/>
                  </a:lnTo>
                  <a:lnTo>
                    <a:pt x="339" y="165"/>
                  </a:lnTo>
                  <a:lnTo>
                    <a:pt x="337" y="168"/>
                  </a:lnTo>
                  <a:lnTo>
                    <a:pt x="334" y="170"/>
                  </a:lnTo>
                  <a:lnTo>
                    <a:pt x="335" y="172"/>
                  </a:lnTo>
                  <a:lnTo>
                    <a:pt x="335" y="175"/>
                  </a:lnTo>
                  <a:lnTo>
                    <a:pt x="332" y="179"/>
                  </a:lnTo>
                  <a:lnTo>
                    <a:pt x="332" y="180"/>
                  </a:lnTo>
                  <a:lnTo>
                    <a:pt x="331" y="182"/>
                  </a:lnTo>
                  <a:lnTo>
                    <a:pt x="331" y="183"/>
                  </a:lnTo>
                  <a:lnTo>
                    <a:pt x="331" y="183"/>
                  </a:lnTo>
                  <a:lnTo>
                    <a:pt x="331" y="184"/>
                  </a:lnTo>
                  <a:lnTo>
                    <a:pt x="330" y="185"/>
                  </a:lnTo>
                  <a:lnTo>
                    <a:pt x="329" y="186"/>
                  </a:lnTo>
                  <a:lnTo>
                    <a:pt x="329" y="187"/>
                  </a:lnTo>
                  <a:lnTo>
                    <a:pt x="327" y="189"/>
                  </a:lnTo>
                  <a:lnTo>
                    <a:pt x="327" y="191"/>
                  </a:lnTo>
                  <a:lnTo>
                    <a:pt x="327" y="191"/>
                  </a:lnTo>
                  <a:lnTo>
                    <a:pt x="329" y="192"/>
                  </a:lnTo>
                  <a:lnTo>
                    <a:pt x="329" y="193"/>
                  </a:lnTo>
                  <a:lnTo>
                    <a:pt x="327" y="193"/>
                  </a:lnTo>
                  <a:lnTo>
                    <a:pt x="327" y="194"/>
                  </a:lnTo>
                  <a:lnTo>
                    <a:pt x="326" y="194"/>
                  </a:lnTo>
                  <a:lnTo>
                    <a:pt x="326" y="196"/>
                  </a:lnTo>
                  <a:lnTo>
                    <a:pt x="326" y="198"/>
                  </a:lnTo>
                  <a:lnTo>
                    <a:pt x="326" y="200"/>
                  </a:lnTo>
                  <a:lnTo>
                    <a:pt x="325" y="201"/>
                  </a:lnTo>
                  <a:lnTo>
                    <a:pt x="326" y="201"/>
                  </a:lnTo>
                  <a:lnTo>
                    <a:pt x="327" y="203"/>
                  </a:lnTo>
                  <a:lnTo>
                    <a:pt x="329" y="204"/>
                  </a:lnTo>
                  <a:lnTo>
                    <a:pt x="331" y="204"/>
                  </a:lnTo>
                  <a:lnTo>
                    <a:pt x="332" y="204"/>
                  </a:lnTo>
                  <a:lnTo>
                    <a:pt x="333" y="203"/>
                  </a:lnTo>
                  <a:lnTo>
                    <a:pt x="334" y="200"/>
                  </a:lnTo>
                  <a:lnTo>
                    <a:pt x="334" y="199"/>
                  </a:lnTo>
                  <a:lnTo>
                    <a:pt x="335" y="197"/>
                  </a:lnTo>
                  <a:lnTo>
                    <a:pt x="339" y="194"/>
                  </a:lnTo>
                  <a:lnTo>
                    <a:pt x="342" y="192"/>
                  </a:lnTo>
                  <a:lnTo>
                    <a:pt x="344" y="191"/>
                  </a:lnTo>
                  <a:lnTo>
                    <a:pt x="344" y="191"/>
                  </a:lnTo>
                  <a:lnTo>
                    <a:pt x="345" y="189"/>
                  </a:lnTo>
                  <a:lnTo>
                    <a:pt x="346" y="187"/>
                  </a:lnTo>
                  <a:lnTo>
                    <a:pt x="345" y="186"/>
                  </a:lnTo>
                  <a:lnTo>
                    <a:pt x="346" y="182"/>
                  </a:lnTo>
                  <a:lnTo>
                    <a:pt x="348" y="178"/>
                  </a:lnTo>
                  <a:lnTo>
                    <a:pt x="349" y="177"/>
                  </a:lnTo>
                  <a:lnTo>
                    <a:pt x="351" y="175"/>
                  </a:lnTo>
                  <a:lnTo>
                    <a:pt x="353" y="174"/>
                  </a:lnTo>
                  <a:lnTo>
                    <a:pt x="354" y="174"/>
                  </a:lnTo>
                  <a:lnTo>
                    <a:pt x="354" y="175"/>
                  </a:lnTo>
                  <a:lnTo>
                    <a:pt x="355" y="175"/>
                  </a:lnTo>
                  <a:lnTo>
                    <a:pt x="358" y="171"/>
                  </a:lnTo>
                  <a:lnTo>
                    <a:pt x="359" y="172"/>
                  </a:lnTo>
                  <a:lnTo>
                    <a:pt x="360" y="171"/>
                  </a:lnTo>
                  <a:lnTo>
                    <a:pt x="361" y="170"/>
                  </a:lnTo>
                  <a:lnTo>
                    <a:pt x="363" y="171"/>
                  </a:lnTo>
                  <a:lnTo>
                    <a:pt x="366" y="175"/>
                  </a:lnTo>
                  <a:lnTo>
                    <a:pt x="367" y="176"/>
                  </a:lnTo>
                  <a:lnTo>
                    <a:pt x="369" y="176"/>
                  </a:lnTo>
                  <a:lnTo>
                    <a:pt x="370" y="176"/>
                  </a:lnTo>
                  <a:lnTo>
                    <a:pt x="370" y="178"/>
                  </a:lnTo>
                  <a:lnTo>
                    <a:pt x="369" y="184"/>
                  </a:lnTo>
                  <a:lnTo>
                    <a:pt x="369" y="185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9"/>
                  </a:lnTo>
                  <a:lnTo>
                    <a:pt x="368" y="190"/>
                  </a:lnTo>
                  <a:lnTo>
                    <a:pt x="365" y="194"/>
                  </a:lnTo>
                  <a:lnTo>
                    <a:pt x="363" y="198"/>
                  </a:lnTo>
                  <a:lnTo>
                    <a:pt x="362" y="201"/>
                  </a:lnTo>
                  <a:lnTo>
                    <a:pt x="362" y="212"/>
                  </a:lnTo>
                  <a:lnTo>
                    <a:pt x="362" y="213"/>
                  </a:lnTo>
                  <a:lnTo>
                    <a:pt x="362" y="214"/>
                  </a:lnTo>
                  <a:lnTo>
                    <a:pt x="361" y="217"/>
                  </a:lnTo>
                  <a:lnTo>
                    <a:pt x="361" y="218"/>
                  </a:lnTo>
                  <a:lnTo>
                    <a:pt x="361" y="220"/>
                  </a:lnTo>
                  <a:lnTo>
                    <a:pt x="361" y="220"/>
                  </a:lnTo>
                  <a:lnTo>
                    <a:pt x="361" y="224"/>
                  </a:lnTo>
                  <a:lnTo>
                    <a:pt x="365" y="227"/>
                  </a:lnTo>
                  <a:lnTo>
                    <a:pt x="365" y="228"/>
                  </a:lnTo>
                  <a:lnTo>
                    <a:pt x="365" y="230"/>
                  </a:lnTo>
                  <a:lnTo>
                    <a:pt x="365" y="232"/>
                  </a:lnTo>
                  <a:lnTo>
                    <a:pt x="363" y="234"/>
                  </a:lnTo>
                  <a:lnTo>
                    <a:pt x="362" y="235"/>
                  </a:lnTo>
                  <a:lnTo>
                    <a:pt x="359" y="237"/>
                  </a:lnTo>
                  <a:lnTo>
                    <a:pt x="358" y="239"/>
                  </a:lnTo>
                  <a:lnTo>
                    <a:pt x="356" y="240"/>
                  </a:lnTo>
                  <a:lnTo>
                    <a:pt x="354" y="248"/>
                  </a:lnTo>
                  <a:lnTo>
                    <a:pt x="354" y="249"/>
                  </a:lnTo>
                  <a:lnTo>
                    <a:pt x="354" y="251"/>
                  </a:lnTo>
                  <a:lnTo>
                    <a:pt x="354" y="253"/>
                  </a:lnTo>
                  <a:lnTo>
                    <a:pt x="353" y="255"/>
                  </a:lnTo>
                  <a:lnTo>
                    <a:pt x="353" y="256"/>
                  </a:lnTo>
                  <a:lnTo>
                    <a:pt x="353" y="262"/>
                  </a:lnTo>
                  <a:lnTo>
                    <a:pt x="353" y="264"/>
                  </a:lnTo>
                  <a:lnTo>
                    <a:pt x="354" y="265"/>
                  </a:lnTo>
                  <a:lnTo>
                    <a:pt x="354" y="265"/>
                  </a:lnTo>
                  <a:lnTo>
                    <a:pt x="356" y="268"/>
                  </a:lnTo>
                  <a:lnTo>
                    <a:pt x="356" y="269"/>
                  </a:lnTo>
                  <a:lnTo>
                    <a:pt x="356" y="270"/>
                  </a:lnTo>
                  <a:lnTo>
                    <a:pt x="356" y="271"/>
                  </a:lnTo>
                  <a:lnTo>
                    <a:pt x="355" y="272"/>
                  </a:lnTo>
                  <a:lnTo>
                    <a:pt x="356" y="272"/>
                  </a:lnTo>
                  <a:lnTo>
                    <a:pt x="356" y="272"/>
                  </a:lnTo>
                  <a:lnTo>
                    <a:pt x="356" y="273"/>
                  </a:lnTo>
                  <a:lnTo>
                    <a:pt x="356" y="275"/>
                  </a:lnTo>
                  <a:lnTo>
                    <a:pt x="355" y="278"/>
                  </a:lnTo>
                  <a:lnTo>
                    <a:pt x="352" y="286"/>
                  </a:lnTo>
                  <a:lnTo>
                    <a:pt x="352" y="287"/>
                  </a:lnTo>
                  <a:lnTo>
                    <a:pt x="352" y="290"/>
                  </a:lnTo>
                  <a:lnTo>
                    <a:pt x="352" y="292"/>
                  </a:lnTo>
                  <a:lnTo>
                    <a:pt x="352" y="297"/>
                  </a:lnTo>
                  <a:lnTo>
                    <a:pt x="348" y="305"/>
                  </a:lnTo>
                  <a:lnTo>
                    <a:pt x="348" y="307"/>
                  </a:lnTo>
                  <a:lnTo>
                    <a:pt x="347" y="314"/>
                  </a:lnTo>
                  <a:lnTo>
                    <a:pt x="347" y="318"/>
                  </a:lnTo>
                  <a:lnTo>
                    <a:pt x="348" y="319"/>
                  </a:lnTo>
                  <a:lnTo>
                    <a:pt x="348" y="320"/>
                  </a:lnTo>
                  <a:lnTo>
                    <a:pt x="349" y="322"/>
                  </a:lnTo>
                  <a:lnTo>
                    <a:pt x="349" y="323"/>
                  </a:lnTo>
                  <a:lnTo>
                    <a:pt x="349" y="325"/>
                  </a:lnTo>
                  <a:lnTo>
                    <a:pt x="348" y="327"/>
                  </a:lnTo>
                  <a:lnTo>
                    <a:pt x="349" y="328"/>
                  </a:lnTo>
                  <a:lnTo>
                    <a:pt x="351" y="328"/>
                  </a:lnTo>
                  <a:lnTo>
                    <a:pt x="351" y="329"/>
                  </a:lnTo>
                  <a:lnTo>
                    <a:pt x="351" y="330"/>
                  </a:lnTo>
                  <a:lnTo>
                    <a:pt x="351" y="330"/>
                  </a:lnTo>
                  <a:lnTo>
                    <a:pt x="349" y="334"/>
                  </a:lnTo>
                  <a:lnTo>
                    <a:pt x="349" y="335"/>
                  </a:lnTo>
                  <a:lnTo>
                    <a:pt x="351" y="336"/>
                  </a:lnTo>
                  <a:lnTo>
                    <a:pt x="352" y="337"/>
                  </a:lnTo>
                  <a:lnTo>
                    <a:pt x="354" y="339"/>
                  </a:lnTo>
                  <a:lnTo>
                    <a:pt x="354" y="341"/>
                  </a:lnTo>
                  <a:lnTo>
                    <a:pt x="355" y="348"/>
                  </a:lnTo>
                  <a:lnTo>
                    <a:pt x="355" y="349"/>
                  </a:lnTo>
                  <a:lnTo>
                    <a:pt x="356" y="350"/>
                  </a:lnTo>
                  <a:lnTo>
                    <a:pt x="360" y="354"/>
                  </a:lnTo>
                  <a:lnTo>
                    <a:pt x="361" y="355"/>
                  </a:lnTo>
                  <a:lnTo>
                    <a:pt x="361" y="357"/>
                  </a:lnTo>
                  <a:lnTo>
                    <a:pt x="361" y="363"/>
                  </a:lnTo>
                  <a:lnTo>
                    <a:pt x="360" y="365"/>
                  </a:lnTo>
                  <a:lnTo>
                    <a:pt x="360" y="368"/>
                  </a:lnTo>
                  <a:lnTo>
                    <a:pt x="360" y="368"/>
                  </a:lnTo>
                  <a:lnTo>
                    <a:pt x="360" y="369"/>
                  </a:lnTo>
                  <a:lnTo>
                    <a:pt x="360" y="370"/>
                  </a:lnTo>
                  <a:lnTo>
                    <a:pt x="360" y="372"/>
                  </a:lnTo>
                  <a:lnTo>
                    <a:pt x="360" y="372"/>
                  </a:lnTo>
                  <a:lnTo>
                    <a:pt x="360" y="373"/>
                  </a:lnTo>
                  <a:lnTo>
                    <a:pt x="360" y="375"/>
                  </a:lnTo>
                  <a:lnTo>
                    <a:pt x="361" y="382"/>
                  </a:lnTo>
                  <a:lnTo>
                    <a:pt x="349" y="383"/>
                  </a:lnTo>
                  <a:lnTo>
                    <a:pt x="338" y="384"/>
                  </a:lnTo>
                  <a:lnTo>
                    <a:pt x="326" y="385"/>
                  </a:lnTo>
                  <a:lnTo>
                    <a:pt x="313" y="386"/>
                  </a:lnTo>
                  <a:lnTo>
                    <a:pt x="302" y="387"/>
                  </a:lnTo>
                  <a:lnTo>
                    <a:pt x="290" y="389"/>
                  </a:lnTo>
                  <a:lnTo>
                    <a:pt x="277" y="390"/>
                  </a:lnTo>
                  <a:lnTo>
                    <a:pt x="266" y="391"/>
                  </a:lnTo>
                  <a:lnTo>
                    <a:pt x="254" y="391"/>
                  </a:lnTo>
                  <a:lnTo>
                    <a:pt x="243" y="392"/>
                  </a:lnTo>
                  <a:lnTo>
                    <a:pt x="230" y="393"/>
                  </a:lnTo>
                  <a:lnTo>
                    <a:pt x="218" y="394"/>
                  </a:lnTo>
                  <a:lnTo>
                    <a:pt x="207" y="396"/>
                  </a:lnTo>
                  <a:lnTo>
                    <a:pt x="194" y="397"/>
                  </a:lnTo>
                  <a:lnTo>
                    <a:pt x="182" y="398"/>
                  </a:lnTo>
                  <a:lnTo>
                    <a:pt x="171" y="398"/>
                  </a:lnTo>
                  <a:lnTo>
                    <a:pt x="171" y="398"/>
                  </a:lnTo>
                  <a:lnTo>
                    <a:pt x="169" y="398"/>
                  </a:lnTo>
                  <a:lnTo>
                    <a:pt x="169" y="398"/>
                  </a:lnTo>
                  <a:lnTo>
                    <a:pt x="171" y="397"/>
                  </a:lnTo>
                  <a:lnTo>
                    <a:pt x="171" y="396"/>
                  </a:lnTo>
                  <a:lnTo>
                    <a:pt x="169" y="394"/>
                  </a:lnTo>
                  <a:lnTo>
                    <a:pt x="168" y="392"/>
                  </a:lnTo>
                  <a:lnTo>
                    <a:pt x="167" y="391"/>
                  </a:lnTo>
                  <a:lnTo>
                    <a:pt x="166" y="387"/>
                  </a:lnTo>
                  <a:lnTo>
                    <a:pt x="165" y="386"/>
                  </a:lnTo>
                  <a:lnTo>
                    <a:pt x="162" y="386"/>
                  </a:lnTo>
                  <a:lnTo>
                    <a:pt x="161" y="385"/>
                  </a:lnTo>
                  <a:lnTo>
                    <a:pt x="158" y="385"/>
                  </a:lnTo>
                  <a:lnTo>
                    <a:pt x="146" y="384"/>
                  </a:lnTo>
                  <a:lnTo>
                    <a:pt x="144" y="383"/>
                  </a:lnTo>
                  <a:lnTo>
                    <a:pt x="141" y="382"/>
                  </a:lnTo>
                  <a:lnTo>
                    <a:pt x="140" y="380"/>
                  </a:lnTo>
                  <a:lnTo>
                    <a:pt x="138" y="376"/>
                  </a:lnTo>
                  <a:lnTo>
                    <a:pt x="138" y="375"/>
                  </a:lnTo>
                  <a:lnTo>
                    <a:pt x="137" y="371"/>
                  </a:lnTo>
                  <a:lnTo>
                    <a:pt x="137" y="369"/>
                  </a:lnTo>
                  <a:lnTo>
                    <a:pt x="136" y="368"/>
                  </a:lnTo>
                  <a:lnTo>
                    <a:pt x="134" y="366"/>
                  </a:lnTo>
                  <a:lnTo>
                    <a:pt x="133" y="364"/>
                  </a:lnTo>
                  <a:lnTo>
                    <a:pt x="132" y="363"/>
                  </a:lnTo>
                  <a:lnTo>
                    <a:pt x="132" y="358"/>
                  </a:lnTo>
                  <a:lnTo>
                    <a:pt x="132" y="357"/>
                  </a:lnTo>
                  <a:lnTo>
                    <a:pt x="131" y="357"/>
                  </a:lnTo>
                  <a:lnTo>
                    <a:pt x="131" y="354"/>
                  </a:lnTo>
                  <a:lnTo>
                    <a:pt x="131" y="350"/>
                  </a:lnTo>
                  <a:lnTo>
                    <a:pt x="130" y="344"/>
                  </a:lnTo>
                  <a:lnTo>
                    <a:pt x="130" y="341"/>
                  </a:lnTo>
                  <a:lnTo>
                    <a:pt x="133" y="336"/>
                  </a:lnTo>
                  <a:lnTo>
                    <a:pt x="134" y="334"/>
                  </a:lnTo>
                  <a:lnTo>
                    <a:pt x="134" y="330"/>
                  </a:lnTo>
                  <a:lnTo>
                    <a:pt x="132" y="328"/>
                  </a:lnTo>
                  <a:lnTo>
                    <a:pt x="126" y="327"/>
                  </a:lnTo>
                  <a:lnTo>
                    <a:pt x="125" y="326"/>
                  </a:lnTo>
                  <a:lnTo>
                    <a:pt x="125" y="325"/>
                  </a:lnTo>
                  <a:lnTo>
                    <a:pt x="124" y="322"/>
                  </a:lnTo>
                  <a:lnTo>
                    <a:pt x="124" y="322"/>
                  </a:lnTo>
                  <a:lnTo>
                    <a:pt x="124" y="321"/>
                  </a:lnTo>
                  <a:lnTo>
                    <a:pt x="123" y="319"/>
                  </a:lnTo>
                  <a:lnTo>
                    <a:pt x="122" y="319"/>
                  </a:lnTo>
                  <a:lnTo>
                    <a:pt x="122" y="318"/>
                  </a:lnTo>
                  <a:lnTo>
                    <a:pt x="122" y="317"/>
                  </a:lnTo>
                  <a:lnTo>
                    <a:pt x="122" y="315"/>
                  </a:lnTo>
                  <a:lnTo>
                    <a:pt x="122" y="313"/>
                  </a:lnTo>
                  <a:lnTo>
                    <a:pt x="122" y="312"/>
                  </a:lnTo>
                  <a:lnTo>
                    <a:pt x="122" y="311"/>
                  </a:lnTo>
                  <a:lnTo>
                    <a:pt x="122" y="308"/>
                  </a:lnTo>
                  <a:lnTo>
                    <a:pt x="121" y="307"/>
                  </a:lnTo>
                  <a:lnTo>
                    <a:pt x="122" y="305"/>
                  </a:lnTo>
                  <a:lnTo>
                    <a:pt x="121" y="304"/>
                  </a:lnTo>
                  <a:lnTo>
                    <a:pt x="121" y="301"/>
                  </a:lnTo>
                  <a:lnTo>
                    <a:pt x="121" y="300"/>
                  </a:lnTo>
                  <a:lnTo>
                    <a:pt x="121" y="296"/>
                  </a:lnTo>
                  <a:lnTo>
                    <a:pt x="121" y="294"/>
                  </a:lnTo>
                  <a:lnTo>
                    <a:pt x="121" y="292"/>
                  </a:lnTo>
                  <a:lnTo>
                    <a:pt x="121" y="291"/>
                  </a:lnTo>
                  <a:lnTo>
                    <a:pt x="119" y="291"/>
                  </a:lnTo>
                  <a:lnTo>
                    <a:pt x="118" y="290"/>
                  </a:lnTo>
                  <a:lnTo>
                    <a:pt x="118" y="290"/>
                  </a:lnTo>
                  <a:lnTo>
                    <a:pt x="118" y="289"/>
                  </a:lnTo>
                  <a:lnTo>
                    <a:pt x="117" y="287"/>
                  </a:lnTo>
                  <a:lnTo>
                    <a:pt x="117" y="287"/>
                  </a:lnTo>
                  <a:lnTo>
                    <a:pt x="117" y="285"/>
                  </a:lnTo>
                  <a:lnTo>
                    <a:pt x="117" y="283"/>
                  </a:lnTo>
                  <a:lnTo>
                    <a:pt x="117" y="280"/>
                  </a:lnTo>
                  <a:lnTo>
                    <a:pt x="116" y="279"/>
                  </a:lnTo>
                  <a:lnTo>
                    <a:pt x="116" y="278"/>
                  </a:lnTo>
                  <a:lnTo>
                    <a:pt x="115" y="278"/>
                  </a:lnTo>
                  <a:lnTo>
                    <a:pt x="115" y="277"/>
                  </a:lnTo>
                  <a:lnTo>
                    <a:pt x="111" y="277"/>
                  </a:lnTo>
                  <a:lnTo>
                    <a:pt x="111" y="276"/>
                  </a:lnTo>
                  <a:lnTo>
                    <a:pt x="109" y="273"/>
                  </a:lnTo>
                  <a:lnTo>
                    <a:pt x="109" y="272"/>
                  </a:lnTo>
                  <a:lnTo>
                    <a:pt x="108" y="272"/>
                  </a:lnTo>
                  <a:lnTo>
                    <a:pt x="108" y="271"/>
                  </a:lnTo>
                  <a:lnTo>
                    <a:pt x="108" y="271"/>
                  </a:lnTo>
                  <a:lnTo>
                    <a:pt x="108" y="271"/>
                  </a:lnTo>
                  <a:lnTo>
                    <a:pt x="107" y="270"/>
                  </a:lnTo>
                  <a:lnTo>
                    <a:pt x="104" y="270"/>
                  </a:lnTo>
                  <a:lnTo>
                    <a:pt x="103" y="270"/>
                  </a:lnTo>
                  <a:lnTo>
                    <a:pt x="103" y="270"/>
                  </a:lnTo>
                  <a:lnTo>
                    <a:pt x="98" y="268"/>
                  </a:lnTo>
                  <a:lnTo>
                    <a:pt x="98" y="268"/>
                  </a:lnTo>
                  <a:lnTo>
                    <a:pt x="93" y="268"/>
                  </a:lnTo>
                  <a:lnTo>
                    <a:pt x="92" y="268"/>
                  </a:lnTo>
                  <a:lnTo>
                    <a:pt x="90" y="267"/>
                  </a:lnTo>
                  <a:lnTo>
                    <a:pt x="82" y="261"/>
                  </a:lnTo>
                  <a:lnTo>
                    <a:pt x="80" y="260"/>
                  </a:lnTo>
                  <a:lnTo>
                    <a:pt x="79" y="258"/>
                  </a:lnTo>
                  <a:lnTo>
                    <a:pt x="73" y="249"/>
                  </a:lnTo>
                  <a:lnTo>
                    <a:pt x="69" y="246"/>
                  </a:lnTo>
                  <a:lnTo>
                    <a:pt x="59" y="237"/>
                  </a:lnTo>
                  <a:lnTo>
                    <a:pt x="55" y="236"/>
                  </a:lnTo>
                  <a:lnTo>
                    <a:pt x="47" y="236"/>
                  </a:lnTo>
                  <a:lnTo>
                    <a:pt x="46" y="235"/>
                  </a:lnTo>
                  <a:lnTo>
                    <a:pt x="46" y="235"/>
                  </a:lnTo>
                  <a:lnTo>
                    <a:pt x="45" y="234"/>
                  </a:lnTo>
                  <a:lnTo>
                    <a:pt x="44" y="230"/>
                  </a:lnTo>
                  <a:lnTo>
                    <a:pt x="42" y="228"/>
                  </a:lnTo>
                  <a:lnTo>
                    <a:pt x="39" y="226"/>
                  </a:lnTo>
                  <a:lnTo>
                    <a:pt x="37" y="226"/>
                  </a:lnTo>
                  <a:lnTo>
                    <a:pt x="26" y="225"/>
                  </a:lnTo>
                  <a:lnTo>
                    <a:pt x="23" y="224"/>
                  </a:lnTo>
                  <a:lnTo>
                    <a:pt x="23" y="222"/>
                  </a:lnTo>
                  <a:lnTo>
                    <a:pt x="23" y="222"/>
                  </a:lnTo>
                  <a:lnTo>
                    <a:pt x="22" y="221"/>
                  </a:lnTo>
                  <a:lnTo>
                    <a:pt x="21" y="220"/>
                  </a:lnTo>
                  <a:lnTo>
                    <a:pt x="16" y="217"/>
                  </a:lnTo>
                  <a:lnTo>
                    <a:pt x="11" y="214"/>
                  </a:lnTo>
                  <a:lnTo>
                    <a:pt x="10" y="213"/>
                  </a:lnTo>
                  <a:lnTo>
                    <a:pt x="12" y="207"/>
                  </a:lnTo>
                  <a:lnTo>
                    <a:pt x="12" y="205"/>
                  </a:lnTo>
                  <a:lnTo>
                    <a:pt x="12" y="204"/>
                  </a:lnTo>
                  <a:lnTo>
                    <a:pt x="11" y="201"/>
                  </a:lnTo>
                  <a:lnTo>
                    <a:pt x="11" y="200"/>
                  </a:lnTo>
                  <a:lnTo>
                    <a:pt x="12" y="198"/>
                  </a:lnTo>
                  <a:lnTo>
                    <a:pt x="12" y="198"/>
                  </a:lnTo>
                  <a:lnTo>
                    <a:pt x="12" y="194"/>
                  </a:lnTo>
                  <a:lnTo>
                    <a:pt x="11" y="191"/>
                  </a:lnTo>
                  <a:lnTo>
                    <a:pt x="10" y="186"/>
                  </a:lnTo>
                  <a:lnTo>
                    <a:pt x="9" y="185"/>
                  </a:lnTo>
                  <a:lnTo>
                    <a:pt x="10" y="184"/>
                  </a:lnTo>
                  <a:lnTo>
                    <a:pt x="11" y="183"/>
                  </a:lnTo>
                  <a:lnTo>
                    <a:pt x="12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0" y="176"/>
                  </a:lnTo>
                  <a:lnTo>
                    <a:pt x="10" y="175"/>
                  </a:lnTo>
                  <a:lnTo>
                    <a:pt x="10" y="175"/>
                  </a:lnTo>
                  <a:lnTo>
                    <a:pt x="11" y="172"/>
                  </a:lnTo>
                  <a:lnTo>
                    <a:pt x="10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2" y="164"/>
                  </a:lnTo>
                  <a:lnTo>
                    <a:pt x="12" y="163"/>
                  </a:lnTo>
                  <a:lnTo>
                    <a:pt x="14" y="162"/>
                  </a:lnTo>
                  <a:lnTo>
                    <a:pt x="14" y="161"/>
                  </a:lnTo>
                  <a:lnTo>
                    <a:pt x="15" y="158"/>
                  </a:lnTo>
                  <a:lnTo>
                    <a:pt x="16" y="156"/>
                  </a:lnTo>
                  <a:lnTo>
                    <a:pt x="16" y="154"/>
                  </a:lnTo>
                  <a:lnTo>
                    <a:pt x="16" y="153"/>
                  </a:lnTo>
                  <a:lnTo>
                    <a:pt x="15" y="151"/>
                  </a:lnTo>
                  <a:lnTo>
                    <a:pt x="14" y="150"/>
                  </a:lnTo>
                  <a:lnTo>
                    <a:pt x="12" y="149"/>
                  </a:lnTo>
                  <a:lnTo>
                    <a:pt x="11" y="148"/>
                  </a:lnTo>
                  <a:lnTo>
                    <a:pt x="10" y="144"/>
                  </a:lnTo>
                  <a:lnTo>
                    <a:pt x="10" y="143"/>
                  </a:lnTo>
                  <a:lnTo>
                    <a:pt x="7" y="142"/>
                  </a:lnTo>
                  <a:lnTo>
                    <a:pt x="4" y="142"/>
                  </a:lnTo>
                  <a:lnTo>
                    <a:pt x="1" y="142"/>
                  </a:lnTo>
                  <a:lnTo>
                    <a:pt x="0" y="139"/>
                  </a:lnTo>
                  <a:lnTo>
                    <a:pt x="0" y="133"/>
                  </a:lnTo>
                  <a:lnTo>
                    <a:pt x="0" y="131"/>
                  </a:lnTo>
                  <a:lnTo>
                    <a:pt x="1" y="129"/>
                  </a:lnTo>
                  <a:lnTo>
                    <a:pt x="6" y="125"/>
                  </a:lnTo>
                  <a:lnTo>
                    <a:pt x="7" y="121"/>
                  </a:lnTo>
                  <a:lnTo>
                    <a:pt x="7" y="119"/>
                  </a:lnTo>
                  <a:lnTo>
                    <a:pt x="9" y="114"/>
                  </a:lnTo>
                  <a:lnTo>
                    <a:pt x="11" y="112"/>
                  </a:lnTo>
                  <a:lnTo>
                    <a:pt x="12" y="111"/>
                  </a:lnTo>
                  <a:lnTo>
                    <a:pt x="14" y="111"/>
                  </a:lnTo>
                  <a:lnTo>
                    <a:pt x="17" y="108"/>
                  </a:lnTo>
                  <a:lnTo>
                    <a:pt x="19" y="108"/>
                  </a:lnTo>
                  <a:lnTo>
                    <a:pt x="19" y="107"/>
                  </a:lnTo>
                  <a:lnTo>
                    <a:pt x="19" y="107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5" y="104"/>
                  </a:lnTo>
                  <a:lnTo>
                    <a:pt x="25" y="104"/>
                  </a:lnTo>
                  <a:lnTo>
                    <a:pt x="26" y="101"/>
                  </a:lnTo>
                  <a:lnTo>
                    <a:pt x="28" y="100"/>
                  </a:lnTo>
                  <a:lnTo>
                    <a:pt x="29" y="100"/>
                  </a:lnTo>
                  <a:lnTo>
                    <a:pt x="31" y="100"/>
                  </a:lnTo>
                  <a:lnTo>
                    <a:pt x="32" y="100"/>
                  </a:lnTo>
                  <a:lnTo>
                    <a:pt x="32" y="100"/>
                  </a:lnTo>
                  <a:lnTo>
                    <a:pt x="33" y="99"/>
                  </a:lnTo>
                  <a:lnTo>
                    <a:pt x="33" y="98"/>
                  </a:lnTo>
                  <a:lnTo>
                    <a:pt x="35" y="97"/>
                  </a:lnTo>
                  <a:lnTo>
                    <a:pt x="36" y="96"/>
                  </a:lnTo>
                  <a:lnTo>
                    <a:pt x="37" y="96"/>
                  </a:lnTo>
                  <a:lnTo>
                    <a:pt x="36" y="92"/>
                  </a:lnTo>
                  <a:lnTo>
                    <a:pt x="36" y="91"/>
                  </a:lnTo>
                  <a:lnTo>
                    <a:pt x="36" y="86"/>
                  </a:lnTo>
                  <a:lnTo>
                    <a:pt x="36" y="81"/>
                  </a:lnTo>
                  <a:lnTo>
                    <a:pt x="35" y="75"/>
                  </a:lnTo>
                  <a:lnTo>
                    <a:pt x="35" y="69"/>
                  </a:lnTo>
                  <a:lnTo>
                    <a:pt x="35" y="64"/>
                  </a:lnTo>
                  <a:lnTo>
                    <a:pt x="33" y="58"/>
                  </a:lnTo>
                  <a:lnTo>
                    <a:pt x="33" y="53"/>
                  </a:lnTo>
                  <a:lnTo>
                    <a:pt x="33" y="48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7" y="46"/>
                  </a:lnTo>
                  <a:lnTo>
                    <a:pt x="38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8" y="44"/>
                  </a:lnTo>
                  <a:lnTo>
                    <a:pt x="38" y="44"/>
                  </a:lnTo>
                  <a:lnTo>
                    <a:pt x="38" y="42"/>
                  </a:lnTo>
                  <a:lnTo>
                    <a:pt x="38" y="41"/>
                  </a:lnTo>
                  <a:lnTo>
                    <a:pt x="39" y="41"/>
                  </a:lnTo>
                  <a:lnTo>
                    <a:pt x="39" y="41"/>
                  </a:lnTo>
                  <a:lnTo>
                    <a:pt x="39" y="40"/>
                  </a:lnTo>
                  <a:lnTo>
                    <a:pt x="39" y="40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8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4" y="35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7" y="39"/>
                  </a:lnTo>
                  <a:lnTo>
                    <a:pt x="49" y="40"/>
                  </a:lnTo>
                  <a:lnTo>
                    <a:pt x="50" y="40"/>
                  </a:lnTo>
                  <a:lnTo>
                    <a:pt x="54" y="41"/>
                  </a:lnTo>
                  <a:lnTo>
                    <a:pt x="55" y="41"/>
                  </a:lnTo>
                  <a:lnTo>
                    <a:pt x="65" y="40"/>
                  </a:lnTo>
                  <a:lnTo>
                    <a:pt x="79" y="33"/>
                  </a:lnTo>
                  <a:lnTo>
                    <a:pt x="83" y="32"/>
                  </a:lnTo>
                  <a:lnTo>
                    <a:pt x="88" y="31"/>
                  </a:lnTo>
                  <a:lnTo>
                    <a:pt x="89" y="31"/>
                  </a:lnTo>
                  <a:lnTo>
                    <a:pt x="93" y="27"/>
                  </a:lnTo>
                  <a:lnTo>
                    <a:pt x="97" y="25"/>
                  </a:lnTo>
                  <a:lnTo>
                    <a:pt x="100" y="21"/>
                  </a:lnTo>
                  <a:lnTo>
                    <a:pt x="102" y="21"/>
                  </a:lnTo>
                  <a:lnTo>
                    <a:pt x="102" y="22"/>
                  </a:lnTo>
                  <a:lnTo>
                    <a:pt x="103" y="24"/>
                  </a:lnTo>
                  <a:lnTo>
                    <a:pt x="104" y="22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7" y="24"/>
                  </a:lnTo>
                  <a:lnTo>
                    <a:pt x="108" y="22"/>
                  </a:lnTo>
                  <a:lnTo>
                    <a:pt x="108" y="20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10" y="20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2" y="17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6" y="15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7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9" y="14"/>
                  </a:lnTo>
                  <a:lnTo>
                    <a:pt x="121" y="14"/>
                  </a:lnTo>
                  <a:lnTo>
                    <a:pt x="121" y="14"/>
                  </a:lnTo>
                  <a:lnTo>
                    <a:pt x="121" y="13"/>
                  </a:lnTo>
                  <a:lnTo>
                    <a:pt x="122" y="13"/>
                  </a:lnTo>
                  <a:lnTo>
                    <a:pt x="122" y="12"/>
                  </a:lnTo>
                  <a:lnTo>
                    <a:pt x="122" y="12"/>
                  </a:lnTo>
                  <a:close/>
                  <a:moveTo>
                    <a:pt x="130" y="11"/>
                  </a:moveTo>
                  <a:lnTo>
                    <a:pt x="131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3" y="15"/>
                  </a:lnTo>
                  <a:lnTo>
                    <a:pt x="132" y="15"/>
                  </a:lnTo>
                  <a:lnTo>
                    <a:pt x="131" y="15"/>
                  </a:lnTo>
                  <a:lnTo>
                    <a:pt x="129" y="14"/>
                  </a:lnTo>
                  <a:lnTo>
                    <a:pt x="130" y="13"/>
                  </a:lnTo>
                  <a:lnTo>
                    <a:pt x="130" y="13"/>
                  </a:lnTo>
                  <a:lnTo>
                    <a:pt x="130" y="12"/>
                  </a:lnTo>
                  <a:lnTo>
                    <a:pt x="130" y="11"/>
                  </a:lnTo>
                  <a:close/>
                  <a:moveTo>
                    <a:pt x="143" y="11"/>
                  </a:moveTo>
                  <a:lnTo>
                    <a:pt x="144" y="11"/>
                  </a:lnTo>
                  <a:lnTo>
                    <a:pt x="144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3" y="14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1" y="14"/>
                  </a:lnTo>
                  <a:lnTo>
                    <a:pt x="140" y="14"/>
                  </a:lnTo>
                  <a:lnTo>
                    <a:pt x="137" y="15"/>
                  </a:lnTo>
                  <a:lnTo>
                    <a:pt x="136" y="14"/>
                  </a:lnTo>
                  <a:lnTo>
                    <a:pt x="137" y="13"/>
                  </a:lnTo>
                  <a:lnTo>
                    <a:pt x="138" y="13"/>
                  </a:lnTo>
                  <a:lnTo>
                    <a:pt x="140" y="12"/>
                  </a:lnTo>
                  <a:lnTo>
                    <a:pt x="143" y="11"/>
                  </a:lnTo>
                  <a:close/>
                  <a:moveTo>
                    <a:pt x="117" y="8"/>
                  </a:moveTo>
                  <a:lnTo>
                    <a:pt x="118" y="10"/>
                  </a:lnTo>
                  <a:lnTo>
                    <a:pt x="118" y="11"/>
                  </a:lnTo>
                  <a:lnTo>
                    <a:pt x="117" y="12"/>
                  </a:lnTo>
                  <a:lnTo>
                    <a:pt x="116" y="13"/>
                  </a:lnTo>
                  <a:lnTo>
                    <a:pt x="115" y="12"/>
                  </a:lnTo>
                  <a:lnTo>
                    <a:pt x="115" y="11"/>
                  </a:lnTo>
                  <a:lnTo>
                    <a:pt x="117" y="10"/>
                  </a:lnTo>
                  <a:lnTo>
                    <a:pt x="117" y="8"/>
                  </a:lnTo>
                  <a:close/>
                  <a:moveTo>
                    <a:pt x="151" y="0"/>
                  </a:moveTo>
                  <a:lnTo>
                    <a:pt x="151" y="0"/>
                  </a:lnTo>
                  <a:lnTo>
                    <a:pt x="151" y="0"/>
                  </a:lnTo>
                  <a:lnTo>
                    <a:pt x="151" y="1"/>
                  </a:lnTo>
                  <a:lnTo>
                    <a:pt x="151" y="1"/>
                  </a:lnTo>
                  <a:lnTo>
                    <a:pt x="151" y="4"/>
                  </a:lnTo>
                  <a:lnTo>
                    <a:pt x="150" y="6"/>
                  </a:lnTo>
                  <a:lnTo>
                    <a:pt x="147" y="7"/>
                  </a:lnTo>
                  <a:lnTo>
                    <a:pt x="147" y="4"/>
                  </a:lnTo>
                  <a:lnTo>
                    <a:pt x="148" y="1"/>
                  </a:lnTo>
                  <a:lnTo>
                    <a:pt x="150" y="0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1106488" y="1735138"/>
              <a:ext cx="387350" cy="255588"/>
            </a:xfrm>
            <a:custGeom>
              <a:avLst/>
              <a:gdLst>
                <a:gd name="T0" fmla="*/ 107 w 489"/>
                <a:gd name="T1" fmla="*/ 161 h 323"/>
                <a:gd name="T2" fmla="*/ 96 w 489"/>
                <a:gd name="T3" fmla="*/ 152 h 323"/>
                <a:gd name="T4" fmla="*/ 129 w 489"/>
                <a:gd name="T5" fmla="*/ 144 h 323"/>
                <a:gd name="T6" fmla="*/ 124 w 489"/>
                <a:gd name="T7" fmla="*/ 136 h 323"/>
                <a:gd name="T8" fmla="*/ 124 w 489"/>
                <a:gd name="T9" fmla="*/ 123 h 323"/>
                <a:gd name="T10" fmla="*/ 122 w 489"/>
                <a:gd name="T11" fmla="*/ 80 h 323"/>
                <a:gd name="T12" fmla="*/ 130 w 489"/>
                <a:gd name="T13" fmla="*/ 65 h 323"/>
                <a:gd name="T14" fmla="*/ 143 w 489"/>
                <a:gd name="T15" fmla="*/ 91 h 323"/>
                <a:gd name="T16" fmla="*/ 132 w 489"/>
                <a:gd name="T17" fmla="*/ 92 h 323"/>
                <a:gd name="T18" fmla="*/ 136 w 489"/>
                <a:gd name="T19" fmla="*/ 55 h 323"/>
                <a:gd name="T20" fmla="*/ 139 w 489"/>
                <a:gd name="T21" fmla="*/ 44 h 323"/>
                <a:gd name="T22" fmla="*/ 116 w 489"/>
                <a:gd name="T23" fmla="*/ 47 h 323"/>
                <a:gd name="T24" fmla="*/ 130 w 489"/>
                <a:gd name="T25" fmla="*/ 37 h 323"/>
                <a:gd name="T26" fmla="*/ 118 w 489"/>
                <a:gd name="T27" fmla="*/ 37 h 323"/>
                <a:gd name="T28" fmla="*/ 114 w 489"/>
                <a:gd name="T29" fmla="*/ 40 h 323"/>
                <a:gd name="T30" fmla="*/ 104 w 489"/>
                <a:gd name="T31" fmla="*/ 41 h 323"/>
                <a:gd name="T32" fmla="*/ 107 w 489"/>
                <a:gd name="T33" fmla="*/ 28 h 323"/>
                <a:gd name="T34" fmla="*/ 133 w 489"/>
                <a:gd name="T35" fmla="*/ 28 h 323"/>
                <a:gd name="T36" fmla="*/ 121 w 489"/>
                <a:gd name="T37" fmla="*/ 30 h 323"/>
                <a:gd name="T38" fmla="*/ 116 w 489"/>
                <a:gd name="T39" fmla="*/ 23 h 323"/>
                <a:gd name="T40" fmla="*/ 103 w 489"/>
                <a:gd name="T41" fmla="*/ 25 h 323"/>
                <a:gd name="T42" fmla="*/ 122 w 489"/>
                <a:gd name="T43" fmla="*/ 21 h 323"/>
                <a:gd name="T44" fmla="*/ 387 w 489"/>
                <a:gd name="T45" fmla="*/ 51 h 323"/>
                <a:gd name="T46" fmla="*/ 454 w 489"/>
                <a:gd name="T47" fmla="*/ 288 h 323"/>
                <a:gd name="T48" fmla="*/ 352 w 489"/>
                <a:gd name="T49" fmla="*/ 306 h 323"/>
                <a:gd name="T50" fmla="*/ 233 w 489"/>
                <a:gd name="T51" fmla="*/ 309 h 323"/>
                <a:gd name="T52" fmla="*/ 187 w 489"/>
                <a:gd name="T53" fmla="*/ 307 h 323"/>
                <a:gd name="T54" fmla="*/ 87 w 489"/>
                <a:gd name="T55" fmla="*/ 291 h 323"/>
                <a:gd name="T56" fmla="*/ 74 w 489"/>
                <a:gd name="T57" fmla="*/ 243 h 323"/>
                <a:gd name="T58" fmla="*/ 29 w 489"/>
                <a:gd name="T59" fmla="*/ 218 h 323"/>
                <a:gd name="T60" fmla="*/ 4 w 489"/>
                <a:gd name="T61" fmla="*/ 215 h 323"/>
                <a:gd name="T62" fmla="*/ 18 w 489"/>
                <a:gd name="T63" fmla="*/ 202 h 323"/>
                <a:gd name="T64" fmla="*/ 20 w 489"/>
                <a:gd name="T65" fmla="*/ 188 h 323"/>
                <a:gd name="T66" fmla="*/ 20 w 489"/>
                <a:gd name="T67" fmla="*/ 178 h 323"/>
                <a:gd name="T68" fmla="*/ 20 w 489"/>
                <a:gd name="T69" fmla="*/ 165 h 323"/>
                <a:gd name="T70" fmla="*/ 15 w 489"/>
                <a:gd name="T71" fmla="*/ 149 h 323"/>
                <a:gd name="T72" fmla="*/ 11 w 489"/>
                <a:gd name="T73" fmla="*/ 123 h 323"/>
                <a:gd name="T74" fmla="*/ 0 w 489"/>
                <a:gd name="T75" fmla="*/ 62 h 323"/>
                <a:gd name="T76" fmla="*/ 20 w 489"/>
                <a:gd name="T77" fmla="*/ 37 h 323"/>
                <a:gd name="T78" fmla="*/ 79 w 489"/>
                <a:gd name="T79" fmla="*/ 68 h 323"/>
                <a:gd name="T80" fmla="*/ 110 w 489"/>
                <a:gd name="T81" fmla="*/ 79 h 323"/>
                <a:gd name="T82" fmla="*/ 118 w 489"/>
                <a:gd name="T83" fmla="*/ 82 h 323"/>
                <a:gd name="T84" fmla="*/ 110 w 489"/>
                <a:gd name="T85" fmla="*/ 113 h 323"/>
                <a:gd name="T86" fmla="*/ 95 w 489"/>
                <a:gd name="T87" fmla="*/ 120 h 323"/>
                <a:gd name="T88" fmla="*/ 101 w 489"/>
                <a:gd name="T89" fmla="*/ 118 h 323"/>
                <a:gd name="T90" fmla="*/ 131 w 489"/>
                <a:gd name="T91" fmla="*/ 104 h 323"/>
                <a:gd name="T92" fmla="*/ 122 w 489"/>
                <a:gd name="T93" fmla="*/ 114 h 323"/>
                <a:gd name="T94" fmla="*/ 124 w 489"/>
                <a:gd name="T95" fmla="*/ 129 h 323"/>
                <a:gd name="T96" fmla="*/ 115 w 489"/>
                <a:gd name="T97" fmla="*/ 140 h 323"/>
                <a:gd name="T98" fmla="*/ 103 w 489"/>
                <a:gd name="T99" fmla="*/ 156 h 323"/>
                <a:gd name="T100" fmla="*/ 85 w 489"/>
                <a:gd name="T101" fmla="*/ 155 h 323"/>
                <a:gd name="T102" fmla="*/ 92 w 489"/>
                <a:gd name="T103" fmla="*/ 161 h 323"/>
                <a:gd name="T104" fmla="*/ 102 w 489"/>
                <a:gd name="T105" fmla="*/ 158 h 323"/>
                <a:gd name="T106" fmla="*/ 133 w 489"/>
                <a:gd name="T107" fmla="*/ 147 h 323"/>
                <a:gd name="T108" fmla="*/ 133 w 489"/>
                <a:gd name="T109" fmla="*/ 120 h 323"/>
                <a:gd name="T110" fmla="*/ 149 w 489"/>
                <a:gd name="T111" fmla="*/ 95 h 323"/>
                <a:gd name="T112" fmla="*/ 142 w 489"/>
                <a:gd name="T113" fmla="*/ 73 h 323"/>
                <a:gd name="T114" fmla="*/ 144 w 489"/>
                <a:gd name="T115" fmla="*/ 70 h 323"/>
                <a:gd name="T116" fmla="*/ 136 w 489"/>
                <a:gd name="T117" fmla="*/ 54 h 323"/>
                <a:gd name="T118" fmla="*/ 142 w 489"/>
                <a:gd name="T119" fmla="*/ 52 h 323"/>
                <a:gd name="T120" fmla="*/ 146 w 489"/>
                <a:gd name="T121" fmla="*/ 33 h 323"/>
                <a:gd name="T122" fmla="*/ 133 w 489"/>
                <a:gd name="T123" fmla="*/ 14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9" h="323">
                  <a:moveTo>
                    <a:pt x="16" y="195"/>
                  </a:moveTo>
                  <a:lnTo>
                    <a:pt x="16" y="195"/>
                  </a:lnTo>
                  <a:lnTo>
                    <a:pt x="16" y="197"/>
                  </a:lnTo>
                  <a:lnTo>
                    <a:pt x="16" y="198"/>
                  </a:lnTo>
                  <a:lnTo>
                    <a:pt x="17" y="199"/>
                  </a:lnTo>
                  <a:lnTo>
                    <a:pt x="17" y="199"/>
                  </a:lnTo>
                  <a:lnTo>
                    <a:pt x="17" y="201"/>
                  </a:lnTo>
                  <a:lnTo>
                    <a:pt x="16" y="202"/>
                  </a:lnTo>
                  <a:lnTo>
                    <a:pt x="16" y="202"/>
                  </a:lnTo>
                  <a:lnTo>
                    <a:pt x="15" y="200"/>
                  </a:lnTo>
                  <a:lnTo>
                    <a:pt x="14" y="199"/>
                  </a:lnTo>
                  <a:lnTo>
                    <a:pt x="15" y="198"/>
                  </a:lnTo>
                  <a:lnTo>
                    <a:pt x="15" y="198"/>
                  </a:lnTo>
                  <a:lnTo>
                    <a:pt x="15" y="197"/>
                  </a:lnTo>
                  <a:lnTo>
                    <a:pt x="15" y="195"/>
                  </a:lnTo>
                  <a:lnTo>
                    <a:pt x="15" y="195"/>
                  </a:lnTo>
                  <a:lnTo>
                    <a:pt x="16" y="195"/>
                  </a:lnTo>
                  <a:close/>
                  <a:moveTo>
                    <a:pt x="107" y="156"/>
                  </a:moveTo>
                  <a:lnTo>
                    <a:pt x="108" y="156"/>
                  </a:lnTo>
                  <a:lnTo>
                    <a:pt x="109" y="156"/>
                  </a:lnTo>
                  <a:lnTo>
                    <a:pt x="109" y="157"/>
                  </a:lnTo>
                  <a:lnTo>
                    <a:pt x="109" y="158"/>
                  </a:lnTo>
                  <a:lnTo>
                    <a:pt x="109" y="159"/>
                  </a:lnTo>
                  <a:lnTo>
                    <a:pt x="109" y="161"/>
                  </a:lnTo>
                  <a:lnTo>
                    <a:pt x="108" y="161"/>
                  </a:lnTo>
                  <a:lnTo>
                    <a:pt x="107" y="161"/>
                  </a:lnTo>
                  <a:lnTo>
                    <a:pt x="107" y="161"/>
                  </a:lnTo>
                  <a:lnTo>
                    <a:pt x="106" y="161"/>
                  </a:lnTo>
                  <a:lnTo>
                    <a:pt x="106" y="161"/>
                  </a:lnTo>
                  <a:lnTo>
                    <a:pt x="104" y="159"/>
                  </a:lnTo>
                  <a:lnTo>
                    <a:pt x="104" y="159"/>
                  </a:lnTo>
                  <a:lnTo>
                    <a:pt x="104" y="158"/>
                  </a:lnTo>
                  <a:lnTo>
                    <a:pt x="106" y="158"/>
                  </a:lnTo>
                  <a:lnTo>
                    <a:pt x="106" y="157"/>
                  </a:lnTo>
                  <a:lnTo>
                    <a:pt x="107" y="157"/>
                  </a:lnTo>
                  <a:lnTo>
                    <a:pt x="107" y="156"/>
                  </a:lnTo>
                  <a:close/>
                  <a:moveTo>
                    <a:pt x="101" y="144"/>
                  </a:moveTo>
                  <a:lnTo>
                    <a:pt x="100" y="145"/>
                  </a:lnTo>
                  <a:lnTo>
                    <a:pt x="100" y="145"/>
                  </a:lnTo>
                  <a:lnTo>
                    <a:pt x="99" y="147"/>
                  </a:lnTo>
                  <a:lnTo>
                    <a:pt x="99" y="148"/>
                  </a:lnTo>
                  <a:lnTo>
                    <a:pt x="99" y="149"/>
                  </a:lnTo>
                  <a:lnTo>
                    <a:pt x="99" y="150"/>
                  </a:lnTo>
                  <a:lnTo>
                    <a:pt x="100" y="151"/>
                  </a:lnTo>
                  <a:lnTo>
                    <a:pt x="99" y="152"/>
                  </a:lnTo>
                  <a:lnTo>
                    <a:pt x="99" y="154"/>
                  </a:lnTo>
                  <a:lnTo>
                    <a:pt x="97" y="155"/>
                  </a:lnTo>
                  <a:lnTo>
                    <a:pt x="97" y="155"/>
                  </a:lnTo>
                  <a:lnTo>
                    <a:pt x="96" y="155"/>
                  </a:lnTo>
                  <a:lnTo>
                    <a:pt x="96" y="154"/>
                  </a:lnTo>
                  <a:lnTo>
                    <a:pt x="96" y="152"/>
                  </a:lnTo>
                  <a:lnTo>
                    <a:pt x="96" y="152"/>
                  </a:lnTo>
                  <a:lnTo>
                    <a:pt x="96" y="151"/>
                  </a:lnTo>
                  <a:lnTo>
                    <a:pt x="95" y="150"/>
                  </a:lnTo>
                  <a:lnTo>
                    <a:pt x="95" y="149"/>
                  </a:lnTo>
                  <a:lnTo>
                    <a:pt x="95" y="149"/>
                  </a:lnTo>
                  <a:lnTo>
                    <a:pt x="96" y="148"/>
                  </a:lnTo>
                  <a:lnTo>
                    <a:pt x="96" y="147"/>
                  </a:lnTo>
                  <a:lnTo>
                    <a:pt x="96" y="145"/>
                  </a:lnTo>
                  <a:lnTo>
                    <a:pt x="97" y="145"/>
                  </a:lnTo>
                  <a:lnTo>
                    <a:pt x="99" y="145"/>
                  </a:lnTo>
                  <a:lnTo>
                    <a:pt x="100" y="145"/>
                  </a:lnTo>
                  <a:lnTo>
                    <a:pt x="100" y="145"/>
                  </a:lnTo>
                  <a:lnTo>
                    <a:pt x="101" y="144"/>
                  </a:lnTo>
                  <a:close/>
                  <a:moveTo>
                    <a:pt x="129" y="133"/>
                  </a:moveTo>
                  <a:lnTo>
                    <a:pt x="129" y="134"/>
                  </a:lnTo>
                  <a:lnTo>
                    <a:pt x="129" y="134"/>
                  </a:lnTo>
                  <a:lnTo>
                    <a:pt x="129" y="135"/>
                  </a:lnTo>
                  <a:lnTo>
                    <a:pt x="129" y="136"/>
                  </a:lnTo>
                  <a:lnTo>
                    <a:pt x="129" y="136"/>
                  </a:lnTo>
                  <a:lnTo>
                    <a:pt x="129" y="139"/>
                  </a:lnTo>
                  <a:lnTo>
                    <a:pt x="129" y="140"/>
                  </a:lnTo>
                  <a:lnTo>
                    <a:pt x="130" y="141"/>
                  </a:lnTo>
                  <a:lnTo>
                    <a:pt x="130" y="142"/>
                  </a:lnTo>
                  <a:lnTo>
                    <a:pt x="131" y="142"/>
                  </a:lnTo>
                  <a:lnTo>
                    <a:pt x="132" y="143"/>
                  </a:lnTo>
                  <a:lnTo>
                    <a:pt x="132" y="143"/>
                  </a:lnTo>
                  <a:lnTo>
                    <a:pt x="129" y="144"/>
                  </a:lnTo>
                  <a:lnTo>
                    <a:pt x="126" y="145"/>
                  </a:lnTo>
                  <a:lnTo>
                    <a:pt x="125" y="147"/>
                  </a:lnTo>
                  <a:lnTo>
                    <a:pt x="125" y="145"/>
                  </a:lnTo>
                  <a:lnTo>
                    <a:pt x="125" y="144"/>
                  </a:lnTo>
                  <a:lnTo>
                    <a:pt x="126" y="143"/>
                  </a:lnTo>
                  <a:lnTo>
                    <a:pt x="126" y="143"/>
                  </a:lnTo>
                  <a:lnTo>
                    <a:pt x="128" y="143"/>
                  </a:lnTo>
                  <a:lnTo>
                    <a:pt x="128" y="142"/>
                  </a:lnTo>
                  <a:lnTo>
                    <a:pt x="128" y="141"/>
                  </a:lnTo>
                  <a:lnTo>
                    <a:pt x="126" y="141"/>
                  </a:lnTo>
                  <a:lnTo>
                    <a:pt x="126" y="142"/>
                  </a:lnTo>
                  <a:lnTo>
                    <a:pt x="125" y="142"/>
                  </a:lnTo>
                  <a:lnTo>
                    <a:pt x="125" y="142"/>
                  </a:lnTo>
                  <a:lnTo>
                    <a:pt x="124" y="143"/>
                  </a:lnTo>
                  <a:lnTo>
                    <a:pt x="124" y="144"/>
                  </a:lnTo>
                  <a:lnTo>
                    <a:pt x="124" y="145"/>
                  </a:lnTo>
                  <a:lnTo>
                    <a:pt x="123" y="145"/>
                  </a:lnTo>
                  <a:lnTo>
                    <a:pt x="123" y="147"/>
                  </a:lnTo>
                  <a:lnTo>
                    <a:pt x="123" y="145"/>
                  </a:lnTo>
                  <a:lnTo>
                    <a:pt x="122" y="145"/>
                  </a:lnTo>
                  <a:lnTo>
                    <a:pt x="122" y="144"/>
                  </a:lnTo>
                  <a:lnTo>
                    <a:pt x="122" y="143"/>
                  </a:lnTo>
                  <a:lnTo>
                    <a:pt x="122" y="143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24" y="136"/>
                  </a:lnTo>
                  <a:lnTo>
                    <a:pt x="125" y="135"/>
                  </a:lnTo>
                  <a:lnTo>
                    <a:pt x="126" y="134"/>
                  </a:lnTo>
                  <a:lnTo>
                    <a:pt x="128" y="133"/>
                  </a:lnTo>
                  <a:lnTo>
                    <a:pt x="129" y="133"/>
                  </a:lnTo>
                  <a:close/>
                  <a:moveTo>
                    <a:pt x="126" y="113"/>
                  </a:moveTo>
                  <a:lnTo>
                    <a:pt x="128" y="114"/>
                  </a:lnTo>
                  <a:lnTo>
                    <a:pt x="128" y="114"/>
                  </a:lnTo>
                  <a:lnTo>
                    <a:pt x="129" y="115"/>
                  </a:lnTo>
                  <a:lnTo>
                    <a:pt x="129" y="115"/>
                  </a:lnTo>
                  <a:lnTo>
                    <a:pt x="129" y="119"/>
                  </a:lnTo>
                  <a:lnTo>
                    <a:pt x="129" y="120"/>
                  </a:lnTo>
                  <a:lnTo>
                    <a:pt x="129" y="120"/>
                  </a:lnTo>
                  <a:lnTo>
                    <a:pt x="129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23"/>
                  </a:lnTo>
                  <a:lnTo>
                    <a:pt x="128" y="125"/>
                  </a:lnTo>
                  <a:lnTo>
                    <a:pt x="129" y="125"/>
                  </a:lnTo>
                  <a:lnTo>
                    <a:pt x="129" y="125"/>
                  </a:lnTo>
                  <a:lnTo>
                    <a:pt x="128" y="126"/>
                  </a:lnTo>
                  <a:lnTo>
                    <a:pt x="128" y="126"/>
                  </a:lnTo>
                  <a:lnTo>
                    <a:pt x="126" y="126"/>
                  </a:lnTo>
                  <a:lnTo>
                    <a:pt x="125" y="123"/>
                  </a:lnTo>
                  <a:lnTo>
                    <a:pt x="124" y="123"/>
                  </a:lnTo>
                  <a:lnTo>
                    <a:pt x="123" y="123"/>
                  </a:lnTo>
                  <a:lnTo>
                    <a:pt x="123" y="122"/>
                  </a:lnTo>
                  <a:lnTo>
                    <a:pt x="124" y="121"/>
                  </a:lnTo>
                  <a:lnTo>
                    <a:pt x="124" y="120"/>
                  </a:lnTo>
                  <a:lnTo>
                    <a:pt x="124" y="120"/>
                  </a:lnTo>
                  <a:lnTo>
                    <a:pt x="124" y="119"/>
                  </a:lnTo>
                  <a:lnTo>
                    <a:pt x="124" y="118"/>
                  </a:lnTo>
                  <a:lnTo>
                    <a:pt x="124" y="116"/>
                  </a:lnTo>
                  <a:lnTo>
                    <a:pt x="125" y="115"/>
                  </a:lnTo>
                  <a:lnTo>
                    <a:pt x="125" y="115"/>
                  </a:lnTo>
                  <a:lnTo>
                    <a:pt x="126" y="114"/>
                  </a:lnTo>
                  <a:lnTo>
                    <a:pt x="126" y="113"/>
                  </a:lnTo>
                  <a:lnTo>
                    <a:pt x="126" y="113"/>
                  </a:lnTo>
                  <a:close/>
                  <a:moveTo>
                    <a:pt x="123" y="79"/>
                  </a:moveTo>
                  <a:lnTo>
                    <a:pt x="123" y="79"/>
                  </a:lnTo>
                  <a:lnTo>
                    <a:pt x="124" y="79"/>
                  </a:lnTo>
                  <a:lnTo>
                    <a:pt x="124" y="82"/>
                  </a:lnTo>
                  <a:lnTo>
                    <a:pt x="124" y="84"/>
                  </a:lnTo>
                  <a:lnTo>
                    <a:pt x="124" y="86"/>
                  </a:lnTo>
                  <a:lnTo>
                    <a:pt x="124" y="87"/>
                  </a:lnTo>
                  <a:lnTo>
                    <a:pt x="122" y="87"/>
                  </a:lnTo>
                  <a:lnTo>
                    <a:pt x="122" y="85"/>
                  </a:lnTo>
                  <a:lnTo>
                    <a:pt x="121" y="84"/>
                  </a:lnTo>
                  <a:lnTo>
                    <a:pt x="121" y="83"/>
                  </a:lnTo>
                  <a:lnTo>
                    <a:pt x="121" y="80"/>
                  </a:lnTo>
                  <a:lnTo>
                    <a:pt x="122" y="80"/>
                  </a:lnTo>
                  <a:lnTo>
                    <a:pt x="122" y="80"/>
                  </a:lnTo>
                  <a:lnTo>
                    <a:pt x="122" y="80"/>
                  </a:lnTo>
                  <a:lnTo>
                    <a:pt x="122" y="83"/>
                  </a:lnTo>
                  <a:lnTo>
                    <a:pt x="122" y="83"/>
                  </a:lnTo>
                  <a:lnTo>
                    <a:pt x="123" y="84"/>
                  </a:lnTo>
                  <a:lnTo>
                    <a:pt x="123" y="83"/>
                  </a:lnTo>
                  <a:lnTo>
                    <a:pt x="123" y="80"/>
                  </a:lnTo>
                  <a:lnTo>
                    <a:pt x="122" y="79"/>
                  </a:lnTo>
                  <a:lnTo>
                    <a:pt x="123" y="79"/>
                  </a:lnTo>
                  <a:close/>
                  <a:moveTo>
                    <a:pt x="136" y="55"/>
                  </a:moveTo>
                  <a:lnTo>
                    <a:pt x="136" y="56"/>
                  </a:lnTo>
                  <a:lnTo>
                    <a:pt x="136" y="57"/>
                  </a:lnTo>
                  <a:lnTo>
                    <a:pt x="136" y="57"/>
                  </a:lnTo>
                  <a:lnTo>
                    <a:pt x="136" y="59"/>
                  </a:lnTo>
                  <a:lnTo>
                    <a:pt x="139" y="63"/>
                  </a:lnTo>
                  <a:lnTo>
                    <a:pt x="139" y="65"/>
                  </a:lnTo>
                  <a:lnTo>
                    <a:pt x="138" y="66"/>
                  </a:lnTo>
                  <a:lnTo>
                    <a:pt x="137" y="66"/>
                  </a:lnTo>
                  <a:lnTo>
                    <a:pt x="136" y="65"/>
                  </a:lnTo>
                  <a:lnTo>
                    <a:pt x="136" y="64"/>
                  </a:lnTo>
                  <a:lnTo>
                    <a:pt x="135" y="63"/>
                  </a:lnTo>
                  <a:lnTo>
                    <a:pt x="133" y="64"/>
                  </a:lnTo>
                  <a:lnTo>
                    <a:pt x="132" y="65"/>
                  </a:lnTo>
                  <a:lnTo>
                    <a:pt x="131" y="66"/>
                  </a:lnTo>
                  <a:lnTo>
                    <a:pt x="131" y="64"/>
                  </a:lnTo>
                  <a:lnTo>
                    <a:pt x="130" y="65"/>
                  </a:lnTo>
                  <a:lnTo>
                    <a:pt x="130" y="66"/>
                  </a:lnTo>
                  <a:lnTo>
                    <a:pt x="130" y="68"/>
                  </a:lnTo>
                  <a:lnTo>
                    <a:pt x="129" y="68"/>
                  </a:lnTo>
                  <a:lnTo>
                    <a:pt x="125" y="68"/>
                  </a:lnTo>
                  <a:lnTo>
                    <a:pt x="125" y="69"/>
                  </a:lnTo>
                  <a:lnTo>
                    <a:pt x="126" y="69"/>
                  </a:lnTo>
                  <a:lnTo>
                    <a:pt x="129" y="69"/>
                  </a:lnTo>
                  <a:lnTo>
                    <a:pt x="129" y="70"/>
                  </a:lnTo>
                  <a:lnTo>
                    <a:pt x="130" y="71"/>
                  </a:lnTo>
                  <a:lnTo>
                    <a:pt x="131" y="71"/>
                  </a:lnTo>
                  <a:lnTo>
                    <a:pt x="132" y="72"/>
                  </a:lnTo>
                  <a:lnTo>
                    <a:pt x="133" y="73"/>
                  </a:lnTo>
                  <a:lnTo>
                    <a:pt x="133" y="76"/>
                  </a:lnTo>
                  <a:lnTo>
                    <a:pt x="133" y="79"/>
                  </a:lnTo>
                  <a:lnTo>
                    <a:pt x="132" y="84"/>
                  </a:lnTo>
                  <a:lnTo>
                    <a:pt x="132" y="89"/>
                  </a:lnTo>
                  <a:lnTo>
                    <a:pt x="132" y="90"/>
                  </a:lnTo>
                  <a:lnTo>
                    <a:pt x="133" y="89"/>
                  </a:lnTo>
                  <a:lnTo>
                    <a:pt x="135" y="87"/>
                  </a:lnTo>
                  <a:lnTo>
                    <a:pt x="135" y="85"/>
                  </a:lnTo>
                  <a:lnTo>
                    <a:pt x="135" y="83"/>
                  </a:lnTo>
                  <a:lnTo>
                    <a:pt x="136" y="83"/>
                  </a:lnTo>
                  <a:lnTo>
                    <a:pt x="137" y="84"/>
                  </a:lnTo>
                  <a:lnTo>
                    <a:pt x="137" y="85"/>
                  </a:lnTo>
                  <a:lnTo>
                    <a:pt x="138" y="86"/>
                  </a:lnTo>
                  <a:lnTo>
                    <a:pt x="143" y="91"/>
                  </a:lnTo>
                  <a:lnTo>
                    <a:pt x="143" y="92"/>
                  </a:lnTo>
                  <a:lnTo>
                    <a:pt x="143" y="94"/>
                  </a:lnTo>
                  <a:lnTo>
                    <a:pt x="144" y="95"/>
                  </a:lnTo>
                  <a:lnTo>
                    <a:pt x="144" y="97"/>
                  </a:lnTo>
                  <a:lnTo>
                    <a:pt x="143" y="97"/>
                  </a:lnTo>
                  <a:lnTo>
                    <a:pt x="143" y="97"/>
                  </a:lnTo>
                  <a:lnTo>
                    <a:pt x="142" y="99"/>
                  </a:lnTo>
                  <a:lnTo>
                    <a:pt x="140" y="99"/>
                  </a:lnTo>
                  <a:lnTo>
                    <a:pt x="140" y="99"/>
                  </a:lnTo>
                  <a:lnTo>
                    <a:pt x="140" y="100"/>
                  </a:lnTo>
                  <a:lnTo>
                    <a:pt x="139" y="99"/>
                  </a:lnTo>
                  <a:lnTo>
                    <a:pt x="139" y="99"/>
                  </a:lnTo>
                  <a:lnTo>
                    <a:pt x="139" y="99"/>
                  </a:lnTo>
                  <a:lnTo>
                    <a:pt x="139" y="98"/>
                  </a:lnTo>
                  <a:lnTo>
                    <a:pt x="138" y="99"/>
                  </a:lnTo>
                  <a:lnTo>
                    <a:pt x="137" y="99"/>
                  </a:lnTo>
                  <a:lnTo>
                    <a:pt x="137" y="98"/>
                  </a:lnTo>
                  <a:lnTo>
                    <a:pt x="137" y="97"/>
                  </a:lnTo>
                  <a:lnTo>
                    <a:pt x="137" y="94"/>
                  </a:lnTo>
                  <a:lnTo>
                    <a:pt x="137" y="92"/>
                  </a:lnTo>
                  <a:lnTo>
                    <a:pt x="136" y="92"/>
                  </a:lnTo>
                  <a:lnTo>
                    <a:pt x="136" y="92"/>
                  </a:lnTo>
                  <a:lnTo>
                    <a:pt x="133" y="92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2" y="92"/>
                  </a:lnTo>
                  <a:lnTo>
                    <a:pt x="131" y="91"/>
                  </a:lnTo>
                  <a:lnTo>
                    <a:pt x="131" y="91"/>
                  </a:lnTo>
                  <a:lnTo>
                    <a:pt x="130" y="89"/>
                  </a:lnTo>
                  <a:lnTo>
                    <a:pt x="130" y="87"/>
                  </a:lnTo>
                  <a:lnTo>
                    <a:pt x="130" y="85"/>
                  </a:lnTo>
                  <a:lnTo>
                    <a:pt x="129" y="84"/>
                  </a:lnTo>
                  <a:lnTo>
                    <a:pt x="129" y="83"/>
                  </a:lnTo>
                  <a:lnTo>
                    <a:pt x="131" y="78"/>
                  </a:lnTo>
                  <a:lnTo>
                    <a:pt x="131" y="76"/>
                  </a:lnTo>
                  <a:lnTo>
                    <a:pt x="130" y="75"/>
                  </a:lnTo>
                  <a:lnTo>
                    <a:pt x="129" y="75"/>
                  </a:lnTo>
                  <a:lnTo>
                    <a:pt x="126" y="76"/>
                  </a:lnTo>
                  <a:lnTo>
                    <a:pt x="125" y="72"/>
                  </a:lnTo>
                  <a:lnTo>
                    <a:pt x="125" y="72"/>
                  </a:lnTo>
                  <a:lnTo>
                    <a:pt x="125" y="72"/>
                  </a:lnTo>
                  <a:lnTo>
                    <a:pt x="124" y="71"/>
                  </a:lnTo>
                  <a:lnTo>
                    <a:pt x="123" y="70"/>
                  </a:lnTo>
                  <a:lnTo>
                    <a:pt x="123" y="70"/>
                  </a:lnTo>
                  <a:lnTo>
                    <a:pt x="123" y="68"/>
                  </a:lnTo>
                  <a:lnTo>
                    <a:pt x="123" y="66"/>
                  </a:lnTo>
                  <a:lnTo>
                    <a:pt x="130" y="57"/>
                  </a:lnTo>
                  <a:lnTo>
                    <a:pt x="131" y="56"/>
                  </a:lnTo>
                  <a:lnTo>
                    <a:pt x="133" y="56"/>
                  </a:lnTo>
                  <a:lnTo>
                    <a:pt x="135" y="56"/>
                  </a:lnTo>
                  <a:lnTo>
                    <a:pt x="135" y="56"/>
                  </a:lnTo>
                  <a:lnTo>
                    <a:pt x="136" y="55"/>
                  </a:lnTo>
                  <a:close/>
                  <a:moveTo>
                    <a:pt x="124" y="42"/>
                  </a:moveTo>
                  <a:lnTo>
                    <a:pt x="125" y="42"/>
                  </a:lnTo>
                  <a:lnTo>
                    <a:pt x="125" y="43"/>
                  </a:lnTo>
                  <a:lnTo>
                    <a:pt x="125" y="43"/>
                  </a:lnTo>
                  <a:lnTo>
                    <a:pt x="125" y="43"/>
                  </a:lnTo>
                  <a:lnTo>
                    <a:pt x="125" y="43"/>
                  </a:lnTo>
                  <a:lnTo>
                    <a:pt x="125" y="44"/>
                  </a:lnTo>
                  <a:lnTo>
                    <a:pt x="124" y="46"/>
                  </a:lnTo>
                  <a:lnTo>
                    <a:pt x="124" y="46"/>
                  </a:lnTo>
                  <a:lnTo>
                    <a:pt x="123" y="46"/>
                  </a:lnTo>
                  <a:lnTo>
                    <a:pt x="123" y="46"/>
                  </a:lnTo>
                  <a:lnTo>
                    <a:pt x="123" y="46"/>
                  </a:lnTo>
                  <a:lnTo>
                    <a:pt x="123" y="44"/>
                  </a:lnTo>
                  <a:lnTo>
                    <a:pt x="123" y="44"/>
                  </a:lnTo>
                  <a:lnTo>
                    <a:pt x="123" y="44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2"/>
                  </a:lnTo>
                  <a:lnTo>
                    <a:pt x="124" y="42"/>
                  </a:lnTo>
                  <a:close/>
                  <a:moveTo>
                    <a:pt x="136" y="39"/>
                  </a:moveTo>
                  <a:lnTo>
                    <a:pt x="136" y="40"/>
                  </a:lnTo>
                  <a:lnTo>
                    <a:pt x="137" y="41"/>
                  </a:lnTo>
                  <a:lnTo>
                    <a:pt x="139" y="43"/>
                  </a:lnTo>
                  <a:lnTo>
                    <a:pt x="139" y="44"/>
                  </a:lnTo>
                  <a:lnTo>
                    <a:pt x="139" y="44"/>
                  </a:lnTo>
                  <a:lnTo>
                    <a:pt x="138" y="44"/>
                  </a:lnTo>
                  <a:lnTo>
                    <a:pt x="138" y="44"/>
                  </a:lnTo>
                  <a:lnTo>
                    <a:pt x="138" y="44"/>
                  </a:lnTo>
                  <a:lnTo>
                    <a:pt x="136" y="44"/>
                  </a:lnTo>
                  <a:lnTo>
                    <a:pt x="135" y="44"/>
                  </a:lnTo>
                  <a:lnTo>
                    <a:pt x="135" y="43"/>
                  </a:lnTo>
                  <a:lnTo>
                    <a:pt x="136" y="41"/>
                  </a:lnTo>
                  <a:lnTo>
                    <a:pt x="135" y="41"/>
                  </a:lnTo>
                  <a:lnTo>
                    <a:pt x="136" y="40"/>
                  </a:lnTo>
                  <a:lnTo>
                    <a:pt x="136" y="39"/>
                  </a:lnTo>
                  <a:close/>
                  <a:moveTo>
                    <a:pt x="121" y="37"/>
                  </a:moveTo>
                  <a:lnTo>
                    <a:pt x="122" y="41"/>
                  </a:lnTo>
                  <a:lnTo>
                    <a:pt x="122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7"/>
                  </a:lnTo>
                  <a:lnTo>
                    <a:pt x="122" y="48"/>
                  </a:lnTo>
                  <a:lnTo>
                    <a:pt x="123" y="47"/>
                  </a:lnTo>
                  <a:lnTo>
                    <a:pt x="124" y="48"/>
                  </a:lnTo>
                  <a:lnTo>
                    <a:pt x="123" y="49"/>
                  </a:lnTo>
                  <a:lnTo>
                    <a:pt x="123" y="50"/>
                  </a:lnTo>
                  <a:lnTo>
                    <a:pt x="122" y="51"/>
                  </a:lnTo>
                  <a:lnTo>
                    <a:pt x="118" y="50"/>
                  </a:lnTo>
                  <a:lnTo>
                    <a:pt x="118" y="48"/>
                  </a:lnTo>
                  <a:lnTo>
                    <a:pt x="118" y="48"/>
                  </a:lnTo>
                  <a:lnTo>
                    <a:pt x="116" y="47"/>
                  </a:lnTo>
                  <a:lnTo>
                    <a:pt x="116" y="47"/>
                  </a:lnTo>
                  <a:lnTo>
                    <a:pt x="116" y="44"/>
                  </a:lnTo>
                  <a:lnTo>
                    <a:pt x="116" y="43"/>
                  </a:lnTo>
                  <a:lnTo>
                    <a:pt x="117" y="42"/>
                  </a:lnTo>
                  <a:lnTo>
                    <a:pt x="118" y="42"/>
                  </a:lnTo>
                  <a:lnTo>
                    <a:pt x="118" y="41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39"/>
                  </a:lnTo>
                  <a:lnTo>
                    <a:pt x="121" y="39"/>
                  </a:lnTo>
                  <a:lnTo>
                    <a:pt x="121" y="37"/>
                  </a:lnTo>
                  <a:close/>
                  <a:moveTo>
                    <a:pt x="132" y="36"/>
                  </a:moveTo>
                  <a:lnTo>
                    <a:pt x="132" y="37"/>
                  </a:lnTo>
                  <a:lnTo>
                    <a:pt x="132" y="39"/>
                  </a:lnTo>
                  <a:lnTo>
                    <a:pt x="132" y="39"/>
                  </a:lnTo>
                  <a:lnTo>
                    <a:pt x="133" y="40"/>
                  </a:lnTo>
                  <a:lnTo>
                    <a:pt x="133" y="41"/>
                  </a:lnTo>
                  <a:lnTo>
                    <a:pt x="133" y="41"/>
                  </a:lnTo>
                  <a:lnTo>
                    <a:pt x="132" y="4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31" y="42"/>
                  </a:lnTo>
                  <a:lnTo>
                    <a:pt x="131" y="42"/>
                  </a:lnTo>
                  <a:lnTo>
                    <a:pt x="130" y="41"/>
                  </a:lnTo>
                  <a:lnTo>
                    <a:pt x="130" y="39"/>
                  </a:lnTo>
                  <a:lnTo>
                    <a:pt x="130" y="37"/>
                  </a:lnTo>
                  <a:lnTo>
                    <a:pt x="131" y="37"/>
                  </a:lnTo>
                  <a:lnTo>
                    <a:pt x="132" y="36"/>
                  </a:lnTo>
                  <a:close/>
                  <a:moveTo>
                    <a:pt x="133" y="35"/>
                  </a:moveTo>
                  <a:lnTo>
                    <a:pt x="135" y="35"/>
                  </a:lnTo>
                  <a:lnTo>
                    <a:pt x="135" y="36"/>
                  </a:lnTo>
                  <a:lnTo>
                    <a:pt x="136" y="36"/>
                  </a:lnTo>
                  <a:lnTo>
                    <a:pt x="135" y="37"/>
                  </a:lnTo>
                  <a:lnTo>
                    <a:pt x="135" y="36"/>
                  </a:lnTo>
                  <a:lnTo>
                    <a:pt x="133" y="35"/>
                  </a:lnTo>
                  <a:lnTo>
                    <a:pt x="133" y="35"/>
                  </a:lnTo>
                  <a:close/>
                  <a:moveTo>
                    <a:pt x="116" y="34"/>
                  </a:moveTo>
                  <a:lnTo>
                    <a:pt x="116" y="35"/>
                  </a:lnTo>
                  <a:lnTo>
                    <a:pt x="117" y="35"/>
                  </a:lnTo>
                  <a:lnTo>
                    <a:pt x="117" y="35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9" y="36"/>
                  </a:lnTo>
                  <a:lnTo>
                    <a:pt x="119" y="36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7" y="37"/>
                  </a:lnTo>
                  <a:lnTo>
                    <a:pt x="117" y="37"/>
                  </a:lnTo>
                  <a:lnTo>
                    <a:pt x="117" y="37"/>
                  </a:lnTo>
                  <a:lnTo>
                    <a:pt x="117" y="37"/>
                  </a:lnTo>
                  <a:lnTo>
                    <a:pt x="117" y="39"/>
                  </a:lnTo>
                  <a:lnTo>
                    <a:pt x="116" y="39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6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2" y="35"/>
                  </a:lnTo>
                  <a:lnTo>
                    <a:pt x="112" y="35"/>
                  </a:lnTo>
                  <a:lnTo>
                    <a:pt x="114" y="35"/>
                  </a:lnTo>
                  <a:lnTo>
                    <a:pt x="116" y="34"/>
                  </a:lnTo>
                  <a:close/>
                  <a:moveTo>
                    <a:pt x="107" y="30"/>
                  </a:moveTo>
                  <a:lnTo>
                    <a:pt x="108" y="32"/>
                  </a:lnTo>
                  <a:lnTo>
                    <a:pt x="108" y="33"/>
                  </a:lnTo>
                  <a:lnTo>
                    <a:pt x="109" y="34"/>
                  </a:lnTo>
                  <a:lnTo>
                    <a:pt x="110" y="35"/>
                  </a:lnTo>
                  <a:lnTo>
                    <a:pt x="112" y="36"/>
                  </a:lnTo>
                  <a:lnTo>
                    <a:pt x="112" y="39"/>
                  </a:lnTo>
                  <a:lnTo>
                    <a:pt x="115" y="40"/>
                  </a:lnTo>
                  <a:lnTo>
                    <a:pt x="114" y="40"/>
                  </a:lnTo>
                  <a:lnTo>
                    <a:pt x="114" y="41"/>
                  </a:lnTo>
                  <a:lnTo>
                    <a:pt x="112" y="41"/>
                  </a:lnTo>
                  <a:lnTo>
                    <a:pt x="112" y="41"/>
                  </a:lnTo>
                  <a:lnTo>
                    <a:pt x="111" y="41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2" y="44"/>
                  </a:lnTo>
                  <a:lnTo>
                    <a:pt x="112" y="44"/>
                  </a:lnTo>
                  <a:lnTo>
                    <a:pt x="112" y="46"/>
                  </a:lnTo>
                  <a:lnTo>
                    <a:pt x="114" y="46"/>
                  </a:lnTo>
                  <a:lnTo>
                    <a:pt x="114" y="47"/>
                  </a:lnTo>
                  <a:lnTo>
                    <a:pt x="112" y="46"/>
                  </a:lnTo>
                  <a:lnTo>
                    <a:pt x="112" y="46"/>
                  </a:lnTo>
                  <a:lnTo>
                    <a:pt x="111" y="46"/>
                  </a:lnTo>
                  <a:lnTo>
                    <a:pt x="110" y="46"/>
                  </a:lnTo>
                  <a:lnTo>
                    <a:pt x="110" y="46"/>
                  </a:lnTo>
                  <a:lnTo>
                    <a:pt x="109" y="44"/>
                  </a:lnTo>
                  <a:lnTo>
                    <a:pt x="109" y="44"/>
                  </a:lnTo>
                  <a:lnTo>
                    <a:pt x="109" y="43"/>
                  </a:lnTo>
                  <a:lnTo>
                    <a:pt x="108" y="43"/>
                  </a:lnTo>
                  <a:lnTo>
                    <a:pt x="108" y="42"/>
                  </a:lnTo>
                  <a:lnTo>
                    <a:pt x="107" y="42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0"/>
                  </a:lnTo>
                  <a:lnTo>
                    <a:pt x="103" y="39"/>
                  </a:lnTo>
                  <a:lnTo>
                    <a:pt x="103" y="36"/>
                  </a:lnTo>
                  <a:lnTo>
                    <a:pt x="103" y="34"/>
                  </a:lnTo>
                  <a:lnTo>
                    <a:pt x="103" y="33"/>
                  </a:lnTo>
                  <a:lnTo>
                    <a:pt x="103" y="32"/>
                  </a:lnTo>
                  <a:lnTo>
                    <a:pt x="104" y="30"/>
                  </a:lnTo>
                  <a:lnTo>
                    <a:pt x="107" y="30"/>
                  </a:lnTo>
                  <a:close/>
                  <a:moveTo>
                    <a:pt x="139" y="28"/>
                  </a:moveTo>
                  <a:lnTo>
                    <a:pt x="140" y="29"/>
                  </a:lnTo>
                  <a:lnTo>
                    <a:pt x="140" y="29"/>
                  </a:lnTo>
                  <a:lnTo>
                    <a:pt x="140" y="30"/>
                  </a:lnTo>
                  <a:lnTo>
                    <a:pt x="139" y="30"/>
                  </a:lnTo>
                  <a:lnTo>
                    <a:pt x="138" y="29"/>
                  </a:lnTo>
                  <a:lnTo>
                    <a:pt x="138" y="29"/>
                  </a:lnTo>
                  <a:lnTo>
                    <a:pt x="138" y="29"/>
                  </a:lnTo>
                  <a:lnTo>
                    <a:pt x="139" y="29"/>
                  </a:lnTo>
                  <a:lnTo>
                    <a:pt x="139" y="29"/>
                  </a:lnTo>
                  <a:lnTo>
                    <a:pt x="139" y="29"/>
                  </a:lnTo>
                  <a:lnTo>
                    <a:pt x="139" y="29"/>
                  </a:lnTo>
                  <a:lnTo>
                    <a:pt x="139" y="28"/>
                  </a:lnTo>
                  <a:lnTo>
                    <a:pt x="139" y="28"/>
                  </a:lnTo>
                  <a:close/>
                  <a:moveTo>
                    <a:pt x="106" y="27"/>
                  </a:moveTo>
                  <a:lnTo>
                    <a:pt x="106" y="28"/>
                  </a:lnTo>
                  <a:lnTo>
                    <a:pt x="106" y="28"/>
                  </a:lnTo>
                  <a:lnTo>
                    <a:pt x="107" y="28"/>
                  </a:lnTo>
                  <a:lnTo>
                    <a:pt x="108" y="28"/>
                  </a:lnTo>
                  <a:lnTo>
                    <a:pt x="108" y="29"/>
                  </a:lnTo>
                  <a:lnTo>
                    <a:pt x="108" y="29"/>
                  </a:lnTo>
                  <a:lnTo>
                    <a:pt x="108" y="29"/>
                  </a:lnTo>
                  <a:lnTo>
                    <a:pt x="108" y="29"/>
                  </a:lnTo>
                  <a:lnTo>
                    <a:pt x="107" y="28"/>
                  </a:lnTo>
                  <a:lnTo>
                    <a:pt x="106" y="28"/>
                  </a:lnTo>
                  <a:lnTo>
                    <a:pt x="104" y="28"/>
                  </a:lnTo>
                  <a:lnTo>
                    <a:pt x="106" y="27"/>
                  </a:lnTo>
                  <a:close/>
                  <a:moveTo>
                    <a:pt x="135" y="26"/>
                  </a:moveTo>
                  <a:lnTo>
                    <a:pt x="135" y="26"/>
                  </a:lnTo>
                  <a:lnTo>
                    <a:pt x="136" y="29"/>
                  </a:lnTo>
                  <a:lnTo>
                    <a:pt x="137" y="29"/>
                  </a:lnTo>
                  <a:lnTo>
                    <a:pt x="138" y="30"/>
                  </a:lnTo>
                  <a:lnTo>
                    <a:pt x="138" y="32"/>
                  </a:lnTo>
                  <a:lnTo>
                    <a:pt x="138" y="32"/>
                  </a:lnTo>
                  <a:lnTo>
                    <a:pt x="139" y="33"/>
                  </a:lnTo>
                  <a:lnTo>
                    <a:pt x="139" y="34"/>
                  </a:lnTo>
                  <a:lnTo>
                    <a:pt x="139" y="34"/>
                  </a:lnTo>
                  <a:lnTo>
                    <a:pt x="138" y="35"/>
                  </a:lnTo>
                  <a:lnTo>
                    <a:pt x="138" y="34"/>
                  </a:lnTo>
                  <a:lnTo>
                    <a:pt x="137" y="33"/>
                  </a:lnTo>
                  <a:lnTo>
                    <a:pt x="136" y="32"/>
                  </a:lnTo>
                  <a:lnTo>
                    <a:pt x="136" y="30"/>
                  </a:lnTo>
                  <a:lnTo>
                    <a:pt x="135" y="28"/>
                  </a:lnTo>
                  <a:lnTo>
                    <a:pt x="133" y="28"/>
                  </a:lnTo>
                  <a:lnTo>
                    <a:pt x="133" y="27"/>
                  </a:lnTo>
                  <a:lnTo>
                    <a:pt x="135" y="26"/>
                  </a:lnTo>
                  <a:close/>
                  <a:moveTo>
                    <a:pt x="122" y="26"/>
                  </a:moveTo>
                  <a:lnTo>
                    <a:pt x="123" y="26"/>
                  </a:lnTo>
                  <a:lnTo>
                    <a:pt x="125" y="26"/>
                  </a:lnTo>
                  <a:lnTo>
                    <a:pt x="131" y="32"/>
                  </a:lnTo>
                  <a:lnTo>
                    <a:pt x="130" y="33"/>
                  </a:lnTo>
                  <a:lnTo>
                    <a:pt x="130" y="33"/>
                  </a:lnTo>
                  <a:lnTo>
                    <a:pt x="128" y="34"/>
                  </a:lnTo>
                  <a:lnTo>
                    <a:pt x="126" y="34"/>
                  </a:lnTo>
                  <a:lnTo>
                    <a:pt x="126" y="35"/>
                  </a:lnTo>
                  <a:lnTo>
                    <a:pt x="126" y="35"/>
                  </a:lnTo>
                  <a:lnTo>
                    <a:pt x="125" y="35"/>
                  </a:lnTo>
                  <a:lnTo>
                    <a:pt x="125" y="35"/>
                  </a:lnTo>
                  <a:lnTo>
                    <a:pt x="124" y="34"/>
                  </a:lnTo>
                  <a:lnTo>
                    <a:pt x="123" y="32"/>
                  </a:lnTo>
                  <a:lnTo>
                    <a:pt x="123" y="28"/>
                  </a:lnTo>
                  <a:lnTo>
                    <a:pt x="123" y="28"/>
                  </a:lnTo>
                  <a:lnTo>
                    <a:pt x="123" y="27"/>
                  </a:lnTo>
                  <a:lnTo>
                    <a:pt x="122" y="27"/>
                  </a:lnTo>
                  <a:lnTo>
                    <a:pt x="122" y="27"/>
                  </a:lnTo>
                  <a:lnTo>
                    <a:pt x="122" y="27"/>
                  </a:lnTo>
                  <a:lnTo>
                    <a:pt x="121" y="28"/>
                  </a:lnTo>
                  <a:lnTo>
                    <a:pt x="122" y="29"/>
                  </a:lnTo>
                  <a:lnTo>
                    <a:pt x="121" y="29"/>
                  </a:lnTo>
                  <a:lnTo>
                    <a:pt x="121" y="30"/>
                  </a:lnTo>
                  <a:lnTo>
                    <a:pt x="123" y="35"/>
                  </a:lnTo>
                  <a:lnTo>
                    <a:pt x="122" y="36"/>
                  </a:lnTo>
                  <a:lnTo>
                    <a:pt x="121" y="36"/>
                  </a:lnTo>
                  <a:lnTo>
                    <a:pt x="119" y="35"/>
                  </a:lnTo>
                  <a:lnTo>
                    <a:pt x="118" y="35"/>
                  </a:lnTo>
                  <a:lnTo>
                    <a:pt x="118" y="34"/>
                  </a:lnTo>
                  <a:lnTo>
                    <a:pt x="118" y="33"/>
                  </a:lnTo>
                  <a:lnTo>
                    <a:pt x="117" y="33"/>
                  </a:lnTo>
                  <a:lnTo>
                    <a:pt x="117" y="32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6" y="32"/>
                  </a:lnTo>
                  <a:lnTo>
                    <a:pt x="115" y="33"/>
                  </a:lnTo>
                  <a:lnTo>
                    <a:pt x="115" y="34"/>
                  </a:lnTo>
                  <a:lnTo>
                    <a:pt x="114" y="33"/>
                  </a:lnTo>
                  <a:lnTo>
                    <a:pt x="114" y="32"/>
                  </a:lnTo>
                  <a:lnTo>
                    <a:pt x="112" y="32"/>
                  </a:lnTo>
                  <a:lnTo>
                    <a:pt x="114" y="30"/>
                  </a:lnTo>
                  <a:lnTo>
                    <a:pt x="114" y="29"/>
                  </a:lnTo>
                  <a:lnTo>
                    <a:pt x="116" y="28"/>
                  </a:lnTo>
                  <a:lnTo>
                    <a:pt x="116" y="28"/>
                  </a:lnTo>
                  <a:lnTo>
                    <a:pt x="117" y="28"/>
                  </a:lnTo>
                  <a:lnTo>
                    <a:pt x="121" y="26"/>
                  </a:lnTo>
                  <a:lnTo>
                    <a:pt x="122" y="26"/>
                  </a:lnTo>
                  <a:close/>
                  <a:moveTo>
                    <a:pt x="114" y="23"/>
                  </a:moveTo>
                  <a:lnTo>
                    <a:pt x="116" y="23"/>
                  </a:lnTo>
                  <a:lnTo>
                    <a:pt x="116" y="23"/>
                  </a:lnTo>
                  <a:lnTo>
                    <a:pt x="116" y="26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4" y="27"/>
                  </a:lnTo>
                  <a:lnTo>
                    <a:pt x="112" y="27"/>
                  </a:lnTo>
                  <a:lnTo>
                    <a:pt x="114" y="26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3"/>
                  </a:lnTo>
                  <a:lnTo>
                    <a:pt x="114" y="23"/>
                  </a:lnTo>
                  <a:lnTo>
                    <a:pt x="114" y="23"/>
                  </a:lnTo>
                  <a:close/>
                  <a:moveTo>
                    <a:pt x="102" y="23"/>
                  </a:moveTo>
                  <a:lnTo>
                    <a:pt x="102" y="23"/>
                  </a:lnTo>
                  <a:lnTo>
                    <a:pt x="103" y="23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6" y="25"/>
                  </a:lnTo>
                  <a:lnTo>
                    <a:pt x="106" y="26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4" y="25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3" y="26"/>
                  </a:lnTo>
                  <a:lnTo>
                    <a:pt x="101" y="23"/>
                  </a:lnTo>
                  <a:lnTo>
                    <a:pt x="101" y="23"/>
                  </a:lnTo>
                  <a:lnTo>
                    <a:pt x="102" y="23"/>
                  </a:lnTo>
                  <a:close/>
                  <a:moveTo>
                    <a:pt x="123" y="20"/>
                  </a:moveTo>
                  <a:lnTo>
                    <a:pt x="124" y="21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23" y="21"/>
                  </a:lnTo>
                  <a:lnTo>
                    <a:pt x="123" y="21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4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2" y="21"/>
                  </a:lnTo>
                  <a:lnTo>
                    <a:pt x="123" y="20"/>
                  </a:lnTo>
                  <a:close/>
                  <a:moveTo>
                    <a:pt x="136" y="4"/>
                  </a:moveTo>
                  <a:lnTo>
                    <a:pt x="143" y="5"/>
                  </a:lnTo>
                  <a:lnTo>
                    <a:pt x="155" y="8"/>
                  </a:lnTo>
                  <a:lnTo>
                    <a:pt x="169" y="11"/>
                  </a:lnTo>
                  <a:lnTo>
                    <a:pt x="183" y="14"/>
                  </a:lnTo>
                  <a:lnTo>
                    <a:pt x="196" y="16"/>
                  </a:lnTo>
                  <a:lnTo>
                    <a:pt x="210" y="19"/>
                  </a:lnTo>
                  <a:lnTo>
                    <a:pt x="223" y="21"/>
                  </a:lnTo>
                  <a:lnTo>
                    <a:pt x="237" y="25"/>
                  </a:lnTo>
                  <a:lnTo>
                    <a:pt x="251" y="27"/>
                  </a:lnTo>
                  <a:lnTo>
                    <a:pt x="264" y="29"/>
                  </a:lnTo>
                  <a:lnTo>
                    <a:pt x="277" y="32"/>
                  </a:lnTo>
                  <a:lnTo>
                    <a:pt x="291" y="34"/>
                  </a:lnTo>
                  <a:lnTo>
                    <a:pt x="304" y="37"/>
                  </a:lnTo>
                  <a:lnTo>
                    <a:pt x="318" y="40"/>
                  </a:lnTo>
                  <a:lnTo>
                    <a:pt x="332" y="42"/>
                  </a:lnTo>
                  <a:lnTo>
                    <a:pt x="345" y="44"/>
                  </a:lnTo>
                  <a:lnTo>
                    <a:pt x="359" y="47"/>
                  </a:lnTo>
                  <a:lnTo>
                    <a:pt x="373" y="49"/>
                  </a:lnTo>
                  <a:lnTo>
                    <a:pt x="387" y="51"/>
                  </a:lnTo>
                  <a:lnTo>
                    <a:pt x="399" y="54"/>
                  </a:lnTo>
                  <a:lnTo>
                    <a:pt x="413" y="56"/>
                  </a:lnTo>
                  <a:lnTo>
                    <a:pt x="427" y="58"/>
                  </a:lnTo>
                  <a:lnTo>
                    <a:pt x="440" y="61"/>
                  </a:lnTo>
                  <a:lnTo>
                    <a:pt x="454" y="63"/>
                  </a:lnTo>
                  <a:lnTo>
                    <a:pt x="468" y="65"/>
                  </a:lnTo>
                  <a:lnTo>
                    <a:pt x="481" y="66"/>
                  </a:lnTo>
                  <a:lnTo>
                    <a:pt x="489" y="68"/>
                  </a:lnTo>
                  <a:lnTo>
                    <a:pt x="487" y="82"/>
                  </a:lnTo>
                  <a:lnTo>
                    <a:pt x="484" y="94"/>
                  </a:lnTo>
                  <a:lnTo>
                    <a:pt x="483" y="108"/>
                  </a:lnTo>
                  <a:lnTo>
                    <a:pt x="481" y="121"/>
                  </a:lnTo>
                  <a:lnTo>
                    <a:pt x="478" y="135"/>
                  </a:lnTo>
                  <a:lnTo>
                    <a:pt x="476" y="148"/>
                  </a:lnTo>
                  <a:lnTo>
                    <a:pt x="475" y="162"/>
                  </a:lnTo>
                  <a:lnTo>
                    <a:pt x="473" y="175"/>
                  </a:lnTo>
                  <a:lnTo>
                    <a:pt x="470" y="188"/>
                  </a:lnTo>
                  <a:lnTo>
                    <a:pt x="469" y="202"/>
                  </a:lnTo>
                  <a:lnTo>
                    <a:pt x="467" y="215"/>
                  </a:lnTo>
                  <a:lnTo>
                    <a:pt x="465" y="229"/>
                  </a:lnTo>
                  <a:lnTo>
                    <a:pt x="462" y="242"/>
                  </a:lnTo>
                  <a:lnTo>
                    <a:pt x="460" y="256"/>
                  </a:lnTo>
                  <a:lnTo>
                    <a:pt x="459" y="270"/>
                  </a:lnTo>
                  <a:lnTo>
                    <a:pt x="456" y="283"/>
                  </a:lnTo>
                  <a:lnTo>
                    <a:pt x="456" y="285"/>
                  </a:lnTo>
                  <a:lnTo>
                    <a:pt x="454" y="288"/>
                  </a:lnTo>
                  <a:lnTo>
                    <a:pt x="454" y="290"/>
                  </a:lnTo>
                  <a:lnTo>
                    <a:pt x="454" y="291"/>
                  </a:lnTo>
                  <a:lnTo>
                    <a:pt x="456" y="295"/>
                  </a:lnTo>
                  <a:lnTo>
                    <a:pt x="459" y="299"/>
                  </a:lnTo>
                  <a:lnTo>
                    <a:pt x="459" y="301"/>
                  </a:lnTo>
                  <a:lnTo>
                    <a:pt x="459" y="305"/>
                  </a:lnTo>
                  <a:lnTo>
                    <a:pt x="460" y="307"/>
                  </a:lnTo>
                  <a:lnTo>
                    <a:pt x="460" y="309"/>
                  </a:lnTo>
                  <a:lnTo>
                    <a:pt x="459" y="311"/>
                  </a:lnTo>
                  <a:lnTo>
                    <a:pt x="458" y="312"/>
                  </a:lnTo>
                  <a:lnTo>
                    <a:pt x="455" y="314"/>
                  </a:lnTo>
                  <a:lnTo>
                    <a:pt x="456" y="315"/>
                  </a:lnTo>
                  <a:lnTo>
                    <a:pt x="459" y="320"/>
                  </a:lnTo>
                  <a:lnTo>
                    <a:pt x="460" y="323"/>
                  </a:lnTo>
                  <a:lnTo>
                    <a:pt x="451" y="322"/>
                  </a:lnTo>
                  <a:lnTo>
                    <a:pt x="442" y="321"/>
                  </a:lnTo>
                  <a:lnTo>
                    <a:pt x="434" y="320"/>
                  </a:lnTo>
                  <a:lnTo>
                    <a:pt x="426" y="319"/>
                  </a:lnTo>
                  <a:lnTo>
                    <a:pt x="418" y="316"/>
                  </a:lnTo>
                  <a:lnTo>
                    <a:pt x="410" y="315"/>
                  </a:lnTo>
                  <a:lnTo>
                    <a:pt x="402" y="314"/>
                  </a:lnTo>
                  <a:lnTo>
                    <a:pt x="392" y="313"/>
                  </a:lnTo>
                  <a:lnTo>
                    <a:pt x="384" y="312"/>
                  </a:lnTo>
                  <a:lnTo>
                    <a:pt x="368" y="309"/>
                  </a:lnTo>
                  <a:lnTo>
                    <a:pt x="360" y="307"/>
                  </a:lnTo>
                  <a:lnTo>
                    <a:pt x="352" y="306"/>
                  </a:lnTo>
                  <a:lnTo>
                    <a:pt x="344" y="305"/>
                  </a:lnTo>
                  <a:lnTo>
                    <a:pt x="336" y="304"/>
                  </a:lnTo>
                  <a:lnTo>
                    <a:pt x="327" y="302"/>
                  </a:lnTo>
                  <a:lnTo>
                    <a:pt x="324" y="301"/>
                  </a:lnTo>
                  <a:lnTo>
                    <a:pt x="324" y="301"/>
                  </a:lnTo>
                  <a:lnTo>
                    <a:pt x="320" y="304"/>
                  </a:lnTo>
                  <a:lnTo>
                    <a:pt x="317" y="305"/>
                  </a:lnTo>
                  <a:lnTo>
                    <a:pt x="301" y="302"/>
                  </a:lnTo>
                  <a:lnTo>
                    <a:pt x="291" y="302"/>
                  </a:lnTo>
                  <a:lnTo>
                    <a:pt x="287" y="301"/>
                  </a:lnTo>
                  <a:lnTo>
                    <a:pt x="286" y="301"/>
                  </a:lnTo>
                  <a:lnTo>
                    <a:pt x="284" y="301"/>
                  </a:lnTo>
                  <a:lnTo>
                    <a:pt x="282" y="304"/>
                  </a:lnTo>
                  <a:lnTo>
                    <a:pt x="279" y="305"/>
                  </a:lnTo>
                  <a:lnTo>
                    <a:pt x="261" y="305"/>
                  </a:lnTo>
                  <a:lnTo>
                    <a:pt x="251" y="306"/>
                  </a:lnTo>
                  <a:lnTo>
                    <a:pt x="248" y="306"/>
                  </a:lnTo>
                  <a:lnTo>
                    <a:pt x="247" y="307"/>
                  </a:lnTo>
                  <a:lnTo>
                    <a:pt x="245" y="308"/>
                  </a:lnTo>
                  <a:lnTo>
                    <a:pt x="243" y="309"/>
                  </a:lnTo>
                  <a:lnTo>
                    <a:pt x="240" y="309"/>
                  </a:lnTo>
                  <a:lnTo>
                    <a:pt x="239" y="309"/>
                  </a:lnTo>
                  <a:lnTo>
                    <a:pt x="238" y="308"/>
                  </a:lnTo>
                  <a:lnTo>
                    <a:pt x="237" y="308"/>
                  </a:lnTo>
                  <a:lnTo>
                    <a:pt x="236" y="308"/>
                  </a:lnTo>
                  <a:lnTo>
                    <a:pt x="233" y="309"/>
                  </a:lnTo>
                  <a:lnTo>
                    <a:pt x="232" y="309"/>
                  </a:lnTo>
                  <a:lnTo>
                    <a:pt x="231" y="309"/>
                  </a:lnTo>
                  <a:lnTo>
                    <a:pt x="228" y="308"/>
                  </a:lnTo>
                  <a:lnTo>
                    <a:pt x="228" y="308"/>
                  </a:lnTo>
                  <a:lnTo>
                    <a:pt x="225" y="309"/>
                  </a:lnTo>
                  <a:lnTo>
                    <a:pt x="225" y="309"/>
                  </a:lnTo>
                  <a:lnTo>
                    <a:pt x="216" y="306"/>
                  </a:lnTo>
                  <a:lnTo>
                    <a:pt x="215" y="306"/>
                  </a:lnTo>
                  <a:lnTo>
                    <a:pt x="212" y="306"/>
                  </a:lnTo>
                  <a:lnTo>
                    <a:pt x="212" y="307"/>
                  </a:lnTo>
                  <a:lnTo>
                    <a:pt x="212" y="307"/>
                  </a:lnTo>
                  <a:lnTo>
                    <a:pt x="209" y="308"/>
                  </a:lnTo>
                  <a:lnTo>
                    <a:pt x="204" y="308"/>
                  </a:lnTo>
                  <a:lnTo>
                    <a:pt x="203" y="308"/>
                  </a:lnTo>
                  <a:lnTo>
                    <a:pt x="201" y="309"/>
                  </a:lnTo>
                  <a:lnTo>
                    <a:pt x="200" y="309"/>
                  </a:lnTo>
                  <a:lnTo>
                    <a:pt x="198" y="309"/>
                  </a:lnTo>
                  <a:lnTo>
                    <a:pt x="196" y="309"/>
                  </a:lnTo>
                  <a:lnTo>
                    <a:pt x="194" y="308"/>
                  </a:lnTo>
                  <a:lnTo>
                    <a:pt x="193" y="308"/>
                  </a:lnTo>
                  <a:lnTo>
                    <a:pt x="192" y="308"/>
                  </a:lnTo>
                  <a:lnTo>
                    <a:pt x="190" y="308"/>
                  </a:lnTo>
                  <a:lnTo>
                    <a:pt x="189" y="307"/>
                  </a:lnTo>
                  <a:lnTo>
                    <a:pt x="189" y="307"/>
                  </a:lnTo>
                  <a:lnTo>
                    <a:pt x="187" y="307"/>
                  </a:lnTo>
                  <a:lnTo>
                    <a:pt x="187" y="307"/>
                  </a:lnTo>
                  <a:lnTo>
                    <a:pt x="181" y="308"/>
                  </a:lnTo>
                  <a:lnTo>
                    <a:pt x="180" y="308"/>
                  </a:lnTo>
                  <a:lnTo>
                    <a:pt x="179" y="307"/>
                  </a:lnTo>
                  <a:lnTo>
                    <a:pt x="178" y="305"/>
                  </a:lnTo>
                  <a:lnTo>
                    <a:pt x="178" y="304"/>
                  </a:lnTo>
                  <a:lnTo>
                    <a:pt x="178" y="302"/>
                  </a:lnTo>
                  <a:lnTo>
                    <a:pt x="176" y="301"/>
                  </a:lnTo>
                  <a:lnTo>
                    <a:pt x="173" y="299"/>
                  </a:lnTo>
                  <a:lnTo>
                    <a:pt x="154" y="294"/>
                  </a:lnTo>
                  <a:lnTo>
                    <a:pt x="145" y="293"/>
                  </a:lnTo>
                  <a:lnTo>
                    <a:pt x="140" y="292"/>
                  </a:lnTo>
                  <a:lnTo>
                    <a:pt x="138" y="292"/>
                  </a:lnTo>
                  <a:lnTo>
                    <a:pt x="136" y="292"/>
                  </a:lnTo>
                  <a:lnTo>
                    <a:pt x="130" y="295"/>
                  </a:lnTo>
                  <a:lnTo>
                    <a:pt x="128" y="297"/>
                  </a:lnTo>
                  <a:lnTo>
                    <a:pt x="115" y="298"/>
                  </a:lnTo>
                  <a:lnTo>
                    <a:pt x="110" y="298"/>
                  </a:lnTo>
                  <a:lnTo>
                    <a:pt x="109" y="299"/>
                  </a:lnTo>
                  <a:lnTo>
                    <a:pt x="108" y="299"/>
                  </a:lnTo>
                  <a:lnTo>
                    <a:pt x="103" y="295"/>
                  </a:lnTo>
                  <a:lnTo>
                    <a:pt x="97" y="294"/>
                  </a:lnTo>
                  <a:lnTo>
                    <a:pt x="96" y="293"/>
                  </a:lnTo>
                  <a:lnTo>
                    <a:pt x="93" y="292"/>
                  </a:lnTo>
                  <a:lnTo>
                    <a:pt x="90" y="291"/>
                  </a:lnTo>
                  <a:lnTo>
                    <a:pt x="90" y="291"/>
                  </a:lnTo>
                  <a:lnTo>
                    <a:pt x="87" y="291"/>
                  </a:lnTo>
                  <a:lnTo>
                    <a:pt x="82" y="288"/>
                  </a:lnTo>
                  <a:lnTo>
                    <a:pt x="81" y="287"/>
                  </a:lnTo>
                  <a:lnTo>
                    <a:pt x="80" y="286"/>
                  </a:lnTo>
                  <a:lnTo>
                    <a:pt x="79" y="284"/>
                  </a:lnTo>
                  <a:lnTo>
                    <a:pt x="79" y="283"/>
                  </a:lnTo>
                  <a:lnTo>
                    <a:pt x="79" y="280"/>
                  </a:lnTo>
                  <a:lnTo>
                    <a:pt x="79" y="277"/>
                  </a:lnTo>
                  <a:lnTo>
                    <a:pt x="79" y="277"/>
                  </a:lnTo>
                  <a:lnTo>
                    <a:pt x="80" y="275"/>
                  </a:lnTo>
                  <a:lnTo>
                    <a:pt x="80" y="273"/>
                  </a:lnTo>
                  <a:lnTo>
                    <a:pt x="80" y="273"/>
                  </a:lnTo>
                  <a:lnTo>
                    <a:pt x="79" y="270"/>
                  </a:lnTo>
                  <a:lnTo>
                    <a:pt x="79" y="269"/>
                  </a:lnTo>
                  <a:lnTo>
                    <a:pt x="80" y="266"/>
                  </a:lnTo>
                  <a:lnTo>
                    <a:pt x="80" y="265"/>
                  </a:lnTo>
                  <a:lnTo>
                    <a:pt x="80" y="262"/>
                  </a:lnTo>
                  <a:lnTo>
                    <a:pt x="80" y="258"/>
                  </a:lnTo>
                  <a:lnTo>
                    <a:pt x="80" y="257"/>
                  </a:lnTo>
                  <a:lnTo>
                    <a:pt x="79" y="256"/>
                  </a:lnTo>
                  <a:lnTo>
                    <a:pt x="79" y="255"/>
                  </a:lnTo>
                  <a:lnTo>
                    <a:pt x="78" y="254"/>
                  </a:lnTo>
                  <a:lnTo>
                    <a:pt x="78" y="250"/>
                  </a:lnTo>
                  <a:lnTo>
                    <a:pt x="78" y="248"/>
                  </a:lnTo>
                  <a:lnTo>
                    <a:pt x="76" y="245"/>
                  </a:lnTo>
                  <a:lnTo>
                    <a:pt x="75" y="244"/>
                  </a:lnTo>
                  <a:lnTo>
                    <a:pt x="74" y="243"/>
                  </a:lnTo>
                  <a:lnTo>
                    <a:pt x="73" y="241"/>
                  </a:lnTo>
                  <a:lnTo>
                    <a:pt x="71" y="240"/>
                  </a:lnTo>
                  <a:lnTo>
                    <a:pt x="68" y="240"/>
                  </a:lnTo>
                  <a:lnTo>
                    <a:pt x="68" y="238"/>
                  </a:lnTo>
                  <a:lnTo>
                    <a:pt x="66" y="236"/>
                  </a:lnTo>
                  <a:lnTo>
                    <a:pt x="66" y="235"/>
                  </a:lnTo>
                  <a:lnTo>
                    <a:pt x="65" y="235"/>
                  </a:lnTo>
                  <a:lnTo>
                    <a:pt x="60" y="235"/>
                  </a:lnTo>
                  <a:lnTo>
                    <a:pt x="59" y="235"/>
                  </a:lnTo>
                  <a:lnTo>
                    <a:pt x="56" y="235"/>
                  </a:lnTo>
                  <a:lnTo>
                    <a:pt x="54" y="235"/>
                  </a:lnTo>
                  <a:lnTo>
                    <a:pt x="52" y="235"/>
                  </a:lnTo>
                  <a:lnTo>
                    <a:pt x="51" y="234"/>
                  </a:lnTo>
                  <a:lnTo>
                    <a:pt x="47" y="229"/>
                  </a:lnTo>
                  <a:lnTo>
                    <a:pt x="46" y="228"/>
                  </a:lnTo>
                  <a:lnTo>
                    <a:pt x="46" y="226"/>
                  </a:lnTo>
                  <a:lnTo>
                    <a:pt x="46" y="225"/>
                  </a:lnTo>
                  <a:lnTo>
                    <a:pt x="44" y="223"/>
                  </a:lnTo>
                  <a:lnTo>
                    <a:pt x="43" y="222"/>
                  </a:lnTo>
                  <a:lnTo>
                    <a:pt x="35" y="222"/>
                  </a:lnTo>
                  <a:lnTo>
                    <a:pt x="31" y="220"/>
                  </a:lnTo>
                  <a:lnTo>
                    <a:pt x="31" y="220"/>
                  </a:lnTo>
                  <a:lnTo>
                    <a:pt x="31" y="219"/>
                  </a:lnTo>
                  <a:lnTo>
                    <a:pt x="30" y="218"/>
                  </a:lnTo>
                  <a:lnTo>
                    <a:pt x="30" y="216"/>
                  </a:lnTo>
                  <a:lnTo>
                    <a:pt x="29" y="218"/>
                  </a:lnTo>
                  <a:lnTo>
                    <a:pt x="29" y="218"/>
                  </a:lnTo>
                  <a:lnTo>
                    <a:pt x="27" y="218"/>
                  </a:lnTo>
                  <a:lnTo>
                    <a:pt x="25" y="219"/>
                  </a:lnTo>
                  <a:lnTo>
                    <a:pt x="24" y="219"/>
                  </a:lnTo>
                  <a:lnTo>
                    <a:pt x="23" y="218"/>
                  </a:lnTo>
                  <a:lnTo>
                    <a:pt x="22" y="218"/>
                  </a:lnTo>
                  <a:lnTo>
                    <a:pt x="21" y="218"/>
                  </a:lnTo>
                  <a:lnTo>
                    <a:pt x="20" y="219"/>
                  </a:lnTo>
                  <a:lnTo>
                    <a:pt x="18" y="220"/>
                  </a:lnTo>
                  <a:lnTo>
                    <a:pt x="16" y="219"/>
                  </a:lnTo>
                  <a:lnTo>
                    <a:pt x="15" y="219"/>
                  </a:lnTo>
                  <a:lnTo>
                    <a:pt x="13" y="214"/>
                  </a:lnTo>
                  <a:lnTo>
                    <a:pt x="11" y="213"/>
                  </a:lnTo>
                  <a:lnTo>
                    <a:pt x="10" y="213"/>
                  </a:lnTo>
                  <a:lnTo>
                    <a:pt x="9" y="213"/>
                  </a:lnTo>
                  <a:lnTo>
                    <a:pt x="8" y="213"/>
                  </a:lnTo>
                  <a:lnTo>
                    <a:pt x="8" y="214"/>
                  </a:lnTo>
                  <a:lnTo>
                    <a:pt x="8" y="214"/>
                  </a:lnTo>
                  <a:lnTo>
                    <a:pt x="8" y="215"/>
                  </a:lnTo>
                  <a:lnTo>
                    <a:pt x="8" y="215"/>
                  </a:lnTo>
                  <a:lnTo>
                    <a:pt x="8" y="215"/>
                  </a:lnTo>
                  <a:lnTo>
                    <a:pt x="7" y="215"/>
                  </a:lnTo>
                  <a:lnTo>
                    <a:pt x="7" y="215"/>
                  </a:lnTo>
                  <a:lnTo>
                    <a:pt x="7" y="214"/>
                  </a:lnTo>
                  <a:lnTo>
                    <a:pt x="6" y="215"/>
                  </a:lnTo>
                  <a:lnTo>
                    <a:pt x="4" y="215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6" y="213"/>
                  </a:lnTo>
                  <a:lnTo>
                    <a:pt x="7" y="211"/>
                  </a:lnTo>
                  <a:lnTo>
                    <a:pt x="8" y="209"/>
                  </a:lnTo>
                  <a:lnTo>
                    <a:pt x="8" y="208"/>
                  </a:lnTo>
                  <a:lnTo>
                    <a:pt x="8" y="207"/>
                  </a:lnTo>
                  <a:lnTo>
                    <a:pt x="9" y="205"/>
                  </a:lnTo>
                  <a:lnTo>
                    <a:pt x="9" y="201"/>
                  </a:lnTo>
                  <a:lnTo>
                    <a:pt x="11" y="187"/>
                  </a:lnTo>
                  <a:lnTo>
                    <a:pt x="13" y="184"/>
                  </a:lnTo>
                  <a:lnTo>
                    <a:pt x="15" y="184"/>
                  </a:lnTo>
                  <a:lnTo>
                    <a:pt x="14" y="185"/>
                  </a:lnTo>
                  <a:lnTo>
                    <a:pt x="14" y="186"/>
                  </a:lnTo>
                  <a:lnTo>
                    <a:pt x="14" y="188"/>
                  </a:lnTo>
                  <a:lnTo>
                    <a:pt x="14" y="190"/>
                  </a:lnTo>
                  <a:lnTo>
                    <a:pt x="13" y="197"/>
                  </a:lnTo>
                  <a:lnTo>
                    <a:pt x="11" y="199"/>
                  </a:lnTo>
                  <a:lnTo>
                    <a:pt x="11" y="204"/>
                  </a:lnTo>
                  <a:lnTo>
                    <a:pt x="11" y="206"/>
                  </a:lnTo>
                  <a:lnTo>
                    <a:pt x="13" y="207"/>
                  </a:lnTo>
                  <a:lnTo>
                    <a:pt x="14" y="207"/>
                  </a:lnTo>
                  <a:lnTo>
                    <a:pt x="16" y="206"/>
                  </a:lnTo>
                  <a:lnTo>
                    <a:pt x="17" y="205"/>
                  </a:lnTo>
                  <a:lnTo>
                    <a:pt x="17" y="202"/>
                  </a:lnTo>
                  <a:lnTo>
                    <a:pt x="18" y="202"/>
                  </a:lnTo>
                  <a:lnTo>
                    <a:pt x="18" y="204"/>
                  </a:lnTo>
                  <a:lnTo>
                    <a:pt x="21" y="206"/>
                  </a:lnTo>
                  <a:lnTo>
                    <a:pt x="22" y="207"/>
                  </a:lnTo>
                  <a:lnTo>
                    <a:pt x="22" y="206"/>
                  </a:lnTo>
                  <a:lnTo>
                    <a:pt x="22" y="205"/>
                  </a:lnTo>
                  <a:lnTo>
                    <a:pt x="21" y="204"/>
                  </a:lnTo>
                  <a:lnTo>
                    <a:pt x="20" y="202"/>
                  </a:lnTo>
                  <a:lnTo>
                    <a:pt x="20" y="202"/>
                  </a:lnTo>
                  <a:lnTo>
                    <a:pt x="20" y="201"/>
                  </a:lnTo>
                  <a:lnTo>
                    <a:pt x="20" y="201"/>
                  </a:lnTo>
                  <a:lnTo>
                    <a:pt x="18" y="201"/>
                  </a:lnTo>
                  <a:lnTo>
                    <a:pt x="18" y="200"/>
                  </a:lnTo>
                  <a:lnTo>
                    <a:pt x="18" y="200"/>
                  </a:lnTo>
                  <a:lnTo>
                    <a:pt x="18" y="199"/>
                  </a:lnTo>
                  <a:lnTo>
                    <a:pt x="17" y="199"/>
                  </a:lnTo>
                  <a:lnTo>
                    <a:pt x="18" y="198"/>
                  </a:lnTo>
                  <a:lnTo>
                    <a:pt x="18" y="197"/>
                  </a:lnTo>
                  <a:lnTo>
                    <a:pt x="20" y="197"/>
                  </a:lnTo>
                  <a:lnTo>
                    <a:pt x="21" y="197"/>
                  </a:lnTo>
                  <a:lnTo>
                    <a:pt x="21" y="195"/>
                  </a:lnTo>
                  <a:lnTo>
                    <a:pt x="21" y="195"/>
                  </a:lnTo>
                  <a:lnTo>
                    <a:pt x="21" y="194"/>
                  </a:lnTo>
                  <a:lnTo>
                    <a:pt x="21" y="193"/>
                  </a:lnTo>
                  <a:lnTo>
                    <a:pt x="21" y="193"/>
                  </a:lnTo>
                  <a:lnTo>
                    <a:pt x="21" y="191"/>
                  </a:lnTo>
                  <a:lnTo>
                    <a:pt x="20" y="188"/>
                  </a:lnTo>
                  <a:lnTo>
                    <a:pt x="18" y="186"/>
                  </a:lnTo>
                  <a:lnTo>
                    <a:pt x="20" y="187"/>
                  </a:lnTo>
                  <a:lnTo>
                    <a:pt x="22" y="188"/>
                  </a:lnTo>
                  <a:lnTo>
                    <a:pt x="22" y="188"/>
                  </a:lnTo>
                  <a:lnTo>
                    <a:pt x="22" y="186"/>
                  </a:lnTo>
                  <a:lnTo>
                    <a:pt x="22" y="184"/>
                  </a:lnTo>
                  <a:lnTo>
                    <a:pt x="23" y="183"/>
                  </a:lnTo>
                  <a:lnTo>
                    <a:pt x="25" y="182"/>
                  </a:lnTo>
                  <a:lnTo>
                    <a:pt x="28" y="182"/>
                  </a:lnTo>
                  <a:lnTo>
                    <a:pt x="29" y="183"/>
                  </a:lnTo>
                  <a:lnTo>
                    <a:pt x="29" y="184"/>
                  </a:lnTo>
                  <a:lnTo>
                    <a:pt x="29" y="185"/>
                  </a:lnTo>
                  <a:lnTo>
                    <a:pt x="30" y="185"/>
                  </a:lnTo>
                  <a:lnTo>
                    <a:pt x="31" y="185"/>
                  </a:lnTo>
                  <a:lnTo>
                    <a:pt x="32" y="185"/>
                  </a:lnTo>
                  <a:lnTo>
                    <a:pt x="30" y="184"/>
                  </a:lnTo>
                  <a:lnTo>
                    <a:pt x="29" y="182"/>
                  </a:lnTo>
                  <a:lnTo>
                    <a:pt x="28" y="180"/>
                  </a:lnTo>
                  <a:lnTo>
                    <a:pt x="27" y="178"/>
                  </a:lnTo>
                  <a:lnTo>
                    <a:pt x="25" y="178"/>
                  </a:lnTo>
                  <a:lnTo>
                    <a:pt x="25" y="178"/>
                  </a:lnTo>
                  <a:lnTo>
                    <a:pt x="24" y="178"/>
                  </a:lnTo>
                  <a:lnTo>
                    <a:pt x="23" y="179"/>
                  </a:lnTo>
                  <a:lnTo>
                    <a:pt x="23" y="179"/>
                  </a:lnTo>
                  <a:lnTo>
                    <a:pt x="20" y="177"/>
                  </a:lnTo>
                  <a:lnTo>
                    <a:pt x="20" y="178"/>
                  </a:lnTo>
                  <a:lnTo>
                    <a:pt x="21" y="179"/>
                  </a:lnTo>
                  <a:lnTo>
                    <a:pt x="20" y="179"/>
                  </a:lnTo>
                  <a:lnTo>
                    <a:pt x="18" y="179"/>
                  </a:lnTo>
                  <a:lnTo>
                    <a:pt x="18" y="178"/>
                  </a:lnTo>
                  <a:lnTo>
                    <a:pt x="17" y="178"/>
                  </a:lnTo>
                  <a:lnTo>
                    <a:pt x="17" y="177"/>
                  </a:lnTo>
                  <a:lnTo>
                    <a:pt x="16" y="177"/>
                  </a:lnTo>
                  <a:lnTo>
                    <a:pt x="14" y="177"/>
                  </a:lnTo>
                  <a:lnTo>
                    <a:pt x="13" y="176"/>
                  </a:lnTo>
                  <a:lnTo>
                    <a:pt x="13" y="175"/>
                  </a:lnTo>
                  <a:lnTo>
                    <a:pt x="14" y="169"/>
                  </a:lnTo>
                  <a:lnTo>
                    <a:pt x="14" y="165"/>
                  </a:lnTo>
                  <a:lnTo>
                    <a:pt x="13" y="162"/>
                  </a:lnTo>
                  <a:lnTo>
                    <a:pt x="14" y="161"/>
                  </a:lnTo>
                  <a:lnTo>
                    <a:pt x="15" y="159"/>
                  </a:lnTo>
                  <a:lnTo>
                    <a:pt x="15" y="162"/>
                  </a:lnTo>
                  <a:lnTo>
                    <a:pt x="15" y="163"/>
                  </a:lnTo>
                  <a:lnTo>
                    <a:pt x="16" y="165"/>
                  </a:lnTo>
                  <a:lnTo>
                    <a:pt x="16" y="166"/>
                  </a:lnTo>
                  <a:lnTo>
                    <a:pt x="16" y="166"/>
                  </a:lnTo>
                  <a:lnTo>
                    <a:pt x="17" y="168"/>
                  </a:lnTo>
                  <a:lnTo>
                    <a:pt x="18" y="168"/>
                  </a:lnTo>
                  <a:lnTo>
                    <a:pt x="18" y="168"/>
                  </a:lnTo>
                  <a:lnTo>
                    <a:pt x="20" y="168"/>
                  </a:lnTo>
                  <a:lnTo>
                    <a:pt x="20" y="166"/>
                  </a:lnTo>
                  <a:lnTo>
                    <a:pt x="20" y="165"/>
                  </a:lnTo>
                  <a:lnTo>
                    <a:pt x="18" y="164"/>
                  </a:lnTo>
                  <a:lnTo>
                    <a:pt x="17" y="165"/>
                  </a:lnTo>
                  <a:lnTo>
                    <a:pt x="17" y="164"/>
                  </a:lnTo>
                  <a:lnTo>
                    <a:pt x="18" y="163"/>
                  </a:lnTo>
                  <a:lnTo>
                    <a:pt x="20" y="162"/>
                  </a:lnTo>
                  <a:lnTo>
                    <a:pt x="21" y="163"/>
                  </a:lnTo>
                  <a:lnTo>
                    <a:pt x="22" y="162"/>
                  </a:lnTo>
                  <a:lnTo>
                    <a:pt x="24" y="162"/>
                  </a:lnTo>
                  <a:lnTo>
                    <a:pt x="29" y="161"/>
                  </a:lnTo>
                  <a:lnTo>
                    <a:pt x="35" y="161"/>
                  </a:lnTo>
                  <a:lnTo>
                    <a:pt x="32" y="159"/>
                  </a:lnTo>
                  <a:lnTo>
                    <a:pt x="31" y="158"/>
                  </a:lnTo>
                  <a:lnTo>
                    <a:pt x="27" y="158"/>
                  </a:lnTo>
                  <a:lnTo>
                    <a:pt x="28" y="157"/>
                  </a:lnTo>
                  <a:lnTo>
                    <a:pt x="28" y="157"/>
                  </a:lnTo>
                  <a:lnTo>
                    <a:pt x="28" y="157"/>
                  </a:lnTo>
                  <a:lnTo>
                    <a:pt x="24" y="156"/>
                  </a:lnTo>
                  <a:lnTo>
                    <a:pt x="23" y="156"/>
                  </a:lnTo>
                  <a:lnTo>
                    <a:pt x="22" y="155"/>
                  </a:lnTo>
                  <a:lnTo>
                    <a:pt x="22" y="152"/>
                  </a:lnTo>
                  <a:lnTo>
                    <a:pt x="22" y="151"/>
                  </a:lnTo>
                  <a:lnTo>
                    <a:pt x="21" y="150"/>
                  </a:lnTo>
                  <a:lnTo>
                    <a:pt x="20" y="149"/>
                  </a:lnTo>
                  <a:lnTo>
                    <a:pt x="18" y="149"/>
                  </a:lnTo>
                  <a:lnTo>
                    <a:pt x="17" y="149"/>
                  </a:lnTo>
                  <a:lnTo>
                    <a:pt x="15" y="149"/>
                  </a:lnTo>
                  <a:lnTo>
                    <a:pt x="14" y="150"/>
                  </a:lnTo>
                  <a:lnTo>
                    <a:pt x="14" y="150"/>
                  </a:lnTo>
                  <a:lnTo>
                    <a:pt x="15" y="152"/>
                  </a:lnTo>
                  <a:lnTo>
                    <a:pt x="15" y="154"/>
                  </a:lnTo>
                  <a:lnTo>
                    <a:pt x="15" y="154"/>
                  </a:lnTo>
                  <a:lnTo>
                    <a:pt x="15" y="155"/>
                  </a:lnTo>
                  <a:lnTo>
                    <a:pt x="15" y="156"/>
                  </a:lnTo>
                  <a:lnTo>
                    <a:pt x="15" y="156"/>
                  </a:lnTo>
                  <a:lnTo>
                    <a:pt x="14" y="156"/>
                  </a:lnTo>
                  <a:lnTo>
                    <a:pt x="11" y="158"/>
                  </a:lnTo>
                  <a:lnTo>
                    <a:pt x="11" y="158"/>
                  </a:lnTo>
                  <a:lnTo>
                    <a:pt x="11" y="157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11" y="155"/>
                  </a:lnTo>
                  <a:lnTo>
                    <a:pt x="11" y="155"/>
                  </a:lnTo>
                  <a:lnTo>
                    <a:pt x="14" y="148"/>
                  </a:lnTo>
                  <a:lnTo>
                    <a:pt x="14" y="147"/>
                  </a:lnTo>
                  <a:lnTo>
                    <a:pt x="14" y="143"/>
                  </a:lnTo>
                  <a:lnTo>
                    <a:pt x="15" y="136"/>
                  </a:lnTo>
                  <a:lnTo>
                    <a:pt x="15" y="133"/>
                  </a:lnTo>
                  <a:lnTo>
                    <a:pt x="14" y="128"/>
                  </a:lnTo>
                  <a:lnTo>
                    <a:pt x="14" y="126"/>
                  </a:lnTo>
                  <a:lnTo>
                    <a:pt x="13" y="125"/>
                  </a:lnTo>
                  <a:lnTo>
                    <a:pt x="13" y="125"/>
                  </a:lnTo>
                  <a:lnTo>
                    <a:pt x="11" y="123"/>
                  </a:lnTo>
                  <a:lnTo>
                    <a:pt x="11" y="123"/>
                  </a:lnTo>
                  <a:lnTo>
                    <a:pt x="13" y="122"/>
                  </a:lnTo>
                  <a:lnTo>
                    <a:pt x="13" y="121"/>
                  </a:lnTo>
                  <a:lnTo>
                    <a:pt x="11" y="121"/>
                  </a:lnTo>
                  <a:lnTo>
                    <a:pt x="10" y="120"/>
                  </a:lnTo>
                  <a:lnTo>
                    <a:pt x="10" y="120"/>
                  </a:lnTo>
                  <a:lnTo>
                    <a:pt x="11" y="107"/>
                  </a:lnTo>
                  <a:lnTo>
                    <a:pt x="11" y="104"/>
                  </a:lnTo>
                  <a:lnTo>
                    <a:pt x="13" y="97"/>
                  </a:lnTo>
                  <a:lnTo>
                    <a:pt x="13" y="94"/>
                  </a:lnTo>
                  <a:lnTo>
                    <a:pt x="11" y="90"/>
                  </a:lnTo>
                  <a:lnTo>
                    <a:pt x="11" y="86"/>
                  </a:lnTo>
                  <a:lnTo>
                    <a:pt x="10" y="86"/>
                  </a:lnTo>
                  <a:lnTo>
                    <a:pt x="10" y="85"/>
                  </a:lnTo>
                  <a:lnTo>
                    <a:pt x="9" y="85"/>
                  </a:lnTo>
                  <a:lnTo>
                    <a:pt x="9" y="84"/>
                  </a:lnTo>
                  <a:lnTo>
                    <a:pt x="9" y="80"/>
                  </a:lnTo>
                  <a:lnTo>
                    <a:pt x="8" y="79"/>
                  </a:lnTo>
                  <a:lnTo>
                    <a:pt x="6" y="75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2" y="72"/>
                  </a:lnTo>
                  <a:lnTo>
                    <a:pt x="2" y="72"/>
                  </a:lnTo>
                  <a:lnTo>
                    <a:pt x="1" y="68"/>
                  </a:lnTo>
                  <a:lnTo>
                    <a:pt x="0" y="65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52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1" y="47"/>
                  </a:lnTo>
                  <a:lnTo>
                    <a:pt x="2" y="46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4" y="40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7" y="35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6" y="33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4" y="28"/>
                  </a:lnTo>
                  <a:lnTo>
                    <a:pt x="7" y="29"/>
                  </a:lnTo>
                  <a:lnTo>
                    <a:pt x="10" y="30"/>
                  </a:lnTo>
                  <a:lnTo>
                    <a:pt x="20" y="37"/>
                  </a:lnTo>
                  <a:lnTo>
                    <a:pt x="21" y="40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1" y="46"/>
                  </a:lnTo>
                  <a:lnTo>
                    <a:pt x="32" y="46"/>
                  </a:lnTo>
                  <a:lnTo>
                    <a:pt x="37" y="49"/>
                  </a:lnTo>
                  <a:lnTo>
                    <a:pt x="38" y="50"/>
                  </a:lnTo>
                  <a:lnTo>
                    <a:pt x="39" y="52"/>
                  </a:lnTo>
                  <a:lnTo>
                    <a:pt x="40" y="54"/>
                  </a:lnTo>
                  <a:lnTo>
                    <a:pt x="49" y="57"/>
                  </a:lnTo>
                  <a:lnTo>
                    <a:pt x="58" y="61"/>
                  </a:lnTo>
                  <a:lnTo>
                    <a:pt x="63" y="61"/>
                  </a:lnTo>
                  <a:lnTo>
                    <a:pt x="64" y="62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8" y="64"/>
                  </a:lnTo>
                  <a:lnTo>
                    <a:pt x="72" y="64"/>
                  </a:lnTo>
                  <a:lnTo>
                    <a:pt x="74" y="65"/>
                  </a:lnTo>
                  <a:lnTo>
                    <a:pt x="75" y="66"/>
                  </a:lnTo>
                  <a:lnTo>
                    <a:pt x="80" y="66"/>
                  </a:lnTo>
                  <a:lnTo>
                    <a:pt x="80" y="66"/>
                  </a:lnTo>
                  <a:lnTo>
                    <a:pt x="79" y="66"/>
                  </a:lnTo>
                  <a:lnTo>
                    <a:pt x="79" y="66"/>
                  </a:lnTo>
                  <a:lnTo>
                    <a:pt x="79" y="68"/>
                  </a:lnTo>
                  <a:lnTo>
                    <a:pt x="80" y="69"/>
                  </a:lnTo>
                  <a:lnTo>
                    <a:pt x="89" y="71"/>
                  </a:lnTo>
                  <a:lnTo>
                    <a:pt x="92" y="71"/>
                  </a:lnTo>
                  <a:lnTo>
                    <a:pt x="97" y="68"/>
                  </a:lnTo>
                  <a:lnTo>
                    <a:pt x="100" y="68"/>
                  </a:lnTo>
                  <a:lnTo>
                    <a:pt x="99" y="68"/>
                  </a:lnTo>
                  <a:lnTo>
                    <a:pt x="99" y="69"/>
                  </a:lnTo>
                  <a:lnTo>
                    <a:pt x="97" y="69"/>
                  </a:lnTo>
                  <a:lnTo>
                    <a:pt x="96" y="69"/>
                  </a:lnTo>
                  <a:lnTo>
                    <a:pt x="96" y="70"/>
                  </a:lnTo>
                  <a:lnTo>
                    <a:pt x="99" y="70"/>
                  </a:lnTo>
                  <a:lnTo>
                    <a:pt x="101" y="72"/>
                  </a:lnTo>
                  <a:lnTo>
                    <a:pt x="102" y="73"/>
                  </a:lnTo>
                  <a:lnTo>
                    <a:pt x="103" y="76"/>
                  </a:lnTo>
                  <a:lnTo>
                    <a:pt x="102" y="78"/>
                  </a:lnTo>
                  <a:lnTo>
                    <a:pt x="102" y="79"/>
                  </a:lnTo>
                  <a:lnTo>
                    <a:pt x="104" y="80"/>
                  </a:lnTo>
                  <a:lnTo>
                    <a:pt x="104" y="80"/>
                  </a:lnTo>
                  <a:lnTo>
                    <a:pt x="104" y="77"/>
                  </a:lnTo>
                  <a:lnTo>
                    <a:pt x="106" y="76"/>
                  </a:lnTo>
                  <a:lnTo>
                    <a:pt x="108" y="76"/>
                  </a:lnTo>
                  <a:lnTo>
                    <a:pt x="109" y="76"/>
                  </a:lnTo>
                  <a:lnTo>
                    <a:pt x="110" y="77"/>
                  </a:lnTo>
                  <a:lnTo>
                    <a:pt x="110" y="77"/>
                  </a:lnTo>
                  <a:lnTo>
                    <a:pt x="110" y="79"/>
                  </a:lnTo>
                  <a:lnTo>
                    <a:pt x="110" y="79"/>
                  </a:lnTo>
                  <a:lnTo>
                    <a:pt x="111" y="79"/>
                  </a:lnTo>
                  <a:lnTo>
                    <a:pt x="111" y="80"/>
                  </a:lnTo>
                  <a:lnTo>
                    <a:pt x="112" y="82"/>
                  </a:lnTo>
                  <a:lnTo>
                    <a:pt x="112" y="83"/>
                  </a:lnTo>
                  <a:lnTo>
                    <a:pt x="112" y="85"/>
                  </a:lnTo>
                  <a:lnTo>
                    <a:pt x="111" y="85"/>
                  </a:lnTo>
                  <a:lnTo>
                    <a:pt x="111" y="86"/>
                  </a:lnTo>
                  <a:lnTo>
                    <a:pt x="112" y="86"/>
                  </a:lnTo>
                  <a:lnTo>
                    <a:pt x="114" y="85"/>
                  </a:lnTo>
                  <a:lnTo>
                    <a:pt x="115" y="83"/>
                  </a:lnTo>
                  <a:lnTo>
                    <a:pt x="115" y="82"/>
                  </a:lnTo>
                  <a:lnTo>
                    <a:pt x="112" y="78"/>
                  </a:lnTo>
                  <a:lnTo>
                    <a:pt x="112" y="78"/>
                  </a:lnTo>
                  <a:lnTo>
                    <a:pt x="112" y="77"/>
                  </a:lnTo>
                  <a:lnTo>
                    <a:pt x="114" y="76"/>
                  </a:lnTo>
                  <a:lnTo>
                    <a:pt x="115" y="75"/>
                  </a:lnTo>
                  <a:lnTo>
                    <a:pt x="117" y="75"/>
                  </a:lnTo>
                  <a:lnTo>
                    <a:pt x="118" y="75"/>
                  </a:lnTo>
                  <a:lnTo>
                    <a:pt x="121" y="75"/>
                  </a:lnTo>
                  <a:lnTo>
                    <a:pt x="121" y="77"/>
                  </a:lnTo>
                  <a:lnTo>
                    <a:pt x="121" y="77"/>
                  </a:lnTo>
                  <a:lnTo>
                    <a:pt x="118" y="78"/>
                  </a:lnTo>
                  <a:lnTo>
                    <a:pt x="118" y="78"/>
                  </a:lnTo>
                  <a:lnTo>
                    <a:pt x="118" y="79"/>
                  </a:lnTo>
                  <a:lnTo>
                    <a:pt x="118" y="80"/>
                  </a:lnTo>
                  <a:lnTo>
                    <a:pt x="118" y="82"/>
                  </a:lnTo>
                  <a:lnTo>
                    <a:pt x="118" y="82"/>
                  </a:lnTo>
                  <a:lnTo>
                    <a:pt x="119" y="83"/>
                  </a:lnTo>
                  <a:lnTo>
                    <a:pt x="121" y="87"/>
                  </a:lnTo>
                  <a:lnTo>
                    <a:pt x="121" y="89"/>
                  </a:lnTo>
                  <a:lnTo>
                    <a:pt x="122" y="90"/>
                  </a:lnTo>
                  <a:lnTo>
                    <a:pt x="123" y="90"/>
                  </a:lnTo>
                  <a:lnTo>
                    <a:pt x="123" y="91"/>
                  </a:lnTo>
                  <a:lnTo>
                    <a:pt x="122" y="92"/>
                  </a:lnTo>
                  <a:lnTo>
                    <a:pt x="123" y="93"/>
                  </a:lnTo>
                  <a:lnTo>
                    <a:pt x="125" y="98"/>
                  </a:lnTo>
                  <a:lnTo>
                    <a:pt x="125" y="99"/>
                  </a:lnTo>
                  <a:lnTo>
                    <a:pt x="124" y="99"/>
                  </a:lnTo>
                  <a:lnTo>
                    <a:pt x="123" y="99"/>
                  </a:lnTo>
                  <a:lnTo>
                    <a:pt x="122" y="99"/>
                  </a:lnTo>
                  <a:lnTo>
                    <a:pt x="122" y="99"/>
                  </a:lnTo>
                  <a:lnTo>
                    <a:pt x="121" y="101"/>
                  </a:lnTo>
                  <a:lnTo>
                    <a:pt x="119" y="101"/>
                  </a:lnTo>
                  <a:lnTo>
                    <a:pt x="116" y="105"/>
                  </a:lnTo>
                  <a:lnTo>
                    <a:pt x="115" y="106"/>
                  </a:lnTo>
                  <a:lnTo>
                    <a:pt x="114" y="108"/>
                  </a:lnTo>
                  <a:lnTo>
                    <a:pt x="112" y="111"/>
                  </a:lnTo>
                  <a:lnTo>
                    <a:pt x="112" y="112"/>
                  </a:lnTo>
                  <a:lnTo>
                    <a:pt x="111" y="112"/>
                  </a:lnTo>
                  <a:lnTo>
                    <a:pt x="111" y="113"/>
                  </a:lnTo>
                  <a:lnTo>
                    <a:pt x="110" y="113"/>
                  </a:lnTo>
                  <a:lnTo>
                    <a:pt x="110" y="113"/>
                  </a:lnTo>
                  <a:lnTo>
                    <a:pt x="109" y="113"/>
                  </a:lnTo>
                  <a:lnTo>
                    <a:pt x="109" y="112"/>
                  </a:lnTo>
                  <a:lnTo>
                    <a:pt x="110" y="111"/>
                  </a:lnTo>
                  <a:lnTo>
                    <a:pt x="112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2" y="100"/>
                  </a:lnTo>
                  <a:lnTo>
                    <a:pt x="111" y="101"/>
                  </a:lnTo>
                  <a:lnTo>
                    <a:pt x="111" y="104"/>
                  </a:lnTo>
                  <a:lnTo>
                    <a:pt x="110" y="104"/>
                  </a:lnTo>
                  <a:lnTo>
                    <a:pt x="110" y="102"/>
                  </a:lnTo>
                  <a:lnTo>
                    <a:pt x="110" y="100"/>
                  </a:lnTo>
                  <a:lnTo>
                    <a:pt x="109" y="100"/>
                  </a:lnTo>
                  <a:lnTo>
                    <a:pt x="109" y="101"/>
                  </a:lnTo>
                  <a:lnTo>
                    <a:pt x="108" y="102"/>
                  </a:lnTo>
                  <a:lnTo>
                    <a:pt x="109" y="105"/>
                  </a:lnTo>
                  <a:lnTo>
                    <a:pt x="109" y="107"/>
                  </a:lnTo>
                  <a:lnTo>
                    <a:pt x="108" y="108"/>
                  </a:lnTo>
                  <a:lnTo>
                    <a:pt x="107" y="109"/>
                  </a:lnTo>
                  <a:lnTo>
                    <a:pt x="106" y="112"/>
                  </a:lnTo>
                  <a:lnTo>
                    <a:pt x="104" y="112"/>
                  </a:lnTo>
                  <a:lnTo>
                    <a:pt x="103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1" y="115"/>
                  </a:lnTo>
                  <a:lnTo>
                    <a:pt x="95" y="120"/>
                  </a:lnTo>
                  <a:lnTo>
                    <a:pt x="94" y="121"/>
                  </a:lnTo>
                  <a:lnTo>
                    <a:pt x="90" y="126"/>
                  </a:lnTo>
                  <a:lnTo>
                    <a:pt x="89" y="126"/>
                  </a:lnTo>
                  <a:lnTo>
                    <a:pt x="88" y="127"/>
                  </a:lnTo>
                  <a:lnTo>
                    <a:pt x="87" y="128"/>
                  </a:lnTo>
                  <a:lnTo>
                    <a:pt x="85" y="132"/>
                  </a:lnTo>
                  <a:lnTo>
                    <a:pt x="82" y="134"/>
                  </a:lnTo>
                  <a:lnTo>
                    <a:pt x="82" y="135"/>
                  </a:lnTo>
                  <a:lnTo>
                    <a:pt x="83" y="137"/>
                  </a:lnTo>
                  <a:lnTo>
                    <a:pt x="87" y="137"/>
                  </a:lnTo>
                  <a:lnTo>
                    <a:pt x="99" y="136"/>
                  </a:lnTo>
                  <a:lnTo>
                    <a:pt x="101" y="135"/>
                  </a:lnTo>
                  <a:lnTo>
                    <a:pt x="103" y="134"/>
                  </a:lnTo>
                  <a:lnTo>
                    <a:pt x="102" y="133"/>
                  </a:lnTo>
                  <a:lnTo>
                    <a:pt x="100" y="133"/>
                  </a:lnTo>
                  <a:lnTo>
                    <a:pt x="94" y="135"/>
                  </a:lnTo>
                  <a:lnTo>
                    <a:pt x="89" y="136"/>
                  </a:lnTo>
                  <a:lnTo>
                    <a:pt x="87" y="135"/>
                  </a:lnTo>
                  <a:lnTo>
                    <a:pt x="86" y="133"/>
                  </a:lnTo>
                  <a:lnTo>
                    <a:pt x="86" y="132"/>
                  </a:lnTo>
                  <a:lnTo>
                    <a:pt x="87" y="130"/>
                  </a:lnTo>
                  <a:lnTo>
                    <a:pt x="89" y="129"/>
                  </a:lnTo>
                  <a:lnTo>
                    <a:pt x="90" y="128"/>
                  </a:lnTo>
                  <a:lnTo>
                    <a:pt x="94" y="123"/>
                  </a:lnTo>
                  <a:lnTo>
                    <a:pt x="100" y="118"/>
                  </a:lnTo>
                  <a:lnTo>
                    <a:pt x="101" y="118"/>
                  </a:lnTo>
                  <a:lnTo>
                    <a:pt x="106" y="116"/>
                  </a:lnTo>
                  <a:lnTo>
                    <a:pt x="110" y="115"/>
                  </a:lnTo>
                  <a:lnTo>
                    <a:pt x="111" y="115"/>
                  </a:lnTo>
                  <a:lnTo>
                    <a:pt x="112" y="114"/>
                  </a:lnTo>
                  <a:lnTo>
                    <a:pt x="114" y="113"/>
                  </a:lnTo>
                  <a:lnTo>
                    <a:pt x="115" y="109"/>
                  </a:lnTo>
                  <a:lnTo>
                    <a:pt x="116" y="108"/>
                  </a:lnTo>
                  <a:lnTo>
                    <a:pt x="124" y="101"/>
                  </a:lnTo>
                  <a:lnTo>
                    <a:pt x="124" y="101"/>
                  </a:lnTo>
                  <a:lnTo>
                    <a:pt x="125" y="101"/>
                  </a:lnTo>
                  <a:lnTo>
                    <a:pt x="126" y="101"/>
                  </a:lnTo>
                  <a:lnTo>
                    <a:pt x="126" y="102"/>
                  </a:lnTo>
                  <a:lnTo>
                    <a:pt x="125" y="102"/>
                  </a:lnTo>
                  <a:lnTo>
                    <a:pt x="126" y="104"/>
                  </a:lnTo>
                  <a:lnTo>
                    <a:pt x="128" y="105"/>
                  </a:lnTo>
                  <a:lnTo>
                    <a:pt x="128" y="104"/>
                  </a:lnTo>
                  <a:lnTo>
                    <a:pt x="128" y="101"/>
                  </a:lnTo>
                  <a:lnTo>
                    <a:pt x="128" y="97"/>
                  </a:lnTo>
                  <a:lnTo>
                    <a:pt x="128" y="97"/>
                  </a:lnTo>
                  <a:lnTo>
                    <a:pt x="126" y="94"/>
                  </a:lnTo>
                  <a:lnTo>
                    <a:pt x="126" y="93"/>
                  </a:lnTo>
                  <a:lnTo>
                    <a:pt x="130" y="97"/>
                  </a:lnTo>
                  <a:lnTo>
                    <a:pt x="131" y="98"/>
                  </a:lnTo>
                  <a:lnTo>
                    <a:pt x="131" y="100"/>
                  </a:lnTo>
                  <a:lnTo>
                    <a:pt x="131" y="101"/>
                  </a:lnTo>
                  <a:lnTo>
                    <a:pt x="131" y="104"/>
                  </a:lnTo>
                  <a:lnTo>
                    <a:pt x="131" y="105"/>
                  </a:lnTo>
                  <a:lnTo>
                    <a:pt x="132" y="106"/>
                  </a:lnTo>
                  <a:lnTo>
                    <a:pt x="132" y="107"/>
                  </a:lnTo>
                  <a:lnTo>
                    <a:pt x="131" y="108"/>
                  </a:lnTo>
                  <a:lnTo>
                    <a:pt x="131" y="108"/>
                  </a:lnTo>
                  <a:lnTo>
                    <a:pt x="132" y="108"/>
                  </a:lnTo>
                  <a:lnTo>
                    <a:pt x="132" y="109"/>
                  </a:lnTo>
                  <a:lnTo>
                    <a:pt x="132" y="109"/>
                  </a:lnTo>
                  <a:lnTo>
                    <a:pt x="132" y="111"/>
                  </a:lnTo>
                  <a:lnTo>
                    <a:pt x="132" y="112"/>
                  </a:lnTo>
                  <a:lnTo>
                    <a:pt x="131" y="112"/>
                  </a:lnTo>
                  <a:lnTo>
                    <a:pt x="131" y="113"/>
                  </a:lnTo>
                  <a:lnTo>
                    <a:pt x="131" y="113"/>
                  </a:lnTo>
                  <a:lnTo>
                    <a:pt x="128" y="111"/>
                  </a:lnTo>
                  <a:lnTo>
                    <a:pt x="126" y="111"/>
                  </a:lnTo>
                  <a:lnTo>
                    <a:pt x="126" y="112"/>
                  </a:lnTo>
                  <a:lnTo>
                    <a:pt x="125" y="113"/>
                  </a:lnTo>
                  <a:lnTo>
                    <a:pt x="124" y="114"/>
                  </a:lnTo>
                  <a:lnTo>
                    <a:pt x="123" y="115"/>
                  </a:lnTo>
                  <a:lnTo>
                    <a:pt x="121" y="111"/>
                  </a:lnTo>
                  <a:lnTo>
                    <a:pt x="119" y="111"/>
                  </a:lnTo>
                  <a:lnTo>
                    <a:pt x="119" y="112"/>
                  </a:lnTo>
                  <a:lnTo>
                    <a:pt x="121" y="113"/>
                  </a:lnTo>
                  <a:lnTo>
                    <a:pt x="121" y="113"/>
                  </a:lnTo>
                  <a:lnTo>
                    <a:pt x="122" y="114"/>
                  </a:lnTo>
                  <a:lnTo>
                    <a:pt x="122" y="114"/>
                  </a:lnTo>
                  <a:lnTo>
                    <a:pt x="122" y="122"/>
                  </a:lnTo>
                  <a:lnTo>
                    <a:pt x="122" y="123"/>
                  </a:lnTo>
                  <a:lnTo>
                    <a:pt x="122" y="123"/>
                  </a:lnTo>
                  <a:lnTo>
                    <a:pt x="119" y="125"/>
                  </a:lnTo>
                  <a:lnTo>
                    <a:pt x="118" y="122"/>
                  </a:lnTo>
                  <a:lnTo>
                    <a:pt x="117" y="116"/>
                  </a:lnTo>
                  <a:lnTo>
                    <a:pt x="117" y="118"/>
                  </a:lnTo>
                  <a:lnTo>
                    <a:pt x="116" y="119"/>
                  </a:lnTo>
                  <a:lnTo>
                    <a:pt x="116" y="119"/>
                  </a:lnTo>
                  <a:lnTo>
                    <a:pt x="116" y="120"/>
                  </a:lnTo>
                  <a:lnTo>
                    <a:pt x="116" y="121"/>
                  </a:lnTo>
                  <a:lnTo>
                    <a:pt x="116" y="122"/>
                  </a:lnTo>
                  <a:lnTo>
                    <a:pt x="118" y="123"/>
                  </a:lnTo>
                  <a:lnTo>
                    <a:pt x="118" y="123"/>
                  </a:lnTo>
                  <a:lnTo>
                    <a:pt x="118" y="125"/>
                  </a:lnTo>
                  <a:lnTo>
                    <a:pt x="118" y="125"/>
                  </a:lnTo>
                  <a:lnTo>
                    <a:pt x="117" y="126"/>
                  </a:lnTo>
                  <a:lnTo>
                    <a:pt x="116" y="127"/>
                  </a:lnTo>
                  <a:lnTo>
                    <a:pt x="115" y="127"/>
                  </a:lnTo>
                  <a:lnTo>
                    <a:pt x="118" y="127"/>
                  </a:lnTo>
                  <a:lnTo>
                    <a:pt x="121" y="126"/>
                  </a:lnTo>
                  <a:lnTo>
                    <a:pt x="122" y="125"/>
                  </a:lnTo>
                  <a:lnTo>
                    <a:pt x="124" y="125"/>
                  </a:lnTo>
                  <a:lnTo>
                    <a:pt x="124" y="126"/>
                  </a:lnTo>
                  <a:lnTo>
                    <a:pt x="124" y="128"/>
                  </a:lnTo>
                  <a:lnTo>
                    <a:pt x="124" y="129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24" y="134"/>
                  </a:lnTo>
                  <a:lnTo>
                    <a:pt x="123" y="135"/>
                  </a:lnTo>
                  <a:lnTo>
                    <a:pt x="123" y="137"/>
                  </a:lnTo>
                  <a:lnTo>
                    <a:pt x="122" y="139"/>
                  </a:lnTo>
                  <a:lnTo>
                    <a:pt x="121" y="141"/>
                  </a:lnTo>
                  <a:lnTo>
                    <a:pt x="122" y="142"/>
                  </a:lnTo>
                  <a:lnTo>
                    <a:pt x="121" y="143"/>
                  </a:lnTo>
                  <a:lnTo>
                    <a:pt x="119" y="144"/>
                  </a:lnTo>
                  <a:lnTo>
                    <a:pt x="119" y="144"/>
                  </a:lnTo>
                  <a:lnTo>
                    <a:pt x="118" y="144"/>
                  </a:lnTo>
                  <a:lnTo>
                    <a:pt x="118" y="148"/>
                  </a:lnTo>
                  <a:lnTo>
                    <a:pt x="118" y="149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12" y="148"/>
                  </a:lnTo>
                  <a:lnTo>
                    <a:pt x="111" y="147"/>
                  </a:lnTo>
                  <a:lnTo>
                    <a:pt x="111" y="145"/>
                  </a:lnTo>
                  <a:lnTo>
                    <a:pt x="112" y="145"/>
                  </a:lnTo>
                  <a:lnTo>
                    <a:pt x="112" y="144"/>
                  </a:lnTo>
                  <a:lnTo>
                    <a:pt x="114" y="143"/>
                  </a:lnTo>
                  <a:lnTo>
                    <a:pt x="115" y="142"/>
                  </a:lnTo>
                  <a:lnTo>
                    <a:pt x="116" y="141"/>
                  </a:lnTo>
                  <a:lnTo>
                    <a:pt x="116" y="139"/>
                  </a:lnTo>
                  <a:lnTo>
                    <a:pt x="115" y="140"/>
                  </a:lnTo>
                  <a:lnTo>
                    <a:pt x="115" y="141"/>
                  </a:lnTo>
                  <a:lnTo>
                    <a:pt x="112" y="141"/>
                  </a:lnTo>
                  <a:lnTo>
                    <a:pt x="111" y="142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09" y="143"/>
                  </a:lnTo>
                  <a:lnTo>
                    <a:pt x="109" y="143"/>
                  </a:lnTo>
                  <a:lnTo>
                    <a:pt x="109" y="144"/>
                  </a:lnTo>
                  <a:lnTo>
                    <a:pt x="108" y="144"/>
                  </a:lnTo>
                  <a:lnTo>
                    <a:pt x="107" y="145"/>
                  </a:lnTo>
                  <a:lnTo>
                    <a:pt x="107" y="147"/>
                  </a:lnTo>
                  <a:lnTo>
                    <a:pt x="107" y="149"/>
                  </a:lnTo>
                  <a:lnTo>
                    <a:pt x="108" y="151"/>
                  </a:lnTo>
                  <a:lnTo>
                    <a:pt x="108" y="151"/>
                  </a:lnTo>
                  <a:lnTo>
                    <a:pt x="107" y="152"/>
                  </a:lnTo>
                  <a:lnTo>
                    <a:pt x="107" y="152"/>
                  </a:lnTo>
                  <a:lnTo>
                    <a:pt x="107" y="152"/>
                  </a:lnTo>
                  <a:lnTo>
                    <a:pt x="106" y="152"/>
                  </a:lnTo>
                  <a:lnTo>
                    <a:pt x="106" y="152"/>
                  </a:lnTo>
                  <a:lnTo>
                    <a:pt x="106" y="152"/>
                  </a:lnTo>
                  <a:lnTo>
                    <a:pt x="106" y="154"/>
                  </a:lnTo>
                  <a:lnTo>
                    <a:pt x="106" y="154"/>
                  </a:lnTo>
                  <a:lnTo>
                    <a:pt x="106" y="155"/>
                  </a:lnTo>
                  <a:lnTo>
                    <a:pt x="106" y="155"/>
                  </a:lnTo>
                  <a:lnTo>
                    <a:pt x="103" y="156"/>
                  </a:lnTo>
                  <a:lnTo>
                    <a:pt x="102" y="154"/>
                  </a:lnTo>
                  <a:lnTo>
                    <a:pt x="102" y="149"/>
                  </a:lnTo>
                  <a:lnTo>
                    <a:pt x="102" y="147"/>
                  </a:lnTo>
                  <a:lnTo>
                    <a:pt x="103" y="147"/>
                  </a:lnTo>
                  <a:lnTo>
                    <a:pt x="104" y="145"/>
                  </a:lnTo>
                  <a:lnTo>
                    <a:pt x="106" y="144"/>
                  </a:lnTo>
                  <a:lnTo>
                    <a:pt x="106" y="142"/>
                  </a:lnTo>
                  <a:lnTo>
                    <a:pt x="106" y="141"/>
                  </a:lnTo>
                  <a:lnTo>
                    <a:pt x="106" y="140"/>
                  </a:lnTo>
                  <a:lnTo>
                    <a:pt x="106" y="139"/>
                  </a:lnTo>
                  <a:lnTo>
                    <a:pt x="104" y="139"/>
                  </a:lnTo>
                  <a:lnTo>
                    <a:pt x="104" y="137"/>
                  </a:lnTo>
                  <a:lnTo>
                    <a:pt x="106" y="136"/>
                  </a:lnTo>
                  <a:lnTo>
                    <a:pt x="104" y="137"/>
                  </a:lnTo>
                  <a:lnTo>
                    <a:pt x="102" y="142"/>
                  </a:lnTo>
                  <a:lnTo>
                    <a:pt x="101" y="143"/>
                  </a:lnTo>
                  <a:lnTo>
                    <a:pt x="100" y="144"/>
                  </a:lnTo>
                  <a:lnTo>
                    <a:pt x="99" y="144"/>
                  </a:lnTo>
                  <a:lnTo>
                    <a:pt x="97" y="144"/>
                  </a:lnTo>
                  <a:lnTo>
                    <a:pt x="96" y="144"/>
                  </a:lnTo>
                  <a:lnTo>
                    <a:pt x="96" y="145"/>
                  </a:lnTo>
                  <a:lnTo>
                    <a:pt x="93" y="151"/>
                  </a:lnTo>
                  <a:lnTo>
                    <a:pt x="92" y="152"/>
                  </a:lnTo>
                  <a:lnTo>
                    <a:pt x="89" y="154"/>
                  </a:lnTo>
                  <a:lnTo>
                    <a:pt x="86" y="154"/>
                  </a:lnTo>
                  <a:lnTo>
                    <a:pt x="85" y="155"/>
                  </a:lnTo>
                  <a:lnTo>
                    <a:pt x="83" y="156"/>
                  </a:lnTo>
                  <a:lnTo>
                    <a:pt x="85" y="155"/>
                  </a:lnTo>
                  <a:lnTo>
                    <a:pt x="86" y="155"/>
                  </a:lnTo>
                  <a:lnTo>
                    <a:pt x="87" y="155"/>
                  </a:lnTo>
                  <a:lnTo>
                    <a:pt x="87" y="156"/>
                  </a:lnTo>
                  <a:lnTo>
                    <a:pt x="86" y="157"/>
                  </a:lnTo>
                  <a:lnTo>
                    <a:pt x="85" y="157"/>
                  </a:lnTo>
                  <a:lnTo>
                    <a:pt x="83" y="157"/>
                  </a:lnTo>
                  <a:lnTo>
                    <a:pt x="82" y="158"/>
                  </a:lnTo>
                  <a:lnTo>
                    <a:pt x="85" y="158"/>
                  </a:lnTo>
                  <a:lnTo>
                    <a:pt x="90" y="156"/>
                  </a:lnTo>
                  <a:lnTo>
                    <a:pt x="90" y="156"/>
                  </a:lnTo>
                  <a:lnTo>
                    <a:pt x="90" y="156"/>
                  </a:lnTo>
                  <a:lnTo>
                    <a:pt x="93" y="154"/>
                  </a:lnTo>
                  <a:lnTo>
                    <a:pt x="94" y="154"/>
                  </a:lnTo>
                  <a:lnTo>
                    <a:pt x="93" y="155"/>
                  </a:lnTo>
                  <a:lnTo>
                    <a:pt x="89" y="159"/>
                  </a:lnTo>
                  <a:lnTo>
                    <a:pt x="88" y="161"/>
                  </a:lnTo>
                  <a:lnTo>
                    <a:pt x="87" y="161"/>
                  </a:lnTo>
                  <a:lnTo>
                    <a:pt x="88" y="161"/>
                  </a:lnTo>
                  <a:lnTo>
                    <a:pt x="89" y="161"/>
                  </a:lnTo>
                  <a:lnTo>
                    <a:pt x="92" y="159"/>
                  </a:lnTo>
                  <a:lnTo>
                    <a:pt x="93" y="157"/>
                  </a:lnTo>
                  <a:lnTo>
                    <a:pt x="93" y="158"/>
                  </a:lnTo>
                  <a:lnTo>
                    <a:pt x="93" y="159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92" y="162"/>
                  </a:lnTo>
                  <a:lnTo>
                    <a:pt x="92" y="164"/>
                  </a:lnTo>
                  <a:lnTo>
                    <a:pt x="93" y="165"/>
                  </a:lnTo>
                  <a:lnTo>
                    <a:pt x="94" y="165"/>
                  </a:lnTo>
                  <a:lnTo>
                    <a:pt x="94" y="164"/>
                  </a:lnTo>
                  <a:lnTo>
                    <a:pt x="94" y="163"/>
                  </a:lnTo>
                  <a:lnTo>
                    <a:pt x="93" y="162"/>
                  </a:lnTo>
                  <a:lnTo>
                    <a:pt x="94" y="162"/>
                  </a:lnTo>
                  <a:lnTo>
                    <a:pt x="94" y="161"/>
                  </a:lnTo>
                  <a:lnTo>
                    <a:pt x="94" y="159"/>
                  </a:lnTo>
                  <a:lnTo>
                    <a:pt x="94" y="158"/>
                  </a:lnTo>
                  <a:lnTo>
                    <a:pt x="95" y="157"/>
                  </a:lnTo>
                  <a:lnTo>
                    <a:pt x="99" y="156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7" y="158"/>
                  </a:lnTo>
                  <a:lnTo>
                    <a:pt x="97" y="158"/>
                  </a:lnTo>
                  <a:lnTo>
                    <a:pt x="97" y="158"/>
                  </a:lnTo>
                  <a:lnTo>
                    <a:pt x="99" y="158"/>
                  </a:lnTo>
                  <a:lnTo>
                    <a:pt x="100" y="158"/>
                  </a:lnTo>
                  <a:lnTo>
                    <a:pt x="100" y="158"/>
                  </a:lnTo>
                  <a:lnTo>
                    <a:pt x="100" y="156"/>
                  </a:lnTo>
                  <a:lnTo>
                    <a:pt x="101" y="156"/>
                  </a:lnTo>
                  <a:lnTo>
                    <a:pt x="101" y="157"/>
                  </a:lnTo>
                  <a:lnTo>
                    <a:pt x="102" y="158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104" y="161"/>
                  </a:lnTo>
                  <a:lnTo>
                    <a:pt x="104" y="162"/>
                  </a:lnTo>
                  <a:lnTo>
                    <a:pt x="104" y="163"/>
                  </a:lnTo>
                  <a:lnTo>
                    <a:pt x="104" y="164"/>
                  </a:lnTo>
                  <a:lnTo>
                    <a:pt x="108" y="163"/>
                  </a:lnTo>
                  <a:lnTo>
                    <a:pt x="110" y="162"/>
                  </a:lnTo>
                  <a:lnTo>
                    <a:pt x="116" y="156"/>
                  </a:lnTo>
                  <a:lnTo>
                    <a:pt x="118" y="154"/>
                  </a:lnTo>
                  <a:lnTo>
                    <a:pt x="119" y="150"/>
                  </a:lnTo>
                  <a:lnTo>
                    <a:pt x="121" y="147"/>
                  </a:lnTo>
                  <a:lnTo>
                    <a:pt x="122" y="148"/>
                  </a:lnTo>
                  <a:lnTo>
                    <a:pt x="123" y="150"/>
                  </a:lnTo>
                  <a:lnTo>
                    <a:pt x="125" y="152"/>
                  </a:lnTo>
                  <a:lnTo>
                    <a:pt x="126" y="152"/>
                  </a:lnTo>
                  <a:lnTo>
                    <a:pt x="128" y="152"/>
                  </a:lnTo>
                  <a:lnTo>
                    <a:pt x="129" y="151"/>
                  </a:lnTo>
                  <a:lnTo>
                    <a:pt x="128" y="151"/>
                  </a:lnTo>
                  <a:lnTo>
                    <a:pt x="128" y="150"/>
                  </a:lnTo>
                  <a:lnTo>
                    <a:pt x="128" y="149"/>
                  </a:lnTo>
                  <a:lnTo>
                    <a:pt x="128" y="149"/>
                  </a:lnTo>
                  <a:lnTo>
                    <a:pt x="129" y="148"/>
                  </a:lnTo>
                  <a:lnTo>
                    <a:pt x="130" y="148"/>
                  </a:lnTo>
                  <a:lnTo>
                    <a:pt x="131" y="147"/>
                  </a:lnTo>
                  <a:lnTo>
                    <a:pt x="133" y="147"/>
                  </a:lnTo>
                  <a:lnTo>
                    <a:pt x="135" y="147"/>
                  </a:lnTo>
                  <a:lnTo>
                    <a:pt x="135" y="145"/>
                  </a:lnTo>
                  <a:lnTo>
                    <a:pt x="135" y="143"/>
                  </a:lnTo>
                  <a:lnTo>
                    <a:pt x="135" y="142"/>
                  </a:lnTo>
                  <a:lnTo>
                    <a:pt x="133" y="140"/>
                  </a:lnTo>
                  <a:lnTo>
                    <a:pt x="133" y="139"/>
                  </a:lnTo>
                  <a:lnTo>
                    <a:pt x="135" y="135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3" y="132"/>
                  </a:lnTo>
                  <a:lnTo>
                    <a:pt x="133" y="128"/>
                  </a:lnTo>
                  <a:lnTo>
                    <a:pt x="133" y="127"/>
                  </a:lnTo>
                  <a:lnTo>
                    <a:pt x="133" y="127"/>
                  </a:lnTo>
                  <a:lnTo>
                    <a:pt x="135" y="126"/>
                  </a:lnTo>
                  <a:lnTo>
                    <a:pt x="136" y="126"/>
                  </a:lnTo>
                  <a:lnTo>
                    <a:pt x="136" y="127"/>
                  </a:lnTo>
                  <a:lnTo>
                    <a:pt x="136" y="128"/>
                  </a:lnTo>
                  <a:lnTo>
                    <a:pt x="137" y="129"/>
                  </a:lnTo>
                  <a:lnTo>
                    <a:pt x="137" y="127"/>
                  </a:lnTo>
                  <a:lnTo>
                    <a:pt x="138" y="126"/>
                  </a:lnTo>
                  <a:lnTo>
                    <a:pt x="138" y="125"/>
                  </a:lnTo>
                  <a:lnTo>
                    <a:pt x="137" y="123"/>
                  </a:lnTo>
                  <a:lnTo>
                    <a:pt x="135" y="122"/>
                  </a:lnTo>
                  <a:lnTo>
                    <a:pt x="133" y="121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3" y="119"/>
                  </a:lnTo>
                  <a:lnTo>
                    <a:pt x="135" y="119"/>
                  </a:lnTo>
                  <a:lnTo>
                    <a:pt x="135" y="119"/>
                  </a:lnTo>
                  <a:lnTo>
                    <a:pt x="135" y="118"/>
                  </a:lnTo>
                  <a:lnTo>
                    <a:pt x="136" y="118"/>
                  </a:lnTo>
                  <a:lnTo>
                    <a:pt x="137" y="116"/>
                  </a:lnTo>
                  <a:lnTo>
                    <a:pt x="137" y="115"/>
                  </a:lnTo>
                  <a:lnTo>
                    <a:pt x="137" y="114"/>
                  </a:lnTo>
                  <a:lnTo>
                    <a:pt x="137" y="112"/>
                  </a:lnTo>
                  <a:lnTo>
                    <a:pt x="137" y="112"/>
                  </a:lnTo>
                  <a:lnTo>
                    <a:pt x="137" y="109"/>
                  </a:lnTo>
                  <a:lnTo>
                    <a:pt x="137" y="108"/>
                  </a:lnTo>
                  <a:lnTo>
                    <a:pt x="138" y="107"/>
                  </a:lnTo>
                  <a:lnTo>
                    <a:pt x="138" y="106"/>
                  </a:lnTo>
                  <a:lnTo>
                    <a:pt x="139" y="105"/>
                  </a:lnTo>
                  <a:lnTo>
                    <a:pt x="142" y="104"/>
                  </a:lnTo>
                  <a:lnTo>
                    <a:pt x="143" y="102"/>
                  </a:lnTo>
                  <a:lnTo>
                    <a:pt x="143" y="101"/>
                  </a:lnTo>
                  <a:lnTo>
                    <a:pt x="144" y="100"/>
                  </a:lnTo>
                  <a:lnTo>
                    <a:pt x="144" y="99"/>
                  </a:lnTo>
                  <a:lnTo>
                    <a:pt x="145" y="98"/>
                  </a:lnTo>
                  <a:lnTo>
                    <a:pt x="145" y="98"/>
                  </a:lnTo>
                  <a:lnTo>
                    <a:pt x="145" y="97"/>
                  </a:lnTo>
                  <a:lnTo>
                    <a:pt x="147" y="97"/>
                  </a:lnTo>
                  <a:lnTo>
                    <a:pt x="147" y="95"/>
                  </a:lnTo>
                  <a:lnTo>
                    <a:pt x="149" y="95"/>
                  </a:lnTo>
                  <a:lnTo>
                    <a:pt x="151" y="95"/>
                  </a:lnTo>
                  <a:lnTo>
                    <a:pt x="151" y="95"/>
                  </a:lnTo>
                  <a:lnTo>
                    <a:pt x="152" y="94"/>
                  </a:lnTo>
                  <a:lnTo>
                    <a:pt x="153" y="94"/>
                  </a:lnTo>
                  <a:lnTo>
                    <a:pt x="153" y="93"/>
                  </a:lnTo>
                  <a:lnTo>
                    <a:pt x="153" y="92"/>
                  </a:lnTo>
                  <a:lnTo>
                    <a:pt x="154" y="92"/>
                  </a:lnTo>
                  <a:lnTo>
                    <a:pt x="154" y="92"/>
                  </a:lnTo>
                  <a:lnTo>
                    <a:pt x="154" y="91"/>
                  </a:lnTo>
                  <a:lnTo>
                    <a:pt x="154" y="91"/>
                  </a:lnTo>
                  <a:lnTo>
                    <a:pt x="153" y="91"/>
                  </a:lnTo>
                  <a:lnTo>
                    <a:pt x="153" y="91"/>
                  </a:lnTo>
                  <a:lnTo>
                    <a:pt x="152" y="91"/>
                  </a:lnTo>
                  <a:lnTo>
                    <a:pt x="147" y="87"/>
                  </a:lnTo>
                  <a:lnTo>
                    <a:pt x="146" y="85"/>
                  </a:lnTo>
                  <a:lnTo>
                    <a:pt x="145" y="82"/>
                  </a:lnTo>
                  <a:lnTo>
                    <a:pt x="146" y="78"/>
                  </a:lnTo>
                  <a:lnTo>
                    <a:pt x="146" y="76"/>
                  </a:lnTo>
                  <a:lnTo>
                    <a:pt x="146" y="73"/>
                  </a:lnTo>
                  <a:lnTo>
                    <a:pt x="144" y="72"/>
                  </a:lnTo>
                  <a:lnTo>
                    <a:pt x="144" y="72"/>
                  </a:lnTo>
                  <a:lnTo>
                    <a:pt x="143" y="71"/>
                  </a:lnTo>
                  <a:lnTo>
                    <a:pt x="143" y="71"/>
                  </a:lnTo>
                  <a:lnTo>
                    <a:pt x="143" y="71"/>
                  </a:lnTo>
                  <a:lnTo>
                    <a:pt x="142" y="72"/>
                  </a:lnTo>
                  <a:lnTo>
                    <a:pt x="142" y="73"/>
                  </a:lnTo>
                  <a:lnTo>
                    <a:pt x="140" y="75"/>
                  </a:lnTo>
                  <a:lnTo>
                    <a:pt x="139" y="76"/>
                  </a:lnTo>
                  <a:lnTo>
                    <a:pt x="139" y="77"/>
                  </a:lnTo>
                  <a:lnTo>
                    <a:pt x="139" y="78"/>
                  </a:lnTo>
                  <a:lnTo>
                    <a:pt x="140" y="79"/>
                  </a:lnTo>
                  <a:lnTo>
                    <a:pt x="142" y="80"/>
                  </a:lnTo>
                  <a:lnTo>
                    <a:pt x="142" y="82"/>
                  </a:lnTo>
                  <a:lnTo>
                    <a:pt x="143" y="83"/>
                  </a:lnTo>
                  <a:lnTo>
                    <a:pt x="144" y="83"/>
                  </a:lnTo>
                  <a:lnTo>
                    <a:pt x="144" y="85"/>
                  </a:lnTo>
                  <a:lnTo>
                    <a:pt x="145" y="87"/>
                  </a:lnTo>
                  <a:lnTo>
                    <a:pt x="144" y="87"/>
                  </a:lnTo>
                  <a:lnTo>
                    <a:pt x="144" y="86"/>
                  </a:lnTo>
                  <a:lnTo>
                    <a:pt x="143" y="85"/>
                  </a:lnTo>
                  <a:lnTo>
                    <a:pt x="142" y="84"/>
                  </a:lnTo>
                  <a:lnTo>
                    <a:pt x="138" y="79"/>
                  </a:lnTo>
                  <a:lnTo>
                    <a:pt x="137" y="78"/>
                  </a:lnTo>
                  <a:lnTo>
                    <a:pt x="136" y="76"/>
                  </a:lnTo>
                  <a:lnTo>
                    <a:pt x="136" y="73"/>
                  </a:lnTo>
                  <a:lnTo>
                    <a:pt x="137" y="71"/>
                  </a:lnTo>
                  <a:lnTo>
                    <a:pt x="138" y="70"/>
                  </a:lnTo>
                  <a:lnTo>
                    <a:pt x="139" y="69"/>
                  </a:lnTo>
                  <a:lnTo>
                    <a:pt x="142" y="69"/>
                  </a:lnTo>
                  <a:lnTo>
                    <a:pt x="143" y="69"/>
                  </a:lnTo>
                  <a:lnTo>
                    <a:pt x="144" y="69"/>
                  </a:lnTo>
                  <a:lnTo>
                    <a:pt x="144" y="70"/>
                  </a:lnTo>
                  <a:lnTo>
                    <a:pt x="144" y="71"/>
                  </a:lnTo>
                  <a:lnTo>
                    <a:pt x="145" y="72"/>
                  </a:lnTo>
                  <a:lnTo>
                    <a:pt x="146" y="71"/>
                  </a:lnTo>
                  <a:lnTo>
                    <a:pt x="145" y="71"/>
                  </a:lnTo>
                  <a:lnTo>
                    <a:pt x="146" y="70"/>
                  </a:lnTo>
                  <a:lnTo>
                    <a:pt x="147" y="68"/>
                  </a:lnTo>
                  <a:lnTo>
                    <a:pt x="147" y="68"/>
                  </a:lnTo>
                  <a:lnTo>
                    <a:pt x="147" y="66"/>
                  </a:lnTo>
                  <a:lnTo>
                    <a:pt x="147" y="66"/>
                  </a:lnTo>
                  <a:lnTo>
                    <a:pt x="146" y="65"/>
                  </a:lnTo>
                  <a:lnTo>
                    <a:pt x="145" y="63"/>
                  </a:lnTo>
                  <a:lnTo>
                    <a:pt x="144" y="62"/>
                  </a:lnTo>
                  <a:lnTo>
                    <a:pt x="143" y="61"/>
                  </a:lnTo>
                  <a:lnTo>
                    <a:pt x="142" y="59"/>
                  </a:lnTo>
                  <a:lnTo>
                    <a:pt x="140" y="59"/>
                  </a:lnTo>
                  <a:lnTo>
                    <a:pt x="139" y="59"/>
                  </a:lnTo>
                  <a:lnTo>
                    <a:pt x="139" y="58"/>
                  </a:lnTo>
                  <a:lnTo>
                    <a:pt x="138" y="56"/>
                  </a:lnTo>
                  <a:lnTo>
                    <a:pt x="138" y="55"/>
                  </a:lnTo>
                  <a:lnTo>
                    <a:pt x="138" y="55"/>
                  </a:lnTo>
                  <a:lnTo>
                    <a:pt x="139" y="54"/>
                  </a:lnTo>
                  <a:lnTo>
                    <a:pt x="138" y="52"/>
                  </a:lnTo>
                  <a:lnTo>
                    <a:pt x="138" y="52"/>
                  </a:lnTo>
                  <a:lnTo>
                    <a:pt x="137" y="52"/>
                  </a:lnTo>
                  <a:lnTo>
                    <a:pt x="137" y="52"/>
                  </a:lnTo>
                  <a:lnTo>
                    <a:pt x="136" y="54"/>
                  </a:lnTo>
                  <a:lnTo>
                    <a:pt x="135" y="55"/>
                  </a:lnTo>
                  <a:lnTo>
                    <a:pt x="133" y="55"/>
                  </a:lnTo>
                  <a:lnTo>
                    <a:pt x="132" y="55"/>
                  </a:lnTo>
                  <a:lnTo>
                    <a:pt x="132" y="54"/>
                  </a:lnTo>
                  <a:lnTo>
                    <a:pt x="131" y="54"/>
                  </a:lnTo>
                  <a:lnTo>
                    <a:pt x="131" y="51"/>
                  </a:lnTo>
                  <a:lnTo>
                    <a:pt x="131" y="51"/>
                  </a:lnTo>
                  <a:lnTo>
                    <a:pt x="132" y="50"/>
                  </a:lnTo>
                  <a:lnTo>
                    <a:pt x="132" y="50"/>
                  </a:lnTo>
                  <a:lnTo>
                    <a:pt x="132" y="48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7"/>
                  </a:lnTo>
                  <a:lnTo>
                    <a:pt x="131" y="46"/>
                  </a:lnTo>
                  <a:lnTo>
                    <a:pt x="131" y="46"/>
                  </a:lnTo>
                  <a:lnTo>
                    <a:pt x="132" y="47"/>
                  </a:lnTo>
                  <a:lnTo>
                    <a:pt x="133" y="46"/>
                  </a:lnTo>
                  <a:lnTo>
                    <a:pt x="136" y="46"/>
                  </a:lnTo>
                  <a:lnTo>
                    <a:pt x="136" y="47"/>
                  </a:lnTo>
                  <a:lnTo>
                    <a:pt x="137" y="49"/>
                  </a:lnTo>
                  <a:lnTo>
                    <a:pt x="138" y="51"/>
                  </a:lnTo>
                  <a:lnTo>
                    <a:pt x="138" y="49"/>
                  </a:lnTo>
                  <a:lnTo>
                    <a:pt x="139" y="48"/>
                  </a:lnTo>
                  <a:lnTo>
                    <a:pt x="140" y="49"/>
                  </a:lnTo>
                  <a:lnTo>
                    <a:pt x="142" y="51"/>
                  </a:lnTo>
                  <a:lnTo>
                    <a:pt x="142" y="52"/>
                  </a:lnTo>
                  <a:lnTo>
                    <a:pt x="143" y="52"/>
                  </a:lnTo>
                  <a:lnTo>
                    <a:pt x="143" y="52"/>
                  </a:lnTo>
                  <a:lnTo>
                    <a:pt x="144" y="51"/>
                  </a:lnTo>
                  <a:lnTo>
                    <a:pt x="144" y="51"/>
                  </a:lnTo>
                  <a:lnTo>
                    <a:pt x="144" y="50"/>
                  </a:lnTo>
                  <a:lnTo>
                    <a:pt x="144" y="50"/>
                  </a:lnTo>
                  <a:lnTo>
                    <a:pt x="144" y="48"/>
                  </a:lnTo>
                  <a:lnTo>
                    <a:pt x="144" y="46"/>
                  </a:lnTo>
                  <a:lnTo>
                    <a:pt x="144" y="44"/>
                  </a:lnTo>
                  <a:lnTo>
                    <a:pt x="144" y="43"/>
                  </a:lnTo>
                  <a:lnTo>
                    <a:pt x="142" y="41"/>
                  </a:lnTo>
                  <a:lnTo>
                    <a:pt x="140" y="41"/>
                  </a:lnTo>
                  <a:lnTo>
                    <a:pt x="142" y="41"/>
                  </a:lnTo>
                  <a:lnTo>
                    <a:pt x="143" y="41"/>
                  </a:lnTo>
                  <a:lnTo>
                    <a:pt x="145" y="43"/>
                  </a:lnTo>
                  <a:lnTo>
                    <a:pt x="146" y="44"/>
                  </a:lnTo>
                  <a:lnTo>
                    <a:pt x="147" y="44"/>
                  </a:lnTo>
                  <a:lnTo>
                    <a:pt x="149" y="42"/>
                  </a:lnTo>
                  <a:lnTo>
                    <a:pt x="149" y="41"/>
                  </a:lnTo>
                  <a:lnTo>
                    <a:pt x="149" y="39"/>
                  </a:lnTo>
                  <a:lnTo>
                    <a:pt x="147" y="39"/>
                  </a:lnTo>
                  <a:lnTo>
                    <a:pt x="147" y="37"/>
                  </a:lnTo>
                  <a:lnTo>
                    <a:pt x="146" y="37"/>
                  </a:lnTo>
                  <a:lnTo>
                    <a:pt x="146" y="36"/>
                  </a:lnTo>
                  <a:lnTo>
                    <a:pt x="146" y="35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5" y="32"/>
                  </a:lnTo>
                  <a:lnTo>
                    <a:pt x="145" y="30"/>
                  </a:lnTo>
                  <a:lnTo>
                    <a:pt x="147" y="28"/>
                  </a:lnTo>
                  <a:lnTo>
                    <a:pt x="147" y="27"/>
                  </a:lnTo>
                  <a:lnTo>
                    <a:pt x="146" y="26"/>
                  </a:lnTo>
                  <a:lnTo>
                    <a:pt x="145" y="25"/>
                  </a:lnTo>
                  <a:lnTo>
                    <a:pt x="144" y="23"/>
                  </a:lnTo>
                  <a:lnTo>
                    <a:pt x="143" y="25"/>
                  </a:lnTo>
                  <a:lnTo>
                    <a:pt x="14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37" y="28"/>
                  </a:lnTo>
                  <a:lnTo>
                    <a:pt x="137" y="27"/>
                  </a:lnTo>
                  <a:lnTo>
                    <a:pt x="137" y="26"/>
                  </a:lnTo>
                  <a:lnTo>
                    <a:pt x="137" y="26"/>
                  </a:lnTo>
                  <a:lnTo>
                    <a:pt x="138" y="25"/>
                  </a:lnTo>
                  <a:lnTo>
                    <a:pt x="138" y="25"/>
                  </a:lnTo>
                  <a:lnTo>
                    <a:pt x="138" y="23"/>
                  </a:lnTo>
                  <a:lnTo>
                    <a:pt x="137" y="21"/>
                  </a:lnTo>
                  <a:lnTo>
                    <a:pt x="137" y="21"/>
                  </a:lnTo>
                  <a:lnTo>
                    <a:pt x="136" y="22"/>
                  </a:lnTo>
                  <a:lnTo>
                    <a:pt x="137" y="20"/>
                  </a:lnTo>
                  <a:lnTo>
                    <a:pt x="137" y="19"/>
                  </a:lnTo>
                  <a:lnTo>
                    <a:pt x="136" y="18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3" y="13"/>
                  </a:lnTo>
                  <a:lnTo>
                    <a:pt x="133" y="12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36" y="11"/>
                  </a:lnTo>
                  <a:lnTo>
                    <a:pt x="135" y="8"/>
                  </a:lnTo>
                  <a:lnTo>
                    <a:pt x="132" y="8"/>
                  </a:lnTo>
                  <a:lnTo>
                    <a:pt x="132" y="7"/>
                  </a:lnTo>
                  <a:lnTo>
                    <a:pt x="132" y="6"/>
                  </a:lnTo>
                  <a:lnTo>
                    <a:pt x="135" y="6"/>
                  </a:lnTo>
                  <a:lnTo>
                    <a:pt x="137" y="7"/>
                  </a:lnTo>
                  <a:lnTo>
                    <a:pt x="137" y="6"/>
                  </a:lnTo>
                  <a:lnTo>
                    <a:pt x="136" y="4"/>
                  </a:lnTo>
                  <a:close/>
                  <a:moveTo>
                    <a:pt x="116" y="0"/>
                  </a:moveTo>
                  <a:lnTo>
                    <a:pt x="119" y="0"/>
                  </a:lnTo>
                  <a:lnTo>
                    <a:pt x="118" y="1"/>
                  </a:lnTo>
                  <a:lnTo>
                    <a:pt x="115" y="1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3716338" y="1935163"/>
              <a:ext cx="100012" cy="174625"/>
            </a:xfrm>
            <a:custGeom>
              <a:avLst/>
              <a:gdLst>
                <a:gd name="T0" fmla="*/ 118 w 125"/>
                <a:gd name="T1" fmla="*/ 6 h 221"/>
                <a:gd name="T2" fmla="*/ 117 w 125"/>
                <a:gd name="T3" fmla="*/ 20 h 221"/>
                <a:gd name="T4" fmla="*/ 120 w 125"/>
                <a:gd name="T5" fmla="*/ 29 h 221"/>
                <a:gd name="T6" fmla="*/ 125 w 125"/>
                <a:gd name="T7" fmla="*/ 38 h 221"/>
                <a:gd name="T8" fmla="*/ 123 w 125"/>
                <a:gd name="T9" fmla="*/ 41 h 221"/>
                <a:gd name="T10" fmla="*/ 121 w 125"/>
                <a:gd name="T11" fmla="*/ 50 h 221"/>
                <a:gd name="T12" fmla="*/ 111 w 125"/>
                <a:gd name="T13" fmla="*/ 62 h 221"/>
                <a:gd name="T14" fmla="*/ 101 w 125"/>
                <a:gd name="T15" fmla="*/ 68 h 221"/>
                <a:gd name="T16" fmla="*/ 103 w 125"/>
                <a:gd name="T17" fmla="*/ 90 h 221"/>
                <a:gd name="T18" fmla="*/ 103 w 125"/>
                <a:gd name="T19" fmla="*/ 98 h 221"/>
                <a:gd name="T20" fmla="*/ 101 w 125"/>
                <a:gd name="T21" fmla="*/ 111 h 221"/>
                <a:gd name="T22" fmla="*/ 98 w 125"/>
                <a:gd name="T23" fmla="*/ 121 h 221"/>
                <a:gd name="T24" fmla="*/ 96 w 125"/>
                <a:gd name="T25" fmla="*/ 133 h 221"/>
                <a:gd name="T26" fmla="*/ 98 w 125"/>
                <a:gd name="T27" fmla="*/ 155 h 221"/>
                <a:gd name="T28" fmla="*/ 98 w 125"/>
                <a:gd name="T29" fmla="*/ 164 h 221"/>
                <a:gd name="T30" fmla="*/ 98 w 125"/>
                <a:gd name="T31" fmla="*/ 167 h 221"/>
                <a:gd name="T32" fmla="*/ 98 w 125"/>
                <a:gd name="T33" fmla="*/ 172 h 221"/>
                <a:gd name="T34" fmla="*/ 100 w 125"/>
                <a:gd name="T35" fmla="*/ 186 h 221"/>
                <a:gd name="T36" fmla="*/ 99 w 125"/>
                <a:gd name="T37" fmla="*/ 196 h 221"/>
                <a:gd name="T38" fmla="*/ 99 w 125"/>
                <a:gd name="T39" fmla="*/ 202 h 221"/>
                <a:gd name="T40" fmla="*/ 106 w 125"/>
                <a:gd name="T41" fmla="*/ 209 h 221"/>
                <a:gd name="T42" fmla="*/ 96 w 125"/>
                <a:gd name="T43" fmla="*/ 212 h 221"/>
                <a:gd name="T44" fmla="*/ 80 w 125"/>
                <a:gd name="T45" fmla="*/ 215 h 221"/>
                <a:gd name="T46" fmla="*/ 64 w 125"/>
                <a:gd name="T47" fmla="*/ 219 h 221"/>
                <a:gd name="T48" fmla="*/ 51 w 125"/>
                <a:gd name="T49" fmla="*/ 212 h 221"/>
                <a:gd name="T50" fmla="*/ 49 w 125"/>
                <a:gd name="T51" fmla="*/ 203 h 221"/>
                <a:gd name="T52" fmla="*/ 43 w 125"/>
                <a:gd name="T53" fmla="*/ 172 h 221"/>
                <a:gd name="T54" fmla="*/ 38 w 125"/>
                <a:gd name="T55" fmla="*/ 155 h 221"/>
                <a:gd name="T56" fmla="*/ 36 w 125"/>
                <a:gd name="T57" fmla="*/ 152 h 221"/>
                <a:gd name="T58" fmla="*/ 32 w 125"/>
                <a:gd name="T59" fmla="*/ 148 h 221"/>
                <a:gd name="T60" fmla="*/ 30 w 125"/>
                <a:gd name="T61" fmla="*/ 148 h 221"/>
                <a:gd name="T62" fmla="*/ 29 w 125"/>
                <a:gd name="T63" fmla="*/ 152 h 221"/>
                <a:gd name="T64" fmla="*/ 28 w 125"/>
                <a:gd name="T65" fmla="*/ 154 h 221"/>
                <a:gd name="T66" fmla="*/ 25 w 125"/>
                <a:gd name="T67" fmla="*/ 152 h 221"/>
                <a:gd name="T68" fmla="*/ 27 w 125"/>
                <a:gd name="T69" fmla="*/ 138 h 221"/>
                <a:gd name="T70" fmla="*/ 22 w 125"/>
                <a:gd name="T71" fmla="*/ 133 h 221"/>
                <a:gd name="T72" fmla="*/ 22 w 125"/>
                <a:gd name="T73" fmla="*/ 127 h 221"/>
                <a:gd name="T74" fmla="*/ 17 w 125"/>
                <a:gd name="T75" fmla="*/ 118 h 221"/>
                <a:gd name="T76" fmla="*/ 16 w 125"/>
                <a:gd name="T77" fmla="*/ 114 h 221"/>
                <a:gd name="T78" fmla="*/ 13 w 125"/>
                <a:gd name="T79" fmla="*/ 102 h 221"/>
                <a:gd name="T80" fmla="*/ 15 w 125"/>
                <a:gd name="T81" fmla="*/ 91 h 221"/>
                <a:gd name="T82" fmla="*/ 13 w 125"/>
                <a:gd name="T83" fmla="*/ 84 h 221"/>
                <a:gd name="T84" fmla="*/ 10 w 125"/>
                <a:gd name="T85" fmla="*/ 83 h 221"/>
                <a:gd name="T86" fmla="*/ 9 w 125"/>
                <a:gd name="T87" fmla="*/ 79 h 221"/>
                <a:gd name="T88" fmla="*/ 8 w 125"/>
                <a:gd name="T89" fmla="*/ 73 h 221"/>
                <a:gd name="T90" fmla="*/ 3 w 125"/>
                <a:gd name="T91" fmla="*/ 68 h 221"/>
                <a:gd name="T92" fmla="*/ 2 w 125"/>
                <a:gd name="T93" fmla="*/ 64 h 221"/>
                <a:gd name="T94" fmla="*/ 2 w 125"/>
                <a:gd name="T95" fmla="*/ 57 h 221"/>
                <a:gd name="T96" fmla="*/ 5 w 125"/>
                <a:gd name="T97" fmla="*/ 59 h 221"/>
                <a:gd name="T98" fmla="*/ 3 w 125"/>
                <a:gd name="T99" fmla="*/ 55 h 221"/>
                <a:gd name="T100" fmla="*/ 3 w 125"/>
                <a:gd name="T101" fmla="*/ 53 h 221"/>
                <a:gd name="T102" fmla="*/ 3 w 125"/>
                <a:gd name="T103" fmla="*/ 48 h 221"/>
                <a:gd name="T104" fmla="*/ 1 w 125"/>
                <a:gd name="T105" fmla="*/ 41 h 221"/>
                <a:gd name="T106" fmla="*/ 1 w 125"/>
                <a:gd name="T107" fmla="*/ 35 h 221"/>
                <a:gd name="T108" fmla="*/ 2 w 125"/>
                <a:gd name="T109" fmla="*/ 31 h 221"/>
                <a:gd name="T110" fmla="*/ 14 w 125"/>
                <a:gd name="T111" fmla="*/ 28 h 221"/>
                <a:gd name="T112" fmla="*/ 30 w 125"/>
                <a:gd name="T113" fmla="*/ 24 h 221"/>
                <a:gd name="T114" fmla="*/ 68 w 125"/>
                <a:gd name="T115" fmla="*/ 14 h 221"/>
                <a:gd name="T116" fmla="*/ 100 w 125"/>
                <a:gd name="T117" fmla="*/ 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5" h="221">
                  <a:moveTo>
                    <a:pt x="118" y="0"/>
                  </a:moveTo>
                  <a:lnTo>
                    <a:pt x="117" y="2"/>
                  </a:lnTo>
                  <a:lnTo>
                    <a:pt x="117" y="3"/>
                  </a:lnTo>
                  <a:lnTo>
                    <a:pt x="117" y="4"/>
                  </a:lnTo>
                  <a:lnTo>
                    <a:pt x="118" y="6"/>
                  </a:lnTo>
                  <a:lnTo>
                    <a:pt x="120" y="7"/>
                  </a:lnTo>
                  <a:lnTo>
                    <a:pt x="121" y="9"/>
                  </a:lnTo>
                  <a:lnTo>
                    <a:pt x="121" y="11"/>
                  </a:lnTo>
                  <a:lnTo>
                    <a:pt x="118" y="16"/>
                  </a:lnTo>
                  <a:lnTo>
                    <a:pt x="117" y="20"/>
                  </a:lnTo>
                  <a:lnTo>
                    <a:pt x="116" y="24"/>
                  </a:lnTo>
                  <a:lnTo>
                    <a:pt x="116" y="26"/>
                  </a:lnTo>
                  <a:lnTo>
                    <a:pt x="117" y="27"/>
                  </a:lnTo>
                  <a:lnTo>
                    <a:pt x="118" y="28"/>
                  </a:lnTo>
                  <a:lnTo>
                    <a:pt x="120" y="29"/>
                  </a:lnTo>
                  <a:lnTo>
                    <a:pt x="120" y="31"/>
                  </a:lnTo>
                  <a:lnTo>
                    <a:pt x="123" y="35"/>
                  </a:lnTo>
                  <a:lnTo>
                    <a:pt x="124" y="35"/>
                  </a:lnTo>
                  <a:lnTo>
                    <a:pt x="125" y="36"/>
                  </a:lnTo>
                  <a:lnTo>
                    <a:pt x="125" y="38"/>
                  </a:lnTo>
                  <a:lnTo>
                    <a:pt x="125" y="39"/>
                  </a:lnTo>
                  <a:lnTo>
                    <a:pt x="124" y="39"/>
                  </a:lnTo>
                  <a:lnTo>
                    <a:pt x="123" y="39"/>
                  </a:lnTo>
                  <a:lnTo>
                    <a:pt x="123" y="40"/>
                  </a:lnTo>
                  <a:lnTo>
                    <a:pt x="123" y="41"/>
                  </a:lnTo>
                  <a:lnTo>
                    <a:pt x="123" y="42"/>
                  </a:lnTo>
                  <a:lnTo>
                    <a:pt x="124" y="45"/>
                  </a:lnTo>
                  <a:lnTo>
                    <a:pt x="123" y="46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8" y="53"/>
                  </a:lnTo>
                  <a:lnTo>
                    <a:pt x="114" y="57"/>
                  </a:lnTo>
                  <a:lnTo>
                    <a:pt x="114" y="59"/>
                  </a:lnTo>
                  <a:lnTo>
                    <a:pt x="111" y="62"/>
                  </a:lnTo>
                  <a:lnTo>
                    <a:pt x="110" y="63"/>
                  </a:lnTo>
                  <a:lnTo>
                    <a:pt x="109" y="63"/>
                  </a:lnTo>
                  <a:lnTo>
                    <a:pt x="106" y="64"/>
                  </a:lnTo>
                  <a:lnTo>
                    <a:pt x="103" y="66"/>
                  </a:lnTo>
                  <a:lnTo>
                    <a:pt x="101" y="68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103" y="83"/>
                  </a:lnTo>
                  <a:lnTo>
                    <a:pt x="103" y="86"/>
                  </a:lnTo>
                  <a:lnTo>
                    <a:pt x="103" y="90"/>
                  </a:lnTo>
                  <a:lnTo>
                    <a:pt x="102" y="95"/>
                  </a:lnTo>
                  <a:lnTo>
                    <a:pt x="102" y="97"/>
                  </a:lnTo>
                  <a:lnTo>
                    <a:pt x="102" y="97"/>
                  </a:lnTo>
                  <a:lnTo>
                    <a:pt x="103" y="98"/>
                  </a:lnTo>
                  <a:lnTo>
                    <a:pt x="103" y="98"/>
                  </a:lnTo>
                  <a:lnTo>
                    <a:pt x="103" y="98"/>
                  </a:lnTo>
                  <a:lnTo>
                    <a:pt x="101" y="105"/>
                  </a:lnTo>
                  <a:lnTo>
                    <a:pt x="100" y="107"/>
                  </a:lnTo>
                  <a:lnTo>
                    <a:pt x="100" y="110"/>
                  </a:lnTo>
                  <a:lnTo>
                    <a:pt x="101" y="111"/>
                  </a:lnTo>
                  <a:lnTo>
                    <a:pt x="101" y="113"/>
                  </a:lnTo>
                  <a:lnTo>
                    <a:pt x="101" y="114"/>
                  </a:lnTo>
                  <a:lnTo>
                    <a:pt x="100" y="117"/>
                  </a:lnTo>
                  <a:lnTo>
                    <a:pt x="98" y="120"/>
                  </a:lnTo>
                  <a:lnTo>
                    <a:pt x="98" y="121"/>
                  </a:lnTo>
                  <a:lnTo>
                    <a:pt x="95" y="124"/>
                  </a:lnTo>
                  <a:lnTo>
                    <a:pt x="95" y="125"/>
                  </a:lnTo>
                  <a:lnTo>
                    <a:pt x="96" y="127"/>
                  </a:lnTo>
                  <a:lnTo>
                    <a:pt x="96" y="131"/>
                  </a:lnTo>
                  <a:lnTo>
                    <a:pt x="96" y="133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39"/>
                  </a:lnTo>
                  <a:lnTo>
                    <a:pt x="94" y="141"/>
                  </a:lnTo>
                  <a:lnTo>
                    <a:pt x="98" y="155"/>
                  </a:lnTo>
                  <a:lnTo>
                    <a:pt x="98" y="159"/>
                  </a:lnTo>
                  <a:lnTo>
                    <a:pt x="99" y="161"/>
                  </a:lnTo>
                  <a:lnTo>
                    <a:pt x="98" y="162"/>
                  </a:lnTo>
                  <a:lnTo>
                    <a:pt x="98" y="163"/>
                  </a:lnTo>
                  <a:lnTo>
                    <a:pt x="98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8" y="167"/>
                  </a:lnTo>
                  <a:lnTo>
                    <a:pt x="98" y="167"/>
                  </a:lnTo>
                  <a:lnTo>
                    <a:pt x="98" y="167"/>
                  </a:lnTo>
                  <a:lnTo>
                    <a:pt x="98" y="168"/>
                  </a:lnTo>
                  <a:lnTo>
                    <a:pt x="98" y="168"/>
                  </a:lnTo>
                  <a:lnTo>
                    <a:pt x="98" y="169"/>
                  </a:lnTo>
                  <a:lnTo>
                    <a:pt x="98" y="169"/>
                  </a:lnTo>
                  <a:lnTo>
                    <a:pt x="98" y="172"/>
                  </a:lnTo>
                  <a:lnTo>
                    <a:pt x="99" y="174"/>
                  </a:lnTo>
                  <a:lnTo>
                    <a:pt x="99" y="176"/>
                  </a:lnTo>
                  <a:lnTo>
                    <a:pt x="100" y="178"/>
                  </a:lnTo>
                  <a:lnTo>
                    <a:pt x="100" y="183"/>
                  </a:lnTo>
                  <a:lnTo>
                    <a:pt x="100" y="186"/>
                  </a:lnTo>
                  <a:lnTo>
                    <a:pt x="100" y="189"/>
                  </a:lnTo>
                  <a:lnTo>
                    <a:pt x="99" y="190"/>
                  </a:lnTo>
                  <a:lnTo>
                    <a:pt x="98" y="190"/>
                  </a:lnTo>
                  <a:lnTo>
                    <a:pt x="98" y="192"/>
                  </a:lnTo>
                  <a:lnTo>
                    <a:pt x="99" y="196"/>
                  </a:lnTo>
                  <a:lnTo>
                    <a:pt x="98" y="197"/>
                  </a:lnTo>
                  <a:lnTo>
                    <a:pt x="98" y="198"/>
                  </a:lnTo>
                  <a:lnTo>
                    <a:pt x="98" y="199"/>
                  </a:lnTo>
                  <a:lnTo>
                    <a:pt x="98" y="200"/>
                  </a:lnTo>
                  <a:lnTo>
                    <a:pt x="99" y="202"/>
                  </a:lnTo>
                  <a:lnTo>
                    <a:pt x="99" y="203"/>
                  </a:lnTo>
                  <a:lnTo>
                    <a:pt x="100" y="204"/>
                  </a:lnTo>
                  <a:lnTo>
                    <a:pt x="100" y="205"/>
                  </a:lnTo>
                  <a:lnTo>
                    <a:pt x="103" y="206"/>
                  </a:lnTo>
                  <a:lnTo>
                    <a:pt x="106" y="209"/>
                  </a:lnTo>
                  <a:lnTo>
                    <a:pt x="107" y="211"/>
                  </a:lnTo>
                  <a:lnTo>
                    <a:pt x="107" y="211"/>
                  </a:lnTo>
                  <a:lnTo>
                    <a:pt x="103" y="211"/>
                  </a:lnTo>
                  <a:lnTo>
                    <a:pt x="100" y="212"/>
                  </a:lnTo>
                  <a:lnTo>
                    <a:pt x="96" y="212"/>
                  </a:lnTo>
                  <a:lnTo>
                    <a:pt x="94" y="213"/>
                  </a:lnTo>
                  <a:lnTo>
                    <a:pt x="91" y="214"/>
                  </a:lnTo>
                  <a:lnTo>
                    <a:pt x="87" y="214"/>
                  </a:lnTo>
                  <a:lnTo>
                    <a:pt x="84" y="215"/>
                  </a:lnTo>
                  <a:lnTo>
                    <a:pt x="80" y="215"/>
                  </a:lnTo>
                  <a:lnTo>
                    <a:pt x="78" y="217"/>
                  </a:lnTo>
                  <a:lnTo>
                    <a:pt x="74" y="218"/>
                  </a:lnTo>
                  <a:lnTo>
                    <a:pt x="71" y="218"/>
                  </a:lnTo>
                  <a:lnTo>
                    <a:pt x="67" y="219"/>
                  </a:lnTo>
                  <a:lnTo>
                    <a:pt x="64" y="219"/>
                  </a:lnTo>
                  <a:lnTo>
                    <a:pt x="55" y="221"/>
                  </a:lnTo>
                  <a:lnTo>
                    <a:pt x="53" y="219"/>
                  </a:lnTo>
                  <a:lnTo>
                    <a:pt x="51" y="217"/>
                  </a:lnTo>
                  <a:lnTo>
                    <a:pt x="51" y="213"/>
                  </a:lnTo>
                  <a:lnTo>
                    <a:pt x="51" y="212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51" y="209"/>
                  </a:lnTo>
                  <a:lnTo>
                    <a:pt x="50" y="206"/>
                  </a:lnTo>
                  <a:lnTo>
                    <a:pt x="49" y="203"/>
                  </a:lnTo>
                  <a:lnTo>
                    <a:pt x="49" y="198"/>
                  </a:lnTo>
                  <a:lnTo>
                    <a:pt x="48" y="193"/>
                  </a:lnTo>
                  <a:lnTo>
                    <a:pt x="46" y="189"/>
                  </a:lnTo>
                  <a:lnTo>
                    <a:pt x="44" y="178"/>
                  </a:lnTo>
                  <a:lnTo>
                    <a:pt x="43" y="172"/>
                  </a:lnTo>
                  <a:lnTo>
                    <a:pt x="42" y="168"/>
                  </a:lnTo>
                  <a:lnTo>
                    <a:pt x="41" y="164"/>
                  </a:lnTo>
                  <a:lnTo>
                    <a:pt x="39" y="160"/>
                  </a:lnTo>
                  <a:lnTo>
                    <a:pt x="39" y="157"/>
                  </a:lnTo>
                  <a:lnTo>
                    <a:pt x="38" y="155"/>
                  </a:lnTo>
                  <a:lnTo>
                    <a:pt x="38" y="155"/>
                  </a:lnTo>
                  <a:lnTo>
                    <a:pt x="38" y="153"/>
                  </a:lnTo>
                  <a:lnTo>
                    <a:pt x="37" y="153"/>
                  </a:lnTo>
                  <a:lnTo>
                    <a:pt x="37" y="152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4" y="148"/>
                  </a:lnTo>
                  <a:lnTo>
                    <a:pt x="34" y="148"/>
                  </a:lnTo>
                  <a:lnTo>
                    <a:pt x="34" y="148"/>
                  </a:lnTo>
                  <a:lnTo>
                    <a:pt x="32" y="148"/>
                  </a:lnTo>
                  <a:lnTo>
                    <a:pt x="31" y="148"/>
                  </a:lnTo>
                  <a:lnTo>
                    <a:pt x="31" y="148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0" y="149"/>
                  </a:lnTo>
                  <a:lnTo>
                    <a:pt x="29" y="149"/>
                  </a:lnTo>
                  <a:lnTo>
                    <a:pt x="29" y="149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8" y="154"/>
                  </a:lnTo>
                  <a:lnTo>
                    <a:pt x="28" y="154"/>
                  </a:lnTo>
                  <a:lnTo>
                    <a:pt x="28" y="154"/>
                  </a:lnTo>
                  <a:lnTo>
                    <a:pt x="28" y="154"/>
                  </a:lnTo>
                  <a:lnTo>
                    <a:pt x="27" y="154"/>
                  </a:lnTo>
                  <a:lnTo>
                    <a:pt x="27" y="153"/>
                  </a:lnTo>
                  <a:lnTo>
                    <a:pt x="25" y="153"/>
                  </a:lnTo>
                  <a:lnTo>
                    <a:pt x="25" y="152"/>
                  </a:lnTo>
                  <a:lnTo>
                    <a:pt x="25" y="149"/>
                  </a:lnTo>
                  <a:lnTo>
                    <a:pt x="24" y="148"/>
                  </a:lnTo>
                  <a:lnTo>
                    <a:pt x="24" y="148"/>
                  </a:lnTo>
                  <a:lnTo>
                    <a:pt x="27" y="139"/>
                  </a:lnTo>
                  <a:lnTo>
                    <a:pt x="27" y="138"/>
                  </a:lnTo>
                  <a:lnTo>
                    <a:pt x="25" y="138"/>
                  </a:lnTo>
                  <a:lnTo>
                    <a:pt x="25" y="135"/>
                  </a:lnTo>
                  <a:lnTo>
                    <a:pt x="25" y="135"/>
                  </a:lnTo>
                  <a:lnTo>
                    <a:pt x="24" y="134"/>
                  </a:lnTo>
                  <a:lnTo>
                    <a:pt x="22" y="133"/>
                  </a:lnTo>
                  <a:lnTo>
                    <a:pt x="22" y="132"/>
                  </a:lnTo>
                  <a:lnTo>
                    <a:pt x="22" y="131"/>
                  </a:lnTo>
                  <a:lnTo>
                    <a:pt x="22" y="129"/>
                  </a:lnTo>
                  <a:lnTo>
                    <a:pt x="22" y="128"/>
                  </a:lnTo>
                  <a:lnTo>
                    <a:pt x="22" y="127"/>
                  </a:lnTo>
                  <a:lnTo>
                    <a:pt x="21" y="126"/>
                  </a:lnTo>
                  <a:lnTo>
                    <a:pt x="20" y="125"/>
                  </a:lnTo>
                  <a:lnTo>
                    <a:pt x="18" y="124"/>
                  </a:lnTo>
                  <a:lnTo>
                    <a:pt x="18" y="122"/>
                  </a:lnTo>
                  <a:lnTo>
                    <a:pt x="17" y="118"/>
                  </a:lnTo>
                  <a:lnTo>
                    <a:pt x="17" y="117"/>
                  </a:lnTo>
                  <a:lnTo>
                    <a:pt x="17" y="116"/>
                  </a:lnTo>
                  <a:lnTo>
                    <a:pt x="17" y="116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5" y="116"/>
                  </a:lnTo>
                  <a:lnTo>
                    <a:pt x="15" y="117"/>
                  </a:lnTo>
                  <a:lnTo>
                    <a:pt x="14" y="113"/>
                  </a:lnTo>
                  <a:lnTo>
                    <a:pt x="14" y="104"/>
                  </a:lnTo>
                  <a:lnTo>
                    <a:pt x="13" y="102"/>
                  </a:lnTo>
                  <a:lnTo>
                    <a:pt x="14" y="100"/>
                  </a:lnTo>
                  <a:lnTo>
                    <a:pt x="17" y="93"/>
                  </a:lnTo>
                  <a:lnTo>
                    <a:pt x="16" y="93"/>
                  </a:lnTo>
                  <a:lnTo>
                    <a:pt x="16" y="92"/>
                  </a:lnTo>
                  <a:lnTo>
                    <a:pt x="15" y="91"/>
                  </a:lnTo>
                  <a:lnTo>
                    <a:pt x="15" y="89"/>
                  </a:lnTo>
                  <a:lnTo>
                    <a:pt x="14" y="85"/>
                  </a:lnTo>
                  <a:lnTo>
                    <a:pt x="13" y="85"/>
                  </a:lnTo>
                  <a:lnTo>
                    <a:pt x="13" y="84"/>
                  </a:lnTo>
                  <a:lnTo>
                    <a:pt x="13" y="84"/>
                  </a:lnTo>
                  <a:lnTo>
                    <a:pt x="12" y="79"/>
                  </a:lnTo>
                  <a:lnTo>
                    <a:pt x="10" y="78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4"/>
                  </a:lnTo>
                  <a:lnTo>
                    <a:pt x="9" y="83"/>
                  </a:lnTo>
                  <a:lnTo>
                    <a:pt x="9" y="82"/>
                  </a:lnTo>
                  <a:lnTo>
                    <a:pt x="9" y="81"/>
                  </a:lnTo>
                  <a:lnTo>
                    <a:pt x="9" y="79"/>
                  </a:lnTo>
                  <a:lnTo>
                    <a:pt x="9" y="78"/>
                  </a:lnTo>
                  <a:lnTo>
                    <a:pt x="9" y="77"/>
                  </a:lnTo>
                  <a:lnTo>
                    <a:pt x="7" y="76"/>
                  </a:lnTo>
                  <a:lnTo>
                    <a:pt x="8" y="74"/>
                  </a:lnTo>
                  <a:lnTo>
                    <a:pt x="8" y="73"/>
                  </a:lnTo>
                  <a:lnTo>
                    <a:pt x="8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5" y="69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7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60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6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57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3" y="55"/>
                  </a:lnTo>
                  <a:lnTo>
                    <a:pt x="2" y="55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3" y="53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5" y="50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2" y="47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8"/>
                  </a:lnTo>
                  <a:lnTo>
                    <a:pt x="0" y="36"/>
                  </a:lnTo>
                  <a:lnTo>
                    <a:pt x="1" y="36"/>
                  </a:lnTo>
                  <a:lnTo>
                    <a:pt x="1" y="36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3"/>
                  </a:lnTo>
                  <a:lnTo>
                    <a:pt x="0" y="32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5" y="31"/>
                  </a:lnTo>
                  <a:lnTo>
                    <a:pt x="10" y="29"/>
                  </a:lnTo>
                  <a:lnTo>
                    <a:pt x="10" y="28"/>
                  </a:lnTo>
                  <a:lnTo>
                    <a:pt x="14" y="28"/>
                  </a:lnTo>
                  <a:lnTo>
                    <a:pt x="15" y="28"/>
                  </a:lnTo>
                  <a:lnTo>
                    <a:pt x="17" y="27"/>
                  </a:lnTo>
                  <a:lnTo>
                    <a:pt x="17" y="27"/>
                  </a:lnTo>
                  <a:lnTo>
                    <a:pt x="23" y="26"/>
                  </a:lnTo>
                  <a:lnTo>
                    <a:pt x="30" y="24"/>
                  </a:lnTo>
                  <a:lnTo>
                    <a:pt x="43" y="20"/>
                  </a:lnTo>
                  <a:lnTo>
                    <a:pt x="49" y="19"/>
                  </a:lnTo>
                  <a:lnTo>
                    <a:pt x="56" y="18"/>
                  </a:lnTo>
                  <a:lnTo>
                    <a:pt x="61" y="16"/>
                  </a:lnTo>
                  <a:lnTo>
                    <a:pt x="68" y="14"/>
                  </a:lnTo>
                  <a:lnTo>
                    <a:pt x="74" y="12"/>
                  </a:lnTo>
                  <a:lnTo>
                    <a:pt x="80" y="11"/>
                  </a:lnTo>
                  <a:lnTo>
                    <a:pt x="87" y="9"/>
                  </a:lnTo>
                  <a:lnTo>
                    <a:pt x="93" y="7"/>
                  </a:lnTo>
                  <a:lnTo>
                    <a:pt x="100" y="6"/>
                  </a:lnTo>
                  <a:lnTo>
                    <a:pt x="106" y="4"/>
                  </a:lnTo>
                  <a:lnTo>
                    <a:pt x="11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3276600" y="2397125"/>
              <a:ext cx="454025" cy="250825"/>
            </a:xfrm>
            <a:custGeom>
              <a:avLst/>
              <a:gdLst>
                <a:gd name="T0" fmla="*/ 553 w 572"/>
                <a:gd name="T1" fmla="*/ 135 h 316"/>
                <a:gd name="T2" fmla="*/ 561 w 572"/>
                <a:gd name="T3" fmla="*/ 92 h 316"/>
                <a:gd name="T4" fmla="*/ 547 w 572"/>
                <a:gd name="T5" fmla="*/ 130 h 316"/>
                <a:gd name="T6" fmla="*/ 544 w 572"/>
                <a:gd name="T7" fmla="*/ 161 h 316"/>
                <a:gd name="T8" fmla="*/ 533 w 572"/>
                <a:gd name="T9" fmla="*/ 153 h 316"/>
                <a:gd name="T10" fmla="*/ 535 w 572"/>
                <a:gd name="T11" fmla="*/ 136 h 316"/>
                <a:gd name="T12" fmla="*/ 537 w 572"/>
                <a:gd name="T13" fmla="*/ 116 h 316"/>
                <a:gd name="T14" fmla="*/ 546 w 572"/>
                <a:gd name="T15" fmla="*/ 101 h 316"/>
                <a:gd name="T16" fmla="*/ 556 w 572"/>
                <a:gd name="T17" fmla="*/ 84 h 316"/>
                <a:gd name="T18" fmla="*/ 568 w 572"/>
                <a:gd name="T19" fmla="*/ 87 h 316"/>
                <a:gd name="T20" fmla="*/ 371 w 572"/>
                <a:gd name="T21" fmla="*/ 17 h 316"/>
                <a:gd name="T22" fmla="*/ 393 w 572"/>
                <a:gd name="T23" fmla="*/ 15 h 316"/>
                <a:gd name="T24" fmla="*/ 428 w 572"/>
                <a:gd name="T25" fmla="*/ 30 h 316"/>
                <a:gd name="T26" fmla="*/ 427 w 572"/>
                <a:gd name="T27" fmla="*/ 51 h 316"/>
                <a:gd name="T28" fmla="*/ 420 w 572"/>
                <a:gd name="T29" fmla="*/ 64 h 316"/>
                <a:gd name="T30" fmla="*/ 432 w 572"/>
                <a:gd name="T31" fmla="*/ 80 h 316"/>
                <a:gd name="T32" fmla="*/ 448 w 572"/>
                <a:gd name="T33" fmla="*/ 85 h 316"/>
                <a:gd name="T34" fmla="*/ 474 w 572"/>
                <a:gd name="T35" fmla="*/ 89 h 316"/>
                <a:gd name="T36" fmla="*/ 486 w 572"/>
                <a:gd name="T37" fmla="*/ 100 h 316"/>
                <a:gd name="T38" fmla="*/ 503 w 572"/>
                <a:gd name="T39" fmla="*/ 120 h 316"/>
                <a:gd name="T40" fmla="*/ 498 w 572"/>
                <a:gd name="T41" fmla="*/ 130 h 316"/>
                <a:gd name="T42" fmla="*/ 481 w 572"/>
                <a:gd name="T43" fmla="*/ 120 h 316"/>
                <a:gd name="T44" fmla="*/ 450 w 572"/>
                <a:gd name="T45" fmla="*/ 97 h 316"/>
                <a:gd name="T46" fmla="*/ 452 w 572"/>
                <a:gd name="T47" fmla="*/ 100 h 316"/>
                <a:gd name="T48" fmla="*/ 472 w 572"/>
                <a:gd name="T49" fmla="*/ 121 h 316"/>
                <a:gd name="T50" fmla="*/ 494 w 572"/>
                <a:gd name="T51" fmla="*/ 134 h 316"/>
                <a:gd name="T52" fmla="*/ 512 w 572"/>
                <a:gd name="T53" fmla="*/ 142 h 316"/>
                <a:gd name="T54" fmla="*/ 501 w 572"/>
                <a:gd name="T55" fmla="*/ 150 h 316"/>
                <a:gd name="T56" fmla="*/ 507 w 572"/>
                <a:gd name="T57" fmla="*/ 160 h 316"/>
                <a:gd name="T58" fmla="*/ 474 w 572"/>
                <a:gd name="T59" fmla="*/ 149 h 316"/>
                <a:gd name="T60" fmla="*/ 511 w 572"/>
                <a:gd name="T61" fmla="*/ 171 h 316"/>
                <a:gd name="T62" fmla="*/ 508 w 572"/>
                <a:gd name="T63" fmla="*/ 188 h 316"/>
                <a:gd name="T64" fmla="*/ 481 w 572"/>
                <a:gd name="T65" fmla="*/ 172 h 316"/>
                <a:gd name="T66" fmla="*/ 462 w 572"/>
                <a:gd name="T67" fmla="*/ 167 h 316"/>
                <a:gd name="T68" fmla="*/ 443 w 572"/>
                <a:gd name="T69" fmla="*/ 172 h 316"/>
                <a:gd name="T70" fmla="*/ 479 w 572"/>
                <a:gd name="T71" fmla="*/ 174 h 316"/>
                <a:gd name="T72" fmla="*/ 506 w 572"/>
                <a:gd name="T73" fmla="*/ 190 h 316"/>
                <a:gd name="T74" fmla="*/ 521 w 572"/>
                <a:gd name="T75" fmla="*/ 197 h 316"/>
                <a:gd name="T76" fmla="*/ 556 w 572"/>
                <a:gd name="T77" fmla="*/ 217 h 316"/>
                <a:gd name="T78" fmla="*/ 544 w 572"/>
                <a:gd name="T79" fmla="*/ 220 h 316"/>
                <a:gd name="T80" fmla="*/ 309 w 572"/>
                <a:gd name="T81" fmla="*/ 266 h 316"/>
                <a:gd name="T82" fmla="*/ 125 w 572"/>
                <a:gd name="T83" fmla="*/ 295 h 316"/>
                <a:gd name="T84" fmla="*/ 3 w 572"/>
                <a:gd name="T85" fmla="*/ 311 h 316"/>
                <a:gd name="T86" fmla="*/ 40 w 572"/>
                <a:gd name="T87" fmla="*/ 287 h 316"/>
                <a:gd name="T88" fmla="*/ 62 w 572"/>
                <a:gd name="T89" fmla="*/ 265 h 316"/>
                <a:gd name="T90" fmla="*/ 109 w 572"/>
                <a:gd name="T91" fmla="*/ 215 h 316"/>
                <a:gd name="T92" fmla="*/ 112 w 572"/>
                <a:gd name="T93" fmla="*/ 227 h 316"/>
                <a:gd name="T94" fmla="*/ 127 w 572"/>
                <a:gd name="T95" fmla="*/ 235 h 316"/>
                <a:gd name="T96" fmla="*/ 153 w 572"/>
                <a:gd name="T97" fmla="*/ 228 h 316"/>
                <a:gd name="T98" fmla="*/ 170 w 572"/>
                <a:gd name="T99" fmla="*/ 227 h 316"/>
                <a:gd name="T100" fmla="*/ 187 w 572"/>
                <a:gd name="T101" fmla="*/ 211 h 316"/>
                <a:gd name="T102" fmla="*/ 197 w 572"/>
                <a:gd name="T103" fmla="*/ 213 h 316"/>
                <a:gd name="T104" fmla="*/ 217 w 572"/>
                <a:gd name="T105" fmla="*/ 206 h 316"/>
                <a:gd name="T106" fmla="*/ 230 w 572"/>
                <a:gd name="T107" fmla="*/ 186 h 316"/>
                <a:gd name="T108" fmla="*/ 239 w 572"/>
                <a:gd name="T109" fmla="*/ 149 h 316"/>
                <a:gd name="T110" fmla="*/ 249 w 572"/>
                <a:gd name="T111" fmla="*/ 118 h 316"/>
                <a:gd name="T112" fmla="*/ 254 w 572"/>
                <a:gd name="T113" fmla="*/ 96 h 316"/>
                <a:gd name="T114" fmla="*/ 282 w 572"/>
                <a:gd name="T115" fmla="*/ 102 h 316"/>
                <a:gd name="T116" fmla="*/ 291 w 572"/>
                <a:gd name="T117" fmla="*/ 78 h 316"/>
                <a:gd name="T118" fmla="*/ 311 w 572"/>
                <a:gd name="T119" fmla="*/ 53 h 316"/>
                <a:gd name="T120" fmla="*/ 321 w 572"/>
                <a:gd name="T121" fmla="*/ 44 h 316"/>
                <a:gd name="T122" fmla="*/ 330 w 572"/>
                <a:gd name="T123" fmla="*/ 22 h 316"/>
                <a:gd name="T124" fmla="*/ 331 w 572"/>
                <a:gd name="T12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72" h="316">
                  <a:moveTo>
                    <a:pt x="553" y="216"/>
                  </a:moveTo>
                  <a:lnTo>
                    <a:pt x="554" y="218"/>
                  </a:lnTo>
                  <a:lnTo>
                    <a:pt x="553" y="218"/>
                  </a:lnTo>
                  <a:lnTo>
                    <a:pt x="551" y="218"/>
                  </a:lnTo>
                  <a:lnTo>
                    <a:pt x="551" y="218"/>
                  </a:lnTo>
                  <a:lnTo>
                    <a:pt x="550" y="217"/>
                  </a:lnTo>
                  <a:lnTo>
                    <a:pt x="551" y="216"/>
                  </a:lnTo>
                  <a:lnTo>
                    <a:pt x="553" y="216"/>
                  </a:lnTo>
                  <a:close/>
                  <a:moveTo>
                    <a:pt x="548" y="150"/>
                  </a:moveTo>
                  <a:lnTo>
                    <a:pt x="549" y="153"/>
                  </a:lnTo>
                  <a:lnTo>
                    <a:pt x="549" y="156"/>
                  </a:lnTo>
                  <a:lnTo>
                    <a:pt x="548" y="157"/>
                  </a:lnTo>
                  <a:lnTo>
                    <a:pt x="546" y="158"/>
                  </a:lnTo>
                  <a:lnTo>
                    <a:pt x="546" y="157"/>
                  </a:lnTo>
                  <a:lnTo>
                    <a:pt x="546" y="157"/>
                  </a:lnTo>
                  <a:lnTo>
                    <a:pt x="547" y="156"/>
                  </a:lnTo>
                  <a:lnTo>
                    <a:pt x="548" y="154"/>
                  </a:lnTo>
                  <a:lnTo>
                    <a:pt x="547" y="152"/>
                  </a:lnTo>
                  <a:lnTo>
                    <a:pt x="548" y="150"/>
                  </a:lnTo>
                  <a:lnTo>
                    <a:pt x="548" y="150"/>
                  </a:lnTo>
                  <a:close/>
                  <a:moveTo>
                    <a:pt x="553" y="135"/>
                  </a:moveTo>
                  <a:lnTo>
                    <a:pt x="553" y="136"/>
                  </a:lnTo>
                  <a:lnTo>
                    <a:pt x="553" y="138"/>
                  </a:lnTo>
                  <a:lnTo>
                    <a:pt x="551" y="142"/>
                  </a:lnTo>
                  <a:lnTo>
                    <a:pt x="551" y="142"/>
                  </a:lnTo>
                  <a:lnTo>
                    <a:pt x="551" y="141"/>
                  </a:lnTo>
                  <a:lnTo>
                    <a:pt x="551" y="141"/>
                  </a:lnTo>
                  <a:lnTo>
                    <a:pt x="553" y="136"/>
                  </a:lnTo>
                  <a:lnTo>
                    <a:pt x="553" y="135"/>
                  </a:lnTo>
                  <a:lnTo>
                    <a:pt x="553" y="135"/>
                  </a:lnTo>
                  <a:close/>
                  <a:moveTo>
                    <a:pt x="563" y="81"/>
                  </a:moveTo>
                  <a:lnTo>
                    <a:pt x="563" y="82"/>
                  </a:lnTo>
                  <a:lnTo>
                    <a:pt x="562" y="82"/>
                  </a:lnTo>
                  <a:lnTo>
                    <a:pt x="561" y="84"/>
                  </a:lnTo>
                  <a:lnTo>
                    <a:pt x="560" y="85"/>
                  </a:lnTo>
                  <a:lnTo>
                    <a:pt x="560" y="86"/>
                  </a:lnTo>
                  <a:lnTo>
                    <a:pt x="560" y="87"/>
                  </a:lnTo>
                  <a:lnTo>
                    <a:pt x="561" y="89"/>
                  </a:lnTo>
                  <a:lnTo>
                    <a:pt x="561" y="91"/>
                  </a:lnTo>
                  <a:lnTo>
                    <a:pt x="562" y="91"/>
                  </a:lnTo>
                  <a:lnTo>
                    <a:pt x="562" y="92"/>
                  </a:lnTo>
                  <a:lnTo>
                    <a:pt x="561" y="92"/>
                  </a:lnTo>
                  <a:lnTo>
                    <a:pt x="562" y="94"/>
                  </a:lnTo>
                  <a:lnTo>
                    <a:pt x="561" y="95"/>
                  </a:lnTo>
                  <a:lnTo>
                    <a:pt x="560" y="99"/>
                  </a:lnTo>
                  <a:lnTo>
                    <a:pt x="556" y="111"/>
                  </a:lnTo>
                  <a:lnTo>
                    <a:pt x="556" y="115"/>
                  </a:lnTo>
                  <a:lnTo>
                    <a:pt x="555" y="117"/>
                  </a:lnTo>
                  <a:lnTo>
                    <a:pt x="555" y="121"/>
                  </a:lnTo>
                  <a:lnTo>
                    <a:pt x="555" y="123"/>
                  </a:lnTo>
                  <a:lnTo>
                    <a:pt x="556" y="123"/>
                  </a:lnTo>
                  <a:lnTo>
                    <a:pt x="556" y="125"/>
                  </a:lnTo>
                  <a:lnTo>
                    <a:pt x="555" y="128"/>
                  </a:lnTo>
                  <a:lnTo>
                    <a:pt x="554" y="130"/>
                  </a:lnTo>
                  <a:lnTo>
                    <a:pt x="553" y="131"/>
                  </a:lnTo>
                  <a:lnTo>
                    <a:pt x="553" y="131"/>
                  </a:lnTo>
                  <a:lnTo>
                    <a:pt x="551" y="130"/>
                  </a:lnTo>
                  <a:lnTo>
                    <a:pt x="550" y="129"/>
                  </a:lnTo>
                  <a:lnTo>
                    <a:pt x="549" y="128"/>
                  </a:lnTo>
                  <a:lnTo>
                    <a:pt x="549" y="127"/>
                  </a:lnTo>
                  <a:lnTo>
                    <a:pt x="548" y="128"/>
                  </a:lnTo>
                  <a:lnTo>
                    <a:pt x="547" y="129"/>
                  </a:lnTo>
                  <a:lnTo>
                    <a:pt x="547" y="130"/>
                  </a:lnTo>
                  <a:lnTo>
                    <a:pt x="548" y="130"/>
                  </a:lnTo>
                  <a:lnTo>
                    <a:pt x="549" y="130"/>
                  </a:lnTo>
                  <a:lnTo>
                    <a:pt x="550" y="131"/>
                  </a:lnTo>
                  <a:lnTo>
                    <a:pt x="550" y="131"/>
                  </a:lnTo>
                  <a:lnTo>
                    <a:pt x="546" y="134"/>
                  </a:lnTo>
                  <a:lnTo>
                    <a:pt x="544" y="135"/>
                  </a:lnTo>
                  <a:lnTo>
                    <a:pt x="544" y="135"/>
                  </a:lnTo>
                  <a:lnTo>
                    <a:pt x="543" y="137"/>
                  </a:lnTo>
                  <a:lnTo>
                    <a:pt x="543" y="138"/>
                  </a:lnTo>
                  <a:lnTo>
                    <a:pt x="543" y="139"/>
                  </a:lnTo>
                  <a:lnTo>
                    <a:pt x="544" y="141"/>
                  </a:lnTo>
                  <a:lnTo>
                    <a:pt x="544" y="142"/>
                  </a:lnTo>
                  <a:lnTo>
                    <a:pt x="543" y="143"/>
                  </a:lnTo>
                  <a:lnTo>
                    <a:pt x="543" y="145"/>
                  </a:lnTo>
                  <a:lnTo>
                    <a:pt x="542" y="146"/>
                  </a:lnTo>
                  <a:lnTo>
                    <a:pt x="542" y="147"/>
                  </a:lnTo>
                  <a:lnTo>
                    <a:pt x="543" y="154"/>
                  </a:lnTo>
                  <a:lnTo>
                    <a:pt x="543" y="157"/>
                  </a:lnTo>
                  <a:lnTo>
                    <a:pt x="543" y="159"/>
                  </a:lnTo>
                  <a:lnTo>
                    <a:pt x="543" y="159"/>
                  </a:lnTo>
                  <a:lnTo>
                    <a:pt x="544" y="161"/>
                  </a:lnTo>
                  <a:lnTo>
                    <a:pt x="546" y="163"/>
                  </a:lnTo>
                  <a:lnTo>
                    <a:pt x="543" y="164"/>
                  </a:lnTo>
                  <a:lnTo>
                    <a:pt x="543" y="163"/>
                  </a:lnTo>
                  <a:lnTo>
                    <a:pt x="542" y="159"/>
                  </a:lnTo>
                  <a:lnTo>
                    <a:pt x="542" y="158"/>
                  </a:lnTo>
                  <a:lnTo>
                    <a:pt x="541" y="159"/>
                  </a:lnTo>
                  <a:lnTo>
                    <a:pt x="541" y="160"/>
                  </a:lnTo>
                  <a:lnTo>
                    <a:pt x="541" y="161"/>
                  </a:lnTo>
                  <a:lnTo>
                    <a:pt x="541" y="164"/>
                  </a:lnTo>
                  <a:lnTo>
                    <a:pt x="541" y="165"/>
                  </a:lnTo>
                  <a:lnTo>
                    <a:pt x="541" y="166"/>
                  </a:lnTo>
                  <a:lnTo>
                    <a:pt x="540" y="167"/>
                  </a:lnTo>
                  <a:lnTo>
                    <a:pt x="539" y="167"/>
                  </a:lnTo>
                  <a:lnTo>
                    <a:pt x="537" y="165"/>
                  </a:lnTo>
                  <a:lnTo>
                    <a:pt x="536" y="163"/>
                  </a:lnTo>
                  <a:lnTo>
                    <a:pt x="534" y="160"/>
                  </a:lnTo>
                  <a:lnTo>
                    <a:pt x="534" y="159"/>
                  </a:lnTo>
                  <a:lnTo>
                    <a:pt x="534" y="159"/>
                  </a:lnTo>
                  <a:lnTo>
                    <a:pt x="533" y="158"/>
                  </a:lnTo>
                  <a:lnTo>
                    <a:pt x="532" y="156"/>
                  </a:lnTo>
                  <a:lnTo>
                    <a:pt x="533" y="153"/>
                  </a:lnTo>
                  <a:lnTo>
                    <a:pt x="534" y="152"/>
                  </a:lnTo>
                  <a:lnTo>
                    <a:pt x="533" y="152"/>
                  </a:lnTo>
                  <a:lnTo>
                    <a:pt x="533" y="152"/>
                  </a:lnTo>
                  <a:lnTo>
                    <a:pt x="532" y="152"/>
                  </a:lnTo>
                  <a:lnTo>
                    <a:pt x="533" y="149"/>
                  </a:lnTo>
                  <a:lnTo>
                    <a:pt x="533" y="147"/>
                  </a:lnTo>
                  <a:lnTo>
                    <a:pt x="532" y="146"/>
                  </a:lnTo>
                  <a:lnTo>
                    <a:pt x="533" y="145"/>
                  </a:lnTo>
                  <a:lnTo>
                    <a:pt x="534" y="144"/>
                  </a:lnTo>
                  <a:lnTo>
                    <a:pt x="534" y="143"/>
                  </a:lnTo>
                  <a:lnTo>
                    <a:pt x="534" y="142"/>
                  </a:lnTo>
                  <a:lnTo>
                    <a:pt x="534" y="143"/>
                  </a:lnTo>
                  <a:lnTo>
                    <a:pt x="533" y="143"/>
                  </a:lnTo>
                  <a:lnTo>
                    <a:pt x="533" y="143"/>
                  </a:lnTo>
                  <a:lnTo>
                    <a:pt x="533" y="143"/>
                  </a:lnTo>
                  <a:lnTo>
                    <a:pt x="533" y="143"/>
                  </a:lnTo>
                  <a:lnTo>
                    <a:pt x="532" y="142"/>
                  </a:lnTo>
                  <a:lnTo>
                    <a:pt x="533" y="139"/>
                  </a:lnTo>
                  <a:lnTo>
                    <a:pt x="533" y="138"/>
                  </a:lnTo>
                  <a:lnTo>
                    <a:pt x="535" y="137"/>
                  </a:lnTo>
                  <a:lnTo>
                    <a:pt x="535" y="136"/>
                  </a:lnTo>
                  <a:lnTo>
                    <a:pt x="534" y="136"/>
                  </a:lnTo>
                  <a:lnTo>
                    <a:pt x="533" y="137"/>
                  </a:lnTo>
                  <a:lnTo>
                    <a:pt x="532" y="135"/>
                  </a:lnTo>
                  <a:lnTo>
                    <a:pt x="533" y="132"/>
                  </a:lnTo>
                  <a:lnTo>
                    <a:pt x="534" y="130"/>
                  </a:lnTo>
                  <a:lnTo>
                    <a:pt x="535" y="129"/>
                  </a:lnTo>
                  <a:lnTo>
                    <a:pt x="532" y="129"/>
                  </a:lnTo>
                  <a:lnTo>
                    <a:pt x="533" y="128"/>
                  </a:lnTo>
                  <a:lnTo>
                    <a:pt x="534" y="127"/>
                  </a:lnTo>
                  <a:lnTo>
                    <a:pt x="534" y="125"/>
                  </a:lnTo>
                  <a:lnTo>
                    <a:pt x="533" y="125"/>
                  </a:lnTo>
                  <a:lnTo>
                    <a:pt x="534" y="124"/>
                  </a:lnTo>
                  <a:lnTo>
                    <a:pt x="535" y="124"/>
                  </a:lnTo>
                  <a:lnTo>
                    <a:pt x="535" y="123"/>
                  </a:lnTo>
                  <a:lnTo>
                    <a:pt x="534" y="122"/>
                  </a:lnTo>
                  <a:lnTo>
                    <a:pt x="535" y="121"/>
                  </a:lnTo>
                  <a:lnTo>
                    <a:pt x="535" y="120"/>
                  </a:lnTo>
                  <a:lnTo>
                    <a:pt x="536" y="118"/>
                  </a:lnTo>
                  <a:lnTo>
                    <a:pt x="539" y="118"/>
                  </a:lnTo>
                  <a:lnTo>
                    <a:pt x="537" y="117"/>
                  </a:lnTo>
                  <a:lnTo>
                    <a:pt x="537" y="116"/>
                  </a:lnTo>
                  <a:lnTo>
                    <a:pt x="540" y="114"/>
                  </a:lnTo>
                  <a:lnTo>
                    <a:pt x="540" y="113"/>
                  </a:lnTo>
                  <a:lnTo>
                    <a:pt x="537" y="113"/>
                  </a:lnTo>
                  <a:lnTo>
                    <a:pt x="537" y="113"/>
                  </a:lnTo>
                  <a:lnTo>
                    <a:pt x="539" y="111"/>
                  </a:lnTo>
                  <a:lnTo>
                    <a:pt x="540" y="109"/>
                  </a:lnTo>
                  <a:lnTo>
                    <a:pt x="540" y="108"/>
                  </a:lnTo>
                  <a:lnTo>
                    <a:pt x="537" y="107"/>
                  </a:lnTo>
                  <a:lnTo>
                    <a:pt x="537" y="106"/>
                  </a:lnTo>
                  <a:lnTo>
                    <a:pt x="539" y="106"/>
                  </a:lnTo>
                  <a:lnTo>
                    <a:pt x="540" y="107"/>
                  </a:lnTo>
                  <a:lnTo>
                    <a:pt x="541" y="107"/>
                  </a:lnTo>
                  <a:lnTo>
                    <a:pt x="544" y="106"/>
                  </a:lnTo>
                  <a:lnTo>
                    <a:pt x="543" y="104"/>
                  </a:lnTo>
                  <a:lnTo>
                    <a:pt x="543" y="103"/>
                  </a:lnTo>
                  <a:lnTo>
                    <a:pt x="543" y="103"/>
                  </a:lnTo>
                  <a:lnTo>
                    <a:pt x="543" y="102"/>
                  </a:lnTo>
                  <a:lnTo>
                    <a:pt x="543" y="101"/>
                  </a:lnTo>
                  <a:lnTo>
                    <a:pt x="546" y="101"/>
                  </a:lnTo>
                  <a:lnTo>
                    <a:pt x="546" y="101"/>
                  </a:lnTo>
                  <a:lnTo>
                    <a:pt x="546" y="101"/>
                  </a:lnTo>
                  <a:lnTo>
                    <a:pt x="544" y="100"/>
                  </a:lnTo>
                  <a:lnTo>
                    <a:pt x="544" y="99"/>
                  </a:lnTo>
                  <a:lnTo>
                    <a:pt x="546" y="99"/>
                  </a:lnTo>
                  <a:lnTo>
                    <a:pt x="544" y="97"/>
                  </a:lnTo>
                  <a:lnTo>
                    <a:pt x="543" y="96"/>
                  </a:lnTo>
                  <a:lnTo>
                    <a:pt x="541" y="96"/>
                  </a:lnTo>
                  <a:lnTo>
                    <a:pt x="540" y="97"/>
                  </a:lnTo>
                  <a:lnTo>
                    <a:pt x="539" y="96"/>
                  </a:lnTo>
                  <a:lnTo>
                    <a:pt x="541" y="95"/>
                  </a:lnTo>
                  <a:lnTo>
                    <a:pt x="542" y="93"/>
                  </a:lnTo>
                  <a:lnTo>
                    <a:pt x="544" y="93"/>
                  </a:lnTo>
                  <a:lnTo>
                    <a:pt x="546" y="92"/>
                  </a:lnTo>
                  <a:lnTo>
                    <a:pt x="546" y="91"/>
                  </a:lnTo>
                  <a:lnTo>
                    <a:pt x="546" y="91"/>
                  </a:lnTo>
                  <a:lnTo>
                    <a:pt x="546" y="89"/>
                  </a:lnTo>
                  <a:lnTo>
                    <a:pt x="546" y="87"/>
                  </a:lnTo>
                  <a:lnTo>
                    <a:pt x="546" y="87"/>
                  </a:lnTo>
                  <a:lnTo>
                    <a:pt x="548" y="86"/>
                  </a:lnTo>
                  <a:lnTo>
                    <a:pt x="550" y="86"/>
                  </a:lnTo>
                  <a:lnTo>
                    <a:pt x="553" y="85"/>
                  </a:lnTo>
                  <a:lnTo>
                    <a:pt x="556" y="84"/>
                  </a:lnTo>
                  <a:lnTo>
                    <a:pt x="560" y="82"/>
                  </a:lnTo>
                  <a:lnTo>
                    <a:pt x="561" y="81"/>
                  </a:lnTo>
                  <a:lnTo>
                    <a:pt x="563" y="81"/>
                  </a:lnTo>
                  <a:close/>
                  <a:moveTo>
                    <a:pt x="572" y="78"/>
                  </a:moveTo>
                  <a:lnTo>
                    <a:pt x="570" y="88"/>
                  </a:lnTo>
                  <a:lnTo>
                    <a:pt x="569" y="92"/>
                  </a:lnTo>
                  <a:lnTo>
                    <a:pt x="567" y="94"/>
                  </a:lnTo>
                  <a:lnTo>
                    <a:pt x="565" y="94"/>
                  </a:lnTo>
                  <a:lnTo>
                    <a:pt x="564" y="94"/>
                  </a:lnTo>
                  <a:lnTo>
                    <a:pt x="565" y="94"/>
                  </a:lnTo>
                  <a:lnTo>
                    <a:pt x="567" y="94"/>
                  </a:lnTo>
                  <a:lnTo>
                    <a:pt x="567" y="93"/>
                  </a:lnTo>
                  <a:lnTo>
                    <a:pt x="568" y="93"/>
                  </a:lnTo>
                  <a:lnTo>
                    <a:pt x="567" y="92"/>
                  </a:lnTo>
                  <a:lnTo>
                    <a:pt x="565" y="91"/>
                  </a:lnTo>
                  <a:lnTo>
                    <a:pt x="565" y="91"/>
                  </a:lnTo>
                  <a:lnTo>
                    <a:pt x="567" y="91"/>
                  </a:lnTo>
                  <a:lnTo>
                    <a:pt x="568" y="89"/>
                  </a:lnTo>
                  <a:lnTo>
                    <a:pt x="568" y="89"/>
                  </a:lnTo>
                  <a:lnTo>
                    <a:pt x="568" y="88"/>
                  </a:lnTo>
                  <a:lnTo>
                    <a:pt x="568" y="87"/>
                  </a:lnTo>
                  <a:lnTo>
                    <a:pt x="569" y="85"/>
                  </a:lnTo>
                  <a:lnTo>
                    <a:pt x="569" y="84"/>
                  </a:lnTo>
                  <a:lnTo>
                    <a:pt x="570" y="81"/>
                  </a:lnTo>
                  <a:lnTo>
                    <a:pt x="571" y="79"/>
                  </a:lnTo>
                  <a:lnTo>
                    <a:pt x="571" y="78"/>
                  </a:lnTo>
                  <a:lnTo>
                    <a:pt x="571" y="78"/>
                  </a:lnTo>
                  <a:lnTo>
                    <a:pt x="572" y="78"/>
                  </a:lnTo>
                  <a:close/>
                  <a:moveTo>
                    <a:pt x="332" y="0"/>
                  </a:moveTo>
                  <a:lnTo>
                    <a:pt x="333" y="0"/>
                  </a:lnTo>
                  <a:lnTo>
                    <a:pt x="338" y="2"/>
                  </a:lnTo>
                  <a:lnTo>
                    <a:pt x="342" y="4"/>
                  </a:lnTo>
                  <a:lnTo>
                    <a:pt x="347" y="7"/>
                  </a:lnTo>
                  <a:lnTo>
                    <a:pt x="352" y="9"/>
                  </a:lnTo>
                  <a:lnTo>
                    <a:pt x="356" y="11"/>
                  </a:lnTo>
                  <a:lnTo>
                    <a:pt x="361" y="14"/>
                  </a:lnTo>
                  <a:lnTo>
                    <a:pt x="364" y="16"/>
                  </a:lnTo>
                  <a:lnTo>
                    <a:pt x="369" y="18"/>
                  </a:lnTo>
                  <a:lnTo>
                    <a:pt x="370" y="20"/>
                  </a:lnTo>
                  <a:lnTo>
                    <a:pt x="371" y="20"/>
                  </a:lnTo>
                  <a:lnTo>
                    <a:pt x="371" y="18"/>
                  </a:lnTo>
                  <a:lnTo>
                    <a:pt x="371" y="17"/>
                  </a:lnTo>
                  <a:lnTo>
                    <a:pt x="373" y="15"/>
                  </a:lnTo>
                  <a:lnTo>
                    <a:pt x="373" y="10"/>
                  </a:lnTo>
                  <a:lnTo>
                    <a:pt x="374" y="7"/>
                  </a:lnTo>
                  <a:lnTo>
                    <a:pt x="375" y="3"/>
                  </a:lnTo>
                  <a:lnTo>
                    <a:pt x="375" y="2"/>
                  </a:lnTo>
                  <a:lnTo>
                    <a:pt x="375" y="2"/>
                  </a:lnTo>
                  <a:lnTo>
                    <a:pt x="376" y="2"/>
                  </a:lnTo>
                  <a:lnTo>
                    <a:pt x="379" y="2"/>
                  </a:lnTo>
                  <a:lnTo>
                    <a:pt x="381" y="2"/>
                  </a:lnTo>
                  <a:lnTo>
                    <a:pt x="384" y="2"/>
                  </a:lnTo>
                  <a:lnTo>
                    <a:pt x="388" y="2"/>
                  </a:lnTo>
                  <a:lnTo>
                    <a:pt x="389" y="3"/>
                  </a:lnTo>
                  <a:lnTo>
                    <a:pt x="390" y="4"/>
                  </a:lnTo>
                  <a:lnTo>
                    <a:pt x="391" y="6"/>
                  </a:lnTo>
                  <a:lnTo>
                    <a:pt x="393" y="6"/>
                  </a:lnTo>
                  <a:lnTo>
                    <a:pt x="395" y="6"/>
                  </a:lnTo>
                  <a:lnTo>
                    <a:pt x="396" y="7"/>
                  </a:lnTo>
                  <a:lnTo>
                    <a:pt x="396" y="9"/>
                  </a:lnTo>
                  <a:lnTo>
                    <a:pt x="395" y="10"/>
                  </a:lnTo>
                  <a:lnTo>
                    <a:pt x="393" y="13"/>
                  </a:lnTo>
                  <a:lnTo>
                    <a:pt x="393" y="15"/>
                  </a:lnTo>
                  <a:lnTo>
                    <a:pt x="393" y="16"/>
                  </a:lnTo>
                  <a:lnTo>
                    <a:pt x="395" y="17"/>
                  </a:lnTo>
                  <a:lnTo>
                    <a:pt x="396" y="17"/>
                  </a:lnTo>
                  <a:lnTo>
                    <a:pt x="399" y="20"/>
                  </a:lnTo>
                  <a:lnTo>
                    <a:pt x="400" y="20"/>
                  </a:lnTo>
                  <a:lnTo>
                    <a:pt x="407" y="20"/>
                  </a:lnTo>
                  <a:lnTo>
                    <a:pt x="410" y="20"/>
                  </a:lnTo>
                  <a:lnTo>
                    <a:pt x="412" y="21"/>
                  </a:lnTo>
                  <a:lnTo>
                    <a:pt x="413" y="22"/>
                  </a:lnTo>
                  <a:lnTo>
                    <a:pt x="414" y="23"/>
                  </a:lnTo>
                  <a:lnTo>
                    <a:pt x="414" y="24"/>
                  </a:lnTo>
                  <a:lnTo>
                    <a:pt x="415" y="25"/>
                  </a:lnTo>
                  <a:lnTo>
                    <a:pt x="417" y="25"/>
                  </a:lnTo>
                  <a:lnTo>
                    <a:pt x="418" y="25"/>
                  </a:lnTo>
                  <a:lnTo>
                    <a:pt x="420" y="25"/>
                  </a:lnTo>
                  <a:lnTo>
                    <a:pt x="422" y="25"/>
                  </a:lnTo>
                  <a:lnTo>
                    <a:pt x="424" y="25"/>
                  </a:lnTo>
                  <a:lnTo>
                    <a:pt x="424" y="27"/>
                  </a:lnTo>
                  <a:lnTo>
                    <a:pt x="425" y="28"/>
                  </a:lnTo>
                  <a:lnTo>
                    <a:pt x="427" y="29"/>
                  </a:lnTo>
                  <a:lnTo>
                    <a:pt x="428" y="30"/>
                  </a:lnTo>
                  <a:lnTo>
                    <a:pt x="428" y="30"/>
                  </a:lnTo>
                  <a:lnTo>
                    <a:pt x="431" y="31"/>
                  </a:lnTo>
                  <a:lnTo>
                    <a:pt x="431" y="31"/>
                  </a:lnTo>
                  <a:lnTo>
                    <a:pt x="431" y="32"/>
                  </a:lnTo>
                  <a:lnTo>
                    <a:pt x="432" y="34"/>
                  </a:lnTo>
                  <a:lnTo>
                    <a:pt x="433" y="42"/>
                  </a:lnTo>
                  <a:lnTo>
                    <a:pt x="433" y="44"/>
                  </a:lnTo>
                  <a:lnTo>
                    <a:pt x="433" y="45"/>
                  </a:lnTo>
                  <a:lnTo>
                    <a:pt x="432" y="46"/>
                  </a:lnTo>
                  <a:lnTo>
                    <a:pt x="431" y="48"/>
                  </a:lnTo>
                  <a:lnTo>
                    <a:pt x="429" y="48"/>
                  </a:lnTo>
                  <a:lnTo>
                    <a:pt x="429" y="48"/>
                  </a:lnTo>
                  <a:lnTo>
                    <a:pt x="428" y="48"/>
                  </a:lnTo>
                  <a:lnTo>
                    <a:pt x="428" y="50"/>
                  </a:lnTo>
                  <a:lnTo>
                    <a:pt x="428" y="50"/>
                  </a:lnTo>
                  <a:lnTo>
                    <a:pt x="427" y="49"/>
                  </a:lnTo>
                  <a:lnTo>
                    <a:pt x="427" y="48"/>
                  </a:lnTo>
                  <a:lnTo>
                    <a:pt x="426" y="49"/>
                  </a:lnTo>
                  <a:lnTo>
                    <a:pt x="426" y="50"/>
                  </a:lnTo>
                  <a:lnTo>
                    <a:pt x="426" y="51"/>
                  </a:lnTo>
                  <a:lnTo>
                    <a:pt x="427" y="51"/>
                  </a:lnTo>
                  <a:lnTo>
                    <a:pt x="428" y="52"/>
                  </a:lnTo>
                  <a:lnTo>
                    <a:pt x="428" y="52"/>
                  </a:lnTo>
                  <a:lnTo>
                    <a:pt x="427" y="53"/>
                  </a:lnTo>
                  <a:lnTo>
                    <a:pt x="427" y="54"/>
                  </a:lnTo>
                  <a:lnTo>
                    <a:pt x="426" y="56"/>
                  </a:lnTo>
                  <a:lnTo>
                    <a:pt x="425" y="56"/>
                  </a:lnTo>
                  <a:lnTo>
                    <a:pt x="425" y="54"/>
                  </a:lnTo>
                  <a:lnTo>
                    <a:pt x="424" y="53"/>
                  </a:lnTo>
                  <a:lnTo>
                    <a:pt x="424" y="52"/>
                  </a:lnTo>
                  <a:lnTo>
                    <a:pt x="422" y="53"/>
                  </a:lnTo>
                  <a:lnTo>
                    <a:pt x="421" y="53"/>
                  </a:lnTo>
                  <a:lnTo>
                    <a:pt x="421" y="56"/>
                  </a:lnTo>
                  <a:lnTo>
                    <a:pt x="421" y="57"/>
                  </a:lnTo>
                  <a:lnTo>
                    <a:pt x="421" y="58"/>
                  </a:lnTo>
                  <a:lnTo>
                    <a:pt x="421" y="59"/>
                  </a:lnTo>
                  <a:lnTo>
                    <a:pt x="420" y="60"/>
                  </a:lnTo>
                  <a:lnTo>
                    <a:pt x="420" y="60"/>
                  </a:lnTo>
                  <a:lnTo>
                    <a:pt x="421" y="61"/>
                  </a:lnTo>
                  <a:lnTo>
                    <a:pt x="421" y="61"/>
                  </a:lnTo>
                  <a:lnTo>
                    <a:pt x="420" y="63"/>
                  </a:lnTo>
                  <a:lnTo>
                    <a:pt x="420" y="64"/>
                  </a:lnTo>
                  <a:lnTo>
                    <a:pt x="420" y="64"/>
                  </a:lnTo>
                  <a:lnTo>
                    <a:pt x="420" y="66"/>
                  </a:lnTo>
                  <a:lnTo>
                    <a:pt x="420" y="70"/>
                  </a:lnTo>
                  <a:lnTo>
                    <a:pt x="420" y="73"/>
                  </a:lnTo>
                  <a:lnTo>
                    <a:pt x="421" y="77"/>
                  </a:lnTo>
                  <a:lnTo>
                    <a:pt x="419" y="74"/>
                  </a:lnTo>
                  <a:lnTo>
                    <a:pt x="418" y="74"/>
                  </a:lnTo>
                  <a:lnTo>
                    <a:pt x="417" y="75"/>
                  </a:lnTo>
                  <a:lnTo>
                    <a:pt x="418" y="75"/>
                  </a:lnTo>
                  <a:lnTo>
                    <a:pt x="421" y="78"/>
                  </a:lnTo>
                  <a:lnTo>
                    <a:pt x="421" y="79"/>
                  </a:lnTo>
                  <a:lnTo>
                    <a:pt x="422" y="80"/>
                  </a:lnTo>
                  <a:lnTo>
                    <a:pt x="424" y="80"/>
                  </a:lnTo>
                  <a:lnTo>
                    <a:pt x="422" y="81"/>
                  </a:lnTo>
                  <a:lnTo>
                    <a:pt x="420" y="81"/>
                  </a:lnTo>
                  <a:lnTo>
                    <a:pt x="419" y="81"/>
                  </a:lnTo>
                  <a:lnTo>
                    <a:pt x="420" y="82"/>
                  </a:lnTo>
                  <a:lnTo>
                    <a:pt x="422" y="81"/>
                  </a:lnTo>
                  <a:lnTo>
                    <a:pt x="426" y="82"/>
                  </a:lnTo>
                  <a:lnTo>
                    <a:pt x="431" y="80"/>
                  </a:lnTo>
                  <a:lnTo>
                    <a:pt x="432" y="80"/>
                  </a:lnTo>
                  <a:lnTo>
                    <a:pt x="434" y="78"/>
                  </a:lnTo>
                  <a:lnTo>
                    <a:pt x="436" y="75"/>
                  </a:lnTo>
                  <a:lnTo>
                    <a:pt x="439" y="74"/>
                  </a:lnTo>
                  <a:lnTo>
                    <a:pt x="440" y="73"/>
                  </a:lnTo>
                  <a:lnTo>
                    <a:pt x="442" y="74"/>
                  </a:lnTo>
                  <a:lnTo>
                    <a:pt x="442" y="74"/>
                  </a:lnTo>
                  <a:lnTo>
                    <a:pt x="443" y="75"/>
                  </a:lnTo>
                  <a:lnTo>
                    <a:pt x="443" y="78"/>
                  </a:lnTo>
                  <a:lnTo>
                    <a:pt x="443" y="79"/>
                  </a:lnTo>
                  <a:lnTo>
                    <a:pt x="442" y="79"/>
                  </a:lnTo>
                  <a:lnTo>
                    <a:pt x="442" y="79"/>
                  </a:lnTo>
                  <a:lnTo>
                    <a:pt x="441" y="80"/>
                  </a:lnTo>
                  <a:lnTo>
                    <a:pt x="440" y="80"/>
                  </a:lnTo>
                  <a:lnTo>
                    <a:pt x="441" y="80"/>
                  </a:lnTo>
                  <a:lnTo>
                    <a:pt x="441" y="81"/>
                  </a:lnTo>
                  <a:lnTo>
                    <a:pt x="442" y="81"/>
                  </a:lnTo>
                  <a:lnTo>
                    <a:pt x="446" y="84"/>
                  </a:lnTo>
                  <a:lnTo>
                    <a:pt x="447" y="84"/>
                  </a:lnTo>
                  <a:lnTo>
                    <a:pt x="447" y="84"/>
                  </a:lnTo>
                  <a:lnTo>
                    <a:pt x="448" y="85"/>
                  </a:lnTo>
                  <a:lnTo>
                    <a:pt x="448" y="85"/>
                  </a:lnTo>
                  <a:lnTo>
                    <a:pt x="449" y="86"/>
                  </a:lnTo>
                  <a:lnTo>
                    <a:pt x="449" y="86"/>
                  </a:lnTo>
                  <a:lnTo>
                    <a:pt x="449" y="87"/>
                  </a:lnTo>
                  <a:lnTo>
                    <a:pt x="450" y="88"/>
                  </a:lnTo>
                  <a:lnTo>
                    <a:pt x="453" y="89"/>
                  </a:lnTo>
                  <a:lnTo>
                    <a:pt x="457" y="91"/>
                  </a:lnTo>
                  <a:lnTo>
                    <a:pt x="460" y="89"/>
                  </a:lnTo>
                  <a:lnTo>
                    <a:pt x="461" y="89"/>
                  </a:lnTo>
                  <a:lnTo>
                    <a:pt x="462" y="89"/>
                  </a:lnTo>
                  <a:lnTo>
                    <a:pt x="463" y="91"/>
                  </a:lnTo>
                  <a:lnTo>
                    <a:pt x="464" y="92"/>
                  </a:lnTo>
                  <a:lnTo>
                    <a:pt x="465" y="92"/>
                  </a:lnTo>
                  <a:lnTo>
                    <a:pt x="467" y="92"/>
                  </a:lnTo>
                  <a:lnTo>
                    <a:pt x="469" y="89"/>
                  </a:lnTo>
                  <a:lnTo>
                    <a:pt x="469" y="89"/>
                  </a:lnTo>
                  <a:lnTo>
                    <a:pt x="470" y="89"/>
                  </a:lnTo>
                  <a:lnTo>
                    <a:pt x="470" y="89"/>
                  </a:lnTo>
                  <a:lnTo>
                    <a:pt x="471" y="89"/>
                  </a:lnTo>
                  <a:lnTo>
                    <a:pt x="471" y="89"/>
                  </a:lnTo>
                  <a:lnTo>
                    <a:pt x="472" y="89"/>
                  </a:lnTo>
                  <a:lnTo>
                    <a:pt x="474" y="89"/>
                  </a:lnTo>
                  <a:lnTo>
                    <a:pt x="475" y="88"/>
                  </a:lnTo>
                  <a:lnTo>
                    <a:pt x="475" y="88"/>
                  </a:lnTo>
                  <a:lnTo>
                    <a:pt x="476" y="89"/>
                  </a:lnTo>
                  <a:lnTo>
                    <a:pt x="476" y="92"/>
                  </a:lnTo>
                  <a:lnTo>
                    <a:pt x="476" y="92"/>
                  </a:lnTo>
                  <a:lnTo>
                    <a:pt x="478" y="93"/>
                  </a:lnTo>
                  <a:lnTo>
                    <a:pt x="481" y="94"/>
                  </a:lnTo>
                  <a:lnTo>
                    <a:pt x="482" y="95"/>
                  </a:lnTo>
                  <a:lnTo>
                    <a:pt x="482" y="96"/>
                  </a:lnTo>
                  <a:lnTo>
                    <a:pt x="482" y="97"/>
                  </a:lnTo>
                  <a:lnTo>
                    <a:pt x="482" y="97"/>
                  </a:lnTo>
                  <a:lnTo>
                    <a:pt x="482" y="99"/>
                  </a:lnTo>
                  <a:lnTo>
                    <a:pt x="483" y="99"/>
                  </a:lnTo>
                  <a:lnTo>
                    <a:pt x="485" y="97"/>
                  </a:lnTo>
                  <a:lnTo>
                    <a:pt x="485" y="97"/>
                  </a:lnTo>
                  <a:lnTo>
                    <a:pt x="486" y="97"/>
                  </a:lnTo>
                  <a:lnTo>
                    <a:pt x="488" y="99"/>
                  </a:lnTo>
                  <a:lnTo>
                    <a:pt x="488" y="99"/>
                  </a:lnTo>
                  <a:lnTo>
                    <a:pt x="488" y="99"/>
                  </a:lnTo>
                  <a:lnTo>
                    <a:pt x="488" y="100"/>
                  </a:lnTo>
                  <a:lnTo>
                    <a:pt x="486" y="100"/>
                  </a:lnTo>
                  <a:lnTo>
                    <a:pt x="488" y="100"/>
                  </a:lnTo>
                  <a:lnTo>
                    <a:pt x="491" y="101"/>
                  </a:lnTo>
                  <a:lnTo>
                    <a:pt x="494" y="102"/>
                  </a:lnTo>
                  <a:lnTo>
                    <a:pt x="501" y="103"/>
                  </a:lnTo>
                  <a:lnTo>
                    <a:pt x="503" y="103"/>
                  </a:lnTo>
                  <a:lnTo>
                    <a:pt x="504" y="104"/>
                  </a:lnTo>
                  <a:lnTo>
                    <a:pt x="505" y="104"/>
                  </a:lnTo>
                  <a:lnTo>
                    <a:pt x="506" y="108"/>
                  </a:lnTo>
                  <a:lnTo>
                    <a:pt x="506" y="110"/>
                  </a:lnTo>
                  <a:lnTo>
                    <a:pt x="505" y="111"/>
                  </a:lnTo>
                  <a:lnTo>
                    <a:pt x="504" y="113"/>
                  </a:lnTo>
                  <a:lnTo>
                    <a:pt x="501" y="110"/>
                  </a:lnTo>
                  <a:lnTo>
                    <a:pt x="500" y="110"/>
                  </a:lnTo>
                  <a:lnTo>
                    <a:pt x="499" y="111"/>
                  </a:lnTo>
                  <a:lnTo>
                    <a:pt x="500" y="113"/>
                  </a:lnTo>
                  <a:lnTo>
                    <a:pt x="503" y="115"/>
                  </a:lnTo>
                  <a:lnTo>
                    <a:pt x="503" y="116"/>
                  </a:lnTo>
                  <a:lnTo>
                    <a:pt x="504" y="117"/>
                  </a:lnTo>
                  <a:lnTo>
                    <a:pt x="504" y="118"/>
                  </a:lnTo>
                  <a:lnTo>
                    <a:pt x="503" y="120"/>
                  </a:lnTo>
                  <a:lnTo>
                    <a:pt x="503" y="120"/>
                  </a:lnTo>
                  <a:lnTo>
                    <a:pt x="503" y="120"/>
                  </a:lnTo>
                  <a:lnTo>
                    <a:pt x="501" y="120"/>
                  </a:lnTo>
                  <a:lnTo>
                    <a:pt x="501" y="120"/>
                  </a:lnTo>
                  <a:lnTo>
                    <a:pt x="503" y="121"/>
                  </a:lnTo>
                  <a:lnTo>
                    <a:pt x="505" y="122"/>
                  </a:lnTo>
                  <a:lnTo>
                    <a:pt x="505" y="123"/>
                  </a:lnTo>
                  <a:lnTo>
                    <a:pt x="505" y="124"/>
                  </a:lnTo>
                  <a:lnTo>
                    <a:pt x="504" y="124"/>
                  </a:lnTo>
                  <a:lnTo>
                    <a:pt x="504" y="124"/>
                  </a:lnTo>
                  <a:lnTo>
                    <a:pt x="503" y="124"/>
                  </a:lnTo>
                  <a:lnTo>
                    <a:pt x="503" y="125"/>
                  </a:lnTo>
                  <a:lnTo>
                    <a:pt x="503" y="125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3" y="128"/>
                  </a:lnTo>
                  <a:lnTo>
                    <a:pt x="504" y="129"/>
                  </a:lnTo>
                  <a:lnTo>
                    <a:pt x="504" y="129"/>
                  </a:lnTo>
                  <a:lnTo>
                    <a:pt x="505" y="129"/>
                  </a:lnTo>
                  <a:lnTo>
                    <a:pt x="504" y="130"/>
                  </a:lnTo>
                  <a:lnTo>
                    <a:pt x="503" y="130"/>
                  </a:lnTo>
                  <a:lnTo>
                    <a:pt x="498" y="130"/>
                  </a:lnTo>
                  <a:lnTo>
                    <a:pt x="498" y="130"/>
                  </a:lnTo>
                  <a:lnTo>
                    <a:pt x="497" y="129"/>
                  </a:lnTo>
                  <a:lnTo>
                    <a:pt x="496" y="129"/>
                  </a:lnTo>
                  <a:lnTo>
                    <a:pt x="496" y="129"/>
                  </a:lnTo>
                  <a:lnTo>
                    <a:pt x="496" y="129"/>
                  </a:lnTo>
                  <a:lnTo>
                    <a:pt x="494" y="128"/>
                  </a:lnTo>
                  <a:lnTo>
                    <a:pt x="493" y="128"/>
                  </a:lnTo>
                  <a:lnTo>
                    <a:pt x="493" y="127"/>
                  </a:lnTo>
                  <a:lnTo>
                    <a:pt x="492" y="125"/>
                  </a:lnTo>
                  <a:lnTo>
                    <a:pt x="492" y="127"/>
                  </a:lnTo>
                  <a:lnTo>
                    <a:pt x="492" y="130"/>
                  </a:lnTo>
                  <a:lnTo>
                    <a:pt x="491" y="130"/>
                  </a:lnTo>
                  <a:lnTo>
                    <a:pt x="490" y="130"/>
                  </a:lnTo>
                  <a:lnTo>
                    <a:pt x="489" y="128"/>
                  </a:lnTo>
                  <a:lnTo>
                    <a:pt x="489" y="127"/>
                  </a:lnTo>
                  <a:lnTo>
                    <a:pt x="488" y="125"/>
                  </a:lnTo>
                  <a:lnTo>
                    <a:pt x="484" y="123"/>
                  </a:lnTo>
                  <a:lnTo>
                    <a:pt x="483" y="122"/>
                  </a:lnTo>
                  <a:lnTo>
                    <a:pt x="483" y="121"/>
                  </a:lnTo>
                  <a:lnTo>
                    <a:pt x="481" y="120"/>
                  </a:lnTo>
                  <a:lnTo>
                    <a:pt x="481" y="120"/>
                  </a:lnTo>
                  <a:lnTo>
                    <a:pt x="479" y="118"/>
                  </a:lnTo>
                  <a:lnTo>
                    <a:pt x="479" y="118"/>
                  </a:lnTo>
                  <a:lnTo>
                    <a:pt x="478" y="120"/>
                  </a:lnTo>
                  <a:lnTo>
                    <a:pt x="477" y="118"/>
                  </a:lnTo>
                  <a:lnTo>
                    <a:pt x="477" y="118"/>
                  </a:lnTo>
                  <a:lnTo>
                    <a:pt x="476" y="117"/>
                  </a:lnTo>
                  <a:lnTo>
                    <a:pt x="476" y="116"/>
                  </a:lnTo>
                  <a:lnTo>
                    <a:pt x="476" y="117"/>
                  </a:lnTo>
                  <a:lnTo>
                    <a:pt x="475" y="117"/>
                  </a:lnTo>
                  <a:lnTo>
                    <a:pt x="474" y="117"/>
                  </a:lnTo>
                  <a:lnTo>
                    <a:pt x="472" y="117"/>
                  </a:lnTo>
                  <a:lnTo>
                    <a:pt x="469" y="114"/>
                  </a:lnTo>
                  <a:lnTo>
                    <a:pt x="468" y="110"/>
                  </a:lnTo>
                  <a:lnTo>
                    <a:pt x="463" y="109"/>
                  </a:lnTo>
                  <a:lnTo>
                    <a:pt x="461" y="107"/>
                  </a:lnTo>
                  <a:lnTo>
                    <a:pt x="458" y="106"/>
                  </a:lnTo>
                  <a:lnTo>
                    <a:pt x="457" y="104"/>
                  </a:lnTo>
                  <a:lnTo>
                    <a:pt x="454" y="100"/>
                  </a:lnTo>
                  <a:lnTo>
                    <a:pt x="453" y="99"/>
                  </a:lnTo>
                  <a:lnTo>
                    <a:pt x="452" y="97"/>
                  </a:lnTo>
                  <a:lnTo>
                    <a:pt x="450" y="97"/>
                  </a:lnTo>
                  <a:lnTo>
                    <a:pt x="447" y="97"/>
                  </a:lnTo>
                  <a:lnTo>
                    <a:pt x="447" y="97"/>
                  </a:lnTo>
                  <a:lnTo>
                    <a:pt x="446" y="96"/>
                  </a:lnTo>
                  <a:lnTo>
                    <a:pt x="445" y="95"/>
                  </a:lnTo>
                  <a:lnTo>
                    <a:pt x="443" y="94"/>
                  </a:lnTo>
                  <a:lnTo>
                    <a:pt x="442" y="94"/>
                  </a:lnTo>
                  <a:lnTo>
                    <a:pt x="439" y="94"/>
                  </a:lnTo>
                  <a:lnTo>
                    <a:pt x="438" y="94"/>
                  </a:lnTo>
                  <a:lnTo>
                    <a:pt x="438" y="95"/>
                  </a:lnTo>
                  <a:lnTo>
                    <a:pt x="438" y="96"/>
                  </a:lnTo>
                  <a:lnTo>
                    <a:pt x="440" y="96"/>
                  </a:lnTo>
                  <a:lnTo>
                    <a:pt x="442" y="96"/>
                  </a:lnTo>
                  <a:lnTo>
                    <a:pt x="442" y="95"/>
                  </a:lnTo>
                  <a:lnTo>
                    <a:pt x="443" y="95"/>
                  </a:lnTo>
                  <a:lnTo>
                    <a:pt x="443" y="96"/>
                  </a:lnTo>
                  <a:lnTo>
                    <a:pt x="443" y="97"/>
                  </a:lnTo>
                  <a:lnTo>
                    <a:pt x="445" y="97"/>
                  </a:lnTo>
                  <a:lnTo>
                    <a:pt x="445" y="99"/>
                  </a:lnTo>
                  <a:lnTo>
                    <a:pt x="446" y="99"/>
                  </a:lnTo>
                  <a:lnTo>
                    <a:pt x="450" y="100"/>
                  </a:lnTo>
                  <a:lnTo>
                    <a:pt x="452" y="100"/>
                  </a:lnTo>
                  <a:lnTo>
                    <a:pt x="453" y="100"/>
                  </a:lnTo>
                  <a:lnTo>
                    <a:pt x="454" y="101"/>
                  </a:lnTo>
                  <a:lnTo>
                    <a:pt x="454" y="102"/>
                  </a:lnTo>
                  <a:lnTo>
                    <a:pt x="456" y="107"/>
                  </a:lnTo>
                  <a:lnTo>
                    <a:pt x="456" y="107"/>
                  </a:lnTo>
                  <a:lnTo>
                    <a:pt x="457" y="108"/>
                  </a:lnTo>
                  <a:lnTo>
                    <a:pt x="457" y="108"/>
                  </a:lnTo>
                  <a:lnTo>
                    <a:pt x="458" y="109"/>
                  </a:lnTo>
                  <a:lnTo>
                    <a:pt x="460" y="109"/>
                  </a:lnTo>
                  <a:lnTo>
                    <a:pt x="461" y="110"/>
                  </a:lnTo>
                  <a:lnTo>
                    <a:pt x="462" y="111"/>
                  </a:lnTo>
                  <a:lnTo>
                    <a:pt x="463" y="113"/>
                  </a:lnTo>
                  <a:lnTo>
                    <a:pt x="464" y="113"/>
                  </a:lnTo>
                  <a:lnTo>
                    <a:pt x="467" y="113"/>
                  </a:lnTo>
                  <a:lnTo>
                    <a:pt x="467" y="114"/>
                  </a:lnTo>
                  <a:lnTo>
                    <a:pt x="468" y="115"/>
                  </a:lnTo>
                  <a:lnTo>
                    <a:pt x="468" y="116"/>
                  </a:lnTo>
                  <a:lnTo>
                    <a:pt x="470" y="118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2" y="121"/>
                  </a:lnTo>
                  <a:lnTo>
                    <a:pt x="472" y="121"/>
                  </a:lnTo>
                  <a:lnTo>
                    <a:pt x="475" y="121"/>
                  </a:lnTo>
                  <a:lnTo>
                    <a:pt x="476" y="122"/>
                  </a:lnTo>
                  <a:lnTo>
                    <a:pt x="476" y="122"/>
                  </a:lnTo>
                  <a:lnTo>
                    <a:pt x="476" y="122"/>
                  </a:lnTo>
                  <a:lnTo>
                    <a:pt x="476" y="122"/>
                  </a:lnTo>
                  <a:lnTo>
                    <a:pt x="476" y="122"/>
                  </a:lnTo>
                  <a:lnTo>
                    <a:pt x="477" y="123"/>
                  </a:lnTo>
                  <a:lnTo>
                    <a:pt x="477" y="123"/>
                  </a:lnTo>
                  <a:lnTo>
                    <a:pt x="481" y="123"/>
                  </a:lnTo>
                  <a:lnTo>
                    <a:pt x="481" y="123"/>
                  </a:lnTo>
                  <a:lnTo>
                    <a:pt x="483" y="125"/>
                  </a:lnTo>
                  <a:lnTo>
                    <a:pt x="484" y="125"/>
                  </a:lnTo>
                  <a:lnTo>
                    <a:pt x="485" y="128"/>
                  </a:lnTo>
                  <a:lnTo>
                    <a:pt x="485" y="128"/>
                  </a:lnTo>
                  <a:lnTo>
                    <a:pt x="485" y="129"/>
                  </a:lnTo>
                  <a:lnTo>
                    <a:pt x="486" y="130"/>
                  </a:lnTo>
                  <a:lnTo>
                    <a:pt x="488" y="132"/>
                  </a:lnTo>
                  <a:lnTo>
                    <a:pt x="489" y="132"/>
                  </a:lnTo>
                  <a:lnTo>
                    <a:pt x="490" y="134"/>
                  </a:lnTo>
                  <a:lnTo>
                    <a:pt x="494" y="134"/>
                  </a:lnTo>
                  <a:lnTo>
                    <a:pt x="496" y="132"/>
                  </a:lnTo>
                  <a:lnTo>
                    <a:pt x="497" y="132"/>
                  </a:lnTo>
                  <a:lnTo>
                    <a:pt x="499" y="135"/>
                  </a:lnTo>
                  <a:lnTo>
                    <a:pt x="501" y="135"/>
                  </a:lnTo>
                  <a:lnTo>
                    <a:pt x="505" y="135"/>
                  </a:lnTo>
                  <a:lnTo>
                    <a:pt x="507" y="135"/>
                  </a:lnTo>
                  <a:lnTo>
                    <a:pt x="507" y="136"/>
                  </a:lnTo>
                  <a:lnTo>
                    <a:pt x="506" y="137"/>
                  </a:lnTo>
                  <a:lnTo>
                    <a:pt x="503" y="138"/>
                  </a:lnTo>
                  <a:lnTo>
                    <a:pt x="500" y="138"/>
                  </a:lnTo>
                  <a:lnTo>
                    <a:pt x="500" y="139"/>
                  </a:lnTo>
                  <a:lnTo>
                    <a:pt x="503" y="139"/>
                  </a:lnTo>
                  <a:lnTo>
                    <a:pt x="504" y="139"/>
                  </a:lnTo>
                  <a:lnTo>
                    <a:pt x="506" y="142"/>
                  </a:lnTo>
                  <a:lnTo>
                    <a:pt x="508" y="142"/>
                  </a:lnTo>
                  <a:lnTo>
                    <a:pt x="508" y="141"/>
                  </a:lnTo>
                  <a:lnTo>
                    <a:pt x="508" y="138"/>
                  </a:lnTo>
                  <a:lnTo>
                    <a:pt x="510" y="138"/>
                  </a:lnTo>
                  <a:lnTo>
                    <a:pt x="512" y="141"/>
                  </a:lnTo>
                  <a:lnTo>
                    <a:pt x="512" y="141"/>
                  </a:lnTo>
                  <a:lnTo>
                    <a:pt x="512" y="142"/>
                  </a:lnTo>
                  <a:lnTo>
                    <a:pt x="511" y="142"/>
                  </a:lnTo>
                  <a:lnTo>
                    <a:pt x="511" y="143"/>
                  </a:lnTo>
                  <a:lnTo>
                    <a:pt x="511" y="144"/>
                  </a:lnTo>
                  <a:lnTo>
                    <a:pt x="511" y="144"/>
                  </a:lnTo>
                  <a:lnTo>
                    <a:pt x="512" y="144"/>
                  </a:lnTo>
                  <a:lnTo>
                    <a:pt x="513" y="144"/>
                  </a:lnTo>
                  <a:lnTo>
                    <a:pt x="514" y="146"/>
                  </a:lnTo>
                  <a:lnTo>
                    <a:pt x="514" y="149"/>
                  </a:lnTo>
                  <a:lnTo>
                    <a:pt x="514" y="153"/>
                  </a:lnTo>
                  <a:lnTo>
                    <a:pt x="514" y="157"/>
                  </a:lnTo>
                  <a:lnTo>
                    <a:pt x="514" y="157"/>
                  </a:lnTo>
                  <a:lnTo>
                    <a:pt x="513" y="156"/>
                  </a:lnTo>
                  <a:lnTo>
                    <a:pt x="510" y="152"/>
                  </a:lnTo>
                  <a:lnTo>
                    <a:pt x="508" y="151"/>
                  </a:lnTo>
                  <a:lnTo>
                    <a:pt x="508" y="151"/>
                  </a:lnTo>
                  <a:lnTo>
                    <a:pt x="507" y="152"/>
                  </a:lnTo>
                  <a:lnTo>
                    <a:pt x="506" y="152"/>
                  </a:lnTo>
                  <a:lnTo>
                    <a:pt x="503" y="149"/>
                  </a:lnTo>
                  <a:lnTo>
                    <a:pt x="501" y="147"/>
                  </a:lnTo>
                  <a:lnTo>
                    <a:pt x="500" y="150"/>
                  </a:lnTo>
                  <a:lnTo>
                    <a:pt x="501" y="150"/>
                  </a:lnTo>
                  <a:lnTo>
                    <a:pt x="503" y="151"/>
                  </a:lnTo>
                  <a:lnTo>
                    <a:pt x="503" y="151"/>
                  </a:lnTo>
                  <a:lnTo>
                    <a:pt x="503" y="152"/>
                  </a:lnTo>
                  <a:lnTo>
                    <a:pt x="503" y="152"/>
                  </a:lnTo>
                  <a:lnTo>
                    <a:pt x="501" y="152"/>
                  </a:lnTo>
                  <a:lnTo>
                    <a:pt x="500" y="152"/>
                  </a:lnTo>
                  <a:lnTo>
                    <a:pt x="500" y="152"/>
                  </a:lnTo>
                  <a:lnTo>
                    <a:pt x="500" y="153"/>
                  </a:lnTo>
                  <a:lnTo>
                    <a:pt x="500" y="154"/>
                  </a:lnTo>
                  <a:lnTo>
                    <a:pt x="503" y="156"/>
                  </a:lnTo>
                  <a:lnTo>
                    <a:pt x="504" y="156"/>
                  </a:lnTo>
                  <a:lnTo>
                    <a:pt x="504" y="156"/>
                  </a:lnTo>
                  <a:lnTo>
                    <a:pt x="504" y="157"/>
                  </a:lnTo>
                  <a:lnTo>
                    <a:pt x="504" y="157"/>
                  </a:lnTo>
                  <a:lnTo>
                    <a:pt x="501" y="158"/>
                  </a:lnTo>
                  <a:lnTo>
                    <a:pt x="501" y="158"/>
                  </a:lnTo>
                  <a:lnTo>
                    <a:pt x="504" y="158"/>
                  </a:lnTo>
                  <a:lnTo>
                    <a:pt x="505" y="158"/>
                  </a:lnTo>
                  <a:lnTo>
                    <a:pt x="506" y="158"/>
                  </a:lnTo>
                  <a:lnTo>
                    <a:pt x="506" y="159"/>
                  </a:lnTo>
                  <a:lnTo>
                    <a:pt x="507" y="160"/>
                  </a:lnTo>
                  <a:lnTo>
                    <a:pt x="507" y="161"/>
                  </a:lnTo>
                  <a:lnTo>
                    <a:pt x="501" y="164"/>
                  </a:lnTo>
                  <a:lnTo>
                    <a:pt x="500" y="164"/>
                  </a:lnTo>
                  <a:lnTo>
                    <a:pt x="497" y="161"/>
                  </a:lnTo>
                  <a:lnTo>
                    <a:pt x="494" y="161"/>
                  </a:lnTo>
                  <a:lnTo>
                    <a:pt x="493" y="160"/>
                  </a:lnTo>
                  <a:lnTo>
                    <a:pt x="493" y="160"/>
                  </a:lnTo>
                  <a:lnTo>
                    <a:pt x="492" y="160"/>
                  </a:lnTo>
                  <a:lnTo>
                    <a:pt x="491" y="160"/>
                  </a:lnTo>
                  <a:lnTo>
                    <a:pt x="485" y="154"/>
                  </a:lnTo>
                  <a:lnTo>
                    <a:pt x="484" y="153"/>
                  </a:lnTo>
                  <a:lnTo>
                    <a:pt x="483" y="153"/>
                  </a:lnTo>
                  <a:lnTo>
                    <a:pt x="481" y="151"/>
                  </a:lnTo>
                  <a:lnTo>
                    <a:pt x="478" y="147"/>
                  </a:lnTo>
                  <a:lnTo>
                    <a:pt x="474" y="145"/>
                  </a:lnTo>
                  <a:lnTo>
                    <a:pt x="474" y="145"/>
                  </a:lnTo>
                  <a:lnTo>
                    <a:pt x="472" y="146"/>
                  </a:lnTo>
                  <a:lnTo>
                    <a:pt x="472" y="147"/>
                  </a:lnTo>
                  <a:lnTo>
                    <a:pt x="472" y="149"/>
                  </a:lnTo>
                  <a:lnTo>
                    <a:pt x="474" y="149"/>
                  </a:lnTo>
                  <a:lnTo>
                    <a:pt x="474" y="149"/>
                  </a:lnTo>
                  <a:lnTo>
                    <a:pt x="475" y="149"/>
                  </a:lnTo>
                  <a:lnTo>
                    <a:pt x="476" y="149"/>
                  </a:lnTo>
                  <a:lnTo>
                    <a:pt x="479" y="153"/>
                  </a:lnTo>
                  <a:lnTo>
                    <a:pt x="483" y="154"/>
                  </a:lnTo>
                  <a:lnTo>
                    <a:pt x="484" y="156"/>
                  </a:lnTo>
                  <a:lnTo>
                    <a:pt x="485" y="158"/>
                  </a:lnTo>
                  <a:lnTo>
                    <a:pt x="491" y="163"/>
                  </a:lnTo>
                  <a:lnTo>
                    <a:pt x="497" y="165"/>
                  </a:lnTo>
                  <a:lnTo>
                    <a:pt x="499" y="166"/>
                  </a:lnTo>
                  <a:lnTo>
                    <a:pt x="501" y="167"/>
                  </a:lnTo>
                  <a:lnTo>
                    <a:pt x="503" y="167"/>
                  </a:lnTo>
                  <a:lnTo>
                    <a:pt x="506" y="166"/>
                  </a:lnTo>
                  <a:lnTo>
                    <a:pt x="507" y="166"/>
                  </a:lnTo>
                  <a:lnTo>
                    <a:pt x="508" y="166"/>
                  </a:lnTo>
                  <a:lnTo>
                    <a:pt x="508" y="167"/>
                  </a:lnTo>
                  <a:lnTo>
                    <a:pt x="508" y="167"/>
                  </a:lnTo>
                  <a:lnTo>
                    <a:pt x="508" y="168"/>
                  </a:lnTo>
                  <a:lnTo>
                    <a:pt x="508" y="170"/>
                  </a:lnTo>
                  <a:lnTo>
                    <a:pt x="510" y="171"/>
                  </a:lnTo>
                  <a:lnTo>
                    <a:pt x="510" y="171"/>
                  </a:lnTo>
                  <a:lnTo>
                    <a:pt x="511" y="171"/>
                  </a:lnTo>
                  <a:lnTo>
                    <a:pt x="511" y="170"/>
                  </a:lnTo>
                  <a:lnTo>
                    <a:pt x="513" y="171"/>
                  </a:lnTo>
                  <a:lnTo>
                    <a:pt x="515" y="172"/>
                  </a:lnTo>
                  <a:lnTo>
                    <a:pt x="515" y="173"/>
                  </a:lnTo>
                  <a:lnTo>
                    <a:pt x="515" y="174"/>
                  </a:lnTo>
                  <a:lnTo>
                    <a:pt x="513" y="175"/>
                  </a:lnTo>
                  <a:lnTo>
                    <a:pt x="513" y="177"/>
                  </a:lnTo>
                  <a:lnTo>
                    <a:pt x="514" y="177"/>
                  </a:lnTo>
                  <a:lnTo>
                    <a:pt x="517" y="175"/>
                  </a:lnTo>
                  <a:lnTo>
                    <a:pt x="518" y="175"/>
                  </a:lnTo>
                  <a:lnTo>
                    <a:pt x="519" y="178"/>
                  </a:lnTo>
                  <a:lnTo>
                    <a:pt x="519" y="180"/>
                  </a:lnTo>
                  <a:lnTo>
                    <a:pt x="518" y="182"/>
                  </a:lnTo>
                  <a:lnTo>
                    <a:pt x="518" y="184"/>
                  </a:lnTo>
                  <a:lnTo>
                    <a:pt x="517" y="185"/>
                  </a:lnTo>
                  <a:lnTo>
                    <a:pt x="514" y="185"/>
                  </a:lnTo>
                  <a:lnTo>
                    <a:pt x="513" y="185"/>
                  </a:lnTo>
                  <a:lnTo>
                    <a:pt x="513" y="186"/>
                  </a:lnTo>
                  <a:lnTo>
                    <a:pt x="511" y="188"/>
                  </a:lnTo>
                  <a:lnTo>
                    <a:pt x="510" y="189"/>
                  </a:lnTo>
                  <a:lnTo>
                    <a:pt x="508" y="188"/>
                  </a:lnTo>
                  <a:lnTo>
                    <a:pt x="507" y="186"/>
                  </a:lnTo>
                  <a:lnTo>
                    <a:pt x="506" y="185"/>
                  </a:lnTo>
                  <a:lnTo>
                    <a:pt x="499" y="180"/>
                  </a:lnTo>
                  <a:lnTo>
                    <a:pt x="498" y="180"/>
                  </a:lnTo>
                  <a:lnTo>
                    <a:pt x="496" y="180"/>
                  </a:lnTo>
                  <a:lnTo>
                    <a:pt x="494" y="179"/>
                  </a:lnTo>
                  <a:lnTo>
                    <a:pt x="493" y="178"/>
                  </a:lnTo>
                  <a:lnTo>
                    <a:pt x="492" y="177"/>
                  </a:lnTo>
                  <a:lnTo>
                    <a:pt x="492" y="174"/>
                  </a:lnTo>
                  <a:lnTo>
                    <a:pt x="491" y="172"/>
                  </a:lnTo>
                  <a:lnTo>
                    <a:pt x="490" y="171"/>
                  </a:lnTo>
                  <a:lnTo>
                    <a:pt x="489" y="170"/>
                  </a:lnTo>
                  <a:lnTo>
                    <a:pt x="488" y="171"/>
                  </a:lnTo>
                  <a:lnTo>
                    <a:pt x="484" y="172"/>
                  </a:lnTo>
                  <a:lnTo>
                    <a:pt x="483" y="172"/>
                  </a:lnTo>
                  <a:lnTo>
                    <a:pt x="483" y="173"/>
                  </a:lnTo>
                  <a:lnTo>
                    <a:pt x="483" y="173"/>
                  </a:lnTo>
                  <a:lnTo>
                    <a:pt x="483" y="174"/>
                  </a:lnTo>
                  <a:lnTo>
                    <a:pt x="482" y="174"/>
                  </a:lnTo>
                  <a:lnTo>
                    <a:pt x="482" y="173"/>
                  </a:lnTo>
                  <a:lnTo>
                    <a:pt x="481" y="172"/>
                  </a:lnTo>
                  <a:lnTo>
                    <a:pt x="481" y="172"/>
                  </a:lnTo>
                  <a:lnTo>
                    <a:pt x="479" y="172"/>
                  </a:lnTo>
                  <a:lnTo>
                    <a:pt x="478" y="172"/>
                  </a:lnTo>
                  <a:lnTo>
                    <a:pt x="476" y="171"/>
                  </a:lnTo>
                  <a:lnTo>
                    <a:pt x="475" y="171"/>
                  </a:lnTo>
                  <a:lnTo>
                    <a:pt x="474" y="170"/>
                  </a:lnTo>
                  <a:lnTo>
                    <a:pt x="472" y="168"/>
                  </a:lnTo>
                  <a:lnTo>
                    <a:pt x="472" y="166"/>
                  </a:lnTo>
                  <a:lnTo>
                    <a:pt x="472" y="165"/>
                  </a:lnTo>
                  <a:lnTo>
                    <a:pt x="471" y="166"/>
                  </a:lnTo>
                  <a:lnTo>
                    <a:pt x="471" y="166"/>
                  </a:lnTo>
                  <a:lnTo>
                    <a:pt x="472" y="168"/>
                  </a:lnTo>
                  <a:lnTo>
                    <a:pt x="471" y="170"/>
                  </a:lnTo>
                  <a:lnTo>
                    <a:pt x="471" y="171"/>
                  </a:lnTo>
                  <a:lnTo>
                    <a:pt x="470" y="172"/>
                  </a:lnTo>
                  <a:lnTo>
                    <a:pt x="469" y="173"/>
                  </a:lnTo>
                  <a:lnTo>
                    <a:pt x="468" y="172"/>
                  </a:lnTo>
                  <a:lnTo>
                    <a:pt x="467" y="171"/>
                  </a:lnTo>
                  <a:lnTo>
                    <a:pt x="463" y="167"/>
                  </a:lnTo>
                  <a:lnTo>
                    <a:pt x="463" y="167"/>
                  </a:lnTo>
                  <a:lnTo>
                    <a:pt x="462" y="167"/>
                  </a:lnTo>
                  <a:lnTo>
                    <a:pt x="461" y="167"/>
                  </a:lnTo>
                  <a:lnTo>
                    <a:pt x="460" y="170"/>
                  </a:lnTo>
                  <a:lnTo>
                    <a:pt x="460" y="171"/>
                  </a:lnTo>
                  <a:lnTo>
                    <a:pt x="458" y="171"/>
                  </a:lnTo>
                  <a:lnTo>
                    <a:pt x="458" y="171"/>
                  </a:lnTo>
                  <a:lnTo>
                    <a:pt x="457" y="170"/>
                  </a:lnTo>
                  <a:lnTo>
                    <a:pt x="457" y="168"/>
                  </a:lnTo>
                  <a:lnTo>
                    <a:pt x="456" y="168"/>
                  </a:lnTo>
                  <a:lnTo>
                    <a:pt x="456" y="168"/>
                  </a:lnTo>
                  <a:lnTo>
                    <a:pt x="455" y="168"/>
                  </a:lnTo>
                  <a:lnTo>
                    <a:pt x="454" y="168"/>
                  </a:lnTo>
                  <a:lnTo>
                    <a:pt x="453" y="170"/>
                  </a:lnTo>
                  <a:lnTo>
                    <a:pt x="453" y="170"/>
                  </a:lnTo>
                  <a:lnTo>
                    <a:pt x="452" y="170"/>
                  </a:lnTo>
                  <a:lnTo>
                    <a:pt x="450" y="170"/>
                  </a:lnTo>
                  <a:lnTo>
                    <a:pt x="449" y="170"/>
                  </a:lnTo>
                  <a:lnTo>
                    <a:pt x="447" y="170"/>
                  </a:lnTo>
                  <a:lnTo>
                    <a:pt x="446" y="170"/>
                  </a:lnTo>
                  <a:lnTo>
                    <a:pt x="445" y="168"/>
                  </a:lnTo>
                  <a:lnTo>
                    <a:pt x="442" y="171"/>
                  </a:lnTo>
                  <a:lnTo>
                    <a:pt x="443" y="172"/>
                  </a:lnTo>
                  <a:lnTo>
                    <a:pt x="443" y="172"/>
                  </a:lnTo>
                  <a:lnTo>
                    <a:pt x="445" y="172"/>
                  </a:lnTo>
                  <a:lnTo>
                    <a:pt x="445" y="172"/>
                  </a:lnTo>
                  <a:lnTo>
                    <a:pt x="446" y="172"/>
                  </a:lnTo>
                  <a:lnTo>
                    <a:pt x="450" y="173"/>
                  </a:lnTo>
                  <a:lnTo>
                    <a:pt x="456" y="172"/>
                  </a:lnTo>
                  <a:lnTo>
                    <a:pt x="457" y="172"/>
                  </a:lnTo>
                  <a:lnTo>
                    <a:pt x="457" y="172"/>
                  </a:lnTo>
                  <a:lnTo>
                    <a:pt x="458" y="173"/>
                  </a:lnTo>
                  <a:lnTo>
                    <a:pt x="460" y="172"/>
                  </a:lnTo>
                  <a:lnTo>
                    <a:pt x="461" y="170"/>
                  </a:lnTo>
                  <a:lnTo>
                    <a:pt x="462" y="170"/>
                  </a:lnTo>
                  <a:lnTo>
                    <a:pt x="463" y="170"/>
                  </a:lnTo>
                  <a:lnTo>
                    <a:pt x="464" y="172"/>
                  </a:lnTo>
                  <a:lnTo>
                    <a:pt x="464" y="173"/>
                  </a:lnTo>
                  <a:lnTo>
                    <a:pt x="465" y="174"/>
                  </a:lnTo>
                  <a:lnTo>
                    <a:pt x="468" y="174"/>
                  </a:lnTo>
                  <a:lnTo>
                    <a:pt x="470" y="175"/>
                  </a:lnTo>
                  <a:lnTo>
                    <a:pt x="471" y="175"/>
                  </a:lnTo>
                  <a:lnTo>
                    <a:pt x="478" y="174"/>
                  </a:lnTo>
                  <a:lnTo>
                    <a:pt x="479" y="174"/>
                  </a:lnTo>
                  <a:lnTo>
                    <a:pt x="483" y="177"/>
                  </a:lnTo>
                  <a:lnTo>
                    <a:pt x="484" y="178"/>
                  </a:lnTo>
                  <a:lnTo>
                    <a:pt x="485" y="177"/>
                  </a:lnTo>
                  <a:lnTo>
                    <a:pt x="486" y="174"/>
                  </a:lnTo>
                  <a:lnTo>
                    <a:pt x="488" y="173"/>
                  </a:lnTo>
                  <a:lnTo>
                    <a:pt x="489" y="174"/>
                  </a:lnTo>
                  <a:lnTo>
                    <a:pt x="490" y="179"/>
                  </a:lnTo>
                  <a:lnTo>
                    <a:pt x="491" y="185"/>
                  </a:lnTo>
                  <a:lnTo>
                    <a:pt x="492" y="186"/>
                  </a:lnTo>
                  <a:lnTo>
                    <a:pt x="493" y="186"/>
                  </a:lnTo>
                  <a:lnTo>
                    <a:pt x="498" y="186"/>
                  </a:lnTo>
                  <a:lnTo>
                    <a:pt x="498" y="187"/>
                  </a:lnTo>
                  <a:lnTo>
                    <a:pt x="498" y="188"/>
                  </a:lnTo>
                  <a:lnTo>
                    <a:pt x="497" y="188"/>
                  </a:lnTo>
                  <a:lnTo>
                    <a:pt x="497" y="188"/>
                  </a:lnTo>
                  <a:lnTo>
                    <a:pt x="498" y="188"/>
                  </a:lnTo>
                  <a:lnTo>
                    <a:pt x="499" y="188"/>
                  </a:lnTo>
                  <a:lnTo>
                    <a:pt x="499" y="188"/>
                  </a:lnTo>
                  <a:lnTo>
                    <a:pt x="500" y="189"/>
                  </a:lnTo>
                  <a:lnTo>
                    <a:pt x="501" y="189"/>
                  </a:lnTo>
                  <a:lnTo>
                    <a:pt x="506" y="190"/>
                  </a:lnTo>
                  <a:lnTo>
                    <a:pt x="506" y="192"/>
                  </a:lnTo>
                  <a:lnTo>
                    <a:pt x="505" y="193"/>
                  </a:lnTo>
                  <a:lnTo>
                    <a:pt x="505" y="194"/>
                  </a:lnTo>
                  <a:lnTo>
                    <a:pt x="506" y="194"/>
                  </a:lnTo>
                  <a:lnTo>
                    <a:pt x="507" y="195"/>
                  </a:lnTo>
                  <a:lnTo>
                    <a:pt x="506" y="196"/>
                  </a:lnTo>
                  <a:lnTo>
                    <a:pt x="506" y="197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506" y="200"/>
                  </a:lnTo>
                  <a:lnTo>
                    <a:pt x="507" y="199"/>
                  </a:lnTo>
                  <a:lnTo>
                    <a:pt x="508" y="196"/>
                  </a:lnTo>
                  <a:lnTo>
                    <a:pt x="510" y="195"/>
                  </a:lnTo>
                  <a:lnTo>
                    <a:pt x="512" y="195"/>
                  </a:lnTo>
                  <a:lnTo>
                    <a:pt x="514" y="195"/>
                  </a:lnTo>
                  <a:lnTo>
                    <a:pt x="515" y="195"/>
                  </a:lnTo>
                  <a:lnTo>
                    <a:pt x="518" y="195"/>
                  </a:lnTo>
                  <a:lnTo>
                    <a:pt x="518" y="196"/>
                  </a:lnTo>
                  <a:lnTo>
                    <a:pt x="519" y="197"/>
                  </a:lnTo>
                  <a:lnTo>
                    <a:pt x="520" y="197"/>
                  </a:lnTo>
                  <a:lnTo>
                    <a:pt x="521" y="197"/>
                  </a:lnTo>
                  <a:lnTo>
                    <a:pt x="519" y="196"/>
                  </a:lnTo>
                  <a:lnTo>
                    <a:pt x="519" y="195"/>
                  </a:lnTo>
                  <a:lnTo>
                    <a:pt x="519" y="194"/>
                  </a:lnTo>
                  <a:lnTo>
                    <a:pt x="519" y="193"/>
                  </a:lnTo>
                  <a:lnTo>
                    <a:pt x="519" y="192"/>
                  </a:lnTo>
                  <a:lnTo>
                    <a:pt x="518" y="192"/>
                  </a:lnTo>
                  <a:lnTo>
                    <a:pt x="518" y="190"/>
                  </a:lnTo>
                  <a:lnTo>
                    <a:pt x="519" y="188"/>
                  </a:lnTo>
                  <a:lnTo>
                    <a:pt x="521" y="188"/>
                  </a:lnTo>
                  <a:lnTo>
                    <a:pt x="528" y="189"/>
                  </a:lnTo>
                  <a:lnTo>
                    <a:pt x="532" y="188"/>
                  </a:lnTo>
                  <a:lnTo>
                    <a:pt x="535" y="189"/>
                  </a:lnTo>
                  <a:lnTo>
                    <a:pt x="537" y="188"/>
                  </a:lnTo>
                  <a:lnTo>
                    <a:pt x="539" y="187"/>
                  </a:lnTo>
                  <a:lnTo>
                    <a:pt x="541" y="187"/>
                  </a:lnTo>
                  <a:lnTo>
                    <a:pt x="542" y="189"/>
                  </a:lnTo>
                  <a:lnTo>
                    <a:pt x="546" y="196"/>
                  </a:lnTo>
                  <a:lnTo>
                    <a:pt x="556" y="214"/>
                  </a:lnTo>
                  <a:lnTo>
                    <a:pt x="557" y="217"/>
                  </a:lnTo>
                  <a:lnTo>
                    <a:pt x="557" y="217"/>
                  </a:lnTo>
                  <a:lnTo>
                    <a:pt x="556" y="217"/>
                  </a:lnTo>
                  <a:lnTo>
                    <a:pt x="555" y="216"/>
                  </a:lnTo>
                  <a:lnTo>
                    <a:pt x="555" y="216"/>
                  </a:lnTo>
                  <a:lnTo>
                    <a:pt x="555" y="215"/>
                  </a:lnTo>
                  <a:lnTo>
                    <a:pt x="555" y="214"/>
                  </a:lnTo>
                  <a:lnTo>
                    <a:pt x="555" y="213"/>
                  </a:lnTo>
                  <a:lnTo>
                    <a:pt x="554" y="211"/>
                  </a:lnTo>
                  <a:lnTo>
                    <a:pt x="553" y="211"/>
                  </a:lnTo>
                  <a:lnTo>
                    <a:pt x="550" y="206"/>
                  </a:lnTo>
                  <a:lnTo>
                    <a:pt x="549" y="204"/>
                  </a:lnTo>
                  <a:lnTo>
                    <a:pt x="549" y="204"/>
                  </a:lnTo>
                  <a:lnTo>
                    <a:pt x="548" y="203"/>
                  </a:lnTo>
                  <a:lnTo>
                    <a:pt x="547" y="204"/>
                  </a:lnTo>
                  <a:lnTo>
                    <a:pt x="547" y="204"/>
                  </a:lnTo>
                  <a:lnTo>
                    <a:pt x="548" y="214"/>
                  </a:lnTo>
                  <a:lnTo>
                    <a:pt x="549" y="218"/>
                  </a:lnTo>
                  <a:lnTo>
                    <a:pt x="550" y="218"/>
                  </a:lnTo>
                  <a:lnTo>
                    <a:pt x="547" y="220"/>
                  </a:lnTo>
                  <a:lnTo>
                    <a:pt x="543" y="217"/>
                  </a:lnTo>
                  <a:lnTo>
                    <a:pt x="543" y="218"/>
                  </a:lnTo>
                  <a:lnTo>
                    <a:pt x="544" y="218"/>
                  </a:lnTo>
                  <a:lnTo>
                    <a:pt x="544" y="220"/>
                  </a:lnTo>
                  <a:lnTo>
                    <a:pt x="546" y="220"/>
                  </a:lnTo>
                  <a:lnTo>
                    <a:pt x="543" y="221"/>
                  </a:lnTo>
                  <a:lnTo>
                    <a:pt x="533" y="223"/>
                  </a:lnTo>
                  <a:lnTo>
                    <a:pt x="520" y="225"/>
                  </a:lnTo>
                  <a:lnTo>
                    <a:pt x="508" y="228"/>
                  </a:lnTo>
                  <a:lnTo>
                    <a:pt x="496" y="230"/>
                  </a:lnTo>
                  <a:lnTo>
                    <a:pt x="483" y="232"/>
                  </a:lnTo>
                  <a:lnTo>
                    <a:pt x="470" y="235"/>
                  </a:lnTo>
                  <a:lnTo>
                    <a:pt x="458" y="238"/>
                  </a:lnTo>
                  <a:lnTo>
                    <a:pt x="446" y="240"/>
                  </a:lnTo>
                  <a:lnTo>
                    <a:pt x="433" y="243"/>
                  </a:lnTo>
                  <a:lnTo>
                    <a:pt x="421" y="245"/>
                  </a:lnTo>
                  <a:lnTo>
                    <a:pt x="409" y="247"/>
                  </a:lnTo>
                  <a:lnTo>
                    <a:pt x="396" y="250"/>
                  </a:lnTo>
                  <a:lnTo>
                    <a:pt x="384" y="252"/>
                  </a:lnTo>
                  <a:lnTo>
                    <a:pt x="371" y="254"/>
                  </a:lnTo>
                  <a:lnTo>
                    <a:pt x="359" y="257"/>
                  </a:lnTo>
                  <a:lnTo>
                    <a:pt x="346" y="259"/>
                  </a:lnTo>
                  <a:lnTo>
                    <a:pt x="334" y="261"/>
                  </a:lnTo>
                  <a:lnTo>
                    <a:pt x="321" y="264"/>
                  </a:lnTo>
                  <a:lnTo>
                    <a:pt x="309" y="266"/>
                  </a:lnTo>
                  <a:lnTo>
                    <a:pt x="296" y="268"/>
                  </a:lnTo>
                  <a:lnTo>
                    <a:pt x="284" y="271"/>
                  </a:lnTo>
                  <a:lnTo>
                    <a:pt x="271" y="273"/>
                  </a:lnTo>
                  <a:lnTo>
                    <a:pt x="259" y="274"/>
                  </a:lnTo>
                  <a:lnTo>
                    <a:pt x="246" y="277"/>
                  </a:lnTo>
                  <a:lnTo>
                    <a:pt x="234" y="279"/>
                  </a:lnTo>
                  <a:lnTo>
                    <a:pt x="221" y="281"/>
                  </a:lnTo>
                  <a:lnTo>
                    <a:pt x="209" y="283"/>
                  </a:lnTo>
                  <a:lnTo>
                    <a:pt x="196" y="285"/>
                  </a:lnTo>
                  <a:lnTo>
                    <a:pt x="184" y="287"/>
                  </a:lnTo>
                  <a:lnTo>
                    <a:pt x="172" y="289"/>
                  </a:lnTo>
                  <a:lnTo>
                    <a:pt x="159" y="292"/>
                  </a:lnTo>
                  <a:lnTo>
                    <a:pt x="146" y="293"/>
                  </a:lnTo>
                  <a:lnTo>
                    <a:pt x="145" y="294"/>
                  </a:lnTo>
                  <a:lnTo>
                    <a:pt x="145" y="294"/>
                  </a:lnTo>
                  <a:lnTo>
                    <a:pt x="144" y="293"/>
                  </a:lnTo>
                  <a:lnTo>
                    <a:pt x="144" y="293"/>
                  </a:lnTo>
                  <a:lnTo>
                    <a:pt x="137" y="293"/>
                  </a:lnTo>
                  <a:lnTo>
                    <a:pt x="131" y="294"/>
                  </a:lnTo>
                  <a:lnTo>
                    <a:pt x="125" y="294"/>
                  </a:lnTo>
                  <a:lnTo>
                    <a:pt x="125" y="295"/>
                  </a:lnTo>
                  <a:lnTo>
                    <a:pt x="124" y="295"/>
                  </a:lnTo>
                  <a:lnTo>
                    <a:pt x="123" y="296"/>
                  </a:lnTo>
                  <a:lnTo>
                    <a:pt x="123" y="296"/>
                  </a:lnTo>
                  <a:lnTo>
                    <a:pt x="119" y="297"/>
                  </a:lnTo>
                  <a:lnTo>
                    <a:pt x="111" y="299"/>
                  </a:lnTo>
                  <a:lnTo>
                    <a:pt x="104" y="300"/>
                  </a:lnTo>
                  <a:lnTo>
                    <a:pt x="97" y="301"/>
                  </a:lnTo>
                  <a:lnTo>
                    <a:pt x="89" y="302"/>
                  </a:lnTo>
                  <a:lnTo>
                    <a:pt x="82" y="303"/>
                  </a:lnTo>
                  <a:lnTo>
                    <a:pt x="74" y="304"/>
                  </a:lnTo>
                  <a:lnTo>
                    <a:pt x="67" y="306"/>
                  </a:lnTo>
                  <a:lnTo>
                    <a:pt x="59" y="307"/>
                  </a:lnTo>
                  <a:lnTo>
                    <a:pt x="52" y="308"/>
                  </a:lnTo>
                  <a:lnTo>
                    <a:pt x="45" y="309"/>
                  </a:lnTo>
                  <a:lnTo>
                    <a:pt x="37" y="310"/>
                  </a:lnTo>
                  <a:lnTo>
                    <a:pt x="30" y="311"/>
                  </a:lnTo>
                  <a:lnTo>
                    <a:pt x="15" y="314"/>
                  </a:lnTo>
                  <a:lnTo>
                    <a:pt x="7" y="315"/>
                  </a:lnTo>
                  <a:lnTo>
                    <a:pt x="0" y="316"/>
                  </a:lnTo>
                  <a:lnTo>
                    <a:pt x="2" y="313"/>
                  </a:lnTo>
                  <a:lnTo>
                    <a:pt x="3" y="311"/>
                  </a:lnTo>
                  <a:lnTo>
                    <a:pt x="4" y="311"/>
                  </a:lnTo>
                  <a:lnTo>
                    <a:pt x="10" y="308"/>
                  </a:lnTo>
                  <a:lnTo>
                    <a:pt x="17" y="307"/>
                  </a:lnTo>
                  <a:lnTo>
                    <a:pt x="17" y="306"/>
                  </a:lnTo>
                  <a:lnTo>
                    <a:pt x="18" y="306"/>
                  </a:lnTo>
                  <a:lnTo>
                    <a:pt x="19" y="304"/>
                  </a:lnTo>
                  <a:lnTo>
                    <a:pt x="22" y="302"/>
                  </a:lnTo>
                  <a:lnTo>
                    <a:pt x="29" y="299"/>
                  </a:lnTo>
                  <a:lnTo>
                    <a:pt x="36" y="296"/>
                  </a:lnTo>
                  <a:lnTo>
                    <a:pt x="36" y="296"/>
                  </a:lnTo>
                  <a:lnTo>
                    <a:pt x="37" y="296"/>
                  </a:lnTo>
                  <a:lnTo>
                    <a:pt x="37" y="295"/>
                  </a:lnTo>
                  <a:lnTo>
                    <a:pt x="37" y="295"/>
                  </a:lnTo>
                  <a:lnTo>
                    <a:pt x="37" y="294"/>
                  </a:lnTo>
                  <a:lnTo>
                    <a:pt x="37" y="294"/>
                  </a:lnTo>
                  <a:lnTo>
                    <a:pt x="37" y="294"/>
                  </a:lnTo>
                  <a:lnTo>
                    <a:pt x="37" y="293"/>
                  </a:lnTo>
                  <a:lnTo>
                    <a:pt x="38" y="292"/>
                  </a:lnTo>
                  <a:lnTo>
                    <a:pt x="38" y="288"/>
                  </a:lnTo>
                  <a:lnTo>
                    <a:pt x="39" y="287"/>
                  </a:lnTo>
                  <a:lnTo>
                    <a:pt x="40" y="287"/>
                  </a:lnTo>
                  <a:lnTo>
                    <a:pt x="40" y="287"/>
                  </a:lnTo>
                  <a:lnTo>
                    <a:pt x="44" y="286"/>
                  </a:lnTo>
                  <a:lnTo>
                    <a:pt x="47" y="283"/>
                  </a:lnTo>
                  <a:lnTo>
                    <a:pt x="52" y="281"/>
                  </a:lnTo>
                  <a:lnTo>
                    <a:pt x="53" y="280"/>
                  </a:lnTo>
                  <a:lnTo>
                    <a:pt x="53" y="280"/>
                  </a:lnTo>
                  <a:lnTo>
                    <a:pt x="53" y="279"/>
                  </a:lnTo>
                  <a:lnTo>
                    <a:pt x="53" y="279"/>
                  </a:lnTo>
                  <a:lnTo>
                    <a:pt x="53" y="279"/>
                  </a:lnTo>
                  <a:lnTo>
                    <a:pt x="53" y="279"/>
                  </a:lnTo>
                  <a:lnTo>
                    <a:pt x="53" y="277"/>
                  </a:lnTo>
                  <a:lnTo>
                    <a:pt x="53" y="277"/>
                  </a:lnTo>
                  <a:lnTo>
                    <a:pt x="53" y="275"/>
                  </a:lnTo>
                  <a:lnTo>
                    <a:pt x="53" y="274"/>
                  </a:lnTo>
                  <a:lnTo>
                    <a:pt x="53" y="273"/>
                  </a:lnTo>
                  <a:lnTo>
                    <a:pt x="53" y="272"/>
                  </a:lnTo>
                  <a:lnTo>
                    <a:pt x="55" y="271"/>
                  </a:lnTo>
                  <a:lnTo>
                    <a:pt x="61" y="267"/>
                  </a:lnTo>
                  <a:lnTo>
                    <a:pt x="61" y="266"/>
                  </a:lnTo>
                  <a:lnTo>
                    <a:pt x="62" y="266"/>
                  </a:lnTo>
                  <a:lnTo>
                    <a:pt x="62" y="265"/>
                  </a:lnTo>
                  <a:lnTo>
                    <a:pt x="62" y="265"/>
                  </a:lnTo>
                  <a:lnTo>
                    <a:pt x="62" y="264"/>
                  </a:lnTo>
                  <a:lnTo>
                    <a:pt x="61" y="261"/>
                  </a:lnTo>
                  <a:lnTo>
                    <a:pt x="61" y="260"/>
                  </a:lnTo>
                  <a:lnTo>
                    <a:pt x="61" y="260"/>
                  </a:lnTo>
                  <a:lnTo>
                    <a:pt x="61" y="259"/>
                  </a:lnTo>
                  <a:lnTo>
                    <a:pt x="62" y="258"/>
                  </a:lnTo>
                  <a:lnTo>
                    <a:pt x="66" y="254"/>
                  </a:lnTo>
                  <a:lnTo>
                    <a:pt x="73" y="250"/>
                  </a:lnTo>
                  <a:lnTo>
                    <a:pt x="79" y="246"/>
                  </a:lnTo>
                  <a:lnTo>
                    <a:pt x="83" y="243"/>
                  </a:lnTo>
                  <a:lnTo>
                    <a:pt x="84" y="242"/>
                  </a:lnTo>
                  <a:lnTo>
                    <a:pt x="90" y="235"/>
                  </a:lnTo>
                  <a:lnTo>
                    <a:pt x="96" y="229"/>
                  </a:lnTo>
                  <a:lnTo>
                    <a:pt x="99" y="224"/>
                  </a:lnTo>
                  <a:lnTo>
                    <a:pt x="104" y="218"/>
                  </a:lnTo>
                  <a:lnTo>
                    <a:pt x="108" y="214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10" y="216"/>
                  </a:lnTo>
                  <a:lnTo>
                    <a:pt x="110" y="216"/>
                  </a:lnTo>
                  <a:lnTo>
                    <a:pt x="110" y="217"/>
                  </a:lnTo>
                  <a:lnTo>
                    <a:pt x="109" y="217"/>
                  </a:lnTo>
                  <a:lnTo>
                    <a:pt x="109" y="217"/>
                  </a:lnTo>
                  <a:lnTo>
                    <a:pt x="108" y="218"/>
                  </a:lnTo>
                  <a:lnTo>
                    <a:pt x="108" y="220"/>
                  </a:lnTo>
                  <a:lnTo>
                    <a:pt x="108" y="220"/>
                  </a:lnTo>
                  <a:lnTo>
                    <a:pt x="108" y="220"/>
                  </a:lnTo>
                  <a:lnTo>
                    <a:pt x="108" y="221"/>
                  </a:lnTo>
                  <a:lnTo>
                    <a:pt x="108" y="221"/>
                  </a:lnTo>
                  <a:lnTo>
                    <a:pt x="111" y="222"/>
                  </a:lnTo>
                  <a:lnTo>
                    <a:pt x="111" y="222"/>
                  </a:lnTo>
                  <a:lnTo>
                    <a:pt x="111" y="222"/>
                  </a:lnTo>
                  <a:lnTo>
                    <a:pt x="112" y="223"/>
                  </a:lnTo>
                  <a:lnTo>
                    <a:pt x="112" y="223"/>
                  </a:lnTo>
                  <a:lnTo>
                    <a:pt x="112" y="223"/>
                  </a:lnTo>
                  <a:lnTo>
                    <a:pt x="112" y="224"/>
                  </a:lnTo>
                  <a:lnTo>
                    <a:pt x="112" y="224"/>
                  </a:lnTo>
                  <a:lnTo>
                    <a:pt x="112" y="227"/>
                  </a:lnTo>
                  <a:lnTo>
                    <a:pt x="112" y="227"/>
                  </a:lnTo>
                  <a:lnTo>
                    <a:pt x="112" y="228"/>
                  </a:lnTo>
                  <a:lnTo>
                    <a:pt x="112" y="228"/>
                  </a:lnTo>
                  <a:lnTo>
                    <a:pt x="113" y="228"/>
                  </a:lnTo>
                  <a:lnTo>
                    <a:pt x="113" y="229"/>
                  </a:lnTo>
                  <a:lnTo>
                    <a:pt x="117" y="230"/>
                  </a:lnTo>
                  <a:lnTo>
                    <a:pt x="118" y="231"/>
                  </a:lnTo>
                  <a:lnTo>
                    <a:pt x="118" y="231"/>
                  </a:lnTo>
                  <a:lnTo>
                    <a:pt x="118" y="231"/>
                  </a:lnTo>
                  <a:lnTo>
                    <a:pt x="119" y="234"/>
                  </a:lnTo>
                  <a:lnTo>
                    <a:pt x="119" y="234"/>
                  </a:lnTo>
                  <a:lnTo>
                    <a:pt x="120" y="234"/>
                  </a:lnTo>
                  <a:lnTo>
                    <a:pt x="120" y="234"/>
                  </a:lnTo>
                  <a:lnTo>
                    <a:pt x="122" y="235"/>
                  </a:lnTo>
                  <a:lnTo>
                    <a:pt x="122" y="235"/>
                  </a:lnTo>
                  <a:lnTo>
                    <a:pt x="123" y="235"/>
                  </a:lnTo>
                  <a:lnTo>
                    <a:pt x="124" y="235"/>
                  </a:lnTo>
                  <a:lnTo>
                    <a:pt x="125" y="235"/>
                  </a:lnTo>
                  <a:lnTo>
                    <a:pt x="126" y="235"/>
                  </a:lnTo>
                  <a:lnTo>
                    <a:pt x="126" y="235"/>
                  </a:lnTo>
                  <a:lnTo>
                    <a:pt x="127" y="235"/>
                  </a:lnTo>
                  <a:lnTo>
                    <a:pt x="127" y="235"/>
                  </a:lnTo>
                  <a:lnTo>
                    <a:pt x="127" y="235"/>
                  </a:lnTo>
                  <a:lnTo>
                    <a:pt x="129" y="237"/>
                  </a:lnTo>
                  <a:lnTo>
                    <a:pt x="130" y="237"/>
                  </a:lnTo>
                  <a:lnTo>
                    <a:pt x="130" y="237"/>
                  </a:lnTo>
                  <a:lnTo>
                    <a:pt x="133" y="238"/>
                  </a:lnTo>
                  <a:lnTo>
                    <a:pt x="134" y="239"/>
                  </a:lnTo>
                  <a:lnTo>
                    <a:pt x="135" y="239"/>
                  </a:lnTo>
                  <a:lnTo>
                    <a:pt x="140" y="239"/>
                  </a:lnTo>
                  <a:lnTo>
                    <a:pt x="141" y="238"/>
                  </a:lnTo>
                  <a:lnTo>
                    <a:pt x="142" y="238"/>
                  </a:lnTo>
                  <a:lnTo>
                    <a:pt x="142" y="238"/>
                  </a:lnTo>
                  <a:lnTo>
                    <a:pt x="146" y="234"/>
                  </a:lnTo>
                  <a:lnTo>
                    <a:pt x="146" y="232"/>
                  </a:lnTo>
                  <a:lnTo>
                    <a:pt x="146" y="232"/>
                  </a:lnTo>
                  <a:lnTo>
                    <a:pt x="147" y="232"/>
                  </a:lnTo>
                  <a:lnTo>
                    <a:pt x="151" y="231"/>
                  </a:lnTo>
                  <a:lnTo>
                    <a:pt x="151" y="231"/>
                  </a:lnTo>
                  <a:lnTo>
                    <a:pt x="152" y="230"/>
                  </a:lnTo>
                  <a:lnTo>
                    <a:pt x="152" y="229"/>
                  </a:lnTo>
                  <a:lnTo>
                    <a:pt x="152" y="228"/>
                  </a:lnTo>
                  <a:lnTo>
                    <a:pt x="153" y="228"/>
                  </a:lnTo>
                  <a:lnTo>
                    <a:pt x="153" y="227"/>
                  </a:lnTo>
                  <a:lnTo>
                    <a:pt x="153" y="225"/>
                  </a:lnTo>
                  <a:lnTo>
                    <a:pt x="153" y="225"/>
                  </a:lnTo>
                  <a:lnTo>
                    <a:pt x="154" y="224"/>
                  </a:lnTo>
                  <a:lnTo>
                    <a:pt x="154" y="224"/>
                  </a:lnTo>
                  <a:lnTo>
                    <a:pt x="155" y="224"/>
                  </a:lnTo>
                  <a:lnTo>
                    <a:pt x="155" y="224"/>
                  </a:lnTo>
                  <a:lnTo>
                    <a:pt x="156" y="225"/>
                  </a:lnTo>
                  <a:lnTo>
                    <a:pt x="158" y="227"/>
                  </a:lnTo>
                  <a:lnTo>
                    <a:pt x="159" y="228"/>
                  </a:lnTo>
                  <a:lnTo>
                    <a:pt x="159" y="228"/>
                  </a:lnTo>
                  <a:lnTo>
                    <a:pt x="162" y="229"/>
                  </a:lnTo>
                  <a:lnTo>
                    <a:pt x="163" y="230"/>
                  </a:lnTo>
                  <a:lnTo>
                    <a:pt x="163" y="230"/>
                  </a:lnTo>
                  <a:lnTo>
                    <a:pt x="163" y="230"/>
                  </a:lnTo>
                  <a:lnTo>
                    <a:pt x="165" y="230"/>
                  </a:lnTo>
                  <a:lnTo>
                    <a:pt x="165" y="231"/>
                  </a:lnTo>
                  <a:lnTo>
                    <a:pt x="165" y="231"/>
                  </a:lnTo>
                  <a:lnTo>
                    <a:pt x="165" y="231"/>
                  </a:lnTo>
                  <a:lnTo>
                    <a:pt x="166" y="231"/>
                  </a:lnTo>
                  <a:lnTo>
                    <a:pt x="170" y="227"/>
                  </a:lnTo>
                  <a:lnTo>
                    <a:pt x="178" y="224"/>
                  </a:lnTo>
                  <a:lnTo>
                    <a:pt x="178" y="224"/>
                  </a:lnTo>
                  <a:lnTo>
                    <a:pt x="181" y="223"/>
                  </a:lnTo>
                  <a:lnTo>
                    <a:pt x="181" y="223"/>
                  </a:lnTo>
                  <a:lnTo>
                    <a:pt x="182" y="223"/>
                  </a:lnTo>
                  <a:lnTo>
                    <a:pt x="183" y="223"/>
                  </a:lnTo>
                  <a:lnTo>
                    <a:pt x="183" y="223"/>
                  </a:lnTo>
                  <a:lnTo>
                    <a:pt x="183" y="223"/>
                  </a:lnTo>
                  <a:lnTo>
                    <a:pt x="188" y="220"/>
                  </a:lnTo>
                  <a:lnTo>
                    <a:pt x="188" y="220"/>
                  </a:lnTo>
                  <a:lnTo>
                    <a:pt x="189" y="218"/>
                  </a:lnTo>
                  <a:lnTo>
                    <a:pt x="189" y="217"/>
                  </a:lnTo>
                  <a:lnTo>
                    <a:pt x="189" y="217"/>
                  </a:lnTo>
                  <a:lnTo>
                    <a:pt x="189" y="216"/>
                  </a:lnTo>
                  <a:lnTo>
                    <a:pt x="187" y="215"/>
                  </a:lnTo>
                  <a:lnTo>
                    <a:pt x="187" y="214"/>
                  </a:lnTo>
                  <a:lnTo>
                    <a:pt x="187" y="214"/>
                  </a:lnTo>
                  <a:lnTo>
                    <a:pt x="187" y="214"/>
                  </a:lnTo>
                  <a:lnTo>
                    <a:pt x="187" y="213"/>
                  </a:lnTo>
                  <a:lnTo>
                    <a:pt x="187" y="213"/>
                  </a:lnTo>
                  <a:lnTo>
                    <a:pt x="187" y="211"/>
                  </a:lnTo>
                  <a:lnTo>
                    <a:pt x="188" y="211"/>
                  </a:lnTo>
                  <a:lnTo>
                    <a:pt x="188" y="211"/>
                  </a:lnTo>
                  <a:lnTo>
                    <a:pt x="189" y="210"/>
                  </a:lnTo>
                  <a:lnTo>
                    <a:pt x="190" y="210"/>
                  </a:lnTo>
                  <a:lnTo>
                    <a:pt x="190" y="210"/>
                  </a:lnTo>
                  <a:lnTo>
                    <a:pt x="192" y="210"/>
                  </a:lnTo>
                  <a:lnTo>
                    <a:pt x="192" y="210"/>
                  </a:lnTo>
                  <a:lnTo>
                    <a:pt x="192" y="210"/>
                  </a:lnTo>
                  <a:lnTo>
                    <a:pt x="192" y="210"/>
                  </a:lnTo>
                  <a:lnTo>
                    <a:pt x="194" y="211"/>
                  </a:lnTo>
                  <a:lnTo>
                    <a:pt x="194" y="211"/>
                  </a:lnTo>
                  <a:lnTo>
                    <a:pt x="194" y="211"/>
                  </a:lnTo>
                  <a:lnTo>
                    <a:pt x="195" y="211"/>
                  </a:lnTo>
                  <a:lnTo>
                    <a:pt x="195" y="211"/>
                  </a:lnTo>
                  <a:lnTo>
                    <a:pt x="196" y="213"/>
                  </a:lnTo>
                  <a:lnTo>
                    <a:pt x="196" y="213"/>
                  </a:lnTo>
                  <a:lnTo>
                    <a:pt x="196" y="213"/>
                  </a:lnTo>
                  <a:lnTo>
                    <a:pt x="196" y="213"/>
                  </a:lnTo>
                  <a:lnTo>
                    <a:pt x="197" y="213"/>
                  </a:lnTo>
                  <a:lnTo>
                    <a:pt x="197" y="213"/>
                  </a:lnTo>
                  <a:lnTo>
                    <a:pt x="197" y="213"/>
                  </a:lnTo>
                  <a:lnTo>
                    <a:pt x="197" y="213"/>
                  </a:lnTo>
                  <a:lnTo>
                    <a:pt x="201" y="210"/>
                  </a:lnTo>
                  <a:lnTo>
                    <a:pt x="203" y="208"/>
                  </a:lnTo>
                  <a:lnTo>
                    <a:pt x="206" y="206"/>
                  </a:lnTo>
                  <a:lnTo>
                    <a:pt x="209" y="203"/>
                  </a:lnTo>
                  <a:lnTo>
                    <a:pt x="211" y="202"/>
                  </a:lnTo>
                  <a:lnTo>
                    <a:pt x="212" y="202"/>
                  </a:lnTo>
                  <a:lnTo>
                    <a:pt x="213" y="202"/>
                  </a:lnTo>
                  <a:lnTo>
                    <a:pt x="213" y="202"/>
                  </a:lnTo>
                  <a:lnTo>
                    <a:pt x="214" y="202"/>
                  </a:lnTo>
                  <a:lnTo>
                    <a:pt x="214" y="203"/>
                  </a:lnTo>
                  <a:lnTo>
                    <a:pt x="214" y="203"/>
                  </a:lnTo>
                  <a:lnTo>
                    <a:pt x="214" y="203"/>
                  </a:lnTo>
                  <a:lnTo>
                    <a:pt x="214" y="204"/>
                  </a:lnTo>
                  <a:lnTo>
                    <a:pt x="214" y="204"/>
                  </a:lnTo>
                  <a:lnTo>
                    <a:pt x="214" y="206"/>
                  </a:lnTo>
                  <a:lnTo>
                    <a:pt x="216" y="206"/>
                  </a:lnTo>
                  <a:lnTo>
                    <a:pt x="216" y="206"/>
                  </a:lnTo>
                  <a:lnTo>
                    <a:pt x="216" y="206"/>
                  </a:lnTo>
                  <a:lnTo>
                    <a:pt x="217" y="206"/>
                  </a:lnTo>
                  <a:lnTo>
                    <a:pt x="217" y="206"/>
                  </a:lnTo>
                  <a:lnTo>
                    <a:pt x="217" y="204"/>
                  </a:lnTo>
                  <a:lnTo>
                    <a:pt x="219" y="202"/>
                  </a:lnTo>
                  <a:lnTo>
                    <a:pt x="226" y="196"/>
                  </a:lnTo>
                  <a:lnTo>
                    <a:pt x="227" y="195"/>
                  </a:lnTo>
                  <a:lnTo>
                    <a:pt x="227" y="195"/>
                  </a:lnTo>
                  <a:lnTo>
                    <a:pt x="227" y="194"/>
                  </a:lnTo>
                  <a:lnTo>
                    <a:pt x="226" y="194"/>
                  </a:lnTo>
                  <a:lnTo>
                    <a:pt x="226" y="194"/>
                  </a:lnTo>
                  <a:lnTo>
                    <a:pt x="225" y="193"/>
                  </a:lnTo>
                  <a:lnTo>
                    <a:pt x="225" y="193"/>
                  </a:lnTo>
                  <a:lnTo>
                    <a:pt x="225" y="193"/>
                  </a:lnTo>
                  <a:lnTo>
                    <a:pt x="225" y="192"/>
                  </a:lnTo>
                  <a:lnTo>
                    <a:pt x="225" y="192"/>
                  </a:lnTo>
                  <a:lnTo>
                    <a:pt x="225" y="190"/>
                  </a:lnTo>
                  <a:lnTo>
                    <a:pt x="226" y="189"/>
                  </a:lnTo>
                  <a:lnTo>
                    <a:pt x="226" y="189"/>
                  </a:lnTo>
                  <a:lnTo>
                    <a:pt x="226" y="189"/>
                  </a:lnTo>
                  <a:lnTo>
                    <a:pt x="227" y="188"/>
                  </a:lnTo>
                  <a:lnTo>
                    <a:pt x="228" y="187"/>
                  </a:lnTo>
                  <a:lnTo>
                    <a:pt x="230" y="186"/>
                  </a:lnTo>
                  <a:lnTo>
                    <a:pt x="230" y="186"/>
                  </a:lnTo>
                  <a:lnTo>
                    <a:pt x="230" y="186"/>
                  </a:lnTo>
                  <a:lnTo>
                    <a:pt x="230" y="185"/>
                  </a:lnTo>
                  <a:lnTo>
                    <a:pt x="230" y="184"/>
                  </a:lnTo>
                  <a:lnTo>
                    <a:pt x="228" y="184"/>
                  </a:lnTo>
                  <a:lnTo>
                    <a:pt x="226" y="184"/>
                  </a:lnTo>
                  <a:lnTo>
                    <a:pt x="226" y="182"/>
                  </a:lnTo>
                  <a:lnTo>
                    <a:pt x="225" y="182"/>
                  </a:lnTo>
                  <a:lnTo>
                    <a:pt x="225" y="182"/>
                  </a:lnTo>
                  <a:lnTo>
                    <a:pt x="225" y="181"/>
                  </a:lnTo>
                  <a:lnTo>
                    <a:pt x="224" y="181"/>
                  </a:lnTo>
                  <a:lnTo>
                    <a:pt x="225" y="180"/>
                  </a:lnTo>
                  <a:lnTo>
                    <a:pt x="226" y="175"/>
                  </a:lnTo>
                  <a:lnTo>
                    <a:pt x="227" y="171"/>
                  </a:lnTo>
                  <a:lnTo>
                    <a:pt x="227" y="171"/>
                  </a:lnTo>
                  <a:lnTo>
                    <a:pt x="227" y="168"/>
                  </a:lnTo>
                  <a:lnTo>
                    <a:pt x="228" y="168"/>
                  </a:lnTo>
                  <a:lnTo>
                    <a:pt x="231" y="164"/>
                  </a:lnTo>
                  <a:lnTo>
                    <a:pt x="232" y="161"/>
                  </a:lnTo>
                  <a:lnTo>
                    <a:pt x="234" y="157"/>
                  </a:lnTo>
                  <a:lnTo>
                    <a:pt x="238" y="152"/>
                  </a:lnTo>
                  <a:lnTo>
                    <a:pt x="239" y="149"/>
                  </a:lnTo>
                  <a:lnTo>
                    <a:pt x="241" y="144"/>
                  </a:lnTo>
                  <a:lnTo>
                    <a:pt x="242" y="141"/>
                  </a:lnTo>
                  <a:lnTo>
                    <a:pt x="242" y="136"/>
                  </a:lnTo>
                  <a:lnTo>
                    <a:pt x="242" y="135"/>
                  </a:lnTo>
                  <a:lnTo>
                    <a:pt x="242" y="134"/>
                  </a:lnTo>
                  <a:lnTo>
                    <a:pt x="242" y="134"/>
                  </a:lnTo>
                  <a:lnTo>
                    <a:pt x="242" y="132"/>
                  </a:lnTo>
                  <a:lnTo>
                    <a:pt x="242" y="132"/>
                  </a:lnTo>
                  <a:lnTo>
                    <a:pt x="245" y="129"/>
                  </a:lnTo>
                  <a:lnTo>
                    <a:pt x="246" y="127"/>
                  </a:lnTo>
                  <a:lnTo>
                    <a:pt x="247" y="125"/>
                  </a:lnTo>
                  <a:lnTo>
                    <a:pt x="248" y="124"/>
                  </a:lnTo>
                  <a:lnTo>
                    <a:pt x="249" y="123"/>
                  </a:lnTo>
                  <a:lnTo>
                    <a:pt x="249" y="122"/>
                  </a:lnTo>
                  <a:lnTo>
                    <a:pt x="249" y="122"/>
                  </a:lnTo>
                  <a:lnTo>
                    <a:pt x="249" y="122"/>
                  </a:lnTo>
                  <a:lnTo>
                    <a:pt x="249" y="121"/>
                  </a:lnTo>
                  <a:lnTo>
                    <a:pt x="249" y="121"/>
                  </a:lnTo>
                  <a:lnTo>
                    <a:pt x="248" y="120"/>
                  </a:lnTo>
                  <a:lnTo>
                    <a:pt x="248" y="118"/>
                  </a:lnTo>
                  <a:lnTo>
                    <a:pt x="249" y="118"/>
                  </a:lnTo>
                  <a:lnTo>
                    <a:pt x="249" y="117"/>
                  </a:lnTo>
                  <a:lnTo>
                    <a:pt x="249" y="116"/>
                  </a:lnTo>
                  <a:lnTo>
                    <a:pt x="249" y="115"/>
                  </a:lnTo>
                  <a:lnTo>
                    <a:pt x="251" y="115"/>
                  </a:lnTo>
                  <a:lnTo>
                    <a:pt x="251" y="115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3" y="113"/>
                  </a:lnTo>
                  <a:lnTo>
                    <a:pt x="253" y="110"/>
                  </a:lnTo>
                  <a:lnTo>
                    <a:pt x="253" y="109"/>
                  </a:lnTo>
                  <a:lnTo>
                    <a:pt x="254" y="108"/>
                  </a:lnTo>
                  <a:lnTo>
                    <a:pt x="254" y="107"/>
                  </a:lnTo>
                  <a:lnTo>
                    <a:pt x="254" y="107"/>
                  </a:lnTo>
                  <a:lnTo>
                    <a:pt x="253" y="102"/>
                  </a:lnTo>
                  <a:lnTo>
                    <a:pt x="253" y="101"/>
                  </a:lnTo>
                  <a:lnTo>
                    <a:pt x="254" y="99"/>
                  </a:lnTo>
                  <a:lnTo>
                    <a:pt x="254" y="99"/>
                  </a:lnTo>
                  <a:lnTo>
                    <a:pt x="254" y="97"/>
                  </a:lnTo>
                  <a:lnTo>
                    <a:pt x="254" y="97"/>
                  </a:lnTo>
                  <a:lnTo>
                    <a:pt x="254" y="96"/>
                  </a:lnTo>
                  <a:lnTo>
                    <a:pt x="254" y="96"/>
                  </a:lnTo>
                  <a:lnTo>
                    <a:pt x="254" y="95"/>
                  </a:lnTo>
                  <a:lnTo>
                    <a:pt x="254" y="94"/>
                  </a:lnTo>
                  <a:lnTo>
                    <a:pt x="255" y="93"/>
                  </a:lnTo>
                  <a:lnTo>
                    <a:pt x="255" y="93"/>
                  </a:lnTo>
                  <a:lnTo>
                    <a:pt x="255" y="93"/>
                  </a:lnTo>
                  <a:lnTo>
                    <a:pt x="262" y="94"/>
                  </a:lnTo>
                  <a:lnTo>
                    <a:pt x="262" y="94"/>
                  </a:lnTo>
                  <a:lnTo>
                    <a:pt x="262" y="94"/>
                  </a:lnTo>
                  <a:lnTo>
                    <a:pt x="262" y="94"/>
                  </a:lnTo>
                  <a:lnTo>
                    <a:pt x="266" y="99"/>
                  </a:lnTo>
                  <a:lnTo>
                    <a:pt x="267" y="99"/>
                  </a:lnTo>
                  <a:lnTo>
                    <a:pt x="267" y="99"/>
                  </a:lnTo>
                  <a:lnTo>
                    <a:pt x="267" y="100"/>
                  </a:lnTo>
                  <a:lnTo>
                    <a:pt x="266" y="100"/>
                  </a:lnTo>
                  <a:lnTo>
                    <a:pt x="266" y="101"/>
                  </a:lnTo>
                  <a:lnTo>
                    <a:pt x="267" y="101"/>
                  </a:lnTo>
                  <a:lnTo>
                    <a:pt x="267" y="101"/>
                  </a:lnTo>
                  <a:lnTo>
                    <a:pt x="270" y="101"/>
                  </a:lnTo>
                  <a:lnTo>
                    <a:pt x="274" y="102"/>
                  </a:lnTo>
                  <a:lnTo>
                    <a:pt x="277" y="102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3" y="102"/>
                  </a:lnTo>
                  <a:lnTo>
                    <a:pt x="283" y="102"/>
                  </a:lnTo>
                  <a:lnTo>
                    <a:pt x="284" y="99"/>
                  </a:lnTo>
                  <a:lnTo>
                    <a:pt x="287" y="95"/>
                  </a:lnTo>
                  <a:lnTo>
                    <a:pt x="287" y="94"/>
                  </a:lnTo>
                  <a:lnTo>
                    <a:pt x="288" y="93"/>
                  </a:lnTo>
                  <a:lnTo>
                    <a:pt x="288" y="92"/>
                  </a:lnTo>
                  <a:lnTo>
                    <a:pt x="288" y="88"/>
                  </a:lnTo>
                  <a:lnTo>
                    <a:pt x="288" y="88"/>
                  </a:lnTo>
                  <a:lnTo>
                    <a:pt x="288" y="87"/>
                  </a:lnTo>
                  <a:lnTo>
                    <a:pt x="288" y="85"/>
                  </a:lnTo>
                  <a:lnTo>
                    <a:pt x="288" y="84"/>
                  </a:lnTo>
                  <a:lnTo>
                    <a:pt x="289" y="84"/>
                  </a:lnTo>
                  <a:lnTo>
                    <a:pt x="289" y="82"/>
                  </a:lnTo>
                  <a:lnTo>
                    <a:pt x="289" y="81"/>
                  </a:lnTo>
                  <a:lnTo>
                    <a:pt x="290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1" y="79"/>
                  </a:lnTo>
                  <a:lnTo>
                    <a:pt x="291" y="78"/>
                  </a:lnTo>
                  <a:lnTo>
                    <a:pt x="291" y="73"/>
                  </a:lnTo>
                  <a:lnTo>
                    <a:pt x="291" y="73"/>
                  </a:lnTo>
                  <a:lnTo>
                    <a:pt x="291" y="72"/>
                  </a:lnTo>
                  <a:lnTo>
                    <a:pt x="292" y="70"/>
                  </a:lnTo>
                  <a:lnTo>
                    <a:pt x="292" y="70"/>
                  </a:lnTo>
                  <a:lnTo>
                    <a:pt x="292" y="68"/>
                  </a:lnTo>
                  <a:lnTo>
                    <a:pt x="292" y="68"/>
                  </a:lnTo>
                  <a:lnTo>
                    <a:pt x="293" y="67"/>
                  </a:lnTo>
                  <a:lnTo>
                    <a:pt x="293" y="66"/>
                  </a:lnTo>
                  <a:lnTo>
                    <a:pt x="296" y="63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8" y="63"/>
                  </a:lnTo>
                  <a:lnTo>
                    <a:pt x="302" y="64"/>
                  </a:lnTo>
                  <a:lnTo>
                    <a:pt x="305" y="65"/>
                  </a:lnTo>
                  <a:lnTo>
                    <a:pt x="305" y="65"/>
                  </a:lnTo>
                  <a:lnTo>
                    <a:pt x="305" y="65"/>
                  </a:lnTo>
                  <a:lnTo>
                    <a:pt x="306" y="65"/>
                  </a:lnTo>
                  <a:lnTo>
                    <a:pt x="307" y="61"/>
                  </a:lnTo>
                  <a:lnTo>
                    <a:pt x="310" y="57"/>
                  </a:lnTo>
                  <a:lnTo>
                    <a:pt x="311" y="53"/>
                  </a:lnTo>
                  <a:lnTo>
                    <a:pt x="312" y="51"/>
                  </a:lnTo>
                  <a:lnTo>
                    <a:pt x="312" y="51"/>
                  </a:lnTo>
                  <a:lnTo>
                    <a:pt x="312" y="51"/>
                  </a:lnTo>
                  <a:lnTo>
                    <a:pt x="313" y="51"/>
                  </a:lnTo>
                  <a:lnTo>
                    <a:pt x="313" y="51"/>
                  </a:lnTo>
                  <a:lnTo>
                    <a:pt x="313" y="51"/>
                  </a:lnTo>
                  <a:lnTo>
                    <a:pt x="313" y="52"/>
                  </a:lnTo>
                  <a:lnTo>
                    <a:pt x="314" y="52"/>
                  </a:lnTo>
                  <a:lnTo>
                    <a:pt x="314" y="52"/>
                  </a:lnTo>
                  <a:lnTo>
                    <a:pt x="314" y="52"/>
                  </a:lnTo>
                  <a:lnTo>
                    <a:pt x="316" y="51"/>
                  </a:lnTo>
                  <a:lnTo>
                    <a:pt x="317" y="51"/>
                  </a:lnTo>
                  <a:lnTo>
                    <a:pt x="317" y="50"/>
                  </a:lnTo>
                  <a:lnTo>
                    <a:pt x="318" y="50"/>
                  </a:lnTo>
                  <a:lnTo>
                    <a:pt x="318" y="49"/>
                  </a:lnTo>
                  <a:lnTo>
                    <a:pt x="318" y="48"/>
                  </a:lnTo>
                  <a:lnTo>
                    <a:pt x="319" y="46"/>
                  </a:lnTo>
                  <a:lnTo>
                    <a:pt x="319" y="46"/>
                  </a:lnTo>
                  <a:lnTo>
                    <a:pt x="319" y="45"/>
                  </a:lnTo>
                  <a:lnTo>
                    <a:pt x="320" y="45"/>
                  </a:lnTo>
                  <a:lnTo>
                    <a:pt x="321" y="44"/>
                  </a:lnTo>
                  <a:lnTo>
                    <a:pt x="321" y="44"/>
                  </a:lnTo>
                  <a:lnTo>
                    <a:pt x="323" y="44"/>
                  </a:lnTo>
                  <a:lnTo>
                    <a:pt x="324" y="41"/>
                  </a:lnTo>
                  <a:lnTo>
                    <a:pt x="324" y="41"/>
                  </a:lnTo>
                  <a:lnTo>
                    <a:pt x="324" y="39"/>
                  </a:lnTo>
                  <a:lnTo>
                    <a:pt x="324" y="39"/>
                  </a:lnTo>
                  <a:lnTo>
                    <a:pt x="324" y="39"/>
                  </a:lnTo>
                  <a:lnTo>
                    <a:pt x="324" y="39"/>
                  </a:lnTo>
                  <a:lnTo>
                    <a:pt x="324" y="38"/>
                  </a:lnTo>
                  <a:lnTo>
                    <a:pt x="324" y="36"/>
                  </a:lnTo>
                  <a:lnTo>
                    <a:pt x="326" y="32"/>
                  </a:lnTo>
                  <a:lnTo>
                    <a:pt x="328" y="30"/>
                  </a:lnTo>
                  <a:lnTo>
                    <a:pt x="331" y="27"/>
                  </a:lnTo>
                  <a:lnTo>
                    <a:pt x="331" y="27"/>
                  </a:lnTo>
                  <a:lnTo>
                    <a:pt x="331" y="25"/>
                  </a:lnTo>
                  <a:lnTo>
                    <a:pt x="331" y="25"/>
                  </a:lnTo>
                  <a:lnTo>
                    <a:pt x="331" y="25"/>
                  </a:lnTo>
                  <a:lnTo>
                    <a:pt x="330" y="24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30" y="22"/>
                  </a:lnTo>
                  <a:lnTo>
                    <a:pt x="330" y="21"/>
                  </a:lnTo>
                  <a:lnTo>
                    <a:pt x="330" y="20"/>
                  </a:lnTo>
                  <a:lnTo>
                    <a:pt x="330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7"/>
                  </a:lnTo>
                  <a:lnTo>
                    <a:pt x="330" y="17"/>
                  </a:lnTo>
                  <a:lnTo>
                    <a:pt x="330" y="17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1" y="13"/>
                  </a:lnTo>
                  <a:lnTo>
                    <a:pt x="332" y="10"/>
                  </a:lnTo>
                  <a:lnTo>
                    <a:pt x="332" y="9"/>
                  </a:lnTo>
                  <a:lnTo>
                    <a:pt x="332" y="9"/>
                  </a:lnTo>
                  <a:lnTo>
                    <a:pt x="332" y="8"/>
                  </a:lnTo>
                  <a:lnTo>
                    <a:pt x="332" y="7"/>
                  </a:lnTo>
                  <a:lnTo>
                    <a:pt x="331" y="4"/>
                  </a:lnTo>
                  <a:lnTo>
                    <a:pt x="331" y="3"/>
                  </a:lnTo>
                  <a:lnTo>
                    <a:pt x="331" y="3"/>
                  </a:lnTo>
                  <a:lnTo>
                    <a:pt x="331" y="2"/>
                  </a:lnTo>
                  <a:lnTo>
                    <a:pt x="331" y="0"/>
                  </a:lnTo>
                  <a:lnTo>
                    <a:pt x="33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536700" y="2287588"/>
              <a:ext cx="307975" cy="379413"/>
            </a:xfrm>
            <a:custGeom>
              <a:avLst/>
              <a:gdLst>
                <a:gd name="T0" fmla="*/ 82 w 387"/>
                <a:gd name="T1" fmla="*/ 3 h 478"/>
                <a:gd name="T2" fmla="*/ 119 w 387"/>
                <a:gd name="T3" fmla="*/ 8 h 478"/>
                <a:gd name="T4" fmla="*/ 157 w 387"/>
                <a:gd name="T5" fmla="*/ 12 h 478"/>
                <a:gd name="T6" fmla="*/ 196 w 387"/>
                <a:gd name="T7" fmla="*/ 16 h 478"/>
                <a:gd name="T8" fmla="*/ 234 w 387"/>
                <a:gd name="T9" fmla="*/ 20 h 478"/>
                <a:gd name="T10" fmla="*/ 258 w 387"/>
                <a:gd name="T11" fmla="*/ 29 h 478"/>
                <a:gd name="T12" fmla="*/ 257 w 387"/>
                <a:gd name="T13" fmla="*/ 45 h 478"/>
                <a:gd name="T14" fmla="*/ 255 w 387"/>
                <a:gd name="T15" fmla="*/ 61 h 478"/>
                <a:gd name="T16" fmla="*/ 254 w 387"/>
                <a:gd name="T17" fmla="*/ 77 h 478"/>
                <a:gd name="T18" fmla="*/ 251 w 387"/>
                <a:gd name="T19" fmla="*/ 94 h 478"/>
                <a:gd name="T20" fmla="*/ 250 w 387"/>
                <a:gd name="T21" fmla="*/ 111 h 478"/>
                <a:gd name="T22" fmla="*/ 276 w 387"/>
                <a:gd name="T23" fmla="*/ 113 h 478"/>
                <a:gd name="T24" fmla="*/ 301 w 387"/>
                <a:gd name="T25" fmla="*/ 116 h 478"/>
                <a:gd name="T26" fmla="*/ 328 w 387"/>
                <a:gd name="T27" fmla="*/ 118 h 478"/>
                <a:gd name="T28" fmla="*/ 354 w 387"/>
                <a:gd name="T29" fmla="*/ 120 h 478"/>
                <a:gd name="T30" fmla="*/ 379 w 387"/>
                <a:gd name="T31" fmla="*/ 123 h 478"/>
                <a:gd name="T32" fmla="*/ 386 w 387"/>
                <a:gd name="T33" fmla="*/ 146 h 478"/>
                <a:gd name="T34" fmla="*/ 383 w 387"/>
                <a:gd name="T35" fmla="*/ 179 h 478"/>
                <a:gd name="T36" fmla="*/ 380 w 387"/>
                <a:gd name="T37" fmla="*/ 212 h 478"/>
                <a:gd name="T38" fmla="*/ 378 w 387"/>
                <a:gd name="T39" fmla="*/ 245 h 478"/>
                <a:gd name="T40" fmla="*/ 374 w 387"/>
                <a:gd name="T41" fmla="*/ 279 h 478"/>
                <a:gd name="T42" fmla="*/ 372 w 387"/>
                <a:gd name="T43" fmla="*/ 312 h 478"/>
                <a:gd name="T44" fmla="*/ 370 w 387"/>
                <a:gd name="T45" fmla="*/ 345 h 478"/>
                <a:gd name="T46" fmla="*/ 366 w 387"/>
                <a:gd name="T47" fmla="*/ 378 h 478"/>
                <a:gd name="T48" fmla="*/ 364 w 387"/>
                <a:gd name="T49" fmla="*/ 412 h 478"/>
                <a:gd name="T50" fmla="*/ 362 w 387"/>
                <a:gd name="T51" fmla="*/ 445 h 478"/>
                <a:gd name="T52" fmla="*/ 358 w 387"/>
                <a:gd name="T53" fmla="*/ 478 h 478"/>
                <a:gd name="T54" fmla="*/ 325 w 387"/>
                <a:gd name="T55" fmla="*/ 476 h 478"/>
                <a:gd name="T56" fmla="*/ 291 w 387"/>
                <a:gd name="T57" fmla="*/ 473 h 478"/>
                <a:gd name="T58" fmla="*/ 257 w 387"/>
                <a:gd name="T59" fmla="*/ 469 h 478"/>
                <a:gd name="T60" fmla="*/ 223 w 387"/>
                <a:gd name="T61" fmla="*/ 467 h 478"/>
                <a:gd name="T62" fmla="*/ 190 w 387"/>
                <a:gd name="T63" fmla="*/ 463 h 478"/>
                <a:gd name="T64" fmla="*/ 157 w 387"/>
                <a:gd name="T65" fmla="*/ 460 h 478"/>
                <a:gd name="T66" fmla="*/ 124 w 387"/>
                <a:gd name="T67" fmla="*/ 455 h 478"/>
                <a:gd name="T68" fmla="*/ 90 w 387"/>
                <a:gd name="T69" fmla="*/ 452 h 478"/>
                <a:gd name="T70" fmla="*/ 56 w 387"/>
                <a:gd name="T71" fmla="*/ 448 h 478"/>
                <a:gd name="T72" fmla="*/ 22 w 387"/>
                <a:gd name="T73" fmla="*/ 444 h 478"/>
                <a:gd name="T74" fmla="*/ 2 w 387"/>
                <a:gd name="T75" fmla="*/ 427 h 478"/>
                <a:gd name="T76" fmla="*/ 7 w 387"/>
                <a:gd name="T77" fmla="*/ 385 h 478"/>
                <a:gd name="T78" fmla="*/ 12 w 387"/>
                <a:gd name="T79" fmla="*/ 344 h 478"/>
                <a:gd name="T80" fmla="*/ 18 w 387"/>
                <a:gd name="T81" fmla="*/ 302 h 478"/>
                <a:gd name="T82" fmla="*/ 22 w 387"/>
                <a:gd name="T83" fmla="*/ 261 h 478"/>
                <a:gd name="T84" fmla="*/ 28 w 387"/>
                <a:gd name="T85" fmla="*/ 219 h 478"/>
                <a:gd name="T86" fmla="*/ 33 w 387"/>
                <a:gd name="T87" fmla="*/ 179 h 478"/>
                <a:gd name="T88" fmla="*/ 39 w 387"/>
                <a:gd name="T89" fmla="*/ 137 h 478"/>
                <a:gd name="T90" fmla="*/ 43 w 387"/>
                <a:gd name="T91" fmla="*/ 96 h 478"/>
                <a:gd name="T92" fmla="*/ 49 w 387"/>
                <a:gd name="T93" fmla="*/ 54 h 478"/>
                <a:gd name="T94" fmla="*/ 54 w 387"/>
                <a:gd name="T95" fmla="*/ 13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87" h="478">
                  <a:moveTo>
                    <a:pt x="56" y="0"/>
                  </a:moveTo>
                  <a:lnTo>
                    <a:pt x="69" y="1"/>
                  </a:lnTo>
                  <a:lnTo>
                    <a:pt x="82" y="3"/>
                  </a:lnTo>
                  <a:lnTo>
                    <a:pt x="94" y="4"/>
                  </a:lnTo>
                  <a:lnTo>
                    <a:pt x="106" y="6"/>
                  </a:lnTo>
                  <a:lnTo>
                    <a:pt x="119" y="8"/>
                  </a:lnTo>
                  <a:lnTo>
                    <a:pt x="132" y="9"/>
                  </a:lnTo>
                  <a:lnTo>
                    <a:pt x="144" y="10"/>
                  </a:lnTo>
                  <a:lnTo>
                    <a:pt x="157" y="12"/>
                  </a:lnTo>
                  <a:lnTo>
                    <a:pt x="170" y="13"/>
                  </a:lnTo>
                  <a:lnTo>
                    <a:pt x="183" y="15"/>
                  </a:lnTo>
                  <a:lnTo>
                    <a:pt x="196" y="16"/>
                  </a:lnTo>
                  <a:lnTo>
                    <a:pt x="208" y="17"/>
                  </a:lnTo>
                  <a:lnTo>
                    <a:pt x="221" y="19"/>
                  </a:lnTo>
                  <a:lnTo>
                    <a:pt x="234" y="20"/>
                  </a:lnTo>
                  <a:lnTo>
                    <a:pt x="246" y="22"/>
                  </a:lnTo>
                  <a:lnTo>
                    <a:pt x="258" y="23"/>
                  </a:lnTo>
                  <a:lnTo>
                    <a:pt x="258" y="29"/>
                  </a:lnTo>
                  <a:lnTo>
                    <a:pt x="257" y="33"/>
                  </a:lnTo>
                  <a:lnTo>
                    <a:pt x="257" y="39"/>
                  </a:lnTo>
                  <a:lnTo>
                    <a:pt x="257" y="45"/>
                  </a:lnTo>
                  <a:lnTo>
                    <a:pt x="256" y="51"/>
                  </a:lnTo>
                  <a:lnTo>
                    <a:pt x="256" y="55"/>
                  </a:lnTo>
                  <a:lnTo>
                    <a:pt x="255" y="61"/>
                  </a:lnTo>
                  <a:lnTo>
                    <a:pt x="255" y="67"/>
                  </a:lnTo>
                  <a:lnTo>
                    <a:pt x="254" y="73"/>
                  </a:lnTo>
                  <a:lnTo>
                    <a:pt x="254" y="77"/>
                  </a:lnTo>
                  <a:lnTo>
                    <a:pt x="252" y="83"/>
                  </a:lnTo>
                  <a:lnTo>
                    <a:pt x="252" y="89"/>
                  </a:lnTo>
                  <a:lnTo>
                    <a:pt x="251" y="94"/>
                  </a:lnTo>
                  <a:lnTo>
                    <a:pt x="251" y="99"/>
                  </a:lnTo>
                  <a:lnTo>
                    <a:pt x="250" y="105"/>
                  </a:lnTo>
                  <a:lnTo>
                    <a:pt x="250" y="111"/>
                  </a:lnTo>
                  <a:lnTo>
                    <a:pt x="258" y="111"/>
                  </a:lnTo>
                  <a:lnTo>
                    <a:pt x="268" y="112"/>
                  </a:lnTo>
                  <a:lnTo>
                    <a:pt x="276" y="113"/>
                  </a:lnTo>
                  <a:lnTo>
                    <a:pt x="284" y="115"/>
                  </a:lnTo>
                  <a:lnTo>
                    <a:pt x="293" y="115"/>
                  </a:lnTo>
                  <a:lnTo>
                    <a:pt x="301" y="116"/>
                  </a:lnTo>
                  <a:lnTo>
                    <a:pt x="311" y="117"/>
                  </a:lnTo>
                  <a:lnTo>
                    <a:pt x="319" y="117"/>
                  </a:lnTo>
                  <a:lnTo>
                    <a:pt x="328" y="118"/>
                  </a:lnTo>
                  <a:lnTo>
                    <a:pt x="336" y="119"/>
                  </a:lnTo>
                  <a:lnTo>
                    <a:pt x="344" y="119"/>
                  </a:lnTo>
                  <a:lnTo>
                    <a:pt x="354" y="120"/>
                  </a:lnTo>
                  <a:lnTo>
                    <a:pt x="362" y="122"/>
                  </a:lnTo>
                  <a:lnTo>
                    <a:pt x="371" y="122"/>
                  </a:lnTo>
                  <a:lnTo>
                    <a:pt x="379" y="123"/>
                  </a:lnTo>
                  <a:lnTo>
                    <a:pt x="387" y="124"/>
                  </a:lnTo>
                  <a:lnTo>
                    <a:pt x="387" y="134"/>
                  </a:lnTo>
                  <a:lnTo>
                    <a:pt x="386" y="146"/>
                  </a:lnTo>
                  <a:lnTo>
                    <a:pt x="385" y="156"/>
                  </a:lnTo>
                  <a:lnTo>
                    <a:pt x="384" y="168"/>
                  </a:lnTo>
                  <a:lnTo>
                    <a:pt x="383" y="179"/>
                  </a:lnTo>
                  <a:lnTo>
                    <a:pt x="383" y="190"/>
                  </a:lnTo>
                  <a:lnTo>
                    <a:pt x="381" y="201"/>
                  </a:lnTo>
                  <a:lnTo>
                    <a:pt x="380" y="212"/>
                  </a:lnTo>
                  <a:lnTo>
                    <a:pt x="379" y="223"/>
                  </a:lnTo>
                  <a:lnTo>
                    <a:pt x="379" y="234"/>
                  </a:lnTo>
                  <a:lnTo>
                    <a:pt x="378" y="245"/>
                  </a:lnTo>
                  <a:lnTo>
                    <a:pt x="377" y="256"/>
                  </a:lnTo>
                  <a:lnTo>
                    <a:pt x="376" y="267"/>
                  </a:lnTo>
                  <a:lnTo>
                    <a:pt x="374" y="279"/>
                  </a:lnTo>
                  <a:lnTo>
                    <a:pt x="374" y="289"/>
                  </a:lnTo>
                  <a:lnTo>
                    <a:pt x="373" y="301"/>
                  </a:lnTo>
                  <a:lnTo>
                    <a:pt x="372" y="312"/>
                  </a:lnTo>
                  <a:lnTo>
                    <a:pt x="371" y="323"/>
                  </a:lnTo>
                  <a:lnTo>
                    <a:pt x="371" y="334"/>
                  </a:lnTo>
                  <a:lnTo>
                    <a:pt x="370" y="345"/>
                  </a:lnTo>
                  <a:lnTo>
                    <a:pt x="369" y="356"/>
                  </a:lnTo>
                  <a:lnTo>
                    <a:pt x="368" y="367"/>
                  </a:lnTo>
                  <a:lnTo>
                    <a:pt x="366" y="378"/>
                  </a:lnTo>
                  <a:lnTo>
                    <a:pt x="366" y="389"/>
                  </a:lnTo>
                  <a:lnTo>
                    <a:pt x="365" y="401"/>
                  </a:lnTo>
                  <a:lnTo>
                    <a:pt x="364" y="412"/>
                  </a:lnTo>
                  <a:lnTo>
                    <a:pt x="363" y="423"/>
                  </a:lnTo>
                  <a:lnTo>
                    <a:pt x="362" y="434"/>
                  </a:lnTo>
                  <a:lnTo>
                    <a:pt x="362" y="445"/>
                  </a:lnTo>
                  <a:lnTo>
                    <a:pt x="361" y="456"/>
                  </a:lnTo>
                  <a:lnTo>
                    <a:pt x="359" y="468"/>
                  </a:lnTo>
                  <a:lnTo>
                    <a:pt x="358" y="478"/>
                  </a:lnTo>
                  <a:lnTo>
                    <a:pt x="348" y="477"/>
                  </a:lnTo>
                  <a:lnTo>
                    <a:pt x="336" y="477"/>
                  </a:lnTo>
                  <a:lnTo>
                    <a:pt x="325" y="476"/>
                  </a:lnTo>
                  <a:lnTo>
                    <a:pt x="314" y="475"/>
                  </a:lnTo>
                  <a:lnTo>
                    <a:pt x="302" y="474"/>
                  </a:lnTo>
                  <a:lnTo>
                    <a:pt x="291" y="473"/>
                  </a:lnTo>
                  <a:lnTo>
                    <a:pt x="280" y="471"/>
                  </a:lnTo>
                  <a:lnTo>
                    <a:pt x="269" y="470"/>
                  </a:lnTo>
                  <a:lnTo>
                    <a:pt x="257" y="469"/>
                  </a:lnTo>
                  <a:lnTo>
                    <a:pt x="247" y="469"/>
                  </a:lnTo>
                  <a:lnTo>
                    <a:pt x="235" y="468"/>
                  </a:lnTo>
                  <a:lnTo>
                    <a:pt x="223" y="467"/>
                  </a:lnTo>
                  <a:lnTo>
                    <a:pt x="213" y="466"/>
                  </a:lnTo>
                  <a:lnTo>
                    <a:pt x="201" y="465"/>
                  </a:lnTo>
                  <a:lnTo>
                    <a:pt x="190" y="463"/>
                  </a:lnTo>
                  <a:lnTo>
                    <a:pt x="179" y="462"/>
                  </a:lnTo>
                  <a:lnTo>
                    <a:pt x="168" y="461"/>
                  </a:lnTo>
                  <a:lnTo>
                    <a:pt x="157" y="460"/>
                  </a:lnTo>
                  <a:lnTo>
                    <a:pt x="146" y="459"/>
                  </a:lnTo>
                  <a:lnTo>
                    <a:pt x="134" y="456"/>
                  </a:lnTo>
                  <a:lnTo>
                    <a:pt x="124" y="455"/>
                  </a:lnTo>
                  <a:lnTo>
                    <a:pt x="112" y="454"/>
                  </a:lnTo>
                  <a:lnTo>
                    <a:pt x="100" y="453"/>
                  </a:lnTo>
                  <a:lnTo>
                    <a:pt x="90" y="452"/>
                  </a:lnTo>
                  <a:lnTo>
                    <a:pt x="78" y="451"/>
                  </a:lnTo>
                  <a:lnTo>
                    <a:pt x="67" y="449"/>
                  </a:lnTo>
                  <a:lnTo>
                    <a:pt x="56" y="448"/>
                  </a:lnTo>
                  <a:lnTo>
                    <a:pt x="45" y="446"/>
                  </a:lnTo>
                  <a:lnTo>
                    <a:pt x="34" y="445"/>
                  </a:lnTo>
                  <a:lnTo>
                    <a:pt x="22" y="444"/>
                  </a:lnTo>
                  <a:lnTo>
                    <a:pt x="11" y="442"/>
                  </a:lnTo>
                  <a:lnTo>
                    <a:pt x="0" y="441"/>
                  </a:lnTo>
                  <a:lnTo>
                    <a:pt x="2" y="427"/>
                  </a:lnTo>
                  <a:lnTo>
                    <a:pt x="4" y="413"/>
                  </a:lnTo>
                  <a:lnTo>
                    <a:pt x="5" y="399"/>
                  </a:lnTo>
                  <a:lnTo>
                    <a:pt x="7" y="385"/>
                  </a:lnTo>
                  <a:lnTo>
                    <a:pt x="9" y="372"/>
                  </a:lnTo>
                  <a:lnTo>
                    <a:pt x="11" y="358"/>
                  </a:lnTo>
                  <a:lnTo>
                    <a:pt x="12" y="344"/>
                  </a:lnTo>
                  <a:lnTo>
                    <a:pt x="14" y="330"/>
                  </a:lnTo>
                  <a:lnTo>
                    <a:pt x="15" y="316"/>
                  </a:lnTo>
                  <a:lnTo>
                    <a:pt x="18" y="302"/>
                  </a:lnTo>
                  <a:lnTo>
                    <a:pt x="19" y="289"/>
                  </a:lnTo>
                  <a:lnTo>
                    <a:pt x="21" y="275"/>
                  </a:lnTo>
                  <a:lnTo>
                    <a:pt x="22" y="261"/>
                  </a:lnTo>
                  <a:lnTo>
                    <a:pt x="25" y="247"/>
                  </a:lnTo>
                  <a:lnTo>
                    <a:pt x="26" y="233"/>
                  </a:lnTo>
                  <a:lnTo>
                    <a:pt x="28" y="219"/>
                  </a:lnTo>
                  <a:lnTo>
                    <a:pt x="29" y="205"/>
                  </a:lnTo>
                  <a:lnTo>
                    <a:pt x="32" y="192"/>
                  </a:lnTo>
                  <a:lnTo>
                    <a:pt x="33" y="179"/>
                  </a:lnTo>
                  <a:lnTo>
                    <a:pt x="35" y="165"/>
                  </a:lnTo>
                  <a:lnTo>
                    <a:pt x="36" y="151"/>
                  </a:lnTo>
                  <a:lnTo>
                    <a:pt x="39" y="137"/>
                  </a:lnTo>
                  <a:lnTo>
                    <a:pt x="40" y="123"/>
                  </a:lnTo>
                  <a:lnTo>
                    <a:pt x="42" y="109"/>
                  </a:lnTo>
                  <a:lnTo>
                    <a:pt x="43" y="96"/>
                  </a:lnTo>
                  <a:lnTo>
                    <a:pt x="46" y="82"/>
                  </a:lnTo>
                  <a:lnTo>
                    <a:pt x="47" y="68"/>
                  </a:lnTo>
                  <a:lnTo>
                    <a:pt x="49" y="54"/>
                  </a:lnTo>
                  <a:lnTo>
                    <a:pt x="50" y="40"/>
                  </a:lnTo>
                  <a:lnTo>
                    <a:pt x="53" y="27"/>
                  </a:lnTo>
                  <a:lnTo>
                    <a:pt x="54" y="1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1936750" y="2722563"/>
              <a:ext cx="798512" cy="758825"/>
            </a:xfrm>
            <a:custGeom>
              <a:avLst/>
              <a:gdLst>
                <a:gd name="T0" fmla="*/ 720 w 1008"/>
                <a:gd name="T1" fmla="*/ 877 h 957"/>
                <a:gd name="T2" fmla="*/ 723 w 1008"/>
                <a:gd name="T3" fmla="*/ 808 h 957"/>
                <a:gd name="T4" fmla="*/ 751 w 1008"/>
                <a:gd name="T5" fmla="*/ 764 h 957"/>
                <a:gd name="T6" fmla="*/ 763 w 1008"/>
                <a:gd name="T7" fmla="*/ 745 h 957"/>
                <a:gd name="T8" fmla="*/ 800 w 1008"/>
                <a:gd name="T9" fmla="*/ 721 h 957"/>
                <a:gd name="T10" fmla="*/ 914 w 1008"/>
                <a:gd name="T11" fmla="*/ 636 h 957"/>
                <a:gd name="T12" fmla="*/ 534 w 1008"/>
                <a:gd name="T13" fmla="*/ 193 h 957"/>
                <a:gd name="T14" fmla="*/ 577 w 1008"/>
                <a:gd name="T15" fmla="*/ 208 h 957"/>
                <a:gd name="T16" fmla="*/ 653 w 1008"/>
                <a:gd name="T17" fmla="*/ 226 h 957"/>
                <a:gd name="T18" fmla="*/ 707 w 1008"/>
                <a:gd name="T19" fmla="*/ 238 h 957"/>
                <a:gd name="T20" fmla="*/ 729 w 1008"/>
                <a:gd name="T21" fmla="*/ 237 h 957"/>
                <a:gd name="T22" fmla="*/ 757 w 1008"/>
                <a:gd name="T23" fmla="*/ 233 h 957"/>
                <a:gd name="T24" fmla="*/ 795 w 1008"/>
                <a:gd name="T25" fmla="*/ 238 h 957"/>
                <a:gd name="T26" fmla="*/ 835 w 1008"/>
                <a:gd name="T27" fmla="*/ 228 h 957"/>
                <a:gd name="T28" fmla="*/ 861 w 1008"/>
                <a:gd name="T29" fmla="*/ 229 h 957"/>
                <a:gd name="T30" fmla="*/ 905 w 1008"/>
                <a:gd name="T31" fmla="*/ 245 h 957"/>
                <a:gd name="T32" fmla="*/ 947 w 1008"/>
                <a:gd name="T33" fmla="*/ 255 h 957"/>
                <a:gd name="T34" fmla="*/ 976 w 1008"/>
                <a:gd name="T35" fmla="*/ 409 h 957"/>
                <a:gd name="T36" fmla="*/ 988 w 1008"/>
                <a:gd name="T37" fmla="*/ 438 h 957"/>
                <a:gd name="T38" fmla="*/ 998 w 1008"/>
                <a:gd name="T39" fmla="*/ 460 h 957"/>
                <a:gd name="T40" fmla="*/ 1004 w 1008"/>
                <a:gd name="T41" fmla="*/ 496 h 957"/>
                <a:gd name="T42" fmla="*/ 997 w 1008"/>
                <a:gd name="T43" fmla="*/ 558 h 957"/>
                <a:gd name="T44" fmla="*/ 926 w 1008"/>
                <a:gd name="T45" fmla="*/ 624 h 957"/>
                <a:gd name="T46" fmla="*/ 918 w 1008"/>
                <a:gd name="T47" fmla="*/ 596 h 957"/>
                <a:gd name="T48" fmla="*/ 904 w 1008"/>
                <a:gd name="T49" fmla="*/ 629 h 957"/>
                <a:gd name="T50" fmla="*/ 892 w 1008"/>
                <a:gd name="T51" fmla="*/ 653 h 957"/>
                <a:gd name="T52" fmla="*/ 829 w 1008"/>
                <a:gd name="T53" fmla="*/ 705 h 957"/>
                <a:gd name="T54" fmla="*/ 807 w 1008"/>
                <a:gd name="T55" fmla="*/ 706 h 957"/>
                <a:gd name="T56" fmla="*/ 793 w 1008"/>
                <a:gd name="T57" fmla="*/ 699 h 957"/>
                <a:gd name="T58" fmla="*/ 778 w 1008"/>
                <a:gd name="T59" fmla="*/ 698 h 957"/>
                <a:gd name="T60" fmla="*/ 786 w 1008"/>
                <a:gd name="T61" fmla="*/ 727 h 957"/>
                <a:gd name="T62" fmla="*/ 763 w 1008"/>
                <a:gd name="T63" fmla="*/ 735 h 957"/>
                <a:gd name="T64" fmla="*/ 741 w 1008"/>
                <a:gd name="T65" fmla="*/ 749 h 957"/>
                <a:gd name="T66" fmla="*/ 744 w 1008"/>
                <a:gd name="T67" fmla="*/ 759 h 957"/>
                <a:gd name="T68" fmla="*/ 708 w 1008"/>
                <a:gd name="T69" fmla="*/ 775 h 957"/>
                <a:gd name="T70" fmla="*/ 708 w 1008"/>
                <a:gd name="T71" fmla="*/ 829 h 957"/>
                <a:gd name="T72" fmla="*/ 698 w 1008"/>
                <a:gd name="T73" fmla="*/ 827 h 957"/>
                <a:gd name="T74" fmla="*/ 714 w 1008"/>
                <a:gd name="T75" fmla="*/ 831 h 957"/>
                <a:gd name="T76" fmla="*/ 704 w 1008"/>
                <a:gd name="T77" fmla="*/ 868 h 957"/>
                <a:gd name="T78" fmla="*/ 721 w 1008"/>
                <a:gd name="T79" fmla="*/ 913 h 957"/>
                <a:gd name="T80" fmla="*/ 731 w 1008"/>
                <a:gd name="T81" fmla="*/ 938 h 957"/>
                <a:gd name="T82" fmla="*/ 721 w 1008"/>
                <a:gd name="T83" fmla="*/ 957 h 957"/>
                <a:gd name="T84" fmla="*/ 656 w 1008"/>
                <a:gd name="T85" fmla="*/ 939 h 957"/>
                <a:gd name="T86" fmla="*/ 603 w 1008"/>
                <a:gd name="T87" fmla="*/ 913 h 957"/>
                <a:gd name="T88" fmla="*/ 569 w 1008"/>
                <a:gd name="T89" fmla="*/ 872 h 957"/>
                <a:gd name="T90" fmla="*/ 546 w 1008"/>
                <a:gd name="T91" fmla="*/ 829 h 957"/>
                <a:gd name="T92" fmla="*/ 529 w 1008"/>
                <a:gd name="T93" fmla="*/ 794 h 957"/>
                <a:gd name="T94" fmla="*/ 507 w 1008"/>
                <a:gd name="T95" fmla="*/ 761 h 957"/>
                <a:gd name="T96" fmla="*/ 477 w 1008"/>
                <a:gd name="T97" fmla="*/ 714 h 957"/>
                <a:gd name="T98" fmla="*/ 452 w 1008"/>
                <a:gd name="T99" fmla="*/ 666 h 957"/>
                <a:gd name="T100" fmla="*/ 406 w 1008"/>
                <a:gd name="T101" fmla="*/ 621 h 957"/>
                <a:gd name="T102" fmla="*/ 368 w 1008"/>
                <a:gd name="T103" fmla="*/ 605 h 957"/>
                <a:gd name="T104" fmla="*/ 320 w 1008"/>
                <a:gd name="T105" fmla="*/ 605 h 957"/>
                <a:gd name="T106" fmla="*/ 290 w 1008"/>
                <a:gd name="T107" fmla="*/ 624 h 957"/>
                <a:gd name="T108" fmla="*/ 265 w 1008"/>
                <a:gd name="T109" fmla="*/ 667 h 957"/>
                <a:gd name="T110" fmla="*/ 212 w 1008"/>
                <a:gd name="T111" fmla="*/ 648 h 957"/>
                <a:gd name="T112" fmla="*/ 148 w 1008"/>
                <a:gd name="T113" fmla="*/ 594 h 957"/>
                <a:gd name="T114" fmla="*/ 132 w 1008"/>
                <a:gd name="T115" fmla="*/ 539 h 957"/>
                <a:gd name="T116" fmla="*/ 106 w 1008"/>
                <a:gd name="T117" fmla="*/ 506 h 957"/>
                <a:gd name="T118" fmla="*/ 53 w 1008"/>
                <a:gd name="T119" fmla="*/ 455 h 957"/>
                <a:gd name="T120" fmla="*/ 2 w 1008"/>
                <a:gd name="T121" fmla="*/ 396 h 957"/>
                <a:gd name="T122" fmla="*/ 282 w 1008"/>
                <a:gd name="T123" fmla="*/ 192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08" h="957">
                  <a:moveTo>
                    <a:pt x="718" y="836"/>
                  </a:moveTo>
                  <a:lnTo>
                    <a:pt x="717" y="837"/>
                  </a:lnTo>
                  <a:lnTo>
                    <a:pt x="720" y="860"/>
                  </a:lnTo>
                  <a:lnTo>
                    <a:pt x="722" y="875"/>
                  </a:lnTo>
                  <a:lnTo>
                    <a:pt x="731" y="903"/>
                  </a:lnTo>
                  <a:lnTo>
                    <a:pt x="731" y="904"/>
                  </a:lnTo>
                  <a:lnTo>
                    <a:pt x="731" y="906"/>
                  </a:lnTo>
                  <a:lnTo>
                    <a:pt x="732" y="908"/>
                  </a:lnTo>
                  <a:lnTo>
                    <a:pt x="734" y="913"/>
                  </a:lnTo>
                  <a:lnTo>
                    <a:pt x="735" y="916"/>
                  </a:lnTo>
                  <a:lnTo>
                    <a:pt x="735" y="918"/>
                  </a:lnTo>
                  <a:lnTo>
                    <a:pt x="735" y="922"/>
                  </a:lnTo>
                  <a:lnTo>
                    <a:pt x="735" y="924"/>
                  </a:lnTo>
                  <a:lnTo>
                    <a:pt x="736" y="927"/>
                  </a:lnTo>
                  <a:lnTo>
                    <a:pt x="737" y="931"/>
                  </a:lnTo>
                  <a:lnTo>
                    <a:pt x="737" y="934"/>
                  </a:lnTo>
                  <a:lnTo>
                    <a:pt x="737" y="935"/>
                  </a:lnTo>
                  <a:lnTo>
                    <a:pt x="736" y="935"/>
                  </a:lnTo>
                  <a:lnTo>
                    <a:pt x="736" y="932"/>
                  </a:lnTo>
                  <a:lnTo>
                    <a:pt x="734" y="914"/>
                  </a:lnTo>
                  <a:lnTo>
                    <a:pt x="732" y="913"/>
                  </a:lnTo>
                  <a:lnTo>
                    <a:pt x="731" y="910"/>
                  </a:lnTo>
                  <a:lnTo>
                    <a:pt x="730" y="908"/>
                  </a:lnTo>
                  <a:lnTo>
                    <a:pt x="729" y="901"/>
                  </a:lnTo>
                  <a:lnTo>
                    <a:pt x="729" y="900"/>
                  </a:lnTo>
                  <a:lnTo>
                    <a:pt x="727" y="896"/>
                  </a:lnTo>
                  <a:lnTo>
                    <a:pt x="725" y="894"/>
                  </a:lnTo>
                  <a:lnTo>
                    <a:pt x="724" y="889"/>
                  </a:lnTo>
                  <a:lnTo>
                    <a:pt x="724" y="888"/>
                  </a:lnTo>
                  <a:lnTo>
                    <a:pt x="723" y="887"/>
                  </a:lnTo>
                  <a:lnTo>
                    <a:pt x="723" y="885"/>
                  </a:lnTo>
                  <a:lnTo>
                    <a:pt x="722" y="881"/>
                  </a:lnTo>
                  <a:lnTo>
                    <a:pt x="721" y="879"/>
                  </a:lnTo>
                  <a:lnTo>
                    <a:pt x="721" y="878"/>
                  </a:lnTo>
                  <a:lnTo>
                    <a:pt x="721" y="878"/>
                  </a:lnTo>
                  <a:lnTo>
                    <a:pt x="720" y="877"/>
                  </a:lnTo>
                  <a:lnTo>
                    <a:pt x="720" y="877"/>
                  </a:lnTo>
                  <a:lnTo>
                    <a:pt x="720" y="875"/>
                  </a:lnTo>
                  <a:lnTo>
                    <a:pt x="720" y="875"/>
                  </a:lnTo>
                  <a:lnTo>
                    <a:pt x="721" y="875"/>
                  </a:lnTo>
                  <a:lnTo>
                    <a:pt x="721" y="875"/>
                  </a:lnTo>
                  <a:lnTo>
                    <a:pt x="721" y="874"/>
                  </a:lnTo>
                  <a:lnTo>
                    <a:pt x="721" y="874"/>
                  </a:lnTo>
                  <a:lnTo>
                    <a:pt x="721" y="873"/>
                  </a:lnTo>
                  <a:lnTo>
                    <a:pt x="720" y="873"/>
                  </a:lnTo>
                  <a:lnTo>
                    <a:pt x="717" y="870"/>
                  </a:lnTo>
                  <a:lnTo>
                    <a:pt x="718" y="866"/>
                  </a:lnTo>
                  <a:lnTo>
                    <a:pt x="718" y="863"/>
                  </a:lnTo>
                  <a:lnTo>
                    <a:pt x="717" y="854"/>
                  </a:lnTo>
                  <a:lnTo>
                    <a:pt x="716" y="851"/>
                  </a:lnTo>
                  <a:lnTo>
                    <a:pt x="716" y="850"/>
                  </a:lnTo>
                  <a:lnTo>
                    <a:pt x="717" y="846"/>
                  </a:lnTo>
                  <a:lnTo>
                    <a:pt x="717" y="844"/>
                  </a:lnTo>
                  <a:lnTo>
                    <a:pt x="716" y="843"/>
                  </a:lnTo>
                  <a:lnTo>
                    <a:pt x="717" y="841"/>
                  </a:lnTo>
                  <a:lnTo>
                    <a:pt x="717" y="837"/>
                  </a:lnTo>
                  <a:lnTo>
                    <a:pt x="718" y="836"/>
                  </a:lnTo>
                  <a:close/>
                  <a:moveTo>
                    <a:pt x="743" y="778"/>
                  </a:moveTo>
                  <a:lnTo>
                    <a:pt x="743" y="779"/>
                  </a:lnTo>
                  <a:lnTo>
                    <a:pt x="743" y="779"/>
                  </a:lnTo>
                  <a:lnTo>
                    <a:pt x="734" y="794"/>
                  </a:lnTo>
                  <a:lnTo>
                    <a:pt x="725" y="809"/>
                  </a:lnTo>
                  <a:lnTo>
                    <a:pt x="722" y="822"/>
                  </a:lnTo>
                  <a:lnTo>
                    <a:pt x="720" y="829"/>
                  </a:lnTo>
                  <a:lnTo>
                    <a:pt x="718" y="832"/>
                  </a:lnTo>
                  <a:lnTo>
                    <a:pt x="718" y="834"/>
                  </a:lnTo>
                  <a:lnTo>
                    <a:pt x="717" y="834"/>
                  </a:lnTo>
                  <a:lnTo>
                    <a:pt x="717" y="834"/>
                  </a:lnTo>
                  <a:lnTo>
                    <a:pt x="717" y="832"/>
                  </a:lnTo>
                  <a:lnTo>
                    <a:pt x="718" y="822"/>
                  </a:lnTo>
                  <a:lnTo>
                    <a:pt x="721" y="816"/>
                  </a:lnTo>
                  <a:lnTo>
                    <a:pt x="721" y="813"/>
                  </a:lnTo>
                  <a:lnTo>
                    <a:pt x="722" y="811"/>
                  </a:lnTo>
                  <a:lnTo>
                    <a:pt x="723" y="808"/>
                  </a:lnTo>
                  <a:lnTo>
                    <a:pt x="723" y="807"/>
                  </a:lnTo>
                  <a:lnTo>
                    <a:pt x="724" y="806"/>
                  </a:lnTo>
                  <a:lnTo>
                    <a:pt x="725" y="803"/>
                  </a:lnTo>
                  <a:lnTo>
                    <a:pt x="727" y="801"/>
                  </a:lnTo>
                  <a:lnTo>
                    <a:pt x="727" y="799"/>
                  </a:lnTo>
                  <a:lnTo>
                    <a:pt x="728" y="798"/>
                  </a:lnTo>
                  <a:lnTo>
                    <a:pt x="728" y="798"/>
                  </a:lnTo>
                  <a:lnTo>
                    <a:pt x="728" y="796"/>
                  </a:lnTo>
                  <a:lnTo>
                    <a:pt x="728" y="794"/>
                  </a:lnTo>
                  <a:lnTo>
                    <a:pt x="729" y="795"/>
                  </a:lnTo>
                  <a:lnTo>
                    <a:pt x="730" y="796"/>
                  </a:lnTo>
                  <a:lnTo>
                    <a:pt x="731" y="796"/>
                  </a:lnTo>
                  <a:lnTo>
                    <a:pt x="731" y="796"/>
                  </a:lnTo>
                  <a:lnTo>
                    <a:pt x="735" y="787"/>
                  </a:lnTo>
                  <a:lnTo>
                    <a:pt x="737" y="785"/>
                  </a:lnTo>
                  <a:lnTo>
                    <a:pt x="741" y="781"/>
                  </a:lnTo>
                  <a:lnTo>
                    <a:pt x="741" y="780"/>
                  </a:lnTo>
                  <a:lnTo>
                    <a:pt x="742" y="778"/>
                  </a:lnTo>
                  <a:lnTo>
                    <a:pt x="743" y="778"/>
                  </a:lnTo>
                  <a:close/>
                  <a:moveTo>
                    <a:pt x="757" y="751"/>
                  </a:moveTo>
                  <a:lnTo>
                    <a:pt x="758" y="751"/>
                  </a:lnTo>
                  <a:lnTo>
                    <a:pt x="759" y="752"/>
                  </a:lnTo>
                  <a:lnTo>
                    <a:pt x="759" y="753"/>
                  </a:lnTo>
                  <a:lnTo>
                    <a:pt x="759" y="755"/>
                  </a:lnTo>
                  <a:lnTo>
                    <a:pt x="759" y="756"/>
                  </a:lnTo>
                  <a:lnTo>
                    <a:pt x="758" y="757"/>
                  </a:lnTo>
                  <a:lnTo>
                    <a:pt x="752" y="765"/>
                  </a:lnTo>
                  <a:lnTo>
                    <a:pt x="749" y="770"/>
                  </a:lnTo>
                  <a:lnTo>
                    <a:pt x="745" y="773"/>
                  </a:lnTo>
                  <a:lnTo>
                    <a:pt x="745" y="775"/>
                  </a:lnTo>
                  <a:lnTo>
                    <a:pt x="744" y="777"/>
                  </a:lnTo>
                  <a:lnTo>
                    <a:pt x="743" y="775"/>
                  </a:lnTo>
                  <a:lnTo>
                    <a:pt x="744" y="772"/>
                  </a:lnTo>
                  <a:lnTo>
                    <a:pt x="747" y="768"/>
                  </a:lnTo>
                  <a:lnTo>
                    <a:pt x="750" y="766"/>
                  </a:lnTo>
                  <a:lnTo>
                    <a:pt x="750" y="765"/>
                  </a:lnTo>
                  <a:lnTo>
                    <a:pt x="751" y="764"/>
                  </a:lnTo>
                  <a:lnTo>
                    <a:pt x="750" y="764"/>
                  </a:lnTo>
                  <a:lnTo>
                    <a:pt x="749" y="763"/>
                  </a:lnTo>
                  <a:lnTo>
                    <a:pt x="749" y="763"/>
                  </a:lnTo>
                  <a:lnTo>
                    <a:pt x="753" y="755"/>
                  </a:lnTo>
                  <a:lnTo>
                    <a:pt x="754" y="755"/>
                  </a:lnTo>
                  <a:lnTo>
                    <a:pt x="754" y="753"/>
                  </a:lnTo>
                  <a:lnTo>
                    <a:pt x="756" y="752"/>
                  </a:lnTo>
                  <a:lnTo>
                    <a:pt x="756" y="751"/>
                  </a:lnTo>
                  <a:lnTo>
                    <a:pt x="757" y="751"/>
                  </a:lnTo>
                  <a:close/>
                  <a:moveTo>
                    <a:pt x="792" y="727"/>
                  </a:moveTo>
                  <a:lnTo>
                    <a:pt x="793" y="727"/>
                  </a:lnTo>
                  <a:lnTo>
                    <a:pt x="793" y="728"/>
                  </a:lnTo>
                  <a:lnTo>
                    <a:pt x="793" y="730"/>
                  </a:lnTo>
                  <a:lnTo>
                    <a:pt x="793" y="730"/>
                  </a:lnTo>
                  <a:lnTo>
                    <a:pt x="793" y="731"/>
                  </a:lnTo>
                  <a:lnTo>
                    <a:pt x="792" y="732"/>
                  </a:lnTo>
                  <a:lnTo>
                    <a:pt x="792" y="732"/>
                  </a:lnTo>
                  <a:lnTo>
                    <a:pt x="786" y="736"/>
                  </a:lnTo>
                  <a:lnTo>
                    <a:pt x="784" y="736"/>
                  </a:lnTo>
                  <a:lnTo>
                    <a:pt x="781" y="738"/>
                  </a:lnTo>
                  <a:lnTo>
                    <a:pt x="777" y="742"/>
                  </a:lnTo>
                  <a:lnTo>
                    <a:pt x="770" y="746"/>
                  </a:lnTo>
                  <a:lnTo>
                    <a:pt x="768" y="749"/>
                  </a:lnTo>
                  <a:lnTo>
                    <a:pt x="764" y="752"/>
                  </a:lnTo>
                  <a:lnTo>
                    <a:pt x="761" y="753"/>
                  </a:lnTo>
                  <a:lnTo>
                    <a:pt x="760" y="756"/>
                  </a:lnTo>
                  <a:lnTo>
                    <a:pt x="760" y="757"/>
                  </a:lnTo>
                  <a:lnTo>
                    <a:pt x="759" y="757"/>
                  </a:lnTo>
                  <a:lnTo>
                    <a:pt x="760" y="756"/>
                  </a:lnTo>
                  <a:lnTo>
                    <a:pt x="760" y="753"/>
                  </a:lnTo>
                  <a:lnTo>
                    <a:pt x="761" y="752"/>
                  </a:lnTo>
                  <a:lnTo>
                    <a:pt x="763" y="751"/>
                  </a:lnTo>
                  <a:lnTo>
                    <a:pt x="763" y="751"/>
                  </a:lnTo>
                  <a:lnTo>
                    <a:pt x="761" y="750"/>
                  </a:lnTo>
                  <a:lnTo>
                    <a:pt x="761" y="748"/>
                  </a:lnTo>
                  <a:lnTo>
                    <a:pt x="761" y="746"/>
                  </a:lnTo>
                  <a:lnTo>
                    <a:pt x="763" y="745"/>
                  </a:lnTo>
                  <a:lnTo>
                    <a:pt x="765" y="745"/>
                  </a:lnTo>
                  <a:lnTo>
                    <a:pt x="767" y="744"/>
                  </a:lnTo>
                  <a:lnTo>
                    <a:pt x="768" y="744"/>
                  </a:lnTo>
                  <a:lnTo>
                    <a:pt x="770" y="744"/>
                  </a:lnTo>
                  <a:lnTo>
                    <a:pt x="772" y="742"/>
                  </a:lnTo>
                  <a:lnTo>
                    <a:pt x="773" y="742"/>
                  </a:lnTo>
                  <a:lnTo>
                    <a:pt x="773" y="739"/>
                  </a:lnTo>
                  <a:lnTo>
                    <a:pt x="777" y="738"/>
                  </a:lnTo>
                  <a:lnTo>
                    <a:pt x="778" y="737"/>
                  </a:lnTo>
                  <a:lnTo>
                    <a:pt x="778" y="736"/>
                  </a:lnTo>
                  <a:lnTo>
                    <a:pt x="781" y="735"/>
                  </a:lnTo>
                  <a:lnTo>
                    <a:pt x="784" y="732"/>
                  </a:lnTo>
                  <a:lnTo>
                    <a:pt x="785" y="732"/>
                  </a:lnTo>
                  <a:lnTo>
                    <a:pt x="786" y="732"/>
                  </a:lnTo>
                  <a:lnTo>
                    <a:pt x="789" y="732"/>
                  </a:lnTo>
                  <a:lnTo>
                    <a:pt x="790" y="731"/>
                  </a:lnTo>
                  <a:lnTo>
                    <a:pt x="790" y="730"/>
                  </a:lnTo>
                  <a:lnTo>
                    <a:pt x="790" y="729"/>
                  </a:lnTo>
                  <a:lnTo>
                    <a:pt x="790" y="728"/>
                  </a:lnTo>
                  <a:lnTo>
                    <a:pt x="790" y="727"/>
                  </a:lnTo>
                  <a:lnTo>
                    <a:pt x="792" y="727"/>
                  </a:lnTo>
                  <a:lnTo>
                    <a:pt x="792" y="727"/>
                  </a:lnTo>
                  <a:close/>
                  <a:moveTo>
                    <a:pt x="806" y="717"/>
                  </a:moveTo>
                  <a:lnTo>
                    <a:pt x="807" y="718"/>
                  </a:lnTo>
                  <a:lnTo>
                    <a:pt x="806" y="718"/>
                  </a:lnTo>
                  <a:lnTo>
                    <a:pt x="806" y="718"/>
                  </a:lnTo>
                  <a:lnTo>
                    <a:pt x="806" y="718"/>
                  </a:lnTo>
                  <a:lnTo>
                    <a:pt x="806" y="720"/>
                  </a:lnTo>
                  <a:lnTo>
                    <a:pt x="804" y="720"/>
                  </a:lnTo>
                  <a:lnTo>
                    <a:pt x="803" y="721"/>
                  </a:lnTo>
                  <a:lnTo>
                    <a:pt x="802" y="722"/>
                  </a:lnTo>
                  <a:lnTo>
                    <a:pt x="800" y="722"/>
                  </a:lnTo>
                  <a:lnTo>
                    <a:pt x="799" y="724"/>
                  </a:lnTo>
                  <a:lnTo>
                    <a:pt x="797" y="725"/>
                  </a:lnTo>
                  <a:lnTo>
                    <a:pt x="795" y="725"/>
                  </a:lnTo>
                  <a:lnTo>
                    <a:pt x="795" y="724"/>
                  </a:lnTo>
                  <a:lnTo>
                    <a:pt x="800" y="721"/>
                  </a:lnTo>
                  <a:lnTo>
                    <a:pt x="803" y="718"/>
                  </a:lnTo>
                  <a:lnTo>
                    <a:pt x="806" y="717"/>
                  </a:lnTo>
                  <a:close/>
                  <a:moveTo>
                    <a:pt x="914" y="635"/>
                  </a:moveTo>
                  <a:lnTo>
                    <a:pt x="914" y="635"/>
                  </a:lnTo>
                  <a:lnTo>
                    <a:pt x="914" y="636"/>
                  </a:lnTo>
                  <a:lnTo>
                    <a:pt x="915" y="636"/>
                  </a:lnTo>
                  <a:lnTo>
                    <a:pt x="919" y="637"/>
                  </a:lnTo>
                  <a:lnTo>
                    <a:pt x="908" y="648"/>
                  </a:lnTo>
                  <a:lnTo>
                    <a:pt x="904" y="649"/>
                  </a:lnTo>
                  <a:lnTo>
                    <a:pt x="894" y="658"/>
                  </a:lnTo>
                  <a:lnTo>
                    <a:pt x="893" y="659"/>
                  </a:lnTo>
                  <a:lnTo>
                    <a:pt x="892" y="659"/>
                  </a:lnTo>
                  <a:lnTo>
                    <a:pt x="893" y="658"/>
                  </a:lnTo>
                  <a:lnTo>
                    <a:pt x="894" y="656"/>
                  </a:lnTo>
                  <a:lnTo>
                    <a:pt x="897" y="653"/>
                  </a:lnTo>
                  <a:lnTo>
                    <a:pt x="903" y="649"/>
                  </a:lnTo>
                  <a:lnTo>
                    <a:pt x="904" y="648"/>
                  </a:lnTo>
                  <a:lnTo>
                    <a:pt x="904" y="646"/>
                  </a:lnTo>
                  <a:lnTo>
                    <a:pt x="904" y="645"/>
                  </a:lnTo>
                  <a:lnTo>
                    <a:pt x="905" y="645"/>
                  </a:lnTo>
                  <a:lnTo>
                    <a:pt x="907" y="645"/>
                  </a:lnTo>
                  <a:lnTo>
                    <a:pt x="907" y="645"/>
                  </a:lnTo>
                  <a:lnTo>
                    <a:pt x="910" y="642"/>
                  </a:lnTo>
                  <a:lnTo>
                    <a:pt x="910" y="641"/>
                  </a:lnTo>
                  <a:lnTo>
                    <a:pt x="911" y="641"/>
                  </a:lnTo>
                  <a:lnTo>
                    <a:pt x="912" y="639"/>
                  </a:lnTo>
                  <a:lnTo>
                    <a:pt x="912" y="639"/>
                  </a:lnTo>
                  <a:lnTo>
                    <a:pt x="914" y="639"/>
                  </a:lnTo>
                  <a:lnTo>
                    <a:pt x="914" y="638"/>
                  </a:lnTo>
                  <a:lnTo>
                    <a:pt x="914" y="637"/>
                  </a:lnTo>
                  <a:lnTo>
                    <a:pt x="912" y="636"/>
                  </a:lnTo>
                  <a:lnTo>
                    <a:pt x="912" y="636"/>
                  </a:lnTo>
                  <a:lnTo>
                    <a:pt x="912" y="636"/>
                  </a:lnTo>
                  <a:lnTo>
                    <a:pt x="912" y="636"/>
                  </a:lnTo>
                  <a:lnTo>
                    <a:pt x="912" y="636"/>
                  </a:lnTo>
                  <a:lnTo>
                    <a:pt x="914" y="635"/>
                  </a:lnTo>
                  <a:lnTo>
                    <a:pt x="914" y="636"/>
                  </a:lnTo>
                  <a:lnTo>
                    <a:pt x="914" y="635"/>
                  </a:lnTo>
                  <a:lnTo>
                    <a:pt x="914" y="635"/>
                  </a:lnTo>
                  <a:close/>
                  <a:moveTo>
                    <a:pt x="287" y="0"/>
                  </a:moveTo>
                  <a:lnTo>
                    <a:pt x="290" y="0"/>
                  </a:lnTo>
                  <a:lnTo>
                    <a:pt x="293" y="0"/>
                  </a:lnTo>
                  <a:lnTo>
                    <a:pt x="299" y="0"/>
                  </a:lnTo>
                  <a:lnTo>
                    <a:pt x="309" y="1"/>
                  </a:lnTo>
                  <a:lnTo>
                    <a:pt x="323" y="1"/>
                  </a:lnTo>
                  <a:lnTo>
                    <a:pt x="340" y="1"/>
                  </a:lnTo>
                  <a:lnTo>
                    <a:pt x="357" y="1"/>
                  </a:lnTo>
                  <a:lnTo>
                    <a:pt x="377" y="2"/>
                  </a:lnTo>
                  <a:lnTo>
                    <a:pt x="397" y="2"/>
                  </a:lnTo>
                  <a:lnTo>
                    <a:pt x="416" y="2"/>
                  </a:lnTo>
                  <a:lnTo>
                    <a:pt x="436" y="2"/>
                  </a:lnTo>
                  <a:lnTo>
                    <a:pt x="454" y="2"/>
                  </a:lnTo>
                  <a:lnTo>
                    <a:pt x="470" y="4"/>
                  </a:lnTo>
                  <a:lnTo>
                    <a:pt x="484" y="4"/>
                  </a:lnTo>
                  <a:lnTo>
                    <a:pt x="508" y="4"/>
                  </a:lnTo>
                  <a:lnTo>
                    <a:pt x="508" y="7"/>
                  </a:lnTo>
                  <a:lnTo>
                    <a:pt x="508" y="17"/>
                  </a:lnTo>
                  <a:lnTo>
                    <a:pt x="508" y="58"/>
                  </a:lnTo>
                  <a:lnTo>
                    <a:pt x="508" y="69"/>
                  </a:lnTo>
                  <a:lnTo>
                    <a:pt x="508" y="109"/>
                  </a:lnTo>
                  <a:lnTo>
                    <a:pt x="508" y="120"/>
                  </a:lnTo>
                  <a:lnTo>
                    <a:pt x="508" y="160"/>
                  </a:lnTo>
                  <a:lnTo>
                    <a:pt x="508" y="171"/>
                  </a:lnTo>
                  <a:lnTo>
                    <a:pt x="508" y="176"/>
                  </a:lnTo>
                  <a:lnTo>
                    <a:pt x="509" y="176"/>
                  </a:lnTo>
                  <a:lnTo>
                    <a:pt x="513" y="176"/>
                  </a:lnTo>
                  <a:lnTo>
                    <a:pt x="514" y="176"/>
                  </a:lnTo>
                  <a:lnTo>
                    <a:pt x="515" y="176"/>
                  </a:lnTo>
                  <a:lnTo>
                    <a:pt x="516" y="177"/>
                  </a:lnTo>
                  <a:lnTo>
                    <a:pt x="517" y="177"/>
                  </a:lnTo>
                  <a:lnTo>
                    <a:pt x="529" y="188"/>
                  </a:lnTo>
                  <a:lnTo>
                    <a:pt x="531" y="191"/>
                  </a:lnTo>
                  <a:lnTo>
                    <a:pt x="531" y="192"/>
                  </a:lnTo>
                  <a:lnTo>
                    <a:pt x="534" y="193"/>
                  </a:lnTo>
                  <a:lnTo>
                    <a:pt x="537" y="193"/>
                  </a:lnTo>
                  <a:lnTo>
                    <a:pt x="540" y="193"/>
                  </a:lnTo>
                  <a:lnTo>
                    <a:pt x="540" y="192"/>
                  </a:lnTo>
                  <a:lnTo>
                    <a:pt x="541" y="191"/>
                  </a:lnTo>
                  <a:lnTo>
                    <a:pt x="541" y="191"/>
                  </a:lnTo>
                  <a:lnTo>
                    <a:pt x="542" y="191"/>
                  </a:lnTo>
                  <a:lnTo>
                    <a:pt x="545" y="191"/>
                  </a:lnTo>
                  <a:lnTo>
                    <a:pt x="548" y="193"/>
                  </a:lnTo>
                  <a:lnTo>
                    <a:pt x="550" y="193"/>
                  </a:lnTo>
                  <a:lnTo>
                    <a:pt x="551" y="193"/>
                  </a:lnTo>
                  <a:lnTo>
                    <a:pt x="552" y="193"/>
                  </a:lnTo>
                  <a:lnTo>
                    <a:pt x="553" y="192"/>
                  </a:lnTo>
                  <a:lnTo>
                    <a:pt x="553" y="187"/>
                  </a:lnTo>
                  <a:lnTo>
                    <a:pt x="555" y="186"/>
                  </a:lnTo>
                  <a:lnTo>
                    <a:pt x="556" y="186"/>
                  </a:lnTo>
                  <a:lnTo>
                    <a:pt x="557" y="187"/>
                  </a:lnTo>
                  <a:lnTo>
                    <a:pt x="557" y="187"/>
                  </a:lnTo>
                  <a:lnTo>
                    <a:pt x="557" y="188"/>
                  </a:lnTo>
                  <a:lnTo>
                    <a:pt x="558" y="188"/>
                  </a:lnTo>
                  <a:lnTo>
                    <a:pt x="558" y="190"/>
                  </a:lnTo>
                  <a:lnTo>
                    <a:pt x="559" y="190"/>
                  </a:lnTo>
                  <a:lnTo>
                    <a:pt x="559" y="190"/>
                  </a:lnTo>
                  <a:lnTo>
                    <a:pt x="562" y="190"/>
                  </a:lnTo>
                  <a:lnTo>
                    <a:pt x="563" y="191"/>
                  </a:lnTo>
                  <a:lnTo>
                    <a:pt x="564" y="192"/>
                  </a:lnTo>
                  <a:lnTo>
                    <a:pt x="564" y="193"/>
                  </a:lnTo>
                  <a:lnTo>
                    <a:pt x="565" y="194"/>
                  </a:lnTo>
                  <a:lnTo>
                    <a:pt x="567" y="197"/>
                  </a:lnTo>
                  <a:lnTo>
                    <a:pt x="569" y="199"/>
                  </a:lnTo>
                  <a:lnTo>
                    <a:pt x="567" y="199"/>
                  </a:lnTo>
                  <a:lnTo>
                    <a:pt x="567" y="200"/>
                  </a:lnTo>
                  <a:lnTo>
                    <a:pt x="567" y="205"/>
                  </a:lnTo>
                  <a:lnTo>
                    <a:pt x="569" y="207"/>
                  </a:lnTo>
                  <a:lnTo>
                    <a:pt x="570" y="207"/>
                  </a:lnTo>
                  <a:lnTo>
                    <a:pt x="571" y="208"/>
                  </a:lnTo>
                  <a:lnTo>
                    <a:pt x="574" y="208"/>
                  </a:lnTo>
                  <a:lnTo>
                    <a:pt x="577" y="208"/>
                  </a:lnTo>
                  <a:lnTo>
                    <a:pt x="579" y="208"/>
                  </a:lnTo>
                  <a:lnTo>
                    <a:pt x="580" y="209"/>
                  </a:lnTo>
                  <a:lnTo>
                    <a:pt x="583" y="208"/>
                  </a:lnTo>
                  <a:lnTo>
                    <a:pt x="584" y="208"/>
                  </a:lnTo>
                  <a:lnTo>
                    <a:pt x="585" y="208"/>
                  </a:lnTo>
                  <a:lnTo>
                    <a:pt x="586" y="208"/>
                  </a:lnTo>
                  <a:lnTo>
                    <a:pt x="592" y="212"/>
                  </a:lnTo>
                  <a:lnTo>
                    <a:pt x="593" y="213"/>
                  </a:lnTo>
                  <a:lnTo>
                    <a:pt x="602" y="214"/>
                  </a:lnTo>
                  <a:lnTo>
                    <a:pt x="603" y="215"/>
                  </a:lnTo>
                  <a:lnTo>
                    <a:pt x="608" y="213"/>
                  </a:lnTo>
                  <a:lnTo>
                    <a:pt x="610" y="213"/>
                  </a:lnTo>
                  <a:lnTo>
                    <a:pt x="612" y="213"/>
                  </a:lnTo>
                  <a:lnTo>
                    <a:pt x="614" y="213"/>
                  </a:lnTo>
                  <a:lnTo>
                    <a:pt x="614" y="213"/>
                  </a:lnTo>
                  <a:lnTo>
                    <a:pt x="615" y="215"/>
                  </a:lnTo>
                  <a:lnTo>
                    <a:pt x="616" y="216"/>
                  </a:lnTo>
                  <a:lnTo>
                    <a:pt x="617" y="216"/>
                  </a:lnTo>
                  <a:lnTo>
                    <a:pt x="620" y="220"/>
                  </a:lnTo>
                  <a:lnTo>
                    <a:pt x="621" y="220"/>
                  </a:lnTo>
                  <a:lnTo>
                    <a:pt x="624" y="220"/>
                  </a:lnTo>
                  <a:lnTo>
                    <a:pt x="627" y="220"/>
                  </a:lnTo>
                  <a:lnTo>
                    <a:pt x="627" y="219"/>
                  </a:lnTo>
                  <a:lnTo>
                    <a:pt x="628" y="217"/>
                  </a:lnTo>
                  <a:lnTo>
                    <a:pt x="629" y="215"/>
                  </a:lnTo>
                  <a:lnTo>
                    <a:pt x="630" y="214"/>
                  </a:lnTo>
                  <a:lnTo>
                    <a:pt x="631" y="214"/>
                  </a:lnTo>
                  <a:lnTo>
                    <a:pt x="642" y="215"/>
                  </a:lnTo>
                  <a:lnTo>
                    <a:pt x="644" y="214"/>
                  </a:lnTo>
                  <a:lnTo>
                    <a:pt x="648" y="213"/>
                  </a:lnTo>
                  <a:lnTo>
                    <a:pt x="649" y="213"/>
                  </a:lnTo>
                  <a:lnTo>
                    <a:pt x="650" y="214"/>
                  </a:lnTo>
                  <a:lnTo>
                    <a:pt x="650" y="216"/>
                  </a:lnTo>
                  <a:lnTo>
                    <a:pt x="650" y="219"/>
                  </a:lnTo>
                  <a:lnTo>
                    <a:pt x="651" y="221"/>
                  </a:lnTo>
                  <a:lnTo>
                    <a:pt x="651" y="223"/>
                  </a:lnTo>
                  <a:lnTo>
                    <a:pt x="653" y="226"/>
                  </a:lnTo>
                  <a:lnTo>
                    <a:pt x="657" y="226"/>
                  </a:lnTo>
                  <a:lnTo>
                    <a:pt x="660" y="227"/>
                  </a:lnTo>
                  <a:lnTo>
                    <a:pt x="660" y="227"/>
                  </a:lnTo>
                  <a:lnTo>
                    <a:pt x="662" y="227"/>
                  </a:lnTo>
                  <a:lnTo>
                    <a:pt x="662" y="228"/>
                  </a:lnTo>
                  <a:lnTo>
                    <a:pt x="662" y="229"/>
                  </a:lnTo>
                  <a:lnTo>
                    <a:pt x="662" y="230"/>
                  </a:lnTo>
                  <a:lnTo>
                    <a:pt x="662" y="231"/>
                  </a:lnTo>
                  <a:lnTo>
                    <a:pt x="662" y="233"/>
                  </a:lnTo>
                  <a:lnTo>
                    <a:pt x="660" y="234"/>
                  </a:lnTo>
                  <a:lnTo>
                    <a:pt x="660" y="235"/>
                  </a:lnTo>
                  <a:lnTo>
                    <a:pt x="660" y="236"/>
                  </a:lnTo>
                  <a:lnTo>
                    <a:pt x="662" y="236"/>
                  </a:lnTo>
                  <a:lnTo>
                    <a:pt x="663" y="237"/>
                  </a:lnTo>
                  <a:lnTo>
                    <a:pt x="666" y="238"/>
                  </a:lnTo>
                  <a:lnTo>
                    <a:pt x="670" y="238"/>
                  </a:lnTo>
                  <a:lnTo>
                    <a:pt x="672" y="236"/>
                  </a:lnTo>
                  <a:lnTo>
                    <a:pt x="679" y="229"/>
                  </a:lnTo>
                  <a:lnTo>
                    <a:pt x="681" y="227"/>
                  </a:lnTo>
                  <a:lnTo>
                    <a:pt x="685" y="226"/>
                  </a:lnTo>
                  <a:lnTo>
                    <a:pt x="687" y="228"/>
                  </a:lnTo>
                  <a:lnTo>
                    <a:pt x="688" y="229"/>
                  </a:lnTo>
                  <a:lnTo>
                    <a:pt x="688" y="233"/>
                  </a:lnTo>
                  <a:lnTo>
                    <a:pt x="688" y="234"/>
                  </a:lnTo>
                  <a:lnTo>
                    <a:pt x="689" y="235"/>
                  </a:lnTo>
                  <a:lnTo>
                    <a:pt x="694" y="234"/>
                  </a:lnTo>
                  <a:lnTo>
                    <a:pt x="696" y="235"/>
                  </a:lnTo>
                  <a:lnTo>
                    <a:pt x="698" y="235"/>
                  </a:lnTo>
                  <a:lnTo>
                    <a:pt x="698" y="236"/>
                  </a:lnTo>
                  <a:lnTo>
                    <a:pt x="698" y="238"/>
                  </a:lnTo>
                  <a:lnTo>
                    <a:pt x="699" y="241"/>
                  </a:lnTo>
                  <a:lnTo>
                    <a:pt x="700" y="241"/>
                  </a:lnTo>
                  <a:lnTo>
                    <a:pt x="704" y="241"/>
                  </a:lnTo>
                  <a:lnTo>
                    <a:pt x="706" y="241"/>
                  </a:lnTo>
                  <a:lnTo>
                    <a:pt x="706" y="240"/>
                  </a:lnTo>
                  <a:lnTo>
                    <a:pt x="707" y="240"/>
                  </a:lnTo>
                  <a:lnTo>
                    <a:pt x="707" y="238"/>
                  </a:lnTo>
                  <a:lnTo>
                    <a:pt x="708" y="238"/>
                  </a:lnTo>
                  <a:lnTo>
                    <a:pt x="708" y="238"/>
                  </a:lnTo>
                  <a:lnTo>
                    <a:pt x="708" y="237"/>
                  </a:lnTo>
                  <a:lnTo>
                    <a:pt x="708" y="237"/>
                  </a:lnTo>
                  <a:lnTo>
                    <a:pt x="709" y="236"/>
                  </a:lnTo>
                  <a:lnTo>
                    <a:pt x="710" y="236"/>
                  </a:lnTo>
                  <a:lnTo>
                    <a:pt x="713" y="238"/>
                  </a:lnTo>
                  <a:lnTo>
                    <a:pt x="713" y="237"/>
                  </a:lnTo>
                  <a:lnTo>
                    <a:pt x="714" y="235"/>
                  </a:lnTo>
                  <a:lnTo>
                    <a:pt x="714" y="235"/>
                  </a:lnTo>
                  <a:lnTo>
                    <a:pt x="715" y="234"/>
                  </a:lnTo>
                  <a:lnTo>
                    <a:pt x="715" y="234"/>
                  </a:lnTo>
                  <a:lnTo>
                    <a:pt x="716" y="234"/>
                  </a:lnTo>
                  <a:lnTo>
                    <a:pt x="716" y="233"/>
                  </a:lnTo>
                  <a:lnTo>
                    <a:pt x="717" y="234"/>
                  </a:lnTo>
                  <a:lnTo>
                    <a:pt x="718" y="235"/>
                  </a:lnTo>
                  <a:lnTo>
                    <a:pt x="718" y="236"/>
                  </a:lnTo>
                  <a:lnTo>
                    <a:pt x="720" y="236"/>
                  </a:lnTo>
                  <a:lnTo>
                    <a:pt x="718" y="238"/>
                  </a:lnTo>
                  <a:lnTo>
                    <a:pt x="717" y="241"/>
                  </a:lnTo>
                  <a:lnTo>
                    <a:pt x="717" y="242"/>
                  </a:lnTo>
                  <a:lnTo>
                    <a:pt x="717" y="244"/>
                  </a:lnTo>
                  <a:lnTo>
                    <a:pt x="718" y="246"/>
                  </a:lnTo>
                  <a:lnTo>
                    <a:pt x="720" y="249"/>
                  </a:lnTo>
                  <a:lnTo>
                    <a:pt x="722" y="250"/>
                  </a:lnTo>
                  <a:lnTo>
                    <a:pt x="724" y="249"/>
                  </a:lnTo>
                  <a:lnTo>
                    <a:pt x="725" y="248"/>
                  </a:lnTo>
                  <a:lnTo>
                    <a:pt x="727" y="245"/>
                  </a:lnTo>
                  <a:lnTo>
                    <a:pt x="727" y="243"/>
                  </a:lnTo>
                  <a:lnTo>
                    <a:pt x="727" y="242"/>
                  </a:lnTo>
                  <a:lnTo>
                    <a:pt x="728" y="241"/>
                  </a:lnTo>
                  <a:lnTo>
                    <a:pt x="729" y="241"/>
                  </a:lnTo>
                  <a:lnTo>
                    <a:pt x="728" y="240"/>
                  </a:lnTo>
                  <a:lnTo>
                    <a:pt x="728" y="240"/>
                  </a:lnTo>
                  <a:lnTo>
                    <a:pt x="727" y="238"/>
                  </a:lnTo>
                  <a:lnTo>
                    <a:pt x="727" y="237"/>
                  </a:lnTo>
                  <a:lnTo>
                    <a:pt x="729" y="237"/>
                  </a:lnTo>
                  <a:lnTo>
                    <a:pt x="731" y="237"/>
                  </a:lnTo>
                  <a:lnTo>
                    <a:pt x="732" y="236"/>
                  </a:lnTo>
                  <a:lnTo>
                    <a:pt x="734" y="234"/>
                  </a:lnTo>
                  <a:lnTo>
                    <a:pt x="734" y="231"/>
                  </a:lnTo>
                  <a:lnTo>
                    <a:pt x="734" y="230"/>
                  </a:lnTo>
                  <a:lnTo>
                    <a:pt x="734" y="229"/>
                  </a:lnTo>
                  <a:lnTo>
                    <a:pt x="735" y="229"/>
                  </a:lnTo>
                  <a:lnTo>
                    <a:pt x="735" y="229"/>
                  </a:lnTo>
                  <a:lnTo>
                    <a:pt x="737" y="228"/>
                  </a:lnTo>
                  <a:lnTo>
                    <a:pt x="738" y="228"/>
                  </a:lnTo>
                  <a:lnTo>
                    <a:pt x="738" y="228"/>
                  </a:lnTo>
                  <a:lnTo>
                    <a:pt x="739" y="229"/>
                  </a:lnTo>
                  <a:lnTo>
                    <a:pt x="741" y="229"/>
                  </a:lnTo>
                  <a:lnTo>
                    <a:pt x="741" y="229"/>
                  </a:lnTo>
                  <a:lnTo>
                    <a:pt x="741" y="230"/>
                  </a:lnTo>
                  <a:lnTo>
                    <a:pt x="742" y="233"/>
                  </a:lnTo>
                  <a:lnTo>
                    <a:pt x="742" y="234"/>
                  </a:lnTo>
                  <a:lnTo>
                    <a:pt x="742" y="235"/>
                  </a:lnTo>
                  <a:lnTo>
                    <a:pt x="743" y="236"/>
                  </a:lnTo>
                  <a:lnTo>
                    <a:pt x="743" y="236"/>
                  </a:lnTo>
                  <a:lnTo>
                    <a:pt x="744" y="236"/>
                  </a:lnTo>
                  <a:lnTo>
                    <a:pt x="745" y="236"/>
                  </a:lnTo>
                  <a:lnTo>
                    <a:pt x="747" y="236"/>
                  </a:lnTo>
                  <a:lnTo>
                    <a:pt x="747" y="236"/>
                  </a:lnTo>
                  <a:lnTo>
                    <a:pt x="749" y="236"/>
                  </a:lnTo>
                  <a:lnTo>
                    <a:pt x="751" y="237"/>
                  </a:lnTo>
                  <a:lnTo>
                    <a:pt x="751" y="237"/>
                  </a:lnTo>
                  <a:lnTo>
                    <a:pt x="752" y="237"/>
                  </a:lnTo>
                  <a:lnTo>
                    <a:pt x="752" y="237"/>
                  </a:lnTo>
                  <a:lnTo>
                    <a:pt x="754" y="237"/>
                  </a:lnTo>
                  <a:lnTo>
                    <a:pt x="754" y="237"/>
                  </a:lnTo>
                  <a:lnTo>
                    <a:pt x="756" y="237"/>
                  </a:lnTo>
                  <a:lnTo>
                    <a:pt x="756" y="236"/>
                  </a:lnTo>
                  <a:lnTo>
                    <a:pt x="756" y="236"/>
                  </a:lnTo>
                  <a:lnTo>
                    <a:pt x="757" y="236"/>
                  </a:lnTo>
                  <a:lnTo>
                    <a:pt x="757" y="235"/>
                  </a:lnTo>
                  <a:lnTo>
                    <a:pt x="757" y="233"/>
                  </a:lnTo>
                  <a:lnTo>
                    <a:pt x="758" y="231"/>
                  </a:lnTo>
                  <a:lnTo>
                    <a:pt x="758" y="231"/>
                  </a:lnTo>
                  <a:lnTo>
                    <a:pt x="758" y="231"/>
                  </a:lnTo>
                  <a:lnTo>
                    <a:pt x="759" y="231"/>
                  </a:lnTo>
                  <a:lnTo>
                    <a:pt x="760" y="231"/>
                  </a:lnTo>
                  <a:lnTo>
                    <a:pt x="763" y="233"/>
                  </a:lnTo>
                  <a:lnTo>
                    <a:pt x="763" y="233"/>
                  </a:lnTo>
                  <a:lnTo>
                    <a:pt x="763" y="234"/>
                  </a:lnTo>
                  <a:lnTo>
                    <a:pt x="763" y="235"/>
                  </a:lnTo>
                  <a:lnTo>
                    <a:pt x="763" y="236"/>
                  </a:lnTo>
                  <a:lnTo>
                    <a:pt x="763" y="236"/>
                  </a:lnTo>
                  <a:lnTo>
                    <a:pt x="763" y="236"/>
                  </a:lnTo>
                  <a:lnTo>
                    <a:pt x="763" y="237"/>
                  </a:lnTo>
                  <a:lnTo>
                    <a:pt x="763" y="237"/>
                  </a:lnTo>
                  <a:lnTo>
                    <a:pt x="764" y="238"/>
                  </a:lnTo>
                  <a:lnTo>
                    <a:pt x="767" y="238"/>
                  </a:lnTo>
                  <a:lnTo>
                    <a:pt x="768" y="240"/>
                  </a:lnTo>
                  <a:lnTo>
                    <a:pt x="768" y="240"/>
                  </a:lnTo>
                  <a:lnTo>
                    <a:pt x="770" y="241"/>
                  </a:lnTo>
                  <a:lnTo>
                    <a:pt x="770" y="242"/>
                  </a:lnTo>
                  <a:lnTo>
                    <a:pt x="770" y="242"/>
                  </a:lnTo>
                  <a:lnTo>
                    <a:pt x="771" y="243"/>
                  </a:lnTo>
                  <a:lnTo>
                    <a:pt x="775" y="242"/>
                  </a:lnTo>
                  <a:lnTo>
                    <a:pt x="777" y="242"/>
                  </a:lnTo>
                  <a:lnTo>
                    <a:pt x="779" y="244"/>
                  </a:lnTo>
                  <a:lnTo>
                    <a:pt x="781" y="248"/>
                  </a:lnTo>
                  <a:lnTo>
                    <a:pt x="784" y="250"/>
                  </a:lnTo>
                  <a:lnTo>
                    <a:pt x="785" y="248"/>
                  </a:lnTo>
                  <a:lnTo>
                    <a:pt x="786" y="246"/>
                  </a:lnTo>
                  <a:lnTo>
                    <a:pt x="786" y="245"/>
                  </a:lnTo>
                  <a:lnTo>
                    <a:pt x="786" y="244"/>
                  </a:lnTo>
                  <a:lnTo>
                    <a:pt x="788" y="244"/>
                  </a:lnTo>
                  <a:lnTo>
                    <a:pt x="790" y="244"/>
                  </a:lnTo>
                  <a:lnTo>
                    <a:pt x="793" y="244"/>
                  </a:lnTo>
                  <a:lnTo>
                    <a:pt x="794" y="243"/>
                  </a:lnTo>
                  <a:lnTo>
                    <a:pt x="794" y="242"/>
                  </a:lnTo>
                  <a:lnTo>
                    <a:pt x="795" y="238"/>
                  </a:lnTo>
                  <a:lnTo>
                    <a:pt x="796" y="238"/>
                  </a:lnTo>
                  <a:lnTo>
                    <a:pt x="797" y="237"/>
                  </a:lnTo>
                  <a:lnTo>
                    <a:pt x="799" y="237"/>
                  </a:lnTo>
                  <a:lnTo>
                    <a:pt x="800" y="236"/>
                  </a:lnTo>
                  <a:lnTo>
                    <a:pt x="803" y="236"/>
                  </a:lnTo>
                  <a:lnTo>
                    <a:pt x="804" y="236"/>
                  </a:lnTo>
                  <a:lnTo>
                    <a:pt x="807" y="235"/>
                  </a:lnTo>
                  <a:lnTo>
                    <a:pt x="808" y="234"/>
                  </a:lnTo>
                  <a:lnTo>
                    <a:pt x="809" y="234"/>
                  </a:lnTo>
                  <a:lnTo>
                    <a:pt x="810" y="234"/>
                  </a:lnTo>
                  <a:lnTo>
                    <a:pt x="810" y="233"/>
                  </a:lnTo>
                  <a:lnTo>
                    <a:pt x="810" y="231"/>
                  </a:lnTo>
                  <a:lnTo>
                    <a:pt x="811" y="231"/>
                  </a:lnTo>
                  <a:lnTo>
                    <a:pt x="813" y="231"/>
                  </a:lnTo>
                  <a:lnTo>
                    <a:pt x="814" y="233"/>
                  </a:lnTo>
                  <a:lnTo>
                    <a:pt x="817" y="235"/>
                  </a:lnTo>
                  <a:lnTo>
                    <a:pt x="818" y="235"/>
                  </a:lnTo>
                  <a:lnTo>
                    <a:pt x="821" y="235"/>
                  </a:lnTo>
                  <a:lnTo>
                    <a:pt x="821" y="234"/>
                  </a:lnTo>
                  <a:lnTo>
                    <a:pt x="822" y="234"/>
                  </a:lnTo>
                  <a:lnTo>
                    <a:pt x="822" y="234"/>
                  </a:lnTo>
                  <a:lnTo>
                    <a:pt x="822" y="234"/>
                  </a:lnTo>
                  <a:lnTo>
                    <a:pt x="823" y="235"/>
                  </a:lnTo>
                  <a:lnTo>
                    <a:pt x="823" y="235"/>
                  </a:lnTo>
                  <a:lnTo>
                    <a:pt x="824" y="234"/>
                  </a:lnTo>
                  <a:lnTo>
                    <a:pt x="824" y="231"/>
                  </a:lnTo>
                  <a:lnTo>
                    <a:pt x="824" y="230"/>
                  </a:lnTo>
                  <a:lnTo>
                    <a:pt x="826" y="230"/>
                  </a:lnTo>
                  <a:lnTo>
                    <a:pt x="828" y="230"/>
                  </a:lnTo>
                  <a:lnTo>
                    <a:pt x="829" y="230"/>
                  </a:lnTo>
                  <a:lnTo>
                    <a:pt x="829" y="230"/>
                  </a:lnTo>
                  <a:lnTo>
                    <a:pt x="830" y="229"/>
                  </a:lnTo>
                  <a:lnTo>
                    <a:pt x="830" y="229"/>
                  </a:lnTo>
                  <a:lnTo>
                    <a:pt x="831" y="229"/>
                  </a:lnTo>
                  <a:lnTo>
                    <a:pt x="833" y="228"/>
                  </a:lnTo>
                  <a:lnTo>
                    <a:pt x="833" y="228"/>
                  </a:lnTo>
                  <a:lnTo>
                    <a:pt x="835" y="228"/>
                  </a:lnTo>
                  <a:lnTo>
                    <a:pt x="835" y="228"/>
                  </a:lnTo>
                  <a:lnTo>
                    <a:pt x="836" y="226"/>
                  </a:lnTo>
                  <a:lnTo>
                    <a:pt x="837" y="226"/>
                  </a:lnTo>
                  <a:lnTo>
                    <a:pt x="838" y="226"/>
                  </a:lnTo>
                  <a:lnTo>
                    <a:pt x="839" y="227"/>
                  </a:lnTo>
                  <a:lnTo>
                    <a:pt x="839" y="227"/>
                  </a:lnTo>
                  <a:lnTo>
                    <a:pt x="840" y="228"/>
                  </a:lnTo>
                  <a:lnTo>
                    <a:pt x="842" y="229"/>
                  </a:lnTo>
                  <a:lnTo>
                    <a:pt x="840" y="230"/>
                  </a:lnTo>
                  <a:lnTo>
                    <a:pt x="842" y="230"/>
                  </a:lnTo>
                  <a:lnTo>
                    <a:pt x="844" y="230"/>
                  </a:lnTo>
                  <a:lnTo>
                    <a:pt x="844" y="230"/>
                  </a:lnTo>
                  <a:lnTo>
                    <a:pt x="844" y="231"/>
                  </a:lnTo>
                  <a:lnTo>
                    <a:pt x="844" y="231"/>
                  </a:lnTo>
                  <a:lnTo>
                    <a:pt x="845" y="231"/>
                  </a:lnTo>
                  <a:lnTo>
                    <a:pt x="845" y="231"/>
                  </a:lnTo>
                  <a:lnTo>
                    <a:pt x="845" y="231"/>
                  </a:lnTo>
                  <a:lnTo>
                    <a:pt x="846" y="231"/>
                  </a:lnTo>
                  <a:lnTo>
                    <a:pt x="846" y="231"/>
                  </a:lnTo>
                  <a:lnTo>
                    <a:pt x="847" y="231"/>
                  </a:lnTo>
                  <a:lnTo>
                    <a:pt x="847" y="231"/>
                  </a:lnTo>
                  <a:lnTo>
                    <a:pt x="849" y="233"/>
                  </a:lnTo>
                  <a:lnTo>
                    <a:pt x="849" y="233"/>
                  </a:lnTo>
                  <a:lnTo>
                    <a:pt x="856" y="233"/>
                  </a:lnTo>
                  <a:lnTo>
                    <a:pt x="856" y="233"/>
                  </a:lnTo>
                  <a:lnTo>
                    <a:pt x="857" y="231"/>
                  </a:lnTo>
                  <a:lnTo>
                    <a:pt x="857" y="231"/>
                  </a:lnTo>
                  <a:lnTo>
                    <a:pt x="857" y="231"/>
                  </a:lnTo>
                  <a:lnTo>
                    <a:pt x="857" y="230"/>
                  </a:lnTo>
                  <a:lnTo>
                    <a:pt x="857" y="229"/>
                  </a:lnTo>
                  <a:lnTo>
                    <a:pt x="858" y="229"/>
                  </a:lnTo>
                  <a:lnTo>
                    <a:pt x="858" y="230"/>
                  </a:lnTo>
                  <a:lnTo>
                    <a:pt x="859" y="229"/>
                  </a:lnTo>
                  <a:lnTo>
                    <a:pt x="860" y="229"/>
                  </a:lnTo>
                  <a:lnTo>
                    <a:pt x="860" y="229"/>
                  </a:lnTo>
                  <a:lnTo>
                    <a:pt x="860" y="228"/>
                  </a:lnTo>
                  <a:lnTo>
                    <a:pt x="861" y="229"/>
                  </a:lnTo>
                  <a:lnTo>
                    <a:pt x="863" y="228"/>
                  </a:lnTo>
                  <a:lnTo>
                    <a:pt x="863" y="226"/>
                  </a:lnTo>
                  <a:lnTo>
                    <a:pt x="863" y="224"/>
                  </a:lnTo>
                  <a:lnTo>
                    <a:pt x="864" y="223"/>
                  </a:lnTo>
                  <a:lnTo>
                    <a:pt x="865" y="223"/>
                  </a:lnTo>
                  <a:lnTo>
                    <a:pt x="869" y="224"/>
                  </a:lnTo>
                  <a:lnTo>
                    <a:pt x="871" y="226"/>
                  </a:lnTo>
                  <a:lnTo>
                    <a:pt x="871" y="226"/>
                  </a:lnTo>
                  <a:lnTo>
                    <a:pt x="872" y="227"/>
                  </a:lnTo>
                  <a:lnTo>
                    <a:pt x="872" y="227"/>
                  </a:lnTo>
                  <a:lnTo>
                    <a:pt x="874" y="227"/>
                  </a:lnTo>
                  <a:lnTo>
                    <a:pt x="875" y="228"/>
                  </a:lnTo>
                  <a:lnTo>
                    <a:pt x="879" y="230"/>
                  </a:lnTo>
                  <a:lnTo>
                    <a:pt x="880" y="231"/>
                  </a:lnTo>
                  <a:lnTo>
                    <a:pt x="881" y="231"/>
                  </a:lnTo>
                  <a:lnTo>
                    <a:pt x="883" y="231"/>
                  </a:lnTo>
                  <a:lnTo>
                    <a:pt x="883" y="231"/>
                  </a:lnTo>
                  <a:lnTo>
                    <a:pt x="885" y="233"/>
                  </a:lnTo>
                  <a:lnTo>
                    <a:pt x="885" y="233"/>
                  </a:lnTo>
                  <a:lnTo>
                    <a:pt x="885" y="233"/>
                  </a:lnTo>
                  <a:lnTo>
                    <a:pt x="886" y="234"/>
                  </a:lnTo>
                  <a:lnTo>
                    <a:pt x="886" y="235"/>
                  </a:lnTo>
                  <a:lnTo>
                    <a:pt x="887" y="235"/>
                  </a:lnTo>
                  <a:lnTo>
                    <a:pt x="887" y="236"/>
                  </a:lnTo>
                  <a:lnTo>
                    <a:pt x="888" y="236"/>
                  </a:lnTo>
                  <a:lnTo>
                    <a:pt x="889" y="238"/>
                  </a:lnTo>
                  <a:lnTo>
                    <a:pt x="892" y="241"/>
                  </a:lnTo>
                  <a:lnTo>
                    <a:pt x="896" y="241"/>
                  </a:lnTo>
                  <a:lnTo>
                    <a:pt x="899" y="242"/>
                  </a:lnTo>
                  <a:lnTo>
                    <a:pt x="900" y="242"/>
                  </a:lnTo>
                  <a:lnTo>
                    <a:pt x="901" y="242"/>
                  </a:lnTo>
                  <a:lnTo>
                    <a:pt x="902" y="244"/>
                  </a:lnTo>
                  <a:lnTo>
                    <a:pt x="903" y="245"/>
                  </a:lnTo>
                  <a:lnTo>
                    <a:pt x="904" y="245"/>
                  </a:lnTo>
                  <a:lnTo>
                    <a:pt x="904" y="245"/>
                  </a:lnTo>
                  <a:lnTo>
                    <a:pt x="904" y="245"/>
                  </a:lnTo>
                  <a:lnTo>
                    <a:pt x="905" y="245"/>
                  </a:lnTo>
                  <a:lnTo>
                    <a:pt x="907" y="245"/>
                  </a:lnTo>
                  <a:lnTo>
                    <a:pt x="908" y="245"/>
                  </a:lnTo>
                  <a:lnTo>
                    <a:pt x="908" y="245"/>
                  </a:lnTo>
                  <a:lnTo>
                    <a:pt x="909" y="246"/>
                  </a:lnTo>
                  <a:lnTo>
                    <a:pt x="910" y="246"/>
                  </a:lnTo>
                  <a:lnTo>
                    <a:pt x="911" y="246"/>
                  </a:lnTo>
                  <a:lnTo>
                    <a:pt x="914" y="246"/>
                  </a:lnTo>
                  <a:lnTo>
                    <a:pt x="914" y="246"/>
                  </a:lnTo>
                  <a:lnTo>
                    <a:pt x="912" y="248"/>
                  </a:lnTo>
                  <a:lnTo>
                    <a:pt x="914" y="248"/>
                  </a:lnTo>
                  <a:lnTo>
                    <a:pt x="917" y="249"/>
                  </a:lnTo>
                  <a:lnTo>
                    <a:pt x="917" y="248"/>
                  </a:lnTo>
                  <a:lnTo>
                    <a:pt x="919" y="249"/>
                  </a:lnTo>
                  <a:lnTo>
                    <a:pt x="921" y="249"/>
                  </a:lnTo>
                  <a:lnTo>
                    <a:pt x="922" y="249"/>
                  </a:lnTo>
                  <a:lnTo>
                    <a:pt x="923" y="249"/>
                  </a:lnTo>
                  <a:lnTo>
                    <a:pt x="923" y="251"/>
                  </a:lnTo>
                  <a:lnTo>
                    <a:pt x="924" y="252"/>
                  </a:lnTo>
                  <a:lnTo>
                    <a:pt x="925" y="253"/>
                  </a:lnTo>
                  <a:lnTo>
                    <a:pt x="928" y="255"/>
                  </a:lnTo>
                  <a:lnTo>
                    <a:pt x="929" y="253"/>
                  </a:lnTo>
                  <a:lnTo>
                    <a:pt x="929" y="255"/>
                  </a:lnTo>
                  <a:lnTo>
                    <a:pt x="929" y="256"/>
                  </a:lnTo>
                  <a:lnTo>
                    <a:pt x="929" y="256"/>
                  </a:lnTo>
                  <a:lnTo>
                    <a:pt x="930" y="257"/>
                  </a:lnTo>
                  <a:lnTo>
                    <a:pt x="932" y="256"/>
                  </a:lnTo>
                  <a:lnTo>
                    <a:pt x="933" y="256"/>
                  </a:lnTo>
                  <a:lnTo>
                    <a:pt x="935" y="256"/>
                  </a:lnTo>
                  <a:lnTo>
                    <a:pt x="935" y="255"/>
                  </a:lnTo>
                  <a:lnTo>
                    <a:pt x="936" y="253"/>
                  </a:lnTo>
                  <a:lnTo>
                    <a:pt x="937" y="252"/>
                  </a:lnTo>
                  <a:lnTo>
                    <a:pt x="940" y="255"/>
                  </a:lnTo>
                  <a:lnTo>
                    <a:pt x="942" y="253"/>
                  </a:lnTo>
                  <a:lnTo>
                    <a:pt x="943" y="253"/>
                  </a:lnTo>
                  <a:lnTo>
                    <a:pt x="944" y="252"/>
                  </a:lnTo>
                  <a:lnTo>
                    <a:pt x="946" y="253"/>
                  </a:lnTo>
                  <a:lnTo>
                    <a:pt x="947" y="255"/>
                  </a:lnTo>
                  <a:lnTo>
                    <a:pt x="948" y="255"/>
                  </a:lnTo>
                  <a:lnTo>
                    <a:pt x="951" y="253"/>
                  </a:lnTo>
                  <a:lnTo>
                    <a:pt x="952" y="255"/>
                  </a:lnTo>
                  <a:lnTo>
                    <a:pt x="953" y="256"/>
                  </a:lnTo>
                  <a:lnTo>
                    <a:pt x="954" y="256"/>
                  </a:lnTo>
                  <a:lnTo>
                    <a:pt x="954" y="256"/>
                  </a:lnTo>
                  <a:lnTo>
                    <a:pt x="954" y="262"/>
                  </a:lnTo>
                  <a:lnTo>
                    <a:pt x="955" y="272"/>
                  </a:lnTo>
                  <a:lnTo>
                    <a:pt x="957" y="283"/>
                  </a:lnTo>
                  <a:lnTo>
                    <a:pt x="957" y="293"/>
                  </a:lnTo>
                  <a:lnTo>
                    <a:pt x="958" y="305"/>
                  </a:lnTo>
                  <a:lnTo>
                    <a:pt x="958" y="315"/>
                  </a:lnTo>
                  <a:lnTo>
                    <a:pt x="959" y="336"/>
                  </a:lnTo>
                  <a:lnTo>
                    <a:pt x="960" y="346"/>
                  </a:lnTo>
                  <a:lnTo>
                    <a:pt x="960" y="357"/>
                  </a:lnTo>
                  <a:lnTo>
                    <a:pt x="961" y="367"/>
                  </a:lnTo>
                  <a:lnTo>
                    <a:pt x="961" y="378"/>
                  </a:lnTo>
                  <a:lnTo>
                    <a:pt x="962" y="388"/>
                  </a:lnTo>
                  <a:lnTo>
                    <a:pt x="962" y="395"/>
                  </a:lnTo>
                  <a:lnTo>
                    <a:pt x="962" y="395"/>
                  </a:lnTo>
                  <a:lnTo>
                    <a:pt x="962" y="395"/>
                  </a:lnTo>
                  <a:lnTo>
                    <a:pt x="962" y="396"/>
                  </a:lnTo>
                  <a:lnTo>
                    <a:pt x="964" y="396"/>
                  </a:lnTo>
                  <a:lnTo>
                    <a:pt x="965" y="398"/>
                  </a:lnTo>
                  <a:lnTo>
                    <a:pt x="966" y="398"/>
                  </a:lnTo>
                  <a:lnTo>
                    <a:pt x="966" y="399"/>
                  </a:lnTo>
                  <a:lnTo>
                    <a:pt x="967" y="401"/>
                  </a:lnTo>
                  <a:lnTo>
                    <a:pt x="968" y="401"/>
                  </a:lnTo>
                  <a:lnTo>
                    <a:pt x="968" y="401"/>
                  </a:lnTo>
                  <a:lnTo>
                    <a:pt x="968" y="402"/>
                  </a:lnTo>
                  <a:lnTo>
                    <a:pt x="971" y="403"/>
                  </a:lnTo>
                  <a:lnTo>
                    <a:pt x="972" y="403"/>
                  </a:lnTo>
                  <a:lnTo>
                    <a:pt x="973" y="405"/>
                  </a:lnTo>
                  <a:lnTo>
                    <a:pt x="974" y="406"/>
                  </a:lnTo>
                  <a:lnTo>
                    <a:pt x="975" y="407"/>
                  </a:lnTo>
                  <a:lnTo>
                    <a:pt x="975" y="408"/>
                  </a:lnTo>
                  <a:lnTo>
                    <a:pt x="976" y="409"/>
                  </a:lnTo>
                  <a:lnTo>
                    <a:pt x="976" y="410"/>
                  </a:lnTo>
                  <a:lnTo>
                    <a:pt x="979" y="413"/>
                  </a:lnTo>
                  <a:lnTo>
                    <a:pt x="979" y="414"/>
                  </a:lnTo>
                  <a:lnTo>
                    <a:pt x="980" y="417"/>
                  </a:lnTo>
                  <a:lnTo>
                    <a:pt x="980" y="419"/>
                  </a:lnTo>
                  <a:lnTo>
                    <a:pt x="980" y="419"/>
                  </a:lnTo>
                  <a:lnTo>
                    <a:pt x="981" y="420"/>
                  </a:lnTo>
                  <a:lnTo>
                    <a:pt x="981" y="420"/>
                  </a:lnTo>
                  <a:lnTo>
                    <a:pt x="981" y="420"/>
                  </a:lnTo>
                  <a:lnTo>
                    <a:pt x="981" y="421"/>
                  </a:lnTo>
                  <a:lnTo>
                    <a:pt x="981" y="421"/>
                  </a:lnTo>
                  <a:lnTo>
                    <a:pt x="981" y="422"/>
                  </a:lnTo>
                  <a:lnTo>
                    <a:pt x="981" y="423"/>
                  </a:lnTo>
                  <a:lnTo>
                    <a:pt x="981" y="426"/>
                  </a:lnTo>
                  <a:lnTo>
                    <a:pt x="981" y="427"/>
                  </a:lnTo>
                  <a:lnTo>
                    <a:pt x="981" y="427"/>
                  </a:lnTo>
                  <a:lnTo>
                    <a:pt x="980" y="428"/>
                  </a:lnTo>
                  <a:lnTo>
                    <a:pt x="980" y="429"/>
                  </a:lnTo>
                  <a:lnTo>
                    <a:pt x="980" y="429"/>
                  </a:lnTo>
                  <a:lnTo>
                    <a:pt x="980" y="430"/>
                  </a:lnTo>
                  <a:lnTo>
                    <a:pt x="981" y="430"/>
                  </a:lnTo>
                  <a:lnTo>
                    <a:pt x="981" y="431"/>
                  </a:lnTo>
                  <a:lnTo>
                    <a:pt x="981" y="432"/>
                  </a:lnTo>
                  <a:lnTo>
                    <a:pt x="982" y="432"/>
                  </a:lnTo>
                  <a:lnTo>
                    <a:pt x="984" y="435"/>
                  </a:lnTo>
                  <a:lnTo>
                    <a:pt x="984" y="436"/>
                  </a:lnTo>
                  <a:lnTo>
                    <a:pt x="986" y="436"/>
                  </a:lnTo>
                  <a:lnTo>
                    <a:pt x="986" y="436"/>
                  </a:lnTo>
                  <a:lnTo>
                    <a:pt x="988" y="436"/>
                  </a:lnTo>
                  <a:lnTo>
                    <a:pt x="988" y="437"/>
                  </a:lnTo>
                  <a:lnTo>
                    <a:pt x="988" y="437"/>
                  </a:lnTo>
                  <a:lnTo>
                    <a:pt x="989" y="437"/>
                  </a:lnTo>
                  <a:lnTo>
                    <a:pt x="989" y="438"/>
                  </a:lnTo>
                  <a:lnTo>
                    <a:pt x="989" y="438"/>
                  </a:lnTo>
                  <a:lnTo>
                    <a:pt x="988" y="438"/>
                  </a:lnTo>
                  <a:lnTo>
                    <a:pt x="988" y="438"/>
                  </a:lnTo>
                  <a:lnTo>
                    <a:pt x="988" y="438"/>
                  </a:lnTo>
                  <a:lnTo>
                    <a:pt x="988" y="439"/>
                  </a:lnTo>
                  <a:lnTo>
                    <a:pt x="987" y="439"/>
                  </a:lnTo>
                  <a:lnTo>
                    <a:pt x="987" y="439"/>
                  </a:lnTo>
                  <a:lnTo>
                    <a:pt x="988" y="441"/>
                  </a:lnTo>
                  <a:lnTo>
                    <a:pt x="988" y="441"/>
                  </a:lnTo>
                  <a:lnTo>
                    <a:pt x="988" y="442"/>
                  </a:lnTo>
                  <a:lnTo>
                    <a:pt x="988" y="442"/>
                  </a:lnTo>
                  <a:lnTo>
                    <a:pt x="989" y="442"/>
                  </a:lnTo>
                  <a:lnTo>
                    <a:pt x="989" y="442"/>
                  </a:lnTo>
                  <a:lnTo>
                    <a:pt x="990" y="442"/>
                  </a:lnTo>
                  <a:lnTo>
                    <a:pt x="990" y="443"/>
                  </a:lnTo>
                  <a:lnTo>
                    <a:pt x="990" y="443"/>
                  </a:lnTo>
                  <a:lnTo>
                    <a:pt x="990" y="444"/>
                  </a:lnTo>
                  <a:lnTo>
                    <a:pt x="991" y="445"/>
                  </a:lnTo>
                  <a:lnTo>
                    <a:pt x="991" y="446"/>
                  </a:lnTo>
                  <a:lnTo>
                    <a:pt x="991" y="446"/>
                  </a:lnTo>
                  <a:lnTo>
                    <a:pt x="993" y="448"/>
                  </a:lnTo>
                  <a:lnTo>
                    <a:pt x="994" y="449"/>
                  </a:lnTo>
                  <a:lnTo>
                    <a:pt x="995" y="450"/>
                  </a:lnTo>
                  <a:lnTo>
                    <a:pt x="995" y="450"/>
                  </a:lnTo>
                  <a:lnTo>
                    <a:pt x="995" y="450"/>
                  </a:lnTo>
                  <a:lnTo>
                    <a:pt x="994" y="451"/>
                  </a:lnTo>
                  <a:lnTo>
                    <a:pt x="994" y="451"/>
                  </a:lnTo>
                  <a:lnTo>
                    <a:pt x="994" y="452"/>
                  </a:lnTo>
                  <a:lnTo>
                    <a:pt x="994" y="453"/>
                  </a:lnTo>
                  <a:lnTo>
                    <a:pt x="994" y="453"/>
                  </a:lnTo>
                  <a:lnTo>
                    <a:pt x="994" y="455"/>
                  </a:lnTo>
                  <a:lnTo>
                    <a:pt x="994" y="455"/>
                  </a:lnTo>
                  <a:lnTo>
                    <a:pt x="994" y="456"/>
                  </a:lnTo>
                  <a:lnTo>
                    <a:pt x="996" y="457"/>
                  </a:lnTo>
                  <a:lnTo>
                    <a:pt x="997" y="458"/>
                  </a:lnTo>
                  <a:lnTo>
                    <a:pt x="997" y="458"/>
                  </a:lnTo>
                  <a:lnTo>
                    <a:pt x="997" y="459"/>
                  </a:lnTo>
                  <a:lnTo>
                    <a:pt x="998" y="459"/>
                  </a:lnTo>
                  <a:lnTo>
                    <a:pt x="998" y="460"/>
                  </a:lnTo>
                  <a:lnTo>
                    <a:pt x="998" y="460"/>
                  </a:lnTo>
                  <a:lnTo>
                    <a:pt x="998" y="460"/>
                  </a:lnTo>
                  <a:lnTo>
                    <a:pt x="1000" y="462"/>
                  </a:lnTo>
                  <a:lnTo>
                    <a:pt x="1000" y="462"/>
                  </a:lnTo>
                  <a:lnTo>
                    <a:pt x="1000" y="464"/>
                  </a:lnTo>
                  <a:lnTo>
                    <a:pt x="1000" y="465"/>
                  </a:lnTo>
                  <a:lnTo>
                    <a:pt x="1000" y="465"/>
                  </a:lnTo>
                  <a:lnTo>
                    <a:pt x="1001" y="465"/>
                  </a:lnTo>
                  <a:lnTo>
                    <a:pt x="1001" y="465"/>
                  </a:lnTo>
                  <a:lnTo>
                    <a:pt x="1001" y="466"/>
                  </a:lnTo>
                  <a:lnTo>
                    <a:pt x="1001" y="466"/>
                  </a:lnTo>
                  <a:lnTo>
                    <a:pt x="1003" y="465"/>
                  </a:lnTo>
                  <a:lnTo>
                    <a:pt x="1004" y="465"/>
                  </a:lnTo>
                  <a:lnTo>
                    <a:pt x="1004" y="467"/>
                  </a:lnTo>
                  <a:lnTo>
                    <a:pt x="1004" y="471"/>
                  </a:lnTo>
                  <a:lnTo>
                    <a:pt x="1004" y="472"/>
                  </a:lnTo>
                  <a:lnTo>
                    <a:pt x="1004" y="473"/>
                  </a:lnTo>
                  <a:lnTo>
                    <a:pt x="1004" y="474"/>
                  </a:lnTo>
                  <a:lnTo>
                    <a:pt x="1007" y="478"/>
                  </a:lnTo>
                  <a:lnTo>
                    <a:pt x="1008" y="478"/>
                  </a:lnTo>
                  <a:lnTo>
                    <a:pt x="1008" y="479"/>
                  </a:lnTo>
                  <a:lnTo>
                    <a:pt x="1008" y="480"/>
                  </a:lnTo>
                  <a:lnTo>
                    <a:pt x="1007" y="480"/>
                  </a:lnTo>
                  <a:lnTo>
                    <a:pt x="1004" y="481"/>
                  </a:lnTo>
                  <a:lnTo>
                    <a:pt x="1004" y="481"/>
                  </a:lnTo>
                  <a:lnTo>
                    <a:pt x="1003" y="482"/>
                  </a:lnTo>
                  <a:lnTo>
                    <a:pt x="1003" y="484"/>
                  </a:lnTo>
                  <a:lnTo>
                    <a:pt x="1005" y="486"/>
                  </a:lnTo>
                  <a:lnTo>
                    <a:pt x="1005" y="487"/>
                  </a:lnTo>
                  <a:lnTo>
                    <a:pt x="1007" y="488"/>
                  </a:lnTo>
                  <a:lnTo>
                    <a:pt x="1007" y="488"/>
                  </a:lnTo>
                  <a:lnTo>
                    <a:pt x="1005" y="489"/>
                  </a:lnTo>
                  <a:lnTo>
                    <a:pt x="1004" y="491"/>
                  </a:lnTo>
                  <a:lnTo>
                    <a:pt x="1004" y="491"/>
                  </a:lnTo>
                  <a:lnTo>
                    <a:pt x="1004" y="492"/>
                  </a:lnTo>
                  <a:lnTo>
                    <a:pt x="1004" y="493"/>
                  </a:lnTo>
                  <a:lnTo>
                    <a:pt x="1004" y="494"/>
                  </a:lnTo>
                  <a:lnTo>
                    <a:pt x="1004" y="495"/>
                  </a:lnTo>
                  <a:lnTo>
                    <a:pt x="1004" y="496"/>
                  </a:lnTo>
                  <a:lnTo>
                    <a:pt x="1004" y="498"/>
                  </a:lnTo>
                  <a:lnTo>
                    <a:pt x="1004" y="499"/>
                  </a:lnTo>
                  <a:lnTo>
                    <a:pt x="1002" y="505"/>
                  </a:lnTo>
                  <a:lnTo>
                    <a:pt x="1001" y="509"/>
                  </a:lnTo>
                  <a:lnTo>
                    <a:pt x="1001" y="510"/>
                  </a:lnTo>
                  <a:lnTo>
                    <a:pt x="998" y="513"/>
                  </a:lnTo>
                  <a:lnTo>
                    <a:pt x="997" y="514"/>
                  </a:lnTo>
                  <a:lnTo>
                    <a:pt x="996" y="519"/>
                  </a:lnTo>
                  <a:lnTo>
                    <a:pt x="996" y="520"/>
                  </a:lnTo>
                  <a:lnTo>
                    <a:pt x="995" y="520"/>
                  </a:lnTo>
                  <a:lnTo>
                    <a:pt x="994" y="521"/>
                  </a:lnTo>
                  <a:lnTo>
                    <a:pt x="994" y="522"/>
                  </a:lnTo>
                  <a:lnTo>
                    <a:pt x="994" y="524"/>
                  </a:lnTo>
                  <a:lnTo>
                    <a:pt x="994" y="524"/>
                  </a:lnTo>
                  <a:lnTo>
                    <a:pt x="994" y="525"/>
                  </a:lnTo>
                  <a:lnTo>
                    <a:pt x="995" y="525"/>
                  </a:lnTo>
                  <a:lnTo>
                    <a:pt x="995" y="528"/>
                  </a:lnTo>
                  <a:lnTo>
                    <a:pt x="995" y="528"/>
                  </a:lnTo>
                  <a:lnTo>
                    <a:pt x="996" y="530"/>
                  </a:lnTo>
                  <a:lnTo>
                    <a:pt x="996" y="530"/>
                  </a:lnTo>
                  <a:lnTo>
                    <a:pt x="996" y="532"/>
                  </a:lnTo>
                  <a:lnTo>
                    <a:pt x="995" y="534"/>
                  </a:lnTo>
                  <a:lnTo>
                    <a:pt x="994" y="536"/>
                  </a:lnTo>
                  <a:lnTo>
                    <a:pt x="993" y="538"/>
                  </a:lnTo>
                  <a:lnTo>
                    <a:pt x="993" y="539"/>
                  </a:lnTo>
                  <a:lnTo>
                    <a:pt x="993" y="544"/>
                  </a:lnTo>
                  <a:lnTo>
                    <a:pt x="994" y="545"/>
                  </a:lnTo>
                  <a:lnTo>
                    <a:pt x="995" y="546"/>
                  </a:lnTo>
                  <a:lnTo>
                    <a:pt x="996" y="548"/>
                  </a:lnTo>
                  <a:lnTo>
                    <a:pt x="996" y="550"/>
                  </a:lnTo>
                  <a:lnTo>
                    <a:pt x="996" y="550"/>
                  </a:lnTo>
                  <a:lnTo>
                    <a:pt x="996" y="552"/>
                  </a:lnTo>
                  <a:lnTo>
                    <a:pt x="996" y="553"/>
                  </a:lnTo>
                  <a:lnTo>
                    <a:pt x="996" y="555"/>
                  </a:lnTo>
                  <a:lnTo>
                    <a:pt x="996" y="556"/>
                  </a:lnTo>
                  <a:lnTo>
                    <a:pt x="997" y="556"/>
                  </a:lnTo>
                  <a:lnTo>
                    <a:pt x="997" y="558"/>
                  </a:lnTo>
                  <a:lnTo>
                    <a:pt x="997" y="559"/>
                  </a:lnTo>
                  <a:lnTo>
                    <a:pt x="997" y="560"/>
                  </a:lnTo>
                  <a:lnTo>
                    <a:pt x="997" y="563"/>
                  </a:lnTo>
                  <a:lnTo>
                    <a:pt x="996" y="564"/>
                  </a:lnTo>
                  <a:lnTo>
                    <a:pt x="996" y="565"/>
                  </a:lnTo>
                  <a:lnTo>
                    <a:pt x="997" y="566"/>
                  </a:lnTo>
                  <a:lnTo>
                    <a:pt x="993" y="572"/>
                  </a:lnTo>
                  <a:lnTo>
                    <a:pt x="991" y="574"/>
                  </a:lnTo>
                  <a:lnTo>
                    <a:pt x="989" y="574"/>
                  </a:lnTo>
                  <a:lnTo>
                    <a:pt x="988" y="574"/>
                  </a:lnTo>
                  <a:lnTo>
                    <a:pt x="987" y="575"/>
                  </a:lnTo>
                  <a:lnTo>
                    <a:pt x="987" y="577"/>
                  </a:lnTo>
                  <a:lnTo>
                    <a:pt x="986" y="578"/>
                  </a:lnTo>
                  <a:lnTo>
                    <a:pt x="980" y="587"/>
                  </a:lnTo>
                  <a:lnTo>
                    <a:pt x="980" y="591"/>
                  </a:lnTo>
                  <a:lnTo>
                    <a:pt x="982" y="594"/>
                  </a:lnTo>
                  <a:lnTo>
                    <a:pt x="987" y="599"/>
                  </a:lnTo>
                  <a:lnTo>
                    <a:pt x="988" y="601"/>
                  </a:lnTo>
                  <a:lnTo>
                    <a:pt x="987" y="603"/>
                  </a:lnTo>
                  <a:lnTo>
                    <a:pt x="986" y="603"/>
                  </a:lnTo>
                  <a:lnTo>
                    <a:pt x="983" y="602"/>
                  </a:lnTo>
                  <a:lnTo>
                    <a:pt x="974" y="603"/>
                  </a:lnTo>
                  <a:lnTo>
                    <a:pt x="972" y="603"/>
                  </a:lnTo>
                  <a:lnTo>
                    <a:pt x="969" y="605"/>
                  </a:lnTo>
                  <a:lnTo>
                    <a:pt x="967" y="606"/>
                  </a:lnTo>
                  <a:lnTo>
                    <a:pt x="960" y="609"/>
                  </a:lnTo>
                  <a:lnTo>
                    <a:pt x="951" y="614"/>
                  </a:lnTo>
                  <a:lnTo>
                    <a:pt x="926" y="627"/>
                  </a:lnTo>
                  <a:lnTo>
                    <a:pt x="924" y="629"/>
                  </a:lnTo>
                  <a:lnTo>
                    <a:pt x="921" y="634"/>
                  </a:lnTo>
                  <a:lnTo>
                    <a:pt x="918" y="635"/>
                  </a:lnTo>
                  <a:lnTo>
                    <a:pt x="917" y="634"/>
                  </a:lnTo>
                  <a:lnTo>
                    <a:pt x="916" y="634"/>
                  </a:lnTo>
                  <a:lnTo>
                    <a:pt x="917" y="632"/>
                  </a:lnTo>
                  <a:lnTo>
                    <a:pt x="923" y="625"/>
                  </a:lnTo>
                  <a:lnTo>
                    <a:pt x="925" y="624"/>
                  </a:lnTo>
                  <a:lnTo>
                    <a:pt x="926" y="624"/>
                  </a:lnTo>
                  <a:lnTo>
                    <a:pt x="928" y="623"/>
                  </a:lnTo>
                  <a:lnTo>
                    <a:pt x="929" y="623"/>
                  </a:lnTo>
                  <a:lnTo>
                    <a:pt x="929" y="623"/>
                  </a:lnTo>
                  <a:lnTo>
                    <a:pt x="931" y="620"/>
                  </a:lnTo>
                  <a:lnTo>
                    <a:pt x="932" y="620"/>
                  </a:lnTo>
                  <a:lnTo>
                    <a:pt x="933" y="620"/>
                  </a:lnTo>
                  <a:lnTo>
                    <a:pt x="937" y="620"/>
                  </a:lnTo>
                  <a:lnTo>
                    <a:pt x="938" y="618"/>
                  </a:lnTo>
                  <a:lnTo>
                    <a:pt x="939" y="618"/>
                  </a:lnTo>
                  <a:lnTo>
                    <a:pt x="939" y="616"/>
                  </a:lnTo>
                  <a:lnTo>
                    <a:pt x="939" y="615"/>
                  </a:lnTo>
                  <a:lnTo>
                    <a:pt x="939" y="616"/>
                  </a:lnTo>
                  <a:lnTo>
                    <a:pt x="938" y="617"/>
                  </a:lnTo>
                  <a:lnTo>
                    <a:pt x="936" y="616"/>
                  </a:lnTo>
                  <a:lnTo>
                    <a:pt x="935" y="615"/>
                  </a:lnTo>
                  <a:lnTo>
                    <a:pt x="933" y="615"/>
                  </a:lnTo>
                  <a:lnTo>
                    <a:pt x="932" y="615"/>
                  </a:lnTo>
                  <a:lnTo>
                    <a:pt x="921" y="618"/>
                  </a:lnTo>
                  <a:lnTo>
                    <a:pt x="917" y="620"/>
                  </a:lnTo>
                  <a:lnTo>
                    <a:pt x="916" y="620"/>
                  </a:lnTo>
                  <a:lnTo>
                    <a:pt x="915" y="620"/>
                  </a:lnTo>
                  <a:lnTo>
                    <a:pt x="915" y="618"/>
                  </a:lnTo>
                  <a:lnTo>
                    <a:pt x="915" y="617"/>
                  </a:lnTo>
                  <a:lnTo>
                    <a:pt x="915" y="617"/>
                  </a:lnTo>
                  <a:lnTo>
                    <a:pt x="916" y="617"/>
                  </a:lnTo>
                  <a:lnTo>
                    <a:pt x="917" y="617"/>
                  </a:lnTo>
                  <a:lnTo>
                    <a:pt x="918" y="615"/>
                  </a:lnTo>
                  <a:lnTo>
                    <a:pt x="919" y="613"/>
                  </a:lnTo>
                  <a:lnTo>
                    <a:pt x="921" y="609"/>
                  </a:lnTo>
                  <a:lnTo>
                    <a:pt x="921" y="605"/>
                  </a:lnTo>
                  <a:lnTo>
                    <a:pt x="922" y="602"/>
                  </a:lnTo>
                  <a:lnTo>
                    <a:pt x="921" y="601"/>
                  </a:lnTo>
                  <a:lnTo>
                    <a:pt x="921" y="600"/>
                  </a:lnTo>
                  <a:lnTo>
                    <a:pt x="921" y="599"/>
                  </a:lnTo>
                  <a:lnTo>
                    <a:pt x="919" y="599"/>
                  </a:lnTo>
                  <a:lnTo>
                    <a:pt x="918" y="598"/>
                  </a:lnTo>
                  <a:lnTo>
                    <a:pt x="918" y="596"/>
                  </a:lnTo>
                  <a:lnTo>
                    <a:pt x="917" y="596"/>
                  </a:lnTo>
                  <a:lnTo>
                    <a:pt x="917" y="596"/>
                  </a:lnTo>
                  <a:lnTo>
                    <a:pt x="915" y="598"/>
                  </a:lnTo>
                  <a:lnTo>
                    <a:pt x="912" y="599"/>
                  </a:lnTo>
                  <a:lnTo>
                    <a:pt x="911" y="600"/>
                  </a:lnTo>
                  <a:lnTo>
                    <a:pt x="910" y="600"/>
                  </a:lnTo>
                  <a:lnTo>
                    <a:pt x="910" y="603"/>
                  </a:lnTo>
                  <a:lnTo>
                    <a:pt x="909" y="607"/>
                  </a:lnTo>
                  <a:lnTo>
                    <a:pt x="907" y="608"/>
                  </a:lnTo>
                  <a:lnTo>
                    <a:pt x="903" y="607"/>
                  </a:lnTo>
                  <a:lnTo>
                    <a:pt x="901" y="606"/>
                  </a:lnTo>
                  <a:lnTo>
                    <a:pt x="899" y="603"/>
                  </a:lnTo>
                  <a:lnTo>
                    <a:pt x="894" y="603"/>
                  </a:lnTo>
                  <a:lnTo>
                    <a:pt x="894" y="605"/>
                  </a:lnTo>
                  <a:lnTo>
                    <a:pt x="895" y="606"/>
                  </a:lnTo>
                  <a:lnTo>
                    <a:pt x="895" y="606"/>
                  </a:lnTo>
                  <a:lnTo>
                    <a:pt x="896" y="607"/>
                  </a:lnTo>
                  <a:lnTo>
                    <a:pt x="899" y="607"/>
                  </a:lnTo>
                  <a:lnTo>
                    <a:pt x="899" y="607"/>
                  </a:lnTo>
                  <a:lnTo>
                    <a:pt x="899" y="608"/>
                  </a:lnTo>
                  <a:lnTo>
                    <a:pt x="897" y="609"/>
                  </a:lnTo>
                  <a:lnTo>
                    <a:pt x="897" y="610"/>
                  </a:lnTo>
                  <a:lnTo>
                    <a:pt x="897" y="612"/>
                  </a:lnTo>
                  <a:lnTo>
                    <a:pt x="900" y="613"/>
                  </a:lnTo>
                  <a:lnTo>
                    <a:pt x="900" y="615"/>
                  </a:lnTo>
                  <a:lnTo>
                    <a:pt x="899" y="616"/>
                  </a:lnTo>
                  <a:lnTo>
                    <a:pt x="899" y="617"/>
                  </a:lnTo>
                  <a:lnTo>
                    <a:pt x="897" y="620"/>
                  </a:lnTo>
                  <a:lnTo>
                    <a:pt x="900" y="621"/>
                  </a:lnTo>
                  <a:lnTo>
                    <a:pt x="905" y="623"/>
                  </a:lnTo>
                  <a:lnTo>
                    <a:pt x="905" y="624"/>
                  </a:lnTo>
                  <a:lnTo>
                    <a:pt x="904" y="624"/>
                  </a:lnTo>
                  <a:lnTo>
                    <a:pt x="903" y="625"/>
                  </a:lnTo>
                  <a:lnTo>
                    <a:pt x="902" y="625"/>
                  </a:lnTo>
                  <a:lnTo>
                    <a:pt x="902" y="627"/>
                  </a:lnTo>
                  <a:lnTo>
                    <a:pt x="904" y="628"/>
                  </a:lnTo>
                  <a:lnTo>
                    <a:pt x="904" y="629"/>
                  </a:lnTo>
                  <a:lnTo>
                    <a:pt x="904" y="630"/>
                  </a:lnTo>
                  <a:lnTo>
                    <a:pt x="907" y="630"/>
                  </a:lnTo>
                  <a:lnTo>
                    <a:pt x="907" y="629"/>
                  </a:lnTo>
                  <a:lnTo>
                    <a:pt x="905" y="629"/>
                  </a:lnTo>
                  <a:lnTo>
                    <a:pt x="905" y="629"/>
                  </a:lnTo>
                  <a:lnTo>
                    <a:pt x="905" y="629"/>
                  </a:lnTo>
                  <a:lnTo>
                    <a:pt x="907" y="629"/>
                  </a:lnTo>
                  <a:lnTo>
                    <a:pt x="907" y="628"/>
                  </a:lnTo>
                  <a:lnTo>
                    <a:pt x="909" y="631"/>
                  </a:lnTo>
                  <a:lnTo>
                    <a:pt x="909" y="632"/>
                  </a:lnTo>
                  <a:lnTo>
                    <a:pt x="910" y="632"/>
                  </a:lnTo>
                  <a:lnTo>
                    <a:pt x="914" y="634"/>
                  </a:lnTo>
                  <a:lnTo>
                    <a:pt x="914" y="634"/>
                  </a:lnTo>
                  <a:lnTo>
                    <a:pt x="914" y="634"/>
                  </a:lnTo>
                  <a:lnTo>
                    <a:pt x="914" y="635"/>
                  </a:lnTo>
                  <a:lnTo>
                    <a:pt x="914" y="635"/>
                  </a:lnTo>
                  <a:lnTo>
                    <a:pt x="911" y="634"/>
                  </a:lnTo>
                  <a:lnTo>
                    <a:pt x="910" y="634"/>
                  </a:lnTo>
                  <a:lnTo>
                    <a:pt x="909" y="634"/>
                  </a:lnTo>
                  <a:lnTo>
                    <a:pt x="908" y="636"/>
                  </a:lnTo>
                  <a:lnTo>
                    <a:pt x="908" y="637"/>
                  </a:lnTo>
                  <a:lnTo>
                    <a:pt x="907" y="639"/>
                  </a:lnTo>
                  <a:lnTo>
                    <a:pt x="905" y="641"/>
                  </a:lnTo>
                  <a:lnTo>
                    <a:pt x="904" y="639"/>
                  </a:lnTo>
                  <a:lnTo>
                    <a:pt x="904" y="639"/>
                  </a:lnTo>
                  <a:lnTo>
                    <a:pt x="904" y="641"/>
                  </a:lnTo>
                  <a:lnTo>
                    <a:pt x="903" y="642"/>
                  </a:lnTo>
                  <a:lnTo>
                    <a:pt x="902" y="643"/>
                  </a:lnTo>
                  <a:lnTo>
                    <a:pt x="901" y="643"/>
                  </a:lnTo>
                  <a:lnTo>
                    <a:pt x="901" y="643"/>
                  </a:lnTo>
                  <a:lnTo>
                    <a:pt x="901" y="643"/>
                  </a:lnTo>
                  <a:lnTo>
                    <a:pt x="901" y="643"/>
                  </a:lnTo>
                  <a:lnTo>
                    <a:pt x="901" y="644"/>
                  </a:lnTo>
                  <a:lnTo>
                    <a:pt x="901" y="644"/>
                  </a:lnTo>
                  <a:lnTo>
                    <a:pt x="895" y="650"/>
                  </a:lnTo>
                  <a:lnTo>
                    <a:pt x="894" y="651"/>
                  </a:lnTo>
                  <a:lnTo>
                    <a:pt x="892" y="653"/>
                  </a:lnTo>
                  <a:lnTo>
                    <a:pt x="890" y="651"/>
                  </a:lnTo>
                  <a:lnTo>
                    <a:pt x="890" y="651"/>
                  </a:lnTo>
                  <a:lnTo>
                    <a:pt x="889" y="651"/>
                  </a:lnTo>
                  <a:lnTo>
                    <a:pt x="887" y="650"/>
                  </a:lnTo>
                  <a:lnTo>
                    <a:pt x="888" y="651"/>
                  </a:lnTo>
                  <a:lnTo>
                    <a:pt x="889" y="653"/>
                  </a:lnTo>
                  <a:lnTo>
                    <a:pt x="888" y="655"/>
                  </a:lnTo>
                  <a:lnTo>
                    <a:pt x="888" y="657"/>
                  </a:lnTo>
                  <a:lnTo>
                    <a:pt x="889" y="660"/>
                  </a:lnTo>
                  <a:lnTo>
                    <a:pt x="889" y="663"/>
                  </a:lnTo>
                  <a:lnTo>
                    <a:pt x="889" y="664"/>
                  </a:lnTo>
                  <a:lnTo>
                    <a:pt x="889" y="665"/>
                  </a:lnTo>
                  <a:lnTo>
                    <a:pt x="883" y="670"/>
                  </a:lnTo>
                  <a:lnTo>
                    <a:pt x="881" y="671"/>
                  </a:lnTo>
                  <a:lnTo>
                    <a:pt x="878" y="675"/>
                  </a:lnTo>
                  <a:lnTo>
                    <a:pt x="873" y="679"/>
                  </a:lnTo>
                  <a:lnTo>
                    <a:pt x="872" y="680"/>
                  </a:lnTo>
                  <a:lnTo>
                    <a:pt x="871" y="680"/>
                  </a:lnTo>
                  <a:lnTo>
                    <a:pt x="869" y="681"/>
                  </a:lnTo>
                  <a:lnTo>
                    <a:pt x="864" y="685"/>
                  </a:lnTo>
                  <a:lnTo>
                    <a:pt x="856" y="692"/>
                  </a:lnTo>
                  <a:lnTo>
                    <a:pt x="852" y="693"/>
                  </a:lnTo>
                  <a:lnTo>
                    <a:pt x="849" y="694"/>
                  </a:lnTo>
                  <a:lnTo>
                    <a:pt x="845" y="694"/>
                  </a:lnTo>
                  <a:lnTo>
                    <a:pt x="842" y="694"/>
                  </a:lnTo>
                  <a:lnTo>
                    <a:pt x="838" y="695"/>
                  </a:lnTo>
                  <a:lnTo>
                    <a:pt x="828" y="699"/>
                  </a:lnTo>
                  <a:lnTo>
                    <a:pt x="828" y="700"/>
                  </a:lnTo>
                  <a:lnTo>
                    <a:pt x="828" y="701"/>
                  </a:lnTo>
                  <a:lnTo>
                    <a:pt x="828" y="702"/>
                  </a:lnTo>
                  <a:lnTo>
                    <a:pt x="828" y="703"/>
                  </a:lnTo>
                  <a:lnTo>
                    <a:pt x="828" y="703"/>
                  </a:lnTo>
                  <a:lnTo>
                    <a:pt x="828" y="705"/>
                  </a:lnTo>
                  <a:lnTo>
                    <a:pt x="828" y="705"/>
                  </a:lnTo>
                  <a:lnTo>
                    <a:pt x="828" y="705"/>
                  </a:lnTo>
                  <a:lnTo>
                    <a:pt x="829" y="705"/>
                  </a:lnTo>
                  <a:lnTo>
                    <a:pt x="829" y="705"/>
                  </a:lnTo>
                  <a:lnTo>
                    <a:pt x="830" y="705"/>
                  </a:lnTo>
                  <a:lnTo>
                    <a:pt x="840" y="698"/>
                  </a:lnTo>
                  <a:lnTo>
                    <a:pt x="843" y="696"/>
                  </a:lnTo>
                  <a:lnTo>
                    <a:pt x="846" y="696"/>
                  </a:lnTo>
                  <a:lnTo>
                    <a:pt x="837" y="702"/>
                  </a:lnTo>
                  <a:lnTo>
                    <a:pt x="832" y="706"/>
                  </a:lnTo>
                  <a:lnTo>
                    <a:pt x="824" y="708"/>
                  </a:lnTo>
                  <a:lnTo>
                    <a:pt x="820" y="711"/>
                  </a:lnTo>
                  <a:lnTo>
                    <a:pt x="815" y="713"/>
                  </a:lnTo>
                  <a:lnTo>
                    <a:pt x="809" y="716"/>
                  </a:lnTo>
                  <a:lnTo>
                    <a:pt x="807" y="717"/>
                  </a:lnTo>
                  <a:lnTo>
                    <a:pt x="809" y="715"/>
                  </a:lnTo>
                  <a:lnTo>
                    <a:pt x="811" y="714"/>
                  </a:lnTo>
                  <a:lnTo>
                    <a:pt x="823" y="707"/>
                  </a:lnTo>
                  <a:lnTo>
                    <a:pt x="824" y="707"/>
                  </a:lnTo>
                  <a:lnTo>
                    <a:pt x="825" y="706"/>
                  </a:lnTo>
                  <a:lnTo>
                    <a:pt x="825" y="705"/>
                  </a:lnTo>
                  <a:lnTo>
                    <a:pt x="825" y="703"/>
                  </a:lnTo>
                  <a:lnTo>
                    <a:pt x="823" y="702"/>
                  </a:lnTo>
                  <a:lnTo>
                    <a:pt x="822" y="702"/>
                  </a:lnTo>
                  <a:lnTo>
                    <a:pt x="820" y="705"/>
                  </a:lnTo>
                  <a:lnTo>
                    <a:pt x="818" y="705"/>
                  </a:lnTo>
                  <a:lnTo>
                    <a:pt x="816" y="706"/>
                  </a:lnTo>
                  <a:lnTo>
                    <a:pt x="811" y="708"/>
                  </a:lnTo>
                  <a:lnTo>
                    <a:pt x="808" y="709"/>
                  </a:lnTo>
                  <a:lnTo>
                    <a:pt x="807" y="709"/>
                  </a:lnTo>
                  <a:lnTo>
                    <a:pt x="807" y="708"/>
                  </a:lnTo>
                  <a:lnTo>
                    <a:pt x="808" y="707"/>
                  </a:lnTo>
                  <a:lnTo>
                    <a:pt x="811" y="706"/>
                  </a:lnTo>
                  <a:lnTo>
                    <a:pt x="813" y="706"/>
                  </a:lnTo>
                  <a:lnTo>
                    <a:pt x="814" y="706"/>
                  </a:lnTo>
                  <a:lnTo>
                    <a:pt x="814" y="705"/>
                  </a:lnTo>
                  <a:lnTo>
                    <a:pt x="811" y="705"/>
                  </a:lnTo>
                  <a:lnTo>
                    <a:pt x="811" y="705"/>
                  </a:lnTo>
                  <a:lnTo>
                    <a:pt x="810" y="706"/>
                  </a:lnTo>
                  <a:lnTo>
                    <a:pt x="809" y="706"/>
                  </a:lnTo>
                  <a:lnTo>
                    <a:pt x="807" y="706"/>
                  </a:lnTo>
                  <a:lnTo>
                    <a:pt x="807" y="705"/>
                  </a:lnTo>
                  <a:lnTo>
                    <a:pt x="807" y="703"/>
                  </a:lnTo>
                  <a:lnTo>
                    <a:pt x="809" y="700"/>
                  </a:lnTo>
                  <a:lnTo>
                    <a:pt x="809" y="700"/>
                  </a:lnTo>
                  <a:lnTo>
                    <a:pt x="808" y="699"/>
                  </a:lnTo>
                  <a:lnTo>
                    <a:pt x="807" y="699"/>
                  </a:lnTo>
                  <a:lnTo>
                    <a:pt x="806" y="700"/>
                  </a:lnTo>
                  <a:lnTo>
                    <a:pt x="804" y="700"/>
                  </a:lnTo>
                  <a:lnTo>
                    <a:pt x="803" y="701"/>
                  </a:lnTo>
                  <a:lnTo>
                    <a:pt x="803" y="700"/>
                  </a:lnTo>
                  <a:lnTo>
                    <a:pt x="802" y="701"/>
                  </a:lnTo>
                  <a:lnTo>
                    <a:pt x="800" y="703"/>
                  </a:lnTo>
                  <a:lnTo>
                    <a:pt x="799" y="705"/>
                  </a:lnTo>
                  <a:lnTo>
                    <a:pt x="796" y="705"/>
                  </a:lnTo>
                  <a:lnTo>
                    <a:pt x="796" y="705"/>
                  </a:lnTo>
                  <a:lnTo>
                    <a:pt x="796" y="705"/>
                  </a:lnTo>
                  <a:lnTo>
                    <a:pt x="796" y="703"/>
                  </a:lnTo>
                  <a:lnTo>
                    <a:pt x="794" y="701"/>
                  </a:lnTo>
                  <a:lnTo>
                    <a:pt x="793" y="700"/>
                  </a:lnTo>
                  <a:lnTo>
                    <a:pt x="794" y="699"/>
                  </a:lnTo>
                  <a:lnTo>
                    <a:pt x="794" y="698"/>
                  </a:lnTo>
                  <a:lnTo>
                    <a:pt x="794" y="696"/>
                  </a:lnTo>
                  <a:lnTo>
                    <a:pt x="793" y="695"/>
                  </a:lnTo>
                  <a:lnTo>
                    <a:pt x="792" y="696"/>
                  </a:lnTo>
                  <a:lnTo>
                    <a:pt x="792" y="696"/>
                  </a:lnTo>
                  <a:lnTo>
                    <a:pt x="790" y="696"/>
                  </a:lnTo>
                  <a:lnTo>
                    <a:pt x="789" y="694"/>
                  </a:lnTo>
                  <a:lnTo>
                    <a:pt x="789" y="694"/>
                  </a:lnTo>
                  <a:lnTo>
                    <a:pt x="788" y="694"/>
                  </a:lnTo>
                  <a:lnTo>
                    <a:pt x="788" y="695"/>
                  </a:lnTo>
                  <a:lnTo>
                    <a:pt x="789" y="696"/>
                  </a:lnTo>
                  <a:lnTo>
                    <a:pt x="789" y="698"/>
                  </a:lnTo>
                  <a:lnTo>
                    <a:pt x="790" y="699"/>
                  </a:lnTo>
                  <a:lnTo>
                    <a:pt x="790" y="699"/>
                  </a:lnTo>
                  <a:lnTo>
                    <a:pt x="792" y="698"/>
                  </a:lnTo>
                  <a:lnTo>
                    <a:pt x="792" y="698"/>
                  </a:lnTo>
                  <a:lnTo>
                    <a:pt x="793" y="699"/>
                  </a:lnTo>
                  <a:lnTo>
                    <a:pt x="793" y="699"/>
                  </a:lnTo>
                  <a:lnTo>
                    <a:pt x="792" y="700"/>
                  </a:lnTo>
                  <a:lnTo>
                    <a:pt x="792" y="700"/>
                  </a:lnTo>
                  <a:lnTo>
                    <a:pt x="790" y="700"/>
                  </a:lnTo>
                  <a:lnTo>
                    <a:pt x="790" y="701"/>
                  </a:lnTo>
                  <a:lnTo>
                    <a:pt x="792" y="702"/>
                  </a:lnTo>
                  <a:lnTo>
                    <a:pt x="792" y="702"/>
                  </a:lnTo>
                  <a:lnTo>
                    <a:pt x="792" y="703"/>
                  </a:lnTo>
                  <a:lnTo>
                    <a:pt x="792" y="705"/>
                  </a:lnTo>
                  <a:lnTo>
                    <a:pt x="792" y="705"/>
                  </a:lnTo>
                  <a:lnTo>
                    <a:pt x="795" y="706"/>
                  </a:lnTo>
                  <a:lnTo>
                    <a:pt x="790" y="709"/>
                  </a:lnTo>
                  <a:lnTo>
                    <a:pt x="788" y="710"/>
                  </a:lnTo>
                  <a:lnTo>
                    <a:pt x="785" y="710"/>
                  </a:lnTo>
                  <a:lnTo>
                    <a:pt x="787" y="709"/>
                  </a:lnTo>
                  <a:lnTo>
                    <a:pt x="788" y="709"/>
                  </a:lnTo>
                  <a:lnTo>
                    <a:pt x="789" y="709"/>
                  </a:lnTo>
                  <a:lnTo>
                    <a:pt x="789" y="707"/>
                  </a:lnTo>
                  <a:lnTo>
                    <a:pt x="789" y="706"/>
                  </a:lnTo>
                  <a:lnTo>
                    <a:pt x="786" y="707"/>
                  </a:lnTo>
                  <a:lnTo>
                    <a:pt x="785" y="706"/>
                  </a:lnTo>
                  <a:lnTo>
                    <a:pt x="785" y="705"/>
                  </a:lnTo>
                  <a:lnTo>
                    <a:pt x="784" y="705"/>
                  </a:lnTo>
                  <a:lnTo>
                    <a:pt x="784" y="705"/>
                  </a:lnTo>
                  <a:lnTo>
                    <a:pt x="782" y="705"/>
                  </a:lnTo>
                  <a:lnTo>
                    <a:pt x="781" y="705"/>
                  </a:lnTo>
                  <a:lnTo>
                    <a:pt x="781" y="705"/>
                  </a:lnTo>
                  <a:lnTo>
                    <a:pt x="780" y="705"/>
                  </a:lnTo>
                  <a:lnTo>
                    <a:pt x="780" y="703"/>
                  </a:lnTo>
                  <a:lnTo>
                    <a:pt x="780" y="703"/>
                  </a:lnTo>
                  <a:lnTo>
                    <a:pt x="780" y="702"/>
                  </a:lnTo>
                  <a:lnTo>
                    <a:pt x="780" y="702"/>
                  </a:lnTo>
                  <a:lnTo>
                    <a:pt x="779" y="701"/>
                  </a:lnTo>
                  <a:lnTo>
                    <a:pt x="779" y="700"/>
                  </a:lnTo>
                  <a:lnTo>
                    <a:pt x="779" y="700"/>
                  </a:lnTo>
                  <a:lnTo>
                    <a:pt x="778" y="699"/>
                  </a:lnTo>
                  <a:lnTo>
                    <a:pt x="778" y="698"/>
                  </a:lnTo>
                  <a:lnTo>
                    <a:pt x="777" y="698"/>
                  </a:lnTo>
                  <a:lnTo>
                    <a:pt x="775" y="698"/>
                  </a:lnTo>
                  <a:lnTo>
                    <a:pt x="774" y="699"/>
                  </a:lnTo>
                  <a:lnTo>
                    <a:pt x="774" y="698"/>
                  </a:lnTo>
                  <a:lnTo>
                    <a:pt x="773" y="698"/>
                  </a:lnTo>
                  <a:lnTo>
                    <a:pt x="772" y="698"/>
                  </a:lnTo>
                  <a:lnTo>
                    <a:pt x="773" y="700"/>
                  </a:lnTo>
                  <a:lnTo>
                    <a:pt x="773" y="701"/>
                  </a:lnTo>
                  <a:lnTo>
                    <a:pt x="774" y="702"/>
                  </a:lnTo>
                  <a:lnTo>
                    <a:pt x="777" y="706"/>
                  </a:lnTo>
                  <a:lnTo>
                    <a:pt x="777" y="706"/>
                  </a:lnTo>
                  <a:lnTo>
                    <a:pt x="777" y="707"/>
                  </a:lnTo>
                  <a:lnTo>
                    <a:pt x="777" y="708"/>
                  </a:lnTo>
                  <a:lnTo>
                    <a:pt x="777" y="710"/>
                  </a:lnTo>
                  <a:lnTo>
                    <a:pt x="777" y="710"/>
                  </a:lnTo>
                  <a:lnTo>
                    <a:pt x="777" y="711"/>
                  </a:lnTo>
                  <a:lnTo>
                    <a:pt x="778" y="711"/>
                  </a:lnTo>
                  <a:lnTo>
                    <a:pt x="778" y="710"/>
                  </a:lnTo>
                  <a:lnTo>
                    <a:pt x="779" y="711"/>
                  </a:lnTo>
                  <a:lnTo>
                    <a:pt x="781" y="713"/>
                  </a:lnTo>
                  <a:lnTo>
                    <a:pt x="784" y="713"/>
                  </a:lnTo>
                  <a:lnTo>
                    <a:pt x="784" y="714"/>
                  </a:lnTo>
                  <a:lnTo>
                    <a:pt x="785" y="714"/>
                  </a:lnTo>
                  <a:lnTo>
                    <a:pt x="785" y="715"/>
                  </a:lnTo>
                  <a:lnTo>
                    <a:pt x="786" y="716"/>
                  </a:lnTo>
                  <a:lnTo>
                    <a:pt x="781" y="718"/>
                  </a:lnTo>
                  <a:lnTo>
                    <a:pt x="781" y="718"/>
                  </a:lnTo>
                  <a:lnTo>
                    <a:pt x="781" y="721"/>
                  </a:lnTo>
                  <a:lnTo>
                    <a:pt x="782" y="721"/>
                  </a:lnTo>
                  <a:lnTo>
                    <a:pt x="784" y="720"/>
                  </a:lnTo>
                  <a:lnTo>
                    <a:pt x="785" y="718"/>
                  </a:lnTo>
                  <a:lnTo>
                    <a:pt x="787" y="718"/>
                  </a:lnTo>
                  <a:lnTo>
                    <a:pt x="790" y="718"/>
                  </a:lnTo>
                  <a:lnTo>
                    <a:pt x="793" y="721"/>
                  </a:lnTo>
                  <a:lnTo>
                    <a:pt x="793" y="723"/>
                  </a:lnTo>
                  <a:lnTo>
                    <a:pt x="787" y="727"/>
                  </a:lnTo>
                  <a:lnTo>
                    <a:pt x="786" y="727"/>
                  </a:lnTo>
                  <a:lnTo>
                    <a:pt x="784" y="729"/>
                  </a:lnTo>
                  <a:lnTo>
                    <a:pt x="782" y="729"/>
                  </a:lnTo>
                  <a:lnTo>
                    <a:pt x="773" y="734"/>
                  </a:lnTo>
                  <a:lnTo>
                    <a:pt x="772" y="732"/>
                  </a:lnTo>
                  <a:lnTo>
                    <a:pt x="771" y="734"/>
                  </a:lnTo>
                  <a:lnTo>
                    <a:pt x="770" y="732"/>
                  </a:lnTo>
                  <a:lnTo>
                    <a:pt x="770" y="731"/>
                  </a:lnTo>
                  <a:lnTo>
                    <a:pt x="768" y="728"/>
                  </a:lnTo>
                  <a:lnTo>
                    <a:pt x="768" y="727"/>
                  </a:lnTo>
                  <a:lnTo>
                    <a:pt x="768" y="727"/>
                  </a:lnTo>
                  <a:lnTo>
                    <a:pt x="766" y="727"/>
                  </a:lnTo>
                  <a:lnTo>
                    <a:pt x="766" y="727"/>
                  </a:lnTo>
                  <a:lnTo>
                    <a:pt x="766" y="725"/>
                  </a:lnTo>
                  <a:lnTo>
                    <a:pt x="766" y="724"/>
                  </a:lnTo>
                  <a:lnTo>
                    <a:pt x="766" y="724"/>
                  </a:lnTo>
                  <a:lnTo>
                    <a:pt x="765" y="723"/>
                  </a:lnTo>
                  <a:lnTo>
                    <a:pt x="765" y="723"/>
                  </a:lnTo>
                  <a:lnTo>
                    <a:pt x="764" y="723"/>
                  </a:lnTo>
                  <a:lnTo>
                    <a:pt x="763" y="721"/>
                  </a:lnTo>
                  <a:lnTo>
                    <a:pt x="761" y="720"/>
                  </a:lnTo>
                  <a:lnTo>
                    <a:pt x="761" y="721"/>
                  </a:lnTo>
                  <a:lnTo>
                    <a:pt x="760" y="721"/>
                  </a:lnTo>
                  <a:lnTo>
                    <a:pt x="760" y="722"/>
                  </a:lnTo>
                  <a:lnTo>
                    <a:pt x="760" y="723"/>
                  </a:lnTo>
                  <a:lnTo>
                    <a:pt x="761" y="722"/>
                  </a:lnTo>
                  <a:lnTo>
                    <a:pt x="764" y="724"/>
                  </a:lnTo>
                  <a:lnTo>
                    <a:pt x="764" y="724"/>
                  </a:lnTo>
                  <a:lnTo>
                    <a:pt x="764" y="727"/>
                  </a:lnTo>
                  <a:lnTo>
                    <a:pt x="764" y="727"/>
                  </a:lnTo>
                  <a:lnTo>
                    <a:pt x="761" y="727"/>
                  </a:lnTo>
                  <a:lnTo>
                    <a:pt x="760" y="725"/>
                  </a:lnTo>
                  <a:lnTo>
                    <a:pt x="759" y="724"/>
                  </a:lnTo>
                  <a:lnTo>
                    <a:pt x="758" y="725"/>
                  </a:lnTo>
                  <a:lnTo>
                    <a:pt x="759" y="728"/>
                  </a:lnTo>
                  <a:lnTo>
                    <a:pt x="761" y="731"/>
                  </a:lnTo>
                  <a:lnTo>
                    <a:pt x="763" y="734"/>
                  </a:lnTo>
                  <a:lnTo>
                    <a:pt x="763" y="735"/>
                  </a:lnTo>
                  <a:lnTo>
                    <a:pt x="763" y="736"/>
                  </a:lnTo>
                  <a:lnTo>
                    <a:pt x="761" y="738"/>
                  </a:lnTo>
                  <a:lnTo>
                    <a:pt x="764" y="742"/>
                  </a:lnTo>
                  <a:lnTo>
                    <a:pt x="763" y="743"/>
                  </a:lnTo>
                  <a:lnTo>
                    <a:pt x="760" y="744"/>
                  </a:lnTo>
                  <a:lnTo>
                    <a:pt x="758" y="746"/>
                  </a:lnTo>
                  <a:lnTo>
                    <a:pt x="756" y="750"/>
                  </a:lnTo>
                  <a:lnTo>
                    <a:pt x="754" y="751"/>
                  </a:lnTo>
                  <a:lnTo>
                    <a:pt x="752" y="751"/>
                  </a:lnTo>
                  <a:lnTo>
                    <a:pt x="751" y="752"/>
                  </a:lnTo>
                  <a:lnTo>
                    <a:pt x="751" y="749"/>
                  </a:lnTo>
                  <a:lnTo>
                    <a:pt x="752" y="748"/>
                  </a:lnTo>
                  <a:lnTo>
                    <a:pt x="753" y="745"/>
                  </a:lnTo>
                  <a:lnTo>
                    <a:pt x="752" y="744"/>
                  </a:lnTo>
                  <a:lnTo>
                    <a:pt x="752" y="743"/>
                  </a:lnTo>
                  <a:lnTo>
                    <a:pt x="753" y="741"/>
                  </a:lnTo>
                  <a:lnTo>
                    <a:pt x="753" y="739"/>
                  </a:lnTo>
                  <a:lnTo>
                    <a:pt x="752" y="739"/>
                  </a:lnTo>
                  <a:lnTo>
                    <a:pt x="751" y="741"/>
                  </a:lnTo>
                  <a:lnTo>
                    <a:pt x="750" y="744"/>
                  </a:lnTo>
                  <a:lnTo>
                    <a:pt x="751" y="745"/>
                  </a:lnTo>
                  <a:lnTo>
                    <a:pt x="751" y="746"/>
                  </a:lnTo>
                  <a:lnTo>
                    <a:pt x="750" y="748"/>
                  </a:lnTo>
                  <a:lnTo>
                    <a:pt x="750" y="750"/>
                  </a:lnTo>
                  <a:lnTo>
                    <a:pt x="749" y="751"/>
                  </a:lnTo>
                  <a:lnTo>
                    <a:pt x="747" y="752"/>
                  </a:lnTo>
                  <a:lnTo>
                    <a:pt x="745" y="751"/>
                  </a:lnTo>
                  <a:lnTo>
                    <a:pt x="745" y="751"/>
                  </a:lnTo>
                  <a:lnTo>
                    <a:pt x="745" y="751"/>
                  </a:lnTo>
                  <a:lnTo>
                    <a:pt x="745" y="750"/>
                  </a:lnTo>
                  <a:lnTo>
                    <a:pt x="745" y="750"/>
                  </a:lnTo>
                  <a:lnTo>
                    <a:pt x="745" y="749"/>
                  </a:lnTo>
                  <a:lnTo>
                    <a:pt x="745" y="746"/>
                  </a:lnTo>
                  <a:lnTo>
                    <a:pt x="745" y="745"/>
                  </a:lnTo>
                  <a:lnTo>
                    <a:pt x="744" y="745"/>
                  </a:lnTo>
                  <a:lnTo>
                    <a:pt x="743" y="746"/>
                  </a:lnTo>
                  <a:lnTo>
                    <a:pt x="741" y="749"/>
                  </a:lnTo>
                  <a:lnTo>
                    <a:pt x="737" y="750"/>
                  </a:lnTo>
                  <a:lnTo>
                    <a:pt x="736" y="751"/>
                  </a:lnTo>
                  <a:lnTo>
                    <a:pt x="736" y="750"/>
                  </a:lnTo>
                  <a:lnTo>
                    <a:pt x="735" y="749"/>
                  </a:lnTo>
                  <a:lnTo>
                    <a:pt x="734" y="749"/>
                  </a:lnTo>
                  <a:lnTo>
                    <a:pt x="734" y="749"/>
                  </a:lnTo>
                  <a:lnTo>
                    <a:pt x="732" y="750"/>
                  </a:lnTo>
                  <a:lnTo>
                    <a:pt x="732" y="751"/>
                  </a:lnTo>
                  <a:lnTo>
                    <a:pt x="732" y="751"/>
                  </a:lnTo>
                  <a:lnTo>
                    <a:pt x="734" y="752"/>
                  </a:lnTo>
                  <a:lnTo>
                    <a:pt x="731" y="756"/>
                  </a:lnTo>
                  <a:lnTo>
                    <a:pt x="729" y="757"/>
                  </a:lnTo>
                  <a:lnTo>
                    <a:pt x="730" y="758"/>
                  </a:lnTo>
                  <a:lnTo>
                    <a:pt x="731" y="758"/>
                  </a:lnTo>
                  <a:lnTo>
                    <a:pt x="734" y="759"/>
                  </a:lnTo>
                  <a:lnTo>
                    <a:pt x="735" y="760"/>
                  </a:lnTo>
                  <a:lnTo>
                    <a:pt x="735" y="761"/>
                  </a:lnTo>
                  <a:lnTo>
                    <a:pt x="735" y="763"/>
                  </a:lnTo>
                  <a:lnTo>
                    <a:pt x="735" y="763"/>
                  </a:lnTo>
                  <a:lnTo>
                    <a:pt x="735" y="764"/>
                  </a:lnTo>
                  <a:lnTo>
                    <a:pt x="736" y="763"/>
                  </a:lnTo>
                  <a:lnTo>
                    <a:pt x="736" y="763"/>
                  </a:lnTo>
                  <a:lnTo>
                    <a:pt x="737" y="761"/>
                  </a:lnTo>
                  <a:lnTo>
                    <a:pt x="737" y="760"/>
                  </a:lnTo>
                  <a:lnTo>
                    <a:pt x="737" y="759"/>
                  </a:lnTo>
                  <a:lnTo>
                    <a:pt x="738" y="757"/>
                  </a:lnTo>
                  <a:lnTo>
                    <a:pt x="742" y="756"/>
                  </a:lnTo>
                  <a:lnTo>
                    <a:pt x="743" y="755"/>
                  </a:lnTo>
                  <a:lnTo>
                    <a:pt x="743" y="753"/>
                  </a:lnTo>
                  <a:lnTo>
                    <a:pt x="743" y="753"/>
                  </a:lnTo>
                  <a:lnTo>
                    <a:pt x="743" y="753"/>
                  </a:lnTo>
                  <a:lnTo>
                    <a:pt x="743" y="753"/>
                  </a:lnTo>
                  <a:lnTo>
                    <a:pt x="743" y="753"/>
                  </a:lnTo>
                  <a:lnTo>
                    <a:pt x="744" y="753"/>
                  </a:lnTo>
                  <a:lnTo>
                    <a:pt x="745" y="755"/>
                  </a:lnTo>
                  <a:lnTo>
                    <a:pt x="744" y="758"/>
                  </a:lnTo>
                  <a:lnTo>
                    <a:pt x="744" y="759"/>
                  </a:lnTo>
                  <a:lnTo>
                    <a:pt x="744" y="760"/>
                  </a:lnTo>
                  <a:lnTo>
                    <a:pt x="744" y="760"/>
                  </a:lnTo>
                  <a:lnTo>
                    <a:pt x="743" y="761"/>
                  </a:lnTo>
                  <a:lnTo>
                    <a:pt x="743" y="761"/>
                  </a:lnTo>
                  <a:lnTo>
                    <a:pt x="742" y="765"/>
                  </a:lnTo>
                  <a:lnTo>
                    <a:pt x="742" y="765"/>
                  </a:lnTo>
                  <a:lnTo>
                    <a:pt x="742" y="765"/>
                  </a:lnTo>
                  <a:lnTo>
                    <a:pt x="742" y="764"/>
                  </a:lnTo>
                  <a:lnTo>
                    <a:pt x="742" y="764"/>
                  </a:lnTo>
                  <a:lnTo>
                    <a:pt x="738" y="770"/>
                  </a:lnTo>
                  <a:lnTo>
                    <a:pt x="732" y="779"/>
                  </a:lnTo>
                  <a:lnTo>
                    <a:pt x="731" y="780"/>
                  </a:lnTo>
                  <a:lnTo>
                    <a:pt x="729" y="780"/>
                  </a:lnTo>
                  <a:lnTo>
                    <a:pt x="729" y="779"/>
                  </a:lnTo>
                  <a:lnTo>
                    <a:pt x="730" y="779"/>
                  </a:lnTo>
                  <a:lnTo>
                    <a:pt x="729" y="778"/>
                  </a:lnTo>
                  <a:lnTo>
                    <a:pt x="728" y="777"/>
                  </a:lnTo>
                  <a:lnTo>
                    <a:pt x="727" y="775"/>
                  </a:lnTo>
                  <a:lnTo>
                    <a:pt x="725" y="775"/>
                  </a:lnTo>
                  <a:lnTo>
                    <a:pt x="724" y="775"/>
                  </a:lnTo>
                  <a:lnTo>
                    <a:pt x="721" y="777"/>
                  </a:lnTo>
                  <a:lnTo>
                    <a:pt x="718" y="777"/>
                  </a:lnTo>
                  <a:lnTo>
                    <a:pt x="720" y="777"/>
                  </a:lnTo>
                  <a:lnTo>
                    <a:pt x="720" y="775"/>
                  </a:lnTo>
                  <a:lnTo>
                    <a:pt x="720" y="775"/>
                  </a:lnTo>
                  <a:lnTo>
                    <a:pt x="720" y="775"/>
                  </a:lnTo>
                  <a:lnTo>
                    <a:pt x="717" y="775"/>
                  </a:lnTo>
                  <a:lnTo>
                    <a:pt x="713" y="775"/>
                  </a:lnTo>
                  <a:lnTo>
                    <a:pt x="711" y="775"/>
                  </a:lnTo>
                  <a:lnTo>
                    <a:pt x="710" y="777"/>
                  </a:lnTo>
                  <a:lnTo>
                    <a:pt x="710" y="777"/>
                  </a:lnTo>
                  <a:lnTo>
                    <a:pt x="710" y="777"/>
                  </a:lnTo>
                  <a:lnTo>
                    <a:pt x="709" y="777"/>
                  </a:lnTo>
                  <a:lnTo>
                    <a:pt x="709" y="777"/>
                  </a:lnTo>
                  <a:lnTo>
                    <a:pt x="708" y="777"/>
                  </a:lnTo>
                  <a:lnTo>
                    <a:pt x="708" y="777"/>
                  </a:lnTo>
                  <a:lnTo>
                    <a:pt x="708" y="775"/>
                  </a:lnTo>
                  <a:lnTo>
                    <a:pt x="708" y="775"/>
                  </a:lnTo>
                  <a:lnTo>
                    <a:pt x="707" y="775"/>
                  </a:lnTo>
                  <a:lnTo>
                    <a:pt x="707" y="775"/>
                  </a:lnTo>
                  <a:lnTo>
                    <a:pt x="706" y="775"/>
                  </a:lnTo>
                  <a:lnTo>
                    <a:pt x="707" y="778"/>
                  </a:lnTo>
                  <a:lnTo>
                    <a:pt x="708" y="779"/>
                  </a:lnTo>
                  <a:lnTo>
                    <a:pt x="710" y="780"/>
                  </a:lnTo>
                  <a:lnTo>
                    <a:pt x="713" y="779"/>
                  </a:lnTo>
                  <a:lnTo>
                    <a:pt x="714" y="779"/>
                  </a:lnTo>
                  <a:lnTo>
                    <a:pt x="715" y="779"/>
                  </a:lnTo>
                  <a:lnTo>
                    <a:pt x="715" y="779"/>
                  </a:lnTo>
                  <a:lnTo>
                    <a:pt x="716" y="778"/>
                  </a:lnTo>
                  <a:lnTo>
                    <a:pt x="716" y="780"/>
                  </a:lnTo>
                  <a:lnTo>
                    <a:pt x="716" y="782"/>
                  </a:lnTo>
                  <a:lnTo>
                    <a:pt x="716" y="782"/>
                  </a:lnTo>
                  <a:lnTo>
                    <a:pt x="715" y="784"/>
                  </a:lnTo>
                  <a:lnTo>
                    <a:pt x="717" y="786"/>
                  </a:lnTo>
                  <a:lnTo>
                    <a:pt x="718" y="787"/>
                  </a:lnTo>
                  <a:lnTo>
                    <a:pt x="727" y="791"/>
                  </a:lnTo>
                  <a:lnTo>
                    <a:pt x="727" y="792"/>
                  </a:lnTo>
                  <a:lnTo>
                    <a:pt x="727" y="793"/>
                  </a:lnTo>
                  <a:lnTo>
                    <a:pt x="725" y="794"/>
                  </a:lnTo>
                  <a:lnTo>
                    <a:pt x="725" y="795"/>
                  </a:lnTo>
                  <a:lnTo>
                    <a:pt x="724" y="796"/>
                  </a:lnTo>
                  <a:lnTo>
                    <a:pt x="724" y="798"/>
                  </a:lnTo>
                  <a:lnTo>
                    <a:pt x="724" y="799"/>
                  </a:lnTo>
                  <a:lnTo>
                    <a:pt x="724" y="800"/>
                  </a:lnTo>
                  <a:lnTo>
                    <a:pt x="722" y="804"/>
                  </a:lnTo>
                  <a:lnTo>
                    <a:pt x="720" y="809"/>
                  </a:lnTo>
                  <a:lnTo>
                    <a:pt x="720" y="810"/>
                  </a:lnTo>
                  <a:lnTo>
                    <a:pt x="720" y="811"/>
                  </a:lnTo>
                  <a:lnTo>
                    <a:pt x="718" y="813"/>
                  </a:lnTo>
                  <a:lnTo>
                    <a:pt x="716" y="822"/>
                  </a:lnTo>
                  <a:lnTo>
                    <a:pt x="715" y="824"/>
                  </a:lnTo>
                  <a:lnTo>
                    <a:pt x="715" y="824"/>
                  </a:lnTo>
                  <a:lnTo>
                    <a:pt x="709" y="827"/>
                  </a:lnTo>
                  <a:lnTo>
                    <a:pt x="708" y="829"/>
                  </a:lnTo>
                  <a:lnTo>
                    <a:pt x="707" y="829"/>
                  </a:lnTo>
                  <a:lnTo>
                    <a:pt x="704" y="828"/>
                  </a:lnTo>
                  <a:lnTo>
                    <a:pt x="708" y="827"/>
                  </a:lnTo>
                  <a:lnTo>
                    <a:pt x="709" y="825"/>
                  </a:lnTo>
                  <a:lnTo>
                    <a:pt x="708" y="825"/>
                  </a:lnTo>
                  <a:lnTo>
                    <a:pt x="708" y="825"/>
                  </a:lnTo>
                  <a:lnTo>
                    <a:pt x="708" y="824"/>
                  </a:lnTo>
                  <a:lnTo>
                    <a:pt x="708" y="824"/>
                  </a:lnTo>
                  <a:lnTo>
                    <a:pt x="709" y="824"/>
                  </a:lnTo>
                  <a:lnTo>
                    <a:pt x="710" y="824"/>
                  </a:lnTo>
                  <a:lnTo>
                    <a:pt x="710" y="824"/>
                  </a:lnTo>
                  <a:lnTo>
                    <a:pt x="711" y="823"/>
                  </a:lnTo>
                  <a:lnTo>
                    <a:pt x="711" y="823"/>
                  </a:lnTo>
                  <a:lnTo>
                    <a:pt x="711" y="823"/>
                  </a:lnTo>
                  <a:lnTo>
                    <a:pt x="710" y="823"/>
                  </a:lnTo>
                  <a:lnTo>
                    <a:pt x="710" y="823"/>
                  </a:lnTo>
                  <a:lnTo>
                    <a:pt x="709" y="823"/>
                  </a:lnTo>
                  <a:lnTo>
                    <a:pt x="709" y="823"/>
                  </a:lnTo>
                  <a:lnTo>
                    <a:pt x="709" y="822"/>
                  </a:lnTo>
                  <a:lnTo>
                    <a:pt x="709" y="820"/>
                  </a:lnTo>
                  <a:lnTo>
                    <a:pt x="709" y="818"/>
                  </a:lnTo>
                  <a:lnTo>
                    <a:pt x="708" y="818"/>
                  </a:lnTo>
                  <a:lnTo>
                    <a:pt x="706" y="821"/>
                  </a:lnTo>
                  <a:lnTo>
                    <a:pt x="704" y="822"/>
                  </a:lnTo>
                  <a:lnTo>
                    <a:pt x="706" y="823"/>
                  </a:lnTo>
                  <a:lnTo>
                    <a:pt x="704" y="823"/>
                  </a:lnTo>
                  <a:lnTo>
                    <a:pt x="704" y="823"/>
                  </a:lnTo>
                  <a:lnTo>
                    <a:pt x="702" y="824"/>
                  </a:lnTo>
                  <a:lnTo>
                    <a:pt x="702" y="823"/>
                  </a:lnTo>
                  <a:lnTo>
                    <a:pt x="701" y="823"/>
                  </a:lnTo>
                  <a:lnTo>
                    <a:pt x="700" y="825"/>
                  </a:lnTo>
                  <a:lnTo>
                    <a:pt x="700" y="827"/>
                  </a:lnTo>
                  <a:lnTo>
                    <a:pt x="700" y="827"/>
                  </a:lnTo>
                  <a:lnTo>
                    <a:pt x="700" y="828"/>
                  </a:lnTo>
                  <a:lnTo>
                    <a:pt x="699" y="828"/>
                  </a:lnTo>
                  <a:lnTo>
                    <a:pt x="698" y="828"/>
                  </a:lnTo>
                  <a:lnTo>
                    <a:pt x="698" y="827"/>
                  </a:lnTo>
                  <a:lnTo>
                    <a:pt x="698" y="827"/>
                  </a:lnTo>
                  <a:lnTo>
                    <a:pt x="698" y="825"/>
                  </a:lnTo>
                  <a:lnTo>
                    <a:pt x="691" y="816"/>
                  </a:lnTo>
                  <a:lnTo>
                    <a:pt x="688" y="814"/>
                  </a:lnTo>
                  <a:lnTo>
                    <a:pt x="686" y="813"/>
                  </a:lnTo>
                  <a:lnTo>
                    <a:pt x="686" y="815"/>
                  </a:lnTo>
                  <a:lnTo>
                    <a:pt x="689" y="817"/>
                  </a:lnTo>
                  <a:lnTo>
                    <a:pt x="691" y="820"/>
                  </a:lnTo>
                  <a:lnTo>
                    <a:pt x="689" y="820"/>
                  </a:lnTo>
                  <a:lnTo>
                    <a:pt x="692" y="822"/>
                  </a:lnTo>
                  <a:lnTo>
                    <a:pt x="693" y="824"/>
                  </a:lnTo>
                  <a:lnTo>
                    <a:pt x="692" y="825"/>
                  </a:lnTo>
                  <a:lnTo>
                    <a:pt x="692" y="825"/>
                  </a:lnTo>
                  <a:lnTo>
                    <a:pt x="692" y="825"/>
                  </a:lnTo>
                  <a:lnTo>
                    <a:pt x="692" y="827"/>
                  </a:lnTo>
                  <a:lnTo>
                    <a:pt x="693" y="825"/>
                  </a:lnTo>
                  <a:lnTo>
                    <a:pt x="694" y="825"/>
                  </a:lnTo>
                  <a:lnTo>
                    <a:pt x="695" y="827"/>
                  </a:lnTo>
                  <a:lnTo>
                    <a:pt x="694" y="828"/>
                  </a:lnTo>
                  <a:lnTo>
                    <a:pt x="692" y="829"/>
                  </a:lnTo>
                  <a:lnTo>
                    <a:pt x="691" y="829"/>
                  </a:lnTo>
                  <a:lnTo>
                    <a:pt x="688" y="828"/>
                  </a:lnTo>
                  <a:lnTo>
                    <a:pt x="686" y="828"/>
                  </a:lnTo>
                  <a:lnTo>
                    <a:pt x="687" y="830"/>
                  </a:lnTo>
                  <a:lnTo>
                    <a:pt x="689" y="830"/>
                  </a:lnTo>
                  <a:lnTo>
                    <a:pt x="693" y="830"/>
                  </a:lnTo>
                  <a:lnTo>
                    <a:pt x="695" y="830"/>
                  </a:lnTo>
                  <a:lnTo>
                    <a:pt x="696" y="830"/>
                  </a:lnTo>
                  <a:lnTo>
                    <a:pt x="698" y="831"/>
                  </a:lnTo>
                  <a:lnTo>
                    <a:pt x="700" y="832"/>
                  </a:lnTo>
                  <a:lnTo>
                    <a:pt x="703" y="832"/>
                  </a:lnTo>
                  <a:lnTo>
                    <a:pt x="706" y="832"/>
                  </a:lnTo>
                  <a:lnTo>
                    <a:pt x="707" y="832"/>
                  </a:lnTo>
                  <a:lnTo>
                    <a:pt x="708" y="831"/>
                  </a:lnTo>
                  <a:lnTo>
                    <a:pt x="714" y="829"/>
                  </a:lnTo>
                  <a:lnTo>
                    <a:pt x="714" y="830"/>
                  </a:lnTo>
                  <a:lnTo>
                    <a:pt x="714" y="831"/>
                  </a:lnTo>
                  <a:lnTo>
                    <a:pt x="714" y="832"/>
                  </a:lnTo>
                  <a:lnTo>
                    <a:pt x="713" y="834"/>
                  </a:lnTo>
                  <a:lnTo>
                    <a:pt x="713" y="834"/>
                  </a:lnTo>
                  <a:lnTo>
                    <a:pt x="713" y="836"/>
                  </a:lnTo>
                  <a:lnTo>
                    <a:pt x="713" y="837"/>
                  </a:lnTo>
                  <a:lnTo>
                    <a:pt x="713" y="838"/>
                  </a:lnTo>
                  <a:lnTo>
                    <a:pt x="711" y="838"/>
                  </a:lnTo>
                  <a:lnTo>
                    <a:pt x="713" y="839"/>
                  </a:lnTo>
                  <a:lnTo>
                    <a:pt x="713" y="841"/>
                  </a:lnTo>
                  <a:lnTo>
                    <a:pt x="713" y="842"/>
                  </a:lnTo>
                  <a:lnTo>
                    <a:pt x="713" y="843"/>
                  </a:lnTo>
                  <a:lnTo>
                    <a:pt x="711" y="844"/>
                  </a:lnTo>
                  <a:lnTo>
                    <a:pt x="710" y="844"/>
                  </a:lnTo>
                  <a:lnTo>
                    <a:pt x="709" y="845"/>
                  </a:lnTo>
                  <a:lnTo>
                    <a:pt x="709" y="845"/>
                  </a:lnTo>
                  <a:lnTo>
                    <a:pt x="709" y="846"/>
                  </a:lnTo>
                  <a:lnTo>
                    <a:pt x="710" y="848"/>
                  </a:lnTo>
                  <a:lnTo>
                    <a:pt x="709" y="849"/>
                  </a:lnTo>
                  <a:lnTo>
                    <a:pt x="710" y="851"/>
                  </a:lnTo>
                  <a:lnTo>
                    <a:pt x="710" y="852"/>
                  </a:lnTo>
                  <a:lnTo>
                    <a:pt x="709" y="853"/>
                  </a:lnTo>
                  <a:lnTo>
                    <a:pt x="704" y="853"/>
                  </a:lnTo>
                  <a:lnTo>
                    <a:pt x="704" y="853"/>
                  </a:lnTo>
                  <a:lnTo>
                    <a:pt x="703" y="854"/>
                  </a:lnTo>
                  <a:lnTo>
                    <a:pt x="704" y="859"/>
                  </a:lnTo>
                  <a:lnTo>
                    <a:pt x="704" y="860"/>
                  </a:lnTo>
                  <a:lnTo>
                    <a:pt x="706" y="861"/>
                  </a:lnTo>
                  <a:lnTo>
                    <a:pt x="707" y="863"/>
                  </a:lnTo>
                  <a:lnTo>
                    <a:pt x="709" y="864"/>
                  </a:lnTo>
                  <a:lnTo>
                    <a:pt x="710" y="865"/>
                  </a:lnTo>
                  <a:lnTo>
                    <a:pt x="710" y="867"/>
                  </a:lnTo>
                  <a:lnTo>
                    <a:pt x="706" y="864"/>
                  </a:lnTo>
                  <a:lnTo>
                    <a:pt x="706" y="863"/>
                  </a:lnTo>
                  <a:lnTo>
                    <a:pt x="704" y="864"/>
                  </a:lnTo>
                  <a:lnTo>
                    <a:pt x="704" y="866"/>
                  </a:lnTo>
                  <a:lnTo>
                    <a:pt x="704" y="867"/>
                  </a:lnTo>
                  <a:lnTo>
                    <a:pt x="704" y="868"/>
                  </a:lnTo>
                  <a:lnTo>
                    <a:pt x="704" y="870"/>
                  </a:lnTo>
                  <a:lnTo>
                    <a:pt x="706" y="870"/>
                  </a:lnTo>
                  <a:lnTo>
                    <a:pt x="707" y="870"/>
                  </a:lnTo>
                  <a:lnTo>
                    <a:pt x="708" y="871"/>
                  </a:lnTo>
                  <a:lnTo>
                    <a:pt x="709" y="872"/>
                  </a:lnTo>
                  <a:lnTo>
                    <a:pt x="710" y="873"/>
                  </a:lnTo>
                  <a:lnTo>
                    <a:pt x="710" y="874"/>
                  </a:lnTo>
                  <a:lnTo>
                    <a:pt x="711" y="878"/>
                  </a:lnTo>
                  <a:lnTo>
                    <a:pt x="713" y="884"/>
                  </a:lnTo>
                  <a:lnTo>
                    <a:pt x="714" y="889"/>
                  </a:lnTo>
                  <a:lnTo>
                    <a:pt x="716" y="895"/>
                  </a:lnTo>
                  <a:lnTo>
                    <a:pt x="716" y="899"/>
                  </a:lnTo>
                  <a:lnTo>
                    <a:pt x="716" y="897"/>
                  </a:lnTo>
                  <a:lnTo>
                    <a:pt x="716" y="897"/>
                  </a:lnTo>
                  <a:lnTo>
                    <a:pt x="715" y="896"/>
                  </a:lnTo>
                  <a:lnTo>
                    <a:pt x="715" y="897"/>
                  </a:lnTo>
                  <a:lnTo>
                    <a:pt x="714" y="899"/>
                  </a:lnTo>
                  <a:lnTo>
                    <a:pt x="713" y="900"/>
                  </a:lnTo>
                  <a:lnTo>
                    <a:pt x="715" y="900"/>
                  </a:lnTo>
                  <a:lnTo>
                    <a:pt x="715" y="901"/>
                  </a:lnTo>
                  <a:lnTo>
                    <a:pt x="715" y="902"/>
                  </a:lnTo>
                  <a:lnTo>
                    <a:pt x="714" y="904"/>
                  </a:lnTo>
                  <a:lnTo>
                    <a:pt x="714" y="906"/>
                  </a:lnTo>
                  <a:lnTo>
                    <a:pt x="714" y="906"/>
                  </a:lnTo>
                  <a:lnTo>
                    <a:pt x="715" y="906"/>
                  </a:lnTo>
                  <a:lnTo>
                    <a:pt x="717" y="907"/>
                  </a:lnTo>
                  <a:lnTo>
                    <a:pt x="717" y="907"/>
                  </a:lnTo>
                  <a:lnTo>
                    <a:pt x="717" y="909"/>
                  </a:lnTo>
                  <a:lnTo>
                    <a:pt x="717" y="909"/>
                  </a:lnTo>
                  <a:lnTo>
                    <a:pt x="718" y="910"/>
                  </a:lnTo>
                  <a:lnTo>
                    <a:pt x="720" y="910"/>
                  </a:lnTo>
                  <a:lnTo>
                    <a:pt x="721" y="910"/>
                  </a:lnTo>
                  <a:lnTo>
                    <a:pt x="721" y="911"/>
                  </a:lnTo>
                  <a:lnTo>
                    <a:pt x="720" y="913"/>
                  </a:lnTo>
                  <a:lnTo>
                    <a:pt x="721" y="914"/>
                  </a:lnTo>
                  <a:lnTo>
                    <a:pt x="721" y="914"/>
                  </a:lnTo>
                  <a:lnTo>
                    <a:pt x="721" y="913"/>
                  </a:lnTo>
                  <a:lnTo>
                    <a:pt x="722" y="913"/>
                  </a:lnTo>
                  <a:lnTo>
                    <a:pt x="722" y="913"/>
                  </a:lnTo>
                  <a:lnTo>
                    <a:pt x="722" y="911"/>
                  </a:lnTo>
                  <a:lnTo>
                    <a:pt x="723" y="913"/>
                  </a:lnTo>
                  <a:lnTo>
                    <a:pt x="723" y="913"/>
                  </a:lnTo>
                  <a:lnTo>
                    <a:pt x="723" y="914"/>
                  </a:lnTo>
                  <a:lnTo>
                    <a:pt x="722" y="914"/>
                  </a:lnTo>
                  <a:lnTo>
                    <a:pt x="722" y="916"/>
                  </a:lnTo>
                  <a:lnTo>
                    <a:pt x="722" y="918"/>
                  </a:lnTo>
                  <a:lnTo>
                    <a:pt x="722" y="918"/>
                  </a:lnTo>
                  <a:lnTo>
                    <a:pt x="723" y="918"/>
                  </a:lnTo>
                  <a:lnTo>
                    <a:pt x="723" y="918"/>
                  </a:lnTo>
                  <a:lnTo>
                    <a:pt x="724" y="918"/>
                  </a:lnTo>
                  <a:lnTo>
                    <a:pt x="724" y="918"/>
                  </a:lnTo>
                  <a:lnTo>
                    <a:pt x="725" y="920"/>
                  </a:lnTo>
                  <a:lnTo>
                    <a:pt x="725" y="921"/>
                  </a:lnTo>
                  <a:lnTo>
                    <a:pt x="724" y="921"/>
                  </a:lnTo>
                  <a:lnTo>
                    <a:pt x="724" y="922"/>
                  </a:lnTo>
                  <a:lnTo>
                    <a:pt x="724" y="923"/>
                  </a:lnTo>
                  <a:lnTo>
                    <a:pt x="725" y="923"/>
                  </a:lnTo>
                  <a:lnTo>
                    <a:pt x="727" y="925"/>
                  </a:lnTo>
                  <a:lnTo>
                    <a:pt x="725" y="928"/>
                  </a:lnTo>
                  <a:lnTo>
                    <a:pt x="725" y="930"/>
                  </a:lnTo>
                  <a:lnTo>
                    <a:pt x="727" y="932"/>
                  </a:lnTo>
                  <a:lnTo>
                    <a:pt x="727" y="934"/>
                  </a:lnTo>
                  <a:lnTo>
                    <a:pt x="728" y="934"/>
                  </a:lnTo>
                  <a:lnTo>
                    <a:pt x="728" y="934"/>
                  </a:lnTo>
                  <a:lnTo>
                    <a:pt x="729" y="935"/>
                  </a:lnTo>
                  <a:lnTo>
                    <a:pt x="730" y="935"/>
                  </a:lnTo>
                  <a:lnTo>
                    <a:pt x="732" y="935"/>
                  </a:lnTo>
                  <a:lnTo>
                    <a:pt x="734" y="935"/>
                  </a:lnTo>
                  <a:lnTo>
                    <a:pt x="734" y="935"/>
                  </a:lnTo>
                  <a:lnTo>
                    <a:pt x="734" y="936"/>
                  </a:lnTo>
                  <a:lnTo>
                    <a:pt x="734" y="937"/>
                  </a:lnTo>
                  <a:lnTo>
                    <a:pt x="732" y="937"/>
                  </a:lnTo>
                  <a:lnTo>
                    <a:pt x="731" y="937"/>
                  </a:lnTo>
                  <a:lnTo>
                    <a:pt x="731" y="938"/>
                  </a:lnTo>
                  <a:lnTo>
                    <a:pt x="730" y="941"/>
                  </a:lnTo>
                  <a:lnTo>
                    <a:pt x="730" y="942"/>
                  </a:lnTo>
                  <a:lnTo>
                    <a:pt x="731" y="943"/>
                  </a:lnTo>
                  <a:lnTo>
                    <a:pt x="731" y="944"/>
                  </a:lnTo>
                  <a:lnTo>
                    <a:pt x="731" y="944"/>
                  </a:lnTo>
                  <a:lnTo>
                    <a:pt x="732" y="945"/>
                  </a:lnTo>
                  <a:lnTo>
                    <a:pt x="732" y="944"/>
                  </a:lnTo>
                  <a:lnTo>
                    <a:pt x="732" y="944"/>
                  </a:lnTo>
                  <a:lnTo>
                    <a:pt x="734" y="944"/>
                  </a:lnTo>
                  <a:lnTo>
                    <a:pt x="735" y="943"/>
                  </a:lnTo>
                  <a:lnTo>
                    <a:pt x="736" y="942"/>
                  </a:lnTo>
                  <a:lnTo>
                    <a:pt x="736" y="941"/>
                  </a:lnTo>
                  <a:lnTo>
                    <a:pt x="737" y="939"/>
                  </a:lnTo>
                  <a:lnTo>
                    <a:pt x="737" y="938"/>
                  </a:lnTo>
                  <a:lnTo>
                    <a:pt x="737" y="937"/>
                  </a:lnTo>
                  <a:lnTo>
                    <a:pt x="738" y="936"/>
                  </a:lnTo>
                  <a:lnTo>
                    <a:pt x="739" y="936"/>
                  </a:lnTo>
                  <a:lnTo>
                    <a:pt x="739" y="938"/>
                  </a:lnTo>
                  <a:lnTo>
                    <a:pt x="741" y="942"/>
                  </a:lnTo>
                  <a:lnTo>
                    <a:pt x="741" y="945"/>
                  </a:lnTo>
                  <a:lnTo>
                    <a:pt x="741" y="946"/>
                  </a:lnTo>
                  <a:lnTo>
                    <a:pt x="735" y="946"/>
                  </a:lnTo>
                  <a:lnTo>
                    <a:pt x="731" y="946"/>
                  </a:lnTo>
                  <a:lnTo>
                    <a:pt x="730" y="946"/>
                  </a:lnTo>
                  <a:lnTo>
                    <a:pt x="730" y="949"/>
                  </a:lnTo>
                  <a:lnTo>
                    <a:pt x="729" y="949"/>
                  </a:lnTo>
                  <a:lnTo>
                    <a:pt x="728" y="950"/>
                  </a:lnTo>
                  <a:lnTo>
                    <a:pt x="727" y="950"/>
                  </a:lnTo>
                  <a:lnTo>
                    <a:pt x="725" y="950"/>
                  </a:lnTo>
                  <a:lnTo>
                    <a:pt x="723" y="951"/>
                  </a:lnTo>
                  <a:lnTo>
                    <a:pt x="723" y="951"/>
                  </a:lnTo>
                  <a:lnTo>
                    <a:pt x="723" y="953"/>
                  </a:lnTo>
                  <a:lnTo>
                    <a:pt x="724" y="954"/>
                  </a:lnTo>
                  <a:lnTo>
                    <a:pt x="724" y="957"/>
                  </a:lnTo>
                  <a:lnTo>
                    <a:pt x="722" y="957"/>
                  </a:lnTo>
                  <a:lnTo>
                    <a:pt x="721" y="957"/>
                  </a:lnTo>
                  <a:lnTo>
                    <a:pt x="721" y="957"/>
                  </a:lnTo>
                  <a:lnTo>
                    <a:pt x="721" y="956"/>
                  </a:lnTo>
                  <a:lnTo>
                    <a:pt x="720" y="956"/>
                  </a:lnTo>
                  <a:lnTo>
                    <a:pt x="720" y="956"/>
                  </a:lnTo>
                  <a:lnTo>
                    <a:pt x="720" y="956"/>
                  </a:lnTo>
                  <a:lnTo>
                    <a:pt x="720" y="957"/>
                  </a:lnTo>
                  <a:lnTo>
                    <a:pt x="718" y="957"/>
                  </a:lnTo>
                  <a:lnTo>
                    <a:pt x="717" y="957"/>
                  </a:lnTo>
                  <a:lnTo>
                    <a:pt x="716" y="956"/>
                  </a:lnTo>
                  <a:lnTo>
                    <a:pt x="716" y="954"/>
                  </a:lnTo>
                  <a:lnTo>
                    <a:pt x="715" y="953"/>
                  </a:lnTo>
                  <a:lnTo>
                    <a:pt x="714" y="953"/>
                  </a:lnTo>
                  <a:lnTo>
                    <a:pt x="713" y="953"/>
                  </a:lnTo>
                  <a:lnTo>
                    <a:pt x="711" y="952"/>
                  </a:lnTo>
                  <a:lnTo>
                    <a:pt x="709" y="951"/>
                  </a:lnTo>
                  <a:lnTo>
                    <a:pt x="706" y="947"/>
                  </a:lnTo>
                  <a:lnTo>
                    <a:pt x="703" y="946"/>
                  </a:lnTo>
                  <a:lnTo>
                    <a:pt x="702" y="945"/>
                  </a:lnTo>
                  <a:lnTo>
                    <a:pt x="702" y="944"/>
                  </a:lnTo>
                  <a:lnTo>
                    <a:pt x="701" y="943"/>
                  </a:lnTo>
                  <a:lnTo>
                    <a:pt x="700" y="942"/>
                  </a:lnTo>
                  <a:lnTo>
                    <a:pt x="698" y="942"/>
                  </a:lnTo>
                  <a:lnTo>
                    <a:pt x="696" y="941"/>
                  </a:lnTo>
                  <a:lnTo>
                    <a:pt x="689" y="941"/>
                  </a:lnTo>
                  <a:lnTo>
                    <a:pt x="688" y="941"/>
                  </a:lnTo>
                  <a:lnTo>
                    <a:pt x="688" y="939"/>
                  </a:lnTo>
                  <a:lnTo>
                    <a:pt x="686" y="938"/>
                  </a:lnTo>
                  <a:lnTo>
                    <a:pt x="680" y="938"/>
                  </a:lnTo>
                  <a:lnTo>
                    <a:pt x="675" y="939"/>
                  </a:lnTo>
                  <a:lnTo>
                    <a:pt x="671" y="938"/>
                  </a:lnTo>
                  <a:lnTo>
                    <a:pt x="670" y="939"/>
                  </a:lnTo>
                  <a:lnTo>
                    <a:pt x="666" y="941"/>
                  </a:lnTo>
                  <a:lnTo>
                    <a:pt x="665" y="941"/>
                  </a:lnTo>
                  <a:lnTo>
                    <a:pt x="664" y="941"/>
                  </a:lnTo>
                  <a:lnTo>
                    <a:pt x="664" y="938"/>
                  </a:lnTo>
                  <a:lnTo>
                    <a:pt x="662" y="938"/>
                  </a:lnTo>
                  <a:lnTo>
                    <a:pt x="658" y="939"/>
                  </a:lnTo>
                  <a:lnTo>
                    <a:pt x="656" y="939"/>
                  </a:lnTo>
                  <a:lnTo>
                    <a:pt x="652" y="938"/>
                  </a:lnTo>
                  <a:lnTo>
                    <a:pt x="646" y="935"/>
                  </a:lnTo>
                  <a:lnTo>
                    <a:pt x="645" y="934"/>
                  </a:lnTo>
                  <a:lnTo>
                    <a:pt x="643" y="931"/>
                  </a:lnTo>
                  <a:lnTo>
                    <a:pt x="643" y="931"/>
                  </a:lnTo>
                  <a:lnTo>
                    <a:pt x="641" y="931"/>
                  </a:lnTo>
                  <a:lnTo>
                    <a:pt x="639" y="930"/>
                  </a:lnTo>
                  <a:lnTo>
                    <a:pt x="639" y="929"/>
                  </a:lnTo>
                  <a:lnTo>
                    <a:pt x="641" y="928"/>
                  </a:lnTo>
                  <a:lnTo>
                    <a:pt x="638" y="927"/>
                  </a:lnTo>
                  <a:lnTo>
                    <a:pt x="635" y="925"/>
                  </a:lnTo>
                  <a:lnTo>
                    <a:pt x="632" y="925"/>
                  </a:lnTo>
                  <a:lnTo>
                    <a:pt x="632" y="925"/>
                  </a:lnTo>
                  <a:lnTo>
                    <a:pt x="631" y="927"/>
                  </a:lnTo>
                  <a:lnTo>
                    <a:pt x="630" y="924"/>
                  </a:lnTo>
                  <a:lnTo>
                    <a:pt x="628" y="923"/>
                  </a:lnTo>
                  <a:lnTo>
                    <a:pt x="625" y="923"/>
                  </a:lnTo>
                  <a:lnTo>
                    <a:pt x="623" y="922"/>
                  </a:lnTo>
                  <a:lnTo>
                    <a:pt x="619" y="923"/>
                  </a:lnTo>
                  <a:lnTo>
                    <a:pt x="617" y="923"/>
                  </a:lnTo>
                  <a:lnTo>
                    <a:pt x="616" y="923"/>
                  </a:lnTo>
                  <a:lnTo>
                    <a:pt x="614" y="921"/>
                  </a:lnTo>
                  <a:lnTo>
                    <a:pt x="614" y="921"/>
                  </a:lnTo>
                  <a:lnTo>
                    <a:pt x="613" y="921"/>
                  </a:lnTo>
                  <a:lnTo>
                    <a:pt x="613" y="921"/>
                  </a:lnTo>
                  <a:lnTo>
                    <a:pt x="614" y="920"/>
                  </a:lnTo>
                  <a:lnTo>
                    <a:pt x="613" y="918"/>
                  </a:lnTo>
                  <a:lnTo>
                    <a:pt x="612" y="918"/>
                  </a:lnTo>
                  <a:lnTo>
                    <a:pt x="612" y="918"/>
                  </a:lnTo>
                  <a:lnTo>
                    <a:pt x="610" y="918"/>
                  </a:lnTo>
                  <a:lnTo>
                    <a:pt x="610" y="917"/>
                  </a:lnTo>
                  <a:lnTo>
                    <a:pt x="609" y="916"/>
                  </a:lnTo>
                  <a:lnTo>
                    <a:pt x="607" y="914"/>
                  </a:lnTo>
                  <a:lnTo>
                    <a:pt x="606" y="913"/>
                  </a:lnTo>
                  <a:lnTo>
                    <a:pt x="605" y="913"/>
                  </a:lnTo>
                  <a:lnTo>
                    <a:pt x="605" y="913"/>
                  </a:lnTo>
                  <a:lnTo>
                    <a:pt x="603" y="913"/>
                  </a:lnTo>
                  <a:lnTo>
                    <a:pt x="603" y="913"/>
                  </a:lnTo>
                  <a:lnTo>
                    <a:pt x="602" y="913"/>
                  </a:lnTo>
                  <a:lnTo>
                    <a:pt x="602" y="913"/>
                  </a:lnTo>
                  <a:lnTo>
                    <a:pt x="601" y="913"/>
                  </a:lnTo>
                  <a:lnTo>
                    <a:pt x="601" y="913"/>
                  </a:lnTo>
                  <a:lnTo>
                    <a:pt x="600" y="913"/>
                  </a:lnTo>
                  <a:lnTo>
                    <a:pt x="600" y="913"/>
                  </a:lnTo>
                  <a:lnTo>
                    <a:pt x="598" y="913"/>
                  </a:lnTo>
                  <a:lnTo>
                    <a:pt x="594" y="910"/>
                  </a:lnTo>
                  <a:lnTo>
                    <a:pt x="593" y="911"/>
                  </a:lnTo>
                  <a:lnTo>
                    <a:pt x="593" y="910"/>
                  </a:lnTo>
                  <a:lnTo>
                    <a:pt x="592" y="910"/>
                  </a:lnTo>
                  <a:lnTo>
                    <a:pt x="589" y="910"/>
                  </a:lnTo>
                  <a:lnTo>
                    <a:pt x="588" y="910"/>
                  </a:lnTo>
                  <a:lnTo>
                    <a:pt x="588" y="910"/>
                  </a:lnTo>
                  <a:lnTo>
                    <a:pt x="587" y="910"/>
                  </a:lnTo>
                  <a:lnTo>
                    <a:pt x="587" y="909"/>
                  </a:lnTo>
                  <a:lnTo>
                    <a:pt x="587" y="909"/>
                  </a:lnTo>
                  <a:lnTo>
                    <a:pt x="585" y="909"/>
                  </a:lnTo>
                  <a:lnTo>
                    <a:pt x="584" y="909"/>
                  </a:lnTo>
                  <a:lnTo>
                    <a:pt x="583" y="909"/>
                  </a:lnTo>
                  <a:lnTo>
                    <a:pt x="580" y="908"/>
                  </a:lnTo>
                  <a:lnTo>
                    <a:pt x="580" y="907"/>
                  </a:lnTo>
                  <a:lnTo>
                    <a:pt x="580" y="906"/>
                  </a:lnTo>
                  <a:lnTo>
                    <a:pt x="581" y="904"/>
                  </a:lnTo>
                  <a:lnTo>
                    <a:pt x="581" y="903"/>
                  </a:lnTo>
                  <a:lnTo>
                    <a:pt x="581" y="902"/>
                  </a:lnTo>
                  <a:lnTo>
                    <a:pt x="580" y="900"/>
                  </a:lnTo>
                  <a:lnTo>
                    <a:pt x="579" y="899"/>
                  </a:lnTo>
                  <a:lnTo>
                    <a:pt x="578" y="899"/>
                  </a:lnTo>
                  <a:lnTo>
                    <a:pt x="576" y="897"/>
                  </a:lnTo>
                  <a:lnTo>
                    <a:pt x="574" y="895"/>
                  </a:lnTo>
                  <a:lnTo>
                    <a:pt x="574" y="891"/>
                  </a:lnTo>
                  <a:lnTo>
                    <a:pt x="574" y="889"/>
                  </a:lnTo>
                  <a:lnTo>
                    <a:pt x="571" y="880"/>
                  </a:lnTo>
                  <a:lnTo>
                    <a:pt x="570" y="875"/>
                  </a:lnTo>
                  <a:lnTo>
                    <a:pt x="569" y="872"/>
                  </a:lnTo>
                  <a:lnTo>
                    <a:pt x="567" y="871"/>
                  </a:lnTo>
                  <a:lnTo>
                    <a:pt x="566" y="868"/>
                  </a:lnTo>
                  <a:lnTo>
                    <a:pt x="565" y="867"/>
                  </a:lnTo>
                  <a:lnTo>
                    <a:pt x="563" y="864"/>
                  </a:lnTo>
                  <a:lnTo>
                    <a:pt x="562" y="863"/>
                  </a:lnTo>
                  <a:lnTo>
                    <a:pt x="558" y="860"/>
                  </a:lnTo>
                  <a:lnTo>
                    <a:pt x="557" y="859"/>
                  </a:lnTo>
                  <a:lnTo>
                    <a:pt x="557" y="859"/>
                  </a:lnTo>
                  <a:lnTo>
                    <a:pt x="557" y="857"/>
                  </a:lnTo>
                  <a:lnTo>
                    <a:pt x="557" y="856"/>
                  </a:lnTo>
                  <a:lnTo>
                    <a:pt x="556" y="856"/>
                  </a:lnTo>
                  <a:lnTo>
                    <a:pt x="556" y="854"/>
                  </a:lnTo>
                  <a:lnTo>
                    <a:pt x="555" y="854"/>
                  </a:lnTo>
                  <a:lnTo>
                    <a:pt x="555" y="854"/>
                  </a:lnTo>
                  <a:lnTo>
                    <a:pt x="553" y="853"/>
                  </a:lnTo>
                  <a:lnTo>
                    <a:pt x="552" y="853"/>
                  </a:lnTo>
                  <a:lnTo>
                    <a:pt x="551" y="851"/>
                  </a:lnTo>
                  <a:lnTo>
                    <a:pt x="552" y="849"/>
                  </a:lnTo>
                  <a:lnTo>
                    <a:pt x="553" y="848"/>
                  </a:lnTo>
                  <a:lnTo>
                    <a:pt x="553" y="846"/>
                  </a:lnTo>
                  <a:lnTo>
                    <a:pt x="552" y="846"/>
                  </a:lnTo>
                  <a:lnTo>
                    <a:pt x="552" y="845"/>
                  </a:lnTo>
                  <a:lnTo>
                    <a:pt x="552" y="845"/>
                  </a:lnTo>
                  <a:lnTo>
                    <a:pt x="552" y="843"/>
                  </a:lnTo>
                  <a:lnTo>
                    <a:pt x="553" y="839"/>
                  </a:lnTo>
                  <a:lnTo>
                    <a:pt x="553" y="838"/>
                  </a:lnTo>
                  <a:lnTo>
                    <a:pt x="553" y="836"/>
                  </a:lnTo>
                  <a:lnTo>
                    <a:pt x="552" y="835"/>
                  </a:lnTo>
                  <a:lnTo>
                    <a:pt x="552" y="832"/>
                  </a:lnTo>
                  <a:lnTo>
                    <a:pt x="551" y="831"/>
                  </a:lnTo>
                  <a:lnTo>
                    <a:pt x="551" y="831"/>
                  </a:lnTo>
                  <a:lnTo>
                    <a:pt x="550" y="831"/>
                  </a:lnTo>
                  <a:lnTo>
                    <a:pt x="550" y="830"/>
                  </a:lnTo>
                  <a:lnTo>
                    <a:pt x="549" y="830"/>
                  </a:lnTo>
                  <a:lnTo>
                    <a:pt x="549" y="830"/>
                  </a:lnTo>
                  <a:lnTo>
                    <a:pt x="549" y="829"/>
                  </a:lnTo>
                  <a:lnTo>
                    <a:pt x="546" y="829"/>
                  </a:lnTo>
                  <a:lnTo>
                    <a:pt x="546" y="828"/>
                  </a:lnTo>
                  <a:lnTo>
                    <a:pt x="546" y="828"/>
                  </a:lnTo>
                  <a:lnTo>
                    <a:pt x="549" y="825"/>
                  </a:lnTo>
                  <a:lnTo>
                    <a:pt x="549" y="825"/>
                  </a:lnTo>
                  <a:lnTo>
                    <a:pt x="549" y="824"/>
                  </a:lnTo>
                  <a:lnTo>
                    <a:pt x="549" y="823"/>
                  </a:lnTo>
                  <a:lnTo>
                    <a:pt x="549" y="821"/>
                  </a:lnTo>
                  <a:lnTo>
                    <a:pt x="550" y="820"/>
                  </a:lnTo>
                  <a:lnTo>
                    <a:pt x="550" y="818"/>
                  </a:lnTo>
                  <a:lnTo>
                    <a:pt x="550" y="815"/>
                  </a:lnTo>
                  <a:lnTo>
                    <a:pt x="550" y="814"/>
                  </a:lnTo>
                  <a:lnTo>
                    <a:pt x="550" y="813"/>
                  </a:lnTo>
                  <a:lnTo>
                    <a:pt x="550" y="813"/>
                  </a:lnTo>
                  <a:lnTo>
                    <a:pt x="549" y="811"/>
                  </a:lnTo>
                  <a:lnTo>
                    <a:pt x="548" y="811"/>
                  </a:lnTo>
                  <a:lnTo>
                    <a:pt x="548" y="811"/>
                  </a:lnTo>
                  <a:lnTo>
                    <a:pt x="548" y="810"/>
                  </a:lnTo>
                  <a:lnTo>
                    <a:pt x="548" y="808"/>
                  </a:lnTo>
                  <a:lnTo>
                    <a:pt x="548" y="804"/>
                  </a:lnTo>
                  <a:lnTo>
                    <a:pt x="546" y="803"/>
                  </a:lnTo>
                  <a:lnTo>
                    <a:pt x="545" y="802"/>
                  </a:lnTo>
                  <a:lnTo>
                    <a:pt x="543" y="801"/>
                  </a:lnTo>
                  <a:lnTo>
                    <a:pt x="542" y="801"/>
                  </a:lnTo>
                  <a:lnTo>
                    <a:pt x="542" y="801"/>
                  </a:lnTo>
                  <a:lnTo>
                    <a:pt x="541" y="799"/>
                  </a:lnTo>
                  <a:lnTo>
                    <a:pt x="540" y="799"/>
                  </a:lnTo>
                  <a:lnTo>
                    <a:pt x="540" y="799"/>
                  </a:lnTo>
                  <a:lnTo>
                    <a:pt x="537" y="800"/>
                  </a:lnTo>
                  <a:lnTo>
                    <a:pt x="536" y="800"/>
                  </a:lnTo>
                  <a:lnTo>
                    <a:pt x="536" y="800"/>
                  </a:lnTo>
                  <a:lnTo>
                    <a:pt x="535" y="798"/>
                  </a:lnTo>
                  <a:lnTo>
                    <a:pt x="535" y="798"/>
                  </a:lnTo>
                  <a:lnTo>
                    <a:pt x="531" y="798"/>
                  </a:lnTo>
                  <a:lnTo>
                    <a:pt x="531" y="796"/>
                  </a:lnTo>
                  <a:lnTo>
                    <a:pt x="530" y="795"/>
                  </a:lnTo>
                  <a:lnTo>
                    <a:pt x="529" y="794"/>
                  </a:lnTo>
                  <a:lnTo>
                    <a:pt x="529" y="794"/>
                  </a:lnTo>
                  <a:lnTo>
                    <a:pt x="529" y="793"/>
                  </a:lnTo>
                  <a:lnTo>
                    <a:pt x="529" y="792"/>
                  </a:lnTo>
                  <a:lnTo>
                    <a:pt x="528" y="792"/>
                  </a:lnTo>
                  <a:lnTo>
                    <a:pt x="527" y="791"/>
                  </a:lnTo>
                  <a:lnTo>
                    <a:pt x="526" y="791"/>
                  </a:lnTo>
                  <a:lnTo>
                    <a:pt x="526" y="789"/>
                  </a:lnTo>
                  <a:lnTo>
                    <a:pt x="524" y="788"/>
                  </a:lnTo>
                  <a:lnTo>
                    <a:pt x="523" y="787"/>
                  </a:lnTo>
                  <a:lnTo>
                    <a:pt x="521" y="787"/>
                  </a:lnTo>
                  <a:lnTo>
                    <a:pt x="521" y="786"/>
                  </a:lnTo>
                  <a:lnTo>
                    <a:pt x="521" y="785"/>
                  </a:lnTo>
                  <a:lnTo>
                    <a:pt x="520" y="785"/>
                  </a:lnTo>
                  <a:lnTo>
                    <a:pt x="519" y="785"/>
                  </a:lnTo>
                  <a:lnTo>
                    <a:pt x="519" y="784"/>
                  </a:lnTo>
                  <a:lnTo>
                    <a:pt x="519" y="781"/>
                  </a:lnTo>
                  <a:lnTo>
                    <a:pt x="519" y="780"/>
                  </a:lnTo>
                  <a:lnTo>
                    <a:pt x="519" y="780"/>
                  </a:lnTo>
                  <a:lnTo>
                    <a:pt x="517" y="779"/>
                  </a:lnTo>
                  <a:lnTo>
                    <a:pt x="517" y="779"/>
                  </a:lnTo>
                  <a:lnTo>
                    <a:pt x="516" y="778"/>
                  </a:lnTo>
                  <a:lnTo>
                    <a:pt x="517" y="777"/>
                  </a:lnTo>
                  <a:lnTo>
                    <a:pt x="517" y="775"/>
                  </a:lnTo>
                  <a:lnTo>
                    <a:pt x="517" y="775"/>
                  </a:lnTo>
                  <a:lnTo>
                    <a:pt x="516" y="774"/>
                  </a:lnTo>
                  <a:lnTo>
                    <a:pt x="515" y="773"/>
                  </a:lnTo>
                  <a:lnTo>
                    <a:pt x="514" y="772"/>
                  </a:lnTo>
                  <a:lnTo>
                    <a:pt x="513" y="771"/>
                  </a:lnTo>
                  <a:lnTo>
                    <a:pt x="514" y="768"/>
                  </a:lnTo>
                  <a:lnTo>
                    <a:pt x="513" y="768"/>
                  </a:lnTo>
                  <a:lnTo>
                    <a:pt x="512" y="767"/>
                  </a:lnTo>
                  <a:lnTo>
                    <a:pt x="510" y="767"/>
                  </a:lnTo>
                  <a:lnTo>
                    <a:pt x="509" y="766"/>
                  </a:lnTo>
                  <a:lnTo>
                    <a:pt x="508" y="765"/>
                  </a:lnTo>
                  <a:lnTo>
                    <a:pt x="507" y="764"/>
                  </a:lnTo>
                  <a:lnTo>
                    <a:pt x="507" y="763"/>
                  </a:lnTo>
                  <a:lnTo>
                    <a:pt x="507" y="761"/>
                  </a:lnTo>
                  <a:lnTo>
                    <a:pt x="507" y="761"/>
                  </a:lnTo>
                  <a:lnTo>
                    <a:pt x="507" y="760"/>
                  </a:lnTo>
                  <a:lnTo>
                    <a:pt x="507" y="760"/>
                  </a:lnTo>
                  <a:lnTo>
                    <a:pt x="506" y="759"/>
                  </a:lnTo>
                  <a:lnTo>
                    <a:pt x="505" y="758"/>
                  </a:lnTo>
                  <a:lnTo>
                    <a:pt x="505" y="758"/>
                  </a:lnTo>
                  <a:lnTo>
                    <a:pt x="505" y="757"/>
                  </a:lnTo>
                  <a:lnTo>
                    <a:pt x="504" y="755"/>
                  </a:lnTo>
                  <a:lnTo>
                    <a:pt x="502" y="753"/>
                  </a:lnTo>
                  <a:lnTo>
                    <a:pt x="494" y="749"/>
                  </a:lnTo>
                  <a:lnTo>
                    <a:pt x="493" y="749"/>
                  </a:lnTo>
                  <a:lnTo>
                    <a:pt x="492" y="749"/>
                  </a:lnTo>
                  <a:lnTo>
                    <a:pt x="492" y="746"/>
                  </a:lnTo>
                  <a:lnTo>
                    <a:pt x="492" y="745"/>
                  </a:lnTo>
                  <a:lnTo>
                    <a:pt x="492" y="745"/>
                  </a:lnTo>
                  <a:lnTo>
                    <a:pt x="491" y="745"/>
                  </a:lnTo>
                  <a:lnTo>
                    <a:pt x="490" y="744"/>
                  </a:lnTo>
                  <a:lnTo>
                    <a:pt x="487" y="743"/>
                  </a:lnTo>
                  <a:lnTo>
                    <a:pt x="486" y="742"/>
                  </a:lnTo>
                  <a:lnTo>
                    <a:pt x="486" y="741"/>
                  </a:lnTo>
                  <a:lnTo>
                    <a:pt x="486" y="738"/>
                  </a:lnTo>
                  <a:lnTo>
                    <a:pt x="486" y="737"/>
                  </a:lnTo>
                  <a:lnTo>
                    <a:pt x="485" y="735"/>
                  </a:lnTo>
                  <a:lnTo>
                    <a:pt x="483" y="732"/>
                  </a:lnTo>
                  <a:lnTo>
                    <a:pt x="481" y="729"/>
                  </a:lnTo>
                  <a:lnTo>
                    <a:pt x="481" y="725"/>
                  </a:lnTo>
                  <a:lnTo>
                    <a:pt x="481" y="725"/>
                  </a:lnTo>
                  <a:lnTo>
                    <a:pt x="480" y="724"/>
                  </a:lnTo>
                  <a:lnTo>
                    <a:pt x="480" y="724"/>
                  </a:lnTo>
                  <a:lnTo>
                    <a:pt x="480" y="723"/>
                  </a:lnTo>
                  <a:lnTo>
                    <a:pt x="480" y="722"/>
                  </a:lnTo>
                  <a:lnTo>
                    <a:pt x="483" y="721"/>
                  </a:lnTo>
                  <a:lnTo>
                    <a:pt x="483" y="721"/>
                  </a:lnTo>
                  <a:lnTo>
                    <a:pt x="479" y="720"/>
                  </a:lnTo>
                  <a:lnTo>
                    <a:pt x="478" y="718"/>
                  </a:lnTo>
                  <a:lnTo>
                    <a:pt x="477" y="716"/>
                  </a:lnTo>
                  <a:lnTo>
                    <a:pt x="477" y="716"/>
                  </a:lnTo>
                  <a:lnTo>
                    <a:pt x="477" y="714"/>
                  </a:lnTo>
                  <a:lnTo>
                    <a:pt x="477" y="713"/>
                  </a:lnTo>
                  <a:lnTo>
                    <a:pt x="476" y="711"/>
                  </a:lnTo>
                  <a:lnTo>
                    <a:pt x="473" y="711"/>
                  </a:lnTo>
                  <a:lnTo>
                    <a:pt x="473" y="710"/>
                  </a:lnTo>
                  <a:lnTo>
                    <a:pt x="473" y="709"/>
                  </a:lnTo>
                  <a:lnTo>
                    <a:pt x="470" y="705"/>
                  </a:lnTo>
                  <a:lnTo>
                    <a:pt x="469" y="703"/>
                  </a:lnTo>
                  <a:lnTo>
                    <a:pt x="467" y="694"/>
                  </a:lnTo>
                  <a:lnTo>
                    <a:pt x="466" y="694"/>
                  </a:lnTo>
                  <a:lnTo>
                    <a:pt x="466" y="693"/>
                  </a:lnTo>
                  <a:lnTo>
                    <a:pt x="466" y="692"/>
                  </a:lnTo>
                  <a:lnTo>
                    <a:pt x="465" y="692"/>
                  </a:lnTo>
                  <a:lnTo>
                    <a:pt x="465" y="692"/>
                  </a:lnTo>
                  <a:lnTo>
                    <a:pt x="464" y="692"/>
                  </a:lnTo>
                  <a:lnTo>
                    <a:pt x="464" y="691"/>
                  </a:lnTo>
                  <a:lnTo>
                    <a:pt x="463" y="691"/>
                  </a:lnTo>
                  <a:lnTo>
                    <a:pt x="464" y="689"/>
                  </a:lnTo>
                  <a:lnTo>
                    <a:pt x="464" y="688"/>
                  </a:lnTo>
                  <a:lnTo>
                    <a:pt x="463" y="688"/>
                  </a:lnTo>
                  <a:lnTo>
                    <a:pt x="462" y="687"/>
                  </a:lnTo>
                  <a:lnTo>
                    <a:pt x="462" y="687"/>
                  </a:lnTo>
                  <a:lnTo>
                    <a:pt x="462" y="686"/>
                  </a:lnTo>
                  <a:lnTo>
                    <a:pt x="461" y="685"/>
                  </a:lnTo>
                  <a:lnTo>
                    <a:pt x="459" y="685"/>
                  </a:lnTo>
                  <a:lnTo>
                    <a:pt x="459" y="684"/>
                  </a:lnTo>
                  <a:lnTo>
                    <a:pt x="459" y="682"/>
                  </a:lnTo>
                  <a:lnTo>
                    <a:pt x="458" y="681"/>
                  </a:lnTo>
                  <a:lnTo>
                    <a:pt x="458" y="680"/>
                  </a:lnTo>
                  <a:lnTo>
                    <a:pt x="458" y="680"/>
                  </a:lnTo>
                  <a:lnTo>
                    <a:pt x="458" y="678"/>
                  </a:lnTo>
                  <a:lnTo>
                    <a:pt x="458" y="677"/>
                  </a:lnTo>
                  <a:lnTo>
                    <a:pt x="457" y="673"/>
                  </a:lnTo>
                  <a:lnTo>
                    <a:pt x="456" y="667"/>
                  </a:lnTo>
                  <a:lnTo>
                    <a:pt x="456" y="666"/>
                  </a:lnTo>
                  <a:lnTo>
                    <a:pt x="455" y="666"/>
                  </a:lnTo>
                  <a:lnTo>
                    <a:pt x="454" y="666"/>
                  </a:lnTo>
                  <a:lnTo>
                    <a:pt x="452" y="666"/>
                  </a:lnTo>
                  <a:lnTo>
                    <a:pt x="452" y="665"/>
                  </a:lnTo>
                  <a:lnTo>
                    <a:pt x="452" y="665"/>
                  </a:lnTo>
                  <a:lnTo>
                    <a:pt x="448" y="662"/>
                  </a:lnTo>
                  <a:lnTo>
                    <a:pt x="448" y="660"/>
                  </a:lnTo>
                  <a:lnTo>
                    <a:pt x="448" y="658"/>
                  </a:lnTo>
                  <a:lnTo>
                    <a:pt x="447" y="655"/>
                  </a:lnTo>
                  <a:lnTo>
                    <a:pt x="445" y="653"/>
                  </a:lnTo>
                  <a:lnTo>
                    <a:pt x="444" y="652"/>
                  </a:lnTo>
                  <a:lnTo>
                    <a:pt x="441" y="651"/>
                  </a:lnTo>
                  <a:lnTo>
                    <a:pt x="440" y="650"/>
                  </a:lnTo>
                  <a:lnTo>
                    <a:pt x="438" y="648"/>
                  </a:lnTo>
                  <a:lnTo>
                    <a:pt x="436" y="646"/>
                  </a:lnTo>
                  <a:lnTo>
                    <a:pt x="430" y="644"/>
                  </a:lnTo>
                  <a:lnTo>
                    <a:pt x="430" y="643"/>
                  </a:lnTo>
                  <a:lnTo>
                    <a:pt x="429" y="643"/>
                  </a:lnTo>
                  <a:lnTo>
                    <a:pt x="428" y="642"/>
                  </a:lnTo>
                  <a:lnTo>
                    <a:pt x="428" y="641"/>
                  </a:lnTo>
                  <a:lnTo>
                    <a:pt x="428" y="639"/>
                  </a:lnTo>
                  <a:lnTo>
                    <a:pt x="427" y="637"/>
                  </a:lnTo>
                  <a:lnTo>
                    <a:pt x="427" y="635"/>
                  </a:lnTo>
                  <a:lnTo>
                    <a:pt x="425" y="635"/>
                  </a:lnTo>
                  <a:lnTo>
                    <a:pt x="419" y="632"/>
                  </a:lnTo>
                  <a:lnTo>
                    <a:pt x="418" y="631"/>
                  </a:lnTo>
                  <a:lnTo>
                    <a:pt x="415" y="629"/>
                  </a:lnTo>
                  <a:lnTo>
                    <a:pt x="415" y="629"/>
                  </a:lnTo>
                  <a:lnTo>
                    <a:pt x="414" y="629"/>
                  </a:lnTo>
                  <a:lnTo>
                    <a:pt x="413" y="629"/>
                  </a:lnTo>
                  <a:lnTo>
                    <a:pt x="413" y="628"/>
                  </a:lnTo>
                  <a:lnTo>
                    <a:pt x="412" y="627"/>
                  </a:lnTo>
                  <a:lnTo>
                    <a:pt x="413" y="624"/>
                  </a:lnTo>
                  <a:lnTo>
                    <a:pt x="413" y="622"/>
                  </a:lnTo>
                  <a:lnTo>
                    <a:pt x="412" y="621"/>
                  </a:lnTo>
                  <a:lnTo>
                    <a:pt x="409" y="621"/>
                  </a:lnTo>
                  <a:lnTo>
                    <a:pt x="408" y="622"/>
                  </a:lnTo>
                  <a:lnTo>
                    <a:pt x="406" y="623"/>
                  </a:lnTo>
                  <a:lnTo>
                    <a:pt x="406" y="623"/>
                  </a:lnTo>
                  <a:lnTo>
                    <a:pt x="406" y="621"/>
                  </a:lnTo>
                  <a:lnTo>
                    <a:pt x="406" y="620"/>
                  </a:lnTo>
                  <a:lnTo>
                    <a:pt x="406" y="618"/>
                  </a:lnTo>
                  <a:lnTo>
                    <a:pt x="406" y="617"/>
                  </a:lnTo>
                  <a:lnTo>
                    <a:pt x="404" y="617"/>
                  </a:lnTo>
                  <a:lnTo>
                    <a:pt x="402" y="617"/>
                  </a:lnTo>
                  <a:lnTo>
                    <a:pt x="402" y="616"/>
                  </a:lnTo>
                  <a:lnTo>
                    <a:pt x="401" y="615"/>
                  </a:lnTo>
                  <a:lnTo>
                    <a:pt x="400" y="614"/>
                  </a:lnTo>
                  <a:lnTo>
                    <a:pt x="400" y="612"/>
                  </a:lnTo>
                  <a:lnTo>
                    <a:pt x="399" y="609"/>
                  </a:lnTo>
                  <a:lnTo>
                    <a:pt x="398" y="609"/>
                  </a:lnTo>
                  <a:lnTo>
                    <a:pt x="398" y="607"/>
                  </a:lnTo>
                  <a:lnTo>
                    <a:pt x="398" y="607"/>
                  </a:lnTo>
                  <a:lnTo>
                    <a:pt x="398" y="607"/>
                  </a:lnTo>
                  <a:lnTo>
                    <a:pt x="397" y="607"/>
                  </a:lnTo>
                  <a:lnTo>
                    <a:pt x="395" y="607"/>
                  </a:lnTo>
                  <a:lnTo>
                    <a:pt x="395" y="607"/>
                  </a:lnTo>
                  <a:lnTo>
                    <a:pt x="394" y="607"/>
                  </a:lnTo>
                  <a:lnTo>
                    <a:pt x="394" y="606"/>
                  </a:lnTo>
                  <a:lnTo>
                    <a:pt x="393" y="605"/>
                  </a:lnTo>
                  <a:lnTo>
                    <a:pt x="392" y="606"/>
                  </a:lnTo>
                  <a:lnTo>
                    <a:pt x="391" y="607"/>
                  </a:lnTo>
                  <a:lnTo>
                    <a:pt x="390" y="607"/>
                  </a:lnTo>
                  <a:lnTo>
                    <a:pt x="387" y="607"/>
                  </a:lnTo>
                  <a:lnTo>
                    <a:pt x="387" y="606"/>
                  </a:lnTo>
                  <a:lnTo>
                    <a:pt x="388" y="605"/>
                  </a:lnTo>
                  <a:lnTo>
                    <a:pt x="388" y="605"/>
                  </a:lnTo>
                  <a:lnTo>
                    <a:pt x="388" y="603"/>
                  </a:lnTo>
                  <a:lnTo>
                    <a:pt x="388" y="602"/>
                  </a:lnTo>
                  <a:lnTo>
                    <a:pt x="387" y="602"/>
                  </a:lnTo>
                  <a:lnTo>
                    <a:pt x="387" y="603"/>
                  </a:lnTo>
                  <a:lnTo>
                    <a:pt x="387" y="605"/>
                  </a:lnTo>
                  <a:lnTo>
                    <a:pt x="387" y="605"/>
                  </a:lnTo>
                  <a:lnTo>
                    <a:pt x="386" y="606"/>
                  </a:lnTo>
                  <a:lnTo>
                    <a:pt x="385" y="606"/>
                  </a:lnTo>
                  <a:lnTo>
                    <a:pt x="380" y="607"/>
                  </a:lnTo>
                  <a:lnTo>
                    <a:pt x="368" y="605"/>
                  </a:lnTo>
                  <a:lnTo>
                    <a:pt x="368" y="603"/>
                  </a:lnTo>
                  <a:lnTo>
                    <a:pt x="368" y="603"/>
                  </a:lnTo>
                  <a:lnTo>
                    <a:pt x="366" y="603"/>
                  </a:lnTo>
                  <a:lnTo>
                    <a:pt x="365" y="603"/>
                  </a:lnTo>
                  <a:lnTo>
                    <a:pt x="363" y="603"/>
                  </a:lnTo>
                  <a:lnTo>
                    <a:pt x="362" y="603"/>
                  </a:lnTo>
                  <a:lnTo>
                    <a:pt x="361" y="602"/>
                  </a:lnTo>
                  <a:lnTo>
                    <a:pt x="361" y="603"/>
                  </a:lnTo>
                  <a:lnTo>
                    <a:pt x="359" y="603"/>
                  </a:lnTo>
                  <a:lnTo>
                    <a:pt x="359" y="603"/>
                  </a:lnTo>
                  <a:lnTo>
                    <a:pt x="358" y="603"/>
                  </a:lnTo>
                  <a:lnTo>
                    <a:pt x="357" y="603"/>
                  </a:lnTo>
                  <a:lnTo>
                    <a:pt x="356" y="603"/>
                  </a:lnTo>
                  <a:lnTo>
                    <a:pt x="355" y="602"/>
                  </a:lnTo>
                  <a:lnTo>
                    <a:pt x="354" y="602"/>
                  </a:lnTo>
                  <a:lnTo>
                    <a:pt x="352" y="603"/>
                  </a:lnTo>
                  <a:lnTo>
                    <a:pt x="351" y="602"/>
                  </a:lnTo>
                  <a:lnTo>
                    <a:pt x="343" y="603"/>
                  </a:lnTo>
                  <a:lnTo>
                    <a:pt x="341" y="602"/>
                  </a:lnTo>
                  <a:lnTo>
                    <a:pt x="340" y="601"/>
                  </a:lnTo>
                  <a:lnTo>
                    <a:pt x="336" y="599"/>
                  </a:lnTo>
                  <a:lnTo>
                    <a:pt x="334" y="599"/>
                  </a:lnTo>
                  <a:lnTo>
                    <a:pt x="333" y="599"/>
                  </a:lnTo>
                  <a:lnTo>
                    <a:pt x="332" y="596"/>
                  </a:lnTo>
                  <a:lnTo>
                    <a:pt x="330" y="598"/>
                  </a:lnTo>
                  <a:lnTo>
                    <a:pt x="329" y="596"/>
                  </a:lnTo>
                  <a:lnTo>
                    <a:pt x="328" y="595"/>
                  </a:lnTo>
                  <a:lnTo>
                    <a:pt x="327" y="595"/>
                  </a:lnTo>
                  <a:lnTo>
                    <a:pt x="327" y="595"/>
                  </a:lnTo>
                  <a:lnTo>
                    <a:pt x="326" y="596"/>
                  </a:lnTo>
                  <a:lnTo>
                    <a:pt x="325" y="598"/>
                  </a:lnTo>
                  <a:lnTo>
                    <a:pt x="323" y="598"/>
                  </a:lnTo>
                  <a:lnTo>
                    <a:pt x="323" y="598"/>
                  </a:lnTo>
                  <a:lnTo>
                    <a:pt x="323" y="599"/>
                  </a:lnTo>
                  <a:lnTo>
                    <a:pt x="322" y="601"/>
                  </a:lnTo>
                  <a:lnTo>
                    <a:pt x="322" y="602"/>
                  </a:lnTo>
                  <a:lnTo>
                    <a:pt x="320" y="605"/>
                  </a:lnTo>
                  <a:lnTo>
                    <a:pt x="320" y="605"/>
                  </a:lnTo>
                  <a:lnTo>
                    <a:pt x="320" y="605"/>
                  </a:lnTo>
                  <a:lnTo>
                    <a:pt x="312" y="605"/>
                  </a:lnTo>
                  <a:lnTo>
                    <a:pt x="311" y="605"/>
                  </a:lnTo>
                  <a:lnTo>
                    <a:pt x="311" y="606"/>
                  </a:lnTo>
                  <a:lnTo>
                    <a:pt x="311" y="606"/>
                  </a:lnTo>
                  <a:lnTo>
                    <a:pt x="309" y="606"/>
                  </a:lnTo>
                  <a:lnTo>
                    <a:pt x="309" y="606"/>
                  </a:lnTo>
                  <a:lnTo>
                    <a:pt x="309" y="607"/>
                  </a:lnTo>
                  <a:lnTo>
                    <a:pt x="309" y="607"/>
                  </a:lnTo>
                  <a:lnTo>
                    <a:pt x="308" y="607"/>
                  </a:lnTo>
                  <a:lnTo>
                    <a:pt x="308" y="607"/>
                  </a:lnTo>
                  <a:lnTo>
                    <a:pt x="308" y="606"/>
                  </a:lnTo>
                  <a:lnTo>
                    <a:pt x="307" y="606"/>
                  </a:lnTo>
                  <a:lnTo>
                    <a:pt x="306" y="606"/>
                  </a:lnTo>
                  <a:lnTo>
                    <a:pt x="304" y="607"/>
                  </a:lnTo>
                  <a:lnTo>
                    <a:pt x="303" y="608"/>
                  </a:lnTo>
                  <a:lnTo>
                    <a:pt x="299" y="608"/>
                  </a:lnTo>
                  <a:lnTo>
                    <a:pt x="299" y="608"/>
                  </a:lnTo>
                  <a:lnTo>
                    <a:pt x="298" y="608"/>
                  </a:lnTo>
                  <a:lnTo>
                    <a:pt x="298" y="609"/>
                  </a:lnTo>
                  <a:lnTo>
                    <a:pt x="298" y="609"/>
                  </a:lnTo>
                  <a:lnTo>
                    <a:pt x="298" y="610"/>
                  </a:lnTo>
                  <a:lnTo>
                    <a:pt x="296" y="615"/>
                  </a:lnTo>
                  <a:lnTo>
                    <a:pt x="294" y="616"/>
                  </a:lnTo>
                  <a:lnTo>
                    <a:pt x="294" y="616"/>
                  </a:lnTo>
                  <a:lnTo>
                    <a:pt x="293" y="618"/>
                  </a:lnTo>
                  <a:lnTo>
                    <a:pt x="293" y="618"/>
                  </a:lnTo>
                  <a:lnTo>
                    <a:pt x="292" y="620"/>
                  </a:lnTo>
                  <a:lnTo>
                    <a:pt x="292" y="621"/>
                  </a:lnTo>
                  <a:lnTo>
                    <a:pt x="291" y="621"/>
                  </a:lnTo>
                  <a:lnTo>
                    <a:pt x="291" y="622"/>
                  </a:lnTo>
                  <a:lnTo>
                    <a:pt x="291" y="622"/>
                  </a:lnTo>
                  <a:lnTo>
                    <a:pt x="290" y="623"/>
                  </a:lnTo>
                  <a:lnTo>
                    <a:pt x="291" y="624"/>
                  </a:lnTo>
                  <a:lnTo>
                    <a:pt x="290" y="624"/>
                  </a:lnTo>
                  <a:lnTo>
                    <a:pt x="290" y="624"/>
                  </a:lnTo>
                  <a:lnTo>
                    <a:pt x="290" y="625"/>
                  </a:lnTo>
                  <a:lnTo>
                    <a:pt x="286" y="631"/>
                  </a:lnTo>
                  <a:lnTo>
                    <a:pt x="286" y="632"/>
                  </a:lnTo>
                  <a:lnTo>
                    <a:pt x="286" y="634"/>
                  </a:lnTo>
                  <a:lnTo>
                    <a:pt x="285" y="635"/>
                  </a:lnTo>
                  <a:lnTo>
                    <a:pt x="286" y="636"/>
                  </a:lnTo>
                  <a:lnTo>
                    <a:pt x="286" y="637"/>
                  </a:lnTo>
                  <a:lnTo>
                    <a:pt x="286" y="638"/>
                  </a:lnTo>
                  <a:lnTo>
                    <a:pt x="285" y="639"/>
                  </a:lnTo>
                  <a:lnTo>
                    <a:pt x="285" y="639"/>
                  </a:lnTo>
                  <a:lnTo>
                    <a:pt x="285" y="641"/>
                  </a:lnTo>
                  <a:lnTo>
                    <a:pt x="285" y="642"/>
                  </a:lnTo>
                  <a:lnTo>
                    <a:pt x="285" y="642"/>
                  </a:lnTo>
                  <a:lnTo>
                    <a:pt x="284" y="642"/>
                  </a:lnTo>
                  <a:lnTo>
                    <a:pt x="284" y="642"/>
                  </a:lnTo>
                  <a:lnTo>
                    <a:pt x="283" y="643"/>
                  </a:lnTo>
                  <a:lnTo>
                    <a:pt x="282" y="643"/>
                  </a:lnTo>
                  <a:lnTo>
                    <a:pt x="282" y="644"/>
                  </a:lnTo>
                  <a:lnTo>
                    <a:pt x="282" y="645"/>
                  </a:lnTo>
                  <a:lnTo>
                    <a:pt x="280" y="649"/>
                  </a:lnTo>
                  <a:lnTo>
                    <a:pt x="280" y="650"/>
                  </a:lnTo>
                  <a:lnTo>
                    <a:pt x="282" y="651"/>
                  </a:lnTo>
                  <a:lnTo>
                    <a:pt x="283" y="652"/>
                  </a:lnTo>
                  <a:lnTo>
                    <a:pt x="284" y="653"/>
                  </a:lnTo>
                  <a:lnTo>
                    <a:pt x="283" y="653"/>
                  </a:lnTo>
                  <a:lnTo>
                    <a:pt x="280" y="655"/>
                  </a:lnTo>
                  <a:lnTo>
                    <a:pt x="277" y="657"/>
                  </a:lnTo>
                  <a:lnTo>
                    <a:pt x="277" y="658"/>
                  </a:lnTo>
                  <a:lnTo>
                    <a:pt x="275" y="657"/>
                  </a:lnTo>
                  <a:lnTo>
                    <a:pt x="275" y="657"/>
                  </a:lnTo>
                  <a:lnTo>
                    <a:pt x="273" y="658"/>
                  </a:lnTo>
                  <a:lnTo>
                    <a:pt x="271" y="663"/>
                  </a:lnTo>
                  <a:lnTo>
                    <a:pt x="270" y="663"/>
                  </a:lnTo>
                  <a:lnTo>
                    <a:pt x="270" y="664"/>
                  </a:lnTo>
                  <a:lnTo>
                    <a:pt x="266" y="665"/>
                  </a:lnTo>
                  <a:lnTo>
                    <a:pt x="265" y="666"/>
                  </a:lnTo>
                  <a:lnTo>
                    <a:pt x="265" y="667"/>
                  </a:lnTo>
                  <a:lnTo>
                    <a:pt x="265" y="668"/>
                  </a:lnTo>
                  <a:lnTo>
                    <a:pt x="264" y="668"/>
                  </a:lnTo>
                  <a:lnTo>
                    <a:pt x="264" y="668"/>
                  </a:lnTo>
                  <a:lnTo>
                    <a:pt x="263" y="672"/>
                  </a:lnTo>
                  <a:lnTo>
                    <a:pt x="262" y="674"/>
                  </a:lnTo>
                  <a:lnTo>
                    <a:pt x="261" y="674"/>
                  </a:lnTo>
                  <a:lnTo>
                    <a:pt x="257" y="674"/>
                  </a:lnTo>
                  <a:lnTo>
                    <a:pt x="253" y="673"/>
                  </a:lnTo>
                  <a:lnTo>
                    <a:pt x="248" y="673"/>
                  </a:lnTo>
                  <a:lnTo>
                    <a:pt x="247" y="672"/>
                  </a:lnTo>
                  <a:lnTo>
                    <a:pt x="248" y="671"/>
                  </a:lnTo>
                  <a:lnTo>
                    <a:pt x="247" y="671"/>
                  </a:lnTo>
                  <a:lnTo>
                    <a:pt x="246" y="671"/>
                  </a:lnTo>
                  <a:lnTo>
                    <a:pt x="246" y="670"/>
                  </a:lnTo>
                  <a:lnTo>
                    <a:pt x="244" y="670"/>
                  </a:lnTo>
                  <a:lnTo>
                    <a:pt x="243" y="671"/>
                  </a:lnTo>
                  <a:lnTo>
                    <a:pt x="243" y="671"/>
                  </a:lnTo>
                  <a:lnTo>
                    <a:pt x="242" y="671"/>
                  </a:lnTo>
                  <a:lnTo>
                    <a:pt x="240" y="668"/>
                  </a:lnTo>
                  <a:lnTo>
                    <a:pt x="239" y="667"/>
                  </a:lnTo>
                  <a:lnTo>
                    <a:pt x="237" y="667"/>
                  </a:lnTo>
                  <a:lnTo>
                    <a:pt x="235" y="665"/>
                  </a:lnTo>
                  <a:lnTo>
                    <a:pt x="230" y="662"/>
                  </a:lnTo>
                  <a:lnTo>
                    <a:pt x="230" y="660"/>
                  </a:lnTo>
                  <a:lnTo>
                    <a:pt x="230" y="659"/>
                  </a:lnTo>
                  <a:lnTo>
                    <a:pt x="229" y="659"/>
                  </a:lnTo>
                  <a:lnTo>
                    <a:pt x="229" y="658"/>
                  </a:lnTo>
                  <a:lnTo>
                    <a:pt x="228" y="658"/>
                  </a:lnTo>
                  <a:lnTo>
                    <a:pt x="227" y="658"/>
                  </a:lnTo>
                  <a:lnTo>
                    <a:pt x="220" y="657"/>
                  </a:lnTo>
                  <a:lnTo>
                    <a:pt x="218" y="656"/>
                  </a:lnTo>
                  <a:lnTo>
                    <a:pt x="214" y="652"/>
                  </a:lnTo>
                  <a:lnTo>
                    <a:pt x="213" y="651"/>
                  </a:lnTo>
                  <a:lnTo>
                    <a:pt x="212" y="651"/>
                  </a:lnTo>
                  <a:lnTo>
                    <a:pt x="212" y="651"/>
                  </a:lnTo>
                  <a:lnTo>
                    <a:pt x="212" y="649"/>
                  </a:lnTo>
                  <a:lnTo>
                    <a:pt x="212" y="648"/>
                  </a:lnTo>
                  <a:lnTo>
                    <a:pt x="211" y="648"/>
                  </a:lnTo>
                  <a:lnTo>
                    <a:pt x="211" y="646"/>
                  </a:lnTo>
                  <a:lnTo>
                    <a:pt x="205" y="646"/>
                  </a:lnTo>
                  <a:lnTo>
                    <a:pt x="200" y="645"/>
                  </a:lnTo>
                  <a:lnTo>
                    <a:pt x="193" y="643"/>
                  </a:lnTo>
                  <a:lnTo>
                    <a:pt x="190" y="641"/>
                  </a:lnTo>
                  <a:lnTo>
                    <a:pt x="186" y="636"/>
                  </a:lnTo>
                  <a:lnTo>
                    <a:pt x="184" y="635"/>
                  </a:lnTo>
                  <a:lnTo>
                    <a:pt x="182" y="634"/>
                  </a:lnTo>
                  <a:lnTo>
                    <a:pt x="179" y="630"/>
                  </a:lnTo>
                  <a:lnTo>
                    <a:pt x="178" y="627"/>
                  </a:lnTo>
                  <a:lnTo>
                    <a:pt x="178" y="627"/>
                  </a:lnTo>
                  <a:lnTo>
                    <a:pt x="177" y="627"/>
                  </a:lnTo>
                  <a:lnTo>
                    <a:pt x="176" y="624"/>
                  </a:lnTo>
                  <a:lnTo>
                    <a:pt x="175" y="623"/>
                  </a:lnTo>
                  <a:lnTo>
                    <a:pt x="172" y="623"/>
                  </a:lnTo>
                  <a:lnTo>
                    <a:pt x="170" y="622"/>
                  </a:lnTo>
                  <a:lnTo>
                    <a:pt x="169" y="623"/>
                  </a:lnTo>
                  <a:lnTo>
                    <a:pt x="168" y="622"/>
                  </a:lnTo>
                  <a:lnTo>
                    <a:pt x="162" y="617"/>
                  </a:lnTo>
                  <a:lnTo>
                    <a:pt x="161" y="617"/>
                  </a:lnTo>
                  <a:lnTo>
                    <a:pt x="161" y="617"/>
                  </a:lnTo>
                  <a:lnTo>
                    <a:pt x="161" y="616"/>
                  </a:lnTo>
                  <a:lnTo>
                    <a:pt x="160" y="615"/>
                  </a:lnTo>
                  <a:lnTo>
                    <a:pt x="160" y="615"/>
                  </a:lnTo>
                  <a:lnTo>
                    <a:pt x="158" y="614"/>
                  </a:lnTo>
                  <a:lnTo>
                    <a:pt x="155" y="612"/>
                  </a:lnTo>
                  <a:lnTo>
                    <a:pt x="154" y="609"/>
                  </a:lnTo>
                  <a:lnTo>
                    <a:pt x="154" y="609"/>
                  </a:lnTo>
                  <a:lnTo>
                    <a:pt x="154" y="608"/>
                  </a:lnTo>
                  <a:lnTo>
                    <a:pt x="154" y="607"/>
                  </a:lnTo>
                  <a:lnTo>
                    <a:pt x="153" y="606"/>
                  </a:lnTo>
                  <a:lnTo>
                    <a:pt x="151" y="602"/>
                  </a:lnTo>
                  <a:lnTo>
                    <a:pt x="151" y="599"/>
                  </a:lnTo>
                  <a:lnTo>
                    <a:pt x="150" y="598"/>
                  </a:lnTo>
                  <a:lnTo>
                    <a:pt x="149" y="596"/>
                  </a:lnTo>
                  <a:lnTo>
                    <a:pt x="148" y="594"/>
                  </a:lnTo>
                  <a:lnTo>
                    <a:pt x="148" y="594"/>
                  </a:lnTo>
                  <a:lnTo>
                    <a:pt x="147" y="589"/>
                  </a:lnTo>
                  <a:lnTo>
                    <a:pt x="146" y="588"/>
                  </a:lnTo>
                  <a:lnTo>
                    <a:pt x="145" y="587"/>
                  </a:lnTo>
                  <a:lnTo>
                    <a:pt x="145" y="586"/>
                  </a:lnTo>
                  <a:lnTo>
                    <a:pt x="143" y="585"/>
                  </a:lnTo>
                  <a:lnTo>
                    <a:pt x="143" y="585"/>
                  </a:lnTo>
                  <a:lnTo>
                    <a:pt x="143" y="584"/>
                  </a:lnTo>
                  <a:lnTo>
                    <a:pt x="143" y="582"/>
                  </a:lnTo>
                  <a:lnTo>
                    <a:pt x="143" y="581"/>
                  </a:lnTo>
                  <a:lnTo>
                    <a:pt x="142" y="577"/>
                  </a:lnTo>
                  <a:lnTo>
                    <a:pt x="142" y="574"/>
                  </a:lnTo>
                  <a:lnTo>
                    <a:pt x="142" y="572"/>
                  </a:lnTo>
                  <a:lnTo>
                    <a:pt x="143" y="570"/>
                  </a:lnTo>
                  <a:lnTo>
                    <a:pt x="145" y="567"/>
                  </a:lnTo>
                  <a:lnTo>
                    <a:pt x="145" y="564"/>
                  </a:lnTo>
                  <a:lnTo>
                    <a:pt x="145" y="562"/>
                  </a:lnTo>
                  <a:lnTo>
                    <a:pt x="143" y="560"/>
                  </a:lnTo>
                  <a:lnTo>
                    <a:pt x="142" y="557"/>
                  </a:lnTo>
                  <a:lnTo>
                    <a:pt x="141" y="557"/>
                  </a:lnTo>
                  <a:lnTo>
                    <a:pt x="140" y="556"/>
                  </a:lnTo>
                  <a:lnTo>
                    <a:pt x="139" y="556"/>
                  </a:lnTo>
                  <a:lnTo>
                    <a:pt x="139" y="553"/>
                  </a:lnTo>
                  <a:lnTo>
                    <a:pt x="138" y="551"/>
                  </a:lnTo>
                  <a:lnTo>
                    <a:pt x="136" y="549"/>
                  </a:lnTo>
                  <a:lnTo>
                    <a:pt x="135" y="548"/>
                  </a:lnTo>
                  <a:lnTo>
                    <a:pt x="135" y="548"/>
                  </a:lnTo>
                  <a:lnTo>
                    <a:pt x="134" y="546"/>
                  </a:lnTo>
                  <a:lnTo>
                    <a:pt x="134" y="545"/>
                  </a:lnTo>
                  <a:lnTo>
                    <a:pt x="134" y="545"/>
                  </a:lnTo>
                  <a:lnTo>
                    <a:pt x="134" y="544"/>
                  </a:lnTo>
                  <a:lnTo>
                    <a:pt x="133" y="543"/>
                  </a:lnTo>
                  <a:lnTo>
                    <a:pt x="133" y="543"/>
                  </a:lnTo>
                  <a:lnTo>
                    <a:pt x="132" y="542"/>
                  </a:lnTo>
                  <a:lnTo>
                    <a:pt x="132" y="542"/>
                  </a:lnTo>
                  <a:lnTo>
                    <a:pt x="132" y="541"/>
                  </a:lnTo>
                  <a:lnTo>
                    <a:pt x="132" y="539"/>
                  </a:lnTo>
                  <a:lnTo>
                    <a:pt x="132" y="538"/>
                  </a:lnTo>
                  <a:lnTo>
                    <a:pt x="131" y="537"/>
                  </a:lnTo>
                  <a:lnTo>
                    <a:pt x="131" y="536"/>
                  </a:lnTo>
                  <a:lnTo>
                    <a:pt x="131" y="536"/>
                  </a:lnTo>
                  <a:lnTo>
                    <a:pt x="132" y="535"/>
                  </a:lnTo>
                  <a:lnTo>
                    <a:pt x="132" y="534"/>
                  </a:lnTo>
                  <a:lnTo>
                    <a:pt x="132" y="534"/>
                  </a:lnTo>
                  <a:lnTo>
                    <a:pt x="131" y="532"/>
                  </a:lnTo>
                  <a:lnTo>
                    <a:pt x="131" y="532"/>
                  </a:lnTo>
                  <a:lnTo>
                    <a:pt x="129" y="530"/>
                  </a:lnTo>
                  <a:lnTo>
                    <a:pt x="129" y="529"/>
                  </a:lnTo>
                  <a:lnTo>
                    <a:pt x="129" y="528"/>
                  </a:lnTo>
                  <a:lnTo>
                    <a:pt x="127" y="524"/>
                  </a:lnTo>
                  <a:lnTo>
                    <a:pt x="126" y="523"/>
                  </a:lnTo>
                  <a:lnTo>
                    <a:pt x="126" y="523"/>
                  </a:lnTo>
                  <a:lnTo>
                    <a:pt x="124" y="523"/>
                  </a:lnTo>
                  <a:lnTo>
                    <a:pt x="122" y="523"/>
                  </a:lnTo>
                  <a:lnTo>
                    <a:pt x="122" y="522"/>
                  </a:lnTo>
                  <a:lnTo>
                    <a:pt x="122" y="521"/>
                  </a:lnTo>
                  <a:lnTo>
                    <a:pt x="122" y="520"/>
                  </a:lnTo>
                  <a:lnTo>
                    <a:pt x="121" y="519"/>
                  </a:lnTo>
                  <a:lnTo>
                    <a:pt x="121" y="517"/>
                  </a:lnTo>
                  <a:lnTo>
                    <a:pt x="119" y="516"/>
                  </a:lnTo>
                  <a:lnTo>
                    <a:pt x="118" y="515"/>
                  </a:lnTo>
                  <a:lnTo>
                    <a:pt x="117" y="515"/>
                  </a:lnTo>
                  <a:lnTo>
                    <a:pt x="115" y="514"/>
                  </a:lnTo>
                  <a:lnTo>
                    <a:pt x="112" y="509"/>
                  </a:lnTo>
                  <a:lnTo>
                    <a:pt x="111" y="510"/>
                  </a:lnTo>
                  <a:lnTo>
                    <a:pt x="110" y="509"/>
                  </a:lnTo>
                  <a:lnTo>
                    <a:pt x="110" y="509"/>
                  </a:lnTo>
                  <a:lnTo>
                    <a:pt x="110" y="509"/>
                  </a:lnTo>
                  <a:lnTo>
                    <a:pt x="110" y="508"/>
                  </a:lnTo>
                  <a:lnTo>
                    <a:pt x="108" y="508"/>
                  </a:lnTo>
                  <a:lnTo>
                    <a:pt x="108" y="507"/>
                  </a:lnTo>
                  <a:lnTo>
                    <a:pt x="107" y="507"/>
                  </a:lnTo>
                  <a:lnTo>
                    <a:pt x="107" y="507"/>
                  </a:lnTo>
                  <a:lnTo>
                    <a:pt x="106" y="506"/>
                  </a:lnTo>
                  <a:lnTo>
                    <a:pt x="106" y="506"/>
                  </a:lnTo>
                  <a:lnTo>
                    <a:pt x="105" y="505"/>
                  </a:lnTo>
                  <a:lnTo>
                    <a:pt x="104" y="505"/>
                  </a:lnTo>
                  <a:lnTo>
                    <a:pt x="104" y="505"/>
                  </a:lnTo>
                  <a:lnTo>
                    <a:pt x="104" y="506"/>
                  </a:lnTo>
                  <a:lnTo>
                    <a:pt x="103" y="506"/>
                  </a:lnTo>
                  <a:lnTo>
                    <a:pt x="103" y="506"/>
                  </a:lnTo>
                  <a:lnTo>
                    <a:pt x="102" y="506"/>
                  </a:lnTo>
                  <a:lnTo>
                    <a:pt x="102" y="505"/>
                  </a:lnTo>
                  <a:lnTo>
                    <a:pt x="102" y="505"/>
                  </a:lnTo>
                  <a:lnTo>
                    <a:pt x="100" y="503"/>
                  </a:lnTo>
                  <a:lnTo>
                    <a:pt x="97" y="501"/>
                  </a:lnTo>
                  <a:lnTo>
                    <a:pt x="95" y="501"/>
                  </a:lnTo>
                  <a:lnTo>
                    <a:pt x="93" y="500"/>
                  </a:lnTo>
                  <a:lnTo>
                    <a:pt x="90" y="495"/>
                  </a:lnTo>
                  <a:lnTo>
                    <a:pt x="84" y="491"/>
                  </a:lnTo>
                  <a:lnTo>
                    <a:pt x="82" y="487"/>
                  </a:lnTo>
                  <a:lnTo>
                    <a:pt x="79" y="486"/>
                  </a:lnTo>
                  <a:lnTo>
                    <a:pt x="79" y="485"/>
                  </a:lnTo>
                  <a:lnTo>
                    <a:pt x="78" y="481"/>
                  </a:lnTo>
                  <a:lnTo>
                    <a:pt x="77" y="480"/>
                  </a:lnTo>
                  <a:lnTo>
                    <a:pt x="76" y="479"/>
                  </a:lnTo>
                  <a:lnTo>
                    <a:pt x="75" y="478"/>
                  </a:lnTo>
                  <a:lnTo>
                    <a:pt x="74" y="477"/>
                  </a:lnTo>
                  <a:lnTo>
                    <a:pt x="72" y="474"/>
                  </a:lnTo>
                  <a:lnTo>
                    <a:pt x="71" y="474"/>
                  </a:lnTo>
                  <a:lnTo>
                    <a:pt x="70" y="473"/>
                  </a:lnTo>
                  <a:lnTo>
                    <a:pt x="64" y="470"/>
                  </a:lnTo>
                  <a:lnTo>
                    <a:pt x="64" y="469"/>
                  </a:lnTo>
                  <a:lnTo>
                    <a:pt x="63" y="466"/>
                  </a:lnTo>
                  <a:lnTo>
                    <a:pt x="57" y="459"/>
                  </a:lnTo>
                  <a:lnTo>
                    <a:pt x="56" y="458"/>
                  </a:lnTo>
                  <a:lnTo>
                    <a:pt x="55" y="458"/>
                  </a:lnTo>
                  <a:lnTo>
                    <a:pt x="55" y="457"/>
                  </a:lnTo>
                  <a:lnTo>
                    <a:pt x="54" y="457"/>
                  </a:lnTo>
                  <a:lnTo>
                    <a:pt x="53" y="456"/>
                  </a:lnTo>
                  <a:lnTo>
                    <a:pt x="53" y="455"/>
                  </a:lnTo>
                  <a:lnTo>
                    <a:pt x="52" y="453"/>
                  </a:lnTo>
                  <a:lnTo>
                    <a:pt x="52" y="452"/>
                  </a:lnTo>
                  <a:lnTo>
                    <a:pt x="50" y="451"/>
                  </a:lnTo>
                  <a:lnTo>
                    <a:pt x="47" y="449"/>
                  </a:lnTo>
                  <a:lnTo>
                    <a:pt x="46" y="449"/>
                  </a:lnTo>
                  <a:lnTo>
                    <a:pt x="45" y="448"/>
                  </a:lnTo>
                  <a:lnTo>
                    <a:pt x="42" y="448"/>
                  </a:lnTo>
                  <a:lnTo>
                    <a:pt x="40" y="445"/>
                  </a:lnTo>
                  <a:lnTo>
                    <a:pt x="38" y="444"/>
                  </a:lnTo>
                  <a:lnTo>
                    <a:pt x="35" y="444"/>
                  </a:lnTo>
                  <a:lnTo>
                    <a:pt x="34" y="443"/>
                  </a:lnTo>
                  <a:lnTo>
                    <a:pt x="32" y="441"/>
                  </a:lnTo>
                  <a:lnTo>
                    <a:pt x="32" y="441"/>
                  </a:lnTo>
                  <a:lnTo>
                    <a:pt x="32" y="439"/>
                  </a:lnTo>
                  <a:lnTo>
                    <a:pt x="32" y="439"/>
                  </a:lnTo>
                  <a:lnTo>
                    <a:pt x="31" y="438"/>
                  </a:lnTo>
                  <a:lnTo>
                    <a:pt x="31" y="437"/>
                  </a:lnTo>
                  <a:lnTo>
                    <a:pt x="27" y="432"/>
                  </a:lnTo>
                  <a:lnTo>
                    <a:pt x="27" y="431"/>
                  </a:lnTo>
                  <a:lnTo>
                    <a:pt x="25" y="426"/>
                  </a:lnTo>
                  <a:lnTo>
                    <a:pt x="24" y="422"/>
                  </a:lnTo>
                  <a:lnTo>
                    <a:pt x="23" y="419"/>
                  </a:lnTo>
                  <a:lnTo>
                    <a:pt x="19" y="416"/>
                  </a:lnTo>
                  <a:lnTo>
                    <a:pt x="17" y="415"/>
                  </a:lnTo>
                  <a:lnTo>
                    <a:pt x="13" y="415"/>
                  </a:lnTo>
                  <a:lnTo>
                    <a:pt x="12" y="414"/>
                  </a:lnTo>
                  <a:lnTo>
                    <a:pt x="7" y="409"/>
                  </a:lnTo>
                  <a:lnTo>
                    <a:pt x="6" y="408"/>
                  </a:lnTo>
                  <a:lnTo>
                    <a:pt x="5" y="408"/>
                  </a:lnTo>
                  <a:lnTo>
                    <a:pt x="5" y="408"/>
                  </a:lnTo>
                  <a:lnTo>
                    <a:pt x="4" y="407"/>
                  </a:lnTo>
                  <a:lnTo>
                    <a:pt x="4" y="406"/>
                  </a:lnTo>
                  <a:lnTo>
                    <a:pt x="4" y="406"/>
                  </a:lnTo>
                  <a:lnTo>
                    <a:pt x="3" y="402"/>
                  </a:lnTo>
                  <a:lnTo>
                    <a:pt x="2" y="401"/>
                  </a:lnTo>
                  <a:lnTo>
                    <a:pt x="2" y="399"/>
                  </a:lnTo>
                  <a:lnTo>
                    <a:pt x="2" y="396"/>
                  </a:lnTo>
                  <a:lnTo>
                    <a:pt x="0" y="393"/>
                  </a:lnTo>
                  <a:lnTo>
                    <a:pt x="0" y="392"/>
                  </a:lnTo>
                  <a:lnTo>
                    <a:pt x="2" y="392"/>
                  </a:lnTo>
                  <a:lnTo>
                    <a:pt x="4" y="392"/>
                  </a:lnTo>
                  <a:lnTo>
                    <a:pt x="20" y="393"/>
                  </a:lnTo>
                  <a:lnTo>
                    <a:pt x="38" y="394"/>
                  </a:lnTo>
                  <a:lnTo>
                    <a:pt x="54" y="395"/>
                  </a:lnTo>
                  <a:lnTo>
                    <a:pt x="71" y="396"/>
                  </a:lnTo>
                  <a:lnTo>
                    <a:pt x="88" y="396"/>
                  </a:lnTo>
                  <a:lnTo>
                    <a:pt x="105" y="398"/>
                  </a:lnTo>
                  <a:lnTo>
                    <a:pt x="122" y="399"/>
                  </a:lnTo>
                  <a:lnTo>
                    <a:pt x="139" y="399"/>
                  </a:lnTo>
                  <a:lnTo>
                    <a:pt x="156" y="400"/>
                  </a:lnTo>
                  <a:lnTo>
                    <a:pt x="172" y="401"/>
                  </a:lnTo>
                  <a:lnTo>
                    <a:pt x="190" y="401"/>
                  </a:lnTo>
                  <a:lnTo>
                    <a:pt x="206" y="402"/>
                  </a:lnTo>
                  <a:lnTo>
                    <a:pt x="224" y="402"/>
                  </a:lnTo>
                  <a:lnTo>
                    <a:pt x="241" y="403"/>
                  </a:lnTo>
                  <a:lnTo>
                    <a:pt x="257" y="403"/>
                  </a:lnTo>
                  <a:lnTo>
                    <a:pt x="275" y="403"/>
                  </a:lnTo>
                  <a:lnTo>
                    <a:pt x="275" y="392"/>
                  </a:lnTo>
                  <a:lnTo>
                    <a:pt x="275" y="379"/>
                  </a:lnTo>
                  <a:lnTo>
                    <a:pt x="276" y="366"/>
                  </a:lnTo>
                  <a:lnTo>
                    <a:pt x="276" y="353"/>
                  </a:lnTo>
                  <a:lnTo>
                    <a:pt x="276" y="342"/>
                  </a:lnTo>
                  <a:lnTo>
                    <a:pt x="277" y="329"/>
                  </a:lnTo>
                  <a:lnTo>
                    <a:pt x="277" y="316"/>
                  </a:lnTo>
                  <a:lnTo>
                    <a:pt x="278" y="303"/>
                  </a:lnTo>
                  <a:lnTo>
                    <a:pt x="278" y="292"/>
                  </a:lnTo>
                  <a:lnTo>
                    <a:pt x="278" y="279"/>
                  </a:lnTo>
                  <a:lnTo>
                    <a:pt x="279" y="266"/>
                  </a:lnTo>
                  <a:lnTo>
                    <a:pt x="279" y="253"/>
                  </a:lnTo>
                  <a:lnTo>
                    <a:pt x="279" y="242"/>
                  </a:lnTo>
                  <a:lnTo>
                    <a:pt x="280" y="229"/>
                  </a:lnTo>
                  <a:lnTo>
                    <a:pt x="280" y="216"/>
                  </a:lnTo>
                  <a:lnTo>
                    <a:pt x="280" y="205"/>
                  </a:lnTo>
                  <a:lnTo>
                    <a:pt x="282" y="192"/>
                  </a:lnTo>
                  <a:lnTo>
                    <a:pt x="282" y="179"/>
                  </a:lnTo>
                  <a:lnTo>
                    <a:pt x="282" y="166"/>
                  </a:lnTo>
                  <a:lnTo>
                    <a:pt x="283" y="155"/>
                  </a:lnTo>
                  <a:lnTo>
                    <a:pt x="283" y="142"/>
                  </a:lnTo>
                  <a:lnTo>
                    <a:pt x="283" y="129"/>
                  </a:lnTo>
                  <a:lnTo>
                    <a:pt x="284" y="116"/>
                  </a:lnTo>
                  <a:lnTo>
                    <a:pt x="284" y="105"/>
                  </a:lnTo>
                  <a:lnTo>
                    <a:pt x="284" y="92"/>
                  </a:lnTo>
                  <a:lnTo>
                    <a:pt x="285" y="79"/>
                  </a:lnTo>
                  <a:lnTo>
                    <a:pt x="285" y="66"/>
                  </a:lnTo>
                  <a:lnTo>
                    <a:pt x="285" y="55"/>
                  </a:lnTo>
                  <a:lnTo>
                    <a:pt x="286" y="42"/>
                  </a:lnTo>
                  <a:lnTo>
                    <a:pt x="286" y="29"/>
                  </a:lnTo>
                  <a:lnTo>
                    <a:pt x="286" y="17"/>
                  </a:lnTo>
                  <a:lnTo>
                    <a:pt x="287" y="5"/>
                  </a:lnTo>
                  <a:lnTo>
                    <a:pt x="287" y="1"/>
                  </a:lnTo>
                  <a:lnTo>
                    <a:pt x="28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2906713" y="2628900"/>
              <a:ext cx="484187" cy="176213"/>
            </a:xfrm>
            <a:custGeom>
              <a:avLst/>
              <a:gdLst>
                <a:gd name="T0" fmla="*/ 606 w 610"/>
                <a:gd name="T1" fmla="*/ 18 h 222"/>
                <a:gd name="T2" fmla="*/ 610 w 610"/>
                <a:gd name="T3" fmla="*/ 23 h 222"/>
                <a:gd name="T4" fmla="*/ 595 w 610"/>
                <a:gd name="T5" fmla="*/ 30 h 222"/>
                <a:gd name="T6" fmla="*/ 585 w 610"/>
                <a:gd name="T7" fmla="*/ 50 h 222"/>
                <a:gd name="T8" fmla="*/ 582 w 610"/>
                <a:gd name="T9" fmla="*/ 47 h 222"/>
                <a:gd name="T10" fmla="*/ 579 w 610"/>
                <a:gd name="T11" fmla="*/ 46 h 222"/>
                <a:gd name="T12" fmla="*/ 574 w 610"/>
                <a:gd name="T13" fmla="*/ 49 h 222"/>
                <a:gd name="T14" fmla="*/ 564 w 610"/>
                <a:gd name="T15" fmla="*/ 53 h 222"/>
                <a:gd name="T16" fmla="*/ 559 w 610"/>
                <a:gd name="T17" fmla="*/ 64 h 222"/>
                <a:gd name="T18" fmla="*/ 553 w 610"/>
                <a:gd name="T19" fmla="*/ 67 h 222"/>
                <a:gd name="T20" fmla="*/ 550 w 610"/>
                <a:gd name="T21" fmla="*/ 61 h 222"/>
                <a:gd name="T22" fmla="*/ 545 w 610"/>
                <a:gd name="T23" fmla="*/ 61 h 222"/>
                <a:gd name="T24" fmla="*/ 538 w 610"/>
                <a:gd name="T25" fmla="*/ 70 h 222"/>
                <a:gd name="T26" fmla="*/ 534 w 610"/>
                <a:gd name="T27" fmla="*/ 72 h 222"/>
                <a:gd name="T28" fmla="*/ 529 w 610"/>
                <a:gd name="T29" fmla="*/ 73 h 222"/>
                <a:gd name="T30" fmla="*/ 529 w 610"/>
                <a:gd name="T31" fmla="*/ 78 h 222"/>
                <a:gd name="T32" fmla="*/ 526 w 610"/>
                <a:gd name="T33" fmla="*/ 87 h 222"/>
                <a:gd name="T34" fmla="*/ 516 w 610"/>
                <a:gd name="T35" fmla="*/ 90 h 222"/>
                <a:gd name="T36" fmla="*/ 507 w 610"/>
                <a:gd name="T37" fmla="*/ 97 h 222"/>
                <a:gd name="T38" fmla="*/ 502 w 610"/>
                <a:gd name="T39" fmla="*/ 102 h 222"/>
                <a:gd name="T40" fmla="*/ 493 w 610"/>
                <a:gd name="T41" fmla="*/ 110 h 222"/>
                <a:gd name="T42" fmla="*/ 485 w 610"/>
                <a:gd name="T43" fmla="*/ 114 h 222"/>
                <a:gd name="T44" fmla="*/ 480 w 610"/>
                <a:gd name="T45" fmla="*/ 114 h 222"/>
                <a:gd name="T46" fmla="*/ 473 w 610"/>
                <a:gd name="T47" fmla="*/ 116 h 222"/>
                <a:gd name="T48" fmla="*/ 463 w 610"/>
                <a:gd name="T49" fmla="*/ 122 h 222"/>
                <a:gd name="T50" fmla="*/ 457 w 610"/>
                <a:gd name="T51" fmla="*/ 129 h 222"/>
                <a:gd name="T52" fmla="*/ 456 w 610"/>
                <a:gd name="T53" fmla="*/ 135 h 222"/>
                <a:gd name="T54" fmla="*/ 454 w 610"/>
                <a:gd name="T55" fmla="*/ 144 h 222"/>
                <a:gd name="T56" fmla="*/ 445 w 610"/>
                <a:gd name="T57" fmla="*/ 147 h 222"/>
                <a:gd name="T58" fmla="*/ 440 w 610"/>
                <a:gd name="T59" fmla="*/ 149 h 222"/>
                <a:gd name="T60" fmla="*/ 439 w 610"/>
                <a:gd name="T61" fmla="*/ 165 h 222"/>
                <a:gd name="T62" fmla="*/ 407 w 610"/>
                <a:gd name="T63" fmla="*/ 176 h 222"/>
                <a:gd name="T64" fmla="*/ 332 w 610"/>
                <a:gd name="T65" fmla="*/ 186 h 222"/>
                <a:gd name="T66" fmla="*/ 240 w 610"/>
                <a:gd name="T67" fmla="*/ 196 h 222"/>
                <a:gd name="T68" fmla="*/ 157 w 610"/>
                <a:gd name="T69" fmla="*/ 204 h 222"/>
                <a:gd name="T70" fmla="*/ 115 w 610"/>
                <a:gd name="T71" fmla="*/ 211 h 222"/>
                <a:gd name="T72" fmla="*/ 38 w 610"/>
                <a:gd name="T73" fmla="*/ 218 h 222"/>
                <a:gd name="T74" fmla="*/ 3 w 610"/>
                <a:gd name="T75" fmla="*/ 220 h 222"/>
                <a:gd name="T76" fmla="*/ 12 w 610"/>
                <a:gd name="T77" fmla="*/ 210 h 222"/>
                <a:gd name="T78" fmla="*/ 11 w 610"/>
                <a:gd name="T79" fmla="*/ 188 h 222"/>
                <a:gd name="T80" fmla="*/ 18 w 610"/>
                <a:gd name="T81" fmla="*/ 174 h 222"/>
                <a:gd name="T82" fmla="*/ 22 w 610"/>
                <a:gd name="T83" fmla="*/ 165 h 222"/>
                <a:gd name="T84" fmla="*/ 32 w 610"/>
                <a:gd name="T85" fmla="*/ 149 h 222"/>
                <a:gd name="T86" fmla="*/ 36 w 610"/>
                <a:gd name="T87" fmla="*/ 136 h 222"/>
                <a:gd name="T88" fmla="*/ 35 w 610"/>
                <a:gd name="T89" fmla="*/ 127 h 222"/>
                <a:gd name="T90" fmla="*/ 39 w 610"/>
                <a:gd name="T91" fmla="*/ 113 h 222"/>
                <a:gd name="T92" fmla="*/ 41 w 610"/>
                <a:gd name="T93" fmla="*/ 102 h 222"/>
                <a:gd name="T94" fmla="*/ 45 w 610"/>
                <a:gd name="T95" fmla="*/ 94 h 222"/>
                <a:gd name="T96" fmla="*/ 46 w 610"/>
                <a:gd name="T97" fmla="*/ 83 h 222"/>
                <a:gd name="T98" fmla="*/ 65 w 610"/>
                <a:gd name="T99" fmla="*/ 81 h 222"/>
                <a:gd name="T100" fmla="*/ 152 w 610"/>
                <a:gd name="T101" fmla="*/ 71 h 222"/>
                <a:gd name="T102" fmla="*/ 148 w 610"/>
                <a:gd name="T103" fmla="*/ 56 h 222"/>
                <a:gd name="T104" fmla="*/ 165 w 610"/>
                <a:gd name="T105" fmla="*/ 58 h 222"/>
                <a:gd name="T106" fmla="*/ 196 w 610"/>
                <a:gd name="T107" fmla="*/ 54 h 222"/>
                <a:gd name="T108" fmla="*/ 251 w 610"/>
                <a:gd name="T109" fmla="*/ 46 h 222"/>
                <a:gd name="T110" fmla="*/ 273 w 610"/>
                <a:gd name="T111" fmla="*/ 44 h 222"/>
                <a:gd name="T112" fmla="*/ 397 w 610"/>
                <a:gd name="T113" fmla="*/ 32 h 222"/>
                <a:gd name="T114" fmla="*/ 463 w 610"/>
                <a:gd name="T115" fmla="*/ 24 h 222"/>
                <a:gd name="T116" fmla="*/ 518 w 610"/>
                <a:gd name="T117" fmla="*/ 15 h 222"/>
                <a:gd name="T118" fmla="*/ 577 w 610"/>
                <a:gd name="T119" fmla="*/ 6 h 222"/>
                <a:gd name="T120" fmla="*/ 603 w 610"/>
                <a:gd name="T121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10" h="222">
                  <a:moveTo>
                    <a:pt x="610" y="0"/>
                  </a:moveTo>
                  <a:lnTo>
                    <a:pt x="607" y="6"/>
                  </a:lnTo>
                  <a:lnTo>
                    <a:pt x="606" y="7"/>
                  </a:lnTo>
                  <a:lnTo>
                    <a:pt x="607" y="8"/>
                  </a:lnTo>
                  <a:lnTo>
                    <a:pt x="608" y="9"/>
                  </a:lnTo>
                  <a:lnTo>
                    <a:pt x="608" y="10"/>
                  </a:lnTo>
                  <a:lnTo>
                    <a:pt x="607" y="14"/>
                  </a:lnTo>
                  <a:lnTo>
                    <a:pt x="606" y="18"/>
                  </a:lnTo>
                  <a:lnTo>
                    <a:pt x="606" y="18"/>
                  </a:lnTo>
                  <a:lnTo>
                    <a:pt x="606" y="20"/>
                  </a:lnTo>
                  <a:lnTo>
                    <a:pt x="606" y="20"/>
                  </a:lnTo>
                  <a:lnTo>
                    <a:pt x="607" y="21"/>
                  </a:lnTo>
                  <a:lnTo>
                    <a:pt x="608" y="22"/>
                  </a:lnTo>
                  <a:lnTo>
                    <a:pt x="608" y="23"/>
                  </a:lnTo>
                  <a:lnTo>
                    <a:pt x="610" y="23"/>
                  </a:lnTo>
                  <a:lnTo>
                    <a:pt x="610" y="23"/>
                  </a:lnTo>
                  <a:lnTo>
                    <a:pt x="608" y="24"/>
                  </a:lnTo>
                  <a:lnTo>
                    <a:pt x="606" y="24"/>
                  </a:lnTo>
                  <a:lnTo>
                    <a:pt x="603" y="23"/>
                  </a:lnTo>
                  <a:lnTo>
                    <a:pt x="603" y="23"/>
                  </a:lnTo>
                  <a:lnTo>
                    <a:pt x="601" y="23"/>
                  </a:lnTo>
                  <a:lnTo>
                    <a:pt x="597" y="28"/>
                  </a:lnTo>
                  <a:lnTo>
                    <a:pt x="596" y="30"/>
                  </a:lnTo>
                  <a:lnTo>
                    <a:pt x="595" y="30"/>
                  </a:lnTo>
                  <a:lnTo>
                    <a:pt x="590" y="45"/>
                  </a:lnTo>
                  <a:lnTo>
                    <a:pt x="590" y="46"/>
                  </a:lnTo>
                  <a:lnTo>
                    <a:pt x="589" y="46"/>
                  </a:lnTo>
                  <a:lnTo>
                    <a:pt x="589" y="47"/>
                  </a:lnTo>
                  <a:lnTo>
                    <a:pt x="588" y="49"/>
                  </a:lnTo>
                  <a:lnTo>
                    <a:pt x="586" y="49"/>
                  </a:lnTo>
                  <a:lnTo>
                    <a:pt x="586" y="50"/>
                  </a:lnTo>
                  <a:lnTo>
                    <a:pt x="585" y="50"/>
                  </a:lnTo>
                  <a:lnTo>
                    <a:pt x="585" y="50"/>
                  </a:lnTo>
                  <a:lnTo>
                    <a:pt x="584" y="50"/>
                  </a:lnTo>
                  <a:lnTo>
                    <a:pt x="583" y="50"/>
                  </a:lnTo>
                  <a:lnTo>
                    <a:pt x="583" y="49"/>
                  </a:lnTo>
                  <a:lnTo>
                    <a:pt x="583" y="49"/>
                  </a:lnTo>
                  <a:lnTo>
                    <a:pt x="582" y="49"/>
                  </a:lnTo>
                  <a:lnTo>
                    <a:pt x="582" y="49"/>
                  </a:lnTo>
                  <a:lnTo>
                    <a:pt x="582" y="47"/>
                  </a:lnTo>
                  <a:lnTo>
                    <a:pt x="582" y="47"/>
                  </a:lnTo>
                  <a:lnTo>
                    <a:pt x="582" y="46"/>
                  </a:lnTo>
                  <a:lnTo>
                    <a:pt x="582" y="46"/>
                  </a:lnTo>
                  <a:lnTo>
                    <a:pt x="581" y="46"/>
                  </a:lnTo>
                  <a:lnTo>
                    <a:pt x="581" y="46"/>
                  </a:lnTo>
                  <a:lnTo>
                    <a:pt x="581" y="46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8" y="46"/>
                  </a:lnTo>
                  <a:lnTo>
                    <a:pt x="578" y="46"/>
                  </a:lnTo>
                  <a:lnTo>
                    <a:pt x="577" y="45"/>
                  </a:lnTo>
                  <a:lnTo>
                    <a:pt x="577" y="45"/>
                  </a:lnTo>
                  <a:lnTo>
                    <a:pt x="576" y="45"/>
                  </a:lnTo>
                  <a:lnTo>
                    <a:pt x="576" y="45"/>
                  </a:lnTo>
                  <a:lnTo>
                    <a:pt x="576" y="46"/>
                  </a:lnTo>
                  <a:lnTo>
                    <a:pt x="574" y="49"/>
                  </a:lnTo>
                  <a:lnTo>
                    <a:pt x="572" y="49"/>
                  </a:lnTo>
                  <a:lnTo>
                    <a:pt x="571" y="49"/>
                  </a:lnTo>
                  <a:lnTo>
                    <a:pt x="571" y="49"/>
                  </a:lnTo>
                  <a:lnTo>
                    <a:pt x="569" y="50"/>
                  </a:lnTo>
                  <a:lnTo>
                    <a:pt x="567" y="51"/>
                  </a:lnTo>
                  <a:lnTo>
                    <a:pt x="567" y="51"/>
                  </a:lnTo>
                  <a:lnTo>
                    <a:pt x="565" y="52"/>
                  </a:lnTo>
                  <a:lnTo>
                    <a:pt x="564" y="53"/>
                  </a:lnTo>
                  <a:lnTo>
                    <a:pt x="562" y="57"/>
                  </a:lnTo>
                  <a:lnTo>
                    <a:pt x="561" y="58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60" y="63"/>
                  </a:lnTo>
                  <a:lnTo>
                    <a:pt x="559" y="63"/>
                  </a:lnTo>
                  <a:lnTo>
                    <a:pt x="559" y="64"/>
                  </a:lnTo>
                  <a:lnTo>
                    <a:pt x="559" y="64"/>
                  </a:lnTo>
                  <a:lnTo>
                    <a:pt x="559" y="64"/>
                  </a:lnTo>
                  <a:lnTo>
                    <a:pt x="555" y="66"/>
                  </a:lnTo>
                  <a:lnTo>
                    <a:pt x="554" y="67"/>
                  </a:lnTo>
                  <a:lnTo>
                    <a:pt x="554" y="67"/>
                  </a:lnTo>
                  <a:lnTo>
                    <a:pt x="554" y="67"/>
                  </a:lnTo>
                  <a:lnTo>
                    <a:pt x="553" y="67"/>
                  </a:lnTo>
                  <a:lnTo>
                    <a:pt x="553" y="67"/>
                  </a:lnTo>
                  <a:lnTo>
                    <a:pt x="553" y="67"/>
                  </a:lnTo>
                  <a:lnTo>
                    <a:pt x="552" y="66"/>
                  </a:lnTo>
                  <a:lnTo>
                    <a:pt x="552" y="66"/>
                  </a:lnTo>
                  <a:lnTo>
                    <a:pt x="552" y="66"/>
                  </a:lnTo>
                  <a:lnTo>
                    <a:pt x="550" y="65"/>
                  </a:lnTo>
                  <a:lnTo>
                    <a:pt x="550" y="64"/>
                  </a:lnTo>
                  <a:lnTo>
                    <a:pt x="550" y="64"/>
                  </a:lnTo>
                  <a:lnTo>
                    <a:pt x="550" y="63"/>
                  </a:lnTo>
                  <a:lnTo>
                    <a:pt x="550" y="61"/>
                  </a:lnTo>
                  <a:lnTo>
                    <a:pt x="550" y="61"/>
                  </a:lnTo>
                  <a:lnTo>
                    <a:pt x="550" y="61"/>
                  </a:lnTo>
                  <a:lnTo>
                    <a:pt x="550" y="61"/>
                  </a:lnTo>
                  <a:lnTo>
                    <a:pt x="549" y="59"/>
                  </a:lnTo>
                  <a:lnTo>
                    <a:pt x="549" y="59"/>
                  </a:lnTo>
                  <a:lnTo>
                    <a:pt x="548" y="59"/>
                  </a:lnTo>
                  <a:lnTo>
                    <a:pt x="548" y="59"/>
                  </a:lnTo>
                  <a:lnTo>
                    <a:pt x="545" y="61"/>
                  </a:lnTo>
                  <a:lnTo>
                    <a:pt x="542" y="63"/>
                  </a:lnTo>
                  <a:lnTo>
                    <a:pt x="539" y="66"/>
                  </a:lnTo>
                  <a:lnTo>
                    <a:pt x="538" y="66"/>
                  </a:lnTo>
                  <a:lnTo>
                    <a:pt x="538" y="66"/>
                  </a:lnTo>
                  <a:lnTo>
                    <a:pt x="538" y="67"/>
                  </a:lnTo>
                  <a:lnTo>
                    <a:pt x="539" y="68"/>
                  </a:lnTo>
                  <a:lnTo>
                    <a:pt x="538" y="68"/>
                  </a:lnTo>
                  <a:lnTo>
                    <a:pt x="538" y="70"/>
                  </a:lnTo>
                  <a:lnTo>
                    <a:pt x="538" y="70"/>
                  </a:lnTo>
                  <a:lnTo>
                    <a:pt x="538" y="71"/>
                  </a:lnTo>
                  <a:lnTo>
                    <a:pt x="536" y="72"/>
                  </a:lnTo>
                  <a:lnTo>
                    <a:pt x="536" y="72"/>
                  </a:lnTo>
                  <a:lnTo>
                    <a:pt x="536" y="73"/>
                  </a:lnTo>
                  <a:lnTo>
                    <a:pt x="535" y="73"/>
                  </a:lnTo>
                  <a:lnTo>
                    <a:pt x="535" y="73"/>
                  </a:lnTo>
                  <a:lnTo>
                    <a:pt x="534" y="72"/>
                  </a:lnTo>
                  <a:lnTo>
                    <a:pt x="533" y="72"/>
                  </a:lnTo>
                  <a:lnTo>
                    <a:pt x="533" y="71"/>
                  </a:lnTo>
                  <a:lnTo>
                    <a:pt x="532" y="71"/>
                  </a:lnTo>
                  <a:lnTo>
                    <a:pt x="531" y="72"/>
                  </a:lnTo>
                  <a:lnTo>
                    <a:pt x="529" y="72"/>
                  </a:lnTo>
                  <a:lnTo>
                    <a:pt x="529" y="72"/>
                  </a:lnTo>
                  <a:lnTo>
                    <a:pt x="529" y="73"/>
                  </a:lnTo>
                  <a:lnTo>
                    <a:pt x="529" y="73"/>
                  </a:lnTo>
                  <a:lnTo>
                    <a:pt x="528" y="73"/>
                  </a:lnTo>
                  <a:lnTo>
                    <a:pt x="528" y="74"/>
                  </a:lnTo>
                  <a:lnTo>
                    <a:pt x="528" y="74"/>
                  </a:lnTo>
                  <a:lnTo>
                    <a:pt x="528" y="75"/>
                  </a:lnTo>
                  <a:lnTo>
                    <a:pt x="528" y="75"/>
                  </a:lnTo>
                  <a:lnTo>
                    <a:pt x="529" y="75"/>
                  </a:lnTo>
                  <a:lnTo>
                    <a:pt x="529" y="77"/>
                  </a:lnTo>
                  <a:lnTo>
                    <a:pt x="529" y="78"/>
                  </a:lnTo>
                  <a:lnTo>
                    <a:pt x="529" y="78"/>
                  </a:lnTo>
                  <a:lnTo>
                    <a:pt x="529" y="79"/>
                  </a:lnTo>
                  <a:lnTo>
                    <a:pt x="529" y="80"/>
                  </a:lnTo>
                  <a:lnTo>
                    <a:pt x="529" y="80"/>
                  </a:lnTo>
                  <a:lnTo>
                    <a:pt x="529" y="81"/>
                  </a:lnTo>
                  <a:lnTo>
                    <a:pt x="528" y="82"/>
                  </a:lnTo>
                  <a:lnTo>
                    <a:pt x="527" y="85"/>
                  </a:lnTo>
                  <a:lnTo>
                    <a:pt x="526" y="87"/>
                  </a:lnTo>
                  <a:lnTo>
                    <a:pt x="525" y="88"/>
                  </a:lnTo>
                  <a:lnTo>
                    <a:pt x="525" y="88"/>
                  </a:lnTo>
                  <a:lnTo>
                    <a:pt x="524" y="88"/>
                  </a:lnTo>
                  <a:lnTo>
                    <a:pt x="520" y="88"/>
                  </a:lnTo>
                  <a:lnTo>
                    <a:pt x="520" y="88"/>
                  </a:lnTo>
                  <a:lnTo>
                    <a:pt x="519" y="88"/>
                  </a:lnTo>
                  <a:lnTo>
                    <a:pt x="519" y="88"/>
                  </a:lnTo>
                  <a:lnTo>
                    <a:pt x="516" y="90"/>
                  </a:lnTo>
                  <a:lnTo>
                    <a:pt x="513" y="92"/>
                  </a:lnTo>
                  <a:lnTo>
                    <a:pt x="513" y="93"/>
                  </a:lnTo>
                  <a:lnTo>
                    <a:pt x="512" y="93"/>
                  </a:lnTo>
                  <a:lnTo>
                    <a:pt x="511" y="95"/>
                  </a:lnTo>
                  <a:lnTo>
                    <a:pt x="510" y="95"/>
                  </a:lnTo>
                  <a:lnTo>
                    <a:pt x="509" y="96"/>
                  </a:lnTo>
                  <a:lnTo>
                    <a:pt x="507" y="96"/>
                  </a:lnTo>
                  <a:lnTo>
                    <a:pt x="507" y="97"/>
                  </a:lnTo>
                  <a:lnTo>
                    <a:pt x="507" y="97"/>
                  </a:lnTo>
                  <a:lnTo>
                    <a:pt x="506" y="99"/>
                  </a:lnTo>
                  <a:lnTo>
                    <a:pt x="505" y="101"/>
                  </a:lnTo>
                  <a:lnTo>
                    <a:pt x="504" y="102"/>
                  </a:lnTo>
                  <a:lnTo>
                    <a:pt x="504" y="102"/>
                  </a:lnTo>
                  <a:lnTo>
                    <a:pt x="503" y="102"/>
                  </a:lnTo>
                  <a:lnTo>
                    <a:pt x="503" y="102"/>
                  </a:lnTo>
                  <a:lnTo>
                    <a:pt x="502" y="102"/>
                  </a:lnTo>
                  <a:lnTo>
                    <a:pt x="502" y="102"/>
                  </a:lnTo>
                  <a:lnTo>
                    <a:pt x="500" y="103"/>
                  </a:lnTo>
                  <a:lnTo>
                    <a:pt x="499" y="104"/>
                  </a:lnTo>
                  <a:lnTo>
                    <a:pt x="499" y="106"/>
                  </a:lnTo>
                  <a:lnTo>
                    <a:pt x="496" y="108"/>
                  </a:lnTo>
                  <a:lnTo>
                    <a:pt x="495" y="108"/>
                  </a:lnTo>
                  <a:lnTo>
                    <a:pt x="495" y="109"/>
                  </a:lnTo>
                  <a:lnTo>
                    <a:pt x="493" y="110"/>
                  </a:lnTo>
                  <a:lnTo>
                    <a:pt x="492" y="111"/>
                  </a:lnTo>
                  <a:lnTo>
                    <a:pt x="492" y="113"/>
                  </a:lnTo>
                  <a:lnTo>
                    <a:pt x="491" y="113"/>
                  </a:lnTo>
                  <a:lnTo>
                    <a:pt x="486" y="114"/>
                  </a:lnTo>
                  <a:lnTo>
                    <a:pt x="486" y="114"/>
                  </a:lnTo>
                  <a:lnTo>
                    <a:pt x="485" y="114"/>
                  </a:lnTo>
                  <a:lnTo>
                    <a:pt x="485" y="114"/>
                  </a:lnTo>
                  <a:lnTo>
                    <a:pt x="485" y="114"/>
                  </a:lnTo>
                  <a:lnTo>
                    <a:pt x="484" y="114"/>
                  </a:lnTo>
                  <a:lnTo>
                    <a:pt x="484" y="114"/>
                  </a:lnTo>
                  <a:lnTo>
                    <a:pt x="483" y="114"/>
                  </a:lnTo>
                  <a:lnTo>
                    <a:pt x="482" y="114"/>
                  </a:lnTo>
                  <a:lnTo>
                    <a:pt x="481" y="114"/>
                  </a:lnTo>
                  <a:lnTo>
                    <a:pt x="481" y="115"/>
                  </a:lnTo>
                  <a:lnTo>
                    <a:pt x="480" y="114"/>
                  </a:lnTo>
                  <a:lnTo>
                    <a:pt x="480" y="114"/>
                  </a:lnTo>
                  <a:lnTo>
                    <a:pt x="480" y="115"/>
                  </a:lnTo>
                  <a:lnTo>
                    <a:pt x="478" y="115"/>
                  </a:lnTo>
                  <a:lnTo>
                    <a:pt x="478" y="115"/>
                  </a:lnTo>
                  <a:lnTo>
                    <a:pt x="477" y="115"/>
                  </a:lnTo>
                  <a:lnTo>
                    <a:pt x="477" y="115"/>
                  </a:lnTo>
                  <a:lnTo>
                    <a:pt x="475" y="115"/>
                  </a:lnTo>
                  <a:lnTo>
                    <a:pt x="475" y="115"/>
                  </a:lnTo>
                  <a:lnTo>
                    <a:pt x="473" y="116"/>
                  </a:lnTo>
                  <a:lnTo>
                    <a:pt x="471" y="116"/>
                  </a:lnTo>
                  <a:lnTo>
                    <a:pt x="470" y="118"/>
                  </a:lnTo>
                  <a:lnTo>
                    <a:pt x="469" y="120"/>
                  </a:lnTo>
                  <a:lnTo>
                    <a:pt x="468" y="120"/>
                  </a:lnTo>
                  <a:lnTo>
                    <a:pt x="468" y="120"/>
                  </a:lnTo>
                  <a:lnTo>
                    <a:pt x="466" y="121"/>
                  </a:lnTo>
                  <a:lnTo>
                    <a:pt x="464" y="121"/>
                  </a:lnTo>
                  <a:lnTo>
                    <a:pt x="463" y="122"/>
                  </a:lnTo>
                  <a:lnTo>
                    <a:pt x="463" y="122"/>
                  </a:lnTo>
                  <a:lnTo>
                    <a:pt x="462" y="124"/>
                  </a:lnTo>
                  <a:lnTo>
                    <a:pt x="462" y="125"/>
                  </a:lnTo>
                  <a:lnTo>
                    <a:pt x="462" y="127"/>
                  </a:lnTo>
                  <a:lnTo>
                    <a:pt x="461" y="127"/>
                  </a:lnTo>
                  <a:lnTo>
                    <a:pt x="459" y="128"/>
                  </a:lnTo>
                  <a:lnTo>
                    <a:pt x="457" y="129"/>
                  </a:lnTo>
                  <a:lnTo>
                    <a:pt x="457" y="129"/>
                  </a:lnTo>
                  <a:lnTo>
                    <a:pt x="456" y="131"/>
                  </a:lnTo>
                  <a:lnTo>
                    <a:pt x="456" y="131"/>
                  </a:lnTo>
                  <a:lnTo>
                    <a:pt x="456" y="131"/>
                  </a:lnTo>
                  <a:lnTo>
                    <a:pt x="456" y="132"/>
                  </a:lnTo>
                  <a:lnTo>
                    <a:pt x="456" y="133"/>
                  </a:lnTo>
                  <a:lnTo>
                    <a:pt x="456" y="133"/>
                  </a:lnTo>
                  <a:lnTo>
                    <a:pt x="456" y="135"/>
                  </a:lnTo>
                  <a:lnTo>
                    <a:pt x="456" y="135"/>
                  </a:lnTo>
                  <a:lnTo>
                    <a:pt x="456" y="136"/>
                  </a:lnTo>
                  <a:lnTo>
                    <a:pt x="455" y="137"/>
                  </a:lnTo>
                  <a:lnTo>
                    <a:pt x="455" y="138"/>
                  </a:lnTo>
                  <a:lnTo>
                    <a:pt x="455" y="138"/>
                  </a:lnTo>
                  <a:lnTo>
                    <a:pt x="455" y="139"/>
                  </a:lnTo>
                  <a:lnTo>
                    <a:pt x="455" y="142"/>
                  </a:lnTo>
                  <a:lnTo>
                    <a:pt x="455" y="143"/>
                  </a:lnTo>
                  <a:lnTo>
                    <a:pt x="454" y="144"/>
                  </a:lnTo>
                  <a:lnTo>
                    <a:pt x="453" y="145"/>
                  </a:lnTo>
                  <a:lnTo>
                    <a:pt x="453" y="146"/>
                  </a:lnTo>
                  <a:lnTo>
                    <a:pt x="452" y="146"/>
                  </a:lnTo>
                  <a:lnTo>
                    <a:pt x="452" y="146"/>
                  </a:lnTo>
                  <a:lnTo>
                    <a:pt x="450" y="146"/>
                  </a:lnTo>
                  <a:lnTo>
                    <a:pt x="446" y="147"/>
                  </a:lnTo>
                  <a:lnTo>
                    <a:pt x="445" y="147"/>
                  </a:lnTo>
                  <a:lnTo>
                    <a:pt x="445" y="147"/>
                  </a:lnTo>
                  <a:lnTo>
                    <a:pt x="445" y="147"/>
                  </a:lnTo>
                  <a:lnTo>
                    <a:pt x="443" y="147"/>
                  </a:lnTo>
                  <a:lnTo>
                    <a:pt x="443" y="147"/>
                  </a:lnTo>
                  <a:lnTo>
                    <a:pt x="442" y="147"/>
                  </a:lnTo>
                  <a:lnTo>
                    <a:pt x="442" y="147"/>
                  </a:lnTo>
                  <a:lnTo>
                    <a:pt x="441" y="147"/>
                  </a:lnTo>
                  <a:lnTo>
                    <a:pt x="440" y="149"/>
                  </a:lnTo>
                  <a:lnTo>
                    <a:pt x="440" y="149"/>
                  </a:lnTo>
                  <a:lnTo>
                    <a:pt x="439" y="150"/>
                  </a:lnTo>
                  <a:lnTo>
                    <a:pt x="438" y="151"/>
                  </a:lnTo>
                  <a:lnTo>
                    <a:pt x="438" y="152"/>
                  </a:lnTo>
                  <a:lnTo>
                    <a:pt x="438" y="152"/>
                  </a:lnTo>
                  <a:lnTo>
                    <a:pt x="438" y="153"/>
                  </a:lnTo>
                  <a:lnTo>
                    <a:pt x="438" y="156"/>
                  </a:lnTo>
                  <a:lnTo>
                    <a:pt x="438" y="159"/>
                  </a:lnTo>
                  <a:lnTo>
                    <a:pt x="439" y="165"/>
                  </a:lnTo>
                  <a:lnTo>
                    <a:pt x="439" y="168"/>
                  </a:lnTo>
                  <a:lnTo>
                    <a:pt x="439" y="173"/>
                  </a:lnTo>
                  <a:lnTo>
                    <a:pt x="432" y="173"/>
                  </a:lnTo>
                  <a:lnTo>
                    <a:pt x="425" y="174"/>
                  </a:lnTo>
                  <a:lnTo>
                    <a:pt x="420" y="174"/>
                  </a:lnTo>
                  <a:lnTo>
                    <a:pt x="419" y="174"/>
                  </a:lnTo>
                  <a:lnTo>
                    <a:pt x="417" y="175"/>
                  </a:lnTo>
                  <a:lnTo>
                    <a:pt x="407" y="176"/>
                  </a:lnTo>
                  <a:lnTo>
                    <a:pt x="399" y="178"/>
                  </a:lnTo>
                  <a:lnTo>
                    <a:pt x="390" y="179"/>
                  </a:lnTo>
                  <a:lnTo>
                    <a:pt x="381" y="180"/>
                  </a:lnTo>
                  <a:lnTo>
                    <a:pt x="371" y="181"/>
                  </a:lnTo>
                  <a:lnTo>
                    <a:pt x="362" y="182"/>
                  </a:lnTo>
                  <a:lnTo>
                    <a:pt x="353" y="183"/>
                  </a:lnTo>
                  <a:lnTo>
                    <a:pt x="344" y="185"/>
                  </a:lnTo>
                  <a:lnTo>
                    <a:pt x="332" y="186"/>
                  </a:lnTo>
                  <a:lnTo>
                    <a:pt x="320" y="187"/>
                  </a:lnTo>
                  <a:lnTo>
                    <a:pt x="309" y="189"/>
                  </a:lnTo>
                  <a:lnTo>
                    <a:pt x="297" y="190"/>
                  </a:lnTo>
                  <a:lnTo>
                    <a:pt x="285" y="192"/>
                  </a:lnTo>
                  <a:lnTo>
                    <a:pt x="274" y="193"/>
                  </a:lnTo>
                  <a:lnTo>
                    <a:pt x="262" y="194"/>
                  </a:lnTo>
                  <a:lnTo>
                    <a:pt x="251" y="195"/>
                  </a:lnTo>
                  <a:lnTo>
                    <a:pt x="240" y="196"/>
                  </a:lnTo>
                  <a:lnTo>
                    <a:pt x="229" y="197"/>
                  </a:lnTo>
                  <a:lnTo>
                    <a:pt x="217" y="199"/>
                  </a:lnTo>
                  <a:lnTo>
                    <a:pt x="205" y="200"/>
                  </a:lnTo>
                  <a:lnTo>
                    <a:pt x="194" y="201"/>
                  </a:lnTo>
                  <a:lnTo>
                    <a:pt x="182" y="202"/>
                  </a:lnTo>
                  <a:lnTo>
                    <a:pt x="170" y="203"/>
                  </a:lnTo>
                  <a:lnTo>
                    <a:pt x="159" y="204"/>
                  </a:lnTo>
                  <a:lnTo>
                    <a:pt x="157" y="204"/>
                  </a:lnTo>
                  <a:lnTo>
                    <a:pt x="155" y="206"/>
                  </a:lnTo>
                  <a:lnTo>
                    <a:pt x="157" y="207"/>
                  </a:lnTo>
                  <a:lnTo>
                    <a:pt x="155" y="208"/>
                  </a:lnTo>
                  <a:lnTo>
                    <a:pt x="153" y="208"/>
                  </a:lnTo>
                  <a:lnTo>
                    <a:pt x="144" y="209"/>
                  </a:lnTo>
                  <a:lnTo>
                    <a:pt x="134" y="209"/>
                  </a:lnTo>
                  <a:lnTo>
                    <a:pt x="124" y="210"/>
                  </a:lnTo>
                  <a:lnTo>
                    <a:pt x="115" y="211"/>
                  </a:lnTo>
                  <a:lnTo>
                    <a:pt x="105" y="213"/>
                  </a:lnTo>
                  <a:lnTo>
                    <a:pt x="96" y="214"/>
                  </a:lnTo>
                  <a:lnTo>
                    <a:pt x="86" y="215"/>
                  </a:lnTo>
                  <a:lnTo>
                    <a:pt x="76" y="215"/>
                  </a:lnTo>
                  <a:lnTo>
                    <a:pt x="67" y="216"/>
                  </a:lnTo>
                  <a:lnTo>
                    <a:pt x="58" y="217"/>
                  </a:lnTo>
                  <a:lnTo>
                    <a:pt x="48" y="218"/>
                  </a:lnTo>
                  <a:lnTo>
                    <a:pt x="38" y="218"/>
                  </a:lnTo>
                  <a:lnTo>
                    <a:pt x="29" y="220"/>
                  </a:lnTo>
                  <a:lnTo>
                    <a:pt x="19" y="221"/>
                  </a:lnTo>
                  <a:lnTo>
                    <a:pt x="10" y="222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0" y="221"/>
                  </a:lnTo>
                  <a:lnTo>
                    <a:pt x="2" y="221"/>
                  </a:lnTo>
                  <a:lnTo>
                    <a:pt x="3" y="220"/>
                  </a:lnTo>
                  <a:lnTo>
                    <a:pt x="5" y="217"/>
                  </a:lnTo>
                  <a:lnTo>
                    <a:pt x="7" y="216"/>
                  </a:lnTo>
                  <a:lnTo>
                    <a:pt x="8" y="215"/>
                  </a:lnTo>
                  <a:lnTo>
                    <a:pt x="8" y="214"/>
                  </a:lnTo>
                  <a:lnTo>
                    <a:pt x="8" y="211"/>
                  </a:lnTo>
                  <a:lnTo>
                    <a:pt x="8" y="210"/>
                  </a:lnTo>
                  <a:lnTo>
                    <a:pt x="10" y="210"/>
                  </a:lnTo>
                  <a:lnTo>
                    <a:pt x="12" y="210"/>
                  </a:lnTo>
                  <a:lnTo>
                    <a:pt x="14" y="210"/>
                  </a:lnTo>
                  <a:lnTo>
                    <a:pt x="15" y="208"/>
                  </a:lnTo>
                  <a:lnTo>
                    <a:pt x="15" y="204"/>
                  </a:lnTo>
                  <a:lnTo>
                    <a:pt x="14" y="200"/>
                  </a:lnTo>
                  <a:lnTo>
                    <a:pt x="11" y="196"/>
                  </a:lnTo>
                  <a:lnTo>
                    <a:pt x="11" y="194"/>
                  </a:lnTo>
                  <a:lnTo>
                    <a:pt x="11" y="190"/>
                  </a:lnTo>
                  <a:lnTo>
                    <a:pt x="11" y="188"/>
                  </a:lnTo>
                  <a:lnTo>
                    <a:pt x="11" y="187"/>
                  </a:lnTo>
                  <a:lnTo>
                    <a:pt x="16" y="183"/>
                  </a:lnTo>
                  <a:lnTo>
                    <a:pt x="16" y="181"/>
                  </a:lnTo>
                  <a:lnTo>
                    <a:pt x="17" y="180"/>
                  </a:lnTo>
                  <a:lnTo>
                    <a:pt x="17" y="179"/>
                  </a:lnTo>
                  <a:lnTo>
                    <a:pt x="17" y="176"/>
                  </a:lnTo>
                  <a:lnTo>
                    <a:pt x="17" y="174"/>
                  </a:lnTo>
                  <a:lnTo>
                    <a:pt x="18" y="174"/>
                  </a:lnTo>
                  <a:lnTo>
                    <a:pt x="19" y="173"/>
                  </a:lnTo>
                  <a:lnTo>
                    <a:pt x="22" y="173"/>
                  </a:lnTo>
                  <a:lnTo>
                    <a:pt x="23" y="172"/>
                  </a:lnTo>
                  <a:lnTo>
                    <a:pt x="24" y="171"/>
                  </a:lnTo>
                  <a:lnTo>
                    <a:pt x="23" y="168"/>
                  </a:lnTo>
                  <a:lnTo>
                    <a:pt x="22" y="167"/>
                  </a:lnTo>
                  <a:lnTo>
                    <a:pt x="21" y="166"/>
                  </a:lnTo>
                  <a:lnTo>
                    <a:pt x="22" y="165"/>
                  </a:lnTo>
                  <a:lnTo>
                    <a:pt x="23" y="164"/>
                  </a:lnTo>
                  <a:lnTo>
                    <a:pt x="24" y="163"/>
                  </a:lnTo>
                  <a:lnTo>
                    <a:pt x="24" y="161"/>
                  </a:lnTo>
                  <a:lnTo>
                    <a:pt x="22" y="159"/>
                  </a:lnTo>
                  <a:lnTo>
                    <a:pt x="21" y="157"/>
                  </a:lnTo>
                  <a:lnTo>
                    <a:pt x="21" y="156"/>
                  </a:lnTo>
                  <a:lnTo>
                    <a:pt x="21" y="154"/>
                  </a:lnTo>
                  <a:lnTo>
                    <a:pt x="32" y="149"/>
                  </a:lnTo>
                  <a:lnTo>
                    <a:pt x="36" y="144"/>
                  </a:lnTo>
                  <a:lnTo>
                    <a:pt x="36" y="143"/>
                  </a:lnTo>
                  <a:lnTo>
                    <a:pt x="33" y="142"/>
                  </a:lnTo>
                  <a:lnTo>
                    <a:pt x="31" y="140"/>
                  </a:lnTo>
                  <a:lnTo>
                    <a:pt x="32" y="139"/>
                  </a:lnTo>
                  <a:lnTo>
                    <a:pt x="32" y="137"/>
                  </a:lnTo>
                  <a:lnTo>
                    <a:pt x="33" y="137"/>
                  </a:lnTo>
                  <a:lnTo>
                    <a:pt x="36" y="136"/>
                  </a:lnTo>
                  <a:lnTo>
                    <a:pt x="38" y="138"/>
                  </a:lnTo>
                  <a:lnTo>
                    <a:pt x="39" y="138"/>
                  </a:lnTo>
                  <a:lnTo>
                    <a:pt x="39" y="136"/>
                  </a:lnTo>
                  <a:lnTo>
                    <a:pt x="38" y="133"/>
                  </a:lnTo>
                  <a:lnTo>
                    <a:pt x="36" y="132"/>
                  </a:lnTo>
                  <a:lnTo>
                    <a:pt x="35" y="130"/>
                  </a:lnTo>
                  <a:lnTo>
                    <a:pt x="35" y="129"/>
                  </a:lnTo>
                  <a:lnTo>
                    <a:pt x="35" y="127"/>
                  </a:lnTo>
                  <a:lnTo>
                    <a:pt x="37" y="122"/>
                  </a:lnTo>
                  <a:lnTo>
                    <a:pt x="37" y="121"/>
                  </a:lnTo>
                  <a:lnTo>
                    <a:pt x="37" y="120"/>
                  </a:lnTo>
                  <a:lnTo>
                    <a:pt x="38" y="118"/>
                  </a:lnTo>
                  <a:lnTo>
                    <a:pt x="39" y="117"/>
                  </a:lnTo>
                  <a:lnTo>
                    <a:pt x="40" y="117"/>
                  </a:lnTo>
                  <a:lnTo>
                    <a:pt x="41" y="116"/>
                  </a:lnTo>
                  <a:lnTo>
                    <a:pt x="39" y="113"/>
                  </a:lnTo>
                  <a:lnTo>
                    <a:pt x="35" y="107"/>
                  </a:lnTo>
                  <a:lnTo>
                    <a:pt x="36" y="107"/>
                  </a:lnTo>
                  <a:lnTo>
                    <a:pt x="43" y="106"/>
                  </a:lnTo>
                  <a:lnTo>
                    <a:pt x="44" y="106"/>
                  </a:lnTo>
                  <a:lnTo>
                    <a:pt x="44" y="104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1" y="102"/>
                  </a:lnTo>
                  <a:lnTo>
                    <a:pt x="40" y="101"/>
                  </a:lnTo>
                  <a:lnTo>
                    <a:pt x="39" y="100"/>
                  </a:lnTo>
                  <a:lnTo>
                    <a:pt x="38" y="97"/>
                  </a:lnTo>
                  <a:lnTo>
                    <a:pt x="40" y="97"/>
                  </a:lnTo>
                  <a:lnTo>
                    <a:pt x="41" y="97"/>
                  </a:lnTo>
                  <a:lnTo>
                    <a:pt x="44" y="96"/>
                  </a:lnTo>
                  <a:lnTo>
                    <a:pt x="45" y="95"/>
                  </a:lnTo>
                  <a:lnTo>
                    <a:pt x="45" y="94"/>
                  </a:lnTo>
                  <a:lnTo>
                    <a:pt x="45" y="92"/>
                  </a:lnTo>
                  <a:lnTo>
                    <a:pt x="43" y="88"/>
                  </a:lnTo>
                  <a:lnTo>
                    <a:pt x="43" y="87"/>
                  </a:lnTo>
                  <a:lnTo>
                    <a:pt x="43" y="85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7" y="82"/>
                  </a:lnTo>
                  <a:lnTo>
                    <a:pt x="46" y="83"/>
                  </a:lnTo>
                  <a:lnTo>
                    <a:pt x="46" y="86"/>
                  </a:lnTo>
                  <a:lnTo>
                    <a:pt x="46" y="87"/>
                  </a:lnTo>
                  <a:lnTo>
                    <a:pt x="48" y="87"/>
                  </a:lnTo>
                  <a:lnTo>
                    <a:pt x="50" y="87"/>
                  </a:lnTo>
                  <a:lnTo>
                    <a:pt x="51" y="85"/>
                  </a:lnTo>
                  <a:lnTo>
                    <a:pt x="52" y="83"/>
                  </a:lnTo>
                  <a:lnTo>
                    <a:pt x="52" y="82"/>
                  </a:lnTo>
                  <a:lnTo>
                    <a:pt x="65" y="81"/>
                  </a:lnTo>
                  <a:lnTo>
                    <a:pt x="78" y="80"/>
                  </a:lnTo>
                  <a:lnTo>
                    <a:pt x="89" y="79"/>
                  </a:lnTo>
                  <a:lnTo>
                    <a:pt x="102" y="78"/>
                  </a:lnTo>
                  <a:lnTo>
                    <a:pt x="115" y="77"/>
                  </a:lnTo>
                  <a:lnTo>
                    <a:pt x="126" y="75"/>
                  </a:lnTo>
                  <a:lnTo>
                    <a:pt x="139" y="74"/>
                  </a:lnTo>
                  <a:lnTo>
                    <a:pt x="152" y="72"/>
                  </a:lnTo>
                  <a:lnTo>
                    <a:pt x="152" y="71"/>
                  </a:lnTo>
                  <a:lnTo>
                    <a:pt x="152" y="67"/>
                  </a:lnTo>
                  <a:lnTo>
                    <a:pt x="151" y="66"/>
                  </a:lnTo>
                  <a:lnTo>
                    <a:pt x="150" y="61"/>
                  </a:lnTo>
                  <a:lnTo>
                    <a:pt x="148" y="57"/>
                  </a:lnTo>
                  <a:lnTo>
                    <a:pt x="147" y="57"/>
                  </a:lnTo>
                  <a:lnTo>
                    <a:pt x="147" y="56"/>
                  </a:lnTo>
                  <a:lnTo>
                    <a:pt x="148" y="56"/>
                  </a:lnTo>
                  <a:lnTo>
                    <a:pt x="148" y="56"/>
                  </a:lnTo>
                  <a:lnTo>
                    <a:pt x="152" y="56"/>
                  </a:lnTo>
                  <a:lnTo>
                    <a:pt x="159" y="56"/>
                  </a:lnTo>
                  <a:lnTo>
                    <a:pt x="162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5" y="57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6" y="58"/>
                  </a:lnTo>
                  <a:lnTo>
                    <a:pt x="168" y="58"/>
                  </a:lnTo>
                  <a:lnTo>
                    <a:pt x="169" y="57"/>
                  </a:lnTo>
                  <a:lnTo>
                    <a:pt x="172" y="57"/>
                  </a:lnTo>
                  <a:lnTo>
                    <a:pt x="176" y="57"/>
                  </a:lnTo>
                  <a:lnTo>
                    <a:pt x="182" y="56"/>
                  </a:lnTo>
                  <a:lnTo>
                    <a:pt x="188" y="54"/>
                  </a:lnTo>
                  <a:lnTo>
                    <a:pt x="196" y="54"/>
                  </a:lnTo>
                  <a:lnTo>
                    <a:pt x="203" y="53"/>
                  </a:lnTo>
                  <a:lnTo>
                    <a:pt x="211" y="52"/>
                  </a:lnTo>
                  <a:lnTo>
                    <a:pt x="219" y="51"/>
                  </a:lnTo>
                  <a:lnTo>
                    <a:pt x="227" y="50"/>
                  </a:lnTo>
                  <a:lnTo>
                    <a:pt x="234" y="49"/>
                  </a:lnTo>
                  <a:lnTo>
                    <a:pt x="241" y="49"/>
                  </a:lnTo>
                  <a:lnTo>
                    <a:pt x="246" y="47"/>
                  </a:lnTo>
                  <a:lnTo>
                    <a:pt x="251" y="46"/>
                  </a:lnTo>
                  <a:lnTo>
                    <a:pt x="254" y="46"/>
                  </a:lnTo>
                  <a:lnTo>
                    <a:pt x="254" y="46"/>
                  </a:lnTo>
                  <a:lnTo>
                    <a:pt x="258" y="46"/>
                  </a:lnTo>
                  <a:lnTo>
                    <a:pt x="260" y="45"/>
                  </a:lnTo>
                  <a:lnTo>
                    <a:pt x="261" y="45"/>
                  </a:lnTo>
                  <a:lnTo>
                    <a:pt x="263" y="45"/>
                  </a:lnTo>
                  <a:lnTo>
                    <a:pt x="266" y="44"/>
                  </a:lnTo>
                  <a:lnTo>
                    <a:pt x="273" y="44"/>
                  </a:lnTo>
                  <a:lnTo>
                    <a:pt x="282" y="43"/>
                  </a:lnTo>
                  <a:lnTo>
                    <a:pt x="294" y="42"/>
                  </a:lnTo>
                  <a:lnTo>
                    <a:pt x="309" y="40"/>
                  </a:lnTo>
                  <a:lnTo>
                    <a:pt x="325" y="39"/>
                  </a:lnTo>
                  <a:lnTo>
                    <a:pt x="342" y="37"/>
                  </a:lnTo>
                  <a:lnTo>
                    <a:pt x="361" y="36"/>
                  </a:lnTo>
                  <a:lnTo>
                    <a:pt x="378" y="34"/>
                  </a:lnTo>
                  <a:lnTo>
                    <a:pt x="397" y="32"/>
                  </a:lnTo>
                  <a:lnTo>
                    <a:pt x="413" y="30"/>
                  </a:lnTo>
                  <a:lnTo>
                    <a:pt x="427" y="29"/>
                  </a:lnTo>
                  <a:lnTo>
                    <a:pt x="440" y="28"/>
                  </a:lnTo>
                  <a:lnTo>
                    <a:pt x="449" y="27"/>
                  </a:lnTo>
                  <a:lnTo>
                    <a:pt x="455" y="25"/>
                  </a:lnTo>
                  <a:lnTo>
                    <a:pt x="457" y="25"/>
                  </a:lnTo>
                  <a:lnTo>
                    <a:pt x="461" y="24"/>
                  </a:lnTo>
                  <a:lnTo>
                    <a:pt x="463" y="24"/>
                  </a:lnTo>
                  <a:lnTo>
                    <a:pt x="466" y="23"/>
                  </a:lnTo>
                  <a:lnTo>
                    <a:pt x="473" y="22"/>
                  </a:lnTo>
                  <a:lnTo>
                    <a:pt x="481" y="21"/>
                  </a:lnTo>
                  <a:lnTo>
                    <a:pt x="488" y="20"/>
                  </a:lnTo>
                  <a:lnTo>
                    <a:pt x="496" y="18"/>
                  </a:lnTo>
                  <a:lnTo>
                    <a:pt x="503" y="17"/>
                  </a:lnTo>
                  <a:lnTo>
                    <a:pt x="511" y="16"/>
                  </a:lnTo>
                  <a:lnTo>
                    <a:pt x="518" y="15"/>
                  </a:lnTo>
                  <a:lnTo>
                    <a:pt x="525" y="14"/>
                  </a:lnTo>
                  <a:lnTo>
                    <a:pt x="533" y="13"/>
                  </a:lnTo>
                  <a:lnTo>
                    <a:pt x="540" y="11"/>
                  </a:lnTo>
                  <a:lnTo>
                    <a:pt x="548" y="10"/>
                  </a:lnTo>
                  <a:lnTo>
                    <a:pt x="555" y="9"/>
                  </a:lnTo>
                  <a:lnTo>
                    <a:pt x="563" y="8"/>
                  </a:lnTo>
                  <a:lnTo>
                    <a:pt x="570" y="7"/>
                  </a:lnTo>
                  <a:lnTo>
                    <a:pt x="577" y="6"/>
                  </a:lnTo>
                  <a:lnTo>
                    <a:pt x="585" y="4"/>
                  </a:lnTo>
                  <a:lnTo>
                    <a:pt x="589" y="3"/>
                  </a:lnTo>
                  <a:lnTo>
                    <a:pt x="589" y="3"/>
                  </a:lnTo>
                  <a:lnTo>
                    <a:pt x="590" y="2"/>
                  </a:lnTo>
                  <a:lnTo>
                    <a:pt x="591" y="2"/>
                  </a:lnTo>
                  <a:lnTo>
                    <a:pt x="591" y="1"/>
                  </a:lnTo>
                  <a:lnTo>
                    <a:pt x="597" y="1"/>
                  </a:lnTo>
                  <a:lnTo>
                    <a:pt x="603" y="0"/>
                  </a:lnTo>
                  <a:lnTo>
                    <a:pt x="61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2124075" y="2057400"/>
              <a:ext cx="404812" cy="239713"/>
            </a:xfrm>
            <a:custGeom>
              <a:avLst/>
              <a:gdLst>
                <a:gd name="T0" fmla="*/ 87 w 510"/>
                <a:gd name="T1" fmla="*/ 2 h 301"/>
                <a:gd name="T2" fmla="*/ 178 w 510"/>
                <a:gd name="T3" fmla="*/ 5 h 301"/>
                <a:gd name="T4" fmla="*/ 284 w 510"/>
                <a:gd name="T5" fmla="*/ 5 h 301"/>
                <a:gd name="T6" fmla="*/ 374 w 510"/>
                <a:gd name="T7" fmla="*/ 5 h 301"/>
                <a:gd name="T8" fmla="*/ 466 w 510"/>
                <a:gd name="T9" fmla="*/ 2 h 301"/>
                <a:gd name="T10" fmla="*/ 495 w 510"/>
                <a:gd name="T11" fmla="*/ 4 h 301"/>
                <a:gd name="T12" fmla="*/ 491 w 510"/>
                <a:gd name="T13" fmla="*/ 19 h 301"/>
                <a:gd name="T14" fmla="*/ 479 w 510"/>
                <a:gd name="T15" fmla="*/ 27 h 301"/>
                <a:gd name="T16" fmla="*/ 482 w 510"/>
                <a:gd name="T17" fmla="*/ 37 h 301"/>
                <a:gd name="T18" fmla="*/ 498 w 510"/>
                <a:gd name="T19" fmla="*/ 49 h 301"/>
                <a:gd name="T20" fmla="*/ 505 w 510"/>
                <a:gd name="T21" fmla="*/ 57 h 301"/>
                <a:gd name="T22" fmla="*/ 507 w 510"/>
                <a:gd name="T23" fmla="*/ 119 h 301"/>
                <a:gd name="T24" fmla="*/ 500 w 510"/>
                <a:gd name="T25" fmla="*/ 215 h 301"/>
                <a:gd name="T26" fmla="*/ 501 w 510"/>
                <a:gd name="T27" fmla="*/ 219 h 301"/>
                <a:gd name="T28" fmla="*/ 503 w 510"/>
                <a:gd name="T29" fmla="*/ 223 h 301"/>
                <a:gd name="T30" fmla="*/ 505 w 510"/>
                <a:gd name="T31" fmla="*/ 233 h 301"/>
                <a:gd name="T32" fmla="*/ 502 w 510"/>
                <a:gd name="T33" fmla="*/ 234 h 301"/>
                <a:gd name="T34" fmla="*/ 503 w 510"/>
                <a:gd name="T35" fmla="*/ 236 h 301"/>
                <a:gd name="T36" fmla="*/ 503 w 510"/>
                <a:gd name="T37" fmla="*/ 240 h 301"/>
                <a:gd name="T38" fmla="*/ 508 w 510"/>
                <a:gd name="T39" fmla="*/ 240 h 301"/>
                <a:gd name="T40" fmla="*/ 510 w 510"/>
                <a:gd name="T41" fmla="*/ 245 h 301"/>
                <a:gd name="T42" fmla="*/ 509 w 510"/>
                <a:gd name="T43" fmla="*/ 252 h 301"/>
                <a:gd name="T44" fmla="*/ 507 w 510"/>
                <a:gd name="T45" fmla="*/ 257 h 301"/>
                <a:gd name="T46" fmla="*/ 507 w 510"/>
                <a:gd name="T47" fmla="*/ 259 h 301"/>
                <a:gd name="T48" fmla="*/ 506 w 510"/>
                <a:gd name="T49" fmla="*/ 265 h 301"/>
                <a:gd name="T50" fmla="*/ 505 w 510"/>
                <a:gd name="T51" fmla="*/ 270 h 301"/>
                <a:gd name="T52" fmla="*/ 503 w 510"/>
                <a:gd name="T53" fmla="*/ 272 h 301"/>
                <a:gd name="T54" fmla="*/ 502 w 510"/>
                <a:gd name="T55" fmla="*/ 274 h 301"/>
                <a:gd name="T56" fmla="*/ 500 w 510"/>
                <a:gd name="T57" fmla="*/ 279 h 301"/>
                <a:gd name="T58" fmla="*/ 502 w 510"/>
                <a:gd name="T59" fmla="*/ 285 h 301"/>
                <a:gd name="T60" fmla="*/ 507 w 510"/>
                <a:gd name="T61" fmla="*/ 290 h 301"/>
                <a:gd name="T62" fmla="*/ 507 w 510"/>
                <a:gd name="T63" fmla="*/ 292 h 301"/>
                <a:gd name="T64" fmla="*/ 509 w 510"/>
                <a:gd name="T65" fmla="*/ 294 h 301"/>
                <a:gd name="T66" fmla="*/ 510 w 510"/>
                <a:gd name="T67" fmla="*/ 301 h 301"/>
                <a:gd name="T68" fmla="*/ 496 w 510"/>
                <a:gd name="T69" fmla="*/ 293 h 301"/>
                <a:gd name="T70" fmla="*/ 495 w 510"/>
                <a:gd name="T71" fmla="*/ 287 h 301"/>
                <a:gd name="T72" fmla="*/ 488 w 510"/>
                <a:gd name="T73" fmla="*/ 286 h 301"/>
                <a:gd name="T74" fmla="*/ 485 w 510"/>
                <a:gd name="T75" fmla="*/ 283 h 301"/>
                <a:gd name="T76" fmla="*/ 473 w 510"/>
                <a:gd name="T77" fmla="*/ 279 h 301"/>
                <a:gd name="T78" fmla="*/ 463 w 510"/>
                <a:gd name="T79" fmla="*/ 277 h 301"/>
                <a:gd name="T80" fmla="*/ 441 w 510"/>
                <a:gd name="T81" fmla="*/ 272 h 301"/>
                <a:gd name="T82" fmla="*/ 428 w 510"/>
                <a:gd name="T83" fmla="*/ 273 h 301"/>
                <a:gd name="T84" fmla="*/ 415 w 510"/>
                <a:gd name="T85" fmla="*/ 273 h 301"/>
                <a:gd name="T86" fmla="*/ 413 w 510"/>
                <a:gd name="T87" fmla="*/ 278 h 301"/>
                <a:gd name="T88" fmla="*/ 401 w 510"/>
                <a:gd name="T89" fmla="*/ 278 h 301"/>
                <a:gd name="T90" fmla="*/ 385 w 510"/>
                <a:gd name="T91" fmla="*/ 269 h 301"/>
                <a:gd name="T92" fmla="*/ 374 w 510"/>
                <a:gd name="T93" fmla="*/ 262 h 301"/>
                <a:gd name="T94" fmla="*/ 322 w 510"/>
                <a:gd name="T95" fmla="*/ 262 h 301"/>
                <a:gd name="T96" fmla="*/ 230 w 510"/>
                <a:gd name="T97" fmla="*/ 262 h 301"/>
                <a:gd name="T98" fmla="*/ 162 w 510"/>
                <a:gd name="T99" fmla="*/ 262 h 301"/>
                <a:gd name="T100" fmla="*/ 92 w 510"/>
                <a:gd name="T101" fmla="*/ 260 h 301"/>
                <a:gd name="T102" fmla="*/ 24 w 510"/>
                <a:gd name="T103" fmla="*/ 258 h 301"/>
                <a:gd name="T104" fmla="*/ 3 w 510"/>
                <a:gd name="T105" fmla="*/ 213 h 301"/>
                <a:gd name="T106" fmla="*/ 4 w 510"/>
                <a:gd name="T107" fmla="*/ 148 h 301"/>
                <a:gd name="T108" fmla="*/ 6 w 510"/>
                <a:gd name="T109" fmla="*/ 83 h 301"/>
                <a:gd name="T110" fmla="*/ 10 w 510"/>
                <a:gd name="T111" fmla="*/ 4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10" h="301">
                  <a:moveTo>
                    <a:pt x="11" y="0"/>
                  </a:moveTo>
                  <a:lnTo>
                    <a:pt x="26" y="1"/>
                  </a:lnTo>
                  <a:lnTo>
                    <a:pt x="41" y="1"/>
                  </a:lnTo>
                  <a:lnTo>
                    <a:pt x="56" y="2"/>
                  </a:lnTo>
                  <a:lnTo>
                    <a:pt x="72" y="2"/>
                  </a:lnTo>
                  <a:lnTo>
                    <a:pt x="87" y="2"/>
                  </a:lnTo>
                  <a:lnTo>
                    <a:pt x="103" y="4"/>
                  </a:lnTo>
                  <a:lnTo>
                    <a:pt x="118" y="4"/>
                  </a:lnTo>
                  <a:lnTo>
                    <a:pt x="133" y="4"/>
                  </a:lnTo>
                  <a:lnTo>
                    <a:pt x="148" y="4"/>
                  </a:lnTo>
                  <a:lnTo>
                    <a:pt x="163" y="5"/>
                  </a:lnTo>
                  <a:lnTo>
                    <a:pt x="178" y="5"/>
                  </a:lnTo>
                  <a:lnTo>
                    <a:pt x="193" y="5"/>
                  </a:lnTo>
                  <a:lnTo>
                    <a:pt x="208" y="5"/>
                  </a:lnTo>
                  <a:lnTo>
                    <a:pt x="223" y="5"/>
                  </a:lnTo>
                  <a:lnTo>
                    <a:pt x="238" y="5"/>
                  </a:lnTo>
                  <a:lnTo>
                    <a:pt x="254" y="5"/>
                  </a:lnTo>
                  <a:lnTo>
                    <a:pt x="284" y="5"/>
                  </a:lnTo>
                  <a:lnTo>
                    <a:pt x="299" y="5"/>
                  </a:lnTo>
                  <a:lnTo>
                    <a:pt x="314" y="5"/>
                  </a:lnTo>
                  <a:lnTo>
                    <a:pt x="329" y="5"/>
                  </a:lnTo>
                  <a:lnTo>
                    <a:pt x="344" y="5"/>
                  </a:lnTo>
                  <a:lnTo>
                    <a:pt x="359" y="5"/>
                  </a:lnTo>
                  <a:lnTo>
                    <a:pt x="374" y="5"/>
                  </a:lnTo>
                  <a:lnTo>
                    <a:pt x="391" y="5"/>
                  </a:lnTo>
                  <a:lnTo>
                    <a:pt x="406" y="4"/>
                  </a:lnTo>
                  <a:lnTo>
                    <a:pt x="421" y="4"/>
                  </a:lnTo>
                  <a:lnTo>
                    <a:pt x="436" y="4"/>
                  </a:lnTo>
                  <a:lnTo>
                    <a:pt x="451" y="4"/>
                  </a:lnTo>
                  <a:lnTo>
                    <a:pt x="466" y="2"/>
                  </a:lnTo>
                  <a:lnTo>
                    <a:pt x="481" y="2"/>
                  </a:lnTo>
                  <a:lnTo>
                    <a:pt x="496" y="1"/>
                  </a:lnTo>
                  <a:lnTo>
                    <a:pt x="496" y="2"/>
                  </a:lnTo>
                  <a:lnTo>
                    <a:pt x="495" y="4"/>
                  </a:lnTo>
                  <a:lnTo>
                    <a:pt x="495" y="4"/>
                  </a:lnTo>
                  <a:lnTo>
                    <a:pt x="495" y="4"/>
                  </a:lnTo>
                  <a:lnTo>
                    <a:pt x="495" y="9"/>
                  </a:lnTo>
                  <a:lnTo>
                    <a:pt x="494" y="11"/>
                  </a:lnTo>
                  <a:lnTo>
                    <a:pt x="493" y="13"/>
                  </a:lnTo>
                  <a:lnTo>
                    <a:pt x="492" y="17"/>
                  </a:lnTo>
                  <a:lnTo>
                    <a:pt x="491" y="17"/>
                  </a:lnTo>
                  <a:lnTo>
                    <a:pt x="491" y="19"/>
                  </a:lnTo>
                  <a:lnTo>
                    <a:pt x="491" y="19"/>
                  </a:lnTo>
                  <a:lnTo>
                    <a:pt x="488" y="21"/>
                  </a:lnTo>
                  <a:lnTo>
                    <a:pt x="484" y="23"/>
                  </a:lnTo>
                  <a:lnTo>
                    <a:pt x="482" y="23"/>
                  </a:lnTo>
                  <a:lnTo>
                    <a:pt x="481" y="26"/>
                  </a:lnTo>
                  <a:lnTo>
                    <a:pt x="479" y="27"/>
                  </a:lnTo>
                  <a:lnTo>
                    <a:pt x="479" y="28"/>
                  </a:lnTo>
                  <a:lnTo>
                    <a:pt x="478" y="28"/>
                  </a:lnTo>
                  <a:lnTo>
                    <a:pt x="478" y="30"/>
                  </a:lnTo>
                  <a:lnTo>
                    <a:pt x="477" y="31"/>
                  </a:lnTo>
                  <a:lnTo>
                    <a:pt x="479" y="34"/>
                  </a:lnTo>
                  <a:lnTo>
                    <a:pt x="482" y="37"/>
                  </a:lnTo>
                  <a:lnTo>
                    <a:pt x="484" y="40"/>
                  </a:lnTo>
                  <a:lnTo>
                    <a:pt x="486" y="44"/>
                  </a:lnTo>
                  <a:lnTo>
                    <a:pt x="487" y="47"/>
                  </a:lnTo>
                  <a:lnTo>
                    <a:pt x="489" y="48"/>
                  </a:lnTo>
                  <a:lnTo>
                    <a:pt x="494" y="49"/>
                  </a:lnTo>
                  <a:lnTo>
                    <a:pt x="498" y="49"/>
                  </a:lnTo>
                  <a:lnTo>
                    <a:pt x="499" y="50"/>
                  </a:lnTo>
                  <a:lnTo>
                    <a:pt x="500" y="51"/>
                  </a:lnTo>
                  <a:lnTo>
                    <a:pt x="501" y="52"/>
                  </a:lnTo>
                  <a:lnTo>
                    <a:pt x="502" y="54"/>
                  </a:lnTo>
                  <a:lnTo>
                    <a:pt x="503" y="56"/>
                  </a:lnTo>
                  <a:lnTo>
                    <a:pt x="505" y="57"/>
                  </a:lnTo>
                  <a:lnTo>
                    <a:pt x="505" y="57"/>
                  </a:lnTo>
                  <a:lnTo>
                    <a:pt x="505" y="57"/>
                  </a:lnTo>
                  <a:lnTo>
                    <a:pt x="505" y="60"/>
                  </a:lnTo>
                  <a:lnTo>
                    <a:pt x="506" y="80"/>
                  </a:lnTo>
                  <a:lnTo>
                    <a:pt x="506" y="99"/>
                  </a:lnTo>
                  <a:lnTo>
                    <a:pt x="507" y="119"/>
                  </a:lnTo>
                  <a:lnTo>
                    <a:pt x="507" y="137"/>
                  </a:lnTo>
                  <a:lnTo>
                    <a:pt x="507" y="157"/>
                  </a:lnTo>
                  <a:lnTo>
                    <a:pt x="508" y="176"/>
                  </a:lnTo>
                  <a:lnTo>
                    <a:pt x="509" y="195"/>
                  </a:lnTo>
                  <a:lnTo>
                    <a:pt x="509" y="214"/>
                  </a:lnTo>
                  <a:lnTo>
                    <a:pt x="500" y="215"/>
                  </a:lnTo>
                  <a:lnTo>
                    <a:pt x="500" y="215"/>
                  </a:lnTo>
                  <a:lnTo>
                    <a:pt x="500" y="215"/>
                  </a:lnTo>
                  <a:lnTo>
                    <a:pt x="500" y="216"/>
                  </a:lnTo>
                  <a:lnTo>
                    <a:pt x="501" y="216"/>
                  </a:lnTo>
                  <a:lnTo>
                    <a:pt x="501" y="217"/>
                  </a:lnTo>
                  <a:lnTo>
                    <a:pt x="501" y="219"/>
                  </a:lnTo>
                  <a:lnTo>
                    <a:pt x="501" y="219"/>
                  </a:lnTo>
                  <a:lnTo>
                    <a:pt x="501" y="220"/>
                  </a:lnTo>
                  <a:lnTo>
                    <a:pt x="501" y="221"/>
                  </a:lnTo>
                  <a:lnTo>
                    <a:pt x="501" y="221"/>
                  </a:lnTo>
                  <a:lnTo>
                    <a:pt x="502" y="222"/>
                  </a:lnTo>
                  <a:lnTo>
                    <a:pt x="503" y="223"/>
                  </a:lnTo>
                  <a:lnTo>
                    <a:pt x="505" y="224"/>
                  </a:lnTo>
                  <a:lnTo>
                    <a:pt x="505" y="224"/>
                  </a:lnTo>
                  <a:lnTo>
                    <a:pt x="505" y="226"/>
                  </a:lnTo>
                  <a:lnTo>
                    <a:pt x="505" y="230"/>
                  </a:lnTo>
                  <a:lnTo>
                    <a:pt x="505" y="233"/>
                  </a:lnTo>
                  <a:lnTo>
                    <a:pt x="505" y="233"/>
                  </a:lnTo>
                  <a:lnTo>
                    <a:pt x="505" y="233"/>
                  </a:lnTo>
                  <a:lnTo>
                    <a:pt x="503" y="233"/>
                  </a:lnTo>
                  <a:lnTo>
                    <a:pt x="503" y="234"/>
                  </a:lnTo>
                  <a:lnTo>
                    <a:pt x="502" y="233"/>
                  </a:lnTo>
                  <a:lnTo>
                    <a:pt x="502" y="234"/>
                  </a:lnTo>
                  <a:lnTo>
                    <a:pt x="502" y="234"/>
                  </a:lnTo>
                  <a:lnTo>
                    <a:pt x="502" y="234"/>
                  </a:lnTo>
                  <a:lnTo>
                    <a:pt x="502" y="235"/>
                  </a:lnTo>
                  <a:lnTo>
                    <a:pt x="503" y="236"/>
                  </a:lnTo>
                  <a:lnTo>
                    <a:pt x="503" y="236"/>
                  </a:lnTo>
                  <a:lnTo>
                    <a:pt x="503" y="236"/>
                  </a:lnTo>
                  <a:lnTo>
                    <a:pt x="503" y="236"/>
                  </a:lnTo>
                  <a:lnTo>
                    <a:pt x="502" y="237"/>
                  </a:lnTo>
                  <a:lnTo>
                    <a:pt x="502" y="237"/>
                  </a:lnTo>
                  <a:lnTo>
                    <a:pt x="502" y="238"/>
                  </a:lnTo>
                  <a:lnTo>
                    <a:pt x="502" y="238"/>
                  </a:lnTo>
                  <a:lnTo>
                    <a:pt x="503" y="240"/>
                  </a:lnTo>
                  <a:lnTo>
                    <a:pt x="503" y="240"/>
                  </a:lnTo>
                  <a:lnTo>
                    <a:pt x="505" y="240"/>
                  </a:lnTo>
                  <a:lnTo>
                    <a:pt x="506" y="240"/>
                  </a:lnTo>
                  <a:lnTo>
                    <a:pt x="507" y="240"/>
                  </a:lnTo>
                  <a:lnTo>
                    <a:pt x="507" y="240"/>
                  </a:lnTo>
                  <a:lnTo>
                    <a:pt x="507" y="240"/>
                  </a:lnTo>
                  <a:lnTo>
                    <a:pt x="508" y="240"/>
                  </a:lnTo>
                  <a:lnTo>
                    <a:pt x="509" y="240"/>
                  </a:lnTo>
                  <a:lnTo>
                    <a:pt x="509" y="240"/>
                  </a:lnTo>
                  <a:lnTo>
                    <a:pt x="509" y="240"/>
                  </a:lnTo>
                  <a:lnTo>
                    <a:pt x="509" y="241"/>
                  </a:lnTo>
                  <a:lnTo>
                    <a:pt x="510" y="245"/>
                  </a:lnTo>
                  <a:lnTo>
                    <a:pt x="510" y="245"/>
                  </a:lnTo>
                  <a:lnTo>
                    <a:pt x="510" y="246"/>
                  </a:lnTo>
                  <a:lnTo>
                    <a:pt x="510" y="246"/>
                  </a:lnTo>
                  <a:lnTo>
                    <a:pt x="510" y="248"/>
                  </a:lnTo>
                  <a:lnTo>
                    <a:pt x="510" y="251"/>
                  </a:lnTo>
                  <a:lnTo>
                    <a:pt x="510" y="252"/>
                  </a:lnTo>
                  <a:lnTo>
                    <a:pt x="509" y="252"/>
                  </a:lnTo>
                  <a:lnTo>
                    <a:pt x="507" y="255"/>
                  </a:lnTo>
                  <a:lnTo>
                    <a:pt x="507" y="255"/>
                  </a:lnTo>
                  <a:lnTo>
                    <a:pt x="507" y="256"/>
                  </a:lnTo>
                  <a:lnTo>
                    <a:pt x="507" y="256"/>
                  </a:lnTo>
                  <a:lnTo>
                    <a:pt x="507" y="256"/>
                  </a:lnTo>
                  <a:lnTo>
                    <a:pt x="507" y="257"/>
                  </a:lnTo>
                  <a:lnTo>
                    <a:pt x="508" y="257"/>
                  </a:lnTo>
                  <a:lnTo>
                    <a:pt x="507" y="257"/>
                  </a:lnTo>
                  <a:lnTo>
                    <a:pt x="507" y="258"/>
                  </a:lnTo>
                  <a:lnTo>
                    <a:pt x="507" y="259"/>
                  </a:lnTo>
                  <a:lnTo>
                    <a:pt x="507" y="259"/>
                  </a:lnTo>
                  <a:lnTo>
                    <a:pt x="507" y="259"/>
                  </a:lnTo>
                  <a:lnTo>
                    <a:pt x="507" y="259"/>
                  </a:lnTo>
                  <a:lnTo>
                    <a:pt x="507" y="262"/>
                  </a:lnTo>
                  <a:lnTo>
                    <a:pt x="507" y="263"/>
                  </a:lnTo>
                  <a:lnTo>
                    <a:pt x="507" y="263"/>
                  </a:lnTo>
                  <a:lnTo>
                    <a:pt x="506" y="264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7"/>
                  </a:lnTo>
                  <a:lnTo>
                    <a:pt x="506" y="269"/>
                  </a:lnTo>
                  <a:lnTo>
                    <a:pt x="506" y="269"/>
                  </a:lnTo>
                  <a:lnTo>
                    <a:pt x="505" y="269"/>
                  </a:lnTo>
                  <a:lnTo>
                    <a:pt x="505" y="270"/>
                  </a:lnTo>
                  <a:lnTo>
                    <a:pt x="505" y="270"/>
                  </a:lnTo>
                  <a:lnTo>
                    <a:pt x="505" y="270"/>
                  </a:lnTo>
                  <a:lnTo>
                    <a:pt x="505" y="271"/>
                  </a:lnTo>
                  <a:lnTo>
                    <a:pt x="505" y="272"/>
                  </a:lnTo>
                  <a:lnTo>
                    <a:pt x="505" y="272"/>
                  </a:lnTo>
                  <a:lnTo>
                    <a:pt x="503" y="272"/>
                  </a:lnTo>
                  <a:lnTo>
                    <a:pt x="503" y="273"/>
                  </a:lnTo>
                  <a:lnTo>
                    <a:pt x="502" y="273"/>
                  </a:lnTo>
                  <a:lnTo>
                    <a:pt x="502" y="273"/>
                  </a:lnTo>
                  <a:lnTo>
                    <a:pt x="502" y="273"/>
                  </a:lnTo>
                  <a:lnTo>
                    <a:pt x="502" y="274"/>
                  </a:lnTo>
                  <a:lnTo>
                    <a:pt x="502" y="274"/>
                  </a:lnTo>
                  <a:lnTo>
                    <a:pt x="502" y="274"/>
                  </a:lnTo>
                  <a:lnTo>
                    <a:pt x="501" y="276"/>
                  </a:lnTo>
                  <a:lnTo>
                    <a:pt x="501" y="276"/>
                  </a:lnTo>
                  <a:lnTo>
                    <a:pt x="500" y="277"/>
                  </a:lnTo>
                  <a:lnTo>
                    <a:pt x="500" y="279"/>
                  </a:lnTo>
                  <a:lnTo>
                    <a:pt x="500" y="279"/>
                  </a:lnTo>
                  <a:lnTo>
                    <a:pt x="500" y="280"/>
                  </a:lnTo>
                  <a:lnTo>
                    <a:pt x="500" y="281"/>
                  </a:lnTo>
                  <a:lnTo>
                    <a:pt x="500" y="283"/>
                  </a:lnTo>
                  <a:lnTo>
                    <a:pt x="501" y="284"/>
                  </a:lnTo>
                  <a:lnTo>
                    <a:pt x="502" y="285"/>
                  </a:lnTo>
                  <a:lnTo>
                    <a:pt x="502" y="285"/>
                  </a:lnTo>
                  <a:lnTo>
                    <a:pt x="506" y="287"/>
                  </a:lnTo>
                  <a:lnTo>
                    <a:pt x="507" y="288"/>
                  </a:lnTo>
                  <a:lnTo>
                    <a:pt x="507" y="288"/>
                  </a:lnTo>
                  <a:lnTo>
                    <a:pt x="507" y="290"/>
                  </a:lnTo>
                  <a:lnTo>
                    <a:pt x="507" y="290"/>
                  </a:lnTo>
                  <a:lnTo>
                    <a:pt x="507" y="290"/>
                  </a:lnTo>
                  <a:lnTo>
                    <a:pt x="507" y="291"/>
                  </a:lnTo>
                  <a:lnTo>
                    <a:pt x="507" y="291"/>
                  </a:lnTo>
                  <a:lnTo>
                    <a:pt x="506" y="291"/>
                  </a:lnTo>
                  <a:lnTo>
                    <a:pt x="506" y="291"/>
                  </a:lnTo>
                  <a:lnTo>
                    <a:pt x="507" y="292"/>
                  </a:lnTo>
                  <a:lnTo>
                    <a:pt x="507" y="292"/>
                  </a:lnTo>
                  <a:lnTo>
                    <a:pt x="507" y="292"/>
                  </a:lnTo>
                  <a:lnTo>
                    <a:pt x="508" y="293"/>
                  </a:lnTo>
                  <a:lnTo>
                    <a:pt x="508" y="293"/>
                  </a:lnTo>
                  <a:lnTo>
                    <a:pt x="509" y="294"/>
                  </a:lnTo>
                  <a:lnTo>
                    <a:pt x="509" y="294"/>
                  </a:lnTo>
                  <a:lnTo>
                    <a:pt x="509" y="294"/>
                  </a:lnTo>
                  <a:lnTo>
                    <a:pt x="509" y="295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10" y="296"/>
                  </a:lnTo>
                  <a:lnTo>
                    <a:pt x="510" y="298"/>
                  </a:lnTo>
                  <a:lnTo>
                    <a:pt x="510" y="301"/>
                  </a:lnTo>
                  <a:lnTo>
                    <a:pt x="502" y="300"/>
                  </a:lnTo>
                  <a:lnTo>
                    <a:pt x="501" y="299"/>
                  </a:lnTo>
                  <a:lnTo>
                    <a:pt x="500" y="298"/>
                  </a:lnTo>
                  <a:lnTo>
                    <a:pt x="500" y="296"/>
                  </a:lnTo>
                  <a:lnTo>
                    <a:pt x="499" y="294"/>
                  </a:lnTo>
                  <a:lnTo>
                    <a:pt x="496" y="293"/>
                  </a:lnTo>
                  <a:lnTo>
                    <a:pt x="495" y="292"/>
                  </a:lnTo>
                  <a:lnTo>
                    <a:pt x="495" y="291"/>
                  </a:lnTo>
                  <a:lnTo>
                    <a:pt x="495" y="290"/>
                  </a:lnTo>
                  <a:lnTo>
                    <a:pt x="495" y="290"/>
                  </a:lnTo>
                  <a:lnTo>
                    <a:pt x="496" y="288"/>
                  </a:lnTo>
                  <a:lnTo>
                    <a:pt x="495" y="287"/>
                  </a:lnTo>
                  <a:lnTo>
                    <a:pt x="495" y="287"/>
                  </a:lnTo>
                  <a:lnTo>
                    <a:pt x="494" y="287"/>
                  </a:lnTo>
                  <a:lnTo>
                    <a:pt x="493" y="287"/>
                  </a:lnTo>
                  <a:lnTo>
                    <a:pt x="491" y="287"/>
                  </a:lnTo>
                  <a:lnTo>
                    <a:pt x="489" y="287"/>
                  </a:lnTo>
                  <a:lnTo>
                    <a:pt x="488" y="286"/>
                  </a:lnTo>
                  <a:lnTo>
                    <a:pt x="488" y="286"/>
                  </a:lnTo>
                  <a:lnTo>
                    <a:pt x="488" y="286"/>
                  </a:lnTo>
                  <a:lnTo>
                    <a:pt x="487" y="285"/>
                  </a:lnTo>
                  <a:lnTo>
                    <a:pt x="487" y="284"/>
                  </a:lnTo>
                  <a:lnTo>
                    <a:pt x="486" y="283"/>
                  </a:lnTo>
                  <a:lnTo>
                    <a:pt x="485" y="283"/>
                  </a:lnTo>
                  <a:lnTo>
                    <a:pt x="479" y="281"/>
                  </a:lnTo>
                  <a:lnTo>
                    <a:pt x="478" y="281"/>
                  </a:lnTo>
                  <a:lnTo>
                    <a:pt x="477" y="280"/>
                  </a:lnTo>
                  <a:lnTo>
                    <a:pt x="475" y="280"/>
                  </a:lnTo>
                  <a:lnTo>
                    <a:pt x="475" y="280"/>
                  </a:lnTo>
                  <a:lnTo>
                    <a:pt x="473" y="279"/>
                  </a:lnTo>
                  <a:lnTo>
                    <a:pt x="472" y="279"/>
                  </a:lnTo>
                  <a:lnTo>
                    <a:pt x="471" y="279"/>
                  </a:lnTo>
                  <a:lnTo>
                    <a:pt x="467" y="279"/>
                  </a:lnTo>
                  <a:lnTo>
                    <a:pt x="466" y="278"/>
                  </a:lnTo>
                  <a:lnTo>
                    <a:pt x="465" y="278"/>
                  </a:lnTo>
                  <a:lnTo>
                    <a:pt x="463" y="277"/>
                  </a:lnTo>
                  <a:lnTo>
                    <a:pt x="460" y="274"/>
                  </a:lnTo>
                  <a:lnTo>
                    <a:pt x="458" y="272"/>
                  </a:lnTo>
                  <a:lnTo>
                    <a:pt x="457" y="271"/>
                  </a:lnTo>
                  <a:lnTo>
                    <a:pt x="456" y="270"/>
                  </a:lnTo>
                  <a:lnTo>
                    <a:pt x="455" y="270"/>
                  </a:lnTo>
                  <a:lnTo>
                    <a:pt x="441" y="272"/>
                  </a:lnTo>
                  <a:lnTo>
                    <a:pt x="439" y="272"/>
                  </a:lnTo>
                  <a:lnTo>
                    <a:pt x="434" y="272"/>
                  </a:lnTo>
                  <a:lnTo>
                    <a:pt x="432" y="272"/>
                  </a:lnTo>
                  <a:lnTo>
                    <a:pt x="430" y="273"/>
                  </a:lnTo>
                  <a:lnTo>
                    <a:pt x="429" y="273"/>
                  </a:lnTo>
                  <a:lnTo>
                    <a:pt x="428" y="273"/>
                  </a:lnTo>
                  <a:lnTo>
                    <a:pt x="427" y="272"/>
                  </a:lnTo>
                  <a:lnTo>
                    <a:pt x="426" y="272"/>
                  </a:lnTo>
                  <a:lnTo>
                    <a:pt x="423" y="273"/>
                  </a:lnTo>
                  <a:lnTo>
                    <a:pt x="419" y="272"/>
                  </a:lnTo>
                  <a:lnTo>
                    <a:pt x="416" y="272"/>
                  </a:lnTo>
                  <a:lnTo>
                    <a:pt x="415" y="273"/>
                  </a:lnTo>
                  <a:lnTo>
                    <a:pt x="415" y="273"/>
                  </a:lnTo>
                  <a:lnTo>
                    <a:pt x="414" y="274"/>
                  </a:lnTo>
                  <a:lnTo>
                    <a:pt x="414" y="276"/>
                  </a:lnTo>
                  <a:lnTo>
                    <a:pt x="413" y="278"/>
                  </a:lnTo>
                  <a:lnTo>
                    <a:pt x="413" y="278"/>
                  </a:lnTo>
                  <a:lnTo>
                    <a:pt x="413" y="278"/>
                  </a:lnTo>
                  <a:lnTo>
                    <a:pt x="412" y="279"/>
                  </a:lnTo>
                  <a:lnTo>
                    <a:pt x="410" y="280"/>
                  </a:lnTo>
                  <a:lnTo>
                    <a:pt x="408" y="280"/>
                  </a:lnTo>
                  <a:lnTo>
                    <a:pt x="407" y="280"/>
                  </a:lnTo>
                  <a:lnTo>
                    <a:pt x="402" y="278"/>
                  </a:lnTo>
                  <a:lnTo>
                    <a:pt x="401" y="278"/>
                  </a:lnTo>
                  <a:lnTo>
                    <a:pt x="401" y="277"/>
                  </a:lnTo>
                  <a:lnTo>
                    <a:pt x="400" y="277"/>
                  </a:lnTo>
                  <a:lnTo>
                    <a:pt x="391" y="272"/>
                  </a:lnTo>
                  <a:lnTo>
                    <a:pt x="388" y="270"/>
                  </a:lnTo>
                  <a:lnTo>
                    <a:pt x="385" y="269"/>
                  </a:lnTo>
                  <a:lnTo>
                    <a:pt x="385" y="269"/>
                  </a:lnTo>
                  <a:lnTo>
                    <a:pt x="384" y="269"/>
                  </a:lnTo>
                  <a:lnTo>
                    <a:pt x="384" y="269"/>
                  </a:lnTo>
                  <a:lnTo>
                    <a:pt x="377" y="264"/>
                  </a:lnTo>
                  <a:lnTo>
                    <a:pt x="376" y="263"/>
                  </a:lnTo>
                  <a:lnTo>
                    <a:pt x="374" y="262"/>
                  </a:lnTo>
                  <a:lnTo>
                    <a:pt x="374" y="262"/>
                  </a:lnTo>
                  <a:lnTo>
                    <a:pt x="374" y="262"/>
                  </a:lnTo>
                  <a:lnTo>
                    <a:pt x="369" y="262"/>
                  </a:lnTo>
                  <a:lnTo>
                    <a:pt x="357" y="262"/>
                  </a:lnTo>
                  <a:lnTo>
                    <a:pt x="345" y="262"/>
                  </a:lnTo>
                  <a:lnTo>
                    <a:pt x="334" y="262"/>
                  </a:lnTo>
                  <a:lnTo>
                    <a:pt x="322" y="262"/>
                  </a:lnTo>
                  <a:lnTo>
                    <a:pt x="310" y="262"/>
                  </a:lnTo>
                  <a:lnTo>
                    <a:pt x="299" y="262"/>
                  </a:lnTo>
                  <a:lnTo>
                    <a:pt x="287" y="262"/>
                  </a:lnTo>
                  <a:lnTo>
                    <a:pt x="254" y="262"/>
                  </a:lnTo>
                  <a:lnTo>
                    <a:pt x="242" y="262"/>
                  </a:lnTo>
                  <a:lnTo>
                    <a:pt x="230" y="262"/>
                  </a:lnTo>
                  <a:lnTo>
                    <a:pt x="219" y="262"/>
                  </a:lnTo>
                  <a:lnTo>
                    <a:pt x="207" y="262"/>
                  </a:lnTo>
                  <a:lnTo>
                    <a:pt x="195" y="262"/>
                  </a:lnTo>
                  <a:lnTo>
                    <a:pt x="184" y="262"/>
                  </a:lnTo>
                  <a:lnTo>
                    <a:pt x="173" y="262"/>
                  </a:lnTo>
                  <a:lnTo>
                    <a:pt x="162" y="262"/>
                  </a:lnTo>
                  <a:lnTo>
                    <a:pt x="150" y="262"/>
                  </a:lnTo>
                  <a:lnTo>
                    <a:pt x="139" y="260"/>
                  </a:lnTo>
                  <a:lnTo>
                    <a:pt x="127" y="260"/>
                  </a:lnTo>
                  <a:lnTo>
                    <a:pt x="115" y="260"/>
                  </a:lnTo>
                  <a:lnTo>
                    <a:pt x="104" y="260"/>
                  </a:lnTo>
                  <a:lnTo>
                    <a:pt x="92" y="260"/>
                  </a:lnTo>
                  <a:lnTo>
                    <a:pt x="80" y="259"/>
                  </a:lnTo>
                  <a:lnTo>
                    <a:pt x="70" y="259"/>
                  </a:lnTo>
                  <a:lnTo>
                    <a:pt x="58" y="259"/>
                  </a:lnTo>
                  <a:lnTo>
                    <a:pt x="47" y="259"/>
                  </a:lnTo>
                  <a:lnTo>
                    <a:pt x="35" y="258"/>
                  </a:lnTo>
                  <a:lnTo>
                    <a:pt x="24" y="258"/>
                  </a:lnTo>
                  <a:lnTo>
                    <a:pt x="12" y="258"/>
                  </a:lnTo>
                  <a:lnTo>
                    <a:pt x="0" y="257"/>
                  </a:lnTo>
                  <a:lnTo>
                    <a:pt x="1" y="246"/>
                  </a:lnTo>
                  <a:lnTo>
                    <a:pt x="1" y="235"/>
                  </a:lnTo>
                  <a:lnTo>
                    <a:pt x="1" y="224"/>
                  </a:lnTo>
                  <a:lnTo>
                    <a:pt x="3" y="213"/>
                  </a:lnTo>
                  <a:lnTo>
                    <a:pt x="3" y="202"/>
                  </a:lnTo>
                  <a:lnTo>
                    <a:pt x="3" y="192"/>
                  </a:lnTo>
                  <a:lnTo>
                    <a:pt x="4" y="180"/>
                  </a:lnTo>
                  <a:lnTo>
                    <a:pt x="4" y="170"/>
                  </a:lnTo>
                  <a:lnTo>
                    <a:pt x="4" y="158"/>
                  </a:lnTo>
                  <a:lnTo>
                    <a:pt x="4" y="148"/>
                  </a:lnTo>
                  <a:lnTo>
                    <a:pt x="5" y="137"/>
                  </a:lnTo>
                  <a:lnTo>
                    <a:pt x="5" y="126"/>
                  </a:lnTo>
                  <a:lnTo>
                    <a:pt x="5" y="115"/>
                  </a:lnTo>
                  <a:lnTo>
                    <a:pt x="6" y="104"/>
                  </a:lnTo>
                  <a:lnTo>
                    <a:pt x="6" y="93"/>
                  </a:lnTo>
                  <a:lnTo>
                    <a:pt x="6" y="83"/>
                  </a:lnTo>
                  <a:lnTo>
                    <a:pt x="8" y="83"/>
                  </a:lnTo>
                  <a:lnTo>
                    <a:pt x="8" y="81"/>
                  </a:lnTo>
                  <a:lnTo>
                    <a:pt x="8" y="76"/>
                  </a:lnTo>
                  <a:lnTo>
                    <a:pt x="10" y="66"/>
                  </a:lnTo>
                  <a:lnTo>
                    <a:pt x="10" y="57"/>
                  </a:lnTo>
                  <a:lnTo>
                    <a:pt x="10" y="48"/>
                  </a:lnTo>
                  <a:lnTo>
                    <a:pt x="10" y="38"/>
                  </a:lnTo>
                  <a:lnTo>
                    <a:pt x="11" y="29"/>
                  </a:lnTo>
                  <a:lnTo>
                    <a:pt x="11" y="20"/>
                  </a:lnTo>
                  <a:lnTo>
                    <a:pt x="11" y="9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3314700" y="2725738"/>
              <a:ext cx="287337" cy="217488"/>
            </a:xfrm>
            <a:custGeom>
              <a:avLst/>
              <a:gdLst>
                <a:gd name="T0" fmla="*/ 320 w 364"/>
                <a:gd name="T1" fmla="*/ 162 h 274"/>
                <a:gd name="T2" fmla="*/ 164 w 364"/>
                <a:gd name="T3" fmla="*/ 2 h 274"/>
                <a:gd name="T4" fmla="*/ 165 w 364"/>
                <a:gd name="T5" fmla="*/ 8 h 274"/>
                <a:gd name="T6" fmla="*/ 186 w 364"/>
                <a:gd name="T7" fmla="*/ 23 h 274"/>
                <a:gd name="T8" fmla="*/ 213 w 364"/>
                <a:gd name="T9" fmla="*/ 21 h 274"/>
                <a:gd name="T10" fmla="*/ 265 w 364"/>
                <a:gd name="T11" fmla="*/ 12 h 274"/>
                <a:gd name="T12" fmla="*/ 329 w 364"/>
                <a:gd name="T13" fmla="*/ 54 h 274"/>
                <a:gd name="T14" fmla="*/ 364 w 364"/>
                <a:gd name="T15" fmla="*/ 81 h 274"/>
                <a:gd name="T16" fmla="*/ 330 w 364"/>
                <a:gd name="T17" fmla="*/ 133 h 274"/>
                <a:gd name="T18" fmla="*/ 322 w 364"/>
                <a:gd name="T19" fmla="*/ 136 h 274"/>
                <a:gd name="T20" fmla="*/ 321 w 364"/>
                <a:gd name="T21" fmla="*/ 142 h 274"/>
                <a:gd name="T22" fmla="*/ 329 w 364"/>
                <a:gd name="T23" fmla="*/ 151 h 274"/>
                <a:gd name="T24" fmla="*/ 326 w 364"/>
                <a:gd name="T25" fmla="*/ 155 h 274"/>
                <a:gd name="T26" fmla="*/ 323 w 364"/>
                <a:gd name="T27" fmla="*/ 158 h 274"/>
                <a:gd name="T28" fmla="*/ 310 w 364"/>
                <a:gd name="T29" fmla="*/ 169 h 274"/>
                <a:gd name="T30" fmla="*/ 303 w 364"/>
                <a:gd name="T31" fmla="*/ 179 h 274"/>
                <a:gd name="T32" fmla="*/ 300 w 364"/>
                <a:gd name="T33" fmla="*/ 183 h 274"/>
                <a:gd name="T34" fmla="*/ 285 w 364"/>
                <a:gd name="T35" fmla="*/ 194 h 274"/>
                <a:gd name="T36" fmla="*/ 280 w 364"/>
                <a:gd name="T37" fmla="*/ 189 h 274"/>
                <a:gd name="T38" fmla="*/ 284 w 364"/>
                <a:gd name="T39" fmla="*/ 196 h 274"/>
                <a:gd name="T40" fmla="*/ 280 w 364"/>
                <a:gd name="T41" fmla="*/ 207 h 274"/>
                <a:gd name="T42" fmla="*/ 269 w 364"/>
                <a:gd name="T43" fmla="*/ 216 h 274"/>
                <a:gd name="T44" fmla="*/ 265 w 364"/>
                <a:gd name="T45" fmla="*/ 218 h 274"/>
                <a:gd name="T46" fmla="*/ 255 w 364"/>
                <a:gd name="T47" fmla="*/ 223 h 274"/>
                <a:gd name="T48" fmla="*/ 245 w 364"/>
                <a:gd name="T49" fmla="*/ 226 h 274"/>
                <a:gd name="T50" fmla="*/ 234 w 364"/>
                <a:gd name="T51" fmla="*/ 226 h 274"/>
                <a:gd name="T52" fmla="*/ 243 w 364"/>
                <a:gd name="T53" fmla="*/ 228 h 274"/>
                <a:gd name="T54" fmla="*/ 248 w 364"/>
                <a:gd name="T55" fmla="*/ 236 h 274"/>
                <a:gd name="T56" fmla="*/ 250 w 364"/>
                <a:gd name="T57" fmla="*/ 235 h 274"/>
                <a:gd name="T58" fmla="*/ 249 w 364"/>
                <a:gd name="T59" fmla="*/ 241 h 274"/>
                <a:gd name="T60" fmla="*/ 234 w 364"/>
                <a:gd name="T61" fmla="*/ 241 h 274"/>
                <a:gd name="T62" fmla="*/ 231 w 364"/>
                <a:gd name="T63" fmla="*/ 235 h 274"/>
                <a:gd name="T64" fmla="*/ 222 w 364"/>
                <a:gd name="T65" fmla="*/ 236 h 274"/>
                <a:gd name="T66" fmla="*/ 217 w 364"/>
                <a:gd name="T67" fmla="*/ 230 h 274"/>
                <a:gd name="T68" fmla="*/ 227 w 364"/>
                <a:gd name="T69" fmla="*/ 248 h 274"/>
                <a:gd name="T70" fmla="*/ 226 w 364"/>
                <a:gd name="T71" fmla="*/ 262 h 274"/>
                <a:gd name="T72" fmla="*/ 224 w 364"/>
                <a:gd name="T73" fmla="*/ 266 h 274"/>
                <a:gd name="T74" fmla="*/ 213 w 364"/>
                <a:gd name="T75" fmla="*/ 271 h 274"/>
                <a:gd name="T76" fmla="*/ 201 w 364"/>
                <a:gd name="T77" fmla="*/ 266 h 274"/>
                <a:gd name="T78" fmla="*/ 199 w 364"/>
                <a:gd name="T79" fmla="*/ 252 h 274"/>
                <a:gd name="T80" fmla="*/ 188 w 364"/>
                <a:gd name="T81" fmla="*/ 235 h 274"/>
                <a:gd name="T82" fmla="*/ 177 w 364"/>
                <a:gd name="T83" fmla="*/ 230 h 274"/>
                <a:gd name="T84" fmla="*/ 172 w 364"/>
                <a:gd name="T85" fmla="*/ 221 h 274"/>
                <a:gd name="T86" fmla="*/ 163 w 364"/>
                <a:gd name="T87" fmla="*/ 202 h 274"/>
                <a:gd name="T88" fmla="*/ 143 w 364"/>
                <a:gd name="T89" fmla="*/ 187 h 274"/>
                <a:gd name="T90" fmla="*/ 133 w 364"/>
                <a:gd name="T91" fmla="*/ 174 h 274"/>
                <a:gd name="T92" fmla="*/ 123 w 364"/>
                <a:gd name="T93" fmla="*/ 168 h 274"/>
                <a:gd name="T94" fmla="*/ 113 w 364"/>
                <a:gd name="T95" fmla="*/ 153 h 274"/>
                <a:gd name="T96" fmla="*/ 93 w 364"/>
                <a:gd name="T97" fmla="*/ 137 h 274"/>
                <a:gd name="T98" fmla="*/ 69 w 364"/>
                <a:gd name="T99" fmla="*/ 123 h 274"/>
                <a:gd name="T100" fmla="*/ 56 w 364"/>
                <a:gd name="T101" fmla="*/ 109 h 274"/>
                <a:gd name="T102" fmla="*/ 37 w 364"/>
                <a:gd name="T103" fmla="*/ 81 h 274"/>
                <a:gd name="T104" fmla="*/ 15 w 364"/>
                <a:gd name="T105" fmla="*/ 73 h 274"/>
                <a:gd name="T106" fmla="*/ 1 w 364"/>
                <a:gd name="T107" fmla="*/ 57 h 274"/>
                <a:gd name="T108" fmla="*/ 13 w 364"/>
                <a:gd name="T109" fmla="*/ 42 h 274"/>
                <a:gd name="T110" fmla="*/ 40 w 364"/>
                <a:gd name="T111" fmla="*/ 28 h 274"/>
                <a:gd name="T112" fmla="*/ 46 w 364"/>
                <a:gd name="T113" fmla="*/ 22 h 274"/>
                <a:gd name="T114" fmla="*/ 58 w 364"/>
                <a:gd name="T115" fmla="*/ 15 h 274"/>
                <a:gd name="T116" fmla="*/ 65 w 364"/>
                <a:gd name="T117" fmla="*/ 10 h 274"/>
                <a:gd name="T118" fmla="*/ 92 w 364"/>
                <a:gd name="T119" fmla="*/ 8 h 274"/>
                <a:gd name="T120" fmla="*/ 156 w 364"/>
                <a:gd name="T121" fmla="*/ 1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4" h="274">
                  <a:moveTo>
                    <a:pt x="321" y="161"/>
                  </a:moveTo>
                  <a:lnTo>
                    <a:pt x="321" y="161"/>
                  </a:lnTo>
                  <a:lnTo>
                    <a:pt x="321" y="161"/>
                  </a:lnTo>
                  <a:lnTo>
                    <a:pt x="321" y="161"/>
                  </a:lnTo>
                  <a:lnTo>
                    <a:pt x="321" y="162"/>
                  </a:lnTo>
                  <a:lnTo>
                    <a:pt x="321" y="164"/>
                  </a:lnTo>
                  <a:lnTo>
                    <a:pt x="321" y="167"/>
                  </a:lnTo>
                  <a:lnTo>
                    <a:pt x="320" y="167"/>
                  </a:lnTo>
                  <a:lnTo>
                    <a:pt x="320" y="166"/>
                  </a:lnTo>
                  <a:lnTo>
                    <a:pt x="320" y="164"/>
                  </a:lnTo>
                  <a:lnTo>
                    <a:pt x="320" y="162"/>
                  </a:lnTo>
                  <a:lnTo>
                    <a:pt x="321" y="161"/>
                  </a:lnTo>
                  <a:close/>
                  <a:moveTo>
                    <a:pt x="161" y="0"/>
                  </a:moveTo>
                  <a:lnTo>
                    <a:pt x="162" y="0"/>
                  </a:lnTo>
                  <a:lnTo>
                    <a:pt x="162" y="0"/>
                  </a:lnTo>
                  <a:lnTo>
                    <a:pt x="163" y="0"/>
                  </a:lnTo>
                  <a:lnTo>
                    <a:pt x="163" y="1"/>
                  </a:lnTo>
                  <a:lnTo>
                    <a:pt x="163" y="1"/>
                  </a:lnTo>
                  <a:lnTo>
                    <a:pt x="163" y="1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4" y="2"/>
                  </a:lnTo>
                  <a:lnTo>
                    <a:pt x="163" y="3"/>
                  </a:lnTo>
                  <a:lnTo>
                    <a:pt x="163" y="4"/>
                  </a:lnTo>
                  <a:lnTo>
                    <a:pt x="163" y="6"/>
                  </a:lnTo>
                  <a:lnTo>
                    <a:pt x="163" y="6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64" y="7"/>
                  </a:lnTo>
                  <a:lnTo>
                    <a:pt x="164" y="8"/>
                  </a:lnTo>
                  <a:lnTo>
                    <a:pt x="164" y="8"/>
                  </a:lnTo>
                  <a:lnTo>
                    <a:pt x="165" y="8"/>
                  </a:lnTo>
                  <a:lnTo>
                    <a:pt x="165" y="8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2" y="2"/>
                  </a:lnTo>
                  <a:lnTo>
                    <a:pt x="174" y="6"/>
                  </a:lnTo>
                  <a:lnTo>
                    <a:pt x="180" y="10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15"/>
                  </a:lnTo>
                  <a:lnTo>
                    <a:pt x="186" y="23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86" y="25"/>
                  </a:lnTo>
                  <a:lnTo>
                    <a:pt x="187" y="25"/>
                  </a:lnTo>
                  <a:lnTo>
                    <a:pt x="190" y="24"/>
                  </a:lnTo>
                  <a:lnTo>
                    <a:pt x="191" y="24"/>
                  </a:lnTo>
                  <a:lnTo>
                    <a:pt x="193" y="24"/>
                  </a:lnTo>
                  <a:lnTo>
                    <a:pt x="197" y="24"/>
                  </a:lnTo>
                  <a:lnTo>
                    <a:pt x="201" y="23"/>
                  </a:lnTo>
                  <a:lnTo>
                    <a:pt x="207" y="22"/>
                  </a:lnTo>
                  <a:lnTo>
                    <a:pt x="213" y="21"/>
                  </a:lnTo>
                  <a:lnTo>
                    <a:pt x="220" y="19"/>
                  </a:lnTo>
                  <a:lnTo>
                    <a:pt x="227" y="19"/>
                  </a:lnTo>
                  <a:lnTo>
                    <a:pt x="234" y="18"/>
                  </a:lnTo>
                  <a:lnTo>
                    <a:pt x="240" y="17"/>
                  </a:lnTo>
                  <a:lnTo>
                    <a:pt x="245" y="16"/>
                  </a:lnTo>
                  <a:lnTo>
                    <a:pt x="251" y="15"/>
                  </a:lnTo>
                  <a:lnTo>
                    <a:pt x="256" y="15"/>
                  </a:lnTo>
                  <a:lnTo>
                    <a:pt x="259" y="14"/>
                  </a:lnTo>
                  <a:lnTo>
                    <a:pt x="262" y="14"/>
                  </a:lnTo>
                  <a:lnTo>
                    <a:pt x="263" y="14"/>
                  </a:lnTo>
                  <a:lnTo>
                    <a:pt x="265" y="12"/>
                  </a:lnTo>
                  <a:lnTo>
                    <a:pt x="267" y="12"/>
                  </a:lnTo>
                  <a:lnTo>
                    <a:pt x="270" y="12"/>
                  </a:lnTo>
                  <a:lnTo>
                    <a:pt x="272" y="15"/>
                  </a:lnTo>
                  <a:lnTo>
                    <a:pt x="278" y="19"/>
                  </a:lnTo>
                  <a:lnTo>
                    <a:pt x="284" y="23"/>
                  </a:lnTo>
                  <a:lnTo>
                    <a:pt x="289" y="26"/>
                  </a:lnTo>
                  <a:lnTo>
                    <a:pt x="300" y="35"/>
                  </a:lnTo>
                  <a:lnTo>
                    <a:pt x="312" y="43"/>
                  </a:lnTo>
                  <a:lnTo>
                    <a:pt x="317" y="46"/>
                  </a:lnTo>
                  <a:lnTo>
                    <a:pt x="323" y="51"/>
                  </a:lnTo>
                  <a:lnTo>
                    <a:pt x="329" y="54"/>
                  </a:lnTo>
                  <a:lnTo>
                    <a:pt x="335" y="59"/>
                  </a:lnTo>
                  <a:lnTo>
                    <a:pt x="341" y="62"/>
                  </a:lnTo>
                  <a:lnTo>
                    <a:pt x="346" y="67"/>
                  </a:lnTo>
                  <a:lnTo>
                    <a:pt x="352" y="71"/>
                  </a:lnTo>
                  <a:lnTo>
                    <a:pt x="358" y="74"/>
                  </a:lnTo>
                  <a:lnTo>
                    <a:pt x="364" y="79"/>
                  </a:lnTo>
                  <a:lnTo>
                    <a:pt x="362" y="80"/>
                  </a:lnTo>
                  <a:lnTo>
                    <a:pt x="362" y="80"/>
                  </a:lnTo>
                  <a:lnTo>
                    <a:pt x="363" y="80"/>
                  </a:lnTo>
                  <a:lnTo>
                    <a:pt x="363" y="80"/>
                  </a:lnTo>
                  <a:lnTo>
                    <a:pt x="364" y="81"/>
                  </a:lnTo>
                  <a:lnTo>
                    <a:pt x="364" y="81"/>
                  </a:lnTo>
                  <a:lnTo>
                    <a:pt x="362" y="82"/>
                  </a:lnTo>
                  <a:lnTo>
                    <a:pt x="358" y="85"/>
                  </a:lnTo>
                  <a:lnTo>
                    <a:pt x="351" y="90"/>
                  </a:lnTo>
                  <a:lnTo>
                    <a:pt x="345" y="99"/>
                  </a:lnTo>
                  <a:lnTo>
                    <a:pt x="341" y="104"/>
                  </a:lnTo>
                  <a:lnTo>
                    <a:pt x="336" y="116"/>
                  </a:lnTo>
                  <a:lnTo>
                    <a:pt x="330" y="128"/>
                  </a:lnTo>
                  <a:lnTo>
                    <a:pt x="329" y="131"/>
                  </a:lnTo>
                  <a:lnTo>
                    <a:pt x="330" y="132"/>
                  </a:lnTo>
                  <a:lnTo>
                    <a:pt x="330" y="133"/>
                  </a:lnTo>
                  <a:lnTo>
                    <a:pt x="330" y="144"/>
                  </a:lnTo>
                  <a:lnTo>
                    <a:pt x="330" y="146"/>
                  </a:lnTo>
                  <a:lnTo>
                    <a:pt x="329" y="146"/>
                  </a:lnTo>
                  <a:lnTo>
                    <a:pt x="329" y="145"/>
                  </a:lnTo>
                  <a:lnTo>
                    <a:pt x="328" y="142"/>
                  </a:lnTo>
                  <a:lnTo>
                    <a:pt x="328" y="140"/>
                  </a:lnTo>
                  <a:lnTo>
                    <a:pt x="327" y="139"/>
                  </a:lnTo>
                  <a:lnTo>
                    <a:pt x="326" y="138"/>
                  </a:lnTo>
                  <a:lnTo>
                    <a:pt x="322" y="139"/>
                  </a:lnTo>
                  <a:lnTo>
                    <a:pt x="322" y="138"/>
                  </a:lnTo>
                  <a:lnTo>
                    <a:pt x="322" y="136"/>
                  </a:lnTo>
                  <a:lnTo>
                    <a:pt x="323" y="131"/>
                  </a:lnTo>
                  <a:lnTo>
                    <a:pt x="326" y="128"/>
                  </a:lnTo>
                  <a:lnTo>
                    <a:pt x="326" y="128"/>
                  </a:lnTo>
                  <a:lnTo>
                    <a:pt x="326" y="126"/>
                  </a:lnTo>
                  <a:lnTo>
                    <a:pt x="324" y="128"/>
                  </a:lnTo>
                  <a:lnTo>
                    <a:pt x="323" y="129"/>
                  </a:lnTo>
                  <a:lnTo>
                    <a:pt x="321" y="135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40"/>
                  </a:lnTo>
                  <a:lnTo>
                    <a:pt x="321" y="142"/>
                  </a:lnTo>
                  <a:lnTo>
                    <a:pt x="323" y="143"/>
                  </a:lnTo>
                  <a:lnTo>
                    <a:pt x="324" y="144"/>
                  </a:lnTo>
                  <a:lnTo>
                    <a:pt x="328" y="144"/>
                  </a:lnTo>
                  <a:lnTo>
                    <a:pt x="328" y="145"/>
                  </a:lnTo>
                  <a:lnTo>
                    <a:pt x="328" y="146"/>
                  </a:lnTo>
                  <a:lnTo>
                    <a:pt x="328" y="147"/>
                  </a:lnTo>
                  <a:lnTo>
                    <a:pt x="329" y="148"/>
                  </a:lnTo>
                  <a:lnTo>
                    <a:pt x="329" y="148"/>
                  </a:lnTo>
                  <a:lnTo>
                    <a:pt x="330" y="148"/>
                  </a:lnTo>
                  <a:lnTo>
                    <a:pt x="330" y="150"/>
                  </a:lnTo>
                  <a:lnTo>
                    <a:pt x="329" y="151"/>
                  </a:lnTo>
                  <a:lnTo>
                    <a:pt x="328" y="152"/>
                  </a:lnTo>
                  <a:lnTo>
                    <a:pt x="328" y="153"/>
                  </a:lnTo>
                  <a:lnTo>
                    <a:pt x="327" y="153"/>
                  </a:lnTo>
                  <a:lnTo>
                    <a:pt x="327" y="151"/>
                  </a:lnTo>
                  <a:lnTo>
                    <a:pt x="326" y="151"/>
                  </a:lnTo>
                  <a:lnTo>
                    <a:pt x="324" y="152"/>
                  </a:lnTo>
                  <a:lnTo>
                    <a:pt x="324" y="152"/>
                  </a:lnTo>
                  <a:lnTo>
                    <a:pt x="326" y="153"/>
                  </a:lnTo>
                  <a:lnTo>
                    <a:pt x="327" y="154"/>
                  </a:lnTo>
                  <a:lnTo>
                    <a:pt x="326" y="154"/>
                  </a:lnTo>
                  <a:lnTo>
                    <a:pt x="326" y="155"/>
                  </a:lnTo>
                  <a:lnTo>
                    <a:pt x="326" y="155"/>
                  </a:lnTo>
                  <a:lnTo>
                    <a:pt x="326" y="155"/>
                  </a:lnTo>
                  <a:lnTo>
                    <a:pt x="324" y="154"/>
                  </a:lnTo>
                  <a:lnTo>
                    <a:pt x="323" y="153"/>
                  </a:lnTo>
                  <a:lnTo>
                    <a:pt x="321" y="153"/>
                  </a:lnTo>
                  <a:lnTo>
                    <a:pt x="320" y="153"/>
                  </a:lnTo>
                  <a:lnTo>
                    <a:pt x="321" y="154"/>
                  </a:lnTo>
                  <a:lnTo>
                    <a:pt x="322" y="154"/>
                  </a:lnTo>
                  <a:lnTo>
                    <a:pt x="323" y="155"/>
                  </a:lnTo>
                  <a:lnTo>
                    <a:pt x="323" y="157"/>
                  </a:lnTo>
                  <a:lnTo>
                    <a:pt x="323" y="158"/>
                  </a:lnTo>
                  <a:lnTo>
                    <a:pt x="320" y="160"/>
                  </a:lnTo>
                  <a:lnTo>
                    <a:pt x="319" y="162"/>
                  </a:lnTo>
                  <a:lnTo>
                    <a:pt x="319" y="164"/>
                  </a:lnTo>
                  <a:lnTo>
                    <a:pt x="319" y="165"/>
                  </a:lnTo>
                  <a:lnTo>
                    <a:pt x="319" y="166"/>
                  </a:lnTo>
                  <a:lnTo>
                    <a:pt x="316" y="167"/>
                  </a:lnTo>
                  <a:lnTo>
                    <a:pt x="315" y="167"/>
                  </a:lnTo>
                  <a:lnTo>
                    <a:pt x="313" y="168"/>
                  </a:lnTo>
                  <a:lnTo>
                    <a:pt x="312" y="169"/>
                  </a:lnTo>
                  <a:lnTo>
                    <a:pt x="310" y="171"/>
                  </a:lnTo>
                  <a:lnTo>
                    <a:pt x="310" y="169"/>
                  </a:lnTo>
                  <a:lnTo>
                    <a:pt x="309" y="168"/>
                  </a:lnTo>
                  <a:lnTo>
                    <a:pt x="309" y="167"/>
                  </a:lnTo>
                  <a:lnTo>
                    <a:pt x="308" y="166"/>
                  </a:lnTo>
                  <a:lnTo>
                    <a:pt x="307" y="167"/>
                  </a:lnTo>
                  <a:lnTo>
                    <a:pt x="305" y="168"/>
                  </a:lnTo>
                  <a:lnTo>
                    <a:pt x="303" y="169"/>
                  </a:lnTo>
                  <a:lnTo>
                    <a:pt x="303" y="171"/>
                  </a:lnTo>
                  <a:lnTo>
                    <a:pt x="302" y="175"/>
                  </a:lnTo>
                  <a:lnTo>
                    <a:pt x="302" y="176"/>
                  </a:lnTo>
                  <a:lnTo>
                    <a:pt x="302" y="178"/>
                  </a:lnTo>
                  <a:lnTo>
                    <a:pt x="303" y="179"/>
                  </a:lnTo>
                  <a:lnTo>
                    <a:pt x="303" y="178"/>
                  </a:lnTo>
                  <a:lnTo>
                    <a:pt x="305" y="176"/>
                  </a:lnTo>
                  <a:lnTo>
                    <a:pt x="305" y="176"/>
                  </a:lnTo>
                  <a:lnTo>
                    <a:pt x="306" y="176"/>
                  </a:lnTo>
                  <a:lnTo>
                    <a:pt x="306" y="178"/>
                  </a:lnTo>
                  <a:lnTo>
                    <a:pt x="305" y="179"/>
                  </a:lnTo>
                  <a:lnTo>
                    <a:pt x="302" y="181"/>
                  </a:lnTo>
                  <a:lnTo>
                    <a:pt x="301" y="181"/>
                  </a:lnTo>
                  <a:lnTo>
                    <a:pt x="301" y="182"/>
                  </a:lnTo>
                  <a:lnTo>
                    <a:pt x="300" y="182"/>
                  </a:lnTo>
                  <a:lnTo>
                    <a:pt x="300" y="183"/>
                  </a:lnTo>
                  <a:lnTo>
                    <a:pt x="300" y="183"/>
                  </a:lnTo>
                  <a:lnTo>
                    <a:pt x="298" y="185"/>
                  </a:lnTo>
                  <a:lnTo>
                    <a:pt x="296" y="187"/>
                  </a:lnTo>
                  <a:lnTo>
                    <a:pt x="296" y="189"/>
                  </a:lnTo>
                  <a:lnTo>
                    <a:pt x="295" y="190"/>
                  </a:lnTo>
                  <a:lnTo>
                    <a:pt x="292" y="194"/>
                  </a:lnTo>
                  <a:lnTo>
                    <a:pt x="289" y="195"/>
                  </a:lnTo>
                  <a:lnTo>
                    <a:pt x="288" y="196"/>
                  </a:lnTo>
                  <a:lnTo>
                    <a:pt x="287" y="195"/>
                  </a:lnTo>
                  <a:lnTo>
                    <a:pt x="286" y="194"/>
                  </a:lnTo>
                  <a:lnTo>
                    <a:pt x="285" y="194"/>
                  </a:lnTo>
                  <a:lnTo>
                    <a:pt x="284" y="194"/>
                  </a:lnTo>
                  <a:lnTo>
                    <a:pt x="284" y="193"/>
                  </a:lnTo>
                  <a:lnTo>
                    <a:pt x="284" y="192"/>
                  </a:lnTo>
                  <a:lnTo>
                    <a:pt x="285" y="189"/>
                  </a:lnTo>
                  <a:lnTo>
                    <a:pt x="284" y="188"/>
                  </a:lnTo>
                  <a:lnTo>
                    <a:pt x="283" y="188"/>
                  </a:lnTo>
                  <a:lnTo>
                    <a:pt x="283" y="189"/>
                  </a:lnTo>
                  <a:lnTo>
                    <a:pt x="283" y="189"/>
                  </a:lnTo>
                  <a:lnTo>
                    <a:pt x="283" y="189"/>
                  </a:lnTo>
                  <a:lnTo>
                    <a:pt x="280" y="188"/>
                  </a:lnTo>
                  <a:lnTo>
                    <a:pt x="280" y="189"/>
                  </a:lnTo>
                  <a:lnTo>
                    <a:pt x="280" y="190"/>
                  </a:lnTo>
                  <a:lnTo>
                    <a:pt x="281" y="192"/>
                  </a:lnTo>
                  <a:lnTo>
                    <a:pt x="281" y="194"/>
                  </a:lnTo>
                  <a:lnTo>
                    <a:pt x="281" y="195"/>
                  </a:lnTo>
                  <a:lnTo>
                    <a:pt x="280" y="195"/>
                  </a:lnTo>
                  <a:lnTo>
                    <a:pt x="280" y="194"/>
                  </a:lnTo>
                  <a:lnTo>
                    <a:pt x="278" y="194"/>
                  </a:lnTo>
                  <a:lnTo>
                    <a:pt x="279" y="195"/>
                  </a:lnTo>
                  <a:lnTo>
                    <a:pt x="280" y="196"/>
                  </a:lnTo>
                  <a:lnTo>
                    <a:pt x="281" y="196"/>
                  </a:lnTo>
                  <a:lnTo>
                    <a:pt x="284" y="196"/>
                  </a:lnTo>
                  <a:lnTo>
                    <a:pt x="285" y="197"/>
                  </a:lnTo>
                  <a:lnTo>
                    <a:pt x="285" y="198"/>
                  </a:lnTo>
                  <a:lnTo>
                    <a:pt x="286" y="198"/>
                  </a:lnTo>
                  <a:lnTo>
                    <a:pt x="287" y="198"/>
                  </a:lnTo>
                  <a:lnTo>
                    <a:pt x="287" y="197"/>
                  </a:lnTo>
                  <a:lnTo>
                    <a:pt x="287" y="197"/>
                  </a:lnTo>
                  <a:lnTo>
                    <a:pt x="287" y="201"/>
                  </a:lnTo>
                  <a:lnTo>
                    <a:pt x="286" y="202"/>
                  </a:lnTo>
                  <a:lnTo>
                    <a:pt x="283" y="207"/>
                  </a:lnTo>
                  <a:lnTo>
                    <a:pt x="283" y="207"/>
                  </a:lnTo>
                  <a:lnTo>
                    <a:pt x="280" y="207"/>
                  </a:lnTo>
                  <a:lnTo>
                    <a:pt x="278" y="207"/>
                  </a:lnTo>
                  <a:lnTo>
                    <a:pt x="278" y="207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9" y="209"/>
                  </a:lnTo>
                  <a:lnTo>
                    <a:pt x="279" y="210"/>
                  </a:lnTo>
                  <a:lnTo>
                    <a:pt x="279" y="211"/>
                  </a:lnTo>
                  <a:lnTo>
                    <a:pt x="276" y="212"/>
                  </a:lnTo>
                  <a:lnTo>
                    <a:pt x="272" y="214"/>
                  </a:lnTo>
                  <a:lnTo>
                    <a:pt x="271" y="215"/>
                  </a:lnTo>
                  <a:lnTo>
                    <a:pt x="269" y="216"/>
                  </a:lnTo>
                  <a:lnTo>
                    <a:pt x="267" y="217"/>
                  </a:lnTo>
                  <a:lnTo>
                    <a:pt x="267" y="217"/>
                  </a:lnTo>
                  <a:lnTo>
                    <a:pt x="265" y="216"/>
                  </a:lnTo>
                  <a:lnTo>
                    <a:pt x="262" y="214"/>
                  </a:lnTo>
                  <a:lnTo>
                    <a:pt x="260" y="214"/>
                  </a:lnTo>
                  <a:lnTo>
                    <a:pt x="259" y="214"/>
                  </a:lnTo>
                  <a:lnTo>
                    <a:pt x="260" y="215"/>
                  </a:lnTo>
                  <a:lnTo>
                    <a:pt x="264" y="217"/>
                  </a:lnTo>
                  <a:lnTo>
                    <a:pt x="265" y="217"/>
                  </a:lnTo>
                  <a:lnTo>
                    <a:pt x="265" y="217"/>
                  </a:lnTo>
                  <a:lnTo>
                    <a:pt x="265" y="218"/>
                  </a:lnTo>
                  <a:lnTo>
                    <a:pt x="265" y="219"/>
                  </a:lnTo>
                  <a:lnTo>
                    <a:pt x="264" y="219"/>
                  </a:lnTo>
                  <a:lnTo>
                    <a:pt x="263" y="219"/>
                  </a:lnTo>
                  <a:lnTo>
                    <a:pt x="258" y="225"/>
                  </a:lnTo>
                  <a:lnTo>
                    <a:pt x="258" y="225"/>
                  </a:lnTo>
                  <a:lnTo>
                    <a:pt x="257" y="226"/>
                  </a:lnTo>
                  <a:lnTo>
                    <a:pt x="257" y="226"/>
                  </a:lnTo>
                  <a:lnTo>
                    <a:pt x="256" y="225"/>
                  </a:lnTo>
                  <a:lnTo>
                    <a:pt x="255" y="225"/>
                  </a:lnTo>
                  <a:lnTo>
                    <a:pt x="255" y="224"/>
                  </a:lnTo>
                  <a:lnTo>
                    <a:pt x="255" y="223"/>
                  </a:lnTo>
                  <a:lnTo>
                    <a:pt x="253" y="223"/>
                  </a:lnTo>
                  <a:lnTo>
                    <a:pt x="253" y="224"/>
                  </a:lnTo>
                  <a:lnTo>
                    <a:pt x="253" y="225"/>
                  </a:lnTo>
                  <a:lnTo>
                    <a:pt x="253" y="228"/>
                  </a:lnTo>
                  <a:lnTo>
                    <a:pt x="252" y="228"/>
                  </a:lnTo>
                  <a:lnTo>
                    <a:pt x="251" y="228"/>
                  </a:lnTo>
                  <a:lnTo>
                    <a:pt x="250" y="228"/>
                  </a:lnTo>
                  <a:lnTo>
                    <a:pt x="249" y="226"/>
                  </a:lnTo>
                  <a:lnTo>
                    <a:pt x="248" y="226"/>
                  </a:lnTo>
                  <a:lnTo>
                    <a:pt x="246" y="226"/>
                  </a:lnTo>
                  <a:lnTo>
                    <a:pt x="245" y="226"/>
                  </a:lnTo>
                  <a:lnTo>
                    <a:pt x="244" y="226"/>
                  </a:lnTo>
                  <a:lnTo>
                    <a:pt x="242" y="224"/>
                  </a:lnTo>
                  <a:lnTo>
                    <a:pt x="241" y="224"/>
                  </a:lnTo>
                  <a:lnTo>
                    <a:pt x="240" y="223"/>
                  </a:lnTo>
                  <a:lnTo>
                    <a:pt x="240" y="223"/>
                  </a:lnTo>
                  <a:lnTo>
                    <a:pt x="240" y="224"/>
                  </a:lnTo>
                  <a:lnTo>
                    <a:pt x="240" y="224"/>
                  </a:lnTo>
                  <a:lnTo>
                    <a:pt x="241" y="225"/>
                  </a:lnTo>
                  <a:lnTo>
                    <a:pt x="241" y="226"/>
                  </a:lnTo>
                  <a:lnTo>
                    <a:pt x="240" y="226"/>
                  </a:lnTo>
                  <a:lnTo>
                    <a:pt x="234" y="226"/>
                  </a:lnTo>
                  <a:lnTo>
                    <a:pt x="231" y="228"/>
                  </a:lnTo>
                  <a:lnTo>
                    <a:pt x="231" y="228"/>
                  </a:lnTo>
                  <a:lnTo>
                    <a:pt x="230" y="229"/>
                  </a:lnTo>
                  <a:lnTo>
                    <a:pt x="230" y="229"/>
                  </a:lnTo>
                  <a:lnTo>
                    <a:pt x="230" y="230"/>
                  </a:lnTo>
                  <a:lnTo>
                    <a:pt x="231" y="229"/>
                  </a:lnTo>
                  <a:lnTo>
                    <a:pt x="238" y="229"/>
                  </a:lnTo>
                  <a:lnTo>
                    <a:pt x="240" y="229"/>
                  </a:lnTo>
                  <a:lnTo>
                    <a:pt x="241" y="228"/>
                  </a:lnTo>
                  <a:lnTo>
                    <a:pt x="242" y="228"/>
                  </a:lnTo>
                  <a:lnTo>
                    <a:pt x="243" y="228"/>
                  </a:lnTo>
                  <a:lnTo>
                    <a:pt x="244" y="229"/>
                  </a:lnTo>
                  <a:lnTo>
                    <a:pt x="245" y="229"/>
                  </a:lnTo>
                  <a:lnTo>
                    <a:pt x="245" y="230"/>
                  </a:lnTo>
                  <a:lnTo>
                    <a:pt x="244" y="230"/>
                  </a:lnTo>
                  <a:lnTo>
                    <a:pt x="242" y="230"/>
                  </a:lnTo>
                  <a:lnTo>
                    <a:pt x="240" y="231"/>
                  </a:lnTo>
                  <a:lnTo>
                    <a:pt x="238" y="232"/>
                  </a:lnTo>
                  <a:lnTo>
                    <a:pt x="245" y="231"/>
                  </a:lnTo>
                  <a:lnTo>
                    <a:pt x="246" y="232"/>
                  </a:lnTo>
                  <a:lnTo>
                    <a:pt x="248" y="233"/>
                  </a:lnTo>
                  <a:lnTo>
                    <a:pt x="248" y="236"/>
                  </a:lnTo>
                  <a:lnTo>
                    <a:pt x="245" y="237"/>
                  </a:lnTo>
                  <a:lnTo>
                    <a:pt x="243" y="239"/>
                  </a:lnTo>
                  <a:lnTo>
                    <a:pt x="243" y="240"/>
                  </a:lnTo>
                  <a:lnTo>
                    <a:pt x="243" y="241"/>
                  </a:lnTo>
                  <a:lnTo>
                    <a:pt x="244" y="241"/>
                  </a:lnTo>
                  <a:lnTo>
                    <a:pt x="245" y="240"/>
                  </a:lnTo>
                  <a:lnTo>
                    <a:pt x="248" y="238"/>
                  </a:lnTo>
                  <a:lnTo>
                    <a:pt x="249" y="237"/>
                  </a:lnTo>
                  <a:lnTo>
                    <a:pt x="249" y="236"/>
                  </a:lnTo>
                  <a:lnTo>
                    <a:pt x="250" y="236"/>
                  </a:lnTo>
                  <a:lnTo>
                    <a:pt x="250" y="235"/>
                  </a:lnTo>
                  <a:lnTo>
                    <a:pt x="250" y="235"/>
                  </a:lnTo>
                  <a:lnTo>
                    <a:pt x="250" y="236"/>
                  </a:lnTo>
                  <a:lnTo>
                    <a:pt x="250" y="238"/>
                  </a:lnTo>
                  <a:lnTo>
                    <a:pt x="250" y="240"/>
                  </a:lnTo>
                  <a:lnTo>
                    <a:pt x="249" y="239"/>
                  </a:lnTo>
                  <a:lnTo>
                    <a:pt x="249" y="239"/>
                  </a:lnTo>
                  <a:lnTo>
                    <a:pt x="249" y="240"/>
                  </a:lnTo>
                  <a:lnTo>
                    <a:pt x="249" y="240"/>
                  </a:lnTo>
                  <a:lnTo>
                    <a:pt x="248" y="240"/>
                  </a:lnTo>
                  <a:lnTo>
                    <a:pt x="248" y="240"/>
                  </a:lnTo>
                  <a:lnTo>
                    <a:pt x="249" y="241"/>
                  </a:lnTo>
                  <a:lnTo>
                    <a:pt x="249" y="243"/>
                  </a:lnTo>
                  <a:lnTo>
                    <a:pt x="243" y="247"/>
                  </a:lnTo>
                  <a:lnTo>
                    <a:pt x="243" y="247"/>
                  </a:lnTo>
                  <a:lnTo>
                    <a:pt x="242" y="247"/>
                  </a:lnTo>
                  <a:lnTo>
                    <a:pt x="241" y="248"/>
                  </a:lnTo>
                  <a:lnTo>
                    <a:pt x="238" y="250"/>
                  </a:lnTo>
                  <a:lnTo>
                    <a:pt x="237" y="250"/>
                  </a:lnTo>
                  <a:lnTo>
                    <a:pt x="236" y="247"/>
                  </a:lnTo>
                  <a:lnTo>
                    <a:pt x="236" y="245"/>
                  </a:lnTo>
                  <a:lnTo>
                    <a:pt x="236" y="239"/>
                  </a:lnTo>
                  <a:lnTo>
                    <a:pt x="234" y="241"/>
                  </a:lnTo>
                  <a:lnTo>
                    <a:pt x="233" y="240"/>
                  </a:lnTo>
                  <a:lnTo>
                    <a:pt x="234" y="235"/>
                  </a:lnTo>
                  <a:lnTo>
                    <a:pt x="233" y="232"/>
                  </a:lnTo>
                  <a:lnTo>
                    <a:pt x="230" y="233"/>
                  </a:lnTo>
                  <a:lnTo>
                    <a:pt x="231" y="233"/>
                  </a:lnTo>
                  <a:lnTo>
                    <a:pt x="231" y="233"/>
                  </a:lnTo>
                  <a:lnTo>
                    <a:pt x="231" y="233"/>
                  </a:lnTo>
                  <a:lnTo>
                    <a:pt x="231" y="233"/>
                  </a:lnTo>
                  <a:lnTo>
                    <a:pt x="231" y="233"/>
                  </a:lnTo>
                  <a:lnTo>
                    <a:pt x="233" y="233"/>
                  </a:lnTo>
                  <a:lnTo>
                    <a:pt x="231" y="235"/>
                  </a:lnTo>
                  <a:lnTo>
                    <a:pt x="231" y="236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4" y="244"/>
                  </a:lnTo>
                  <a:lnTo>
                    <a:pt x="235" y="245"/>
                  </a:lnTo>
                  <a:lnTo>
                    <a:pt x="234" y="247"/>
                  </a:lnTo>
                  <a:lnTo>
                    <a:pt x="234" y="247"/>
                  </a:lnTo>
                  <a:lnTo>
                    <a:pt x="233" y="246"/>
                  </a:lnTo>
                  <a:lnTo>
                    <a:pt x="227" y="243"/>
                  </a:lnTo>
                  <a:lnTo>
                    <a:pt x="224" y="238"/>
                  </a:lnTo>
                  <a:lnTo>
                    <a:pt x="222" y="236"/>
                  </a:lnTo>
                  <a:lnTo>
                    <a:pt x="222" y="233"/>
                  </a:lnTo>
                  <a:lnTo>
                    <a:pt x="223" y="232"/>
                  </a:lnTo>
                  <a:lnTo>
                    <a:pt x="222" y="231"/>
                  </a:lnTo>
                  <a:lnTo>
                    <a:pt x="222" y="231"/>
                  </a:lnTo>
                  <a:lnTo>
                    <a:pt x="220" y="231"/>
                  </a:lnTo>
                  <a:lnTo>
                    <a:pt x="220" y="230"/>
                  </a:lnTo>
                  <a:lnTo>
                    <a:pt x="219" y="229"/>
                  </a:lnTo>
                  <a:lnTo>
                    <a:pt x="219" y="229"/>
                  </a:lnTo>
                  <a:lnTo>
                    <a:pt x="216" y="229"/>
                  </a:lnTo>
                  <a:lnTo>
                    <a:pt x="216" y="229"/>
                  </a:lnTo>
                  <a:lnTo>
                    <a:pt x="217" y="230"/>
                  </a:lnTo>
                  <a:lnTo>
                    <a:pt x="220" y="232"/>
                  </a:lnTo>
                  <a:lnTo>
                    <a:pt x="220" y="233"/>
                  </a:lnTo>
                  <a:lnTo>
                    <a:pt x="220" y="233"/>
                  </a:lnTo>
                  <a:lnTo>
                    <a:pt x="220" y="236"/>
                  </a:lnTo>
                  <a:lnTo>
                    <a:pt x="221" y="239"/>
                  </a:lnTo>
                  <a:lnTo>
                    <a:pt x="223" y="241"/>
                  </a:lnTo>
                  <a:lnTo>
                    <a:pt x="224" y="244"/>
                  </a:lnTo>
                  <a:lnTo>
                    <a:pt x="224" y="246"/>
                  </a:lnTo>
                  <a:lnTo>
                    <a:pt x="224" y="247"/>
                  </a:lnTo>
                  <a:lnTo>
                    <a:pt x="226" y="247"/>
                  </a:lnTo>
                  <a:lnTo>
                    <a:pt x="227" y="248"/>
                  </a:lnTo>
                  <a:lnTo>
                    <a:pt x="229" y="252"/>
                  </a:lnTo>
                  <a:lnTo>
                    <a:pt x="230" y="251"/>
                  </a:lnTo>
                  <a:lnTo>
                    <a:pt x="231" y="251"/>
                  </a:lnTo>
                  <a:lnTo>
                    <a:pt x="233" y="252"/>
                  </a:lnTo>
                  <a:lnTo>
                    <a:pt x="234" y="252"/>
                  </a:lnTo>
                  <a:lnTo>
                    <a:pt x="235" y="254"/>
                  </a:lnTo>
                  <a:lnTo>
                    <a:pt x="235" y="255"/>
                  </a:lnTo>
                  <a:lnTo>
                    <a:pt x="234" y="258"/>
                  </a:lnTo>
                  <a:lnTo>
                    <a:pt x="231" y="261"/>
                  </a:lnTo>
                  <a:lnTo>
                    <a:pt x="226" y="266"/>
                  </a:lnTo>
                  <a:lnTo>
                    <a:pt x="226" y="262"/>
                  </a:lnTo>
                  <a:lnTo>
                    <a:pt x="228" y="257"/>
                  </a:lnTo>
                  <a:lnTo>
                    <a:pt x="227" y="253"/>
                  </a:lnTo>
                  <a:lnTo>
                    <a:pt x="227" y="254"/>
                  </a:lnTo>
                  <a:lnTo>
                    <a:pt x="227" y="255"/>
                  </a:lnTo>
                  <a:lnTo>
                    <a:pt x="227" y="257"/>
                  </a:lnTo>
                  <a:lnTo>
                    <a:pt x="227" y="258"/>
                  </a:lnTo>
                  <a:lnTo>
                    <a:pt x="227" y="259"/>
                  </a:lnTo>
                  <a:lnTo>
                    <a:pt x="224" y="261"/>
                  </a:lnTo>
                  <a:lnTo>
                    <a:pt x="224" y="262"/>
                  </a:lnTo>
                  <a:lnTo>
                    <a:pt x="224" y="264"/>
                  </a:lnTo>
                  <a:lnTo>
                    <a:pt x="224" y="266"/>
                  </a:lnTo>
                  <a:lnTo>
                    <a:pt x="221" y="271"/>
                  </a:lnTo>
                  <a:lnTo>
                    <a:pt x="221" y="272"/>
                  </a:lnTo>
                  <a:lnTo>
                    <a:pt x="221" y="273"/>
                  </a:lnTo>
                  <a:lnTo>
                    <a:pt x="222" y="274"/>
                  </a:lnTo>
                  <a:lnTo>
                    <a:pt x="222" y="274"/>
                  </a:lnTo>
                  <a:lnTo>
                    <a:pt x="220" y="274"/>
                  </a:lnTo>
                  <a:lnTo>
                    <a:pt x="219" y="274"/>
                  </a:lnTo>
                  <a:lnTo>
                    <a:pt x="217" y="273"/>
                  </a:lnTo>
                  <a:lnTo>
                    <a:pt x="216" y="272"/>
                  </a:lnTo>
                  <a:lnTo>
                    <a:pt x="216" y="272"/>
                  </a:lnTo>
                  <a:lnTo>
                    <a:pt x="213" y="271"/>
                  </a:lnTo>
                  <a:lnTo>
                    <a:pt x="212" y="271"/>
                  </a:lnTo>
                  <a:lnTo>
                    <a:pt x="207" y="272"/>
                  </a:lnTo>
                  <a:lnTo>
                    <a:pt x="206" y="272"/>
                  </a:lnTo>
                  <a:lnTo>
                    <a:pt x="204" y="269"/>
                  </a:lnTo>
                  <a:lnTo>
                    <a:pt x="204" y="268"/>
                  </a:lnTo>
                  <a:lnTo>
                    <a:pt x="202" y="268"/>
                  </a:lnTo>
                  <a:lnTo>
                    <a:pt x="202" y="268"/>
                  </a:lnTo>
                  <a:lnTo>
                    <a:pt x="201" y="267"/>
                  </a:lnTo>
                  <a:lnTo>
                    <a:pt x="201" y="267"/>
                  </a:lnTo>
                  <a:lnTo>
                    <a:pt x="201" y="266"/>
                  </a:lnTo>
                  <a:lnTo>
                    <a:pt x="201" y="266"/>
                  </a:lnTo>
                  <a:lnTo>
                    <a:pt x="200" y="264"/>
                  </a:lnTo>
                  <a:lnTo>
                    <a:pt x="199" y="262"/>
                  </a:lnTo>
                  <a:lnTo>
                    <a:pt x="199" y="262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199" y="258"/>
                  </a:lnTo>
                  <a:lnTo>
                    <a:pt x="199" y="257"/>
                  </a:lnTo>
                  <a:lnTo>
                    <a:pt x="200" y="255"/>
                  </a:lnTo>
                  <a:lnTo>
                    <a:pt x="200" y="254"/>
                  </a:lnTo>
                  <a:lnTo>
                    <a:pt x="200" y="253"/>
                  </a:lnTo>
                  <a:lnTo>
                    <a:pt x="199" y="252"/>
                  </a:lnTo>
                  <a:lnTo>
                    <a:pt x="199" y="250"/>
                  </a:lnTo>
                  <a:lnTo>
                    <a:pt x="198" y="250"/>
                  </a:lnTo>
                  <a:lnTo>
                    <a:pt x="197" y="248"/>
                  </a:lnTo>
                  <a:lnTo>
                    <a:pt x="193" y="241"/>
                  </a:lnTo>
                  <a:lnTo>
                    <a:pt x="192" y="239"/>
                  </a:lnTo>
                  <a:lnTo>
                    <a:pt x="192" y="238"/>
                  </a:lnTo>
                  <a:lnTo>
                    <a:pt x="191" y="237"/>
                  </a:lnTo>
                  <a:lnTo>
                    <a:pt x="190" y="237"/>
                  </a:lnTo>
                  <a:lnTo>
                    <a:pt x="188" y="237"/>
                  </a:lnTo>
                  <a:lnTo>
                    <a:pt x="188" y="236"/>
                  </a:lnTo>
                  <a:lnTo>
                    <a:pt x="188" y="235"/>
                  </a:lnTo>
                  <a:lnTo>
                    <a:pt x="187" y="235"/>
                  </a:lnTo>
                  <a:lnTo>
                    <a:pt x="186" y="233"/>
                  </a:lnTo>
                  <a:lnTo>
                    <a:pt x="186" y="233"/>
                  </a:lnTo>
                  <a:lnTo>
                    <a:pt x="185" y="233"/>
                  </a:lnTo>
                  <a:lnTo>
                    <a:pt x="184" y="232"/>
                  </a:lnTo>
                  <a:lnTo>
                    <a:pt x="184" y="232"/>
                  </a:lnTo>
                  <a:lnTo>
                    <a:pt x="183" y="232"/>
                  </a:lnTo>
                  <a:lnTo>
                    <a:pt x="181" y="231"/>
                  </a:lnTo>
                  <a:lnTo>
                    <a:pt x="179" y="231"/>
                  </a:lnTo>
                  <a:lnTo>
                    <a:pt x="178" y="231"/>
                  </a:lnTo>
                  <a:lnTo>
                    <a:pt x="177" y="230"/>
                  </a:lnTo>
                  <a:lnTo>
                    <a:pt x="176" y="230"/>
                  </a:lnTo>
                  <a:lnTo>
                    <a:pt x="174" y="228"/>
                  </a:lnTo>
                  <a:lnTo>
                    <a:pt x="174" y="226"/>
                  </a:lnTo>
                  <a:lnTo>
                    <a:pt x="174" y="225"/>
                  </a:lnTo>
                  <a:lnTo>
                    <a:pt x="174" y="224"/>
                  </a:lnTo>
                  <a:lnTo>
                    <a:pt x="174" y="223"/>
                  </a:lnTo>
                  <a:lnTo>
                    <a:pt x="173" y="223"/>
                  </a:lnTo>
                  <a:lnTo>
                    <a:pt x="173" y="222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21"/>
                  </a:lnTo>
                  <a:lnTo>
                    <a:pt x="172" y="219"/>
                  </a:lnTo>
                  <a:lnTo>
                    <a:pt x="173" y="218"/>
                  </a:lnTo>
                  <a:lnTo>
                    <a:pt x="172" y="217"/>
                  </a:lnTo>
                  <a:lnTo>
                    <a:pt x="172" y="216"/>
                  </a:lnTo>
                  <a:lnTo>
                    <a:pt x="171" y="215"/>
                  </a:lnTo>
                  <a:lnTo>
                    <a:pt x="170" y="214"/>
                  </a:lnTo>
                  <a:lnTo>
                    <a:pt x="170" y="212"/>
                  </a:lnTo>
                  <a:lnTo>
                    <a:pt x="170" y="211"/>
                  </a:lnTo>
                  <a:lnTo>
                    <a:pt x="169" y="209"/>
                  </a:lnTo>
                  <a:lnTo>
                    <a:pt x="164" y="203"/>
                  </a:lnTo>
                  <a:lnTo>
                    <a:pt x="163" y="202"/>
                  </a:lnTo>
                  <a:lnTo>
                    <a:pt x="163" y="201"/>
                  </a:lnTo>
                  <a:lnTo>
                    <a:pt x="163" y="197"/>
                  </a:lnTo>
                  <a:lnTo>
                    <a:pt x="162" y="196"/>
                  </a:lnTo>
                  <a:lnTo>
                    <a:pt x="161" y="194"/>
                  </a:lnTo>
                  <a:lnTo>
                    <a:pt x="159" y="193"/>
                  </a:lnTo>
                  <a:lnTo>
                    <a:pt x="158" y="193"/>
                  </a:lnTo>
                  <a:lnTo>
                    <a:pt x="157" y="193"/>
                  </a:lnTo>
                  <a:lnTo>
                    <a:pt x="156" y="192"/>
                  </a:lnTo>
                  <a:lnTo>
                    <a:pt x="154" y="190"/>
                  </a:lnTo>
                  <a:lnTo>
                    <a:pt x="150" y="189"/>
                  </a:lnTo>
                  <a:lnTo>
                    <a:pt x="143" y="187"/>
                  </a:lnTo>
                  <a:lnTo>
                    <a:pt x="140" y="186"/>
                  </a:lnTo>
                  <a:lnTo>
                    <a:pt x="140" y="185"/>
                  </a:lnTo>
                  <a:lnTo>
                    <a:pt x="138" y="181"/>
                  </a:lnTo>
                  <a:lnTo>
                    <a:pt x="137" y="180"/>
                  </a:lnTo>
                  <a:lnTo>
                    <a:pt x="136" y="180"/>
                  </a:lnTo>
                  <a:lnTo>
                    <a:pt x="135" y="180"/>
                  </a:lnTo>
                  <a:lnTo>
                    <a:pt x="134" y="179"/>
                  </a:lnTo>
                  <a:lnTo>
                    <a:pt x="131" y="178"/>
                  </a:lnTo>
                  <a:lnTo>
                    <a:pt x="133" y="176"/>
                  </a:lnTo>
                  <a:lnTo>
                    <a:pt x="133" y="175"/>
                  </a:lnTo>
                  <a:lnTo>
                    <a:pt x="133" y="174"/>
                  </a:lnTo>
                  <a:lnTo>
                    <a:pt x="130" y="174"/>
                  </a:lnTo>
                  <a:lnTo>
                    <a:pt x="131" y="173"/>
                  </a:lnTo>
                  <a:lnTo>
                    <a:pt x="131" y="173"/>
                  </a:lnTo>
                  <a:lnTo>
                    <a:pt x="131" y="172"/>
                  </a:lnTo>
                  <a:lnTo>
                    <a:pt x="130" y="172"/>
                  </a:lnTo>
                  <a:lnTo>
                    <a:pt x="129" y="172"/>
                  </a:lnTo>
                  <a:lnTo>
                    <a:pt x="129" y="173"/>
                  </a:lnTo>
                  <a:lnTo>
                    <a:pt x="129" y="173"/>
                  </a:lnTo>
                  <a:lnTo>
                    <a:pt x="128" y="173"/>
                  </a:lnTo>
                  <a:lnTo>
                    <a:pt x="125" y="169"/>
                  </a:lnTo>
                  <a:lnTo>
                    <a:pt x="123" y="168"/>
                  </a:lnTo>
                  <a:lnTo>
                    <a:pt x="125" y="167"/>
                  </a:lnTo>
                  <a:lnTo>
                    <a:pt x="123" y="165"/>
                  </a:lnTo>
                  <a:lnTo>
                    <a:pt x="123" y="165"/>
                  </a:lnTo>
                  <a:lnTo>
                    <a:pt x="125" y="164"/>
                  </a:lnTo>
                  <a:lnTo>
                    <a:pt x="123" y="162"/>
                  </a:lnTo>
                  <a:lnTo>
                    <a:pt x="123" y="162"/>
                  </a:lnTo>
                  <a:lnTo>
                    <a:pt x="123" y="160"/>
                  </a:lnTo>
                  <a:lnTo>
                    <a:pt x="122" y="159"/>
                  </a:lnTo>
                  <a:lnTo>
                    <a:pt x="119" y="158"/>
                  </a:lnTo>
                  <a:lnTo>
                    <a:pt x="118" y="157"/>
                  </a:lnTo>
                  <a:lnTo>
                    <a:pt x="113" y="153"/>
                  </a:lnTo>
                  <a:lnTo>
                    <a:pt x="112" y="152"/>
                  </a:lnTo>
                  <a:lnTo>
                    <a:pt x="109" y="151"/>
                  </a:lnTo>
                  <a:lnTo>
                    <a:pt x="106" y="151"/>
                  </a:lnTo>
                  <a:lnTo>
                    <a:pt x="105" y="151"/>
                  </a:lnTo>
                  <a:lnTo>
                    <a:pt x="102" y="150"/>
                  </a:lnTo>
                  <a:lnTo>
                    <a:pt x="101" y="148"/>
                  </a:lnTo>
                  <a:lnTo>
                    <a:pt x="99" y="146"/>
                  </a:lnTo>
                  <a:lnTo>
                    <a:pt x="98" y="144"/>
                  </a:lnTo>
                  <a:lnTo>
                    <a:pt x="97" y="143"/>
                  </a:lnTo>
                  <a:lnTo>
                    <a:pt x="95" y="138"/>
                  </a:lnTo>
                  <a:lnTo>
                    <a:pt x="93" y="137"/>
                  </a:lnTo>
                  <a:lnTo>
                    <a:pt x="88" y="133"/>
                  </a:lnTo>
                  <a:lnTo>
                    <a:pt x="85" y="131"/>
                  </a:lnTo>
                  <a:lnTo>
                    <a:pt x="83" y="130"/>
                  </a:lnTo>
                  <a:lnTo>
                    <a:pt x="79" y="130"/>
                  </a:lnTo>
                  <a:lnTo>
                    <a:pt x="77" y="129"/>
                  </a:lnTo>
                  <a:lnTo>
                    <a:pt x="75" y="126"/>
                  </a:lnTo>
                  <a:lnTo>
                    <a:pt x="73" y="125"/>
                  </a:lnTo>
                  <a:lnTo>
                    <a:pt x="72" y="124"/>
                  </a:lnTo>
                  <a:lnTo>
                    <a:pt x="71" y="124"/>
                  </a:lnTo>
                  <a:lnTo>
                    <a:pt x="69" y="124"/>
                  </a:lnTo>
                  <a:lnTo>
                    <a:pt x="69" y="123"/>
                  </a:lnTo>
                  <a:lnTo>
                    <a:pt x="68" y="121"/>
                  </a:lnTo>
                  <a:lnTo>
                    <a:pt x="66" y="119"/>
                  </a:lnTo>
                  <a:lnTo>
                    <a:pt x="65" y="116"/>
                  </a:lnTo>
                  <a:lnTo>
                    <a:pt x="64" y="116"/>
                  </a:lnTo>
                  <a:lnTo>
                    <a:pt x="63" y="115"/>
                  </a:lnTo>
                  <a:lnTo>
                    <a:pt x="62" y="114"/>
                  </a:lnTo>
                  <a:lnTo>
                    <a:pt x="61" y="111"/>
                  </a:lnTo>
                  <a:lnTo>
                    <a:pt x="59" y="110"/>
                  </a:lnTo>
                  <a:lnTo>
                    <a:pt x="58" y="110"/>
                  </a:lnTo>
                  <a:lnTo>
                    <a:pt x="57" y="109"/>
                  </a:lnTo>
                  <a:lnTo>
                    <a:pt x="56" y="109"/>
                  </a:lnTo>
                  <a:lnTo>
                    <a:pt x="55" y="108"/>
                  </a:lnTo>
                  <a:lnTo>
                    <a:pt x="54" y="107"/>
                  </a:lnTo>
                  <a:lnTo>
                    <a:pt x="54" y="105"/>
                  </a:lnTo>
                  <a:lnTo>
                    <a:pt x="50" y="99"/>
                  </a:lnTo>
                  <a:lnTo>
                    <a:pt x="50" y="96"/>
                  </a:lnTo>
                  <a:lnTo>
                    <a:pt x="44" y="90"/>
                  </a:lnTo>
                  <a:lnTo>
                    <a:pt x="43" y="90"/>
                  </a:lnTo>
                  <a:lnTo>
                    <a:pt x="42" y="87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37" y="81"/>
                  </a:lnTo>
                  <a:lnTo>
                    <a:pt x="32" y="82"/>
                  </a:lnTo>
                  <a:lnTo>
                    <a:pt x="28" y="82"/>
                  </a:lnTo>
                  <a:lnTo>
                    <a:pt x="26" y="82"/>
                  </a:lnTo>
                  <a:lnTo>
                    <a:pt x="25" y="80"/>
                  </a:lnTo>
                  <a:lnTo>
                    <a:pt x="23" y="79"/>
                  </a:lnTo>
                  <a:lnTo>
                    <a:pt x="21" y="78"/>
                  </a:lnTo>
                  <a:lnTo>
                    <a:pt x="19" y="76"/>
                  </a:lnTo>
                  <a:lnTo>
                    <a:pt x="16" y="75"/>
                  </a:lnTo>
                  <a:lnTo>
                    <a:pt x="15" y="74"/>
                  </a:lnTo>
                  <a:lnTo>
                    <a:pt x="15" y="73"/>
                  </a:lnTo>
                  <a:lnTo>
                    <a:pt x="15" y="73"/>
                  </a:lnTo>
                  <a:lnTo>
                    <a:pt x="13" y="73"/>
                  </a:lnTo>
                  <a:lnTo>
                    <a:pt x="11" y="73"/>
                  </a:lnTo>
                  <a:lnTo>
                    <a:pt x="4" y="69"/>
                  </a:lnTo>
                  <a:lnTo>
                    <a:pt x="0" y="66"/>
                  </a:lnTo>
                  <a:lnTo>
                    <a:pt x="0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1" y="59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3" y="55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5" y="53"/>
                  </a:lnTo>
                  <a:lnTo>
                    <a:pt x="6" y="52"/>
                  </a:lnTo>
                  <a:lnTo>
                    <a:pt x="6" y="49"/>
                  </a:lnTo>
                  <a:lnTo>
                    <a:pt x="7" y="47"/>
                  </a:lnTo>
                  <a:lnTo>
                    <a:pt x="7" y="46"/>
                  </a:lnTo>
                  <a:lnTo>
                    <a:pt x="9" y="44"/>
                  </a:lnTo>
                  <a:lnTo>
                    <a:pt x="11" y="43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14" y="40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5" y="37"/>
                  </a:lnTo>
                  <a:lnTo>
                    <a:pt x="35" y="28"/>
                  </a:lnTo>
                  <a:lnTo>
                    <a:pt x="37" y="26"/>
                  </a:lnTo>
                  <a:lnTo>
                    <a:pt x="39" y="26"/>
                  </a:lnTo>
                  <a:lnTo>
                    <a:pt x="39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1" y="26"/>
                  </a:lnTo>
                  <a:lnTo>
                    <a:pt x="42" y="25"/>
                  </a:lnTo>
                  <a:lnTo>
                    <a:pt x="43" y="24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46" y="22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9" y="19"/>
                  </a:lnTo>
                  <a:lnTo>
                    <a:pt x="52" y="17"/>
                  </a:lnTo>
                  <a:lnTo>
                    <a:pt x="54" y="17"/>
                  </a:lnTo>
                  <a:lnTo>
                    <a:pt x="56" y="17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8" y="15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2" y="14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3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66" y="11"/>
                  </a:lnTo>
                  <a:lnTo>
                    <a:pt x="71" y="10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79" y="9"/>
                  </a:lnTo>
                  <a:lnTo>
                    <a:pt x="83" y="9"/>
                  </a:lnTo>
                  <a:lnTo>
                    <a:pt x="86" y="8"/>
                  </a:lnTo>
                  <a:lnTo>
                    <a:pt x="92" y="8"/>
                  </a:lnTo>
                  <a:lnTo>
                    <a:pt x="97" y="7"/>
                  </a:lnTo>
                  <a:lnTo>
                    <a:pt x="104" y="7"/>
                  </a:lnTo>
                  <a:lnTo>
                    <a:pt x="109" y="6"/>
                  </a:lnTo>
                  <a:lnTo>
                    <a:pt x="116" y="6"/>
                  </a:lnTo>
                  <a:lnTo>
                    <a:pt x="123" y="4"/>
                  </a:lnTo>
                  <a:lnTo>
                    <a:pt x="130" y="3"/>
                  </a:lnTo>
                  <a:lnTo>
                    <a:pt x="136" y="3"/>
                  </a:lnTo>
                  <a:lnTo>
                    <a:pt x="142" y="2"/>
                  </a:lnTo>
                  <a:lnTo>
                    <a:pt x="148" y="1"/>
                  </a:lnTo>
                  <a:lnTo>
                    <a:pt x="152" y="1"/>
                  </a:lnTo>
                  <a:lnTo>
                    <a:pt x="156" y="1"/>
                  </a:lnTo>
                  <a:lnTo>
                    <a:pt x="16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3849688" y="2135188"/>
              <a:ext cx="39687" cy="61913"/>
            </a:xfrm>
            <a:custGeom>
              <a:avLst/>
              <a:gdLst>
                <a:gd name="T0" fmla="*/ 34 w 50"/>
                <a:gd name="T1" fmla="*/ 72 h 78"/>
                <a:gd name="T2" fmla="*/ 36 w 50"/>
                <a:gd name="T3" fmla="*/ 75 h 78"/>
                <a:gd name="T4" fmla="*/ 31 w 50"/>
                <a:gd name="T5" fmla="*/ 78 h 78"/>
                <a:gd name="T6" fmla="*/ 33 w 50"/>
                <a:gd name="T7" fmla="*/ 74 h 78"/>
                <a:gd name="T8" fmla="*/ 33 w 50"/>
                <a:gd name="T9" fmla="*/ 71 h 78"/>
                <a:gd name="T10" fmla="*/ 40 w 50"/>
                <a:gd name="T11" fmla="*/ 38 h 78"/>
                <a:gd name="T12" fmla="*/ 41 w 50"/>
                <a:gd name="T13" fmla="*/ 44 h 78"/>
                <a:gd name="T14" fmla="*/ 40 w 50"/>
                <a:gd name="T15" fmla="*/ 47 h 78"/>
                <a:gd name="T16" fmla="*/ 38 w 50"/>
                <a:gd name="T17" fmla="*/ 44 h 78"/>
                <a:gd name="T18" fmla="*/ 38 w 50"/>
                <a:gd name="T19" fmla="*/ 43 h 78"/>
                <a:gd name="T20" fmla="*/ 47 w 50"/>
                <a:gd name="T21" fmla="*/ 28 h 78"/>
                <a:gd name="T22" fmla="*/ 49 w 50"/>
                <a:gd name="T23" fmla="*/ 39 h 78"/>
                <a:gd name="T24" fmla="*/ 48 w 50"/>
                <a:gd name="T25" fmla="*/ 43 h 78"/>
                <a:gd name="T26" fmla="*/ 43 w 50"/>
                <a:gd name="T27" fmla="*/ 46 h 78"/>
                <a:gd name="T28" fmla="*/ 42 w 50"/>
                <a:gd name="T29" fmla="*/ 45 h 78"/>
                <a:gd name="T30" fmla="*/ 43 w 50"/>
                <a:gd name="T31" fmla="*/ 42 h 78"/>
                <a:gd name="T32" fmla="*/ 43 w 50"/>
                <a:gd name="T33" fmla="*/ 38 h 78"/>
                <a:gd name="T34" fmla="*/ 44 w 50"/>
                <a:gd name="T35" fmla="*/ 36 h 78"/>
                <a:gd name="T36" fmla="*/ 44 w 50"/>
                <a:gd name="T37" fmla="*/ 30 h 78"/>
                <a:gd name="T38" fmla="*/ 28 w 50"/>
                <a:gd name="T39" fmla="*/ 1 h 78"/>
                <a:gd name="T40" fmla="*/ 30 w 50"/>
                <a:gd name="T41" fmla="*/ 10 h 78"/>
                <a:gd name="T42" fmla="*/ 34 w 50"/>
                <a:gd name="T43" fmla="*/ 10 h 78"/>
                <a:gd name="T44" fmla="*/ 34 w 50"/>
                <a:gd name="T45" fmla="*/ 12 h 78"/>
                <a:gd name="T46" fmla="*/ 35 w 50"/>
                <a:gd name="T47" fmla="*/ 17 h 78"/>
                <a:gd name="T48" fmla="*/ 38 w 50"/>
                <a:gd name="T49" fmla="*/ 19 h 78"/>
                <a:gd name="T50" fmla="*/ 44 w 50"/>
                <a:gd name="T51" fmla="*/ 24 h 78"/>
                <a:gd name="T52" fmla="*/ 44 w 50"/>
                <a:gd name="T53" fmla="*/ 26 h 78"/>
                <a:gd name="T54" fmla="*/ 41 w 50"/>
                <a:gd name="T55" fmla="*/ 29 h 78"/>
                <a:gd name="T56" fmla="*/ 41 w 50"/>
                <a:gd name="T57" fmla="*/ 24 h 78"/>
                <a:gd name="T58" fmla="*/ 40 w 50"/>
                <a:gd name="T59" fmla="*/ 21 h 78"/>
                <a:gd name="T60" fmla="*/ 38 w 50"/>
                <a:gd name="T61" fmla="*/ 24 h 78"/>
                <a:gd name="T62" fmla="*/ 34 w 50"/>
                <a:gd name="T63" fmla="*/ 19 h 78"/>
                <a:gd name="T64" fmla="*/ 31 w 50"/>
                <a:gd name="T65" fmla="*/ 18 h 78"/>
                <a:gd name="T66" fmla="*/ 34 w 50"/>
                <a:gd name="T67" fmla="*/ 24 h 78"/>
                <a:gd name="T68" fmla="*/ 36 w 50"/>
                <a:gd name="T69" fmla="*/ 26 h 78"/>
                <a:gd name="T70" fmla="*/ 34 w 50"/>
                <a:gd name="T71" fmla="*/ 28 h 78"/>
                <a:gd name="T72" fmla="*/ 31 w 50"/>
                <a:gd name="T73" fmla="*/ 29 h 78"/>
                <a:gd name="T74" fmla="*/ 35 w 50"/>
                <a:gd name="T75" fmla="*/ 33 h 78"/>
                <a:gd name="T76" fmla="*/ 34 w 50"/>
                <a:gd name="T77" fmla="*/ 39 h 78"/>
                <a:gd name="T78" fmla="*/ 37 w 50"/>
                <a:gd name="T79" fmla="*/ 47 h 78"/>
                <a:gd name="T80" fmla="*/ 35 w 50"/>
                <a:gd name="T81" fmla="*/ 57 h 78"/>
                <a:gd name="T82" fmla="*/ 31 w 50"/>
                <a:gd name="T83" fmla="*/ 57 h 78"/>
                <a:gd name="T84" fmla="*/ 13 w 50"/>
                <a:gd name="T85" fmla="*/ 66 h 78"/>
                <a:gd name="T86" fmla="*/ 13 w 50"/>
                <a:gd name="T87" fmla="*/ 59 h 78"/>
                <a:gd name="T88" fmla="*/ 9 w 50"/>
                <a:gd name="T89" fmla="*/ 42 h 78"/>
                <a:gd name="T90" fmla="*/ 5 w 50"/>
                <a:gd name="T91" fmla="*/ 22 h 78"/>
                <a:gd name="T92" fmla="*/ 6 w 50"/>
                <a:gd name="T93" fmla="*/ 6 h 78"/>
                <a:gd name="T94" fmla="*/ 28 w 50"/>
                <a:gd name="T9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" h="78">
                  <a:moveTo>
                    <a:pt x="33" y="71"/>
                  </a:moveTo>
                  <a:lnTo>
                    <a:pt x="34" y="71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5" y="74"/>
                  </a:lnTo>
                  <a:lnTo>
                    <a:pt x="35" y="75"/>
                  </a:lnTo>
                  <a:lnTo>
                    <a:pt x="36" y="75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3" y="78"/>
                  </a:lnTo>
                  <a:lnTo>
                    <a:pt x="31" y="78"/>
                  </a:lnTo>
                  <a:lnTo>
                    <a:pt x="31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3" y="74"/>
                  </a:lnTo>
                  <a:lnTo>
                    <a:pt x="33" y="73"/>
                  </a:lnTo>
                  <a:lnTo>
                    <a:pt x="33" y="72"/>
                  </a:lnTo>
                  <a:lnTo>
                    <a:pt x="33" y="71"/>
                  </a:lnTo>
                  <a:lnTo>
                    <a:pt x="33" y="71"/>
                  </a:lnTo>
                  <a:close/>
                  <a:moveTo>
                    <a:pt x="38" y="37"/>
                  </a:moveTo>
                  <a:lnTo>
                    <a:pt x="38" y="37"/>
                  </a:lnTo>
                  <a:lnTo>
                    <a:pt x="40" y="37"/>
                  </a:lnTo>
                  <a:lnTo>
                    <a:pt x="40" y="38"/>
                  </a:lnTo>
                  <a:lnTo>
                    <a:pt x="40" y="38"/>
                  </a:lnTo>
                  <a:lnTo>
                    <a:pt x="41" y="40"/>
                  </a:lnTo>
                  <a:lnTo>
                    <a:pt x="41" y="43"/>
                  </a:lnTo>
                  <a:lnTo>
                    <a:pt x="41" y="44"/>
                  </a:lnTo>
                  <a:lnTo>
                    <a:pt x="41" y="45"/>
                  </a:lnTo>
                  <a:lnTo>
                    <a:pt x="41" y="46"/>
                  </a:lnTo>
                  <a:lnTo>
                    <a:pt x="40" y="46"/>
                  </a:lnTo>
                  <a:lnTo>
                    <a:pt x="40" y="47"/>
                  </a:lnTo>
                  <a:lnTo>
                    <a:pt x="40" y="47"/>
                  </a:lnTo>
                  <a:lnTo>
                    <a:pt x="38" y="47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38" y="44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38" y="42"/>
                  </a:lnTo>
                  <a:lnTo>
                    <a:pt x="37" y="40"/>
                  </a:lnTo>
                  <a:lnTo>
                    <a:pt x="38" y="37"/>
                  </a:lnTo>
                  <a:close/>
                  <a:moveTo>
                    <a:pt x="47" y="28"/>
                  </a:moveTo>
                  <a:lnTo>
                    <a:pt x="47" y="29"/>
                  </a:lnTo>
                  <a:lnTo>
                    <a:pt x="47" y="32"/>
                  </a:lnTo>
                  <a:lnTo>
                    <a:pt x="49" y="39"/>
                  </a:lnTo>
                  <a:lnTo>
                    <a:pt x="49" y="39"/>
                  </a:lnTo>
                  <a:lnTo>
                    <a:pt x="49" y="40"/>
                  </a:lnTo>
                  <a:lnTo>
                    <a:pt x="49" y="42"/>
                  </a:lnTo>
                  <a:lnTo>
                    <a:pt x="50" y="43"/>
                  </a:lnTo>
                  <a:lnTo>
                    <a:pt x="48" y="43"/>
                  </a:lnTo>
                  <a:lnTo>
                    <a:pt x="47" y="44"/>
                  </a:lnTo>
                  <a:lnTo>
                    <a:pt x="45" y="45"/>
                  </a:lnTo>
                  <a:lnTo>
                    <a:pt x="44" y="45"/>
                  </a:lnTo>
                  <a:lnTo>
                    <a:pt x="43" y="46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4" y="44"/>
                  </a:lnTo>
                  <a:lnTo>
                    <a:pt x="44" y="43"/>
                  </a:lnTo>
                  <a:lnTo>
                    <a:pt x="43" y="43"/>
                  </a:lnTo>
                  <a:lnTo>
                    <a:pt x="43" y="42"/>
                  </a:lnTo>
                  <a:lnTo>
                    <a:pt x="43" y="40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3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4" y="35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5" y="29"/>
                  </a:lnTo>
                  <a:lnTo>
                    <a:pt x="47" y="28"/>
                  </a:lnTo>
                  <a:close/>
                  <a:moveTo>
                    <a:pt x="28" y="0"/>
                  </a:moveTo>
                  <a:lnTo>
                    <a:pt x="28" y="1"/>
                  </a:lnTo>
                  <a:lnTo>
                    <a:pt x="29" y="4"/>
                  </a:lnTo>
                  <a:lnTo>
                    <a:pt x="30" y="9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10"/>
                  </a:lnTo>
                  <a:lnTo>
                    <a:pt x="34" y="11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5" y="14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35" y="18"/>
                  </a:lnTo>
                  <a:lnTo>
                    <a:pt x="36" y="18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1" y="21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3" y="28"/>
                  </a:lnTo>
                  <a:lnTo>
                    <a:pt x="42" y="29"/>
                  </a:lnTo>
                  <a:lnTo>
                    <a:pt x="41" y="29"/>
                  </a:lnTo>
                  <a:lnTo>
                    <a:pt x="41" y="28"/>
                  </a:lnTo>
                  <a:lnTo>
                    <a:pt x="41" y="26"/>
                  </a:lnTo>
                  <a:lnTo>
                    <a:pt x="41" y="25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1" y="21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38" y="21"/>
                  </a:lnTo>
                  <a:lnTo>
                    <a:pt x="40" y="23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3"/>
                  </a:lnTo>
                  <a:lnTo>
                    <a:pt x="36" y="23"/>
                  </a:lnTo>
                  <a:lnTo>
                    <a:pt x="35" y="22"/>
                  </a:lnTo>
                  <a:lnTo>
                    <a:pt x="34" y="19"/>
                  </a:lnTo>
                  <a:lnTo>
                    <a:pt x="34" y="18"/>
                  </a:lnTo>
                  <a:lnTo>
                    <a:pt x="33" y="18"/>
                  </a:lnTo>
                  <a:lnTo>
                    <a:pt x="31" y="17"/>
                  </a:lnTo>
                  <a:lnTo>
                    <a:pt x="31" y="18"/>
                  </a:lnTo>
                  <a:lnTo>
                    <a:pt x="33" y="19"/>
                  </a:lnTo>
                  <a:lnTo>
                    <a:pt x="33" y="22"/>
                  </a:lnTo>
                  <a:lnTo>
                    <a:pt x="34" y="23"/>
                  </a:lnTo>
                  <a:lnTo>
                    <a:pt x="34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6" y="25"/>
                  </a:lnTo>
                  <a:lnTo>
                    <a:pt x="36" y="26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4" y="28"/>
                  </a:lnTo>
                  <a:lnTo>
                    <a:pt x="34" y="28"/>
                  </a:lnTo>
                  <a:lnTo>
                    <a:pt x="33" y="28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1" y="30"/>
                  </a:lnTo>
                  <a:lnTo>
                    <a:pt x="33" y="30"/>
                  </a:lnTo>
                  <a:lnTo>
                    <a:pt x="34" y="31"/>
                  </a:lnTo>
                  <a:lnTo>
                    <a:pt x="35" y="33"/>
                  </a:lnTo>
                  <a:lnTo>
                    <a:pt x="35" y="35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4" y="39"/>
                  </a:lnTo>
                  <a:lnTo>
                    <a:pt x="35" y="40"/>
                  </a:lnTo>
                  <a:lnTo>
                    <a:pt x="36" y="42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5" y="54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5" y="57"/>
                  </a:lnTo>
                  <a:lnTo>
                    <a:pt x="35" y="58"/>
                  </a:lnTo>
                  <a:lnTo>
                    <a:pt x="34" y="58"/>
                  </a:lnTo>
                  <a:lnTo>
                    <a:pt x="33" y="57"/>
                  </a:lnTo>
                  <a:lnTo>
                    <a:pt x="31" y="57"/>
                  </a:lnTo>
                  <a:lnTo>
                    <a:pt x="28" y="58"/>
                  </a:lnTo>
                  <a:lnTo>
                    <a:pt x="19" y="65"/>
                  </a:lnTo>
                  <a:lnTo>
                    <a:pt x="13" y="67"/>
                  </a:lnTo>
                  <a:lnTo>
                    <a:pt x="13" y="66"/>
                  </a:lnTo>
                  <a:lnTo>
                    <a:pt x="12" y="61"/>
                  </a:lnTo>
                  <a:lnTo>
                    <a:pt x="12" y="60"/>
                  </a:lnTo>
                  <a:lnTo>
                    <a:pt x="13" y="59"/>
                  </a:lnTo>
                  <a:lnTo>
                    <a:pt x="13" y="59"/>
                  </a:lnTo>
                  <a:lnTo>
                    <a:pt x="12" y="53"/>
                  </a:lnTo>
                  <a:lnTo>
                    <a:pt x="12" y="50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8" y="37"/>
                  </a:lnTo>
                  <a:lnTo>
                    <a:pt x="7" y="32"/>
                  </a:lnTo>
                  <a:lnTo>
                    <a:pt x="6" y="28"/>
                  </a:lnTo>
                  <a:lnTo>
                    <a:pt x="5" y="22"/>
                  </a:lnTo>
                  <a:lnTo>
                    <a:pt x="2" y="17"/>
                  </a:lnTo>
                  <a:lnTo>
                    <a:pt x="1" y="12"/>
                  </a:lnTo>
                  <a:lnTo>
                    <a:pt x="0" y="8"/>
                  </a:lnTo>
                  <a:lnTo>
                    <a:pt x="6" y="6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4" y="1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3389313" y="2187575"/>
              <a:ext cx="334962" cy="212725"/>
            </a:xfrm>
            <a:custGeom>
              <a:avLst/>
              <a:gdLst>
                <a:gd name="T0" fmla="*/ 352 w 423"/>
                <a:gd name="T1" fmla="*/ 5 h 268"/>
                <a:gd name="T2" fmla="*/ 362 w 423"/>
                <a:gd name="T3" fmla="*/ 8 h 268"/>
                <a:gd name="T4" fmla="*/ 365 w 423"/>
                <a:gd name="T5" fmla="*/ 14 h 268"/>
                <a:gd name="T6" fmla="*/ 370 w 423"/>
                <a:gd name="T7" fmla="*/ 19 h 268"/>
                <a:gd name="T8" fmla="*/ 373 w 423"/>
                <a:gd name="T9" fmla="*/ 30 h 268"/>
                <a:gd name="T10" fmla="*/ 386 w 423"/>
                <a:gd name="T11" fmla="*/ 39 h 268"/>
                <a:gd name="T12" fmla="*/ 395 w 423"/>
                <a:gd name="T13" fmla="*/ 41 h 268"/>
                <a:gd name="T14" fmla="*/ 399 w 423"/>
                <a:gd name="T15" fmla="*/ 42 h 268"/>
                <a:gd name="T16" fmla="*/ 399 w 423"/>
                <a:gd name="T17" fmla="*/ 48 h 268"/>
                <a:gd name="T18" fmla="*/ 396 w 423"/>
                <a:gd name="T19" fmla="*/ 51 h 268"/>
                <a:gd name="T20" fmla="*/ 390 w 423"/>
                <a:gd name="T21" fmla="*/ 69 h 268"/>
                <a:gd name="T22" fmla="*/ 388 w 423"/>
                <a:gd name="T23" fmla="*/ 73 h 268"/>
                <a:gd name="T24" fmla="*/ 383 w 423"/>
                <a:gd name="T25" fmla="*/ 80 h 268"/>
                <a:gd name="T26" fmla="*/ 381 w 423"/>
                <a:gd name="T27" fmla="*/ 86 h 268"/>
                <a:gd name="T28" fmla="*/ 383 w 423"/>
                <a:gd name="T29" fmla="*/ 87 h 268"/>
                <a:gd name="T30" fmla="*/ 387 w 423"/>
                <a:gd name="T31" fmla="*/ 93 h 268"/>
                <a:gd name="T32" fmla="*/ 385 w 423"/>
                <a:gd name="T33" fmla="*/ 101 h 268"/>
                <a:gd name="T34" fmla="*/ 380 w 423"/>
                <a:gd name="T35" fmla="*/ 105 h 268"/>
                <a:gd name="T36" fmla="*/ 381 w 423"/>
                <a:gd name="T37" fmla="*/ 110 h 268"/>
                <a:gd name="T38" fmla="*/ 383 w 423"/>
                <a:gd name="T39" fmla="*/ 117 h 268"/>
                <a:gd name="T40" fmla="*/ 393 w 423"/>
                <a:gd name="T41" fmla="*/ 122 h 268"/>
                <a:gd name="T42" fmla="*/ 403 w 423"/>
                <a:gd name="T43" fmla="*/ 132 h 268"/>
                <a:gd name="T44" fmla="*/ 416 w 423"/>
                <a:gd name="T45" fmla="*/ 143 h 268"/>
                <a:gd name="T46" fmla="*/ 420 w 423"/>
                <a:gd name="T47" fmla="*/ 153 h 268"/>
                <a:gd name="T48" fmla="*/ 412 w 423"/>
                <a:gd name="T49" fmla="*/ 160 h 268"/>
                <a:gd name="T50" fmla="*/ 401 w 423"/>
                <a:gd name="T51" fmla="*/ 171 h 268"/>
                <a:gd name="T52" fmla="*/ 396 w 423"/>
                <a:gd name="T53" fmla="*/ 180 h 268"/>
                <a:gd name="T54" fmla="*/ 385 w 423"/>
                <a:gd name="T55" fmla="*/ 187 h 268"/>
                <a:gd name="T56" fmla="*/ 373 w 423"/>
                <a:gd name="T57" fmla="*/ 188 h 268"/>
                <a:gd name="T58" fmla="*/ 364 w 423"/>
                <a:gd name="T59" fmla="*/ 194 h 268"/>
                <a:gd name="T60" fmla="*/ 352 w 423"/>
                <a:gd name="T61" fmla="*/ 206 h 268"/>
                <a:gd name="T62" fmla="*/ 305 w 423"/>
                <a:gd name="T63" fmla="*/ 215 h 268"/>
                <a:gd name="T64" fmla="*/ 257 w 423"/>
                <a:gd name="T65" fmla="*/ 225 h 268"/>
                <a:gd name="T66" fmla="*/ 209 w 423"/>
                <a:gd name="T67" fmla="*/ 236 h 268"/>
                <a:gd name="T68" fmla="*/ 163 w 423"/>
                <a:gd name="T69" fmla="*/ 245 h 268"/>
                <a:gd name="T70" fmla="*/ 115 w 423"/>
                <a:gd name="T71" fmla="*/ 253 h 268"/>
                <a:gd name="T72" fmla="*/ 62 w 423"/>
                <a:gd name="T73" fmla="*/ 264 h 268"/>
                <a:gd name="T74" fmla="*/ 32 w 423"/>
                <a:gd name="T75" fmla="*/ 250 h 268"/>
                <a:gd name="T76" fmla="*/ 25 w 423"/>
                <a:gd name="T77" fmla="*/ 209 h 268"/>
                <a:gd name="T78" fmla="*/ 19 w 423"/>
                <a:gd name="T79" fmla="*/ 179 h 268"/>
                <a:gd name="T80" fmla="*/ 10 w 423"/>
                <a:gd name="T81" fmla="*/ 123 h 268"/>
                <a:gd name="T82" fmla="*/ 4 w 423"/>
                <a:gd name="T83" fmla="*/ 69 h 268"/>
                <a:gd name="T84" fmla="*/ 22 w 423"/>
                <a:gd name="T85" fmla="*/ 55 h 268"/>
                <a:gd name="T86" fmla="*/ 27 w 423"/>
                <a:gd name="T87" fmla="*/ 50 h 268"/>
                <a:gd name="T88" fmla="*/ 24 w 423"/>
                <a:gd name="T89" fmla="*/ 55 h 268"/>
                <a:gd name="T90" fmla="*/ 39 w 423"/>
                <a:gd name="T91" fmla="*/ 42 h 268"/>
                <a:gd name="T92" fmla="*/ 48 w 423"/>
                <a:gd name="T93" fmla="*/ 48 h 268"/>
                <a:gd name="T94" fmla="*/ 53 w 423"/>
                <a:gd name="T95" fmla="*/ 60 h 268"/>
                <a:gd name="T96" fmla="*/ 107 w 423"/>
                <a:gd name="T97" fmla="*/ 50 h 268"/>
                <a:gd name="T98" fmla="*/ 162 w 423"/>
                <a:gd name="T99" fmla="*/ 39 h 268"/>
                <a:gd name="T100" fmla="*/ 216 w 423"/>
                <a:gd name="T101" fmla="*/ 28 h 268"/>
                <a:gd name="T102" fmla="*/ 271 w 423"/>
                <a:gd name="T103" fmla="*/ 16 h 268"/>
                <a:gd name="T104" fmla="*/ 326 w 423"/>
                <a:gd name="T105" fmla="*/ 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23" h="268">
                  <a:moveTo>
                    <a:pt x="347" y="0"/>
                  </a:moveTo>
                  <a:lnTo>
                    <a:pt x="347" y="1"/>
                  </a:lnTo>
                  <a:lnTo>
                    <a:pt x="348" y="2"/>
                  </a:lnTo>
                  <a:lnTo>
                    <a:pt x="350" y="2"/>
                  </a:lnTo>
                  <a:lnTo>
                    <a:pt x="352" y="3"/>
                  </a:lnTo>
                  <a:lnTo>
                    <a:pt x="352" y="5"/>
                  </a:lnTo>
                  <a:lnTo>
                    <a:pt x="353" y="7"/>
                  </a:lnTo>
                  <a:lnTo>
                    <a:pt x="355" y="8"/>
                  </a:lnTo>
                  <a:lnTo>
                    <a:pt x="356" y="9"/>
                  </a:lnTo>
                  <a:lnTo>
                    <a:pt x="359" y="7"/>
                  </a:lnTo>
                  <a:lnTo>
                    <a:pt x="360" y="8"/>
                  </a:lnTo>
                  <a:lnTo>
                    <a:pt x="362" y="8"/>
                  </a:lnTo>
                  <a:lnTo>
                    <a:pt x="364" y="9"/>
                  </a:lnTo>
                  <a:lnTo>
                    <a:pt x="365" y="10"/>
                  </a:lnTo>
                  <a:lnTo>
                    <a:pt x="366" y="10"/>
                  </a:lnTo>
                  <a:lnTo>
                    <a:pt x="366" y="10"/>
                  </a:lnTo>
                  <a:lnTo>
                    <a:pt x="366" y="12"/>
                  </a:lnTo>
                  <a:lnTo>
                    <a:pt x="365" y="14"/>
                  </a:lnTo>
                  <a:lnTo>
                    <a:pt x="367" y="14"/>
                  </a:lnTo>
                  <a:lnTo>
                    <a:pt x="369" y="14"/>
                  </a:lnTo>
                  <a:lnTo>
                    <a:pt x="370" y="15"/>
                  </a:lnTo>
                  <a:lnTo>
                    <a:pt x="370" y="16"/>
                  </a:lnTo>
                  <a:lnTo>
                    <a:pt x="370" y="17"/>
                  </a:lnTo>
                  <a:lnTo>
                    <a:pt x="370" y="19"/>
                  </a:lnTo>
                  <a:lnTo>
                    <a:pt x="370" y="20"/>
                  </a:lnTo>
                  <a:lnTo>
                    <a:pt x="371" y="22"/>
                  </a:lnTo>
                  <a:lnTo>
                    <a:pt x="371" y="24"/>
                  </a:lnTo>
                  <a:lnTo>
                    <a:pt x="372" y="29"/>
                  </a:lnTo>
                  <a:lnTo>
                    <a:pt x="372" y="29"/>
                  </a:lnTo>
                  <a:lnTo>
                    <a:pt x="373" y="30"/>
                  </a:lnTo>
                  <a:lnTo>
                    <a:pt x="378" y="36"/>
                  </a:lnTo>
                  <a:lnTo>
                    <a:pt x="379" y="37"/>
                  </a:lnTo>
                  <a:lnTo>
                    <a:pt x="381" y="38"/>
                  </a:lnTo>
                  <a:lnTo>
                    <a:pt x="384" y="38"/>
                  </a:lnTo>
                  <a:lnTo>
                    <a:pt x="385" y="38"/>
                  </a:lnTo>
                  <a:lnTo>
                    <a:pt x="386" y="39"/>
                  </a:lnTo>
                  <a:lnTo>
                    <a:pt x="387" y="41"/>
                  </a:lnTo>
                  <a:lnTo>
                    <a:pt x="388" y="41"/>
                  </a:lnTo>
                  <a:lnTo>
                    <a:pt x="392" y="39"/>
                  </a:lnTo>
                  <a:lnTo>
                    <a:pt x="393" y="39"/>
                  </a:lnTo>
                  <a:lnTo>
                    <a:pt x="394" y="41"/>
                  </a:lnTo>
                  <a:lnTo>
                    <a:pt x="395" y="41"/>
                  </a:lnTo>
                  <a:lnTo>
                    <a:pt x="395" y="39"/>
                  </a:lnTo>
                  <a:lnTo>
                    <a:pt x="396" y="39"/>
                  </a:lnTo>
                  <a:lnTo>
                    <a:pt x="398" y="39"/>
                  </a:lnTo>
                  <a:lnTo>
                    <a:pt x="398" y="41"/>
                  </a:lnTo>
                  <a:lnTo>
                    <a:pt x="399" y="42"/>
                  </a:lnTo>
                  <a:lnTo>
                    <a:pt x="399" y="42"/>
                  </a:lnTo>
                  <a:lnTo>
                    <a:pt x="401" y="44"/>
                  </a:lnTo>
                  <a:lnTo>
                    <a:pt x="401" y="45"/>
                  </a:lnTo>
                  <a:lnTo>
                    <a:pt x="401" y="45"/>
                  </a:lnTo>
                  <a:lnTo>
                    <a:pt x="400" y="46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6" y="49"/>
                  </a:lnTo>
                  <a:lnTo>
                    <a:pt x="396" y="50"/>
                  </a:lnTo>
                  <a:lnTo>
                    <a:pt x="396" y="50"/>
                  </a:lnTo>
                  <a:lnTo>
                    <a:pt x="396" y="51"/>
                  </a:lnTo>
                  <a:lnTo>
                    <a:pt x="393" y="55"/>
                  </a:lnTo>
                  <a:lnTo>
                    <a:pt x="393" y="56"/>
                  </a:lnTo>
                  <a:lnTo>
                    <a:pt x="393" y="57"/>
                  </a:lnTo>
                  <a:lnTo>
                    <a:pt x="393" y="59"/>
                  </a:lnTo>
                  <a:lnTo>
                    <a:pt x="393" y="64"/>
                  </a:lnTo>
                  <a:lnTo>
                    <a:pt x="390" y="69"/>
                  </a:lnTo>
                  <a:lnTo>
                    <a:pt x="390" y="70"/>
                  </a:lnTo>
                  <a:lnTo>
                    <a:pt x="388" y="70"/>
                  </a:lnTo>
                  <a:lnTo>
                    <a:pt x="388" y="71"/>
                  </a:lnTo>
                  <a:lnTo>
                    <a:pt x="387" y="71"/>
                  </a:lnTo>
                  <a:lnTo>
                    <a:pt x="387" y="72"/>
                  </a:lnTo>
                  <a:lnTo>
                    <a:pt x="388" y="73"/>
                  </a:lnTo>
                  <a:lnTo>
                    <a:pt x="388" y="73"/>
                  </a:lnTo>
                  <a:lnTo>
                    <a:pt x="387" y="73"/>
                  </a:lnTo>
                  <a:lnTo>
                    <a:pt x="386" y="77"/>
                  </a:lnTo>
                  <a:lnTo>
                    <a:pt x="385" y="78"/>
                  </a:lnTo>
                  <a:lnTo>
                    <a:pt x="384" y="79"/>
                  </a:lnTo>
                  <a:lnTo>
                    <a:pt x="383" y="80"/>
                  </a:lnTo>
                  <a:lnTo>
                    <a:pt x="381" y="81"/>
                  </a:lnTo>
                  <a:lnTo>
                    <a:pt x="380" y="82"/>
                  </a:lnTo>
                  <a:lnTo>
                    <a:pt x="379" y="85"/>
                  </a:lnTo>
                  <a:lnTo>
                    <a:pt x="379" y="85"/>
                  </a:lnTo>
                  <a:lnTo>
                    <a:pt x="380" y="86"/>
                  </a:lnTo>
                  <a:lnTo>
                    <a:pt x="381" y="86"/>
                  </a:lnTo>
                  <a:lnTo>
                    <a:pt x="381" y="87"/>
                  </a:lnTo>
                  <a:lnTo>
                    <a:pt x="381" y="87"/>
                  </a:lnTo>
                  <a:lnTo>
                    <a:pt x="381" y="87"/>
                  </a:lnTo>
                  <a:lnTo>
                    <a:pt x="381" y="87"/>
                  </a:lnTo>
                  <a:lnTo>
                    <a:pt x="383" y="87"/>
                  </a:lnTo>
                  <a:lnTo>
                    <a:pt x="383" y="87"/>
                  </a:lnTo>
                  <a:lnTo>
                    <a:pt x="383" y="87"/>
                  </a:lnTo>
                  <a:lnTo>
                    <a:pt x="383" y="88"/>
                  </a:lnTo>
                  <a:lnTo>
                    <a:pt x="384" y="88"/>
                  </a:lnTo>
                  <a:lnTo>
                    <a:pt x="385" y="89"/>
                  </a:lnTo>
                  <a:lnTo>
                    <a:pt x="386" y="91"/>
                  </a:lnTo>
                  <a:lnTo>
                    <a:pt x="387" y="93"/>
                  </a:lnTo>
                  <a:lnTo>
                    <a:pt x="387" y="94"/>
                  </a:lnTo>
                  <a:lnTo>
                    <a:pt x="386" y="95"/>
                  </a:lnTo>
                  <a:lnTo>
                    <a:pt x="385" y="96"/>
                  </a:lnTo>
                  <a:lnTo>
                    <a:pt x="385" y="99"/>
                  </a:lnTo>
                  <a:lnTo>
                    <a:pt x="385" y="100"/>
                  </a:lnTo>
                  <a:lnTo>
                    <a:pt x="385" y="101"/>
                  </a:lnTo>
                  <a:lnTo>
                    <a:pt x="383" y="101"/>
                  </a:lnTo>
                  <a:lnTo>
                    <a:pt x="381" y="101"/>
                  </a:lnTo>
                  <a:lnTo>
                    <a:pt x="381" y="103"/>
                  </a:lnTo>
                  <a:lnTo>
                    <a:pt x="381" y="103"/>
                  </a:lnTo>
                  <a:lnTo>
                    <a:pt x="380" y="105"/>
                  </a:lnTo>
                  <a:lnTo>
                    <a:pt x="380" y="105"/>
                  </a:lnTo>
                  <a:lnTo>
                    <a:pt x="380" y="106"/>
                  </a:lnTo>
                  <a:lnTo>
                    <a:pt x="381" y="106"/>
                  </a:lnTo>
                  <a:lnTo>
                    <a:pt x="381" y="106"/>
                  </a:lnTo>
                  <a:lnTo>
                    <a:pt x="381" y="108"/>
                  </a:lnTo>
                  <a:lnTo>
                    <a:pt x="381" y="109"/>
                  </a:lnTo>
                  <a:lnTo>
                    <a:pt x="381" y="110"/>
                  </a:lnTo>
                  <a:lnTo>
                    <a:pt x="381" y="112"/>
                  </a:lnTo>
                  <a:lnTo>
                    <a:pt x="381" y="113"/>
                  </a:lnTo>
                  <a:lnTo>
                    <a:pt x="383" y="113"/>
                  </a:lnTo>
                  <a:lnTo>
                    <a:pt x="383" y="116"/>
                  </a:lnTo>
                  <a:lnTo>
                    <a:pt x="383" y="116"/>
                  </a:lnTo>
                  <a:lnTo>
                    <a:pt x="383" y="117"/>
                  </a:lnTo>
                  <a:lnTo>
                    <a:pt x="384" y="119"/>
                  </a:lnTo>
                  <a:lnTo>
                    <a:pt x="385" y="121"/>
                  </a:lnTo>
                  <a:lnTo>
                    <a:pt x="386" y="121"/>
                  </a:lnTo>
                  <a:lnTo>
                    <a:pt x="387" y="120"/>
                  </a:lnTo>
                  <a:lnTo>
                    <a:pt x="391" y="121"/>
                  </a:lnTo>
                  <a:lnTo>
                    <a:pt x="393" y="122"/>
                  </a:lnTo>
                  <a:lnTo>
                    <a:pt x="395" y="129"/>
                  </a:lnTo>
                  <a:lnTo>
                    <a:pt x="396" y="130"/>
                  </a:lnTo>
                  <a:lnTo>
                    <a:pt x="398" y="131"/>
                  </a:lnTo>
                  <a:lnTo>
                    <a:pt x="399" y="132"/>
                  </a:lnTo>
                  <a:lnTo>
                    <a:pt x="402" y="131"/>
                  </a:lnTo>
                  <a:lnTo>
                    <a:pt x="403" y="132"/>
                  </a:lnTo>
                  <a:lnTo>
                    <a:pt x="405" y="135"/>
                  </a:lnTo>
                  <a:lnTo>
                    <a:pt x="409" y="137"/>
                  </a:lnTo>
                  <a:lnTo>
                    <a:pt x="409" y="138"/>
                  </a:lnTo>
                  <a:lnTo>
                    <a:pt x="410" y="138"/>
                  </a:lnTo>
                  <a:lnTo>
                    <a:pt x="413" y="142"/>
                  </a:lnTo>
                  <a:lnTo>
                    <a:pt x="416" y="143"/>
                  </a:lnTo>
                  <a:lnTo>
                    <a:pt x="420" y="145"/>
                  </a:lnTo>
                  <a:lnTo>
                    <a:pt x="422" y="148"/>
                  </a:lnTo>
                  <a:lnTo>
                    <a:pt x="423" y="149"/>
                  </a:lnTo>
                  <a:lnTo>
                    <a:pt x="423" y="151"/>
                  </a:lnTo>
                  <a:lnTo>
                    <a:pt x="421" y="152"/>
                  </a:lnTo>
                  <a:lnTo>
                    <a:pt x="420" y="153"/>
                  </a:lnTo>
                  <a:lnTo>
                    <a:pt x="417" y="155"/>
                  </a:lnTo>
                  <a:lnTo>
                    <a:pt x="417" y="155"/>
                  </a:lnTo>
                  <a:lnTo>
                    <a:pt x="415" y="157"/>
                  </a:lnTo>
                  <a:lnTo>
                    <a:pt x="414" y="158"/>
                  </a:lnTo>
                  <a:lnTo>
                    <a:pt x="412" y="159"/>
                  </a:lnTo>
                  <a:lnTo>
                    <a:pt x="412" y="160"/>
                  </a:lnTo>
                  <a:lnTo>
                    <a:pt x="409" y="164"/>
                  </a:lnTo>
                  <a:lnTo>
                    <a:pt x="408" y="165"/>
                  </a:lnTo>
                  <a:lnTo>
                    <a:pt x="406" y="166"/>
                  </a:lnTo>
                  <a:lnTo>
                    <a:pt x="405" y="167"/>
                  </a:lnTo>
                  <a:lnTo>
                    <a:pt x="403" y="170"/>
                  </a:lnTo>
                  <a:lnTo>
                    <a:pt x="401" y="171"/>
                  </a:lnTo>
                  <a:lnTo>
                    <a:pt x="401" y="171"/>
                  </a:lnTo>
                  <a:lnTo>
                    <a:pt x="400" y="173"/>
                  </a:lnTo>
                  <a:lnTo>
                    <a:pt x="400" y="175"/>
                  </a:lnTo>
                  <a:lnTo>
                    <a:pt x="401" y="177"/>
                  </a:lnTo>
                  <a:lnTo>
                    <a:pt x="400" y="178"/>
                  </a:lnTo>
                  <a:lnTo>
                    <a:pt x="396" y="180"/>
                  </a:lnTo>
                  <a:lnTo>
                    <a:pt x="394" y="182"/>
                  </a:lnTo>
                  <a:lnTo>
                    <a:pt x="392" y="184"/>
                  </a:lnTo>
                  <a:lnTo>
                    <a:pt x="391" y="182"/>
                  </a:lnTo>
                  <a:lnTo>
                    <a:pt x="387" y="186"/>
                  </a:lnTo>
                  <a:lnTo>
                    <a:pt x="386" y="186"/>
                  </a:lnTo>
                  <a:lnTo>
                    <a:pt x="385" y="187"/>
                  </a:lnTo>
                  <a:lnTo>
                    <a:pt x="384" y="189"/>
                  </a:lnTo>
                  <a:lnTo>
                    <a:pt x="384" y="189"/>
                  </a:lnTo>
                  <a:lnTo>
                    <a:pt x="383" y="189"/>
                  </a:lnTo>
                  <a:lnTo>
                    <a:pt x="380" y="188"/>
                  </a:lnTo>
                  <a:lnTo>
                    <a:pt x="377" y="188"/>
                  </a:lnTo>
                  <a:lnTo>
                    <a:pt x="373" y="188"/>
                  </a:lnTo>
                  <a:lnTo>
                    <a:pt x="371" y="189"/>
                  </a:lnTo>
                  <a:lnTo>
                    <a:pt x="370" y="189"/>
                  </a:lnTo>
                  <a:lnTo>
                    <a:pt x="367" y="191"/>
                  </a:lnTo>
                  <a:lnTo>
                    <a:pt x="366" y="192"/>
                  </a:lnTo>
                  <a:lnTo>
                    <a:pt x="365" y="193"/>
                  </a:lnTo>
                  <a:lnTo>
                    <a:pt x="364" y="194"/>
                  </a:lnTo>
                  <a:lnTo>
                    <a:pt x="363" y="198"/>
                  </a:lnTo>
                  <a:lnTo>
                    <a:pt x="362" y="200"/>
                  </a:lnTo>
                  <a:lnTo>
                    <a:pt x="360" y="203"/>
                  </a:lnTo>
                  <a:lnTo>
                    <a:pt x="360" y="203"/>
                  </a:lnTo>
                  <a:lnTo>
                    <a:pt x="360" y="203"/>
                  </a:lnTo>
                  <a:lnTo>
                    <a:pt x="352" y="206"/>
                  </a:lnTo>
                  <a:lnTo>
                    <a:pt x="344" y="207"/>
                  </a:lnTo>
                  <a:lnTo>
                    <a:pt x="336" y="209"/>
                  </a:lnTo>
                  <a:lnTo>
                    <a:pt x="329" y="210"/>
                  </a:lnTo>
                  <a:lnTo>
                    <a:pt x="321" y="213"/>
                  </a:lnTo>
                  <a:lnTo>
                    <a:pt x="313" y="214"/>
                  </a:lnTo>
                  <a:lnTo>
                    <a:pt x="305" y="215"/>
                  </a:lnTo>
                  <a:lnTo>
                    <a:pt x="297" y="217"/>
                  </a:lnTo>
                  <a:lnTo>
                    <a:pt x="290" y="219"/>
                  </a:lnTo>
                  <a:lnTo>
                    <a:pt x="281" y="221"/>
                  </a:lnTo>
                  <a:lnTo>
                    <a:pt x="273" y="222"/>
                  </a:lnTo>
                  <a:lnTo>
                    <a:pt x="265" y="224"/>
                  </a:lnTo>
                  <a:lnTo>
                    <a:pt x="257" y="225"/>
                  </a:lnTo>
                  <a:lnTo>
                    <a:pt x="250" y="228"/>
                  </a:lnTo>
                  <a:lnTo>
                    <a:pt x="242" y="229"/>
                  </a:lnTo>
                  <a:lnTo>
                    <a:pt x="234" y="230"/>
                  </a:lnTo>
                  <a:lnTo>
                    <a:pt x="226" y="232"/>
                  </a:lnTo>
                  <a:lnTo>
                    <a:pt x="218" y="234"/>
                  </a:lnTo>
                  <a:lnTo>
                    <a:pt x="209" y="236"/>
                  </a:lnTo>
                  <a:lnTo>
                    <a:pt x="202" y="237"/>
                  </a:lnTo>
                  <a:lnTo>
                    <a:pt x="194" y="238"/>
                  </a:lnTo>
                  <a:lnTo>
                    <a:pt x="186" y="241"/>
                  </a:lnTo>
                  <a:lnTo>
                    <a:pt x="178" y="242"/>
                  </a:lnTo>
                  <a:lnTo>
                    <a:pt x="170" y="243"/>
                  </a:lnTo>
                  <a:lnTo>
                    <a:pt x="163" y="245"/>
                  </a:lnTo>
                  <a:lnTo>
                    <a:pt x="155" y="246"/>
                  </a:lnTo>
                  <a:lnTo>
                    <a:pt x="147" y="248"/>
                  </a:lnTo>
                  <a:lnTo>
                    <a:pt x="139" y="250"/>
                  </a:lnTo>
                  <a:lnTo>
                    <a:pt x="130" y="251"/>
                  </a:lnTo>
                  <a:lnTo>
                    <a:pt x="122" y="252"/>
                  </a:lnTo>
                  <a:lnTo>
                    <a:pt x="115" y="253"/>
                  </a:lnTo>
                  <a:lnTo>
                    <a:pt x="107" y="256"/>
                  </a:lnTo>
                  <a:lnTo>
                    <a:pt x="98" y="257"/>
                  </a:lnTo>
                  <a:lnTo>
                    <a:pt x="89" y="259"/>
                  </a:lnTo>
                  <a:lnTo>
                    <a:pt x="80" y="260"/>
                  </a:lnTo>
                  <a:lnTo>
                    <a:pt x="71" y="262"/>
                  </a:lnTo>
                  <a:lnTo>
                    <a:pt x="62" y="264"/>
                  </a:lnTo>
                  <a:lnTo>
                    <a:pt x="53" y="265"/>
                  </a:lnTo>
                  <a:lnTo>
                    <a:pt x="44" y="267"/>
                  </a:lnTo>
                  <a:lnTo>
                    <a:pt x="35" y="268"/>
                  </a:lnTo>
                  <a:lnTo>
                    <a:pt x="34" y="263"/>
                  </a:lnTo>
                  <a:lnTo>
                    <a:pt x="33" y="257"/>
                  </a:lnTo>
                  <a:lnTo>
                    <a:pt x="32" y="250"/>
                  </a:lnTo>
                  <a:lnTo>
                    <a:pt x="31" y="244"/>
                  </a:lnTo>
                  <a:lnTo>
                    <a:pt x="29" y="237"/>
                  </a:lnTo>
                  <a:lnTo>
                    <a:pt x="28" y="230"/>
                  </a:lnTo>
                  <a:lnTo>
                    <a:pt x="27" y="223"/>
                  </a:lnTo>
                  <a:lnTo>
                    <a:pt x="26" y="216"/>
                  </a:lnTo>
                  <a:lnTo>
                    <a:pt x="25" y="209"/>
                  </a:lnTo>
                  <a:lnTo>
                    <a:pt x="24" y="202"/>
                  </a:lnTo>
                  <a:lnTo>
                    <a:pt x="21" y="188"/>
                  </a:lnTo>
                  <a:lnTo>
                    <a:pt x="21" y="188"/>
                  </a:lnTo>
                  <a:lnTo>
                    <a:pt x="21" y="188"/>
                  </a:lnTo>
                  <a:lnTo>
                    <a:pt x="21" y="187"/>
                  </a:lnTo>
                  <a:lnTo>
                    <a:pt x="19" y="179"/>
                  </a:lnTo>
                  <a:lnTo>
                    <a:pt x="18" y="170"/>
                  </a:lnTo>
                  <a:lnTo>
                    <a:pt x="15" y="160"/>
                  </a:lnTo>
                  <a:lnTo>
                    <a:pt x="14" y="151"/>
                  </a:lnTo>
                  <a:lnTo>
                    <a:pt x="13" y="142"/>
                  </a:lnTo>
                  <a:lnTo>
                    <a:pt x="11" y="132"/>
                  </a:lnTo>
                  <a:lnTo>
                    <a:pt x="10" y="123"/>
                  </a:lnTo>
                  <a:lnTo>
                    <a:pt x="7" y="114"/>
                  </a:lnTo>
                  <a:lnTo>
                    <a:pt x="5" y="96"/>
                  </a:lnTo>
                  <a:lnTo>
                    <a:pt x="1" y="78"/>
                  </a:lnTo>
                  <a:lnTo>
                    <a:pt x="0" y="71"/>
                  </a:lnTo>
                  <a:lnTo>
                    <a:pt x="3" y="70"/>
                  </a:lnTo>
                  <a:lnTo>
                    <a:pt x="4" y="69"/>
                  </a:lnTo>
                  <a:lnTo>
                    <a:pt x="5" y="67"/>
                  </a:lnTo>
                  <a:lnTo>
                    <a:pt x="8" y="66"/>
                  </a:lnTo>
                  <a:lnTo>
                    <a:pt x="19" y="58"/>
                  </a:lnTo>
                  <a:lnTo>
                    <a:pt x="21" y="56"/>
                  </a:lnTo>
                  <a:lnTo>
                    <a:pt x="21" y="56"/>
                  </a:lnTo>
                  <a:lnTo>
                    <a:pt x="22" y="55"/>
                  </a:lnTo>
                  <a:lnTo>
                    <a:pt x="22" y="53"/>
                  </a:lnTo>
                  <a:lnTo>
                    <a:pt x="24" y="51"/>
                  </a:lnTo>
                  <a:lnTo>
                    <a:pt x="25" y="50"/>
                  </a:lnTo>
                  <a:lnTo>
                    <a:pt x="26" y="49"/>
                  </a:lnTo>
                  <a:lnTo>
                    <a:pt x="27" y="50"/>
                  </a:lnTo>
                  <a:lnTo>
                    <a:pt x="27" y="50"/>
                  </a:lnTo>
                  <a:lnTo>
                    <a:pt x="26" y="51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4" y="55"/>
                  </a:lnTo>
                  <a:lnTo>
                    <a:pt x="25" y="53"/>
                  </a:lnTo>
                  <a:lnTo>
                    <a:pt x="28" y="51"/>
                  </a:lnTo>
                  <a:lnTo>
                    <a:pt x="31" y="49"/>
                  </a:lnTo>
                  <a:lnTo>
                    <a:pt x="33" y="46"/>
                  </a:lnTo>
                  <a:lnTo>
                    <a:pt x="36" y="44"/>
                  </a:lnTo>
                  <a:lnTo>
                    <a:pt x="39" y="42"/>
                  </a:lnTo>
                  <a:lnTo>
                    <a:pt x="46" y="37"/>
                  </a:lnTo>
                  <a:lnTo>
                    <a:pt x="47" y="37"/>
                  </a:lnTo>
                  <a:lnTo>
                    <a:pt x="47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48" y="48"/>
                  </a:lnTo>
                  <a:lnTo>
                    <a:pt x="49" y="50"/>
                  </a:lnTo>
                  <a:lnTo>
                    <a:pt x="49" y="52"/>
                  </a:lnTo>
                  <a:lnTo>
                    <a:pt x="49" y="55"/>
                  </a:lnTo>
                  <a:lnTo>
                    <a:pt x="50" y="57"/>
                  </a:lnTo>
                  <a:lnTo>
                    <a:pt x="50" y="60"/>
                  </a:lnTo>
                  <a:lnTo>
                    <a:pt x="53" y="60"/>
                  </a:lnTo>
                  <a:lnTo>
                    <a:pt x="62" y="58"/>
                  </a:lnTo>
                  <a:lnTo>
                    <a:pt x="71" y="57"/>
                  </a:lnTo>
                  <a:lnTo>
                    <a:pt x="80" y="55"/>
                  </a:lnTo>
                  <a:lnTo>
                    <a:pt x="90" y="53"/>
                  </a:lnTo>
                  <a:lnTo>
                    <a:pt x="99" y="51"/>
                  </a:lnTo>
                  <a:lnTo>
                    <a:pt x="107" y="50"/>
                  </a:lnTo>
                  <a:lnTo>
                    <a:pt x="116" y="48"/>
                  </a:lnTo>
                  <a:lnTo>
                    <a:pt x="126" y="46"/>
                  </a:lnTo>
                  <a:lnTo>
                    <a:pt x="135" y="44"/>
                  </a:lnTo>
                  <a:lnTo>
                    <a:pt x="144" y="43"/>
                  </a:lnTo>
                  <a:lnTo>
                    <a:pt x="154" y="41"/>
                  </a:lnTo>
                  <a:lnTo>
                    <a:pt x="162" y="39"/>
                  </a:lnTo>
                  <a:lnTo>
                    <a:pt x="171" y="37"/>
                  </a:lnTo>
                  <a:lnTo>
                    <a:pt x="180" y="35"/>
                  </a:lnTo>
                  <a:lnTo>
                    <a:pt x="190" y="34"/>
                  </a:lnTo>
                  <a:lnTo>
                    <a:pt x="199" y="31"/>
                  </a:lnTo>
                  <a:lnTo>
                    <a:pt x="208" y="30"/>
                  </a:lnTo>
                  <a:lnTo>
                    <a:pt x="216" y="28"/>
                  </a:lnTo>
                  <a:lnTo>
                    <a:pt x="226" y="26"/>
                  </a:lnTo>
                  <a:lnTo>
                    <a:pt x="235" y="24"/>
                  </a:lnTo>
                  <a:lnTo>
                    <a:pt x="244" y="22"/>
                  </a:lnTo>
                  <a:lnTo>
                    <a:pt x="254" y="20"/>
                  </a:lnTo>
                  <a:lnTo>
                    <a:pt x="262" y="19"/>
                  </a:lnTo>
                  <a:lnTo>
                    <a:pt x="271" y="16"/>
                  </a:lnTo>
                  <a:lnTo>
                    <a:pt x="280" y="14"/>
                  </a:lnTo>
                  <a:lnTo>
                    <a:pt x="290" y="13"/>
                  </a:lnTo>
                  <a:lnTo>
                    <a:pt x="299" y="10"/>
                  </a:lnTo>
                  <a:lnTo>
                    <a:pt x="307" y="8"/>
                  </a:lnTo>
                  <a:lnTo>
                    <a:pt x="316" y="7"/>
                  </a:lnTo>
                  <a:lnTo>
                    <a:pt x="326" y="5"/>
                  </a:lnTo>
                  <a:lnTo>
                    <a:pt x="335" y="2"/>
                  </a:lnTo>
                  <a:lnTo>
                    <a:pt x="344" y="0"/>
                  </a:lnTo>
                  <a:lnTo>
                    <a:pt x="345" y="0"/>
                  </a:lnTo>
                  <a:lnTo>
                    <a:pt x="34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1031875" y="1908175"/>
              <a:ext cx="457200" cy="357188"/>
            </a:xfrm>
            <a:custGeom>
              <a:avLst/>
              <a:gdLst>
                <a:gd name="T0" fmla="*/ 112 w 576"/>
                <a:gd name="T1" fmla="*/ 8 h 449"/>
                <a:gd name="T2" fmla="*/ 114 w 576"/>
                <a:gd name="T3" fmla="*/ 7 h 449"/>
                <a:gd name="T4" fmla="*/ 118 w 576"/>
                <a:gd name="T5" fmla="*/ 7 h 449"/>
                <a:gd name="T6" fmla="*/ 133 w 576"/>
                <a:gd name="T7" fmla="*/ 6 h 449"/>
                <a:gd name="T8" fmla="*/ 154 w 576"/>
                <a:gd name="T9" fmla="*/ 15 h 449"/>
                <a:gd name="T10" fmla="*/ 172 w 576"/>
                <a:gd name="T11" fmla="*/ 28 h 449"/>
                <a:gd name="T12" fmla="*/ 173 w 576"/>
                <a:gd name="T13" fmla="*/ 50 h 449"/>
                <a:gd name="T14" fmla="*/ 176 w 576"/>
                <a:gd name="T15" fmla="*/ 68 h 449"/>
                <a:gd name="T16" fmla="*/ 209 w 576"/>
                <a:gd name="T17" fmla="*/ 78 h 449"/>
                <a:gd name="T18" fmla="*/ 272 w 576"/>
                <a:gd name="T19" fmla="*/ 84 h 449"/>
                <a:gd name="T20" fmla="*/ 287 w 576"/>
                <a:gd name="T21" fmla="*/ 88 h 449"/>
                <a:gd name="T22" fmla="*/ 306 w 576"/>
                <a:gd name="T23" fmla="*/ 86 h 449"/>
                <a:gd name="T24" fmla="*/ 331 w 576"/>
                <a:gd name="T25" fmla="*/ 88 h 449"/>
                <a:gd name="T26" fmla="*/ 376 w 576"/>
                <a:gd name="T27" fmla="*/ 84 h 449"/>
                <a:gd name="T28" fmla="*/ 430 w 576"/>
                <a:gd name="T29" fmla="*/ 84 h 449"/>
                <a:gd name="T30" fmla="*/ 520 w 576"/>
                <a:gd name="T31" fmla="*/ 99 h 449"/>
                <a:gd name="T32" fmla="*/ 563 w 576"/>
                <a:gd name="T33" fmla="*/ 121 h 449"/>
                <a:gd name="T34" fmla="*/ 576 w 576"/>
                <a:gd name="T35" fmla="*/ 142 h 449"/>
                <a:gd name="T36" fmla="*/ 560 w 576"/>
                <a:gd name="T37" fmla="*/ 161 h 449"/>
                <a:gd name="T38" fmla="*/ 543 w 576"/>
                <a:gd name="T39" fmla="*/ 191 h 449"/>
                <a:gd name="T40" fmla="*/ 527 w 576"/>
                <a:gd name="T41" fmla="*/ 210 h 449"/>
                <a:gd name="T42" fmla="*/ 514 w 576"/>
                <a:gd name="T43" fmla="*/ 228 h 449"/>
                <a:gd name="T44" fmla="*/ 511 w 576"/>
                <a:gd name="T45" fmla="*/ 243 h 449"/>
                <a:gd name="T46" fmla="*/ 518 w 576"/>
                <a:gd name="T47" fmla="*/ 249 h 449"/>
                <a:gd name="T48" fmla="*/ 525 w 576"/>
                <a:gd name="T49" fmla="*/ 254 h 449"/>
                <a:gd name="T50" fmla="*/ 527 w 576"/>
                <a:gd name="T51" fmla="*/ 264 h 449"/>
                <a:gd name="T52" fmla="*/ 524 w 576"/>
                <a:gd name="T53" fmla="*/ 274 h 449"/>
                <a:gd name="T54" fmla="*/ 516 w 576"/>
                <a:gd name="T55" fmla="*/ 292 h 449"/>
                <a:gd name="T56" fmla="*/ 503 w 576"/>
                <a:gd name="T57" fmla="*/ 377 h 449"/>
                <a:gd name="T58" fmla="*/ 454 w 576"/>
                <a:gd name="T59" fmla="*/ 443 h 449"/>
                <a:gd name="T60" fmla="*/ 316 w 576"/>
                <a:gd name="T61" fmla="*/ 418 h 449"/>
                <a:gd name="T62" fmla="*/ 133 w 576"/>
                <a:gd name="T63" fmla="*/ 384 h 449"/>
                <a:gd name="T64" fmla="*/ 4 w 576"/>
                <a:gd name="T65" fmla="*/ 351 h 449"/>
                <a:gd name="T66" fmla="*/ 1 w 576"/>
                <a:gd name="T67" fmla="*/ 325 h 449"/>
                <a:gd name="T68" fmla="*/ 7 w 576"/>
                <a:gd name="T69" fmla="*/ 310 h 449"/>
                <a:gd name="T70" fmla="*/ 4 w 576"/>
                <a:gd name="T71" fmla="*/ 289 h 449"/>
                <a:gd name="T72" fmla="*/ 14 w 576"/>
                <a:gd name="T73" fmla="*/ 266 h 449"/>
                <a:gd name="T74" fmla="*/ 26 w 576"/>
                <a:gd name="T75" fmla="*/ 238 h 449"/>
                <a:gd name="T76" fmla="*/ 31 w 576"/>
                <a:gd name="T77" fmla="*/ 241 h 449"/>
                <a:gd name="T78" fmla="*/ 38 w 576"/>
                <a:gd name="T79" fmla="*/ 241 h 449"/>
                <a:gd name="T80" fmla="*/ 33 w 576"/>
                <a:gd name="T81" fmla="*/ 232 h 449"/>
                <a:gd name="T82" fmla="*/ 44 w 576"/>
                <a:gd name="T83" fmla="*/ 214 h 449"/>
                <a:gd name="T84" fmla="*/ 51 w 576"/>
                <a:gd name="T85" fmla="*/ 213 h 449"/>
                <a:gd name="T86" fmla="*/ 48 w 576"/>
                <a:gd name="T87" fmla="*/ 196 h 449"/>
                <a:gd name="T88" fmla="*/ 53 w 576"/>
                <a:gd name="T89" fmla="*/ 181 h 449"/>
                <a:gd name="T90" fmla="*/ 64 w 576"/>
                <a:gd name="T91" fmla="*/ 154 h 449"/>
                <a:gd name="T92" fmla="*/ 68 w 576"/>
                <a:gd name="T93" fmla="*/ 136 h 449"/>
                <a:gd name="T94" fmla="*/ 69 w 576"/>
                <a:gd name="T95" fmla="*/ 132 h 449"/>
                <a:gd name="T96" fmla="*/ 76 w 576"/>
                <a:gd name="T97" fmla="*/ 111 h 449"/>
                <a:gd name="T98" fmla="*/ 81 w 576"/>
                <a:gd name="T99" fmla="*/ 96 h 449"/>
                <a:gd name="T100" fmla="*/ 87 w 576"/>
                <a:gd name="T101" fmla="*/ 81 h 449"/>
                <a:gd name="T102" fmla="*/ 89 w 576"/>
                <a:gd name="T103" fmla="*/ 72 h 449"/>
                <a:gd name="T104" fmla="*/ 90 w 576"/>
                <a:gd name="T105" fmla="*/ 67 h 449"/>
                <a:gd name="T106" fmla="*/ 96 w 576"/>
                <a:gd name="T107" fmla="*/ 64 h 449"/>
                <a:gd name="T108" fmla="*/ 94 w 576"/>
                <a:gd name="T109" fmla="*/ 53 h 449"/>
                <a:gd name="T110" fmla="*/ 100 w 576"/>
                <a:gd name="T111" fmla="*/ 46 h 449"/>
                <a:gd name="T112" fmla="*/ 97 w 576"/>
                <a:gd name="T113" fmla="*/ 36 h 449"/>
                <a:gd name="T114" fmla="*/ 103 w 576"/>
                <a:gd name="T115" fmla="*/ 20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6" h="449">
                  <a:moveTo>
                    <a:pt x="104" y="0"/>
                  </a:moveTo>
                  <a:lnTo>
                    <a:pt x="104" y="0"/>
                  </a:lnTo>
                  <a:lnTo>
                    <a:pt x="104" y="0"/>
                  </a:lnTo>
                  <a:lnTo>
                    <a:pt x="103" y="1"/>
                  </a:lnTo>
                  <a:lnTo>
                    <a:pt x="105" y="1"/>
                  </a:lnTo>
                  <a:lnTo>
                    <a:pt x="107" y="2"/>
                  </a:lnTo>
                  <a:lnTo>
                    <a:pt x="108" y="5"/>
                  </a:lnTo>
                  <a:lnTo>
                    <a:pt x="109" y="6"/>
                  </a:lnTo>
                  <a:lnTo>
                    <a:pt x="110" y="7"/>
                  </a:lnTo>
                  <a:lnTo>
                    <a:pt x="112" y="7"/>
                  </a:lnTo>
                  <a:lnTo>
                    <a:pt x="112" y="8"/>
                  </a:lnTo>
                  <a:lnTo>
                    <a:pt x="114" y="9"/>
                  </a:lnTo>
                  <a:lnTo>
                    <a:pt x="112" y="10"/>
                  </a:lnTo>
                  <a:lnTo>
                    <a:pt x="112" y="12"/>
                  </a:lnTo>
                  <a:lnTo>
                    <a:pt x="114" y="13"/>
                  </a:lnTo>
                  <a:lnTo>
                    <a:pt x="114" y="12"/>
                  </a:lnTo>
                  <a:lnTo>
                    <a:pt x="114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6" y="9"/>
                  </a:lnTo>
                  <a:lnTo>
                    <a:pt x="115" y="9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2" y="7"/>
                  </a:lnTo>
                  <a:lnTo>
                    <a:pt x="112" y="6"/>
                  </a:lnTo>
                  <a:lnTo>
                    <a:pt x="111" y="6"/>
                  </a:lnTo>
                  <a:lnTo>
                    <a:pt x="111" y="5"/>
                  </a:lnTo>
                  <a:lnTo>
                    <a:pt x="112" y="5"/>
                  </a:lnTo>
                  <a:lnTo>
                    <a:pt x="115" y="5"/>
                  </a:lnTo>
                  <a:lnTo>
                    <a:pt x="116" y="5"/>
                  </a:lnTo>
                  <a:lnTo>
                    <a:pt x="117" y="5"/>
                  </a:lnTo>
                  <a:lnTo>
                    <a:pt x="118" y="5"/>
                  </a:lnTo>
                  <a:lnTo>
                    <a:pt x="118" y="7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6" y="8"/>
                  </a:lnTo>
                  <a:lnTo>
                    <a:pt x="127" y="8"/>
                  </a:lnTo>
                  <a:lnTo>
                    <a:pt x="126" y="7"/>
                  </a:lnTo>
                  <a:lnTo>
                    <a:pt x="126" y="7"/>
                  </a:lnTo>
                  <a:lnTo>
                    <a:pt x="127" y="6"/>
                  </a:lnTo>
                  <a:lnTo>
                    <a:pt x="130" y="7"/>
                  </a:lnTo>
                  <a:lnTo>
                    <a:pt x="131" y="7"/>
                  </a:lnTo>
                  <a:lnTo>
                    <a:pt x="132" y="6"/>
                  </a:lnTo>
                  <a:lnTo>
                    <a:pt x="133" y="6"/>
                  </a:lnTo>
                  <a:lnTo>
                    <a:pt x="134" y="6"/>
                  </a:lnTo>
                  <a:lnTo>
                    <a:pt x="136" y="6"/>
                  </a:lnTo>
                  <a:lnTo>
                    <a:pt x="136" y="7"/>
                  </a:lnTo>
                  <a:lnTo>
                    <a:pt x="138" y="13"/>
                  </a:lnTo>
                  <a:lnTo>
                    <a:pt x="139" y="13"/>
                  </a:lnTo>
                  <a:lnTo>
                    <a:pt x="139" y="14"/>
                  </a:lnTo>
                  <a:lnTo>
                    <a:pt x="146" y="16"/>
                  </a:lnTo>
                  <a:lnTo>
                    <a:pt x="150" y="17"/>
                  </a:lnTo>
                  <a:lnTo>
                    <a:pt x="151" y="17"/>
                  </a:lnTo>
                  <a:lnTo>
                    <a:pt x="153" y="15"/>
                  </a:lnTo>
                  <a:lnTo>
                    <a:pt x="154" y="15"/>
                  </a:lnTo>
                  <a:lnTo>
                    <a:pt x="159" y="15"/>
                  </a:lnTo>
                  <a:lnTo>
                    <a:pt x="160" y="15"/>
                  </a:lnTo>
                  <a:lnTo>
                    <a:pt x="160" y="16"/>
                  </a:lnTo>
                  <a:lnTo>
                    <a:pt x="162" y="18"/>
                  </a:lnTo>
                  <a:lnTo>
                    <a:pt x="162" y="20"/>
                  </a:lnTo>
                  <a:lnTo>
                    <a:pt x="165" y="20"/>
                  </a:lnTo>
                  <a:lnTo>
                    <a:pt x="167" y="21"/>
                  </a:lnTo>
                  <a:lnTo>
                    <a:pt x="168" y="23"/>
                  </a:lnTo>
                  <a:lnTo>
                    <a:pt x="169" y="24"/>
                  </a:lnTo>
                  <a:lnTo>
                    <a:pt x="170" y="25"/>
                  </a:lnTo>
                  <a:lnTo>
                    <a:pt x="172" y="28"/>
                  </a:lnTo>
                  <a:lnTo>
                    <a:pt x="172" y="30"/>
                  </a:lnTo>
                  <a:lnTo>
                    <a:pt x="172" y="34"/>
                  </a:lnTo>
                  <a:lnTo>
                    <a:pt x="173" y="35"/>
                  </a:lnTo>
                  <a:lnTo>
                    <a:pt x="173" y="36"/>
                  </a:lnTo>
                  <a:lnTo>
                    <a:pt x="174" y="37"/>
                  </a:lnTo>
                  <a:lnTo>
                    <a:pt x="174" y="38"/>
                  </a:lnTo>
                  <a:lnTo>
                    <a:pt x="174" y="42"/>
                  </a:lnTo>
                  <a:lnTo>
                    <a:pt x="174" y="45"/>
                  </a:lnTo>
                  <a:lnTo>
                    <a:pt x="174" y="46"/>
                  </a:lnTo>
                  <a:lnTo>
                    <a:pt x="173" y="49"/>
                  </a:lnTo>
                  <a:lnTo>
                    <a:pt x="173" y="50"/>
                  </a:lnTo>
                  <a:lnTo>
                    <a:pt x="174" y="53"/>
                  </a:lnTo>
                  <a:lnTo>
                    <a:pt x="174" y="53"/>
                  </a:lnTo>
                  <a:lnTo>
                    <a:pt x="174" y="55"/>
                  </a:lnTo>
                  <a:lnTo>
                    <a:pt x="173" y="57"/>
                  </a:lnTo>
                  <a:lnTo>
                    <a:pt x="173" y="57"/>
                  </a:lnTo>
                  <a:lnTo>
                    <a:pt x="173" y="60"/>
                  </a:lnTo>
                  <a:lnTo>
                    <a:pt x="173" y="63"/>
                  </a:lnTo>
                  <a:lnTo>
                    <a:pt x="173" y="64"/>
                  </a:lnTo>
                  <a:lnTo>
                    <a:pt x="174" y="66"/>
                  </a:lnTo>
                  <a:lnTo>
                    <a:pt x="175" y="67"/>
                  </a:lnTo>
                  <a:lnTo>
                    <a:pt x="176" y="68"/>
                  </a:lnTo>
                  <a:lnTo>
                    <a:pt x="181" y="71"/>
                  </a:lnTo>
                  <a:lnTo>
                    <a:pt x="184" y="71"/>
                  </a:lnTo>
                  <a:lnTo>
                    <a:pt x="184" y="71"/>
                  </a:lnTo>
                  <a:lnTo>
                    <a:pt x="187" y="72"/>
                  </a:lnTo>
                  <a:lnTo>
                    <a:pt x="190" y="73"/>
                  </a:lnTo>
                  <a:lnTo>
                    <a:pt x="191" y="74"/>
                  </a:lnTo>
                  <a:lnTo>
                    <a:pt x="197" y="75"/>
                  </a:lnTo>
                  <a:lnTo>
                    <a:pt x="202" y="79"/>
                  </a:lnTo>
                  <a:lnTo>
                    <a:pt x="203" y="79"/>
                  </a:lnTo>
                  <a:lnTo>
                    <a:pt x="204" y="78"/>
                  </a:lnTo>
                  <a:lnTo>
                    <a:pt x="209" y="78"/>
                  </a:lnTo>
                  <a:lnTo>
                    <a:pt x="222" y="77"/>
                  </a:lnTo>
                  <a:lnTo>
                    <a:pt x="224" y="75"/>
                  </a:lnTo>
                  <a:lnTo>
                    <a:pt x="230" y="72"/>
                  </a:lnTo>
                  <a:lnTo>
                    <a:pt x="232" y="72"/>
                  </a:lnTo>
                  <a:lnTo>
                    <a:pt x="234" y="72"/>
                  </a:lnTo>
                  <a:lnTo>
                    <a:pt x="239" y="73"/>
                  </a:lnTo>
                  <a:lnTo>
                    <a:pt x="248" y="74"/>
                  </a:lnTo>
                  <a:lnTo>
                    <a:pt x="267" y="79"/>
                  </a:lnTo>
                  <a:lnTo>
                    <a:pt x="270" y="81"/>
                  </a:lnTo>
                  <a:lnTo>
                    <a:pt x="272" y="82"/>
                  </a:lnTo>
                  <a:lnTo>
                    <a:pt x="272" y="84"/>
                  </a:lnTo>
                  <a:lnTo>
                    <a:pt x="272" y="85"/>
                  </a:lnTo>
                  <a:lnTo>
                    <a:pt x="273" y="87"/>
                  </a:lnTo>
                  <a:lnTo>
                    <a:pt x="274" y="88"/>
                  </a:lnTo>
                  <a:lnTo>
                    <a:pt x="275" y="88"/>
                  </a:lnTo>
                  <a:lnTo>
                    <a:pt x="281" y="87"/>
                  </a:lnTo>
                  <a:lnTo>
                    <a:pt x="281" y="87"/>
                  </a:lnTo>
                  <a:lnTo>
                    <a:pt x="283" y="87"/>
                  </a:lnTo>
                  <a:lnTo>
                    <a:pt x="283" y="87"/>
                  </a:lnTo>
                  <a:lnTo>
                    <a:pt x="284" y="88"/>
                  </a:lnTo>
                  <a:lnTo>
                    <a:pt x="286" y="88"/>
                  </a:lnTo>
                  <a:lnTo>
                    <a:pt x="287" y="88"/>
                  </a:lnTo>
                  <a:lnTo>
                    <a:pt x="288" y="88"/>
                  </a:lnTo>
                  <a:lnTo>
                    <a:pt x="290" y="89"/>
                  </a:lnTo>
                  <a:lnTo>
                    <a:pt x="292" y="89"/>
                  </a:lnTo>
                  <a:lnTo>
                    <a:pt x="294" y="89"/>
                  </a:lnTo>
                  <a:lnTo>
                    <a:pt x="295" y="89"/>
                  </a:lnTo>
                  <a:lnTo>
                    <a:pt x="297" y="88"/>
                  </a:lnTo>
                  <a:lnTo>
                    <a:pt x="298" y="88"/>
                  </a:lnTo>
                  <a:lnTo>
                    <a:pt x="303" y="88"/>
                  </a:lnTo>
                  <a:lnTo>
                    <a:pt x="306" y="87"/>
                  </a:lnTo>
                  <a:lnTo>
                    <a:pt x="306" y="87"/>
                  </a:lnTo>
                  <a:lnTo>
                    <a:pt x="306" y="86"/>
                  </a:lnTo>
                  <a:lnTo>
                    <a:pt x="309" y="86"/>
                  </a:lnTo>
                  <a:lnTo>
                    <a:pt x="310" y="86"/>
                  </a:lnTo>
                  <a:lnTo>
                    <a:pt x="319" y="89"/>
                  </a:lnTo>
                  <a:lnTo>
                    <a:pt x="319" y="89"/>
                  </a:lnTo>
                  <a:lnTo>
                    <a:pt x="322" y="88"/>
                  </a:lnTo>
                  <a:lnTo>
                    <a:pt x="322" y="88"/>
                  </a:lnTo>
                  <a:lnTo>
                    <a:pt x="325" y="89"/>
                  </a:lnTo>
                  <a:lnTo>
                    <a:pt x="326" y="89"/>
                  </a:lnTo>
                  <a:lnTo>
                    <a:pt x="327" y="89"/>
                  </a:lnTo>
                  <a:lnTo>
                    <a:pt x="330" y="88"/>
                  </a:lnTo>
                  <a:lnTo>
                    <a:pt x="331" y="88"/>
                  </a:lnTo>
                  <a:lnTo>
                    <a:pt x="332" y="88"/>
                  </a:lnTo>
                  <a:lnTo>
                    <a:pt x="333" y="89"/>
                  </a:lnTo>
                  <a:lnTo>
                    <a:pt x="334" y="89"/>
                  </a:lnTo>
                  <a:lnTo>
                    <a:pt x="337" y="89"/>
                  </a:lnTo>
                  <a:lnTo>
                    <a:pt x="339" y="88"/>
                  </a:lnTo>
                  <a:lnTo>
                    <a:pt x="341" y="87"/>
                  </a:lnTo>
                  <a:lnTo>
                    <a:pt x="342" y="86"/>
                  </a:lnTo>
                  <a:lnTo>
                    <a:pt x="345" y="86"/>
                  </a:lnTo>
                  <a:lnTo>
                    <a:pt x="355" y="85"/>
                  </a:lnTo>
                  <a:lnTo>
                    <a:pt x="373" y="85"/>
                  </a:lnTo>
                  <a:lnTo>
                    <a:pt x="376" y="84"/>
                  </a:lnTo>
                  <a:lnTo>
                    <a:pt x="378" y="81"/>
                  </a:lnTo>
                  <a:lnTo>
                    <a:pt x="380" y="81"/>
                  </a:lnTo>
                  <a:lnTo>
                    <a:pt x="381" y="81"/>
                  </a:lnTo>
                  <a:lnTo>
                    <a:pt x="385" y="82"/>
                  </a:lnTo>
                  <a:lnTo>
                    <a:pt x="395" y="82"/>
                  </a:lnTo>
                  <a:lnTo>
                    <a:pt x="411" y="85"/>
                  </a:lnTo>
                  <a:lnTo>
                    <a:pt x="414" y="84"/>
                  </a:lnTo>
                  <a:lnTo>
                    <a:pt x="418" y="81"/>
                  </a:lnTo>
                  <a:lnTo>
                    <a:pt x="418" y="81"/>
                  </a:lnTo>
                  <a:lnTo>
                    <a:pt x="421" y="82"/>
                  </a:lnTo>
                  <a:lnTo>
                    <a:pt x="430" y="84"/>
                  </a:lnTo>
                  <a:lnTo>
                    <a:pt x="438" y="85"/>
                  </a:lnTo>
                  <a:lnTo>
                    <a:pt x="446" y="86"/>
                  </a:lnTo>
                  <a:lnTo>
                    <a:pt x="454" y="87"/>
                  </a:lnTo>
                  <a:lnTo>
                    <a:pt x="462" y="89"/>
                  </a:lnTo>
                  <a:lnTo>
                    <a:pt x="470" y="91"/>
                  </a:lnTo>
                  <a:lnTo>
                    <a:pt x="478" y="92"/>
                  </a:lnTo>
                  <a:lnTo>
                    <a:pt x="486" y="93"/>
                  </a:lnTo>
                  <a:lnTo>
                    <a:pt x="496" y="94"/>
                  </a:lnTo>
                  <a:lnTo>
                    <a:pt x="504" y="95"/>
                  </a:lnTo>
                  <a:lnTo>
                    <a:pt x="512" y="96"/>
                  </a:lnTo>
                  <a:lnTo>
                    <a:pt x="520" y="99"/>
                  </a:lnTo>
                  <a:lnTo>
                    <a:pt x="528" y="100"/>
                  </a:lnTo>
                  <a:lnTo>
                    <a:pt x="536" y="101"/>
                  </a:lnTo>
                  <a:lnTo>
                    <a:pt x="545" y="102"/>
                  </a:lnTo>
                  <a:lnTo>
                    <a:pt x="554" y="103"/>
                  </a:lnTo>
                  <a:lnTo>
                    <a:pt x="554" y="103"/>
                  </a:lnTo>
                  <a:lnTo>
                    <a:pt x="554" y="107"/>
                  </a:lnTo>
                  <a:lnTo>
                    <a:pt x="555" y="111"/>
                  </a:lnTo>
                  <a:lnTo>
                    <a:pt x="559" y="116"/>
                  </a:lnTo>
                  <a:lnTo>
                    <a:pt x="559" y="117"/>
                  </a:lnTo>
                  <a:lnTo>
                    <a:pt x="560" y="118"/>
                  </a:lnTo>
                  <a:lnTo>
                    <a:pt x="563" y="121"/>
                  </a:lnTo>
                  <a:lnTo>
                    <a:pt x="564" y="121"/>
                  </a:lnTo>
                  <a:lnTo>
                    <a:pt x="565" y="123"/>
                  </a:lnTo>
                  <a:lnTo>
                    <a:pt x="569" y="125"/>
                  </a:lnTo>
                  <a:lnTo>
                    <a:pt x="571" y="127"/>
                  </a:lnTo>
                  <a:lnTo>
                    <a:pt x="572" y="128"/>
                  </a:lnTo>
                  <a:lnTo>
                    <a:pt x="572" y="128"/>
                  </a:lnTo>
                  <a:lnTo>
                    <a:pt x="574" y="130"/>
                  </a:lnTo>
                  <a:lnTo>
                    <a:pt x="574" y="134"/>
                  </a:lnTo>
                  <a:lnTo>
                    <a:pt x="576" y="138"/>
                  </a:lnTo>
                  <a:lnTo>
                    <a:pt x="576" y="141"/>
                  </a:lnTo>
                  <a:lnTo>
                    <a:pt x="576" y="142"/>
                  </a:lnTo>
                  <a:lnTo>
                    <a:pt x="575" y="144"/>
                  </a:lnTo>
                  <a:lnTo>
                    <a:pt x="574" y="145"/>
                  </a:lnTo>
                  <a:lnTo>
                    <a:pt x="571" y="146"/>
                  </a:lnTo>
                  <a:lnTo>
                    <a:pt x="571" y="148"/>
                  </a:lnTo>
                  <a:lnTo>
                    <a:pt x="570" y="150"/>
                  </a:lnTo>
                  <a:lnTo>
                    <a:pt x="569" y="151"/>
                  </a:lnTo>
                  <a:lnTo>
                    <a:pt x="569" y="152"/>
                  </a:lnTo>
                  <a:lnTo>
                    <a:pt x="565" y="156"/>
                  </a:lnTo>
                  <a:lnTo>
                    <a:pt x="563" y="158"/>
                  </a:lnTo>
                  <a:lnTo>
                    <a:pt x="561" y="160"/>
                  </a:lnTo>
                  <a:lnTo>
                    <a:pt x="560" y="161"/>
                  </a:lnTo>
                  <a:lnTo>
                    <a:pt x="560" y="164"/>
                  </a:lnTo>
                  <a:lnTo>
                    <a:pt x="559" y="167"/>
                  </a:lnTo>
                  <a:lnTo>
                    <a:pt x="557" y="168"/>
                  </a:lnTo>
                  <a:lnTo>
                    <a:pt x="557" y="170"/>
                  </a:lnTo>
                  <a:lnTo>
                    <a:pt x="555" y="175"/>
                  </a:lnTo>
                  <a:lnTo>
                    <a:pt x="553" y="178"/>
                  </a:lnTo>
                  <a:lnTo>
                    <a:pt x="545" y="187"/>
                  </a:lnTo>
                  <a:lnTo>
                    <a:pt x="543" y="188"/>
                  </a:lnTo>
                  <a:lnTo>
                    <a:pt x="543" y="188"/>
                  </a:lnTo>
                  <a:lnTo>
                    <a:pt x="543" y="189"/>
                  </a:lnTo>
                  <a:lnTo>
                    <a:pt x="543" y="191"/>
                  </a:lnTo>
                  <a:lnTo>
                    <a:pt x="545" y="191"/>
                  </a:lnTo>
                  <a:lnTo>
                    <a:pt x="545" y="191"/>
                  </a:lnTo>
                  <a:lnTo>
                    <a:pt x="543" y="193"/>
                  </a:lnTo>
                  <a:lnTo>
                    <a:pt x="542" y="196"/>
                  </a:lnTo>
                  <a:lnTo>
                    <a:pt x="541" y="199"/>
                  </a:lnTo>
                  <a:lnTo>
                    <a:pt x="540" y="201"/>
                  </a:lnTo>
                  <a:lnTo>
                    <a:pt x="535" y="206"/>
                  </a:lnTo>
                  <a:lnTo>
                    <a:pt x="534" y="207"/>
                  </a:lnTo>
                  <a:lnTo>
                    <a:pt x="533" y="208"/>
                  </a:lnTo>
                  <a:lnTo>
                    <a:pt x="528" y="209"/>
                  </a:lnTo>
                  <a:lnTo>
                    <a:pt x="527" y="210"/>
                  </a:lnTo>
                  <a:lnTo>
                    <a:pt x="526" y="211"/>
                  </a:lnTo>
                  <a:lnTo>
                    <a:pt x="524" y="216"/>
                  </a:lnTo>
                  <a:lnTo>
                    <a:pt x="521" y="218"/>
                  </a:lnTo>
                  <a:lnTo>
                    <a:pt x="520" y="221"/>
                  </a:lnTo>
                  <a:lnTo>
                    <a:pt x="520" y="224"/>
                  </a:lnTo>
                  <a:lnTo>
                    <a:pt x="519" y="225"/>
                  </a:lnTo>
                  <a:lnTo>
                    <a:pt x="518" y="227"/>
                  </a:lnTo>
                  <a:lnTo>
                    <a:pt x="517" y="228"/>
                  </a:lnTo>
                  <a:lnTo>
                    <a:pt x="516" y="228"/>
                  </a:lnTo>
                  <a:lnTo>
                    <a:pt x="516" y="228"/>
                  </a:lnTo>
                  <a:lnTo>
                    <a:pt x="514" y="228"/>
                  </a:lnTo>
                  <a:lnTo>
                    <a:pt x="514" y="229"/>
                  </a:lnTo>
                  <a:lnTo>
                    <a:pt x="513" y="230"/>
                  </a:lnTo>
                  <a:lnTo>
                    <a:pt x="513" y="230"/>
                  </a:lnTo>
                  <a:lnTo>
                    <a:pt x="512" y="231"/>
                  </a:lnTo>
                  <a:lnTo>
                    <a:pt x="513" y="234"/>
                  </a:lnTo>
                  <a:lnTo>
                    <a:pt x="512" y="235"/>
                  </a:lnTo>
                  <a:lnTo>
                    <a:pt x="511" y="236"/>
                  </a:lnTo>
                  <a:lnTo>
                    <a:pt x="511" y="238"/>
                  </a:lnTo>
                  <a:lnTo>
                    <a:pt x="511" y="239"/>
                  </a:lnTo>
                  <a:lnTo>
                    <a:pt x="511" y="242"/>
                  </a:lnTo>
                  <a:lnTo>
                    <a:pt x="511" y="243"/>
                  </a:lnTo>
                  <a:lnTo>
                    <a:pt x="511" y="243"/>
                  </a:lnTo>
                  <a:lnTo>
                    <a:pt x="511" y="244"/>
                  </a:lnTo>
                  <a:lnTo>
                    <a:pt x="510" y="245"/>
                  </a:lnTo>
                  <a:lnTo>
                    <a:pt x="511" y="246"/>
                  </a:lnTo>
                  <a:lnTo>
                    <a:pt x="511" y="249"/>
                  </a:lnTo>
                  <a:lnTo>
                    <a:pt x="513" y="250"/>
                  </a:lnTo>
                  <a:lnTo>
                    <a:pt x="514" y="250"/>
                  </a:lnTo>
                  <a:lnTo>
                    <a:pt x="516" y="249"/>
                  </a:lnTo>
                  <a:lnTo>
                    <a:pt x="516" y="249"/>
                  </a:lnTo>
                  <a:lnTo>
                    <a:pt x="517" y="249"/>
                  </a:lnTo>
                  <a:lnTo>
                    <a:pt x="518" y="249"/>
                  </a:lnTo>
                  <a:lnTo>
                    <a:pt x="518" y="250"/>
                  </a:lnTo>
                  <a:lnTo>
                    <a:pt x="518" y="250"/>
                  </a:lnTo>
                  <a:lnTo>
                    <a:pt x="519" y="251"/>
                  </a:lnTo>
                  <a:lnTo>
                    <a:pt x="520" y="252"/>
                  </a:lnTo>
                  <a:lnTo>
                    <a:pt x="521" y="251"/>
                  </a:lnTo>
                  <a:lnTo>
                    <a:pt x="523" y="251"/>
                  </a:lnTo>
                  <a:lnTo>
                    <a:pt x="524" y="251"/>
                  </a:lnTo>
                  <a:lnTo>
                    <a:pt x="525" y="252"/>
                  </a:lnTo>
                  <a:lnTo>
                    <a:pt x="525" y="252"/>
                  </a:lnTo>
                  <a:lnTo>
                    <a:pt x="525" y="253"/>
                  </a:lnTo>
                  <a:lnTo>
                    <a:pt x="525" y="254"/>
                  </a:lnTo>
                  <a:lnTo>
                    <a:pt x="525" y="256"/>
                  </a:lnTo>
                  <a:lnTo>
                    <a:pt x="525" y="256"/>
                  </a:lnTo>
                  <a:lnTo>
                    <a:pt x="526" y="257"/>
                  </a:lnTo>
                  <a:lnTo>
                    <a:pt x="527" y="258"/>
                  </a:lnTo>
                  <a:lnTo>
                    <a:pt x="528" y="259"/>
                  </a:lnTo>
                  <a:lnTo>
                    <a:pt x="528" y="260"/>
                  </a:lnTo>
                  <a:lnTo>
                    <a:pt x="528" y="261"/>
                  </a:lnTo>
                  <a:lnTo>
                    <a:pt x="528" y="261"/>
                  </a:lnTo>
                  <a:lnTo>
                    <a:pt x="527" y="261"/>
                  </a:lnTo>
                  <a:lnTo>
                    <a:pt x="527" y="263"/>
                  </a:lnTo>
                  <a:lnTo>
                    <a:pt x="527" y="264"/>
                  </a:lnTo>
                  <a:lnTo>
                    <a:pt x="527" y="265"/>
                  </a:lnTo>
                  <a:lnTo>
                    <a:pt x="526" y="266"/>
                  </a:lnTo>
                  <a:lnTo>
                    <a:pt x="525" y="266"/>
                  </a:lnTo>
                  <a:lnTo>
                    <a:pt x="525" y="266"/>
                  </a:lnTo>
                  <a:lnTo>
                    <a:pt x="524" y="266"/>
                  </a:lnTo>
                  <a:lnTo>
                    <a:pt x="523" y="266"/>
                  </a:lnTo>
                  <a:lnTo>
                    <a:pt x="523" y="267"/>
                  </a:lnTo>
                  <a:lnTo>
                    <a:pt x="524" y="271"/>
                  </a:lnTo>
                  <a:lnTo>
                    <a:pt x="524" y="273"/>
                  </a:lnTo>
                  <a:lnTo>
                    <a:pt x="524" y="274"/>
                  </a:lnTo>
                  <a:lnTo>
                    <a:pt x="524" y="274"/>
                  </a:lnTo>
                  <a:lnTo>
                    <a:pt x="523" y="275"/>
                  </a:lnTo>
                  <a:lnTo>
                    <a:pt x="523" y="275"/>
                  </a:lnTo>
                  <a:lnTo>
                    <a:pt x="521" y="279"/>
                  </a:lnTo>
                  <a:lnTo>
                    <a:pt x="520" y="282"/>
                  </a:lnTo>
                  <a:lnTo>
                    <a:pt x="520" y="284"/>
                  </a:lnTo>
                  <a:lnTo>
                    <a:pt x="519" y="286"/>
                  </a:lnTo>
                  <a:lnTo>
                    <a:pt x="518" y="287"/>
                  </a:lnTo>
                  <a:lnTo>
                    <a:pt x="517" y="288"/>
                  </a:lnTo>
                  <a:lnTo>
                    <a:pt x="514" y="289"/>
                  </a:lnTo>
                  <a:lnTo>
                    <a:pt x="516" y="292"/>
                  </a:lnTo>
                  <a:lnTo>
                    <a:pt x="516" y="292"/>
                  </a:lnTo>
                  <a:lnTo>
                    <a:pt x="516" y="293"/>
                  </a:lnTo>
                  <a:lnTo>
                    <a:pt x="514" y="301"/>
                  </a:lnTo>
                  <a:lnTo>
                    <a:pt x="513" y="304"/>
                  </a:lnTo>
                  <a:lnTo>
                    <a:pt x="512" y="314"/>
                  </a:lnTo>
                  <a:lnTo>
                    <a:pt x="511" y="323"/>
                  </a:lnTo>
                  <a:lnTo>
                    <a:pt x="509" y="331"/>
                  </a:lnTo>
                  <a:lnTo>
                    <a:pt x="507" y="340"/>
                  </a:lnTo>
                  <a:lnTo>
                    <a:pt x="506" y="350"/>
                  </a:lnTo>
                  <a:lnTo>
                    <a:pt x="505" y="358"/>
                  </a:lnTo>
                  <a:lnTo>
                    <a:pt x="504" y="367"/>
                  </a:lnTo>
                  <a:lnTo>
                    <a:pt x="503" y="377"/>
                  </a:lnTo>
                  <a:lnTo>
                    <a:pt x="500" y="386"/>
                  </a:lnTo>
                  <a:lnTo>
                    <a:pt x="499" y="394"/>
                  </a:lnTo>
                  <a:lnTo>
                    <a:pt x="498" y="403"/>
                  </a:lnTo>
                  <a:lnTo>
                    <a:pt x="497" y="413"/>
                  </a:lnTo>
                  <a:lnTo>
                    <a:pt x="496" y="421"/>
                  </a:lnTo>
                  <a:lnTo>
                    <a:pt x="493" y="430"/>
                  </a:lnTo>
                  <a:lnTo>
                    <a:pt x="492" y="439"/>
                  </a:lnTo>
                  <a:lnTo>
                    <a:pt x="491" y="449"/>
                  </a:lnTo>
                  <a:lnTo>
                    <a:pt x="478" y="446"/>
                  </a:lnTo>
                  <a:lnTo>
                    <a:pt x="466" y="444"/>
                  </a:lnTo>
                  <a:lnTo>
                    <a:pt x="454" y="443"/>
                  </a:lnTo>
                  <a:lnTo>
                    <a:pt x="441" y="440"/>
                  </a:lnTo>
                  <a:lnTo>
                    <a:pt x="428" y="438"/>
                  </a:lnTo>
                  <a:lnTo>
                    <a:pt x="416" y="436"/>
                  </a:lnTo>
                  <a:lnTo>
                    <a:pt x="403" y="435"/>
                  </a:lnTo>
                  <a:lnTo>
                    <a:pt x="391" y="432"/>
                  </a:lnTo>
                  <a:lnTo>
                    <a:pt x="378" y="430"/>
                  </a:lnTo>
                  <a:lnTo>
                    <a:pt x="366" y="428"/>
                  </a:lnTo>
                  <a:lnTo>
                    <a:pt x="353" y="425"/>
                  </a:lnTo>
                  <a:lnTo>
                    <a:pt x="341" y="423"/>
                  </a:lnTo>
                  <a:lnTo>
                    <a:pt x="328" y="421"/>
                  </a:lnTo>
                  <a:lnTo>
                    <a:pt x="316" y="418"/>
                  </a:lnTo>
                  <a:lnTo>
                    <a:pt x="303" y="417"/>
                  </a:lnTo>
                  <a:lnTo>
                    <a:pt x="290" y="415"/>
                  </a:lnTo>
                  <a:lnTo>
                    <a:pt x="273" y="411"/>
                  </a:lnTo>
                  <a:lnTo>
                    <a:pt x="255" y="408"/>
                  </a:lnTo>
                  <a:lnTo>
                    <a:pt x="238" y="404"/>
                  </a:lnTo>
                  <a:lnTo>
                    <a:pt x="220" y="401"/>
                  </a:lnTo>
                  <a:lnTo>
                    <a:pt x="203" y="397"/>
                  </a:lnTo>
                  <a:lnTo>
                    <a:pt x="186" y="394"/>
                  </a:lnTo>
                  <a:lnTo>
                    <a:pt x="168" y="390"/>
                  </a:lnTo>
                  <a:lnTo>
                    <a:pt x="151" y="387"/>
                  </a:lnTo>
                  <a:lnTo>
                    <a:pt x="133" y="384"/>
                  </a:lnTo>
                  <a:lnTo>
                    <a:pt x="116" y="380"/>
                  </a:lnTo>
                  <a:lnTo>
                    <a:pt x="98" y="377"/>
                  </a:lnTo>
                  <a:lnTo>
                    <a:pt x="81" y="373"/>
                  </a:lnTo>
                  <a:lnTo>
                    <a:pt x="64" y="370"/>
                  </a:lnTo>
                  <a:lnTo>
                    <a:pt x="46" y="365"/>
                  </a:lnTo>
                  <a:lnTo>
                    <a:pt x="29" y="361"/>
                  </a:lnTo>
                  <a:lnTo>
                    <a:pt x="11" y="358"/>
                  </a:lnTo>
                  <a:lnTo>
                    <a:pt x="10" y="358"/>
                  </a:lnTo>
                  <a:lnTo>
                    <a:pt x="9" y="357"/>
                  </a:lnTo>
                  <a:lnTo>
                    <a:pt x="8" y="356"/>
                  </a:lnTo>
                  <a:lnTo>
                    <a:pt x="4" y="351"/>
                  </a:lnTo>
                  <a:lnTo>
                    <a:pt x="2" y="347"/>
                  </a:lnTo>
                  <a:lnTo>
                    <a:pt x="2" y="346"/>
                  </a:lnTo>
                  <a:lnTo>
                    <a:pt x="2" y="345"/>
                  </a:lnTo>
                  <a:lnTo>
                    <a:pt x="2" y="336"/>
                  </a:lnTo>
                  <a:lnTo>
                    <a:pt x="2" y="334"/>
                  </a:lnTo>
                  <a:lnTo>
                    <a:pt x="1" y="334"/>
                  </a:lnTo>
                  <a:lnTo>
                    <a:pt x="1" y="332"/>
                  </a:lnTo>
                  <a:lnTo>
                    <a:pt x="1" y="330"/>
                  </a:lnTo>
                  <a:lnTo>
                    <a:pt x="1" y="327"/>
                  </a:lnTo>
                  <a:lnTo>
                    <a:pt x="1" y="327"/>
                  </a:lnTo>
                  <a:lnTo>
                    <a:pt x="1" y="325"/>
                  </a:lnTo>
                  <a:lnTo>
                    <a:pt x="0" y="325"/>
                  </a:lnTo>
                  <a:lnTo>
                    <a:pt x="1" y="324"/>
                  </a:lnTo>
                  <a:lnTo>
                    <a:pt x="1" y="324"/>
                  </a:lnTo>
                  <a:lnTo>
                    <a:pt x="2" y="323"/>
                  </a:lnTo>
                  <a:lnTo>
                    <a:pt x="2" y="322"/>
                  </a:lnTo>
                  <a:lnTo>
                    <a:pt x="3" y="321"/>
                  </a:lnTo>
                  <a:lnTo>
                    <a:pt x="3" y="317"/>
                  </a:lnTo>
                  <a:lnTo>
                    <a:pt x="3" y="315"/>
                  </a:lnTo>
                  <a:lnTo>
                    <a:pt x="3" y="314"/>
                  </a:lnTo>
                  <a:lnTo>
                    <a:pt x="4" y="313"/>
                  </a:lnTo>
                  <a:lnTo>
                    <a:pt x="7" y="310"/>
                  </a:lnTo>
                  <a:lnTo>
                    <a:pt x="7" y="309"/>
                  </a:lnTo>
                  <a:lnTo>
                    <a:pt x="8" y="306"/>
                  </a:lnTo>
                  <a:lnTo>
                    <a:pt x="8" y="302"/>
                  </a:lnTo>
                  <a:lnTo>
                    <a:pt x="8" y="299"/>
                  </a:lnTo>
                  <a:lnTo>
                    <a:pt x="8" y="297"/>
                  </a:lnTo>
                  <a:lnTo>
                    <a:pt x="8" y="296"/>
                  </a:lnTo>
                  <a:lnTo>
                    <a:pt x="7" y="295"/>
                  </a:lnTo>
                  <a:lnTo>
                    <a:pt x="7" y="295"/>
                  </a:lnTo>
                  <a:lnTo>
                    <a:pt x="6" y="293"/>
                  </a:lnTo>
                  <a:lnTo>
                    <a:pt x="6" y="291"/>
                  </a:lnTo>
                  <a:lnTo>
                    <a:pt x="4" y="289"/>
                  </a:lnTo>
                  <a:lnTo>
                    <a:pt x="4" y="289"/>
                  </a:lnTo>
                  <a:lnTo>
                    <a:pt x="3" y="288"/>
                  </a:lnTo>
                  <a:lnTo>
                    <a:pt x="3" y="284"/>
                  </a:lnTo>
                  <a:lnTo>
                    <a:pt x="3" y="282"/>
                  </a:lnTo>
                  <a:lnTo>
                    <a:pt x="3" y="281"/>
                  </a:lnTo>
                  <a:lnTo>
                    <a:pt x="2" y="280"/>
                  </a:lnTo>
                  <a:lnTo>
                    <a:pt x="3" y="280"/>
                  </a:lnTo>
                  <a:lnTo>
                    <a:pt x="8" y="273"/>
                  </a:lnTo>
                  <a:lnTo>
                    <a:pt x="11" y="268"/>
                  </a:lnTo>
                  <a:lnTo>
                    <a:pt x="12" y="267"/>
                  </a:lnTo>
                  <a:lnTo>
                    <a:pt x="14" y="266"/>
                  </a:lnTo>
                  <a:lnTo>
                    <a:pt x="15" y="265"/>
                  </a:lnTo>
                  <a:lnTo>
                    <a:pt x="16" y="263"/>
                  </a:lnTo>
                  <a:lnTo>
                    <a:pt x="16" y="261"/>
                  </a:lnTo>
                  <a:lnTo>
                    <a:pt x="17" y="258"/>
                  </a:lnTo>
                  <a:lnTo>
                    <a:pt x="22" y="246"/>
                  </a:lnTo>
                  <a:lnTo>
                    <a:pt x="23" y="243"/>
                  </a:lnTo>
                  <a:lnTo>
                    <a:pt x="23" y="242"/>
                  </a:lnTo>
                  <a:lnTo>
                    <a:pt x="24" y="241"/>
                  </a:lnTo>
                  <a:lnTo>
                    <a:pt x="24" y="239"/>
                  </a:lnTo>
                  <a:lnTo>
                    <a:pt x="25" y="239"/>
                  </a:lnTo>
                  <a:lnTo>
                    <a:pt x="26" y="238"/>
                  </a:lnTo>
                  <a:lnTo>
                    <a:pt x="28" y="238"/>
                  </a:lnTo>
                  <a:lnTo>
                    <a:pt x="28" y="238"/>
                  </a:lnTo>
                  <a:lnTo>
                    <a:pt x="28" y="243"/>
                  </a:lnTo>
                  <a:lnTo>
                    <a:pt x="28" y="244"/>
                  </a:lnTo>
                  <a:lnTo>
                    <a:pt x="29" y="244"/>
                  </a:lnTo>
                  <a:lnTo>
                    <a:pt x="29" y="243"/>
                  </a:lnTo>
                  <a:lnTo>
                    <a:pt x="29" y="242"/>
                  </a:lnTo>
                  <a:lnTo>
                    <a:pt x="29" y="241"/>
                  </a:lnTo>
                  <a:lnTo>
                    <a:pt x="30" y="241"/>
                  </a:lnTo>
                  <a:lnTo>
                    <a:pt x="30" y="241"/>
                  </a:lnTo>
                  <a:lnTo>
                    <a:pt x="31" y="241"/>
                  </a:lnTo>
                  <a:lnTo>
                    <a:pt x="31" y="239"/>
                  </a:lnTo>
                  <a:lnTo>
                    <a:pt x="30" y="238"/>
                  </a:lnTo>
                  <a:lnTo>
                    <a:pt x="31" y="237"/>
                  </a:lnTo>
                  <a:lnTo>
                    <a:pt x="33" y="235"/>
                  </a:lnTo>
                  <a:lnTo>
                    <a:pt x="36" y="235"/>
                  </a:lnTo>
                  <a:lnTo>
                    <a:pt x="36" y="235"/>
                  </a:lnTo>
                  <a:lnTo>
                    <a:pt x="36" y="236"/>
                  </a:lnTo>
                  <a:lnTo>
                    <a:pt x="36" y="237"/>
                  </a:lnTo>
                  <a:lnTo>
                    <a:pt x="36" y="238"/>
                  </a:lnTo>
                  <a:lnTo>
                    <a:pt x="37" y="239"/>
                  </a:lnTo>
                  <a:lnTo>
                    <a:pt x="38" y="241"/>
                  </a:lnTo>
                  <a:lnTo>
                    <a:pt x="39" y="241"/>
                  </a:lnTo>
                  <a:lnTo>
                    <a:pt x="40" y="241"/>
                  </a:lnTo>
                  <a:lnTo>
                    <a:pt x="39" y="237"/>
                  </a:lnTo>
                  <a:lnTo>
                    <a:pt x="38" y="235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39" y="230"/>
                  </a:lnTo>
                  <a:lnTo>
                    <a:pt x="37" y="231"/>
                  </a:lnTo>
                  <a:lnTo>
                    <a:pt x="33" y="232"/>
                  </a:lnTo>
                  <a:lnTo>
                    <a:pt x="31" y="235"/>
                  </a:lnTo>
                  <a:lnTo>
                    <a:pt x="29" y="237"/>
                  </a:lnTo>
                  <a:lnTo>
                    <a:pt x="29" y="237"/>
                  </a:lnTo>
                  <a:lnTo>
                    <a:pt x="30" y="235"/>
                  </a:lnTo>
                  <a:lnTo>
                    <a:pt x="37" y="224"/>
                  </a:lnTo>
                  <a:lnTo>
                    <a:pt x="38" y="223"/>
                  </a:lnTo>
                  <a:lnTo>
                    <a:pt x="38" y="222"/>
                  </a:lnTo>
                  <a:lnTo>
                    <a:pt x="40" y="217"/>
                  </a:lnTo>
                  <a:lnTo>
                    <a:pt x="40" y="216"/>
                  </a:lnTo>
                  <a:lnTo>
                    <a:pt x="42" y="215"/>
                  </a:lnTo>
                  <a:lnTo>
                    <a:pt x="44" y="214"/>
                  </a:lnTo>
                  <a:lnTo>
                    <a:pt x="45" y="214"/>
                  </a:lnTo>
                  <a:lnTo>
                    <a:pt x="45" y="213"/>
                  </a:lnTo>
                  <a:lnTo>
                    <a:pt x="46" y="211"/>
                  </a:lnTo>
                  <a:lnTo>
                    <a:pt x="46" y="210"/>
                  </a:lnTo>
                  <a:lnTo>
                    <a:pt x="47" y="210"/>
                  </a:lnTo>
                  <a:lnTo>
                    <a:pt x="47" y="210"/>
                  </a:lnTo>
                  <a:lnTo>
                    <a:pt x="47" y="211"/>
                  </a:lnTo>
                  <a:lnTo>
                    <a:pt x="47" y="211"/>
                  </a:lnTo>
                  <a:lnTo>
                    <a:pt x="47" y="213"/>
                  </a:lnTo>
                  <a:lnTo>
                    <a:pt x="51" y="213"/>
                  </a:lnTo>
                  <a:lnTo>
                    <a:pt x="51" y="213"/>
                  </a:lnTo>
                  <a:lnTo>
                    <a:pt x="50" y="211"/>
                  </a:lnTo>
                  <a:lnTo>
                    <a:pt x="48" y="210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45" y="210"/>
                  </a:lnTo>
                  <a:lnTo>
                    <a:pt x="44" y="213"/>
                  </a:lnTo>
                  <a:lnTo>
                    <a:pt x="44" y="214"/>
                  </a:lnTo>
                  <a:lnTo>
                    <a:pt x="43" y="211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8" y="196"/>
                  </a:lnTo>
                  <a:lnTo>
                    <a:pt x="51" y="193"/>
                  </a:lnTo>
                  <a:lnTo>
                    <a:pt x="51" y="192"/>
                  </a:lnTo>
                  <a:lnTo>
                    <a:pt x="52" y="188"/>
                  </a:lnTo>
                  <a:lnTo>
                    <a:pt x="52" y="187"/>
                  </a:lnTo>
                  <a:lnTo>
                    <a:pt x="53" y="187"/>
                  </a:lnTo>
                  <a:lnTo>
                    <a:pt x="53" y="186"/>
                  </a:lnTo>
                  <a:lnTo>
                    <a:pt x="53" y="186"/>
                  </a:lnTo>
                  <a:lnTo>
                    <a:pt x="53" y="184"/>
                  </a:lnTo>
                  <a:lnTo>
                    <a:pt x="53" y="182"/>
                  </a:lnTo>
                  <a:lnTo>
                    <a:pt x="53" y="181"/>
                  </a:lnTo>
                  <a:lnTo>
                    <a:pt x="53" y="181"/>
                  </a:lnTo>
                  <a:lnTo>
                    <a:pt x="54" y="179"/>
                  </a:lnTo>
                  <a:lnTo>
                    <a:pt x="58" y="171"/>
                  </a:lnTo>
                  <a:lnTo>
                    <a:pt x="59" y="166"/>
                  </a:lnTo>
                  <a:lnTo>
                    <a:pt x="59" y="163"/>
                  </a:lnTo>
                  <a:lnTo>
                    <a:pt x="60" y="163"/>
                  </a:lnTo>
                  <a:lnTo>
                    <a:pt x="59" y="161"/>
                  </a:lnTo>
                  <a:lnTo>
                    <a:pt x="59" y="160"/>
                  </a:lnTo>
                  <a:lnTo>
                    <a:pt x="60" y="160"/>
                  </a:lnTo>
                  <a:lnTo>
                    <a:pt x="60" y="159"/>
                  </a:lnTo>
                  <a:lnTo>
                    <a:pt x="61" y="159"/>
                  </a:lnTo>
                  <a:lnTo>
                    <a:pt x="64" y="154"/>
                  </a:lnTo>
                  <a:lnTo>
                    <a:pt x="64" y="153"/>
                  </a:lnTo>
                  <a:lnTo>
                    <a:pt x="65" y="151"/>
                  </a:lnTo>
                  <a:lnTo>
                    <a:pt x="66" y="152"/>
                  </a:lnTo>
                  <a:lnTo>
                    <a:pt x="67" y="153"/>
                  </a:lnTo>
                  <a:lnTo>
                    <a:pt x="67" y="151"/>
                  </a:lnTo>
                  <a:lnTo>
                    <a:pt x="66" y="151"/>
                  </a:lnTo>
                  <a:lnTo>
                    <a:pt x="65" y="151"/>
                  </a:lnTo>
                  <a:lnTo>
                    <a:pt x="64" y="150"/>
                  </a:lnTo>
                  <a:lnTo>
                    <a:pt x="64" y="149"/>
                  </a:lnTo>
                  <a:lnTo>
                    <a:pt x="65" y="146"/>
                  </a:lnTo>
                  <a:lnTo>
                    <a:pt x="68" y="136"/>
                  </a:lnTo>
                  <a:lnTo>
                    <a:pt x="69" y="136"/>
                  </a:lnTo>
                  <a:lnTo>
                    <a:pt x="71" y="137"/>
                  </a:lnTo>
                  <a:lnTo>
                    <a:pt x="72" y="137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2" y="135"/>
                  </a:lnTo>
                  <a:lnTo>
                    <a:pt x="71" y="135"/>
                  </a:lnTo>
                  <a:lnTo>
                    <a:pt x="69" y="135"/>
                  </a:lnTo>
                  <a:lnTo>
                    <a:pt x="69" y="134"/>
                  </a:lnTo>
                  <a:lnTo>
                    <a:pt x="69" y="132"/>
                  </a:lnTo>
                  <a:lnTo>
                    <a:pt x="69" y="132"/>
                  </a:lnTo>
                  <a:lnTo>
                    <a:pt x="69" y="131"/>
                  </a:lnTo>
                  <a:lnTo>
                    <a:pt x="69" y="130"/>
                  </a:lnTo>
                  <a:lnTo>
                    <a:pt x="71" y="125"/>
                  </a:lnTo>
                  <a:lnTo>
                    <a:pt x="72" y="124"/>
                  </a:lnTo>
                  <a:lnTo>
                    <a:pt x="72" y="123"/>
                  </a:lnTo>
                  <a:lnTo>
                    <a:pt x="73" y="117"/>
                  </a:lnTo>
                  <a:lnTo>
                    <a:pt x="73" y="116"/>
                  </a:lnTo>
                  <a:lnTo>
                    <a:pt x="74" y="115"/>
                  </a:lnTo>
                  <a:lnTo>
                    <a:pt x="75" y="113"/>
                  </a:lnTo>
                  <a:lnTo>
                    <a:pt x="76" y="111"/>
                  </a:lnTo>
                  <a:lnTo>
                    <a:pt x="76" y="111"/>
                  </a:lnTo>
                  <a:lnTo>
                    <a:pt x="76" y="110"/>
                  </a:lnTo>
                  <a:lnTo>
                    <a:pt x="78" y="110"/>
                  </a:lnTo>
                  <a:lnTo>
                    <a:pt x="78" y="109"/>
                  </a:lnTo>
                  <a:lnTo>
                    <a:pt x="78" y="108"/>
                  </a:lnTo>
                  <a:lnTo>
                    <a:pt x="78" y="108"/>
                  </a:lnTo>
                  <a:lnTo>
                    <a:pt x="79" y="106"/>
                  </a:lnTo>
                  <a:lnTo>
                    <a:pt x="79" y="103"/>
                  </a:lnTo>
                  <a:lnTo>
                    <a:pt x="80" y="100"/>
                  </a:lnTo>
                  <a:lnTo>
                    <a:pt x="80" y="99"/>
                  </a:lnTo>
                  <a:lnTo>
                    <a:pt x="80" y="98"/>
                  </a:lnTo>
                  <a:lnTo>
                    <a:pt x="81" y="96"/>
                  </a:lnTo>
                  <a:lnTo>
                    <a:pt x="83" y="94"/>
                  </a:lnTo>
                  <a:lnTo>
                    <a:pt x="83" y="93"/>
                  </a:lnTo>
                  <a:lnTo>
                    <a:pt x="85" y="91"/>
                  </a:lnTo>
                  <a:lnTo>
                    <a:pt x="85" y="89"/>
                  </a:lnTo>
                  <a:lnTo>
                    <a:pt x="85" y="87"/>
                  </a:lnTo>
                  <a:lnTo>
                    <a:pt x="85" y="86"/>
                  </a:lnTo>
                  <a:lnTo>
                    <a:pt x="86" y="85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1"/>
                  </a:lnTo>
                  <a:lnTo>
                    <a:pt x="88" y="81"/>
                  </a:lnTo>
                  <a:lnTo>
                    <a:pt x="88" y="81"/>
                  </a:lnTo>
                  <a:lnTo>
                    <a:pt x="88" y="79"/>
                  </a:lnTo>
                  <a:lnTo>
                    <a:pt x="88" y="77"/>
                  </a:lnTo>
                  <a:lnTo>
                    <a:pt x="88" y="75"/>
                  </a:lnTo>
                  <a:lnTo>
                    <a:pt x="87" y="75"/>
                  </a:lnTo>
                  <a:lnTo>
                    <a:pt x="86" y="74"/>
                  </a:lnTo>
                  <a:lnTo>
                    <a:pt x="86" y="74"/>
                  </a:lnTo>
                  <a:lnTo>
                    <a:pt x="88" y="74"/>
                  </a:lnTo>
                  <a:lnTo>
                    <a:pt x="88" y="73"/>
                  </a:lnTo>
                  <a:lnTo>
                    <a:pt x="89" y="72"/>
                  </a:lnTo>
                  <a:lnTo>
                    <a:pt x="89" y="71"/>
                  </a:lnTo>
                  <a:lnTo>
                    <a:pt x="89" y="70"/>
                  </a:lnTo>
                  <a:lnTo>
                    <a:pt x="90" y="70"/>
                  </a:lnTo>
                  <a:lnTo>
                    <a:pt x="90" y="68"/>
                  </a:lnTo>
                  <a:lnTo>
                    <a:pt x="90" y="68"/>
                  </a:lnTo>
                  <a:lnTo>
                    <a:pt x="90" y="70"/>
                  </a:lnTo>
                  <a:lnTo>
                    <a:pt x="89" y="72"/>
                  </a:lnTo>
                  <a:lnTo>
                    <a:pt x="90" y="71"/>
                  </a:lnTo>
                  <a:lnTo>
                    <a:pt x="91" y="70"/>
                  </a:lnTo>
                  <a:lnTo>
                    <a:pt x="93" y="68"/>
                  </a:lnTo>
                  <a:lnTo>
                    <a:pt x="90" y="67"/>
                  </a:lnTo>
                  <a:lnTo>
                    <a:pt x="90" y="65"/>
                  </a:lnTo>
                  <a:lnTo>
                    <a:pt x="91" y="61"/>
                  </a:lnTo>
                  <a:lnTo>
                    <a:pt x="93" y="60"/>
                  </a:lnTo>
                  <a:lnTo>
                    <a:pt x="93" y="57"/>
                  </a:lnTo>
                  <a:lnTo>
                    <a:pt x="94" y="57"/>
                  </a:lnTo>
                  <a:lnTo>
                    <a:pt x="93" y="59"/>
                  </a:lnTo>
                  <a:lnTo>
                    <a:pt x="93" y="61"/>
                  </a:lnTo>
                  <a:lnTo>
                    <a:pt x="94" y="63"/>
                  </a:lnTo>
                  <a:lnTo>
                    <a:pt x="95" y="64"/>
                  </a:lnTo>
                  <a:lnTo>
                    <a:pt x="96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96" y="61"/>
                  </a:lnTo>
                  <a:lnTo>
                    <a:pt x="96" y="60"/>
                  </a:lnTo>
                  <a:lnTo>
                    <a:pt x="96" y="59"/>
                  </a:lnTo>
                  <a:lnTo>
                    <a:pt x="97" y="57"/>
                  </a:lnTo>
                  <a:lnTo>
                    <a:pt x="95" y="57"/>
                  </a:lnTo>
                  <a:lnTo>
                    <a:pt x="94" y="56"/>
                  </a:lnTo>
                  <a:lnTo>
                    <a:pt x="94" y="55"/>
                  </a:lnTo>
                  <a:lnTo>
                    <a:pt x="94" y="53"/>
                  </a:lnTo>
                  <a:lnTo>
                    <a:pt x="95" y="51"/>
                  </a:lnTo>
                  <a:lnTo>
                    <a:pt x="96" y="50"/>
                  </a:lnTo>
                  <a:lnTo>
                    <a:pt x="97" y="49"/>
                  </a:lnTo>
                  <a:lnTo>
                    <a:pt x="98" y="48"/>
                  </a:lnTo>
                  <a:lnTo>
                    <a:pt x="98" y="48"/>
                  </a:lnTo>
                  <a:lnTo>
                    <a:pt x="100" y="48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0" y="46"/>
                  </a:lnTo>
                  <a:lnTo>
                    <a:pt x="100" y="46"/>
                  </a:lnTo>
                  <a:lnTo>
                    <a:pt x="98" y="45"/>
                  </a:lnTo>
                  <a:lnTo>
                    <a:pt x="98" y="45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6" y="48"/>
                  </a:lnTo>
                  <a:lnTo>
                    <a:pt x="97" y="45"/>
                  </a:lnTo>
                  <a:lnTo>
                    <a:pt x="97" y="42"/>
                  </a:lnTo>
                  <a:lnTo>
                    <a:pt x="96" y="41"/>
                  </a:lnTo>
                  <a:lnTo>
                    <a:pt x="95" y="39"/>
                  </a:lnTo>
                  <a:lnTo>
                    <a:pt x="97" y="36"/>
                  </a:lnTo>
                  <a:lnTo>
                    <a:pt x="97" y="35"/>
                  </a:lnTo>
                  <a:lnTo>
                    <a:pt x="98" y="30"/>
                  </a:lnTo>
                  <a:lnTo>
                    <a:pt x="100" y="28"/>
                  </a:lnTo>
                  <a:lnTo>
                    <a:pt x="98" y="25"/>
                  </a:lnTo>
                  <a:lnTo>
                    <a:pt x="98" y="24"/>
                  </a:lnTo>
                  <a:lnTo>
                    <a:pt x="98" y="23"/>
                  </a:lnTo>
                  <a:lnTo>
                    <a:pt x="100" y="23"/>
                  </a:lnTo>
                  <a:lnTo>
                    <a:pt x="100" y="23"/>
                  </a:lnTo>
                  <a:lnTo>
                    <a:pt x="102" y="22"/>
                  </a:lnTo>
                  <a:lnTo>
                    <a:pt x="102" y="21"/>
                  </a:lnTo>
                  <a:lnTo>
                    <a:pt x="103" y="20"/>
                  </a:lnTo>
                  <a:lnTo>
                    <a:pt x="104" y="18"/>
                  </a:lnTo>
                  <a:lnTo>
                    <a:pt x="104" y="16"/>
                  </a:lnTo>
                  <a:lnTo>
                    <a:pt x="104" y="14"/>
                  </a:lnTo>
                  <a:lnTo>
                    <a:pt x="104" y="13"/>
                  </a:lnTo>
                  <a:lnTo>
                    <a:pt x="104" y="9"/>
                  </a:lnTo>
                  <a:lnTo>
                    <a:pt x="103" y="2"/>
                  </a:lnTo>
                  <a:lnTo>
                    <a:pt x="103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2165350" y="2681288"/>
              <a:ext cx="501650" cy="238125"/>
            </a:xfrm>
            <a:custGeom>
              <a:avLst/>
              <a:gdLst>
                <a:gd name="T0" fmla="*/ 613 w 632"/>
                <a:gd name="T1" fmla="*/ 70 h 301"/>
                <a:gd name="T2" fmla="*/ 627 w 632"/>
                <a:gd name="T3" fmla="*/ 164 h 301"/>
                <a:gd name="T4" fmla="*/ 632 w 632"/>
                <a:gd name="T5" fmla="*/ 300 h 301"/>
                <a:gd name="T6" fmla="*/ 624 w 632"/>
                <a:gd name="T7" fmla="*/ 297 h 301"/>
                <a:gd name="T8" fmla="*/ 617 w 632"/>
                <a:gd name="T9" fmla="*/ 296 h 301"/>
                <a:gd name="T10" fmla="*/ 611 w 632"/>
                <a:gd name="T11" fmla="*/ 293 h 301"/>
                <a:gd name="T12" fmla="*/ 597 w 632"/>
                <a:gd name="T13" fmla="*/ 287 h 301"/>
                <a:gd name="T14" fmla="*/ 593 w 632"/>
                <a:gd name="T15" fmla="*/ 282 h 301"/>
                <a:gd name="T16" fmla="*/ 582 w 632"/>
                <a:gd name="T17" fmla="*/ 278 h 301"/>
                <a:gd name="T18" fmla="*/ 573 w 632"/>
                <a:gd name="T19" fmla="*/ 275 h 301"/>
                <a:gd name="T20" fmla="*/ 569 w 632"/>
                <a:gd name="T21" fmla="*/ 280 h 301"/>
                <a:gd name="T22" fmla="*/ 567 w 632"/>
                <a:gd name="T23" fmla="*/ 282 h 301"/>
                <a:gd name="T24" fmla="*/ 556 w 632"/>
                <a:gd name="T25" fmla="*/ 282 h 301"/>
                <a:gd name="T26" fmla="*/ 554 w 632"/>
                <a:gd name="T27" fmla="*/ 281 h 301"/>
                <a:gd name="T28" fmla="*/ 549 w 632"/>
                <a:gd name="T29" fmla="*/ 278 h 301"/>
                <a:gd name="T30" fmla="*/ 543 w 632"/>
                <a:gd name="T31" fmla="*/ 279 h 301"/>
                <a:gd name="T32" fmla="*/ 536 w 632"/>
                <a:gd name="T33" fmla="*/ 281 h 301"/>
                <a:gd name="T34" fmla="*/ 532 w 632"/>
                <a:gd name="T35" fmla="*/ 285 h 301"/>
                <a:gd name="T36" fmla="*/ 523 w 632"/>
                <a:gd name="T37" fmla="*/ 282 h 301"/>
                <a:gd name="T38" fmla="*/ 517 w 632"/>
                <a:gd name="T39" fmla="*/ 286 h 301"/>
                <a:gd name="T40" fmla="*/ 505 w 632"/>
                <a:gd name="T41" fmla="*/ 289 h 301"/>
                <a:gd name="T42" fmla="*/ 496 w 632"/>
                <a:gd name="T43" fmla="*/ 296 h 301"/>
                <a:gd name="T44" fmla="*/ 485 w 632"/>
                <a:gd name="T45" fmla="*/ 293 h 301"/>
                <a:gd name="T46" fmla="*/ 477 w 632"/>
                <a:gd name="T47" fmla="*/ 289 h 301"/>
                <a:gd name="T48" fmla="*/ 473 w 632"/>
                <a:gd name="T49" fmla="*/ 286 h 301"/>
                <a:gd name="T50" fmla="*/ 468 w 632"/>
                <a:gd name="T51" fmla="*/ 282 h 301"/>
                <a:gd name="T52" fmla="*/ 466 w 632"/>
                <a:gd name="T53" fmla="*/ 288 h 301"/>
                <a:gd name="T54" fmla="*/ 459 w 632"/>
                <a:gd name="T55" fmla="*/ 287 h 301"/>
                <a:gd name="T56" fmla="*/ 452 w 632"/>
                <a:gd name="T57" fmla="*/ 286 h 301"/>
                <a:gd name="T58" fmla="*/ 448 w 632"/>
                <a:gd name="T59" fmla="*/ 279 h 301"/>
                <a:gd name="T60" fmla="*/ 444 w 632"/>
                <a:gd name="T61" fmla="*/ 282 h 301"/>
                <a:gd name="T62" fmla="*/ 438 w 632"/>
                <a:gd name="T63" fmla="*/ 291 h 301"/>
                <a:gd name="T64" fmla="*/ 435 w 632"/>
                <a:gd name="T65" fmla="*/ 299 h 301"/>
                <a:gd name="T66" fmla="*/ 427 w 632"/>
                <a:gd name="T67" fmla="*/ 292 h 301"/>
                <a:gd name="T68" fmla="*/ 426 w 632"/>
                <a:gd name="T69" fmla="*/ 285 h 301"/>
                <a:gd name="T70" fmla="*/ 420 w 632"/>
                <a:gd name="T71" fmla="*/ 287 h 301"/>
                <a:gd name="T72" fmla="*/ 417 w 632"/>
                <a:gd name="T73" fmla="*/ 291 h 301"/>
                <a:gd name="T74" fmla="*/ 408 w 632"/>
                <a:gd name="T75" fmla="*/ 287 h 301"/>
                <a:gd name="T76" fmla="*/ 398 w 632"/>
                <a:gd name="T77" fmla="*/ 280 h 301"/>
                <a:gd name="T78" fmla="*/ 376 w 632"/>
                <a:gd name="T79" fmla="*/ 289 h 301"/>
                <a:gd name="T80" fmla="*/ 372 w 632"/>
                <a:gd name="T81" fmla="*/ 282 h 301"/>
                <a:gd name="T82" fmla="*/ 367 w 632"/>
                <a:gd name="T83" fmla="*/ 277 h 301"/>
                <a:gd name="T84" fmla="*/ 359 w 632"/>
                <a:gd name="T85" fmla="*/ 264 h 301"/>
                <a:gd name="T86" fmla="*/ 338 w 632"/>
                <a:gd name="T87" fmla="*/ 268 h 301"/>
                <a:gd name="T88" fmla="*/ 326 w 632"/>
                <a:gd name="T89" fmla="*/ 267 h 301"/>
                <a:gd name="T90" fmla="*/ 313 w 632"/>
                <a:gd name="T91" fmla="*/ 266 h 301"/>
                <a:gd name="T92" fmla="*/ 293 w 632"/>
                <a:gd name="T93" fmla="*/ 259 h 301"/>
                <a:gd name="T94" fmla="*/ 279 w 632"/>
                <a:gd name="T95" fmla="*/ 258 h 301"/>
                <a:gd name="T96" fmla="*/ 274 w 632"/>
                <a:gd name="T97" fmla="*/ 244 h 301"/>
                <a:gd name="T98" fmla="*/ 268 w 632"/>
                <a:gd name="T99" fmla="*/ 239 h 301"/>
                <a:gd name="T100" fmla="*/ 263 w 632"/>
                <a:gd name="T101" fmla="*/ 243 h 301"/>
                <a:gd name="T102" fmla="*/ 251 w 632"/>
                <a:gd name="T103" fmla="*/ 242 h 301"/>
                <a:gd name="T104" fmla="*/ 241 w 632"/>
                <a:gd name="T105" fmla="*/ 242 h 301"/>
                <a:gd name="T106" fmla="*/ 219 w 632"/>
                <a:gd name="T107" fmla="*/ 227 h 301"/>
                <a:gd name="T108" fmla="*/ 218 w 632"/>
                <a:gd name="T109" fmla="*/ 109 h 301"/>
                <a:gd name="T110" fmla="*/ 146 w 632"/>
                <a:gd name="T111" fmla="*/ 53 h 301"/>
                <a:gd name="T112" fmla="*/ 19 w 632"/>
                <a:gd name="T113" fmla="*/ 52 h 301"/>
                <a:gd name="T114" fmla="*/ 1 w 632"/>
                <a:gd name="T115" fmla="*/ 7 h 301"/>
                <a:gd name="T116" fmla="*/ 64 w 632"/>
                <a:gd name="T117" fmla="*/ 8 h 301"/>
                <a:gd name="T118" fmla="*/ 189 w 632"/>
                <a:gd name="T119" fmla="*/ 9 h 301"/>
                <a:gd name="T120" fmla="*/ 306 w 632"/>
                <a:gd name="T121" fmla="*/ 9 h 301"/>
                <a:gd name="T122" fmla="*/ 423 w 632"/>
                <a:gd name="T123" fmla="*/ 7 h 301"/>
                <a:gd name="T124" fmla="*/ 540 w 632"/>
                <a:gd name="T125" fmla="*/ 3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2" h="301">
                  <a:moveTo>
                    <a:pt x="606" y="0"/>
                  </a:moveTo>
                  <a:lnTo>
                    <a:pt x="607" y="12"/>
                  </a:lnTo>
                  <a:lnTo>
                    <a:pt x="607" y="22"/>
                  </a:lnTo>
                  <a:lnTo>
                    <a:pt x="609" y="34"/>
                  </a:lnTo>
                  <a:lnTo>
                    <a:pt x="609" y="44"/>
                  </a:lnTo>
                  <a:lnTo>
                    <a:pt x="611" y="57"/>
                  </a:lnTo>
                  <a:lnTo>
                    <a:pt x="613" y="70"/>
                  </a:lnTo>
                  <a:lnTo>
                    <a:pt x="615" y="81"/>
                  </a:lnTo>
                  <a:lnTo>
                    <a:pt x="618" y="94"/>
                  </a:lnTo>
                  <a:lnTo>
                    <a:pt x="620" y="107"/>
                  </a:lnTo>
                  <a:lnTo>
                    <a:pt x="622" y="118"/>
                  </a:lnTo>
                  <a:lnTo>
                    <a:pt x="625" y="131"/>
                  </a:lnTo>
                  <a:lnTo>
                    <a:pt x="627" y="144"/>
                  </a:lnTo>
                  <a:lnTo>
                    <a:pt x="627" y="164"/>
                  </a:lnTo>
                  <a:lnTo>
                    <a:pt x="628" y="182"/>
                  </a:lnTo>
                  <a:lnTo>
                    <a:pt x="628" y="202"/>
                  </a:lnTo>
                  <a:lnTo>
                    <a:pt x="629" y="222"/>
                  </a:lnTo>
                  <a:lnTo>
                    <a:pt x="629" y="242"/>
                  </a:lnTo>
                  <a:lnTo>
                    <a:pt x="631" y="260"/>
                  </a:lnTo>
                  <a:lnTo>
                    <a:pt x="631" y="280"/>
                  </a:lnTo>
                  <a:lnTo>
                    <a:pt x="632" y="300"/>
                  </a:lnTo>
                  <a:lnTo>
                    <a:pt x="631" y="300"/>
                  </a:lnTo>
                  <a:lnTo>
                    <a:pt x="629" y="300"/>
                  </a:lnTo>
                  <a:lnTo>
                    <a:pt x="627" y="299"/>
                  </a:lnTo>
                  <a:lnTo>
                    <a:pt x="627" y="300"/>
                  </a:lnTo>
                  <a:lnTo>
                    <a:pt x="624" y="299"/>
                  </a:lnTo>
                  <a:lnTo>
                    <a:pt x="622" y="299"/>
                  </a:lnTo>
                  <a:lnTo>
                    <a:pt x="624" y="297"/>
                  </a:lnTo>
                  <a:lnTo>
                    <a:pt x="624" y="297"/>
                  </a:lnTo>
                  <a:lnTo>
                    <a:pt x="621" y="297"/>
                  </a:lnTo>
                  <a:lnTo>
                    <a:pt x="620" y="297"/>
                  </a:lnTo>
                  <a:lnTo>
                    <a:pt x="619" y="297"/>
                  </a:lnTo>
                  <a:lnTo>
                    <a:pt x="618" y="296"/>
                  </a:lnTo>
                  <a:lnTo>
                    <a:pt x="618" y="296"/>
                  </a:lnTo>
                  <a:lnTo>
                    <a:pt x="617" y="296"/>
                  </a:lnTo>
                  <a:lnTo>
                    <a:pt x="615" y="296"/>
                  </a:lnTo>
                  <a:lnTo>
                    <a:pt x="614" y="296"/>
                  </a:lnTo>
                  <a:lnTo>
                    <a:pt x="614" y="296"/>
                  </a:lnTo>
                  <a:lnTo>
                    <a:pt x="614" y="296"/>
                  </a:lnTo>
                  <a:lnTo>
                    <a:pt x="613" y="296"/>
                  </a:lnTo>
                  <a:lnTo>
                    <a:pt x="612" y="295"/>
                  </a:lnTo>
                  <a:lnTo>
                    <a:pt x="611" y="293"/>
                  </a:lnTo>
                  <a:lnTo>
                    <a:pt x="610" y="293"/>
                  </a:lnTo>
                  <a:lnTo>
                    <a:pt x="609" y="293"/>
                  </a:lnTo>
                  <a:lnTo>
                    <a:pt x="606" y="292"/>
                  </a:lnTo>
                  <a:lnTo>
                    <a:pt x="602" y="292"/>
                  </a:lnTo>
                  <a:lnTo>
                    <a:pt x="599" y="289"/>
                  </a:lnTo>
                  <a:lnTo>
                    <a:pt x="598" y="287"/>
                  </a:lnTo>
                  <a:lnTo>
                    <a:pt x="597" y="287"/>
                  </a:lnTo>
                  <a:lnTo>
                    <a:pt x="597" y="286"/>
                  </a:lnTo>
                  <a:lnTo>
                    <a:pt x="596" y="286"/>
                  </a:lnTo>
                  <a:lnTo>
                    <a:pt x="596" y="285"/>
                  </a:lnTo>
                  <a:lnTo>
                    <a:pt x="595" y="284"/>
                  </a:lnTo>
                  <a:lnTo>
                    <a:pt x="595" y="284"/>
                  </a:lnTo>
                  <a:lnTo>
                    <a:pt x="595" y="284"/>
                  </a:lnTo>
                  <a:lnTo>
                    <a:pt x="593" y="282"/>
                  </a:lnTo>
                  <a:lnTo>
                    <a:pt x="593" y="282"/>
                  </a:lnTo>
                  <a:lnTo>
                    <a:pt x="591" y="282"/>
                  </a:lnTo>
                  <a:lnTo>
                    <a:pt x="590" y="282"/>
                  </a:lnTo>
                  <a:lnTo>
                    <a:pt x="589" y="281"/>
                  </a:lnTo>
                  <a:lnTo>
                    <a:pt x="585" y="279"/>
                  </a:lnTo>
                  <a:lnTo>
                    <a:pt x="584" y="278"/>
                  </a:lnTo>
                  <a:lnTo>
                    <a:pt x="582" y="278"/>
                  </a:lnTo>
                  <a:lnTo>
                    <a:pt x="582" y="278"/>
                  </a:lnTo>
                  <a:lnTo>
                    <a:pt x="581" y="277"/>
                  </a:lnTo>
                  <a:lnTo>
                    <a:pt x="581" y="277"/>
                  </a:lnTo>
                  <a:lnTo>
                    <a:pt x="579" y="275"/>
                  </a:lnTo>
                  <a:lnTo>
                    <a:pt x="575" y="274"/>
                  </a:lnTo>
                  <a:lnTo>
                    <a:pt x="574" y="274"/>
                  </a:lnTo>
                  <a:lnTo>
                    <a:pt x="573" y="275"/>
                  </a:lnTo>
                  <a:lnTo>
                    <a:pt x="573" y="277"/>
                  </a:lnTo>
                  <a:lnTo>
                    <a:pt x="573" y="279"/>
                  </a:lnTo>
                  <a:lnTo>
                    <a:pt x="571" y="280"/>
                  </a:lnTo>
                  <a:lnTo>
                    <a:pt x="570" y="279"/>
                  </a:lnTo>
                  <a:lnTo>
                    <a:pt x="570" y="280"/>
                  </a:lnTo>
                  <a:lnTo>
                    <a:pt x="570" y="280"/>
                  </a:lnTo>
                  <a:lnTo>
                    <a:pt x="569" y="280"/>
                  </a:lnTo>
                  <a:lnTo>
                    <a:pt x="568" y="281"/>
                  </a:lnTo>
                  <a:lnTo>
                    <a:pt x="568" y="280"/>
                  </a:lnTo>
                  <a:lnTo>
                    <a:pt x="567" y="280"/>
                  </a:lnTo>
                  <a:lnTo>
                    <a:pt x="567" y="281"/>
                  </a:lnTo>
                  <a:lnTo>
                    <a:pt x="567" y="282"/>
                  </a:lnTo>
                  <a:lnTo>
                    <a:pt x="567" y="282"/>
                  </a:lnTo>
                  <a:lnTo>
                    <a:pt x="567" y="282"/>
                  </a:lnTo>
                  <a:lnTo>
                    <a:pt x="566" y="284"/>
                  </a:lnTo>
                  <a:lnTo>
                    <a:pt x="566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7" y="282"/>
                  </a:lnTo>
                  <a:lnTo>
                    <a:pt x="557" y="282"/>
                  </a:lnTo>
                  <a:lnTo>
                    <a:pt x="556" y="282"/>
                  </a:lnTo>
                  <a:lnTo>
                    <a:pt x="556" y="282"/>
                  </a:lnTo>
                  <a:lnTo>
                    <a:pt x="555" y="282"/>
                  </a:lnTo>
                  <a:lnTo>
                    <a:pt x="555" y="282"/>
                  </a:lnTo>
                  <a:lnTo>
                    <a:pt x="555" y="282"/>
                  </a:lnTo>
                  <a:lnTo>
                    <a:pt x="554" y="282"/>
                  </a:lnTo>
                  <a:lnTo>
                    <a:pt x="554" y="282"/>
                  </a:lnTo>
                  <a:lnTo>
                    <a:pt x="554" y="281"/>
                  </a:lnTo>
                  <a:lnTo>
                    <a:pt x="554" y="281"/>
                  </a:lnTo>
                  <a:lnTo>
                    <a:pt x="552" y="281"/>
                  </a:lnTo>
                  <a:lnTo>
                    <a:pt x="550" y="281"/>
                  </a:lnTo>
                  <a:lnTo>
                    <a:pt x="552" y="280"/>
                  </a:lnTo>
                  <a:lnTo>
                    <a:pt x="550" y="279"/>
                  </a:lnTo>
                  <a:lnTo>
                    <a:pt x="549" y="278"/>
                  </a:lnTo>
                  <a:lnTo>
                    <a:pt x="549" y="278"/>
                  </a:lnTo>
                  <a:lnTo>
                    <a:pt x="548" y="277"/>
                  </a:lnTo>
                  <a:lnTo>
                    <a:pt x="547" y="277"/>
                  </a:lnTo>
                  <a:lnTo>
                    <a:pt x="546" y="277"/>
                  </a:lnTo>
                  <a:lnTo>
                    <a:pt x="545" y="279"/>
                  </a:lnTo>
                  <a:lnTo>
                    <a:pt x="545" y="279"/>
                  </a:lnTo>
                  <a:lnTo>
                    <a:pt x="543" y="279"/>
                  </a:lnTo>
                  <a:lnTo>
                    <a:pt x="543" y="279"/>
                  </a:lnTo>
                  <a:lnTo>
                    <a:pt x="541" y="280"/>
                  </a:lnTo>
                  <a:lnTo>
                    <a:pt x="540" y="280"/>
                  </a:lnTo>
                  <a:lnTo>
                    <a:pt x="540" y="280"/>
                  </a:lnTo>
                  <a:lnTo>
                    <a:pt x="539" y="281"/>
                  </a:lnTo>
                  <a:lnTo>
                    <a:pt x="539" y="281"/>
                  </a:lnTo>
                  <a:lnTo>
                    <a:pt x="538" y="281"/>
                  </a:lnTo>
                  <a:lnTo>
                    <a:pt x="536" y="281"/>
                  </a:lnTo>
                  <a:lnTo>
                    <a:pt x="534" y="281"/>
                  </a:lnTo>
                  <a:lnTo>
                    <a:pt x="534" y="282"/>
                  </a:lnTo>
                  <a:lnTo>
                    <a:pt x="534" y="285"/>
                  </a:lnTo>
                  <a:lnTo>
                    <a:pt x="533" y="286"/>
                  </a:lnTo>
                  <a:lnTo>
                    <a:pt x="533" y="286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31" y="285"/>
                  </a:lnTo>
                  <a:lnTo>
                    <a:pt x="531" y="286"/>
                  </a:lnTo>
                  <a:lnTo>
                    <a:pt x="528" y="286"/>
                  </a:lnTo>
                  <a:lnTo>
                    <a:pt x="527" y="286"/>
                  </a:lnTo>
                  <a:lnTo>
                    <a:pt x="524" y="284"/>
                  </a:lnTo>
                  <a:lnTo>
                    <a:pt x="523" y="282"/>
                  </a:lnTo>
                  <a:lnTo>
                    <a:pt x="521" y="282"/>
                  </a:lnTo>
                  <a:lnTo>
                    <a:pt x="520" y="282"/>
                  </a:lnTo>
                  <a:lnTo>
                    <a:pt x="520" y="284"/>
                  </a:lnTo>
                  <a:lnTo>
                    <a:pt x="520" y="285"/>
                  </a:lnTo>
                  <a:lnTo>
                    <a:pt x="519" y="285"/>
                  </a:lnTo>
                  <a:lnTo>
                    <a:pt x="518" y="285"/>
                  </a:lnTo>
                  <a:lnTo>
                    <a:pt x="517" y="286"/>
                  </a:lnTo>
                  <a:lnTo>
                    <a:pt x="514" y="287"/>
                  </a:lnTo>
                  <a:lnTo>
                    <a:pt x="513" y="287"/>
                  </a:lnTo>
                  <a:lnTo>
                    <a:pt x="510" y="287"/>
                  </a:lnTo>
                  <a:lnTo>
                    <a:pt x="509" y="288"/>
                  </a:lnTo>
                  <a:lnTo>
                    <a:pt x="507" y="288"/>
                  </a:lnTo>
                  <a:lnTo>
                    <a:pt x="506" y="289"/>
                  </a:lnTo>
                  <a:lnTo>
                    <a:pt x="505" y="289"/>
                  </a:lnTo>
                  <a:lnTo>
                    <a:pt x="504" y="293"/>
                  </a:lnTo>
                  <a:lnTo>
                    <a:pt x="504" y="294"/>
                  </a:lnTo>
                  <a:lnTo>
                    <a:pt x="503" y="295"/>
                  </a:lnTo>
                  <a:lnTo>
                    <a:pt x="500" y="295"/>
                  </a:lnTo>
                  <a:lnTo>
                    <a:pt x="498" y="295"/>
                  </a:lnTo>
                  <a:lnTo>
                    <a:pt x="496" y="295"/>
                  </a:lnTo>
                  <a:lnTo>
                    <a:pt x="496" y="296"/>
                  </a:lnTo>
                  <a:lnTo>
                    <a:pt x="496" y="297"/>
                  </a:lnTo>
                  <a:lnTo>
                    <a:pt x="495" y="299"/>
                  </a:lnTo>
                  <a:lnTo>
                    <a:pt x="494" y="301"/>
                  </a:lnTo>
                  <a:lnTo>
                    <a:pt x="491" y="299"/>
                  </a:lnTo>
                  <a:lnTo>
                    <a:pt x="489" y="295"/>
                  </a:lnTo>
                  <a:lnTo>
                    <a:pt x="487" y="293"/>
                  </a:lnTo>
                  <a:lnTo>
                    <a:pt x="485" y="293"/>
                  </a:lnTo>
                  <a:lnTo>
                    <a:pt x="481" y="294"/>
                  </a:lnTo>
                  <a:lnTo>
                    <a:pt x="480" y="293"/>
                  </a:lnTo>
                  <a:lnTo>
                    <a:pt x="480" y="293"/>
                  </a:lnTo>
                  <a:lnTo>
                    <a:pt x="480" y="292"/>
                  </a:lnTo>
                  <a:lnTo>
                    <a:pt x="478" y="291"/>
                  </a:lnTo>
                  <a:lnTo>
                    <a:pt x="478" y="291"/>
                  </a:lnTo>
                  <a:lnTo>
                    <a:pt x="477" y="289"/>
                  </a:lnTo>
                  <a:lnTo>
                    <a:pt x="474" y="289"/>
                  </a:lnTo>
                  <a:lnTo>
                    <a:pt x="473" y="288"/>
                  </a:lnTo>
                  <a:lnTo>
                    <a:pt x="473" y="288"/>
                  </a:lnTo>
                  <a:lnTo>
                    <a:pt x="473" y="287"/>
                  </a:lnTo>
                  <a:lnTo>
                    <a:pt x="473" y="287"/>
                  </a:lnTo>
                  <a:lnTo>
                    <a:pt x="473" y="287"/>
                  </a:lnTo>
                  <a:lnTo>
                    <a:pt x="473" y="286"/>
                  </a:lnTo>
                  <a:lnTo>
                    <a:pt x="473" y="285"/>
                  </a:lnTo>
                  <a:lnTo>
                    <a:pt x="473" y="284"/>
                  </a:lnTo>
                  <a:lnTo>
                    <a:pt x="473" y="284"/>
                  </a:lnTo>
                  <a:lnTo>
                    <a:pt x="470" y="282"/>
                  </a:lnTo>
                  <a:lnTo>
                    <a:pt x="469" y="282"/>
                  </a:lnTo>
                  <a:lnTo>
                    <a:pt x="468" y="282"/>
                  </a:lnTo>
                  <a:lnTo>
                    <a:pt x="468" y="282"/>
                  </a:lnTo>
                  <a:lnTo>
                    <a:pt x="468" y="282"/>
                  </a:lnTo>
                  <a:lnTo>
                    <a:pt x="467" y="284"/>
                  </a:lnTo>
                  <a:lnTo>
                    <a:pt x="467" y="286"/>
                  </a:lnTo>
                  <a:lnTo>
                    <a:pt x="467" y="287"/>
                  </a:lnTo>
                  <a:lnTo>
                    <a:pt x="466" y="287"/>
                  </a:lnTo>
                  <a:lnTo>
                    <a:pt x="466" y="287"/>
                  </a:lnTo>
                  <a:lnTo>
                    <a:pt x="466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2" y="288"/>
                  </a:lnTo>
                  <a:lnTo>
                    <a:pt x="462" y="288"/>
                  </a:lnTo>
                  <a:lnTo>
                    <a:pt x="461" y="288"/>
                  </a:lnTo>
                  <a:lnTo>
                    <a:pt x="461" y="288"/>
                  </a:lnTo>
                  <a:lnTo>
                    <a:pt x="459" y="287"/>
                  </a:lnTo>
                  <a:lnTo>
                    <a:pt x="457" y="287"/>
                  </a:lnTo>
                  <a:lnTo>
                    <a:pt x="457" y="287"/>
                  </a:lnTo>
                  <a:lnTo>
                    <a:pt x="455" y="287"/>
                  </a:lnTo>
                  <a:lnTo>
                    <a:pt x="454" y="287"/>
                  </a:lnTo>
                  <a:lnTo>
                    <a:pt x="453" y="287"/>
                  </a:lnTo>
                  <a:lnTo>
                    <a:pt x="453" y="287"/>
                  </a:lnTo>
                  <a:lnTo>
                    <a:pt x="452" y="286"/>
                  </a:lnTo>
                  <a:lnTo>
                    <a:pt x="452" y="285"/>
                  </a:lnTo>
                  <a:lnTo>
                    <a:pt x="452" y="284"/>
                  </a:lnTo>
                  <a:lnTo>
                    <a:pt x="451" y="281"/>
                  </a:lnTo>
                  <a:lnTo>
                    <a:pt x="451" y="280"/>
                  </a:lnTo>
                  <a:lnTo>
                    <a:pt x="451" y="280"/>
                  </a:lnTo>
                  <a:lnTo>
                    <a:pt x="449" y="280"/>
                  </a:lnTo>
                  <a:lnTo>
                    <a:pt x="448" y="279"/>
                  </a:lnTo>
                  <a:lnTo>
                    <a:pt x="448" y="279"/>
                  </a:lnTo>
                  <a:lnTo>
                    <a:pt x="447" y="279"/>
                  </a:lnTo>
                  <a:lnTo>
                    <a:pt x="445" y="280"/>
                  </a:lnTo>
                  <a:lnTo>
                    <a:pt x="445" y="280"/>
                  </a:lnTo>
                  <a:lnTo>
                    <a:pt x="444" y="280"/>
                  </a:lnTo>
                  <a:lnTo>
                    <a:pt x="444" y="281"/>
                  </a:lnTo>
                  <a:lnTo>
                    <a:pt x="444" y="282"/>
                  </a:lnTo>
                  <a:lnTo>
                    <a:pt x="444" y="285"/>
                  </a:lnTo>
                  <a:lnTo>
                    <a:pt x="442" y="287"/>
                  </a:lnTo>
                  <a:lnTo>
                    <a:pt x="441" y="288"/>
                  </a:lnTo>
                  <a:lnTo>
                    <a:pt x="439" y="288"/>
                  </a:lnTo>
                  <a:lnTo>
                    <a:pt x="437" y="288"/>
                  </a:lnTo>
                  <a:lnTo>
                    <a:pt x="437" y="289"/>
                  </a:lnTo>
                  <a:lnTo>
                    <a:pt x="438" y="291"/>
                  </a:lnTo>
                  <a:lnTo>
                    <a:pt x="438" y="291"/>
                  </a:lnTo>
                  <a:lnTo>
                    <a:pt x="439" y="292"/>
                  </a:lnTo>
                  <a:lnTo>
                    <a:pt x="438" y="292"/>
                  </a:lnTo>
                  <a:lnTo>
                    <a:pt x="437" y="293"/>
                  </a:lnTo>
                  <a:lnTo>
                    <a:pt x="437" y="294"/>
                  </a:lnTo>
                  <a:lnTo>
                    <a:pt x="437" y="296"/>
                  </a:lnTo>
                  <a:lnTo>
                    <a:pt x="435" y="299"/>
                  </a:lnTo>
                  <a:lnTo>
                    <a:pt x="434" y="300"/>
                  </a:lnTo>
                  <a:lnTo>
                    <a:pt x="432" y="301"/>
                  </a:lnTo>
                  <a:lnTo>
                    <a:pt x="430" y="300"/>
                  </a:lnTo>
                  <a:lnTo>
                    <a:pt x="428" y="297"/>
                  </a:lnTo>
                  <a:lnTo>
                    <a:pt x="427" y="295"/>
                  </a:lnTo>
                  <a:lnTo>
                    <a:pt x="427" y="293"/>
                  </a:lnTo>
                  <a:lnTo>
                    <a:pt x="427" y="292"/>
                  </a:lnTo>
                  <a:lnTo>
                    <a:pt x="428" y="289"/>
                  </a:lnTo>
                  <a:lnTo>
                    <a:pt x="430" y="287"/>
                  </a:lnTo>
                  <a:lnTo>
                    <a:pt x="428" y="287"/>
                  </a:lnTo>
                  <a:lnTo>
                    <a:pt x="428" y="286"/>
                  </a:lnTo>
                  <a:lnTo>
                    <a:pt x="427" y="285"/>
                  </a:lnTo>
                  <a:lnTo>
                    <a:pt x="426" y="284"/>
                  </a:lnTo>
                  <a:lnTo>
                    <a:pt x="426" y="285"/>
                  </a:lnTo>
                  <a:lnTo>
                    <a:pt x="425" y="285"/>
                  </a:lnTo>
                  <a:lnTo>
                    <a:pt x="425" y="285"/>
                  </a:lnTo>
                  <a:lnTo>
                    <a:pt x="424" y="286"/>
                  </a:lnTo>
                  <a:lnTo>
                    <a:pt x="424" y="286"/>
                  </a:lnTo>
                  <a:lnTo>
                    <a:pt x="423" y="288"/>
                  </a:lnTo>
                  <a:lnTo>
                    <a:pt x="423" y="289"/>
                  </a:lnTo>
                  <a:lnTo>
                    <a:pt x="420" y="287"/>
                  </a:lnTo>
                  <a:lnTo>
                    <a:pt x="419" y="287"/>
                  </a:lnTo>
                  <a:lnTo>
                    <a:pt x="418" y="288"/>
                  </a:lnTo>
                  <a:lnTo>
                    <a:pt x="418" y="288"/>
                  </a:lnTo>
                  <a:lnTo>
                    <a:pt x="418" y="289"/>
                  </a:lnTo>
                  <a:lnTo>
                    <a:pt x="418" y="289"/>
                  </a:lnTo>
                  <a:lnTo>
                    <a:pt x="417" y="289"/>
                  </a:lnTo>
                  <a:lnTo>
                    <a:pt x="417" y="291"/>
                  </a:lnTo>
                  <a:lnTo>
                    <a:pt x="416" y="291"/>
                  </a:lnTo>
                  <a:lnTo>
                    <a:pt x="416" y="292"/>
                  </a:lnTo>
                  <a:lnTo>
                    <a:pt x="414" y="292"/>
                  </a:lnTo>
                  <a:lnTo>
                    <a:pt x="410" y="292"/>
                  </a:lnTo>
                  <a:lnTo>
                    <a:pt x="409" y="292"/>
                  </a:lnTo>
                  <a:lnTo>
                    <a:pt x="408" y="289"/>
                  </a:lnTo>
                  <a:lnTo>
                    <a:pt x="408" y="287"/>
                  </a:lnTo>
                  <a:lnTo>
                    <a:pt x="408" y="286"/>
                  </a:lnTo>
                  <a:lnTo>
                    <a:pt x="406" y="286"/>
                  </a:lnTo>
                  <a:lnTo>
                    <a:pt x="404" y="285"/>
                  </a:lnTo>
                  <a:lnTo>
                    <a:pt x="399" y="286"/>
                  </a:lnTo>
                  <a:lnTo>
                    <a:pt x="398" y="285"/>
                  </a:lnTo>
                  <a:lnTo>
                    <a:pt x="398" y="284"/>
                  </a:lnTo>
                  <a:lnTo>
                    <a:pt x="398" y="280"/>
                  </a:lnTo>
                  <a:lnTo>
                    <a:pt x="397" y="279"/>
                  </a:lnTo>
                  <a:lnTo>
                    <a:pt x="395" y="277"/>
                  </a:lnTo>
                  <a:lnTo>
                    <a:pt x="391" y="278"/>
                  </a:lnTo>
                  <a:lnTo>
                    <a:pt x="389" y="280"/>
                  </a:lnTo>
                  <a:lnTo>
                    <a:pt x="382" y="287"/>
                  </a:lnTo>
                  <a:lnTo>
                    <a:pt x="380" y="289"/>
                  </a:lnTo>
                  <a:lnTo>
                    <a:pt x="376" y="289"/>
                  </a:lnTo>
                  <a:lnTo>
                    <a:pt x="373" y="288"/>
                  </a:lnTo>
                  <a:lnTo>
                    <a:pt x="372" y="287"/>
                  </a:lnTo>
                  <a:lnTo>
                    <a:pt x="370" y="287"/>
                  </a:lnTo>
                  <a:lnTo>
                    <a:pt x="370" y="286"/>
                  </a:lnTo>
                  <a:lnTo>
                    <a:pt x="370" y="285"/>
                  </a:lnTo>
                  <a:lnTo>
                    <a:pt x="372" y="284"/>
                  </a:lnTo>
                  <a:lnTo>
                    <a:pt x="372" y="282"/>
                  </a:lnTo>
                  <a:lnTo>
                    <a:pt x="372" y="281"/>
                  </a:lnTo>
                  <a:lnTo>
                    <a:pt x="372" y="280"/>
                  </a:lnTo>
                  <a:lnTo>
                    <a:pt x="372" y="279"/>
                  </a:lnTo>
                  <a:lnTo>
                    <a:pt x="372" y="278"/>
                  </a:lnTo>
                  <a:lnTo>
                    <a:pt x="370" y="278"/>
                  </a:lnTo>
                  <a:lnTo>
                    <a:pt x="370" y="278"/>
                  </a:lnTo>
                  <a:lnTo>
                    <a:pt x="367" y="277"/>
                  </a:lnTo>
                  <a:lnTo>
                    <a:pt x="363" y="277"/>
                  </a:lnTo>
                  <a:lnTo>
                    <a:pt x="361" y="274"/>
                  </a:lnTo>
                  <a:lnTo>
                    <a:pt x="361" y="272"/>
                  </a:lnTo>
                  <a:lnTo>
                    <a:pt x="360" y="270"/>
                  </a:lnTo>
                  <a:lnTo>
                    <a:pt x="360" y="267"/>
                  </a:lnTo>
                  <a:lnTo>
                    <a:pt x="360" y="265"/>
                  </a:lnTo>
                  <a:lnTo>
                    <a:pt x="359" y="264"/>
                  </a:lnTo>
                  <a:lnTo>
                    <a:pt x="358" y="264"/>
                  </a:lnTo>
                  <a:lnTo>
                    <a:pt x="354" y="265"/>
                  </a:lnTo>
                  <a:lnTo>
                    <a:pt x="352" y="266"/>
                  </a:lnTo>
                  <a:lnTo>
                    <a:pt x="341" y="265"/>
                  </a:lnTo>
                  <a:lnTo>
                    <a:pt x="340" y="265"/>
                  </a:lnTo>
                  <a:lnTo>
                    <a:pt x="339" y="266"/>
                  </a:lnTo>
                  <a:lnTo>
                    <a:pt x="338" y="268"/>
                  </a:lnTo>
                  <a:lnTo>
                    <a:pt x="337" y="270"/>
                  </a:lnTo>
                  <a:lnTo>
                    <a:pt x="337" y="271"/>
                  </a:lnTo>
                  <a:lnTo>
                    <a:pt x="334" y="271"/>
                  </a:lnTo>
                  <a:lnTo>
                    <a:pt x="331" y="271"/>
                  </a:lnTo>
                  <a:lnTo>
                    <a:pt x="330" y="271"/>
                  </a:lnTo>
                  <a:lnTo>
                    <a:pt x="327" y="267"/>
                  </a:lnTo>
                  <a:lnTo>
                    <a:pt x="326" y="267"/>
                  </a:lnTo>
                  <a:lnTo>
                    <a:pt x="325" y="266"/>
                  </a:lnTo>
                  <a:lnTo>
                    <a:pt x="324" y="264"/>
                  </a:lnTo>
                  <a:lnTo>
                    <a:pt x="324" y="264"/>
                  </a:lnTo>
                  <a:lnTo>
                    <a:pt x="322" y="264"/>
                  </a:lnTo>
                  <a:lnTo>
                    <a:pt x="320" y="264"/>
                  </a:lnTo>
                  <a:lnTo>
                    <a:pt x="318" y="264"/>
                  </a:lnTo>
                  <a:lnTo>
                    <a:pt x="313" y="266"/>
                  </a:lnTo>
                  <a:lnTo>
                    <a:pt x="312" y="265"/>
                  </a:lnTo>
                  <a:lnTo>
                    <a:pt x="303" y="264"/>
                  </a:lnTo>
                  <a:lnTo>
                    <a:pt x="302" y="263"/>
                  </a:lnTo>
                  <a:lnTo>
                    <a:pt x="296" y="259"/>
                  </a:lnTo>
                  <a:lnTo>
                    <a:pt x="295" y="259"/>
                  </a:lnTo>
                  <a:lnTo>
                    <a:pt x="294" y="259"/>
                  </a:lnTo>
                  <a:lnTo>
                    <a:pt x="293" y="259"/>
                  </a:lnTo>
                  <a:lnTo>
                    <a:pt x="290" y="260"/>
                  </a:lnTo>
                  <a:lnTo>
                    <a:pt x="289" y="259"/>
                  </a:lnTo>
                  <a:lnTo>
                    <a:pt x="287" y="259"/>
                  </a:lnTo>
                  <a:lnTo>
                    <a:pt x="284" y="259"/>
                  </a:lnTo>
                  <a:lnTo>
                    <a:pt x="281" y="259"/>
                  </a:lnTo>
                  <a:lnTo>
                    <a:pt x="280" y="258"/>
                  </a:lnTo>
                  <a:lnTo>
                    <a:pt x="279" y="258"/>
                  </a:lnTo>
                  <a:lnTo>
                    <a:pt x="277" y="256"/>
                  </a:lnTo>
                  <a:lnTo>
                    <a:pt x="277" y="251"/>
                  </a:lnTo>
                  <a:lnTo>
                    <a:pt x="277" y="250"/>
                  </a:lnTo>
                  <a:lnTo>
                    <a:pt x="279" y="250"/>
                  </a:lnTo>
                  <a:lnTo>
                    <a:pt x="277" y="248"/>
                  </a:lnTo>
                  <a:lnTo>
                    <a:pt x="275" y="245"/>
                  </a:lnTo>
                  <a:lnTo>
                    <a:pt x="274" y="244"/>
                  </a:lnTo>
                  <a:lnTo>
                    <a:pt x="274" y="243"/>
                  </a:lnTo>
                  <a:lnTo>
                    <a:pt x="273" y="242"/>
                  </a:lnTo>
                  <a:lnTo>
                    <a:pt x="272" y="241"/>
                  </a:lnTo>
                  <a:lnTo>
                    <a:pt x="269" y="241"/>
                  </a:lnTo>
                  <a:lnTo>
                    <a:pt x="269" y="241"/>
                  </a:lnTo>
                  <a:lnTo>
                    <a:pt x="268" y="241"/>
                  </a:lnTo>
                  <a:lnTo>
                    <a:pt x="268" y="239"/>
                  </a:lnTo>
                  <a:lnTo>
                    <a:pt x="267" y="239"/>
                  </a:lnTo>
                  <a:lnTo>
                    <a:pt x="267" y="238"/>
                  </a:lnTo>
                  <a:lnTo>
                    <a:pt x="267" y="238"/>
                  </a:lnTo>
                  <a:lnTo>
                    <a:pt x="266" y="237"/>
                  </a:lnTo>
                  <a:lnTo>
                    <a:pt x="265" y="237"/>
                  </a:lnTo>
                  <a:lnTo>
                    <a:pt x="263" y="238"/>
                  </a:lnTo>
                  <a:lnTo>
                    <a:pt x="263" y="243"/>
                  </a:lnTo>
                  <a:lnTo>
                    <a:pt x="262" y="244"/>
                  </a:lnTo>
                  <a:lnTo>
                    <a:pt x="261" y="244"/>
                  </a:lnTo>
                  <a:lnTo>
                    <a:pt x="260" y="244"/>
                  </a:lnTo>
                  <a:lnTo>
                    <a:pt x="258" y="244"/>
                  </a:lnTo>
                  <a:lnTo>
                    <a:pt x="255" y="242"/>
                  </a:lnTo>
                  <a:lnTo>
                    <a:pt x="252" y="242"/>
                  </a:lnTo>
                  <a:lnTo>
                    <a:pt x="251" y="242"/>
                  </a:lnTo>
                  <a:lnTo>
                    <a:pt x="251" y="242"/>
                  </a:lnTo>
                  <a:lnTo>
                    <a:pt x="250" y="243"/>
                  </a:lnTo>
                  <a:lnTo>
                    <a:pt x="250" y="244"/>
                  </a:lnTo>
                  <a:lnTo>
                    <a:pt x="247" y="244"/>
                  </a:lnTo>
                  <a:lnTo>
                    <a:pt x="244" y="244"/>
                  </a:lnTo>
                  <a:lnTo>
                    <a:pt x="241" y="243"/>
                  </a:lnTo>
                  <a:lnTo>
                    <a:pt x="241" y="242"/>
                  </a:lnTo>
                  <a:lnTo>
                    <a:pt x="239" y="239"/>
                  </a:lnTo>
                  <a:lnTo>
                    <a:pt x="227" y="228"/>
                  </a:lnTo>
                  <a:lnTo>
                    <a:pt x="226" y="228"/>
                  </a:lnTo>
                  <a:lnTo>
                    <a:pt x="225" y="227"/>
                  </a:lnTo>
                  <a:lnTo>
                    <a:pt x="224" y="227"/>
                  </a:lnTo>
                  <a:lnTo>
                    <a:pt x="223" y="227"/>
                  </a:lnTo>
                  <a:lnTo>
                    <a:pt x="219" y="227"/>
                  </a:lnTo>
                  <a:lnTo>
                    <a:pt x="218" y="227"/>
                  </a:lnTo>
                  <a:lnTo>
                    <a:pt x="218" y="222"/>
                  </a:lnTo>
                  <a:lnTo>
                    <a:pt x="218" y="211"/>
                  </a:lnTo>
                  <a:lnTo>
                    <a:pt x="218" y="171"/>
                  </a:lnTo>
                  <a:lnTo>
                    <a:pt x="218" y="160"/>
                  </a:lnTo>
                  <a:lnTo>
                    <a:pt x="218" y="120"/>
                  </a:lnTo>
                  <a:lnTo>
                    <a:pt x="218" y="109"/>
                  </a:lnTo>
                  <a:lnTo>
                    <a:pt x="218" y="68"/>
                  </a:lnTo>
                  <a:lnTo>
                    <a:pt x="218" y="58"/>
                  </a:lnTo>
                  <a:lnTo>
                    <a:pt x="218" y="55"/>
                  </a:lnTo>
                  <a:lnTo>
                    <a:pt x="194" y="55"/>
                  </a:lnTo>
                  <a:lnTo>
                    <a:pt x="180" y="55"/>
                  </a:lnTo>
                  <a:lnTo>
                    <a:pt x="164" y="53"/>
                  </a:lnTo>
                  <a:lnTo>
                    <a:pt x="146" y="53"/>
                  </a:lnTo>
                  <a:lnTo>
                    <a:pt x="126" y="53"/>
                  </a:lnTo>
                  <a:lnTo>
                    <a:pt x="107" y="53"/>
                  </a:lnTo>
                  <a:lnTo>
                    <a:pt x="87" y="53"/>
                  </a:lnTo>
                  <a:lnTo>
                    <a:pt x="67" y="52"/>
                  </a:lnTo>
                  <a:lnTo>
                    <a:pt x="50" y="52"/>
                  </a:lnTo>
                  <a:lnTo>
                    <a:pt x="33" y="52"/>
                  </a:lnTo>
                  <a:lnTo>
                    <a:pt x="19" y="52"/>
                  </a:lnTo>
                  <a:lnTo>
                    <a:pt x="9" y="51"/>
                  </a:lnTo>
                  <a:lnTo>
                    <a:pt x="3" y="51"/>
                  </a:lnTo>
                  <a:lnTo>
                    <a:pt x="0" y="51"/>
                  </a:lnTo>
                  <a:lnTo>
                    <a:pt x="1" y="39"/>
                  </a:lnTo>
                  <a:lnTo>
                    <a:pt x="1" y="29"/>
                  </a:lnTo>
                  <a:lnTo>
                    <a:pt x="1" y="17"/>
                  </a:lnTo>
                  <a:lnTo>
                    <a:pt x="1" y="7"/>
                  </a:lnTo>
                  <a:lnTo>
                    <a:pt x="10" y="7"/>
                  </a:lnTo>
                  <a:lnTo>
                    <a:pt x="19" y="7"/>
                  </a:lnTo>
                  <a:lnTo>
                    <a:pt x="29" y="7"/>
                  </a:lnTo>
                  <a:lnTo>
                    <a:pt x="37" y="7"/>
                  </a:lnTo>
                  <a:lnTo>
                    <a:pt x="46" y="8"/>
                  </a:lnTo>
                  <a:lnTo>
                    <a:pt x="55" y="8"/>
                  </a:lnTo>
                  <a:lnTo>
                    <a:pt x="64" y="8"/>
                  </a:lnTo>
                  <a:lnTo>
                    <a:pt x="73" y="8"/>
                  </a:lnTo>
                  <a:lnTo>
                    <a:pt x="107" y="8"/>
                  </a:lnTo>
                  <a:lnTo>
                    <a:pt x="123" y="9"/>
                  </a:lnTo>
                  <a:lnTo>
                    <a:pt x="139" y="9"/>
                  </a:lnTo>
                  <a:lnTo>
                    <a:pt x="157" y="9"/>
                  </a:lnTo>
                  <a:lnTo>
                    <a:pt x="173" y="9"/>
                  </a:lnTo>
                  <a:lnTo>
                    <a:pt x="189" y="9"/>
                  </a:lnTo>
                  <a:lnTo>
                    <a:pt x="207" y="9"/>
                  </a:lnTo>
                  <a:lnTo>
                    <a:pt x="223" y="9"/>
                  </a:lnTo>
                  <a:lnTo>
                    <a:pt x="239" y="9"/>
                  </a:lnTo>
                  <a:lnTo>
                    <a:pt x="256" y="9"/>
                  </a:lnTo>
                  <a:lnTo>
                    <a:pt x="273" y="9"/>
                  </a:lnTo>
                  <a:lnTo>
                    <a:pt x="290" y="9"/>
                  </a:lnTo>
                  <a:lnTo>
                    <a:pt x="306" y="9"/>
                  </a:lnTo>
                  <a:lnTo>
                    <a:pt x="323" y="9"/>
                  </a:lnTo>
                  <a:lnTo>
                    <a:pt x="340" y="8"/>
                  </a:lnTo>
                  <a:lnTo>
                    <a:pt x="356" y="8"/>
                  </a:lnTo>
                  <a:lnTo>
                    <a:pt x="373" y="8"/>
                  </a:lnTo>
                  <a:lnTo>
                    <a:pt x="390" y="8"/>
                  </a:lnTo>
                  <a:lnTo>
                    <a:pt x="406" y="7"/>
                  </a:lnTo>
                  <a:lnTo>
                    <a:pt x="423" y="7"/>
                  </a:lnTo>
                  <a:lnTo>
                    <a:pt x="440" y="7"/>
                  </a:lnTo>
                  <a:lnTo>
                    <a:pt x="456" y="6"/>
                  </a:lnTo>
                  <a:lnTo>
                    <a:pt x="474" y="6"/>
                  </a:lnTo>
                  <a:lnTo>
                    <a:pt x="490" y="5"/>
                  </a:lnTo>
                  <a:lnTo>
                    <a:pt x="506" y="5"/>
                  </a:lnTo>
                  <a:lnTo>
                    <a:pt x="524" y="3"/>
                  </a:lnTo>
                  <a:lnTo>
                    <a:pt x="540" y="3"/>
                  </a:lnTo>
                  <a:lnTo>
                    <a:pt x="556" y="2"/>
                  </a:lnTo>
                  <a:lnTo>
                    <a:pt x="574" y="1"/>
                  </a:lnTo>
                  <a:lnTo>
                    <a:pt x="590" y="1"/>
                  </a:lnTo>
                  <a:lnTo>
                    <a:pt x="60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3162300" y="2243138"/>
              <a:ext cx="242887" cy="268288"/>
            </a:xfrm>
            <a:custGeom>
              <a:avLst/>
              <a:gdLst>
                <a:gd name="T0" fmla="*/ 298 w 305"/>
                <a:gd name="T1" fmla="*/ 80 h 337"/>
                <a:gd name="T2" fmla="*/ 298 w 305"/>
                <a:gd name="T3" fmla="*/ 120 h 337"/>
                <a:gd name="T4" fmla="*/ 302 w 305"/>
                <a:gd name="T5" fmla="*/ 132 h 337"/>
                <a:gd name="T6" fmla="*/ 303 w 305"/>
                <a:gd name="T7" fmla="*/ 143 h 337"/>
                <a:gd name="T8" fmla="*/ 302 w 305"/>
                <a:gd name="T9" fmla="*/ 152 h 337"/>
                <a:gd name="T10" fmla="*/ 299 w 305"/>
                <a:gd name="T11" fmla="*/ 174 h 337"/>
                <a:gd name="T12" fmla="*/ 299 w 305"/>
                <a:gd name="T13" fmla="*/ 184 h 337"/>
                <a:gd name="T14" fmla="*/ 298 w 305"/>
                <a:gd name="T15" fmla="*/ 188 h 337"/>
                <a:gd name="T16" fmla="*/ 294 w 305"/>
                <a:gd name="T17" fmla="*/ 197 h 337"/>
                <a:gd name="T18" fmla="*/ 296 w 305"/>
                <a:gd name="T19" fmla="*/ 206 h 337"/>
                <a:gd name="T20" fmla="*/ 282 w 305"/>
                <a:gd name="T21" fmla="*/ 227 h 337"/>
                <a:gd name="T22" fmla="*/ 272 w 305"/>
                <a:gd name="T23" fmla="*/ 236 h 337"/>
                <a:gd name="T24" fmla="*/ 259 w 305"/>
                <a:gd name="T25" fmla="*/ 237 h 337"/>
                <a:gd name="T26" fmla="*/ 251 w 305"/>
                <a:gd name="T27" fmla="*/ 249 h 337"/>
                <a:gd name="T28" fmla="*/ 241 w 305"/>
                <a:gd name="T29" fmla="*/ 260 h 337"/>
                <a:gd name="T30" fmla="*/ 239 w 305"/>
                <a:gd name="T31" fmla="*/ 271 h 337"/>
                <a:gd name="T32" fmla="*/ 244 w 305"/>
                <a:gd name="T33" fmla="*/ 279 h 337"/>
                <a:gd name="T34" fmla="*/ 239 w 305"/>
                <a:gd name="T35" fmla="*/ 282 h 337"/>
                <a:gd name="T36" fmla="*/ 234 w 305"/>
                <a:gd name="T37" fmla="*/ 286 h 337"/>
                <a:gd name="T38" fmla="*/ 234 w 305"/>
                <a:gd name="T39" fmla="*/ 282 h 337"/>
                <a:gd name="T40" fmla="*/ 223 w 305"/>
                <a:gd name="T41" fmla="*/ 279 h 337"/>
                <a:gd name="T42" fmla="*/ 217 w 305"/>
                <a:gd name="T43" fmla="*/ 299 h 337"/>
                <a:gd name="T44" fmla="*/ 219 w 305"/>
                <a:gd name="T45" fmla="*/ 310 h 337"/>
                <a:gd name="T46" fmla="*/ 213 w 305"/>
                <a:gd name="T47" fmla="*/ 318 h 337"/>
                <a:gd name="T48" fmla="*/ 197 w 305"/>
                <a:gd name="T49" fmla="*/ 337 h 337"/>
                <a:gd name="T50" fmla="*/ 179 w 305"/>
                <a:gd name="T51" fmla="*/ 325 h 337"/>
                <a:gd name="T52" fmla="*/ 166 w 305"/>
                <a:gd name="T53" fmla="*/ 311 h 337"/>
                <a:gd name="T54" fmla="*/ 154 w 305"/>
                <a:gd name="T55" fmla="*/ 321 h 337"/>
                <a:gd name="T56" fmla="*/ 145 w 305"/>
                <a:gd name="T57" fmla="*/ 327 h 337"/>
                <a:gd name="T58" fmla="*/ 134 w 305"/>
                <a:gd name="T59" fmla="*/ 323 h 337"/>
                <a:gd name="T60" fmla="*/ 119 w 305"/>
                <a:gd name="T61" fmla="*/ 323 h 337"/>
                <a:gd name="T62" fmla="*/ 104 w 305"/>
                <a:gd name="T63" fmla="*/ 323 h 337"/>
                <a:gd name="T64" fmla="*/ 84 w 305"/>
                <a:gd name="T65" fmla="*/ 321 h 337"/>
                <a:gd name="T66" fmla="*/ 71 w 305"/>
                <a:gd name="T67" fmla="*/ 309 h 337"/>
                <a:gd name="T68" fmla="*/ 61 w 305"/>
                <a:gd name="T69" fmla="*/ 300 h 337"/>
                <a:gd name="T70" fmla="*/ 45 w 305"/>
                <a:gd name="T71" fmla="*/ 300 h 337"/>
                <a:gd name="T72" fmla="*/ 33 w 305"/>
                <a:gd name="T73" fmla="*/ 295 h 337"/>
                <a:gd name="T74" fmla="*/ 23 w 305"/>
                <a:gd name="T75" fmla="*/ 257 h 337"/>
                <a:gd name="T76" fmla="*/ 16 w 305"/>
                <a:gd name="T77" fmla="*/ 199 h 337"/>
                <a:gd name="T78" fmla="*/ 9 w 305"/>
                <a:gd name="T79" fmla="*/ 142 h 337"/>
                <a:gd name="T80" fmla="*/ 1 w 305"/>
                <a:gd name="T81" fmla="*/ 78 h 337"/>
                <a:gd name="T82" fmla="*/ 39 w 305"/>
                <a:gd name="T83" fmla="*/ 64 h 337"/>
                <a:gd name="T84" fmla="*/ 83 w 305"/>
                <a:gd name="T85" fmla="*/ 56 h 337"/>
                <a:gd name="T86" fmla="*/ 100 w 305"/>
                <a:gd name="T87" fmla="*/ 56 h 337"/>
                <a:gd name="T88" fmla="*/ 122 w 305"/>
                <a:gd name="T89" fmla="*/ 66 h 337"/>
                <a:gd name="T90" fmla="*/ 133 w 305"/>
                <a:gd name="T91" fmla="*/ 64 h 337"/>
                <a:gd name="T92" fmla="*/ 137 w 305"/>
                <a:gd name="T93" fmla="*/ 64 h 337"/>
                <a:gd name="T94" fmla="*/ 139 w 305"/>
                <a:gd name="T95" fmla="*/ 66 h 337"/>
                <a:gd name="T96" fmla="*/ 126 w 305"/>
                <a:gd name="T97" fmla="*/ 71 h 337"/>
                <a:gd name="T98" fmla="*/ 124 w 305"/>
                <a:gd name="T99" fmla="*/ 73 h 337"/>
                <a:gd name="T100" fmla="*/ 136 w 305"/>
                <a:gd name="T101" fmla="*/ 71 h 337"/>
                <a:gd name="T102" fmla="*/ 146 w 305"/>
                <a:gd name="T103" fmla="*/ 70 h 337"/>
                <a:gd name="T104" fmla="*/ 147 w 305"/>
                <a:gd name="T105" fmla="*/ 68 h 337"/>
                <a:gd name="T106" fmla="*/ 163 w 305"/>
                <a:gd name="T107" fmla="*/ 73 h 337"/>
                <a:gd name="T108" fmla="*/ 191 w 305"/>
                <a:gd name="T109" fmla="*/ 58 h 337"/>
                <a:gd name="T110" fmla="*/ 209 w 305"/>
                <a:gd name="T111" fmla="*/ 57 h 337"/>
                <a:gd name="T112" fmla="*/ 261 w 305"/>
                <a:gd name="T113" fmla="*/ 14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5" h="337">
                  <a:moveTo>
                    <a:pt x="284" y="0"/>
                  </a:moveTo>
                  <a:lnTo>
                    <a:pt x="285" y="7"/>
                  </a:lnTo>
                  <a:lnTo>
                    <a:pt x="289" y="25"/>
                  </a:lnTo>
                  <a:lnTo>
                    <a:pt x="291" y="43"/>
                  </a:lnTo>
                  <a:lnTo>
                    <a:pt x="294" y="52"/>
                  </a:lnTo>
                  <a:lnTo>
                    <a:pt x="295" y="61"/>
                  </a:lnTo>
                  <a:lnTo>
                    <a:pt x="297" y="71"/>
                  </a:lnTo>
                  <a:lnTo>
                    <a:pt x="298" y="80"/>
                  </a:lnTo>
                  <a:lnTo>
                    <a:pt x="299" y="89"/>
                  </a:lnTo>
                  <a:lnTo>
                    <a:pt x="302" y="99"/>
                  </a:lnTo>
                  <a:lnTo>
                    <a:pt x="303" y="108"/>
                  </a:lnTo>
                  <a:lnTo>
                    <a:pt x="305" y="116"/>
                  </a:lnTo>
                  <a:lnTo>
                    <a:pt x="304" y="117"/>
                  </a:lnTo>
                  <a:lnTo>
                    <a:pt x="301" y="120"/>
                  </a:lnTo>
                  <a:lnTo>
                    <a:pt x="299" y="120"/>
                  </a:lnTo>
                  <a:lnTo>
                    <a:pt x="298" y="120"/>
                  </a:lnTo>
                  <a:lnTo>
                    <a:pt x="296" y="121"/>
                  </a:lnTo>
                  <a:lnTo>
                    <a:pt x="295" y="122"/>
                  </a:lnTo>
                  <a:lnTo>
                    <a:pt x="295" y="123"/>
                  </a:lnTo>
                  <a:lnTo>
                    <a:pt x="296" y="125"/>
                  </a:lnTo>
                  <a:lnTo>
                    <a:pt x="298" y="128"/>
                  </a:lnTo>
                  <a:lnTo>
                    <a:pt x="301" y="130"/>
                  </a:lnTo>
                  <a:lnTo>
                    <a:pt x="302" y="131"/>
                  </a:lnTo>
                  <a:lnTo>
                    <a:pt x="302" y="132"/>
                  </a:lnTo>
                  <a:lnTo>
                    <a:pt x="302" y="135"/>
                  </a:lnTo>
                  <a:lnTo>
                    <a:pt x="301" y="138"/>
                  </a:lnTo>
                  <a:lnTo>
                    <a:pt x="302" y="141"/>
                  </a:lnTo>
                  <a:lnTo>
                    <a:pt x="302" y="141"/>
                  </a:lnTo>
                  <a:lnTo>
                    <a:pt x="303" y="141"/>
                  </a:lnTo>
                  <a:lnTo>
                    <a:pt x="303" y="141"/>
                  </a:lnTo>
                  <a:lnTo>
                    <a:pt x="303" y="142"/>
                  </a:lnTo>
                  <a:lnTo>
                    <a:pt x="303" y="143"/>
                  </a:lnTo>
                  <a:lnTo>
                    <a:pt x="303" y="143"/>
                  </a:lnTo>
                  <a:lnTo>
                    <a:pt x="304" y="145"/>
                  </a:lnTo>
                  <a:lnTo>
                    <a:pt x="304" y="146"/>
                  </a:lnTo>
                  <a:lnTo>
                    <a:pt x="304" y="146"/>
                  </a:lnTo>
                  <a:lnTo>
                    <a:pt x="304" y="150"/>
                  </a:lnTo>
                  <a:lnTo>
                    <a:pt x="304" y="150"/>
                  </a:lnTo>
                  <a:lnTo>
                    <a:pt x="302" y="152"/>
                  </a:lnTo>
                  <a:lnTo>
                    <a:pt x="302" y="152"/>
                  </a:lnTo>
                  <a:lnTo>
                    <a:pt x="301" y="156"/>
                  </a:lnTo>
                  <a:lnTo>
                    <a:pt x="301" y="158"/>
                  </a:lnTo>
                  <a:lnTo>
                    <a:pt x="301" y="161"/>
                  </a:lnTo>
                  <a:lnTo>
                    <a:pt x="301" y="163"/>
                  </a:lnTo>
                  <a:lnTo>
                    <a:pt x="299" y="166"/>
                  </a:lnTo>
                  <a:lnTo>
                    <a:pt x="298" y="168"/>
                  </a:lnTo>
                  <a:lnTo>
                    <a:pt x="298" y="171"/>
                  </a:lnTo>
                  <a:lnTo>
                    <a:pt x="299" y="174"/>
                  </a:lnTo>
                  <a:lnTo>
                    <a:pt x="299" y="177"/>
                  </a:lnTo>
                  <a:lnTo>
                    <a:pt x="299" y="178"/>
                  </a:lnTo>
                  <a:lnTo>
                    <a:pt x="298" y="179"/>
                  </a:lnTo>
                  <a:lnTo>
                    <a:pt x="298" y="180"/>
                  </a:lnTo>
                  <a:lnTo>
                    <a:pt x="298" y="181"/>
                  </a:lnTo>
                  <a:lnTo>
                    <a:pt x="299" y="181"/>
                  </a:lnTo>
                  <a:lnTo>
                    <a:pt x="299" y="182"/>
                  </a:lnTo>
                  <a:lnTo>
                    <a:pt x="299" y="184"/>
                  </a:lnTo>
                  <a:lnTo>
                    <a:pt x="298" y="184"/>
                  </a:lnTo>
                  <a:lnTo>
                    <a:pt x="297" y="184"/>
                  </a:lnTo>
                  <a:lnTo>
                    <a:pt x="297" y="184"/>
                  </a:lnTo>
                  <a:lnTo>
                    <a:pt x="296" y="185"/>
                  </a:lnTo>
                  <a:lnTo>
                    <a:pt x="297" y="186"/>
                  </a:lnTo>
                  <a:lnTo>
                    <a:pt x="297" y="186"/>
                  </a:lnTo>
                  <a:lnTo>
                    <a:pt x="298" y="187"/>
                  </a:lnTo>
                  <a:lnTo>
                    <a:pt x="298" y="188"/>
                  </a:lnTo>
                  <a:lnTo>
                    <a:pt x="297" y="189"/>
                  </a:lnTo>
                  <a:lnTo>
                    <a:pt x="296" y="191"/>
                  </a:lnTo>
                  <a:lnTo>
                    <a:pt x="296" y="192"/>
                  </a:lnTo>
                  <a:lnTo>
                    <a:pt x="296" y="193"/>
                  </a:lnTo>
                  <a:lnTo>
                    <a:pt x="296" y="194"/>
                  </a:lnTo>
                  <a:lnTo>
                    <a:pt x="296" y="195"/>
                  </a:lnTo>
                  <a:lnTo>
                    <a:pt x="295" y="196"/>
                  </a:lnTo>
                  <a:lnTo>
                    <a:pt x="294" y="197"/>
                  </a:lnTo>
                  <a:lnTo>
                    <a:pt x="295" y="199"/>
                  </a:lnTo>
                  <a:lnTo>
                    <a:pt x="296" y="200"/>
                  </a:lnTo>
                  <a:lnTo>
                    <a:pt x="297" y="200"/>
                  </a:lnTo>
                  <a:lnTo>
                    <a:pt x="297" y="201"/>
                  </a:lnTo>
                  <a:lnTo>
                    <a:pt x="297" y="203"/>
                  </a:lnTo>
                  <a:lnTo>
                    <a:pt x="296" y="204"/>
                  </a:lnTo>
                  <a:lnTo>
                    <a:pt x="296" y="204"/>
                  </a:lnTo>
                  <a:lnTo>
                    <a:pt x="296" y="206"/>
                  </a:lnTo>
                  <a:lnTo>
                    <a:pt x="296" y="206"/>
                  </a:lnTo>
                  <a:lnTo>
                    <a:pt x="296" y="207"/>
                  </a:lnTo>
                  <a:lnTo>
                    <a:pt x="296" y="209"/>
                  </a:lnTo>
                  <a:lnTo>
                    <a:pt x="296" y="210"/>
                  </a:lnTo>
                  <a:lnTo>
                    <a:pt x="291" y="214"/>
                  </a:lnTo>
                  <a:lnTo>
                    <a:pt x="285" y="221"/>
                  </a:lnTo>
                  <a:lnTo>
                    <a:pt x="283" y="224"/>
                  </a:lnTo>
                  <a:lnTo>
                    <a:pt x="282" y="227"/>
                  </a:lnTo>
                  <a:lnTo>
                    <a:pt x="281" y="229"/>
                  </a:lnTo>
                  <a:lnTo>
                    <a:pt x="278" y="230"/>
                  </a:lnTo>
                  <a:lnTo>
                    <a:pt x="277" y="231"/>
                  </a:lnTo>
                  <a:lnTo>
                    <a:pt x="276" y="234"/>
                  </a:lnTo>
                  <a:lnTo>
                    <a:pt x="275" y="235"/>
                  </a:lnTo>
                  <a:lnTo>
                    <a:pt x="274" y="236"/>
                  </a:lnTo>
                  <a:lnTo>
                    <a:pt x="273" y="236"/>
                  </a:lnTo>
                  <a:lnTo>
                    <a:pt x="272" y="236"/>
                  </a:lnTo>
                  <a:lnTo>
                    <a:pt x="269" y="237"/>
                  </a:lnTo>
                  <a:lnTo>
                    <a:pt x="268" y="239"/>
                  </a:lnTo>
                  <a:lnTo>
                    <a:pt x="266" y="241"/>
                  </a:lnTo>
                  <a:lnTo>
                    <a:pt x="265" y="239"/>
                  </a:lnTo>
                  <a:lnTo>
                    <a:pt x="263" y="238"/>
                  </a:lnTo>
                  <a:lnTo>
                    <a:pt x="262" y="237"/>
                  </a:lnTo>
                  <a:lnTo>
                    <a:pt x="262" y="236"/>
                  </a:lnTo>
                  <a:lnTo>
                    <a:pt x="259" y="237"/>
                  </a:lnTo>
                  <a:lnTo>
                    <a:pt x="258" y="237"/>
                  </a:lnTo>
                  <a:lnTo>
                    <a:pt x="253" y="243"/>
                  </a:lnTo>
                  <a:lnTo>
                    <a:pt x="253" y="245"/>
                  </a:lnTo>
                  <a:lnTo>
                    <a:pt x="253" y="249"/>
                  </a:lnTo>
                  <a:lnTo>
                    <a:pt x="253" y="250"/>
                  </a:lnTo>
                  <a:lnTo>
                    <a:pt x="252" y="249"/>
                  </a:lnTo>
                  <a:lnTo>
                    <a:pt x="252" y="249"/>
                  </a:lnTo>
                  <a:lnTo>
                    <a:pt x="251" y="249"/>
                  </a:lnTo>
                  <a:lnTo>
                    <a:pt x="251" y="250"/>
                  </a:lnTo>
                  <a:lnTo>
                    <a:pt x="249" y="249"/>
                  </a:lnTo>
                  <a:lnTo>
                    <a:pt x="248" y="250"/>
                  </a:lnTo>
                  <a:lnTo>
                    <a:pt x="247" y="250"/>
                  </a:lnTo>
                  <a:lnTo>
                    <a:pt x="246" y="251"/>
                  </a:lnTo>
                  <a:lnTo>
                    <a:pt x="245" y="254"/>
                  </a:lnTo>
                  <a:lnTo>
                    <a:pt x="242" y="259"/>
                  </a:lnTo>
                  <a:lnTo>
                    <a:pt x="241" y="260"/>
                  </a:lnTo>
                  <a:lnTo>
                    <a:pt x="242" y="261"/>
                  </a:lnTo>
                  <a:lnTo>
                    <a:pt x="242" y="264"/>
                  </a:lnTo>
                  <a:lnTo>
                    <a:pt x="242" y="266"/>
                  </a:lnTo>
                  <a:lnTo>
                    <a:pt x="242" y="267"/>
                  </a:lnTo>
                  <a:lnTo>
                    <a:pt x="239" y="270"/>
                  </a:lnTo>
                  <a:lnTo>
                    <a:pt x="239" y="270"/>
                  </a:lnTo>
                  <a:lnTo>
                    <a:pt x="239" y="270"/>
                  </a:lnTo>
                  <a:lnTo>
                    <a:pt x="239" y="271"/>
                  </a:lnTo>
                  <a:lnTo>
                    <a:pt x="240" y="271"/>
                  </a:lnTo>
                  <a:lnTo>
                    <a:pt x="240" y="272"/>
                  </a:lnTo>
                  <a:lnTo>
                    <a:pt x="241" y="272"/>
                  </a:lnTo>
                  <a:lnTo>
                    <a:pt x="241" y="272"/>
                  </a:lnTo>
                  <a:lnTo>
                    <a:pt x="242" y="273"/>
                  </a:lnTo>
                  <a:lnTo>
                    <a:pt x="242" y="274"/>
                  </a:lnTo>
                  <a:lnTo>
                    <a:pt x="242" y="278"/>
                  </a:lnTo>
                  <a:lnTo>
                    <a:pt x="244" y="279"/>
                  </a:lnTo>
                  <a:lnTo>
                    <a:pt x="245" y="280"/>
                  </a:lnTo>
                  <a:lnTo>
                    <a:pt x="245" y="281"/>
                  </a:lnTo>
                  <a:lnTo>
                    <a:pt x="244" y="282"/>
                  </a:lnTo>
                  <a:lnTo>
                    <a:pt x="242" y="281"/>
                  </a:lnTo>
                  <a:lnTo>
                    <a:pt x="241" y="281"/>
                  </a:lnTo>
                  <a:lnTo>
                    <a:pt x="240" y="280"/>
                  </a:lnTo>
                  <a:lnTo>
                    <a:pt x="239" y="281"/>
                  </a:lnTo>
                  <a:lnTo>
                    <a:pt x="239" y="282"/>
                  </a:lnTo>
                  <a:lnTo>
                    <a:pt x="239" y="285"/>
                  </a:lnTo>
                  <a:lnTo>
                    <a:pt x="239" y="286"/>
                  </a:lnTo>
                  <a:lnTo>
                    <a:pt x="238" y="287"/>
                  </a:lnTo>
                  <a:lnTo>
                    <a:pt x="236" y="288"/>
                  </a:lnTo>
                  <a:lnTo>
                    <a:pt x="234" y="288"/>
                  </a:lnTo>
                  <a:lnTo>
                    <a:pt x="234" y="287"/>
                  </a:lnTo>
                  <a:lnTo>
                    <a:pt x="234" y="287"/>
                  </a:lnTo>
                  <a:lnTo>
                    <a:pt x="234" y="286"/>
                  </a:lnTo>
                  <a:lnTo>
                    <a:pt x="234" y="285"/>
                  </a:lnTo>
                  <a:lnTo>
                    <a:pt x="234" y="285"/>
                  </a:lnTo>
                  <a:lnTo>
                    <a:pt x="234" y="285"/>
                  </a:lnTo>
                  <a:lnTo>
                    <a:pt x="236" y="284"/>
                  </a:lnTo>
                  <a:lnTo>
                    <a:pt x="236" y="284"/>
                  </a:lnTo>
                  <a:lnTo>
                    <a:pt x="236" y="284"/>
                  </a:lnTo>
                  <a:lnTo>
                    <a:pt x="234" y="282"/>
                  </a:lnTo>
                  <a:lnTo>
                    <a:pt x="234" y="282"/>
                  </a:lnTo>
                  <a:lnTo>
                    <a:pt x="234" y="281"/>
                  </a:lnTo>
                  <a:lnTo>
                    <a:pt x="233" y="280"/>
                  </a:lnTo>
                  <a:lnTo>
                    <a:pt x="232" y="279"/>
                  </a:lnTo>
                  <a:lnTo>
                    <a:pt x="230" y="278"/>
                  </a:lnTo>
                  <a:lnTo>
                    <a:pt x="229" y="278"/>
                  </a:lnTo>
                  <a:lnTo>
                    <a:pt x="227" y="277"/>
                  </a:lnTo>
                  <a:lnTo>
                    <a:pt x="225" y="277"/>
                  </a:lnTo>
                  <a:lnTo>
                    <a:pt x="223" y="279"/>
                  </a:lnTo>
                  <a:lnTo>
                    <a:pt x="222" y="282"/>
                  </a:lnTo>
                  <a:lnTo>
                    <a:pt x="220" y="286"/>
                  </a:lnTo>
                  <a:lnTo>
                    <a:pt x="219" y="289"/>
                  </a:lnTo>
                  <a:lnTo>
                    <a:pt x="219" y="293"/>
                  </a:lnTo>
                  <a:lnTo>
                    <a:pt x="219" y="294"/>
                  </a:lnTo>
                  <a:lnTo>
                    <a:pt x="218" y="295"/>
                  </a:lnTo>
                  <a:lnTo>
                    <a:pt x="218" y="297"/>
                  </a:lnTo>
                  <a:lnTo>
                    <a:pt x="217" y="299"/>
                  </a:lnTo>
                  <a:lnTo>
                    <a:pt x="216" y="300"/>
                  </a:lnTo>
                  <a:lnTo>
                    <a:pt x="216" y="302"/>
                  </a:lnTo>
                  <a:lnTo>
                    <a:pt x="217" y="303"/>
                  </a:lnTo>
                  <a:lnTo>
                    <a:pt x="218" y="304"/>
                  </a:lnTo>
                  <a:lnTo>
                    <a:pt x="218" y="306"/>
                  </a:lnTo>
                  <a:lnTo>
                    <a:pt x="219" y="308"/>
                  </a:lnTo>
                  <a:lnTo>
                    <a:pt x="219" y="309"/>
                  </a:lnTo>
                  <a:lnTo>
                    <a:pt x="219" y="310"/>
                  </a:lnTo>
                  <a:lnTo>
                    <a:pt x="219" y="311"/>
                  </a:lnTo>
                  <a:lnTo>
                    <a:pt x="220" y="313"/>
                  </a:lnTo>
                  <a:lnTo>
                    <a:pt x="220" y="314"/>
                  </a:lnTo>
                  <a:lnTo>
                    <a:pt x="220" y="315"/>
                  </a:lnTo>
                  <a:lnTo>
                    <a:pt x="219" y="316"/>
                  </a:lnTo>
                  <a:lnTo>
                    <a:pt x="218" y="317"/>
                  </a:lnTo>
                  <a:lnTo>
                    <a:pt x="215" y="317"/>
                  </a:lnTo>
                  <a:lnTo>
                    <a:pt x="213" y="318"/>
                  </a:lnTo>
                  <a:lnTo>
                    <a:pt x="213" y="320"/>
                  </a:lnTo>
                  <a:lnTo>
                    <a:pt x="213" y="328"/>
                  </a:lnTo>
                  <a:lnTo>
                    <a:pt x="213" y="330"/>
                  </a:lnTo>
                  <a:lnTo>
                    <a:pt x="212" y="331"/>
                  </a:lnTo>
                  <a:lnTo>
                    <a:pt x="211" y="332"/>
                  </a:lnTo>
                  <a:lnTo>
                    <a:pt x="205" y="334"/>
                  </a:lnTo>
                  <a:lnTo>
                    <a:pt x="201" y="336"/>
                  </a:lnTo>
                  <a:lnTo>
                    <a:pt x="197" y="337"/>
                  </a:lnTo>
                  <a:lnTo>
                    <a:pt x="195" y="336"/>
                  </a:lnTo>
                  <a:lnTo>
                    <a:pt x="195" y="336"/>
                  </a:lnTo>
                  <a:lnTo>
                    <a:pt x="194" y="336"/>
                  </a:lnTo>
                  <a:lnTo>
                    <a:pt x="191" y="332"/>
                  </a:lnTo>
                  <a:lnTo>
                    <a:pt x="191" y="331"/>
                  </a:lnTo>
                  <a:lnTo>
                    <a:pt x="186" y="328"/>
                  </a:lnTo>
                  <a:lnTo>
                    <a:pt x="182" y="327"/>
                  </a:lnTo>
                  <a:lnTo>
                    <a:pt x="179" y="325"/>
                  </a:lnTo>
                  <a:lnTo>
                    <a:pt x="175" y="324"/>
                  </a:lnTo>
                  <a:lnTo>
                    <a:pt x="173" y="321"/>
                  </a:lnTo>
                  <a:lnTo>
                    <a:pt x="170" y="316"/>
                  </a:lnTo>
                  <a:lnTo>
                    <a:pt x="169" y="314"/>
                  </a:lnTo>
                  <a:lnTo>
                    <a:pt x="169" y="313"/>
                  </a:lnTo>
                  <a:lnTo>
                    <a:pt x="169" y="310"/>
                  </a:lnTo>
                  <a:lnTo>
                    <a:pt x="168" y="310"/>
                  </a:lnTo>
                  <a:lnTo>
                    <a:pt x="166" y="311"/>
                  </a:lnTo>
                  <a:lnTo>
                    <a:pt x="162" y="314"/>
                  </a:lnTo>
                  <a:lnTo>
                    <a:pt x="161" y="314"/>
                  </a:lnTo>
                  <a:lnTo>
                    <a:pt x="159" y="315"/>
                  </a:lnTo>
                  <a:lnTo>
                    <a:pt x="159" y="316"/>
                  </a:lnTo>
                  <a:lnTo>
                    <a:pt x="158" y="317"/>
                  </a:lnTo>
                  <a:lnTo>
                    <a:pt x="157" y="318"/>
                  </a:lnTo>
                  <a:lnTo>
                    <a:pt x="155" y="320"/>
                  </a:lnTo>
                  <a:lnTo>
                    <a:pt x="154" y="321"/>
                  </a:lnTo>
                  <a:lnTo>
                    <a:pt x="154" y="321"/>
                  </a:lnTo>
                  <a:lnTo>
                    <a:pt x="154" y="323"/>
                  </a:lnTo>
                  <a:lnTo>
                    <a:pt x="153" y="324"/>
                  </a:lnTo>
                  <a:lnTo>
                    <a:pt x="152" y="324"/>
                  </a:lnTo>
                  <a:lnTo>
                    <a:pt x="151" y="325"/>
                  </a:lnTo>
                  <a:lnTo>
                    <a:pt x="147" y="325"/>
                  </a:lnTo>
                  <a:lnTo>
                    <a:pt x="146" y="325"/>
                  </a:lnTo>
                  <a:lnTo>
                    <a:pt x="145" y="327"/>
                  </a:lnTo>
                  <a:lnTo>
                    <a:pt x="144" y="327"/>
                  </a:lnTo>
                  <a:lnTo>
                    <a:pt x="141" y="328"/>
                  </a:lnTo>
                  <a:lnTo>
                    <a:pt x="141" y="328"/>
                  </a:lnTo>
                  <a:lnTo>
                    <a:pt x="140" y="327"/>
                  </a:lnTo>
                  <a:lnTo>
                    <a:pt x="138" y="324"/>
                  </a:lnTo>
                  <a:lnTo>
                    <a:pt x="138" y="324"/>
                  </a:lnTo>
                  <a:lnTo>
                    <a:pt x="137" y="323"/>
                  </a:lnTo>
                  <a:lnTo>
                    <a:pt x="134" y="323"/>
                  </a:lnTo>
                  <a:lnTo>
                    <a:pt x="133" y="323"/>
                  </a:lnTo>
                  <a:lnTo>
                    <a:pt x="131" y="323"/>
                  </a:lnTo>
                  <a:lnTo>
                    <a:pt x="130" y="323"/>
                  </a:lnTo>
                  <a:lnTo>
                    <a:pt x="129" y="322"/>
                  </a:lnTo>
                  <a:lnTo>
                    <a:pt x="127" y="322"/>
                  </a:lnTo>
                  <a:lnTo>
                    <a:pt x="126" y="321"/>
                  </a:lnTo>
                  <a:lnTo>
                    <a:pt x="124" y="321"/>
                  </a:lnTo>
                  <a:lnTo>
                    <a:pt x="119" y="323"/>
                  </a:lnTo>
                  <a:lnTo>
                    <a:pt x="119" y="324"/>
                  </a:lnTo>
                  <a:lnTo>
                    <a:pt x="118" y="325"/>
                  </a:lnTo>
                  <a:lnTo>
                    <a:pt x="118" y="328"/>
                  </a:lnTo>
                  <a:lnTo>
                    <a:pt x="117" y="329"/>
                  </a:lnTo>
                  <a:lnTo>
                    <a:pt x="116" y="329"/>
                  </a:lnTo>
                  <a:lnTo>
                    <a:pt x="112" y="329"/>
                  </a:lnTo>
                  <a:lnTo>
                    <a:pt x="109" y="328"/>
                  </a:lnTo>
                  <a:lnTo>
                    <a:pt x="104" y="323"/>
                  </a:lnTo>
                  <a:lnTo>
                    <a:pt x="103" y="322"/>
                  </a:lnTo>
                  <a:lnTo>
                    <a:pt x="102" y="321"/>
                  </a:lnTo>
                  <a:lnTo>
                    <a:pt x="101" y="320"/>
                  </a:lnTo>
                  <a:lnTo>
                    <a:pt x="97" y="320"/>
                  </a:lnTo>
                  <a:lnTo>
                    <a:pt x="94" y="318"/>
                  </a:lnTo>
                  <a:lnTo>
                    <a:pt x="93" y="318"/>
                  </a:lnTo>
                  <a:lnTo>
                    <a:pt x="87" y="321"/>
                  </a:lnTo>
                  <a:lnTo>
                    <a:pt x="84" y="321"/>
                  </a:lnTo>
                  <a:lnTo>
                    <a:pt x="76" y="318"/>
                  </a:lnTo>
                  <a:lnTo>
                    <a:pt x="75" y="318"/>
                  </a:lnTo>
                  <a:lnTo>
                    <a:pt x="74" y="316"/>
                  </a:lnTo>
                  <a:lnTo>
                    <a:pt x="74" y="314"/>
                  </a:lnTo>
                  <a:lnTo>
                    <a:pt x="73" y="313"/>
                  </a:lnTo>
                  <a:lnTo>
                    <a:pt x="73" y="311"/>
                  </a:lnTo>
                  <a:lnTo>
                    <a:pt x="72" y="310"/>
                  </a:lnTo>
                  <a:lnTo>
                    <a:pt x="71" y="309"/>
                  </a:lnTo>
                  <a:lnTo>
                    <a:pt x="69" y="308"/>
                  </a:lnTo>
                  <a:lnTo>
                    <a:pt x="68" y="307"/>
                  </a:lnTo>
                  <a:lnTo>
                    <a:pt x="68" y="306"/>
                  </a:lnTo>
                  <a:lnTo>
                    <a:pt x="68" y="304"/>
                  </a:lnTo>
                  <a:lnTo>
                    <a:pt x="67" y="303"/>
                  </a:lnTo>
                  <a:lnTo>
                    <a:pt x="66" y="302"/>
                  </a:lnTo>
                  <a:lnTo>
                    <a:pt x="65" y="301"/>
                  </a:lnTo>
                  <a:lnTo>
                    <a:pt x="61" y="300"/>
                  </a:lnTo>
                  <a:lnTo>
                    <a:pt x="60" y="299"/>
                  </a:lnTo>
                  <a:lnTo>
                    <a:pt x="59" y="299"/>
                  </a:lnTo>
                  <a:lnTo>
                    <a:pt x="58" y="299"/>
                  </a:lnTo>
                  <a:lnTo>
                    <a:pt x="57" y="297"/>
                  </a:lnTo>
                  <a:lnTo>
                    <a:pt x="55" y="295"/>
                  </a:lnTo>
                  <a:lnTo>
                    <a:pt x="54" y="295"/>
                  </a:lnTo>
                  <a:lnTo>
                    <a:pt x="51" y="296"/>
                  </a:lnTo>
                  <a:lnTo>
                    <a:pt x="45" y="300"/>
                  </a:lnTo>
                  <a:lnTo>
                    <a:pt x="43" y="300"/>
                  </a:lnTo>
                  <a:lnTo>
                    <a:pt x="38" y="296"/>
                  </a:lnTo>
                  <a:lnTo>
                    <a:pt x="37" y="296"/>
                  </a:lnTo>
                  <a:lnTo>
                    <a:pt x="37" y="296"/>
                  </a:lnTo>
                  <a:lnTo>
                    <a:pt x="36" y="295"/>
                  </a:lnTo>
                  <a:lnTo>
                    <a:pt x="35" y="294"/>
                  </a:lnTo>
                  <a:lnTo>
                    <a:pt x="35" y="295"/>
                  </a:lnTo>
                  <a:lnTo>
                    <a:pt x="33" y="295"/>
                  </a:lnTo>
                  <a:lnTo>
                    <a:pt x="32" y="296"/>
                  </a:lnTo>
                  <a:lnTo>
                    <a:pt x="29" y="300"/>
                  </a:lnTo>
                  <a:lnTo>
                    <a:pt x="29" y="293"/>
                  </a:lnTo>
                  <a:lnTo>
                    <a:pt x="28" y="285"/>
                  </a:lnTo>
                  <a:lnTo>
                    <a:pt x="26" y="278"/>
                  </a:lnTo>
                  <a:lnTo>
                    <a:pt x="25" y="271"/>
                  </a:lnTo>
                  <a:lnTo>
                    <a:pt x="24" y="264"/>
                  </a:lnTo>
                  <a:lnTo>
                    <a:pt x="23" y="257"/>
                  </a:lnTo>
                  <a:lnTo>
                    <a:pt x="23" y="250"/>
                  </a:lnTo>
                  <a:lnTo>
                    <a:pt x="22" y="242"/>
                  </a:lnTo>
                  <a:lnTo>
                    <a:pt x="21" y="235"/>
                  </a:lnTo>
                  <a:lnTo>
                    <a:pt x="19" y="228"/>
                  </a:lnTo>
                  <a:lnTo>
                    <a:pt x="19" y="221"/>
                  </a:lnTo>
                  <a:lnTo>
                    <a:pt x="18" y="214"/>
                  </a:lnTo>
                  <a:lnTo>
                    <a:pt x="17" y="207"/>
                  </a:lnTo>
                  <a:lnTo>
                    <a:pt x="16" y="199"/>
                  </a:lnTo>
                  <a:lnTo>
                    <a:pt x="15" y="192"/>
                  </a:lnTo>
                  <a:lnTo>
                    <a:pt x="14" y="185"/>
                  </a:lnTo>
                  <a:lnTo>
                    <a:pt x="14" y="178"/>
                  </a:lnTo>
                  <a:lnTo>
                    <a:pt x="12" y="171"/>
                  </a:lnTo>
                  <a:lnTo>
                    <a:pt x="11" y="164"/>
                  </a:lnTo>
                  <a:lnTo>
                    <a:pt x="10" y="156"/>
                  </a:lnTo>
                  <a:lnTo>
                    <a:pt x="10" y="149"/>
                  </a:lnTo>
                  <a:lnTo>
                    <a:pt x="9" y="142"/>
                  </a:lnTo>
                  <a:lnTo>
                    <a:pt x="8" y="135"/>
                  </a:lnTo>
                  <a:lnTo>
                    <a:pt x="7" y="128"/>
                  </a:lnTo>
                  <a:lnTo>
                    <a:pt x="5" y="121"/>
                  </a:lnTo>
                  <a:lnTo>
                    <a:pt x="5" y="114"/>
                  </a:lnTo>
                  <a:lnTo>
                    <a:pt x="4" y="106"/>
                  </a:lnTo>
                  <a:lnTo>
                    <a:pt x="3" y="99"/>
                  </a:lnTo>
                  <a:lnTo>
                    <a:pt x="1" y="85"/>
                  </a:lnTo>
                  <a:lnTo>
                    <a:pt x="1" y="78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10" y="68"/>
                  </a:lnTo>
                  <a:lnTo>
                    <a:pt x="16" y="67"/>
                  </a:lnTo>
                  <a:lnTo>
                    <a:pt x="22" y="66"/>
                  </a:lnTo>
                  <a:lnTo>
                    <a:pt x="28" y="65"/>
                  </a:lnTo>
                  <a:lnTo>
                    <a:pt x="33" y="65"/>
                  </a:lnTo>
                  <a:lnTo>
                    <a:pt x="39" y="64"/>
                  </a:lnTo>
                  <a:lnTo>
                    <a:pt x="44" y="63"/>
                  </a:lnTo>
                  <a:lnTo>
                    <a:pt x="50" y="61"/>
                  </a:lnTo>
                  <a:lnTo>
                    <a:pt x="55" y="60"/>
                  </a:lnTo>
                  <a:lnTo>
                    <a:pt x="61" y="59"/>
                  </a:lnTo>
                  <a:lnTo>
                    <a:pt x="67" y="58"/>
                  </a:lnTo>
                  <a:lnTo>
                    <a:pt x="72" y="57"/>
                  </a:lnTo>
                  <a:lnTo>
                    <a:pt x="77" y="56"/>
                  </a:lnTo>
                  <a:lnTo>
                    <a:pt x="83" y="56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89" y="56"/>
                  </a:lnTo>
                  <a:lnTo>
                    <a:pt x="95" y="57"/>
                  </a:lnTo>
                  <a:lnTo>
                    <a:pt x="96" y="56"/>
                  </a:lnTo>
                  <a:lnTo>
                    <a:pt x="97" y="56"/>
                  </a:lnTo>
                  <a:lnTo>
                    <a:pt x="98" y="56"/>
                  </a:lnTo>
                  <a:lnTo>
                    <a:pt x="100" y="56"/>
                  </a:lnTo>
                  <a:lnTo>
                    <a:pt x="101" y="56"/>
                  </a:lnTo>
                  <a:lnTo>
                    <a:pt x="105" y="59"/>
                  </a:lnTo>
                  <a:lnTo>
                    <a:pt x="107" y="59"/>
                  </a:lnTo>
                  <a:lnTo>
                    <a:pt x="111" y="60"/>
                  </a:lnTo>
                  <a:lnTo>
                    <a:pt x="114" y="60"/>
                  </a:lnTo>
                  <a:lnTo>
                    <a:pt x="116" y="60"/>
                  </a:lnTo>
                  <a:lnTo>
                    <a:pt x="117" y="61"/>
                  </a:lnTo>
                  <a:lnTo>
                    <a:pt x="122" y="66"/>
                  </a:lnTo>
                  <a:lnTo>
                    <a:pt x="124" y="66"/>
                  </a:lnTo>
                  <a:lnTo>
                    <a:pt x="125" y="66"/>
                  </a:lnTo>
                  <a:lnTo>
                    <a:pt x="127" y="66"/>
                  </a:lnTo>
                  <a:lnTo>
                    <a:pt x="129" y="66"/>
                  </a:lnTo>
                  <a:lnTo>
                    <a:pt x="131" y="66"/>
                  </a:lnTo>
                  <a:lnTo>
                    <a:pt x="132" y="65"/>
                  </a:lnTo>
                  <a:lnTo>
                    <a:pt x="133" y="64"/>
                  </a:lnTo>
                  <a:lnTo>
                    <a:pt x="133" y="64"/>
                  </a:lnTo>
                  <a:lnTo>
                    <a:pt x="133" y="61"/>
                  </a:lnTo>
                  <a:lnTo>
                    <a:pt x="133" y="61"/>
                  </a:lnTo>
                  <a:lnTo>
                    <a:pt x="133" y="60"/>
                  </a:lnTo>
                  <a:lnTo>
                    <a:pt x="134" y="60"/>
                  </a:lnTo>
                  <a:lnTo>
                    <a:pt x="136" y="61"/>
                  </a:lnTo>
                  <a:lnTo>
                    <a:pt x="136" y="63"/>
                  </a:lnTo>
                  <a:lnTo>
                    <a:pt x="137" y="63"/>
                  </a:lnTo>
                  <a:lnTo>
                    <a:pt x="137" y="64"/>
                  </a:lnTo>
                  <a:lnTo>
                    <a:pt x="138" y="64"/>
                  </a:lnTo>
                  <a:lnTo>
                    <a:pt x="139" y="63"/>
                  </a:lnTo>
                  <a:lnTo>
                    <a:pt x="139" y="63"/>
                  </a:lnTo>
                  <a:lnTo>
                    <a:pt x="141" y="63"/>
                  </a:lnTo>
                  <a:lnTo>
                    <a:pt x="143" y="64"/>
                  </a:lnTo>
                  <a:lnTo>
                    <a:pt x="144" y="64"/>
                  </a:lnTo>
                  <a:lnTo>
                    <a:pt x="144" y="65"/>
                  </a:lnTo>
                  <a:lnTo>
                    <a:pt x="139" y="66"/>
                  </a:lnTo>
                  <a:lnTo>
                    <a:pt x="137" y="67"/>
                  </a:lnTo>
                  <a:lnTo>
                    <a:pt x="136" y="68"/>
                  </a:lnTo>
                  <a:lnTo>
                    <a:pt x="134" y="68"/>
                  </a:lnTo>
                  <a:lnTo>
                    <a:pt x="132" y="68"/>
                  </a:lnTo>
                  <a:lnTo>
                    <a:pt x="130" y="70"/>
                  </a:lnTo>
                  <a:lnTo>
                    <a:pt x="127" y="70"/>
                  </a:lnTo>
                  <a:lnTo>
                    <a:pt x="127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2"/>
                  </a:lnTo>
                  <a:lnTo>
                    <a:pt x="125" y="73"/>
                  </a:lnTo>
                  <a:lnTo>
                    <a:pt x="124" y="72"/>
                  </a:lnTo>
                  <a:lnTo>
                    <a:pt x="124" y="73"/>
                  </a:lnTo>
                  <a:lnTo>
                    <a:pt x="120" y="73"/>
                  </a:lnTo>
                  <a:lnTo>
                    <a:pt x="120" y="74"/>
                  </a:lnTo>
                  <a:lnTo>
                    <a:pt x="124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26" y="74"/>
                  </a:lnTo>
                  <a:lnTo>
                    <a:pt x="126" y="74"/>
                  </a:lnTo>
                  <a:lnTo>
                    <a:pt x="127" y="73"/>
                  </a:lnTo>
                  <a:lnTo>
                    <a:pt x="130" y="75"/>
                  </a:lnTo>
                  <a:lnTo>
                    <a:pt x="132" y="73"/>
                  </a:lnTo>
                  <a:lnTo>
                    <a:pt x="136" y="71"/>
                  </a:lnTo>
                  <a:lnTo>
                    <a:pt x="138" y="70"/>
                  </a:lnTo>
                  <a:lnTo>
                    <a:pt x="140" y="71"/>
                  </a:lnTo>
                  <a:lnTo>
                    <a:pt x="140" y="71"/>
                  </a:lnTo>
                  <a:lnTo>
                    <a:pt x="141" y="71"/>
                  </a:lnTo>
                  <a:lnTo>
                    <a:pt x="143" y="71"/>
                  </a:lnTo>
                  <a:lnTo>
                    <a:pt x="143" y="70"/>
                  </a:lnTo>
                  <a:lnTo>
                    <a:pt x="144" y="70"/>
                  </a:lnTo>
                  <a:lnTo>
                    <a:pt x="146" y="70"/>
                  </a:lnTo>
                  <a:lnTo>
                    <a:pt x="147" y="71"/>
                  </a:lnTo>
                  <a:lnTo>
                    <a:pt x="151" y="72"/>
                  </a:lnTo>
                  <a:lnTo>
                    <a:pt x="150" y="71"/>
                  </a:lnTo>
                  <a:lnTo>
                    <a:pt x="146" y="68"/>
                  </a:lnTo>
                  <a:lnTo>
                    <a:pt x="145" y="67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8" y="70"/>
                  </a:lnTo>
                  <a:lnTo>
                    <a:pt x="148" y="70"/>
                  </a:lnTo>
                  <a:lnTo>
                    <a:pt x="150" y="70"/>
                  </a:lnTo>
                  <a:lnTo>
                    <a:pt x="151" y="70"/>
                  </a:lnTo>
                  <a:lnTo>
                    <a:pt x="155" y="73"/>
                  </a:lnTo>
                  <a:lnTo>
                    <a:pt x="159" y="74"/>
                  </a:lnTo>
                  <a:lnTo>
                    <a:pt x="162" y="73"/>
                  </a:lnTo>
                  <a:lnTo>
                    <a:pt x="163" y="73"/>
                  </a:lnTo>
                  <a:lnTo>
                    <a:pt x="166" y="71"/>
                  </a:lnTo>
                  <a:lnTo>
                    <a:pt x="167" y="70"/>
                  </a:lnTo>
                  <a:lnTo>
                    <a:pt x="168" y="68"/>
                  </a:lnTo>
                  <a:lnTo>
                    <a:pt x="173" y="67"/>
                  </a:lnTo>
                  <a:lnTo>
                    <a:pt x="175" y="66"/>
                  </a:lnTo>
                  <a:lnTo>
                    <a:pt x="180" y="63"/>
                  </a:lnTo>
                  <a:lnTo>
                    <a:pt x="189" y="59"/>
                  </a:lnTo>
                  <a:lnTo>
                    <a:pt x="191" y="58"/>
                  </a:lnTo>
                  <a:lnTo>
                    <a:pt x="199" y="59"/>
                  </a:lnTo>
                  <a:lnTo>
                    <a:pt x="202" y="59"/>
                  </a:lnTo>
                  <a:lnTo>
                    <a:pt x="203" y="58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5" y="57"/>
                  </a:lnTo>
                  <a:lnTo>
                    <a:pt x="208" y="57"/>
                  </a:lnTo>
                  <a:lnTo>
                    <a:pt x="209" y="57"/>
                  </a:lnTo>
                  <a:lnTo>
                    <a:pt x="211" y="55"/>
                  </a:lnTo>
                  <a:lnTo>
                    <a:pt x="213" y="53"/>
                  </a:lnTo>
                  <a:lnTo>
                    <a:pt x="232" y="32"/>
                  </a:lnTo>
                  <a:lnTo>
                    <a:pt x="252" y="18"/>
                  </a:lnTo>
                  <a:lnTo>
                    <a:pt x="256" y="16"/>
                  </a:lnTo>
                  <a:lnTo>
                    <a:pt x="258" y="15"/>
                  </a:lnTo>
                  <a:lnTo>
                    <a:pt x="260" y="14"/>
                  </a:lnTo>
                  <a:lnTo>
                    <a:pt x="261" y="14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3" y="11"/>
                  </a:lnTo>
                  <a:lnTo>
                    <a:pt x="266" y="10"/>
                  </a:lnTo>
                  <a:lnTo>
                    <a:pt x="268" y="9"/>
                  </a:lnTo>
                  <a:lnTo>
                    <a:pt x="28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1223963" y="2238375"/>
              <a:ext cx="357187" cy="536575"/>
            </a:xfrm>
            <a:custGeom>
              <a:avLst/>
              <a:gdLst>
                <a:gd name="T0" fmla="*/ 85 w 449"/>
                <a:gd name="T1" fmla="*/ 6 h 675"/>
                <a:gd name="T2" fmla="*/ 135 w 449"/>
                <a:gd name="T3" fmla="*/ 15 h 675"/>
                <a:gd name="T4" fmla="*/ 185 w 449"/>
                <a:gd name="T5" fmla="*/ 23 h 675"/>
                <a:gd name="T6" fmla="*/ 235 w 449"/>
                <a:gd name="T7" fmla="*/ 31 h 675"/>
                <a:gd name="T8" fmla="*/ 285 w 449"/>
                <a:gd name="T9" fmla="*/ 39 h 675"/>
                <a:gd name="T10" fmla="*/ 336 w 449"/>
                <a:gd name="T11" fmla="*/ 46 h 675"/>
                <a:gd name="T12" fmla="*/ 386 w 449"/>
                <a:gd name="T13" fmla="*/ 53 h 675"/>
                <a:gd name="T14" fmla="*/ 436 w 449"/>
                <a:gd name="T15" fmla="*/ 60 h 675"/>
                <a:gd name="T16" fmla="*/ 443 w 449"/>
                <a:gd name="T17" fmla="*/ 102 h 675"/>
                <a:gd name="T18" fmla="*/ 436 w 449"/>
                <a:gd name="T19" fmla="*/ 158 h 675"/>
                <a:gd name="T20" fmla="*/ 429 w 449"/>
                <a:gd name="T21" fmla="*/ 213 h 675"/>
                <a:gd name="T22" fmla="*/ 422 w 449"/>
                <a:gd name="T23" fmla="*/ 267 h 675"/>
                <a:gd name="T24" fmla="*/ 415 w 449"/>
                <a:gd name="T25" fmla="*/ 323 h 675"/>
                <a:gd name="T26" fmla="*/ 408 w 449"/>
                <a:gd name="T27" fmla="*/ 378 h 675"/>
                <a:gd name="T28" fmla="*/ 402 w 449"/>
                <a:gd name="T29" fmla="*/ 434 h 675"/>
                <a:gd name="T30" fmla="*/ 395 w 449"/>
                <a:gd name="T31" fmla="*/ 489 h 675"/>
                <a:gd name="T32" fmla="*/ 392 w 449"/>
                <a:gd name="T33" fmla="*/ 509 h 675"/>
                <a:gd name="T34" fmla="*/ 390 w 449"/>
                <a:gd name="T35" fmla="*/ 530 h 675"/>
                <a:gd name="T36" fmla="*/ 386 w 449"/>
                <a:gd name="T37" fmla="*/ 553 h 675"/>
                <a:gd name="T38" fmla="*/ 384 w 449"/>
                <a:gd name="T39" fmla="*/ 568 h 675"/>
                <a:gd name="T40" fmla="*/ 384 w 449"/>
                <a:gd name="T41" fmla="*/ 574 h 675"/>
                <a:gd name="T42" fmla="*/ 377 w 449"/>
                <a:gd name="T43" fmla="*/ 583 h 675"/>
                <a:gd name="T44" fmla="*/ 368 w 449"/>
                <a:gd name="T45" fmla="*/ 588 h 675"/>
                <a:gd name="T46" fmla="*/ 364 w 449"/>
                <a:gd name="T47" fmla="*/ 583 h 675"/>
                <a:gd name="T48" fmla="*/ 361 w 449"/>
                <a:gd name="T49" fmla="*/ 576 h 675"/>
                <a:gd name="T50" fmla="*/ 359 w 449"/>
                <a:gd name="T51" fmla="*/ 575 h 675"/>
                <a:gd name="T52" fmla="*/ 355 w 449"/>
                <a:gd name="T53" fmla="*/ 576 h 675"/>
                <a:gd name="T54" fmla="*/ 353 w 449"/>
                <a:gd name="T55" fmla="*/ 576 h 675"/>
                <a:gd name="T56" fmla="*/ 350 w 449"/>
                <a:gd name="T57" fmla="*/ 574 h 675"/>
                <a:gd name="T58" fmla="*/ 345 w 449"/>
                <a:gd name="T59" fmla="*/ 573 h 675"/>
                <a:gd name="T60" fmla="*/ 334 w 449"/>
                <a:gd name="T61" fmla="*/ 576 h 675"/>
                <a:gd name="T62" fmla="*/ 333 w 449"/>
                <a:gd name="T63" fmla="*/ 578 h 675"/>
                <a:gd name="T64" fmla="*/ 333 w 449"/>
                <a:gd name="T65" fmla="*/ 583 h 675"/>
                <a:gd name="T66" fmla="*/ 332 w 449"/>
                <a:gd name="T67" fmla="*/ 592 h 675"/>
                <a:gd name="T68" fmla="*/ 334 w 449"/>
                <a:gd name="T69" fmla="*/ 599 h 675"/>
                <a:gd name="T70" fmla="*/ 332 w 449"/>
                <a:gd name="T71" fmla="*/ 609 h 675"/>
                <a:gd name="T72" fmla="*/ 333 w 449"/>
                <a:gd name="T73" fmla="*/ 621 h 675"/>
                <a:gd name="T74" fmla="*/ 332 w 449"/>
                <a:gd name="T75" fmla="*/ 637 h 675"/>
                <a:gd name="T76" fmla="*/ 334 w 449"/>
                <a:gd name="T77" fmla="*/ 649 h 675"/>
                <a:gd name="T78" fmla="*/ 333 w 449"/>
                <a:gd name="T79" fmla="*/ 663 h 675"/>
                <a:gd name="T80" fmla="*/ 329 w 449"/>
                <a:gd name="T81" fmla="*/ 663 h 675"/>
                <a:gd name="T82" fmla="*/ 329 w 449"/>
                <a:gd name="T83" fmla="*/ 667 h 675"/>
                <a:gd name="T84" fmla="*/ 327 w 449"/>
                <a:gd name="T85" fmla="*/ 674 h 675"/>
                <a:gd name="T86" fmla="*/ 291 w 449"/>
                <a:gd name="T87" fmla="*/ 631 h 675"/>
                <a:gd name="T88" fmla="*/ 249 w 449"/>
                <a:gd name="T89" fmla="*/ 578 h 675"/>
                <a:gd name="T90" fmla="*/ 210 w 449"/>
                <a:gd name="T91" fmla="*/ 527 h 675"/>
                <a:gd name="T92" fmla="*/ 167 w 449"/>
                <a:gd name="T93" fmla="*/ 471 h 675"/>
                <a:gd name="T94" fmla="*/ 122 w 449"/>
                <a:gd name="T95" fmla="*/ 414 h 675"/>
                <a:gd name="T96" fmla="*/ 69 w 449"/>
                <a:gd name="T97" fmla="*/ 347 h 675"/>
                <a:gd name="T98" fmla="*/ 13 w 449"/>
                <a:gd name="T99" fmla="*/ 279 h 675"/>
                <a:gd name="T100" fmla="*/ 4 w 449"/>
                <a:gd name="T101" fmla="*/ 239 h 675"/>
                <a:gd name="T102" fmla="*/ 16 w 449"/>
                <a:gd name="T103" fmla="*/ 175 h 675"/>
                <a:gd name="T104" fmla="*/ 27 w 449"/>
                <a:gd name="T105" fmla="*/ 111 h 675"/>
                <a:gd name="T106" fmla="*/ 39 w 449"/>
                <a:gd name="T107" fmla="*/ 4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9" h="675">
                  <a:moveTo>
                    <a:pt x="47" y="0"/>
                  </a:moveTo>
                  <a:lnTo>
                    <a:pt x="60" y="2"/>
                  </a:lnTo>
                  <a:lnTo>
                    <a:pt x="73" y="3"/>
                  </a:lnTo>
                  <a:lnTo>
                    <a:pt x="85" y="6"/>
                  </a:lnTo>
                  <a:lnTo>
                    <a:pt x="98" y="8"/>
                  </a:lnTo>
                  <a:lnTo>
                    <a:pt x="110" y="10"/>
                  </a:lnTo>
                  <a:lnTo>
                    <a:pt x="123" y="13"/>
                  </a:lnTo>
                  <a:lnTo>
                    <a:pt x="135" y="15"/>
                  </a:lnTo>
                  <a:lnTo>
                    <a:pt x="148" y="17"/>
                  </a:lnTo>
                  <a:lnTo>
                    <a:pt x="160" y="20"/>
                  </a:lnTo>
                  <a:lnTo>
                    <a:pt x="173" y="21"/>
                  </a:lnTo>
                  <a:lnTo>
                    <a:pt x="185" y="23"/>
                  </a:lnTo>
                  <a:lnTo>
                    <a:pt x="198" y="25"/>
                  </a:lnTo>
                  <a:lnTo>
                    <a:pt x="211" y="28"/>
                  </a:lnTo>
                  <a:lnTo>
                    <a:pt x="223" y="29"/>
                  </a:lnTo>
                  <a:lnTo>
                    <a:pt x="235" y="31"/>
                  </a:lnTo>
                  <a:lnTo>
                    <a:pt x="248" y="34"/>
                  </a:lnTo>
                  <a:lnTo>
                    <a:pt x="261" y="35"/>
                  </a:lnTo>
                  <a:lnTo>
                    <a:pt x="274" y="37"/>
                  </a:lnTo>
                  <a:lnTo>
                    <a:pt x="285" y="39"/>
                  </a:lnTo>
                  <a:lnTo>
                    <a:pt x="298" y="41"/>
                  </a:lnTo>
                  <a:lnTo>
                    <a:pt x="311" y="43"/>
                  </a:lnTo>
                  <a:lnTo>
                    <a:pt x="324" y="44"/>
                  </a:lnTo>
                  <a:lnTo>
                    <a:pt x="336" y="46"/>
                  </a:lnTo>
                  <a:lnTo>
                    <a:pt x="348" y="48"/>
                  </a:lnTo>
                  <a:lnTo>
                    <a:pt x="361" y="50"/>
                  </a:lnTo>
                  <a:lnTo>
                    <a:pt x="374" y="52"/>
                  </a:lnTo>
                  <a:lnTo>
                    <a:pt x="386" y="53"/>
                  </a:lnTo>
                  <a:lnTo>
                    <a:pt x="399" y="55"/>
                  </a:lnTo>
                  <a:lnTo>
                    <a:pt x="411" y="57"/>
                  </a:lnTo>
                  <a:lnTo>
                    <a:pt x="424" y="58"/>
                  </a:lnTo>
                  <a:lnTo>
                    <a:pt x="436" y="60"/>
                  </a:lnTo>
                  <a:lnTo>
                    <a:pt x="449" y="62"/>
                  </a:lnTo>
                  <a:lnTo>
                    <a:pt x="447" y="75"/>
                  </a:lnTo>
                  <a:lnTo>
                    <a:pt x="446" y="89"/>
                  </a:lnTo>
                  <a:lnTo>
                    <a:pt x="443" y="102"/>
                  </a:lnTo>
                  <a:lnTo>
                    <a:pt x="442" y="116"/>
                  </a:lnTo>
                  <a:lnTo>
                    <a:pt x="440" y="130"/>
                  </a:lnTo>
                  <a:lnTo>
                    <a:pt x="439" y="144"/>
                  </a:lnTo>
                  <a:lnTo>
                    <a:pt x="436" y="158"/>
                  </a:lnTo>
                  <a:lnTo>
                    <a:pt x="435" y="171"/>
                  </a:lnTo>
                  <a:lnTo>
                    <a:pt x="433" y="185"/>
                  </a:lnTo>
                  <a:lnTo>
                    <a:pt x="432" y="199"/>
                  </a:lnTo>
                  <a:lnTo>
                    <a:pt x="429" y="213"/>
                  </a:lnTo>
                  <a:lnTo>
                    <a:pt x="428" y="227"/>
                  </a:lnTo>
                  <a:lnTo>
                    <a:pt x="426" y="241"/>
                  </a:lnTo>
                  <a:lnTo>
                    <a:pt x="425" y="254"/>
                  </a:lnTo>
                  <a:lnTo>
                    <a:pt x="422" y="267"/>
                  </a:lnTo>
                  <a:lnTo>
                    <a:pt x="421" y="281"/>
                  </a:lnTo>
                  <a:lnTo>
                    <a:pt x="419" y="295"/>
                  </a:lnTo>
                  <a:lnTo>
                    <a:pt x="418" y="309"/>
                  </a:lnTo>
                  <a:lnTo>
                    <a:pt x="415" y="323"/>
                  </a:lnTo>
                  <a:lnTo>
                    <a:pt x="414" y="337"/>
                  </a:lnTo>
                  <a:lnTo>
                    <a:pt x="412" y="351"/>
                  </a:lnTo>
                  <a:lnTo>
                    <a:pt x="411" y="364"/>
                  </a:lnTo>
                  <a:lnTo>
                    <a:pt x="408" y="378"/>
                  </a:lnTo>
                  <a:lnTo>
                    <a:pt x="407" y="392"/>
                  </a:lnTo>
                  <a:lnTo>
                    <a:pt x="405" y="406"/>
                  </a:lnTo>
                  <a:lnTo>
                    <a:pt x="404" y="420"/>
                  </a:lnTo>
                  <a:lnTo>
                    <a:pt x="402" y="434"/>
                  </a:lnTo>
                  <a:lnTo>
                    <a:pt x="400" y="447"/>
                  </a:lnTo>
                  <a:lnTo>
                    <a:pt x="398" y="461"/>
                  </a:lnTo>
                  <a:lnTo>
                    <a:pt x="397" y="475"/>
                  </a:lnTo>
                  <a:lnTo>
                    <a:pt x="395" y="489"/>
                  </a:lnTo>
                  <a:lnTo>
                    <a:pt x="393" y="503"/>
                  </a:lnTo>
                  <a:lnTo>
                    <a:pt x="393" y="503"/>
                  </a:lnTo>
                  <a:lnTo>
                    <a:pt x="392" y="506"/>
                  </a:lnTo>
                  <a:lnTo>
                    <a:pt x="392" y="509"/>
                  </a:lnTo>
                  <a:lnTo>
                    <a:pt x="392" y="513"/>
                  </a:lnTo>
                  <a:lnTo>
                    <a:pt x="391" y="518"/>
                  </a:lnTo>
                  <a:lnTo>
                    <a:pt x="390" y="524"/>
                  </a:lnTo>
                  <a:lnTo>
                    <a:pt x="390" y="530"/>
                  </a:lnTo>
                  <a:lnTo>
                    <a:pt x="389" y="536"/>
                  </a:lnTo>
                  <a:lnTo>
                    <a:pt x="388" y="542"/>
                  </a:lnTo>
                  <a:lnTo>
                    <a:pt x="388" y="547"/>
                  </a:lnTo>
                  <a:lnTo>
                    <a:pt x="386" y="553"/>
                  </a:lnTo>
                  <a:lnTo>
                    <a:pt x="385" y="558"/>
                  </a:lnTo>
                  <a:lnTo>
                    <a:pt x="385" y="563"/>
                  </a:lnTo>
                  <a:lnTo>
                    <a:pt x="385" y="566"/>
                  </a:lnTo>
                  <a:lnTo>
                    <a:pt x="384" y="568"/>
                  </a:lnTo>
                  <a:lnTo>
                    <a:pt x="384" y="568"/>
                  </a:lnTo>
                  <a:lnTo>
                    <a:pt x="384" y="572"/>
                  </a:lnTo>
                  <a:lnTo>
                    <a:pt x="384" y="573"/>
                  </a:lnTo>
                  <a:lnTo>
                    <a:pt x="384" y="574"/>
                  </a:lnTo>
                  <a:lnTo>
                    <a:pt x="382" y="576"/>
                  </a:lnTo>
                  <a:lnTo>
                    <a:pt x="381" y="578"/>
                  </a:lnTo>
                  <a:lnTo>
                    <a:pt x="379" y="580"/>
                  </a:lnTo>
                  <a:lnTo>
                    <a:pt x="377" y="583"/>
                  </a:lnTo>
                  <a:lnTo>
                    <a:pt x="376" y="587"/>
                  </a:lnTo>
                  <a:lnTo>
                    <a:pt x="374" y="588"/>
                  </a:lnTo>
                  <a:lnTo>
                    <a:pt x="370" y="588"/>
                  </a:lnTo>
                  <a:lnTo>
                    <a:pt x="368" y="588"/>
                  </a:lnTo>
                  <a:lnTo>
                    <a:pt x="367" y="587"/>
                  </a:lnTo>
                  <a:lnTo>
                    <a:pt x="365" y="586"/>
                  </a:lnTo>
                  <a:lnTo>
                    <a:pt x="364" y="585"/>
                  </a:lnTo>
                  <a:lnTo>
                    <a:pt x="364" y="583"/>
                  </a:lnTo>
                  <a:lnTo>
                    <a:pt x="363" y="580"/>
                  </a:lnTo>
                  <a:lnTo>
                    <a:pt x="362" y="579"/>
                  </a:lnTo>
                  <a:lnTo>
                    <a:pt x="362" y="578"/>
                  </a:lnTo>
                  <a:lnTo>
                    <a:pt x="361" y="576"/>
                  </a:lnTo>
                  <a:lnTo>
                    <a:pt x="361" y="576"/>
                  </a:lnTo>
                  <a:lnTo>
                    <a:pt x="360" y="575"/>
                  </a:lnTo>
                  <a:lnTo>
                    <a:pt x="360" y="575"/>
                  </a:lnTo>
                  <a:lnTo>
                    <a:pt x="359" y="575"/>
                  </a:lnTo>
                  <a:lnTo>
                    <a:pt x="357" y="575"/>
                  </a:lnTo>
                  <a:lnTo>
                    <a:pt x="357" y="576"/>
                  </a:lnTo>
                  <a:lnTo>
                    <a:pt x="355" y="576"/>
                  </a:lnTo>
                  <a:lnTo>
                    <a:pt x="355" y="576"/>
                  </a:lnTo>
                  <a:lnTo>
                    <a:pt x="355" y="576"/>
                  </a:lnTo>
                  <a:lnTo>
                    <a:pt x="354" y="576"/>
                  </a:lnTo>
                  <a:lnTo>
                    <a:pt x="354" y="576"/>
                  </a:lnTo>
                  <a:lnTo>
                    <a:pt x="353" y="576"/>
                  </a:lnTo>
                  <a:lnTo>
                    <a:pt x="352" y="575"/>
                  </a:lnTo>
                  <a:lnTo>
                    <a:pt x="352" y="575"/>
                  </a:lnTo>
                  <a:lnTo>
                    <a:pt x="350" y="575"/>
                  </a:lnTo>
                  <a:lnTo>
                    <a:pt x="350" y="574"/>
                  </a:lnTo>
                  <a:lnTo>
                    <a:pt x="347" y="573"/>
                  </a:lnTo>
                  <a:lnTo>
                    <a:pt x="346" y="573"/>
                  </a:lnTo>
                  <a:lnTo>
                    <a:pt x="346" y="573"/>
                  </a:lnTo>
                  <a:lnTo>
                    <a:pt x="345" y="573"/>
                  </a:lnTo>
                  <a:lnTo>
                    <a:pt x="340" y="574"/>
                  </a:lnTo>
                  <a:lnTo>
                    <a:pt x="338" y="575"/>
                  </a:lnTo>
                  <a:lnTo>
                    <a:pt x="335" y="575"/>
                  </a:lnTo>
                  <a:lnTo>
                    <a:pt x="334" y="576"/>
                  </a:lnTo>
                  <a:lnTo>
                    <a:pt x="334" y="576"/>
                  </a:lnTo>
                  <a:lnTo>
                    <a:pt x="334" y="576"/>
                  </a:lnTo>
                  <a:lnTo>
                    <a:pt x="333" y="578"/>
                  </a:lnTo>
                  <a:lnTo>
                    <a:pt x="333" y="578"/>
                  </a:lnTo>
                  <a:lnTo>
                    <a:pt x="333" y="579"/>
                  </a:lnTo>
                  <a:lnTo>
                    <a:pt x="333" y="581"/>
                  </a:lnTo>
                  <a:lnTo>
                    <a:pt x="333" y="582"/>
                  </a:lnTo>
                  <a:lnTo>
                    <a:pt x="333" y="583"/>
                  </a:lnTo>
                  <a:lnTo>
                    <a:pt x="331" y="585"/>
                  </a:lnTo>
                  <a:lnTo>
                    <a:pt x="331" y="587"/>
                  </a:lnTo>
                  <a:lnTo>
                    <a:pt x="332" y="589"/>
                  </a:lnTo>
                  <a:lnTo>
                    <a:pt x="332" y="592"/>
                  </a:lnTo>
                  <a:lnTo>
                    <a:pt x="334" y="595"/>
                  </a:lnTo>
                  <a:lnTo>
                    <a:pt x="335" y="596"/>
                  </a:lnTo>
                  <a:lnTo>
                    <a:pt x="335" y="597"/>
                  </a:lnTo>
                  <a:lnTo>
                    <a:pt x="334" y="599"/>
                  </a:lnTo>
                  <a:lnTo>
                    <a:pt x="333" y="600"/>
                  </a:lnTo>
                  <a:lnTo>
                    <a:pt x="332" y="602"/>
                  </a:lnTo>
                  <a:lnTo>
                    <a:pt x="332" y="607"/>
                  </a:lnTo>
                  <a:lnTo>
                    <a:pt x="332" y="609"/>
                  </a:lnTo>
                  <a:lnTo>
                    <a:pt x="332" y="610"/>
                  </a:lnTo>
                  <a:lnTo>
                    <a:pt x="333" y="617"/>
                  </a:lnTo>
                  <a:lnTo>
                    <a:pt x="333" y="620"/>
                  </a:lnTo>
                  <a:lnTo>
                    <a:pt x="333" y="621"/>
                  </a:lnTo>
                  <a:lnTo>
                    <a:pt x="333" y="625"/>
                  </a:lnTo>
                  <a:lnTo>
                    <a:pt x="331" y="629"/>
                  </a:lnTo>
                  <a:lnTo>
                    <a:pt x="332" y="632"/>
                  </a:lnTo>
                  <a:lnTo>
                    <a:pt x="332" y="637"/>
                  </a:lnTo>
                  <a:lnTo>
                    <a:pt x="334" y="642"/>
                  </a:lnTo>
                  <a:lnTo>
                    <a:pt x="334" y="644"/>
                  </a:lnTo>
                  <a:lnTo>
                    <a:pt x="334" y="646"/>
                  </a:lnTo>
                  <a:lnTo>
                    <a:pt x="334" y="649"/>
                  </a:lnTo>
                  <a:lnTo>
                    <a:pt x="334" y="653"/>
                  </a:lnTo>
                  <a:lnTo>
                    <a:pt x="334" y="657"/>
                  </a:lnTo>
                  <a:lnTo>
                    <a:pt x="334" y="659"/>
                  </a:lnTo>
                  <a:lnTo>
                    <a:pt x="333" y="663"/>
                  </a:lnTo>
                  <a:lnTo>
                    <a:pt x="332" y="663"/>
                  </a:lnTo>
                  <a:lnTo>
                    <a:pt x="331" y="663"/>
                  </a:lnTo>
                  <a:lnTo>
                    <a:pt x="331" y="663"/>
                  </a:lnTo>
                  <a:lnTo>
                    <a:pt x="329" y="663"/>
                  </a:lnTo>
                  <a:lnTo>
                    <a:pt x="328" y="663"/>
                  </a:lnTo>
                  <a:lnTo>
                    <a:pt x="328" y="665"/>
                  </a:lnTo>
                  <a:lnTo>
                    <a:pt x="328" y="665"/>
                  </a:lnTo>
                  <a:lnTo>
                    <a:pt x="329" y="667"/>
                  </a:lnTo>
                  <a:lnTo>
                    <a:pt x="329" y="668"/>
                  </a:lnTo>
                  <a:lnTo>
                    <a:pt x="329" y="669"/>
                  </a:lnTo>
                  <a:lnTo>
                    <a:pt x="327" y="671"/>
                  </a:lnTo>
                  <a:lnTo>
                    <a:pt x="327" y="674"/>
                  </a:lnTo>
                  <a:lnTo>
                    <a:pt x="327" y="675"/>
                  </a:lnTo>
                  <a:lnTo>
                    <a:pt x="316" y="660"/>
                  </a:lnTo>
                  <a:lnTo>
                    <a:pt x="304" y="646"/>
                  </a:lnTo>
                  <a:lnTo>
                    <a:pt x="291" y="631"/>
                  </a:lnTo>
                  <a:lnTo>
                    <a:pt x="280" y="616"/>
                  </a:lnTo>
                  <a:lnTo>
                    <a:pt x="270" y="603"/>
                  </a:lnTo>
                  <a:lnTo>
                    <a:pt x="260" y="590"/>
                  </a:lnTo>
                  <a:lnTo>
                    <a:pt x="249" y="578"/>
                  </a:lnTo>
                  <a:lnTo>
                    <a:pt x="240" y="565"/>
                  </a:lnTo>
                  <a:lnTo>
                    <a:pt x="230" y="552"/>
                  </a:lnTo>
                  <a:lnTo>
                    <a:pt x="220" y="539"/>
                  </a:lnTo>
                  <a:lnTo>
                    <a:pt x="210" y="527"/>
                  </a:lnTo>
                  <a:lnTo>
                    <a:pt x="201" y="514"/>
                  </a:lnTo>
                  <a:lnTo>
                    <a:pt x="189" y="499"/>
                  </a:lnTo>
                  <a:lnTo>
                    <a:pt x="177" y="485"/>
                  </a:lnTo>
                  <a:lnTo>
                    <a:pt x="167" y="471"/>
                  </a:lnTo>
                  <a:lnTo>
                    <a:pt x="155" y="457"/>
                  </a:lnTo>
                  <a:lnTo>
                    <a:pt x="144" y="442"/>
                  </a:lnTo>
                  <a:lnTo>
                    <a:pt x="133" y="428"/>
                  </a:lnTo>
                  <a:lnTo>
                    <a:pt x="122" y="414"/>
                  </a:lnTo>
                  <a:lnTo>
                    <a:pt x="111" y="400"/>
                  </a:lnTo>
                  <a:lnTo>
                    <a:pt x="97" y="382"/>
                  </a:lnTo>
                  <a:lnTo>
                    <a:pt x="83" y="365"/>
                  </a:lnTo>
                  <a:lnTo>
                    <a:pt x="69" y="347"/>
                  </a:lnTo>
                  <a:lnTo>
                    <a:pt x="55" y="330"/>
                  </a:lnTo>
                  <a:lnTo>
                    <a:pt x="41" y="314"/>
                  </a:lnTo>
                  <a:lnTo>
                    <a:pt x="27" y="296"/>
                  </a:lnTo>
                  <a:lnTo>
                    <a:pt x="13" y="279"/>
                  </a:lnTo>
                  <a:lnTo>
                    <a:pt x="0" y="261"/>
                  </a:lnTo>
                  <a:lnTo>
                    <a:pt x="0" y="260"/>
                  </a:lnTo>
                  <a:lnTo>
                    <a:pt x="1" y="256"/>
                  </a:lnTo>
                  <a:lnTo>
                    <a:pt x="4" y="239"/>
                  </a:lnTo>
                  <a:lnTo>
                    <a:pt x="6" y="223"/>
                  </a:lnTo>
                  <a:lnTo>
                    <a:pt x="10" y="207"/>
                  </a:lnTo>
                  <a:lnTo>
                    <a:pt x="12" y="192"/>
                  </a:lnTo>
                  <a:lnTo>
                    <a:pt x="16" y="175"/>
                  </a:lnTo>
                  <a:lnTo>
                    <a:pt x="18" y="159"/>
                  </a:lnTo>
                  <a:lnTo>
                    <a:pt x="22" y="143"/>
                  </a:lnTo>
                  <a:lnTo>
                    <a:pt x="24" y="127"/>
                  </a:lnTo>
                  <a:lnTo>
                    <a:pt x="27" y="111"/>
                  </a:lnTo>
                  <a:lnTo>
                    <a:pt x="30" y="95"/>
                  </a:lnTo>
                  <a:lnTo>
                    <a:pt x="33" y="79"/>
                  </a:lnTo>
                  <a:lnTo>
                    <a:pt x="36" y="63"/>
                  </a:lnTo>
                  <a:lnTo>
                    <a:pt x="39" y="48"/>
                  </a:lnTo>
                  <a:lnTo>
                    <a:pt x="41" y="31"/>
                  </a:lnTo>
                  <a:lnTo>
                    <a:pt x="45" y="15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1789113" y="2667000"/>
              <a:ext cx="377825" cy="407988"/>
            </a:xfrm>
            <a:custGeom>
              <a:avLst/>
              <a:gdLst>
                <a:gd name="T0" fmla="*/ 95 w 476"/>
                <a:gd name="T1" fmla="*/ 5 h 513"/>
                <a:gd name="T2" fmla="*/ 163 w 476"/>
                <a:gd name="T3" fmla="*/ 10 h 513"/>
                <a:gd name="T4" fmla="*/ 231 w 476"/>
                <a:gd name="T5" fmla="*/ 14 h 513"/>
                <a:gd name="T6" fmla="*/ 299 w 476"/>
                <a:gd name="T7" fmla="*/ 18 h 513"/>
                <a:gd name="T8" fmla="*/ 368 w 476"/>
                <a:gd name="T9" fmla="*/ 20 h 513"/>
                <a:gd name="T10" fmla="*/ 435 w 476"/>
                <a:gd name="T11" fmla="*/ 24 h 513"/>
                <a:gd name="T12" fmla="*/ 476 w 476"/>
                <a:gd name="T13" fmla="*/ 47 h 513"/>
                <a:gd name="T14" fmla="*/ 472 w 476"/>
                <a:gd name="T15" fmla="*/ 74 h 513"/>
                <a:gd name="T16" fmla="*/ 470 w 476"/>
                <a:gd name="T17" fmla="*/ 135 h 513"/>
                <a:gd name="T18" fmla="*/ 468 w 476"/>
                <a:gd name="T19" fmla="*/ 198 h 513"/>
                <a:gd name="T20" fmla="*/ 467 w 476"/>
                <a:gd name="T21" fmla="*/ 261 h 513"/>
                <a:gd name="T22" fmla="*/ 464 w 476"/>
                <a:gd name="T23" fmla="*/ 322 h 513"/>
                <a:gd name="T24" fmla="*/ 462 w 476"/>
                <a:gd name="T25" fmla="*/ 385 h 513"/>
                <a:gd name="T26" fmla="*/ 460 w 476"/>
                <a:gd name="T27" fmla="*/ 448 h 513"/>
                <a:gd name="T28" fmla="*/ 409 w 476"/>
                <a:gd name="T29" fmla="*/ 471 h 513"/>
                <a:gd name="T30" fmla="*/ 324 w 476"/>
                <a:gd name="T31" fmla="*/ 468 h 513"/>
                <a:gd name="T32" fmla="*/ 239 w 476"/>
                <a:gd name="T33" fmla="*/ 464 h 513"/>
                <a:gd name="T34" fmla="*/ 185 w 476"/>
                <a:gd name="T35" fmla="*/ 461 h 513"/>
                <a:gd name="T36" fmla="*/ 188 w 476"/>
                <a:gd name="T37" fmla="*/ 471 h 513"/>
                <a:gd name="T38" fmla="*/ 190 w 476"/>
                <a:gd name="T39" fmla="*/ 477 h 513"/>
                <a:gd name="T40" fmla="*/ 195 w 476"/>
                <a:gd name="T41" fmla="*/ 482 h 513"/>
                <a:gd name="T42" fmla="*/ 184 w 476"/>
                <a:gd name="T43" fmla="*/ 482 h 513"/>
                <a:gd name="T44" fmla="*/ 174 w 476"/>
                <a:gd name="T45" fmla="*/ 481 h 513"/>
                <a:gd name="T46" fmla="*/ 165 w 476"/>
                <a:gd name="T47" fmla="*/ 481 h 513"/>
                <a:gd name="T48" fmla="*/ 154 w 476"/>
                <a:gd name="T49" fmla="*/ 479 h 513"/>
                <a:gd name="T50" fmla="*/ 145 w 476"/>
                <a:gd name="T51" fmla="*/ 478 h 513"/>
                <a:gd name="T52" fmla="*/ 134 w 476"/>
                <a:gd name="T53" fmla="*/ 478 h 513"/>
                <a:gd name="T54" fmla="*/ 125 w 476"/>
                <a:gd name="T55" fmla="*/ 477 h 513"/>
                <a:gd name="T56" fmla="*/ 115 w 476"/>
                <a:gd name="T57" fmla="*/ 477 h 513"/>
                <a:gd name="T58" fmla="*/ 105 w 476"/>
                <a:gd name="T59" fmla="*/ 476 h 513"/>
                <a:gd name="T60" fmla="*/ 95 w 476"/>
                <a:gd name="T61" fmla="*/ 475 h 513"/>
                <a:gd name="T62" fmla="*/ 86 w 476"/>
                <a:gd name="T63" fmla="*/ 475 h 513"/>
                <a:gd name="T64" fmla="*/ 75 w 476"/>
                <a:gd name="T65" fmla="*/ 474 h 513"/>
                <a:gd name="T66" fmla="*/ 66 w 476"/>
                <a:gd name="T67" fmla="*/ 472 h 513"/>
                <a:gd name="T68" fmla="*/ 66 w 476"/>
                <a:gd name="T69" fmla="*/ 476 h 513"/>
                <a:gd name="T70" fmla="*/ 65 w 476"/>
                <a:gd name="T71" fmla="*/ 479 h 513"/>
                <a:gd name="T72" fmla="*/ 65 w 476"/>
                <a:gd name="T73" fmla="*/ 483 h 513"/>
                <a:gd name="T74" fmla="*/ 65 w 476"/>
                <a:gd name="T75" fmla="*/ 485 h 513"/>
                <a:gd name="T76" fmla="*/ 65 w 476"/>
                <a:gd name="T77" fmla="*/ 489 h 513"/>
                <a:gd name="T78" fmla="*/ 65 w 476"/>
                <a:gd name="T79" fmla="*/ 492 h 513"/>
                <a:gd name="T80" fmla="*/ 63 w 476"/>
                <a:gd name="T81" fmla="*/ 495 h 513"/>
                <a:gd name="T82" fmla="*/ 63 w 476"/>
                <a:gd name="T83" fmla="*/ 498 h 513"/>
                <a:gd name="T84" fmla="*/ 63 w 476"/>
                <a:gd name="T85" fmla="*/ 501 h 513"/>
                <a:gd name="T86" fmla="*/ 63 w 476"/>
                <a:gd name="T87" fmla="*/ 505 h 513"/>
                <a:gd name="T88" fmla="*/ 63 w 476"/>
                <a:gd name="T89" fmla="*/ 507 h 513"/>
                <a:gd name="T90" fmla="*/ 62 w 476"/>
                <a:gd name="T91" fmla="*/ 511 h 513"/>
                <a:gd name="T92" fmla="*/ 59 w 476"/>
                <a:gd name="T93" fmla="*/ 513 h 513"/>
                <a:gd name="T94" fmla="*/ 43 w 476"/>
                <a:gd name="T95" fmla="*/ 512 h 513"/>
                <a:gd name="T96" fmla="*/ 26 w 476"/>
                <a:gd name="T97" fmla="*/ 511 h 513"/>
                <a:gd name="T98" fmla="*/ 10 w 476"/>
                <a:gd name="T99" fmla="*/ 510 h 513"/>
                <a:gd name="T100" fmla="*/ 0 w 476"/>
                <a:gd name="T101" fmla="*/ 508 h 513"/>
                <a:gd name="T102" fmla="*/ 5 w 476"/>
                <a:gd name="T103" fmla="*/ 428 h 513"/>
                <a:gd name="T104" fmla="*/ 12 w 476"/>
                <a:gd name="T105" fmla="*/ 349 h 513"/>
                <a:gd name="T106" fmla="*/ 18 w 476"/>
                <a:gd name="T107" fmla="*/ 270 h 513"/>
                <a:gd name="T108" fmla="*/ 25 w 476"/>
                <a:gd name="T109" fmla="*/ 191 h 513"/>
                <a:gd name="T110" fmla="*/ 31 w 476"/>
                <a:gd name="T111" fmla="*/ 111 h 513"/>
                <a:gd name="T112" fmla="*/ 38 w 476"/>
                <a:gd name="T113" fmla="*/ 3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76" h="513">
                  <a:moveTo>
                    <a:pt x="40" y="0"/>
                  </a:moveTo>
                  <a:lnTo>
                    <a:pt x="54" y="2"/>
                  </a:lnTo>
                  <a:lnTo>
                    <a:pt x="68" y="3"/>
                  </a:lnTo>
                  <a:lnTo>
                    <a:pt x="81" y="4"/>
                  </a:lnTo>
                  <a:lnTo>
                    <a:pt x="95" y="5"/>
                  </a:lnTo>
                  <a:lnTo>
                    <a:pt x="109" y="6"/>
                  </a:lnTo>
                  <a:lnTo>
                    <a:pt x="123" y="7"/>
                  </a:lnTo>
                  <a:lnTo>
                    <a:pt x="135" y="7"/>
                  </a:lnTo>
                  <a:lnTo>
                    <a:pt x="149" y="9"/>
                  </a:lnTo>
                  <a:lnTo>
                    <a:pt x="163" y="10"/>
                  </a:lnTo>
                  <a:lnTo>
                    <a:pt x="176" y="11"/>
                  </a:lnTo>
                  <a:lnTo>
                    <a:pt x="190" y="12"/>
                  </a:lnTo>
                  <a:lnTo>
                    <a:pt x="204" y="12"/>
                  </a:lnTo>
                  <a:lnTo>
                    <a:pt x="218" y="13"/>
                  </a:lnTo>
                  <a:lnTo>
                    <a:pt x="231" y="14"/>
                  </a:lnTo>
                  <a:lnTo>
                    <a:pt x="245" y="14"/>
                  </a:lnTo>
                  <a:lnTo>
                    <a:pt x="259" y="16"/>
                  </a:lnTo>
                  <a:lnTo>
                    <a:pt x="273" y="17"/>
                  </a:lnTo>
                  <a:lnTo>
                    <a:pt x="285" y="17"/>
                  </a:lnTo>
                  <a:lnTo>
                    <a:pt x="299" y="18"/>
                  </a:lnTo>
                  <a:lnTo>
                    <a:pt x="313" y="18"/>
                  </a:lnTo>
                  <a:lnTo>
                    <a:pt x="326" y="19"/>
                  </a:lnTo>
                  <a:lnTo>
                    <a:pt x="340" y="19"/>
                  </a:lnTo>
                  <a:lnTo>
                    <a:pt x="354" y="20"/>
                  </a:lnTo>
                  <a:lnTo>
                    <a:pt x="368" y="20"/>
                  </a:lnTo>
                  <a:lnTo>
                    <a:pt x="381" y="21"/>
                  </a:lnTo>
                  <a:lnTo>
                    <a:pt x="395" y="21"/>
                  </a:lnTo>
                  <a:lnTo>
                    <a:pt x="409" y="23"/>
                  </a:lnTo>
                  <a:lnTo>
                    <a:pt x="422" y="23"/>
                  </a:lnTo>
                  <a:lnTo>
                    <a:pt x="435" y="24"/>
                  </a:lnTo>
                  <a:lnTo>
                    <a:pt x="449" y="24"/>
                  </a:lnTo>
                  <a:lnTo>
                    <a:pt x="463" y="24"/>
                  </a:lnTo>
                  <a:lnTo>
                    <a:pt x="476" y="25"/>
                  </a:lnTo>
                  <a:lnTo>
                    <a:pt x="476" y="35"/>
                  </a:lnTo>
                  <a:lnTo>
                    <a:pt x="476" y="47"/>
                  </a:lnTo>
                  <a:lnTo>
                    <a:pt x="476" y="57"/>
                  </a:lnTo>
                  <a:lnTo>
                    <a:pt x="475" y="69"/>
                  </a:lnTo>
                  <a:lnTo>
                    <a:pt x="472" y="69"/>
                  </a:lnTo>
                  <a:lnTo>
                    <a:pt x="472" y="70"/>
                  </a:lnTo>
                  <a:lnTo>
                    <a:pt x="472" y="74"/>
                  </a:lnTo>
                  <a:lnTo>
                    <a:pt x="471" y="86"/>
                  </a:lnTo>
                  <a:lnTo>
                    <a:pt x="471" y="98"/>
                  </a:lnTo>
                  <a:lnTo>
                    <a:pt x="471" y="111"/>
                  </a:lnTo>
                  <a:lnTo>
                    <a:pt x="470" y="124"/>
                  </a:lnTo>
                  <a:lnTo>
                    <a:pt x="470" y="135"/>
                  </a:lnTo>
                  <a:lnTo>
                    <a:pt x="470" y="148"/>
                  </a:lnTo>
                  <a:lnTo>
                    <a:pt x="469" y="161"/>
                  </a:lnTo>
                  <a:lnTo>
                    <a:pt x="469" y="174"/>
                  </a:lnTo>
                  <a:lnTo>
                    <a:pt x="469" y="185"/>
                  </a:lnTo>
                  <a:lnTo>
                    <a:pt x="468" y="198"/>
                  </a:lnTo>
                  <a:lnTo>
                    <a:pt x="468" y="211"/>
                  </a:lnTo>
                  <a:lnTo>
                    <a:pt x="468" y="224"/>
                  </a:lnTo>
                  <a:lnTo>
                    <a:pt x="467" y="235"/>
                  </a:lnTo>
                  <a:lnTo>
                    <a:pt x="467" y="248"/>
                  </a:lnTo>
                  <a:lnTo>
                    <a:pt x="467" y="261"/>
                  </a:lnTo>
                  <a:lnTo>
                    <a:pt x="465" y="274"/>
                  </a:lnTo>
                  <a:lnTo>
                    <a:pt x="465" y="285"/>
                  </a:lnTo>
                  <a:lnTo>
                    <a:pt x="465" y="298"/>
                  </a:lnTo>
                  <a:lnTo>
                    <a:pt x="464" y="311"/>
                  </a:lnTo>
                  <a:lnTo>
                    <a:pt x="464" y="322"/>
                  </a:lnTo>
                  <a:lnTo>
                    <a:pt x="464" y="335"/>
                  </a:lnTo>
                  <a:lnTo>
                    <a:pt x="463" y="348"/>
                  </a:lnTo>
                  <a:lnTo>
                    <a:pt x="463" y="361"/>
                  </a:lnTo>
                  <a:lnTo>
                    <a:pt x="463" y="372"/>
                  </a:lnTo>
                  <a:lnTo>
                    <a:pt x="462" y="385"/>
                  </a:lnTo>
                  <a:lnTo>
                    <a:pt x="462" y="398"/>
                  </a:lnTo>
                  <a:lnTo>
                    <a:pt x="461" y="411"/>
                  </a:lnTo>
                  <a:lnTo>
                    <a:pt x="461" y="422"/>
                  </a:lnTo>
                  <a:lnTo>
                    <a:pt x="461" y="435"/>
                  </a:lnTo>
                  <a:lnTo>
                    <a:pt x="460" y="448"/>
                  </a:lnTo>
                  <a:lnTo>
                    <a:pt x="460" y="461"/>
                  </a:lnTo>
                  <a:lnTo>
                    <a:pt x="460" y="472"/>
                  </a:lnTo>
                  <a:lnTo>
                    <a:pt x="442" y="472"/>
                  </a:lnTo>
                  <a:lnTo>
                    <a:pt x="426" y="472"/>
                  </a:lnTo>
                  <a:lnTo>
                    <a:pt x="409" y="471"/>
                  </a:lnTo>
                  <a:lnTo>
                    <a:pt x="391" y="471"/>
                  </a:lnTo>
                  <a:lnTo>
                    <a:pt x="375" y="470"/>
                  </a:lnTo>
                  <a:lnTo>
                    <a:pt x="357" y="470"/>
                  </a:lnTo>
                  <a:lnTo>
                    <a:pt x="341" y="469"/>
                  </a:lnTo>
                  <a:lnTo>
                    <a:pt x="324" y="468"/>
                  </a:lnTo>
                  <a:lnTo>
                    <a:pt x="307" y="468"/>
                  </a:lnTo>
                  <a:lnTo>
                    <a:pt x="290" y="467"/>
                  </a:lnTo>
                  <a:lnTo>
                    <a:pt x="273" y="465"/>
                  </a:lnTo>
                  <a:lnTo>
                    <a:pt x="256" y="465"/>
                  </a:lnTo>
                  <a:lnTo>
                    <a:pt x="239" y="464"/>
                  </a:lnTo>
                  <a:lnTo>
                    <a:pt x="223" y="463"/>
                  </a:lnTo>
                  <a:lnTo>
                    <a:pt x="205" y="462"/>
                  </a:lnTo>
                  <a:lnTo>
                    <a:pt x="189" y="461"/>
                  </a:lnTo>
                  <a:lnTo>
                    <a:pt x="187" y="461"/>
                  </a:lnTo>
                  <a:lnTo>
                    <a:pt x="185" y="461"/>
                  </a:lnTo>
                  <a:lnTo>
                    <a:pt x="185" y="462"/>
                  </a:lnTo>
                  <a:lnTo>
                    <a:pt x="187" y="465"/>
                  </a:lnTo>
                  <a:lnTo>
                    <a:pt x="187" y="468"/>
                  </a:lnTo>
                  <a:lnTo>
                    <a:pt x="187" y="470"/>
                  </a:lnTo>
                  <a:lnTo>
                    <a:pt x="188" y="471"/>
                  </a:lnTo>
                  <a:lnTo>
                    <a:pt x="189" y="475"/>
                  </a:lnTo>
                  <a:lnTo>
                    <a:pt x="189" y="475"/>
                  </a:lnTo>
                  <a:lnTo>
                    <a:pt x="189" y="476"/>
                  </a:lnTo>
                  <a:lnTo>
                    <a:pt x="190" y="477"/>
                  </a:lnTo>
                  <a:lnTo>
                    <a:pt x="190" y="477"/>
                  </a:lnTo>
                  <a:lnTo>
                    <a:pt x="191" y="477"/>
                  </a:lnTo>
                  <a:lnTo>
                    <a:pt x="192" y="478"/>
                  </a:lnTo>
                  <a:lnTo>
                    <a:pt x="197" y="483"/>
                  </a:lnTo>
                  <a:lnTo>
                    <a:pt x="196" y="482"/>
                  </a:lnTo>
                  <a:lnTo>
                    <a:pt x="195" y="482"/>
                  </a:lnTo>
                  <a:lnTo>
                    <a:pt x="192" y="482"/>
                  </a:lnTo>
                  <a:lnTo>
                    <a:pt x="190" y="482"/>
                  </a:lnTo>
                  <a:lnTo>
                    <a:pt x="188" y="482"/>
                  </a:lnTo>
                  <a:lnTo>
                    <a:pt x="185" y="482"/>
                  </a:lnTo>
                  <a:lnTo>
                    <a:pt x="184" y="482"/>
                  </a:lnTo>
                  <a:lnTo>
                    <a:pt x="182" y="482"/>
                  </a:lnTo>
                  <a:lnTo>
                    <a:pt x="180" y="481"/>
                  </a:lnTo>
                  <a:lnTo>
                    <a:pt x="178" y="481"/>
                  </a:lnTo>
                  <a:lnTo>
                    <a:pt x="176" y="481"/>
                  </a:lnTo>
                  <a:lnTo>
                    <a:pt x="174" y="481"/>
                  </a:lnTo>
                  <a:lnTo>
                    <a:pt x="173" y="481"/>
                  </a:lnTo>
                  <a:lnTo>
                    <a:pt x="170" y="481"/>
                  </a:lnTo>
                  <a:lnTo>
                    <a:pt x="168" y="481"/>
                  </a:lnTo>
                  <a:lnTo>
                    <a:pt x="167" y="481"/>
                  </a:lnTo>
                  <a:lnTo>
                    <a:pt x="165" y="481"/>
                  </a:lnTo>
                  <a:lnTo>
                    <a:pt x="162" y="479"/>
                  </a:lnTo>
                  <a:lnTo>
                    <a:pt x="160" y="479"/>
                  </a:lnTo>
                  <a:lnTo>
                    <a:pt x="159" y="479"/>
                  </a:lnTo>
                  <a:lnTo>
                    <a:pt x="156" y="479"/>
                  </a:lnTo>
                  <a:lnTo>
                    <a:pt x="154" y="479"/>
                  </a:lnTo>
                  <a:lnTo>
                    <a:pt x="153" y="479"/>
                  </a:lnTo>
                  <a:lnTo>
                    <a:pt x="151" y="479"/>
                  </a:lnTo>
                  <a:lnTo>
                    <a:pt x="148" y="479"/>
                  </a:lnTo>
                  <a:lnTo>
                    <a:pt x="147" y="478"/>
                  </a:lnTo>
                  <a:lnTo>
                    <a:pt x="145" y="478"/>
                  </a:lnTo>
                  <a:lnTo>
                    <a:pt x="142" y="478"/>
                  </a:lnTo>
                  <a:lnTo>
                    <a:pt x="140" y="478"/>
                  </a:lnTo>
                  <a:lnTo>
                    <a:pt x="139" y="478"/>
                  </a:lnTo>
                  <a:lnTo>
                    <a:pt x="137" y="478"/>
                  </a:lnTo>
                  <a:lnTo>
                    <a:pt x="134" y="478"/>
                  </a:lnTo>
                  <a:lnTo>
                    <a:pt x="133" y="478"/>
                  </a:lnTo>
                  <a:lnTo>
                    <a:pt x="131" y="478"/>
                  </a:lnTo>
                  <a:lnTo>
                    <a:pt x="129" y="477"/>
                  </a:lnTo>
                  <a:lnTo>
                    <a:pt x="127" y="477"/>
                  </a:lnTo>
                  <a:lnTo>
                    <a:pt x="125" y="477"/>
                  </a:lnTo>
                  <a:lnTo>
                    <a:pt x="123" y="477"/>
                  </a:lnTo>
                  <a:lnTo>
                    <a:pt x="120" y="477"/>
                  </a:lnTo>
                  <a:lnTo>
                    <a:pt x="119" y="477"/>
                  </a:lnTo>
                  <a:lnTo>
                    <a:pt x="117" y="477"/>
                  </a:lnTo>
                  <a:lnTo>
                    <a:pt x="115" y="477"/>
                  </a:lnTo>
                  <a:lnTo>
                    <a:pt x="113" y="476"/>
                  </a:lnTo>
                  <a:lnTo>
                    <a:pt x="111" y="476"/>
                  </a:lnTo>
                  <a:lnTo>
                    <a:pt x="109" y="476"/>
                  </a:lnTo>
                  <a:lnTo>
                    <a:pt x="108" y="476"/>
                  </a:lnTo>
                  <a:lnTo>
                    <a:pt x="105" y="476"/>
                  </a:lnTo>
                  <a:lnTo>
                    <a:pt x="103" y="476"/>
                  </a:lnTo>
                  <a:lnTo>
                    <a:pt x="101" y="476"/>
                  </a:lnTo>
                  <a:lnTo>
                    <a:pt x="99" y="476"/>
                  </a:lnTo>
                  <a:lnTo>
                    <a:pt x="97" y="476"/>
                  </a:lnTo>
                  <a:lnTo>
                    <a:pt x="95" y="475"/>
                  </a:lnTo>
                  <a:lnTo>
                    <a:pt x="94" y="475"/>
                  </a:lnTo>
                  <a:lnTo>
                    <a:pt x="91" y="475"/>
                  </a:lnTo>
                  <a:lnTo>
                    <a:pt x="89" y="475"/>
                  </a:lnTo>
                  <a:lnTo>
                    <a:pt x="88" y="475"/>
                  </a:lnTo>
                  <a:lnTo>
                    <a:pt x="86" y="475"/>
                  </a:lnTo>
                  <a:lnTo>
                    <a:pt x="83" y="475"/>
                  </a:lnTo>
                  <a:lnTo>
                    <a:pt x="81" y="474"/>
                  </a:lnTo>
                  <a:lnTo>
                    <a:pt x="80" y="474"/>
                  </a:lnTo>
                  <a:lnTo>
                    <a:pt x="77" y="474"/>
                  </a:lnTo>
                  <a:lnTo>
                    <a:pt x="75" y="474"/>
                  </a:lnTo>
                  <a:lnTo>
                    <a:pt x="74" y="474"/>
                  </a:lnTo>
                  <a:lnTo>
                    <a:pt x="72" y="474"/>
                  </a:lnTo>
                  <a:lnTo>
                    <a:pt x="69" y="474"/>
                  </a:lnTo>
                  <a:lnTo>
                    <a:pt x="68" y="474"/>
                  </a:lnTo>
                  <a:lnTo>
                    <a:pt x="66" y="472"/>
                  </a:lnTo>
                  <a:lnTo>
                    <a:pt x="66" y="474"/>
                  </a:lnTo>
                  <a:lnTo>
                    <a:pt x="66" y="475"/>
                  </a:lnTo>
                  <a:lnTo>
                    <a:pt x="66" y="475"/>
                  </a:lnTo>
                  <a:lnTo>
                    <a:pt x="66" y="476"/>
                  </a:lnTo>
                  <a:lnTo>
                    <a:pt x="66" y="476"/>
                  </a:lnTo>
                  <a:lnTo>
                    <a:pt x="66" y="477"/>
                  </a:lnTo>
                  <a:lnTo>
                    <a:pt x="66" y="477"/>
                  </a:lnTo>
                  <a:lnTo>
                    <a:pt x="66" y="478"/>
                  </a:lnTo>
                  <a:lnTo>
                    <a:pt x="65" y="478"/>
                  </a:lnTo>
                  <a:lnTo>
                    <a:pt x="65" y="479"/>
                  </a:lnTo>
                  <a:lnTo>
                    <a:pt x="65" y="479"/>
                  </a:lnTo>
                  <a:lnTo>
                    <a:pt x="65" y="481"/>
                  </a:lnTo>
                  <a:lnTo>
                    <a:pt x="65" y="482"/>
                  </a:lnTo>
                  <a:lnTo>
                    <a:pt x="65" y="482"/>
                  </a:lnTo>
                  <a:lnTo>
                    <a:pt x="65" y="483"/>
                  </a:lnTo>
                  <a:lnTo>
                    <a:pt x="65" y="483"/>
                  </a:lnTo>
                  <a:lnTo>
                    <a:pt x="65" y="484"/>
                  </a:lnTo>
                  <a:lnTo>
                    <a:pt x="65" y="484"/>
                  </a:lnTo>
                  <a:lnTo>
                    <a:pt x="65" y="485"/>
                  </a:lnTo>
                  <a:lnTo>
                    <a:pt x="65" y="485"/>
                  </a:lnTo>
                  <a:lnTo>
                    <a:pt x="65" y="486"/>
                  </a:lnTo>
                  <a:lnTo>
                    <a:pt x="65" y="486"/>
                  </a:lnTo>
                  <a:lnTo>
                    <a:pt x="65" y="488"/>
                  </a:lnTo>
                  <a:lnTo>
                    <a:pt x="65" y="488"/>
                  </a:lnTo>
                  <a:lnTo>
                    <a:pt x="65" y="489"/>
                  </a:lnTo>
                  <a:lnTo>
                    <a:pt x="65" y="490"/>
                  </a:lnTo>
                  <a:lnTo>
                    <a:pt x="65" y="490"/>
                  </a:lnTo>
                  <a:lnTo>
                    <a:pt x="65" y="491"/>
                  </a:lnTo>
                  <a:lnTo>
                    <a:pt x="65" y="491"/>
                  </a:lnTo>
                  <a:lnTo>
                    <a:pt x="65" y="492"/>
                  </a:lnTo>
                  <a:lnTo>
                    <a:pt x="65" y="492"/>
                  </a:lnTo>
                  <a:lnTo>
                    <a:pt x="65" y="493"/>
                  </a:lnTo>
                  <a:lnTo>
                    <a:pt x="65" y="493"/>
                  </a:lnTo>
                  <a:lnTo>
                    <a:pt x="65" y="495"/>
                  </a:lnTo>
                  <a:lnTo>
                    <a:pt x="63" y="495"/>
                  </a:lnTo>
                  <a:lnTo>
                    <a:pt x="63" y="496"/>
                  </a:lnTo>
                  <a:lnTo>
                    <a:pt x="63" y="497"/>
                  </a:lnTo>
                  <a:lnTo>
                    <a:pt x="63" y="497"/>
                  </a:lnTo>
                  <a:lnTo>
                    <a:pt x="63" y="498"/>
                  </a:lnTo>
                  <a:lnTo>
                    <a:pt x="63" y="498"/>
                  </a:lnTo>
                  <a:lnTo>
                    <a:pt x="63" y="499"/>
                  </a:lnTo>
                  <a:lnTo>
                    <a:pt x="63" y="499"/>
                  </a:lnTo>
                  <a:lnTo>
                    <a:pt x="63" y="500"/>
                  </a:lnTo>
                  <a:lnTo>
                    <a:pt x="63" y="500"/>
                  </a:lnTo>
                  <a:lnTo>
                    <a:pt x="63" y="501"/>
                  </a:lnTo>
                  <a:lnTo>
                    <a:pt x="63" y="501"/>
                  </a:lnTo>
                  <a:lnTo>
                    <a:pt x="63" y="503"/>
                  </a:lnTo>
                  <a:lnTo>
                    <a:pt x="63" y="504"/>
                  </a:lnTo>
                  <a:lnTo>
                    <a:pt x="63" y="504"/>
                  </a:lnTo>
                  <a:lnTo>
                    <a:pt x="63" y="505"/>
                  </a:lnTo>
                  <a:lnTo>
                    <a:pt x="63" y="505"/>
                  </a:lnTo>
                  <a:lnTo>
                    <a:pt x="63" y="506"/>
                  </a:lnTo>
                  <a:lnTo>
                    <a:pt x="63" y="506"/>
                  </a:lnTo>
                  <a:lnTo>
                    <a:pt x="63" y="507"/>
                  </a:lnTo>
                  <a:lnTo>
                    <a:pt x="63" y="507"/>
                  </a:lnTo>
                  <a:lnTo>
                    <a:pt x="63" y="508"/>
                  </a:lnTo>
                  <a:lnTo>
                    <a:pt x="63" y="508"/>
                  </a:lnTo>
                  <a:lnTo>
                    <a:pt x="63" y="510"/>
                  </a:lnTo>
                  <a:lnTo>
                    <a:pt x="62" y="510"/>
                  </a:lnTo>
                  <a:lnTo>
                    <a:pt x="62" y="511"/>
                  </a:lnTo>
                  <a:lnTo>
                    <a:pt x="62" y="512"/>
                  </a:lnTo>
                  <a:lnTo>
                    <a:pt x="62" y="512"/>
                  </a:lnTo>
                  <a:lnTo>
                    <a:pt x="62" y="513"/>
                  </a:lnTo>
                  <a:lnTo>
                    <a:pt x="62" y="513"/>
                  </a:lnTo>
                  <a:lnTo>
                    <a:pt x="59" y="513"/>
                  </a:lnTo>
                  <a:lnTo>
                    <a:pt x="56" y="513"/>
                  </a:lnTo>
                  <a:lnTo>
                    <a:pt x="53" y="513"/>
                  </a:lnTo>
                  <a:lnTo>
                    <a:pt x="50" y="512"/>
                  </a:lnTo>
                  <a:lnTo>
                    <a:pt x="46" y="512"/>
                  </a:lnTo>
                  <a:lnTo>
                    <a:pt x="43" y="512"/>
                  </a:lnTo>
                  <a:lnTo>
                    <a:pt x="40" y="512"/>
                  </a:lnTo>
                  <a:lnTo>
                    <a:pt x="37" y="511"/>
                  </a:lnTo>
                  <a:lnTo>
                    <a:pt x="33" y="511"/>
                  </a:lnTo>
                  <a:lnTo>
                    <a:pt x="30" y="511"/>
                  </a:lnTo>
                  <a:lnTo>
                    <a:pt x="26" y="511"/>
                  </a:lnTo>
                  <a:lnTo>
                    <a:pt x="24" y="511"/>
                  </a:lnTo>
                  <a:lnTo>
                    <a:pt x="20" y="510"/>
                  </a:lnTo>
                  <a:lnTo>
                    <a:pt x="17" y="510"/>
                  </a:lnTo>
                  <a:lnTo>
                    <a:pt x="13" y="510"/>
                  </a:lnTo>
                  <a:lnTo>
                    <a:pt x="10" y="510"/>
                  </a:lnTo>
                  <a:lnTo>
                    <a:pt x="7" y="508"/>
                  </a:lnTo>
                  <a:lnTo>
                    <a:pt x="4" y="508"/>
                  </a:lnTo>
                  <a:lnTo>
                    <a:pt x="1" y="508"/>
                  </a:lnTo>
                  <a:lnTo>
                    <a:pt x="0" y="508"/>
                  </a:lnTo>
                  <a:lnTo>
                    <a:pt x="0" y="508"/>
                  </a:lnTo>
                  <a:lnTo>
                    <a:pt x="1" y="492"/>
                  </a:lnTo>
                  <a:lnTo>
                    <a:pt x="2" y="476"/>
                  </a:lnTo>
                  <a:lnTo>
                    <a:pt x="3" y="461"/>
                  </a:lnTo>
                  <a:lnTo>
                    <a:pt x="4" y="445"/>
                  </a:lnTo>
                  <a:lnTo>
                    <a:pt x="5" y="428"/>
                  </a:lnTo>
                  <a:lnTo>
                    <a:pt x="7" y="413"/>
                  </a:lnTo>
                  <a:lnTo>
                    <a:pt x="8" y="397"/>
                  </a:lnTo>
                  <a:lnTo>
                    <a:pt x="9" y="381"/>
                  </a:lnTo>
                  <a:lnTo>
                    <a:pt x="11" y="365"/>
                  </a:lnTo>
                  <a:lnTo>
                    <a:pt x="12" y="349"/>
                  </a:lnTo>
                  <a:lnTo>
                    <a:pt x="13" y="333"/>
                  </a:lnTo>
                  <a:lnTo>
                    <a:pt x="15" y="318"/>
                  </a:lnTo>
                  <a:lnTo>
                    <a:pt x="16" y="302"/>
                  </a:lnTo>
                  <a:lnTo>
                    <a:pt x="17" y="285"/>
                  </a:lnTo>
                  <a:lnTo>
                    <a:pt x="18" y="270"/>
                  </a:lnTo>
                  <a:lnTo>
                    <a:pt x="19" y="254"/>
                  </a:lnTo>
                  <a:lnTo>
                    <a:pt x="22" y="239"/>
                  </a:lnTo>
                  <a:lnTo>
                    <a:pt x="23" y="222"/>
                  </a:lnTo>
                  <a:lnTo>
                    <a:pt x="24" y="206"/>
                  </a:lnTo>
                  <a:lnTo>
                    <a:pt x="25" y="191"/>
                  </a:lnTo>
                  <a:lnTo>
                    <a:pt x="26" y="175"/>
                  </a:lnTo>
                  <a:lnTo>
                    <a:pt x="27" y="159"/>
                  </a:lnTo>
                  <a:lnTo>
                    <a:pt x="29" y="143"/>
                  </a:lnTo>
                  <a:lnTo>
                    <a:pt x="30" y="127"/>
                  </a:lnTo>
                  <a:lnTo>
                    <a:pt x="31" y="111"/>
                  </a:lnTo>
                  <a:lnTo>
                    <a:pt x="33" y="96"/>
                  </a:lnTo>
                  <a:lnTo>
                    <a:pt x="34" y="80"/>
                  </a:lnTo>
                  <a:lnTo>
                    <a:pt x="36" y="64"/>
                  </a:lnTo>
                  <a:lnTo>
                    <a:pt x="37" y="48"/>
                  </a:lnTo>
                  <a:lnTo>
                    <a:pt x="38" y="32"/>
                  </a:lnTo>
                  <a:lnTo>
                    <a:pt x="39" y="1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 noEditPoints="1"/>
            </p:cNvSpPr>
            <p:nvPr/>
          </p:nvSpPr>
          <p:spPr bwMode="auto">
            <a:xfrm>
              <a:off x="3424238" y="1958975"/>
              <a:ext cx="438150" cy="317500"/>
            </a:xfrm>
            <a:custGeom>
              <a:avLst/>
              <a:gdLst>
                <a:gd name="T0" fmla="*/ 407 w 551"/>
                <a:gd name="T1" fmla="*/ 386 h 399"/>
                <a:gd name="T2" fmla="*/ 459 w 551"/>
                <a:gd name="T3" fmla="*/ 373 h 399"/>
                <a:gd name="T4" fmla="*/ 468 w 551"/>
                <a:gd name="T5" fmla="*/ 371 h 399"/>
                <a:gd name="T6" fmla="*/ 497 w 551"/>
                <a:gd name="T7" fmla="*/ 351 h 399"/>
                <a:gd name="T8" fmla="*/ 514 w 551"/>
                <a:gd name="T9" fmla="*/ 322 h 399"/>
                <a:gd name="T10" fmla="*/ 508 w 551"/>
                <a:gd name="T11" fmla="*/ 331 h 399"/>
                <a:gd name="T12" fmla="*/ 515 w 551"/>
                <a:gd name="T13" fmla="*/ 331 h 399"/>
                <a:gd name="T14" fmla="*/ 527 w 551"/>
                <a:gd name="T15" fmla="*/ 318 h 399"/>
                <a:gd name="T16" fmla="*/ 547 w 551"/>
                <a:gd name="T17" fmla="*/ 311 h 399"/>
                <a:gd name="T18" fmla="*/ 515 w 551"/>
                <a:gd name="T19" fmla="*/ 338 h 399"/>
                <a:gd name="T20" fmla="*/ 499 w 551"/>
                <a:gd name="T21" fmla="*/ 351 h 399"/>
                <a:gd name="T22" fmla="*/ 488 w 551"/>
                <a:gd name="T23" fmla="*/ 353 h 399"/>
                <a:gd name="T24" fmla="*/ 468 w 551"/>
                <a:gd name="T25" fmla="*/ 364 h 399"/>
                <a:gd name="T26" fmla="*/ 434 w 551"/>
                <a:gd name="T27" fmla="*/ 382 h 399"/>
                <a:gd name="T28" fmla="*/ 425 w 551"/>
                <a:gd name="T29" fmla="*/ 382 h 399"/>
                <a:gd name="T30" fmla="*/ 416 w 551"/>
                <a:gd name="T31" fmla="*/ 379 h 399"/>
                <a:gd name="T32" fmla="*/ 431 w 551"/>
                <a:gd name="T33" fmla="*/ 363 h 399"/>
                <a:gd name="T34" fmla="*/ 445 w 551"/>
                <a:gd name="T35" fmla="*/ 351 h 399"/>
                <a:gd name="T36" fmla="*/ 454 w 551"/>
                <a:gd name="T37" fmla="*/ 350 h 399"/>
                <a:gd name="T38" fmla="*/ 468 w 551"/>
                <a:gd name="T39" fmla="*/ 343 h 399"/>
                <a:gd name="T40" fmla="*/ 512 w 551"/>
                <a:gd name="T41" fmla="*/ 318 h 399"/>
                <a:gd name="T42" fmla="*/ 535 w 551"/>
                <a:gd name="T43" fmla="*/ 296 h 399"/>
                <a:gd name="T44" fmla="*/ 38 w 551"/>
                <a:gd name="T45" fmla="*/ 245 h 399"/>
                <a:gd name="T46" fmla="*/ 209 w 551"/>
                <a:gd name="T47" fmla="*/ 100 h 399"/>
                <a:gd name="T48" fmla="*/ 217 w 551"/>
                <a:gd name="T49" fmla="*/ 92 h 399"/>
                <a:gd name="T50" fmla="*/ 210 w 551"/>
                <a:gd name="T51" fmla="*/ 95 h 399"/>
                <a:gd name="T52" fmla="*/ 369 w 551"/>
                <a:gd name="T53" fmla="*/ 1 h 399"/>
                <a:gd name="T54" fmla="*/ 371 w 551"/>
                <a:gd name="T55" fmla="*/ 20 h 399"/>
                <a:gd name="T56" fmla="*/ 370 w 551"/>
                <a:gd name="T57" fmla="*/ 28 h 399"/>
                <a:gd name="T58" fmla="*/ 377 w 551"/>
                <a:gd name="T59" fmla="*/ 45 h 399"/>
                <a:gd name="T60" fmla="*/ 383 w 551"/>
                <a:gd name="T61" fmla="*/ 59 h 399"/>
                <a:gd name="T62" fmla="*/ 386 w 551"/>
                <a:gd name="T63" fmla="*/ 92 h 399"/>
                <a:gd name="T64" fmla="*/ 393 w 551"/>
                <a:gd name="T65" fmla="*/ 117 h 399"/>
                <a:gd name="T66" fmla="*/ 398 w 551"/>
                <a:gd name="T67" fmla="*/ 116 h 399"/>
                <a:gd name="T68" fmla="*/ 409 w 551"/>
                <a:gd name="T69" fmla="*/ 132 h 399"/>
                <a:gd name="T70" fmla="*/ 421 w 551"/>
                <a:gd name="T71" fmla="*/ 192 h 399"/>
                <a:gd name="T72" fmla="*/ 426 w 551"/>
                <a:gd name="T73" fmla="*/ 278 h 399"/>
                <a:gd name="T74" fmla="*/ 436 w 551"/>
                <a:gd name="T75" fmla="*/ 329 h 399"/>
                <a:gd name="T76" fmla="*/ 433 w 551"/>
                <a:gd name="T77" fmla="*/ 347 h 399"/>
                <a:gd name="T78" fmla="*/ 425 w 551"/>
                <a:gd name="T79" fmla="*/ 364 h 399"/>
                <a:gd name="T80" fmla="*/ 416 w 551"/>
                <a:gd name="T81" fmla="*/ 340 h 399"/>
                <a:gd name="T82" fmla="*/ 409 w 551"/>
                <a:gd name="T83" fmla="*/ 333 h 399"/>
                <a:gd name="T84" fmla="*/ 353 w 551"/>
                <a:gd name="T85" fmla="*/ 329 h 399"/>
                <a:gd name="T86" fmla="*/ 332 w 551"/>
                <a:gd name="T87" fmla="*/ 323 h 399"/>
                <a:gd name="T88" fmla="*/ 319 w 551"/>
                <a:gd name="T89" fmla="*/ 297 h 399"/>
                <a:gd name="T90" fmla="*/ 280 w 551"/>
                <a:gd name="T91" fmla="*/ 292 h 399"/>
                <a:gd name="T92" fmla="*/ 125 w 551"/>
                <a:gd name="T93" fmla="*/ 324 h 399"/>
                <a:gd name="T94" fmla="*/ 3 w 551"/>
                <a:gd name="T95" fmla="*/ 339 h 399"/>
                <a:gd name="T96" fmla="*/ 22 w 551"/>
                <a:gd name="T97" fmla="*/ 302 h 399"/>
                <a:gd name="T98" fmla="*/ 41 w 551"/>
                <a:gd name="T99" fmla="*/ 276 h 399"/>
                <a:gd name="T100" fmla="*/ 46 w 551"/>
                <a:gd name="T101" fmla="*/ 247 h 399"/>
                <a:gd name="T102" fmla="*/ 53 w 551"/>
                <a:gd name="T103" fmla="*/ 216 h 399"/>
                <a:gd name="T104" fmla="*/ 168 w 551"/>
                <a:gd name="T105" fmla="*/ 202 h 399"/>
                <a:gd name="T106" fmla="*/ 182 w 551"/>
                <a:gd name="T107" fmla="*/ 190 h 399"/>
                <a:gd name="T108" fmla="*/ 213 w 551"/>
                <a:gd name="T109" fmla="*/ 156 h 399"/>
                <a:gd name="T110" fmla="*/ 204 w 551"/>
                <a:gd name="T111" fmla="*/ 143 h 399"/>
                <a:gd name="T112" fmla="*/ 213 w 551"/>
                <a:gd name="T113" fmla="*/ 129 h 399"/>
                <a:gd name="T114" fmla="*/ 209 w 551"/>
                <a:gd name="T115" fmla="*/ 122 h 399"/>
                <a:gd name="T116" fmla="*/ 197 w 551"/>
                <a:gd name="T117" fmla="*/ 124 h 399"/>
                <a:gd name="T118" fmla="*/ 220 w 551"/>
                <a:gd name="T119" fmla="*/ 88 h 399"/>
                <a:gd name="T120" fmla="*/ 265 w 551"/>
                <a:gd name="T121" fmla="*/ 28 h 399"/>
                <a:gd name="T122" fmla="*/ 347 w 551"/>
                <a:gd name="T123" fmla="*/ 4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1" h="399">
                  <a:moveTo>
                    <a:pt x="411" y="383"/>
                  </a:moveTo>
                  <a:lnTo>
                    <a:pt x="412" y="383"/>
                  </a:lnTo>
                  <a:lnTo>
                    <a:pt x="413" y="388"/>
                  </a:lnTo>
                  <a:lnTo>
                    <a:pt x="411" y="392"/>
                  </a:lnTo>
                  <a:lnTo>
                    <a:pt x="404" y="399"/>
                  </a:lnTo>
                  <a:lnTo>
                    <a:pt x="403" y="396"/>
                  </a:lnTo>
                  <a:lnTo>
                    <a:pt x="403" y="395"/>
                  </a:lnTo>
                  <a:lnTo>
                    <a:pt x="404" y="394"/>
                  </a:lnTo>
                  <a:lnTo>
                    <a:pt x="404" y="394"/>
                  </a:lnTo>
                  <a:lnTo>
                    <a:pt x="405" y="393"/>
                  </a:lnTo>
                  <a:lnTo>
                    <a:pt x="405" y="393"/>
                  </a:lnTo>
                  <a:lnTo>
                    <a:pt x="405" y="392"/>
                  </a:lnTo>
                  <a:lnTo>
                    <a:pt x="405" y="389"/>
                  </a:lnTo>
                  <a:lnTo>
                    <a:pt x="405" y="387"/>
                  </a:lnTo>
                  <a:lnTo>
                    <a:pt x="405" y="386"/>
                  </a:lnTo>
                  <a:lnTo>
                    <a:pt x="406" y="386"/>
                  </a:lnTo>
                  <a:lnTo>
                    <a:pt x="407" y="386"/>
                  </a:lnTo>
                  <a:lnTo>
                    <a:pt x="409" y="385"/>
                  </a:lnTo>
                  <a:lnTo>
                    <a:pt x="410" y="385"/>
                  </a:lnTo>
                  <a:lnTo>
                    <a:pt x="410" y="383"/>
                  </a:lnTo>
                  <a:lnTo>
                    <a:pt x="411" y="383"/>
                  </a:lnTo>
                  <a:close/>
                  <a:moveTo>
                    <a:pt x="467" y="368"/>
                  </a:moveTo>
                  <a:lnTo>
                    <a:pt x="467" y="368"/>
                  </a:lnTo>
                  <a:lnTo>
                    <a:pt x="467" y="369"/>
                  </a:lnTo>
                  <a:lnTo>
                    <a:pt x="467" y="369"/>
                  </a:lnTo>
                  <a:lnTo>
                    <a:pt x="467" y="369"/>
                  </a:lnTo>
                  <a:lnTo>
                    <a:pt x="467" y="369"/>
                  </a:lnTo>
                  <a:lnTo>
                    <a:pt x="462" y="372"/>
                  </a:lnTo>
                  <a:lnTo>
                    <a:pt x="459" y="374"/>
                  </a:lnTo>
                  <a:lnTo>
                    <a:pt x="449" y="379"/>
                  </a:lnTo>
                  <a:lnTo>
                    <a:pt x="447" y="378"/>
                  </a:lnTo>
                  <a:lnTo>
                    <a:pt x="457" y="374"/>
                  </a:lnTo>
                  <a:lnTo>
                    <a:pt x="457" y="373"/>
                  </a:lnTo>
                  <a:lnTo>
                    <a:pt x="459" y="373"/>
                  </a:lnTo>
                  <a:lnTo>
                    <a:pt x="460" y="372"/>
                  </a:lnTo>
                  <a:lnTo>
                    <a:pt x="461" y="371"/>
                  </a:lnTo>
                  <a:lnTo>
                    <a:pt x="461" y="371"/>
                  </a:lnTo>
                  <a:lnTo>
                    <a:pt x="462" y="371"/>
                  </a:lnTo>
                  <a:lnTo>
                    <a:pt x="466" y="369"/>
                  </a:lnTo>
                  <a:lnTo>
                    <a:pt x="467" y="368"/>
                  </a:lnTo>
                  <a:close/>
                  <a:moveTo>
                    <a:pt x="497" y="351"/>
                  </a:moveTo>
                  <a:lnTo>
                    <a:pt x="497" y="352"/>
                  </a:lnTo>
                  <a:lnTo>
                    <a:pt x="495" y="353"/>
                  </a:lnTo>
                  <a:lnTo>
                    <a:pt x="495" y="354"/>
                  </a:lnTo>
                  <a:lnTo>
                    <a:pt x="493" y="354"/>
                  </a:lnTo>
                  <a:lnTo>
                    <a:pt x="488" y="358"/>
                  </a:lnTo>
                  <a:lnTo>
                    <a:pt x="484" y="361"/>
                  </a:lnTo>
                  <a:lnTo>
                    <a:pt x="483" y="363"/>
                  </a:lnTo>
                  <a:lnTo>
                    <a:pt x="481" y="364"/>
                  </a:lnTo>
                  <a:lnTo>
                    <a:pt x="474" y="368"/>
                  </a:lnTo>
                  <a:lnTo>
                    <a:pt x="468" y="371"/>
                  </a:lnTo>
                  <a:lnTo>
                    <a:pt x="466" y="372"/>
                  </a:lnTo>
                  <a:lnTo>
                    <a:pt x="464" y="371"/>
                  </a:lnTo>
                  <a:lnTo>
                    <a:pt x="467" y="371"/>
                  </a:lnTo>
                  <a:lnTo>
                    <a:pt x="469" y="369"/>
                  </a:lnTo>
                  <a:lnTo>
                    <a:pt x="471" y="368"/>
                  </a:lnTo>
                  <a:lnTo>
                    <a:pt x="477" y="366"/>
                  </a:lnTo>
                  <a:lnTo>
                    <a:pt x="482" y="363"/>
                  </a:lnTo>
                  <a:lnTo>
                    <a:pt x="482" y="361"/>
                  </a:lnTo>
                  <a:lnTo>
                    <a:pt x="484" y="360"/>
                  </a:lnTo>
                  <a:lnTo>
                    <a:pt x="484" y="359"/>
                  </a:lnTo>
                  <a:lnTo>
                    <a:pt x="485" y="359"/>
                  </a:lnTo>
                  <a:lnTo>
                    <a:pt x="488" y="357"/>
                  </a:lnTo>
                  <a:lnTo>
                    <a:pt x="489" y="357"/>
                  </a:lnTo>
                  <a:lnTo>
                    <a:pt x="490" y="356"/>
                  </a:lnTo>
                  <a:lnTo>
                    <a:pt x="492" y="354"/>
                  </a:lnTo>
                  <a:lnTo>
                    <a:pt x="496" y="351"/>
                  </a:lnTo>
                  <a:lnTo>
                    <a:pt x="497" y="351"/>
                  </a:lnTo>
                  <a:close/>
                  <a:moveTo>
                    <a:pt x="522" y="309"/>
                  </a:moveTo>
                  <a:lnTo>
                    <a:pt x="524" y="309"/>
                  </a:lnTo>
                  <a:lnTo>
                    <a:pt x="524" y="309"/>
                  </a:lnTo>
                  <a:lnTo>
                    <a:pt x="524" y="310"/>
                  </a:lnTo>
                  <a:lnTo>
                    <a:pt x="524" y="311"/>
                  </a:lnTo>
                  <a:lnTo>
                    <a:pt x="522" y="313"/>
                  </a:lnTo>
                  <a:lnTo>
                    <a:pt x="521" y="314"/>
                  </a:lnTo>
                  <a:lnTo>
                    <a:pt x="520" y="311"/>
                  </a:lnTo>
                  <a:lnTo>
                    <a:pt x="518" y="314"/>
                  </a:lnTo>
                  <a:lnTo>
                    <a:pt x="514" y="320"/>
                  </a:lnTo>
                  <a:lnTo>
                    <a:pt x="515" y="321"/>
                  </a:lnTo>
                  <a:lnTo>
                    <a:pt x="515" y="321"/>
                  </a:lnTo>
                  <a:lnTo>
                    <a:pt x="515" y="321"/>
                  </a:lnTo>
                  <a:lnTo>
                    <a:pt x="517" y="321"/>
                  </a:lnTo>
                  <a:lnTo>
                    <a:pt x="515" y="322"/>
                  </a:lnTo>
                  <a:lnTo>
                    <a:pt x="514" y="322"/>
                  </a:lnTo>
                  <a:lnTo>
                    <a:pt x="514" y="322"/>
                  </a:lnTo>
                  <a:lnTo>
                    <a:pt x="513" y="323"/>
                  </a:lnTo>
                  <a:lnTo>
                    <a:pt x="513" y="324"/>
                  </a:lnTo>
                  <a:lnTo>
                    <a:pt x="514" y="325"/>
                  </a:lnTo>
                  <a:lnTo>
                    <a:pt x="514" y="326"/>
                  </a:lnTo>
                  <a:lnTo>
                    <a:pt x="514" y="326"/>
                  </a:lnTo>
                  <a:lnTo>
                    <a:pt x="513" y="326"/>
                  </a:lnTo>
                  <a:lnTo>
                    <a:pt x="513" y="325"/>
                  </a:lnTo>
                  <a:lnTo>
                    <a:pt x="513" y="325"/>
                  </a:lnTo>
                  <a:lnTo>
                    <a:pt x="512" y="325"/>
                  </a:lnTo>
                  <a:lnTo>
                    <a:pt x="511" y="328"/>
                  </a:lnTo>
                  <a:lnTo>
                    <a:pt x="510" y="328"/>
                  </a:lnTo>
                  <a:lnTo>
                    <a:pt x="510" y="328"/>
                  </a:lnTo>
                  <a:lnTo>
                    <a:pt x="510" y="328"/>
                  </a:lnTo>
                  <a:lnTo>
                    <a:pt x="508" y="329"/>
                  </a:lnTo>
                  <a:lnTo>
                    <a:pt x="508" y="329"/>
                  </a:lnTo>
                  <a:lnTo>
                    <a:pt x="508" y="330"/>
                  </a:lnTo>
                  <a:lnTo>
                    <a:pt x="508" y="331"/>
                  </a:lnTo>
                  <a:lnTo>
                    <a:pt x="507" y="331"/>
                  </a:lnTo>
                  <a:lnTo>
                    <a:pt x="506" y="332"/>
                  </a:lnTo>
                  <a:lnTo>
                    <a:pt x="505" y="333"/>
                  </a:lnTo>
                  <a:lnTo>
                    <a:pt x="504" y="336"/>
                  </a:lnTo>
                  <a:lnTo>
                    <a:pt x="504" y="337"/>
                  </a:lnTo>
                  <a:lnTo>
                    <a:pt x="504" y="337"/>
                  </a:lnTo>
                  <a:lnTo>
                    <a:pt x="505" y="336"/>
                  </a:lnTo>
                  <a:lnTo>
                    <a:pt x="506" y="336"/>
                  </a:lnTo>
                  <a:lnTo>
                    <a:pt x="506" y="337"/>
                  </a:lnTo>
                  <a:lnTo>
                    <a:pt x="507" y="336"/>
                  </a:lnTo>
                  <a:lnTo>
                    <a:pt x="508" y="335"/>
                  </a:lnTo>
                  <a:lnTo>
                    <a:pt x="511" y="336"/>
                  </a:lnTo>
                  <a:lnTo>
                    <a:pt x="512" y="336"/>
                  </a:lnTo>
                  <a:lnTo>
                    <a:pt x="513" y="335"/>
                  </a:lnTo>
                  <a:lnTo>
                    <a:pt x="514" y="333"/>
                  </a:lnTo>
                  <a:lnTo>
                    <a:pt x="515" y="332"/>
                  </a:lnTo>
                  <a:lnTo>
                    <a:pt x="515" y="331"/>
                  </a:lnTo>
                  <a:lnTo>
                    <a:pt x="515" y="330"/>
                  </a:lnTo>
                  <a:lnTo>
                    <a:pt x="515" y="329"/>
                  </a:lnTo>
                  <a:lnTo>
                    <a:pt x="519" y="325"/>
                  </a:lnTo>
                  <a:lnTo>
                    <a:pt x="520" y="324"/>
                  </a:lnTo>
                  <a:lnTo>
                    <a:pt x="521" y="323"/>
                  </a:lnTo>
                  <a:lnTo>
                    <a:pt x="520" y="321"/>
                  </a:lnTo>
                  <a:lnTo>
                    <a:pt x="521" y="321"/>
                  </a:lnTo>
                  <a:lnTo>
                    <a:pt x="521" y="321"/>
                  </a:lnTo>
                  <a:lnTo>
                    <a:pt x="522" y="322"/>
                  </a:lnTo>
                  <a:lnTo>
                    <a:pt x="522" y="323"/>
                  </a:lnTo>
                  <a:lnTo>
                    <a:pt x="524" y="322"/>
                  </a:lnTo>
                  <a:lnTo>
                    <a:pt x="525" y="321"/>
                  </a:lnTo>
                  <a:lnTo>
                    <a:pt x="526" y="321"/>
                  </a:lnTo>
                  <a:lnTo>
                    <a:pt x="526" y="320"/>
                  </a:lnTo>
                  <a:lnTo>
                    <a:pt x="526" y="318"/>
                  </a:lnTo>
                  <a:lnTo>
                    <a:pt x="526" y="318"/>
                  </a:lnTo>
                  <a:lnTo>
                    <a:pt x="527" y="318"/>
                  </a:lnTo>
                  <a:lnTo>
                    <a:pt x="531" y="321"/>
                  </a:lnTo>
                  <a:lnTo>
                    <a:pt x="531" y="318"/>
                  </a:lnTo>
                  <a:lnTo>
                    <a:pt x="531" y="317"/>
                  </a:lnTo>
                  <a:lnTo>
                    <a:pt x="531" y="316"/>
                  </a:lnTo>
                  <a:lnTo>
                    <a:pt x="532" y="316"/>
                  </a:lnTo>
                  <a:lnTo>
                    <a:pt x="535" y="318"/>
                  </a:lnTo>
                  <a:lnTo>
                    <a:pt x="535" y="320"/>
                  </a:lnTo>
                  <a:lnTo>
                    <a:pt x="536" y="320"/>
                  </a:lnTo>
                  <a:lnTo>
                    <a:pt x="538" y="320"/>
                  </a:lnTo>
                  <a:lnTo>
                    <a:pt x="540" y="317"/>
                  </a:lnTo>
                  <a:lnTo>
                    <a:pt x="541" y="315"/>
                  </a:lnTo>
                  <a:lnTo>
                    <a:pt x="542" y="314"/>
                  </a:lnTo>
                  <a:lnTo>
                    <a:pt x="545" y="314"/>
                  </a:lnTo>
                  <a:lnTo>
                    <a:pt x="545" y="311"/>
                  </a:lnTo>
                  <a:lnTo>
                    <a:pt x="545" y="311"/>
                  </a:lnTo>
                  <a:lnTo>
                    <a:pt x="546" y="311"/>
                  </a:lnTo>
                  <a:lnTo>
                    <a:pt x="547" y="311"/>
                  </a:lnTo>
                  <a:lnTo>
                    <a:pt x="547" y="311"/>
                  </a:lnTo>
                  <a:lnTo>
                    <a:pt x="547" y="310"/>
                  </a:lnTo>
                  <a:lnTo>
                    <a:pt x="548" y="310"/>
                  </a:lnTo>
                  <a:lnTo>
                    <a:pt x="550" y="309"/>
                  </a:lnTo>
                  <a:lnTo>
                    <a:pt x="551" y="309"/>
                  </a:lnTo>
                  <a:lnTo>
                    <a:pt x="551" y="310"/>
                  </a:lnTo>
                  <a:lnTo>
                    <a:pt x="550" y="311"/>
                  </a:lnTo>
                  <a:lnTo>
                    <a:pt x="549" y="311"/>
                  </a:lnTo>
                  <a:lnTo>
                    <a:pt x="542" y="318"/>
                  </a:lnTo>
                  <a:lnTo>
                    <a:pt x="538" y="321"/>
                  </a:lnTo>
                  <a:lnTo>
                    <a:pt x="534" y="324"/>
                  </a:lnTo>
                  <a:lnTo>
                    <a:pt x="529" y="326"/>
                  </a:lnTo>
                  <a:lnTo>
                    <a:pt x="525" y="332"/>
                  </a:lnTo>
                  <a:lnTo>
                    <a:pt x="521" y="335"/>
                  </a:lnTo>
                  <a:lnTo>
                    <a:pt x="519" y="336"/>
                  </a:lnTo>
                  <a:lnTo>
                    <a:pt x="517" y="338"/>
                  </a:lnTo>
                  <a:lnTo>
                    <a:pt x="515" y="338"/>
                  </a:lnTo>
                  <a:lnTo>
                    <a:pt x="517" y="337"/>
                  </a:lnTo>
                  <a:lnTo>
                    <a:pt x="515" y="336"/>
                  </a:lnTo>
                  <a:lnTo>
                    <a:pt x="515" y="336"/>
                  </a:lnTo>
                  <a:lnTo>
                    <a:pt x="513" y="336"/>
                  </a:lnTo>
                  <a:lnTo>
                    <a:pt x="513" y="337"/>
                  </a:lnTo>
                  <a:lnTo>
                    <a:pt x="513" y="337"/>
                  </a:lnTo>
                  <a:lnTo>
                    <a:pt x="513" y="338"/>
                  </a:lnTo>
                  <a:lnTo>
                    <a:pt x="513" y="339"/>
                  </a:lnTo>
                  <a:lnTo>
                    <a:pt x="514" y="339"/>
                  </a:lnTo>
                  <a:lnTo>
                    <a:pt x="513" y="340"/>
                  </a:lnTo>
                  <a:lnTo>
                    <a:pt x="511" y="343"/>
                  </a:lnTo>
                  <a:lnTo>
                    <a:pt x="507" y="345"/>
                  </a:lnTo>
                  <a:lnTo>
                    <a:pt x="500" y="350"/>
                  </a:lnTo>
                  <a:lnTo>
                    <a:pt x="500" y="350"/>
                  </a:lnTo>
                  <a:lnTo>
                    <a:pt x="500" y="350"/>
                  </a:lnTo>
                  <a:lnTo>
                    <a:pt x="499" y="350"/>
                  </a:lnTo>
                  <a:lnTo>
                    <a:pt x="499" y="351"/>
                  </a:lnTo>
                  <a:lnTo>
                    <a:pt x="499" y="350"/>
                  </a:lnTo>
                  <a:lnTo>
                    <a:pt x="498" y="350"/>
                  </a:lnTo>
                  <a:lnTo>
                    <a:pt x="499" y="350"/>
                  </a:lnTo>
                  <a:lnTo>
                    <a:pt x="499" y="349"/>
                  </a:lnTo>
                  <a:lnTo>
                    <a:pt x="503" y="347"/>
                  </a:lnTo>
                  <a:lnTo>
                    <a:pt x="504" y="346"/>
                  </a:lnTo>
                  <a:lnTo>
                    <a:pt x="504" y="346"/>
                  </a:lnTo>
                  <a:lnTo>
                    <a:pt x="503" y="346"/>
                  </a:lnTo>
                  <a:lnTo>
                    <a:pt x="495" y="349"/>
                  </a:lnTo>
                  <a:lnTo>
                    <a:pt x="492" y="350"/>
                  </a:lnTo>
                  <a:lnTo>
                    <a:pt x="493" y="351"/>
                  </a:lnTo>
                  <a:lnTo>
                    <a:pt x="493" y="352"/>
                  </a:lnTo>
                  <a:lnTo>
                    <a:pt x="492" y="353"/>
                  </a:lnTo>
                  <a:lnTo>
                    <a:pt x="491" y="353"/>
                  </a:lnTo>
                  <a:lnTo>
                    <a:pt x="491" y="353"/>
                  </a:lnTo>
                  <a:lnTo>
                    <a:pt x="489" y="353"/>
                  </a:lnTo>
                  <a:lnTo>
                    <a:pt x="488" y="353"/>
                  </a:lnTo>
                  <a:lnTo>
                    <a:pt x="486" y="354"/>
                  </a:lnTo>
                  <a:lnTo>
                    <a:pt x="485" y="356"/>
                  </a:lnTo>
                  <a:lnTo>
                    <a:pt x="481" y="357"/>
                  </a:lnTo>
                  <a:lnTo>
                    <a:pt x="481" y="357"/>
                  </a:lnTo>
                  <a:lnTo>
                    <a:pt x="479" y="358"/>
                  </a:lnTo>
                  <a:lnTo>
                    <a:pt x="477" y="360"/>
                  </a:lnTo>
                  <a:lnTo>
                    <a:pt x="476" y="360"/>
                  </a:lnTo>
                  <a:lnTo>
                    <a:pt x="475" y="360"/>
                  </a:lnTo>
                  <a:lnTo>
                    <a:pt x="475" y="360"/>
                  </a:lnTo>
                  <a:lnTo>
                    <a:pt x="474" y="360"/>
                  </a:lnTo>
                  <a:lnTo>
                    <a:pt x="472" y="360"/>
                  </a:lnTo>
                  <a:lnTo>
                    <a:pt x="472" y="361"/>
                  </a:lnTo>
                  <a:lnTo>
                    <a:pt x="472" y="361"/>
                  </a:lnTo>
                  <a:lnTo>
                    <a:pt x="474" y="363"/>
                  </a:lnTo>
                  <a:lnTo>
                    <a:pt x="472" y="364"/>
                  </a:lnTo>
                  <a:lnTo>
                    <a:pt x="470" y="364"/>
                  </a:lnTo>
                  <a:lnTo>
                    <a:pt x="468" y="364"/>
                  </a:lnTo>
                  <a:lnTo>
                    <a:pt x="467" y="364"/>
                  </a:lnTo>
                  <a:lnTo>
                    <a:pt x="466" y="364"/>
                  </a:lnTo>
                  <a:lnTo>
                    <a:pt x="466" y="365"/>
                  </a:lnTo>
                  <a:lnTo>
                    <a:pt x="464" y="366"/>
                  </a:lnTo>
                  <a:lnTo>
                    <a:pt x="461" y="368"/>
                  </a:lnTo>
                  <a:lnTo>
                    <a:pt x="459" y="369"/>
                  </a:lnTo>
                  <a:lnTo>
                    <a:pt x="457" y="371"/>
                  </a:lnTo>
                  <a:lnTo>
                    <a:pt x="450" y="373"/>
                  </a:lnTo>
                  <a:lnTo>
                    <a:pt x="443" y="378"/>
                  </a:lnTo>
                  <a:lnTo>
                    <a:pt x="440" y="379"/>
                  </a:lnTo>
                  <a:lnTo>
                    <a:pt x="438" y="379"/>
                  </a:lnTo>
                  <a:lnTo>
                    <a:pt x="438" y="380"/>
                  </a:lnTo>
                  <a:lnTo>
                    <a:pt x="439" y="381"/>
                  </a:lnTo>
                  <a:lnTo>
                    <a:pt x="445" y="379"/>
                  </a:lnTo>
                  <a:lnTo>
                    <a:pt x="446" y="379"/>
                  </a:lnTo>
                  <a:lnTo>
                    <a:pt x="446" y="380"/>
                  </a:lnTo>
                  <a:lnTo>
                    <a:pt x="434" y="382"/>
                  </a:lnTo>
                  <a:lnTo>
                    <a:pt x="425" y="388"/>
                  </a:lnTo>
                  <a:lnTo>
                    <a:pt x="423" y="388"/>
                  </a:lnTo>
                  <a:lnTo>
                    <a:pt x="424" y="387"/>
                  </a:lnTo>
                  <a:lnTo>
                    <a:pt x="432" y="381"/>
                  </a:lnTo>
                  <a:lnTo>
                    <a:pt x="433" y="381"/>
                  </a:lnTo>
                  <a:lnTo>
                    <a:pt x="433" y="381"/>
                  </a:lnTo>
                  <a:lnTo>
                    <a:pt x="433" y="380"/>
                  </a:lnTo>
                  <a:lnTo>
                    <a:pt x="433" y="380"/>
                  </a:lnTo>
                  <a:lnTo>
                    <a:pt x="433" y="379"/>
                  </a:lnTo>
                  <a:lnTo>
                    <a:pt x="431" y="379"/>
                  </a:lnTo>
                  <a:lnTo>
                    <a:pt x="429" y="379"/>
                  </a:lnTo>
                  <a:lnTo>
                    <a:pt x="427" y="379"/>
                  </a:lnTo>
                  <a:lnTo>
                    <a:pt x="426" y="379"/>
                  </a:lnTo>
                  <a:lnTo>
                    <a:pt x="425" y="380"/>
                  </a:lnTo>
                  <a:lnTo>
                    <a:pt x="424" y="381"/>
                  </a:lnTo>
                  <a:lnTo>
                    <a:pt x="424" y="382"/>
                  </a:lnTo>
                  <a:lnTo>
                    <a:pt x="425" y="382"/>
                  </a:lnTo>
                  <a:lnTo>
                    <a:pt x="425" y="382"/>
                  </a:lnTo>
                  <a:lnTo>
                    <a:pt x="426" y="383"/>
                  </a:lnTo>
                  <a:lnTo>
                    <a:pt x="426" y="385"/>
                  </a:lnTo>
                  <a:lnTo>
                    <a:pt x="425" y="385"/>
                  </a:lnTo>
                  <a:lnTo>
                    <a:pt x="425" y="385"/>
                  </a:lnTo>
                  <a:lnTo>
                    <a:pt x="424" y="385"/>
                  </a:lnTo>
                  <a:lnTo>
                    <a:pt x="423" y="385"/>
                  </a:lnTo>
                  <a:lnTo>
                    <a:pt x="423" y="386"/>
                  </a:lnTo>
                  <a:lnTo>
                    <a:pt x="423" y="386"/>
                  </a:lnTo>
                  <a:lnTo>
                    <a:pt x="419" y="388"/>
                  </a:lnTo>
                  <a:lnTo>
                    <a:pt x="418" y="388"/>
                  </a:lnTo>
                  <a:lnTo>
                    <a:pt x="418" y="386"/>
                  </a:lnTo>
                  <a:lnTo>
                    <a:pt x="416" y="385"/>
                  </a:lnTo>
                  <a:lnTo>
                    <a:pt x="414" y="382"/>
                  </a:lnTo>
                  <a:lnTo>
                    <a:pt x="414" y="381"/>
                  </a:lnTo>
                  <a:lnTo>
                    <a:pt x="416" y="379"/>
                  </a:lnTo>
                  <a:lnTo>
                    <a:pt x="416" y="379"/>
                  </a:lnTo>
                  <a:lnTo>
                    <a:pt x="416" y="378"/>
                  </a:lnTo>
                  <a:lnTo>
                    <a:pt x="416" y="378"/>
                  </a:lnTo>
                  <a:lnTo>
                    <a:pt x="417" y="378"/>
                  </a:lnTo>
                  <a:lnTo>
                    <a:pt x="417" y="376"/>
                  </a:lnTo>
                  <a:lnTo>
                    <a:pt x="417" y="376"/>
                  </a:lnTo>
                  <a:lnTo>
                    <a:pt x="419" y="369"/>
                  </a:lnTo>
                  <a:lnTo>
                    <a:pt x="420" y="368"/>
                  </a:lnTo>
                  <a:lnTo>
                    <a:pt x="424" y="368"/>
                  </a:lnTo>
                  <a:lnTo>
                    <a:pt x="424" y="366"/>
                  </a:lnTo>
                  <a:lnTo>
                    <a:pt x="426" y="365"/>
                  </a:lnTo>
                  <a:lnTo>
                    <a:pt x="428" y="366"/>
                  </a:lnTo>
                  <a:lnTo>
                    <a:pt x="429" y="366"/>
                  </a:lnTo>
                  <a:lnTo>
                    <a:pt x="429" y="365"/>
                  </a:lnTo>
                  <a:lnTo>
                    <a:pt x="429" y="363"/>
                  </a:lnTo>
                  <a:lnTo>
                    <a:pt x="429" y="361"/>
                  </a:lnTo>
                  <a:lnTo>
                    <a:pt x="431" y="361"/>
                  </a:lnTo>
                  <a:lnTo>
                    <a:pt x="431" y="363"/>
                  </a:lnTo>
                  <a:lnTo>
                    <a:pt x="432" y="364"/>
                  </a:lnTo>
                  <a:lnTo>
                    <a:pt x="433" y="364"/>
                  </a:lnTo>
                  <a:lnTo>
                    <a:pt x="433" y="363"/>
                  </a:lnTo>
                  <a:lnTo>
                    <a:pt x="433" y="361"/>
                  </a:lnTo>
                  <a:lnTo>
                    <a:pt x="433" y="361"/>
                  </a:lnTo>
                  <a:lnTo>
                    <a:pt x="431" y="360"/>
                  </a:lnTo>
                  <a:lnTo>
                    <a:pt x="431" y="360"/>
                  </a:lnTo>
                  <a:lnTo>
                    <a:pt x="431" y="358"/>
                  </a:lnTo>
                  <a:lnTo>
                    <a:pt x="432" y="358"/>
                  </a:lnTo>
                  <a:lnTo>
                    <a:pt x="433" y="359"/>
                  </a:lnTo>
                  <a:lnTo>
                    <a:pt x="435" y="360"/>
                  </a:lnTo>
                  <a:lnTo>
                    <a:pt x="436" y="361"/>
                  </a:lnTo>
                  <a:lnTo>
                    <a:pt x="438" y="360"/>
                  </a:lnTo>
                  <a:lnTo>
                    <a:pt x="435" y="357"/>
                  </a:lnTo>
                  <a:lnTo>
                    <a:pt x="436" y="353"/>
                  </a:lnTo>
                  <a:lnTo>
                    <a:pt x="440" y="351"/>
                  </a:lnTo>
                  <a:lnTo>
                    <a:pt x="445" y="351"/>
                  </a:lnTo>
                  <a:lnTo>
                    <a:pt x="445" y="352"/>
                  </a:lnTo>
                  <a:lnTo>
                    <a:pt x="445" y="352"/>
                  </a:lnTo>
                  <a:lnTo>
                    <a:pt x="445" y="352"/>
                  </a:lnTo>
                  <a:lnTo>
                    <a:pt x="447" y="352"/>
                  </a:lnTo>
                  <a:lnTo>
                    <a:pt x="447" y="352"/>
                  </a:lnTo>
                  <a:lnTo>
                    <a:pt x="447" y="351"/>
                  </a:lnTo>
                  <a:lnTo>
                    <a:pt x="446" y="350"/>
                  </a:lnTo>
                  <a:lnTo>
                    <a:pt x="446" y="350"/>
                  </a:lnTo>
                  <a:lnTo>
                    <a:pt x="446" y="347"/>
                  </a:lnTo>
                  <a:lnTo>
                    <a:pt x="448" y="347"/>
                  </a:lnTo>
                  <a:lnTo>
                    <a:pt x="449" y="347"/>
                  </a:lnTo>
                  <a:lnTo>
                    <a:pt x="449" y="350"/>
                  </a:lnTo>
                  <a:lnTo>
                    <a:pt x="449" y="350"/>
                  </a:lnTo>
                  <a:lnTo>
                    <a:pt x="450" y="351"/>
                  </a:lnTo>
                  <a:lnTo>
                    <a:pt x="452" y="350"/>
                  </a:lnTo>
                  <a:lnTo>
                    <a:pt x="453" y="350"/>
                  </a:lnTo>
                  <a:lnTo>
                    <a:pt x="454" y="350"/>
                  </a:lnTo>
                  <a:lnTo>
                    <a:pt x="455" y="350"/>
                  </a:lnTo>
                  <a:lnTo>
                    <a:pt x="455" y="349"/>
                  </a:lnTo>
                  <a:lnTo>
                    <a:pt x="454" y="347"/>
                  </a:lnTo>
                  <a:lnTo>
                    <a:pt x="453" y="347"/>
                  </a:lnTo>
                  <a:lnTo>
                    <a:pt x="452" y="349"/>
                  </a:lnTo>
                  <a:lnTo>
                    <a:pt x="450" y="347"/>
                  </a:lnTo>
                  <a:lnTo>
                    <a:pt x="450" y="346"/>
                  </a:lnTo>
                  <a:lnTo>
                    <a:pt x="452" y="346"/>
                  </a:lnTo>
                  <a:lnTo>
                    <a:pt x="459" y="346"/>
                  </a:lnTo>
                  <a:lnTo>
                    <a:pt x="460" y="346"/>
                  </a:lnTo>
                  <a:lnTo>
                    <a:pt x="461" y="346"/>
                  </a:lnTo>
                  <a:lnTo>
                    <a:pt x="462" y="346"/>
                  </a:lnTo>
                  <a:lnTo>
                    <a:pt x="463" y="347"/>
                  </a:lnTo>
                  <a:lnTo>
                    <a:pt x="463" y="346"/>
                  </a:lnTo>
                  <a:lnTo>
                    <a:pt x="467" y="345"/>
                  </a:lnTo>
                  <a:lnTo>
                    <a:pt x="467" y="344"/>
                  </a:lnTo>
                  <a:lnTo>
                    <a:pt x="468" y="343"/>
                  </a:lnTo>
                  <a:lnTo>
                    <a:pt x="467" y="340"/>
                  </a:lnTo>
                  <a:lnTo>
                    <a:pt x="468" y="340"/>
                  </a:lnTo>
                  <a:lnTo>
                    <a:pt x="469" y="339"/>
                  </a:lnTo>
                  <a:lnTo>
                    <a:pt x="470" y="339"/>
                  </a:lnTo>
                  <a:lnTo>
                    <a:pt x="470" y="342"/>
                  </a:lnTo>
                  <a:lnTo>
                    <a:pt x="471" y="340"/>
                  </a:lnTo>
                  <a:lnTo>
                    <a:pt x="472" y="340"/>
                  </a:lnTo>
                  <a:lnTo>
                    <a:pt x="472" y="340"/>
                  </a:lnTo>
                  <a:lnTo>
                    <a:pt x="471" y="339"/>
                  </a:lnTo>
                  <a:lnTo>
                    <a:pt x="483" y="336"/>
                  </a:lnTo>
                  <a:lnTo>
                    <a:pt x="493" y="335"/>
                  </a:lnTo>
                  <a:lnTo>
                    <a:pt x="502" y="330"/>
                  </a:lnTo>
                  <a:lnTo>
                    <a:pt x="503" y="329"/>
                  </a:lnTo>
                  <a:lnTo>
                    <a:pt x="506" y="324"/>
                  </a:lnTo>
                  <a:lnTo>
                    <a:pt x="510" y="322"/>
                  </a:lnTo>
                  <a:lnTo>
                    <a:pt x="511" y="320"/>
                  </a:lnTo>
                  <a:lnTo>
                    <a:pt x="512" y="318"/>
                  </a:lnTo>
                  <a:lnTo>
                    <a:pt x="514" y="316"/>
                  </a:lnTo>
                  <a:lnTo>
                    <a:pt x="515" y="315"/>
                  </a:lnTo>
                  <a:lnTo>
                    <a:pt x="517" y="313"/>
                  </a:lnTo>
                  <a:lnTo>
                    <a:pt x="518" y="311"/>
                  </a:lnTo>
                  <a:lnTo>
                    <a:pt x="520" y="309"/>
                  </a:lnTo>
                  <a:lnTo>
                    <a:pt x="521" y="309"/>
                  </a:lnTo>
                  <a:lnTo>
                    <a:pt x="522" y="309"/>
                  </a:lnTo>
                  <a:close/>
                  <a:moveTo>
                    <a:pt x="541" y="292"/>
                  </a:moveTo>
                  <a:lnTo>
                    <a:pt x="541" y="293"/>
                  </a:lnTo>
                  <a:lnTo>
                    <a:pt x="541" y="293"/>
                  </a:lnTo>
                  <a:lnTo>
                    <a:pt x="540" y="293"/>
                  </a:lnTo>
                  <a:lnTo>
                    <a:pt x="540" y="294"/>
                  </a:lnTo>
                  <a:lnTo>
                    <a:pt x="538" y="295"/>
                  </a:lnTo>
                  <a:lnTo>
                    <a:pt x="538" y="296"/>
                  </a:lnTo>
                  <a:lnTo>
                    <a:pt x="536" y="296"/>
                  </a:lnTo>
                  <a:lnTo>
                    <a:pt x="535" y="296"/>
                  </a:lnTo>
                  <a:lnTo>
                    <a:pt x="535" y="296"/>
                  </a:lnTo>
                  <a:lnTo>
                    <a:pt x="535" y="295"/>
                  </a:lnTo>
                  <a:lnTo>
                    <a:pt x="535" y="294"/>
                  </a:lnTo>
                  <a:lnTo>
                    <a:pt x="541" y="292"/>
                  </a:lnTo>
                  <a:close/>
                  <a:moveTo>
                    <a:pt x="40" y="245"/>
                  </a:moveTo>
                  <a:lnTo>
                    <a:pt x="41" y="245"/>
                  </a:lnTo>
                  <a:lnTo>
                    <a:pt x="44" y="245"/>
                  </a:lnTo>
                  <a:lnTo>
                    <a:pt x="44" y="246"/>
                  </a:lnTo>
                  <a:lnTo>
                    <a:pt x="44" y="247"/>
                  </a:lnTo>
                  <a:lnTo>
                    <a:pt x="41" y="253"/>
                  </a:lnTo>
                  <a:lnTo>
                    <a:pt x="40" y="253"/>
                  </a:lnTo>
                  <a:lnTo>
                    <a:pt x="39" y="252"/>
                  </a:lnTo>
                  <a:lnTo>
                    <a:pt x="38" y="251"/>
                  </a:lnTo>
                  <a:lnTo>
                    <a:pt x="38" y="251"/>
                  </a:lnTo>
                  <a:lnTo>
                    <a:pt x="37" y="250"/>
                  </a:lnTo>
                  <a:lnTo>
                    <a:pt x="38" y="247"/>
                  </a:lnTo>
                  <a:lnTo>
                    <a:pt x="37" y="246"/>
                  </a:lnTo>
                  <a:lnTo>
                    <a:pt x="38" y="245"/>
                  </a:lnTo>
                  <a:lnTo>
                    <a:pt x="39" y="245"/>
                  </a:lnTo>
                  <a:lnTo>
                    <a:pt x="40" y="245"/>
                  </a:lnTo>
                  <a:close/>
                  <a:moveTo>
                    <a:pt x="204" y="124"/>
                  </a:moveTo>
                  <a:lnTo>
                    <a:pt x="204" y="125"/>
                  </a:lnTo>
                  <a:lnTo>
                    <a:pt x="203" y="127"/>
                  </a:lnTo>
                  <a:lnTo>
                    <a:pt x="203" y="129"/>
                  </a:lnTo>
                  <a:lnTo>
                    <a:pt x="201" y="131"/>
                  </a:lnTo>
                  <a:lnTo>
                    <a:pt x="199" y="128"/>
                  </a:lnTo>
                  <a:lnTo>
                    <a:pt x="199" y="127"/>
                  </a:lnTo>
                  <a:lnTo>
                    <a:pt x="201" y="125"/>
                  </a:lnTo>
                  <a:lnTo>
                    <a:pt x="202" y="125"/>
                  </a:lnTo>
                  <a:lnTo>
                    <a:pt x="203" y="124"/>
                  </a:lnTo>
                  <a:lnTo>
                    <a:pt x="204" y="124"/>
                  </a:lnTo>
                  <a:close/>
                  <a:moveTo>
                    <a:pt x="208" y="99"/>
                  </a:moveTo>
                  <a:lnTo>
                    <a:pt x="208" y="99"/>
                  </a:lnTo>
                  <a:lnTo>
                    <a:pt x="208" y="100"/>
                  </a:lnTo>
                  <a:lnTo>
                    <a:pt x="209" y="100"/>
                  </a:lnTo>
                  <a:lnTo>
                    <a:pt x="209" y="100"/>
                  </a:lnTo>
                  <a:lnTo>
                    <a:pt x="208" y="101"/>
                  </a:lnTo>
                  <a:lnTo>
                    <a:pt x="205" y="103"/>
                  </a:lnTo>
                  <a:lnTo>
                    <a:pt x="203" y="104"/>
                  </a:lnTo>
                  <a:lnTo>
                    <a:pt x="203" y="104"/>
                  </a:lnTo>
                  <a:lnTo>
                    <a:pt x="203" y="103"/>
                  </a:lnTo>
                  <a:lnTo>
                    <a:pt x="203" y="102"/>
                  </a:lnTo>
                  <a:lnTo>
                    <a:pt x="203" y="102"/>
                  </a:lnTo>
                  <a:lnTo>
                    <a:pt x="203" y="101"/>
                  </a:lnTo>
                  <a:lnTo>
                    <a:pt x="205" y="100"/>
                  </a:lnTo>
                  <a:lnTo>
                    <a:pt x="205" y="100"/>
                  </a:lnTo>
                  <a:lnTo>
                    <a:pt x="206" y="100"/>
                  </a:lnTo>
                  <a:lnTo>
                    <a:pt x="206" y="100"/>
                  </a:lnTo>
                  <a:lnTo>
                    <a:pt x="208" y="99"/>
                  </a:lnTo>
                  <a:close/>
                  <a:moveTo>
                    <a:pt x="217" y="90"/>
                  </a:moveTo>
                  <a:lnTo>
                    <a:pt x="217" y="92"/>
                  </a:lnTo>
                  <a:lnTo>
                    <a:pt x="217" y="92"/>
                  </a:lnTo>
                  <a:lnTo>
                    <a:pt x="217" y="92"/>
                  </a:lnTo>
                  <a:lnTo>
                    <a:pt x="216" y="94"/>
                  </a:lnTo>
                  <a:lnTo>
                    <a:pt x="215" y="95"/>
                  </a:lnTo>
                  <a:lnTo>
                    <a:pt x="213" y="96"/>
                  </a:lnTo>
                  <a:lnTo>
                    <a:pt x="212" y="97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0" y="99"/>
                  </a:lnTo>
                  <a:lnTo>
                    <a:pt x="210" y="97"/>
                  </a:lnTo>
                  <a:lnTo>
                    <a:pt x="210" y="97"/>
                  </a:lnTo>
                  <a:lnTo>
                    <a:pt x="209" y="97"/>
                  </a:lnTo>
                  <a:lnTo>
                    <a:pt x="209" y="96"/>
                  </a:lnTo>
                  <a:lnTo>
                    <a:pt x="209" y="96"/>
                  </a:lnTo>
                  <a:lnTo>
                    <a:pt x="210" y="96"/>
                  </a:lnTo>
                  <a:lnTo>
                    <a:pt x="210" y="96"/>
                  </a:lnTo>
                  <a:lnTo>
                    <a:pt x="210" y="96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1" y="95"/>
                  </a:lnTo>
                  <a:lnTo>
                    <a:pt x="212" y="94"/>
                  </a:lnTo>
                  <a:lnTo>
                    <a:pt x="212" y="95"/>
                  </a:lnTo>
                  <a:lnTo>
                    <a:pt x="212" y="95"/>
                  </a:lnTo>
                  <a:lnTo>
                    <a:pt x="211" y="95"/>
                  </a:lnTo>
                  <a:lnTo>
                    <a:pt x="211" y="95"/>
                  </a:lnTo>
                  <a:lnTo>
                    <a:pt x="212" y="95"/>
                  </a:lnTo>
                  <a:lnTo>
                    <a:pt x="213" y="93"/>
                  </a:lnTo>
                  <a:lnTo>
                    <a:pt x="213" y="92"/>
                  </a:lnTo>
                  <a:lnTo>
                    <a:pt x="215" y="93"/>
                  </a:lnTo>
                  <a:lnTo>
                    <a:pt x="216" y="92"/>
                  </a:lnTo>
                  <a:lnTo>
                    <a:pt x="216" y="92"/>
                  </a:lnTo>
                  <a:lnTo>
                    <a:pt x="217" y="90"/>
                  </a:lnTo>
                  <a:close/>
                  <a:moveTo>
                    <a:pt x="368" y="0"/>
                  </a:moveTo>
                  <a:lnTo>
                    <a:pt x="368" y="0"/>
                  </a:lnTo>
                  <a:lnTo>
                    <a:pt x="369" y="1"/>
                  </a:lnTo>
                  <a:lnTo>
                    <a:pt x="369" y="2"/>
                  </a:lnTo>
                  <a:lnTo>
                    <a:pt x="369" y="3"/>
                  </a:lnTo>
                  <a:lnTo>
                    <a:pt x="369" y="3"/>
                  </a:lnTo>
                  <a:lnTo>
                    <a:pt x="369" y="4"/>
                  </a:lnTo>
                  <a:lnTo>
                    <a:pt x="369" y="4"/>
                  </a:lnTo>
                  <a:lnTo>
                    <a:pt x="368" y="4"/>
                  </a:lnTo>
                  <a:lnTo>
                    <a:pt x="369" y="6"/>
                  </a:lnTo>
                  <a:lnTo>
                    <a:pt x="369" y="9"/>
                  </a:lnTo>
                  <a:lnTo>
                    <a:pt x="369" y="11"/>
                  </a:lnTo>
                  <a:lnTo>
                    <a:pt x="369" y="13"/>
                  </a:lnTo>
                  <a:lnTo>
                    <a:pt x="369" y="15"/>
                  </a:lnTo>
                  <a:lnTo>
                    <a:pt x="370" y="15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3" y="18"/>
                  </a:lnTo>
                  <a:lnTo>
                    <a:pt x="371" y="20"/>
                  </a:lnTo>
                  <a:lnTo>
                    <a:pt x="371" y="20"/>
                  </a:lnTo>
                  <a:lnTo>
                    <a:pt x="371" y="21"/>
                  </a:lnTo>
                  <a:lnTo>
                    <a:pt x="370" y="21"/>
                  </a:lnTo>
                  <a:lnTo>
                    <a:pt x="370" y="21"/>
                  </a:lnTo>
                  <a:lnTo>
                    <a:pt x="370" y="22"/>
                  </a:lnTo>
                  <a:lnTo>
                    <a:pt x="370" y="23"/>
                  </a:lnTo>
                  <a:lnTo>
                    <a:pt x="371" y="23"/>
                  </a:lnTo>
                  <a:lnTo>
                    <a:pt x="373" y="24"/>
                  </a:lnTo>
                  <a:lnTo>
                    <a:pt x="373" y="24"/>
                  </a:lnTo>
                  <a:lnTo>
                    <a:pt x="373" y="24"/>
                  </a:lnTo>
                  <a:lnTo>
                    <a:pt x="373" y="25"/>
                  </a:lnTo>
                  <a:lnTo>
                    <a:pt x="373" y="27"/>
                  </a:lnTo>
                  <a:lnTo>
                    <a:pt x="373" y="27"/>
                  </a:lnTo>
                  <a:lnTo>
                    <a:pt x="373" y="25"/>
                  </a:lnTo>
                  <a:lnTo>
                    <a:pt x="371" y="24"/>
                  </a:lnTo>
                  <a:lnTo>
                    <a:pt x="370" y="24"/>
                  </a:lnTo>
                  <a:lnTo>
                    <a:pt x="370" y="25"/>
                  </a:lnTo>
                  <a:lnTo>
                    <a:pt x="370" y="28"/>
                  </a:lnTo>
                  <a:lnTo>
                    <a:pt x="370" y="29"/>
                  </a:lnTo>
                  <a:lnTo>
                    <a:pt x="370" y="31"/>
                  </a:lnTo>
                  <a:lnTo>
                    <a:pt x="370" y="31"/>
                  </a:lnTo>
                  <a:lnTo>
                    <a:pt x="370" y="32"/>
                  </a:lnTo>
                  <a:lnTo>
                    <a:pt x="371" y="34"/>
                  </a:lnTo>
                  <a:lnTo>
                    <a:pt x="371" y="34"/>
                  </a:lnTo>
                  <a:lnTo>
                    <a:pt x="371" y="35"/>
                  </a:lnTo>
                  <a:lnTo>
                    <a:pt x="371" y="35"/>
                  </a:lnTo>
                  <a:lnTo>
                    <a:pt x="371" y="36"/>
                  </a:lnTo>
                  <a:lnTo>
                    <a:pt x="373" y="37"/>
                  </a:lnTo>
                  <a:lnTo>
                    <a:pt x="374" y="39"/>
                  </a:lnTo>
                  <a:lnTo>
                    <a:pt x="374" y="39"/>
                  </a:lnTo>
                  <a:lnTo>
                    <a:pt x="376" y="39"/>
                  </a:lnTo>
                  <a:lnTo>
                    <a:pt x="376" y="41"/>
                  </a:lnTo>
                  <a:lnTo>
                    <a:pt x="376" y="42"/>
                  </a:lnTo>
                  <a:lnTo>
                    <a:pt x="375" y="44"/>
                  </a:lnTo>
                  <a:lnTo>
                    <a:pt x="377" y="45"/>
                  </a:lnTo>
                  <a:lnTo>
                    <a:pt x="377" y="46"/>
                  </a:lnTo>
                  <a:lnTo>
                    <a:pt x="377" y="47"/>
                  </a:lnTo>
                  <a:lnTo>
                    <a:pt x="377" y="49"/>
                  </a:lnTo>
                  <a:lnTo>
                    <a:pt x="377" y="50"/>
                  </a:lnTo>
                  <a:lnTo>
                    <a:pt x="377" y="51"/>
                  </a:lnTo>
                  <a:lnTo>
                    <a:pt x="378" y="52"/>
                  </a:lnTo>
                  <a:lnTo>
                    <a:pt x="378" y="51"/>
                  </a:lnTo>
                  <a:lnTo>
                    <a:pt x="378" y="49"/>
                  </a:lnTo>
                  <a:lnTo>
                    <a:pt x="378" y="47"/>
                  </a:lnTo>
                  <a:lnTo>
                    <a:pt x="378" y="46"/>
                  </a:lnTo>
                  <a:lnTo>
                    <a:pt x="380" y="47"/>
                  </a:lnTo>
                  <a:lnTo>
                    <a:pt x="381" y="52"/>
                  </a:lnTo>
                  <a:lnTo>
                    <a:pt x="381" y="52"/>
                  </a:lnTo>
                  <a:lnTo>
                    <a:pt x="381" y="53"/>
                  </a:lnTo>
                  <a:lnTo>
                    <a:pt x="382" y="53"/>
                  </a:lnTo>
                  <a:lnTo>
                    <a:pt x="383" y="57"/>
                  </a:lnTo>
                  <a:lnTo>
                    <a:pt x="383" y="59"/>
                  </a:lnTo>
                  <a:lnTo>
                    <a:pt x="384" y="60"/>
                  </a:lnTo>
                  <a:lnTo>
                    <a:pt x="384" y="61"/>
                  </a:lnTo>
                  <a:lnTo>
                    <a:pt x="385" y="61"/>
                  </a:lnTo>
                  <a:lnTo>
                    <a:pt x="382" y="68"/>
                  </a:lnTo>
                  <a:lnTo>
                    <a:pt x="381" y="70"/>
                  </a:lnTo>
                  <a:lnTo>
                    <a:pt x="382" y="72"/>
                  </a:lnTo>
                  <a:lnTo>
                    <a:pt x="382" y="81"/>
                  </a:lnTo>
                  <a:lnTo>
                    <a:pt x="383" y="85"/>
                  </a:lnTo>
                  <a:lnTo>
                    <a:pt x="383" y="84"/>
                  </a:lnTo>
                  <a:lnTo>
                    <a:pt x="384" y="82"/>
                  </a:lnTo>
                  <a:lnTo>
                    <a:pt x="384" y="82"/>
                  </a:lnTo>
                  <a:lnTo>
                    <a:pt x="385" y="84"/>
                  </a:lnTo>
                  <a:lnTo>
                    <a:pt x="385" y="84"/>
                  </a:lnTo>
                  <a:lnTo>
                    <a:pt x="385" y="85"/>
                  </a:lnTo>
                  <a:lnTo>
                    <a:pt x="385" y="86"/>
                  </a:lnTo>
                  <a:lnTo>
                    <a:pt x="386" y="90"/>
                  </a:lnTo>
                  <a:lnTo>
                    <a:pt x="386" y="92"/>
                  </a:lnTo>
                  <a:lnTo>
                    <a:pt x="388" y="93"/>
                  </a:lnTo>
                  <a:lnTo>
                    <a:pt x="389" y="94"/>
                  </a:lnTo>
                  <a:lnTo>
                    <a:pt x="390" y="95"/>
                  </a:lnTo>
                  <a:lnTo>
                    <a:pt x="390" y="96"/>
                  </a:lnTo>
                  <a:lnTo>
                    <a:pt x="390" y="97"/>
                  </a:lnTo>
                  <a:lnTo>
                    <a:pt x="390" y="99"/>
                  </a:lnTo>
                  <a:lnTo>
                    <a:pt x="390" y="100"/>
                  </a:lnTo>
                  <a:lnTo>
                    <a:pt x="390" y="101"/>
                  </a:lnTo>
                  <a:lnTo>
                    <a:pt x="392" y="102"/>
                  </a:lnTo>
                  <a:lnTo>
                    <a:pt x="393" y="103"/>
                  </a:lnTo>
                  <a:lnTo>
                    <a:pt x="393" y="103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5" y="107"/>
                  </a:lnTo>
                  <a:lnTo>
                    <a:pt x="392" y="116"/>
                  </a:lnTo>
                  <a:lnTo>
                    <a:pt x="392" y="116"/>
                  </a:lnTo>
                  <a:lnTo>
                    <a:pt x="393" y="117"/>
                  </a:lnTo>
                  <a:lnTo>
                    <a:pt x="393" y="120"/>
                  </a:lnTo>
                  <a:lnTo>
                    <a:pt x="393" y="121"/>
                  </a:lnTo>
                  <a:lnTo>
                    <a:pt x="395" y="121"/>
                  </a:lnTo>
                  <a:lnTo>
                    <a:pt x="395" y="122"/>
                  </a:lnTo>
                  <a:lnTo>
                    <a:pt x="396" y="122"/>
                  </a:lnTo>
                  <a:lnTo>
                    <a:pt x="396" y="122"/>
                  </a:lnTo>
                  <a:lnTo>
                    <a:pt x="396" y="122"/>
                  </a:lnTo>
                  <a:lnTo>
                    <a:pt x="396" y="122"/>
                  </a:lnTo>
                  <a:lnTo>
                    <a:pt x="397" y="121"/>
                  </a:lnTo>
                  <a:lnTo>
                    <a:pt x="397" y="121"/>
                  </a:lnTo>
                  <a:lnTo>
                    <a:pt x="397" y="120"/>
                  </a:lnTo>
                  <a:lnTo>
                    <a:pt x="397" y="120"/>
                  </a:lnTo>
                  <a:lnTo>
                    <a:pt x="397" y="117"/>
                  </a:lnTo>
                  <a:lnTo>
                    <a:pt x="397" y="117"/>
                  </a:lnTo>
                  <a:lnTo>
                    <a:pt x="398" y="117"/>
                  </a:lnTo>
                  <a:lnTo>
                    <a:pt x="398" y="116"/>
                  </a:lnTo>
                  <a:lnTo>
                    <a:pt x="398" y="116"/>
                  </a:lnTo>
                  <a:lnTo>
                    <a:pt x="398" y="116"/>
                  </a:lnTo>
                  <a:lnTo>
                    <a:pt x="399" y="116"/>
                  </a:lnTo>
                  <a:lnTo>
                    <a:pt x="399" y="116"/>
                  </a:lnTo>
                  <a:lnTo>
                    <a:pt x="400" y="116"/>
                  </a:lnTo>
                  <a:lnTo>
                    <a:pt x="402" y="116"/>
                  </a:lnTo>
                  <a:lnTo>
                    <a:pt x="402" y="116"/>
                  </a:lnTo>
                  <a:lnTo>
                    <a:pt x="402" y="116"/>
                  </a:lnTo>
                  <a:lnTo>
                    <a:pt x="404" y="120"/>
                  </a:lnTo>
                  <a:lnTo>
                    <a:pt x="404" y="120"/>
                  </a:lnTo>
                  <a:lnTo>
                    <a:pt x="405" y="120"/>
                  </a:lnTo>
                  <a:lnTo>
                    <a:pt x="405" y="121"/>
                  </a:lnTo>
                  <a:lnTo>
                    <a:pt x="406" y="121"/>
                  </a:lnTo>
                  <a:lnTo>
                    <a:pt x="406" y="123"/>
                  </a:lnTo>
                  <a:lnTo>
                    <a:pt x="406" y="123"/>
                  </a:lnTo>
                  <a:lnTo>
                    <a:pt x="407" y="125"/>
                  </a:lnTo>
                  <a:lnTo>
                    <a:pt x="407" y="128"/>
                  </a:lnTo>
                  <a:lnTo>
                    <a:pt x="409" y="132"/>
                  </a:lnTo>
                  <a:lnTo>
                    <a:pt x="410" y="136"/>
                  </a:lnTo>
                  <a:lnTo>
                    <a:pt x="411" y="140"/>
                  </a:lnTo>
                  <a:lnTo>
                    <a:pt x="412" y="146"/>
                  </a:lnTo>
                  <a:lnTo>
                    <a:pt x="414" y="157"/>
                  </a:lnTo>
                  <a:lnTo>
                    <a:pt x="416" y="161"/>
                  </a:lnTo>
                  <a:lnTo>
                    <a:pt x="417" y="166"/>
                  </a:lnTo>
                  <a:lnTo>
                    <a:pt x="417" y="171"/>
                  </a:lnTo>
                  <a:lnTo>
                    <a:pt x="418" y="174"/>
                  </a:lnTo>
                  <a:lnTo>
                    <a:pt x="419" y="177"/>
                  </a:lnTo>
                  <a:lnTo>
                    <a:pt x="419" y="179"/>
                  </a:lnTo>
                  <a:lnTo>
                    <a:pt x="419" y="179"/>
                  </a:lnTo>
                  <a:lnTo>
                    <a:pt x="419" y="180"/>
                  </a:lnTo>
                  <a:lnTo>
                    <a:pt x="419" y="181"/>
                  </a:lnTo>
                  <a:lnTo>
                    <a:pt x="419" y="185"/>
                  </a:lnTo>
                  <a:lnTo>
                    <a:pt x="421" y="187"/>
                  </a:lnTo>
                  <a:lnTo>
                    <a:pt x="423" y="189"/>
                  </a:lnTo>
                  <a:lnTo>
                    <a:pt x="421" y="192"/>
                  </a:lnTo>
                  <a:lnTo>
                    <a:pt x="421" y="193"/>
                  </a:lnTo>
                  <a:lnTo>
                    <a:pt x="421" y="200"/>
                  </a:lnTo>
                  <a:lnTo>
                    <a:pt x="421" y="207"/>
                  </a:lnTo>
                  <a:lnTo>
                    <a:pt x="421" y="213"/>
                  </a:lnTo>
                  <a:lnTo>
                    <a:pt x="421" y="220"/>
                  </a:lnTo>
                  <a:lnTo>
                    <a:pt x="420" y="227"/>
                  </a:lnTo>
                  <a:lnTo>
                    <a:pt x="420" y="239"/>
                  </a:lnTo>
                  <a:lnTo>
                    <a:pt x="420" y="246"/>
                  </a:lnTo>
                  <a:lnTo>
                    <a:pt x="420" y="250"/>
                  </a:lnTo>
                  <a:lnTo>
                    <a:pt x="420" y="251"/>
                  </a:lnTo>
                  <a:lnTo>
                    <a:pt x="423" y="253"/>
                  </a:lnTo>
                  <a:lnTo>
                    <a:pt x="423" y="257"/>
                  </a:lnTo>
                  <a:lnTo>
                    <a:pt x="424" y="261"/>
                  </a:lnTo>
                  <a:lnTo>
                    <a:pt x="425" y="265"/>
                  </a:lnTo>
                  <a:lnTo>
                    <a:pt x="425" y="270"/>
                  </a:lnTo>
                  <a:lnTo>
                    <a:pt x="426" y="273"/>
                  </a:lnTo>
                  <a:lnTo>
                    <a:pt x="426" y="278"/>
                  </a:lnTo>
                  <a:lnTo>
                    <a:pt x="427" y="281"/>
                  </a:lnTo>
                  <a:lnTo>
                    <a:pt x="428" y="285"/>
                  </a:lnTo>
                  <a:lnTo>
                    <a:pt x="428" y="289"/>
                  </a:lnTo>
                  <a:lnTo>
                    <a:pt x="429" y="293"/>
                  </a:lnTo>
                  <a:lnTo>
                    <a:pt x="431" y="297"/>
                  </a:lnTo>
                  <a:lnTo>
                    <a:pt x="431" y="301"/>
                  </a:lnTo>
                  <a:lnTo>
                    <a:pt x="432" y="306"/>
                  </a:lnTo>
                  <a:lnTo>
                    <a:pt x="432" y="309"/>
                  </a:lnTo>
                  <a:lnTo>
                    <a:pt x="433" y="314"/>
                  </a:lnTo>
                  <a:lnTo>
                    <a:pt x="434" y="317"/>
                  </a:lnTo>
                  <a:lnTo>
                    <a:pt x="434" y="320"/>
                  </a:lnTo>
                  <a:lnTo>
                    <a:pt x="435" y="321"/>
                  </a:lnTo>
                  <a:lnTo>
                    <a:pt x="436" y="322"/>
                  </a:lnTo>
                  <a:lnTo>
                    <a:pt x="439" y="324"/>
                  </a:lnTo>
                  <a:lnTo>
                    <a:pt x="440" y="325"/>
                  </a:lnTo>
                  <a:lnTo>
                    <a:pt x="439" y="325"/>
                  </a:lnTo>
                  <a:lnTo>
                    <a:pt x="436" y="329"/>
                  </a:lnTo>
                  <a:lnTo>
                    <a:pt x="433" y="332"/>
                  </a:lnTo>
                  <a:lnTo>
                    <a:pt x="429" y="336"/>
                  </a:lnTo>
                  <a:lnTo>
                    <a:pt x="427" y="338"/>
                  </a:lnTo>
                  <a:lnTo>
                    <a:pt x="426" y="338"/>
                  </a:lnTo>
                  <a:lnTo>
                    <a:pt x="426" y="339"/>
                  </a:lnTo>
                  <a:lnTo>
                    <a:pt x="428" y="342"/>
                  </a:lnTo>
                  <a:lnTo>
                    <a:pt x="431" y="343"/>
                  </a:lnTo>
                  <a:lnTo>
                    <a:pt x="431" y="344"/>
                  </a:lnTo>
                  <a:lnTo>
                    <a:pt x="432" y="344"/>
                  </a:lnTo>
                  <a:lnTo>
                    <a:pt x="432" y="344"/>
                  </a:lnTo>
                  <a:lnTo>
                    <a:pt x="432" y="344"/>
                  </a:lnTo>
                  <a:lnTo>
                    <a:pt x="433" y="345"/>
                  </a:lnTo>
                  <a:lnTo>
                    <a:pt x="433" y="345"/>
                  </a:lnTo>
                  <a:lnTo>
                    <a:pt x="433" y="345"/>
                  </a:lnTo>
                  <a:lnTo>
                    <a:pt x="432" y="346"/>
                  </a:lnTo>
                  <a:lnTo>
                    <a:pt x="433" y="346"/>
                  </a:lnTo>
                  <a:lnTo>
                    <a:pt x="433" y="347"/>
                  </a:lnTo>
                  <a:lnTo>
                    <a:pt x="433" y="347"/>
                  </a:lnTo>
                  <a:lnTo>
                    <a:pt x="432" y="350"/>
                  </a:lnTo>
                  <a:lnTo>
                    <a:pt x="432" y="351"/>
                  </a:lnTo>
                  <a:lnTo>
                    <a:pt x="431" y="351"/>
                  </a:lnTo>
                  <a:lnTo>
                    <a:pt x="429" y="351"/>
                  </a:lnTo>
                  <a:lnTo>
                    <a:pt x="429" y="352"/>
                  </a:lnTo>
                  <a:lnTo>
                    <a:pt x="427" y="356"/>
                  </a:lnTo>
                  <a:lnTo>
                    <a:pt x="427" y="358"/>
                  </a:lnTo>
                  <a:lnTo>
                    <a:pt x="427" y="359"/>
                  </a:lnTo>
                  <a:lnTo>
                    <a:pt x="426" y="359"/>
                  </a:lnTo>
                  <a:lnTo>
                    <a:pt x="426" y="360"/>
                  </a:lnTo>
                  <a:lnTo>
                    <a:pt x="425" y="360"/>
                  </a:lnTo>
                  <a:lnTo>
                    <a:pt x="425" y="361"/>
                  </a:lnTo>
                  <a:lnTo>
                    <a:pt x="425" y="361"/>
                  </a:lnTo>
                  <a:lnTo>
                    <a:pt x="426" y="363"/>
                  </a:lnTo>
                  <a:lnTo>
                    <a:pt x="427" y="364"/>
                  </a:lnTo>
                  <a:lnTo>
                    <a:pt x="425" y="364"/>
                  </a:lnTo>
                  <a:lnTo>
                    <a:pt x="423" y="365"/>
                  </a:lnTo>
                  <a:lnTo>
                    <a:pt x="420" y="366"/>
                  </a:lnTo>
                  <a:lnTo>
                    <a:pt x="418" y="367"/>
                  </a:lnTo>
                  <a:lnTo>
                    <a:pt x="418" y="369"/>
                  </a:lnTo>
                  <a:lnTo>
                    <a:pt x="417" y="375"/>
                  </a:lnTo>
                  <a:lnTo>
                    <a:pt x="416" y="376"/>
                  </a:lnTo>
                  <a:lnTo>
                    <a:pt x="414" y="374"/>
                  </a:lnTo>
                  <a:lnTo>
                    <a:pt x="414" y="373"/>
                  </a:lnTo>
                  <a:lnTo>
                    <a:pt x="414" y="371"/>
                  </a:lnTo>
                  <a:lnTo>
                    <a:pt x="417" y="364"/>
                  </a:lnTo>
                  <a:lnTo>
                    <a:pt x="417" y="363"/>
                  </a:lnTo>
                  <a:lnTo>
                    <a:pt x="417" y="360"/>
                  </a:lnTo>
                  <a:lnTo>
                    <a:pt x="418" y="357"/>
                  </a:lnTo>
                  <a:lnTo>
                    <a:pt x="418" y="352"/>
                  </a:lnTo>
                  <a:lnTo>
                    <a:pt x="418" y="349"/>
                  </a:lnTo>
                  <a:lnTo>
                    <a:pt x="418" y="347"/>
                  </a:lnTo>
                  <a:lnTo>
                    <a:pt x="416" y="340"/>
                  </a:lnTo>
                  <a:lnTo>
                    <a:pt x="414" y="337"/>
                  </a:lnTo>
                  <a:lnTo>
                    <a:pt x="413" y="333"/>
                  </a:lnTo>
                  <a:lnTo>
                    <a:pt x="412" y="332"/>
                  </a:lnTo>
                  <a:lnTo>
                    <a:pt x="411" y="332"/>
                  </a:lnTo>
                  <a:lnTo>
                    <a:pt x="409" y="331"/>
                  </a:lnTo>
                  <a:lnTo>
                    <a:pt x="407" y="329"/>
                  </a:lnTo>
                  <a:lnTo>
                    <a:pt x="407" y="328"/>
                  </a:lnTo>
                  <a:lnTo>
                    <a:pt x="407" y="326"/>
                  </a:lnTo>
                  <a:lnTo>
                    <a:pt x="406" y="324"/>
                  </a:lnTo>
                  <a:lnTo>
                    <a:pt x="405" y="325"/>
                  </a:lnTo>
                  <a:lnTo>
                    <a:pt x="405" y="326"/>
                  </a:lnTo>
                  <a:lnTo>
                    <a:pt x="405" y="328"/>
                  </a:lnTo>
                  <a:lnTo>
                    <a:pt x="405" y="329"/>
                  </a:lnTo>
                  <a:lnTo>
                    <a:pt x="405" y="329"/>
                  </a:lnTo>
                  <a:lnTo>
                    <a:pt x="406" y="330"/>
                  </a:lnTo>
                  <a:lnTo>
                    <a:pt x="407" y="332"/>
                  </a:lnTo>
                  <a:lnTo>
                    <a:pt x="409" y="333"/>
                  </a:lnTo>
                  <a:lnTo>
                    <a:pt x="410" y="335"/>
                  </a:lnTo>
                  <a:lnTo>
                    <a:pt x="411" y="335"/>
                  </a:lnTo>
                  <a:lnTo>
                    <a:pt x="412" y="337"/>
                  </a:lnTo>
                  <a:lnTo>
                    <a:pt x="412" y="338"/>
                  </a:lnTo>
                  <a:lnTo>
                    <a:pt x="413" y="342"/>
                  </a:lnTo>
                  <a:lnTo>
                    <a:pt x="416" y="349"/>
                  </a:lnTo>
                  <a:lnTo>
                    <a:pt x="416" y="351"/>
                  </a:lnTo>
                  <a:lnTo>
                    <a:pt x="409" y="349"/>
                  </a:lnTo>
                  <a:lnTo>
                    <a:pt x="400" y="346"/>
                  </a:lnTo>
                  <a:lnTo>
                    <a:pt x="393" y="344"/>
                  </a:lnTo>
                  <a:lnTo>
                    <a:pt x="385" y="342"/>
                  </a:lnTo>
                  <a:lnTo>
                    <a:pt x="378" y="339"/>
                  </a:lnTo>
                  <a:lnTo>
                    <a:pt x="370" y="337"/>
                  </a:lnTo>
                  <a:lnTo>
                    <a:pt x="363" y="335"/>
                  </a:lnTo>
                  <a:lnTo>
                    <a:pt x="355" y="332"/>
                  </a:lnTo>
                  <a:lnTo>
                    <a:pt x="355" y="331"/>
                  </a:lnTo>
                  <a:lnTo>
                    <a:pt x="353" y="329"/>
                  </a:lnTo>
                  <a:lnTo>
                    <a:pt x="353" y="329"/>
                  </a:lnTo>
                  <a:lnTo>
                    <a:pt x="352" y="328"/>
                  </a:lnTo>
                  <a:lnTo>
                    <a:pt x="352" y="326"/>
                  </a:lnTo>
                  <a:lnTo>
                    <a:pt x="350" y="326"/>
                  </a:lnTo>
                  <a:lnTo>
                    <a:pt x="349" y="326"/>
                  </a:lnTo>
                  <a:lnTo>
                    <a:pt x="349" y="328"/>
                  </a:lnTo>
                  <a:lnTo>
                    <a:pt x="348" y="328"/>
                  </a:lnTo>
                  <a:lnTo>
                    <a:pt x="347" y="326"/>
                  </a:lnTo>
                  <a:lnTo>
                    <a:pt x="346" y="326"/>
                  </a:lnTo>
                  <a:lnTo>
                    <a:pt x="342" y="328"/>
                  </a:lnTo>
                  <a:lnTo>
                    <a:pt x="341" y="328"/>
                  </a:lnTo>
                  <a:lnTo>
                    <a:pt x="340" y="326"/>
                  </a:lnTo>
                  <a:lnTo>
                    <a:pt x="339" y="325"/>
                  </a:lnTo>
                  <a:lnTo>
                    <a:pt x="338" y="325"/>
                  </a:lnTo>
                  <a:lnTo>
                    <a:pt x="335" y="325"/>
                  </a:lnTo>
                  <a:lnTo>
                    <a:pt x="333" y="324"/>
                  </a:lnTo>
                  <a:lnTo>
                    <a:pt x="332" y="323"/>
                  </a:lnTo>
                  <a:lnTo>
                    <a:pt x="327" y="317"/>
                  </a:lnTo>
                  <a:lnTo>
                    <a:pt x="326" y="316"/>
                  </a:lnTo>
                  <a:lnTo>
                    <a:pt x="326" y="316"/>
                  </a:lnTo>
                  <a:lnTo>
                    <a:pt x="325" y="311"/>
                  </a:lnTo>
                  <a:lnTo>
                    <a:pt x="325" y="309"/>
                  </a:lnTo>
                  <a:lnTo>
                    <a:pt x="324" y="307"/>
                  </a:lnTo>
                  <a:lnTo>
                    <a:pt x="324" y="306"/>
                  </a:lnTo>
                  <a:lnTo>
                    <a:pt x="324" y="304"/>
                  </a:lnTo>
                  <a:lnTo>
                    <a:pt x="324" y="303"/>
                  </a:lnTo>
                  <a:lnTo>
                    <a:pt x="324" y="302"/>
                  </a:lnTo>
                  <a:lnTo>
                    <a:pt x="323" y="301"/>
                  </a:lnTo>
                  <a:lnTo>
                    <a:pt x="321" y="301"/>
                  </a:lnTo>
                  <a:lnTo>
                    <a:pt x="319" y="301"/>
                  </a:lnTo>
                  <a:lnTo>
                    <a:pt x="320" y="299"/>
                  </a:lnTo>
                  <a:lnTo>
                    <a:pt x="320" y="297"/>
                  </a:lnTo>
                  <a:lnTo>
                    <a:pt x="320" y="297"/>
                  </a:lnTo>
                  <a:lnTo>
                    <a:pt x="319" y="297"/>
                  </a:lnTo>
                  <a:lnTo>
                    <a:pt x="318" y="296"/>
                  </a:lnTo>
                  <a:lnTo>
                    <a:pt x="316" y="295"/>
                  </a:lnTo>
                  <a:lnTo>
                    <a:pt x="314" y="295"/>
                  </a:lnTo>
                  <a:lnTo>
                    <a:pt x="313" y="294"/>
                  </a:lnTo>
                  <a:lnTo>
                    <a:pt x="310" y="296"/>
                  </a:lnTo>
                  <a:lnTo>
                    <a:pt x="309" y="295"/>
                  </a:lnTo>
                  <a:lnTo>
                    <a:pt x="307" y="294"/>
                  </a:lnTo>
                  <a:lnTo>
                    <a:pt x="306" y="292"/>
                  </a:lnTo>
                  <a:lnTo>
                    <a:pt x="306" y="290"/>
                  </a:lnTo>
                  <a:lnTo>
                    <a:pt x="304" y="289"/>
                  </a:lnTo>
                  <a:lnTo>
                    <a:pt x="302" y="289"/>
                  </a:lnTo>
                  <a:lnTo>
                    <a:pt x="301" y="288"/>
                  </a:lnTo>
                  <a:lnTo>
                    <a:pt x="301" y="287"/>
                  </a:lnTo>
                  <a:lnTo>
                    <a:pt x="299" y="287"/>
                  </a:lnTo>
                  <a:lnTo>
                    <a:pt x="298" y="287"/>
                  </a:lnTo>
                  <a:lnTo>
                    <a:pt x="289" y="289"/>
                  </a:lnTo>
                  <a:lnTo>
                    <a:pt x="280" y="292"/>
                  </a:lnTo>
                  <a:lnTo>
                    <a:pt x="270" y="294"/>
                  </a:lnTo>
                  <a:lnTo>
                    <a:pt x="261" y="295"/>
                  </a:lnTo>
                  <a:lnTo>
                    <a:pt x="253" y="297"/>
                  </a:lnTo>
                  <a:lnTo>
                    <a:pt x="244" y="300"/>
                  </a:lnTo>
                  <a:lnTo>
                    <a:pt x="234" y="301"/>
                  </a:lnTo>
                  <a:lnTo>
                    <a:pt x="225" y="303"/>
                  </a:lnTo>
                  <a:lnTo>
                    <a:pt x="216" y="306"/>
                  </a:lnTo>
                  <a:lnTo>
                    <a:pt x="208" y="307"/>
                  </a:lnTo>
                  <a:lnTo>
                    <a:pt x="198" y="309"/>
                  </a:lnTo>
                  <a:lnTo>
                    <a:pt x="189" y="311"/>
                  </a:lnTo>
                  <a:lnTo>
                    <a:pt x="180" y="313"/>
                  </a:lnTo>
                  <a:lnTo>
                    <a:pt x="170" y="315"/>
                  </a:lnTo>
                  <a:lnTo>
                    <a:pt x="162" y="317"/>
                  </a:lnTo>
                  <a:lnTo>
                    <a:pt x="153" y="318"/>
                  </a:lnTo>
                  <a:lnTo>
                    <a:pt x="144" y="321"/>
                  </a:lnTo>
                  <a:lnTo>
                    <a:pt x="134" y="322"/>
                  </a:lnTo>
                  <a:lnTo>
                    <a:pt x="125" y="324"/>
                  </a:lnTo>
                  <a:lnTo>
                    <a:pt x="116" y="326"/>
                  </a:lnTo>
                  <a:lnTo>
                    <a:pt x="108" y="328"/>
                  </a:lnTo>
                  <a:lnTo>
                    <a:pt x="98" y="330"/>
                  </a:lnTo>
                  <a:lnTo>
                    <a:pt x="89" y="331"/>
                  </a:lnTo>
                  <a:lnTo>
                    <a:pt x="80" y="333"/>
                  </a:lnTo>
                  <a:lnTo>
                    <a:pt x="70" y="335"/>
                  </a:lnTo>
                  <a:lnTo>
                    <a:pt x="61" y="337"/>
                  </a:lnTo>
                  <a:lnTo>
                    <a:pt x="53" y="338"/>
                  </a:lnTo>
                  <a:lnTo>
                    <a:pt x="44" y="340"/>
                  </a:lnTo>
                  <a:lnTo>
                    <a:pt x="34" y="342"/>
                  </a:lnTo>
                  <a:lnTo>
                    <a:pt x="25" y="344"/>
                  </a:lnTo>
                  <a:lnTo>
                    <a:pt x="16" y="345"/>
                  </a:lnTo>
                  <a:lnTo>
                    <a:pt x="7" y="347"/>
                  </a:lnTo>
                  <a:lnTo>
                    <a:pt x="4" y="347"/>
                  </a:lnTo>
                  <a:lnTo>
                    <a:pt x="4" y="344"/>
                  </a:lnTo>
                  <a:lnTo>
                    <a:pt x="3" y="342"/>
                  </a:lnTo>
                  <a:lnTo>
                    <a:pt x="3" y="339"/>
                  </a:lnTo>
                  <a:lnTo>
                    <a:pt x="3" y="337"/>
                  </a:lnTo>
                  <a:lnTo>
                    <a:pt x="2" y="335"/>
                  </a:lnTo>
                  <a:lnTo>
                    <a:pt x="2" y="332"/>
                  </a:lnTo>
                  <a:lnTo>
                    <a:pt x="1" y="329"/>
                  </a:lnTo>
                  <a:lnTo>
                    <a:pt x="1" y="326"/>
                  </a:lnTo>
                  <a:lnTo>
                    <a:pt x="1" y="324"/>
                  </a:lnTo>
                  <a:lnTo>
                    <a:pt x="0" y="324"/>
                  </a:lnTo>
                  <a:lnTo>
                    <a:pt x="1" y="324"/>
                  </a:lnTo>
                  <a:lnTo>
                    <a:pt x="2" y="322"/>
                  </a:lnTo>
                  <a:lnTo>
                    <a:pt x="4" y="321"/>
                  </a:lnTo>
                  <a:lnTo>
                    <a:pt x="8" y="316"/>
                  </a:lnTo>
                  <a:lnTo>
                    <a:pt x="12" y="314"/>
                  </a:lnTo>
                  <a:lnTo>
                    <a:pt x="14" y="313"/>
                  </a:lnTo>
                  <a:lnTo>
                    <a:pt x="15" y="311"/>
                  </a:lnTo>
                  <a:lnTo>
                    <a:pt x="17" y="309"/>
                  </a:lnTo>
                  <a:lnTo>
                    <a:pt x="19" y="303"/>
                  </a:lnTo>
                  <a:lnTo>
                    <a:pt x="22" y="302"/>
                  </a:lnTo>
                  <a:lnTo>
                    <a:pt x="22" y="302"/>
                  </a:lnTo>
                  <a:lnTo>
                    <a:pt x="23" y="301"/>
                  </a:lnTo>
                  <a:lnTo>
                    <a:pt x="23" y="300"/>
                  </a:lnTo>
                  <a:lnTo>
                    <a:pt x="24" y="300"/>
                  </a:lnTo>
                  <a:lnTo>
                    <a:pt x="26" y="297"/>
                  </a:lnTo>
                  <a:lnTo>
                    <a:pt x="30" y="295"/>
                  </a:lnTo>
                  <a:lnTo>
                    <a:pt x="31" y="293"/>
                  </a:lnTo>
                  <a:lnTo>
                    <a:pt x="34" y="290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7" y="288"/>
                  </a:lnTo>
                  <a:lnTo>
                    <a:pt x="37" y="286"/>
                  </a:lnTo>
                  <a:lnTo>
                    <a:pt x="38" y="285"/>
                  </a:lnTo>
                  <a:lnTo>
                    <a:pt x="39" y="283"/>
                  </a:lnTo>
                  <a:lnTo>
                    <a:pt x="39" y="282"/>
                  </a:lnTo>
                  <a:lnTo>
                    <a:pt x="40" y="279"/>
                  </a:lnTo>
                  <a:lnTo>
                    <a:pt x="41" y="276"/>
                  </a:lnTo>
                  <a:lnTo>
                    <a:pt x="44" y="274"/>
                  </a:lnTo>
                  <a:lnTo>
                    <a:pt x="48" y="271"/>
                  </a:lnTo>
                  <a:lnTo>
                    <a:pt x="50" y="270"/>
                  </a:lnTo>
                  <a:lnTo>
                    <a:pt x="51" y="268"/>
                  </a:lnTo>
                  <a:lnTo>
                    <a:pt x="51" y="267"/>
                  </a:lnTo>
                  <a:lnTo>
                    <a:pt x="51" y="265"/>
                  </a:lnTo>
                  <a:lnTo>
                    <a:pt x="51" y="263"/>
                  </a:lnTo>
                  <a:lnTo>
                    <a:pt x="50" y="263"/>
                  </a:lnTo>
                  <a:lnTo>
                    <a:pt x="50" y="261"/>
                  </a:lnTo>
                  <a:lnTo>
                    <a:pt x="47" y="259"/>
                  </a:lnTo>
                  <a:lnTo>
                    <a:pt x="47" y="258"/>
                  </a:lnTo>
                  <a:lnTo>
                    <a:pt x="46" y="254"/>
                  </a:lnTo>
                  <a:lnTo>
                    <a:pt x="45" y="253"/>
                  </a:lnTo>
                  <a:lnTo>
                    <a:pt x="44" y="253"/>
                  </a:lnTo>
                  <a:lnTo>
                    <a:pt x="44" y="252"/>
                  </a:lnTo>
                  <a:lnTo>
                    <a:pt x="44" y="250"/>
                  </a:lnTo>
                  <a:lnTo>
                    <a:pt x="46" y="247"/>
                  </a:lnTo>
                  <a:lnTo>
                    <a:pt x="46" y="245"/>
                  </a:lnTo>
                  <a:lnTo>
                    <a:pt x="44" y="244"/>
                  </a:lnTo>
                  <a:lnTo>
                    <a:pt x="36" y="244"/>
                  </a:lnTo>
                  <a:lnTo>
                    <a:pt x="33" y="243"/>
                  </a:lnTo>
                  <a:lnTo>
                    <a:pt x="33" y="243"/>
                  </a:lnTo>
                  <a:lnTo>
                    <a:pt x="32" y="242"/>
                  </a:lnTo>
                  <a:lnTo>
                    <a:pt x="33" y="240"/>
                  </a:lnTo>
                  <a:lnTo>
                    <a:pt x="33" y="240"/>
                  </a:lnTo>
                  <a:lnTo>
                    <a:pt x="33" y="239"/>
                  </a:lnTo>
                  <a:lnTo>
                    <a:pt x="33" y="238"/>
                  </a:lnTo>
                  <a:lnTo>
                    <a:pt x="33" y="237"/>
                  </a:lnTo>
                  <a:lnTo>
                    <a:pt x="31" y="229"/>
                  </a:lnTo>
                  <a:lnTo>
                    <a:pt x="31" y="228"/>
                  </a:lnTo>
                  <a:lnTo>
                    <a:pt x="34" y="227"/>
                  </a:lnTo>
                  <a:lnTo>
                    <a:pt x="43" y="222"/>
                  </a:lnTo>
                  <a:lnTo>
                    <a:pt x="50" y="218"/>
                  </a:lnTo>
                  <a:lnTo>
                    <a:pt x="53" y="216"/>
                  </a:lnTo>
                  <a:lnTo>
                    <a:pt x="73" y="209"/>
                  </a:lnTo>
                  <a:lnTo>
                    <a:pt x="83" y="208"/>
                  </a:lnTo>
                  <a:lnTo>
                    <a:pt x="91" y="206"/>
                  </a:lnTo>
                  <a:lnTo>
                    <a:pt x="116" y="206"/>
                  </a:lnTo>
                  <a:lnTo>
                    <a:pt x="117" y="206"/>
                  </a:lnTo>
                  <a:lnTo>
                    <a:pt x="118" y="207"/>
                  </a:lnTo>
                  <a:lnTo>
                    <a:pt x="119" y="207"/>
                  </a:lnTo>
                  <a:lnTo>
                    <a:pt x="119" y="207"/>
                  </a:lnTo>
                  <a:lnTo>
                    <a:pt x="125" y="210"/>
                  </a:lnTo>
                  <a:lnTo>
                    <a:pt x="129" y="210"/>
                  </a:lnTo>
                  <a:lnTo>
                    <a:pt x="131" y="210"/>
                  </a:lnTo>
                  <a:lnTo>
                    <a:pt x="139" y="206"/>
                  </a:lnTo>
                  <a:lnTo>
                    <a:pt x="141" y="204"/>
                  </a:lnTo>
                  <a:lnTo>
                    <a:pt x="167" y="200"/>
                  </a:lnTo>
                  <a:lnTo>
                    <a:pt x="167" y="201"/>
                  </a:lnTo>
                  <a:lnTo>
                    <a:pt x="167" y="201"/>
                  </a:lnTo>
                  <a:lnTo>
                    <a:pt x="168" y="202"/>
                  </a:lnTo>
                  <a:lnTo>
                    <a:pt x="168" y="202"/>
                  </a:lnTo>
                  <a:lnTo>
                    <a:pt x="169" y="202"/>
                  </a:lnTo>
                  <a:lnTo>
                    <a:pt x="169" y="202"/>
                  </a:lnTo>
                  <a:lnTo>
                    <a:pt x="170" y="202"/>
                  </a:lnTo>
                  <a:lnTo>
                    <a:pt x="170" y="201"/>
                  </a:lnTo>
                  <a:lnTo>
                    <a:pt x="170" y="201"/>
                  </a:lnTo>
                  <a:lnTo>
                    <a:pt x="170" y="201"/>
                  </a:lnTo>
                  <a:lnTo>
                    <a:pt x="170" y="200"/>
                  </a:lnTo>
                  <a:lnTo>
                    <a:pt x="170" y="200"/>
                  </a:lnTo>
                  <a:lnTo>
                    <a:pt x="170" y="199"/>
                  </a:lnTo>
                  <a:lnTo>
                    <a:pt x="170" y="199"/>
                  </a:lnTo>
                  <a:lnTo>
                    <a:pt x="170" y="197"/>
                  </a:lnTo>
                  <a:lnTo>
                    <a:pt x="176" y="195"/>
                  </a:lnTo>
                  <a:lnTo>
                    <a:pt x="181" y="192"/>
                  </a:lnTo>
                  <a:lnTo>
                    <a:pt x="181" y="192"/>
                  </a:lnTo>
                  <a:lnTo>
                    <a:pt x="181" y="190"/>
                  </a:lnTo>
                  <a:lnTo>
                    <a:pt x="182" y="190"/>
                  </a:lnTo>
                  <a:lnTo>
                    <a:pt x="184" y="192"/>
                  </a:lnTo>
                  <a:lnTo>
                    <a:pt x="186" y="186"/>
                  </a:lnTo>
                  <a:lnTo>
                    <a:pt x="188" y="182"/>
                  </a:lnTo>
                  <a:lnTo>
                    <a:pt x="190" y="180"/>
                  </a:lnTo>
                  <a:lnTo>
                    <a:pt x="196" y="175"/>
                  </a:lnTo>
                  <a:lnTo>
                    <a:pt x="197" y="174"/>
                  </a:lnTo>
                  <a:lnTo>
                    <a:pt x="199" y="171"/>
                  </a:lnTo>
                  <a:lnTo>
                    <a:pt x="201" y="170"/>
                  </a:lnTo>
                  <a:lnTo>
                    <a:pt x="204" y="171"/>
                  </a:lnTo>
                  <a:lnTo>
                    <a:pt x="205" y="171"/>
                  </a:lnTo>
                  <a:lnTo>
                    <a:pt x="210" y="168"/>
                  </a:lnTo>
                  <a:lnTo>
                    <a:pt x="211" y="167"/>
                  </a:lnTo>
                  <a:lnTo>
                    <a:pt x="212" y="164"/>
                  </a:lnTo>
                  <a:lnTo>
                    <a:pt x="213" y="163"/>
                  </a:lnTo>
                  <a:lnTo>
                    <a:pt x="211" y="161"/>
                  </a:lnTo>
                  <a:lnTo>
                    <a:pt x="211" y="160"/>
                  </a:lnTo>
                  <a:lnTo>
                    <a:pt x="213" y="156"/>
                  </a:lnTo>
                  <a:lnTo>
                    <a:pt x="212" y="156"/>
                  </a:lnTo>
                  <a:lnTo>
                    <a:pt x="212" y="156"/>
                  </a:lnTo>
                  <a:lnTo>
                    <a:pt x="211" y="157"/>
                  </a:lnTo>
                  <a:lnTo>
                    <a:pt x="211" y="158"/>
                  </a:lnTo>
                  <a:lnTo>
                    <a:pt x="210" y="156"/>
                  </a:lnTo>
                  <a:lnTo>
                    <a:pt x="210" y="154"/>
                  </a:lnTo>
                  <a:lnTo>
                    <a:pt x="209" y="152"/>
                  </a:lnTo>
                  <a:lnTo>
                    <a:pt x="210" y="150"/>
                  </a:lnTo>
                  <a:lnTo>
                    <a:pt x="209" y="149"/>
                  </a:lnTo>
                  <a:lnTo>
                    <a:pt x="208" y="147"/>
                  </a:lnTo>
                  <a:lnTo>
                    <a:pt x="206" y="145"/>
                  </a:lnTo>
                  <a:lnTo>
                    <a:pt x="206" y="145"/>
                  </a:lnTo>
                  <a:lnTo>
                    <a:pt x="206" y="144"/>
                  </a:lnTo>
                  <a:lnTo>
                    <a:pt x="205" y="144"/>
                  </a:lnTo>
                  <a:lnTo>
                    <a:pt x="205" y="143"/>
                  </a:lnTo>
                  <a:lnTo>
                    <a:pt x="204" y="143"/>
                  </a:lnTo>
                  <a:lnTo>
                    <a:pt x="204" y="143"/>
                  </a:lnTo>
                  <a:lnTo>
                    <a:pt x="203" y="142"/>
                  </a:lnTo>
                  <a:lnTo>
                    <a:pt x="202" y="142"/>
                  </a:lnTo>
                  <a:lnTo>
                    <a:pt x="201" y="140"/>
                  </a:lnTo>
                  <a:lnTo>
                    <a:pt x="202" y="139"/>
                  </a:lnTo>
                  <a:lnTo>
                    <a:pt x="202" y="138"/>
                  </a:lnTo>
                  <a:lnTo>
                    <a:pt x="205" y="136"/>
                  </a:lnTo>
                  <a:lnTo>
                    <a:pt x="205" y="138"/>
                  </a:lnTo>
                  <a:lnTo>
                    <a:pt x="205" y="139"/>
                  </a:lnTo>
                  <a:lnTo>
                    <a:pt x="206" y="139"/>
                  </a:lnTo>
                  <a:lnTo>
                    <a:pt x="208" y="138"/>
                  </a:lnTo>
                  <a:lnTo>
                    <a:pt x="210" y="136"/>
                  </a:lnTo>
                  <a:lnTo>
                    <a:pt x="210" y="134"/>
                  </a:lnTo>
                  <a:lnTo>
                    <a:pt x="210" y="132"/>
                  </a:lnTo>
                  <a:lnTo>
                    <a:pt x="210" y="131"/>
                  </a:lnTo>
                  <a:lnTo>
                    <a:pt x="210" y="130"/>
                  </a:lnTo>
                  <a:lnTo>
                    <a:pt x="211" y="129"/>
                  </a:lnTo>
                  <a:lnTo>
                    <a:pt x="213" y="129"/>
                  </a:lnTo>
                  <a:lnTo>
                    <a:pt x="213" y="128"/>
                  </a:lnTo>
                  <a:lnTo>
                    <a:pt x="215" y="127"/>
                  </a:lnTo>
                  <a:lnTo>
                    <a:pt x="215" y="125"/>
                  </a:lnTo>
                  <a:lnTo>
                    <a:pt x="213" y="125"/>
                  </a:lnTo>
                  <a:lnTo>
                    <a:pt x="212" y="125"/>
                  </a:lnTo>
                  <a:lnTo>
                    <a:pt x="212" y="125"/>
                  </a:lnTo>
                  <a:lnTo>
                    <a:pt x="210" y="128"/>
                  </a:lnTo>
                  <a:lnTo>
                    <a:pt x="209" y="128"/>
                  </a:lnTo>
                  <a:lnTo>
                    <a:pt x="205" y="129"/>
                  </a:lnTo>
                  <a:lnTo>
                    <a:pt x="204" y="129"/>
                  </a:lnTo>
                  <a:lnTo>
                    <a:pt x="205" y="128"/>
                  </a:lnTo>
                  <a:lnTo>
                    <a:pt x="206" y="127"/>
                  </a:lnTo>
                  <a:lnTo>
                    <a:pt x="208" y="125"/>
                  </a:lnTo>
                  <a:lnTo>
                    <a:pt x="209" y="124"/>
                  </a:lnTo>
                  <a:lnTo>
                    <a:pt x="209" y="123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22"/>
                  </a:lnTo>
                  <a:lnTo>
                    <a:pt x="208" y="123"/>
                  </a:lnTo>
                  <a:lnTo>
                    <a:pt x="206" y="123"/>
                  </a:lnTo>
                  <a:lnTo>
                    <a:pt x="206" y="122"/>
                  </a:lnTo>
                  <a:lnTo>
                    <a:pt x="208" y="122"/>
                  </a:lnTo>
                  <a:lnTo>
                    <a:pt x="208" y="121"/>
                  </a:lnTo>
                  <a:lnTo>
                    <a:pt x="206" y="121"/>
                  </a:lnTo>
                  <a:lnTo>
                    <a:pt x="204" y="122"/>
                  </a:lnTo>
                  <a:lnTo>
                    <a:pt x="203" y="121"/>
                  </a:lnTo>
                  <a:lnTo>
                    <a:pt x="199" y="123"/>
                  </a:lnTo>
                  <a:lnTo>
                    <a:pt x="198" y="124"/>
                  </a:lnTo>
                  <a:lnTo>
                    <a:pt x="198" y="125"/>
                  </a:lnTo>
                  <a:lnTo>
                    <a:pt x="198" y="127"/>
                  </a:lnTo>
                  <a:lnTo>
                    <a:pt x="198" y="127"/>
                  </a:lnTo>
                  <a:lnTo>
                    <a:pt x="197" y="125"/>
                  </a:lnTo>
                  <a:lnTo>
                    <a:pt x="197" y="125"/>
                  </a:lnTo>
                  <a:lnTo>
                    <a:pt x="197" y="124"/>
                  </a:lnTo>
                  <a:lnTo>
                    <a:pt x="197" y="124"/>
                  </a:lnTo>
                  <a:lnTo>
                    <a:pt x="197" y="123"/>
                  </a:lnTo>
                  <a:lnTo>
                    <a:pt x="195" y="122"/>
                  </a:lnTo>
                  <a:lnTo>
                    <a:pt x="194" y="122"/>
                  </a:lnTo>
                  <a:lnTo>
                    <a:pt x="192" y="122"/>
                  </a:lnTo>
                  <a:lnTo>
                    <a:pt x="192" y="120"/>
                  </a:lnTo>
                  <a:lnTo>
                    <a:pt x="192" y="118"/>
                  </a:lnTo>
                  <a:lnTo>
                    <a:pt x="202" y="108"/>
                  </a:lnTo>
                  <a:lnTo>
                    <a:pt x="210" y="103"/>
                  </a:lnTo>
                  <a:lnTo>
                    <a:pt x="217" y="94"/>
                  </a:lnTo>
                  <a:lnTo>
                    <a:pt x="217" y="93"/>
                  </a:lnTo>
                  <a:lnTo>
                    <a:pt x="217" y="92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89"/>
                  </a:lnTo>
                  <a:lnTo>
                    <a:pt x="220" y="89"/>
                  </a:lnTo>
                  <a:lnTo>
                    <a:pt x="220" y="88"/>
                  </a:lnTo>
                  <a:lnTo>
                    <a:pt x="220" y="88"/>
                  </a:lnTo>
                  <a:lnTo>
                    <a:pt x="224" y="85"/>
                  </a:lnTo>
                  <a:lnTo>
                    <a:pt x="225" y="84"/>
                  </a:lnTo>
                  <a:lnTo>
                    <a:pt x="224" y="81"/>
                  </a:lnTo>
                  <a:lnTo>
                    <a:pt x="224" y="80"/>
                  </a:lnTo>
                  <a:lnTo>
                    <a:pt x="223" y="79"/>
                  </a:lnTo>
                  <a:lnTo>
                    <a:pt x="224" y="77"/>
                  </a:lnTo>
                  <a:lnTo>
                    <a:pt x="226" y="71"/>
                  </a:lnTo>
                  <a:lnTo>
                    <a:pt x="233" y="63"/>
                  </a:lnTo>
                  <a:lnTo>
                    <a:pt x="239" y="53"/>
                  </a:lnTo>
                  <a:lnTo>
                    <a:pt x="245" y="45"/>
                  </a:lnTo>
                  <a:lnTo>
                    <a:pt x="249" y="41"/>
                  </a:lnTo>
                  <a:lnTo>
                    <a:pt x="256" y="34"/>
                  </a:lnTo>
                  <a:lnTo>
                    <a:pt x="260" y="31"/>
                  </a:lnTo>
                  <a:lnTo>
                    <a:pt x="261" y="31"/>
                  </a:lnTo>
                  <a:lnTo>
                    <a:pt x="263" y="28"/>
                  </a:lnTo>
                  <a:lnTo>
                    <a:pt x="265" y="28"/>
                  </a:lnTo>
                  <a:lnTo>
                    <a:pt x="268" y="25"/>
                  </a:lnTo>
                  <a:lnTo>
                    <a:pt x="269" y="23"/>
                  </a:lnTo>
                  <a:lnTo>
                    <a:pt x="270" y="22"/>
                  </a:lnTo>
                  <a:lnTo>
                    <a:pt x="271" y="22"/>
                  </a:lnTo>
                  <a:lnTo>
                    <a:pt x="280" y="21"/>
                  </a:lnTo>
                  <a:lnTo>
                    <a:pt x="282" y="21"/>
                  </a:lnTo>
                  <a:lnTo>
                    <a:pt x="283" y="21"/>
                  </a:lnTo>
                  <a:lnTo>
                    <a:pt x="290" y="18"/>
                  </a:lnTo>
                  <a:lnTo>
                    <a:pt x="296" y="17"/>
                  </a:lnTo>
                  <a:lnTo>
                    <a:pt x="302" y="16"/>
                  </a:lnTo>
                  <a:lnTo>
                    <a:pt x="309" y="15"/>
                  </a:lnTo>
                  <a:lnTo>
                    <a:pt x="314" y="13"/>
                  </a:lnTo>
                  <a:lnTo>
                    <a:pt x="321" y="11"/>
                  </a:lnTo>
                  <a:lnTo>
                    <a:pt x="327" y="9"/>
                  </a:lnTo>
                  <a:lnTo>
                    <a:pt x="334" y="8"/>
                  </a:lnTo>
                  <a:lnTo>
                    <a:pt x="340" y="7"/>
                  </a:lnTo>
                  <a:lnTo>
                    <a:pt x="347" y="4"/>
                  </a:lnTo>
                  <a:lnTo>
                    <a:pt x="353" y="3"/>
                  </a:lnTo>
                  <a:lnTo>
                    <a:pt x="360" y="2"/>
                  </a:lnTo>
                  <a:lnTo>
                    <a:pt x="366" y="0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/>
            <p:cNvSpPr>
              <a:spLocks noEditPoints="1"/>
            </p:cNvSpPr>
            <p:nvPr/>
          </p:nvSpPr>
          <p:spPr bwMode="auto">
            <a:xfrm>
              <a:off x="3687763" y="2224088"/>
              <a:ext cx="77787" cy="169863"/>
            </a:xfrm>
            <a:custGeom>
              <a:avLst/>
              <a:gdLst>
                <a:gd name="T0" fmla="*/ 84 w 97"/>
                <a:gd name="T1" fmla="*/ 165 h 214"/>
                <a:gd name="T2" fmla="*/ 84 w 97"/>
                <a:gd name="T3" fmla="*/ 164 h 214"/>
                <a:gd name="T4" fmla="*/ 96 w 97"/>
                <a:gd name="T5" fmla="*/ 132 h 214"/>
                <a:gd name="T6" fmla="*/ 91 w 97"/>
                <a:gd name="T7" fmla="*/ 150 h 214"/>
                <a:gd name="T8" fmla="*/ 96 w 97"/>
                <a:gd name="T9" fmla="*/ 129 h 214"/>
                <a:gd name="T10" fmla="*/ 68 w 97"/>
                <a:gd name="T11" fmla="*/ 14 h 214"/>
                <a:gd name="T12" fmla="*/ 81 w 97"/>
                <a:gd name="T13" fmla="*/ 39 h 214"/>
                <a:gd name="T14" fmla="*/ 79 w 97"/>
                <a:gd name="T15" fmla="*/ 48 h 214"/>
                <a:gd name="T16" fmla="*/ 74 w 97"/>
                <a:gd name="T17" fmla="*/ 47 h 214"/>
                <a:gd name="T18" fmla="*/ 72 w 97"/>
                <a:gd name="T19" fmla="*/ 55 h 214"/>
                <a:gd name="T20" fmla="*/ 71 w 97"/>
                <a:gd name="T21" fmla="*/ 65 h 214"/>
                <a:gd name="T22" fmla="*/ 75 w 97"/>
                <a:gd name="T23" fmla="*/ 71 h 214"/>
                <a:gd name="T24" fmla="*/ 89 w 97"/>
                <a:gd name="T25" fmla="*/ 68 h 214"/>
                <a:gd name="T26" fmla="*/ 94 w 97"/>
                <a:gd name="T27" fmla="*/ 84 h 214"/>
                <a:gd name="T28" fmla="*/ 96 w 97"/>
                <a:gd name="T29" fmla="*/ 103 h 214"/>
                <a:gd name="T30" fmla="*/ 96 w 97"/>
                <a:gd name="T31" fmla="*/ 127 h 214"/>
                <a:gd name="T32" fmla="*/ 93 w 97"/>
                <a:gd name="T33" fmla="*/ 101 h 214"/>
                <a:gd name="T34" fmla="*/ 92 w 97"/>
                <a:gd name="T35" fmla="*/ 107 h 214"/>
                <a:gd name="T36" fmla="*/ 91 w 97"/>
                <a:gd name="T37" fmla="*/ 114 h 214"/>
                <a:gd name="T38" fmla="*/ 93 w 97"/>
                <a:gd name="T39" fmla="*/ 121 h 214"/>
                <a:gd name="T40" fmla="*/ 94 w 97"/>
                <a:gd name="T41" fmla="*/ 134 h 214"/>
                <a:gd name="T42" fmla="*/ 89 w 97"/>
                <a:gd name="T43" fmla="*/ 143 h 214"/>
                <a:gd name="T44" fmla="*/ 87 w 97"/>
                <a:gd name="T45" fmla="*/ 151 h 214"/>
                <a:gd name="T46" fmla="*/ 84 w 97"/>
                <a:gd name="T47" fmla="*/ 151 h 214"/>
                <a:gd name="T48" fmla="*/ 82 w 97"/>
                <a:gd name="T49" fmla="*/ 156 h 214"/>
                <a:gd name="T50" fmla="*/ 79 w 97"/>
                <a:gd name="T51" fmla="*/ 162 h 214"/>
                <a:gd name="T52" fmla="*/ 82 w 97"/>
                <a:gd name="T53" fmla="*/ 168 h 214"/>
                <a:gd name="T54" fmla="*/ 77 w 97"/>
                <a:gd name="T55" fmla="*/ 171 h 214"/>
                <a:gd name="T56" fmla="*/ 71 w 97"/>
                <a:gd name="T57" fmla="*/ 176 h 214"/>
                <a:gd name="T58" fmla="*/ 75 w 97"/>
                <a:gd name="T59" fmla="*/ 177 h 214"/>
                <a:gd name="T60" fmla="*/ 67 w 97"/>
                <a:gd name="T61" fmla="*/ 193 h 214"/>
                <a:gd name="T62" fmla="*/ 66 w 97"/>
                <a:gd name="T63" fmla="*/ 196 h 214"/>
                <a:gd name="T64" fmla="*/ 66 w 97"/>
                <a:gd name="T65" fmla="*/ 200 h 214"/>
                <a:gd name="T66" fmla="*/ 64 w 97"/>
                <a:gd name="T67" fmla="*/ 207 h 214"/>
                <a:gd name="T68" fmla="*/ 53 w 97"/>
                <a:gd name="T69" fmla="*/ 213 h 214"/>
                <a:gd name="T70" fmla="*/ 54 w 97"/>
                <a:gd name="T71" fmla="*/ 194 h 214"/>
                <a:gd name="T72" fmla="*/ 45 w 97"/>
                <a:gd name="T73" fmla="*/ 193 h 214"/>
                <a:gd name="T74" fmla="*/ 39 w 97"/>
                <a:gd name="T75" fmla="*/ 192 h 214"/>
                <a:gd name="T76" fmla="*/ 35 w 97"/>
                <a:gd name="T77" fmla="*/ 193 h 214"/>
                <a:gd name="T78" fmla="*/ 29 w 97"/>
                <a:gd name="T79" fmla="*/ 189 h 214"/>
                <a:gd name="T80" fmla="*/ 21 w 97"/>
                <a:gd name="T81" fmla="*/ 184 h 214"/>
                <a:gd name="T82" fmla="*/ 17 w 97"/>
                <a:gd name="T83" fmla="*/ 184 h 214"/>
                <a:gd name="T84" fmla="*/ 5 w 97"/>
                <a:gd name="T85" fmla="*/ 175 h 214"/>
                <a:gd name="T86" fmla="*/ 1 w 97"/>
                <a:gd name="T87" fmla="*/ 162 h 214"/>
                <a:gd name="T88" fmla="*/ 3 w 97"/>
                <a:gd name="T89" fmla="*/ 155 h 214"/>
                <a:gd name="T90" fmla="*/ 9 w 97"/>
                <a:gd name="T91" fmla="*/ 143 h 214"/>
                <a:gd name="T92" fmla="*/ 22 w 97"/>
                <a:gd name="T93" fmla="*/ 136 h 214"/>
                <a:gd name="T94" fmla="*/ 24 w 97"/>
                <a:gd name="T95" fmla="*/ 130 h 214"/>
                <a:gd name="T96" fmla="*/ 28 w 97"/>
                <a:gd name="T97" fmla="*/ 121 h 214"/>
                <a:gd name="T98" fmla="*/ 39 w 97"/>
                <a:gd name="T99" fmla="*/ 110 h 214"/>
                <a:gd name="T100" fmla="*/ 42 w 97"/>
                <a:gd name="T101" fmla="*/ 100 h 214"/>
                <a:gd name="T102" fmla="*/ 25 w 97"/>
                <a:gd name="T103" fmla="*/ 87 h 214"/>
                <a:gd name="T104" fmla="*/ 13 w 97"/>
                <a:gd name="T105" fmla="*/ 76 h 214"/>
                <a:gd name="T106" fmla="*/ 5 w 97"/>
                <a:gd name="T107" fmla="*/ 71 h 214"/>
                <a:gd name="T108" fmla="*/ 3 w 97"/>
                <a:gd name="T109" fmla="*/ 61 h 214"/>
                <a:gd name="T110" fmla="*/ 3 w 97"/>
                <a:gd name="T111" fmla="*/ 56 h 214"/>
                <a:gd name="T112" fmla="*/ 9 w 97"/>
                <a:gd name="T113" fmla="*/ 49 h 214"/>
                <a:gd name="T114" fmla="*/ 5 w 97"/>
                <a:gd name="T115" fmla="*/ 42 h 214"/>
                <a:gd name="T116" fmla="*/ 2 w 97"/>
                <a:gd name="T117" fmla="*/ 41 h 214"/>
                <a:gd name="T118" fmla="*/ 7 w 97"/>
                <a:gd name="T119" fmla="*/ 33 h 214"/>
                <a:gd name="T120" fmla="*/ 10 w 97"/>
                <a:gd name="T121" fmla="*/ 26 h 214"/>
                <a:gd name="T122" fmla="*/ 15 w 97"/>
                <a:gd name="T123" fmla="*/ 11 h 214"/>
                <a:gd name="T124" fmla="*/ 20 w 97"/>
                <a:gd name="T125" fmla="*/ 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7" h="214">
                  <a:moveTo>
                    <a:pt x="88" y="157"/>
                  </a:moveTo>
                  <a:lnTo>
                    <a:pt x="88" y="158"/>
                  </a:lnTo>
                  <a:lnTo>
                    <a:pt x="88" y="158"/>
                  </a:lnTo>
                  <a:lnTo>
                    <a:pt x="88" y="158"/>
                  </a:lnTo>
                  <a:lnTo>
                    <a:pt x="87" y="162"/>
                  </a:lnTo>
                  <a:lnTo>
                    <a:pt x="86" y="164"/>
                  </a:lnTo>
                  <a:lnTo>
                    <a:pt x="84" y="165"/>
                  </a:lnTo>
                  <a:lnTo>
                    <a:pt x="81" y="165"/>
                  </a:lnTo>
                  <a:lnTo>
                    <a:pt x="80" y="164"/>
                  </a:lnTo>
                  <a:lnTo>
                    <a:pt x="81" y="163"/>
                  </a:lnTo>
                  <a:lnTo>
                    <a:pt x="81" y="163"/>
                  </a:lnTo>
                  <a:lnTo>
                    <a:pt x="82" y="164"/>
                  </a:lnTo>
                  <a:lnTo>
                    <a:pt x="84" y="164"/>
                  </a:lnTo>
                  <a:lnTo>
                    <a:pt x="84" y="164"/>
                  </a:lnTo>
                  <a:lnTo>
                    <a:pt x="85" y="161"/>
                  </a:lnTo>
                  <a:lnTo>
                    <a:pt x="85" y="160"/>
                  </a:lnTo>
                  <a:lnTo>
                    <a:pt x="84" y="158"/>
                  </a:lnTo>
                  <a:lnTo>
                    <a:pt x="85" y="158"/>
                  </a:lnTo>
                  <a:lnTo>
                    <a:pt x="88" y="157"/>
                  </a:lnTo>
                  <a:close/>
                  <a:moveTo>
                    <a:pt x="96" y="129"/>
                  </a:moveTo>
                  <a:lnTo>
                    <a:pt x="96" y="132"/>
                  </a:lnTo>
                  <a:lnTo>
                    <a:pt x="96" y="135"/>
                  </a:lnTo>
                  <a:lnTo>
                    <a:pt x="95" y="139"/>
                  </a:lnTo>
                  <a:lnTo>
                    <a:pt x="93" y="142"/>
                  </a:lnTo>
                  <a:lnTo>
                    <a:pt x="92" y="149"/>
                  </a:lnTo>
                  <a:lnTo>
                    <a:pt x="91" y="151"/>
                  </a:lnTo>
                  <a:lnTo>
                    <a:pt x="91" y="151"/>
                  </a:lnTo>
                  <a:lnTo>
                    <a:pt x="91" y="150"/>
                  </a:lnTo>
                  <a:lnTo>
                    <a:pt x="91" y="150"/>
                  </a:lnTo>
                  <a:lnTo>
                    <a:pt x="91" y="148"/>
                  </a:lnTo>
                  <a:lnTo>
                    <a:pt x="95" y="135"/>
                  </a:lnTo>
                  <a:lnTo>
                    <a:pt x="95" y="133"/>
                  </a:lnTo>
                  <a:lnTo>
                    <a:pt x="95" y="130"/>
                  </a:lnTo>
                  <a:lnTo>
                    <a:pt x="96" y="129"/>
                  </a:lnTo>
                  <a:lnTo>
                    <a:pt x="96" y="129"/>
                  </a:lnTo>
                  <a:close/>
                  <a:moveTo>
                    <a:pt x="23" y="0"/>
                  </a:moveTo>
                  <a:lnTo>
                    <a:pt x="31" y="3"/>
                  </a:lnTo>
                  <a:lnTo>
                    <a:pt x="38" y="5"/>
                  </a:lnTo>
                  <a:lnTo>
                    <a:pt x="46" y="7"/>
                  </a:lnTo>
                  <a:lnTo>
                    <a:pt x="53" y="10"/>
                  </a:lnTo>
                  <a:lnTo>
                    <a:pt x="61" y="12"/>
                  </a:lnTo>
                  <a:lnTo>
                    <a:pt x="68" y="14"/>
                  </a:lnTo>
                  <a:lnTo>
                    <a:pt x="77" y="17"/>
                  </a:lnTo>
                  <a:lnTo>
                    <a:pt x="84" y="19"/>
                  </a:lnTo>
                  <a:lnTo>
                    <a:pt x="85" y="21"/>
                  </a:lnTo>
                  <a:lnTo>
                    <a:pt x="85" y="25"/>
                  </a:lnTo>
                  <a:lnTo>
                    <a:pt x="84" y="32"/>
                  </a:lnTo>
                  <a:lnTo>
                    <a:pt x="81" y="36"/>
                  </a:lnTo>
                  <a:lnTo>
                    <a:pt x="81" y="39"/>
                  </a:lnTo>
                  <a:lnTo>
                    <a:pt x="81" y="41"/>
                  </a:lnTo>
                  <a:lnTo>
                    <a:pt x="81" y="42"/>
                  </a:lnTo>
                  <a:lnTo>
                    <a:pt x="81" y="43"/>
                  </a:lnTo>
                  <a:lnTo>
                    <a:pt x="81" y="43"/>
                  </a:lnTo>
                  <a:lnTo>
                    <a:pt x="81" y="44"/>
                  </a:lnTo>
                  <a:lnTo>
                    <a:pt x="80" y="46"/>
                  </a:lnTo>
                  <a:lnTo>
                    <a:pt x="79" y="48"/>
                  </a:lnTo>
                  <a:lnTo>
                    <a:pt x="78" y="49"/>
                  </a:lnTo>
                  <a:lnTo>
                    <a:pt x="78" y="50"/>
                  </a:lnTo>
                  <a:lnTo>
                    <a:pt x="77" y="50"/>
                  </a:lnTo>
                  <a:lnTo>
                    <a:pt x="75" y="50"/>
                  </a:lnTo>
                  <a:lnTo>
                    <a:pt x="77" y="47"/>
                  </a:lnTo>
                  <a:lnTo>
                    <a:pt x="75" y="46"/>
                  </a:lnTo>
                  <a:lnTo>
                    <a:pt x="74" y="47"/>
                  </a:lnTo>
                  <a:lnTo>
                    <a:pt x="74" y="48"/>
                  </a:lnTo>
                  <a:lnTo>
                    <a:pt x="74" y="50"/>
                  </a:lnTo>
                  <a:lnTo>
                    <a:pt x="74" y="50"/>
                  </a:lnTo>
                  <a:lnTo>
                    <a:pt x="73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72" y="55"/>
                  </a:lnTo>
                  <a:lnTo>
                    <a:pt x="72" y="58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1" y="65"/>
                  </a:lnTo>
                  <a:lnTo>
                    <a:pt x="71" y="67"/>
                  </a:lnTo>
                  <a:lnTo>
                    <a:pt x="71" y="68"/>
                  </a:lnTo>
                  <a:lnTo>
                    <a:pt x="71" y="70"/>
                  </a:lnTo>
                  <a:lnTo>
                    <a:pt x="72" y="71"/>
                  </a:lnTo>
                  <a:lnTo>
                    <a:pt x="74" y="71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79" y="70"/>
                  </a:lnTo>
                  <a:lnTo>
                    <a:pt x="81" y="70"/>
                  </a:lnTo>
                  <a:lnTo>
                    <a:pt x="87" y="70"/>
                  </a:lnTo>
                  <a:lnTo>
                    <a:pt x="91" y="71"/>
                  </a:lnTo>
                  <a:lnTo>
                    <a:pt x="92" y="71"/>
                  </a:lnTo>
                  <a:lnTo>
                    <a:pt x="91" y="70"/>
                  </a:lnTo>
                  <a:lnTo>
                    <a:pt x="89" y="68"/>
                  </a:lnTo>
                  <a:lnTo>
                    <a:pt x="88" y="67"/>
                  </a:lnTo>
                  <a:lnTo>
                    <a:pt x="89" y="65"/>
                  </a:lnTo>
                  <a:lnTo>
                    <a:pt x="91" y="67"/>
                  </a:lnTo>
                  <a:lnTo>
                    <a:pt x="92" y="69"/>
                  </a:lnTo>
                  <a:lnTo>
                    <a:pt x="95" y="81"/>
                  </a:lnTo>
                  <a:lnTo>
                    <a:pt x="95" y="82"/>
                  </a:lnTo>
                  <a:lnTo>
                    <a:pt x="94" y="84"/>
                  </a:lnTo>
                  <a:lnTo>
                    <a:pt x="94" y="86"/>
                  </a:lnTo>
                  <a:lnTo>
                    <a:pt x="95" y="89"/>
                  </a:lnTo>
                  <a:lnTo>
                    <a:pt x="94" y="97"/>
                  </a:lnTo>
                  <a:lnTo>
                    <a:pt x="93" y="99"/>
                  </a:lnTo>
                  <a:lnTo>
                    <a:pt x="95" y="99"/>
                  </a:lnTo>
                  <a:lnTo>
                    <a:pt x="96" y="101"/>
                  </a:lnTo>
                  <a:lnTo>
                    <a:pt x="96" y="103"/>
                  </a:lnTo>
                  <a:lnTo>
                    <a:pt x="95" y="107"/>
                  </a:lnTo>
                  <a:lnTo>
                    <a:pt x="96" y="111"/>
                  </a:lnTo>
                  <a:lnTo>
                    <a:pt x="96" y="112"/>
                  </a:lnTo>
                  <a:lnTo>
                    <a:pt x="96" y="113"/>
                  </a:lnTo>
                  <a:lnTo>
                    <a:pt x="96" y="115"/>
                  </a:lnTo>
                  <a:lnTo>
                    <a:pt x="97" y="125"/>
                  </a:lnTo>
                  <a:lnTo>
                    <a:pt x="96" y="127"/>
                  </a:lnTo>
                  <a:lnTo>
                    <a:pt x="95" y="113"/>
                  </a:lnTo>
                  <a:lnTo>
                    <a:pt x="95" y="110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4" y="104"/>
                  </a:lnTo>
                  <a:lnTo>
                    <a:pt x="94" y="103"/>
                  </a:lnTo>
                  <a:lnTo>
                    <a:pt x="93" y="101"/>
                  </a:lnTo>
                  <a:lnTo>
                    <a:pt x="92" y="104"/>
                  </a:lnTo>
                  <a:lnTo>
                    <a:pt x="92" y="104"/>
                  </a:lnTo>
                  <a:lnTo>
                    <a:pt x="93" y="104"/>
                  </a:lnTo>
                  <a:lnTo>
                    <a:pt x="94" y="105"/>
                  </a:lnTo>
                  <a:lnTo>
                    <a:pt x="93" y="106"/>
                  </a:lnTo>
                  <a:lnTo>
                    <a:pt x="93" y="107"/>
                  </a:lnTo>
                  <a:lnTo>
                    <a:pt x="92" y="107"/>
                  </a:lnTo>
                  <a:lnTo>
                    <a:pt x="91" y="108"/>
                  </a:lnTo>
                  <a:lnTo>
                    <a:pt x="91" y="108"/>
                  </a:lnTo>
                  <a:lnTo>
                    <a:pt x="91" y="110"/>
                  </a:lnTo>
                  <a:lnTo>
                    <a:pt x="92" y="110"/>
                  </a:lnTo>
                  <a:lnTo>
                    <a:pt x="92" y="111"/>
                  </a:lnTo>
                  <a:lnTo>
                    <a:pt x="92" y="112"/>
                  </a:lnTo>
                  <a:lnTo>
                    <a:pt x="91" y="114"/>
                  </a:lnTo>
                  <a:lnTo>
                    <a:pt x="93" y="114"/>
                  </a:lnTo>
                  <a:lnTo>
                    <a:pt x="94" y="114"/>
                  </a:lnTo>
                  <a:lnTo>
                    <a:pt x="93" y="117"/>
                  </a:lnTo>
                  <a:lnTo>
                    <a:pt x="92" y="118"/>
                  </a:lnTo>
                  <a:lnTo>
                    <a:pt x="92" y="119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2" y="124"/>
                  </a:lnTo>
                  <a:lnTo>
                    <a:pt x="92" y="125"/>
                  </a:lnTo>
                  <a:lnTo>
                    <a:pt x="91" y="128"/>
                  </a:lnTo>
                  <a:lnTo>
                    <a:pt x="92" y="130"/>
                  </a:lnTo>
                  <a:lnTo>
                    <a:pt x="93" y="132"/>
                  </a:lnTo>
                  <a:lnTo>
                    <a:pt x="94" y="132"/>
                  </a:lnTo>
                  <a:lnTo>
                    <a:pt x="94" y="134"/>
                  </a:lnTo>
                  <a:lnTo>
                    <a:pt x="93" y="135"/>
                  </a:lnTo>
                  <a:lnTo>
                    <a:pt x="93" y="135"/>
                  </a:lnTo>
                  <a:lnTo>
                    <a:pt x="92" y="139"/>
                  </a:lnTo>
                  <a:lnTo>
                    <a:pt x="92" y="140"/>
                  </a:lnTo>
                  <a:lnTo>
                    <a:pt x="89" y="141"/>
                  </a:lnTo>
                  <a:lnTo>
                    <a:pt x="89" y="142"/>
                  </a:lnTo>
                  <a:lnTo>
                    <a:pt x="89" y="143"/>
                  </a:lnTo>
                  <a:lnTo>
                    <a:pt x="88" y="144"/>
                  </a:lnTo>
                  <a:lnTo>
                    <a:pt x="88" y="144"/>
                  </a:lnTo>
                  <a:lnTo>
                    <a:pt x="87" y="146"/>
                  </a:lnTo>
                  <a:lnTo>
                    <a:pt x="87" y="147"/>
                  </a:lnTo>
                  <a:lnTo>
                    <a:pt x="86" y="148"/>
                  </a:lnTo>
                  <a:lnTo>
                    <a:pt x="86" y="149"/>
                  </a:lnTo>
                  <a:lnTo>
                    <a:pt x="87" y="151"/>
                  </a:lnTo>
                  <a:lnTo>
                    <a:pt x="88" y="153"/>
                  </a:lnTo>
                  <a:lnTo>
                    <a:pt x="88" y="154"/>
                  </a:lnTo>
                  <a:lnTo>
                    <a:pt x="87" y="154"/>
                  </a:lnTo>
                  <a:lnTo>
                    <a:pt x="87" y="154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4" y="151"/>
                  </a:lnTo>
                  <a:lnTo>
                    <a:pt x="82" y="151"/>
                  </a:lnTo>
                  <a:lnTo>
                    <a:pt x="81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5"/>
                  </a:lnTo>
                  <a:lnTo>
                    <a:pt x="81" y="156"/>
                  </a:lnTo>
                  <a:lnTo>
                    <a:pt x="82" y="156"/>
                  </a:lnTo>
                  <a:lnTo>
                    <a:pt x="82" y="157"/>
                  </a:lnTo>
                  <a:lnTo>
                    <a:pt x="82" y="158"/>
                  </a:lnTo>
                  <a:lnTo>
                    <a:pt x="82" y="161"/>
                  </a:lnTo>
                  <a:lnTo>
                    <a:pt x="81" y="161"/>
                  </a:lnTo>
                  <a:lnTo>
                    <a:pt x="81" y="161"/>
                  </a:lnTo>
                  <a:lnTo>
                    <a:pt x="80" y="161"/>
                  </a:lnTo>
                  <a:lnTo>
                    <a:pt x="79" y="162"/>
                  </a:lnTo>
                  <a:lnTo>
                    <a:pt x="79" y="162"/>
                  </a:lnTo>
                  <a:lnTo>
                    <a:pt x="79" y="163"/>
                  </a:lnTo>
                  <a:lnTo>
                    <a:pt x="79" y="164"/>
                  </a:lnTo>
                  <a:lnTo>
                    <a:pt x="79" y="165"/>
                  </a:lnTo>
                  <a:lnTo>
                    <a:pt x="80" y="165"/>
                  </a:lnTo>
                  <a:lnTo>
                    <a:pt x="81" y="165"/>
                  </a:lnTo>
                  <a:lnTo>
                    <a:pt x="82" y="168"/>
                  </a:lnTo>
                  <a:lnTo>
                    <a:pt x="84" y="169"/>
                  </a:lnTo>
                  <a:lnTo>
                    <a:pt x="81" y="170"/>
                  </a:lnTo>
                  <a:lnTo>
                    <a:pt x="78" y="174"/>
                  </a:lnTo>
                  <a:lnTo>
                    <a:pt x="77" y="175"/>
                  </a:lnTo>
                  <a:lnTo>
                    <a:pt x="77" y="174"/>
                  </a:lnTo>
                  <a:lnTo>
                    <a:pt x="77" y="172"/>
                  </a:lnTo>
                  <a:lnTo>
                    <a:pt x="77" y="171"/>
                  </a:lnTo>
                  <a:lnTo>
                    <a:pt x="79" y="169"/>
                  </a:lnTo>
                  <a:lnTo>
                    <a:pt x="77" y="169"/>
                  </a:lnTo>
                  <a:lnTo>
                    <a:pt x="74" y="171"/>
                  </a:lnTo>
                  <a:lnTo>
                    <a:pt x="74" y="174"/>
                  </a:lnTo>
                  <a:lnTo>
                    <a:pt x="74" y="175"/>
                  </a:lnTo>
                  <a:lnTo>
                    <a:pt x="74" y="175"/>
                  </a:lnTo>
                  <a:lnTo>
                    <a:pt x="71" y="176"/>
                  </a:lnTo>
                  <a:lnTo>
                    <a:pt x="68" y="177"/>
                  </a:lnTo>
                  <a:lnTo>
                    <a:pt x="67" y="178"/>
                  </a:lnTo>
                  <a:lnTo>
                    <a:pt x="68" y="178"/>
                  </a:lnTo>
                  <a:lnTo>
                    <a:pt x="70" y="178"/>
                  </a:lnTo>
                  <a:lnTo>
                    <a:pt x="71" y="179"/>
                  </a:lnTo>
                  <a:lnTo>
                    <a:pt x="72" y="179"/>
                  </a:lnTo>
                  <a:lnTo>
                    <a:pt x="75" y="177"/>
                  </a:lnTo>
                  <a:lnTo>
                    <a:pt x="75" y="177"/>
                  </a:lnTo>
                  <a:lnTo>
                    <a:pt x="74" y="179"/>
                  </a:lnTo>
                  <a:lnTo>
                    <a:pt x="72" y="184"/>
                  </a:lnTo>
                  <a:lnTo>
                    <a:pt x="71" y="185"/>
                  </a:lnTo>
                  <a:lnTo>
                    <a:pt x="70" y="186"/>
                  </a:lnTo>
                  <a:lnTo>
                    <a:pt x="68" y="193"/>
                  </a:lnTo>
                  <a:lnTo>
                    <a:pt x="67" y="193"/>
                  </a:lnTo>
                  <a:lnTo>
                    <a:pt x="66" y="193"/>
                  </a:lnTo>
                  <a:lnTo>
                    <a:pt x="66" y="193"/>
                  </a:lnTo>
                  <a:lnTo>
                    <a:pt x="65" y="194"/>
                  </a:lnTo>
                  <a:lnTo>
                    <a:pt x="66" y="194"/>
                  </a:lnTo>
                  <a:lnTo>
                    <a:pt x="66" y="194"/>
                  </a:lnTo>
                  <a:lnTo>
                    <a:pt x="66" y="194"/>
                  </a:lnTo>
                  <a:lnTo>
                    <a:pt x="66" y="196"/>
                  </a:lnTo>
                  <a:lnTo>
                    <a:pt x="67" y="194"/>
                  </a:lnTo>
                  <a:lnTo>
                    <a:pt x="67" y="194"/>
                  </a:lnTo>
                  <a:lnTo>
                    <a:pt x="68" y="194"/>
                  </a:lnTo>
                  <a:lnTo>
                    <a:pt x="68" y="196"/>
                  </a:lnTo>
                  <a:lnTo>
                    <a:pt x="68" y="197"/>
                  </a:lnTo>
                  <a:lnTo>
                    <a:pt x="67" y="199"/>
                  </a:lnTo>
                  <a:lnTo>
                    <a:pt x="66" y="200"/>
                  </a:lnTo>
                  <a:lnTo>
                    <a:pt x="66" y="201"/>
                  </a:lnTo>
                  <a:lnTo>
                    <a:pt x="65" y="201"/>
                  </a:lnTo>
                  <a:lnTo>
                    <a:pt x="64" y="203"/>
                  </a:lnTo>
                  <a:lnTo>
                    <a:pt x="64" y="203"/>
                  </a:lnTo>
                  <a:lnTo>
                    <a:pt x="65" y="204"/>
                  </a:lnTo>
                  <a:lnTo>
                    <a:pt x="65" y="204"/>
                  </a:lnTo>
                  <a:lnTo>
                    <a:pt x="64" y="207"/>
                  </a:lnTo>
                  <a:lnTo>
                    <a:pt x="63" y="210"/>
                  </a:lnTo>
                  <a:lnTo>
                    <a:pt x="60" y="212"/>
                  </a:lnTo>
                  <a:lnTo>
                    <a:pt x="56" y="214"/>
                  </a:lnTo>
                  <a:lnTo>
                    <a:pt x="56" y="214"/>
                  </a:lnTo>
                  <a:lnTo>
                    <a:pt x="54" y="214"/>
                  </a:lnTo>
                  <a:lnTo>
                    <a:pt x="53" y="214"/>
                  </a:lnTo>
                  <a:lnTo>
                    <a:pt x="53" y="213"/>
                  </a:lnTo>
                  <a:lnTo>
                    <a:pt x="54" y="213"/>
                  </a:lnTo>
                  <a:lnTo>
                    <a:pt x="54" y="212"/>
                  </a:lnTo>
                  <a:lnTo>
                    <a:pt x="53" y="210"/>
                  </a:lnTo>
                  <a:lnTo>
                    <a:pt x="53" y="207"/>
                  </a:lnTo>
                  <a:lnTo>
                    <a:pt x="53" y="206"/>
                  </a:lnTo>
                  <a:lnTo>
                    <a:pt x="56" y="198"/>
                  </a:lnTo>
                  <a:lnTo>
                    <a:pt x="54" y="194"/>
                  </a:lnTo>
                  <a:lnTo>
                    <a:pt x="53" y="192"/>
                  </a:lnTo>
                  <a:lnTo>
                    <a:pt x="52" y="191"/>
                  </a:lnTo>
                  <a:lnTo>
                    <a:pt x="51" y="191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46" y="193"/>
                  </a:lnTo>
                  <a:lnTo>
                    <a:pt x="45" y="193"/>
                  </a:lnTo>
                  <a:lnTo>
                    <a:pt x="45" y="193"/>
                  </a:lnTo>
                  <a:lnTo>
                    <a:pt x="45" y="192"/>
                  </a:lnTo>
                  <a:lnTo>
                    <a:pt x="44" y="192"/>
                  </a:lnTo>
                  <a:lnTo>
                    <a:pt x="44" y="191"/>
                  </a:lnTo>
                  <a:lnTo>
                    <a:pt x="43" y="191"/>
                  </a:lnTo>
                  <a:lnTo>
                    <a:pt x="42" y="191"/>
                  </a:lnTo>
                  <a:lnTo>
                    <a:pt x="39" y="192"/>
                  </a:lnTo>
                  <a:lnTo>
                    <a:pt x="39" y="193"/>
                  </a:lnTo>
                  <a:lnTo>
                    <a:pt x="38" y="194"/>
                  </a:lnTo>
                  <a:lnTo>
                    <a:pt x="37" y="194"/>
                  </a:lnTo>
                  <a:lnTo>
                    <a:pt x="36" y="196"/>
                  </a:lnTo>
                  <a:lnTo>
                    <a:pt x="36" y="194"/>
                  </a:lnTo>
                  <a:lnTo>
                    <a:pt x="35" y="194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5" y="192"/>
                  </a:lnTo>
                  <a:lnTo>
                    <a:pt x="34" y="191"/>
                  </a:lnTo>
                  <a:lnTo>
                    <a:pt x="34" y="191"/>
                  </a:lnTo>
                  <a:lnTo>
                    <a:pt x="30" y="190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28" y="187"/>
                  </a:lnTo>
                  <a:lnTo>
                    <a:pt x="27" y="187"/>
                  </a:lnTo>
                  <a:lnTo>
                    <a:pt x="24" y="187"/>
                  </a:lnTo>
                  <a:lnTo>
                    <a:pt x="23" y="187"/>
                  </a:lnTo>
                  <a:lnTo>
                    <a:pt x="22" y="186"/>
                  </a:lnTo>
                  <a:lnTo>
                    <a:pt x="22" y="185"/>
                  </a:lnTo>
                  <a:lnTo>
                    <a:pt x="21" y="184"/>
                  </a:lnTo>
                  <a:lnTo>
                    <a:pt x="20" y="184"/>
                  </a:lnTo>
                  <a:lnTo>
                    <a:pt x="20" y="185"/>
                  </a:lnTo>
                  <a:lnTo>
                    <a:pt x="20" y="185"/>
                  </a:lnTo>
                  <a:lnTo>
                    <a:pt x="18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7" y="184"/>
                  </a:lnTo>
                  <a:lnTo>
                    <a:pt x="9" y="178"/>
                  </a:lnTo>
                  <a:lnTo>
                    <a:pt x="6" y="177"/>
                  </a:lnTo>
                  <a:lnTo>
                    <a:pt x="5" y="176"/>
                  </a:lnTo>
                  <a:lnTo>
                    <a:pt x="3" y="174"/>
                  </a:lnTo>
                  <a:lnTo>
                    <a:pt x="3" y="174"/>
                  </a:lnTo>
                  <a:lnTo>
                    <a:pt x="3" y="174"/>
                  </a:lnTo>
                  <a:lnTo>
                    <a:pt x="5" y="175"/>
                  </a:lnTo>
                  <a:lnTo>
                    <a:pt x="5" y="172"/>
                  </a:lnTo>
                  <a:lnTo>
                    <a:pt x="5" y="169"/>
                  </a:lnTo>
                  <a:lnTo>
                    <a:pt x="3" y="168"/>
                  </a:lnTo>
                  <a:lnTo>
                    <a:pt x="1" y="165"/>
                  </a:lnTo>
                  <a:lnTo>
                    <a:pt x="0" y="164"/>
                  </a:lnTo>
                  <a:lnTo>
                    <a:pt x="0" y="164"/>
                  </a:lnTo>
                  <a:lnTo>
                    <a:pt x="1" y="162"/>
                  </a:lnTo>
                  <a:lnTo>
                    <a:pt x="2" y="161"/>
                  </a:lnTo>
                  <a:lnTo>
                    <a:pt x="2" y="161"/>
                  </a:lnTo>
                  <a:lnTo>
                    <a:pt x="2" y="160"/>
                  </a:lnTo>
                  <a:lnTo>
                    <a:pt x="2" y="158"/>
                  </a:lnTo>
                  <a:lnTo>
                    <a:pt x="2" y="157"/>
                  </a:lnTo>
                  <a:lnTo>
                    <a:pt x="3" y="156"/>
                  </a:lnTo>
                  <a:lnTo>
                    <a:pt x="3" y="155"/>
                  </a:lnTo>
                  <a:lnTo>
                    <a:pt x="3" y="155"/>
                  </a:lnTo>
                  <a:lnTo>
                    <a:pt x="5" y="154"/>
                  </a:lnTo>
                  <a:lnTo>
                    <a:pt x="5" y="154"/>
                  </a:lnTo>
                  <a:lnTo>
                    <a:pt x="3" y="151"/>
                  </a:lnTo>
                  <a:lnTo>
                    <a:pt x="5" y="148"/>
                  </a:lnTo>
                  <a:lnTo>
                    <a:pt x="7" y="146"/>
                  </a:lnTo>
                  <a:lnTo>
                    <a:pt x="9" y="143"/>
                  </a:lnTo>
                  <a:lnTo>
                    <a:pt x="13" y="141"/>
                  </a:lnTo>
                  <a:lnTo>
                    <a:pt x="15" y="140"/>
                  </a:lnTo>
                  <a:lnTo>
                    <a:pt x="16" y="139"/>
                  </a:lnTo>
                  <a:lnTo>
                    <a:pt x="17" y="139"/>
                  </a:lnTo>
                  <a:lnTo>
                    <a:pt x="20" y="136"/>
                  </a:lnTo>
                  <a:lnTo>
                    <a:pt x="21" y="136"/>
                  </a:lnTo>
                  <a:lnTo>
                    <a:pt x="22" y="136"/>
                  </a:lnTo>
                  <a:lnTo>
                    <a:pt x="22" y="136"/>
                  </a:lnTo>
                  <a:lnTo>
                    <a:pt x="22" y="135"/>
                  </a:lnTo>
                  <a:lnTo>
                    <a:pt x="23" y="135"/>
                  </a:lnTo>
                  <a:lnTo>
                    <a:pt x="24" y="134"/>
                  </a:lnTo>
                  <a:lnTo>
                    <a:pt x="24" y="133"/>
                  </a:lnTo>
                  <a:lnTo>
                    <a:pt x="25" y="132"/>
                  </a:lnTo>
                  <a:lnTo>
                    <a:pt x="24" y="130"/>
                  </a:lnTo>
                  <a:lnTo>
                    <a:pt x="23" y="129"/>
                  </a:lnTo>
                  <a:lnTo>
                    <a:pt x="23" y="128"/>
                  </a:lnTo>
                  <a:lnTo>
                    <a:pt x="24" y="128"/>
                  </a:lnTo>
                  <a:lnTo>
                    <a:pt x="25" y="127"/>
                  </a:lnTo>
                  <a:lnTo>
                    <a:pt x="25" y="127"/>
                  </a:lnTo>
                  <a:lnTo>
                    <a:pt x="28" y="122"/>
                  </a:lnTo>
                  <a:lnTo>
                    <a:pt x="28" y="121"/>
                  </a:lnTo>
                  <a:lnTo>
                    <a:pt x="30" y="120"/>
                  </a:lnTo>
                  <a:lnTo>
                    <a:pt x="31" y="119"/>
                  </a:lnTo>
                  <a:lnTo>
                    <a:pt x="34" y="115"/>
                  </a:lnTo>
                  <a:lnTo>
                    <a:pt x="34" y="114"/>
                  </a:lnTo>
                  <a:lnTo>
                    <a:pt x="36" y="113"/>
                  </a:lnTo>
                  <a:lnTo>
                    <a:pt x="37" y="112"/>
                  </a:lnTo>
                  <a:lnTo>
                    <a:pt x="39" y="110"/>
                  </a:lnTo>
                  <a:lnTo>
                    <a:pt x="39" y="110"/>
                  </a:lnTo>
                  <a:lnTo>
                    <a:pt x="42" y="108"/>
                  </a:lnTo>
                  <a:lnTo>
                    <a:pt x="43" y="107"/>
                  </a:lnTo>
                  <a:lnTo>
                    <a:pt x="45" y="106"/>
                  </a:lnTo>
                  <a:lnTo>
                    <a:pt x="45" y="104"/>
                  </a:lnTo>
                  <a:lnTo>
                    <a:pt x="44" y="103"/>
                  </a:lnTo>
                  <a:lnTo>
                    <a:pt x="42" y="100"/>
                  </a:lnTo>
                  <a:lnTo>
                    <a:pt x="38" y="98"/>
                  </a:lnTo>
                  <a:lnTo>
                    <a:pt x="35" y="97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31" y="92"/>
                  </a:lnTo>
                  <a:lnTo>
                    <a:pt x="27" y="90"/>
                  </a:lnTo>
                  <a:lnTo>
                    <a:pt x="25" y="87"/>
                  </a:lnTo>
                  <a:lnTo>
                    <a:pt x="24" y="86"/>
                  </a:lnTo>
                  <a:lnTo>
                    <a:pt x="21" y="87"/>
                  </a:lnTo>
                  <a:lnTo>
                    <a:pt x="20" y="86"/>
                  </a:lnTo>
                  <a:lnTo>
                    <a:pt x="18" y="85"/>
                  </a:lnTo>
                  <a:lnTo>
                    <a:pt x="17" y="84"/>
                  </a:lnTo>
                  <a:lnTo>
                    <a:pt x="15" y="77"/>
                  </a:lnTo>
                  <a:lnTo>
                    <a:pt x="13" y="76"/>
                  </a:lnTo>
                  <a:lnTo>
                    <a:pt x="9" y="75"/>
                  </a:lnTo>
                  <a:lnTo>
                    <a:pt x="8" y="76"/>
                  </a:lnTo>
                  <a:lnTo>
                    <a:pt x="7" y="76"/>
                  </a:lnTo>
                  <a:lnTo>
                    <a:pt x="6" y="74"/>
                  </a:lnTo>
                  <a:lnTo>
                    <a:pt x="5" y="72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68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5"/>
                  </a:lnTo>
                  <a:lnTo>
                    <a:pt x="3" y="64"/>
                  </a:lnTo>
                  <a:lnTo>
                    <a:pt x="3" y="63"/>
                  </a:lnTo>
                  <a:lnTo>
                    <a:pt x="3" y="61"/>
                  </a:lnTo>
                  <a:lnTo>
                    <a:pt x="3" y="61"/>
                  </a:lnTo>
                  <a:lnTo>
                    <a:pt x="2" y="61"/>
                  </a:lnTo>
                  <a:lnTo>
                    <a:pt x="2" y="60"/>
                  </a:lnTo>
                  <a:lnTo>
                    <a:pt x="2" y="60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3" y="56"/>
                  </a:lnTo>
                  <a:lnTo>
                    <a:pt x="5" y="56"/>
                  </a:lnTo>
                  <a:lnTo>
                    <a:pt x="7" y="56"/>
                  </a:lnTo>
                  <a:lnTo>
                    <a:pt x="7" y="55"/>
                  </a:lnTo>
                  <a:lnTo>
                    <a:pt x="7" y="54"/>
                  </a:lnTo>
                  <a:lnTo>
                    <a:pt x="7" y="51"/>
                  </a:lnTo>
                  <a:lnTo>
                    <a:pt x="8" y="50"/>
                  </a:lnTo>
                  <a:lnTo>
                    <a:pt x="9" y="49"/>
                  </a:lnTo>
                  <a:lnTo>
                    <a:pt x="9" y="48"/>
                  </a:lnTo>
                  <a:lnTo>
                    <a:pt x="8" y="46"/>
                  </a:lnTo>
                  <a:lnTo>
                    <a:pt x="7" y="44"/>
                  </a:lnTo>
                  <a:lnTo>
                    <a:pt x="6" y="43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2" y="4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2" y="37"/>
                  </a:lnTo>
                  <a:lnTo>
                    <a:pt x="3" y="36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2"/>
                  </a:lnTo>
                  <a:lnTo>
                    <a:pt x="9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5" y="10"/>
                  </a:lnTo>
                  <a:lnTo>
                    <a:pt x="18" y="6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3792538" y="1909763"/>
              <a:ext cx="95250" cy="192088"/>
            </a:xfrm>
            <a:custGeom>
              <a:avLst/>
              <a:gdLst>
                <a:gd name="T0" fmla="*/ 51 w 121"/>
                <a:gd name="T1" fmla="*/ 17 h 242"/>
                <a:gd name="T2" fmla="*/ 58 w 121"/>
                <a:gd name="T3" fmla="*/ 40 h 242"/>
                <a:gd name="T4" fmla="*/ 65 w 121"/>
                <a:gd name="T5" fmla="*/ 62 h 242"/>
                <a:gd name="T6" fmla="*/ 72 w 121"/>
                <a:gd name="T7" fmla="*/ 85 h 242"/>
                <a:gd name="T8" fmla="*/ 80 w 121"/>
                <a:gd name="T9" fmla="*/ 107 h 242"/>
                <a:gd name="T10" fmla="*/ 87 w 121"/>
                <a:gd name="T11" fmla="*/ 129 h 242"/>
                <a:gd name="T12" fmla="*/ 93 w 121"/>
                <a:gd name="T13" fmla="*/ 148 h 242"/>
                <a:gd name="T14" fmla="*/ 94 w 121"/>
                <a:gd name="T15" fmla="*/ 152 h 242"/>
                <a:gd name="T16" fmla="*/ 94 w 121"/>
                <a:gd name="T17" fmla="*/ 158 h 242"/>
                <a:gd name="T18" fmla="*/ 96 w 121"/>
                <a:gd name="T19" fmla="*/ 162 h 242"/>
                <a:gd name="T20" fmla="*/ 108 w 121"/>
                <a:gd name="T21" fmla="*/ 170 h 242"/>
                <a:gd name="T22" fmla="*/ 109 w 121"/>
                <a:gd name="T23" fmla="*/ 176 h 242"/>
                <a:gd name="T24" fmla="*/ 117 w 121"/>
                <a:gd name="T25" fmla="*/ 181 h 242"/>
                <a:gd name="T26" fmla="*/ 121 w 121"/>
                <a:gd name="T27" fmla="*/ 185 h 242"/>
                <a:gd name="T28" fmla="*/ 117 w 121"/>
                <a:gd name="T29" fmla="*/ 198 h 242"/>
                <a:gd name="T30" fmla="*/ 112 w 121"/>
                <a:gd name="T31" fmla="*/ 201 h 242"/>
                <a:gd name="T32" fmla="*/ 103 w 121"/>
                <a:gd name="T33" fmla="*/ 207 h 242"/>
                <a:gd name="T34" fmla="*/ 100 w 121"/>
                <a:gd name="T35" fmla="*/ 210 h 242"/>
                <a:gd name="T36" fmla="*/ 98 w 121"/>
                <a:gd name="T37" fmla="*/ 212 h 242"/>
                <a:gd name="T38" fmla="*/ 96 w 121"/>
                <a:gd name="T39" fmla="*/ 216 h 242"/>
                <a:gd name="T40" fmla="*/ 93 w 121"/>
                <a:gd name="T41" fmla="*/ 220 h 242"/>
                <a:gd name="T42" fmla="*/ 89 w 121"/>
                <a:gd name="T43" fmla="*/ 224 h 242"/>
                <a:gd name="T44" fmla="*/ 73 w 121"/>
                <a:gd name="T45" fmla="*/ 228 h 242"/>
                <a:gd name="T46" fmla="*/ 50 w 121"/>
                <a:gd name="T47" fmla="*/ 233 h 242"/>
                <a:gd name="T48" fmla="*/ 27 w 121"/>
                <a:gd name="T49" fmla="*/ 238 h 242"/>
                <a:gd name="T50" fmla="*/ 13 w 121"/>
                <a:gd name="T51" fmla="*/ 242 h 242"/>
                <a:gd name="T52" fmla="*/ 6 w 121"/>
                <a:gd name="T53" fmla="*/ 236 h 242"/>
                <a:gd name="T54" fmla="*/ 4 w 121"/>
                <a:gd name="T55" fmla="*/ 230 h 242"/>
                <a:gd name="T56" fmla="*/ 4 w 121"/>
                <a:gd name="T57" fmla="*/ 221 h 242"/>
                <a:gd name="T58" fmla="*/ 6 w 121"/>
                <a:gd name="T59" fmla="*/ 209 h 242"/>
                <a:gd name="T60" fmla="*/ 4 w 121"/>
                <a:gd name="T61" fmla="*/ 200 h 242"/>
                <a:gd name="T62" fmla="*/ 4 w 121"/>
                <a:gd name="T63" fmla="*/ 198 h 242"/>
                <a:gd name="T64" fmla="*/ 4 w 121"/>
                <a:gd name="T65" fmla="*/ 193 h 242"/>
                <a:gd name="T66" fmla="*/ 0 w 121"/>
                <a:gd name="T67" fmla="*/ 170 h 242"/>
                <a:gd name="T68" fmla="*/ 2 w 121"/>
                <a:gd name="T69" fmla="*/ 158 h 242"/>
                <a:gd name="T70" fmla="*/ 6 w 121"/>
                <a:gd name="T71" fmla="*/ 148 h 242"/>
                <a:gd name="T72" fmla="*/ 6 w 121"/>
                <a:gd name="T73" fmla="*/ 138 h 242"/>
                <a:gd name="T74" fmla="*/ 8 w 121"/>
                <a:gd name="T75" fmla="*/ 128 h 242"/>
                <a:gd name="T76" fmla="*/ 9 w 121"/>
                <a:gd name="T77" fmla="*/ 114 h 242"/>
                <a:gd name="T78" fmla="*/ 12 w 121"/>
                <a:gd name="T79" fmla="*/ 95 h 242"/>
                <a:gd name="T80" fmla="*/ 20 w 121"/>
                <a:gd name="T81" fmla="*/ 88 h 242"/>
                <a:gd name="T82" fmla="*/ 29 w 121"/>
                <a:gd name="T83" fmla="*/ 77 h 242"/>
                <a:gd name="T84" fmla="*/ 29 w 121"/>
                <a:gd name="T85" fmla="*/ 70 h 242"/>
                <a:gd name="T86" fmla="*/ 30 w 121"/>
                <a:gd name="T87" fmla="*/ 66 h 242"/>
                <a:gd name="T88" fmla="*/ 23 w 121"/>
                <a:gd name="T89" fmla="*/ 58 h 242"/>
                <a:gd name="T90" fmla="*/ 27 w 121"/>
                <a:gd name="T91" fmla="*/ 42 h 242"/>
                <a:gd name="T92" fmla="*/ 23 w 121"/>
                <a:gd name="T93" fmla="*/ 34 h 242"/>
                <a:gd name="T94" fmla="*/ 24 w 121"/>
                <a:gd name="T95" fmla="*/ 27 h 242"/>
                <a:gd name="T96" fmla="*/ 27 w 121"/>
                <a:gd name="T97" fmla="*/ 15 h 242"/>
                <a:gd name="T98" fmla="*/ 27 w 121"/>
                <a:gd name="T99" fmla="*/ 11 h 242"/>
                <a:gd name="T100" fmla="*/ 31 w 121"/>
                <a:gd name="T101" fmla="*/ 5 h 242"/>
                <a:gd name="T102" fmla="*/ 43 w 121"/>
                <a:gd name="T103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1" h="242">
                  <a:moveTo>
                    <a:pt x="45" y="0"/>
                  </a:moveTo>
                  <a:lnTo>
                    <a:pt x="46" y="5"/>
                  </a:lnTo>
                  <a:lnTo>
                    <a:pt x="48" y="9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2" y="22"/>
                  </a:lnTo>
                  <a:lnTo>
                    <a:pt x="53" y="27"/>
                  </a:lnTo>
                  <a:lnTo>
                    <a:pt x="55" y="31"/>
                  </a:lnTo>
                  <a:lnTo>
                    <a:pt x="57" y="36"/>
                  </a:lnTo>
                  <a:lnTo>
                    <a:pt x="58" y="40"/>
                  </a:lnTo>
                  <a:lnTo>
                    <a:pt x="59" y="44"/>
                  </a:lnTo>
                  <a:lnTo>
                    <a:pt x="60" y="49"/>
                  </a:lnTo>
                  <a:lnTo>
                    <a:pt x="63" y="54"/>
                  </a:lnTo>
                  <a:lnTo>
                    <a:pt x="64" y="58"/>
                  </a:lnTo>
                  <a:lnTo>
                    <a:pt x="65" y="62"/>
                  </a:lnTo>
                  <a:lnTo>
                    <a:pt x="66" y="66"/>
                  </a:lnTo>
                  <a:lnTo>
                    <a:pt x="69" y="71"/>
                  </a:lnTo>
                  <a:lnTo>
                    <a:pt x="70" y="76"/>
                  </a:lnTo>
                  <a:lnTo>
                    <a:pt x="71" y="80"/>
                  </a:lnTo>
                  <a:lnTo>
                    <a:pt x="72" y="85"/>
                  </a:lnTo>
                  <a:lnTo>
                    <a:pt x="74" y="88"/>
                  </a:lnTo>
                  <a:lnTo>
                    <a:pt x="76" y="93"/>
                  </a:lnTo>
                  <a:lnTo>
                    <a:pt x="77" y="98"/>
                  </a:lnTo>
                  <a:lnTo>
                    <a:pt x="78" y="102"/>
                  </a:lnTo>
                  <a:lnTo>
                    <a:pt x="80" y="107"/>
                  </a:lnTo>
                  <a:lnTo>
                    <a:pt x="81" y="112"/>
                  </a:lnTo>
                  <a:lnTo>
                    <a:pt x="83" y="115"/>
                  </a:lnTo>
                  <a:lnTo>
                    <a:pt x="84" y="120"/>
                  </a:lnTo>
                  <a:lnTo>
                    <a:pt x="86" y="124"/>
                  </a:lnTo>
                  <a:lnTo>
                    <a:pt x="87" y="129"/>
                  </a:lnTo>
                  <a:lnTo>
                    <a:pt x="88" y="134"/>
                  </a:lnTo>
                  <a:lnTo>
                    <a:pt x="91" y="138"/>
                  </a:lnTo>
                  <a:lnTo>
                    <a:pt x="92" y="143"/>
                  </a:lnTo>
                  <a:lnTo>
                    <a:pt x="93" y="145"/>
                  </a:lnTo>
                  <a:lnTo>
                    <a:pt x="93" y="148"/>
                  </a:lnTo>
                  <a:lnTo>
                    <a:pt x="93" y="149"/>
                  </a:lnTo>
                  <a:lnTo>
                    <a:pt x="93" y="150"/>
                  </a:lnTo>
                  <a:lnTo>
                    <a:pt x="93" y="151"/>
                  </a:lnTo>
                  <a:lnTo>
                    <a:pt x="93" y="151"/>
                  </a:lnTo>
                  <a:lnTo>
                    <a:pt x="94" y="152"/>
                  </a:lnTo>
                  <a:lnTo>
                    <a:pt x="94" y="153"/>
                  </a:lnTo>
                  <a:lnTo>
                    <a:pt x="94" y="155"/>
                  </a:lnTo>
                  <a:lnTo>
                    <a:pt x="94" y="156"/>
                  </a:lnTo>
                  <a:lnTo>
                    <a:pt x="94" y="158"/>
                  </a:lnTo>
                  <a:lnTo>
                    <a:pt x="94" y="158"/>
                  </a:lnTo>
                  <a:lnTo>
                    <a:pt x="95" y="159"/>
                  </a:lnTo>
                  <a:lnTo>
                    <a:pt x="95" y="159"/>
                  </a:lnTo>
                  <a:lnTo>
                    <a:pt x="95" y="160"/>
                  </a:lnTo>
                  <a:lnTo>
                    <a:pt x="96" y="160"/>
                  </a:lnTo>
                  <a:lnTo>
                    <a:pt x="96" y="162"/>
                  </a:lnTo>
                  <a:lnTo>
                    <a:pt x="99" y="163"/>
                  </a:lnTo>
                  <a:lnTo>
                    <a:pt x="102" y="166"/>
                  </a:lnTo>
                  <a:lnTo>
                    <a:pt x="105" y="169"/>
                  </a:lnTo>
                  <a:lnTo>
                    <a:pt x="108" y="169"/>
                  </a:lnTo>
                  <a:lnTo>
                    <a:pt x="108" y="170"/>
                  </a:lnTo>
                  <a:lnTo>
                    <a:pt x="109" y="170"/>
                  </a:lnTo>
                  <a:lnTo>
                    <a:pt x="109" y="171"/>
                  </a:lnTo>
                  <a:lnTo>
                    <a:pt x="109" y="172"/>
                  </a:lnTo>
                  <a:lnTo>
                    <a:pt x="109" y="172"/>
                  </a:lnTo>
                  <a:lnTo>
                    <a:pt x="109" y="176"/>
                  </a:lnTo>
                  <a:lnTo>
                    <a:pt x="110" y="176"/>
                  </a:lnTo>
                  <a:lnTo>
                    <a:pt x="110" y="177"/>
                  </a:lnTo>
                  <a:lnTo>
                    <a:pt x="112" y="178"/>
                  </a:lnTo>
                  <a:lnTo>
                    <a:pt x="115" y="180"/>
                  </a:lnTo>
                  <a:lnTo>
                    <a:pt x="117" y="181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20" y="183"/>
                  </a:lnTo>
                  <a:lnTo>
                    <a:pt x="121" y="184"/>
                  </a:lnTo>
                  <a:lnTo>
                    <a:pt x="121" y="185"/>
                  </a:lnTo>
                  <a:lnTo>
                    <a:pt x="120" y="186"/>
                  </a:lnTo>
                  <a:lnTo>
                    <a:pt x="120" y="186"/>
                  </a:lnTo>
                  <a:lnTo>
                    <a:pt x="120" y="187"/>
                  </a:lnTo>
                  <a:lnTo>
                    <a:pt x="117" y="194"/>
                  </a:lnTo>
                  <a:lnTo>
                    <a:pt x="117" y="198"/>
                  </a:lnTo>
                  <a:lnTo>
                    <a:pt x="117" y="199"/>
                  </a:lnTo>
                  <a:lnTo>
                    <a:pt x="117" y="201"/>
                  </a:lnTo>
                  <a:lnTo>
                    <a:pt x="115" y="202"/>
                  </a:lnTo>
                  <a:lnTo>
                    <a:pt x="114" y="202"/>
                  </a:lnTo>
                  <a:lnTo>
                    <a:pt x="112" y="201"/>
                  </a:lnTo>
                  <a:lnTo>
                    <a:pt x="110" y="201"/>
                  </a:lnTo>
                  <a:lnTo>
                    <a:pt x="110" y="201"/>
                  </a:lnTo>
                  <a:lnTo>
                    <a:pt x="105" y="206"/>
                  </a:lnTo>
                  <a:lnTo>
                    <a:pt x="103" y="207"/>
                  </a:lnTo>
                  <a:lnTo>
                    <a:pt x="103" y="207"/>
                  </a:lnTo>
                  <a:lnTo>
                    <a:pt x="102" y="208"/>
                  </a:lnTo>
                  <a:lnTo>
                    <a:pt x="102" y="209"/>
                  </a:lnTo>
                  <a:lnTo>
                    <a:pt x="102" y="210"/>
                  </a:lnTo>
                  <a:lnTo>
                    <a:pt x="101" y="210"/>
                  </a:lnTo>
                  <a:lnTo>
                    <a:pt x="100" y="210"/>
                  </a:lnTo>
                  <a:lnTo>
                    <a:pt x="100" y="210"/>
                  </a:lnTo>
                  <a:lnTo>
                    <a:pt x="99" y="210"/>
                  </a:lnTo>
                  <a:lnTo>
                    <a:pt x="98" y="212"/>
                  </a:lnTo>
                  <a:lnTo>
                    <a:pt x="98" y="212"/>
                  </a:lnTo>
                  <a:lnTo>
                    <a:pt x="98" y="212"/>
                  </a:lnTo>
                  <a:lnTo>
                    <a:pt x="96" y="212"/>
                  </a:lnTo>
                  <a:lnTo>
                    <a:pt x="96" y="213"/>
                  </a:lnTo>
                  <a:lnTo>
                    <a:pt x="96" y="214"/>
                  </a:lnTo>
                  <a:lnTo>
                    <a:pt x="96" y="215"/>
                  </a:lnTo>
                  <a:lnTo>
                    <a:pt x="96" y="216"/>
                  </a:lnTo>
                  <a:lnTo>
                    <a:pt x="95" y="217"/>
                  </a:lnTo>
                  <a:lnTo>
                    <a:pt x="95" y="217"/>
                  </a:lnTo>
                  <a:lnTo>
                    <a:pt x="94" y="219"/>
                  </a:lnTo>
                  <a:lnTo>
                    <a:pt x="93" y="219"/>
                  </a:lnTo>
                  <a:lnTo>
                    <a:pt x="93" y="220"/>
                  </a:lnTo>
                  <a:lnTo>
                    <a:pt x="93" y="220"/>
                  </a:lnTo>
                  <a:lnTo>
                    <a:pt x="92" y="221"/>
                  </a:lnTo>
                  <a:lnTo>
                    <a:pt x="91" y="222"/>
                  </a:lnTo>
                  <a:lnTo>
                    <a:pt x="91" y="223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88" y="224"/>
                  </a:lnTo>
                  <a:lnTo>
                    <a:pt x="83" y="226"/>
                  </a:lnTo>
                  <a:lnTo>
                    <a:pt x="78" y="227"/>
                  </a:lnTo>
                  <a:lnTo>
                    <a:pt x="73" y="228"/>
                  </a:lnTo>
                  <a:lnTo>
                    <a:pt x="69" y="229"/>
                  </a:lnTo>
                  <a:lnTo>
                    <a:pt x="64" y="230"/>
                  </a:lnTo>
                  <a:lnTo>
                    <a:pt x="59" y="231"/>
                  </a:lnTo>
                  <a:lnTo>
                    <a:pt x="55" y="233"/>
                  </a:lnTo>
                  <a:lnTo>
                    <a:pt x="50" y="233"/>
                  </a:lnTo>
                  <a:lnTo>
                    <a:pt x="45" y="234"/>
                  </a:lnTo>
                  <a:lnTo>
                    <a:pt x="41" y="235"/>
                  </a:lnTo>
                  <a:lnTo>
                    <a:pt x="36" y="236"/>
                  </a:lnTo>
                  <a:lnTo>
                    <a:pt x="31" y="237"/>
                  </a:lnTo>
                  <a:lnTo>
                    <a:pt x="27" y="238"/>
                  </a:lnTo>
                  <a:lnTo>
                    <a:pt x="22" y="240"/>
                  </a:lnTo>
                  <a:lnTo>
                    <a:pt x="17" y="241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2" y="240"/>
                  </a:lnTo>
                  <a:lnTo>
                    <a:pt x="9" y="237"/>
                  </a:lnTo>
                  <a:lnTo>
                    <a:pt x="6" y="236"/>
                  </a:lnTo>
                  <a:lnTo>
                    <a:pt x="6" y="235"/>
                  </a:lnTo>
                  <a:lnTo>
                    <a:pt x="5" y="234"/>
                  </a:lnTo>
                  <a:lnTo>
                    <a:pt x="5" y="233"/>
                  </a:lnTo>
                  <a:lnTo>
                    <a:pt x="4" y="231"/>
                  </a:lnTo>
                  <a:lnTo>
                    <a:pt x="4" y="230"/>
                  </a:lnTo>
                  <a:lnTo>
                    <a:pt x="4" y="229"/>
                  </a:lnTo>
                  <a:lnTo>
                    <a:pt x="4" y="228"/>
                  </a:lnTo>
                  <a:lnTo>
                    <a:pt x="5" y="227"/>
                  </a:lnTo>
                  <a:lnTo>
                    <a:pt x="4" y="223"/>
                  </a:lnTo>
                  <a:lnTo>
                    <a:pt x="4" y="221"/>
                  </a:lnTo>
                  <a:lnTo>
                    <a:pt x="5" y="221"/>
                  </a:lnTo>
                  <a:lnTo>
                    <a:pt x="6" y="220"/>
                  </a:lnTo>
                  <a:lnTo>
                    <a:pt x="6" y="217"/>
                  </a:lnTo>
                  <a:lnTo>
                    <a:pt x="6" y="214"/>
                  </a:lnTo>
                  <a:lnTo>
                    <a:pt x="6" y="209"/>
                  </a:lnTo>
                  <a:lnTo>
                    <a:pt x="5" y="207"/>
                  </a:lnTo>
                  <a:lnTo>
                    <a:pt x="5" y="205"/>
                  </a:lnTo>
                  <a:lnTo>
                    <a:pt x="4" y="203"/>
                  </a:lnTo>
                  <a:lnTo>
                    <a:pt x="4" y="200"/>
                  </a:lnTo>
                  <a:lnTo>
                    <a:pt x="4" y="200"/>
                  </a:lnTo>
                  <a:lnTo>
                    <a:pt x="4" y="199"/>
                  </a:lnTo>
                  <a:lnTo>
                    <a:pt x="4" y="199"/>
                  </a:lnTo>
                  <a:lnTo>
                    <a:pt x="4" y="198"/>
                  </a:lnTo>
                  <a:lnTo>
                    <a:pt x="4" y="198"/>
                  </a:lnTo>
                  <a:lnTo>
                    <a:pt x="4" y="198"/>
                  </a:lnTo>
                  <a:lnTo>
                    <a:pt x="4" y="198"/>
                  </a:lnTo>
                  <a:lnTo>
                    <a:pt x="4" y="197"/>
                  </a:lnTo>
                  <a:lnTo>
                    <a:pt x="4" y="195"/>
                  </a:lnTo>
                  <a:lnTo>
                    <a:pt x="4" y="194"/>
                  </a:lnTo>
                  <a:lnTo>
                    <a:pt x="4" y="193"/>
                  </a:lnTo>
                  <a:lnTo>
                    <a:pt x="5" y="192"/>
                  </a:lnTo>
                  <a:lnTo>
                    <a:pt x="4" y="190"/>
                  </a:lnTo>
                  <a:lnTo>
                    <a:pt x="4" y="186"/>
                  </a:lnTo>
                  <a:lnTo>
                    <a:pt x="0" y="172"/>
                  </a:lnTo>
                  <a:lnTo>
                    <a:pt x="0" y="170"/>
                  </a:lnTo>
                  <a:lnTo>
                    <a:pt x="0" y="169"/>
                  </a:lnTo>
                  <a:lnTo>
                    <a:pt x="1" y="165"/>
                  </a:lnTo>
                  <a:lnTo>
                    <a:pt x="2" y="164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6"/>
                  </a:lnTo>
                  <a:lnTo>
                    <a:pt x="1" y="155"/>
                  </a:lnTo>
                  <a:lnTo>
                    <a:pt x="4" y="152"/>
                  </a:lnTo>
                  <a:lnTo>
                    <a:pt x="4" y="151"/>
                  </a:lnTo>
                  <a:lnTo>
                    <a:pt x="6" y="148"/>
                  </a:lnTo>
                  <a:lnTo>
                    <a:pt x="7" y="145"/>
                  </a:lnTo>
                  <a:lnTo>
                    <a:pt x="7" y="144"/>
                  </a:lnTo>
                  <a:lnTo>
                    <a:pt x="7" y="142"/>
                  </a:lnTo>
                  <a:lnTo>
                    <a:pt x="6" y="141"/>
                  </a:lnTo>
                  <a:lnTo>
                    <a:pt x="6" y="138"/>
                  </a:lnTo>
                  <a:lnTo>
                    <a:pt x="7" y="136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8" y="128"/>
                  </a:lnTo>
                  <a:lnTo>
                    <a:pt x="8" y="128"/>
                  </a:lnTo>
                  <a:lnTo>
                    <a:pt x="8" y="126"/>
                  </a:lnTo>
                  <a:lnTo>
                    <a:pt x="9" y="121"/>
                  </a:lnTo>
                  <a:lnTo>
                    <a:pt x="9" y="117"/>
                  </a:lnTo>
                  <a:lnTo>
                    <a:pt x="9" y="114"/>
                  </a:lnTo>
                  <a:lnTo>
                    <a:pt x="7" y="107"/>
                  </a:lnTo>
                  <a:lnTo>
                    <a:pt x="7" y="102"/>
                  </a:lnTo>
                  <a:lnTo>
                    <a:pt x="7" y="99"/>
                  </a:lnTo>
                  <a:lnTo>
                    <a:pt x="9" y="97"/>
                  </a:lnTo>
                  <a:lnTo>
                    <a:pt x="12" y="95"/>
                  </a:lnTo>
                  <a:lnTo>
                    <a:pt x="15" y="94"/>
                  </a:lnTo>
                  <a:lnTo>
                    <a:pt x="16" y="94"/>
                  </a:lnTo>
                  <a:lnTo>
                    <a:pt x="17" y="93"/>
                  </a:lnTo>
                  <a:lnTo>
                    <a:pt x="20" y="90"/>
                  </a:lnTo>
                  <a:lnTo>
                    <a:pt x="20" y="88"/>
                  </a:lnTo>
                  <a:lnTo>
                    <a:pt x="24" y="84"/>
                  </a:lnTo>
                  <a:lnTo>
                    <a:pt x="27" y="83"/>
                  </a:lnTo>
                  <a:lnTo>
                    <a:pt x="27" y="81"/>
                  </a:lnTo>
                  <a:lnTo>
                    <a:pt x="27" y="79"/>
                  </a:lnTo>
                  <a:lnTo>
                    <a:pt x="29" y="77"/>
                  </a:lnTo>
                  <a:lnTo>
                    <a:pt x="30" y="76"/>
                  </a:lnTo>
                  <a:lnTo>
                    <a:pt x="29" y="73"/>
                  </a:lnTo>
                  <a:lnTo>
                    <a:pt x="29" y="72"/>
                  </a:lnTo>
                  <a:lnTo>
                    <a:pt x="29" y="71"/>
                  </a:lnTo>
                  <a:lnTo>
                    <a:pt x="29" y="70"/>
                  </a:lnTo>
                  <a:lnTo>
                    <a:pt x="30" y="70"/>
                  </a:lnTo>
                  <a:lnTo>
                    <a:pt x="31" y="70"/>
                  </a:lnTo>
                  <a:lnTo>
                    <a:pt x="31" y="69"/>
                  </a:lnTo>
                  <a:lnTo>
                    <a:pt x="31" y="67"/>
                  </a:lnTo>
                  <a:lnTo>
                    <a:pt x="30" y="66"/>
                  </a:lnTo>
                  <a:lnTo>
                    <a:pt x="29" y="66"/>
                  </a:lnTo>
                  <a:lnTo>
                    <a:pt x="26" y="62"/>
                  </a:lnTo>
                  <a:lnTo>
                    <a:pt x="26" y="60"/>
                  </a:lnTo>
                  <a:lnTo>
                    <a:pt x="24" y="59"/>
                  </a:lnTo>
                  <a:lnTo>
                    <a:pt x="23" y="58"/>
                  </a:lnTo>
                  <a:lnTo>
                    <a:pt x="22" y="57"/>
                  </a:lnTo>
                  <a:lnTo>
                    <a:pt x="22" y="55"/>
                  </a:lnTo>
                  <a:lnTo>
                    <a:pt x="23" y="51"/>
                  </a:lnTo>
                  <a:lnTo>
                    <a:pt x="24" y="47"/>
                  </a:lnTo>
                  <a:lnTo>
                    <a:pt x="27" y="42"/>
                  </a:lnTo>
                  <a:lnTo>
                    <a:pt x="27" y="40"/>
                  </a:lnTo>
                  <a:lnTo>
                    <a:pt x="26" y="38"/>
                  </a:lnTo>
                  <a:lnTo>
                    <a:pt x="24" y="37"/>
                  </a:lnTo>
                  <a:lnTo>
                    <a:pt x="23" y="35"/>
                  </a:lnTo>
                  <a:lnTo>
                    <a:pt x="23" y="34"/>
                  </a:lnTo>
                  <a:lnTo>
                    <a:pt x="23" y="33"/>
                  </a:lnTo>
                  <a:lnTo>
                    <a:pt x="24" y="31"/>
                  </a:lnTo>
                  <a:lnTo>
                    <a:pt x="24" y="29"/>
                  </a:lnTo>
                  <a:lnTo>
                    <a:pt x="23" y="28"/>
                  </a:lnTo>
                  <a:lnTo>
                    <a:pt x="24" y="27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0"/>
                  </a:lnTo>
                  <a:lnTo>
                    <a:pt x="26" y="19"/>
                  </a:lnTo>
                  <a:lnTo>
                    <a:pt x="27" y="15"/>
                  </a:lnTo>
                  <a:lnTo>
                    <a:pt x="27" y="14"/>
                  </a:lnTo>
                  <a:lnTo>
                    <a:pt x="26" y="13"/>
                  </a:lnTo>
                  <a:lnTo>
                    <a:pt x="23" y="13"/>
                  </a:lnTo>
                  <a:lnTo>
                    <a:pt x="24" y="12"/>
                  </a:lnTo>
                  <a:lnTo>
                    <a:pt x="27" y="11"/>
                  </a:lnTo>
                  <a:lnTo>
                    <a:pt x="27" y="9"/>
                  </a:lnTo>
                  <a:lnTo>
                    <a:pt x="28" y="7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1" y="5"/>
                  </a:lnTo>
                  <a:lnTo>
                    <a:pt x="38" y="6"/>
                  </a:lnTo>
                  <a:lnTo>
                    <a:pt x="40" y="7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2119313" y="2260600"/>
              <a:ext cx="479425" cy="215900"/>
            </a:xfrm>
            <a:custGeom>
              <a:avLst/>
              <a:gdLst>
                <a:gd name="T0" fmla="*/ 64 w 605"/>
                <a:gd name="T1" fmla="*/ 2 h 271"/>
                <a:gd name="T2" fmla="*/ 133 w 605"/>
                <a:gd name="T3" fmla="*/ 3 h 271"/>
                <a:gd name="T4" fmla="*/ 201 w 605"/>
                <a:gd name="T5" fmla="*/ 5 h 271"/>
                <a:gd name="T6" fmla="*/ 293 w 605"/>
                <a:gd name="T7" fmla="*/ 5 h 271"/>
                <a:gd name="T8" fmla="*/ 363 w 605"/>
                <a:gd name="T9" fmla="*/ 5 h 271"/>
                <a:gd name="T10" fmla="*/ 383 w 605"/>
                <a:gd name="T11" fmla="*/ 7 h 271"/>
                <a:gd name="T12" fmla="*/ 397 w 605"/>
                <a:gd name="T13" fmla="*/ 15 h 271"/>
                <a:gd name="T14" fmla="*/ 414 w 605"/>
                <a:gd name="T15" fmla="*/ 23 h 271"/>
                <a:gd name="T16" fmla="*/ 420 w 605"/>
                <a:gd name="T17" fmla="*/ 19 h 271"/>
                <a:gd name="T18" fmla="*/ 429 w 605"/>
                <a:gd name="T19" fmla="*/ 16 h 271"/>
                <a:gd name="T20" fmla="*/ 438 w 605"/>
                <a:gd name="T21" fmla="*/ 15 h 271"/>
                <a:gd name="T22" fmla="*/ 463 w 605"/>
                <a:gd name="T23" fmla="*/ 14 h 271"/>
                <a:gd name="T24" fmla="*/ 473 w 605"/>
                <a:gd name="T25" fmla="*/ 22 h 271"/>
                <a:gd name="T26" fmla="*/ 483 w 605"/>
                <a:gd name="T27" fmla="*/ 23 h 271"/>
                <a:gd name="T28" fmla="*/ 493 w 605"/>
                <a:gd name="T29" fmla="*/ 28 h 271"/>
                <a:gd name="T30" fmla="*/ 499 w 605"/>
                <a:gd name="T31" fmla="*/ 30 h 271"/>
                <a:gd name="T32" fmla="*/ 501 w 605"/>
                <a:gd name="T33" fmla="*/ 33 h 271"/>
                <a:gd name="T34" fmla="*/ 506 w 605"/>
                <a:gd name="T35" fmla="*/ 41 h 271"/>
                <a:gd name="T36" fmla="*/ 522 w 605"/>
                <a:gd name="T37" fmla="*/ 45 h 271"/>
                <a:gd name="T38" fmla="*/ 526 w 605"/>
                <a:gd name="T39" fmla="*/ 62 h 271"/>
                <a:gd name="T40" fmla="*/ 527 w 605"/>
                <a:gd name="T41" fmla="*/ 71 h 271"/>
                <a:gd name="T42" fmla="*/ 533 w 605"/>
                <a:gd name="T43" fmla="*/ 80 h 271"/>
                <a:gd name="T44" fmla="*/ 541 w 605"/>
                <a:gd name="T45" fmla="*/ 93 h 271"/>
                <a:gd name="T46" fmla="*/ 542 w 605"/>
                <a:gd name="T47" fmla="*/ 101 h 271"/>
                <a:gd name="T48" fmla="*/ 547 w 605"/>
                <a:gd name="T49" fmla="*/ 113 h 271"/>
                <a:gd name="T50" fmla="*/ 545 w 605"/>
                <a:gd name="T51" fmla="*/ 120 h 271"/>
                <a:gd name="T52" fmla="*/ 547 w 605"/>
                <a:gd name="T53" fmla="*/ 128 h 271"/>
                <a:gd name="T54" fmla="*/ 552 w 605"/>
                <a:gd name="T55" fmla="*/ 129 h 271"/>
                <a:gd name="T56" fmla="*/ 552 w 605"/>
                <a:gd name="T57" fmla="*/ 134 h 271"/>
                <a:gd name="T58" fmla="*/ 558 w 605"/>
                <a:gd name="T59" fmla="*/ 136 h 271"/>
                <a:gd name="T60" fmla="*/ 562 w 605"/>
                <a:gd name="T61" fmla="*/ 149 h 271"/>
                <a:gd name="T62" fmla="*/ 558 w 605"/>
                <a:gd name="T63" fmla="*/ 158 h 271"/>
                <a:gd name="T64" fmla="*/ 563 w 605"/>
                <a:gd name="T65" fmla="*/ 166 h 271"/>
                <a:gd name="T66" fmla="*/ 563 w 605"/>
                <a:gd name="T67" fmla="*/ 171 h 271"/>
                <a:gd name="T68" fmla="*/ 563 w 605"/>
                <a:gd name="T69" fmla="*/ 174 h 271"/>
                <a:gd name="T70" fmla="*/ 565 w 605"/>
                <a:gd name="T71" fmla="*/ 180 h 271"/>
                <a:gd name="T72" fmla="*/ 565 w 605"/>
                <a:gd name="T73" fmla="*/ 192 h 271"/>
                <a:gd name="T74" fmla="*/ 564 w 605"/>
                <a:gd name="T75" fmla="*/ 199 h 271"/>
                <a:gd name="T76" fmla="*/ 566 w 605"/>
                <a:gd name="T77" fmla="*/ 205 h 271"/>
                <a:gd name="T78" fmla="*/ 571 w 605"/>
                <a:gd name="T79" fmla="*/ 214 h 271"/>
                <a:gd name="T80" fmla="*/ 577 w 605"/>
                <a:gd name="T81" fmla="*/ 220 h 271"/>
                <a:gd name="T82" fmla="*/ 579 w 605"/>
                <a:gd name="T83" fmla="*/ 227 h 271"/>
                <a:gd name="T84" fmla="*/ 581 w 605"/>
                <a:gd name="T85" fmla="*/ 234 h 271"/>
                <a:gd name="T86" fmla="*/ 584 w 605"/>
                <a:gd name="T87" fmla="*/ 237 h 271"/>
                <a:gd name="T88" fmla="*/ 590 w 605"/>
                <a:gd name="T89" fmla="*/ 242 h 271"/>
                <a:gd name="T90" fmla="*/ 594 w 605"/>
                <a:gd name="T91" fmla="*/ 249 h 271"/>
                <a:gd name="T92" fmla="*/ 598 w 605"/>
                <a:gd name="T93" fmla="*/ 257 h 271"/>
                <a:gd name="T94" fmla="*/ 605 w 605"/>
                <a:gd name="T95" fmla="*/ 264 h 271"/>
                <a:gd name="T96" fmla="*/ 517 w 605"/>
                <a:gd name="T97" fmla="*/ 267 h 271"/>
                <a:gd name="T98" fmla="*/ 429 w 605"/>
                <a:gd name="T99" fmla="*/ 270 h 271"/>
                <a:gd name="T100" fmla="*/ 342 w 605"/>
                <a:gd name="T101" fmla="*/ 271 h 271"/>
                <a:gd name="T102" fmla="*/ 240 w 605"/>
                <a:gd name="T103" fmla="*/ 271 h 271"/>
                <a:gd name="T104" fmla="*/ 152 w 605"/>
                <a:gd name="T105" fmla="*/ 270 h 271"/>
                <a:gd name="T106" fmla="*/ 138 w 605"/>
                <a:gd name="T107" fmla="*/ 242 h 271"/>
                <a:gd name="T108" fmla="*/ 138 w 605"/>
                <a:gd name="T109" fmla="*/ 208 h 271"/>
                <a:gd name="T110" fmla="*/ 132 w 605"/>
                <a:gd name="T111" fmla="*/ 180 h 271"/>
                <a:gd name="T112" fmla="*/ 83 w 605"/>
                <a:gd name="T113" fmla="*/ 179 h 271"/>
                <a:gd name="T114" fmla="*/ 33 w 605"/>
                <a:gd name="T115" fmla="*/ 178 h 271"/>
                <a:gd name="T116" fmla="*/ 2 w 605"/>
                <a:gd name="T117" fmla="*/ 155 h 271"/>
                <a:gd name="T118" fmla="*/ 4 w 605"/>
                <a:gd name="T119" fmla="*/ 88 h 271"/>
                <a:gd name="T120" fmla="*/ 6 w 605"/>
                <a:gd name="T121" fmla="*/ 22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5" h="271">
                  <a:moveTo>
                    <a:pt x="6" y="0"/>
                  </a:moveTo>
                  <a:lnTo>
                    <a:pt x="18" y="1"/>
                  </a:lnTo>
                  <a:lnTo>
                    <a:pt x="30" y="1"/>
                  </a:lnTo>
                  <a:lnTo>
                    <a:pt x="41" y="1"/>
                  </a:lnTo>
                  <a:lnTo>
                    <a:pt x="53" y="2"/>
                  </a:lnTo>
                  <a:lnTo>
                    <a:pt x="64" y="2"/>
                  </a:lnTo>
                  <a:lnTo>
                    <a:pt x="76" y="2"/>
                  </a:lnTo>
                  <a:lnTo>
                    <a:pt x="86" y="2"/>
                  </a:lnTo>
                  <a:lnTo>
                    <a:pt x="98" y="3"/>
                  </a:lnTo>
                  <a:lnTo>
                    <a:pt x="110" y="3"/>
                  </a:lnTo>
                  <a:lnTo>
                    <a:pt x="121" y="3"/>
                  </a:lnTo>
                  <a:lnTo>
                    <a:pt x="133" y="3"/>
                  </a:lnTo>
                  <a:lnTo>
                    <a:pt x="145" y="3"/>
                  </a:lnTo>
                  <a:lnTo>
                    <a:pt x="156" y="5"/>
                  </a:lnTo>
                  <a:lnTo>
                    <a:pt x="168" y="5"/>
                  </a:lnTo>
                  <a:lnTo>
                    <a:pt x="179" y="5"/>
                  </a:lnTo>
                  <a:lnTo>
                    <a:pt x="190" y="5"/>
                  </a:lnTo>
                  <a:lnTo>
                    <a:pt x="201" y="5"/>
                  </a:lnTo>
                  <a:lnTo>
                    <a:pt x="213" y="5"/>
                  </a:lnTo>
                  <a:lnTo>
                    <a:pt x="225" y="5"/>
                  </a:lnTo>
                  <a:lnTo>
                    <a:pt x="236" y="5"/>
                  </a:lnTo>
                  <a:lnTo>
                    <a:pt x="248" y="5"/>
                  </a:lnTo>
                  <a:lnTo>
                    <a:pt x="260" y="5"/>
                  </a:lnTo>
                  <a:lnTo>
                    <a:pt x="293" y="5"/>
                  </a:lnTo>
                  <a:lnTo>
                    <a:pt x="305" y="5"/>
                  </a:lnTo>
                  <a:lnTo>
                    <a:pt x="316" y="5"/>
                  </a:lnTo>
                  <a:lnTo>
                    <a:pt x="328" y="5"/>
                  </a:lnTo>
                  <a:lnTo>
                    <a:pt x="340" y="5"/>
                  </a:lnTo>
                  <a:lnTo>
                    <a:pt x="351" y="5"/>
                  </a:lnTo>
                  <a:lnTo>
                    <a:pt x="363" y="5"/>
                  </a:lnTo>
                  <a:lnTo>
                    <a:pt x="375" y="5"/>
                  </a:lnTo>
                  <a:lnTo>
                    <a:pt x="380" y="5"/>
                  </a:lnTo>
                  <a:lnTo>
                    <a:pt x="380" y="5"/>
                  </a:lnTo>
                  <a:lnTo>
                    <a:pt x="380" y="5"/>
                  </a:lnTo>
                  <a:lnTo>
                    <a:pt x="382" y="6"/>
                  </a:lnTo>
                  <a:lnTo>
                    <a:pt x="383" y="7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1" y="12"/>
                  </a:lnTo>
                  <a:lnTo>
                    <a:pt x="391" y="12"/>
                  </a:lnTo>
                  <a:lnTo>
                    <a:pt x="394" y="13"/>
                  </a:lnTo>
                  <a:lnTo>
                    <a:pt x="397" y="15"/>
                  </a:lnTo>
                  <a:lnTo>
                    <a:pt x="406" y="20"/>
                  </a:lnTo>
                  <a:lnTo>
                    <a:pt x="407" y="20"/>
                  </a:lnTo>
                  <a:lnTo>
                    <a:pt x="407" y="21"/>
                  </a:lnTo>
                  <a:lnTo>
                    <a:pt x="408" y="21"/>
                  </a:lnTo>
                  <a:lnTo>
                    <a:pt x="413" y="23"/>
                  </a:lnTo>
                  <a:lnTo>
                    <a:pt x="414" y="23"/>
                  </a:lnTo>
                  <a:lnTo>
                    <a:pt x="416" y="23"/>
                  </a:lnTo>
                  <a:lnTo>
                    <a:pt x="418" y="22"/>
                  </a:lnTo>
                  <a:lnTo>
                    <a:pt x="419" y="21"/>
                  </a:lnTo>
                  <a:lnTo>
                    <a:pt x="419" y="21"/>
                  </a:lnTo>
                  <a:lnTo>
                    <a:pt x="419" y="21"/>
                  </a:lnTo>
                  <a:lnTo>
                    <a:pt x="420" y="19"/>
                  </a:lnTo>
                  <a:lnTo>
                    <a:pt x="420" y="17"/>
                  </a:lnTo>
                  <a:lnTo>
                    <a:pt x="421" y="16"/>
                  </a:lnTo>
                  <a:lnTo>
                    <a:pt x="421" y="16"/>
                  </a:lnTo>
                  <a:lnTo>
                    <a:pt x="422" y="15"/>
                  </a:lnTo>
                  <a:lnTo>
                    <a:pt x="425" y="15"/>
                  </a:lnTo>
                  <a:lnTo>
                    <a:pt x="429" y="16"/>
                  </a:lnTo>
                  <a:lnTo>
                    <a:pt x="432" y="15"/>
                  </a:lnTo>
                  <a:lnTo>
                    <a:pt x="433" y="15"/>
                  </a:lnTo>
                  <a:lnTo>
                    <a:pt x="434" y="16"/>
                  </a:lnTo>
                  <a:lnTo>
                    <a:pt x="435" y="16"/>
                  </a:lnTo>
                  <a:lnTo>
                    <a:pt x="436" y="16"/>
                  </a:lnTo>
                  <a:lnTo>
                    <a:pt x="438" y="15"/>
                  </a:lnTo>
                  <a:lnTo>
                    <a:pt x="440" y="15"/>
                  </a:lnTo>
                  <a:lnTo>
                    <a:pt x="445" y="15"/>
                  </a:lnTo>
                  <a:lnTo>
                    <a:pt x="447" y="15"/>
                  </a:lnTo>
                  <a:lnTo>
                    <a:pt x="461" y="13"/>
                  </a:lnTo>
                  <a:lnTo>
                    <a:pt x="462" y="13"/>
                  </a:lnTo>
                  <a:lnTo>
                    <a:pt x="463" y="14"/>
                  </a:lnTo>
                  <a:lnTo>
                    <a:pt x="464" y="15"/>
                  </a:lnTo>
                  <a:lnTo>
                    <a:pt x="466" y="17"/>
                  </a:lnTo>
                  <a:lnTo>
                    <a:pt x="469" y="20"/>
                  </a:lnTo>
                  <a:lnTo>
                    <a:pt x="471" y="21"/>
                  </a:lnTo>
                  <a:lnTo>
                    <a:pt x="472" y="21"/>
                  </a:lnTo>
                  <a:lnTo>
                    <a:pt x="473" y="22"/>
                  </a:lnTo>
                  <a:lnTo>
                    <a:pt x="477" y="22"/>
                  </a:lnTo>
                  <a:lnTo>
                    <a:pt x="478" y="22"/>
                  </a:lnTo>
                  <a:lnTo>
                    <a:pt x="479" y="22"/>
                  </a:lnTo>
                  <a:lnTo>
                    <a:pt x="481" y="23"/>
                  </a:lnTo>
                  <a:lnTo>
                    <a:pt x="481" y="23"/>
                  </a:lnTo>
                  <a:lnTo>
                    <a:pt x="483" y="23"/>
                  </a:lnTo>
                  <a:lnTo>
                    <a:pt x="484" y="24"/>
                  </a:lnTo>
                  <a:lnTo>
                    <a:pt x="485" y="24"/>
                  </a:lnTo>
                  <a:lnTo>
                    <a:pt x="491" y="26"/>
                  </a:lnTo>
                  <a:lnTo>
                    <a:pt x="492" y="26"/>
                  </a:lnTo>
                  <a:lnTo>
                    <a:pt x="493" y="27"/>
                  </a:lnTo>
                  <a:lnTo>
                    <a:pt x="493" y="28"/>
                  </a:lnTo>
                  <a:lnTo>
                    <a:pt x="494" y="29"/>
                  </a:lnTo>
                  <a:lnTo>
                    <a:pt x="494" y="29"/>
                  </a:lnTo>
                  <a:lnTo>
                    <a:pt x="494" y="29"/>
                  </a:lnTo>
                  <a:lnTo>
                    <a:pt x="495" y="30"/>
                  </a:lnTo>
                  <a:lnTo>
                    <a:pt x="497" y="30"/>
                  </a:lnTo>
                  <a:lnTo>
                    <a:pt x="499" y="30"/>
                  </a:lnTo>
                  <a:lnTo>
                    <a:pt x="500" y="30"/>
                  </a:lnTo>
                  <a:lnTo>
                    <a:pt x="501" y="30"/>
                  </a:lnTo>
                  <a:lnTo>
                    <a:pt x="501" y="30"/>
                  </a:lnTo>
                  <a:lnTo>
                    <a:pt x="502" y="31"/>
                  </a:lnTo>
                  <a:lnTo>
                    <a:pt x="501" y="33"/>
                  </a:lnTo>
                  <a:lnTo>
                    <a:pt x="501" y="33"/>
                  </a:lnTo>
                  <a:lnTo>
                    <a:pt x="501" y="34"/>
                  </a:lnTo>
                  <a:lnTo>
                    <a:pt x="501" y="35"/>
                  </a:lnTo>
                  <a:lnTo>
                    <a:pt x="502" y="36"/>
                  </a:lnTo>
                  <a:lnTo>
                    <a:pt x="505" y="37"/>
                  </a:lnTo>
                  <a:lnTo>
                    <a:pt x="506" y="39"/>
                  </a:lnTo>
                  <a:lnTo>
                    <a:pt x="506" y="41"/>
                  </a:lnTo>
                  <a:lnTo>
                    <a:pt x="507" y="42"/>
                  </a:lnTo>
                  <a:lnTo>
                    <a:pt x="508" y="43"/>
                  </a:lnTo>
                  <a:lnTo>
                    <a:pt x="516" y="44"/>
                  </a:lnTo>
                  <a:lnTo>
                    <a:pt x="520" y="44"/>
                  </a:lnTo>
                  <a:lnTo>
                    <a:pt x="521" y="44"/>
                  </a:lnTo>
                  <a:lnTo>
                    <a:pt x="522" y="45"/>
                  </a:lnTo>
                  <a:lnTo>
                    <a:pt x="523" y="49"/>
                  </a:lnTo>
                  <a:lnTo>
                    <a:pt x="522" y="53"/>
                  </a:lnTo>
                  <a:lnTo>
                    <a:pt x="522" y="57"/>
                  </a:lnTo>
                  <a:lnTo>
                    <a:pt x="524" y="59"/>
                  </a:lnTo>
                  <a:lnTo>
                    <a:pt x="524" y="60"/>
                  </a:lnTo>
                  <a:lnTo>
                    <a:pt x="526" y="62"/>
                  </a:lnTo>
                  <a:lnTo>
                    <a:pt x="527" y="63"/>
                  </a:lnTo>
                  <a:lnTo>
                    <a:pt x="527" y="64"/>
                  </a:lnTo>
                  <a:lnTo>
                    <a:pt x="527" y="66"/>
                  </a:lnTo>
                  <a:lnTo>
                    <a:pt x="527" y="67"/>
                  </a:lnTo>
                  <a:lnTo>
                    <a:pt x="527" y="70"/>
                  </a:lnTo>
                  <a:lnTo>
                    <a:pt x="527" y="71"/>
                  </a:lnTo>
                  <a:lnTo>
                    <a:pt x="527" y="73"/>
                  </a:lnTo>
                  <a:lnTo>
                    <a:pt x="528" y="74"/>
                  </a:lnTo>
                  <a:lnTo>
                    <a:pt x="530" y="76"/>
                  </a:lnTo>
                  <a:lnTo>
                    <a:pt x="531" y="77"/>
                  </a:lnTo>
                  <a:lnTo>
                    <a:pt x="533" y="79"/>
                  </a:lnTo>
                  <a:lnTo>
                    <a:pt x="533" y="80"/>
                  </a:lnTo>
                  <a:lnTo>
                    <a:pt x="533" y="82"/>
                  </a:lnTo>
                  <a:lnTo>
                    <a:pt x="533" y="84"/>
                  </a:lnTo>
                  <a:lnTo>
                    <a:pt x="535" y="86"/>
                  </a:lnTo>
                  <a:lnTo>
                    <a:pt x="538" y="88"/>
                  </a:lnTo>
                  <a:lnTo>
                    <a:pt x="541" y="89"/>
                  </a:lnTo>
                  <a:lnTo>
                    <a:pt x="541" y="93"/>
                  </a:lnTo>
                  <a:lnTo>
                    <a:pt x="541" y="94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41" y="98"/>
                  </a:lnTo>
                  <a:lnTo>
                    <a:pt x="542" y="100"/>
                  </a:lnTo>
                  <a:lnTo>
                    <a:pt x="542" y="101"/>
                  </a:lnTo>
                  <a:lnTo>
                    <a:pt x="547" y="105"/>
                  </a:lnTo>
                  <a:lnTo>
                    <a:pt x="547" y="107"/>
                  </a:lnTo>
                  <a:lnTo>
                    <a:pt x="547" y="108"/>
                  </a:lnTo>
                  <a:lnTo>
                    <a:pt x="547" y="110"/>
                  </a:lnTo>
                  <a:lnTo>
                    <a:pt x="547" y="112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14"/>
                  </a:lnTo>
                  <a:lnTo>
                    <a:pt x="545" y="115"/>
                  </a:lnTo>
                  <a:lnTo>
                    <a:pt x="545" y="115"/>
                  </a:lnTo>
                  <a:lnTo>
                    <a:pt x="545" y="116"/>
                  </a:lnTo>
                  <a:lnTo>
                    <a:pt x="545" y="120"/>
                  </a:lnTo>
                  <a:lnTo>
                    <a:pt x="545" y="122"/>
                  </a:lnTo>
                  <a:lnTo>
                    <a:pt x="545" y="123"/>
                  </a:lnTo>
                  <a:lnTo>
                    <a:pt x="547" y="124"/>
                  </a:lnTo>
                  <a:lnTo>
                    <a:pt x="547" y="124"/>
                  </a:lnTo>
                  <a:lnTo>
                    <a:pt x="547" y="127"/>
                  </a:lnTo>
                  <a:lnTo>
                    <a:pt x="547" y="128"/>
                  </a:lnTo>
                  <a:lnTo>
                    <a:pt x="548" y="129"/>
                  </a:lnTo>
                  <a:lnTo>
                    <a:pt x="549" y="129"/>
                  </a:lnTo>
                  <a:lnTo>
                    <a:pt x="550" y="128"/>
                  </a:lnTo>
                  <a:lnTo>
                    <a:pt x="551" y="128"/>
                  </a:lnTo>
                  <a:lnTo>
                    <a:pt x="552" y="128"/>
                  </a:lnTo>
                  <a:lnTo>
                    <a:pt x="552" y="129"/>
                  </a:lnTo>
                  <a:lnTo>
                    <a:pt x="554" y="129"/>
                  </a:lnTo>
                  <a:lnTo>
                    <a:pt x="554" y="130"/>
                  </a:lnTo>
                  <a:lnTo>
                    <a:pt x="552" y="130"/>
                  </a:lnTo>
                  <a:lnTo>
                    <a:pt x="552" y="131"/>
                  </a:lnTo>
                  <a:lnTo>
                    <a:pt x="552" y="132"/>
                  </a:lnTo>
                  <a:lnTo>
                    <a:pt x="552" y="134"/>
                  </a:lnTo>
                  <a:lnTo>
                    <a:pt x="552" y="135"/>
                  </a:lnTo>
                  <a:lnTo>
                    <a:pt x="554" y="135"/>
                  </a:lnTo>
                  <a:lnTo>
                    <a:pt x="556" y="135"/>
                  </a:lnTo>
                  <a:lnTo>
                    <a:pt x="557" y="135"/>
                  </a:lnTo>
                  <a:lnTo>
                    <a:pt x="557" y="136"/>
                  </a:lnTo>
                  <a:lnTo>
                    <a:pt x="558" y="136"/>
                  </a:lnTo>
                  <a:lnTo>
                    <a:pt x="557" y="139"/>
                  </a:lnTo>
                  <a:lnTo>
                    <a:pt x="557" y="141"/>
                  </a:lnTo>
                  <a:lnTo>
                    <a:pt x="556" y="146"/>
                  </a:lnTo>
                  <a:lnTo>
                    <a:pt x="557" y="148"/>
                  </a:lnTo>
                  <a:lnTo>
                    <a:pt x="560" y="149"/>
                  </a:lnTo>
                  <a:lnTo>
                    <a:pt x="562" y="149"/>
                  </a:lnTo>
                  <a:lnTo>
                    <a:pt x="562" y="149"/>
                  </a:lnTo>
                  <a:lnTo>
                    <a:pt x="560" y="151"/>
                  </a:lnTo>
                  <a:lnTo>
                    <a:pt x="559" y="152"/>
                  </a:lnTo>
                  <a:lnTo>
                    <a:pt x="559" y="153"/>
                  </a:lnTo>
                  <a:lnTo>
                    <a:pt x="558" y="157"/>
                  </a:lnTo>
                  <a:lnTo>
                    <a:pt x="558" y="158"/>
                  </a:lnTo>
                  <a:lnTo>
                    <a:pt x="559" y="159"/>
                  </a:lnTo>
                  <a:lnTo>
                    <a:pt x="563" y="160"/>
                  </a:lnTo>
                  <a:lnTo>
                    <a:pt x="564" y="160"/>
                  </a:lnTo>
                  <a:lnTo>
                    <a:pt x="562" y="162"/>
                  </a:lnTo>
                  <a:lnTo>
                    <a:pt x="563" y="163"/>
                  </a:lnTo>
                  <a:lnTo>
                    <a:pt x="563" y="166"/>
                  </a:lnTo>
                  <a:lnTo>
                    <a:pt x="563" y="167"/>
                  </a:lnTo>
                  <a:lnTo>
                    <a:pt x="563" y="170"/>
                  </a:lnTo>
                  <a:lnTo>
                    <a:pt x="562" y="170"/>
                  </a:lnTo>
                  <a:lnTo>
                    <a:pt x="562" y="171"/>
                  </a:lnTo>
                  <a:lnTo>
                    <a:pt x="563" y="171"/>
                  </a:lnTo>
                  <a:lnTo>
                    <a:pt x="563" y="171"/>
                  </a:lnTo>
                  <a:lnTo>
                    <a:pt x="563" y="172"/>
                  </a:lnTo>
                  <a:lnTo>
                    <a:pt x="563" y="172"/>
                  </a:lnTo>
                  <a:lnTo>
                    <a:pt x="563" y="173"/>
                  </a:lnTo>
                  <a:lnTo>
                    <a:pt x="563" y="173"/>
                  </a:lnTo>
                  <a:lnTo>
                    <a:pt x="563" y="173"/>
                  </a:lnTo>
                  <a:lnTo>
                    <a:pt x="563" y="174"/>
                  </a:lnTo>
                  <a:lnTo>
                    <a:pt x="563" y="175"/>
                  </a:lnTo>
                  <a:lnTo>
                    <a:pt x="564" y="177"/>
                  </a:lnTo>
                  <a:lnTo>
                    <a:pt x="565" y="177"/>
                  </a:lnTo>
                  <a:lnTo>
                    <a:pt x="565" y="178"/>
                  </a:lnTo>
                  <a:lnTo>
                    <a:pt x="565" y="179"/>
                  </a:lnTo>
                  <a:lnTo>
                    <a:pt x="565" y="180"/>
                  </a:lnTo>
                  <a:lnTo>
                    <a:pt x="565" y="181"/>
                  </a:lnTo>
                  <a:lnTo>
                    <a:pt x="566" y="184"/>
                  </a:lnTo>
                  <a:lnTo>
                    <a:pt x="566" y="186"/>
                  </a:lnTo>
                  <a:lnTo>
                    <a:pt x="566" y="188"/>
                  </a:lnTo>
                  <a:lnTo>
                    <a:pt x="566" y="189"/>
                  </a:lnTo>
                  <a:lnTo>
                    <a:pt x="565" y="192"/>
                  </a:lnTo>
                  <a:lnTo>
                    <a:pt x="566" y="193"/>
                  </a:lnTo>
                  <a:lnTo>
                    <a:pt x="566" y="194"/>
                  </a:lnTo>
                  <a:lnTo>
                    <a:pt x="566" y="194"/>
                  </a:lnTo>
                  <a:lnTo>
                    <a:pt x="565" y="196"/>
                  </a:lnTo>
                  <a:lnTo>
                    <a:pt x="564" y="198"/>
                  </a:lnTo>
                  <a:lnTo>
                    <a:pt x="564" y="199"/>
                  </a:lnTo>
                  <a:lnTo>
                    <a:pt x="564" y="199"/>
                  </a:lnTo>
                  <a:lnTo>
                    <a:pt x="564" y="201"/>
                  </a:lnTo>
                  <a:lnTo>
                    <a:pt x="564" y="201"/>
                  </a:lnTo>
                  <a:lnTo>
                    <a:pt x="565" y="202"/>
                  </a:lnTo>
                  <a:lnTo>
                    <a:pt x="565" y="202"/>
                  </a:lnTo>
                  <a:lnTo>
                    <a:pt x="566" y="205"/>
                  </a:lnTo>
                  <a:lnTo>
                    <a:pt x="570" y="206"/>
                  </a:lnTo>
                  <a:lnTo>
                    <a:pt x="571" y="206"/>
                  </a:lnTo>
                  <a:lnTo>
                    <a:pt x="572" y="208"/>
                  </a:lnTo>
                  <a:lnTo>
                    <a:pt x="572" y="210"/>
                  </a:lnTo>
                  <a:lnTo>
                    <a:pt x="571" y="212"/>
                  </a:lnTo>
                  <a:lnTo>
                    <a:pt x="571" y="214"/>
                  </a:lnTo>
                  <a:lnTo>
                    <a:pt x="572" y="216"/>
                  </a:lnTo>
                  <a:lnTo>
                    <a:pt x="572" y="217"/>
                  </a:lnTo>
                  <a:lnTo>
                    <a:pt x="574" y="217"/>
                  </a:lnTo>
                  <a:lnTo>
                    <a:pt x="576" y="217"/>
                  </a:lnTo>
                  <a:lnTo>
                    <a:pt x="577" y="219"/>
                  </a:lnTo>
                  <a:lnTo>
                    <a:pt x="577" y="220"/>
                  </a:lnTo>
                  <a:lnTo>
                    <a:pt x="577" y="221"/>
                  </a:lnTo>
                  <a:lnTo>
                    <a:pt x="577" y="222"/>
                  </a:lnTo>
                  <a:lnTo>
                    <a:pt x="578" y="223"/>
                  </a:lnTo>
                  <a:lnTo>
                    <a:pt x="579" y="224"/>
                  </a:lnTo>
                  <a:lnTo>
                    <a:pt x="579" y="227"/>
                  </a:lnTo>
                  <a:lnTo>
                    <a:pt x="579" y="227"/>
                  </a:lnTo>
                  <a:lnTo>
                    <a:pt x="579" y="228"/>
                  </a:lnTo>
                  <a:lnTo>
                    <a:pt x="579" y="229"/>
                  </a:lnTo>
                  <a:lnTo>
                    <a:pt x="579" y="229"/>
                  </a:lnTo>
                  <a:lnTo>
                    <a:pt x="581" y="231"/>
                  </a:lnTo>
                  <a:lnTo>
                    <a:pt x="581" y="234"/>
                  </a:lnTo>
                  <a:lnTo>
                    <a:pt x="581" y="234"/>
                  </a:lnTo>
                  <a:lnTo>
                    <a:pt x="581" y="235"/>
                  </a:lnTo>
                  <a:lnTo>
                    <a:pt x="581" y="235"/>
                  </a:lnTo>
                  <a:lnTo>
                    <a:pt x="580" y="236"/>
                  </a:lnTo>
                  <a:lnTo>
                    <a:pt x="580" y="237"/>
                  </a:lnTo>
                  <a:lnTo>
                    <a:pt x="581" y="237"/>
                  </a:lnTo>
                  <a:lnTo>
                    <a:pt x="584" y="237"/>
                  </a:lnTo>
                  <a:lnTo>
                    <a:pt x="585" y="237"/>
                  </a:lnTo>
                  <a:lnTo>
                    <a:pt x="586" y="237"/>
                  </a:lnTo>
                  <a:lnTo>
                    <a:pt x="586" y="238"/>
                  </a:lnTo>
                  <a:lnTo>
                    <a:pt x="587" y="239"/>
                  </a:lnTo>
                  <a:lnTo>
                    <a:pt x="588" y="241"/>
                  </a:lnTo>
                  <a:lnTo>
                    <a:pt x="590" y="242"/>
                  </a:lnTo>
                  <a:lnTo>
                    <a:pt x="592" y="242"/>
                  </a:lnTo>
                  <a:lnTo>
                    <a:pt x="593" y="242"/>
                  </a:lnTo>
                  <a:lnTo>
                    <a:pt x="593" y="243"/>
                  </a:lnTo>
                  <a:lnTo>
                    <a:pt x="593" y="244"/>
                  </a:lnTo>
                  <a:lnTo>
                    <a:pt x="593" y="246"/>
                  </a:lnTo>
                  <a:lnTo>
                    <a:pt x="594" y="249"/>
                  </a:lnTo>
                  <a:lnTo>
                    <a:pt x="595" y="250"/>
                  </a:lnTo>
                  <a:lnTo>
                    <a:pt x="596" y="251"/>
                  </a:lnTo>
                  <a:lnTo>
                    <a:pt x="598" y="253"/>
                  </a:lnTo>
                  <a:lnTo>
                    <a:pt x="599" y="253"/>
                  </a:lnTo>
                  <a:lnTo>
                    <a:pt x="598" y="255"/>
                  </a:lnTo>
                  <a:lnTo>
                    <a:pt x="598" y="257"/>
                  </a:lnTo>
                  <a:lnTo>
                    <a:pt x="598" y="258"/>
                  </a:lnTo>
                  <a:lnTo>
                    <a:pt x="598" y="260"/>
                  </a:lnTo>
                  <a:lnTo>
                    <a:pt x="599" y="262"/>
                  </a:lnTo>
                  <a:lnTo>
                    <a:pt x="601" y="262"/>
                  </a:lnTo>
                  <a:lnTo>
                    <a:pt x="603" y="262"/>
                  </a:lnTo>
                  <a:lnTo>
                    <a:pt x="605" y="264"/>
                  </a:lnTo>
                  <a:lnTo>
                    <a:pt x="591" y="264"/>
                  </a:lnTo>
                  <a:lnTo>
                    <a:pt x="576" y="265"/>
                  </a:lnTo>
                  <a:lnTo>
                    <a:pt x="560" y="265"/>
                  </a:lnTo>
                  <a:lnTo>
                    <a:pt x="547" y="266"/>
                  </a:lnTo>
                  <a:lnTo>
                    <a:pt x="531" y="266"/>
                  </a:lnTo>
                  <a:lnTo>
                    <a:pt x="517" y="267"/>
                  </a:lnTo>
                  <a:lnTo>
                    <a:pt x="502" y="267"/>
                  </a:lnTo>
                  <a:lnTo>
                    <a:pt x="488" y="267"/>
                  </a:lnTo>
                  <a:lnTo>
                    <a:pt x="473" y="268"/>
                  </a:lnTo>
                  <a:lnTo>
                    <a:pt x="458" y="268"/>
                  </a:lnTo>
                  <a:lnTo>
                    <a:pt x="444" y="268"/>
                  </a:lnTo>
                  <a:lnTo>
                    <a:pt x="429" y="270"/>
                  </a:lnTo>
                  <a:lnTo>
                    <a:pt x="415" y="270"/>
                  </a:lnTo>
                  <a:lnTo>
                    <a:pt x="400" y="270"/>
                  </a:lnTo>
                  <a:lnTo>
                    <a:pt x="385" y="270"/>
                  </a:lnTo>
                  <a:lnTo>
                    <a:pt x="371" y="270"/>
                  </a:lnTo>
                  <a:lnTo>
                    <a:pt x="356" y="270"/>
                  </a:lnTo>
                  <a:lnTo>
                    <a:pt x="342" y="271"/>
                  </a:lnTo>
                  <a:lnTo>
                    <a:pt x="327" y="271"/>
                  </a:lnTo>
                  <a:lnTo>
                    <a:pt x="312" y="271"/>
                  </a:lnTo>
                  <a:lnTo>
                    <a:pt x="298" y="271"/>
                  </a:lnTo>
                  <a:lnTo>
                    <a:pt x="269" y="271"/>
                  </a:lnTo>
                  <a:lnTo>
                    <a:pt x="254" y="271"/>
                  </a:lnTo>
                  <a:lnTo>
                    <a:pt x="240" y="271"/>
                  </a:lnTo>
                  <a:lnTo>
                    <a:pt x="225" y="271"/>
                  </a:lnTo>
                  <a:lnTo>
                    <a:pt x="210" y="271"/>
                  </a:lnTo>
                  <a:lnTo>
                    <a:pt x="196" y="270"/>
                  </a:lnTo>
                  <a:lnTo>
                    <a:pt x="181" y="270"/>
                  </a:lnTo>
                  <a:lnTo>
                    <a:pt x="167" y="270"/>
                  </a:lnTo>
                  <a:lnTo>
                    <a:pt x="152" y="270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8" y="258"/>
                  </a:lnTo>
                  <a:lnTo>
                    <a:pt x="138" y="252"/>
                  </a:lnTo>
                  <a:lnTo>
                    <a:pt x="138" y="248"/>
                  </a:lnTo>
                  <a:lnTo>
                    <a:pt x="138" y="242"/>
                  </a:lnTo>
                  <a:lnTo>
                    <a:pt x="138" y="236"/>
                  </a:lnTo>
                  <a:lnTo>
                    <a:pt x="138" y="230"/>
                  </a:lnTo>
                  <a:lnTo>
                    <a:pt x="138" y="225"/>
                  </a:lnTo>
                  <a:lnTo>
                    <a:pt x="138" y="220"/>
                  </a:lnTo>
                  <a:lnTo>
                    <a:pt x="138" y="214"/>
                  </a:lnTo>
                  <a:lnTo>
                    <a:pt x="138" y="208"/>
                  </a:lnTo>
                  <a:lnTo>
                    <a:pt x="138" y="202"/>
                  </a:lnTo>
                  <a:lnTo>
                    <a:pt x="138" y="198"/>
                  </a:lnTo>
                  <a:lnTo>
                    <a:pt x="139" y="192"/>
                  </a:lnTo>
                  <a:lnTo>
                    <a:pt x="139" y="186"/>
                  </a:lnTo>
                  <a:lnTo>
                    <a:pt x="139" y="180"/>
                  </a:lnTo>
                  <a:lnTo>
                    <a:pt x="132" y="180"/>
                  </a:lnTo>
                  <a:lnTo>
                    <a:pt x="124" y="180"/>
                  </a:lnTo>
                  <a:lnTo>
                    <a:pt x="115" y="180"/>
                  </a:lnTo>
                  <a:lnTo>
                    <a:pt x="107" y="180"/>
                  </a:lnTo>
                  <a:lnTo>
                    <a:pt x="99" y="180"/>
                  </a:lnTo>
                  <a:lnTo>
                    <a:pt x="91" y="180"/>
                  </a:lnTo>
                  <a:lnTo>
                    <a:pt x="83" y="179"/>
                  </a:lnTo>
                  <a:lnTo>
                    <a:pt x="75" y="179"/>
                  </a:lnTo>
                  <a:lnTo>
                    <a:pt x="67" y="179"/>
                  </a:lnTo>
                  <a:lnTo>
                    <a:pt x="59" y="179"/>
                  </a:lnTo>
                  <a:lnTo>
                    <a:pt x="50" y="179"/>
                  </a:lnTo>
                  <a:lnTo>
                    <a:pt x="42" y="178"/>
                  </a:lnTo>
                  <a:lnTo>
                    <a:pt x="33" y="178"/>
                  </a:lnTo>
                  <a:lnTo>
                    <a:pt x="25" y="178"/>
                  </a:lnTo>
                  <a:lnTo>
                    <a:pt x="17" y="178"/>
                  </a:lnTo>
                  <a:lnTo>
                    <a:pt x="9" y="177"/>
                  </a:lnTo>
                  <a:lnTo>
                    <a:pt x="0" y="177"/>
                  </a:lnTo>
                  <a:lnTo>
                    <a:pt x="2" y="166"/>
                  </a:lnTo>
                  <a:lnTo>
                    <a:pt x="2" y="155"/>
                  </a:lnTo>
                  <a:lnTo>
                    <a:pt x="2" y="144"/>
                  </a:lnTo>
                  <a:lnTo>
                    <a:pt x="3" y="132"/>
                  </a:lnTo>
                  <a:lnTo>
                    <a:pt x="3" y="122"/>
                  </a:lnTo>
                  <a:lnTo>
                    <a:pt x="3" y="110"/>
                  </a:lnTo>
                  <a:lnTo>
                    <a:pt x="3" y="100"/>
                  </a:lnTo>
                  <a:lnTo>
                    <a:pt x="4" y="88"/>
                  </a:lnTo>
                  <a:lnTo>
                    <a:pt x="4" y="77"/>
                  </a:lnTo>
                  <a:lnTo>
                    <a:pt x="4" y="66"/>
                  </a:lnTo>
                  <a:lnTo>
                    <a:pt x="5" y="56"/>
                  </a:lnTo>
                  <a:lnTo>
                    <a:pt x="5" y="44"/>
                  </a:lnTo>
                  <a:lnTo>
                    <a:pt x="5" y="34"/>
                  </a:lnTo>
                  <a:lnTo>
                    <a:pt x="6" y="22"/>
                  </a:lnTo>
                  <a:lnTo>
                    <a:pt x="6" y="1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2132013" y="1849438"/>
              <a:ext cx="385762" cy="211138"/>
            </a:xfrm>
            <a:custGeom>
              <a:avLst/>
              <a:gdLst>
                <a:gd name="T0" fmla="*/ 39 w 485"/>
                <a:gd name="T1" fmla="*/ 2 h 267"/>
                <a:gd name="T2" fmla="*/ 95 w 485"/>
                <a:gd name="T3" fmla="*/ 3 h 267"/>
                <a:gd name="T4" fmla="*/ 150 w 485"/>
                <a:gd name="T5" fmla="*/ 4 h 267"/>
                <a:gd name="T6" fmla="*/ 191 w 485"/>
                <a:gd name="T7" fmla="*/ 5 h 267"/>
                <a:gd name="T8" fmla="*/ 246 w 485"/>
                <a:gd name="T9" fmla="*/ 5 h 267"/>
                <a:gd name="T10" fmla="*/ 302 w 485"/>
                <a:gd name="T11" fmla="*/ 5 h 267"/>
                <a:gd name="T12" fmla="*/ 356 w 485"/>
                <a:gd name="T13" fmla="*/ 5 h 267"/>
                <a:gd name="T14" fmla="*/ 412 w 485"/>
                <a:gd name="T15" fmla="*/ 4 h 267"/>
                <a:gd name="T16" fmla="*/ 435 w 485"/>
                <a:gd name="T17" fmla="*/ 6 h 267"/>
                <a:gd name="T18" fmla="*/ 437 w 485"/>
                <a:gd name="T19" fmla="*/ 11 h 267"/>
                <a:gd name="T20" fmla="*/ 440 w 485"/>
                <a:gd name="T21" fmla="*/ 20 h 267"/>
                <a:gd name="T22" fmla="*/ 444 w 485"/>
                <a:gd name="T23" fmla="*/ 32 h 267"/>
                <a:gd name="T24" fmla="*/ 442 w 485"/>
                <a:gd name="T25" fmla="*/ 47 h 267"/>
                <a:gd name="T26" fmla="*/ 442 w 485"/>
                <a:gd name="T27" fmla="*/ 53 h 267"/>
                <a:gd name="T28" fmla="*/ 444 w 485"/>
                <a:gd name="T29" fmla="*/ 62 h 267"/>
                <a:gd name="T30" fmla="*/ 444 w 485"/>
                <a:gd name="T31" fmla="*/ 76 h 267"/>
                <a:gd name="T32" fmla="*/ 449 w 485"/>
                <a:gd name="T33" fmla="*/ 91 h 267"/>
                <a:gd name="T34" fmla="*/ 453 w 485"/>
                <a:gd name="T35" fmla="*/ 102 h 267"/>
                <a:gd name="T36" fmla="*/ 453 w 485"/>
                <a:gd name="T37" fmla="*/ 104 h 267"/>
                <a:gd name="T38" fmla="*/ 454 w 485"/>
                <a:gd name="T39" fmla="*/ 104 h 267"/>
                <a:gd name="T40" fmla="*/ 457 w 485"/>
                <a:gd name="T41" fmla="*/ 112 h 267"/>
                <a:gd name="T42" fmla="*/ 460 w 485"/>
                <a:gd name="T43" fmla="*/ 120 h 267"/>
                <a:gd name="T44" fmla="*/ 461 w 485"/>
                <a:gd name="T45" fmla="*/ 123 h 267"/>
                <a:gd name="T46" fmla="*/ 461 w 485"/>
                <a:gd name="T47" fmla="*/ 127 h 267"/>
                <a:gd name="T48" fmla="*/ 461 w 485"/>
                <a:gd name="T49" fmla="*/ 135 h 267"/>
                <a:gd name="T50" fmla="*/ 463 w 485"/>
                <a:gd name="T51" fmla="*/ 139 h 267"/>
                <a:gd name="T52" fmla="*/ 464 w 485"/>
                <a:gd name="T53" fmla="*/ 156 h 267"/>
                <a:gd name="T54" fmla="*/ 464 w 485"/>
                <a:gd name="T55" fmla="*/ 161 h 267"/>
                <a:gd name="T56" fmla="*/ 464 w 485"/>
                <a:gd name="T57" fmla="*/ 173 h 267"/>
                <a:gd name="T58" fmla="*/ 467 w 485"/>
                <a:gd name="T59" fmla="*/ 177 h 267"/>
                <a:gd name="T60" fmla="*/ 468 w 485"/>
                <a:gd name="T61" fmla="*/ 178 h 267"/>
                <a:gd name="T62" fmla="*/ 469 w 485"/>
                <a:gd name="T63" fmla="*/ 180 h 267"/>
                <a:gd name="T64" fmla="*/ 468 w 485"/>
                <a:gd name="T65" fmla="*/ 183 h 267"/>
                <a:gd name="T66" fmla="*/ 468 w 485"/>
                <a:gd name="T67" fmla="*/ 188 h 267"/>
                <a:gd name="T68" fmla="*/ 468 w 485"/>
                <a:gd name="T69" fmla="*/ 195 h 267"/>
                <a:gd name="T70" fmla="*/ 468 w 485"/>
                <a:gd name="T71" fmla="*/ 204 h 267"/>
                <a:gd name="T72" fmla="*/ 471 w 485"/>
                <a:gd name="T73" fmla="*/ 212 h 267"/>
                <a:gd name="T74" fmla="*/ 473 w 485"/>
                <a:gd name="T75" fmla="*/ 218 h 267"/>
                <a:gd name="T76" fmla="*/ 474 w 485"/>
                <a:gd name="T77" fmla="*/ 220 h 267"/>
                <a:gd name="T78" fmla="*/ 481 w 485"/>
                <a:gd name="T79" fmla="*/ 231 h 267"/>
                <a:gd name="T80" fmla="*/ 482 w 485"/>
                <a:gd name="T81" fmla="*/ 241 h 267"/>
                <a:gd name="T82" fmla="*/ 484 w 485"/>
                <a:gd name="T83" fmla="*/ 245 h 267"/>
                <a:gd name="T84" fmla="*/ 484 w 485"/>
                <a:gd name="T85" fmla="*/ 250 h 267"/>
                <a:gd name="T86" fmla="*/ 485 w 485"/>
                <a:gd name="T87" fmla="*/ 263 h 267"/>
                <a:gd name="T88" fmla="*/ 425 w 485"/>
                <a:gd name="T89" fmla="*/ 266 h 267"/>
                <a:gd name="T90" fmla="*/ 363 w 485"/>
                <a:gd name="T91" fmla="*/ 267 h 267"/>
                <a:gd name="T92" fmla="*/ 303 w 485"/>
                <a:gd name="T93" fmla="*/ 267 h 267"/>
                <a:gd name="T94" fmla="*/ 227 w 485"/>
                <a:gd name="T95" fmla="*/ 267 h 267"/>
                <a:gd name="T96" fmla="*/ 167 w 485"/>
                <a:gd name="T97" fmla="*/ 267 h 267"/>
                <a:gd name="T98" fmla="*/ 107 w 485"/>
                <a:gd name="T99" fmla="*/ 266 h 267"/>
                <a:gd name="T100" fmla="*/ 45 w 485"/>
                <a:gd name="T101" fmla="*/ 264 h 267"/>
                <a:gd name="T102" fmla="*/ 1 w 485"/>
                <a:gd name="T103" fmla="*/ 246 h 267"/>
                <a:gd name="T104" fmla="*/ 3 w 485"/>
                <a:gd name="T105" fmla="*/ 180 h 267"/>
                <a:gd name="T106" fmla="*/ 4 w 485"/>
                <a:gd name="T107" fmla="*/ 114 h 267"/>
                <a:gd name="T108" fmla="*/ 7 w 485"/>
                <a:gd name="T109" fmla="*/ 49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5" h="267">
                  <a:moveTo>
                    <a:pt x="8" y="0"/>
                  </a:moveTo>
                  <a:lnTo>
                    <a:pt x="13" y="0"/>
                  </a:lnTo>
                  <a:lnTo>
                    <a:pt x="26" y="2"/>
                  </a:lnTo>
                  <a:lnTo>
                    <a:pt x="39" y="2"/>
                  </a:lnTo>
                  <a:lnTo>
                    <a:pt x="53" y="2"/>
                  </a:lnTo>
                  <a:lnTo>
                    <a:pt x="67" y="3"/>
                  </a:lnTo>
                  <a:lnTo>
                    <a:pt x="81" y="3"/>
                  </a:lnTo>
                  <a:lnTo>
                    <a:pt x="95" y="3"/>
                  </a:lnTo>
                  <a:lnTo>
                    <a:pt x="109" y="4"/>
                  </a:lnTo>
                  <a:lnTo>
                    <a:pt x="123" y="4"/>
                  </a:lnTo>
                  <a:lnTo>
                    <a:pt x="136" y="4"/>
                  </a:lnTo>
                  <a:lnTo>
                    <a:pt x="150" y="4"/>
                  </a:lnTo>
                  <a:lnTo>
                    <a:pt x="164" y="4"/>
                  </a:lnTo>
                  <a:lnTo>
                    <a:pt x="175" y="5"/>
                  </a:lnTo>
                  <a:lnTo>
                    <a:pt x="178" y="5"/>
                  </a:lnTo>
                  <a:lnTo>
                    <a:pt x="191" y="5"/>
                  </a:lnTo>
                  <a:lnTo>
                    <a:pt x="205" y="5"/>
                  </a:lnTo>
                  <a:lnTo>
                    <a:pt x="219" y="5"/>
                  </a:lnTo>
                  <a:lnTo>
                    <a:pt x="233" y="5"/>
                  </a:lnTo>
                  <a:lnTo>
                    <a:pt x="246" y="5"/>
                  </a:lnTo>
                  <a:lnTo>
                    <a:pt x="260" y="5"/>
                  </a:lnTo>
                  <a:lnTo>
                    <a:pt x="274" y="5"/>
                  </a:lnTo>
                  <a:lnTo>
                    <a:pt x="288" y="5"/>
                  </a:lnTo>
                  <a:lnTo>
                    <a:pt x="302" y="5"/>
                  </a:lnTo>
                  <a:lnTo>
                    <a:pt x="316" y="5"/>
                  </a:lnTo>
                  <a:lnTo>
                    <a:pt x="330" y="5"/>
                  </a:lnTo>
                  <a:lnTo>
                    <a:pt x="342" y="5"/>
                  </a:lnTo>
                  <a:lnTo>
                    <a:pt x="356" y="5"/>
                  </a:lnTo>
                  <a:lnTo>
                    <a:pt x="370" y="4"/>
                  </a:lnTo>
                  <a:lnTo>
                    <a:pt x="384" y="4"/>
                  </a:lnTo>
                  <a:lnTo>
                    <a:pt x="398" y="4"/>
                  </a:lnTo>
                  <a:lnTo>
                    <a:pt x="412" y="4"/>
                  </a:lnTo>
                  <a:lnTo>
                    <a:pt x="426" y="3"/>
                  </a:lnTo>
                  <a:lnTo>
                    <a:pt x="435" y="3"/>
                  </a:lnTo>
                  <a:lnTo>
                    <a:pt x="435" y="5"/>
                  </a:lnTo>
                  <a:lnTo>
                    <a:pt x="435" y="6"/>
                  </a:lnTo>
                  <a:lnTo>
                    <a:pt x="437" y="7"/>
                  </a:lnTo>
                  <a:lnTo>
                    <a:pt x="437" y="9"/>
                  </a:lnTo>
                  <a:lnTo>
                    <a:pt x="437" y="11"/>
                  </a:lnTo>
                  <a:lnTo>
                    <a:pt x="437" y="11"/>
                  </a:lnTo>
                  <a:lnTo>
                    <a:pt x="438" y="12"/>
                  </a:lnTo>
                  <a:lnTo>
                    <a:pt x="438" y="13"/>
                  </a:lnTo>
                  <a:lnTo>
                    <a:pt x="439" y="16"/>
                  </a:lnTo>
                  <a:lnTo>
                    <a:pt x="440" y="20"/>
                  </a:lnTo>
                  <a:lnTo>
                    <a:pt x="441" y="24"/>
                  </a:lnTo>
                  <a:lnTo>
                    <a:pt x="441" y="25"/>
                  </a:lnTo>
                  <a:lnTo>
                    <a:pt x="444" y="28"/>
                  </a:lnTo>
                  <a:lnTo>
                    <a:pt x="444" y="32"/>
                  </a:lnTo>
                  <a:lnTo>
                    <a:pt x="442" y="35"/>
                  </a:lnTo>
                  <a:lnTo>
                    <a:pt x="441" y="39"/>
                  </a:lnTo>
                  <a:lnTo>
                    <a:pt x="440" y="42"/>
                  </a:lnTo>
                  <a:lnTo>
                    <a:pt x="442" y="47"/>
                  </a:lnTo>
                  <a:lnTo>
                    <a:pt x="442" y="49"/>
                  </a:lnTo>
                  <a:lnTo>
                    <a:pt x="442" y="50"/>
                  </a:lnTo>
                  <a:lnTo>
                    <a:pt x="442" y="52"/>
                  </a:lnTo>
                  <a:lnTo>
                    <a:pt x="442" y="53"/>
                  </a:lnTo>
                  <a:lnTo>
                    <a:pt x="441" y="54"/>
                  </a:lnTo>
                  <a:lnTo>
                    <a:pt x="441" y="55"/>
                  </a:lnTo>
                  <a:lnTo>
                    <a:pt x="442" y="61"/>
                  </a:lnTo>
                  <a:lnTo>
                    <a:pt x="444" y="62"/>
                  </a:lnTo>
                  <a:lnTo>
                    <a:pt x="444" y="63"/>
                  </a:lnTo>
                  <a:lnTo>
                    <a:pt x="442" y="69"/>
                  </a:lnTo>
                  <a:lnTo>
                    <a:pt x="442" y="73"/>
                  </a:lnTo>
                  <a:lnTo>
                    <a:pt x="444" y="76"/>
                  </a:lnTo>
                  <a:lnTo>
                    <a:pt x="445" y="80"/>
                  </a:lnTo>
                  <a:lnTo>
                    <a:pt x="447" y="85"/>
                  </a:lnTo>
                  <a:lnTo>
                    <a:pt x="448" y="89"/>
                  </a:lnTo>
                  <a:lnTo>
                    <a:pt x="449" y="91"/>
                  </a:lnTo>
                  <a:lnTo>
                    <a:pt x="452" y="93"/>
                  </a:lnTo>
                  <a:lnTo>
                    <a:pt x="451" y="96"/>
                  </a:lnTo>
                  <a:lnTo>
                    <a:pt x="451" y="98"/>
                  </a:lnTo>
                  <a:lnTo>
                    <a:pt x="453" y="102"/>
                  </a:lnTo>
                  <a:lnTo>
                    <a:pt x="453" y="103"/>
                  </a:lnTo>
                  <a:lnTo>
                    <a:pt x="453" y="103"/>
                  </a:lnTo>
                  <a:lnTo>
                    <a:pt x="453" y="104"/>
                  </a:lnTo>
                  <a:lnTo>
                    <a:pt x="453" y="104"/>
                  </a:lnTo>
                  <a:lnTo>
                    <a:pt x="453" y="104"/>
                  </a:lnTo>
                  <a:lnTo>
                    <a:pt x="453" y="104"/>
                  </a:lnTo>
                  <a:lnTo>
                    <a:pt x="453" y="104"/>
                  </a:lnTo>
                  <a:lnTo>
                    <a:pt x="454" y="104"/>
                  </a:lnTo>
                  <a:lnTo>
                    <a:pt x="455" y="106"/>
                  </a:lnTo>
                  <a:lnTo>
                    <a:pt x="455" y="107"/>
                  </a:lnTo>
                  <a:lnTo>
                    <a:pt x="456" y="110"/>
                  </a:lnTo>
                  <a:lnTo>
                    <a:pt x="457" y="112"/>
                  </a:lnTo>
                  <a:lnTo>
                    <a:pt x="459" y="113"/>
                  </a:lnTo>
                  <a:lnTo>
                    <a:pt x="459" y="114"/>
                  </a:lnTo>
                  <a:lnTo>
                    <a:pt x="460" y="118"/>
                  </a:lnTo>
                  <a:lnTo>
                    <a:pt x="460" y="120"/>
                  </a:lnTo>
                  <a:lnTo>
                    <a:pt x="461" y="120"/>
                  </a:lnTo>
                  <a:lnTo>
                    <a:pt x="462" y="121"/>
                  </a:lnTo>
                  <a:lnTo>
                    <a:pt x="462" y="121"/>
                  </a:lnTo>
                  <a:lnTo>
                    <a:pt x="461" y="123"/>
                  </a:lnTo>
                  <a:lnTo>
                    <a:pt x="461" y="123"/>
                  </a:lnTo>
                  <a:lnTo>
                    <a:pt x="461" y="123"/>
                  </a:lnTo>
                  <a:lnTo>
                    <a:pt x="461" y="125"/>
                  </a:lnTo>
                  <a:lnTo>
                    <a:pt x="461" y="127"/>
                  </a:lnTo>
                  <a:lnTo>
                    <a:pt x="461" y="128"/>
                  </a:lnTo>
                  <a:lnTo>
                    <a:pt x="462" y="130"/>
                  </a:lnTo>
                  <a:lnTo>
                    <a:pt x="462" y="131"/>
                  </a:lnTo>
                  <a:lnTo>
                    <a:pt x="461" y="135"/>
                  </a:lnTo>
                  <a:lnTo>
                    <a:pt x="461" y="136"/>
                  </a:lnTo>
                  <a:lnTo>
                    <a:pt x="462" y="138"/>
                  </a:lnTo>
                  <a:lnTo>
                    <a:pt x="462" y="138"/>
                  </a:lnTo>
                  <a:lnTo>
                    <a:pt x="463" y="139"/>
                  </a:lnTo>
                  <a:lnTo>
                    <a:pt x="463" y="140"/>
                  </a:lnTo>
                  <a:lnTo>
                    <a:pt x="463" y="150"/>
                  </a:lnTo>
                  <a:lnTo>
                    <a:pt x="463" y="153"/>
                  </a:lnTo>
                  <a:lnTo>
                    <a:pt x="464" y="156"/>
                  </a:lnTo>
                  <a:lnTo>
                    <a:pt x="464" y="159"/>
                  </a:lnTo>
                  <a:lnTo>
                    <a:pt x="464" y="159"/>
                  </a:lnTo>
                  <a:lnTo>
                    <a:pt x="464" y="160"/>
                  </a:lnTo>
                  <a:lnTo>
                    <a:pt x="464" y="161"/>
                  </a:lnTo>
                  <a:lnTo>
                    <a:pt x="464" y="162"/>
                  </a:lnTo>
                  <a:lnTo>
                    <a:pt x="466" y="166"/>
                  </a:lnTo>
                  <a:lnTo>
                    <a:pt x="466" y="167"/>
                  </a:lnTo>
                  <a:lnTo>
                    <a:pt x="464" y="173"/>
                  </a:lnTo>
                  <a:lnTo>
                    <a:pt x="466" y="174"/>
                  </a:lnTo>
                  <a:lnTo>
                    <a:pt x="466" y="175"/>
                  </a:lnTo>
                  <a:lnTo>
                    <a:pt x="467" y="176"/>
                  </a:lnTo>
                  <a:lnTo>
                    <a:pt x="467" y="177"/>
                  </a:lnTo>
                  <a:lnTo>
                    <a:pt x="467" y="177"/>
                  </a:lnTo>
                  <a:lnTo>
                    <a:pt x="467" y="177"/>
                  </a:lnTo>
                  <a:lnTo>
                    <a:pt x="467" y="178"/>
                  </a:lnTo>
                  <a:lnTo>
                    <a:pt x="468" y="178"/>
                  </a:lnTo>
                  <a:lnTo>
                    <a:pt x="468" y="178"/>
                  </a:lnTo>
                  <a:lnTo>
                    <a:pt x="469" y="178"/>
                  </a:lnTo>
                  <a:lnTo>
                    <a:pt x="469" y="180"/>
                  </a:lnTo>
                  <a:lnTo>
                    <a:pt x="469" y="180"/>
                  </a:lnTo>
                  <a:lnTo>
                    <a:pt x="469" y="180"/>
                  </a:lnTo>
                  <a:lnTo>
                    <a:pt x="469" y="181"/>
                  </a:lnTo>
                  <a:lnTo>
                    <a:pt x="469" y="182"/>
                  </a:lnTo>
                  <a:lnTo>
                    <a:pt x="468" y="183"/>
                  </a:lnTo>
                  <a:lnTo>
                    <a:pt x="468" y="184"/>
                  </a:lnTo>
                  <a:lnTo>
                    <a:pt x="468" y="186"/>
                  </a:lnTo>
                  <a:lnTo>
                    <a:pt x="468" y="188"/>
                  </a:lnTo>
                  <a:lnTo>
                    <a:pt x="468" y="188"/>
                  </a:lnTo>
                  <a:lnTo>
                    <a:pt x="467" y="190"/>
                  </a:lnTo>
                  <a:lnTo>
                    <a:pt x="467" y="190"/>
                  </a:lnTo>
                  <a:lnTo>
                    <a:pt x="467" y="192"/>
                  </a:lnTo>
                  <a:lnTo>
                    <a:pt x="468" y="195"/>
                  </a:lnTo>
                  <a:lnTo>
                    <a:pt x="469" y="197"/>
                  </a:lnTo>
                  <a:lnTo>
                    <a:pt x="468" y="199"/>
                  </a:lnTo>
                  <a:lnTo>
                    <a:pt x="468" y="202"/>
                  </a:lnTo>
                  <a:lnTo>
                    <a:pt x="468" y="204"/>
                  </a:lnTo>
                  <a:lnTo>
                    <a:pt x="469" y="205"/>
                  </a:lnTo>
                  <a:lnTo>
                    <a:pt x="470" y="207"/>
                  </a:lnTo>
                  <a:lnTo>
                    <a:pt x="471" y="209"/>
                  </a:lnTo>
                  <a:lnTo>
                    <a:pt x="471" y="212"/>
                  </a:lnTo>
                  <a:lnTo>
                    <a:pt x="471" y="214"/>
                  </a:lnTo>
                  <a:lnTo>
                    <a:pt x="471" y="216"/>
                  </a:lnTo>
                  <a:lnTo>
                    <a:pt x="471" y="217"/>
                  </a:lnTo>
                  <a:lnTo>
                    <a:pt x="473" y="218"/>
                  </a:lnTo>
                  <a:lnTo>
                    <a:pt x="474" y="218"/>
                  </a:lnTo>
                  <a:lnTo>
                    <a:pt x="474" y="219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4" y="221"/>
                  </a:lnTo>
                  <a:lnTo>
                    <a:pt x="478" y="227"/>
                  </a:lnTo>
                  <a:lnTo>
                    <a:pt x="481" y="229"/>
                  </a:lnTo>
                  <a:lnTo>
                    <a:pt x="481" y="231"/>
                  </a:lnTo>
                  <a:lnTo>
                    <a:pt x="482" y="233"/>
                  </a:lnTo>
                  <a:lnTo>
                    <a:pt x="482" y="238"/>
                  </a:lnTo>
                  <a:lnTo>
                    <a:pt x="482" y="240"/>
                  </a:lnTo>
                  <a:lnTo>
                    <a:pt x="482" y="241"/>
                  </a:lnTo>
                  <a:lnTo>
                    <a:pt x="482" y="241"/>
                  </a:lnTo>
                  <a:lnTo>
                    <a:pt x="484" y="243"/>
                  </a:lnTo>
                  <a:lnTo>
                    <a:pt x="484" y="245"/>
                  </a:lnTo>
                  <a:lnTo>
                    <a:pt x="484" y="245"/>
                  </a:lnTo>
                  <a:lnTo>
                    <a:pt x="484" y="246"/>
                  </a:lnTo>
                  <a:lnTo>
                    <a:pt x="484" y="247"/>
                  </a:lnTo>
                  <a:lnTo>
                    <a:pt x="484" y="249"/>
                  </a:lnTo>
                  <a:lnTo>
                    <a:pt x="484" y="250"/>
                  </a:lnTo>
                  <a:lnTo>
                    <a:pt x="484" y="253"/>
                  </a:lnTo>
                  <a:lnTo>
                    <a:pt x="484" y="255"/>
                  </a:lnTo>
                  <a:lnTo>
                    <a:pt x="484" y="257"/>
                  </a:lnTo>
                  <a:lnTo>
                    <a:pt x="485" y="263"/>
                  </a:lnTo>
                  <a:lnTo>
                    <a:pt x="470" y="264"/>
                  </a:lnTo>
                  <a:lnTo>
                    <a:pt x="455" y="264"/>
                  </a:lnTo>
                  <a:lnTo>
                    <a:pt x="440" y="266"/>
                  </a:lnTo>
                  <a:lnTo>
                    <a:pt x="425" y="266"/>
                  </a:lnTo>
                  <a:lnTo>
                    <a:pt x="410" y="266"/>
                  </a:lnTo>
                  <a:lnTo>
                    <a:pt x="395" y="266"/>
                  </a:lnTo>
                  <a:lnTo>
                    <a:pt x="380" y="267"/>
                  </a:lnTo>
                  <a:lnTo>
                    <a:pt x="363" y="267"/>
                  </a:lnTo>
                  <a:lnTo>
                    <a:pt x="348" y="267"/>
                  </a:lnTo>
                  <a:lnTo>
                    <a:pt x="333" y="267"/>
                  </a:lnTo>
                  <a:lnTo>
                    <a:pt x="318" y="267"/>
                  </a:lnTo>
                  <a:lnTo>
                    <a:pt x="303" y="267"/>
                  </a:lnTo>
                  <a:lnTo>
                    <a:pt x="288" y="267"/>
                  </a:lnTo>
                  <a:lnTo>
                    <a:pt x="273" y="267"/>
                  </a:lnTo>
                  <a:lnTo>
                    <a:pt x="243" y="267"/>
                  </a:lnTo>
                  <a:lnTo>
                    <a:pt x="227" y="267"/>
                  </a:lnTo>
                  <a:lnTo>
                    <a:pt x="212" y="267"/>
                  </a:lnTo>
                  <a:lnTo>
                    <a:pt x="197" y="267"/>
                  </a:lnTo>
                  <a:lnTo>
                    <a:pt x="182" y="267"/>
                  </a:lnTo>
                  <a:lnTo>
                    <a:pt x="167" y="267"/>
                  </a:lnTo>
                  <a:lnTo>
                    <a:pt x="152" y="267"/>
                  </a:lnTo>
                  <a:lnTo>
                    <a:pt x="137" y="266"/>
                  </a:lnTo>
                  <a:lnTo>
                    <a:pt x="122" y="266"/>
                  </a:lnTo>
                  <a:lnTo>
                    <a:pt x="107" y="266"/>
                  </a:lnTo>
                  <a:lnTo>
                    <a:pt x="92" y="266"/>
                  </a:lnTo>
                  <a:lnTo>
                    <a:pt x="76" y="264"/>
                  </a:lnTo>
                  <a:lnTo>
                    <a:pt x="61" y="264"/>
                  </a:lnTo>
                  <a:lnTo>
                    <a:pt x="45" y="264"/>
                  </a:lnTo>
                  <a:lnTo>
                    <a:pt x="30" y="263"/>
                  </a:lnTo>
                  <a:lnTo>
                    <a:pt x="15" y="263"/>
                  </a:lnTo>
                  <a:lnTo>
                    <a:pt x="0" y="262"/>
                  </a:lnTo>
                  <a:lnTo>
                    <a:pt x="1" y="246"/>
                  </a:lnTo>
                  <a:lnTo>
                    <a:pt x="1" y="229"/>
                  </a:lnTo>
                  <a:lnTo>
                    <a:pt x="2" y="213"/>
                  </a:lnTo>
                  <a:lnTo>
                    <a:pt x="2" y="197"/>
                  </a:lnTo>
                  <a:lnTo>
                    <a:pt x="3" y="180"/>
                  </a:lnTo>
                  <a:lnTo>
                    <a:pt x="3" y="163"/>
                  </a:lnTo>
                  <a:lnTo>
                    <a:pt x="3" y="147"/>
                  </a:lnTo>
                  <a:lnTo>
                    <a:pt x="4" y="131"/>
                  </a:lnTo>
                  <a:lnTo>
                    <a:pt x="4" y="114"/>
                  </a:lnTo>
                  <a:lnTo>
                    <a:pt x="6" y="98"/>
                  </a:lnTo>
                  <a:lnTo>
                    <a:pt x="6" y="82"/>
                  </a:lnTo>
                  <a:lnTo>
                    <a:pt x="7" y="66"/>
                  </a:lnTo>
                  <a:lnTo>
                    <a:pt x="7" y="49"/>
                  </a:lnTo>
                  <a:lnTo>
                    <a:pt x="7" y="33"/>
                  </a:lnTo>
                  <a:lnTo>
                    <a:pt x="8" y="1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 noEditPoints="1"/>
            </p:cNvSpPr>
            <p:nvPr/>
          </p:nvSpPr>
          <p:spPr bwMode="auto">
            <a:xfrm>
              <a:off x="3254375" y="2570163"/>
              <a:ext cx="504825" cy="219075"/>
            </a:xfrm>
            <a:custGeom>
              <a:avLst/>
              <a:gdLst>
                <a:gd name="T0" fmla="*/ 486 w 635"/>
                <a:gd name="T1" fmla="*/ 240 h 277"/>
                <a:gd name="T2" fmla="*/ 574 w 635"/>
                <a:gd name="T3" fmla="*/ 178 h 277"/>
                <a:gd name="T4" fmla="*/ 581 w 635"/>
                <a:gd name="T5" fmla="*/ 163 h 277"/>
                <a:gd name="T6" fmla="*/ 597 w 635"/>
                <a:gd name="T7" fmla="*/ 137 h 277"/>
                <a:gd name="T8" fmla="*/ 628 w 635"/>
                <a:gd name="T9" fmla="*/ 65 h 277"/>
                <a:gd name="T10" fmla="*/ 622 w 635"/>
                <a:gd name="T11" fmla="*/ 115 h 277"/>
                <a:gd name="T12" fmla="*/ 632 w 635"/>
                <a:gd name="T13" fmla="*/ 83 h 277"/>
                <a:gd name="T14" fmla="*/ 613 w 635"/>
                <a:gd name="T15" fmla="*/ 58 h 277"/>
                <a:gd name="T16" fmla="*/ 583 w 635"/>
                <a:gd name="T17" fmla="*/ 17 h 277"/>
                <a:gd name="T18" fmla="*/ 592 w 635"/>
                <a:gd name="T19" fmla="*/ 36 h 277"/>
                <a:gd name="T20" fmla="*/ 585 w 635"/>
                <a:gd name="T21" fmla="*/ 32 h 277"/>
                <a:gd name="T22" fmla="*/ 564 w 635"/>
                <a:gd name="T23" fmla="*/ 29 h 277"/>
                <a:gd name="T24" fmla="*/ 565 w 635"/>
                <a:gd name="T25" fmla="*/ 39 h 277"/>
                <a:gd name="T26" fmla="*/ 552 w 635"/>
                <a:gd name="T27" fmla="*/ 43 h 277"/>
                <a:gd name="T28" fmla="*/ 536 w 635"/>
                <a:gd name="T29" fmla="*/ 56 h 277"/>
                <a:gd name="T30" fmla="*/ 533 w 635"/>
                <a:gd name="T31" fmla="*/ 56 h 277"/>
                <a:gd name="T32" fmla="*/ 561 w 635"/>
                <a:gd name="T33" fmla="*/ 62 h 277"/>
                <a:gd name="T34" fmla="*/ 583 w 635"/>
                <a:gd name="T35" fmla="*/ 64 h 277"/>
                <a:gd name="T36" fmla="*/ 582 w 635"/>
                <a:gd name="T37" fmla="*/ 79 h 277"/>
                <a:gd name="T38" fmla="*/ 597 w 635"/>
                <a:gd name="T39" fmla="*/ 57 h 277"/>
                <a:gd name="T40" fmla="*/ 608 w 635"/>
                <a:gd name="T41" fmla="*/ 65 h 277"/>
                <a:gd name="T42" fmla="*/ 606 w 635"/>
                <a:gd name="T43" fmla="*/ 85 h 277"/>
                <a:gd name="T44" fmla="*/ 597 w 635"/>
                <a:gd name="T45" fmla="*/ 96 h 277"/>
                <a:gd name="T46" fmla="*/ 579 w 635"/>
                <a:gd name="T47" fmla="*/ 110 h 277"/>
                <a:gd name="T48" fmla="*/ 570 w 635"/>
                <a:gd name="T49" fmla="*/ 110 h 277"/>
                <a:gd name="T50" fmla="*/ 556 w 635"/>
                <a:gd name="T51" fmla="*/ 107 h 277"/>
                <a:gd name="T52" fmla="*/ 554 w 635"/>
                <a:gd name="T53" fmla="*/ 108 h 277"/>
                <a:gd name="T54" fmla="*/ 532 w 635"/>
                <a:gd name="T55" fmla="*/ 112 h 277"/>
                <a:gd name="T56" fmla="*/ 567 w 635"/>
                <a:gd name="T57" fmla="*/ 122 h 277"/>
                <a:gd name="T58" fmla="*/ 560 w 635"/>
                <a:gd name="T59" fmla="*/ 134 h 277"/>
                <a:gd name="T60" fmla="*/ 532 w 635"/>
                <a:gd name="T61" fmla="*/ 146 h 277"/>
                <a:gd name="T62" fmla="*/ 561 w 635"/>
                <a:gd name="T63" fmla="*/ 149 h 277"/>
                <a:gd name="T64" fmla="*/ 571 w 635"/>
                <a:gd name="T65" fmla="*/ 140 h 277"/>
                <a:gd name="T66" fmla="*/ 582 w 635"/>
                <a:gd name="T67" fmla="*/ 144 h 277"/>
                <a:gd name="T68" fmla="*/ 578 w 635"/>
                <a:gd name="T69" fmla="*/ 155 h 277"/>
                <a:gd name="T70" fmla="*/ 565 w 635"/>
                <a:gd name="T71" fmla="*/ 164 h 277"/>
                <a:gd name="T72" fmla="*/ 532 w 635"/>
                <a:gd name="T73" fmla="*/ 183 h 277"/>
                <a:gd name="T74" fmla="*/ 520 w 635"/>
                <a:gd name="T75" fmla="*/ 196 h 277"/>
                <a:gd name="T76" fmla="*/ 510 w 635"/>
                <a:gd name="T77" fmla="*/ 187 h 277"/>
                <a:gd name="T78" fmla="*/ 513 w 635"/>
                <a:gd name="T79" fmla="*/ 203 h 277"/>
                <a:gd name="T80" fmla="*/ 478 w 635"/>
                <a:gd name="T81" fmla="*/ 242 h 277"/>
                <a:gd name="T82" fmla="*/ 450 w 635"/>
                <a:gd name="T83" fmla="*/ 271 h 277"/>
                <a:gd name="T84" fmla="*/ 338 w 635"/>
                <a:gd name="T85" fmla="*/ 211 h 277"/>
                <a:gd name="T86" fmla="*/ 259 w 635"/>
                <a:gd name="T87" fmla="*/ 211 h 277"/>
                <a:gd name="T88" fmla="*/ 238 w 635"/>
                <a:gd name="T89" fmla="*/ 198 h 277"/>
                <a:gd name="T90" fmla="*/ 140 w 635"/>
                <a:gd name="T91" fmla="*/ 208 h 277"/>
                <a:gd name="T92" fmla="*/ 122 w 635"/>
                <a:gd name="T93" fmla="*/ 218 h 277"/>
                <a:gd name="T94" fmla="*/ 55 w 635"/>
                <a:gd name="T95" fmla="*/ 240 h 277"/>
                <a:gd name="T96" fmla="*/ 5 w 635"/>
                <a:gd name="T97" fmla="*/ 223 h 277"/>
                <a:gd name="T98" fmla="*/ 18 w 635"/>
                <a:gd name="T99" fmla="*/ 207 h 277"/>
                <a:gd name="T100" fmla="*/ 40 w 635"/>
                <a:gd name="T101" fmla="*/ 191 h 277"/>
                <a:gd name="T102" fmla="*/ 61 w 635"/>
                <a:gd name="T103" fmla="*/ 180 h 277"/>
                <a:gd name="T104" fmla="*/ 86 w 635"/>
                <a:gd name="T105" fmla="*/ 164 h 277"/>
                <a:gd name="T106" fmla="*/ 94 w 635"/>
                <a:gd name="T107" fmla="*/ 147 h 277"/>
                <a:gd name="T108" fmla="*/ 112 w 635"/>
                <a:gd name="T109" fmla="*/ 137 h 277"/>
                <a:gd name="T110" fmla="*/ 123 w 635"/>
                <a:gd name="T111" fmla="*/ 136 h 277"/>
                <a:gd name="T112" fmla="*/ 144 w 635"/>
                <a:gd name="T113" fmla="*/ 122 h 277"/>
                <a:gd name="T114" fmla="*/ 165 w 635"/>
                <a:gd name="T115" fmla="*/ 99 h 277"/>
                <a:gd name="T116" fmla="*/ 200 w 635"/>
                <a:gd name="T117" fmla="*/ 72 h 277"/>
                <a:gd name="T118" fmla="*/ 498 w 635"/>
                <a:gd name="T119" fmla="*/ 18 h 277"/>
                <a:gd name="T120" fmla="*/ 579 w 635"/>
                <a:gd name="T121" fmla="*/ 1 h 277"/>
                <a:gd name="T122" fmla="*/ 615 w 635"/>
                <a:gd name="T123" fmla="*/ 51 h 277"/>
                <a:gd name="T124" fmla="*/ 593 w 635"/>
                <a:gd name="T125" fmla="*/ 22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5" h="277">
                  <a:moveTo>
                    <a:pt x="484" y="263"/>
                  </a:moveTo>
                  <a:lnTo>
                    <a:pt x="484" y="269"/>
                  </a:lnTo>
                  <a:lnTo>
                    <a:pt x="483" y="270"/>
                  </a:lnTo>
                  <a:lnTo>
                    <a:pt x="483" y="269"/>
                  </a:lnTo>
                  <a:lnTo>
                    <a:pt x="481" y="269"/>
                  </a:lnTo>
                  <a:lnTo>
                    <a:pt x="480" y="269"/>
                  </a:lnTo>
                  <a:lnTo>
                    <a:pt x="480" y="268"/>
                  </a:lnTo>
                  <a:lnTo>
                    <a:pt x="480" y="266"/>
                  </a:lnTo>
                  <a:lnTo>
                    <a:pt x="481" y="265"/>
                  </a:lnTo>
                  <a:lnTo>
                    <a:pt x="482" y="265"/>
                  </a:lnTo>
                  <a:lnTo>
                    <a:pt x="483" y="266"/>
                  </a:lnTo>
                  <a:lnTo>
                    <a:pt x="483" y="265"/>
                  </a:lnTo>
                  <a:lnTo>
                    <a:pt x="484" y="263"/>
                  </a:lnTo>
                  <a:close/>
                  <a:moveTo>
                    <a:pt x="489" y="239"/>
                  </a:moveTo>
                  <a:lnTo>
                    <a:pt x="489" y="239"/>
                  </a:lnTo>
                  <a:lnTo>
                    <a:pt x="489" y="239"/>
                  </a:lnTo>
                  <a:lnTo>
                    <a:pt x="489" y="239"/>
                  </a:lnTo>
                  <a:lnTo>
                    <a:pt x="489" y="240"/>
                  </a:lnTo>
                  <a:lnTo>
                    <a:pt x="488" y="243"/>
                  </a:lnTo>
                  <a:lnTo>
                    <a:pt x="486" y="246"/>
                  </a:lnTo>
                  <a:lnTo>
                    <a:pt x="486" y="247"/>
                  </a:lnTo>
                  <a:lnTo>
                    <a:pt x="486" y="244"/>
                  </a:lnTo>
                  <a:lnTo>
                    <a:pt x="486" y="242"/>
                  </a:lnTo>
                  <a:lnTo>
                    <a:pt x="486" y="240"/>
                  </a:lnTo>
                  <a:lnTo>
                    <a:pt x="489" y="239"/>
                  </a:lnTo>
                  <a:close/>
                  <a:moveTo>
                    <a:pt x="517" y="200"/>
                  </a:moveTo>
                  <a:lnTo>
                    <a:pt x="517" y="201"/>
                  </a:lnTo>
                  <a:lnTo>
                    <a:pt x="517" y="201"/>
                  </a:lnTo>
                  <a:lnTo>
                    <a:pt x="516" y="201"/>
                  </a:lnTo>
                  <a:lnTo>
                    <a:pt x="516" y="201"/>
                  </a:lnTo>
                  <a:lnTo>
                    <a:pt x="514" y="204"/>
                  </a:lnTo>
                  <a:lnTo>
                    <a:pt x="509" y="208"/>
                  </a:lnTo>
                  <a:lnTo>
                    <a:pt x="506" y="209"/>
                  </a:lnTo>
                  <a:lnTo>
                    <a:pt x="506" y="209"/>
                  </a:lnTo>
                  <a:lnTo>
                    <a:pt x="499" y="218"/>
                  </a:lnTo>
                  <a:lnTo>
                    <a:pt x="499" y="220"/>
                  </a:lnTo>
                  <a:lnTo>
                    <a:pt x="499" y="216"/>
                  </a:lnTo>
                  <a:lnTo>
                    <a:pt x="502" y="213"/>
                  </a:lnTo>
                  <a:lnTo>
                    <a:pt x="510" y="205"/>
                  </a:lnTo>
                  <a:lnTo>
                    <a:pt x="511" y="205"/>
                  </a:lnTo>
                  <a:lnTo>
                    <a:pt x="512" y="204"/>
                  </a:lnTo>
                  <a:lnTo>
                    <a:pt x="514" y="201"/>
                  </a:lnTo>
                  <a:lnTo>
                    <a:pt x="517" y="200"/>
                  </a:lnTo>
                  <a:close/>
                  <a:moveTo>
                    <a:pt x="565" y="176"/>
                  </a:moveTo>
                  <a:lnTo>
                    <a:pt x="571" y="176"/>
                  </a:lnTo>
                  <a:lnTo>
                    <a:pt x="571" y="177"/>
                  </a:lnTo>
                  <a:lnTo>
                    <a:pt x="572" y="177"/>
                  </a:lnTo>
                  <a:lnTo>
                    <a:pt x="574" y="178"/>
                  </a:lnTo>
                  <a:lnTo>
                    <a:pt x="572" y="179"/>
                  </a:lnTo>
                  <a:lnTo>
                    <a:pt x="572" y="178"/>
                  </a:lnTo>
                  <a:lnTo>
                    <a:pt x="569" y="177"/>
                  </a:lnTo>
                  <a:lnTo>
                    <a:pt x="565" y="177"/>
                  </a:lnTo>
                  <a:lnTo>
                    <a:pt x="564" y="176"/>
                  </a:lnTo>
                  <a:lnTo>
                    <a:pt x="564" y="176"/>
                  </a:lnTo>
                  <a:lnTo>
                    <a:pt x="565" y="176"/>
                  </a:lnTo>
                  <a:close/>
                  <a:moveTo>
                    <a:pt x="557" y="175"/>
                  </a:moveTo>
                  <a:lnTo>
                    <a:pt x="562" y="175"/>
                  </a:lnTo>
                  <a:lnTo>
                    <a:pt x="562" y="176"/>
                  </a:lnTo>
                  <a:lnTo>
                    <a:pt x="553" y="177"/>
                  </a:lnTo>
                  <a:lnTo>
                    <a:pt x="552" y="177"/>
                  </a:lnTo>
                  <a:lnTo>
                    <a:pt x="532" y="186"/>
                  </a:lnTo>
                  <a:lnTo>
                    <a:pt x="533" y="184"/>
                  </a:lnTo>
                  <a:lnTo>
                    <a:pt x="535" y="183"/>
                  </a:lnTo>
                  <a:lnTo>
                    <a:pt x="546" y="179"/>
                  </a:lnTo>
                  <a:lnTo>
                    <a:pt x="557" y="175"/>
                  </a:lnTo>
                  <a:close/>
                  <a:moveTo>
                    <a:pt x="592" y="147"/>
                  </a:moveTo>
                  <a:lnTo>
                    <a:pt x="591" y="149"/>
                  </a:lnTo>
                  <a:lnTo>
                    <a:pt x="589" y="150"/>
                  </a:lnTo>
                  <a:lnTo>
                    <a:pt x="586" y="155"/>
                  </a:lnTo>
                  <a:lnTo>
                    <a:pt x="585" y="156"/>
                  </a:lnTo>
                  <a:lnTo>
                    <a:pt x="584" y="157"/>
                  </a:lnTo>
                  <a:lnTo>
                    <a:pt x="581" y="163"/>
                  </a:lnTo>
                  <a:lnTo>
                    <a:pt x="575" y="180"/>
                  </a:lnTo>
                  <a:lnTo>
                    <a:pt x="575" y="183"/>
                  </a:lnTo>
                  <a:lnTo>
                    <a:pt x="574" y="182"/>
                  </a:lnTo>
                  <a:lnTo>
                    <a:pt x="575" y="178"/>
                  </a:lnTo>
                  <a:lnTo>
                    <a:pt x="579" y="163"/>
                  </a:lnTo>
                  <a:lnTo>
                    <a:pt x="585" y="154"/>
                  </a:lnTo>
                  <a:lnTo>
                    <a:pt x="588" y="150"/>
                  </a:lnTo>
                  <a:lnTo>
                    <a:pt x="589" y="150"/>
                  </a:lnTo>
                  <a:lnTo>
                    <a:pt x="589" y="149"/>
                  </a:lnTo>
                  <a:lnTo>
                    <a:pt x="590" y="148"/>
                  </a:lnTo>
                  <a:lnTo>
                    <a:pt x="591" y="147"/>
                  </a:lnTo>
                  <a:lnTo>
                    <a:pt x="592" y="147"/>
                  </a:lnTo>
                  <a:close/>
                  <a:moveTo>
                    <a:pt x="599" y="133"/>
                  </a:moveTo>
                  <a:lnTo>
                    <a:pt x="599" y="133"/>
                  </a:lnTo>
                  <a:lnTo>
                    <a:pt x="601" y="134"/>
                  </a:lnTo>
                  <a:lnTo>
                    <a:pt x="601" y="134"/>
                  </a:lnTo>
                  <a:lnTo>
                    <a:pt x="601" y="134"/>
                  </a:lnTo>
                  <a:lnTo>
                    <a:pt x="600" y="134"/>
                  </a:lnTo>
                  <a:lnTo>
                    <a:pt x="600" y="134"/>
                  </a:lnTo>
                  <a:lnTo>
                    <a:pt x="596" y="140"/>
                  </a:lnTo>
                  <a:lnTo>
                    <a:pt x="596" y="141"/>
                  </a:lnTo>
                  <a:lnTo>
                    <a:pt x="595" y="141"/>
                  </a:lnTo>
                  <a:lnTo>
                    <a:pt x="596" y="140"/>
                  </a:lnTo>
                  <a:lnTo>
                    <a:pt x="597" y="137"/>
                  </a:lnTo>
                  <a:lnTo>
                    <a:pt x="597" y="136"/>
                  </a:lnTo>
                  <a:lnTo>
                    <a:pt x="597" y="135"/>
                  </a:lnTo>
                  <a:lnTo>
                    <a:pt x="598" y="135"/>
                  </a:lnTo>
                  <a:lnTo>
                    <a:pt x="598" y="134"/>
                  </a:lnTo>
                  <a:lnTo>
                    <a:pt x="598" y="133"/>
                  </a:lnTo>
                  <a:lnTo>
                    <a:pt x="599" y="133"/>
                  </a:lnTo>
                  <a:close/>
                  <a:moveTo>
                    <a:pt x="618" y="118"/>
                  </a:moveTo>
                  <a:lnTo>
                    <a:pt x="618" y="118"/>
                  </a:lnTo>
                  <a:lnTo>
                    <a:pt x="618" y="119"/>
                  </a:lnTo>
                  <a:lnTo>
                    <a:pt x="617" y="119"/>
                  </a:lnTo>
                  <a:lnTo>
                    <a:pt x="615" y="121"/>
                  </a:lnTo>
                  <a:lnTo>
                    <a:pt x="610" y="125"/>
                  </a:lnTo>
                  <a:lnTo>
                    <a:pt x="603" y="132"/>
                  </a:lnTo>
                  <a:lnTo>
                    <a:pt x="603" y="130"/>
                  </a:lnTo>
                  <a:lnTo>
                    <a:pt x="604" y="129"/>
                  </a:lnTo>
                  <a:lnTo>
                    <a:pt x="604" y="127"/>
                  </a:lnTo>
                  <a:lnTo>
                    <a:pt x="605" y="127"/>
                  </a:lnTo>
                  <a:lnTo>
                    <a:pt x="607" y="126"/>
                  </a:lnTo>
                  <a:lnTo>
                    <a:pt x="611" y="122"/>
                  </a:lnTo>
                  <a:lnTo>
                    <a:pt x="617" y="119"/>
                  </a:lnTo>
                  <a:lnTo>
                    <a:pt x="618" y="118"/>
                  </a:lnTo>
                  <a:close/>
                  <a:moveTo>
                    <a:pt x="625" y="62"/>
                  </a:moveTo>
                  <a:lnTo>
                    <a:pt x="626" y="62"/>
                  </a:lnTo>
                  <a:lnTo>
                    <a:pt x="628" y="65"/>
                  </a:lnTo>
                  <a:lnTo>
                    <a:pt x="628" y="66"/>
                  </a:lnTo>
                  <a:lnTo>
                    <a:pt x="629" y="69"/>
                  </a:lnTo>
                  <a:lnTo>
                    <a:pt x="629" y="71"/>
                  </a:lnTo>
                  <a:lnTo>
                    <a:pt x="632" y="75"/>
                  </a:lnTo>
                  <a:lnTo>
                    <a:pt x="633" y="78"/>
                  </a:lnTo>
                  <a:lnTo>
                    <a:pt x="634" y="85"/>
                  </a:lnTo>
                  <a:lnTo>
                    <a:pt x="635" y="100"/>
                  </a:lnTo>
                  <a:lnTo>
                    <a:pt x="635" y="107"/>
                  </a:lnTo>
                  <a:lnTo>
                    <a:pt x="635" y="110"/>
                  </a:lnTo>
                  <a:lnTo>
                    <a:pt x="634" y="111"/>
                  </a:lnTo>
                  <a:lnTo>
                    <a:pt x="633" y="111"/>
                  </a:lnTo>
                  <a:lnTo>
                    <a:pt x="631" y="111"/>
                  </a:lnTo>
                  <a:lnTo>
                    <a:pt x="628" y="113"/>
                  </a:lnTo>
                  <a:lnTo>
                    <a:pt x="627" y="114"/>
                  </a:lnTo>
                  <a:lnTo>
                    <a:pt x="625" y="115"/>
                  </a:lnTo>
                  <a:lnTo>
                    <a:pt x="624" y="116"/>
                  </a:lnTo>
                  <a:lnTo>
                    <a:pt x="622" y="116"/>
                  </a:lnTo>
                  <a:lnTo>
                    <a:pt x="622" y="118"/>
                  </a:lnTo>
                  <a:lnTo>
                    <a:pt x="621" y="118"/>
                  </a:lnTo>
                  <a:lnTo>
                    <a:pt x="621" y="118"/>
                  </a:lnTo>
                  <a:lnTo>
                    <a:pt x="621" y="116"/>
                  </a:lnTo>
                  <a:lnTo>
                    <a:pt x="621" y="116"/>
                  </a:lnTo>
                  <a:lnTo>
                    <a:pt x="621" y="115"/>
                  </a:lnTo>
                  <a:lnTo>
                    <a:pt x="622" y="115"/>
                  </a:lnTo>
                  <a:lnTo>
                    <a:pt x="622" y="115"/>
                  </a:lnTo>
                  <a:lnTo>
                    <a:pt x="622" y="114"/>
                  </a:lnTo>
                  <a:lnTo>
                    <a:pt x="624" y="114"/>
                  </a:lnTo>
                  <a:lnTo>
                    <a:pt x="624" y="114"/>
                  </a:lnTo>
                  <a:lnTo>
                    <a:pt x="624" y="113"/>
                  </a:lnTo>
                  <a:lnTo>
                    <a:pt x="624" y="113"/>
                  </a:lnTo>
                  <a:lnTo>
                    <a:pt x="624" y="113"/>
                  </a:lnTo>
                  <a:lnTo>
                    <a:pt x="624" y="113"/>
                  </a:lnTo>
                  <a:lnTo>
                    <a:pt x="624" y="113"/>
                  </a:lnTo>
                  <a:lnTo>
                    <a:pt x="624" y="113"/>
                  </a:lnTo>
                  <a:lnTo>
                    <a:pt x="625" y="113"/>
                  </a:lnTo>
                  <a:lnTo>
                    <a:pt x="628" y="110"/>
                  </a:lnTo>
                  <a:lnTo>
                    <a:pt x="633" y="107"/>
                  </a:lnTo>
                  <a:lnTo>
                    <a:pt x="634" y="105"/>
                  </a:lnTo>
                  <a:lnTo>
                    <a:pt x="634" y="103"/>
                  </a:lnTo>
                  <a:lnTo>
                    <a:pt x="634" y="101"/>
                  </a:lnTo>
                  <a:lnTo>
                    <a:pt x="634" y="97"/>
                  </a:lnTo>
                  <a:lnTo>
                    <a:pt x="634" y="93"/>
                  </a:lnTo>
                  <a:lnTo>
                    <a:pt x="634" y="90"/>
                  </a:lnTo>
                  <a:lnTo>
                    <a:pt x="633" y="87"/>
                  </a:lnTo>
                  <a:lnTo>
                    <a:pt x="633" y="87"/>
                  </a:lnTo>
                  <a:lnTo>
                    <a:pt x="632" y="85"/>
                  </a:lnTo>
                  <a:lnTo>
                    <a:pt x="632" y="84"/>
                  </a:lnTo>
                  <a:lnTo>
                    <a:pt x="632" y="83"/>
                  </a:lnTo>
                  <a:lnTo>
                    <a:pt x="633" y="82"/>
                  </a:lnTo>
                  <a:lnTo>
                    <a:pt x="633" y="80"/>
                  </a:lnTo>
                  <a:lnTo>
                    <a:pt x="632" y="78"/>
                  </a:lnTo>
                  <a:lnTo>
                    <a:pt x="631" y="75"/>
                  </a:lnTo>
                  <a:lnTo>
                    <a:pt x="627" y="69"/>
                  </a:lnTo>
                  <a:lnTo>
                    <a:pt x="627" y="66"/>
                  </a:lnTo>
                  <a:lnTo>
                    <a:pt x="625" y="64"/>
                  </a:lnTo>
                  <a:lnTo>
                    <a:pt x="625" y="62"/>
                  </a:lnTo>
                  <a:lnTo>
                    <a:pt x="625" y="62"/>
                  </a:lnTo>
                  <a:close/>
                  <a:moveTo>
                    <a:pt x="608" y="50"/>
                  </a:moveTo>
                  <a:lnTo>
                    <a:pt x="608" y="51"/>
                  </a:lnTo>
                  <a:lnTo>
                    <a:pt x="610" y="51"/>
                  </a:lnTo>
                  <a:lnTo>
                    <a:pt x="611" y="51"/>
                  </a:lnTo>
                  <a:lnTo>
                    <a:pt x="611" y="51"/>
                  </a:lnTo>
                  <a:lnTo>
                    <a:pt x="612" y="51"/>
                  </a:lnTo>
                  <a:lnTo>
                    <a:pt x="612" y="53"/>
                  </a:lnTo>
                  <a:lnTo>
                    <a:pt x="613" y="54"/>
                  </a:lnTo>
                  <a:lnTo>
                    <a:pt x="617" y="56"/>
                  </a:lnTo>
                  <a:lnTo>
                    <a:pt x="615" y="58"/>
                  </a:lnTo>
                  <a:lnTo>
                    <a:pt x="617" y="60"/>
                  </a:lnTo>
                  <a:lnTo>
                    <a:pt x="617" y="60"/>
                  </a:lnTo>
                  <a:lnTo>
                    <a:pt x="614" y="60"/>
                  </a:lnTo>
                  <a:lnTo>
                    <a:pt x="613" y="60"/>
                  </a:lnTo>
                  <a:lnTo>
                    <a:pt x="613" y="58"/>
                  </a:lnTo>
                  <a:lnTo>
                    <a:pt x="612" y="57"/>
                  </a:lnTo>
                  <a:lnTo>
                    <a:pt x="611" y="55"/>
                  </a:lnTo>
                  <a:lnTo>
                    <a:pt x="608" y="54"/>
                  </a:lnTo>
                  <a:lnTo>
                    <a:pt x="607" y="53"/>
                  </a:lnTo>
                  <a:lnTo>
                    <a:pt x="607" y="53"/>
                  </a:lnTo>
                  <a:lnTo>
                    <a:pt x="606" y="53"/>
                  </a:lnTo>
                  <a:lnTo>
                    <a:pt x="606" y="51"/>
                  </a:lnTo>
                  <a:lnTo>
                    <a:pt x="607" y="51"/>
                  </a:lnTo>
                  <a:lnTo>
                    <a:pt x="607" y="50"/>
                  </a:lnTo>
                  <a:lnTo>
                    <a:pt x="608" y="50"/>
                  </a:lnTo>
                  <a:close/>
                  <a:moveTo>
                    <a:pt x="574" y="3"/>
                  </a:moveTo>
                  <a:lnTo>
                    <a:pt x="574" y="3"/>
                  </a:lnTo>
                  <a:lnTo>
                    <a:pt x="574" y="4"/>
                  </a:lnTo>
                  <a:lnTo>
                    <a:pt x="574" y="6"/>
                  </a:lnTo>
                  <a:lnTo>
                    <a:pt x="574" y="7"/>
                  </a:lnTo>
                  <a:lnTo>
                    <a:pt x="575" y="8"/>
                  </a:lnTo>
                  <a:lnTo>
                    <a:pt x="576" y="11"/>
                  </a:lnTo>
                  <a:lnTo>
                    <a:pt x="578" y="12"/>
                  </a:lnTo>
                  <a:lnTo>
                    <a:pt x="579" y="12"/>
                  </a:lnTo>
                  <a:lnTo>
                    <a:pt x="578" y="13"/>
                  </a:lnTo>
                  <a:lnTo>
                    <a:pt x="581" y="15"/>
                  </a:lnTo>
                  <a:lnTo>
                    <a:pt x="583" y="17"/>
                  </a:lnTo>
                  <a:lnTo>
                    <a:pt x="584" y="18"/>
                  </a:lnTo>
                  <a:lnTo>
                    <a:pt x="583" y="17"/>
                  </a:lnTo>
                  <a:lnTo>
                    <a:pt x="583" y="17"/>
                  </a:lnTo>
                  <a:lnTo>
                    <a:pt x="582" y="15"/>
                  </a:lnTo>
                  <a:lnTo>
                    <a:pt x="582" y="15"/>
                  </a:lnTo>
                  <a:lnTo>
                    <a:pt x="582" y="15"/>
                  </a:lnTo>
                  <a:lnTo>
                    <a:pt x="583" y="14"/>
                  </a:lnTo>
                  <a:lnTo>
                    <a:pt x="583" y="12"/>
                  </a:lnTo>
                  <a:lnTo>
                    <a:pt x="583" y="12"/>
                  </a:lnTo>
                  <a:lnTo>
                    <a:pt x="584" y="14"/>
                  </a:lnTo>
                  <a:lnTo>
                    <a:pt x="585" y="18"/>
                  </a:lnTo>
                  <a:lnTo>
                    <a:pt x="585" y="19"/>
                  </a:lnTo>
                  <a:lnTo>
                    <a:pt x="589" y="22"/>
                  </a:lnTo>
                  <a:lnTo>
                    <a:pt x="590" y="23"/>
                  </a:lnTo>
                  <a:lnTo>
                    <a:pt x="590" y="25"/>
                  </a:lnTo>
                  <a:lnTo>
                    <a:pt x="596" y="34"/>
                  </a:lnTo>
                  <a:lnTo>
                    <a:pt x="597" y="35"/>
                  </a:lnTo>
                  <a:lnTo>
                    <a:pt x="598" y="36"/>
                  </a:lnTo>
                  <a:lnTo>
                    <a:pt x="599" y="39"/>
                  </a:lnTo>
                  <a:lnTo>
                    <a:pt x="599" y="40"/>
                  </a:lnTo>
                  <a:lnTo>
                    <a:pt x="598" y="41"/>
                  </a:lnTo>
                  <a:lnTo>
                    <a:pt x="597" y="41"/>
                  </a:lnTo>
                  <a:lnTo>
                    <a:pt x="596" y="40"/>
                  </a:lnTo>
                  <a:lnTo>
                    <a:pt x="593" y="37"/>
                  </a:lnTo>
                  <a:lnTo>
                    <a:pt x="592" y="36"/>
                  </a:lnTo>
                  <a:lnTo>
                    <a:pt x="592" y="36"/>
                  </a:lnTo>
                  <a:lnTo>
                    <a:pt x="593" y="35"/>
                  </a:lnTo>
                  <a:lnTo>
                    <a:pt x="593" y="34"/>
                  </a:lnTo>
                  <a:lnTo>
                    <a:pt x="592" y="34"/>
                  </a:lnTo>
                  <a:lnTo>
                    <a:pt x="592" y="33"/>
                  </a:lnTo>
                  <a:lnTo>
                    <a:pt x="591" y="32"/>
                  </a:lnTo>
                  <a:lnTo>
                    <a:pt x="589" y="30"/>
                  </a:lnTo>
                  <a:lnTo>
                    <a:pt x="589" y="30"/>
                  </a:lnTo>
                  <a:lnTo>
                    <a:pt x="588" y="29"/>
                  </a:lnTo>
                  <a:lnTo>
                    <a:pt x="588" y="28"/>
                  </a:lnTo>
                  <a:lnTo>
                    <a:pt x="588" y="28"/>
                  </a:lnTo>
                  <a:lnTo>
                    <a:pt x="586" y="27"/>
                  </a:lnTo>
                  <a:lnTo>
                    <a:pt x="585" y="27"/>
                  </a:lnTo>
                  <a:lnTo>
                    <a:pt x="584" y="26"/>
                  </a:lnTo>
                  <a:lnTo>
                    <a:pt x="585" y="25"/>
                  </a:lnTo>
                  <a:lnTo>
                    <a:pt x="583" y="23"/>
                  </a:lnTo>
                  <a:lnTo>
                    <a:pt x="582" y="22"/>
                  </a:lnTo>
                  <a:lnTo>
                    <a:pt x="581" y="22"/>
                  </a:lnTo>
                  <a:lnTo>
                    <a:pt x="581" y="25"/>
                  </a:lnTo>
                  <a:lnTo>
                    <a:pt x="582" y="25"/>
                  </a:lnTo>
                  <a:lnTo>
                    <a:pt x="583" y="25"/>
                  </a:lnTo>
                  <a:lnTo>
                    <a:pt x="584" y="28"/>
                  </a:lnTo>
                  <a:lnTo>
                    <a:pt x="585" y="29"/>
                  </a:lnTo>
                  <a:lnTo>
                    <a:pt x="585" y="32"/>
                  </a:lnTo>
                  <a:lnTo>
                    <a:pt x="585" y="32"/>
                  </a:lnTo>
                  <a:lnTo>
                    <a:pt x="586" y="34"/>
                  </a:lnTo>
                  <a:lnTo>
                    <a:pt x="588" y="34"/>
                  </a:lnTo>
                  <a:lnTo>
                    <a:pt x="589" y="34"/>
                  </a:lnTo>
                  <a:lnTo>
                    <a:pt x="590" y="35"/>
                  </a:lnTo>
                  <a:lnTo>
                    <a:pt x="584" y="34"/>
                  </a:lnTo>
                  <a:lnTo>
                    <a:pt x="583" y="34"/>
                  </a:lnTo>
                  <a:lnTo>
                    <a:pt x="581" y="34"/>
                  </a:lnTo>
                  <a:lnTo>
                    <a:pt x="579" y="33"/>
                  </a:lnTo>
                  <a:lnTo>
                    <a:pt x="577" y="30"/>
                  </a:lnTo>
                  <a:lnTo>
                    <a:pt x="576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2" y="29"/>
                  </a:lnTo>
                  <a:lnTo>
                    <a:pt x="571" y="28"/>
                  </a:lnTo>
                  <a:lnTo>
                    <a:pt x="570" y="28"/>
                  </a:lnTo>
                  <a:lnTo>
                    <a:pt x="565" y="27"/>
                  </a:lnTo>
                  <a:lnTo>
                    <a:pt x="567" y="27"/>
                  </a:lnTo>
                  <a:lnTo>
                    <a:pt x="567" y="26"/>
                  </a:lnTo>
                  <a:lnTo>
                    <a:pt x="567" y="26"/>
                  </a:lnTo>
                  <a:lnTo>
                    <a:pt x="565" y="26"/>
                  </a:lnTo>
                  <a:lnTo>
                    <a:pt x="565" y="26"/>
                  </a:lnTo>
                  <a:lnTo>
                    <a:pt x="564" y="27"/>
                  </a:lnTo>
                  <a:lnTo>
                    <a:pt x="564" y="28"/>
                  </a:lnTo>
                  <a:lnTo>
                    <a:pt x="564" y="29"/>
                  </a:lnTo>
                  <a:lnTo>
                    <a:pt x="567" y="29"/>
                  </a:lnTo>
                  <a:lnTo>
                    <a:pt x="568" y="29"/>
                  </a:lnTo>
                  <a:lnTo>
                    <a:pt x="570" y="30"/>
                  </a:lnTo>
                  <a:lnTo>
                    <a:pt x="571" y="32"/>
                  </a:lnTo>
                  <a:lnTo>
                    <a:pt x="572" y="33"/>
                  </a:lnTo>
                  <a:lnTo>
                    <a:pt x="574" y="34"/>
                  </a:lnTo>
                  <a:lnTo>
                    <a:pt x="576" y="34"/>
                  </a:lnTo>
                  <a:lnTo>
                    <a:pt x="577" y="36"/>
                  </a:lnTo>
                  <a:lnTo>
                    <a:pt x="578" y="36"/>
                  </a:lnTo>
                  <a:lnTo>
                    <a:pt x="578" y="36"/>
                  </a:lnTo>
                  <a:lnTo>
                    <a:pt x="578" y="37"/>
                  </a:lnTo>
                  <a:lnTo>
                    <a:pt x="577" y="39"/>
                  </a:lnTo>
                  <a:lnTo>
                    <a:pt x="576" y="40"/>
                  </a:lnTo>
                  <a:lnTo>
                    <a:pt x="574" y="40"/>
                  </a:lnTo>
                  <a:lnTo>
                    <a:pt x="574" y="41"/>
                  </a:lnTo>
                  <a:lnTo>
                    <a:pt x="575" y="41"/>
                  </a:lnTo>
                  <a:lnTo>
                    <a:pt x="575" y="41"/>
                  </a:lnTo>
                  <a:lnTo>
                    <a:pt x="572" y="42"/>
                  </a:lnTo>
                  <a:lnTo>
                    <a:pt x="571" y="42"/>
                  </a:lnTo>
                  <a:lnTo>
                    <a:pt x="571" y="42"/>
                  </a:lnTo>
                  <a:lnTo>
                    <a:pt x="568" y="41"/>
                  </a:lnTo>
                  <a:lnTo>
                    <a:pt x="567" y="39"/>
                  </a:lnTo>
                  <a:lnTo>
                    <a:pt x="565" y="39"/>
                  </a:lnTo>
                  <a:lnTo>
                    <a:pt x="565" y="39"/>
                  </a:lnTo>
                  <a:lnTo>
                    <a:pt x="563" y="37"/>
                  </a:lnTo>
                  <a:lnTo>
                    <a:pt x="562" y="36"/>
                  </a:lnTo>
                  <a:lnTo>
                    <a:pt x="561" y="36"/>
                  </a:lnTo>
                  <a:lnTo>
                    <a:pt x="562" y="37"/>
                  </a:lnTo>
                  <a:lnTo>
                    <a:pt x="562" y="39"/>
                  </a:lnTo>
                  <a:lnTo>
                    <a:pt x="563" y="39"/>
                  </a:lnTo>
                  <a:lnTo>
                    <a:pt x="563" y="40"/>
                  </a:lnTo>
                  <a:lnTo>
                    <a:pt x="564" y="40"/>
                  </a:lnTo>
                  <a:lnTo>
                    <a:pt x="565" y="40"/>
                  </a:lnTo>
                  <a:lnTo>
                    <a:pt x="569" y="43"/>
                  </a:lnTo>
                  <a:lnTo>
                    <a:pt x="570" y="44"/>
                  </a:lnTo>
                  <a:lnTo>
                    <a:pt x="570" y="44"/>
                  </a:lnTo>
                  <a:lnTo>
                    <a:pt x="569" y="46"/>
                  </a:lnTo>
                  <a:lnTo>
                    <a:pt x="567" y="46"/>
                  </a:lnTo>
                  <a:lnTo>
                    <a:pt x="559" y="43"/>
                  </a:lnTo>
                  <a:lnTo>
                    <a:pt x="556" y="43"/>
                  </a:lnTo>
                  <a:lnTo>
                    <a:pt x="555" y="41"/>
                  </a:lnTo>
                  <a:lnTo>
                    <a:pt x="554" y="42"/>
                  </a:lnTo>
                  <a:lnTo>
                    <a:pt x="552" y="41"/>
                  </a:lnTo>
                  <a:lnTo>
                    <a:pt x="550" y="40"/>
                  </a:lnTo>
                  <a:lnTo>
                    <a:pt x="549" y="40"/>
                  </a:lnTo>
                  <a:lnTo>
                    <a:pt x="550" y="42"/>
                  </a:lnTo>
                  <a:lnTo>
                    <a:pt x="552" y="42"/>
                  </a:lnTo>
                  <a:lnTo>
                    <a:pt x="552" y="43"/>
                  </a:lnTo>
                  <a:lnTo>
                    <a:pt x="555" y="43"/>
                  </a:lnTo>
                  <a:lnTo>
                    <a:pt x="555" y="44"/>
                  </a:lnTo>
                  <a:lnTo>
                    <a:pt x="556" y="46"/>
                  </a:lnTo>
                  <a:lnTo>
                    <a:pt x="559" y="46"/>
                  </a:lnTo>
                  <a:lnTo>
                    <a:pt x="561" y="47"/>
                  </a:lnTo>
                  <a:lnTo>
                    <a:pt x="562" y="47"/>
                  </a:lnTo>
                  <a:lnTo>
                    <a:pt x="562" y="47"/>
                  </a:lnTo>
                  <a:lnTo>
                    <a:pt x="555" y="50"/>
                  </a:lnTo>
                  <a:lnTo>
                    <a:pt x="554" y="50"/>
                  </a:lnTo>
                  <a:lnTo>
                    <a:pt x="554" y="51"/>
                  </a:lnTo>
                  <a:lnTo>
                    <a:pt x="554" y="51"/>
                  </a:lnTo>
                  <a:lnTo>
                    <a:pt x="555" y="51"/>
                  </a:lnTo>
                  <a:lnTo>
                    <a:pt x="554" y="54"/>
                  </a:lnTo>
                  <a:lnTo>
                    <a:pt x="552" y="55"/>
                  </a:lnTo>
                  <a:lnTo>
                    <a:pt x="550" y="57"/>
                  </a:lnTo>
                  <a:lnTo>
                    <a:pt x="548" y="57"/>
                  </a:lnTo>
                  <a:lnTo>
                    <a:pt x="546" y="58"/>
                  </a:lnTo>
                  <a:lnTo>
                    <a:pt x="545" y="58"/>
                  </a:lnTo>
                  <a:lnTo>
                    <a:pt x="543" y="58"/>
                  </a:lnTo>
                  <a:lnTo>
                    <a:pt x="541" y="55"/>
                  </a:lnTo>
                  <a:lnTo>
                    <a:pt x="540" y="55"/>
                  </a:lnTo>
                  <a:lnTo>
                    <a:pt x="540" y="57"/>
                  </a:lnTo>
                  <a:lnTo>
                    <a:pt x="538" y="57"/>
                  </a:lnTo>
                  <a:lnTo>
                    <a:pt x="536" y="56"/>
                  </a:lnTo>
                  <a:lnTo>
                    <a:pt x="534" y="51"/>
                  </a:lnTo>
                  <a:lnTo>
                    <a:pt x="532" y="48"/>
                  </a:lnTo>
                  <a:lnTo>
                    <a:pt x="531" y="46"/>
                  </a:lnTo>
                  <a:lnTo>
                    <a:pt x="531" y="42"/>
                  </a:lnTo>
                  <a:lnTo>
                    <a:pt x="531" y="41"/>
                  </a:lnTo>
                  <a:lnTo>
                    <a:pt x="532" y="40"/>
                  </a:lnTo>
                  <a:lnTo>
                    <a:pt x="532" y="39"/>
                  </a:lnTo>
                  <a:lnTo>
                    <a:pt x="532" y="36"/>
                  </a:lnTo>
                  <a:lnTo>
                    <a:pt x="531" y="34"/>
                  </a:lnTo>
                  <a:lnTo>
                    <a:pt x="529" y="34"/>
                  </a:lnTo>
                  <a:lnTo>
                    <a:pt x="528" y="34"/>
                  </a:lnTo>
                  <a:lnTo>
                    <a:pt x="528" y="34"/>
                  </a:lnTo>
                  <a:lnTo>
                    <a:pt x="531" y="36"/>
                  </a:lnTo>
                  <a:lnTo>
                    <a:pt x="531" y="36"/>
                  </a:lnTo>
                  <a:lnTo>
                    <a:pt x="531" y="37"/>
                  </a:lnTo>
                  <a:lnTo>
                    <a:pt x="531" y="39"/>
                  </a:lnTo>
                  <a:lnTo>
                    <a:pt x="529" y="40"/>
                  </a:lnTo>
                  <a:lnTo>
                    <a:pt x="528" y="42"/>
                  </a:lnTo>
                  <a:lnTo>
                    <a:pt x="528" y="43"/>
                  </a:lnTo>
                  <a:lnTo>
                    <a:pt x="528" y="46"/>
                  </a:lnTo>
                  <a:lnTo>
                    <a:pt x="529" y="51"/>
                  </a:lnTo>
                  <a:lnTo>
                    <a:pt x="529" y="53"/>
                  </a:lnTo>
                  <a:lnTo>
                    <a:pt x="532" y="54"/>
                  </a:lnTo>
                  <a:lnTo>
                    <a:pt x="533" y="56"/>
                  </a:lnTo>
                  <a:lnTo>
                    <a:pt x="533" y="57"/>
                  </a:lnTo>
                  <a:lnTo>
                    <a:pt x="534" y="57"/>
                  </a:lnTo>
                  <a:lnTo>
                    <a:pt x="534" y="58"/>
                  </a:lnTo>
                  <a:lnTo>
                    <a:pt x="535" y="60"/>
                  </a:lnTo>
                  <a:lnTo>
                    <a:pt x="535" y="60"/>
                  </a:lnTo>
                  <a:lnTo>
                    <a:pt x="535" y="61"/>
                  </a:lnTo>
                  <a:lnTo>
                    <a:pt x="536" y="61"/>
                  </a:lnTo>
                  <a:lnTo>
                    <a:pt x="536" y="62"/>
                  </a:lnTo>
                  <a:lnTo>
                    <a:pt x="535" y="66"/>
                  </a:lnTo>
                  <a:lnTo>
                    <a:pt x="535" y="66"/>
                  </a:lnTo>
                  <a:lnTo>
                    <a:pt x="545" y="64"/>
                  </a:lnTo>
                  <a:lnTo>
                    <a:pt x="547" y="65"/>
                  </a:lnTo>
                  <a:lnTo>
                    <a:pt x="547" y="64"/>
                  </a:lnTo>
                  <a:lnTo>
                    <a:pt x="549" y="62"/>
                  </a:lnTo>
                  <a:lnTo>
                    <a:pt x="553" y="61"/>
                  </a:lnTo>
                  <a:lnTo>
                    <a:pt x="556" y="58"/>
                  </a:lnTo>
                  <a:lnTo>
                    <a:pt x="559" y="60"/>
                  </a:lnTo>
                  <a:lnTo>
                    <a:pt x="560" y="60"/>
                  </a:lnTo>
                  <a:lnTo>
                    <a:pt x="560" y="61"/>
                  </a:lnTo>
                  <a:lnTo>
                    <a:pt x="560" y="62"/>
                  </a:lnTo>
                  <a:lnTo>
                    <a:pt x="560" y="62"/>
                  </a:lnTo>
                  <a:lnTo>
                    <a:pt x="560" y="62"/>
                  </a:lnTo>
                  <a:lnTo>
                    <a:pt x="561" y="62"/>
                  </a:lnTo>
                  <a:lnTo>
                    <a:pt x="561" y="62"/>
                  </a:lnTo>
                  <a:lnTo>
                    <a:pt x="562" y="61"/>
                  </a:lnTo>
                  <a:lnTo>
                    <a:pt x="563" y="61"/>
                  </a:lnTo>
                  <a:lnTo>
                    <a:pt x="567" y="62"/>
                  </a:lnTo>
                  <a:lnTo>
                    <a:pt x="569" y="62"/>
                  </a:lnTo>
                  <a:lnTo>
                    <a:pt x="568" y="61"/>
                  </a:lnTo>
                  <a:lnTo>
                    <a:pt x="565" y="60"/>
                  </a:lnTo>
                  <a:lnTo>
                    <a:pt x="565" y="60"/>
                  </a:lnTo>
                  <a:lnTo>
                    <a:pt x="567" y="57"/>
                  </a:lnTo>
                  <a:lnTo>
                    <a:pt x="572" y="54"/>
                  </a:lnTo>
                  <a:lnTo>
                    <a:pt x="579" y="53"/>
                  </a:lnTo>
                  <a:lnTo>
                    <a:pt x="581" y="53"/>
                  </a:lnTo>
                  <a:lnTo>
                    <a:pt x="583" y="53"/>
                  </a:lnTo>
                  <a:lnTo>
                    <a:pt x="584" y="54"/>
                  </a:lnTo>
                  <a:lnTo>
                    <a:pt x="585" y="55"/>
                  </a:lnTo>
                  <a:lnTo>
                    <a:pt x="583" y="55"/>
                  </a:lnTo>
                  <a:lnTo>
                    <a:pt x="582" y="56"/>
                  </a:lnTo>
                  <a:lnTo>
                    <a:pt x="583" y="58"/>
                  </a:lnTo>
                  <a:lnTo>
                    <a:pt x="585" y="57"/>
                  </a:lnTo>
                  <a:lnTo>
                    <a:pt x="585" y="57"/>
                  </a:lnTo>
                  <a:lnTo>
                    <a:pt x="585" y="60"/>
                  </a:lnTo>
                  <a:lnTo>
                    <a:pt x="585" y="61"/>
                  </a:lnTo>
                  <a:lnTo>
                    <a:pt x="584" y="62"/>
                  </a:lnTo>
                  <a:lnTo>
                    <a:pt x="583" y="63"/>
                  </a:lnTo>
                  <a:lnTo>
                    <a:pt x="583" y="64"/>
                  </a:lnTo>
                  <a:lnTo>
                    <a:pt x="584" y="65"/>
                  </a:lnTo>
                  <a:lnTo>
                    <a:pt x="585" y="68"/>
                  </a:lnTo>
                  <a:lnTo>
                    <a:pt x="586" y="70"/>
                  </a:lnTo>
                  <a:lnTo>
                    <a:pt x="584" y="71"/>
                  </a:lnTo>
                  <a:lnTo>
                    <a:pt x="582" y="70"/>
                  </a:lnTo>
                  <a:lnTo>
                    <a:pt x="581" y="70"/>
                  </a:lnTo>
                  <a:lnTo>
                    <a:pt x="582" y="71"/>
                  </a:lnTo>
                  <a:lnTo>
                    <a:pt x="583" y="71"/>
                  </a:lnTo>
                  <a:lnTo>
                    <a:pt x="584" y="72"/>
                  </a:lnTo>
                  <a:lnTo>
                    <a:pt x="585" y="72"/>
                  </a:lnTo>
                  <a:lnTo>
                    <a:pt x="586" y="72"/>
                  </a:lnTo>
                  <a:lnTo>
                    <a:pt x="585" y="72"/>
                  </a:lnTo>
                  <a:lnTo>
                    <a:pt x="586" y="72"/>
                  </a:lnTo>
                  <a:lnTo>
                    <a:pt x="588" y="73"/>
                  </a:lnTo>
                  <a:lnTo>
                    <a:pt x="588" y="75"/>
                  </a:lnTo>
                  <a:lnTo>
                    <a:pt x="588" y="75"/>
                  </a:lnTo>
                  <a:lnTo>
                    <a:pt x="588" y="76"/>
                  </a:lnTo>
                  <a:lnTo>
                    <a:pt x="588" y="77"/>
                  </a:lnTo>
                  <a:lnTo>
                    <a:pt x="589" y="77"/>
                  </a:lnTo>
                  <a:lnTo>
                    <a:pt x="589" y="77"/>
                  </a:lnTo>
                  <a:lnTo>
                    <a:pt x="589" y="79"/>
                  </a:lnTo>
                  <a:lnTo>
                    <a:pt x="586" y="79"/>
                  </a:lnTo>
                  <a:lnTo>
                    <a:pt x="583" y="79"/>
                  </a:lnTo>
                  <a:lnTo>
                    <a:pt x="582" y="79"/>
                  </a:lnTo>
                  <a:lnTo>
                    <a:pt x="583" y="82"/>
                  </a:lnTo>
                  <a:lnTo>
                    <a:pt x="585" y="82"/>
                  </a:lnTo>
                  <a:lnTo>
                    <a:pt x="588" y="80"/>
                  </a:lnTo>
                  <a:lnTo>
                    <a:pt x="589" y="80"/>
                  </a:lnTo>
                  <a:lnTo>
                    <a:pt x="589" y="80"/>
                  </a:lnTo>
                  <a:lnTo>
                    <a:pt x="589" y="80"/>
                  </a:lnTo>
                  <a:lnTo>
                    <a:pt x="590" y="82"/>
                  </a:lnTo>
                  <a:lnTo>
                    <a:pt x="590" y="82"/>
                  </a:lnTo>
                  <a:lnTo>
                    <a:pt x="591" y="82"/>
                  </a:lnTo>
                  <a:lnTo>
                    <a:pt x="591" y="75"/>
                  </a:lnTo>
                  <a:lnTo>
                    <a:pt x="591" y="71"/>
                  </a:lnTo>
                  <a:lnTo>
                    <a:pt x="589" y="61"/>
                  </a:lnTo>
                  <a:lnTo>
                    <a:pt x="589" y="60"/>
                  </a:lnTo>
                  <a:lnTo>
                    <a:pt x="591" y="57"/>
                  </a:lnTo>
                  <a:lnTo>
                    <a:pt x="592" y="56"/>
                  </a:lnTo>
                  <a:lnTo>
                    <a:pt x="592" y="56"/>
                  </a:lnTo>
                  <a:lnTo>
                    <a:pt x="593" y="57"/>
                  </a:lnTo>
                  <a:lnTo>
                    <a:pt x="596" y="58"/>
                  </a:lnTo>
                  <a:lnTo>
                    <a:pt x="597" y="60"/>
                  </a:lnTo>
                  <a:lnTo>
                    <a:pt x="598" y="60"/>
                  </a:lnTo>
                  <a:lnTo>
                    <a:pt x="598" y="58"/>
                  </a:lnTo>
                  <a:lnTo>
                    <a:pt x="598" y="58"/>
                  </a:lnTo>
                  <a:lnTo>
                    <a:pt x="598" y="57"/>
                  </a:lnTo>
                  <a:lnTo>
                    <a:pt x="597" y="57"/>
                  </a:lnTo>
                  <a:lnTo>
                    <a:pt x="596" y="56"/>
                  </a:lnTo>
                  <a:lnTo>
                    <a:pt x="595" y="56"/>
                  </a:lnTo>
                  <a:lnTo>
                    <a:pt x="593" y="55"/>
                  </a:lnTo>
                  <a:lnTo>
                    <a:pt x="596" y="55"/>
                  </a:lnTo>
                  <a:lnTo>
                    <a:pt x="597" y="55"/>
                  </a:lnTo>
                  <a:lnTo>
                    <a:pt x="598" y="55"/>
                  </a:lnTo>
                  <a:lnTo>
                    <a:pt x="600" y="54"/>
                  </a:lnTo>
                  <a:lnTo>
                    <a:pt x="599" y="54"/>
                  </a:lnTo>
                  <a:lnTo>
                    <a:pt x="598" y="53"/>
                  </a:lnTo>
                  <a:lnTo>
                    <a:pt x="597" y="53"/>
                  </a:lnTo>
                  <a:lnTo>
                    <a:pt x="597" y="54"/>
                  </a:lnTo>
                  <a:lnTo>
                    <a:pt x="597" y="53"/>
                  </a:lnTo>
                  <a:lnTo>
                    <a:pt x="597" y="51"/>
                  </a:lnTo>
                  <a:lnTo>
                    <a:pt x="597" y="51"/>
                  </a:lnTo>
                  <a:lnTo>
                    <a:pt x="597" y="50"/>
                  </a:lnTo>
                  <a:lnTo>
                    <a:pt x="599" y="51"/>
                  </a:lnTo>
                  <a:lnTo>
                    <a:pt x="603" y="54"/>
                  </a:lnTo>
                  <a:lnTo>
                    <a:pt x="607" y="58"/>
                  </a:lnTo>
                  <a:lnTo>
                    <a:pt x="607" y="60"/>
                  </a:lnTo>
                  <a:lnTo>
                    <a:pt x="608" y="61"/>
                  </a:lnTo>
                  <a:lnTo>
                    <a:pt x="610" y="61"/>
                  </a:lnTo>
                  <a:lnTo>
                    <a:pt x="610" y="62"/>
                  </a:lnTo>
                  <a:lnTo>
                    <a:pt x="610" y="64"/>
                  </a:lnTo>
                  <a:lnTo>
                    <a:pt x="608" y="65"/>
                  </a:lnTo>
                  <a:lnTo>
                    <a:pt x="608" y="66"/>
                  </a:lnTo>
                  <a:lnTo>
                    <a:pt x="610" y="68"/>
                  </a:lnTo>
                  <a:lnTo>
                    <a:pt x="611" y="69"/>
                  </a:lnTo>
                  <a:lnTo>
                    <a:pt x="611" y="70"/>
                  </a:lnTo>
                  <a:lnTo>
                    <a:pt x="612" y="72"/>
                  </a:lnTo>
                  <a:lnTo>
                    <a:pt x="612" y="72"/>
                  </a:lnTo>
                  <a:lnTo>
                    <a:pt x="610" y="73"/>
                  </a:lnTo>
                  <a:lnTo>
                    <a:pt x="608" y="73"/>
                  </a:lnTo>
                  <a:lnTo>
                    <a:pt x="608" y="75"/>
                  </a:lnTo>
                  <a:lnTo>
                    <a:pt x="610" y="76"/>
                  </a:lnTo>
                  <a:lnTo>
                    <a:pt x="612" y="78"/>
                  </a:lnTo>
                  <a:lnTo>
                    <a:pt x="612" y="78"/>
                  </a:lnTo>
                  <a:lnTo>
                    <a:pt x="611" y="80"/>
                  </a:lnTo>
                  <a:lnTo>
                    <a:pt x="611" y="82"/>
                  </a:lnTo>
                  <a:lnTo>
                    <a:pt x="611" y="82"/>
                  </a:lnTo>
                  <a:lnTo>
                    <a:pt x="610" y="82"/>
                  </a:lnTo>
                  <a:lnTo>
                    <a:pt x="610" y="83"/>
                  </a:lnTo>
                  <a:lnTo>
                    <a:pt x="610" y="83"/>
                  </a:lnTo>
                  <a:lnTo>
                    <a:pt x="610" y="84"/>
                  </a:lnTo>
                  <a:lnTo>
                    <a:pt x="610" y="84"/>
                  </a:lnTo>
                  <a:lnTo>
                    <a:pt x="608" y="85"/>
                  </a:lnTo>
                  <a:lnTo>
                    <a:pt x="608" y="85"/>
                  </a:lnTo>
                  <a:lnTo>
                    <a:pt x="606" y="86"/>
                  </a:lnTo>
                  <a:lnTo>
                    <a:pt x="606" y="85"/>
                  </a:lnTo>
                  <a:lnTo>
                    <a:pt x="606" y="85"/>
                  </a:lnTo>
                  <a:lnTo>
                    <a:pt x="607" y="84"/>
                  </a:lnTo>
                  <a:lnTo>
                    <a:pt x="607" y="84"/>
                  </a:lnTo>
                  <a:lnTo>
                    <a:pt x="607" y="84"/>
                  </a:lnTo>
                  <a:lnTo>
                    <a:pt x="606" y="84"/>
                  </a:lnTo>
                  <a:lnTo>
                    <a:pt x="606" y="83"/>
                  </a:lnTo>
                  <a:lnTo>
                    <a:pt x="605" y="84"/>
                  </a:lnTo>
                  <a:lnTo>
                    <a:pt x="604" y="84"/>
                  </a:lnTo>
                  <a:lnTo>
                    <a:pt x="603" y="83"/>
                  </a:lnTo>
                  <a:lnTo>
                    <a:pt x="601" y="80"/>
                  </a:lnTo>
                  <a:lnTo>
                    <a:pt x="600" y="82"/>
                  </a:lnTo>
                  <a:lnTo>
                    <a:pt x="601" y="84"/>
                  </a:lnTo>
                  <a:lnTo>
                    <a:pt x="601" y="85"/>
                  </a:lnTo>
                  <a:lnTo>
                    <a:pt x="601" y="86"/>
                  </a:lnTo>
                  <a:lnTo>
                    <a:pt x="598" y="91"/>
                  </a:lnTo>
                  <a:lnTo>
                    <a:pt x="598" y="91"/>
                  </a:lnTo>
                  <a:lnTo>
                    <a:pt x="597" y="92"/>
                  </a:lnTo>
                  <a:lnTo>
                    <a:pt x="597" y="92"/>
                  </a:lnTo>
                  <a:lnTo>
                    <a:pt x="597" y="93"/>
                  </a:lnTo>
                  <a:lnTo>
                    <a:pt x="597" y="93"/>
                  </a:lnTo>
                  <a:lnTo>
                    <a:pt x="598" y="93"/>
                  </a:lnTo>
                  <a:lnTo>
                    <a:pt x="598" y="94"/>
                  </a:lnTo>
                  <a:lnTo>
                    <a:pt x="597" y="94"/>
                  </a:lnTo>
                  <a:lnTo>
                    <a:pt x="597" y="96"/>
                  </a:lnTo>
                  <a:lnTo>
                    <a:pt x="596" y="97"/>
                  </a:lnTo>
                  <a:lnTo>
                    <a:pt x="596" y="98"/>
                  </a:lnTo>
                  <a:lnTo>
                    <a:pt x="596" y="98"/>
                  </a:lnTo>
                  <a:lnTo>
                    <a:pt x="596" y="99"/>
                  </a:lnTo>
                  <a:lnTo>
                    <a:pt x="595" y="100"/>
                  </a:lnTo>
                  <a:lnTo>
                    <a:pt x="596" y="101"/>
                  </a:lnTo>
                  <a:lnTo>
                    <a:pt x="596" y="101"/>
                  </a:lnTo>
                  <a:lnTo>
                    <a:pt x="595" y="103"/>
                  </a:lnTo>
                  <a:lnTo>
                    <a:pt x="593" y="101"/>
                  </a:lnTo>
                  <a:lnTo>
                    <a:pt x="595" y="101"/>
                  </a:lnTo>
                  <a:lnTo>
                    <a:pt x="592" y="100"/>
                  </a:lnTo>
                  <a:lnTo>
                    <a:pt x="592" y="101"/>
                  </a:lnTo>
                  <a:lnTo>
                    <a:pt x="592" y="104"/>
                  </a:lnTo>
                  <a:lnTo>
                    <a:pt x="593" y="105"/>
                  </a:lnTo>
                  <a:lnTo>
                    <a:pt x="593" y="106"/>
                  </a:lnTo>
                  <a:lnTo>
                    <a:pt x="592" y="106"/>
                  </a:lnTo>
                  <a:lnTo>
                    <a:pt x="590" y="107"/>
                  </a:lnTo>
                  <a:lnTo>
                    <a:pt x="589" y="108"/>
                  </a:lnTo>
                  <a:lnTo>
                    <a:pt x="589" y="110"/>
                  </a:lnTo>
                  <a:lnTo>
                    <a:pt x="588" y="111"/>
                  </a:lnTo>
                  <a:lnTo>
                    <a:pt x="583" y="111"/>
                  </a:lnTo>
                  <a:lnTo>
                    <a:pt x="582" y="111"/>
                  </a:lnTo>
                  <a:lnTo>
                    <a:pt x="581" y="110"/>
                  </a:lnTo>
                  <a:lnTo>
                    <a:pt x="579" y="110"/>
                  </a:lnTo>
                  <a:lnTo>
                    <a:pt x="579" y="110"/>
                  </a:lnTo>
                  <a:lnTo>
                    <a:pt x="579" y="111"/>
                  </a:lnTo>
                  <a:lnTo>
                    <a:pt x="579" y="112"/>
                  </a:lnTo>
                  <a:lnTo>
                    <a:pt x="578" y="112"/>
                  </a:lnTo>
                  <a:lnTo>
                    <a:pt x="576" y="111"/>
                  </a:lnTo>
                  <a:lnTo>
                    <a:pt x="575" y="108"/>
                  </a:lnTo>
                  <a:lnTo>
                    <a:pt x="574" y="108"/>
                  </a:lnTo>
                  <a:lnTo>
                    <a:pt x="571" y="107"/>
                  </a:lnTo>
                  <a:lnTo>
                    <a:pt x="571" y="108"/>
                  </a:lnTo>
                  <a:lnTo>
                    <a:pt x="571" y="110"/>
                  </a:lnTo>
                  <a:lnTo>
                    <a:pt x="571" y="111"/>
                  </a:lnTo>
                  <a:lnTo>
                    <a:pt x="572" y="111"/>
                  </a:lnTo>
                  <a:lnTo>
                    <a:pt x="572" y="112"/>
                  </a:lnTo>
                  <a:lnTo>
                    <a:pt x="572" y="113"/>
                  </a:lnTo>
                  <a:lnTo>
                    <a:pt x="571" y="114"/>
                  </a:lnTo>
                  <a:lnTo>
                    <a:pt x="571" y="113"/>
                  </a:lnTo>
                  <a:lnTo>
                    <a:pt x="570" y="113"/>
                  </a:lnTo>
                  <a:lnTo>
                    <a:pt x="569" y="113"/>
                  </a:lnTo>
                  <a:lnTo>
                    <a:pt x="569" y="113"/>
                  </a:lnTo>
                  <a:lnTo>
                    <a:pt x="568" y="113"/>
                  </a:lnTo>
                  <a:lnTo>
                    <a:pt x="568" y="112"/>
                  </a:lnTo>
                  <a:lnTo>
                    <a:pt x="571" y="111"/>
                  </a:lnTo>
                  <a:lnTo>
                    <a:pt x="570" y="111"/>
                  </a:lnTo>
                  <a:lnTo>
                    <a:pt x="570" y="110"/>
                  </a:lnTo>
                  <a:lnTo>
                    <a:pt x="569" y="108"/>
                  </a:lnTo>
                  <a:lnTo>
                    <a:pt x="569" y="106"/>
                  </a:lnTo>
                  <a:lnTo>
                    <a:pt x="568" y="104"/>
                  </a:lnTo>
                  <a:lnTo>
                    <a:pt x="567" y="104"/>
                  </a:lnTo>
                  <a:lnTo>
                    <a:pt x="565" y="105"/>
                  </a:lnTo>
                  <a:lnTo>
                    <a:pt x="567" y="106"/>
                  </a:lnTo>
                  <a:lnTo>
                    <a:pt x="565" y="110"/>
                  </a:lnTo>
                  <a:lnTo>
                    <a:pt x="564" y="110"/>
                  </a:lnTo>
                  <a:lnTo>
                    <a:pt x="564" y="110"/>
                  </a:lnTo>
                  <a:lnTo>
                    <a:pt x="563" y="110"/>
                  </a:lnTo>
                  <a:lnTo>
                    <a:pt x="563" y="111"/>
                  </a:lnTo>
                  <a:lnTo>
                    <a:pt x="563" y="111"/>
                  </a:lnTo>
                  <a:lnTo>
                    <a:pt x="564" y="112"/>
                  </a:lnTo>
                  <a:lnTo>
                    <a:pt x="564" y="112"/>
                  </a:lnTo>
                  <a:lnTo>
                    <a:pt x="564" y="113"/>
                  </a:lnTo>
                  <a:lnTo>
                    <a:pt x="562" y="112"/>
                  </a:lnTo>
                  <a:lnTo>
                    <a:pt x="561" y="111"/>
                  </a:lnTo>
                  <a:lnTo>
                    <a:pt x="560" y="110"/>
                  </a:lnTo>
                  <a:lnTo>
                    <a:pt x="560" y="110"/>
                  </a:lnTo>
                  <a:lnTo>
                    <a:pt x="561" y="110"/>
                  </a:lnTo>
                  <a:lnTo>
                    <a:pt x="561" y="108"/>
                  </a:lnTo>
                  <a:lnTo>
                    <a:pt x="561" y="108"/>
                  </a:lnTo>
                  <a:lnTo>
                    <a:pt x="557" y="107"/>
                  </a:lnTo>
                  <a:lnTo>
                    <a:pt x="556" y="107"/>
                  </a:lnTo>
                  <a:lnTo>
                    <a:pt x="557" y="106"/>
                  </a:lnTo>
                  <a:lnTo>
                    <a:pt x="557" y="105"/>
                  </a:lnTo>
                  <a:lnTo>
                    <a:pt x="555" y="105"/>
                  </a:lnTo>
                  <a:lnTo>
                    <a:pt x="554" y="104"/>
                  </a:lnTo>
                  <a:lnTo>
                    <a:pt x="555" y="103"/>
                  </a:lnTo>
                  <a:lnTo>
                    <a:pt x="556" y="101"/>
                  </a:lnTo>
                  <a:lnTo>
                    <a:pt x="560" y="101"/>
                  </a:lnTo>
                  <a:lnTo>
                    <a:pt x="561" y="100"/>
                  </a:lnTo>
                  <a:lnTo>
                    <a:pt x="562" y="98"/>
                  </a:lnTo>
                  <a:lnTo>
                    <a:pt x="560" y="99"/>
                  </a:lnTo>
                  <a:lnTo>
                    <a:pt x="559" y="99"/>
                  </a:lnTo>
                  <a:lnTo>
                    <a:pt x="555" y="99"/>
                  </a:lnTo>
                  <a:lnTo>
                    <a:pt x="553" y="99"/>
                  </a:lnTo>
                  <a:lnTo>
                    <a:pt x="552" y="100"/>
                  </a:lnTo>
                  <a:lnTo>
                    <a:pt x="549" y="103"/>
                  </a:lnTo>
                  <a:lnTo>
                    <a:pt x="550" y="103"/>
                  </a:lnTo>
                  <a:lnTo>
                    <a:pt x="550" y="103"/>
                  </a:lnTo>
                  <a:lnTo>
                    <a:pt x="552" y="104"/>
                  </a:lnTo>
                  <a:lnTo>
                    <a:pt x="553" y="105"/>
                  </a:lnTo>
                  <a:lnTo>
                    <a:pt x="552" y="106"/>
                  </a:lnTo>
                  <a:lnTo>
                    <a:pt x="552" y="107"/>
                  </a:lnTo>
                  <a:lnTo>
                    <a:pt x="553" y="108"/>
                  </a:lnTo>
                  <a:lnTo>
                    <a:pt x="554" y="108"/>
                  </a:lnTo>
                  <a:lnTo>
                    <a:pt x="554" y="108"/>
                  </a:lnTo>
                  <a:lnTo>
                    <a:pt x="554" y="110"/>
                  </a:lnTo>
                  <a:lnTo>
                    <a:pt x="554" y="110"/>
                  </a:lnTo>
                  <a:lnTo>
                    <a:pt x="554" y="110"/>
                  </a:lnTo>
                  <a:lnTo>
                    <a:pt x="554" y="110"/>
                  </a:lnTo>
                  <a:lnTo>
                    <a:pt x="554" y="111"/>
                  </a:lnTo>
                  <a:lnTo>
                    <a:pt x="554" y="111"/>
                  </a:lnTo>
                  <a:lnTo>
                    <a:pt x="555" y="111"/>
                  </a:lnTo>
                  <a:lnTo>
                    <a:pt x="555" y="111"/>
                  </a:lnTo>
                  <a:lnTo>
                    <a:pt x="556" y="112"/>
                  </a:lnTo>
                  <a:lnTo>
                    <a:pt x="555" y="113"/>
                  </a:lnTo>
                  <a:lnTo>
                    <a:pt x="553" y="113"/>
                  </a:lnTo>
                  <a:lnTo>
                    <a:pt x="550" y="112"/>
                  </a:lnTo>
                  <a:lnTo>
                    <a:pt x="550" y="110"/>
                  </a:lnTo>
                  <a:lnTo>
                    <a:pt x="549" y="111"/>
                  </a:lnTo>
                  <a:lnTo>
                    <a:pt x="549" y="111"/>
                  </a:lnTo>
                  <a:lnTo>
                    <a:pt x="549" y="111"/>
                  </a:lnTo>
                  <a:lnTo>
                    <a:pt x="548" y="112"/>
                  </a:lnTo>
                  <a:lnTo>
                    <a:pt x="547" y="112"/>
                  </a:lnTo>
                  <a:lnTo>
                    <a:pt x="542" y="113"/>
                  </a:lnTo>
                  <a:lnTo>
                    <a:pt x="541" y="113"/>
                  </a:lnTo>
                  <a:lnTo>
                    <a:pt x="539" y="112"/>
                  </a:lnTo>
                  <a:lnTo>
                    <a:pt x="538" y="111"/>
                  </a:lnTo>
                  <a:lnTo>
                    <a:pt x="534" y="112"/>
                  </a:lnTo>
                  <a:lnTo>
                    <a:pt x="532" y="112"/>
                  </a:lnTo>
                  <a:lnTo>
                    <a:pt x="528" y="111"/>
                  </a:lnTo>
                  <a:lnTo>
                    <a:pt x="525" y="110"/>
                  </a:lnTo>
                  <a:lnTo>
                    <a:pt x="522" y="110"/>
                  </a:lnTo>
                  <a:lnTo>
                    <a:pt x="519" y="107"/>
                  </a:lnTo>
                  <a:lnTo>
                    <a:pt x="521" y="110"/>
                  </a:lnTo>
                  <a:lnTo>
                    <a:pt x="522" y="111"/>
                  </a:lnTo>
                  <a:lnTo>
                    <a:pt x="522" y="111"/>
                  </a:lnTo>
                  <a:lnTo>
                    <a:pt x="525" y="112"/>
                  </a:lnTo>
                  <a:lnTo>
                    <a:pt x="526" y="112"/>
                  </a:lnTo>
                  <a:lnTo>
                    <a:pt x="527" y="115"/>
                  </a:lnTo>
                  <a:lnTo>
                    <a:pt x="528" y="113"/>
                  </a:lnTo>
                  <a:lnTo>
                    <a:pt x="532" y="113"/>
                  </a:lnTo>
                  <a:lnTo>
                    <a:pt x="535" y="114"/>
                  </a:lnTo>
                  <a:lnTo>
                    <a:pt x="538" y="115"/>
                  </a:lnTo>
                  <a:lnTo>
                    <a:pt x="539" y="116"/>
                  </a:lnTo>
                  <a:lnTo>
                    <a:pt x="543" y="116"/>
                  </a:lnTo>
                  <a:lnTo>
                    <a:pt x="548" y="118"/>
                  </a:lnTo>
                  <a:lnTo>
                    <a:pt x="555" y="118"/>
                  </a:lnTo>
                  <a:lnTo>
                    <a:pt x="562" y="119"/>
                  </a:lnTo>
                  <a:lnTo>
                    <a:pt x="563" y="119"/>
                  </a:lnTo>
                  <a:lnTo>
                    <a:pt x="564" y="120"/>
                  </a:lnTo>
                  <a:lnTo>
                    <a:pt x="564" y="120"/>
                  </a:lnTo>
                  <a:lnTo>
                    <a:pt x="565" y="121"/>
                  </a:lnTo>
                  <a:lnTo>
                    <a:pt x="567" y="122"/>
                  </a:lnTo>
                  <a:lnTo>
                    <a:pt x="565" y="123"/>
                  </a:lnTo>
                  <a:lnTo>
                    <a:pt x="565" y="125"/>
                  </a:lnTo>
                  <a:lnTo>
                    <a:pt x="565" y="126"/>
                  </a:lnTo>
                  <a:lnTo>
                    <a:pt x="564" y="126"/>
                  </a:lnTo>
                  <a:lnTo>
                    <a:pt x="560" y="126"/>
                  </a:lnTo>
                  <a:lnTo>
                    <a:pt x="560" y="127"/>
                  </a:lnTo>
                  <a:lnTo>
                    <a:pt x="562" y="127"/>
                  </a:lnTo>
                  <a:lnTo>
                    <a:pt x="563" y="127"/>
                  </a:lnTo>
                  <a:lnTo>
                    <a:pt x="563" y="128"/>
                  </a:lnTo>
                  <a:lnTo>
                    <a:pt x="563" y="129"/>
                  </a:lnTo>
                  <a:lnTo>
                    <a:pt x="562" y="129"/>
                  </a:lnTo>
                  <a:lnTo>
                    <a:pt x="560" y="128"/>
                  </a:lnTo>
                  <a:lnTo>
                    <a:pt x="559" y="129"/>
                  </a:lnTo>
                  <a:lnTo>
                    <a:pt x="559" y="130"/>
                  </a:lnTo>
                  <a:lnTo>
                    <a:pt x="557" y="130"/>
                  </a:lnTo>
                  <a:lnTo>
                    <a:pt x="557" y="132"/>
                  </a:lnTo>
                  <a:lnTo>
                    <a:pt x="556" y="132"/>
                  </a:lnTo>
                  <a:lnTo>
                    <a:pt x="555" y="132"/>
                  </a:lnTo>
                  <a:lnTo>
                    <a:pt x="554" y="133"/>
                  </a:lnTo>
                  <a:lnTo>
                    <a:pt x="554" y="134"/>
                  </a:lnTo>
                  <a:lnTo>
                    <a:pt x="554" y="134"/>
                  </a:lnTo>
                  <a:lnTo>
                    <a:pt x="557" y="134"/>
                  </a:lnTo>
                  <a:lnTo>
                    <a:pt x="559" y="134"/>
                  </a:lnTo>
                  <a:lnTo>
                    <a:pt x="560" y="134"/>
                  </a:lnTo>
                  <a:lnTo>
                    <a:pt x="560" y="134"/>
                  </a:lnTo>
                  <a:lnTo>
                    <a:pt x="561" y="134"/>
                  </a:lnTo>
                  <a:lnTo>
                    <a:pt x="561" y="133"/>
                  </a:lnTo>
                  <a:lnTo>
                    <a:pt x="561" y="133"/>
                  </a:lnTo>
                  <a:lnTo>
                    <a:pt x="560" y="133"/>
                  </a:lnTo>
                  <a:lnTo>
                    <a:pt x="560" y="133"/>
                  </a:lnTo>
                  <a:lnTo>
                    <a:pt x="561" y="132"/>
                  </a:lnTo>
                  <a:lnTo>
                    <a:pt x="562" y="134"/>
                  </a:lnTo>
                  <a:lnTo>
                    <a:pt x="562" y="136"/>
                  </a:lnTo>
                  <a:lnTo>
                    <a:pt x="561" y="139"/>
                  </a:lnTo>
                  <a:lnTo>
                    <a:pt x="560" y="140"/>
                  </a:lnTo>
                  <a:lnTo>
                    <a:pt x="560" y="141"/>
                  </a:lnTo>
                  <a:lnTo>
                    <a:pt x="557" y="143"/>
                  </a:lnTo>
                  <a:lnTo>
                    <a:pt x="555" y="146"/>
                  </a:lnTo>
                  <a:lnTo>
                    <a:pt x="554" y="147"/>
                  </a:lnTo>
                  <a:lnTo>
                    <a:pt x="553" y="149"/>
                  </a:lnTo>
                  <a:lnTo>
                    <a:pt x="550" y="151"/>
                  </a:lnTo>
                  <a:lnTo>
                    <a:pt x="547" y="151"/>
                  </a:lnTo>
                  <a:lnTo>
                    <a:pt x="545" y="153"/>
                  </a:lnTo>
                  <a:lnTo>
                    <a:pt x="542" y="151"/>
                  </a:lnTo>
                  <a:lnTo>
                    <a:pt x="540" y="150"/>
                  </a:lnTo>
                  <a:lnTo>
                    <a:pt x="535" y="147"/>
                  </a:lnTo>
                  <a:lnTo>
                    <a:pt x="534" y="147"/>
                  </a:lnTo>
                  <a:lnTo>
                    <a:pt x="532" y="146"/>
                  </a:lnTo>
                  <a:lnTo>
                    <a:pt x="527" y="142"/>
                  </a:lnTo>
                  <a:lnTo>
                    <a:pt x="525" y="141"/>
                  </a:lnTo>
                  <a:lnTo>
                    <a:pt x="528" y="146"/>
                  </a:lnTo>
                  <a:lnTo>
                    <a:pt x="529" y="147"/>
                  </a:lnTo>
                  <a:lnTo>
                    <a:pt x="531" y="147"/>
                  </a:lnTo>
                  <a:lnTo>
                    <a:pt x="532" y="148"/>
                  </a:lnTo>
                  <a:lnTo>
                    <a:pt x="534" y="151"/>
                  </a:lnTo>
                  <a:lnTo>
                    <a:pt x="538" y="155"/>
                  </a:lnTo>
                  <a:lnTo>
                    <a:pt x="541" y="155"/>
                  </a:lnTo>
                  <a:lnTo>
                    <a:pt x="545" y="155"/>
                  </a:lnTo>
                  <a:lnTo>
                    <a:pt x="548" y="156"/>
                  </a:lnTo>
                  <a:lnTo>
                    <a:pt x="552" y="157"/>
                  </a:lnTo>
                  <a:lnTo>
                    <a:pt x="552" y="157"/>
                  </a:lnTo>
                  <a:lnTo>
                    <a:pt x="552" y="158"/>
                  </a:lnTo>
                  <a:lnTo>
                    <a:pt x="553" y="158"/>
                  </a:lnTo>
                  <a:lnTo>
                    <a:pt x="553" y="157"/>
                  </a:lnTo>
                  <a:lnTo>
                    <a:pt x="554" y="157"/>
                  </a:lnTo>
                  <a:lnTo>
                    <a:pt x="555" y="156"/>
                  </a:lnTo>
                  <a:lnTo>
                    <a:pt x="556" y="154"/>
                  </a:lnTo>
                  <a:lnTo>
                    <a:pt x="557" y="153"/>
                  </a:lnTo>
                  <a:lnTo>
                    <a:pt x="559" y="151"/>
                  </a:lnTo>
                  <a:lnTo>
                    <a:pt x="560" y="150"/>
                  </a:lnTo>
                  <a:lnTo>
                    <a:pt x="560" y="149"/>
                  </a:lnTo>
                  <a:lnTo>
                    <a:pt x="561" y="149"/>
                  </a:lnTo>
                  <a:lnTo>
                    <a:pt x="562" y="149"/>
                  </a:lnTo>
                  <a:lnTo>
                    <a:pt x="562" y="150"/>
                  </a:lnTo>
                  <a:lnTo>
                    <a:pt x="563" y="151"/>
                  </a:lnTo>
                  <a:lnTo>
                    <a:pt x="563" y="151"/>
                  </a:lnTo>
                  <a:lnTo>
                    <a:pt x="564" y="151"/>
                  </a:lnTo>
                  <a:lnTo>
                    <a:pt x="567" y="153"/>
                  </a:lnTo>
                  <a:lnTo>
                    <a:pt x="568" y="153"/>
                  </a:lnTo>
                  <a:lnTo>
                    <a:pt x="567" y="151"/>
                  </a:lnTo>
                  <a:lnTo>
                    <a:pt x="564" y="149"/>
                  </a:lnTo>
                  <a:lnTo>
                    <a:pt x="564" y="148"/>
                  </a:lnTo>
                  <a:lnTo>
                    <a:pt x="565" y="147"/>
                  </a:lnTo>
                  <a:lnTo>
                    <a:pt x="567" y="147"/>
                  </a:lnTo>
                  <a:lnTo>
                    <a:pt x="568" y="147"/>
                  </a:lnTo>
                  <a:lnTo>
                    <a:pt x="569" y="147"/>
                  </a:lnTo>
                  <a:lnTo>
                    <a:pt x="570" y="148"/>
                  </a:lnTo>
                  <a:lnTo>
                    <a:pt x="570" y="147"/>
                  </a:lnTo>
                  <a:lnTo>
                    <a:pt x="570" y="146"/>
                  </a:lnTo>
                  <a:lnTo>
                    <a:pt x="570" y="144"/>
                  </a:lnTo>
                  <a:lnTo>
                    <a:pt x="570" y="143"/>
                  </a:lnTo>
                  <a:lnTo>
                    <a:pt x="570" y="142"/>
                  </a:lnTo>
                  <a:lnTo>
                    <a:pt x="570" y="140"/>
                  </a:lnTo>
                  <a:lnTo>
                    <a:pt x="571" y="139"/>
                  </a:lnTo>
                  <a:lnTo>
                    <a:pt x="571" y="139"/>
                  </a:lnTo>
                  <a:lnTo>
                    <a:pt x="571" y="140"/>
                  </a:lnTo>
                  <a:lnTo>
                    <a:pt x="572" y="140"/>
                  </a:lnTo>
                  <a:lnTo>
                    <a:pt x="572" y="141"/>
                  </a:lnTo>
                  <a:lnTo>
                    <a:pt x="574" y="141"/>
                  </a:lnTo>
                  <a:lnTo>
                    <a:pt x="572" y="143"/>
                  </a:lnTo>
                  <a:lnTo>
                    <a:pt x="574" y="143"/>
                  </a:lnTo>
                  <a:lnTo>
                    <a:pt x="575" y="146"/>
                  </a:lnTo>
                  <a:lnTo>
                    <a:pt x="575" y="146"/>
                  </a:lnTo>
                  <a:lnTo>
                    <a:pt x="575" y="147"/>
                  </a:lnTo>
                  <a:lnTo>
                    <a:pt x="574" y="148"/>
                  </a:lnTo>
                  <a:lnTo>
                    <a:pt x="572" y="148"/>
                  </a:lnTo>
                  <a:lnTo>
                    <a:pt x="572" y="148"/>
                  </a:lnTo>
                  <a:lnTo>
                    <a:pt x="572" y="149"/>
                  </a:lnTo>
                  <a:lnTo>
                    <a:pt x="572" y="150"/>
                  </a:lnTo>
                  <a:lnTo>
                    <a:pt x="572" y="150"/>
                  </a:lnTo>
                  <a:lnTo>
                    <a:pt x="574" y="150"/>
                  </a:lnTo>
                  <a:lnTo>
                    <a:pt x="574" y="151"/>
                  </a:lnTo>
                  <a:lnTo>
                    <a:pt x="575" y="150"/>
                  </a:lnTo>
                  <a:lnTo>
                    <a:pt x="577" y="149"/>
                  </a:lnTo>
                  <a:lnTo>
                    <a:pt x="578" y="149"/>
                  </a:lnTo>
                  <a:lnTo>
                    <a:pt x="578" y="147"/>
                  </a:lnTo>
                  <a:lnTo>
                    <a:pt x="581" y="147"/>
                  </a:lnTo>
                  <a:lnTo>
                    <a:pt x="582" y="146"/>
                  </a:lnTo>
                  <a:lnTo>
                    <a:pt x="582" y="146"/>
                  </a:lnTo>
                  <a:lnTo>
                    <a:pt x="582" y="144"/>
                  </a:lnTo>
                  <a:lnTo>
                    <a:pt x="581" y="142"/>
                  </a:lnTo>
                  <a:lnTo>
                    <a:pt x="579" y="141"/>
                  </a:lnTo>
                  <a:lnTo>
                    <a:pt x="582" y="142"/>
                  </a:lnTo>
                  <a:lnTo>
                    <a:pt x="583" y="143"/>
                  </a:lnTo>
                  <a:lnTo>
                    <a:pt x="584" y="144"/>
                  </a:lnTo>
                  <a:lnTo>
                    <a:pt x="586" y="144"/>
                  </a:lnTo>
                  <a:lnTo>
                    <a:pt x="586" y="146"/>
                  </a:lnTo>
                  <a:lnTo>
                    <a:pt x="586" y="147"/>
                  </a:lnTo>
                  <a:lnTo>
                    <a:pt x="585" y="148"/>
                  </a:lnTo>
                  <a:lnTo>
                    <a:pt x="584" y="148"/>
                  </a:lnTo>
                  <a:lnTo>
                    <a:pt x="583" y="149"/>
                  </a:lnTo>
                  <a:lnTo>
                    <a:pt x="583" y="149"/>
                  </a:lnTo>
                  <a:lnTo>
                    <a:pt x="582" y="149"/>
                  </a:lnTo>
                  <a:lnTo>
                    <a:pt x="582" y="150"/>
                  </a:lnTo>
                  <a:lnTo>
                    <a:pt x="582" y="151"/>
                  </a:lnTo>
                  <a:lnTo>
                    <a:pt x="583" y="151"/>
                  </a:lnTo>
                  <a:lnTo>
                    <a:pt x="583" y="153"/>
                  </a:lnTo>
                  <a:lnTo>
                    <a:pt x="583" y="154"/>
                  </a:lnTo>
                  <a:lnTo>
                    <a:pt x="582" y="155"/>
                  </a:lnTo>
                  <a:lnTo>
                    <a:pt x="579" y="156"/>
                  </a:lnTo>
                  <a:lnTo>
                    <a:pt x="579" y="156"/>
                  </a:lnTo>
                  <a:lnTo>
                    <a:pt x="578" y="155"/>
                  </a:lnTo>
                  <a:lnTo>
                    <a:pt x="578" y="155"/>
                  </a:lnTo>
                  <a:lnTo>
                    <a:pt x="578" y="155"/>
                  </a:lnTo>
                  <a:lnTo>
                    <a:pt x="578" y="156"/>
                  </a:lnTo>
                  <a:lnTo>
                    <a:pt x="578" y="157"/>
                  </a:lnTo>
                  <a:lnTo>
                    <a:pt x="578" y="158"/>
                  </a:lnTo>
                  <a:lnTo>
                    <a:pt x="578" y="159"/>
                  </a:lnTo>
                  <a:lnTo>
                    <a:pt x="577" y="159"/>
                  </a:lnTo>
                  <a:lnTo>
                    <a:pt x="577" y="161"/>
                  </a:lnTo>
                  <a:lnTo>
                    <a:pt x="575" y="164"/>
                  </a:lnTo>
                  <a:lnTo>
                    <a:pt x="575" y="165"/>
                  </a:lnTo>
                  <a:lnTo>
                    <a:pt x="574" y="165"/>
                  </a:lnTo>
                  <a:lnTo>
                    <a:pt x="574" y="165"/>
                  </a:lnTo>
                  <a:lnTo>
                    <a:pt x="574" y="166"/>
                  </a:lnTo>
                  <a:lnTo>
                    <a:pt x="574" y="168"/>
                  </a:lnTo>
                  <a:lnTo>
                    <a:pt x="574" y="168"/>
                  </a:lnTo>
                  <a:lnTo>
                    <a:pt x="574" y="168"/>
                  </a:lnTo>
                  <a:lnTo>
                    <a:pt x="574" y="169"/>
                  </a:lnTo>
                  <a:lnTo>
                    <a:pt x="574" y="170"/>
                  </a:lnTo>
                  <a:lnTo>
                    <a:pt x="572" y="170"/>
                  </a:lnTo>
                  <a:lnTo>
                    <a:pt x="571" y="170"/>
                  </a:lnTo>
                  <a:lnTo>
                    <a:pt x="569" y="170"/>
                  </a:lnTo>
                  <a:lnTo>
                    <a:pt x="568" y="169"/>
                  </a:lnTo>
                  <a:lnTo>
                    <a:pt x="568" y="168"/>
                  </a:lnTo>
                  <a:lnTo>
                    <a:pt x="568" y="166"/>
                  </a:lnTo>
                  <a:lnTo>
                    <a:pt x="567" y="165"/>
                  </a:lnTo>
                  <a:lnTo>
                    <a:pt x="565" y="164"/>
                  </a:lnTo>
                  <a:lnTo>
                    <a:pt x="564" y="164"/>
                  </a:lnTo>
                  <a:lnTo>
                    <a:pt x="565" y="171"/>
                  </a:lnTo>
                  <a:lnTo>
                    <a:pt x="565" y="173"/>
                  </a:lnTo>
                  <a:lnTo>
                    <a:pt x="563" y="173"/>
                  </a:lnTo>
                  <a:lnTo>
                    <a:pt x="562" y="171"/>
                  </a:lnTo>
                  <a:lnTo>
                    <a:pt x="562" y="169"/>
                  </a:lnTo>
                  <a:lnTo>
                    <a:pt x="561" y="168"/>
                  </a:lnTo>
                  <a:lnTo>
                    <a:pt x="560" y="166"/>
                  </a:lnTo>
                  <a:lnTo>
                    <a:pt x="557" y="168"/>
                  </a:lnTo>
                  <a:lnTo>
                    <a:pt x="556" y="169"/>
                  </a:lnTo>
                  <a:lnTo>
                    <a:pt x="555" y="170"/>
                  </a:lnTo>
                  <a:lnTo>
                    <a:pt x="554" y="172"/>
                  </a:lnTo>
                  <a:lnTo>
                    <a:pt x="555" y="171"/>
                  </a:lnTo>
                  <a:lnTo>
                    <a:pt x="556" y="171"/>
                  </a:lnTo>
                  <a:lnTo>
                    <a:pt x="556" y="171"/>
                  </a:lnTo>
                  <a:lnTo>
                    <a:pt x="557" y="170"/>
                  </a:lnTo>
                  <a:lnTo>
                    <a:pt x="560" y="172"/>
                  </a:lnTo>
                  <a:lnTo>
                    <a:pt x="560" y="173"/>
                  </a:lnTo>
                  <a:lnTo>
                    <a:pt x="546" y="175"/>
                  </a:lnTo>
                  <a:lnTo>
                    <a:pt x="543" y="177"/>
                  </a:lnTo>
                  <a:lnTo>
                    <a:pt x="534" y="183"/>
                  </a:lnTo>
                  <a:lnTo>
                    <a:pt x="533" y="183"/>
                  </a:lnTo>
                  <a:lnTo>
                    <a:pt x="532" y="184"/>
                  </a:lnTo>
                  <a:lnTo>
                    <a:pt x="532" y="183"/>
                  </a:lnTo>
                  <a:lnTo>
                    <a:pt x="532" y="183"/>
                  </a:lnTo>
                  <a:lnTo>
                    <a:pt x="532" y="180"/>
                  </a:lnTo>
                  <a:lnTo>
                    <a:pt x="531" y="179"/>
                  </a:lnTo>
                  <a:lnTo>
                    <a:pt x="529" y="177"/>
                  </a:lnTo>
                  <a:lnTo>
                    <a:pt x="529" y="177"/>
                  </a:lnTo>
                  <a:lnTo>
                    <a:pt x="528" y="177"/>
                  </a:lnTo>
                  <a:lnTo>
                    <a:pt x="528" y="178"/>
                  </a:lnTo>
                  <a:lnTo>
                    <a:pt x="529" y="179"/>
                  </a:lnTo>
                  <a:lnTo>
                    <a:pt x="529" y="179"/>
                  </a:lnTo>
                  <a:lnTo>
                    <a:pt x="529" y="182"/>
                  </a:lnTo>
                  <a:lnTo>
                    <a:pt x="529" y="183"/>
                  </a:lnTo>
                  <a:lnTo>
                    <a:pt x="529" y="184"/>
                  </a:lnTo>
                  <a:lnTo>
                    <a:pt x="528" y="184"/>
                  </a:lnTo>
                  <a:lnTo>
                    <a:pt x="528" y="184"/>
                  </a:lnTo>
                  <a:lnTo>
                    <a:pt x="527" y="184"/>
                  </a:lnTo>
                  <a:lnTo>
                    <a:pt x="527" y="183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27" y="185"/>
                  </a:lnTo>
                  <a:lnTo>
                    <a:pt x="527" y="186"/>
                  </a:lnTo>
                  <a:lnTo>
                    <a:pt x="525" y="187"/>
                  </a:lnTo>
                  <a:lnTo>
                    <a:pt x="522" y="193"/>
                  </a:lnTo>
                  <a:lnTo>
                    <a:pt x="520" y="194"/>
                  </a:lnTo>
                  <a:lnTo>
                    <a:pt x="520" y="196"/>
                  </a:lnTo>
                  <a:lnTo>
                    <a:pt x="518" y="197"/>
                  </a:lnTo>
                  <a:lnTo>
                    <a:pt x="517" y="198"/>
                  </a:lnTo>
                  <a:lnTo>
                    <a:pt x="516" y="197"/>
                  </a:lnTo>
                  <a:lnTo>
                    <a:pt x="514" y="197"/>
                  </a:lnTo>
                  <a:lnTo>
                    <a:pt x="514" y="196"/>
                  </a:lnTo>
                  <a:lnTo>
                    <a:pt x="512" y="196"/>
                  </a:lnTo>
                  <a:lnTo>
                    <a:pt x="512" y="194"/>
                  </a:lnTo>
                  <a:lnTo>
                    <a:pt x="516" y="191"/>
                  </a:lnTo>
                  <a:lnTo>
                    <a:pt x="516" y="190"/>
                  </a:lnTo>
                  <a:lnTo>
                    <a:pt x="514" y="189"/>
                  </a:lnTo>
                  <a:lnTo>
                    <a:pt x="511" y="186"/>
                  </a:lnTo>
                  <a:lnTo>
                    <a:pt x="510" y="185"/>
                  </a:lnTo>
                  <a:lnTo>
                    <a:pt x="510" y="185"/>
                  </a:lnTo>
                  <a:lnTo>
                    <a:pt x="511" y="184"/>
                  </a:lnTo>
                  <a:lnTo>
                    <a:pt x="511" y="184"/>
                  </a:lnTo>
                  <a:lnTo>
                    <a:pt x="511" y="183"/>
                  </a:lnTo>
                  <a:lnTo>
                    <a:pt x="510" y="183"/>
                  </a:lnTo>
                  <a:lnTo>
                    <a:pt x="509" y="183"/>
                  </a:lnTo>
                  <a:lnTo>
                    <a:pt x="509" y="183"/>
                  </a:lnTo>
                  <a:lnTo>
                    <a:pt x="507" y="183"/>
                  </a:lnTo>
                  <a:lnTo>
                    <a:pt x="506" y="182"/>
                  </a:lnTo>
                  <a:lnTo>
                    <a:pt x="507" y="186"/>
                  </a:lnTo>
                  <a:lnTo>
                    <a:pt x="509" y="187"/>
                  </a:lnTo>
                  <a:lnTo>
                    <a:pt x="510" y="187"/>
                  </a:lnTo>
                  <a:lnTo>
                    <a:pt x="510" y="187"/>
                  </a:lnTo>
                  <a:lnTo>
                    <a:pt x="511" y="189"/>
                  </a:lnTo>
                  <a:lnTo>
                    <a:pt x="512" y="190"/>
                  </a:lnTo>
                  <a:lnTo>
                    <a:pt x="512" y="192"/>
                  </a:lnTo>
                  <a:lnTo>
                    <a:pt x="511" y="193"/>
                  </a:lnTo>
                  <a:lnTo>
                    <a:pt x="510" y="193"/>
                  </a:lnTo>
                  <a:lnTo>
                    <a:pt x="510" y="193"/>
                  </a:lnTo>
                  <a:lnTo>
                    <a:pt x="510" y="193"/>
                  </a:lnTo>
                  <a:lnTo>
                    <a:pt x="509" y="193"/>
                  </a:lnTo>
                  <a:lnTo>
                    <a:pt x="507" y="194"/>
                  </a:lnTo>
                  <a:lnTo>
                    <a:pt x="507" y="194"/>
                  </a:lnTo>
                  <a:lnTo>
                    <a:pt x="509" y="196"/>
                  </a:lnTo>
                  <a:lnTo>
                    <a:pt x="509" y="197"/>
                  </a:lnTo>
                  <a:lnTo>
                    <a:pt x="510" y="197"/>
                  </a:lnTo>
                  <a:lnTo>
                    <a:pt x="511" y="198"/>
                  </a:lnTo>
                  <a:lnTo>
                    <a:pt x="512" y="198"/>
                  </a:lnTo>
                  <a:lnTo>
                    <a:pt x="513" y="198"/>
                  </a:lnTo>
                  <a:lnTo>
                    <a:pt x="514" y="199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1"/>
                  </a:lnTo>
                  <a:lnTo>
                    <a:pt x="514" y="201"/>
                  </a:lnTo>
                  <a:lnTo>
                    <a:pt x="514" y="201"/>
                  </a:lnTo>
                  <a:lnTo>
                    <a:pt x="513" y="203"/>
                  </a:lnTo>
                  <a:lnTo>
                    <a:pt x="510" y="204"/>
                  </a:lnTo>
                  <a:lnTo>
                    <a:pt x="504" y="208"/>
                  </a:lnTo>
                  <a:lnTo>
                    <a:pt x="496" y="219"/>
                  </a:lnTo>
                  <a:lnTo>
                    <a:pt x="492" y="225"/>
                  </a:lnTo>
                  <a:lnTo>
                    <a:pt x="490" y="232"/>
                  </a:lnTo>
                  <a:lnTo>
                    <a:pt x="488" y="234"/>
                  </a:lnTo>
                  <a:lnTo>
                    <a:pt x="488" y="236"/>
                  </a:lnTo>
                  <a:lnTo>
                    <a:pt x="486" y="239"/>
                  </a:lnTo>
                  <a:lnTo>
                    <a:pt x="485" y="242"/>
                  </a:lnTo>
                  <a:lnTo>
                    <a:pt x="485" y="244"/>
                  </a:lnTo>
                  <a:lnTo>
                    <a:pt x="486" y="254"/>
                  </a:lnTo>
                  <a:lnTo>
                    <a:pt x="485" y="259"/>
                  </a:lnTo>
                  <a:lnTo>
                    <a:pt x="484" y="262"/>
                  </a:lnTo>
                  <a:lnTo>
                    <a:pt x="484" y="261"/>
                  </a:lnTo>
                  <a:lnTo>
                    <a:pt x="484" y="259"/>
                  </a:lnTo>
                  <a:lnTo>
                    <a:pt x="484" y="258"/>
                  </a:lnTo>
                  <a:lnTo>
                    <a:pt x="484" y="258"/>
                  </a:lnTo>
                  <a:lnTo>
                    <a:pt x="484" y="256"/>
                  </a:lnTo>
                  <a:lnTo>
                    <a:pt x="482" y="249"/>
                  </a:lnTo>
                  <a:lnTo>
                    <a:pt x="482" y="246"/>
                  </a:lnTo>
                  <a:lnTo>
                    <a:pt x="481" y="243"/>
                  </a:lnTo>
                  <a:lnTo>
                    <a:pt x="478" y="240"/>
                  </a:lnTo>
                  <a:lnTo>
                    <a:pt x="478" y="240"/>
                  </a:lnTo>
                  <a:lnTo>
                    <a:pt x="478" y="242"/>
                  </a:lnTo>
                  <a:lnTo>
                    <a:pt x="481" y="248"/>
                  </a:lnTo>
                  <a:lnTo>
                    <a:pt x="482" y="250"/>
                  </a:lnTo>
                  <a:lnTo>
                    <a:pt x="482" y="251"/>
                  </a:lnTo>
                  <a:lnTo>
                    <a:pt x="482" y="252"/>
                  </a:lnTo>
                  <a:lnTo>
                    <a:pt x="482" y="256"/>
                  </a:lnTo>
                  <a:lnTo>
                    <a:pt x="482" y="257"/>
                  </a:lnTo>
                  <a:lnTo>
                    <a:pt x="482" y="261"/>
                  </a:lnTo>
                  <a:lnTo>
                    <a:pt x="480" y="265"/>
                  </a:lnTo>
                  <a:lnTo>
                    <a:pt x="480" y="266"/>
                  </a:lnTo>
                  <a:lnTo>
                    <a:pt x="478" y="266"/>
                  </a:lnTo>
                  <a:lnTo>
                    <a:pt x="477" y="266"/>
                  </a:lnTo>
                  <a:lnTo>
                    <a:pt x="470" y="266"/>
                  </a:lnTo>
                  <a:lnTo>
                    <a:pt x="468" y="266"/>
                  </a:lnTo>
                  <a:lnTo>
                    <a:pt x="464" y="268"/>
                  </a:lnTo>
                  <a:lnTo>
                    <a:pt x="463" y="268"/>
                  </a:lnTo>
                  <a:lnTo>
                    <a:pt x="461" y="268"/>
                  </a:lnTo>
                  <a:lnTo>
                    <a:pt x="455" y="270"/>
                  </a:lnTo>
                  <a:lnTo>
                    <a:pt x="453" y="270"/>
                  </a:lnTo>
                  <a:lnTo>
                    <a:pt x="453" y="269"/>
                  </a:lnTo>
                  <a:lnTo>
                    <a:pt x="453" y="268"/>
                  </a:lnTo>
                  <a:lnTo>
                    <a:pt x="453" y="266"/>
                  </a:lnTo>
                  <a:lnTo>
                    <a:pt x="452" y="266"/>
                  </a:lnTo>
                  <a:lnTo>
                    <a:pt x="452" y="269"/>
                  </a:lnTo>
                  <a:lnTo>
                    <a:pt x="450" y="271"/>
                  </a:lnTo>
                  <a:lnTo>
                    <a:pt x="446" y="272"/>
                  </a:lnTo>
                  <a:lnTo>
                    <a:pt x="440" y="277"/>
                  </a:lnTo>
                  <a:lnTo>
                    <a:pt x="440" y="276"/>
                  </a:lnTo>
                  <a:lnTo>
                    <a:pt x="441" y="275"/>
                  </a:lnTo>
                  <a:lnTo>
                    <a:pt x="440" y="275"/>
                  </a:lnTo>
                  <a:lnTo>
                    <a:pt x="439" y="276"/>
                  </a:lnTo>
                  <a:lnTo>
                    <a:pt x="433" y="271"/>
                  </a:lnTo>
                  <a:lnTo>
                    <a:pt x="427" y="268"/>
                  </a:lnTo>
                  <a:lnTo>
                    <a:pt x="421" y="264"/>
                  </a:lnTo>
                  <a:lnTo>
                    <a:pt x="416" y="259"/>
                  </a:lnTo>
                  <a:lnTo>
                    <a:pt x="410" y="256"/>
                  </a:lnTo>
                  <a:lnTo>
                    <a:pt x="404" y="251"/>
                  </a:lnTo>
                  <a:lnTo>
                    <a:pt x="398" y="248"/>
                  </a:lnTo>
                  <a:lnTo>
                    <a:pt x="392" y="243"/>
                  </a:lnTo>
                  <a:lnTo>
                    <a:pt x="387" y="240"/>
                  </a:lnTo>
                  <a:lnTo>
                    <a:pt x="375" y="232"/>
                  </a:lnTo>
                  <a:lnTo>
                    <a:pt x="364" y="223"/>
                  </a:lnTo>
                  <a:lnTo>
                    <a:pt x="359" y="220"/>
                  </a:lnTo>
                  <a:lnTo>
                    <a:pt x="353" y="216"/>
                  </a:lnTo>
                  <a:lnTo>
                    <a:pt x="347" y="212"/>
                  </a:lnTo>
                  <a:lnTo>
                    <a:pt x="345" y="209"/>
                  </a:lnTo>
                  <a:lnTo>
                    <a:pt x="342" y="209"/>
                  </a:lnTo>
                  <a:lnTo>
                    <a:pt x="340" y="209"/>
                  </a:lnTo>
                  <a:lnTo>
                    <a:pt x="338" y="211"/>
                  </a:lnTo>
                  <a:lnTo>
                    <a:pt x="337" y="211"/>
                  </a:lnTo>
                  <a:lnTo>
                    <a:pt x="334" y="211"/>
                  </a:lnTo>
                  <a:lnTo>
                    <a:pt x="331" y="212"/>
                  </a:lnTo>
                  <a:lnTo>
                    <a:pt x="326" y="212"/>
                  </a:lnTo>
                  <a:lnTo>
                    <a:pt x="320" y="213"/>
                  </a:lnTo>
                  <a:lnTo>
                    <a:pt x="315" y="214"/>
                  </a:lnTo>
                  <a:lnTo>
                    <a:pt x="309" y="215"/>
                  </a:lnTo>
                  <a:lnTo>
                    <a:pt x="302" y="216"/>
                  </a:lnTo>
                  <a:lnTo>
                    <a:pt x="295" y="216"/>
                  </a:lnTo>
                  <a:lnTo>
                    <a:pt x="288" y="218"/>
                  </a:lnTo>
                  <a:lnTo>
                    <a:pt x="282" y="219"/>
                  </a:lnTo>
                  <a:lnTo>
                    <a:pt x="276" y="220"/>
                  </a:lnTo>
                  <a:lnTo>
                    <a:pt x="272" y="221"/>
                  </a:lnTo>
                  <a:lnTo>
                    <a:pt x="268" y="221"/>
                  </a:lnTo>
                  <a:lnTo>
                    <a:pt x="266" y="221"/>
                  </a:lnTo>
                  <a:lnTo>
                    <a:pt x="265" y="221"/>
                  </a:lnTo>
                  <a:lnTo>
                    <a:pt x="262" y="222"/>
                  </a:lnTo>
                  <a:lnTo>
                    <a:pt x="261" y="222"/>
                  </a:lnTo>
                  <a:lnTo>
                    <a:pt x="261" y="221"/>
                  </a:lnTo>
                  <a:lnTo>
                    <a:pt x="261" y="221"/>
                  </a:lnTo>
                  <a:lnTo>
                    <a:pt x="261" y="220"/>
                  </a:lnTo>
                  <a:lnTo>
                    <a:pt x="259" y="212"/>
                  </a:lnTo>
                  <a:lnTo>
                    <a:pt x="259" y="211"/>
                  </a:lnTo>
                  <a:lnTo>
                    <a:pt x="259" y="211"/>
                  </a:lnTo>
                  <a:lnTo>
                    <a:pt x="255" y="207"/>
                  </a:lnTo>
                  <a:lnTo>
                    <a:pt x="249" y="203"/>
                  </a:lnTo>
                  <a:lnTo>
                    <a:pt x="247" y="199"/>
                  </a:lnTo>
                  <a:lnTo>
                    <a:pt x="246" y="199"/>
                  </a:lnTo>
                  <a:lnTo>
                    <a:pt x="246" y="199"/>
                  </a:lnTo>
                  <a:lnTo>
                    <a:pt x="246" y="199"/>
                  </a:lnTo>
                  <a:lnTo>
                    <a:pt x="246" y="199"/>
                  </a:lnTo>
                  <a:lnTo>
                    <a:pt x="240" y="205"/>
                  </a:lnTo>
                  <a:lnTo>
                    <a:pt x="240" y="205"/>
                  </a:lnTo>
                  <a:lnTo>
                    <a:pt x="239" y="205"/>
                  </a:lnTo>
                  <a:lnTo>
                    <a:pt x="239" y="205"/>
                  </a:lnTo>
                  <a:lnTo>
                    <a:pt x="239" y="204"/>
                  </a:lnTo>
                  <a:lnTo>
                    <a:pt x="238" y="204"/>
                  </a:lnTo>
                  <a:lnTo>
                    <a:pt x="238" y="204"/>
                  </a:lnTo>
                  <a:lnTo>
                    <a:pt x="238" y="203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9" y="199"/>
                  </a:lnTo>
                  <a:lnTo>
                    <a:pt x="238" y="199"/>
                  </a:lnTo>
                  <a:lnTo>
                    <a:pt x="238" y="199"/>
                  </a:lnTo>
                  <a:lnTo>
                    <a:pt x="238" y="198"/>
                  </a:lnTo>
                  <a:lnTo>
                    <a:pt x="238" y="198"/>
                  </a:lnTo>
                  <a:lnTo>
                    <a:pt x="238" y="198"/>
                  </a:lnTo>
                  <a:lnTo>
                    <a:pt x="238" y="197"/>
                  </a:lnTo>
                  <a:lnTo>
                    <a:pt x="237" y="197"/>
                  </a:lnTo>
                  <a:lnTo>
                    <a:pt x="237" y="197"/>
                  </a:lnTo>
                  <a:lnTo>
                    <a:pt x="236" y="197"/>
                  </a:lnTo>
                  <a:lnTo>
                    <a:pt x="231" y="198"/>
                  </a:lnTo>
                  <a:lnTo>
                    <a:pt x="227" y="198"/>
                  </a:lnTo>
                  <a:lnTo>
                    <a:pt x="223" y="198"/>
                  </a:lnTo>
                  <a:lnTo>
                    <a:pt x="217" y="199"/>
                  </a:lnTo>
                  <a:lnTo>
                    <a:pt x="211" y="200"/>
                  </a:lnTo>
                  <a:lnTo>
                    <a:pt x="205" y="200"/>
                  </a:lnTo>
                  <a:lnTo>
                    <a:pt x="198" y="201"/>
                  </a:lnTo>
                  <a:lnTo>
                    <a:pt x="191" y="203"/>
                  </a:lnTo>
                  <a:lnTo>
                    <a:pt x="184" y="203"/>
                  </a:lnTo>
                  <a:lnTo>
                    <a:pt x="179" y="204"/>
                  </a:lnTo>
                  <a:lnTo>
                    <a:pt x="172" y="204"/>
                  </a:lnTo>
                  <a:lnTo>
                    <a:pt x="167" y="205"/>
                  </a:lnTo>
                  <a:lnTo>
                    <a:pt x="161" y="205"/>
                  </a:lnTo>
                  <a:lnTo>
                    <a:pt x="158" y="206"/>
                  </a:lnTo>
                  <a:lnTo>
                    <a:pt x="154" y="206"/>
                  </a:lnTo>
                  <a:lnTo>
                    <a:pt x="152" y="206"/>
                  </a:lnTo>
                  <a:lnTo>
                    <a:pt x="152" y="206"/>
                  </a:lnTo>
                  <a:lnTo>
                    <a:pt x="146" y="207"/>
                  </a:lnTo>
                  <a:lnTo>
                    <a:pt x="141" y="208"/>
                  </a:lnTo>
                  <a:lnTo>
                    <a:pt x="140" y="208"/>
                  </a:lnTo>
                  <a:lnTo>
                    <a:pt x="140" y="208"/>
                  </a:lnTo>
                  <a:lnTo>
                    <a:pt x="140" y="208"/>
                  </a:lnTo>
                  <a:lnTo>
                    <a:pt x="140" y="207"/>
                  </a:lnTo>
                  <a:lnTo>
                    <a:pt x="139" y="207"/>
                  </a:lnTo>
                  <a:lnTo>
                    <a:pt x="139" y="207"/>
                  </a:lnTo>
                  <a:lnTo>
                    <a:pt x="139" y="207"/>
                  </a:lnTo>
                  <a:lnTo>
                    <a:pt x="138" y="207"/>
                  </a:lnTo>
                  <a:lnTo>
                    <a:pt x="137" y="208"/>
                  </a:lnTo>
                  <a:lnTo>
                    <a:pt x="137" y="208"/>
                  </a:lnTo>
                  <a:lnTo>
                    <a:pt x="137" y="209"/>
                  </a:lnTo>
                  <a:lnTo>
                    <a:pt x="137" y="211"/>
                  </a:lnTo>
                  <a:lnTo>
                    <a:pt x="136" y="211"/>
                  </a:lnTo>
                  <a:lnTo>
                    <a:pt x="136" y="212"/>
                  </a:lnTo>
                  <a:lnTo>
                    <a:pt x="133" y="212"/>
                  </a:lnTo>
                  <a:lnTo>
                    <a:pt x="132" y="212"/>
                  </a:lnTo>
                  <a:lnTo>
                    <a:pt x="132" y="213"/>
                  </a:lnTo>
                  <a:lnTo>
                    <a:pt x="132" y="213"/>
                  </a:lnTo>
                  <a:lnTo>
                    <a:pt x="131" y="213"/>
                  </a:lnTo>
                  <a:lnTo>
                    <a:pt x="131" y="214"/>
                  </a:lnTo>
                  <a:lnTo>
                    <a:pt x="129" y="214"/>
                  </a:lnTo>
                  <a:lnTo>
                    <a:pt x="127" y="214"/>
                  </a:lnTo>
                  <a:lnTo>
                    <a:pt x="124" y="216"/>
                  </a:lnTo>
                  <a:lnTo>
                    <a:pt x="122" y="218"/>
                  </a:lnTo>
                  <a:lnTo>
                    <a:pt x="122" y="218"/>
                  </a:lnTo>
                  <a:lnTo>
                    <a:pt x="121" y="219"/>
                  </a:lnTo>
                  <a:lnTo>
                    <a:pt x="119" y="219"/>
                  </a:lnTo>
                  <a:lnTo>
                    <a:pt x="119" y="219"/>
                  </a:lnTo>
                  <a:lnTo>
                    <a:pt x="119" y="219"/>
                  </a:lnTo>
                  <a:lnTo>
                    <a:pt x="118" y="220"/>
                  </a:lnTo>
                  <a:lnTo>
                    <a:pt x="118" y="220"/>
                  </a:lnTo>
                  <a:lnTo>
                    <a:pt x="118" y="221"/>
                  </a:lnTo>
                  <a:lnTo>
                    <a:pt x="117" y="222"/>
                  </a:lnTo>
                  <a:lnTo>
                    <a:pt x="116" y="223"/>
                  </a:lnTo>
                  <a:lnTo>
                    <a:pt x="115" y="223"/>
                  </a:lnTo>
                  <a:lnTo>
                    <a:pt x="115" y="225"/>
                  </a:lnTo>
                  <a:lnTo>
                    <a:pt x="115" y="225"/>
                  </a:lnTo>
                  <a:lnTo>
                    <a:pt x="114" y="225"/>
                  </a:lnTo>
                  <a:lnTo>
                    <a:pt x="114" y="223"/>
                  </a:lnTo>
                  <a:lnTo>
                    <a:pt x="112" y="223"/>
                  </a:lnTo>
                  <a:lnTo>
                    <a:pt x="110" y="225"/>
                  </a:lnTo>
                  <a:lnTo>
                    <a:pt x="90" y="234"/>
                  </a:lnTo>
                  <a:lnTo>
                    <a:pt x="89" y="235"/>
                  </a:lnTo>
                  <a:lnTo>
                    <a:pt x="83" y="235"/>
                  </a:lnTo>
                  <a:lnTo>
                    <a:pt x="78" y="236"/>
                  </a:lnTo>
                  <a:lnTo>
                    <a:pt x="73" y="237"/>
                  </a:lnTo>
                  <a:lnTo>
                    <a:pt x="67" y="239"/>
                  </a:lnTo>
                  <a:lnTo>
                    <a:pt x="61" y="240"/>
                  </a:lnTo>
                  <a:lnTo>
                    <a:pt x="55" y="240"/>
                  </a:lnTo>
                  <a:lnTo>
                    <a:pt x="51" y="241"/>
                  </a:lnTo>
                  <a:lnTo>
                    <a:pt x="45" y="242"/>
                  </a:lnTo>
                  <a:lnTo>
                    <a:pt x="39" y="243"/>
                  </a:lnTo>
                  <a:lnTo>
                    <a:pt x="29" y="244"/>
                  </a:lnTo>
                  <a:lnTo>
                    <a:pt x="23" y="246"/>
                  </a:lnTo>
                  <a:lnTo>
                    <a:pt x="17" y="247"/>
                  </a:lnTo>
                  <a:lnTo>
                    <a:pt x="11" y="247"/>
                  </a:lnTo>
                  <a:lnTo>
                    <a:pt x="7" y="248"/>
                  </a:lnTo>
                  <a:lnTo>
                    <a:pt x="1" y="249"/>
                  </a:lnTo>
                  <a:lnTo>
                    <a:pt x="1" y="244"/>
                  </a:lnTo>
                  <a:lnTo>
                    <a:pt x="1" y="241"/>
                  </a:lnTo>
                  <a:lnTo>
                    <a:pt x="0" y="235"/>
                  </a:lnTo>
                  <a:lnTo>
                    <a:pt x="0" y="232"/>
                  </a:lnTo>
                  <a:lnTo>
                    <a:pt x="0" y="229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27"/>
                  </a:lnTo>
                  <a:lnTo>
                    <a:pt x="1" y="226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3" y="223"/>
                  </a:lnTo>
                  <a:lnTo>
                    <a:pt x="4" y="223"/>
                  </a:lnTo>
                  <a:lnTo>
                    <a:pt x="4" y="223"/>
                  </a:lnTo>
                  <a:lnTo>
                    <a:pt x="5" y="223"/>
                  </a:lnTo>
                  <a:lnTo>
                    <a:pt x="5" y="223"/>
                  </a:lnTo>
                  <a:lnTo>
                    <a:pt x="7" y="223"/>
                  </a:lnTo>
                  <a:lnTo>
                    <a:pt x="7" y="223"/>
                  </a:lnTo>
                  <a:lnTo>
                    <a:pt x="7" y="223"/>
                  </a:lnTo>
                  <a:lnTo>
                    <a:pt x="8" y="223"/>
                  </a:lnTo>
                  <a:lnTo>
                    <a:pt x="12" y="222"/>
                  </a:lnTo>
                  <a:lnTo>
                    <a:pt x="14" y="222"/>
                  </a:lnTo>
                  <a:lnTo>
                    <a:pt x="14" y="222"/>
                  </a:lnTo>
                  <a:lnTo>
                    <a:pt x="15" y="222"/>
                  </a:lnTo>
                  <a:lnTo>
                    <a:pt x="15" y="221"/>
                  </a:lnTo>
                  <a:lnTo>
                    <a:pt x="16" y="220"/>
                  </a:lnTo>
                  <a:lnTo>
                    <a:pt x="17" y="219"/>
                  </a:lnTo>
                  <a:lnTo>
                    <a:pt x="17" y="218"/>
                  </a:lnTo>
                  <a:lnTo>
                    <a:pt x="17" y="215"/>
                  </a:lnTo>
                  <a:lnTo>
                    <a:pt x="17" y="214"/>
                  </a:lnTo>
                  <a:lnTo>
                    <a:pt x="17" y="214"/>
                  </a:lnTo>
                  <a:lnTo>
                    <a:pt x="17" y="213"/>
                  </a:lnTo>
                  <a:lnTo>
                    <a:pt x="18" y="212"/>
                  </a:lnTo>
                  <a:lnTo>
                    <a:pt x="18" y="211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9"/>
                  </a:lnTo>
                  <a:lnTo>
                    <a:pt x="18" y="208"/>
                  </a:lnTo>
                  <a:lnTo>
                    <a:pt x="18" y="207"/>
                  </a:lnTo>
                  <a:lnTo>
                    <a:pt x="18" y="207"/>
                  </a:lnTo>
                  <a:lnTo>
                    <a:pt x="18" y="207"/>
                  </a:lnTo>
                  <a:lnTo>
                    <a:pt x="19" y="205"/>
                  </a:lnTo>
                  <a:lnTo>
                    <a:pt x="19" y="205"/>
                  </a:lnTo>
                  <a:lnTo>
                    <a:pt x="21" y="204"/>
                  </a:lnTo>
                  <a:lnTo>
                    <a:pt x="23" y="203"/>
                  </a:lnTo>
                  <a:lnTo>
                    <a:pt x="24" y="203"/>
                  </a:lnTo>
                  <a:lnTo>
                    <a:pt x="24" y="201"/>
                  </a:lnTo>
                  <a:lnTo>
                    <a:pt x="24" y="200"/>
                  </a:lnTo>
                  <a:lnTo>
                    <a:pt x="25" y="198"/>
                  </a:lnTo>
                  <a:lnTo>
                    <a:pt x="25" y="198"/>
                  </a:lnTo>
                  <a:lnTo>
                    <a:pt x="26" y="197"/>
                  </a:lnTo>
                  <a:lnTo>
                    <a:pt x="28" y="197"/>
                  </a:lnTo>
                  <a:lnTo>
                    <a:pt x="30" y="196"/>
                  </a:lnTo>
                  <a:lnTo>
                    <a:pt x="30" y="196"/>
                  </a:lnTo>
                  <a:lnTo>
                    <a:pt x="31" y="196"/>
                  </a:lnTo>
                  <a:lnTo>
                    <a:pt x="32" y="194"/>
                  </a:lnTo>
                  <a:lnTo>
                    <a:pt x="33" y="192"/>
                  </a:lnTo>
                  <a:lnTo>
                    <a:pt x="35" y="192"/>
                  </a:lnTo>
                  <a:lnTo>
                    <a:pt x="37" y="191"/>
                  </a:lnTo>
                  <a:lnTo>
                    <a:pt x="37" y="191"/>
                  </a:lnTo>
                  <a:lnTo>
                    <a:pt x="39" y="191"/>
                  </a:lnTo>
                  <a:lnTo>
                    <a:pt x="39" y="191"/>
                  </a:lnTo>
                  <a:lnTo>
                    <a:pt x="40" y="191"/>
                  </a:lnTo>
                  <a:lnTo>
                    <a:pt x="40" y="191"/>
                  </a:lnTo>
                  <a:lnTo>
                    <a:pt x="42" y="191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3" y="191"/>
                  </a:lnTo>
                  <a:lnTo>
                    <a:pt x="43" y="190"/>
                  </a:lnTo>
                  <a:lnTo>
                    <a:pt x="44" y="190"/>
                  </a:lnTo>
                  <a:lnTo>
                    <a:pt x="45" y="190"/>
                  </a:lnTo>
                  <a:lnTo>
                    <a:pt x="46" y="190"/>
                  </a:lnTo>
                  <a:lnTo>
                    <a:pt x="46" y="190"/>
                  </a:lnTo>
                  <a:lnTo>
                    <a:pt x="47" y="190"/>
                  </a:lnTo>
                  <a:lnTo>
                    <a:pt x="47" y="190"/>
                  </a:lnTo>
                  <a:lnTo>
                    <a:pt x="47" y="190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53" y="189"/>
                  </a:lnTo>
                  <a:lnTo>
                    <a:pt x="54" y="189"/>
                  </a:lnTo>
                  <a:lnTo>
                    <a:pt x="54" y="187"/>
                  </a:lnTo>
                  <a:lnTo>
                    <a:pt x="55" y="186"/>
                  </a:lnTo>
                  <a:lnTo>
                    <a:pt x="57" y="185"/>
                  </a:lnTo>
                  <a:lnTo>
                    <a:pt x="57" y="184"/>
                  </a:lnTo>
                  <a:lnTo>
                    <a:pt x="58" y="184"/>
                  </a:lnTo>
                  <a:lnTo>
                    <a:pt x="61" y="182"/>
                  </a:lnTo>
                  <a:lnTo>
                    <a:pt x="61" y="180"/>
                  </a:lnTo>
                  <a:lnTo>
                    <a:pt x="62" y="179"/>
                  </a:lnTo>
                  <a:lnTo>
                    <a:pt x="64" y="178"/>
                  </a:lnTo>
                  <a:lnTo>
                    <a:pt x="64" y="178"/>
                  </a:lnTo>
                  <a:lnTo>
                    <a:pt x="65" y="178"/>
                  </a:lnTo>
                  <a:lnTo>
                    <a:pt x="65" y="178"/>
                  </a:lnTo>
                  <a:lnTo>
                    <a:pt x="66" y="178"/>
                  </a:lnTo>
                  <a:lnTo>
                    <a:pt x="66" y="178"/>
                  </a:lnTo>
                  <a:lnTo>
                    <a:pt x="67" y="177"/>
                  </a:lnTo>
                  <a:lnTo>
                    <a:pt x="68" y="175"/>
                  </a:lnTo>
                  <a:lnTo>
                    <a:pt x="69" y="173"/>
                  </a:lnTo>
                  <a:lnTo>
                    <a:pt x="69" y="173"/>
                  </a:lnTo>
                  <a:lnTo>
                    <a:pt x="69" y="172"/>
                  </a:lnTo>
                  <a:lnTo>
                    <a:pt x="71" y="172"/>
                  </a:lnTo>
                  <a:lnTo>
                    <a:pt x="72" y="171"/>
                  </a:lnTo>
                  <a:lnTo>
                    <a:pt x="73" y="171"/>
                  </a:lnTo>
                  <a:lnTo>
                    <a:pt x="74" y="169"/>
                  </a:lnTo>
                  <a:lnTo>
                    <a:pt x="75" y="169"/>
                  </a:lnTo>
                  <a:lnTo>
                    <a:pt x="75" y="168"/>
                  </a:lnTo>
                  <a:lnTo>
                    <a:pt x="78" y="166"/>
                  </a:lnTo>
                  <a:lnTo>
                    <a:pt x="81" y="164"/>
                  </a:lnTo>
                  <a:lnTo>
                    <a:pt x="81" y="164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6" y="164"/>
                  </a:lnTo>
                  <a:lnTo>
                    <a:pt x="87" y="164"/>
                  </a:lnTo>
                  <a:lnTo>
                    <a:pt x="87" y="164"/>
                  </a:lnTo>
                  <a:lnTo>
                    <a:pt x="88" y="163"/>
                  </a:lnTo>
                  <a:lnTo>
                    <a:pt x="89" y="161"/>
                  </a:lnTo>
                  <a:lnTo>
                    <a:pt x="90" y="158"/>
                  </a:lnTo>
                  <a:lnTo>
                    <a:pt x="91" y="157"/>
                  </a:lnTo>
                  <a:lnTo>
                    <a:pt x="91" y="156"/>
                  </a:lnTo>
                  <a:lnTo>
                    <a:pt x="91" y="156"/>
                  </a:lnTo>
                  <a:lnTo>
                    <a:pt x="91" y="155"/>
                  </a:lnTo>
                  <a:lnTo>
                    <a:pt x="91" y="154"/>
                  </a:lnTo>
                  <a:lnTo>
                    <a:pt x="91" y="154"/>
                  </a:lnTo>
                  <a:lnTo>
                    <a:pt x="91" y="153"/>
                  </a:lnTo>
                  <a:lnTo>
                    <a:pt x="91" y="151"/>
                  </a:lnTo>
                  <a:lnTo>
                    <a:pt x="90" y="151"/>
                  </a:lnTo>
                  <a:lnTo>
                    <a:pt x="90" y="151"/>
                  </a:lnTo>
                  <a:lnTo>
                    <a:pt x="90" y="150"/>
                  </a:lnTo>
                  <a:lnTo>
                    <a:pt x="90" y="150"/>
                  </a:lnTo>
                  <a:lnTo>
                    <a:pt x="90" y="149"/>
                  </a:lnTo>
                  <a:lnTo>
                    <a:pt x="91" y="149"/>
                  </a:lnTo>
                  <a:lnTo>
                    <a:pt x="91" y="149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93" y="148"/>
                  </a:lnTo>
                  <a:lnTo>
                    <a:pt x="94" y="147"/>
                  </a:lnTo>
                  <a:lnTo>
                    <a:pt x="95" y="147"/>
                  </a:lnTo>
                  <a:lnTo>
                    <a:pt x="95" y="148"/>
                  </a:lnTo>
                  <a:lnTo>
                    <a:pt x="96" y="148"/>
                  </a:lnTo>
                  <a:lnTo>
                    <a:pt x="97" y="149"/>
                  </a:lnTo>
                  <a:lnTo>
                    <a:pt x="97" y="149"/>
                  </a:lnTo>
                  <a:lnTo>
                    <a:pt x="98" y="149"/>
                  </a:lnTo>
                  <a:lnTo>
                    <a:pt x="98" y="148"/>
                  </a:lnTo>
                  <a:lnTo>
                    <a:pt x="98" y="148"/>
                  </a:lnTo>
                  <a:lnTo>
                    <a:pt x="100" y="147"/>
                  </a:lnTo>
                  <a:lnTo>
                    <a:pt x="100" y="146"/>
                  </a:lnTo>
                  <a:lnTo>
                    <a:pt x="100" y="146"/>
                  </a:lnTo>
                  <a:lnTo>
                    <a:pt x="100" y="144"/>
                  </a:lnTo>
                  <a:lnTo>
                    <a:pt x="101" y="144"/>
                  </a:lnTo>
                  <a:lnTo>
                    <a:pt x="100" y="143"/>
                  </a:lnTo>
                  <a:lnTo>
                    <a:pt x="100" y="142"/>
                  </a:lnTo>
                  <a:lnTo>
                    <a:pt x="100" y="142"/>
                  </a:lnTo>
                  <a:lnTo>
                    <a:pt x="101" y="142"/>
                  </a:lnTo>
                  <a:lnTo>
                    <a:pt x="104" y="139"/>
                  </a:lnTo>
                  <a:lnTo>
                    <a:pt x="107" y="137"/>
                  </a:lnTo>
                  <a:lnTo>
                    <a:pt x="110" y="135"/>
                  </a:lnTo>
                  <a:lnTo>
                    <a:pt x="110" y="135"/>
                  </a:lnTo>
                  <a:lnTo>
                    <a:pt x="111" y="135"/>
                  </a:lnTo>
                  <a:lnTo>
                    <a:pt x="111" y="135"/>
                  </a:lnTo>
                  <a:lnTo>
                    <a:pt x="112" y="137"/>
                  </a:lnTo>
                  <a:lnTo>
                    <a:pt x="112" y="137"/>
                  </a:lnTo>
                  <a:lnTo>
                    <a:pt x="112" y="137"/>
                  </a:lnTo>
                  <a:lnTo>
                    <a:pt x="112" y="137"/>
                  </a:lnTo>
                  <a:lnTo>
                    <a:pt x="112" y="139"/>
                  </a:lnTo>
                  <a:lnTo>
                    <a:pt x="112" y="140"/>
                  </a:lnTo>
                  <a:lnTo>
                    <a:pt x="112" y="140"/>
                  </a:lnTo>
                  <a:lnTo>
                    <a:pt x="112" y="141"/>
                  </a:lnTo>
                  <a:lnTo>
                    <a:pt x="114" y="142"/>
                  </a:lnTo>
                  <a:lnTo>
                    <a:pt x="114" y="142"/>
                  </a:lnTo>
                  <a:lnTo>
                    <a:pt x="114" y="142"/>
                  </a:lnTo>
                  <a:lnTo>
                    <a:pt x="115" y="143"/>
                  </a:lnTo>
                  <a:lnTo>
                    <a:pt x="115" y="143"/>
                  </a:lnTo>
                  <a:lnTo>
                    <a:pt x="115" y="143"/>
                  </a:lnTo>
                  <a:lnTo>
                    <a:pt x="116" y="143"/>
                  </a:lnTo>
                  <a:lnTo>
                    <a:pt x="116" y="143"/>
                  </a:lnTo>
                  <a:lnTo>
                    <a:pt x="116" y="143"/>
                  </a:lnTo>
                  <a:lnTo>
                    <a:pt x="117" y="142"/>
                  </a:lnTo>
                  <a:lnTo>
                    <a:pt x="121" y="140"/>
                  </a:lnTo>
                  <a:lnTo>
                    <a:pt x="121" y="140"/>
                  </a:lnTo>
                  <a:lnTo>
                    <a:pt x="121" y="140"/>
                  </a:lnTo>
                  <a:lnTo>
                    <a:pt x="121" y="139"/>
                  </a:lnTo>
                  <a:lnTo>
                    <a:pt x="122" y="139"/>
                  </a:lnTo>
                  <a:lnTo>
                    <a:pt x="123" y="136"/>
                  </a:lnTo>
                  <a:lnTo>
                    <a:pt x="123" y="136"/>
                  </a:lnTo>
                  <a:lnTo>
                    <a:pt x="123" y="134"/>
                  </a:lnTo>
                  <a:lnTo>
                    <a:pt x="124" y="133"/>
                  </a:lnTo>
                  <a:lnTo>
                    <a:pt x="126" y="129"/>
                  </a:lnTo>
                  <a:lnTo>
                    <a:pt x="127" y="128"/>
                  </a:lnTo>
                  <a:lnTo>
                    <a:pt x="129" y="127"/>
                  </a:lnTo>
                  <a:lnTo>
                    <a:pt x="129" y="127"/>
                  </a:lnTo>
                  <a:lnTo>
                    <a:pt x="131" y="126"/>
                  </a:lnTo>
                  <a:lnTo>
                    <a:pt x="133" y="125"/>
                  </a:lnTo>
                  <a:lnTo>
                    <a:pt x="133" y="125"/>
                  </a:lnTo>
                  <a:lnTo>
                    <a:pt x="134" y="125"/>
                  </a:lnTo>
                  <a:lnTo>
                    <a:pt x="136" y="125"/>
                  </a:lnTo>
                  <a:lnTo>
                    <a:pt x="138" y="122"/>
                  </a:lnTo>
                  <a:lnTo>
                    <a:pt x="138" y="121"/>
                  </a:lnTo>
                  <a:lnTo>
                    <a:pt x="138" y="121"/>
                  </a:lnTo>
                  <a:lnTo>
                    <a:pt x="139" y="121"/>
                  </a:lnTo>
                  <a:lnTo>
                    <a:pt x="139" y="121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1" y="122"/>
                  </a:lnTo>
                  <a:lnTo>
                    <a:pt x="141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4" y="122"/>
                  </a:lnTo>
                  <a:lnTo>
                    <a:pt x="144" y="122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5"/>
                  </a:lnTo>
                  <a:lnTo>
                    <a:pt x="144" y="125"/>
                  </a:lnTo>
                  <a:lnTo>
                    <a:pt x="145" y="125"/>
                  </a:lnTo>
                  <a:lnTo>
                    <a:pt x="145" y="125"/>
                  </a:lnTo>
                  <a:lnTo>
                    <a:pt x="145" y="126"/>
                  </a:lnTo>
                  <a:lnTo>
                    <a:pt x="146" y="126"/>
                  </a:lnTo>
                  <a:lnTo>
                    <a:pt x="147" y="126"/>
                  </a:lnTo>
                  <a:lnTo>
                    <a:pt x="147" y="126"/>
                  </a:lnTo>
                  <a:lnTo>
                    <a:pt x="148" y="126"/>
                  </a:lnTo>
                  <a:lnTo>
                    <a:pt x="148" y="125"/>
                  </a:lnTo>
                  <a:lnTo>
                    <a:pt x="150" y="125"/>
                  </a:lnTo>
                  <a:lnTo>
                    <a:pt x="151" y="123"/>
                  </a:lnTo>
                  <a:lnTo>
                    <a:pt x="151" y="122"/>
                  </a:lnTo>
                  <a:lnTo>
                    <a:pt x="152" y="122"/>
                  </a:lnTo>
                  <a:lnTo>
                    <a:pt x="152" y="121"/>
                  </a:lnTo>
                  <a:lnTo>
                    <a:pt x="157" y="106"/>
                  </a:lnTo>
                  <a:lnTo>
                    <a:pt x="158" y="106"/>
                  </a:lnTo>
                  <a:lnTo>
                    <a:pt x="159" y="104"/>
                  </a:lnTo>
                  <a:lnTo>
                    <a:pt x="163" y="99"/>
                  </a:lnTo>
                  <a:lnTo>
                    <a:pt x="165" y="99"/>
                  </a:lnTo>
                  <a:lnTo>
                    <a:pt x="165" y="99"/>
                  </a:lnTo>
                  <a:lnTo>
                    <a:pt x="168" y="100"/>
                  </a:lnTo>
                  <a:lnTo>
                    <a:pt x="170" y="100"/>
                  </a:lnTo>
                  <a:lnTo>
                    <a:pt x="172" y="99"/>
                  </a:lnTo>
                  <a:lnTo>
                    <a:pt x="172" y="99"/>
                  </a:lnTo>
                  <a:lnTo>
                    <a:pt x="170" y="99"/>
                  </a:lnTo>
                  <a:lnTo>
                    <a:pt x="170" y="98"/>
                  </a:lnTo>
                  <a:lnTo>
                    <a:pt x="169" y="97"/>
                  </a:lnTo>
                  <a:lnTo>
                    <a:pt x="168" y="96"/>
                  </a:lnTo>
                  <a:lnTo>
                    <a:pt x="168" y="96"/>
                  </a:lnTo>
                  <a:lnTo>
                    <a:pt x="168" y="94"/>
                  </a:lnTo>
                  <a:lnTo>
                    <a:pt x="168" y="94"/>
                  </a:lnTo>
                  <a:lnTo>
                    <a:pt x="169" y="90"/>
                  </a:lnTo>
                  <a:lnTo>
                    <a:pt x="170" y="86"/>
                  </a:lnTo>
                  <a:lnTo>
                    <a:pt x="170" y="85"/>
                  </a:lnTo>
                  <a:lnTo>
                    <a:pt x="169" y="84"/>
                  </a:lnTo>
                  <a:lnTo>
                    <a:pt x="168" y="83"/>
                  </a:lnTo>
                  <a:lnTo>
                    <a:pt x="169" y="82"/>
                  </a:lnTo>
                  <a:lnTo>
                    <a:pt x="172" y="76"/>
                  </a:lnTo>
                  <a:lnTo>
                    <a:pt x="172" y="76"/>
                  </a:lnTo>
                  <a:lnTo>
                    <a:pt x="173" y="77"/>
                  </a:lnTo>
                  <a:lnTo>
                    <a:pt x="173" y="77"/>
                  </a:lnTo>
                  <a:lnTo>
                    <a:pt x="174" y="76"/>
                  </a:lnTo>
                  <a:lnTo>
                    <a:pt x="187" y="75"/>
                  </a:lnTo>
                  <a:lnTo>
                    <a:pt x="200" y="72"/>
                  </a:lnTo>
                  <a:lnTo>
                    <a:pt x="212" y="70"/>
                  </a:lnTo>
                  <a:lnTo>
                    <a:pt x="224" y="68"/>
                  </a:lnTo>
                  <a:lnTo>
                    <a:pt x="237" y="66"/>
                  </a:lnTo>
                  <a:lnTo>
                    <a:pt x="249" y="64"/>
                  </a:lnTo>
                  <a:lnTo>
                    <a:pt x="262" y="62"/>
                  </a:lnTo>
                  <a:lnTo>
                    <a:pt x="274" y="60"/>
                  </a:lnTo>
                  <a:lnTo>
                    <a:pt x="287" y="57"/>
                  </a:lnTo>
                  <a:lnTo>
                    <a:pt x="299" y="56"/>
                  </a:lnTo>
                  <a:lnTo>
                    <a:pt x="312" y="54"/>
                  </a:lnTo>
                  <a:lnTo>
                    <a:pt x="324" y="51"/>
                  </a:lnTo>
                  <a:lnTo>
                    <a:pt x="337" y="49"/>
                  </a:lnTo>
                  <a:lnTo>
                    <a:pt x="349" y="47"/>
                  </a:lnTo>
                  <a:lnTo>
                    <a:pt x="362" y="44"/>
                  </a:lnTo>
                  <a:lnTo>
                    <a:pt x="374" y="42"/>
                  </a:lnTo>
                  <a:lnTo>
                    <a:pt x="387" y="40"/>
                  </a:lnTo>
                  <a:lnTo>
                    <a:pt x="399" y="37"/>
                  </a:lnTo>
                  <a:lnTo>
                    <a:pt x="412" y="35"/>
                  </a:lnTo>
                  <a:lnTo>
                    <a:pt x="424" y="33"/>
                  </a:lnTo>
                  <a:lnTo>
                    <a:pt x="437" y="30"/>
                  </a:lnTo>
                  <a:lnTo>
                    <a:pt x="449" y="28"/>
                  </a:lnTo>
                  <a:lnTo>
                    <a:pt x="461" y="26"/>
                  </a:lnTo>
                  <a:lnTo>
                    <a:pt x="474" y="23"/>
                  </a:lnTo>
                  <a:lnTo>
                    <a:pt x="486" y="21"/>
                  </a:lnTo>
                  <a:lnTo>
                    <a:pt x="498" y="18"/>
                  </a:lnTo>
                  <a:lnTo>
                    <a:pt x="511" y="15"/>
                  </a:lnTo>
                  <a:lnTo>
                    <a:pt x="524" y="13"/>
                  </a:lnTo>
                  <a:lnTo>
                    <a:pt x="536" y="11"/>
                  </a:lnTo>
                  <a:lnTo>
                    <a:pt x="548" y="8"/>
                  </a:lnTo>
                  <a:lnTo>
                    <a:pt x="561" y="6"/>
                  </a:lnTo>
                  <a:lnTo>
                    <a:pt x="571" y="4"/>
                  </a:lnTo>
                  <a:lnTo>
                    <a:pt x="574" y="3"/>
                  </a:lnTo>
                  <a:close/>
                  <a:moveTo>
                    <a:pt x="582" y="1"/>
                  </a:moveTo>
                  <a:lnTo>
                    <a:pt x="582" y="1"/>
                  </a:lnTo>
                  <a:lnTo>
                    <a:pt x="583" y="4"/>
                  </a:lnTo>
                  <a:lnTo>
                    <a:pt x="583" y="4"/>
                  </a:lnTo>
                  <a:lnTo>
                    <a:pt x="583" y="5"/>
                  </a:lnTo>
                  <a:lnTo>
                    <a:pt x="583" y="6"/>
                  </a:lnTo>
                  <a:lnTo>
                    <a:pt x="583" y="6"/>
                  </a:lnTo>
                  <a:lnTo>
                    <a:pt x="579" y="6"/>
                  </a:lnTo>
                  <a:lnTo>
                    <a:pt x="578" y="6"/>
                  </a:lnTo>
                  <a:lnTo>
                    <a:pt x="578" y="5"/>
                  </a:lnTo>
                  <a:lnTo>
                    <a:pt x="577" y="4"/>
                  </a:lnTo>
                  <a:lnTo>
                    <a:pt x="575" y="4"/>
                  </a:lnTo>
                  <a:lnTo>
                    <a:pt x="575" y="3"/>
                  </a:lnTo>
                  <a:lnTo>
                    <a:pt x="578" y="1"/>
                  </a:lnTo>
                  <a:lnTo>
                    <a:pt x="578" y="3"/>
                  </a:lnTo>
                  <a:lnTo>
                    <a:pt x="579" y="3"/>
                  </a:lnTo>
                  <a:lnTo>
                    <a:pt x="579" y="1"/>
                  </a:lnTo>
                  <a:lnTo>
                    <a:pt x="581" y="1"/>
                  </a:lnTo>
                  <a:lnTo>
                    <a:pt x="582" y="1"/>
                  </a:lnTo>
                  <a:close/>
                  <a:moveTo>
                    <a:pt x="585" y="0"/>
                  </a:moveTo>
                  <a:lnTo>
                    <a:pt x="586" y="0"/>
                  </a:lnTo>
                  <a:lnTo>
                    <a:pt x="592" y="14"/>
                  </a:lnTo>
                  <a:lnTo>
                    <a:pt x="593" y="18"/>
                  </a:lnTo>
                  <a:lnTo>
                    <a:pt x="595" y="19"/>
                  </a:lnTo>
                  <a:lnTo>
                    <a:pt x="596" y="21"/>
                  </a:lnTo>
                  <a:lnTo>
                    <a:pt x="596" y="22"/>
                  </a:lnTo>
                  <a:lnTo>
                    <a:pt x="599" y="26"/>
                  </a:lnTo>
                  <a:lnTo>
                    <a:pt x="604" y="35"/>
                  </a:lnTo>
                  <a:lnTo>
                    <a:pt x="619" y="53"/>
                  </a:lnTo>
                  <a:lnTo>
                    <a:pt x="620" y="56"/>
                  </a:lnTo>
                  <a:lnTo>
                    <a:pt x="624" y="61"/>
                  </a:lnTo>
                  <a:lnTo>
                    <a:pt x="624" y="61"/>
                  </a:lnTo>
                  <a:lnTo>
                    <a:pt x="622" y="61"/>
                  </a:lnTo>
                  <a:lnTo>
                    <a:pt x="621" y="61"/>
                  </a:lnTo>
                  <a:lnTo>
                    <a:pt x="621" y="60"/>
                  </a:lnTo>
                  <a:lnTo>
                    <a:pt x="621" y="60"/>
                  </a:lnTo>
                  <a:lnTo>
                    <a:pt x="620" y="58"/>
                  </a:lnTo>
                  <a:lnTo>
                    <a:pt x="619" y="57"/>
                  </a:lnTo>
                  <a:lnTo>
                    <a:pt x="618" y="56"/>
                  </a:lnTo>
                  <a:lnTo>
                    <a:pt x="617" y="53"/>
                  </a:lnTo>
                  <a:lnTo>
                    <a:pt x="615" y="51"/>
                  </a:lnTo>
                  <a:lnTo>
                    <a:pt x="610" y="46"/>
                  </a:lnTo>
                  <a:lnTo>
                    <a:pt x="608" y="46"/>
                  </a:lnTo>
                  <a:lnTo>
                    <a:pt x="608" y="47"/>
                  </a:lnTo>
                  <a:lnTo>
                    <a:pt x="606" y="46"/>
                  </a:lnTo>
                  <a:lnTo>
                    <a:pt x="606" y="46"/>
                  </a:lnTo>
                  <a:lnTo>
                    <a:pt x="606" y="43"/>
                  </a:lnTo>
                  <a:lnTo>
                    <a:pt x="606" y="44"/>
                  </a:lnTo>
                  <a:lnTo>
                    <a:pt x="607" y="44"/>
                  </a:lnTo>
                  <a:lnTo>
                    <a:pt x="608" y="43"/>
                  </a:lnTo>
                  <a:lnTo>
                    <a:pt x="608" y="42"/>
                  </a:lnTo>
                  <a:lnTo>
                    <a:pt x="607" y="41"/>
                  </a:lnTo>
                  <a:lnTo>
                    <a:pt x="606" y="41"/>
                  </a:lnTo>
                  <a:lnTo>
                    <a:pt x="606" y="42"/>
                  </a:lnTo>
                  <a:lnTo>
                    <a:pt x="605" y="41"/>
                  </a:lnTo>
                  <a:lnTo>
                    <a:pt x="604" y="40"/>
                  </a:lnTo>
                  <a:lnTo>
                    <a:pt x="603" y="39"/>
                  </a:lnTo>
                  <a:lnTo>
                    <a:pt x="603" y="37"/>
                  </a:lnTo>
                  <a:lnTo>
                    <a:pt x="601" y="36"/>
                  </a:lnTo>
                  <a:lnTo>
                    <a:pt x="601" y="34"/>
                  </a:lnTo>
                  <a:lnTo>
                    <a:pt x="600" y="32"/>
                  </a:lnTo>
                  <a:lnTo>
                    <a:pt x="599" y="29"/>
                  </a:lnTo>
                  <a:lnTo>
                    <a:pt x="598" y="27"/>
                  </a:lnTo>
                  <a:lnTo>
                    <a:pt x="595" y="23"/>
                  </a:lnTo>
                  <a:lnTo>
                    <a:pt x="593" y="22"/>
                  </a:lnTo>
                  <a:lnTo>
                    <a:pt x="593" y="22"/>
                  </a:lnTo>
                  <a:lnTo>
                    <a:pt x="593" y="21"/>
                  </a:lnTo>
                  <a:lnTo>
                    <a:pt x="593" y="21"/>
                  </a:lnTo>
                  <a:lnTo>
                    <a:pt x="593" y="21"/>
                  </a:lnTo>
                  <a:lnTo>
                    <a:pt x="592" y="19"/>
                  </a:lnTo>
                  <a:lnTo>
                    <a:pt x="591" y="13"/>
                  </a:lnTo>
                  <a:lnTo>
                    <a:pt x="590" y="12"/>
                  </a:lnTo>
                  <a:lnTo>
                    <a:pt x="589" y="11"/>
                  </a:lnTo>
                  <a:lnTo>
                    <a:pt x="589" y="8"/>
                  </a:lnTo>
                  <a:lnTo>
                    <a:pt x="586" y="7"/>
                  </a:lnTo>
                  <a:lnTo>
                    <a:pt x="585" y="4"/>
                  </a:lnTo>
                  <a:lnTo>
                    <a:pt x="584" y="1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85" y="0"/>
                  </a:lnTo>
                  <a:lnTo>
                    <a:pt x="58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1533525" y="1795463"/>
              <a:ext cx="604837" cy="336550"/>
            </a:xfrm>
            <a:custGeom>
              <a:avLst/>
              <a:gdLst>
                <a:gd name="T0" fmla="*/ 189 w 762"/>
                <a:gd name="T1" fmla="*/ 24 h 424"/>
                <a:gd name="T2" fmla="*/ 389 w 762"/>
                <a:gd name="T3" fmla="*/ 45 h 424"/>
                <a:gd name="T4" fmla="*/ 588 w 762"/>
                <a:gd name="T5" fmla="*/ 60 h 424"/>
                <a:gd name="T6" fmla="*/ 761 w 762"/>
                <a:gd name="T7" fmla="*/ 101 h 424"/>
                <a:gd name="T8" fmla="*/ 754 w 762"/>
                <a:gd name="T9" fmla="*/ 339 h 424"/>
                <a:gd name="T10" fmla="*/ 714 w 762"/>
                <a:gd name="T11" fmla="*/ 410 h 424"/>
                <a:gd name="T12" fmla="*/ 606 w 762"/>
                <a:gd name="T13" fmla="*/ 406 h 424"/>
                <a:gd name="T14" fmla="*/ 499 w 762"/>
                <a:gd name="T15" fmla="*/ 399 h 424"/>
                <a:gd name="T16" fmla="*/ 392 w 762"/>
                <a:gd name="T17" fmla="*/ 390 h 424"/>
                <a:gd name="T18" fmla="*/ 289 w 762"/>
                <a:gd name="T19" fmla="*/ 381 h 424"/>
                <a:gd name="T20" fmla="*/ 286 w 762"/>
                <a:gd name="T21" fmla="*/ 420 h 424"/>
                <a:gd name="T22" fmla="*/ 275 w 762"/>
                <a:gd name="T23" fmla="*/ 413 h 424"/>
                <a:gd name="T24" fmla="*/ 266 w 762"/>
                <a:gd name="T25" fmla="*/ 400 h 424"/>
                <a:gd name="T26" fmla="*/ 260 w 762"/>
                <a:gd name="T27" fmla="*/ 406 h 424"/>
                <a:gd name="T28" fmla="*/ 255 w 762"/>
                <a:gd name="T29" fmla="*/ 414 h 424"/>
                <a:gd name="T30" fmla="*/ 253 w 762"/>
                <a:gd name="T31" fmla="*/ 415 h 424"/>
                <a:gd name="T32" fmla="*/ 233 w 762"/>
                <a:gd name="T33" fmla="*/ 415 h 424"/>
                <a:gd name="T34" fmla="*/ 213 w 762"/>
                <a:gd name="T35" fmla="*/ 413 h 424"/>
                <a:gd name="T36" fmla="*/ 201 w 762"/>
                <a:gd name="T37" fmla="*/ 411 h 424"/>
                <a:gd name="T38" fmla="*/ 191 w 762"/>
                <a:gd name="T39" fmla="*/ 416 h 424"/>
                <a:gd name="T40" fmla="*/ 168 w 762"/>
                <a:gd name="T41" fmla="*/ 417 h 424"/>
                <a:gd name="T42" fmla="*/ 160 w 762"/>
                <a:gd name="T43" fmla="*/ 417 h 424"/>
                <a:gd name="T44" fmla="*/ 157 w 762"/>
                <a:gd name="T45" fmla="*/ 408 h 424"/>
                <a:gd name="T46" fmla="*/ 153 w 762"/>
                <a:gd name="T47" fmla="*/ 399 h 424"/>
                <a:gd name="T48" fmla="*/ 152 w 762"/>
                <a:gd name="T49" fmla="*/ 390 h 424"/>
                <a:gd name="T50" fmla="*/ 143 w 762"/>
                <a:gd name="T51" fmla="*/ 381 h 424"/>
                <a:gd name="T52" fmla="*/ 132 w 762"/>
                <a:gd name="T53" fmla="*/ 375 h 424"/>
                <a:gd name="T54" fmla="*/ 132 w 762"/>
                <a:gd name="T55" fmla="*/ 366 h 424"/>
                <a:gd name="T56" fmla="*/ 126 w 762"/>
                <a:gd name="T57" fmla="*/ 351 h 424"/>
                <a:gd name="T58" fmla="*/ 121 w 762"/>
                <a:gd name="T59" fmla="*/ 339 h 424"/>
                <a:gd name="T60" fmla="*/ 119 w 762"/>
                <a:gd name="T61" fmla="*/ 328 h 424"/>
                <a:gd name="T62" fmla="*/ 117 w 762"/>
                <a:gd name="T63" fmla="*/ 317 h 424"/>
                <a:gd name="T64" fmla="*/ 116 w 762"/>
                <a:gd name="T65" fmla="*/ 309 h 424"/>
                <a:gd name="T66" fmla="*/ 104 w 762"/>
                <a:gd name="T67" fmla="*/ 299 h 424"/>
                <a:gd name="T68" fmla="*/ 100 w 762"/>
                <a:gd name="T69" fmla="*/ 303 h 424"/>
                <a:gd name="T70" fmla="*/ 90 w 762"/>
                <a:gd name="T71" fmla="*/ 310 h 424"/>
                <a:gd name="T72" fmla="*/ 82 w 762"/>
                <a:gd name="T73" fmla="*/ 315 h 424"/>
                <a:gd name="T74" fmla="*/ 69 w 762"/>
                <a:gd name="T75" fmla="*/ 306 h 424"/>
                <a:gd name="T76" fmla="*/ 71 w 762"/>
                <a:gd name="T77" fmla="*/ 297 h 424"/>
                <a:gd name="T78" fmla="*/ 69 w 762"/>
                <a:gd name="T79" fmla="*/ 288 h 424"/>
                <a:gd name="T80" fmla="*/ 75 w 762"/>
                <a:gd name="T81" fmla="*/ 281 h 424"/>
                <a:gd name="T82" fmla="*/ 80 w 762"/>
                <a:gd name="T83" fmla="*/ 273 h 424"/>
                <a:gd name="T84" fmla="*/ 76 w 762"/>
                <a:gd name="T85" fmla="*/ 264 h 424"/>
                <a:gd name="T86" fmla="*/ 76 w 762"/>
                <a:gd name="T87" fmla="*/ 253 h 424"/>
                <a:gd name="T88" fmla="*/ 81 w 762"/>
                <a:gd name="T89" fmla="*/ 246 h 424"/>
                <a:gd name="T90" fmla="*/ 85 w 762"/>
                <a:gd name="T91" fmla="*/ 237 h 424"/>
                <a:gd name="T92" fmla="*/ 87 w 762"/>
                <a:gd name="T93" fmla="*/ 225 h 424"/>
                <a:gd name="T94" fmla="*/ 92 w 762"/>
                <a:gd name="T95" fmla="*/ 221 h 424"/>
                <a:gd name="T96" fmla="*/ 93 w 762"/>
                <a:gd name="T97" fmla="*/ 211 h 424"/>
                <a:gd name="T98" fmla="*/ 78 w 762"/>
                <a:gd name="T99" fmla="*/ 213 h 424"/>
                <a:gd name="T100" fmla="*/ 73 w 762"/>
                <a:gd name="T101" fmla="*/ 203 h 424"/>
                <a:gd name="T102" fmla="*/ 67 w 762"/>
                <a:gd name="T103" fmla="*/ 200 h 424"/>
                <a:gd name="T104" fmla="*/ 58 w 762"/>
                <a:gd name="T105" fmla="*/ 188 h 424"/>
                <a:gd name="T106" fmla="*/ 51 w 762"/>
                <a:gd name="T107" fmla="*/ 179 h 424"/>
                <a:gd name="T108" fmla="*/ 39 w 762"/>
                <a:gd name="T109" fmla="*/ 159 h 424"/>
                <a:gd name="T110" fmla="*/ 25 w 762"/>
                <a:gd name="T111" fmla="*/ 148 h 424"/>
                <a:gd name="T112" fmla="*/ 15 w 762"/>
                <a:gd name="T113" fmla="*/ 132 h 424"/>
                <a:gd name="T114" fmla="*/ 16 w 762"/>
                <a:gd name="T115" fmla="*/ 127 h 424"/>
                <a:gd name="T116" fmla="*/ 17 w 762"/>
                <a:gd name="T117" fmla="*/ 116 h 424"/>
                <a:gd name="T118" fmla="*/ 10 w 762"/>
                <a:gd name="T119" fmla="*/ 100 h 424"/>
                <a:gd name="T120" fmla="*/ 1 w 762"/>
                <a:gd name="T121" fmla="*/ 85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62" h="424">
                  <a:moveTo>
                    <a:pt x="13" y="0"/>
                  </a:moveTo>
                  <a:lnTo>
                    <a:pt x="25" y="2"/>
                  </a:lnTo>
                  <a:lnTo>
                    <a:pt x="39" y="5"/>
                  </a:lnTo>
                  <a:lnTo>
                    <a:pt x="52" y="6"/>
                  </a:lnTo>
                  <a:lnTo>
                    <a:pt x="66" y="8"/>
                  </a:lnTo>
                  <a:lnTo>
                    <a:pt x="80" y="10"/>
                  </a:lnTo>
                  <a:lnTo>
                    <a:pt x="94" y="12"/>
                  </a:lnTo>
                  <a:lnTo>
                    <a:pt x="107" y="14"/>
                  </a:lnTo>
                  <a:lnTo>
                    <a:pt x="121" y="15"/>
                  </a:lnTo>
                  <a:lnTo>
                    <a:pt x="134" y="17"/>
                  </a:lnTo>
                  <a:lnTo>
                    <a:pt x="136" y="17"/>
                  </a:lnTo>
                  <a:lnTo>
                    <a:pt x="148" y="18"/>
                  </a:lnTo>
                  <a:lnTo>
                    <a:pt x="161" y="21"/>
                  </a:lnTo>
                  <a:lnTo>
                    <a:pt x="175" y="22"/>
                  </a:lnTo>
                  <a:lnTo>
                    <a:pt x="189" y="24"/>
                  </a:lnTo>
                  <a:lnTo>
                    <a:pt x="203" y="25"/>
                  </a:lnTo>
                  <a:lnTo>
                    <a:pt x="217" y="27"/>
                  </a:lnTo>
                  <a:lnTo>
                    <a:pt x="230" y="29"/>
                  </a:lnTo>
                  <a:lnTo>
                    <a:pt x="244" y="30"/>
                  </a:lnTo>
                  <a:lnTo>
                    <a:pt x="258" y="31"/>
                  </a:lnTo>
                  <a:lnTo>
                    <a:pt x="272" y="34"/>
                  </a:lnTo>
                  <a:lnTo>
                    <a:pt x="286" y="35"/>
                  </a:lnTo>
                  <a:lnTo>
                    <a:pt x="298" y="36"/>
                  </a:lnTo>
                  <a:lnTo>
                    <a:pt x="312" y="37"/>
                  </a:lnTo>
                  <a:lnTo>
                    <a:pt x="326" y="39"/>
                  </a:lnTo>
                  <a:lnTo>
                    <a:pt x="340" y="41"/>
                  </a:lnTo>
                  <a:lnTo>
                    <a:pt x="354" y="42"/>
                  </a:lnTo>
                  <a:lnTo>
                    <a:pt x="367" y="43"/>
                  </a:lnTo>
                  <a:lnTo>
                    <a:pt x="381" y="44"/>
                  </a:lnTo>
                  <a:lnTo>
                    <a:pt x="389" y="45"/>
                  </a:lnTo>
                  <a:lnTo>
                    <a:pt x="395" y="45"/>
                  </a:lnTo>
                  <a:lnTo>
                    <a:pt x="409" y="46"/>
                  </a:lnTo>
                  <a:lnTo>
                    <a:pt x="423" y="48"/>
                  </a:lnTo>
                  <a:lnTo>
                    <a:pt x="435" y="49"/>
                  </a:lnTo>
                  <a:lnTo>
                    <a:pt x="449" y="50"/>
                  </a:lnTo>
                  <a:lnTo>
                    <a:pt x="463" y="51"/>
                  </a:lnTo>
                  <a:lnTo>
                    <a:pt x="477" y="52"/>
                  </a:lnTo>
                  <a:lnTo>
                    <a:pt x="491" y="53"/>
                  </a:lnTo>
                  <a:lnTo>
                    <a:pt x="505" y="55"/>
                  </a:lnTo>
                  <a:lnTo>
                    <a:pt x="518" y="56"/>
                  </a:lnTo>
                  <a:lnTo>
                    <a:pt x="532" y="57"/>
                  </a:lnTo>
                  <a:lnTo>
                    <a:pt x="546" y="57"/>
                  </a:lnTo>
                  <a:lnTo>
                    <a:pt x="560" y="58"/>
                  </a:lnTo>
                  <a:lnTo>
                    <a:pt x="574" y="59"/>
                  </a:lnTo>
                  <a:lnTo>
                    <a:pt x="588" y="60"/>
                  </a:lnTo>
                  <a:lnTo>
                    <a:pt x="600" y="60"/>
                  </a:lnTo>
                  <a:lnTo>
                    <a:pt x="614" y="62"/>
                  </a:lnTo>
                  <a:lnTo>
                    <a:pt x="628" y="63"/>
                  </a:lnTo>
                  <a:lnTo>
                    <a:pt x="642" y="63"/>
                  </a:lnTo>
                  <a:lnTo>
                    <a:pt x="656" y="64"/>
                  </a:lnTo>
                  <a:lnTo>
                    <a:pt x="670" y="65"/>
                  </a:lnTo>
                  <a:lnTo>
                    <a:pt x="684" y="65"/>
                  </a:lnTo>
                  <a:lnTo>
                    <a:pt x="697" y="66"/>
                  </a:lnTo>
                  <a:lnTo>
                    <a:pt x="711" y="66"/>
                  </a:lnTo>
                  <a:lnTo>
                    <a:pt x="725" y="67"/>
                  </a:lnTo>
                  <a:lnTo>
                    <a:pt x="739" y="67"/>
                  </a:lnTo>
                  <a:lnTo>
                    <a:pt x="753" y="68"/>
                  </a:lnTo>
                  <a:lnTo>
                    <a:pt x="762" y="68"/>
                  </a:lnTo>
                  <a:lnTo>
                    <a:pt x="762" y="85"/>
                  </a:lnTo>
                  <a:lnTo>
                    <a:pt x="761" y="101"/>
                  </a:lnTo>
                  <a:lnTo>
                    <a:pt x="761" y="117"/>
                  </a:lnTo>
                  <a:lnTo>
                    <a:pt x="761" y="134"/>
                  </a:lnTo>
                  <a:lnTo>
                    <a:pt x="760" y="150"/>
                  </a:lnTo>
                  <a:lnTo>
                    <a:pt x="760" y="166"/>
                  </a:lnTo>
                  <a:lnTo>
                    <a:pt x="758" y="182"/>
                  </a:lnTo>
                  <a:lnTo>
                    <a:pt x="758" y="199"/>
                  </a:lnTo>
                  <a:lnTo>
                    <a:pt x="757" y="215"/>
                  </a:lnTo>
                  <a:lnTo>
                    <a:pt x="757" y="231"/>
                  </a:lnTo>
                  <a:lnTo>
                    <a:pt x="757" y="248"/>
                  </a:lnTo>
                  <a:lnTo>
                    <a:pt x="756" y="265"/>
                  </a:lnTo>
                  <a:lnTo>
                    <a:pt x="756" y="281"/>
                  </a:lnTo>
                  <a:lnTo>
                    <a:pt x="755" y="297"/>
                  </a:lnTo>
                  <a:lnTo>
                    <a:pt x="755" y="314"/>
                  </a:lnTo>
                  <a:lnTo>
                    <a:pt x="754" y="330"/>
                  </a:lnTo>
                  <a:lnTo>
                    <a:pt x="754" y="339"/>
                  </a:lnTo>
                  <a:lnTo>
                    <a:pt x="754" y="350"/>
                  </a:lnTo>
                  <a:lnTo>
                    <a:pt x="754" y="359"/>
                  </a:lnTo>
                  <a:lnTo>
                    <a:pt x="753" y="368"/>
                  </a:lnTo>
                  <a:lnTo>
                    <a:pt x="753" y="378"/>
                  </a:lnTo>
                  <a:lnTo>
                    <a:pt x="753" y="387"/>
                  </a:lnTo>
                  <a:lnTo>
                    <a:pt x="753" y="396"/>
                  </a:lnTo>
                  <a:lnTo>
                    <a:pt x="751" y="406"/>
                  </a:lnTo>
                  <a:lnTo>
                    <a:pt x="751" y="411"/>
                  </a:lnTo>
                  <a:lnTo>
                    <a:pt x="751" y="413"/>
                  </a:lnTo>
                  <a:lnTo>
                    <a:pt x="749" y="413"/>
                  </a:lnTo>
                  <a:lnTo>
                    <a:pt x="742" y="411"/>
                  </a:lnTo>
                  <a:lnTo>
                    <a:pt x="735" y="411"/>
                  </a:lnTo>
                  <a:lnTo>
                    <a:pt x="728" y="411"/>
                  </a:lnTo>
                  <a:lnTo>
                    <a:pt x="721" y="411"/>
                  </a:lnTo>
                  <a:lnTo>
                    <a:pt x="714" y="410"/>
                  </a:lnTo>
                  <a:lnTo>
                    <a:pt x="706" y="410"/>
                  </a:lnTo>
                  <a:lnTo>
                    <a:pt x="699" y="410"/>
                  </a:lnTo>
                  <a:lnTo>
                    <a:pt x="692" y="410"/>
                  </a:lnTo>
                  <a:lnTo>
                    <a:pt x="685" y="409"/>
                  </a:lnTo>
                  <a:lnTo>
                    <a:pt x="678" y="409"/>
                  </a:lnTo>
                  <a:lnTo>
                    <a:pt x="671" y="409"/>
                  </a:lnTo>
                  <a:lnTo>
                    <a:pt x="663" y="409"/>
                  </a:lnTo>
                  <a:lnTo>
                    <a:pt x="656" y="408"/>
                  </a:lnTo>
                  <a:lnTo>
                    <a:pt x="649" y="408"/>
                  </a:lnTo>
                  <a:lnTo>
                    <a:pt x="642" y="408"/>
                  </a:lnTo>
                  <a:lnTo>
                    <a:pt x="635" y="407"/>
                  </a:lnTo>
                  <a:lnTo>
                    <a:pt x="628" y="407"/>
                  </a:lnTo>
                  <a:lnTo>
                    <a:pt x="620" y="407"/>
                  </a:lnTo>
                  <a:lnTo>
                    <a:pt x="613" y="406"/>
                  </a:lnTo>
                  <a:lnTo>
                    <a:pt x="606" y="406"/>
                  </a:lnTo>
                  <a:lnTo>
                    <a:pt x="599" y="406"/>
                  </a:lnTo>
                  <a:lnTo>
                    <a:pt x="592" y="404"/>
                  </a:lnTo>
                  <a:lnTo>
                    <a:pt x="585" y="404"/>
                  </a:lnTo>
                  <a:lnTo>
                    <a:pt x="578" y="404"/>
                  </a:lnTo>
                  <a:lnTo>
                    <a:pt x="570" y="403"/>
                  </a:lnTo>
                  <a:lnTo>
                    <a:pt x="563" y="403"/>
                  </a:lnTo>
                  <a:lnTo>
                    <a:pt x="556" y="402"/>
                  </a:lnTo>
                  <a:lnTo>
                    <a:pt x="549" y="402"/>
                  </a:lnTo>
                  <a:lnTo>
                    <a:pt x="542" y="402"/>
                  </a:lnTo>
                  <a:lnTo>
                    <a:pt x="535" y="401"/>
                  </a:lnTo>
                  <a:lnTo>
                    <a:pt x="528" y="401"/>
                  </a:lnTo>
                  <a:lnTo>
                    <a:pt x="520" y="400"/>
                  </a:lnTo>
                  <a:lnTo>
                    <a:pt x="513" y="400"/>
                  </a:lnTo>
                  <a:lnTo>
                    <a:pt x="506" y="399"/>
                  </a:lnTo>
                  <a:lnTo>
                    <a:pt x="499" y="399"/>
                  </a:lnTo>
                  <a:lnTo>
                    <a:pt x="492" y="399"/>
                  </a:lnTo>
                  <a:lnTo>
                    <a:pt x="485" y="397"/>
                  </a:lnTo>
                  <a:lnTo>
                    <a:pt x="477" y="397"/>
                  </a:lnTo>
                  <a:lnTo>
                    <a:pt x="470" y="396"/>
                  </a:lnTo>
                  <a:lnTo>
                    <a:pt x="463" y="396"/>
                  </a:lnTo>
                  <a:lnTo>
                    <a:pt x="456" y="395"/>
                  </a:lnTo>
                  <a:lnTo>
                    <a:pt x="449" y="395"/>
                  </a:lnTo>
                  <a:lnTo>
                    <a:pt x="442" y="394"/>
                  </a:lnTo>
                  <a:lnTo>
                    <a:pt x="435" y="394"/>
                  </a:lnTo>
                  <a:lnTo>
                    <a:pt x="427" y="393"/>
                  </a:lnTo>
                  <a:lnTo>
                    <a:pt x="420" y="393"/>
                  </a:lnTo>
                  <a:lnTo>
                    <a:pt x="413" y="392"/>
                  </a:lnTo>
                  <a:lnTo>
                    <a:pt x="406" y="392"/>
                  </a:lnTo>
                  <a:lnTo>
                    <a:pt x="399" y="390"/>
                  </a:lnTo>
                  <a:lnTo>
                    <a:pt x="392" y="390"/>
                  </a:lnTo>
                  <a:lnTo>
                    <a:pt x="385" y="389"/>
                  </a:lnTo>
                  <a:lnTo>
                    <a:pt x="378" y="389"/>
                  </a:lnTo>
                  <a:lnTo>
                    <a:pt x="370" y="388"/>
                  </a:lnTo>
                  <a:lnTo>
                    <a:pt x="363" y="388"/>
                  </a:lnTo>
                  <a:lnTo>
                    <a:pt x="356" y="387"/>
                  </a:lnTo>
                  <a:lnTo>
                    <a:pt x="349" y="387"/>
                  </a:lnTo>
                  <a:lnTo>
                    <a:pt x="342" y="386"/>
                  </a:lnTo>
                  <a:lnTo>
                    <a:pt x="335" y="385"/>
                  </a:lnTo>
                  <a:lnTo>
                    <a:pt x="329" y="385"/>
                  </a:lnTo>
                  <a:lnTo>
                    <a:pt x="320" y="384"/>
                  </a:lnTo>
                  <a:lnTo>
                    <a:pt x="313" y="384"/>
                  </a:lnTo>
                  <a:lnTo>
                    <a:pt x="306" y="382"/>
                  </a:lnTo>
                  <a:lnTo>
                    <a:pt x="299" y="381"/>
                  </a:lnTo>
                  <a:lnTo>
                    <a:pt x="293" y="381"/>
                  </a:lnTo>
                  <a:lnTo>
                    <a:pt x="289" y="381"/>
                  </a:lnTo>
                  <a:lnTo>
                    <a:pt x="289" y="382"/>
                  </a:lnTo>
                  <a:lnTo>
                    <a:pt x="289" y="385"/>
                  </a:lnTo>
                  <a:lnTo>
                    <a:pt x="288" y="387"/>
                  </a:lnTo>
                  <a:lnTo>
                    <a:pt x="288" y="390"/>
                  </a:lnTo>
                  <a:lnTo>
                    <a:pt x="288" y="393"/>
                  </a:lnTo>
                  <a:lnTo>
                    <a:pt x="288" y="395"/>
                  </a:lnTo>
                  <a:lnTo>
                    <a:pt x="287" y="397"/>
                  </a:lnTo>
                  <a:lnTo>
                    <a:pt x="287" y="401"/>
                  </a:lnTo>
                  <a:lnTo>
                    <a:pt x="287" y="403"/>
                  </a:lnTo>
                  <a:lnTo>
                    <a:pt x="287" y="406"/>
                  </a:lnTo>
                  <a:lnTo>
                    <a:pt x="287" y="408"/>
                  </a:lnTo>
                  <a:lnTo>
                    <a:pt x="286" y="411"/>
                  </a:lnTo>
                  <a:lnTo>
                    <a:pt x="286" y="414"/>
                  </a:lnTo>
                  <a:lnTo>
                    <a:pt x="286" y="416"/>
                  </a:lnTo>
                  <a:lnTo>
                    <a:pt x="286" y="420"/>
                  </a:lnTo>
                  <a:lnTo>
                    <a:pt x="284" y="422"/>
                  </a:lnTo>
                  <a:lnTo>
                    <a:pt x="284" y="424"/>
                  </a:lnTo>
                  <a:lnTo>
                    <a:pt x="282" y="423"/>
                  </a:lnTo>
                  <a:lnTo>
                    <a:pt x="281" y="422"/>
                  </a:lnTo>
                  <a:lnTo>
                    <a:pt x="279" y="420"/>
                  </a:lnTo>
                  <a:lnTo>
                    <a:pt x="279" y="418"/>
                  </a:lnTo>
                  <a:lnTo>
                    <a:pt x="277" y="417"/>
                  </a:lnTo>
                  <a:lnTo>
                    <a:pt x="276" y="416"/>
                  </a:lnTo>
                  <a:lnTo>
                    <a:pt x="276" y="416"/>
                  </a:lnTo>
                  <a:lnTo>
                    <a:pt x="275" y="415"/>
                  </a:lnTo>
                  <a:lnTo>
                    <a:pt x="275" y="415"/>
                  </a:lnTo>
                  <a:lnTo>
                    <a:pt x="275" y="415"/>
                  </a:lnTo>
                  <a:lnTo>
                    <a:pt x="275" y="414"/>
                  </a:lnTo>
                  <a:lnTo>
                    <a:pt x="275" y="414"/>
                  </a:lnTo>
                  <a:lnTo>
                    <a:pt x="275" y="413"/>
                  </a:lnTo>
                  <a:lnTo>
                    <a:pt x="275" y="411"/>
                  </a:lnTo>
                  <a:lnTo>
                    <a:pt x="275" y="411"/>
                  </a:lnTo>
                  <a:lnTo>
                    <a:pt x="275" y="410"/>
                  </a:lnTo>
                  <a:lnTo>
                    <a:pt x="274" y="410"/>
                  </a:lnTo>
                  <a:lnTo>
                    <a:pt x="274" y="410"/>
                  </a:lnTo>
                  <a:lnTo>
                    <a:pt x="273" y="409"/>
                  </a:lnTo>
                  <a:lnTo>
                    <a:pt x="273" y="409"/>
                  </a:lnTo>
                  <a:lnTo>
                    <a:pt x="273" y="408"/>
                  </a:lnTo>
                  <a:lnTo>
                    <a:pt x="270" y="403"/>
                  </a:lnTo>
                  <a:lnTo>
                    <a:pt x="269" y="402"/>
                  </a:lnTo>
                  <a:lnTo>
                    <a:pt x="269" y="402"/>
                  </a:lnTo>
                  <a:lnTo>
                    <a:pt x="267" y="400"/>
                  </a:lnTo>
                  <a:lnTo>
                    <a:pt x="266" y="400"/>
                  </a:lnTo>
                  <a:lnTo>
                    <a:pt x="266" y="400"/>
                  </a:lnTo>
                  <a:lnTo>
                    <a:pt x="266" y="400"/>
                  </a:lnTo>
                  <a:lnTo>
                    <a:pt x="265" y="401"/>
                  </a:lnTo>
                  <a:lnTo>
                    <a:pt x="263" y="402"/>
                  </a:lnTo>
                  <a:lnTo>
                    <a:pt x="263" y="402"/>
                  </a:lnTo>
                  <a:lnTo>
                    <a:pt x="261" y="402"/>
                  </a:lnTo>
                  <a:lnTo>
                    <a:pt x="261" y="402"/>
                  </a:lnTo>
                  <a:lnTo>
                    <a:pt x="260" y="402"/>
                  </a:lnTo>
                  <a:lnTo>
                    <a:pt x="260" y="403"/>
                  </a:lnTo>
                  <a:lnTo>
                    <a:pt x="259" y="403"/>
                  </a:lnTo>
                  <a:lnTo>
                    <a:pt x="259" y="403"/>
                  </a:lnTo>
                  <a:lnTo>
                    <a:pt x="259" y="404"/>
                  </a:lnTo>
                  <a:lnTo>
                    <a:pt x="260" y="404"/>
                  </a:lnTo>
                  <a:lnTo>
                    <a:pt x="260" y="404"/>
                  </a:lnTo>
                  <a:lnTo>
                    <a:pt x="260" y="406"/>
                  </a:lnTo>
                  <a:lnTo>
                    <a:pt x="260" y="406"/>
                  </a:lnTo>
                  <a:lnTo>
                    <a:pt x="260" y="406"/>
                  </a:lnTo>
                  <a:lnTo>
                    <a:pt x="260" y="407"/>
                  </a:lnTo>
                  <a:lnTo>
                    <a:pt x="260" y="407"/>
                  </a:lnTo>
                  <a:lnTo>
                    <a:pt x="260" y="408"/>
                  </a:lnTo>
                  <a:lnTo>
                    <a:pt x="259" y="408"/>
                  </a:lnTo>
                  <a:lnTo>
                    <a:pt x="258" y="408"/>
                  </a:lnTo>
                  <a:lnTo>
                    <a:pt x="256" y="408"/>
                  </a:lnTo>
                  <a:lnTo>
                    <a:pt x="256" y="409"/>
                  </a:lnTo>
                  <a:lnTo>
                    <a:pt x="256" y="409"/>
                  </a:lnTo>
                  <a:lnTo>
                    <a:pt x="256" y="410"/>
                  </a:lnTo>
                  <a:lnTo>
                    <a:pt x="255" y="411"/>
                  </a:lnTo>
                  <a:lnTo>
                    <a:pt x="255" y="411"/>
                  </a:lnTo>
                  <a:lnTo>
                    <a:pt x="255" y="411"/>
                  </a:lnTo>
                  <a:lnTo>
                    <a:pt x="255" y="413"/>
                  </a:lnTo>
                  <a:lnTo>
                    <a:pt x="255" y="414"/>
                  </a:lnTo>
                  <a:lnTo>
                    <a:pt x="255" y="414"/>
                  </a:lnTo>
                  <a:lnTo>
                    <a:pt x="255" y="415"/>
                  </a:lnTo>
                  <a:lnTo>
                    <a:pt x="256" y="415"/>
                  </a:lnTo>
                  <a:lnTo>
                    <a:pt x="256" y="415"/>
                  </a:lnTo>
                  <a:lnTo>
                    <a:pt x="256" y="415"/>
                  </a:lnTo>
                  <a:lnTo>
                    <a:pt x="258" y="416"/>
                  </a:lnTo>
                  <a:lnTo>
                    <a:pt x="259" y="416"/>
                  </a:lnTo>
                  <a:lnTo>
                    <a:pt x="259" y="416"/>
                  </a:lnTo>
                  <a:lnTo>
                    <a:pt x="259" y="417"/>
                  </a:lnTo>
                  <a:lnTo>
                    <a:pt x="258" y="417"/>
                  </a:lnTo>
                  <a:lnTo>
                    <a:pt x="258" y="417"/>
                  </a:lnTo>
                  <a:lnTo>
                    <a:pt x="256" y="417"/>
                  </a:lnTo>
                  <a:lnTo>
                    <a:pt x="255" y="417"/>
                  </a:lnTo>
                  <a:lnTo>
                    <a:pt x="255" y="417"/>
                  </a:lnTo>
                  <a:lnTo>
                    <a:pt x="254" y="416"/>
                  </a:lnTo>
                  <a:lnTo>
                    <a:pt x="253" y="415"/>
                  </a:lnTo>
                  <a:lnTo>
                    <a:pt x="252" y="415"/>
                  </a:lnTo>
                  <a:lnTo>
                    <a:pt x="245" y="414"/>
                  </a:lnTo>
                  <a:lnTo>
                    <a:pt x="244" y="414"/>
                  </a:lnTo>
                  <a:lnTo>
                    <a:pt x="240" y="416"/>
                  </a:lnTo>
                  <a:lnTo>
                    <a:pt x="240" y="416"/>
                  </a:lnTo>
                  <a:lnTo>
                    <a:pt x="239" y="416"/>
                  </a:lnTo>
                  <a:lnTo>
                    <a:pt x="238" y="416"/>
                  </a:lnTo>
                  <a:lnTo>
                    <a:pt x="237" y="416"/>
                  </a:lnTo>
                  <a:lnTo>
                    <a:pt x="236" y="416"/>
                  </a:lnTo>
                  <a:lnTo>
                    <a:pt x="236" y="416"/>
                  </a:lnTo>
                  <a:lnTo>
                    <a:pt x="234" y="416"/>
                  </a:lnTo>
                  <a:lnTo>
                    <a:pt x="234" y="416"/>
                  </a:lnTo>
                  <a:lnTo>
                    <a:pt x="234" y="416"/>
                  </a:lnTo>
                  <a:lnTo>
                    <a:pt x="234" y="415"/>
                  </a:lnTo>
                  <a:lnTo>
                    <a:pt x="233" y="415"/>
                  </a:lnTo>
                  <a:lnTo>
                    <a:pt x="233" y="414"/>
                  </a:lnTo>
                  <a:lnTo>
                    <a:pt x="232" y="414"/>
                  </a:lnTo>
                  <a:lnTo>
                    <a:pt x="231" y="413"/>
                  </a:lnTo>
                  <a:lnTo>
                    <a:pt x="229" y="413"/>
                  </a:lnTo>
                  <a:lnTo>
                    <a:pt x="227" y="413"/>
                  </a:lnTo>
                  <a:lnTo>
                    <a:pt x="227" y="413"/>
                  </a:lnTo>
                  <a:lnTo>
                    <a:pt x="227" y="413"/>
                  </a:lnTo>
                  <a:lnTo>
                    <a:pt x="226" y="414"/>
                  </a:lnTo>
                  <a:lnTo>
                    <a:pt x="226" y="414"/>
                  </a:lnTo>
                  <a:lnTo>
                    <a:pt x="225" y="414"/>
                  </a:lnTo>
                  <a:lnTo>
                    <a:pt x="224" y="414"/>
                  </a:lnTo>
                  <a:lnTo>
                    <a:pt x="217" y="414"/>
                  </a:lnTo>
                  <a:lnTo>
                    <a:pt x="217" y="414"/>
                  </a:lnTo>
                  <a:lnTo>
                    <a:pt x="215" y="413"/>
                  </a:lnTo>
                  <a:lnTo>
                    <a:pt x="213" y="413"/>
                  </a:lnTo>
                  <a:lnTo>
                    <a:pt x="212" y="411"/>
                  </a:lnTo>
                  <a:lnTo>
                    <a:pt x="210" y="411"/>
                  </a:lnTo>
                  <a:lnTo>
                    <a:pt x="210" y="411"/>
                  </a:lnTo>
                  <a:lnTo>
                    <a:pt x="209" y="411"/>
                  </a:lnTo>
                  <a:lnTo>
                    <a:pt x="209" y="410"/>
                  </a:lnTo>
                  <a:lnTo>
                    <a:pt x="208" y="410"/>
                  </a:lnTo>
                  <a:lnTo>
                    <a:pt x="207" y="410"/>
                  </a:lnTo>
                  <a:lnTo>
                    <a:pt x="207" y="410"/>
                  </a:lnTo>
                  <a:lnTo>
                    <a:pt x="205" y="410"/>
                  </a:lnTo>
                  <a:lnTo>
                    <a:pt x="205" y="410"/>
                  </a:lnTo>
                  <a:lnTo>
                    <a:pt x="205" y="411"/>
                  </a:lnTo>
                  <a:lnTo>
                    <a:pt x="203" y="411"/>
                  </a:lnTo>
                  <a:lnTo>
                    <a:pt x="202" y="411"/>
                  </a:lnTo>
                  <a:lnTo>
                    <a:pt x="202" y="411"/>
                  </a:lnTo>
                  <a:lnTo>
                    <a:pt x="201" y="411"/>
                  </a:lnTo>
                  <a:lnTo>
                    <a:pt x="201" y="413"/>
                  </a:lnTo>
                  <a:lnTo>
                    <a:pt x="201" y="413"/>
                  </a:lnTo>
                  <a:lnTo>
                    <a:pt x="200" y="415"/>
                  </a:lnTo>
                  <a:lnTo>
                    <a:pt x="198" y="417"/>
                  </a:lnTo>
                  <a:lnTo>
                    <a:pt x="197" y="418"/>
                  </a:lnTo>
                  <a:lnTo>
                    <a:pt x="197" y="418"/>
                  </a:lnTo>
                  <a:lnTo>
                    <a:pt x="196" y="418"/>
                  </a:lnTo>
                  <a:lnTo>
                    <a:pt x="195" y="418"/>
                  </a:lnTo>
                  <a:lnTo>
                    <a:pt x="195" y="418"/>
                  </a:lnTo>
                  <a:lnTo>
                    <a:pt x="195" y="418"/>
                  </a:lnTo>
                  <a:lnTo>
                    <a:pt x="194" y="417"/>
                  </a:lnTo>
                  <a:lnTo>
                    <a:pt x="194" y="417"/>
                  </a:lnTo>
                  <a:lnTo>
                    <a:pt x="194" y="416"/>
                  </a:lnTo>
                  <a:lnTo>
                    <a:pt x="193" y="416"/>
                  </a:lnTo>
                  <a:lnTo>
                    <a:pt x="191" y="416"/>
                  </a:lnTo>
                  <a:lnTo>
                    <a:pt x="189" y="416"/>
                  </a:lnTo>
                  <a:lnTo>
                    <a:pt x="189" y="416"/>
                  </a:lnTo>
                  <a:lnTo>
                    <a:pt x="188" y="415"/>
                  </a:lnTo>
                  <a:lnTo>
                    <a:pt x="188" y="415"/>
                  </a:lnTo>
                  <a:lnTo>
                    <a:pt x="188" y="415"/>
                  </a:lnTo>
                  <a:lnTo>
                    <a:pt x="180" y="413"/>
                  </a:lnTo>
                  <a:lnTo>
                    <a:pt x="177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5" y="413"/>
                  </a:lnTo>
                  <a:lnTo>
                    <a:pt x="174" y="413"/>
                  </a:lnTo>
                  <a:lnTo>
                    <a:pt x="173" y="413"/>
                  </a:lnTo>
                  <a:lnTo>
                    <a:pt x="172" y="414"/>
                  </a:lnTo>
                  <a:lnTo>
                    <a:pt x="168" y="416"/>
                  </a:lnTo>
                  <a:lnTo>
                    <a:pt x="168" y="417"/>
                  </a:lnTo>
                  <a:lnTo>
                    <a:pt x="167" y="417"/>
                  </a:lnTo>
                  <a:lnTo>
                    <a:pt x="167" y="417"/>
                  </a:lnTo>
                  <a:lnTo>
                    <a:pt x="167" y="418"/>
                  </a:lnTo>
                  <a:lnTo>
                    <a:pt x="167" y="418"/>
                  </a:lnTo>
                  <a:lnTo>
                    <a:pt x="167" y="418"/>
                  </a:lnTo>
                  <a:lnTo>
                    <a:pt x="168" y="421"/>
                  </a:lnTo>
                  <a:lnTo>
                    <a:pt x="168" y="422"/>
                  </a:lnTo>
                  <a:lnTo>
                    <a:pt x="167" y="422"/>
                  </a:lnTo>
                  <a:lnTo>
                    <a:pt x="166" y="422"/>
                  </a:lnTo>
                  <a:lnTo>
                    <a:pt x="166" y="422"/>
                  </a:lnTo>
                  <a:lnTo>
                    <a:pt x="166" y="422"/>
                  </a:lnTo>
                  <a:lnTo>
                    <a:pt x="164" y="420"/>
                  </a:lnTo>
                  <a:lnTo>
                    <a:pt x="164" y="420"/>
                  </a:lnTo>
                  <a:lnTo>
                    <a:pt x="164" y="418"/>
                  </a:lnTo>
                  <a:lnTo>
                    <a:pt x="160" y="417"/>
                  </a:lnTo>
                  <a:lnTo>
                    <a:pt x="160" y="417"/>
                  </a:lnTo>
                  <a:lnTo>
                    <a:pt x="160" y="417"/>
                  </a:lnTo>
                  <a:lnTo>
                    <a:pt x="159" y="416"/>
                  </a:lnTo>
                  <a:lnTo>
                    <a:pt x="159" y="415"/>
                  </a:lnTo>
                  <a:lnTo>
                    <a:pt x="158" y="415"/>
                  </a:lnTo>
                  <a:lnTo>
                    <a:pt x="157" y="414"/>
                  </a:lnTo>
                  <a:lnTo>
                    <a:pt x="157" y="414"/>
                  </a:lnTo>
                  <a:lnTo>
                    <a:pt x="157" y="413"/>
                  </a:lnTo>
                  <a:lnTo>
                    <a:pt x="157" y="413"/>
                  </a:lnTo>
                  <a:lnTo>
                    <a:pt x="157" y="411"/>
                  </a:lnTo>
                  <a:lnTo>
                    <a:pt x="155" y="410"/>
                  </a:lnTo>
                  <a:lnTo>
                    <a:pt x="155" y="410"/>
                  </a:lnTo>
                  <a:lnTo>
                    <a:pt x="155" y="410"/>
                  </a:lnTo>
                  <a:lnTo>
                    <a:pt x="157" y="409"/>
                  </a:lnTo>
                  <a:lnTo>
                    <a:pt x="157" y="408"/>
                  </a:lnTo>
                  <a:lnTo>
                    <a:pt x="157" y="408"/>
                  </a:lnTo>
                  <a:lnTo>
                    <a:pt x="157" y="407"/>
                  </a:lnTo>
                  <a:lnTo>
                    <a:pt x="157" y="407"/>
                  </a:lnTo>
                  <a:lnTo>
                    <a:pt x="155" y="406"/>
                  </a:lnTo>
                  <a:lnTo>
                    <a:pt x="155" y="406"/>
                  </a:lnTo>
                  <a:lnTo>
                    <a:pt x="154" y="404"/>
                  </a:lnTo>
                  <a:lnTo>
                    <a:pt x="155" y="404"/>
                  </a:lnTo>
                  <a:lnTo>
                    <a:pt x="155" y="403"/>
                  </a:lnTo>
                  <a:lnTo>
                    <a:pt x="154" y="403"/>
                  </a:lnTo>
                  <a:lnTo>
                    <a:pt x="153" y="401"/>
                  </a:lnTo>
                  <a:lnTo>
                    <a:pt x="153" y="401"/>
                  </a:lnTo>
                  <a:lnTo>
                    <a:pt x="153" y="400"/>
                  </a:lnTo>
                  <a:lnTo>
                    <a:pt x="153" y="400"/>
                  </a:lnTo>
                  <a:lnTo>
                    <a:pt x="153" y="400"/>
                  </a:lnTo>
                  <a:lnTo>
                    <a:pt x="153" y="399"/>
                  </a:lnTo>
                  <a:lnTo>
                    <a:pt x="154" y="399"/>
                  </a:lnTo>
                  <a:lnTo>
                    <a:pt x="154" y="399"/>
                  </a:lnTo>
                  <a:lnTo>
                    <a:pt x="155" y="397"/>
                  </a:lnTo>
                  <a:lnTo>
                    <a:pt x="155" y="397"/>
                  </a:lnTo>
                  <a:lnTo>
                    <a:pt x="155" y="397"/>
                  </a:lnTo>
                  <a:lnTo>
                    <a:pt x="155" y="396"/>
                  </a:lnTo>
                  <a:lnTo>
                    <a:pt x="154" y="396"/>
                  </a:lnTo>
                  <a:lnTo>
                    <a:pt x="154" y="395"/>
                  </a:lnTo>
                  <a:lnTo>
                    <a:pt x="154" y="394"/>
                  </a:lnTo>
                  <a:lnTo>
                    <a:pt x="153" y="393"/>
                  </a:lnTo>
                  <a:lnTo>
                    <a:pt x="153" y="393"/>
                  </a:lnTo>
                  <a:lnTo>
                    <a:pt x="153" y="392"/>
                  </a:lnTo>
                  <a:lnTo>
                    <a:pt x="153" y="392"/>
                  </a:lnTo>
                  <a:lnTo>
                    <a:pt x="153" y="390"/>
                  </a:lnTo>
                  <a:lnTo>
                    <a:pt x="152" y="390"/>
                  </a:lnTo>
                  <a:lnTo>
                    <a:pt x="152" y="390"/>
                  </a:lnTo>
                  <a:lnTo>
                    <a:pt x="152" y="389"/>
                  </a:lnTo>
                  <a:lnTo>
                    <a:pt x="152" y="389"/>
                  </a:lnTo>
                  <a:lnTo>
                    <a:pt x="152" y="389"/>
                  </a:lnTo>
                  <a:lnTo>
                    <a:pt x="152" y="388"/>
                  </a:lnTo>
                  <a:lnTo>
                    <a:pt x="151" y="387"/>
                  </a:lnTo>
                  <a:lnTo>
                    <a:pt x="151" y="387"/>
                  </a:lnTo>
                  <a:lnTo>
                    <a:pt x="150" y="386"/>
                  </a:lnTo>
                  <a:lnTo>
                    <a:pt x="150" y="385"/>
                  </a:lnTo>
                  <a:lnTo>
                    <a:pt x="148" y="384"/>
                  </a:lnTo>
                  <a:lnTo>
                    <a:pt x="147" y="382"/>
                  </a:lnTo>
                  <a:lnTo>
                    <a:pt x="146" y="381"/>
                  </a:lnTo>
                  <a:lnTo>
                    <a:pt x="145" y="381"/>
                  </a:lnTo>
                  <a:lnTo>
                    <a:pt x="144" y="380"/>
                  </a:lnTo>
                  <a:lnTo>
                    <a:pt x="143" y="381"/>
                  </a:lnTo>
                  <a:lnTo>
                    <a:pt x="143" y="381"/>
                  </a:lnTo>
                  <a:lnTo>
                    <a:pt x="141" y="381"/>
                  </a:lnTo>
                  <a:lnTo>
                    <a:pt x="140" y="382"/>
                  </a:lnTo>
                  <a:lnTo>
                    <a:pt x="140" y="382"/>
                  </a:lnTo>
                  <a:lnTo>
                    <a:pt x="139" y="382"/>
                  </a:lnTo>
                  <a:lnTo>
                    <a:pt x="138" y="382"/>
                  </a:lnTo>
                  <a:lnTo>
                    <a:pt x="138" y="382"/>
                  </a:lnTo>
                  <a:lnTo>
                    <a:pt x="137" y="381"/>
                  </a:lnTo>
                  <a:lnTo>
                    <a:pt x="137" y="380"/>
                  </a:lnTo>
                  <a:lnTo>
                    <a:pt x="137" y="380"/>
                  </a:lnTo>
                  <a:lnTo>
                    <a:pt x="137" y="379"/>
                  </a:lnTo>
                  <a:lnTo>
                    <a:pt x="136" y="379"/>
                  </a:lnTo>
                  <a:lnTo>
                    <a:pt x="133" y="377"/>
                  </a:lnTo>
                  <a:lnTo>
                    <a:pt x="132" y="377"/>
                  </a:lnTo>
                  <a:lnTo>
                    <a:pt x="132" y="375"/>
                  </a:lnTo>
                  <a:lnTo>
                    <a:pt x="131" y="374"/>
                  </a:lnTo>
                  <a:lnTo>
                    <a:pt x="131" y="372"/>
                  </a:lnTo>
                  <a:lnTo>
                    <a:pt x="131" y="371"/>
                  </a:lnTo>
                  <a:lnTo>
                    <a:pt x="130" y="371"/>
                  </a:lnTo>
                  <a:lnTo>
                    <a:pt x="130" y="370"/>
                  </a:lnTo>
                  <a:lnTo>
                    <a:pt x="130" y="370"/>
                  </a:lnTo>
                  <a:lnTo>
                    <a:pt x="130" y="368"/>
                  </a:lnTo>
                  <a:lnTo>
                    <a:pt x="130" y="368"/>
                  </a:lnTo>
                  <a:lnTo>
                    <a:pt x="130" y="368"/>
                  </a:lnTo>
                  <a:lnTo>
                    <a:pt x="130" y="368"/>
                  </a:lnTo>
                  <a:lnTo>
                    <a:pt x="131" y="367"/>
                  </a:lnTo>
                  <a:lnTo>
                    <a:pt x="132" y="367"/>
                  </a:lnTo>
                  <a:lnTo>
                    <a:pt x="132" y="367"/>
                  </a:lnTo>
                  <a:lnTo>
                    <a:pt x="132" y="366"/>
                  </a:lnTo>
                  <a:lnTo>
                    <a:pt x="132" y="366"/>
                  </a:lnTo>
                  <a:lnTo>
                    <a:pt x="133" y="364"/>
                  </a:lnTo>
                  <a:lnTo>
                    <a:pt x="133" y="364"/>
                  </a:lnTo>
                  <a:lnTo>
                    <a:pt x="133" y="364"/>
                  </a:lnTo>
                  <a:lnTo>
                    <a:pt x="133" y="361"/>
                  </a:lnTo>
                  <a:lnTo>
                    <a:pt x="133" y="361"/>
                  </a:lnTo>
                  <a:lnTo>
                    <a:pt x="132" y="359"/>
                  </a:lnTo>
                  <a:lnTo>
                    <a:pt x="132" y="358"/>
                  </a:lnTo>
                  <a:lnTo>
                    <a:pt x="130" y="354"/>
                  </a:lnTo>
                  <a:lnTo>
                    <a:pt x="130" y="354"/>
                  </a:lnTo>
                  <a:lnTo>
                    <a:pt x="130" y="353"/>
                  </a:lnTo>
                  <a:lnTo>
                    <a:pt x="130" y="352"/>
                  </a:lnTo>
                  <a:lnTo>
                    <a:pt x="129" y="352"/>
                  </a:lnTo>
                  <a:lnTo>
                    <a:pt x="128" y="352"/>
                  </a:lnTo>
                  <a:lnTo>
                    <a:pt x="126" y="351"/>
                  </a:lnTo>
                  <a:lnTo>
                    <a:pt x="126" y="351"/>
                  </a:lnTo>
                  <a:lnTo>
                    <a:pt x="126" y="351"/>
                  </a:lnTo>
                  <a:lnTo>
                    <a:pt x="126" y="350"/>
                  </a:lnTo>
                  <a:lnTo>
                    <a:pt x="126" y="349"/>
                  </a:lnTo>
                  <a:lnTo>
                    <a:pt x="126" y="349"/>
                  </a:lnTo>
                  <a:lnTo>
                    <a:pt x="125" y="347"/>
                  </a:lnTo>
                  <a:lnTo>
                    <a:pt x="125" y="347"/>
                  </a:lnTo>
                  <a:lnTo>
                    <a:pt x="125" y="347"/>
                  </a:lnTo>
                  <a:lnTo>
                    <a:pt x="125" y="346"/>
                  </a:lnTo>
                  <a:lnTo>
                    <a:pt x="125" y="346"/>
                  </a:lnTo>
                  <a:lnTo>
                    <a:pt x="125" y="345"/>
                  </a:lnTo>
                  <a:lnTo>
                    <a:pt x="125" y="345"/>
                  </a:lnTo>
                  <a:lnTo>
                    <a:pt x="124" y="344"/>
                  </a:lnTo>
                  <a:lnTo>
                    <a:pt x="123" y="343"/>
                  </a:lnTo>
                  <a:lnTo>
                    <a:pt x="122" y="341"/>
                  </a:lnTo>
                  <a:lnTo>
                    <a:pt x="121" y="339"/>
                  </a:lnTo>
                  <a:lnTo>
                    <a:pt x="121" y="339"/>
                  </a:lnTo>
                  <a:lnTo>
                    <a:pt x="121" y="339"/>
                  </a:lnTo>
                  <a:lnTo>
                    <a:pt x="121" y="338"/>
                  </a:lnTo>
                  <a:lnTo>
                    <a:pt x="121" y="337"/>
                  </a:lnTo>
                  <a:lnTo>
                    <a:pt x="121" y="337"/>
                  </a:lnTo>
                  <a:lnTo>
                    <a:pt x="119" y="337"/>
                  </a:lnTo>
                  <a:lnTo>
                    <a:pt x="118" y="336"/>
                  </a:lnTo>
                  <a:lnTo>
                    <a:pt x="118" y="335"/>
                  </a:lnTo>
                  <a:lnTo>
                    <a:pt x="118" y="335"/>
                  </a:lnTo>
                  <a:lnTo>
                    <a:pt x="118" y="334"/>
                  </a:lnTo>
                  <a:lnTo>
                    <a:pt x="118" y="334"/>
                  </a:lnTo>
                  <a:lnTo>
                    <a:pt x="118" y="332"/>
                  </a:lnTo>
                  <a:lnTo>
                    <a:pt x="118" y="331"/>
                  </a:lnTo>
                  <a:lnTo>
                    <a:pt x="118" y="329"/>
                  </a:lnTo>
                  <a:lnTo>
                    <a:pt x="119" y="328"/>
                  </a:lnTo>
                  <a:lnTo>
                    <a:pt x="118" y="328"/>
                  </a:lnTo>
                  <a:lnTo>
                    <a:pt x="118" y="327"/>
                  </a:lnTo>
                  <a:lnTo>
                    <a:pt x="117" y="325"/>
                  </a:lnTo>
                  <a:lnTo>
                    <a:pt x="116" y="324"/>
                  </a:lnTo>
                  <a:lnTo>
                    <a:pt x="116" y="324"/>
                  </a:lnTo>
                  <a:lnTo>
                    <a:pt x="116" y="323"/>
                  </a:lnTo>
                  <a:lnTo>
                    <a:pt x="116" y="323"/>
                  </a:lnTo>
                  <a:lnTo>
                    <a:pt x="116" y="322"/>
                  </a:lnTo>
                  <a:lnTo>
                    <a:pt x="116" y="322"/>
                  </a:lnTo>
                  <a:lnTo>
                    <a:pt x="117" y="322"/>
                  </a:lnTo>
                  <a:lnTo>
                    <a:pt x="117" y="321"/>
                  </a:lnTo>
                  <a:lnTo>
                    <a:pt x="117" y="320"/>
                  </a:lnTo>
                  <a:lnTo>
                    <a:pt x="117" y="320"/>
                  </a:lnTo>
                  <a:lnTo>
                    <a:pt x="117" y="318"/>
                  </a:lnTo>
                  <a:lnTo>
                    <a:pt x="117" y="317"/>
                  </a:lnTo>
                  <a:lnTo>
                    <a:pt x="117" y="317"/>
                  </a:lnTo>
                  <a:lnTo>
                    <a:pt x="117" y="317"/>
                  </a:lnTo>
                  <a:lnTo>
                    <a:pt x="117" y="316"/>
                  </a:lnTo>
                  <a:lnTo>
                    <a:pt x="115" y="315"/>
                  </a:lnTo>
                  <a:lnTo>
                    <a:pt x="115" y="31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15" y="313"/>
                  </a:lnTo>
                  <a:lnTo>
                    <a:pt x="115" y="311"/>
                  </a:lnTo>
                  <a:lnTo>
                    <a:pt x="116" y="311"/>
                  </a:lnTo>
                  <a:lnTo>
                    <a:pt x="116" y="310"/>
                  </a:lnTo>
                  <a:lnTo>
                    <a:pt x="116" y="310"/>
                  </a:lnTo>
                  <a:lnTo>
                    <a:pt x="116" y="309"/>
                  </a:lnTo>
                  <a:lnTo>
                    <a:pt x="116" y="309"/>
                  </a:lnTo>
                  <a:lnTo>
                    <a:pt x="116" y="309"/>
                  </a:lnTo>
                  <a:lnTo>
                    <a:pt x="116" y="308"/>
                  </a:lnTo>
                  <a:lnTo>
                    <a:pt x="115" y="308"/>
                  </a:lnTo>
                  <a:lnTo>
                    <a:pt x="115" y="307"/>
                  </a:lnTo>
                  <a:lnTo>
                    <a:pt x="111" y="306"/>
                  </a:lnTo>
                  <a:lnTo>
                    <a:pt x="110" y="306"/>
                  </a:lnTo>
                  <a:lnTo>
                    <a:pt x="110" y="304"/>
                  </a:lnTo>
                  <a:lnTo>
                    <a:pt x="110" y="303"/>
                  </a:lnTo>
                  <a:lnTo>
                    <a:pt x="110" y="303"/>
                  </a:lnTo>
                  <a:lnTo>
                    <a:pt x="110" y="303"/>
                  </a:lnTo>
                  <a:lnTo>
                    <a:pt x="109" y="301"/>
                  </a:lnTo>
                  <a:lnTo>
                    <a:pt x="107" y="300"/>
                  </a:lnTo>
                  <a:lnTo>
                    <a:pt x="105" y="299"/>
                  </a:lnTo>
                  <a:lnTo>
                    <a:pt x="104" y="299"/>
                  </a:lnTo>
                  <a:lnTo>
                    <a:pt x="104" y="299"/>
                  </a:lnTo>
                  <a:lnTo>
                    <a:pt x="104" y="299"/>
                  </a:lnTo>
                  <a:lnTo>
                    <a:pt x="103" y="299"/>
                  </a:lnTo>
                  <a:lnTo>
                    <a:pt x="103" y="299"/>
                  </a:lnTo>
                  <a:lnTo>
                    <a:pt x="103" y="300"/>
                  </a:lnTo>
                  <a:lnTo>
                    <a:pt x="103" y="300"/>
                  </a:lnTo>
                  <a:lnTo>
                    <a:pt x="103" y="301"/>
                  </a:lnTo>
                  <a:lnTo>
                    <a:pt x="103" y="301"/>
                  </a:lnTo>
                  <a:lnTo>
                    <a:pt x="103" y="302"/>
                  </a:lnTo>
                  <a:lnTo>
                    <a:pt x="103" y="302"/>
                  </a:lnTo>
                  <a:lnTo>
                    <a:pt x="103" y="302"/>
                  </a:lnTo>
                  <a:lnTo>
                    <a:pt x="103" y="302"/>
                  </a:lnTo>
                  <a:lnTo>
                    <a:pt x="101" y="303"/>
                  </a:lnTo>
                  <a:lnTo>
                    <a:pt x="101" y="303"/>
                  </a:lnTo>
                  <a:lnTo>
                    <a:pt x="101" y="303"/>
                  </a:lnTo>
                  <a:lnTo>
                    <a:pt x="100" y="303"/>
                  </a:lnTo>
                  <a:lnTo>
                    <a:pt x="100" y="303"/>
                  </a:lnTo>
                  <a:lnTo>
                    <a:pt x="100" y="304"/>
                  </a:lnTo>
                  <a:lnTo>
                    <a:pt x="98" y="306"/>
                  </a:lnTo>
                  <a:lnTo>
                    <a:pt x="98" y="306"/>
                  </a:lnTo>
                  <a:lnTo>
                    <a:pt x="98" y="306"/>
                  </a:lnTo>
                  <a:lnTo>
                    <a:pt x="98" y="306"/>
                  </a:lnTo>
                  <a:lnTo>
                    <a:pt x="97" y="307"/>
                  </a:lnTo>
                  <a:lnTo>
                    <a:pt x="96" y="307"/>
                  </a:lnTo>
                  <a:lnTo>
                    <a:pt x="96" y="307"/>
                  </a:lnTo>
                  <a:lnTo>
                    <a:pt x="96" y="308"/>
                  </a:lnTo>
                  <a:lnTo>
                    <a:pt x="96" y="308"/>
                  </a:lnTo>
                  <a:lnTo>
                    <a:pt x="95" y="308"/>
                  </a:lnTo>
                  <a:lnTo>
                    <a:pt x="95" y="309"/>
                  </a:lnTo>
                  <a:lnTo>
                    <a:pt x="93" y="309"/>
                  </a:lnTo>
                  <a:lnTo>
                    <a:pt x="90" y="310"/>
                  </a:lnTo>
                  <a:lnTo>
                    <a:pt x="90" y="310"/>
                  </a:lnTo>
                  <a:lnTo>
                    <a:pt x="89" y="310"/>
                  </a:lnTo>
                  <a:lnTo>
                    <a:pt x="89" y="310"/>
                  </a:lnTo>
                  <a:lnTo>
                    <a:pt x="88" y="310"/>
                  </a:lnTo>
                  <a:lnTo>
                    <a:pt x="88" y="310"/>
                  </a:lnTo>
                  <a:lnTo>
                    <a:pt x="87" y="310"/>
                  </a:lnTo>
                  <a:lnTo>
                    <a:pt x="87" y="310"/>
                  </a:lnTo>
                  <a:lnTo>
                    <a:pt x="87" y="310"/>
                  </a:lnTo>
                  <a:lnTo>
                    <a:pt x="87" y="311"/>
                  </a:lnTo>
                  <a:lnTo>
                    <a:pt x="86" y="313"/>
                  </a:lnTo>
                  <a:lnTo>
                    <a:pt x="85" y="314"/>
                  </a:lnTo>
                  <a:lnTo>
                    <a:pt x="85" y="314"/>
                  </a:lnTo>
                  <a:lnTo>
                    <a:pt x="85" y="314"/>
                  </a:lnTo>
                  <a:lnTo>
                    <a:pt x="83" y="314"/>
                  </a:lnTo>
                  <a:lnTo>
                    <a:pt x="82" y="315"/>
                  </a:lnTo>
                  <a:lnTo>
                    <a:pt x="82" y="315"/>
                  </a:lnTo>
                  <a:lnTo>
                    <a:pt x="81" y="315"/>
                  </a:lnTo>
                  <a:lnTo>
                    <a:pt x="80" y="314"/>
                  </a:lnTo>
                  <a:lnTo>
                    <a:pt x="80" y="314"/>
                  </a:lnTo>
                  <a:lnTo>
                    <a:pt x="79" y="314"/>
                  </a:lnTo>
                  <a:lnTo>
                    <a:pt x="79" y="314"/>
                  </a:lnTo>
                  <a:lnTo>
                    <a:pt x="79" y="313"/>
                  </a:lnTo>
                  <a:lnTo>
                    <a:pt x="76" y="311"/>
                  </a:lnTo>
                  <a:lnTo>
                    <a:pt x="75" y="310"/>
                  </a:lnTo>
                  <a:lnTo>
                    <a:pt x="75" y="310"/>
                  </a:lnTo>
                  <a:lnTo>
                    <a:pt x="75" y="309"/>
                  </a:lnTo>
                  <a:lnTo>
                    <a:pt x="75" y="309"/>
                  </a:lnTo>
                  <a:lnTo>
                    <a:pt x="75" y="309"/>
                  </a:lnTo>
                  <a:lnTo>
                    <a:pt x="73" y="307"/>
                  </a:lnTo>
                  <a:lnTo>
                    <a:pt x="73" y="307"/>
                  </a:lnTo>
                  <a:lnTo>
                    <a:pt x="69" y="306"/>
                  </a:lnTo>
                  <a:lnTo>
                    <a:pt x="68" y="306"/>
                  </a:lnTo>
                  <a:lnTo>
                    <a:pt x="67" y="306"/>
                  </a:lnTo>
                  <a:lnTo>
                    <a:pt x="67" y="304"/>
                  </a:lnTo>
                  <a:lnTo>
                    <a:pt x="67" y="304"/>
                  </a:lnTo>
                  <a:lnTo>
                    <a:pt x="68" y="303"/>
                  </a:lnTo>
                  <a:lnTo>
                    <a:pt x="68" y="303"/>
                  </a:lnTo>
                  <a:lnTo>
                    <a:pt x="68" y="302"/>
                  </a:lnTo>
                  <a:lnTo>
                    <a:pt x="68" y="302"/>
                  </a:lnTo>
                  <a:lnTo>
                    <a:pt x="68" y="301"/>
                  </a:lnTo>
                  <a:lnTo>
                    <a:pt x="68" y="301"/>
                  </a:lnTo>
                  <a:lnTo>
                    <a:pt x="68" y="300"/>
                  </a:lnTo>
                  <a:lnTo>
                    <a:pt x="68" y="300"/>
                  </a:lnTo>
                  <a:lnTo>
                    <a:pt x="68" y="300"/>
                  </a:lnTo>
                  <a:lnTo>
                    <a:pt x="69" y="299"/>
                  </a:lnTo>
                  <a:lnTo>
                    <a:pt x="71" y="297"/>
                  </a:lnTo>
                  <a:lnTo>
                    <a:pt x="71" y="297"/>
                  </a:lnTo>
                  <a:lnTo>
                    <a:pt x="71" y="297"/>
                  </a:lnTo>
                  <a:lnTo>
                    <a:pt x="72" y="296"/>
                  </a:lnTo>
                  <a:lnTo>
                    <a:pt x="72" y="296"/>
                  </a:lnTo>
                  <a:lnTo>
                    <a:pt x="72" y="296"/>
                  </a:lnTo>
                  <a:lnTo>
                    <a:pt x="72" y="295"/>
                  </a:lnTo>
                  <a:lnTo>
                    <a:pt x="72" y="295"/>
                  </a:lnTo>
                  <a:lnTo>
                    <a:pt x="72" y="294"/>
                  </a:lnTo>
                  <a:lnTo>
                    <a:pt x="72" y="293"/>
                  </a:lnTo>
                  <a:lnTo>
                    <a:pt x="72" y="293"/>
                  </a:lnTo>
                  <a:lnTo>
                    <a:pt x="71" y="291"/>
                  </a:lnTo>
                  <a:lnTo>
                    <a:pt x="69" y="291"/>
                  </a:lnTo>
                  <a:lnTo>
                    <a:pt x="69" y="289"/>
                  </a:lnTo>
                  <a:lnTo>
                    <a:pt x="69" y="288"/>
                  </a:lnTo>
                  <a:lnTo>
                    <a:pt x="69" y="288"/>
                  </a:lnTo>
                  <a:lnTo>
                    <a:pt x="69" y="287"/>
                  </a:lnTo>
                  <a:lnTo>
                    <a:pt x="69" y="287"/>
                  </a:lnTo>
                  <a:lnTo>
                    <a:pt x="69" y="286"/>
                  </a:lnTo>
                  <a:lnTo>
                    <a:pt x="71" y="286"/>
                  </a:lnTo>
                  <a:lnTo>
                    <a:pt x="71" y="286"/>
                  </a:lnTo>
                  <a:lnTo>
                    <a:pt x="71" y="285"/>
                  </a:lnTo>
                  <a:lnTo>
                    <a:pt x="71" y="285"/>
                  </a:lnTo>
                  <a:lnTo>
                    <a:pt x="72" y="284"/>
                  </a:lnTo>
                  <a:lnTo>
                    <a:pt x="73" y="284"/>
                  </a:lnTo>
                  <a:lnTo>
                    <a:pt x="73" y="282"/>
                  </a:lnTo>
                  <a:lnTo>
                    <a:pt x="73" y="282"/>
                  </a:lnTo>
                  <a:lnTo>
                    <a:pt x="73" y="282"/>
                  </a:lnTo>
                  <a:lnTo>
                    <a:pt x="74" y="281"/>
                  </a:lnTo>
                  <a:lnTo>
                    <a:pt x="74" y="281"/>
                  </a:lnTo>
                  <a:lnTo>
                    <a:pt x="75" y="281"/>
                  </a:lnTo>
                  <a:lnTo>
                    <a:pt x="78" y="281"/>
                  </a:lnTo>
                  <a:lnTo>
                    <a:pt x="78" y="281"/>
                  </a:lnTo>
                  <a:lnTo>
                    <a:pt x="79" y="281"/>
                  </a:lnTo>
                  <a:lnTo>
                    <a:pt x="79" y="281"/>
                  </a:lnTo>
                  <a:lnTo>
                    <a:pt x="80" y="280"/>
                  </a:lnTo>
                  <a:lnTo>
                    <a:pt x="81" y="279"/>
                  </a:lnTo>
                  <a:lnTo>
                    <a:pt x="81" y="279"/>
                  </a:lnTo>
                  <a:lnTo>
                    <a:pt x="81" y="279"/>
                  </a:lnTo>
                  <a:lnTo>
                    <a:pt x="80" y="277"/>
                  </a:lnTo>
                  <a:lnTo>
                    <a:pt x="80" y="275"/>
                  </a:lnTo>
                  <a:lnTo>
                    <a:pt x="80" y="275"/>
                  </a:lnTo>
                  <a:lnTo>
                    <a:pt x="80" y="274"/>
                  </a:lnTo>
                  <a:lnTo>
                    <a:pt x="80" y="274"/>
                  </a:lnTo>
                  <a:lnTo>
                    <a:pt x="80" y="274"/>
                  </a:lnTo>
                  <a:lnTo>
                    <a:pt x="80" y="273"/>
                  </a:lnTo>
                  <a:lnTo>
                    <a:pt x="81" y="272"/>
                  </a:lnTo>
                  <a:lnTo>
                    <a:pt x="81" y="272"/>
                  </a:lnTo>
                  <a:lnTo>
                    <a:pt x="81" y="271"/>
                  </a:lnTo>
                  <a:lnTo>
                    <a:pt x="81" y="271"/>
                  </a:lnTo>
                  <a:lnTo>
                    <a:pt x="80" y="271"/>
                  </a:lnTo>
                  <a:lnTo>
                    <a:pt x="79" y="270"/>
                  </a:lnTo>
                  <a:lnTo>
                    <a:pt x="78" y="268"/>
                  </a:lnTo>
                  <a:lnTo>
                    <a:pt x="76" y="268"/>
                  </a:lnTo>
                  <a:lnTo>
                    <a:pt x="76" y="267"/>
                  </a:lnTo>
                  <a:lnTo>
                    <a:pt x="76" y="267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76" y="265"/>
                  </a:lnTo>
                  <a:lnTo>
                    <a:pt x="76" y="264"/>
                  </a:lnTo>
                  <a:lnTo>
                    <a:pt x="76" y="264"/>
                  </a:lnTo>
                  <a:lnTo>
                    <a:pt x="76" y="264"/>
                  </a:lnTo>
                  <a:lnTo>
                    <a:pt x="78" y="263"/>
                  </a:lnTo>
                  <a:lnTo>
                    <a:pt x="79" y="261"/>
                  </a:lnTo>
                  <a:lnTo>
                    <a:pt x="79" y="260"/>
                  </a:lnTo>
                  <a:lnTo>
                    <a:pt x="79" y="260"/>
                  </a:lnTo>
                  <a:lnTo>
                    <a:pt x="79" y="260"/>
                  </a:lnTo>
                  <a:lnTo>
                    <a:pt x="79" y="259"/>
                  </a:lnTo>
                  <a:lnTo>
                    <a:pt x="79" y="259"/>
                  </a:lnTo>
                  <a:lnTo>
                    <a:pt x="79" y="259"/>
                  </a:lnTo>
                  <a:lnTo>
                    <a:pt x="76" y="256"/>
                  </a:lnTo>
                  <a:lnTo>
                    <a:pt x="76" y="256"/>
                  </a:lnTo>
                  <a:lnTo>
                    <a:pt x="76" y="254"/>
                  </a:lnTo>
                  <a:lnTo>
                    <a:pt x="76" y="254"/>
                  </a:lnTo>
                  <a:lnTo>
                    <a:pt x="76" y="253"/>
                  </a:lnTo>
                  <a:lnTo>
                    <a:pt x="76" y="253"/>
                  </a:lnTo>
                  <a:lnTo>
                    <a:pt x="78" y="253"/>
                  </a:lnTo>
                  <a:lnTo>
                    <a:pt x="78" y="253"/>
                  </a:lnTo>
                  <a:lnTo>
                    <a:pt x="80" y="253"/>
                  </a:lnTo>
                  <a:lnTo>
                    <a:pt x="80" y="253"/>
                  </a:lnTo>
                  <a:lnTo>
                    <a:pt x="81" y="253"/>
                  </a:lnTo>
                  <a:lnTo>
                    <a:pt x="81" y="253"/>
                  </a:lnTo>
                  <a:lnTo>
                    <a:pt x="81" y="252"/>
                  </a:lnTo>
                  <a:lnTo>
                    <a:pt x="81" y="252"/>
                  </a:lnTo>
                  <a:lnTo>
                    <a:pt x="81" y="251"/>
                  </a:lnTo>
                  <a:lnTo>
                    <a:pt x="81" y="251"/>
                  </a:lnTo>
                  <a:lnTo>
                    <a:pt x="81" y="249"/>
                  </a:lnTo>
                  <a:lnTo>
                    <a:pt x="81" y="249"/>
                  </a:lnTo>
                  <a:lnTo>
                    <a:pt x="81" y="249"/>
                  </a:lnTo>
                  <a:lnTo>
                    <a:pt x="81" y="248"/>
                  </a:lnTo>
                  <a:lnTo>
                    <a:pt x="81" y="246"/>
                  </a:lnTo>
                  <a:lnTo>
                    <a:pt x="81" y="246"/>
                  </a:lnTo>
                  <a:lnTo>
                    <a:pt x="81" y="245"/>
                  </a:lnTo>
                  <a:lnTo>
                    <a:pt x="81" y="245"/>
                  </a:lnTo>
                  <a:lnTo>
                    <a:pt x="81" y="245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2" y="243"/>
                  </a:lnTo>
                  <a:lnTo>
                    <a:pt x="82" y="243"/>
                  </a:lnTo>
                  <a:lnTo>
                    <a:pt x="82" y="242"/>
                  </a:lnTo>
                  <a:lnTo>
                    <a:pt x="83" y="242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8"/>
                  </a:lnTo>
                  <a:lnTo>
                    <a:pt x="85" y="237"/>
                  </a:lnTo>
                  <a:lnTo>
                    <a:pt x="86" y="236"/>
                  </a:lnTo>
                  <a:lnTo>
                    <a:pt x="86" y="236"/>
                  </a:lnTo>
                  <a:lnTo>
                    <a:pt x="86" y="235"/>
                  </a:lnTo>
                  <a:lnTo>
                    <a:pt x="88" y="231"/>
                  </a:lnTo>
                  <a:lnTo>
                    <a:pt x="88" y="231"/>
                  </a:lnTo>
                  <a:lnTo>
                    <a:pt x="88" y="230"/>
                  </a:lnTo>
                  <a:lnTo>
                    <a:pt x="88" y="230"/>
                  </a:lnTo>
                  <a:lnTo>
                    <a:pt x="88" y="230"/>
                  </a:lnTo>
                  <a:lnTo>
                    <a:pt x="88" y="229"/>
                  </a:lnTo>
                  <a:lnTo>
                    <a:pt x="88" y="229"/>
                  </a:lnTo>
                  <a:lnTo>
                    <a:pt x="88" y="228"/>
                  </a:lnTo>
                  <a:lnTo>
                    <a:pt x="87" y="227"/>
                  </a:lnTo>
                  <a:lnTo>
                    <a:pt x="87" y="227"/>
                  </a:lnTo>
                  <a:lnTo>
                    <a:pt x="87" y="227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88" y="225"/>
                  </a:lnTo>
                  <a:lnTo>
                    <a:pt x="89" y="225"/>
                  </a:lnTo>
                  <a:lnTo>
                    <a:pt x="90" y="225"/>
                  </a:lnTo>
                  <a:lnTo>
                    <a:pt x="90" y="224"/>
                  </a:lnTo>
                  <a:lnTo>
                    <a:pt x="90" y="224"/>
                  </a:lnTo>
                  <a:lnTo>
                    <a:pt x="92" y="224"/>
                  </a:lnTo>
                  <a:lnTo>
                    <a:pt x="92" y="224"/>
                  </a:lnTo>
                  <a:lnTo>
                    <a:pt x="92" y="223"/>
                  </a:lnTo>
                  <a:lnTo>
                    <a:pt x="92" y="223"/>
                  </a:lnTo>
                  <a:lnTo>
                    <a:pt x="92" y="223"/>
                  </a:lnTo>
                  <a:lnTo>
                    <a:pt x="90" y="222"/>
                  </a:lnTo>
                  <a:lnTo>
                    <a:pt x="92" y="222"/>
                  </a:lnTo>
                  <a:lnTo>
                    <a:pt x="92" y="221"/>
                  </a:lnTo>
                  <a:lnTo>
                    <a:pt x="92" y="221"/>
                  </a:lnTo>
                  <a:lnTo>
                    <a:pt x="92" y="220"/>
                  </a:lnTo>
                  <a:lnTo>
                    <a:pt x="93" y="220"/>
                  </a:lnTo>
                  <a:lnTo>
                    <a:pt x="93" y="220"/>
                  </a:lnTo>
                  <a:lnTo>
                    <a:pt x="92" y="218"/>
                  </a:lnTo>
                  <a:lnTo>
                    <a:pt x="93" y="218"/>
                  </a:lnTo>
                  <a:lnTo>
                    <a:pt x="93" y="217"/>
                  </a:lnTo>
                  <a:lnTo>
                    <a:pt x="93" y="217"/>
                  </a:lnTo>
                  <a:lnTo>
                    <a:pt x="93" y="216"/>
                  </a:lnTo>
                  <a:lnTo>
                    <a:pt x="94" y="216"/>
                  </a:lnTo>
                  <a:lnTo>
                    <a:pt x="94" y="214"/>
                  </a:lnTo>
                  <a:lnTo>
                    <a:pt x="94" y="214"/>
                  </a:lnTo>
                  <a:lnTo>
                    <a:pt x="94" y="213"/>
                  </a:lnTo>
                  <a:lnTo>
                    <a:pt x="94" y="213"/>
                  </a:lnTo>
                  <a:lnTo>
                    <a:pt x="93" y="211"/>
                  </a:lnTo>
                  <a:lnTo>
                    <a:pt x="93" y="211"/>
                  </a:lnTo>
                  <a:lnTo>
                    <a:pt x="92" y="211"/>
                  </a:lnTo>
                  <a:lnTo>
                    <a:pt x="92" y="211"/>
                  </a:lnTo>
                  <a:lnTo>
                    <a:pt x="87" y="211"/>
                  </a:lnTo>
                  <a:lnTo>
                    <a:pt x="87" y="211"/>
                  </a:lnTo>
                  <a:lnTo>
                    <a:pt x="86" y="213"/>
                  </a:lnTo>
                  <a:lnTo>
                    <a:pt x="85" y="213"/>
                  </a:lnTo>
                  <a:lnTo>
                    <a:pt x="85" y="213"/>
                  </a:lnTo>
                  <a:lnTo>
                    <a:pt x="83" y="213"/>
                  </a:lnTo>
                  <a:lnTo>
                    <a:pt x="83" y="213"/>
                  </a:lnTo>
                  <a:lnTo>
                    <a:pt x="82" y="213"/>
                  </a:lnTo>
                  <a:lnTo>
                    <a:pt x="82" y="213"/>
                  </a:lnTo>
                  <a:lnTo>
                    <a:pt x="81" y="213"/>
                  </a:lnTo>
                  <a:lnTo>
                    <a:pt x="80" y="213"/>
                  </a:lnTo>
                  <a:lnTo>
                    <a:pt x="79" y="213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6" y="211"/>
                  </a:lnTo>
                  <a:lnTo>
                    <a:pt x="75" y="210"/>
                  </a:lnTo>
                  <a:lnTo>
                    <a:pt x="74" y="210"/>
                  </a:lnTo>
                  <a:lnTo>
                    <a:pt x="74" y="209"/>
                  </a:lnTo>
                  <a:lnTo>
                    <a:pt x="74" y="209"/>
                  </a:lnTo>
                  <a:lnTo>
                    <a:pt x="74" y="208"/>
                  </a:lnTo>
                  <a:lnTo>
                    <a:pt x="74" y="208"/>
                  </a:lnTo>
                  <a:lnTo>
                    <a:pt x="74" y="208"/>
                  </a:lnTo>
                  <a:lnTo>
                    <a:pt x="75" y="207"/>
                  </a:lnTo>
                  <a:lnTo>
                    <a:pt x="75" y="207"/>
                  </a:lnTo>
                  <a:lnTo>
                    <a:pt x="75" y="206"/>
                  </a:lnTo>
                  <a:lnTo>
                    <a:pt x="75" y="204"/>
                  </a:lnTo>
                  <a:lnTo>
                    <a:pt x="74" y="204"/>
                  </a:lnTo>
                  <a:lnTo>
                    <a:pt x="73" y="203"/>
                  </a:lnTo>
                  <a:lnTo>
                    <a:pt x="73" y="202"/>
                  </a:lnTo>
                  <a:lnTo>
                    <a:pt x="72" y="202"/>
                  </a:lnTo>
                  <a:lnTo>
                    <a:pt x="71" y="202"/>
                  </a:lnTo>
                  <a:lnTo>
                    <a:pt x="71" y="202"/>
                  </a:lnTo>
                  <a:lnTo>
                    <a:pt x="69" y="203"/>
                  </a:lnTo>
                  <a:lnTo>
                    <a:pt x="68" y="204"/>
                  </a:lnTo>
                  <a:lnTo>
                    <a:pt x="67" y="204"/>
                  </a:lnTo>
                  <a:lnTo>
                    <a:pt x="67" y="204"/>
                  </a:lnTo>
                  <a:lnTo>
                    <a:pt x="66" y="204"/>
                  </a:lnTo>
                  <a:lnTo>
                    <a:pt x="66" y="204"/>
                  </a:lnTo>
                  <a:lnTo>
                    <a:pt x="66" y="204"/>
                  </a:lnTo>
                  <a:lnTo>
                    <a:pt x="66" y="203"/>
                  </a:lnTo>
                  <a:lnTo>
                    <a:pt x="67" y="201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7" y="200"/>
                  </a:lnTo>
                  <a:lnTo>
                    <a:pt x="66" y="200"/>
                  </a:lnTo>
                  <a:lnTo>
                    <a:pt x="66" y="199"/>
                  </a:lnTo>
                  <a:lnTo>
                    <a:pt x="64" y="199"/>
                  </a:lnTo>
                  <a:lnTo>
                    <a:pt x="64" y="198"/>
                  </a:lnTo>
                  <a:lnTo>
                    <a:pt x="62" y="198"/>
                  </a:lnTo>
                  <a:lnTo>
                    <a:pt x="61" y="196"/>
                  </a:lnTo>
                  <a:lnTo>
                    <a:pt x="61" y="195"/>
                  </a:lnTo>
                  <a:lnTo>
                    <a:pt x="59" y="194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58" y="192"/>
                  </a:lnTo>
                  <a:lnTo>
                    <a:pt x="58" y="191"/>
                  </a:lnTo>
                  <a:lnTo>
                    <a:pt x="58" y="189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87"/>
                  </a:lnTo>
                  <a:lnTo>
                    <a:pt x="59" y="187"/>
                  </a:lnTo>
                  <a:lnTo>
                    <a:pt x="59" y="186"/>
                  </a:lnTo>
                  <a:lnTo>
                    <a:pt x="59" y="186"/>
                  </a:lnTo>
                  <a:lnTo>
                    <a:pt x="58" y="186"/>
                  </a:lnTo>
                  <a:lnTo>
                    <a:pt x="57" y="185"/>
                  </a:lnTo>
                  <a:lnTo>
                    <a:pt x="57" y="184"/>
                  </a:lnTo>
                  <a:lnTo>
                    <a:pt x="55" y="184"/>
                  </a:lnTo>
                  <a:lnTo>
                    <a:pt x="54" y="181"/>
                  </a:lnTo>
                  <a:lnTo>
                    <a:pt x="54" y="180"/>
                  </a:lnTo>
                  <a:lnTo>
                    <a:pt x="53" y="180"/>
                  </a:lnTo>
                  <a:lnTo>
                    <a:pt x="52" y="180"/>
                  </a:lnTo>
                  <a:lnTo>
                    <a:pt x="52" y="179"/>
                  </a:lnTo>
                  <a:lnTo>
                    <a:pt x="51" y="179"/>
                  </a:lnTo>
                  <a:lnTo>
                    <a:pt x="51" y="178"/>
                  </a:lnTo>
                  <a:lnTo>
                    <a:pt x="51" y="178"/>
                  </a:lnTo>
                  <a:lnTo>
                    <a:pt x="51" y="178"/>
                  </a:lnTo>
                  <a:lnTo>
                    <a:pt x="51" y="177"/>
                  </a:lnTo>
                  <a:lnTo>
                    <a:pt x="51" y="175"/>
                  </a:lnTo>
                  <a:lnTo>
                    <a:pt x="46" y="170"/>
                  </a:lnTo>
                  <a:lnTo>
                    <a:pt x="45" y="167"/>
                  </a:lnTo>
                  <a:lnTo>
                    <a:pt x="44" y="165"/>
                  </a:lnTo>
                  <a:lnTo>
                    <a:pt x="43" y="164"/>
                  </a:lnTo>
                  <a:lnTo>
                    <a:pt x="42" y="163"/>
                  </a:lnTo>
                  <a:lnTo>
                    <a:pt x="42" y="161"/>
                  </a:lnTo>
                  <a:lnTo>
                    <a:pt x="40" y="161"/>
                  </a:lnTo>
                  <a:lnTo>
                    <a:pt x="40" y="160"/>
                  </a:lnTo>
                  <a:lnTo>
                    <a:pt x="39" y="160"/>
                  </a:lnTo>
                  <a:lnTo>
                    <a:pt x="39" y="159"/>
                  </a:lnTo>
                  <a:lnTo>
                    <a:pt x="39" y="159"/>
                  </a:lnTo>
                  <a:lnTo>
                    <a:pt x="38" y="159"/>
                  </a:lnTo>
                  <a:lnTo>
                    <a:pt x="38" y="158"/>
                  </a:lnTo>
                  <a:lnTo>
                    <a:pt x="38" y="158"/>
                  </a:lnTo>
                  <a:lnTo>
                    <a:pt x="38" y="157"/>
                  </a:lnTo>
                  <a:lnTo>
                    <a:pt x="38" y="157"/>
                  </a:lnTo>
                  <a:lnTo>
                    <a:pt x="38" y="156"/>
                  </a:lnTo>
                  <a:lnTo>
                    <a:pt x="37" y="155"/>
                  </a:lnTo>
                  <a:lnTo>
                    <a:pt x="37" y="153"/>
                  </a:lnTo>
                  <a:lnTo>
                    <a:pt x="36" y="153"/>
                  </a:lnTo>
                  <a:lnTo>
                    <a:pt x="36" y="152"/>
                  </a:lnTo>
                  <a:lnTo>
                    <a:pt x="30" y="150"/>
                  </a:lnTo>
                  <a:lnTo>
                    <a:pt x="28" y="149"/>
                  </a:lnTo>
                  <a:lnTo>
                    <a:pt x="26" y="149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6"/>
                  </a:lnTo>
                  <a:lnTo>
                    <a:pt x="25" y="145"/>
                  </a:lnTo>
                  <a:lnTo>
                    <a:pt x="24" y="143"/>
                  </a:lnTo>
                  <a:lnTo>
                    <a:pt x="22" y="141"/>
                  </a:lnTo>
                  <a:lnTo>
                    <a:pt x="22" y="141"/>
                  </a:lnTo>
                  <a:lnTo>
                    <a:pt x="17" y="137"/>
                  </a:lnTo>
                  <a:lnTo>
                    <a:pt x="15" y="136"/>
                  </a:lnTo>
                  <a:lnTo>
                    <a:pt x="14" y="135"/>
                  </a:lnTo>
                  <a:lnTo>
                    <a:pt x="14" y="135"/>
                  </a:lnTo>
                  <a:lnTo>
                    <a:pt x="14" y="134"/>
                  </a:lnTo>
                  <a:lnTo>
                    <a:pt x="14" y="134"/>
                  </a:lnTo>
                  <a:lnTo>
                    <a:pt x="14" y="134"/>
                  </a:lnTo>
                  <a:lnTo>
                    <a:pt x="14" y="134"/>
                  </a:lnTo>
                  <a:lnTo>
                    <a:pt x="15" y="132"/>
                  </a:lnTo>
                  <a:lnTo>
                    <a:pt x="15" y="132"/>
                  </a:lnTo>
                  <a:lnTo>
                    <a:pt x="17" y="134"/>
                  </a:lnTo>
                  <a:lnTo>
                    <a:pt x="18" y="134"/>
                  </a:lnTo>
                  <a:lnTo>
                    <a:pt x="18" y="132"/>
                  </a:lnTo>
                  <a:lnTo>
                    <a:pt x="19" y="132"/>
                  </a:lnTo>
                  <a:lnTo>
                    <a:pt x="19" y="132"/>
                  </a:lnTo>
                  <a:lnTo>
                    <a:pt x="19" y="132"/>
                  </a:lnTo>
                  <a:lnTo>
                    <a:pt x="19" y="131"/>
                  </a:lnTo>
                  <a:lnTo>
                    <a:pt x="18" y="131"/>
                  </a:lnTo>
                  <a:lnTo>
                    <a:pt x="18" y="130"/>
                  </a:lnTo>
                  <a:lnTo>
                    <a:pt x="17" y="130"/>
                  </a:lnTo>
                  <a:lnTo>
                    <a:pt x="17" y="130"/>
                  </a:lnTo>
                  <a:lnTo>
                    <a:pt x="17" y="128"/>
                  </a:lnTo>
                  <a:lnTo>
                    <a:pt x="17" y="127"/>
                  </a:lnTo>
                  <a:lnTo>
                    <a:pt x="16" y="127"/>
                  </a:lnTo>
                  <a:lnTo>
                    <a:pt x="15" y="125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7" y="123"/>
                  </a:lnTo>
                  <a:lnTo>
                    <a:pt x="17" y="123"/>
                  </a:lnTo>
                  <a:lnTo>
                    <a:pt x="17" y="123"/>
                  </a:lnTo>
                  <a:lnTo>
                    <a:pt x="18" y="122"/>
                  </a:lnTo>
                  <a:lnTo>
                    <a:pt x="18" y="122"/>
                  </a:lnTo>
                  <a:lnTo>
                    <a:pt x="18" y="121"/>
                  </a:lnTo>
                  <a:lnTo>
                    <a:pt x="18" y="121"/>
                  </a:lnTo>
                  <a:lnTo>
                    <a:pt x="18" y="120"/>
                  </a:lnTo>
                  <a:lnTo>
                    <a:pt x="17" y="116"/>
                  </a:lnTo>
                  <a:lnTo>
                    <a:pt x="17" y="116"/>
                  </a:lnTo>
                  <a:lnTo>
                    <a:pt x="17" y="114"/>
                  </a:lnTo>
                  <a:lnTo>
                    <a:pt x="17" y="113"/>
                  </a:lnTo>
                  <a:lnTo>
                    <a:pt x="17" y="113"/>
                  </a:lnTo>
                  <a:lnTo>
                    <a:pt x="17" y="111"/>
                  </a:lnTo>
                  <a:lnTo>
                    <a:pt x="16" y="111"/>
                  </a:lnTo>
                  <a:lnTo>
                    <a:pt x="15" y="110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4" y="108"/>
                  </a:lnTo>
                  <a:lnTo>
                    <a:pt x="14" y="107"/>
                  </a:lnTo>
                  <a:lnTo>
                    <a:pt x="14" y="107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5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99"/>
                  </a:lnTo>
                  <a:lnTo>
                    <a:pt x="10" y="99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7" y="95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3"/>
                  </a:lnTo>
                  <a:lnTo>
                    <a:pt x="4" y="91"/>
                  </a:lnTo>
                  <a:lnTo>
                    <a:pt x="3" y="89"/>
                  </a:lnTo>
                  <a:lnTo>
                    <a:pt x="2" y="87"/>
                  </a:lnTo>
                  <a:lnTo>
                    <a:pt x="1" y="85"/>
                  </a:lnTo>
                  <a:lnTo>
                    <a:pt x="0" y="85"/>
                  </a:lnTo>
                  <a:lnTo>
                    <a:pt x="0" y="84"/>
                  </a:lnTo>
                  <a:lnTo>
                    <a:pt x="1" y="80"/>
                  </a:lnTo>
                  <a:lnTo>
                    <a:pt x="2" y="70"/>
                  </a:lnTo>
                  <a:lnTo>
                    <a:pt x="3" y="59"/>
                  </a:lnTo>
                  <a:lnTo>
                    <a:pt x="6" y="50"/>
                  </a:lnTo>
                  <a:lnTo>
                    <a:pt x="7" y="39"/>
                  </a:lnTo>
                  <a:lnTo>
                    <a:pt x="8" y="30"/>
                  </a:lnTo>
                  <a:lnTo>
                    <a:pt x="9" y="20"/>
                  </a:lnTo>
                  <a:lnTo>
                    <a:pt x="10" y="1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2847975" y="2794000"/>
              <a:ext cx="204787" cy="352425"/>
            </a:xfrm>
            <a:custGeom>
              <a:avLst/>
              <a:gdLst>
                <a:gd name="T0" fmla="*/ 217 w 257"/>
                <a:gd name="T1" fmla="*/ 434 h 445"/>
                <a:gd name="T2" fmla="*/ 207 w 257"/>
                <a:gd name="T3" fmla="*/ 432 h 445"/>
                <a:gd name="T4" fmla="*/ 205 w 257"/>
                <a:gd name="T5" fmla="*/ 436 h 445"/>
                <a:gd name="T6" fmla="*/ 200 w 257"/>
                <a:gd name="T7" fmla="*/ 433 h 445"/>
                <a:gd name="T8" fmla="*/ 220 w 257"/>
                <a:gd name="T9" fmla="*/ 432 h 445"/>
                <a:gd name="T10" fmla="*/ 251 w 257"/>
                <a:gd name="T11" fmla="*/ 430 h 445"/>
                <a:gd name="T12" fmla="*/ 248 w 257"/>
                <a:gd name="T13" fmla="*/ 430 h 445"/>
                <a:gd name="T14" fmla="*/ 234 w 257"/>
                <a:gd name="T15" fmla="*/ 7 h 445"/>
                <a:gd name="T16" fmla="*/ 237 w 257"/>
                <a:gd name="T17" fmla="*/ 109 h 445"/>
                <a:gd name="T18" fmla="*/ 237 w 257"/>
                <a:gd name="T19" fmla="*/ 218 h 445"/>
                <a:gd name="T20" fmla="*/ 236 w 257"/>
                <a:gd name="T21" fmla="*/ 278 h 445"/>
                <a:gd name="T22" fmla="*/ 247 w 257"/>
                <a:gd name="T23" fmla="*/ 347 h 445"/>
                <a:gd name="T24" fmla="*/ 257 w 257"/>
                <a:gd name="T25" fmla="*/ 415 h 445"/>
                <a:gd name="T26" fmla="*/ 254 w 257"/>
                <a:gd name="T27" fmla="*/ 419 h 445"/>
                <a:gd name="T28" fmla="*/ 244 w 257"/>
                <a:gd name="T29" fmla="*/ 417 h 445"/>
                <a:gd name="T30" fmla="*/ 222 w 257"/>
                <a:gd name="T31" fmla="*/ 415 h 445"/>
                <a:gd name="T32" fmla="*/ 218 w 257"/>
                <a:gd name="T33" fmla="*/ 418 h 445"/>
                <a:gd name="T34" fmla="*/ 193 w 257"/>
                <a:gd name="T35" fmla="*/ 426 h 445"/>
                <a:gd name="T36" fmla="*/ 186 w 257"/>
                <a:gd name="T37" fmla="*/ 422 h 445"/>
                <a:gd name="T38" fmla="*/ 188 w 257"/>
                <a:gd name="T39" fmla="*/ 428 h 445"/>
                <a:gd name="T40" fmla="*/ 179 w 257"/>
                <a:gd name="T41" fmla="*/ 439 h 445"/>
                <a:gd name="T42" fmla="*/ 175 w 257"/>
                <a:gd name="T43" fmla="*/ 440 h 445"/>
                <a:gd name="T44" fmla="*/ 169 w 257"/>
                <a:gd name="T45" fmla="*/ 441 h 445"/>
                <a:gd name="T46" fmla="*/ 158 w 257"/>
                <a:gd name="T47" fmla="*/ 421 h 445"/>
                <a:gd name="T48" fmla="*/ 149 w 257"/>
                <a:gd name="T49" fmla="*/ 410 h 445"/>
                <a:gd name="T50" fmla="*/ 143 w 257"/>
                <a:gd name="T51" fmla="*/ 395 h 445"/>
                <a:gd name="T52" fmla="*/ 149 w 257"/>
                <a:gd name="T53" fmla="*/ 371 h 445"/>
                <a:gd name="T54" fmla="*/ 111 w 257"/>
                <a:gd name="T55" fmla="*/ 373 h 445"/>
                <a:gd name="T56" fmla="*/ 18 w 257"/>
                <a:gd name="T57" fmla="*/ 381 h 445"/>
                <a:gd name="T58" fmla="*/ 4 w 257"/>
                <a:gd name="T59" fmla="*/ 372 h 445"/>
                <a:gd name="T60" fmla="*/ 4 w 257"/>
                <a:gd name="T61" fmla="*/ 362 h 445"/>
                <a:gd name="T62" fmla="*/ 9 w 257"/>
                <a:gd name="T63" fmla="*/ 355 h 445"/>
                <a:gd name="T64" fmla="*/ 10 w 257"/>
                <a:gd name="T65" fmla="*/ 341 h 445"/>
                <a:gd name="T66" fmla="*/ 14 w 257"/>
                <a:gd name="T67" fmla="*/ 325 h 445"/>
                <a:gd name="T68" fmla="*/ 21 w 257"/>
                <a:gd name="T69" fmla="*/ 302 h 445"/>
                <a:gd name="T70" fmla="*/ 33 w 257"/>
                <a:gd name="T71" fmla="*/ 290 h 445"/>
                <a:gd name="T72" fmla="*/ 36 w 257"/>
                <a:gd name="T73" fmla="*/ 276 h 445"/>
                <a:gd name="T74" fmla="*/ 49 w 257"/>
                <a:gd name="T75" fmla="*/ 259 h 445"/>
                <a:gd name="T76" fmla="*/ 38 w 257"/>
                <a:gd name="T77" fmla="*/ 250 h 445"/>
                <a:gd name="T78" fmla="*/ 33 w 257"/>
                <a:gd name="T79" fmla="*/ 238 h 445"/>
                <a:gd name="T80" fmla="*/ 28 w 257"/>
                <a:gd name="T81" fmla="*/ 229 h 445"/>
                <a:gd name="T82" fmla="*/ 27 w 257"/>
                <a:gd name="T83" fmla="*/ 222 h 445"/>
                <a:gd name="T84" fmla="*/ 33 w 257"/>
                <a:gd name="T85" fmla="*/ 207 h 445"/>
                <a:gd name="T86" fmla="*/ 25 w 257"/>
                <a:gd name="T87" fmla="*/ 199 h 445"/>
                <a:gd name="T88" fmla="*/ 28 w 257"/>
                <a:gd name="T89" fmla="*/ 180 h 445"/>
                <a:gd name="T90" fmla="*/ 25 w 257"/>
                <a:gd name="T91" fmla="*/ 165 h 445"/>
                <a:gd name="T92" fmla="*/ 18 w 257"/>
                <a:gd name="T93" fmla="*/ 152 h 445"/>
                <a:gd name="T94" fmla="*/ 21 w 257"/>
                <a:gd name="T95" fmla="*/ 143 h 445"/>
                <a:gd name="T96" fmla="*/ 21 w 257"/>
                <a:gd name="T97" fmla="*/ 131 h 445"/>
                <a:gd name="T98" fmla="*/ 27 w 257"/>
                <a:gd name="T99" fmla="*/ 124 h 445"/>
                <a:gd name="T100" fmla="*/ 24 w 257"/>
                <a:gd name="T101" fmla="*/ 112 h 445"/>
                <a:gd name="T102" fmla="*/ 38 w 257"/>
                <a:gd name="T103" fmla="*/ 104 h 445"/>
                <a:gd name="T104" fmla="*/ 39 w 257"/>
                <a:gd name="T105" fmla="*/ 90 h 445"/>
                <a:gd name="T106" fmla="*/ 46 w 257"/>
                <a:gd name="T107" fmla="*/ 81 h 445"/>
                <a:gd name="T108" fmla="*/ 46 w 257"/>
                <a:gd name="T109" fmla="*/ 74 h 445"/>
                <a:gd name="T110" fmla="*/ 57 w 257"/>
                <a:gd name="T111" fmla="*/ 62 h 445"/>
                <a:gd name="T112" fmla="*/ 62 w 257"/>
                <a:gd name="T113" fmla="*/ 40 h 445"/>
                <a:gd name="T114" fmla="*/ 71 w 257"/>
                <a:gd name="T115" fmla="*/ 28 h 445"/>
                <a:gd name="T116" fmla="*/ 103 w 257"/>
                <a:gd name="T117" fmla="*/ 13 h 445"/>
                <a:gd name="T118" fmla="*/ 179 w 257"/>
                <a:gd name="T119" fmla="*/ 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7" h="445">
                  <a:moveTo>
                    <a:pt x="181" y="444"/>
                  </a:moveTo>
                  <a:lnTo>
                    <a:pt x="181" y="444"/>
                  </a:lnTo>
                  <a:lnTo>
                    <a:pt x="181" y="445"/>
                  </a:lnTo>
                  <a:lnTo>
                    <a:pt x="179" y="445"/>
                  </a:lnTo>
                  <a:lnTo>
                    <a:pt x="179" y="444"/>
                  </a:lnTo>
                  <a:lnTo>
                    <a:pt x="181" y="444"/>
                  </a:lnTo>
                  <a:close/>
                  <a:moveTo>
                    <a:pt x="218" y="433"/>
                  </a:moveTo>
                  <a:lnTo>
                    <a:pt x="217" y="434"/>
                  </a:lnTo>
                  <a:lnTo>
                    <a:pt x="215" y="434"/>
                  </a:lnTo>
                  <a:lnTo>
                    <a:pt x="215" y="434"/>
                  </a:lnTo>
                  <a:lnTo>
                    <a:pt x="218" y="433"/>
                  </a:lnTo>
                  <a:lnTo>
                    <a:pt x="218" y="433"/>
                  </a:lnTo>
                  <a:close/>
                  <a:moveTo>
                    <a:pt x="207" y="431"/>
                  </a:moveTo>
                  <a:lnTo>
                    <a:pt x="208" y="431"/>
                  </a:lnTo>
                  <a:lnTo>
                    <a:pt x="207" y="432"/>
                  </a:lnTo>
                  <a:lnTo>
                    <a:pt x="207" y="432"/>
                  </a:lnTo>
                  <a:lnTo>
                    <a:pt x="207" y="433"/>
                  </a:lnTo>
                  <a:lnTo>
                    <a:pt x="207" y="433"/>
                  </a:lnTo>
                  <a:lnTo>
                    <a:pt x="206" y="437"/>
                  </a:lnTo>
                  <a:lnTo>
                    <a:pt x="206" y="437"/>
                  </a:lnTo>
                  <a:lnTo>
                    <a:pt x="206" y="437"/>
                  </a:lnTo>
                  <a:lnTo>
                    <a:pt x="205" y="437"/>
                  </a:lnTo>
                  <a:lnTo>
                    <a:pt x="205" y="436"/>
                  </a:lnTo>
                  <a:lnTo>
                    <a:pt x="205" y="436"/>
                  </a:lnTo>
                  <a:lnTo>
                    <a:pt x="206" y="436"/>
                  </a:lnTo>
                  <a:lnTo>
                    <a:pt x="206" y="434"/>
                  </a:lnTo>
                  <a:lnTo>
                    <a:pt x="205" y="434"/>
                  </a:lnTo>
                  <a:lnTo>
                    <a:pt x="205" y="434"/>
                  </a:lnTo>
                  <a:lnTo>
                    <a:pt x="204" y="434"/>
                  </a:lnTo>
                  <a:lnTo>
                    <a:pt x="203" y="433"/>
                  </a:lnTo>
                  <a:lnTo>
                    <a:pt x="200" y="434"/>
                  </a:lnTo>
                  <a:lnTo>
                    <a:pt x="200" y="433"/>
                  </a:lnTo>
                  <a:lnTo>
                    <a:pt x="205" y="433"/>
                  </a:lnTo>
                  <a:lnTo>
                    <a:pt x="206" y="432"/>
                  </a:lnTo>
                  <a:lnTo>
                    <a:pt x="207" y="431"/>
                  </a:lnTo>
                  <a:lnTo>
                    <a:pt x="207" y="431"/>
                  </a:lnTo>
                  <a:close/>
                  <a:moveTo>
                    <a:pt x="222" y="431"/>
                  </a:moveTo>
                  <a:lnTo>
                    <a:pt x="222" y="431"/>
                  </a:lnTo>
                  <a:lnTo>
                    <a:pt x="221" y="432"/>
                  </a:lnTo>
                  <a:lnTo>
                    <a:pt x="220" y="432"/>
                  </a:lnTo>
                  <a:lnTo>
                    <a:pt x="220" y="432"/>
                  </a:lnTo>
                  <a:lnTo>
                    <a:pt x="221" y="431"/>
                  </a:lnTo>
                  <a:lnTo>
                    <a:pt x="222" y="431"/>
                  </a:lnTo>
                  <a:close/>
                  <a:moveTo>
                    <a:pt x="251" y="430"/>
                  </a:moveTo>
                  <a:lnTo>
                    <a:pt x="257" y="430"/>
                  </a:lnTo>
                  <a:lnTo>
                    <a:pt x="256" y="430"/>
                  </a:lnTo>
                  <a:lnTo>
                    <a:pt x="254" y="431"/>
                  </a:lnTo>
                  <a:lnTo>
                    <a:pt x="251" y="430"/>
                  </a:lnTo>
                  <a:lnTo>
                    <a:pt x="251" y="430"/>
                  </a:lnTo>
                  <a:close/>
                  <a:moveTo>
                    <a:pt x="235" y="429"/>
                  </a:moveTo>
                  <a:lnTo>
                    <a:pt x="239" y="429"/>
                  </a:lnTo>
                  <a:lnTo>
                    <a:pt x="240" y="430"/>
                  </a:lnTo>
                  <a:lnTo>
                    <a:pt x="242" y="430"/>
                  </a:lnTo>
                  <a:lnTo>
                    <a:pt x="247" y="430"/>
                  </a:lnTo>
                  <a:lnTo>
                    <a:pt x="248" y="430"/>
                  </a:lnTo>
                  <a:lnTo>
                    <a:pt x="248" y="430"/>
                  </a:lnTo>
                  <a:lnTo>
                    <a:pt x="247" y="431"/>
                  </a:lnTo>
                  <a:lnTo>
                    <a:pt x="232" y="430"/>
                  </a:lnTo>
                  <a:lnTo>
                    <a:pt x="232" y="430"/>
                  </a:lnTo>
                  <a:lnTo>
                    <a:pt x="233" y="429"/>
                  </a:lnTo>
                  <a:lnTo>
                    <a:pt x="235" y="429"/>
                  </a:lnTo>
                  <a:close/>
                  <a:moveTo>
                    <a:pt x="231" y="0"/>
                  </a:moveTo>
                  <a:lnTo>
                    <a:pt x="232" y="3"/>
                  </a:lnTo>
                  <a:lnTo>
                    <a:pt x="234" y="7"/>
                  </a:lnTo>
                  <a:lnTo>
                    <a:pt x="236" y="8"/>
                  </a:lnTo>
                  <a:lnTo>
                    <a:pt x="237" y="8"/>
                  </a:lnTo>
                  <a:lnTo>
                    <a:pt x="237" y="54"/>
                  </a:lnTo>
                  <a:lnTo>
                    <a:pt x="237" y="64"/>
                  </a:lnTo>
                  <a:lnTo>
                    <a:pt x="237" y="74"/>
                  </a:lnTo>
                  <a:lnTo>
                    <a:pt x="237" y="86"/>
                  </a:lnTo>
                  <a:lnTo>
                    <a:pt x="237" y="97"/>
                  </a:lnTo>
                  <a:lnTo>
                    <a:pt x="237" y="109"/>
                  </a:lnTo>
                  <a:lnTo>
                    <a:pt x="237" y="122"/>
                  </a:lnTo>
                  <a:lnTo>
                    <a:pt x="237" y="133"/>
                  </a:lnTo>
                  <a:lnTo>
                    <a:pt x="237" y="159"/>
                  </a:lnTo>
                  <a:lnTo>
                    <a:pt x="237" y="172"/>
                  </a:lnTo>
                  <a:lnTo>
                    <a:pt x="237" y="183"/>
                  </a:lnTo>
                  <a:lnTo>
                    <a:pt x="237" y="196"/>
                  </a:lnTo>
                  <a:lnTo>
                    <a:pt x="237" y="207"/>
                  </a:lnTo>
                  <a:lnTo>
                    <a:pt x="237" y="218"/>
                  </a:lnTo>
                  <a:lnTo>
                    <a:pt x="237" y="229"/>
                  </a:lnTo>
                  <a:lnTo>
                    <a:pt x="237" y="239"/>
                  </a:lnTo>
                  <a:lnTo>
                    <a:pt x="237" y="247"/>
                  </a:lnTo>
                  <a:lnTo>
                    <a:pt x="237" y="255"/>
                  </a:lnTo>
                  <a:lnTo>
                    <a:pt x="236" y="262"/>
                  </a:lnTo>
                  <a:lnTo>
                    <a:pt x="236" y="269"/>
                  </a:lnTo>
                  <a:lnTo>
                    <a:pt x="236" y="274"/>
                  </a:lnTo>
                  <a:lnTo>
                    <a:pt x="236" y="278"/>
                  </a:lnTo>
                  <a:lnTo>
                    <a:pt x="236" y="281"/>
                  </a:lnTo>
                  <a:lnTo>
                    <a:pt x="237" y="289"/>
                  </a:lnTo>
                  <a:lnTo>
                    <a:pt x="240" y="297"/>
                  </a:lnTo>
                  <a:lnTo>
                    <a:pt x="241" y="305"/>
                  </a:lnTo>
                  <a:lnTo>
                    <a:pt x="242" y="314"/>
                  </a:lnTo>
                  <a:lnTo>
                    <a:pt x="243" y="322"/>
                  </a:lnTo>
                  <a:lnTo>
                    <a:pt x="244" y="331"/>
                  </a:lnTo>
                  <a:lnTo>
                    <a:pt x="247" y="347"/>
                  </a:lnTo>
                  <a:lnTo>
                    <a:pt x="248" y="355"/>
                  </a:lnTo>
                  <a:lnTo>
                    <a:pt x="249" y="364"/>
                  </a:lnTo>
                  <a:lnTo>
                    <a:pt x="250" y="373"/>
                  </a:lnTo>
                  <a:lnTo>
                    <a:pt x="253" y="381"/>
                  </a:lnTo>
                  <a:lnTo>
                    <a:pt x="254" y="389"/>
                  </a:lnTo>
                  <a:lnTo>
                    <a:pt x="255" y="397"/>
                  </a:lnTo>
                  <a:lnTo>
                    <a:pt x="257" y="414"/>
                  </a:lnTo>
                  <a:lnTo>
                    <a:pt x="257" y="415"/>
                  </a:lnTo>
                  <a:lnTo>
                    <a:pt x="257" y="415"/>
                  </a:lnTo>
                  <a:lnTo>
                    <a:pt x="257" y="416"/>
                  </a:lnTo>
                  <a:lnTo>
                    <a:pt x="257" y="417"/>
                  </a:lnTo>
                  <a:lnTo>
                    <a:pt x="256" y="417"/>
                  </a:lnTo>
                  <a:lnTo>
                    <a:pt x="255" y="417"/>
                  </a:lnTo>
                  <a:lnTo>
                    <a:pt x="255" y="418"/>
                  </a:lnTo>
                  <a:lnTo>
                    <a:pt x="255" y="418"/>
                  </a:lnTo>
                  <a:lnTo>
                    <a:pt x="254" y="419"/>
                  </a:lnTo>
                  <a:lnTo>
                    <a:pt x="253" y="421"/>
                  </a:lnTo>
                  <a:lnTo>
                    <a:pt x="251" y="421"/>
                  </a:lnTo>
                  <a:lnTo>
                    <a:pt x="249" y="419"/>
                  </a:lnTo>
                  <a:lnTo>
                    <a:pt x="248" y="419"/>
                  </a:lnTo>
                  <a:lnTo>
                    <a:pt x="247" y="419"/>
                  </a:lnTo>
                  <a:lnTo>
                    <a:pt x="246" y="419"/>
                  </a:lnTo>
                  <a:lnTo>
                    <a:pt x="244" y="418"/>
                  </a:lnTo>
                  <a:lnTo>
                    <a:pt x="244" y="417"/>
                  </a:lnTo>
                  <a:lnTo>
                    <a:pt x="243" y="416"/>
                  </a:lnTo>
                  <a:lnTo>
                    <a:pt x="242" y="415"/>
                  </a:lnTo>
                  <a:lnTo>
                    <a:pt x="242" y="415"/>
                  </a:lnTo>
                  <a:lnTo>
                    <a:pt x="241" y="417"/>
                  </a:lnTo>
                  <a:lnTo>
                    <a:pt x="237" y="419"/>
                  </a:lnTo>
                  <a:lnTo>
                    <a:pt x="234" y="421"/>
                  </a:lnTo>
                  <a:lnTo>
                    <a:pt x="232" y="419"/>
                  </a:lnTo>
                  <a:lnTo>
                    <a:pt x="222" y="415"/>
                  </a:lnTo>
                  <a:lnTo>
                    <a:pt x="217" y="414"/>
                  </a:lnTo>
                  <a:lnTo>
                    <a:pt x="214" y="415"/>
                  </a:lnTo>
                  <a:lnTo>
                    <a:pt x="213" y="415"/>
                  </a:lnTo>
                  <a:lnTo>
                    <a:pt x="212" y="415"/>
                  </a:lnTo>
                  <a:lnTo>
                    <a:pt x="212" y="416"/>
                  </a:lnTo>
                  <a:lnTo>
                    <a:pt x="221" y="416"/>
                  </a:lnTo>
                  <a:lnTo>
                    <a:pt x="220" y="417"/>
                  </a:lnTo>
                  <a:lnTo>
                    <a:pt x="218" y="418"/>
                  </a:lnTo>
                  <a:lnTo>
                    <a:pt x="213" y="418"/>
                  </a:lnTo>
                  <a:lnTo>
                    <a:pt x="212" y="418"/>
                  </a:lnTo>
                  <a:lnTo>
                    <a:pt x="210" y="419"/>
                  </a:lnTo>
                  <a:lnTo>
                    <a:pt x="210" y="421"/>
                  </a:lnTo>
                  <a:lnTo>
                    <a:pt x="208" y="421"/>
                  </a:lnTo>
                  <a:lnTo>
                    <a:pt x="203" y="423"/>
                  </a:lnTo>
                  <a:lnTo>
                    <a:pt x="198" y="425"/>
                  </a:lnTo>
                  <a:lnTo>
                    <a:pt x="193" y="426"/>
                  </a:lnTo>
                  <a:lnTo>
                    <a:pt x="192" y="426"/>
                  </a:lnTo>
                  <a:lnTo>
                    <a:pt x="191" y="426"/>
                  </a:lnTo>
                  <a:lnTo>
                    <a:pt x="191" y="426"/>
                  </a:lnTo>
                  <a:lnTo>
                    <a:pt x="191" y="425"/>
                  </a:lnTo>
                  <a:lnTo>
                    <a:pt x="192" y="424"/>
                  </a:lnTo>
                  <a:lnTo>
                    <a:pt x="191" y="424"/>
                  </a:lnTo>
                  <a:lnTo>
                    <a:pt x="188" y="422"/>
                  </a:lnTo>
                  <a:lnTo>
                    <a:pt x="186" y="422"/>
                  </a:lnTo>
                  <a:lnTo>
                    <a:pt x="185" y="423"/>
                  </a:lnTo>
                  <a:lnTo>
                    <a:pt x="184" y="423"/>
                  </a:lnTo>
                  <a:lnTo>
                    <a:pt x="184" y="424"/>
                  </a:lnTo>
                  <a:lnTo>
                    <a:pt x="184" y="425"/>
                  </a:lnTo>
                  <a:lnTo>
                    <a:pt x="185" y="425"/>
                  </a:lnTo>
                  <a:lnTo>
                    <a:pt x="186" y="425"/>
                  </a:lnTo>
                  <a:lnTo>
                    <a:pt x="186" y="425"/>
                  </a:lnTo>
                  <a:lnTo>
                    <a:pt x="188" y="428"/>
                  </a:lnTo>
                  <a:lnTo>
                    <a:pt x="188" y="428"/>
                  </a:lnTo>
                  <a:lnTo>
                    <a:pt x="186" y="429"/>
                  </a:lnTo>
                  <a:lnTo>
                    <a:pt x="179" y="433"/>
                  </a:lnTo>
                  <a:lnTo>
                    <a:pt x="181" y="434"/>
                  </a:lnTo>
                  <a:lnTo>
                    <a:pt x="181" y="436"/>
                  </a:lnTo>
                  <a:lnTo>
                    <a:pt x="179" y="438"/>
                  </a:lnTo>
                  <a:lnTo>
                    <a:pt x="179" y="438"/>
                  </a:lnTo>
                  <a:lnTo>
                    <a:pt x="179" y="439"/>
                  </a:lnTo>
                  <a:lnTo>
                    <a:pt x="178" y="440"/>
                  </a:lnTo>
                  <a:lnTo>
                    <a:pt x="178" y="440"/>
                  </a:lnTo>
                  <a:lnTo>
                    <a:pt x="177" y="440"/>
                  </a:lnTo>
                  <a:lnTo>
                    <a:pt x="177" y="439"/>
                  </a:lnTo>
                  <a:lnTo>
                    <a:pt x="177" y="439"/>
                  </a:lnTo>
                  <a:lnTo>
                    <a:pt x="177" y="439"/>
                  </a:lnTo>
                  <a:lnTo>
                    <a:pt x="176" y="440"/>
                  </a:lnTo>
                  <a:lnTo>
                    <a:pt x="175" y="440"/>
                  </a:lnTo>
                  <a:lnTo>
                    <a:pt x="174" y="440"/>
                  </a:lnTo>
                  <a:lnTo>
                    <a:pt x="172" y="440"/>
                  </a:lnTo>
                  <a:lnTo>
                    <a:pt x="172" y="440"/>
                  </a:lnTo>
                  <a:lnTo>
                    <a:pt x="172" y="440"/>
                  </a:lnTo>
                  <a:lnTo>
                    <a:pt x="171" y="439"/>
                  </a:lnTo>
                  <a:lnTo>
                    <a:pt x="170" y="439"/>
                  </a:lnTo>
                  <a:lnTo>
                    <a:pt x="170" y="440"/>
                  </a:lnTo>
                  <a:lnTo>
                    <a:pt x="169" y="441"/>
                  </a:lnTo>
                  <a:lnTo>
                    <a:pt x="167" y="439"/>
                  </a:lnTo>
                  <a:lnTo>
                    <a:pt x="164" y="433"/>
                  </a:lnTo>
                  <a:lnTo>
                    <a:pt x="163" y="431"/>
                  </a:lnTo>
                  <a:lnTo>
                    <a:pt x="162" y="428"/>
                  </a:lnTo>
                  <a:lnTo>
                    <a:pt x="162" y="426"/>
                  </a:lnTo>
                  <a:lnTo>
                    <a:pt x="160" y="423"/>
                  </a:lnTo>
                  <a:lnTo>
                    <a:pt x="158" y="422"/>
                  </a:lnTo>
                  <a:lnTo>
                    <a:pt x="158" y="421"/>
                  </a:lnTo>
                  <a:lnTo>
                    <a:pt x="158" y="419"/>
                  </a:lnTo>
                  <a:lnTo>
                    <a:pt x="158" y="418"/>
                  </a:lnTo>
                  <a:lnTo>
                    <a:pt x="158" y="418"/>
                  </a:lnTo>
                  <a:lnTo>
                    <a:pt x="156" y="416"/>
                  </a:lnTo>
                  <a:lnTo>
                    <a:pt x="154" y="415"/>
                  </a:lnTo>
                  <a:lnTo>
                    <a:pt x="153" y="411"/>
                  </a:lnTo>
                  <a:lnTo>
                    <a:pt x="152" y="411"/>
                  </a:lnTo>
                  <a:lnTo>
                    <a:pt x="149" y="410"/>
                  </a:lnTo>
                  <a:lnTo>
                    <a:pt x="148" y="409"/>
                  </a:lnTo>
                  <a:lnTo>
                    <a:pt x="146" y="404"/>
                  </a:lnTo>
                  <a:lnTo>
                    <a:pt x="146" y="403"/>
                  </a:lnTo>
                  <a:lnTo>
                    <a:pt x="146" y="401"/>
                  </a:lnTo>
                  <a:lnTo>
                    <a:pt x="145" y="400"/>
                  </a:lnTo>
                  <a:lnTo>
                    <a:pt x="143" y="398"/>
                  </a:lnTo>
                  <a:lnTo>
                    <a:pt x="143" y="397"/>
                  </a:lnTo>
                  <a:lnTo>
                    <a:pt x="143" y="395"/>
                  </a:lnTo>
                  <a:lnTo>
                    <a:pt x="145" y="391"/>
                  </a:lnTo>
                  <a:lnTo>
                    <a:pt x="145" y="390"/>
                  </a:lnTo>
                  <a:lnTo>
                    <a:pt x="145" y="388"/>
                  </a:lnTo>
                  <a:lnTo>
                    <a:pt x="147" y="386"/>
                  </a:lnTo>
                  <a:lnTo>
                    <a:pt x="147" y="381"/>
                  </a:lnTo>
                  <a:lnTo>
                    <a:pt x="149" y="378"/>
                  </a:lnTo>
                  <a:lnTo>
                    <a:pt x="149" y="374"/>
                  </a:lnTo>
                  <a:lnTo>
                    <a:pt x="149" y="371"/>
                  </a:lnTo>
                  <a:lnTo>
                    <a:pt x="149" y="369"/>
                  </a:lnTo>
                  <a:lnTo>
                    <a:pt x="147" y="369"/>
                  </a:lnTo>
                  <a:lnTo>
                    <a:pt x="143" y="371"/>
                  </a:lnTo>
                  <a:lnTo>
                    <a:pt x="141" y="371"/>
                  </a:lnTo>
                  <a:lnTo>
                    <a:pt x="138" y="371"/>
                  </a:lnTo>
                  <a:lnTo>
                    <a:pt x="131" y="372"/>
                  </a:lnTo>
                  <a:lnTo>
                    <a:pt x="121" y="372"/>
                  </a:lnTo>
                  <a:lnTo>
                    <a:pt x="111" y="373"/>
                  </a:lnTo>
                  <a:lnTo>
                    <a:pt x="99" y="374"/>
                  </a:lnTo>
                  <a:lnTo>
                    <a:pt x="88" y="375"/>
                  </a:lnTo>
                  <a:lnTo>
                    <a:pt x="75" y="376"/>
                  </a:lnTo>
                  <a:lnTo>
                    <a:pt x="62" y="378"/>
                  </a:lnTo>
                  <a:lnTo>
                    <a:pt x="49" y="379"/>
                  </a:lnTo>
                  <a:lnTo>
                    <a:pt x="38" y="379"/>
                  </a:lnTo>
                  <a:lnTo>
                    <a:pt x="27" y="380"/>
                  </a:lnTo>
                  <a:lnTo>
                    <a:pt x="18" y="381"/>
                  </a:lnTo>
                  <a:lnTo>
                    <a:pt x="12" y="381"/>
                  </a:lnTo>
                  <a:lnTo>
                    <a:pt x="7" y="381"/>
                  </a:lnTo>
                  <a:lnTo>
                    <a:pt x="5" y="382"/>
                  </a:lnTo>
                  <a:lnTo>
                    <a:pt x="2" y="382"/>
                  </a:lnTo>
                  <a:lnTo>
                    <a:pt x="2" y="382"/>
                  </a:lnTo>
                  <a:lnTo>
                    <a:pt x="7" y="376"/>
                  </a:lnTo>
                  <a:lnTo>
                    <a:pt x="6" y="374"/>
                  </a:lnTo>
                  <a:lnTo>
                    <a:pt x="4" y="372"/>
                  </a:lnTo>
                  <a:lnTo>
                    <a:pt x="3" y="369"/>
                  </a:lnTo>
                  <a:lnTo>
                    <a:pt x="3" y="368"/>
                  </a:lnTo>
                  <a:lnTo>
                    <a:pt x="4" y="367"/>
                  </a:lnTo>
                  <a:lnTo>
                    <a:pt x="4" y="366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4"/>
                  </a:lnTo>
                  <a:lnTo>
                    <a:pt x="4" y="362"/>
                  </a:lnTo>
                  <a:lnTo>
                    <a:pt x="3" y="362"/>
                  </a:lnTo>
                  <a:lnTo>
                    <a:pt x="2" y="361"/>
                  </a:lnTo>
                  <a:lnTo>
                    <a:pt x="0" y="359"/>
                  </a:lnTo>
                  <a:lnTo>
                    <a:pt x="0" y="358"/>
                  </a:lnTo>
                  <a:lnTo>
                    <a:pt x="2" y="357"/>
                  </a:lnTo>
                  <a:lnTo>
                    <a:pt x="3" y="357"/>
                  </a:lnTo>
                  <a:lnTo>
                    <a:pt x="7" y="357"/>
                  </a:lnTo>
                  <a:lnTo>
                    <a:pt x="9" y="355"/>
                  </a:lnTo>
                  <a:lnTo>
                    <a:pt x="10" y="355"/>
                  </a:lnTo>
                  <a:lnTo>
                    <a:pt x="10" y="353"/>
                  </a:lnTo>
                  <a:lnTo>
                    <a:pt x="11" y="347"/>
                  </a:lnTo>
                  <a:lnTo>
                    <a:pt x="11" y="347"/>
                  </a:lnTo>
                  <a:lnTo>
                    <a:pt x="11" y="346"/>
                  </a:lnTo>
                  <a:lnTo>
                    <a:pt x="11" y="344"/>
                  </a:lnTo>
                  <a:lnTo>
                    <a:pt x="11" y="344"/>
                  </a:lnTo>
                  <a:lnTo>
                    <a:pt x="10" y="341"/>
                  </a:lnTo>
                  <a:lnTo>
                    <a:pt x="9" y="340"/>
                  </a:lnTo>
                  <a:lnTo>
                    <a:pt x="9" y="340"/>
                  </a:lnTo>
                  <a:lnTo>
                    <a:pt x="7" y="337"/>
                  </a:lnTo>
                  <a:lnTo>
                    <a:pt x="10" y="333"/>
                  </a:lnTo>
                  <a:lnTo>
                    <a:pt x="14" y="330"/>
                  </a:lnTo>
                  <a:lnTo>
                    <a:pt x="14" y="329"/>
                  </a:lnTo>
                  <a:lnTo>
                    <a:pt x="16" y="328"/>
                  </a:lnTo>
                  <a:lnTo>
                    <a:pt x="14" y="325"/>
                  </a:lnTo>
                  <a:lnTo>
                    <a:pt x="16" y="318"/>
                  </a:lnTo>
                  <a:lnTo>
                    <a:pt x="16" y="316"/>
                  </a:lnTo>
                  <a:lnTo>
                    <a:pt x="16" y="315"/>
                  </a:lnTo>
                  <a:lnTo>
                    <a:pt x="18" y="310"/>
                  </a:lnTo>
                  <a:lnTo>
                    <a:pt x="19" y="307"/>
                  </a:lnTo>
                  <a:lnTo>
                    <a:pt x="19" y="304"/>
                  </a:lnTo>
                  <a:lnTo>
                    <a:pt x="20" y="303"/>
                  </a:lnTo>
                  <a:lnTo>
                    <a:pt x="21" y="302"/>
                  </a:lnTo>
                  <a:lnTo>
                    <a:pt x="25" y="301"/>
                  </a:lnTo>
                  <a:lnTo>
                    <a:pt x="26" y="301"/>
                  </a:lnTo>
                  <a:lnTo>
                    <a:pt x="27" y="300"/>
                  </a:lnTo>
                  <a:lnTo>
                    <a:pt x="31" y="295"/>
                  </a:lnTo>
                  <a:lnTo>
                    <a:pt x="31" y="294"/>
                  </a:lnTo>
                  <a:lnTo>
                    <a:pt x="32" y="293"/>
                  </a:lnTo>
                  <a:lnTo>
                    <a:pt x="32" y="292"/>
                  </a:lnTo>
                  <a:lnTo>
                    <a:pt x="33" y="290"/>
                  </a:lnTo>
                  <a:lnTo>
                    <a:pt x="35" y="290"/>
                  </a:lnTo>
                  <a:lnTo>
                    <a:pt x="38" y="288"/>
                  </a:lnTo>
                  <a:lnTo>
                    <a:pt x="39" y="285"/>
                  </a:lnTo>
                  <a:lnTo>
                    <a:pt x="39" y="281"/>
                  </a:lnTo>
                  <a:lnTo>
                    <a:pt x="36" y="279"/>
                  </a:lnTo>
                  <a:lnTo>
                    <a:pt x="36" y="279"/>
                  </a:lnTo>
                  <a:lnTo>
                    <a:pt x="36" y="278"/>
                  </a:lnTo>
                  <a:lnTo>
                    <a:pt x="36" y="276"/>
                  </a:lnTo>
                  <a:lnTo>
                    <a:pt x="38" y="275"/>
                  </a:lnTo>
                  <a:lnTo>
                    <a:pt x="41" y="275"/>
                  </a:lnTo>
                  <a:lnTo>
                    <a:pt x="43" y="271"/>
                  </a:lnTo>
                  <a:lnTo>
                    <a:pt x="46" y="265"/>
                  </a:lnTo>
                  <a:lnTo>
                    <a:pt x="48" y="261"/>
                  </a:lnTo>
                  <a:lnTo>
                    <a:pt x="48" y="260"/>
                  </a:lnTo>
                  <a:lnTo>
                    <a:pt x="49" y="260"/>
                  </a:lnTo>
                  <a:lnTo>
                    <a:pt x="49" y="259"/>
                  </a:lnTo>
                  <a:lnTo>
                    <a:pt x="48" y="258"/>
                  </a:lnTo>
                  <a:lnTo>
                    <a:pt x="47" y="257"/>
                  </a:lnTo>
                  <a:lnTo>
                    <a:pt x="45" y="257"/>
                  </a:lnTo>
                  <a:lnTo>
                    <a:pt x="43" y="257"/>
                  </a:lnTo>
                  <a:lnTo>
                    <a:pt x="42" y="255"/>
                  </a:lnTo>
                  <a:lnTo>
                    <a:pt x="41" y="252"/>
                  </a:lnTo>
                  <a:lnTo>
                    <a:pt x="40" y="251"/>
                  </a:lnTo>
                  <a:lnTo>
                    <a:pt x="38" y="250"/>
                  </a:lnTo>
                  <a:lnTo>
                    <a:pt x="34" y="248"/>
                  </a:lnTo>
                  <a:lnTo>
                    <a:pt x="33" y="247"/>
                  </a:lnTo>
                  <a:lnTo>
                    <a:pt x="33" y="246"/>
                  </a:lnTo>
                  <a:lnTo>
                    <a:pt x="33" y="243"/>
                  </a:lnTo>
                  <a:lnTo>
                    <a:pt x="33" y="242"/>
                  </a:lnTo>
                  <a:lnTo>
                    <a:pt x="33" y="240"/>
                  </a:lnTo>
                  <a:lnTo>
                    <a:pt x="33" y="239"/>
                  </a:lnTo>
                  <a:lnTo>
                    <a:pt x="33" y="238"/>
                  </a:lnTo>
                  <a:lnTo>
                    <a:pt x="33" y="238"/>
                  </a:lnTo>
                  <a:lnTo>
                    <a:pt x="31" y="237"/>
                  </a:lnTo>
                  <a:lnTo>
                    <a:pt x="30" y="236"/>
                  </a:lnTo>
                  <a:lnTo>
                    <a:pt x="28" y="235"/>
                  </a:lnTo>
                  <a:lnTo>
                    <a:pt x="28" y="233"/>
                  </a:lnTo>
                  <a:lnTo>
                    <a:pt x="27" y="232"/>
                  </a:lnTo>
                  <a:lnTo>
                    <a:pt x="27" y="230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2" y="228"/>
                  </a:lnTo>
                  <a:lnTo>
                    <a:pt x="33" y="228"/>
                  </a:lnTo>
                  <a:lnTo>
                    <a:pt x="34" y="225"/>
                  </a:lnTo>
                  <a:lnTo>
                    <a:pt x="34" y="224"/>
                  </a:lnTo>
                  <a:lnTo>
                    <a:pt x="32" y="223"/>
                  </a:lnTo>
                  <a:lnTo>
                    <a:pt x="28" y="222"/>
                  </a:lnTo>
                  <a:lnTo>
                    <a:pt x="27" y="222"/>
                  </a:lnTo>
                  <a:lnTo>
                    <a:pt x="27" y="221"/>
                  </a:lnTo>
                  <a:lnTo>
                    <a:pt x="27" y="217"/>
                  </a:lnTo>
                  <a:lnTo>
                    <a:pt x="28" y="212"/>
                  </a:lnTo>
                  <a:lnTo>
                    <a:pt x="30" y="211"/>
                  </a:lnTo>
                  <a:lnTo>
                    <a:pt x="30" y="210"/>
                  </a:lnTo>
                  <a:lnTo>
                    <a:pt x="31" y="209"/>
                  </a:lnTo>
                  <a:lnTo>
                    <a:pt x="32" y="208"/>
                  </a:lnTo>
                  <a:lnTo>
                    <a:pt x="33" y="207"/>
                  </a:lnTo>
                  <a:lnTo>
                    <a:pt x="31" y="204"/>
                  </a:lnTo>
                  <a:lnTo>
                    <a:pt x="30" y="203"/>
                  </a:lnTo>
                  <a:lnTo>
                    <a:pt x="30" y="203"/>
                  </a:lnTo>
                  <a:lnTo>
                    <a:pt x="28" y="203"/>
                  </a:lnTo>
                  <a:lnTo>
                    <a:pt x="26" y="203"/>
                  </a:lnTo>
                  <a:lnTo>
                    <a:pt x="26" y="202"/>
                  </a:lnTo>
                  <a:lnTo>
                    <a:pt x="25" y="202"/>
                  </a:lnTo>
                  <a:lnTo>
                    <a:pt x="25" y="199"/>
                  </a:lnTo>
                  <a:lnTo>
                    <a:pt x="25" y="189"/>
                  </a:lnTo>
                  <a:lnTo>
                    <a:pt x="25" y="188"/>
                  </a:lnTo>
                  <a:lnTo>
                    <a:pt x="26" y="187"/>
                  </a:lnTo>
                  <a:lnTo>
                    <a:pt x="28" y="187"/>
                  </a:lnTo>
                  <a:lnTo>
                    <a:pt x="30" y="186"/>
                  </a:lnTo>
                  <a:lnTo>
                    <a:pt x="30" y="185"/>
                  </a:lnTo>
                  <a:lnTo>
                    <a:pt x="30" y="183"/>
                  </a:lnTo>
                  <a:lnTo>
                    <a:pt x="28" y="180"/>
                  </a:lnTo>
                  <a:lnTo>
                    <a:pt x="27" y="175"/>
                  </a:lnTo>
                  <a:lnTo>
                    <a:pt x="27" y="174"/>
                  </a:lnTo>
                  <a:lnTo>
                    <a:pt x="26" y="174"/>
                  </a:lnTo>
                  <a:lnTo>
                    <a:pt x="24" y="173"/>
                  </a:lnTo>
                  <a:lnTo>
                    <a:pt x="23" y="173"/>
                  </a:lnTo>
                  <a:lnTo>
                    <a:pt x="21" y="172"/>
                  </a:lnTo>
                  <a:lnTo>
                    <a:pt x="23" y="169"/>
                  </a:lnTo>
                  <a:lnTo>
                    <a:pt x="25" y="165"/>
                  </a:lnTo>
                  <a:lnTo>
                    <a:pt x="25" y="164"/>
                  </a:lnTo>
                  <a:lnTo>
                    <a:pt x="25" y="161"/>
                  </a:lnTo>
                  <a:lnTo>
                    <a:pt x="25" y="158"/>
                  </a:lnTo>
                  <a:lnTo>
                    <a:pt x="25" y="157"/>
                  </a:lnTo>
                  <a:lnTo>
                    <a:pt x="21" y="154"/>
                  </a:lnTo>
                  <a:lnTo>
                    <a:pt x="20" y="153"/>
                  </a:lnTo>
                  <a:lnTo>
                    <a:pt x="19" y="153"/>
                  </a:lnTo>
                  <a:lnTo>
                    <a:pt x="18" y="152"/>
                  </a:lnTo>
                  <a:lnTo>
                    <a:pt x="17" y="151"/>
                  </a:lnTo>
                  <a:lnTo>
                    <a:pt x="16" y="150"/>
                  </a:lnTo>
                  <a:lnTo>
                    <a:pt x="17" y="149"/>
                  </a:lnTo>
                  <a:lnTo>
                    <a:pt x="19" y="149"/>
                  </a:lnTo>
                  <a:lnTo>
                    <a:pt x="20" y="149"/>
                  </a:lnTo>
                  <a:lnTo>
                    <a:pt x="21" y="147"/>
                  </a:lnTo>
                  <a:lnTo>
                    <a:pt x="23" y="145"/>
                  </a:lnTo>
                  <a:lnTo>
                    <a:pt x="21" y="143"/>
                  </a:lnTo>
                  <a:lnTo>
                    <a:pt x="20" y="142"/>
                  </a:lnTo>
                  <a:lnTo>
                    <a:pt x="17" y="140"/>
                  </a:lnTo>
                  <a:lnTo>
                    <a:pt x="16" y="139"/>
                  </a:lnTo>
                  <a:lnTo>
                    <a:pt x="16" y="138"/>
                  </a:lnTo>
                  <a:lnTo>
                    <a:pt x="17" y="138"/>
                  </a:lnTo>
                  <a:lnTo>
                    <a:pt x="18" y="137"/>
                  </a:lnTo>
                  <a:lnTo>
                    <a:pt x="20" y="132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23" y="130"/>
                  </a:lnTo>
                  <a:lnTo>
                    <a:pt x="24" y="129"/>
                  </a:lnTo>
                  <a:lnTo>
                    <a:pt x="25" y="129"/>
                  </a:lnTo>
                  <a:lnTo>
                    <a:pt x="26" y="129"/>
                  </a:lnTo>
                  <a:lnTo>
                    <a:pt x="27" y="128"/>
                  </a:lnTo>
                  <a:lnTo>
                    <a:pt x="28" y="126"/>
                  </a:lnTo>
                  <a:lnTo>
                    <a:pt x="27" y="124"/>
                  </a:lnTo>
                  <a:lnTo>
                    <a:pt x="26" y="123"/>
                  </a:lnTo>
                  <a:lnTo>
                    <a:pt x="26" y="119"/>
                  </a:lnTo>
                  <a:lnTo>
                    <a:pt x="27" y="118"/>
                  </a:lnTo>
                  <a:lnTo>
                    <a:pt x="28" y="116"/>
                  </a:lnTo>
                  <a:lnTo>
                    <a:pt x="26" y="114"/>
                  </a:lnTo>
                  <a:lnTo>
                    <a:pt x="26" y="112"/>
                  </a:lnTo>
                  <a:lnTo>
                    <a:pt x="25" y="112"/>
                  </a:lnTo>
                  <a:lnTo>
                    <a:pt x="24" y="112"/>
                  </a:lnTo>
                  <a:lnTo>
                    <a:pt x="24" y="110"/>
                  </a:lnTo>
                  <a:lnTo>
                    <a:pt x="24" y="110"/>
                  </a:lnTo>
                  <a:lnTo>
                    <a:pt x="28" y="109"/>
                  </a:lnTo>
                  <a:lnTo>
                    <a:pt x="32" y="107"/>
                  </a:lnTo>
                  <a:lnTo>
                    <a:pt x="33" y="106"/>
                  </a:lnTo>
                  <a:lnTo>
                    <a:pt x="35" y="106"/>
                  </a:lnTo>
                  <a:lnTo>
                    <a:pt x="36" y="106"/>
                  </a:lnTo>
                  <a:lnTo>
                    <a:pt x="38" y="104"/>
                  </a:lnTo>
                  <a:lnTo>
                    <a:pt x="39" y="103"/>
                  </a:lnTo>
                  <a:lnTo>
                    <a:pt x="38" y="100"/>
                  </a:lnTo>
                  <a:lnTo>
                    <a:pt x="33" y="97"/>
                  </a:lnTo>
                  <a:lnTo>
                    <a:pt x="32" y="95"/>
                  </a:lnTo>
                  <a:lnTo>
                    <a:pt x="33" y="94"/>
                  </a:lnTo>
                  <a:lnTo>
                    <a:pt x="36" y="92"/>
                  </a:lnTo>
                  <a:lnTo>
                    <a:pt x="38" y="90"/>
                  </a:lnTo>
                  <a:lnTo>
                    <a:pt x="39" y="90"/>
                  </a:lnTo>
                  <a:lnTo>
                    <a:pt x="41" y="83"/>
                  </a:lnTo>
                  <a:lnTo>
                    <a:pt x="41" y="82"/>
                  </a:lnTo>
                  <a:lnTo>
                    <a:pt x="42" y="82"/>
                  </a:lnTo>
                  <a:lnTo>
                    <a:pt x="42" y="82"/>
                  </a:lnTo>
                  <a:lnTo>
                    <a:pt x="45" y="82"/>
                  </a:lnTo>
                  <a:lnTo>
                    <a:pt x="45" y="82"/>
                  </a:lnTo>
                  <a:lnTo>
                    <a:pt x="45" y="82"/>
                  </a:lnTo>
                  <a:lnTo>
                    <a:pt x="46" y="81"/>
                  </a:lnTo>
                  <a:lnTo>
                    <a:pt x="46" y="80"/>
                  </a:lnTo>
                  <a:lnTo>
                    <a:pt x="47" y="79"/>
                  </a:lnTo>
                  <a:lnTo>
                    <a:pt x="46" y="78"/>
                  </a:lnTo>
                  <a:lnTo>
                    <a:pt x="46" y="76"/>
                  </a:lnTo>
                  <a:lnTo>
                    <a:pt x="45" y="75"/>
                  </a:lnTo>
                  <a:lnTo>
                    <a:pt x="45" y="74"/>
                  </a:lnTo>
                  <a:lnTo>
                    <a:pt x="46" y="74"/>
                  </a:lnTo>
                  <a:lnTo>
                    <a:pt x="46" y="74"/>
                  </a:lnTo>
                  <a:lnTo>
                    <a:pt x="47" y="74"/>
                  </a:lnTo>
                  <a:lnTo>
                    <a:pt x="48" y="74"/>
                  </a:lnTo>
                  <a:lnTo>
                    <a:pt x="50" y="74"/>
                  </a:lnTo>
                  <a:lnTo>
                    <a:pt x="53" y="73"/>
                  </a:lnTo>
                  <a:lnTo>
                    <a:pt x="55" y="72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2"/>
                  </a:lnTo>
                  <a:lnTo>
                    <a:pt x="57" y="56"/>
                  </a:lnTo>
                  <a:lnTo>
                    <a:pt x="55" y="50"/>
                  </a:lnTo>
                  <a:lnTo>
                    <a:pt x="56" y="45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59" y="39"/>
                  </a:lnTo>
                  <a:lnTo>
                    <a:pt x="60" y="40"/>
                  </a:lnTo>
                  <a:lnTo>
                    <a:pt x="62" y="40"/>
                  </a:lnTo>
                  <a:lnTo>
                    <a:pt x="63" y="40"/>
                  </a:lnTo>
                  <a:lnTo>
                    <a:pt x="64" y="39"/>
                  </a:lnTo>
                  <a:lnTo>
                    <a:pt x="64" y="38"/>
                  </a:lnTo>
                  <a:lnTo>
                    <a:pt x="64" y="36"/>
                  </a:lnTo>
                  <a:lnTo>
                    <a:pt x="63" y="35"/>
                  </a:lnTo>
                  <a:lnTo>
                    <a:pt x="63" y="33"/>
                  </a:lnTo>
                  <a:lnTo>
                    <a:pt x="63" y="32"/>
                  </a:lnTo>
                  <a:lnTo>
                    <a:pt x="71" y="28"/>
                  </a:lnTo>
                  <a:lnTo>
                    <a:pt x="75" y="25"/>
                  </a:lnTo>
                  <a:lnTo>
                    <a:pt x="77" y="22"/>
                  </a:lnTo>
                  <a:lnTo>
                    <a:pt x="77" y="18"/>
                  </a:lnTo>
                  <a:lnTo>
                    <a:pt x="75" y="16"/>
                  </a:lnTo>
                  <a:lnTo>
                    <a:pt x="74" y="15"/>
                  </a:lnTo>
                  <a:lnTo>
                    <a:pt x="84" y="15"/>
                  </a:lnTo>
                  <a:lnTo>
                    <a:pt x="93" y="14"/>
                  </a:lnTo>
                  <a:lnTo>
                    <a:pt x="103" y="13"/>
                  </a:lnTo>
                  <a:lnTo>
                    <a:pt x="112" y="11"/>
                  </a:lnTo>
                  <a:lnTo>
                    <a:pt x="122" y="11"/>
                  </a:lnTo>
                  <a:lnTo>
                    <a:pt x="132" y="10"/>
                  </a:lnTo>
                  <a:lnTo>
                    <a:pt x="141" y="9"/>
                  </a:lnTo>
                  <a:lnTo>
                    <a:pt x="150" y="8"/>
                  </a:lnTo>
                  <a:lnTo>
                    <a:pt x="160" y="8"/>
                  </a:lnTo>
                  <a:lnTo>
                    <a:pt x="170" y="7"/>
                  </a:lnTo>
                  <a:lnTo>
                    <a:pt x="179" y="6"/>
                  </a:lnTo>
                  <a:lnTo>
                    <a:pt x="189" y="4"/>
                  </a:lnTo>
                  <a:lnTo>
                    <a:pt x="198" y="3"/>
                  </a:lnTo>
                  <a:lnTo>
                    <a:pt x="208" y="2"/>
                  </a:lnTo>
                  <a:lnTo>
                    <a:pt x="218" y="2"/>
                  </a:lnTo>
                  <a:lnTo>
                    <a:pt x="227" y="1"/>
                  </a:lnTo>
                  <a:lnTo>
                    <a:pt x="229" y="1"/>
                  </a:lnTo>
                  <a:lnTo>
                    <a:pt x="23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2571750" y="2416175"/>
              <a:ext cx="390525" cy="320675"/>
            </a:xfrm>
            <a:custGeom>
              <a:avLst/>
              <a:gdLst>
                <a:gd name="T0" fmla="*/ 283 w 493"/>
                <a:gd name="T1" fmla="*/ 6 h 405"/>
                <a:gd name="T2" fmla="*/ 289 w 493"/>
                <a:gd name="T3" fmla="*/ 9 h 405"/>
                <a:gd name="T4" fmla="*/ 294 w 493"/>
                <a:gd name="T5" fmla="*/ 14 h 405"/>
                <a:gd name="T6" fmla="*/ 297 w 493"/>
                <a:gd name="T7" fmla="*/ 26 h 405"/>
                <a:gd name="T8" fmla="*/ 304 w 493"/>
                <a:gd name="T9" fmla="*/ 58 h 405"/>
                <a:gd name="T10" fmla="*/ 308 w 493"/>
                <a:gd name="T11" fmla="*/ 70 h 405"/>
                <a:gd name="T12" fmla="*/ 333 w 493"/>
                <a:gd name="T13" fmla="*/ 98 h 405"/>
                <a:gd name="T14" fmla="*/ 360 w 493"/>
                <a:gd name="T15" fmla="*/ 122 h 405"/>
                <a:gd name="T16" fmla="*/ 361 w 493"/>
                <a:gd name="T17" fmla="*/ 134 h 405"/>
                <a:gd name="T18" fmla="*/ 379 w 493"/>
                <a:gd name="T19" fmla="*/ 141 h 405"/>
                <a:gd name="T20" fmla="*/ 404 w 493"/>
                <a:gd name="T21" fmla="*/ 150 h 405"/>
                <a:gd name="T22" fmla="*/ 401 w 493"/>
                <a:gd name="T23" fmla="*/ 170 h 405"/>
                <a:gd name="T24" fmla="*/ 394 w 493"/>
                <a:gd name="T25" fmla="*/ 206 h 405"/>
                <a:gd name="T26" fmla="*/ 408 w 493"/>
                <a:gd name="T27" fmla="*/ 219 h 405"/>
                <a:gd name="T28" fmla="*/ 429 w 493"/>
                <a:gd name="T29" fmla="*/ 228 h 405"/>
                <a:gd name="T30" fmla="*/ 457 w 493"/>
                <a:gd name="T31" fmla="*/ 248 h 405"/>
                <a:gd name="T32" fmla="*/ 460 w 493"/>
                <a:gd name="T33" fmla="*/ 263 h 405"/>
                <a:gd name="T34" fmla="*/ 462 w 493"/>
                <a:gd name="T35" fmla="*/ 285 h 405"/>
                <a:gd name="T36" fmla="*/ 472 w 493"/>
                <a:gd name="T37" fmla="*/ 302 h 405"/>
                <a:gd name="T38" fmla="*/ 479 w 493"/>
                <a:gd name="T39" fmla="*/ 302 h 405"/>
                <a:gd name="T40" fmla="*/ 484 w 493"/>
                <a:gd name="T41" fmla="*/ 304 h 405"/>
                <a:gd name="T42" fmla="*/ 490 w 493"/>
                <a:gd name="T43" fmla="*/ 307 h 405"/>
                <a:gd name="T44" fmla="*/ 490 w 493"/>
                <a:gd name="T45" fmla="*/ 320 h 405"/>
                <a:gd name="T46" fmla="*/ 483 w 493"/>
                <a:gd name="T47" fmla="*/ 344 h 405"/>
                <a:gd name="T48" fmla="*/ 474 w 493"/>
                <a:gd name="T49" fmla="*/ 351 h 405"/>
                <a:gd name="T50" fmla="*/ 469 w 493"/>
                <a:gd name="T51" fmla="*/ 352 h 405"/>
                <a:gd name="T52" fmla="*/ 465 w 493"/>
                <a:gd name="T53" fmla="*/ 355 h 405"/>
                <a:gd name="T54" fmla="*/ 460 w 493"/>
                <a:gd name="T55" fmla="*/ 367 h 405"/>
                <a:gd name="T56" fmla="*/ 458 w 493"/>
                <a:gd name="T57" fmla="*/ 377 h 405"/>
                <a:gd name="T58" fmla="*/ 459 w 493"/>
                <a:gd name="T59" fmla="*/ 392 h 405"/>
                <a:gd name="T60" fmla="*/ 415 w 493"/>
                <a:gd name="T61" fmla="*/ 403 h 405"/>
                <a:gd name="T62" fmla="*/ 414 w 493"/>
                <a:gd name="T63" fmla="*/ 393 h 405"/>
                <a:gd name="T64" fmla="*/ 417 w 493"/>
                <a:gd name="T65" fmla="*/ 391 h 405"/>
                <a:gd name="T66" fmla="*/ 419 w 493"/>
                <a:gd name="T67" fmla="*/ 386 h 405"/>
                <a:gd name="T68" fmla="*/ 425 w 493"/>
                <a:gd name="T69" fmla="*/ 379 h 405"/>
                <a:gd name="T70" fmla="*/ 429 w 493"/>
                <a:gd name="T71" fmla="*/ 377 h 405"/>
                <a:gd name="T72" fmla="*/ 429 w 493"/>
                <a:gd name="T73" fmla="*/ 367 h 405"/>
                <a:gd name="T74" fmla="*/ 424 w 493"/>
                <a:gd name="T75" fmla="*/ 364 h 405"/>
                <a:gd name="T76" fmla="*/ 421 w 493"/>
                <a:gd name="T77" fmla="*/ 358 h 405"/>
                <a:gd name="T78" fmla="*/ 296 w 493"/>
                <a:gd name="T79" fmla="*/ 367 h 405"/>
                <a:gd name="T80" fmla="*/ 117 w 493"/>
                <a:gd name="T81" fmla="*/ 379 h 405"/>
                <a:gd name="T82" fmla="*/ 93 w 493"/>
                <a:gd name="T83" fmla="*/ 290 h 405"/>
                <a:gd name="T84" fmla="*/ 88 w 493"/>
                <a:gd name="T85" fmla="*/ 187 h 405"/>
                <a:gd name="T86" fmla="*/ 86 w 493"/>
                <a:gd name="T87" fmla="*/ 144 h 405"/>
                <a:gd name="T88" fmla="*/ 82 w 493"/>
                <a:gd name="T89" fmla="*/ 141 h 405"/>
                <a:gd name="T90" fmla="*/ 70 w 493"/>
                <a:gd name="T91" fmla="*/ 134 h 405"/>
                <a:gd name="T92" fmla="*/ 58 w 493"/>
                <a:gd name="T93" fmla="*/ 119 h 405"/>
                <a:gd name="T94" fmla="*/ 50 w 493"/>
                <a:gd name="T95" fmla="*/ 107 h 405"/>
                <a:gd name="T96" fmla="*/ 57 w 493"/>
                <a:gd name="T97" fmla="*/ 97 h 405"/>
                <a:gd name="T98" fmla="*/ 65 w 493"/>
                <a:gd name="T99" fmla="*/ 92 h 405"/>
                <a:gd name="T100" fmla="*/ 64 w 493"/>
                <a:gd name="T101" fmla="*/ 84 h 405"/>
                <a:gd name="T102" fmla="*/ 56 w 493"/>
                <a:gd name="T103" fmla="*/ 78 h 405"/>
                <a:gd name="T104" fmla="*/ 43 w 493"/>
                <a:gd name="T105" fmla="*/ 78 h 405"/>
                <a:gd name="T106" fmla="*/ 34 w 493"/>
                <a:gd name="T107" fmla="*/ 70 h 405"/>
                <a:gd name="T108" fmla="*/ 27 w 493"/>
                <a:gd name="T109" fmla="*/ 59 h 405"/>
                <a:gd name="T110" fmla="*/ 19 w 493"/>
                <a:gd name="T111" fmla="*/ 48 h 405"/>
                <a:gd name="T112" fmla="*/ 9 w 493"/>
                <a:gd name="T113" fmla="*/ 42 h 405"/>
                <a:gd name="T114" fmla="*/ 8 w 493"/>
                <a:gd name="T115" fmla="*/ 33 h 405"/>
                <a:gd name="T116" fmla="*/ 3 w 493"/>
                <a:gd name="T117" fmla="*/ 23 h 405"/>
                <a:gd name="T118" fmla="*/ 68 w 493"/>
                <a:gd name="T119" fmla="*/ 14 h 405"/>
                <a:gd name="T120" fmla="*/ 220 w 493"/>
                <a:gd name="T121" fmla="*/ 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3" h="405">
                  <a:moveTo>
                    <a:pt x="280" y="0"/>
                  </a:moveTo>
                  <a:lnTo>
                    <a:pt x="280" y="1"/>
                  </a:lnTo>
                  <a:lnTo>
                    <a:pt x="281" y="1"/>
                  </a:lnTo>
                  <a:lnTo>
                    <a:pt x="282" y="2"/>
                  </a:lnTo>
                  <a:lnTo>
                    <a:pt x="282" y="2"/>
                  </a:lnTo>
                  <a:lnTo>
                    <a:pt x="282" y="4"/>
                  </a:lnTo>
                  <a:lnTo>
                    <a:pt x="282" y="5"/>
                  </a:lnTo>
                  <a:lnTo>
                    <a:pt x="283" y="6"/>
                  </a:lnTo>
                  <a:lnTo>
                    <a:pt x="283" y="6"/>
                  </a:lnTo>
                  <a:lnTo>
                    <a:pt x="285" y="6"/>
                  </a:lnTo>
                  <a:lnTo>
                    <a:pt x="286" y="7"/>
                  </a:lnTo>
                  <a:lnTo>
                    <a:pt x="287" y="7"/>
                  </a:lnTo>
                  <a:lnTo>
                    <a:pt x="288" y="8"/>
                  </a:lnTo>
                  <a:lnTo>
                    <a:pt x="288" y="9"/>
                  </a:lnTo>
                  <a:lnTo>
                    <a:pt x="288" y="9"/>
                  </a:lnTo>
                  <a:lnTo>
                    <a:pt x="289" y="9"/>
                  </a:lnTo>
                  <a:lnTo>
                    <a:pt x="289" y="9"/>
                  </a:lnTo>
                  <a:lnTo>
                    <a:pt x="289" y="9"/>
                  </a:lnTo>
                  <a:lnTo>
                    <a:pt x="290" y="9"/>
                  </a:lnTo>
                  <a:lnTo>
                    <a:pt x="290" y="11"/>
                  </a:lnTo>
                  <a:lnTo>
                    <a:pt x="290" y="11"/>
                  </a:lnTo>
                  <a:lnTo>
                    <a:pt x="290" y="12"/>
                  </a:lnTo>
                  <a:lnTo>
                    <a:pt x="292" y="12"/>
                  </a:lnTo>
                  <a:lnTo>
                    <a:pt x="293" y="12"/>
                  </a:lnTo>
                  <a:lnTo>
                    <a:pt x="294" y="13"/>
                  </a:lnTo>
                  <a:lnTo>
                    <a:pt x="294" y="13"/>
                  </a:lnTo>
                  <a:lnTo>
                    <a:pt x="294" y="14"/>
                  </a:lnTo>
                  <a:lnTo>
                    <a:pt x="294" y="14"/>
                  </a:lnTo>
                  <a:lnTo>
                    <a:pt x="294" y="15"/>
                  </a:lnTo>
                  <a:lnTo>
                    <a:pt x="295" y="15"/>
                  </a:lnTo>
                  <a:lnTo>
                    <a:pt x="297" y="18"/>
                  </a:lnTo>
                  <a:lnTo>
                    <a:pt x="299" y="19"/>
                  </a:lnTo>
                  <a:lnTo>
                    <a:pt x="301" y="19"/>
                  </a:lnTo>
                  <a:lnTo>
                    <a:pt x="301" y="20"/>
                  </a:lnTo>
                  <a:lnTo>
                    <a:pt x="300" y="22"/>
                  </a:lnTo>
                  <a:lnTo>
                    <a:pt x="297" y="26"/>
                  </a:lnTo>
                  <a:lnTo>
                    <a:pt x="297" y="30"/>
                  </a:lnTo>
                  <a:lnTo>
                    <a:pt x="297" y="34"/>
                  </a:lnTo>
                  <a:lnTo>
                    <a:pt x="297" y="38"/>
                  </a:lnTo>
                  <a:lnTo>
                    <a:pt x="301" y="52"/>
                  </a:lnTo>
                  <a:lnTo>
                    <a:pt x="301" y="55"/>
                  </a:lnTo>
                  <a:lnTo>
                    <a:pt x="302" y="56"/>
                  </a:lnTo>
                  <a:lnTo>
                    <a:pt x="303" y="57"/>
                  </a:lnTo>
                  <a:lnTo>
                    <a:pt x="303" y="57"/>
                  </a:lnTo>
                  <a:lnTo>
                    <a:pt x="304" y="58"/>
                  </a:lnTo>
                  <a:lnTo>
                    <a:pt x="304" y="59"/>
                  </a:lnTo>
                  <a:lnTo>
                    <a:pt x="304" y="59"/>
                  </a:lnTo>
                  <a:lnTo>
                    <a:pt x="304" y="62"/>
                  </a:lnTo>
                  <a:lnTo>
                    <a:pt x="304" y="64"/>
                  </a:lnTo>
                  <a:lnTo>
                    <a:pt x="304" y="65"/>
                  </a:lnTo>
                  <a:lnTo>
                    <a:pt x="304" y="66"/>
                  </a:lnTo>
                  <a:lnTo>
                    <a:pt x="305" y="68"/>
                  </a:lnTo>
                  <a:lnTo>
                    <a:pt x="307" y="69"/>
                  </a:lnTo>
                  <a:lnTo>
                    <a:pt x="308" y="70"/>
                  </a:lnTo>
                  <a:lnTo>
                    <a:pt x="309" y="71"/>
                  </a:lnTo>
                  <a:lnTo>
                    <a:pt x="309" y="71"/>
                  </a:lnTo>
                  <a:lnTo>
                    <a:pt x="309" y="73"/>
                  </a:lnTo>
                  <a:lnTo>
                    <a:pt x="310" y="77"/>
                  </a:lnTo>
                  <a:lnTo>
                    <a:pt x="312" y="79"/>
                  </a:lnTo>
                  <a:lnTo>
                    <a:pt x="331" y="93"/>
                  </a:lnTo>
                  <a:lnTo>
                    <a:pt x="332" y="94"/>
                  </a:lnTo>
                  <a:lnTo>
                    <a:pt x="333" y="95"/>
                  </a:lnTo>
                  <a:lnTo>
                    <a:pt x="333" y="98"/>
                  </a:lnTo>
                  <a:lnTo>
                    <a:pt x="333" y="99"/>
                  </a:lnTo>
                  <a:lnTo>
                    <a:pt x="335" y="100"/>
                  </a:lnTo>
                  <a:lnTo>
                    <a:pt x="352" y="111"/>
                  </a:lnTo>
                  <a:lnTo>
                    <a:pt x="354" y="112"/>
                  </a:lnTo>
                  <a:lnTo>
                    <a:pt x="355" y="114"/>
                  </a:lnTo>
                  <a:lnTo>
                    <a:pt x="358" y="116"/>
                  </a:lnTo>
                  <a:lnTo>
                    <a:pt x="359" y="119"/>
                  </a:lnTo>
                  <a:lnTo>
                    <a:pt x="359" y="120"/>
                  </a:lnTo>
                  <a:lnTo>
                    <a:pt x="360" y="122"/>
                  </a:lnTo>
                  <a:lnTo>
                    <a:pt x="360" y="124"/>
                  </a:lnTo>
                  <a:lnTo>
                    <a:pt x="360" y="126"/>
                  </a:lnTo>
                  <a:lnTo>
                    <a:pt x="360" y="127"/>
                  </a:lnTo>
                  <a:lnTo>
                    <a:pt x="361" y="128"/>
                  </a:lnTo>
                  <a:lnTo>
                    <a:pt x="362" y="129"/>
                  </a:lnTo>
                  <a:lnTo>
                    <a:pt x="361" y="130"/>
                  </a:lnTo>
                  <a:lnTo>
                    <a:pt x="361" y="131"/>
                  </a:lnTo>
                  <a:lnTo>
                    <a:pt x="361" y="133"/>
                  </a:lnTo>
                  <a:lnTo>
                    <a:pt x="361" y="134"/>
                  </a:lnTo>
                  <a:lnTo>
                    <a:pt x="362" y="135"/>
                  </a:lnTo>
                  <a:lnTo>
                    <a:pt x="362" y="136"/>
                  </a:lnTo>
                  <a:lnTo>
                    <a:pt x="364" y="137"/>
                  </a:lnTo>
                  <a:lnTo>
                    <a:pt x="362" y="138"/>
                  </a:lnTo>
                  <a:lnTo>
                    <a:pt x="367" y="145"/>
                  </a:lnTo>
                  <a:lnTo>
                    <a:pt x="369" y="148"/>
                  </a:lnTo>
                  <a:lnTo>
                    <a:pt x="372" y="148"/>
                  </a:lnTo>
                  <a:lnTo>
                    <a:pt x="375" y="147"/>
                  </a:lnTo>
                  <a:lnTo>
                    <a:pt x="379" y="141"/>
                  </a:lnTo>
                  <a:lnTo>
                    <a:pt x="382" y="140"/>
                  </a:lnTo>
                  <a:lnTo>
                    <a:pt x="383" y="140"/>
                  </a:lnTo>
                  <a:lnTo>
                    <a:pt x="386" y="141"/>
                  </a:lnTo>
                  <a:lnTo>
                    <a:pt x="388" y="141"/>
                  </a:lnTo>
                  <a:lnTo>
                    <a:pt x="389" y="141"/>
                  </a:lnTo>
                  <a:lnTo>
                    <a:pt x="393" y="142"/>
                  </a:lnTo>
                  <a:lnTo>
                    <a:pt x="400" y="145"/>
                  </a:lnTo>
                  <a:lnTo>
                    <a:pt x="403" y="148"/>
                  </a:lnTo>
                  <a:lnTo>
                    <a:pt x="404" y="150"/>
                  </a:lnTo>
                  <a:lnTo>
                    <a:pt x="404" y="151"/>
                  </a:lnTo>
                  <a:lnTo>
                    <a:pt x="403" y="154"/>
                  </a:lnTo>
                  <a:lnTo>
                    <a:pt x="402" y="156"/>
                  </a:lnTo>
                  <a:lnTo>
                    <a:pt x="401" y="157"/>
                  </a:lnTo>
                  <a:lnTo>
                    <a:pt x="401" y="158"/>
                  </a:lnTo>
                  <a:lnTo>
                    <a:pt x="401" y="159"/>
                  </a:lnTo>
                  <a:lnTo>
                    <a:pt x="401" y="164"/>
                  </a:lnTo>
                  <a:lnTo>
                    <a:pt x="401" y="167"/>
                  </a:lnTo>
                  <a:lnTo>
                    <a:pt x="401" y="170"/>
                  </a:lnTo>
                  <a:lnTo>
                    <a:pt x="397" y="176"/>
                  </a:lnTo>
                  <a:lnTo>
                    <a:pt x="395" y="186"/>
                  </a:lnTo>
                  <a:lnTo>
                    <a:pt x="391" y="192"/>
                  </a:lnTo>
                  <a:lnTo>
                    <a:pt x="390" y="195"/>
                  </a:lnTo>
                  <a:lnTo>
                    <a:pt x="390" y="199"/>
                  </a:lnTo>
                  <a:lnTo>
                    <a:pt x="391" y="202"/>
                  </a:lnTo>
                  <a:lnTo>
                    <a:pt x="393" y="204"/>
                  </a:lnTo>
                  <a:lnTo>
                    <a:pt x="393" y="205"/>
                  </a:lnTo>
                  <a:lnTo>
                    <a:pt x="394" y="206"/>
                  </a:lnTo>
                  <a:lnTo>
                    <a:pt x="394" y="206"/>
                  </a:lnTo>
                  <a:lnTo>
                    <a:pt x="398" y="209"/>
                  </a:lnTo>
                  <a:lnTo>
                    <a:pt x="398" y="211"/>
                  </a:lnTo>
                  <a:lnTo>
                    <a:pt x="401" y="212"/>
                  </a:lnTo>
                  <a:lnTo>
                    <a:pt x="402" y="213"/>
                  </a:lnTo>
                  <a:lnTo>
                    <a:pt x="402" y="214"/>
                  </a:lnTo>
                  <a:lnTo>
                    <a:pt x="403" y="215"/>
                  </a:lnTo>
                  <a:lnTo>
                    <a:pt x="407" y="216"/>
                  </a:lnTo>
                  <a:lnTo>
                    <a:pt x="408" y="219"/>
                  </a:lnTo>
                  <a:lnTo>
                    <a:pt x="410" y="220"/>
                  </a:lnTo>
                  <a:lnTo>
                    <a:pt x="412" y="222"/>
                  </a:lnTo>
                  <a:lnTo>
                    <a:pt x="415" y="222"/>
                  </a:lnTo>
                  <a:lnTo>
                    <a:pt x="419" y="226"/>
                  </a:lnTo>
                  <a:lnTo>
                    <a:pt x="421" y="226"/>
                  </a:lnTo>
                  <a:lnTo>
                    <a:pt x="423" y="226"/>
                  </a:lnTo>
                  <a:lnTo>
                    <a:pt x="424" y="226"/>
                  </a:lnTo>
                  <a:lnTo>
                    <a:pt x="426" y="227"/>
                  </a:lnTo>
                  <a:lnTo>
                    <a:pt x="429" y="228"/>
                  </a:lnTo>
                  <a:lnTo>
                    <a:pt x="433" y="231"/>
                  </a:lnTo>
                  <a:lnTo>
                    <a:pt x="434" y="233"/>
                  </a:lnTo>
                  <a:lnTo>
                    <a:pt x="439" y="234"/>
                  </a:lnTo>
                  <a:lnTo>
                    <a:pt x="441" y="235"/>
                  </a:lnTo>
                  <a:lnTo>
                    <a:pt x="444" y="237"/>
                  </a:lnTo>
                  <a:lnTo>
                    <a:pt x="446" y="242"/>
                  </a:lnTo>
                  <a:lnTo>
                    <a:pt x="447" y="244"/>
                  </a:lnTo>
                  <a:lnTo>
                    <a:pt x="454" y="247"/>
                  </a:lnTo>
                  <a:lnTo>
                    <a:pt x="457" y="248"/>
                  </a:lnTo>
                  <a:lnTo>
                    <a:pt x="457" y="249"/>
                  </a:lnTo>
                  <a:lnTo>
                    <a:pt x="457" y="251"/>
                  </a:lnTo>
                  <a:lnTo>
                    <a:pt x="458" y="252"/>
                  </a:lnTo>
                  <a:lnTo>
                    <a:pt x="458" y="254"/>
                  </a:lnTo>
                  <a:lnTo>
                    <a:pt x="458" y="256"/>
                  </a:lnTo>
                  <a:lnTo>
                    <a:pt x="458" y="256"/>
                  </a:lnTo>
                  <a:lnTo>
                    <a:pt x="458" y="258"/>
                  </a:lnTo>
                  <a:lnTo>
                    <a:pt x="458" y="260"/>
                  </a:lnTo>
                  <a:lnTo>
                    <a:pt x="460" y="263"/>
                  </a:lnTo>
                  <a:lnTo>
                    <a:pt x="462" y="266"/>
                  </a:lnTo>
                  <a:lnTo>
                    <a:pt x="463" y="269"/>
                  </a:lnTo>
                  <a:lnTo>
                    <a:pt x="465" y="272"/>
                  </a:lnTo>
                  <a:lnTo>
                    <a:pt x="465" y="276"/>
                  </a:lnTo>
                  <a:lnTo>
                    <a:pt x="462" y="278"/>
                  </a:lnTo>
                  <a:lnTo>
                    <a:pt x="460" y="281"/>
                  </a:lnTo>
                  <a:lnTo>
                    <a:pt x="460" y="285"/>
                  </a:lnTo>
                  <a:lnTo>
                    <a:pt x="461" y="285"/>
                  </a:lnTo>
                  <a:lnTo>
                    <a:pt x="462" y="285"/>
                  </a:lnTo>
                  <a:lnTo>
                    <a:pt x="462" y="286"/>
                  </a:lnTo>
                  <a:lnTo>
                    <a:pt x="463" y="286"/>
                  </a:lnTo>
                  <a:lnTo>
                    <a:pt x="463" y="287"/>
                  </a:lnTo>
                  <a:lnTo>
                    <a:pt x="465" y="290"/>
                  </a:lnTo>
                  <a:lnTo>
                    <a:pt x="465" y="291"/>
                  </a:lnTo>
                  <a:lnTo>
                    <a:pt x="467" y="293"/>
                  </a:lnTo>
                  <a:lnTo>
                    <a:pt x="470" y="297"/>
                  </a:lnTo>
                  <a:lnTo>
                    <a:pt x="472" y="299"/>
                  </a:lnTo>
                  <a:lnTo>
                    <a:pt x="472" y="302"/>
                  </a:lnTo>
                  <a:lnTo>
                    <a:pt x="473" y="304"/>
                  </a:lnTo>
                  <a:lnTo>
                    <a:pt x="476" y="306"/>
                  </a:lnTo>
                  <a:lnTo>
                    <a:pt x="480" y="307"/>
                  </a:lnTo>
                  <a:lnTo>
                    <a:pt x="481" y="307"/>
                  </a:lnTo>
                  <a:lnTo>
                    <a:pt x="481" y="306"/>
                  </a:lnTo>
                  <a:lnTo>
                    <a:pt x="480" y="305"/>
                  </a:lnTo>
                  <a:lnTo>
                    <a:pt x="480" y="304"/>
                  </a:lnTo>
                  <a:lnTo>
                    <a:pt x="479" y="304"/>
                  </a:lnTo>
                  <a:lnTo>
                    <a:pt x="479" y="302"/>
                  </a:lnTo>
                  <a:lnTo>
                    <a:pt x="477" y="301"/>
                  </a:lnTo>
                  <a:lnTo>
                    <a:pt x="477" y="300"/>
                  </a:lnTo>
                  <a:lnTo>
                    <a:pt x="479" y="299"/>
                  </a:lnTo>
                  <a:lnTo>
                    <a:pt x="481" y="299"/>
                  </a:lnTo>
                  <a:lnTo>
                    <a:pt x="481" y="300"/>
                  </a:lnTo>
                  <a:lnTo>
                    <a:pt x="482" y="302"/>
                  </a:lnTo>
                  <a:lnTo>
                    <a:pt x="482" y="302"/>
                  </a:lnTo>
                  <a:lnTo>
                    <a:pt x="483" y="304"/>
                  </a:lnTo>
                  <a:lnTo>
                    <a:pt x="484" y="304"/>
                  </a:lnTo>
                  <a:lnTo>
                    <a:pt x="486" y="305"/>
                  </a:lnTo>
                  <a:lnTo>
                    <a:pt x="486" y="306"/>
                  </a:lnTo>
                  <a:lnTo>
                    <a:pt x="486" y="306"/>
                  </a:lnTo>
                  <a:lnTo>
                    <a:pt x="486" y="307"/>
                  </a:lnTo>
                  <a:lnTo>
                    <a:pt x="487" y="308"/>
                  </a:lnTo>
                  <a:lnTo>
                    <a:pt x="488" y="308"/>
                  </a:lnTo>
                  <a:lnTo>
                    <a:pt x="489" y="308"/>
                  </a:lnTo>
                  <a:lnTo>
                    <a:pt x="489" y="307"/>
                  </a:lnTo>
                  <a:lnTo>
                    <a:pt x="490" y="307"/>
                  </a:lnTo>
                  <a:lnTo>
                    <a:pt x="491" y="308"/>
                  </a:lnTo>
                  <a:lnTo>
                    <a:pt x="493" y="309"/>
                  </a:lnTo>
                  <a:lnTo>
                    <a:pt x="491" y="313"/>
                  </a:lnTo>
                  <a:lnTo>
                    <a:pt x="493" y="316"/>
                  </a:lnTo>
                  <a:lnTo>
                    <a:pt x="493" y="316"/>
                  </a:lnTo>
                  <a:lnTo>
                    <a:pt x="491" y="317"/>
                  </a:lnTo>
                  <a:lnTo>
                    <a:pt x="491" y="319"/>
                  </a:lnTo>
                  <a:lnTo>
                    <a:pt x="490" y="320"/>
                  </a:lnTo>
                  <a:lnTo>
                    <a:pt x="490" y="320"/>
                  </a:lnTo>
                  <a:lnTo>
                    <a:pt x="491" y="322"/>
                  </a:lnTo>
                  <a:lnTo>
                    <a:pt x="493" y="326"/>
                  </a:lnTo>
                  <a:lnTo>
                    <a:pt x="493" y="327"/>
                  </a:lnTo>
                  <a:lnTo>
                    <a:pt x="493" y="329"/>
                  </a:lnTo>
                  <a:lnTo>
                    <a:pt x="490" y="336"/>
                  </a:lnTo>
                  <a:lnTo>
                    <a:pt x="489" y="342"/>
                  </a:lnTo>
                  <a:lnTo>
                    <a:pt x="488" y="344"/>
                  </a:lnTo>
                  <a:lnTo>
                    <a:pt x="486" y="345"/>
                  </a:lnTo>
                  <a:lnTo>
                    <a:pt x="483" y="344"/>
                  </a:lnTo>
                  <a:lnTo>
                    <a:pt x="481" y="343"/>
                  </a:lnTo>
                  <a:lnTo>
                    <a:pt x="480" y="341"/>
                  </a:lnTo>
                  <a:lnTo>
                    <a:pt x="477" y="340"/>
                  </a:lnTo>
                  <a:lnTo>
                    <a:pt x="476" y="341"/>
                  </a:lnTo>
                  <a:lnTo>
                    <a:pt x="476" y="341"/>
                  </a:lnTo>
                  <a:lnTo>
                    <a:pt x="476" y="342"/>
                  </a:lnTo>
                  <a:lnTo>
                    <a:pt x="475" y="345"/>
                  </a:lnTo>
                  <a:lnTo>
                    <a:pt x="475" y="348"/>
                  </a:lnTo>
                  <a:lnTo>
                    <a:pt x="474" y="351"/>
                  </a:lnTo>
                  <a:lnTo>
                    <a:pt x="474" y="352"/>
                  </a:lnTo>
                  <a:lnTo>
                    <a:pt x="474" y="353"/>
                  </a:lnTo>
                  <a:lnTo>
                    <a:pt x="473" y="355"/>
                  </a:lnTo>
                  <a:lnTo>
                    <a:pt x="472" y="357"/>
                  </a:lnTo>
                  <a:lnTo>
                    <a:pt x="470" y="357"/>
                  </a:lnTo>
                  <a:lnTo>
                    <a:pt x="468" y="357"/>
                  </a:lnTo>
                  <a:lnTo>
                    <a:pt x="468" y="356"/>
                  </a:lnTo>
                  <a:lnTo>
                    <a:pt x="468" y="353"/>
                  </a:lnTo>
                  <a:lnTo>
                    <a:pt x="469" y="352"/>
                  </a:lnTo>
                  <a:lnTo>
                    <a:pt x="469" y="351"/>
                  </a:lnTo>
                  <a:lnTo>
                    <a:pt x="468" y="348"/>
                  </a:lnTo>
                  <a:lnTo>
                    <a:pt x="466" y="348"/>
                  </a:lnTo>
                  <a:lnTo>
                    <a:pt x="463" y="349"/>
                  </a:lnTo>
                  <a:lnTo>
                    <a:pt x="462" y="351"/>
                  </a:lnTo>
                  <a:lnTo>
                    <a:pt x="463" y="352"/>
                  </a:lnTo>
                  <a:lnTo>
                    <a:pt x="465" y="353"/>
                  </a:lnTo>
                  <a:lnTo>
                    <a:pt x="465" y="353"/>
                  </a:lnTo>
                  <a:lnTo>
                    <a:pt x="465" y="355"/>
                  </a:lnTo>
                  <a:lnTo>
                    <a:pt x="465" y="357"/>
                  </a:lnTo>
                  <a:lnTo>
                    <a:pt x="465" y="358"/>
                  </a:lnTo>
                  <a:lnTo>
                    <a:pt x="467" y="362"/>
                  </a:lnTo>
                  <a:lnTo>
                    <a:pt x="467" y="364"/>
                  </a:lnTo>
                  <a:lnTo>
                    <a:pt x="467" y="365"/>
                  </a:lnTo>
                  <a:lnTo>
                    <a:pt x="466" y="366"/>
                  </a:lnTo>
                  <a:lnTo>
                    <a:pt x="463" y="367"/>
                  </a:lnTo>
                  <a:lnTo>
                    <a:pt x="462" y="367"/>
                  </a:lnTo>
                  <a:lnTo>
                    <a:pt x="460" y="367"/>
                  </a:lnTo>
                  <a:lnTo>
                    <a:pt x="461" y="370"/>
                  </a:lnTo>
                  <a:lnTo>
                    <a:pt x="462" y="371"/>
                  </a:lnTo>
                  <a:lnTo>
                    <a:pt x="463" y="372"/>
                  </a:lnTo>
                  <a:lnTo>
                    <a:pt x="466" y="373"/>
                  </a:lnTo>
                  <a:lnTo>
                    <a:pt x="466" y="373"/>
                  </a:lnTo>
                  <a:lnTo>
                    <a:pt x="466" y="374"/>
                  </a:lnTo>
                  <a:lnTo>
                    <a:pt x="466" y="376"/>
                  </a:lnTo>
                  <a:lnTo>
                    <a:pt x="465" y="376"/>
                  </a:lnTo>
                  <a:lnTo>
                    <a:pt x="458" y="377"/>
                  </a:lnTo>
                  <a:lnTo>
                    <a:pt x="457" y="377"/>
                  </a:lnTo>
                  <a:lnTo>
                    <a:pt x="461" y="383"/>
                  </a:lnTo>
                  <a:lnTo>
                    <a:pt x="463" y="386"/>
                  </a:lnTo>
                  <a:lnTo>
                    <a:pt x="462" y="387"/>
                  </a:lnTo>
                  <a:lnTo>
                    <a:pt x="461" y="387"/>
                  </a:lnTo>
                  <a:lnTo>
                    <a:pt x="460" y="388"/>
                  </a:lnTo>
                  <a:lnTo>
                    <a:pt x="459" y="390"/>
                  </a:lnTo>
                  <a:lnTo>
                    <a:pt x="459" y="391"/>
                  </a:lnTo>
                  <a:lnTo>
                    <a:pt x="459" y="392"/>
                  </a:lnTo>
                  <a:lnTo>
                    <a:pt x="457" y="397"/>
                  </a:lnTo>
                  <a:lnTo>
                    <a:pt x="457" y="399"/>
                  </a:lnTo>
                  <a:lnTo>
                    <a:pt x="457" y="399"/>
                  </a:lnTo>
                  <a:lnTo>
                    <a:pt x="457" y="399"/>
                  </a:lnTo>
                  <a:lnTo>
                    <a:pt x="455" y="399"/>
                  </a:lnTo>
                  <a:lnTo>
                    <a:pt x="446" y="400"/>
                  </a:lnTo>
                  <a:lnTo>
                    <a:pt x="436" y="401"/>
                  </a:lnTo>
                  <a:lnTo>
                    <a:pt x="425" y="402"/>
                  </a:lnTo>
                  <a:lnTo>
                    <a:pt x="415" y="403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09" y="403"/>
                  </a:lnTo>
                  <a:lnTo>
                    <a:pt x="409" y="402"/>
                  </a:lnTo>
                  <a:lnTo>
                    <a:pt x="411" y="398"/>
                  </a:lnTo>
                  <a:lnTo>
                    <a:pt x="411" y="397"/>
                  </a:lnTo>
                  <a:lnTo>
                    <a:pt x="412" y="394"/>
                  </a:lnTo>
                  <a:lnTo>
                    <a:pt x="414" y="393"/>
                  </a:lnTo>
                  <a:lnTo>
                    <a:pt x="414" y="393"/>
                  </a:lnTo>
                  <a:lnTo>
                    <a:pt x="414" y="393"/>
                  </a:lnTo>
                  <a:lnTo>
                    <a:pt x="415" y="392"/>
                  </a:lnTo>
                  <a:lnTo>
                    <a:pt x="415" y="392"/>
                  </a:lnTo>
                  <a:lnTo>
                    <a:pt x="416" y="392"/>
                  </a:lnTo>
                  <a:lnTo>
                    <a:pt x="417" y="391"/>
                  </a:lnTo>
                  <a:lnTo>
                    <a:pt x="417" y="391"/>
                  </a:lnTo>
                  <a:lnTo>
                    <a:pt x="417" y="391"/>
                  </a:lnTo>
                  <a:lnTo>
                    <a:pt x="417" y="391"/>
                  </a:lnTo>
                  <a:lnTo>
                    <a:pt x="418" y="390"/>
                  </a:lnTo>
                  <a:lnTo>
                    <a:pt x="418" y="390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8" y="387"/>
                  </a:lnTo>
                  <a:lnTo>
                    <a:pt x="418" y="387"/>
                  </a:lnTo>
                  <a:lnTo>
                    <a:pt x="418" y="387"/>
                  </a:lnTo>
                  <a:lnTo>
                    <a:pt x="418" y="386"/>
                  </a:lnTo>
                  <a:lnTo>
                    <a:pt x="419" y="386"/>
                  </a:lnTo>
                  <a:lnTo>
                    <a:pt x="419" y="386"/>
                  </a:lnTo>
                  <a:lnTo>
                    <a:pt x="421" y="385"/>
                  </a:lnTo>
                  <a:lnTo>
                    <a:pt x="422" y="385"/>
                  </a:lnTo>
                  <a:lnTo>
                    <a:pt x="424" y="383"/>
                  </a:lnTo>
                  <a:lnTo>
                    <a:pt x="425" y="383"/>
                  </a:lnTo>
                  <a:lnTo>
                    <a:pt x="425" y="383"/>
                  </a:lnTo>
                  <a:lnTo>
                    <a:pt x="425" y="381"/>
                  </a:lnTo>
                  <a:lnTo>
                    <a:pt x="425" y="381"/>
                  </a:lnTo>
                  <a:lnTo>
                    <a:pt x="425" y="379"/>
                  </a:lnTo>
                  <a:lnTo>
                    <a:pt x="425" y="379"/>
                  </a:lnTo>
                  <a:lnTo>
                    <a:pt x="425" y="379"/>
                  </a:lnTo>
                  <a:lnTo>
                    <a:pt x="426" y="379"/>
                  </a:lnTo>
                  <a:lnTo>
                    <a:pt x="427" y="378"/>
                  </a:lnTo>
                  <a:lnTo>
                    <a:pt x="429" y="378"/>
                  </a:lnTo>
                  <a:lnTo>
                    <a:pt x="429" y="378"/>
                  </a:lnTo>
                  <a:lnTo>
                    <a:pt x="429" y="377"/>
                  </a:lnTo>
                  <a:lnTo>
                    <a:pt x="429" y="377"/>
                  </a:lnTo>
                  <a:lnTo>
                    <a:pt x="429" y="377"/>
                  </a:lnTo>
                  <a:lnTo>
                    <a:pt x="429" y="376"/>
                  </a:lnTo>
                  <a:lnTo>
                    <a:pt x="429" y="376"/>
                  </a:lnTo>
                  <a:lnTo>
                    <a:pt x="429" y="374"/>
                  </a:lnTo>
                  <a:lnTo>
                    <a:pt x="429" y="372"/>
                  </a:lnTo>
                  <a:lnTo>
                    <a:pt x="429" y="372"/>
                  </a:lnTo>
                  <a:lnTo>
                    <a:pt x="429" y="370"/>
                  </a:lnTo>
                  <a:lnTo>
                    <a:pt x="429" y="369"/>
                  </a:lnTo>
                  <a:lnTo>
                    <a:pt x="429" y="367"/>
                  </a:lnTo>
                  <a:lnTo>
                    <a:pt x="429" y="367"/>
                  </a:lnTo>
                  <a:lnTo>
                    <a:pt x="429" y="367"/>
                  </a:lnTo>
                  <a:lnTo>
                    <a:pt x="427" y="367"/>
                  </a:lnTo>
                  <a:lnTo>
                    <a:pt x="427" y="366"/>
                  </a:lnTo>
                  <a:lnTo>
                    <a:pt x="427" y="366"/>
                  </a:lnTo>
                  <a:lnTo>
                    <a:pt x="425" y="365"/>
                  </a:lnTo>
                  <a:lnTo>
                    <a:pt x="424" y="365"/>
                  </a:lnTo>
                  <a:lnTo>
                    <a:pt x="424" y="364"/>
                  </a:lnTo>
                  <a:lnTo>
                    <a:pt x="424" y="364"/>
                  </a:lnTo>
                  <a:lnTo>
                    <a:pt x="424" y="364"/>
                  </a:lnTo>
                  <a:lnTo>
                    <a:pt x="424" y="362"/>
                  </a:lnTo>
                  <a:lnTo>
                    <a:pt x="424" y="362"/>
                  </a:lnTo>
                  <a:lnTo>
                    <a:pt x="423" y="362"/>
                  </a:lnTo>
                  <a:lnTo>
                    <a:pt x="423" y="362"/>
                  </a:lnTo>
                  <a:lnTo>
                    <a:pt x="423" y="360"/>
                  </a:lnTo>
                  <a:lnTo>
                    <a:pt x="423" y="360"/>
                  </a:lnTo>
                  <a:lnTo>
                    <a:pt x="422" y="360"/>
                  </a:lnTo>
                  <a:lnTo>
                    <a:pt x="422" y="358"/>
                  </a:lnTo>
                  <a:lnTo>
                    <a:pt x="421" y="358"/>
                  </a:lnTo>
                  <a:lnTo>
                    <a:pt x="421" y="358"/>
                  </a:lnTo>
                  <a:lnTo>
                    <a:pt x="421" y="357"/>
                  </a:lnTo>
                  <a:lnTo>
                    <a:pt x="416" y="358"/>
                  </a:lnTo>
                  <a:lnTo>
                    <a:pt x="396" y="359"/>
                  </a:lnTo>
                  <a:lnTo>
                    <a:pt x="376" y="362"/>
                  </a:lnTo>
                  <a:lnTo>
                    <a:pt x="357" y="363"/>
                  </a:lnTo>
                  <a:lnTo>
                    <a:pt x="336" y="364"/>
                  </a:lnTo>
                  <a:lnTo>
                    <a:pt x="316" y="366"/>
                  </a:lnTo>
                  <a:lnTo>
                    <a:pt x="296" y="367"/>
                  </a:lnTo>
                  <a:lnTo>
                    <a:pt x="276" y="369"/>
                  </a:lnTo>
                  <a:lnTo>
                    <a:pt x="257" y="370"/>
                  </a:lnTo>
                  <a:lnTo>
                    <a:pt x="237" y="372"/>
                  </a:lnTo>
                  <a:lnTo>
                    <a:pt x="217" y="373"/>
                  </a:lnTo>
                  <a:lnTo>
                    <a:pt x="197" y="374"/>
                  </a:lnTo>
                  <a:lnTo>
                    <a:pt x="178" y="376"/>
                  </a:lnTo>
                  <a:lnTo>
                    <a:pt x="158" y="377"/>
                  </a:lnTo>
                  <a:lnTo>
                    <a:pt x="137" y="378"/>
                  </a:lnTo>
                  <a:lnTo>
                    <a:pt x="117" y="379"/>
                  </a:lnTo>
                  <a:lnTo>
                    <a:pt x="98" y="379"/>
                  </a:lnTo>
                  <a:lnTo>
                    <a:pt x="98" y="369"/>
                  </a:lnTo>
                  <a:lnTo>
                    <a:pt x="96" y="357"/>
                  </a:lnTo>
                  <a:lnTo>
                    <a:pt x="96" y="347"/>
                  </a:lnTo>
                  <a:lnTo>
                    <a:pt x="95" y="335"/>
                  </a:lnTo>
                  <a:lnTo>
                    <a:pt x="95" y="323"/>
                  </a:lnTo>
                  <a:lnTo>
                    <a:pt x="94" y="312"/>
                  </a:lnTo>
                  <a:lnTo>
                    <a:pt x="94" y="301"/>
                  </a:lnTo>
                  <a:lnTo>
                    <a:pt x="93" y="290"/>
                  </a:lnTo>
                  <a:lnTo>
                    <a:pt x="93" y="278"/>
                  </a:lnTo>
                  <a:lnTo>
                    <a:pt x="93" y="266"/>
                  </a:lnTo>
                  <a:lnTo>
                    <a:pt x="92" y="255"/>
                  </a:lnTo>
                  <a:lnTo>
                    <a:pt x="92" y="243"/>
                  </a:lnTo>
                  <a:lnTo>
                    <a:pt x="91" y="233"/>
                  </a:lnTo>
                  <a:lnTo>
                    <a:pt x="91" y="221"/>
                  </a:lnTo>
                  <a:lnTo>
                    <a:pt x="89" y="209"/>
                  </a:lnTo>
                  <a:lnTo>
                    <a:pt x="89" y="198"/>
                  </a:lnTo>
                  <a:lnTo>
                    <a:pt x="88" y="187"/>
                  </a:lnTo>
                  <a:lnTo>
                    <a:pt x="88" y="176"/>
                  </a:lnTo>
                  <a:lnTo>
                    <a:pt x="87" y="164"/>
                  </a:lnTo>
                  <a:lnTo>
                    <a:pt x="87" y="152"/>
                  </a:lnTo>
                  <a:lnTo>
                    <a:pt x="87" y="147"/>
                  </a:lnTo>
                  <a:lnTo>
                    <a:pt x="86" y="145"/>
                  </a:lnTo>
                  <a:lnTo>
                    <a:pt x="86" y="145"/>
                  </a:lnTo>
                  <a:lnTo>
                    <a:pt x="86" y="145"/>
                  </a:lnTo>
                  <a:lnTo>
                    <a:pt x="86" y="144"/>
                  </a:lnTo>
                  <a:lnTo>
                    <a:pt x="86" y="144"/>
                  </a:lnTo>
                  <a:lnTo>
                    <a:pt x="87" y="143"/>
                  </a:lnTo>
                  <a:lnTo>
                    <a:pt x="87" y="143"/>
                  </a:lnTo>
                  <a:lnTo>
                    <a:pt x="86" y="142"/>
                  </a:lnTo>
                  <a:lnTo>
                    <a:pt x="84" y="142"/>
                  </a:lnTo>
                  <a:lnTo>
                    <a:pt x="84" y="142"/>
                  </a:lnTo>
                  <a:lnTo>
                    <a:pt x="84" y="142"/>
                  </a:lnTo>
                  <a:lnTo>
                    <a:pt x="84" y="141"/>
                  </a:lnTo>
                  <a:lnTo>
                    <a:pt x="82" y="141"/>
                  </a:lnTo>
                  <a:lnTo>
                    <a:pt x="82" y="141"/>
                  </a:lnTo>
                  <a:lnTo>
                    <a:pt x="81" y="141"/>
                  </a:lnTo>
                  <a:lnTo>
                    <a:pt x="79" y="142"/>
                  </a:lnTo>
                  <a:lnTo>
                    <a:pt x="77" y="141"/>
                  </a:lnTo>
                  <a:lnTo>
                    <a:pt x="74" y="138"/>
                  </a:lnTo>
                  <a:lnTo>
                    <a:pt x="72" y="138"/>
                  </a:lnTo>
                  <a:lnTo>
                    <a:pt x="71" y="137"/>
                  </a:lnTo>
                  <a:lnTo>
                    <a:pt x="71" y="136"/>
                  </a:lnTo>
                  <a:lnTo>
                    <a:pt x="71" y="134"/>
                  </a:lnTo>
                  <a:lnTo>
                    <a:pt x="70" y="134"/>
                  </a:lnTo>
                  <a:lnTo>
                    <a:pt x="67" y="131"/>
                  </a:lnTo>
                  <a:lnTo>
                    <a:pt x="66" y="128"/>
                  </a:lnTo>
                  <a:lnTo>
                    <a:pt x="65" y="124"/>
                  </a:lnTo>
                  <a:lnTo>
                    <a:pt x="65" y="123"/>
                  </a:lnTo>
                  <a:lnTo>
                    <a:pt x="63" y="122"/>
                  </a:lnTo>
                  <a:lnTo>
                    <a:pt x="62" y="122"/>
                  </a:lnTo>
                  <a:lnTo>
                    <a:pt x="62" y="121"/>
                  </a:lnTo>
                  <a:lnTo>
                    <a:pt x="62" y="120"/>
                  </a:lnTo>
                  <a:lnTo>
                    <a:pt x="58" y="119"/>
                  </a:lnTo>
                  <a:lnTo>
                    <a:pt x="57" y="118"/>
                  </a:lnTo>
                  <a:lnTo>
                    <a:pt x="57" y="118"/>
                  </a:lnTo>
                  <a:lnTo>
                    <a:pt x="56" y="116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2" y="112"/>
                  </a:lnTo>
                  <a:lnTo>
                    <a:pt x="51" y="111"/>
                  </a:lnTo>
                  <a:lnTo>
                    <a:pt x="50" y="109"/>
                  </a:lnTo>
                  <a:lnTo>
                    <a:pt x="50" y="107"/>
                  </a:lnTo>
                  <a:lnTo>
                    <a:pt x="51" y="107"/>
                  </a:lnTo>
                  <a:lnTo>
                    <a:pt x="52" y="107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3" y="105"/>
                  </a:lnTo>
                  <a:lnTo>
                    <a:pt x="53" y="102"/>
                  </a:lnTo>
                  <a:lnTo>
                    <a:pt x="53" y="101"/>
                  </a:lnTo>
                  <a:lnTo>
                    <a:pt x="55" y="99"/>
                  </a:lnTo>
                  <a:lnTo>
                    <a:pt x="57" y="97"/>
                  </a:lnTo>
                  <a:lnTo>
                    <a:pt x="58" y="97"/>
                  </a:lnTo>
                  <a:lnTo>
                    <a:pt x="58" y="97"/>
                  </a:lnTo>
                  <a:lnTo>
                    <a:pt x="58" y="95"/>
                  </a:lnTo>
                  <a:lnTo>
                    <a:pt x="59" y="93"/>
                  </a:lnTo>
                  <a:lnTo>
                    <a:pt x="59" y="93"/>
                  </a:lnTo>
                  <a:lnTo>
                    <a:pt x="59" y="92"/>
                  </a:lnTo>
                  <a:lnTo>
                    <a:pt x="59" y="92"/>
                  </a:lnTo>
                  <a:lnTo>
                    <a:pt x="63" y="92"/>
                  </a:lnTo>
                  <a:lnTo>
                    <a:pt x="65" y="92"/>
                  </a:lnTo>
                  <a:lnTo>
                    <a:pt x="66" y="91"/>
                  </a:lnTo>
                  <a:lnTo>
                    <a:pt x="66" y="91"/>
                  </a:lnTo>
                  <a:lnTo>
                    <a:pt x="65" y="90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5" y="87"/>
                  </a:lnTo>
                  <a:lnTo>
                    <a:pt x="65" y="85"/>
                  </a:lnTo>
                  <a:lnTo>
                    <a:pt x="65" y="84"/>
                  </a:lnTo>
                  <a:lnTo>
                    <a:pt x="64" y="84"/>
                  </a:lnTo>
                  <a:lnTo>
                    <a:pt x="62" y="81"/>
                  </a:lnTo>
                  <a:lnTo>
                    <a:pt x="60" y="80"/>
                  </a:lnTo>
                  <a:lnTo>
                    <a:pt x="60" y="79"/>
                  </a:lnTo>
                  <a:lnTo>
                    <a:pt x="60" y="78"/>
                  </a:lnTo>
                  <a:lnTo>
                    <a:pt x="60" y="77"/>
                  </a:lnTo>
                  <a:lnTo>
                    <a:pt x="59" y="77"/>
                  </a:lnTo>
                  <a:lnTo>
                    <a:pt x="58" y="77"/>
                  </a:lnTo>
                  <a:lnTo>
                    <a:pt x="56" y="77"/>
                  </a:lnTo>
                  <a:lnTo>
                    <a:pt x="56" y="78"/>
                  </a:lnTo>
                  <a:lnTo>
                    <a:pt x="53" y="80"/>
                  </a:lnTo>
                  <a:lnTo>
                    <a:pt x="52" y="80"/>
                  </a:lnTo>
                  <a:lnTo>
                    <a:pt x="50" y="81"/>
                  </a:lnTo>
                  <a:lnTo>
                    <a:pt x="49" y="80"/>
                  </a:lnTo>
                  <a:lnTo>
                    <a:pt x="46" y="79"/>
                  </a:lnTo>
                  <a:lnTo>
                    <a:pt x="46" y="78"/>
                  </a:lnTo>
                  <a:lnTo>
                    <a:pt x="45" y="78"/>
                  </a:lnTo>
                  <a:lnTo>
                    <a:pt x="44" y="78"/>
                  </a:lnTo>
                  <a:lnTo>
                    <a:pt x="43" y="78"/>
                  </a:lnTo>
                  <a:lnTo>
                    <a:pt x="43" y="77"/>
                  </a:lnTo>
                  <a:lnTo>
                    <a:pt x="42" y="77"/>
                  </a:lnTo>
                  <a:lnTo>
                    <a:pt x="42" y="76"/>
                  </a:lnTo>
                  <a:lnTo>
                    <a:pt x="42" y="74"/>
                  </a:lnTo>
                  <a:lnTo>
                    <a:pt x="41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8" y="73"/>
                  </a:lnTo>
                  <a:lnTo>
                    <a:pt x="34" y="70"/>
                  </a:lnTo>
                  <a:lnTo>
                    <a:pt x="32" y="68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7" y="66"/>
                  </a:lnTo>
                  <a:lnTo>
                    <a:pt x="27" y="64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7" y="59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3" y="55"/>
                  </a:lnTo>
                  <a:lnTo>
                    <a:pt x="22" y="52"/>
                  </a:lnTo>
                  <a:lnTo>
                    <a:pt x="22" y="50"/>
                  </a:lnTo>
                  <a:lnTo>
                    <a:pt x="22" y="49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19" y="48"/>
                  </a:lnTo>
                  <a:lnTo>
                    <a:pt x="17" y="47"/>
                  </a:lnTo>
                  <a:lnTo>
                    <a:pt x="16" y="45"/>
                  </a:lnTo>
                  <a:lnTo>
                    <a:pt x="15" y="44"/>
                  </a:lnTo>
                  <a:lnTo>
                    <a:pt x="15" y="43"/>
                  </a:lnTo>
                  <a:lnTo>
                    <a:pt x="14" y="43"/>
                  </a:lnTo>
                  <a:lnTo>
                    <a:pt x="13" y="43"/>
                  </a:lnTo>
                  <a:lnTo>
                    <a:pt x="10" y="43"/>
                  </a:lnTo>
                  <a:lnTo>
                    <a:pt x="9" y="43"/>
                  </a:lnTo>
                  <a:lnTo>
                    <a:pt x="9" y="42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0" y="37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4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7" y="29"/>
                  </a:lnTo>
                  <a:lnTo>
                    <a:pt x="6" y="28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5" y="23"/>
                  </a:lnTo>
                  <a:lnTo>
                    <a:pt x="3" y="23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17" y="16"/>
                  </a:lnTo>
                  <a:lnTo>
                    <a:pt x="35" y="16"/>
                  </a:lnTo>
                  <a:lnTo>
                    <a:pt x="51" y="15"/>
                  </a:lnTo>
                  <a:lnTo>
                    <a:pt x="68" y="14"/>
                  </a:lnTo>
                  <a:lnTo>
                    <a:pt x="85" y="13"/>
                  </a:lnTo>
                  <a:lnTo>
                    <a:pt x="102" y="13"/>
                  </a:lnTo>
                  <a:lnTo>
                    <a:pt x="118" y="12"/>
                  </a:lnTo>
                  <a:lnTo>
                    <a:pt x="136" y="11"/>
                  </a:lnTo>
                  <a:lnTo>
                    <a:pt x="152" y="9"/>
                  </a:lnTo>
                  <a:lnTo>
                    <a:pt x="170" y="8"/>
                  </a:lnTo>
                  <a:lnTo>
                    <a:pt x="186" y="7"/>
                  </a:lnTo>
                  <a:lnTo>
                    <a:pt x="203" y="6"/>
                  </a:lnTo>
                  <a:lnTo>
                    <a:pt x="220" y="5"/>
                  </a:lnTo>
                  <a:lnTo>
                    <a:pt x="237" y="4"/>
                  </a:lnTo>
                  <a:lnTo>
                    <a:pt x="253" y="2"/>
                  </a:lnTo>
                  <a:lnTo>
                    <a:pt x="271" y="0"/>
                  </a:lnTo>
                  <a:lnTo>
                    <a:pt x="276" y="0"/>
                  </a:lnTo>
                  <a:lnTo>
                    <a:pt x="28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2478088" y="1822450"/>
              <a:ext cx="385762" cy="404813"/>
            </a:xfrm>
            <a:custGeom>
              <a:avLst/>
              <a:gdLst>
                <a:gd name="T0" fmla="*/ 150 w 486"/>
                <a:gd name="T1" fmla="*/ 13 h 509"/>
                <a:gd name="T2" fmla="*/ 158 w 486"/>
                <a:gd name="T3" fmla="*/ 46 h 509"/>
                <a:gd name="T4" fmla="*/ 186 w 486"/>
                <a:gd name="T5" fmla="*/ 54 h 509"/>
                <a:gd name="T6" fmla="*/ 219 w 486"/>
                <a:gd name="T7" fmla="*/ 67 h 509"/>
                <a:gd name="T8" fmla="*/ 241 w 486"/>
                <a:gd name="T9" fmla="*/ 59 h 509"/>
                <a:gd name="T10" fmla="*/ 290 w 486"/>
                <a:gd name="T11" fmla="*/ 65 h 509"/>
                <a:gd name="T12" fmla="*/ 301 w 486"/>
                <a:gd name="T13" fmla="*/ 72 h 509"/>
                <a:gd name="T14" fmla="*/ 313 w 486"/>
                <a:gd name="T15" fmla="*/ 86 h 509"/>
                <a:gd name="T16" fmla="*/ 329 w 486"/>
                <a:gd name="T17" fmla="*/ 78 h 509"/>
                <a:gd name="T18" fmla="*/ 351 w 486"/>
                <a:gd name="T19" fmla="*/ 92 h 509"/>
                <a:gd name="T20" fmla="*/ 361 w 486"/>
                <a:gd name="T21" fmla="*/ 99 h 509"/>
                <a:gd name="T22" fmla="*/ 394 w 486"/>
                <a:gd name="T23" fmla="*/ 83 h 509"/>
                <a:gd name="T24" fmla="*/ 407 w 486"/>
                <a:gd name="T25" fmla="*/ 85 h 509"/>
                <a:gd name="T26" fmla="*/ 423 w 486"/>
                <a:gd name="T27" fmla="*/ 89 h 509"/>
                <a:gd name="T28" fmla="*/ 455 w 486"/>
                <a:gd name="T29" fmla="*/ 86 h 509"/>
                <a:gd name="T30" fmla="*/ 476 w 486"/>
                <a:gd name="T31" fmla="*/ 92 h 509"/>
                <a:gd name="T32" fmla="*/ 483 w 486"/>
                <a:gd name="T33" fmla="*/ 93 h 509"/>
                <a:gd name="T34" fmla="*/ 428 w 486"/>
                <a:gd name="T35" fmla="*/ 122 h 509"/>
                <a:gd name="T36" fmla="*/ 363 w 486"/>
                <a:gd name="T37" fmla="*/ 183 h 509"/>
                <a:gd name="T38" fmla="*/ 337 w 486"/>
                <a:gd name="T39" fmla="*/ 204 h 509"/>
                <a:gd name="T40" fmla="*/ 329 w 486"/>
                <a:gd name="T41" fmla="*/ 215 h 509"/>
                <a:gd name="T42" fmla="*/ 328 w 486"/>
                <a:gd name="T43" fmla="*/ 221 h 509"/>
                <a:gd name="T44" fmla="*/ 325 w 486"/>
                <a:gd name="T45" fmla="*/ 239 h 509"/>
                <a:gd name="T46" fmla="*/ 323 w 486"/>
                <a:gd name="T47" fmla="*/ 273 h 509"/>
                <a:gd name="T48" fmla="*/ 312 w 486"/>
                <a:gd name="T49" fmla="*/ 280 h 509"/>
                <a:gd name="T50" fmla="*/ 304 w 486"/>
                <a:gd name="T51" fmla="*/ 286 h 509"/>
                <a:gd name="T52" fmla="*/ 290 w 486"/>
                <a:gd name="T53" fmla="*/ 314 h 509"/>
                <a:gd name="T54" fmla="*/ 306 w 486"/>
                <a:gd name="T55" fmla="*/ 328 h 509"/>
                <a:gd name="T56" fmla="*/ 300 w 486"/>
                <a:gd name="T57" fmla="*/ 344 h 509"/>
                <a:gd name="T58" fmla="*/ 299 w 486"/>
                <a:gd name="T59" fmla="*/ 360 h 509"/>
                <a:gd name="T60" fmla="*/ 302 w 486"/>
                <a:gd name="T61" fmla="*/ 382 h 509"/>
                <a:gd name="T62" fmla="*/ 327 w 486"/>
                <a:gd name="T63" fmla="*/ 401 h 509"/>
                <a:gd name="T64" fmla="*/ 359 w 486"/>
                <a:gd name="T65" fmla="*/ 421 h 509"/>
                <a:gd name="T66" fmla="*/ 393 w 486"/>
                <a:gd name="T67" fmla="*/ 445 h 509"/>
                <a:gd name="T68" fmla="*/ 401 w 486"/>
                <a:gd name="T69" fmla="*/ 451 h 509"/>
                <a:gd name="T70" fmla="*/ 407 w 486"/>
                <a:gd name="T71" fmla="*/ 462 h 509"/>
                <a:gd name="T72" fmla="*/ 411 w 486"/>
                <a:gd name="T73" fmla="*/ 476 h 509"/>
                <a:gd name="T74" fmla="*/ 369 w 486"/>
                <a:gd name="T75" fmla="*/ 494 h 509"/>
                <a:gd name="T76" fmla="*/ 150 w 486"/>
                <a:gd name="T77" fmla="*/ 507 h 509"/>
                <a:gd name="T78" fmla="*/ 60 w 486"/>
                <a:gd name="T79" fmla="*/ 394 h 509"/>
                <a:gd name="T80" fmla="*/ 53 w 486"/>
                <a:gd name="T81" fmla="*/ 345 h 509"/>
                <a:gd name="T82" fmla="*/ 32 w 486"/>
                <a:gd name="T83" fmla="*/ 325 h 509"/>
                <a:gd name="T84" fmla="*/ 45 w 486"/>
                <a:gd name="T85" fmla="*/ 312 h 509"/>
                <a:gd name="T86" fmla="*/ 49 w 486"/>
                <a:gd name="T87" fmla="*/ 290 h 509"/>
                <a:gd name="T88" fmla="*/ 47 w 486"/>
                <a:gd name="T89" fmla="*/ 274 h 509"/>
                <a:gd name="T90" fmla="*/ 39 w 486"/>
                <a:gd name="T91" fmla="*/ 253 h 509"/>
                <a:gd name="T92" fmla="*/ 34 w 486"/>
                <a:gd name="T93" fmla="*/ 238 h 509"/>
                <a:gd name="T94" fmla="*/ 33 w 486"/>
                <a:gd name="T95" fmla="*/ 221 h 509"/>
                <a:gd name="T96" fmla="*/ 33 w 486"/>
                <a:gd name="T97" fmla="*/ 211 h 509"/>
                <a:gd name="T98" fmla="*/ 31 w 486"/>
                <a:gd name="T99" fmla="*/ 200 h 509"/>
                <a:gd name="T100" fmla="*/ 28 w 486"/>
                <a:gd name="T101" fmla="*/ 173 h 509"/>
                <a:gd name="T102" fmla="*/ 26 w 486"/>
                <a:gd name="T103" fmla="*/ 158 h 509"/>
                <a:gd name="T104" fmla="*/ 24 w 486"/>
                <a:gd name="T105" fmla="*/ 146 h 509"/>
                <a:gd name="T106" fmla="*/ 18 w 486"/>
                <a:gd name="T107" fmla="*/ 137 h 509"/>
                <a:gd name="T108" fmla="*/ 10 w 486"/>
                <a:gd name="T109" fmla="*/ 113 h 509"/>
                <a:gd name="T110" fmla="*/ 7 w 486"/>
                <a:gd name="T111" fmla="*/ 85 h 509"/>
                <a:gd name="T112" fmla="*/ 6 w 486"/>
                <a:gd name="T113" fmla="*/ 57 h 509"/>
                <a:gd name="T114" fmla="*/ 0 w 486"/>
                <a:gd name="T115" fmla="*/ 38 h 509"/>
                <a:gd name="T116" fmla="*/ 114 w 486"/>
                <a:gd name="T117" fmla="*/ 32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6" h="509">
                  <a:moveTo>
                    <a:pt x="128" y="0"/>
                  </a:moveTo>
                  <a:lnTo>
                    <a:pt x="132" y="1"/>
                  </a:lnTo>
                  <a:lnTo>
                    <a:pt x="139" y="0"/>
                  </a:lnTo>
                  <a:lnTo>
                    <a:pt x="143" y="1"/>
                  </a:lnTo>
                  <a:lnTo>
                    <a:pt x="147" y="3"/>
                  </a:lnTo>
                  <a:lnTo>
                    <a:pt x="148" y="4"/>
                  </a:lnTo>
                  <a:lnTo>
                    <a:pt x="149" y="6"/>
                  </a:lnTo>
                  <a:lnTo>
                    <a:pt x="150" y="9"/>
                  </a:lnTo>
                  <a:lnTo>
                    <a:pt x="150" y="10"/>
                  </a:lnTo>
                  <a:lnTo>
                    <a:pt x="150" y="13"/>
                  </a:lnTo>
                  <a:lnTo>
                    <a:pt x="150" y="16"/>
                  </a:lnTo>
                  <a:lnTo>
                    <a:pt x="151" y="17"/>
                  </a:lnTo>
                  <a:lnTo>
                    <a:pt x="151" y="20"/>
                  </a:lnTo>
                  <a:lnTo>
                    <a:pt x="155" y="28"/>
                  </a:lnTo>
                  <a:lnTo>
                    <a:pt x="158" y="37"/>
                  </a:lnTo>
                  <a:lnTo>
                    <a:pt x="158" y="42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5"/>
                  </a:lnTo>
                  <a:lnTo>
                    <a:pt x="158" y="46"/>
                  </a:lnTo>
                  <a:lnTo>
                    <a:pt x="160" y="47"/>
                  </a:lnTo>
                  <a:lnTo>
                    <a:pt x="160" y="49"/>
                  </a:lnTo>
                  <a:lnTo>
                    <a:pt x="167" y="52"/>
                  </a:lnTo>
                  <a:lnTo>
                    <a:pt x="171" y="54"/>
                  </a:lnTo>
                  <a:lnTo>
                    <a:pt x="174" y="54"/>
                  </a:lnTo>
                  <a:lnTo>
                    <a:pt x="184" y="53"/>
                  </a:lnTo>
                  <a:lnTo>
                    <a:pt x="185" y="53"/>
                  </a:lnTo>
                  <a:lnTo>
                    <a:pt x="185" y="53"/>
                  </a:lnTo>
                  <a:lnTo>
                    <a:pt x="186" y="53"/>
                  </a:lnTo>
                  <a:lnTo>
                    <a:pt x="186" y="54"/>
                  </a:lnTo>
                  <a:lnTo>
                    <a:pt x="187" y="54"/>
                  </a:lnTo>
                  <a:lnTo>
                    <a:pt x="187" y="56"/>
                  </a:lnTo>
                  <a:lnTo>
                    <a:pt x="187" y="57"/>
                  </a:lnTo>
                  <a:lnTo>
                    <a:pt x="187" y="58"/>
                  </a:lnTo>
                  <a:lnTo>
                    <a:pt x="189" y="58"/>
                  </a:lnTo>
                  <a:lnTo>
                    <a:pt x="201" y="58"/>
                  </a:lnTo>
                  <a:lnTo>
                    <a:pt x="212" y="58"/>
                  </a:lnTo>
                  <a:lnTo>
                    <a:pt x="214" y="59"/>
                  </a:lnTo>
                  <a:lnTo>
                    <a:pt x="217" y="66"/>
                  </a:lnTo>
                  <a:lnTo>
                    <a:pt x="219" y="67"/>
                  </a:lnTo>
                  <a:lnTo>
                    <a:pt x="220" y="67"/>
                  </a:lnTo>
                  <a:lnTo>
                    <a:pt x="228" y="66"/>
                  </a:lnTo>
                  <a:lnTo>
                    <a:pt x="229" y="66"/>
                  </a:lnTo>
                  <a:lnTo>
                    <a:pt x="232" y="65"/>
                  </a:lnTo>
                  <a:lnTo>
                    <a:pt x="236" y="65"/>
                  </a:lnTo>
                  <a:lnTo>
                    <a:pt x="239" y="63"/>
                  </a:lnTo>
                  <a:lnTo>
                    <a:pt x="239" y="61"/>
                  </a:lnTo>
                  <a:lnTo>
                    <a:pt x="239" y="60"/>
                  </a:lnTo>
                  <a:lnTo>
                    <a:pt x="239" y="59"/>
                  </a:lnTo>
                  <a:lnTo>
                    <a:pt x="241" y="59"/>
                  </a:lnTo>
                  <a:lnTo>
                    <a:pt x="242" y="58"/>
                  </a:lnTo>
                  <a:lnTo>
                    <a:pt x="250" y="56"/>
                  </a:lnTo>
                  <a:lnTo>
                    <a:pt x="268" y="56"/>
                  </a:lnTo>
                  <a:lnTo>
                    <a:pt x="270" y="57"/>
                  </a:lnTo>
                  <a:lnTo>
                    <a:pt x="275" y="59"/>
                  </a:lnTo>
                  <a:lnTo>
                    <a:pt x="284" y="61"/>
                  </a:lnTo>
                  <a:lnTo>
                    <a:pt x="290" y="61"/>
                  </a:lnTo>
                  <a:lnTo>
                    <a:pt x="291" y="63"/>
                  </a:lnTo>
                  <a:lnTo>
                    <a:pt x="291" y="65"/>
                  </a:lnTo>
                  <a:lnTo>
                    <a:pt x="290" y="65"/>
                  </a:lnTo>
                  <a:lnTo>
                    <a:pt x="287" y="66"/>
                  </a:lnTo>
                  <a:lnTo>
                    <a:pt x="286" y="66"/>
                  </a:lnTo>
                  <a:lnTo>
                    <a:pt x="285" y="68"/>
                  </a:lnTo>
                  <a:lnTo>
                    <a:pt x="286" y="70"/>
                  </a:lnTo>
                  <a:lnTo>
                    <a:pt x="289" y="70"/>
                  </a:lnTo>
                  <a:lnTo>
                    <a:pt x="290" y="70"/>
                  </a:lnTo>
                  <a:lnTo>
                    <a:pt x="294" y="70"/>
                  </a:lnTo>
                  <a:lnTo>
                    <a:pt x="298" y="68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3"/>
                  </a:lnTo>
                  <a:lnTo>
                    <a:pt x="301" y="76"/>
                  </a:lnTo>
                  <a:lnTo>
                    <a:pt x="302" y="79"/>
                  </a:lnTo>
                  <a:lnTo>
                    <a:pt x="302" y="80"/>
                  </a:lnTo>
                  <a:lnTo>
                    <a:pt x="305" y="82"/>
                  </a:lnTo>
                  <a:lnTo>
                    <a:pt x="308" y="87"/>
                  </a:lnTo>
                  <a:lnTo>
                    <a:pt x="308" y="87"/>
                  </a:lnTo>
                  <a:lnTo>
                    <a:pt x="309" y="87"/>
                  </a:lnTo>
                  <a:lnTo>
                    <a:pt x="312" y="87"/>
                  </a:lnTo>
                  <a:lnTo>
                    <a:pt x="313" y="86"/>
                  </a:lnTo>
                  <a:lnTo>
                    <a:pt x="314" y="85"/>
                  </a:lnTo>
                  <a:lnTo>
                    <a:pt x="313" y="82"/>
                  </a:lnTo>
                  <a:lnTo>
                    <a:pt x="313" y="81"/>
                  </a:lnTo>
                  <a:lnTo>
                    <a:pt x="313" y="79"/>
                  </a:lnTo>
                  <a:lnTo>
                    <a:pt x="314" y="78"/>
                  </a:lnTo>
                  <a:lnTo>
                    <a:pt x="315" y="76"/>
                  </a:lnTo>
                  <a:lnTo>
                    <a:pt x="321" y="75"/>
                  </a:lnTo>
                  <a:lnTo>
                    <a:pt x="327" y="75"/>
                  </a:lnTo>
                  <a:lnTo>
                    <a:pt x="329" y="76"/>
                  </a:lnTo>
                  <a:lnTo>
                    <a:pt x="329" y="78"/>
                  </a:lnTo>
                  <a:lnTo>
                    <a:pt x="330" y="80"/>
                  </a:lnTo>
                  <a:lnTo>
                    <a:pt x="332" y="82"/>
                  </a:lnTo>
                  <a:lnTo>
                    <a:pt x="333" y="83"/>
                  </a:lnTo>
                  <a:lnTo>
                    <a:pt x="334" y="85"/>
                  </a:lnTo>
                  <a:lnTo>
                    <a:pt x="335" y="85"/>
                  </a:lnTo>
                  <a:lnTo>
                    <a:pt x="342" y="87"/>
                  </a:lnTo>
                  <a:lnTo>
                    <a:pt x="347" y="87"/>
                  </a:lnTo>
                  <a:lnTo>
                    <a:pt x="349" y="88"/>
                  </a:lnTo>
                  <a:lnTo>
                    <a:pt x="350" y="89"/>
                  </a:lnTo>
                  <a:lnTo>
                    <a:pt x="351" y="92"/>
                  </a:lnTo>
                  <a:lnTo>
                    <a:pt x="351" y="94"/>
                  </a:lnTo>
                  <a:lnTo>
                    <a:pt x="352" y="95"/>
                  </a:lnTo>
                  <a:lnTo>
                    <a:pt x="357" y="95"/>
                  </a:lnTo>
                  <a:lnTo>
                    <a:pt x="358" y="95"/>
                  </a:lnTo>
                  <a:lnTo>
                    <a:pt x="359" y="95"/>
                  </a:lnTo>
                  <a:lnTo>
                    <a:pt x="359" y="95"/>
                  </a:lnTo>
                  <a:lnTo>
                    <a:pt x="359" y="96"/>
                  </a:lnTo>
                  <a:lnTo>
                    <a:pt x="359" y="97"/>
                  </a:lnTo>
                  <a:lnTo>
                    <a:pt x="359" y="99"/>
                  </a:lnTo>
                  <a:lnTo>
                    <a:pt x="361" y="99"/>
                  </a:lnTo>
                  <a:lnTo>
                    <a:pt x="365" y="97"/>
                  </a:lnTo>
                  <a:lnTo>
                    <a:pt x="368" y="97"/>
                  </a:lnTo>
                  <a:lnTo>
                    <a:pt x="369" y="99"/>
                  </a:lnTo>
                  <a:lnTo>
                    <a:pt x="370" y="99"/>
                  </a:lnTo>
                  <a:lnTo>
                    <a:pt x="373" y="96"/>
                  </a:lnTo>
                  <a:lnTo>
                    <a:pt x="379" y="95"/>
                  </a:lnTo>
                  <a:lnTo>
                    <a:pt x="382" y="94"/>
                  </a:lnTo>
                  <a:lnTo>
                    <a:pt x="383" y="92"/>
                  </a:lnTo>
                  <a:lnTo>
                    <a:pt x="391" y="86"/>
                  </a:lnTo>
                  <a:lnTo>
                    <a:pt x="394" y="83"/>
                  </a:lnTo>
                  <a:lnTo>
                    <a:pt x="395" y="83"/>
                  </a:lnTo>
                  <a:lnTo>
                    <a:pt x="400" y="80"/>
                  </a:lnTo>
                  <a:lnTo>
                    <a:pt x="404" y="79"/>
                  </a:lnTo>
                  <a:lnTo>
                    <a:pt x="406" y="80"/>
                  </a:lnTo>
                  <a:lnTo>
                    <a:pt x="406" y="81"/>
                  </a:lnTo>
                  <a:lnTo>
                    <a:pt x="405" y="82"/>
                  </a:lnTo>
                  <a:lnTo>
                    <a:pt x="405" y="82"/>
                  </a:lnTo>
                  <a:lnTo>
                    <a:pt x="406" y="83"/>
                  </a:lnTo>
                  <a:lnTo>
                    <a:pt x="406" y="85"/>
                  </a:lnTo>
                  <a:lnTo>
                    <a:pt x="407" y="85"/>
                  </a:lnTo>
                  <a:lnTo>
                    <a:pt x="407" y="85"/>
                  </a:lnTo>
                  <a:lnTo>
                    <a:pt x="408" y="86"/>
                  </a:lnTo>
                  <a:lnTo>
                    <a:pt x="408" y="88"/>
                  </a:lnTo>
                  <a:lnTo>
                    <a:pt x="409" y="90"/>
                  </a:lnTo>
                  <a:lnTo>
                    <a:pt x="412" y="92"/>
                  </a:lnTo>
                  <a:lnTo>
                    <a:pt x="415" y="90"/>
                  </a:lnTo>
                  <a:lnTo>
                    <a:pt x="421" y="89"/>
                  </a:lnTo>
                  <a:lnTo>
                    <a:pt x="422" y="88"/>
                  </a:lnTo>
                  <a:lnTo>
                    <a:pt x="423" y="89"/>
                  </a:lnTo>
                  <a:lnTo>
                    <a:pt x="423" y="89"/>
                  </a:lnTo>
                  <a:lnTo>
                    <a:pt x="426" y="90"/>
                  </a:lnTo>
                  <a:lnTo>
                    <a:pt x="426" y="90"/>
                  </a:lnTo>
                  <a:lnTo>
                    <a:pt x="428" y="89"/>
                  </a:lnTo>
                  <a:lnTo>
                    <a:pt x="428" y="89"/>
                  </a:lnTo>
                  <a:lnTo>
                    <a:pt x="429" y="89"/>
                  </a:lnTo>
                  <a:lnTo>
                    <a:pt x="429" y="89"/>
                  </a:lnTo>
                  <a:lnTo>
                    <a:pt x="429" y="89"/>
                  </a:lnTo>
                  <a:lnTo>
                    <a:pt x="448" y="86"/>
                  </a:lnTo>
                  <a:lnTo>
                    <a:pt x="451" y="85"/>
                  </a:lnTo>
                  <a:lnTo>
                    <a:pt x="455" y="86"/>
                  </a:lnTo>
                  <a:lnTo>
                    <a:pt x="456" y="87"/>
                  </a:lnTo>
                  <a:lnTo>
                    <a:pt x="459" y="92"/>
                  </a:lnTo>
                  <a:lnTo>
                    <a:pt x="461" y="93"/>
                  </a:lnTo>
                  <a:lnTo>
                    <a:pt x="462" y="93"/>
                  </a:lnTo>
                  <a:lnTo>
                    <a:pt x="465" y="95"/>
                  </a:lnTo>
                  <a:lnTo>
                    <a:pt x="466" y="95"/>
                  </a:lnTo>
                  <a:lnTo>
                    <a:pt x="472" y="92"/>
                  </a:lnTo>
                  <a:lnTo>
                    <a:pt x="473" y="92"/>
                  </a:lnTo>
                  <a:lnTo>
                    <a:pt x="474" y="92"/>
                  </a:lnTo>
                  <a:lnTo>
                    <a:pt x="476" y="92"/>
                  </a:lnTo>
                  <a:lnTo>
                    <a:pt x="478" y="92"/>
                  </a:lnTo>
                  <a:lnTo>
                    <a:pt x="478" y="93"/>
                  </a:lnTo>
                  <a:lnTo>
                    <a:pt x="480" y="92"/>
                  </a:lnTo>
                  <a:lnTo>
                    <a:pt x="481" y="92"/>
                  </a:lnTo>
                  <a:lnTo>
                    <a:pt x="486" y="92"/>
                  </a:lnTo>
                  <a:lnTo>
                    <a:pt x="486" y="92"/>
                  </a:lnTo>
                  <a:lnTo>
                    <a:pt x="486" y="93"/>
                  </a:lnTo>
                  <a:lnTo>
                    <a:pt x="485" y="93"/>
                  </a:lnTo>
                  <a:lnTo>
                    <a:pt x="483" y="92"/>
                  </a:lnTo>
                  <a:lnTo>
                    <a:pt x="483" y="93"/>
                  </a:lnTo>
                  <a:lnTo>
                    <a:pt x="481" y="94"/>
                  </a:lnTo>
                  <a:lnTo>
                    <a:pt x="480" y="95"/>
                  </a:lnTo>
                  <a:lnTo>
                    <a:pt x="478" y="97"/>
                  </a:lnTo>
                  <a:lnTo>
                    <a:pt x="477" y="99"/>
                  </a:lnTo>
                  <a:lnTo>
                    <a:pt x="456" y="110"/>
                  </a:lnTo>
                  <a:lnTo>
                    <a:pt x="443" y="116"/>
                  </a:lnTo>
                  <a:lnTo>
                    <a:pt x="441" y="117"/>
                  </a:lnTo>
                  <a:lnTo>
                    <a:pt x="440" y="118"/>
                  </a:lnTo>
                  <a:lnTo>
                    <a:pt x="437" y="118"/>
                  </a:lnTo>
                  <a:lnTo>
                    <a:pt x="428" y="122"/>
                  </a:lnTo>
                  <a:lnTo>
                    <a:pt x="413" y="131"/>
                  </a:lnTo>
                  <a:lnTo>
                    <a:pt x="404" y="142"/>
                  </a:lnTo>
                  <a:lnTo>
                    <a:pt x="400" y="143"/>
                  </a:lnTo>
                  <a:lnTo>
                    <a:pt x="370" y="178"/>
                  </a:lnTo>
                  <a:lnTo>
                    <a:pt x="366" y="180"/>
                  </a:lnTo>
                  <a:lnTo>
                    <a:pt x="365" y="181"/>
                  </a:lnTo>
                  <a:lnTo>
                    <a:pt x="365" y="182"/>
                  </a:lnTo>
                  <a:lnTo>
                    <a:pt x="364" y="182"/>
                  </a:lnTo>
                  <a:lnTo>
                    <a:pt x="363" y="183"/>
                  </a:lnTo>
                  <a:lnTo>
                    <a:pt x="363" y="183"/>
                  </a:lnTo>
                  <a:lnTo>
                    <a:pt x="363" y="183"/>
                  </a:lnTo>
                  <a:lnTo>
                    <a:pt x="362" y="185"/>
                  </a:lnTo>
                  <a:lnTo>
                    <a:pt x="362" y="186"/>
                  </a:lnTo>
                  <a:lnTo>
                    <a:pt x="358" y="188"/>
                  </a:lnTo>
                  <a:lnTo>
                    <a:pt x="356" y="189"/>
                  </a:lnTo>
                  <a:lnTo>
                    <a:pt x="352" y="194"/>
                  </a:lnTo>
                  <a:lnTo>
                    <a:pt x="349" y="196"/>
                  </a:lnTo>
                  <a:lnTo>
                    <a:pt x="347" y="197"/>
                  </a:lnTo>
                  <a:lnTo>
                    <a:pt x="343" y="201"/>
                  </a:lnTo>
                  <a:lnTo>
                    <a:pt x="337" y="204"/>
                  </a:lnTo>
                  <a:lnTo>
                    <a:pt x="335" y="208"/>
                  </a:lnTo>
                  <a:lnTo>
                    <a:pt x="334" y="210"/>
                  </a:lnTo>
                  <a:lnTo>
                    <a:pt x="334" y="210"/>
                  </a:lnTo>
                  <a:lnTo>
                    <a:pt x="333" y="211"/>
                  </a:lnTo>
                  <a:lnTo>
                    <a:pt x="333" y="211"/>
                  </a:lnTo>
                  <a:lnTo>
                    <a:pt x="332" y="213"/>
                  </a:lnTo>
                  <a:lnTo>
                    <a:pt x="332" y="214"/>
                  </a:lnTo>
                  <a:lnTo>
                    <a:pt x="332" y="215"/>
                  </a:lnTo>
                  <a:lnTo>
                    <a:pt x="330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6"/>
                  </a:lnTo>
                  <a:lnTo>
                    <a:pt x="329" y="216"/>
                  </a:lnTo>
                  <a:lnTo>
                    <a:pt x="328" y="216"/>
                  </a:lnTo>
                  <a:lnTo>
                    <a:pt x="328" y="217"/>
                  </a:lnTo>
                  <a:lnTo>
                    <a:pt x="328" y="219"/>
                  </a:lnTo>
                  <a:lnTo>
                    <a:pt x="328" y="219"/>
                  </a:lnTo>
                  <a:lnTo>
                    <a:pt x="328" y="219"/>
                  </a:lnTo>
                  <a:lnTo>
                    <a:pt x="328" y="221"/>
                  </a:lnTo>
                  <a:lnTo>
                    <a:pt x="328" y="221"/>
                  </a:lnTo>
                  <a:lnTo>
                    <a:pt x="327" y="221"/>
                  </a:lnTo>
                  <a:lnTo>
                    <a:pt x="326" y="221"/>
                  </a:lnTo>
                  <a:lnTo>
                    <a:pt x="325" y="221"/>
                  </a:lnTo>
                  <a:lnTo>
                    <a:pt x="323" y="221"/>
                  </a:lnTo>
                  <a:lnTo>
                    <a:pt x="323" y="221"/>
                  </a:lnTo>
                  <a:lnTo>
                    <a:pt x="323" y="221"/>
                  </a:lnTo>
                  <a:lnTo>
                    <a:pt x="323" y="223"/>
                  </a:lnTo>
                  <a:lnTo>
                    <a:pt x="323" y="228"/>
                  </a:lnTo>
                  <a:lnTo>
                    <a:pt x="323" y="233"/>
                  </a:lnTo>
                  <a:lnTo>
                    <a:pt x="325" y="239"/>
                  </a:lnTo>
                  <a:lnTo>
                    <a:pt x="325" y="244"/>
                  </a:lnTo>
                  <a:lnTo>
                    <a:pt x="325" y="250"/>
                  </a:lnTo>
                  <a:lnTo>
                    <a:pt x="326" y="256"/>
                  </a:lnTo>
                  <a:lnTo>
                    <a:pt x="326" y="261"/>
                  </a:lnTo>
                  <a:lnTo>
                    <a:pt x="326" y="266"/>
                  </a:lnTo>
                  <a:lnTo>
                    <a:pt x="326" y="267"/>
                  </a:lnTo>
                  <a:lnTo>
                    <a:pt x="327" y="271"/>
                  </a:lnTo>
                  <a:lnTo>
                    <a:pt x="326" y="271"/>
                  </a:lnTo>
                  <a:lnTo>
                    <a:pt x="325" y="272"/>
                  </a:lnTo>
                  <a:lnTo>
                    <a:pt x="323" y="273"/>
                  </a:lnTo>
                  <a:lnTo>
                    <a:pt x="323" y="274"/>
                  </a:lnTo>
                  <a:lnTo>
                    <a:pt x="322" y="275"/>
                  </a:lnTo>
                  <a:lnTo>
                    <a:pt x="322" y="275"/>
                  </a:lnTo>
                  <a:lnTo>
                    <a:pt x="321" y="275"/>
                  </a:lnTo>
                  <a:lnTo>
                    <a:pt x="319" y="275"/>
                  </a:lnTo>
                  <a:lnTo>
                    <a:pt x="318" y="275"/>
                  </a:lnTo>
                  <a:lnTo>
                    <a:pt x="316" y="276"/>
                  </a:lnTo>
                  <a:lnTo>
                    <a:pt x="315" y="279"/>
                  </a:lnTo>
                  <a:lnTo>
                    <a:pt x="315" y="279"/>
                  </a:lnTo>
                  <a:lnTo>
                    <a:pt x="312" y="280"/>
                  </a:lnTo>
                  <a:lnTo>
                    <a:pt x="312" y="280"/>
                  </a:lnTo>
                  <a:lnTo>
                    <a:pt x="311" y="280"/>
                  </a:lnTo>
                  <a:lnTo>
                    <a:pt x="311" y="281"/>
                  </a:lnTo>
                  <a:lnTo>
                    <a:pt x="311" y="281"/>
                  </a:lnTo>
                  <a:lnTo>
                    <a:pt x="311" y="281"/>
                  </a:lnTo>
                  <a:lnTo>
                    <a:pt x="309" y="282"/>
                  </a:lnTo>
                  <a:lnTo>
                    <a:pt x="309" y="282"/>
                  </a:lnTo>
                  <a:lnTo>
                    <a:pt x="309" y="283"/>
                  </a:lnTo>
                  <a:lnTo>
                    <a:pt x="307" y="283"/>
                  </a:lnTo>
                  <a:lnTo>
                    <a:pt x="304" y="286"/>
                  </a:lnTo>
                  <a:lnTo>
                    <a:pt x="302" y="286"/>
                  </a:lnTo>
                  <a:lnTo>
                    <a:pt x="301" y="287"/>
                  </a:lnTo>
                  <a:lnTo>
                    <a:pt x="299" y="289"/>
                  </a:lnTo>
                  <a:lnTo>
                    <a:pt x="297" y="294"/>
                  </a:lnTo>
                  <a:lnTo>
                    <a:pt x="297" y="296"/>
                  </a:lnTo>
                  <a:lnTo>
                    <a:pt x="296" y="300"/>
                  </a:lnTo>
                  <a:lnTo>
                    <a:pt x="291" y="304"/>
                  </a:lnTo>
                  <a:lnTo>
                    <a:pt x="290" y="306"/>
                  </a:lnTo>
                  <a:lnTo>
                    <a:pt x="290" y="308"/>
                  </a:lnTo>
                  <a:lnTo>
                    <a:pt x="290" y="314"/>
                  </a:lnTo>
                  <a:lnTo>
                    <a:pt x="291" y="317"/>
                  </a:lnTo>
                  <a:lnTo>
                    <a:pt x="294" y="317"/>
                  </a:lnTo>
                  <a:lnTo>
                    <a:pt x="297" y="317"/>
                  </a:lnTo>
                  <a:lnTo>
                    <a:pt x="300" y="318"/>
                  </a:lnTo>
                  <a:lnTo>
                    <a:pt x="300" y="319"/>
                  </a:lnTo>
                  <a:lnTo>
                    <a:pt x="301" y="323"/>
                  </a:lnTo>
                  <a:lnTo>
                    <a:pt x="302" y="324"/>
                  </a:lnTo>
                  <a:lnTo>
                    <a:pt x="304" y="325"/>
                  </a:lnTo>
                  <a:lnTo>
                    <a:pt x="305" y="326"/>
                  </a:lnTo>
                  <a:lnTo>
                    <a:pt x="306" y="328"/>
                  </a:lnTo>
                  <a:lnTo>
                    <a:pt x="306" y="329"/>
                  </a:lnTo>
                  <a:lnTo>
                    <a:pt x="306" y="331"/>
                  </a:lnTo>
                  <a:lnTo>
                    <a:pt x="305" y="333"/>
                  </a:lnTo>
                  <a:lnTo>
                    <a:pt x="304" y="336"/>
                  </a:lnTo>
                  <a:lnTo>
                    <a:pt x="304" y="337"/>
                  </a:lnTo>
                  <a:lnTo>
                    <a:pt x="302" y="338"/>
                  </a:lnTo>
                  <a:lnTo>
                    <a:pt x="302" y="339"/>
                  </a:lnTo>
                  <a:lnTo>
                    <a:pt x="301" y="340"/>
                  </a:lnTo>
                  <a:lnTo>
                    <a:pt x="300" y="342"/>
                  </a:lnTo>
                  <a:lnTo>
                    <a:pt x="300" y="344"/>
                  </a:lnTo>
                  <a:lnTo>
                    <a:pt x="301" y="347"/>
                  </a:lnTo>
                  <a:lnTo>
                    <a:pt x="300" y="350"/>
                  </a:lnTo>
                  <a:lnTo>
                    <a:pt x="300" y="350"/>
                  </a:lnTo>
                  <a:lnTo>
                    <a:pt x="300" y="351"/>
                  </a:lnTo>
                  <a:lnTo>
                    <a:pt x="302" y="353"/>
                  </a:lnTo>
                  <a:lnTo>
                    <a:pt x="302" y="355"/>
                  </a:lnTo>
                  <a:lnTo>
                    <a:pt x="302" y="357"/>
                  </a:lnTo>
                  <a:lnTo>
                    <a:pt x="301" y="358"/>
                  </a:lnTo>
                  <a:lnTo>
                    <a:pt x="300" y="359"/>
                  </a:lnTo>
                  <a:lnTo>
                    <a:pt x="299" y="360"/>
                  </a:lnTo>
                  <a:lnTo>
                    <a:pt x="300" y="361"/>
                  </a:lnTo>
                  <a:lnTo>
                    <a:pt x="301" y="366"/>
                  </a:lnTo>
                  <a:lnTo>
                    <a:pt x="302" y="369"/>
                  </a:lnTo>
                  <a:lnTo>
                    <a:pt x="302" y="373"/>
                  </a:lnTo>
                  <a:lnTo>
                    <a:pt x="302" y="373"/>
                  </a:lnTo>
                  <a:lnTo>
                    <a:pt x="301" y="375"/>
                  </a:lnTo>
                  <a:lnTo>
                    <a:pt x="301" y="376"/>
                  </a:lnTo>
                  <a:lnTo>
                    <a:pt x="302" y="379"/>
                  </a:lnTo>
                  <a:lnTo>
                    <a:pt x="302" y="380"/>
                  </a:lnTo>
                  <a:lnTo>
                    <a:pt x="302" y="382"/>
                  </a:lnTo>
                  <a:lnTo>
                    <a:pt x="300" y="388"/>
                  </a:lnTo>
                  <a:lnTo>
                    <a:pt x="301" y="389"/>
                  </a:lnTo>
                  <a:lnTo>
                    <a:pt x="306" y="392"/>
                  </a:lnTo>
                  <a:lnTo>
                    <a:pt x="311" y="395"/>
                  </a:lnTo>
                  <a:lnTo>
                    <a:pt x="312" y="396"/>
                  </a:lnTo>
                  <a:lnTo>
                    <a:pt x="313" y="397"/>
                  </a:lnTo>
                  <a:lnTo>
                    <a:pt x="313" y="397"/>
                  </a:lnTo>
                  <a:lnTo>
                    <a:pt x="313" y="399"/>
                  </a:lnTo>
                  <a:lnTo>
                    <a:pt x="316" y="400"/>
                  </a:lnTo>
                  <a:lnTo>
                    <a:pt x="327" y="401"/>
                  </a:lnTo>
                  <a:lnTo>
                    <a:pt x="329" y="401"/>
                  </a:lnTo>
                  <a:lnTo>
                    <a:pt x="332" y="403"/>
                  </a:lnTo>
                  <a:lnTo>
                    <a:pt x="334" y="405"/>
                  </a:lnTo>
                  <a:lnTo>
                    <a:pt x="335" y="409"/>
                  </a:lnTo>
                  <a:lnTo>
                    <a:pt x="336" y="410"/>
                  </a:lnTo>
                  <a:lnTo>
                    <a:pt x="336" y="410"/>
                  </a:lnTo>
                  <a:lnTo>
                    <a:pt x="337" y="411"/>
                  </a:lnTo>
                  <a:lnTo>
                    <a:pt x="345" y="411"/>
                  </a:lnTo>
                  <a:lnTo>
                    <a:pt x="349" y="412"/>
                  </a:lnTo>
                  <a:lnTo>
                    <a:pt x="359" y="421"/>
                  </a:lnTo>
                  <a:lnTo>
                    <a:pt x="363" y="424"/>
                  </a:lnTo>
                  <a:lnTo>
                    <a:pt x="369" y="433"/>
                  </a:lnTo>
                  <a:lnTo>
                    <a:pt x="370" y="435"/>
                  </a:lnTo>
                  <a:lnTo>
                    <a:pt x="372" y="436"/>
                  </a:lnTo>
                  <a:lnTo>
                    <a:pt x="380" y="442"/>
                  </a:lnTo>
                  <a:lnTo>
                    <a:pt x="382" y="443"/>
                  </a:lnTo>
                  <a:lnTo>
                    <a:pt x="383" y="443"/>
                  </a:lnTo>
                  <a:lnTo>
                    <a:pt x="388" y="443"/>
                  </a:lnTo>
                  <a:lnTo>
                    <a:pt x="388" y="443"/>
                  </a:lnTo>
                  <a:lnTo>
                    <a:pt x="393" y="445"/>
                  </a:lnTo>
                  <a:lnTo>
                    <a:pt x="393" y="445"/>
                  </a:lnTo>
                  <a:lnTo>
                    <a:pt x="394" y="445"/>
                  </a:lnTo>
                  <a:lnTo>
                    <a:pt x="397" y="445"/>
                  </a:lnTo>
                  <a:lnTo>
                    <a:pt x="398" y="446"/>
                  </a:lnTo>
                  <a:lnTo>
                    <a:pt x="398" y="446"/>
                  </a:lnTo>
                  <a:lnTo>
                    <a:pt x="398" y="446"/>
                  </a:lnTo>
                  <a:lnTo>
                    <a:pt x="398" y="447"/>
                  </a:lnTo>
                  <a:lnTo>
                    <a:pt x="399" y="447"/>
                  </a:lnTo>
                  <a:lnTo>
                    <a:pt x="399" y="448"/>
                  </a:lnTo>
                  <a:lnTo>
                    <a:pt x="401" y="451"/>
                  </a:lnTo>
                  <a:lnTo>
                    <a:pt x="401" y="452"/>
                  </a:lnTo>
                  <a:lnTo>
                    <a:pt x="405" y="452"/>
                  </a:lnTo>
                  <a:lnTo>
                    <a:pt x="405" y="453"/>
                  </a:lnTo>
                  <a:lnTo>
                    <a:pt x="406" y="453"/>
                  </a:lnTo>
                  <a:lnTo>
                    <a:pt x="406" y="454"/>
                  </a:lnTo>
                  <a:lnTo>
                    <a:pt x="407" y="455"/>
                  </a:lnTo>
                  <a:lnTo>
                    <a:pt x="407" y="458"/>
                  </a:lnTo>
                  <a:lnTo>
                    <a:pt x="407" y="460"/>
                  </a:lnTo>
                  <a:lnTo>
                    <a:pt x="407" y="462"/>
                  </a:lnTo>
                  <a:lnTo>
                    <a:pt x="407" y="462"/>
                  </a:lnTo>
                  <a:lnTo>
                    <a:pt x="408" y="464"/>
                  </a:lnTo>
                  <a:lnTo>
                    <a:pt x="408" y="465"/>
                  </a:lnTo>
                  <a:lnTo>
                    <a:pt x="408" y="465"/>
                  </a:lnTo>
                  <a:lnTo>
                    <a:pt x="409" y="466"/>
                  </a:lnTo>
                  <a:lnTo>
                    <a:pt x="411" y="466"/>
                  </a:lnTo>
                  <a:lnTo>
                    <a:pt x="411" y="467"/>
                  </a:lnTo>
                  <a:lnTo>
                    <a:pt x="411" y="469"/>
                  </a:lnTo>
                  <a:lnTo>
                    <a:pt x="411" y="471"/>
                  </a:lnTo>
                  <a:lnTo>
                    <a:pt x="411" y="475"/>
                  </a:lnTo>
                  <a:lnTo>
                    <a:pt x="411" y="476"/>
                  </a:lnTo>
                  <a:lnTo>
                    <a:pt x="411" y="479"/>
                  </a:lnTo>
                  <a:lnTo>
                    <a:pt x="412" y="480"/>
                  </a:lnTo>
                  <a:lnTo>
                    <a:pt x="411" y="482"/>
                  </a:lnTo>
                  <a:lnTo>
                    <a:pt x="412" y="483"/>
                  </a:lnTo>
                  <a:lnTo>
                    <a:pt x="412" y="486"/>
                  </a:lnTo>
                  <a:lnTo>
                    <a:pt x="412" y="487"/>
                  </a:lnTo>
                  <a:lnTo>
                    <a:pt x="412" y="488"/>
                  </a:lnTo>
                  <a:lnTo>
                    <a:pt x="412" y="490"/>
                  </a:lnTo>
                  <a:lnTo>
                    <a:pt x="390" y="492"/>
                  </a:lnTo>
                  <a:lnTo>
                    <a:pt x="369" y="494"/>
                  </a:lnTo>
                  <a:lnTo>
                    <a:pt x="347" y="495"/>
                  </a:lnTo>
                  <a:lnTo>
                    <a:pt x="325" y="496"/>
                  </a:lnTo>
                  <a:lnTo>
                    <a:pt x="304" y="497"/>
                  </a:lnTo>
                  <a:lnTo>
                    <a:pt x="282" y="500"/>
                  </a:lnTo>
                  <a:lnTo>
                    <a:pt x="260" y="501"/>
                  </a:lnTo>
                  <a:lnTo>
                    <a:pt x="237" y="502"/>
                  </a:lnTo>
                  <a:lnTo>
                    <a:pt x="217" y="503"/>
                  </a:lnTo>
                  <a:lnTo>
                    <a:pt x="194" y="504"/>
                  </a:lnTo>
                  <a:lnTo>
                    <a:pt x="172" y="505"/>
                  </a:lnTo>
                  <a:lnTo>
                    <a:pt x="150" y="507"/>
                  </a:lnTo>
                  <a:lnTo>
                    <a:pt x="129" y="507"/>
                  </a:lnTo>
                  <a:lnTo>
                    <a:pt x="107" y="508"/>
                  </a:lnTo>
                  <a:lnTo>
                    <a:pt x="85" y="509"/>
                  </a:lnTo>
                  <a:lnTo>
                    <a:pt x="63" y="509"/>
                  </a:lnTo>
                  <a:lnTo>
                    <a:pt x="63" y="490"/>
                  </a:lnTo>
                  <a:lnTo>
                    <a:pt x="62" y="471"/>
                  </a:lnTo>
                  <a:lnTo>
                    <a:pt x="61" y="452"/>
                  </a:lnTo>
                  <a:lnTo>
                    <a:pt x="61" y="432"/>
                  </a:lnTo>
                  <a:lnTo>
                    <a:pt x="61" y="414"/>
                  </a:lnTo>
                  <a:lnTo>
                    <a:pt x="60" y="394"/>
                  </a:lnTo>
                  <a:lnTo>
                    <a:pt x="60" y="375"/>
                  </a:lnTo>
                  <a:lnTo>
                    <a:pt x="59" y="355"/>
                  </a:lnTo>
                  <a:lnTo>
                    <a:pt x="59" y="352"/>
                  </a:lnTo>
                  <a:lnTo>
                    <a:pt x="59" y="352"/>
                  </a:lnTo>
                  <a:lnTo>
                    <a:pt x="59" y="352"/>
                  </a:lnTo>
                  <a:lnTo>
                    <a:pt x="57" y="351"/>
                  </a:lnTo>
                  <a:lnTo>
                    <a:pt x="56" y="349"/>
                  </a:lnTo>
                  <a:lnTo>
                    <a:pt x="55" y="347"/>
                  </a:lnTo>
                  <a:lnTo>
                    <a:pt x="54" y="346"/>
                  </a:lnTo>
                  <a:lnTo>
                    <a:pt x="53" y="345"/>
                  </a:lnTo>
                  <a:lnTo>
                    <a:pt x="52" y="344"/>
                  </a:lnTo>
                  <a:lnTo>
                    <a:pt x="48" y="344"/>
                  </a:lnTo>
                  <a:lnTo>
                    <a:pt x="43" y="343"/>
                  </a:lnTo>
                  <a:lnTo>
                    <a:pt x="41" y="342"/>
                  </a:lnTo>
                  <a:lnTo>
                    <a:pt x="40" y="339"/>
                  </a:lnTo>
                  <a:lnTo>
                    <a:pt x="38" y="335"/>
                  </a:lnTo>
                  <a:lnTo>
                    <a:pt x="36" y="332"/>
                  </a:lnTo>
                  <a:lnTo>
                    <a:pt x="33" y="329"/>
                  </a:lnTo>
                  <a:lnTo>
                    <a:pt x="31" y="326"/>
                  </a:lnTo>
                  <a:lnTo>
                    <a:pt x="32" y="325"/>
                  </a:lnTo>
                  <a:lnTo>
                    <a:pt x="32" y="323"/>
                  </a:lnTo>
                  <a:lnTo>
                    <a:pt x="33" y="323"/>
                  </a:lnTo>
                  <a:lnTo>
                    <a:pt x="33" y="322"/>
                  </a:lnTo>
                  <a:lnTo>
                    <a:pt x="35" y="321"/>
                  </a:lnTo>
                  <a:lnTo>
                    <a:pt x="36" y="318"/>
                  </a:lnTo>
                  <a:lnTo>
                    <a:pt x="38" y="318"/>
                  </a:lnTo>
                  <a:lnTo>
                    <a:pt x="42" y="316"/>
                  </a:lnTo>
                  <a:lnTo>
                    <a:pt x="45" y="314"/>
                  </a:lnTo>
                  <a:lnTo>
                    <a:pt x="45" y="314"/>
                  </a:lnTo>
                  <a:lnTo>
                    <a:pt x="45" y="312"/>
                  </a:lnTo>
                  <a:lnTo>
                    <a:pt x="46" y="312"/>
                  </a:lnTo>
                  <a:lnTo>
                    <a:pt x="47" y="308"/>
                  </a:lnTo>
                  <a:lnTo>
                    <a:pt x="48" y="306"/>
                  </a:lnTo>
                  <a:lnTo>
                    <a:pt x="49" y="304"/>
                  </a:lnTo>
                  <a:lnTo>
                    <a:pt x="49" y="299"/>
                  </a:lnTo>
                  <a:lnTo>
                    <a:pt x="49" y="299"/>
                  </a:lnTo>
                  <a:lnTo>
                    <a:pt x="49" y="299"/>
                  </a:lnTo>
                  <a:lnTo>
                    <a:pt x="50" y="297"/>
                  </a:lnTo>
                  <a:lnTo>
                    <a:pt x="50" y="296"/>
                  </a:lnTo>
                  <a:lnTo>
                    <a:pt x="49" y="290"/>
                  </a:lnTo>
                  <a:lnTo>
                    <a:pt x="49" y="288"/>
                  </a:lnTo>
                  <a:lnTo>
                    <a:pt x="49" y="286"/>
                  </a:lnTo>
                  <a:lnTo>
                    <a:pt x="49" y="283"/>
                  </a:lnTo>
                  <a:lnTo>
                    <a:pt x="49" y="282"/>
                  </a:lnTo>
                  <a:lnTo>
                    <a:pt x="49" y="280"/>
                  </a:lnTo>
                  <a:lnTo>
                    <a:pt x="49" y="279"/>
                  </a:lnTo>
                  <a:lnTo>
                    <a:pt x="49" y="278"/>
                  </a:lnTo>
                  <a:lnTo>
                    <a:pt x="49" y="278"/>
                  </a:lnTo>
                  <a:lnTo>
                    <a:pt x="49" y="276"/>
                  </a:lnTo>
                  <a:lnTo>
                    <a:pt x="47" y="274"/>
                  </a:lnTo>
                  <a:lnTo>
                    <a:pt x="47" y="274"/>
                  </a:lnTo>
                  <a:lnTo>
                    <a:pt x="47" y="273"/>
                  </a:lnTo>
                  <a:lnTo>
                    <a:pt x="47" y="271"/>
                  </a:lnTo>
                  <a:lnTo>
                    <a:pt x="47" y="266"/>
                  </a:lnTo>
                  <a:lnTo>
                    <a:pt x="46" y="264"/>
                  </a:lnTo>
                  <a:lnTo>
                    <a:pt x="46" y="262"/>
                  </a:lnTo>
                  <a:lnTo>
                    <a:pt x="43" y="260"/>
                  </a:lnTo>
                  <a:lnTo>
                    <a:pt x="39" y="254"/>
                  </a:lnTo>
                  <a:lnTo>
                    <a:pt x="39" y="253"/>
                  </a:lnTo>
                  <a:lnTo>
                    <a:pt x="39" y="253"/>
                  </a:lnTo>
                  <a:lnTo>
                    <a:pt x="39" y="252"/>
                  </a:lnTo>
                  <a:lnTo>
                    <a:pt x="39" y="251"/>
                  </a:lnTo>
                  <a:lnTo>
                    <a:pt x="38" y="251"/>
                  </a:lnTo>
                  <a:lnTo>
                    <a:pt x="36" y="250"/>
                  </a:lnTo>
                  <a:lnTo>
                    <a:pt x="36" y="249"/>
                  </a:lnTo>
                  <a:lnTo>
                    <a:pt x="36" y="247"/>
                  </a:lnTo>
                  <a:lnTo>
                    <a:pt x="36" y="245"/>
                  </a:lnTo>
                  <a:lnTo>
                    <a:pt x="36" y="242"/>
                  </a:lnTo>
                  <a:lnTo>
                    <a:pt x="35" y="240"/>
                  </a:lnTo>
                  <a:lnTo>
                    <a:pt x="34" y="238"/>
                  </a:lnTo>
                  <a:lnTo>
                    <a:pt x="33" y="237"/>
                  </a:lnTo>
                  <a:lnTo>
                    <a:pt x="33" y="235"/>
                  </a:lnTo>
                  <a:lnTo>
                    <a:pt x="33" y="232"/>
                  </a:lnTo>
                  <a:lnTo>
                    <a:pt x="34" y="230"/>
                  </a:lnTo>
                  <a:lnTo>
                    <a:pt x="33" y="228"/>
                  </a:lnTo>
                  <a:lnTo>
                    <a:pt x="32" y="225"/>
                  </a:lnTo>
                  <a:lnTo>
                    <a:pt x="32" y="223"/>
                  </a:lnTo>
                  <a:lnTo>
                    <a:pt x="32" y="223"/>
                  </a:lnTo>
                  <a:lnTo>
                    <a:pt x="33" y="221"/>
                  </a:lnTo>
                  <a:lnTo>
                    <a:pt x="33" y="221"/>
                  </a:lnTo>
                  <a:lnTo>
                    <a:pt x="33" y="219"/>
                  </a:lnTo>
                  <a:lnTo>
                    <a:pt x="33" y="217"/>
                  </a:lnTo>
                  <a:lnTo>
                    <a:pt x="33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4" y="213"/>
                  </a:lnTo>
                  <a:lnTo>
                    <a:pt x="34" y="213"/>
                  </a:lnTo>
                  <a:lnTo>
                    <a:pt x="34" y="213"/>
                  </a:lnTo>
                  <a:lnTo>
                    <a:pt x="34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2" y="211"/>
                  </a:lnTo>
                  <a:lnTo>
                    <a:pt x="32" y="210"/>
                  </a:lnTo>
                  <a:lnTo>
                    <a:pt x="32" y="210"/>
                  </a:lnTo>
                  <a:lnTo>
                    <a:pt x="32" y="210"/>
                  </a:lnTo>
                  <a:lnTo>
                    <a:pt x="32" y="209"/>
                  </a:lnTo>
                  <a:lnTo>
                    <a:pt x="31" y="208"/>
                  </a:lnTo>
                  <a:lnTo>
                    <a:pt x="31" y="207"/>
                  </a:lnTo>
                  <a:lnTo>
                    <a:pt x="29" y="206"/>
                  </a:lnTo>
                  <a:lnTo>
                    <a:pt x="31" y="200"/>
                  </a:lnTo>
                  <a:lnTo>
                    <a:pt x="31" y="199"/>
                  </a:lnTo>
                  <a:lnTo>
                    <a:pt x="29" y="195"/>
                  </a:lnTo>
                  <a:lnTo>
                    <a:pt x="29" y="194"/>
                  </a:lnTo>
                  <a:lnTo>
                    <a:pt x="29" y="193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89"/>
                  </a:lnTo>
                  <a:lnTo>
                    <a:pt x="28" y="186"/>
                  </a:lnTo>
                  <a:lnTo>
                    <a:pt x="28" y="183"/>
                  </a:lnTo>
                  <a:lnTo>
                    <a:pt x="28" y="173"/>
                  </a:lnTo>
                  <a:lnTo>
                    <a:pt x="28" y="172"/>
                  </a:lnTo>
                  <a:lnTo>
                    <a:pt x="27" y="171"/>
                  </a:lnTo>
                  <a:lnTo>
                    <a:pt x="27" y="171"/>
                  </a:lnTo>
                  <a:lnTo>
                    <a:pt x="26" y="169"/>
                  </a:lnTo>
                  <a:lnTo>
                    <a:pt x="26" y="168"/>
                  </a:lnTo>
                  <a:lnTo>
                    <a:pt x="27" y="164"/>
                  </a:lnTo>
                  <a:lnTo>
                    <a:pt x="27" y="163"/>
                  </a:lnTo>
                  <a:lnTo>
                    <a:pt x="26" y="161"/>
                  </a:lnTo>
                  <a:lnTo>
                    <a:pt x="26" y="160"/>
                  </a:lnTo>
                  <a:lnTo>
                    <a:pt x="26" y="158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7" y="154"/>
                  </a:lnTo>
                  <a:lnTo>
                    <a:pt x="27" y="154"/>
                  </a:lnTo>
                  <a:lnTo>
                    <a:pt x="26" y="153"/>
                  </a:lnTo>
                  <a:lnTo>
                    <a:pt x="25" y="153"/>
                  </a:lnTo>
                  <a:lnTo>
                    <a:pt x="25" y="151"/>
                  </a:lnTo>
                  <a:lnTo>
                    <a:pt x="24" y="147"/>
                  </a:lnTo>
                  <a:lnTo>
                    <a:pt x="24" y="146"/>
                  </a:lnTo>
                  <a:lnTo>
                    <a:pt x="22" y="145"/>
                  </a:lnTo>
                  <a:lnTo>
                    <a:pt x="21" y="143"/>
                  </a:lnTo>
                  <a:lnTo>
                    <a:pt x="20" y="140"/>
                  </a:lnTo>
                  <a:lnTo>
                    <a:pt x="20" y="139"/>
                  </a:lnTo>
                  <a:lnTo>
                    <a:pt x="19" y="137"/>
                  </a:lnTo>
                  <a:lnTo>
                    <a:pt x="18" y="137"/>
                  </a:lnTo>
                  <a:lnTo>
                    <a:pt x="18" y="137"/>
                  </a:lnTo>
                  <a:lnTo>
                    <a:pt x="18" y="137"/>
                  </a:lnTo>
                  <a:lnTo>
                    <a:pt x="18" y="137"/>
                  </a:lnTo>
                  <a:lnTo>
                    <a:pt x="18" y="137"/>
                  </a:lnTo>
                  <a:lnTo>
                    <a:pt x="18" y="136"/>
                  </a:lnTo>
                  <a:lnTo>
                    <a:pt x="18" y="136"/>
                  </a:lnTo>
                  <a:lnTo>
                    <a:pt x="18" y="135"/>
                  </a:lnTo>
                  <a:lnTo>
                    <a:pt x="16" y="131"/>
                  </a:lnTo>
                  <a:lnTo>
                    <a:pt x="16" y="129"/>
                  </a:lnTo>
                  <a:lnTo>
                    <a:pt x="17" y="126"/>
                  </a:lnTo>
                  <a:lnTo>
                    <a:pt x="14" y="124"/>
                  </a:lnTo>
                  <a:lnTo>
                    <a:pt x="13" y="122"/>
                  </a:lnTo>
                  <a:lnTo>
                    <a:pt x="12" y="118"/>
                  </a:lnTo>
                  <a:lnTo>
                    <a:pt x="10" y="113"/>
                  </a:lnTo>
                  <a:lnTo>
                    <a:pt x="9" y="109"/>
                  </a:lnTo>
                  <a:lnTo>
                    <a:pt x="7" y="106"/>
                  </a:lnTo>
                  <a:lnTo>
                    <a:pt x="7" y="102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7" y="94"/>
                  </a:lnTo>
                  <a:lnTo>
                    <a:pt x="6" y="88"/>
                  </a:lnTo>
                  <a:lnTo>
                    <a:pt x="6" y="87"/>
                  </a:lnTo>
                  <a:lnTo>
                    <a:pt x="7" y="86"/>
                  </a:lnTo>
                  <a:lnTo>
                    <a:pt x="7" y="85"/>
                  </a:lnTo>
                  <a:lnTo>
                    <a:pt x="7" y="83"/>
                  </a:lnTo>
                  <a:lnTo>
                    <a:pt x="7" y="82"/>
                  </a:lnTo>
                  <a:lnTo>
                    <a:pt x="7" y="80"/>
                  </a:lnTo>
                  <a:lnTo>
                    <a:pt x="5" y="75"/>
                  </a:lnTo>
                  <a:lnTo>
                    <a:pt x="6" y="72"/>
                  </a:lnTo>
                  <a:lnTo>
                    <a:pt x="7" y="68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6" y="58"/>
                  </a:lnTo>
                  <a:lnTo>
                    <a:pt x="6" y="57"/>
                  </a:lnTo>
                  <a:lnTo>
                    <a:pt x="5" y="53"/>
                  </a:lnTo>
                  <a:lnTo>
                    <a:pt x="4" y="49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0" y="39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4" y="36"/>
                  </a:lnTo>
                  <a:lnTo>
                    <a:pt x="18" y="36"/>
                  </a:lnTo>
                  <a:lnTo>
                    <a:pt x="32" y="35"/>
                  </a:lnTo>
                  <a:lnTo>
                    <a:pt x="46" y="35"/>
                  </a:lnTo>
                  <a:lnTo>
                    <a:pt x="60" y="35"/>
                  </a:lnTo>
                  <a:lnTo>
                    <a:pt x="74" y="33"/>
                  </a:lnTo>
                  <a:lnTo>
                    <a:pt x="88" y="33"/>
                  </a:lnTo>
                  <a:lnTo>
                    <a:pt x="100" y="32"/>
                  </a:lnTo>
                  <a:lnTo>
                    <a:pt x="114" y="32"/>
                  </a:lnTo>
                  <a:lnTo>
                    <a:pt x="128" y="31"/>
                  </a:lnTo>
                  <a:lnTo>
                    <a:pt x="129" y="31"/>
                  </a:lnTo>
                  <a:lnTo>
                    <a:pt x="129" y="31"/>
                  </a:lnTo>
                  <a:lnTo>
                    <a:pt x="129" y="30"/>
                  </a:lnTo>
                  <a:lnTo>
                    <a:pt x="129" y="22"/>
                  </a:lnTo>
                  <a:lnTo>
                    <a:pt x="128" y="13"/>
                  </a:lnTo>
                  <a:lnTo>
                    <a:pt x="128" y="4"/>
                  </a:lnTo>
                  <a:lnTo>
                    <a:pt x="1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2830513" y="1878013"/>
              <a:ext cx="446087" cy="431800"/>
            </a:xfrm>
            <a:custGeom>
              <a:avLst/>
              <a:gdLst>
                <a:gd name="T0" fmla="*/ 301 w 563"/>
                <a:gd name="T1" fmla="*/ 247 h 546"/>
                <a:gd name="T2" fmla="*/ 326 w 563"/>
                <a:gd name="T3" fmla="*/ 190 h 546"/>
                <a:gd name="T4" fmla="*/ 328 w 563"/>
                <a:gd name="T5" fmla="*/ 181 h 546"/>
                <a:gd name="T6" fmla="*/ 418 w 563"/>
                <a:gd name="T7" fmla="*/ 196 h 546"/>
                <a:gd name="T8" fmla="*/ 472 w 563"/>
                <a:gd name="T9" fmla="*/ 218 h 546"/>
                <a:gd name="T10" fmla="*/ 467 w 563"/>
                <a:gd name="T11" fmla="*/ 232 h 546"/>
                <a:gd name="T12" fmla="*/ 484 w 563"/>
                <a:gd name="T13" fmla="*/ 283 h 546"/>
                <a:gd name="T14" fmla="*/ 465 w 563"/>
                <a:gd name="T15" fmla="*/ 318 h 546"/>
                <a:gd name="T16" fmla="*/ 459 w 563"/>
                <a:gd name="T17" fmla="*/ 353 h 546"/>
                <a:gd name="T18" fmla="*/ 493 w 563"/>
                <a:gd name="T19" fmla="*/ 319 h 546"/>
                <a:gd name="T20" fmla="*/ 560 w 563"/>
                <a:gd name="T21" fmla="*/ 392 h 546"/>
                <a:gd name="T22" fmla="*/ 552 w 563"/>
                <a:gd name="T23" fmla="*/ 429 h 546"/>
                <a:gd name="T24" fmla="*/ 539 w 563"/>
                <a:gd name="T25" fmla="*/ 448 h 546"/>
                <a:gd name="T26" fmla="*/ 523 w 563"/>
                <a:gd name="T27" fmla="*/ 487 h 546"/>
                <a:gd name="T28" fmla="*/ 487 w 563"/>
                <a:gd name="T29" fmla="*/ 520 h 546"/>
                <a:gd name="T30" fmla="*/ 335 w 563"/>
                <a:gd name="T31" fmla="*/ 539 h 546"/>
                <a:gd name="T32" fmla="*/ 308 w 563"/>
                <a:gd name="T33" fmla="*/ 432 h 546"/>
                <a:gd name="T34" fmla="*/ 283 w 563"/>
                <a:gd name="T35" fmla="*/ 353 h 546"/>
                <a:gd name="T36" fmla="*/ 292 w 563"/>
                <a:gd name="T37" fmla="*/ 279 h 546"/>
                <a:gd name="T38" fmla="*/ 307 w 563"/>
                <a:gd name="T39" fmla="*/ 257 h 546"/>
                <a:gd name="T40" fmla="*/ 327 w 563"/>
                <a:gd name="T41" fmla="*/ 249 h 546"/>
                <a:gd name="T42" fmla="*/ 333 w 563"/>
                <a:gd name="T43" fmla="*/ 254 h 546"/>
                <a:gd name="T44" fmla="*/ 337 w 563"/>
                <a:gd name="T45" fmla="*/ 231 h 546"/>
                <a:gd name="T46" fmla="*/ 369 w 563"/>
                <a:gd name="T47" fmla="*/ 179 h 546"/>
                <a:gd name="T48" fmla="*/ 394 w 563"/>
                <a:gd name="T49" fmla="*/ 171 h 546"/>
                <a:gd name="T50" fmla="*/ 452 w 563"/>
                <a:gd name="T51" fmla="*/ 147 h 546"/>
                <a:gd name="T52" fmla="*/ 427 w 563"/>
                <a:gd name="T53" fmla="*/ 153 h 546"/>
                <a:gd name="T54" fmla="*/ 244 w 563"/>
                <a:gd name="T55" fmla="*/ 128 h 546"/>
                <a:gd name="T56" fmla="*/ 241 w 563"/>
                <a:gd name="T57" fmla="*/ 126 h 546"/>
                <a:gd name="T58" fmla="*/ 407 w 563"/>
                <a:gd name="T59" fmla="*/ 122 h 546"/>
                <a:gd name="T60" fmla="*/ 112 w 563"/>
                <a:gd name="T61" fmla="*/ 91 h 546"/>
                <a:gd name="T62" fmla="*/ 125 w 563"/>
                <a:gd name="T63" fmla="*/ 119 h 546"/>
                <a:gd name="T64" fmla="*/ 138 w 563"/>
                <a:gd name="T65" fmla="*/ 111 h 546"/>
                <a:gd name="T66" fmla="*/ 186 w 563"/>
                <a:gd name="T67" fmla="*/ 124 h 546"/>
                <a:gd name="T68" fmla="*/ 223 w 563"/>
                <a:gd name="T69" fmla="*/ 133 h 546"/>
                <a:gd name="T70" fmla="*/ 265 w 563"/>
                <a:gd name="T71" fmla="*/ 119 h 546"/>
                <a:gd name="T72" fmla="*/ 348 w 563"/>
                <a:gd name="T73" fmla="*/ 119 h 546"/>
                <a:gd name="T74" fmla="*/ 393 w 563"/>
                <a:gd name="T75" fmla="*/ 112 h 546"/>
                <a:gd name="T76" fmla="*/ 415 w 563"/>
                <a:gd name="T77" fmla="*/ 140 h 546"/>
                <a:gd name="T78" fmla="*/ 399 w 563"/>
                <a:gd name="T79" fmla="*/ 155 h 546"/>
                <a:gd name="T80" fmla="*/ 373 w 563"/>
                <a:gd name="T81" fmla="*/ 161 h 546"/>
                <a:gd name="T82" fmla="*/ 333 w 563"/>
                <a:gd name="T83" fmla="*/ 155 h 546"/>
                <a:gd name="T84" fmla="*/ 269 w 563"/>
                <a:gd name="T85" fmla="*/ 189 h 546"/>
                <a:gd name="T86" fmla="*/ 254 w 563"/>
                <a:gd name="T87" fmla="*/ 208 h 546"/>
                <a:gd name="T88" fmla="*/ 256 w 563"/>
                <a:gd name="T89" fmla="*/ 191 h 546"/>
                <a:gd name="T90" fmla="*/ 231 w 563"/>
                <a:gd name="T91" fmla="*/ 203 h 546"/>
                <a:gd name="T92" fmla="*/ 221 w 563"/>
                <a:gd name="T93" fmla="*/ 205 h 546"/>
                <a:gd name="T94" fmla="*/ 186 w 563"/>
                <a:gd name="T95" fmla="*/ 248 h 546"/>
                <a:gd name="T96" fmla="*/ 175 w 563"/>
                <a:gd name="T97" fmla="*/ 235 h 546"/>
                <a:gd name="T98" fmla="*/ 176 w 563"/>
                <a:gd name="T99" fmla="*/ 213 h 546"/>
                <a:gd name="T100" fmla="*/ 161 w 563"/>
                <a:gd name="T101" fmla="*/ 204 h 546"/>
                <a:gd name="T102" fmla="*/ 145 w 563"/>
                <a:gd name="T103" fmla="*/ 190 h 546"/>
                <a:gd name="T104" fmla="*/ 122 w 563"/>
                <a:gd name="T105" fmla="*/ 188 h 546"/>
                <a:gd name="T106" fmla="*/ 83 w 563"/>
                <a:gd name="T107" fmla="*/ 179 h 546"/>
                <a:gd name="T108" fmla="*/ 10 w 563"/>
                <a:gd name="T109" fmla="*/ 155 h 546"/>
                <a:gd name="T110" fmla="*/ 63 w 563"/>
                <a:gd name="T111" fmla="*/ 120 h 546"/>
                <a:gd name="T112" fmla="*/ 164 w 563"/>
                <a:gd name="T113" fmla="*/ 62 h 546"/>
                <a:gd name="T114" fmla="*/ 135 w 563"/>
                <a:gd name="T115" fmla="*/ 84 h 546"/>
                <a:gd name="T116" fmla="*/ 121 w 563"/>
                <a:gd name="T117" fmla="*/ 90 h 546"/>
                <a:gd name="T118" fmla="*/ 138 w 563"/>
                <a:gd name="T119" fmla="*/ 60 h 546"/>
                <a:gd name="T120" fmla="*/ 83 w 563"/>
                <a:gd name="T121" fmla="*/ 29 h 546"/>
                <a:gd name="T122" fmla="*/ 101 w 563"/>
                <a:gd name="T123" fmla="*/ 5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63" h="546">
                  <a:moveTo>
                    <a:pt x="524" y="472"/>
                  </a:moveTo>
                  <a:lnTo>
                    <a:pt x="525" y="478"/>
                  </a:lnTo>
                  <a:lnTo>
                    <a:pt x="525" y="480"/>
                  </a:lnTo>
                  <a:lnTo>
                    <a:pt x="525" y="482"/>
                  </a:lnTo>
                  <a:lnTo>
                    <a:pt x="524" y="482"/>
                  </a:lnTo>
                  <a:lnTo>
                    <a:pt x="524" y="478"/>
                  </a:lnTo>
                  <a:lnTo>
                    <a:pt x="524" y="473"/>
                  </a:lnTo>
                  <a:lnTo>
                    <a:pt x="524" y="472"/>
                  </a:lnTo>
                  <a:close/>
                  <a:moveTo>
                    <a:pt x="293" y="251"/>
                  </a:moveTo>
                  <a:lnTo>
                    <a:pt x="294" y="251"/>
                  </a:lnTo>
                  <a:lnTo>
                    <a:pt x="294" y="253"/>
                  </a:lnTo>
                  <a:lnTo>
                    <a:pt x="295" y="253"/>
                  </a:lnTo>
                  <a:lnTo>
                    <a:pt x="295" y="253"/>
                  </a:lnTo>
                  <a:lnTo>
                    <a:pt x="295" y="254"/>
                  </a:lnTo>
                  <a:lnTo>
                    <a:pt x="294" y="256"/>
                  </a:lnTo>
                  <a:lnTo>
                    <a:pt x="293" y="256"/>
                  </a:lnTo>
                  <a:lnTo>
                    <a:pt x="292" y="256"/>
                  </a:lnTo>
                  <a:lnTo>
                    <a:pt x="291" y="255"/>
                  </a:lnTo>
                  <a:lnTo>
                    <a:pt x="292" y="254"/>
                  </a:lnTo>
                  <a:lnTo>
                    <a:pt x="292" y="253"/>
                  </a:lnTo>
                  <a:lnTo>
                    <a:pt x="293" y="251"/>
                  </a:lnTo>
                  <a:close/>
                  <a:moveTo>
                    <a:pt x="298" y="241"/>
                  </a:moveTo>
                  <a:lnTo>
                    <a:pt x="299" y="242"/>
                  </a:lnTo>
                  <a:lnTo>
                    <a:pt x="300" y="242"/>
                  </a:lnTo>
                  <a:lnTo>
                    <a:pt x="301" y="243"/>
                  </a:lnTo>
                  <a:lnTo>
                    <a:pt x="301" y="244"/>
                  </a:lnTo>
                  <a:lnTo>
                    <a:pt x="301" y="246"/>
                  </a:lnTo>
                  <a:lnTo>
                    <a:pt x="301" y="247"/>
                  </a:lnTo>
                  <a:lnTo>
                    <a:pt x="301" y="247"/>
                  </a:lnTo>
                  <a:lnTo>
                    <a:pt x="302" y="248"/>
                  </a:lnTo>
                  <a:lnTo>
                    <a:pt x="300" y="249"/>
                  </a:lnTo>
                  <a:lnTo>
                    <a:pt x="298" y="248"/>
                  </a:lnTo>
                  <a:lnTo>
                    <a:pt x="295" y="244"/>
                  </a:lnTo>
                  <a:lnTo>
                    <a:pt x="297" y="242"/>
                  </a:lnTo>
                  <a:lnTo>
                    <a:pt x="297" y="242"/>
                  </a:lnTo>
                  <a:lnTo>
                    <a:pt x="298" y="241"/>
                  </a:lnTo>
                  <a:close/>
                  <a:moveTo>
                    <a:pt x="305" y="214"/>
                  </a:moveTo>
                  <a:lnTo>
                    <a:pt x="305" y="215"/>
                  </a:lnTo>
                  <a:lnTo>
                    <a:pt x="306" y="215"/>
                  </a:lnTo>
                  <a:lnTo>
                    <a:pt x="307" y="217"/>
                  </a:lnTo>
                  <a:lnTo>
                    <a:pt x="308" y="219"/>
                  </a:lnTo>
                  <a:lnTo>
                    <a:pt x="308" y="220"/>
                  </a:lnTo>
                  <a:lnTo>
                    <a:pt x="307" y="220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5" y="214"/>
                  </a:lnTo>
                  <a:close/>
                  <a:moveTo>
                    <a:pt x="321" y="185"/>
                  </a:moveTo>
                  <a:lnTo>
                    <a:pt x="322" y="185"/>
                  </a:lnTo>
                  <a:lnTo>
                    <a:pt x="324" y="185"/>
                  </a:lnTo>
                  <a:lnTo>
                    <a:pt x="326" y="185"/>
                  </a:lnTo>
                  <a:lnTo>
                    <a:pt x="326" y="186"/>
                  </a:lnTo>
                  <a:lnTo>
                    <a:pt x="324" y="186"/>
                  </a:lnTo>
                  <a:lnTo>
                    <a:pt x="324" y="188"/>
                  </a:lnTo>
                  <a:lnTo>
                    <a:pt x="326" y="188"/>
                  </a:lnTo>
                  <a:lnTo>
                    <a:pt x="326" y="189"/>
                  </a:lnTo>
                  <a:lnTo>
                    <a:pt x="326" y="190"/>
                  </a:lnTo>
                  <a:lnTo>
                    <a:pt x="326" y="192"/>
                  </a:lnTo>
                  <a:lnTo>
                    <a:pt x="327" y="193"/>
                  </a:lnTo>
                  <a:lnTo>
                    <a:pt x="327" y="196"/>
                  </a:lnTo>
                  <a:lnTo>
                    <a:pt x="328" y="197"/>
                  </a:lnTo>
                  <a:lnTo>
                    <a:pt x="327" y="199"/>
                  </a:lnTo>
                  <a:lnTo>
                    <a:pt x="324" y="200"/>
                  </a:lnTo>
                  <a:lnTo>
                    <a:pt x="322" y="201"/>
                  </a:lnTo>
                  <a:lnTo>
                    <a:pt x="320" y="201"/>
                  </a:lnTo>
                  <a:lnTo>
                    <a:pt x="319" y="199"/>
                  </a:lnTo>
                  <a:lnTo>
                    <a:pt x="319" y="198"/>
                  </a:lnTo>
                  <a:lnTo>
                    <a:pt x="320" y="197"/>
                  </a:lnTo>
                  <a:lnTo>
                    <a:pt x="320" y="192"/>
                  </a:lnTo>
                  <a:lnTo>
                    <a:pt x="320" y="191"/>
                  </a:lnTo>
                  <a:lnTo>
                    <a:pt x="321" y="191"/>
                  </a:lnTo>
                  <a:lnTo>
                    <a:pt x="321" y="190"/>
                  </a:lnTo>
                  <a:lnTo>
                    <a:pt x="321" y="189"/>
                  </a:lnTo>
                  <a:lnTo>
                    <a:pt x="322" y="188"/>
                  </a:lnTo>
                  <a:lnTo>
                    <a:pt x="322" y="186"/>
                  </a:lnTo>
                  <a:lnTo>
                    <a:pt x="321" y="185"/>
                  </a:lnTo>
                  <a:close/>
                  <a:moveTo>
                    <a:pt x="323" y="179"/>
                  </a:moveTo>
                  <a:lnTo>
                    <a:pt x="323" y="179"/>
                  </a:lnTo>
                  <a:lnTo>
                    <a:pt x="323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6" y="181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8" y="181"/>
                  </a:lnTo>
                  <a:lnTo>
                    <a:pt x="328" y="181"/>
                  </a:lnTo>
                  <a:lnTo>
                    <a:pt x="328" y="182"/>
                  </a:lnTo>
                  <a:lnTo>
                    <a:pt x="328" y="182"/>
                  </a:lnTo>
                  <a:lnTo>
                    <a:pt x="328" y="183"/>
                  </a:lnTo>
                  <a:lnTo>
                    <a:pt x="328" y="183"/>
                  </a:lnTo>
                  <a:lnTo>
                    <a:pt x="327" y="183"/>
                  </a:lnTo>
                  <a:lnTo>
                    <a:pt x="326" y="183"/>
                  </a:lnTo>
                  <a:lnTo>
                    <a:pt x="324" y="182"/>
                  </a:lnTo>
                  <a:lnTo>
                    <a:pt x="323" y="181"/>
                  </a:lnTo>
                  <a:lnTo>
                    <a:pt x="323" y="179"/>
                  </a:lnTo>
                  <a:close/>
                  <a:moveTo>
                    <a:pt x="373" y="176"/>
                  </a:moveTo>
                  <a:lnTo>
                    <a:pt x="374" y="176"/>
                  </a:lnTo>
                  <a:lnTo>
                    <a:pt x="377" y="177"/>
                  </a:lnTo>
                  <a:lnTo>
                    <a:pt x="385" y="181"/>
                  </a:lnTo>
                  <a:lnTo>
                    <a:pt x="391" y="184"/>
                  </a:lnTo>
                  <a:lnTo>
                    <a:pt x="394" y="184"/>
                  </a:lnTo>
                  <a:lnTo>
                    <a:pt x="400" y="183"/>
                  </a:lnTo>
                  <a:lnTo>
                    <a:pt x="402" y="183"/>
                  </a:lnTo>
                  <a:lnTo>
                    <a:pt x="406" y="184"/>
                  </a:lnTo>
                  <a:lnTo>
                    <a:pt x="409" y="185"/>
                  </a:lnTo>
                  <a:lnTo>
                    <a:pt x="412" y="186"/>
                  </a:lnTo>
                  <a:lnTo>
                    <a:pt x="414" y="189"/>
                  </a:lnTo>
                  <a:lnTo>
                    <a:pt x="415" y="190"/>
                  </a:lnTo>
                  <a:lnTo>
                    <a:pt x="415" y="191"/>
                  </a:lnTo>
                  <a:lnTo>
                    <a:pt x="416" y="192"/>
                  </a:lnTo>
                  <a:lnTo>
                    <a:pt x="416" y="193"/>
                  </a:lnTo>
                  <a:lnTo>
                    <a:pt x="417" y="194"/>
                  </a:lnTo>
                  <a:lnTo>
                    <a:pt x="418" y="196"/>
                  </a:lnTo>
                  <a:lnTo>
                    <a:pt x="429" y="194"/>
                  </a:lnTo>
                  <a:lnTo>
                    <a:pt x="432" y="196"/>
                  </a:lnTo>
                  <a:lnTo>
                    <a:pt x="435" y="198"/>
                  </a:lnTo>
                  <a:lnTo>
                    <a:pt x="436" y="198"/>
                  </a:lnTo>
                  <a:lnTo>
                    <a:pt x="438" y="199"/>
                  </a:lnTo>
                  <a:lnTo>
                    <a:pt x="441" y="199"/>
                  </a:lnTo>
                  <a:lnTo>
                    <a:pt x="442" y="199"/>
                  </a:lnTo>
                  <a:lnTo>
                    <a:pt x="444" y="199"/>
                  </a:lnTo>
                  <a:lnTo>
                    <a:pt x="444" y="199"/>
                  </a:lnTo>
                  <a:lnTo>
                    <a:pt x="445" y="199"/>
                  </a:lnTo>
                  <a:lnTo>
                    <a:pt x="448" y="201"/>
                  </a:lnTo>
                  <a:lnTo>
                    <a:pt x="449" y="201"/>
                  </a:lnTo>
                  <a:lnTo>
                    <a:pt x="450" y="201"/>
                  </a:lnTo>
                  <a:lnTo>
                    <a:pt x="452" y="203"/>
                  </a:lnTo>
                  <a:lnTo>
                    <a:pt x="453" y="203"/>
                  </a:lnTo>
                  <a:lnTo>
                    <a:pt x="456" y="203"/>
                  </a:lnTo>
                  <a:lnTo>
                    <a:pt x="459" y="203"/>
                  </a:lnTo>
                  <a:lnTo>
                    <a:pt x="461" y="204"/>
                  </a:lnTo>
                  <a:lnTo>
                    <a:pt x="465" y="206"/>
                  </a:lnTo>
                  <a:lnTo>
                    <a:pt x="468" y="208"/>
                  </a:lnTo>
                  <a:lnTo>
                    <a:pt x="467" y="210"/>
                  </a:lnTo>
                  <a:lnTo>
                    <a:pt x="466" y="210"/>
                  </a:lnTo>
                  <a:lnTo>
                    <a:pt x="466" y="211"/>
                  </a:lnTo>
                  <a:lnTo>
                    <a:pt x="467" y="212"/>
                  </a:lnTo>
                  <a:lnTo>
                    <a:pt x="468" y="214"/>
                  </a:lnTo>
                  <a:lnTo>
                    <a:pt x="471" y="217"/>
                  </a:lnTo>
                  <a:lnTo>
                    <a:pt x="471" y="217"/>
                  </a:lnTo>
                  <a:lnTo>
                    <a:pt x="472" y="218"/>
                  </a:lnTo>
                  <a:lnTo>
                    <a:pt x="473" y="218"/>
                  </a:lnTo>
                  <a:lnTo>
                    <a:pt x="473" y="218"/>
                  </a:lnTo>
                  <a:lnTo>
                    <a:pt x="474" y="218"/>
                  </a:lnTo>
                  <a:lnTo>
                    <a:pt x="474" y="220"/>
                  </a:lnTo>
                  <a:lnTo>
                    <a:pt x="475" y="221"/>
                  </a:lnTo>
                  <a:lnTo>
                    <a:pt x="475" y="221"/>
                  </a:lnTo>
                  <a:lnTo>
                    <a:pt x="475" y="221"/>
                  </a:lnTo>
                  <a:lnTo>
                    <a:pt x="475" y="222"/>
                  </a:lnTo>
                  <a:lnTo>
                    <a:pt x="475" y="222"/>
                  </a:lnTo>
                  <a:lnTo>
                    <a:pt x="475" y="224"/>
                  </a:lnTo>
                  <a:lnTo>
                    <a:pt x="475" y="224"/>
                  </a:lnTo>
                  <a:lnTo>
                    <a:pt x="474" y="224"/>
                  </a:lnTo>
                  <a:lnTo>
                    <a:pt x="474" y="224"/>
                  </a:lnTo>
                  <a:lnTo>
                    <a:pt x="475" y="225"/>
                  </a:lnTo>
                  <a:lnTo>
                    <a:pt x="478" y="226"/>
                  </a:lnTo>
                  <a:lnTo>
                    <a:pt x="479" y="227"/>
                  </a:lnTo>
                  <a:lnTo>
                    <a:pt x="477" y="228"/>
                  </a:lnTo>
                  <a:lnTo>
                    <a:pt x="475" y="228"/>
                  </a:lnTo>
                  <a:lnTo>
                    <a:pt x="474" y="227"/>
                  </a:lnTo>
                  <a:lnTo>
                    <a:pt x="473" y="227"/>
                  </a:lnTo>
                  <a:lnTo>
                    <a:pt x="472" y="226"/>
                  </a:lnTo>
                  <a:lnTo>
                    <a:pt x="471" y="225"/>
                  </a:lnTo>
                  <a:lnTo>
                    <a:pt x="468" y="226"/>
                  </a:lnTo>
                  <a:lnTo>
                    <a:pt x="467" y="227"/>
                  </a:lnTo>
                  <a:lnTo>
                    <a:pt x="467" y="228"/>
                  </a:lnTo>
                  <a:lnTo>
                    <a:pt x="467" y="231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6" y="232"/>
                  </a:lnTo>
                  <a:lnTo>
                    <a:pt x="467" y="233"/>
                  </a:lnTo>
                  <a:lnTo>
                    <a:pt x="467" y="233"/>
                  </a:lnTo>
                  <a:lnTo>
                    <a:pt x="467" y="233"/>
                  </a:lnTo>
                  <a:lnTo>
                    <a:pt x="468" y="234"/>
                  </a:lnTo>
                  <a:lnTo>
                    <a:pt x="468" y="234"/>
                  </a:lnTo>
                  <a:lnTo>
                    <a:pt x="468" y="236"/>
                  </a:lnTo>
                  <a:lnTo>
                    <a:pt x="468" y="236"/>
                  </a:lnTo>
                  <a:lnTo>
                    <a:pt x="470" y="238"/>
                  </a:lnTo>
                  <a:lnTo>
                    <a:pt x="471" y="238"/>
                  </a:lnTo>
                  <a:lnTo>
                    <a:pt x="471" y="239"/>
                  </a:lnTo>
                  <a:lnTo>
                    <a:pt x="473" y="240"/>
                  </a:lnTo>
                  <a:lnTo>
                    <a:pt x="474" y="241"/>
                  </a:lnTo>
                  <a:lnTo>
                    <a:pt x="475" y="241"/>
                  </a:lnTo>
                  <a:lnTo>
                    <a:pt x="477" y="241"/>
                  </a:lnTo>
                  <a:lnTo>
                    <a:pt x="477" y="242"/>
                  </a:lnTo>
                  <a:lnTo>
                    <a:pt x="477" y="242"/>
                  </a:lnTo>
                  <a:lnTo>
                    <a:pt x="477" y="243"/>
                  </a:lnTo>
                  <a:lnTo>
                    <a:pt x="478" y="244"/>
                  </a:lnTo>
                  <a:lnTo>
                    <a:pt x="479" y="246"/>
                  </a:lnTo>
                  <a:lnTo>
                    <a:pt x="479" y="248"/>
                  </a:lnTo>
                  <a:lnTo>
                    <a:pt x="480" y="251"/>
                  </a:lnTo>
                  <a:lnTo>
                    <a:pt x="481" y="255"/>
                  </a:lnTo>
                  <a:lnTo>
                    <a:pt x="482" y="256"/>
                  </a:lnTo>
                  <a:lnTo>
                    <a:pt x="482" y="258"/>
                  </a:lnTo>
                  <a:lnTo>
                    <a:pt x="481" y="262"/>
                  </a:lnTo>
                  <a:lnTo>
                    <a:pt x="481" y="264"/>
                  </a:lnTo>
                  <a:lnTo>
                    <a:pt x="484" y="283"/>
                  </a:lnTo>
                  <a:lnTo>
                    <a:pt x="484" y="286"/>
                  </a:lnTo>
                  <a:lnTo>
                    <a:pt x="484" y="287"/>
                  </a:lnTo>
                  <a:lnTo>
                    <a:pt x="484" y="287"/>
                  </a:lnTo>
                  <a:lnTo>
                    <a:pt x="482" y="290"/>
                  </a:lnTo>
                  <a:lnTo>
                    <a:pt x="482" y="290"/>
                  </a:lnTo>
                  <a:lnTo>
                    <a:pt x="480" y="290"/>
                  </a:lnTo>
                  <a:lnTo>
                    <a:pt x="480" y="291"/>
                  </a:lnTo>
                  <a:lnTo>
                    <a:pt x="479" y="292"/>
                  </a:lnTo>
                  <a:lnTo>
                    <a:pt x="477" y="296"/>
                  </a:lnTo>
                  <a:lnTo>
                    <a:pt x="475" y="297"/>
                  </a:lnTo>
                  <a:lnTo>
                    <a:pt x="477" y="297"/>
                  </a:lnTo>
                  <a:lnTo>
                    <a:pt x="477" y="294"/>
                  </a:lnTo>
                  <a:lnTo>
                    <a:pt x="477" y="294"/>
                  </a:lnTo>
                  <a:lnTo>
                    <a:pt x="474" y="294"/>
                  </a:lnTo>
                  <a:lnTo>
                    <a:pt x="474" y="294"/>
                  </a:lnTo>
                  <a:lnTo>
                    <a:pt x="472" y="297"/>
                  </a:lnTo>
                  <a:lnTo>
                    <a:pt x="471" y="300"/>
                  </a:lnTo>
                  <a:lnTo>
                    <a:pt x="471" y="304"/>
                  </a:lnTo>
                  <a:lnTo>
                    <a:pt x="471" y="310"/>
                  </a:lnTo>
                  <a:lnTo>
                    <a:pt x="471" y="311"/>
                  </a:lnTo>
                  <a:lnTo>
                    <a:pt x="471" y="312"/>
                  </a:lnTo>
                  <a:lnTo>
                    <a:pt x="470" y="312"/>
                  </a:lnTo>
                  <a:lnTo>
                    <a:pt x="470" y="313"/>
                  </a:lnTo>
                  <a:lnTo>
                    <a:pt x="471" y="314"/>
                  </a:lnTo>
                  <a:lnTo>
                    <a:pt x="471" y="315"/>
                  </a:lnTo>
                  <a:lnTo>
                    <a:pt x="470" y="315"/>
                  </a:lnTo>
                  <a:lnTo>
                    <a:pt x="466" y="317"/>
                  </a:lnTo>
                  <a:lnTo>
                    <a:pt x="465" y="318"/>
                  </a:lnTo>
                  <a:lnTo>
                    <a:pt x="465" y="319"/>
                  </a:lnTo>
                  <a:lnTo>
                    <a:pt x="465" y="320"/>
                  </a:lnTo>
                  <a:lnTo>
                    <a:pt x="464" y="321"/>
                  </a:lnTo>
                  <a:lnTo>
                    <a:pt x="464" y="321"/>
                  </a:lnTo>
                  <a:lnTo>
                    <a:pt x="461" y="321"/>
                  </a:lnTo>
                  <a:lnTo>
                    <a:pt x="461" y="321"/>
                  </a:lnTo>
                  <a:lnTo>
                    <a:pt x="460" y="321"/>
                  </a:lnTo>
                  <a:lnTo>
                    <a:pt x="459" y="322"/>
                  </a:lnTo>
                  <a:lnTo>
                    <a:pt x="459" y="322"/>
                  </a:lnTo>
                  <a:lnTo>
                    <a:pt x="458" y="322"/>
                  </a:lnTo>
                  <a:lnTo>
                    <a:pt x="457" y="322"/>
                  </a:lnTo>
                  <a:lnTo>
                    <a:pt x="456" y="322"/>
                  </a:lnTo>
                  <a:lnTo>
                    <a:pt x="453" y="324"/>
                  </a:lnTo>
                  <a:lnTo>
                    <a:pt x="452" y="327"/>
                  </a:lnTo>
                  <a:lnTo>
                    <a:pt x="451" y="334"/>
                  </a:lnTo>
                  <a:lnTo>
                    <a:pt x="452" y="335"/>
                  </a:lnTo>
                  <a:lnTo>
                    <a:pt x="452" y="336"/>
                  </a:lnTo>
                  <a:lnTo>
                    <a:pt x="451" y="336"/>
                  </a:lnTo>
                  <a:lnTo>
                    <a:pt x="451" y="337"/>
                  </a:lnTo>
                  <a:lnTo>
                    <a:pt x="451" y="339"/>
                  </a:lnTo>
                  <a:lnTo>
                    <a:pt x="451" y="342"/>
                  </a:lnTo>
                  <a:lnTo>
                    <a:pt x="451" y="343"/>
                  </a:lnTo>
                  <a:lnTo>
                    <a:pt x="451" y="346"/>
                  </a:lnTo>
                  <a:lnTo>
                    <a:pt x="451" y="348"/>
                  </a:lnTo>
                  <a:lnTo>
                    <a:pt x="453" y="349"/>
                  </a:lnTo>
                  <a:lnTo>
                    <a:pt x="455" y="351"/>
                  </a:lnTo>
                  <a:lnTo>
                    <a:pt x="456" y="351"/>
                  </a:lnTo>
                  <a:lnTo>
                    <a:pt x="459" y="353"/>
                  </a:lnTo>
                  <a:lnTo>
                    <a:pt x="461" y="354"/>
                  </a:lnTo>
                  <a:lnTo>
                    <a:pt x="465" y="354"/>
                  </a:lnTo>
                  <a:lnTo>
                    <a:pt x="467" y="355"/>
                  </a:lnTo>
                  <a:lnTo>
                    <a:pt x="471" y="355"/>
                  </a:lnTo>
                  <a:lnTo>
                    <a:pt x="473" y="354"/>
                  </a:lnTo>
                  <a:lnTo>
                    <a:pt x="474" y="350"/>
                  </a:lnTo>
                  <a:lnTo>
                    <a:pt x="478" y="343"/>
                  </a:lnTo>
                  <a:lnTo>
                    <a:pt x="479" y="343"/>
                  </a:lnTo>
                  <a:lnTo>
                    <a:pt x="479" y="343"/>
                  </a:lnTo>
                  <a:lnTo>
                    <a:pt x="480" y="344"/>
                  </a:lnTo>
                  <a:lnTo>
                    <a:pt x="480" y="346"/>
                  </a:lnTo>
                  <a:lnTo>
                    <a:pt x="481" y="346"/>
                  </a:lnTo>
                  <a:lnTo>
                    <a:pt x="482" y="343"/>
                  </a:lnTo>
                  <a:lnTo>
                    <a:pt x="484" y="340"/>
                  </a:lnTo>
                  <a:lnTo>
                    <a:pt x="486" y="335"/>
                  </a:lnTo>
                  <a:lnTo>
                    <a:pt x="486" y="333"/>
                  </a:lnTo>
                  <a:lnTo>
                    <a:pt x="486" y="331"/>
                  </a:lnTo>
                  <a:lnTo>
                    <a:pt x="487" y="329"/>
                  </a:lnTo>
                  <a:lnTo>
                    <a:pt x="489" y="327"/>
                  </a:lnTo>
                  <a:lnTo>
                    <a:pt x="488" y="326"/>
                  </a:lnTo>
                  <a:lnTo>
                    <a:pt x="487" y="326"/>
                  </a:lnTo>
                  <a:lnTo>
                    <a:pt x="486" y="326"/>
                  </a:lnTo>
                  <a:lnTo>
                    <a:pt x="485" y="326"/>
                  </a:lnTo>
                  <a:lnTo>
                    <a:pt x="491" y="324"/>
                  </a:lnTo>
                  <a:lnTo>
                    <a:pt x="491" y="322"/>
                  </a:lnTo>
                  <a:lnTo>
                    <a:pt x="492" y="322"/>
                  </a:lnTo>
                  <a:lnTo>
                    <a:pt x="493" y="319"/>
                  </a:lnTo>
                  <a:lnTo>
                    <a:pt x="493" y="319"/>
                  </a:lnTo>
                  <a:lnTo>
                    <a:pt x="494" y="318"/>
                  </a:lnTo>
                  <a:lnTo>
                    <a:pt x="494" y="318"/>
                  </a:lnTo>
                  <a:lnTo>
                    <a:pt x="499" y="317"/>
                  </a:lnTo>
                  <a:lnTo>
                    <a:pt x="500" y="317"/>
                  </a:lnTo>
                  <a:lnTo>
                    <a:pt x="501" y="315"/>
                  </a:lnTo>
                  <a:lnTo>
                    <a:pt x="502" y="315"/>
                  </a:lnTo>
                  <a:lnTo>
                    <a:pt x="504" y="314"/>
                  </a:lnTo>
                  <a:lnTo>
                    <a:pt x="506" y="313"/>
                  </a:lnTo>
                  <a:lnTo>
                    <a:pt x="507" y="311"/>
                  </a:lnTo>
                  <a:lnTo>
                    <a:pt x="508" y="310"/>
                  </a:lnTo>
                  <a:lnTo>
                    <a:pt x="511" y="308"/>
                  </a:lnTo>
                  <a:lnTo>
                    <a:pt x="513" y="307"/>
                  </a:lnTo>
                  <a:lnTo>
                    <a:pt x="514" y="307"/>
                  </a:lnTo>
                  <a:lnTo>
                    <a:pt x="522" y="311"/>
                  </a:lnTo>
                  <a:lnTo>
                    <a:pt x="524" y="312"/>
                  </a:lnTo>
                  <a:lnTo>
                    <a:pt x="528" y="313"/>
                  </a:lnTo>
                  <a:lnTo>
                    <a:pt x="531" y="318"/>
                  </a:lnTo>
                  <a:lnTo>
                    <a:pt x="532" y="320"/>
                  </a:lnTo>
                  <a:lnTo>
                    <a:pt x="532" y="321"/>
                  </a:lnTo>
                  <a:lnTo>
                    <a:pt x="534" y="322"/>
                  </a:lnTo>
                  <a:lnTo>
                    <a:pt x="537" y="327"/>
                  </a:lnTo>
                  <a:lnTo>
                    <a:pt x="544" y="351"/>
                  </a:lnTo>
                  <a:lnTo>
                    <a:pt x="547" y="357"/>
                  </a:lnTo>
                  <a:lnTo>
                    <a:pt x="551" y="372"/>
                  </a:lnTo>
                  <a:lnTo>
                    <a:pt x="557" y="387"/>
                  </a:lnTo>
                  <a:lnTo>
                    <a:pt x="558" y="387"/>
                  </a:lnTo>
                  <a:lnTo>
                    <a:pt x="558" y="389"/>
                  </a:lnTo>
                  <a:lnTo>
                    <a:pt x="560" y="392"/>
                  </a:lnTo>
                  <a:lnTo>
                    <a:pt x="561" y="393"/>
                  </a:lnTo>
                  <a:lnTo>
                    <a:pt x="563" y="393"/>
                  </a:lnTo>
                  <a:lnTo>
                    <a:pt x="563" y="397"/>
                  </a:lnTo>
                  <a:lnTo>
                    <a:pt x="563" y="399"/>
                  </a:lnTo>
                  <a:lnTo>
                    <a:pt x="561" y="403"/>
                  </a:lnTo>
                  <a:lnTo>
                    <a:pt x="560" y="406"/>
                  </a:lnTo>
                  <a:lnTo>
                    <a:pt x="560" y="407"/>
                  </a:lnTo>
                  <a:lnTo>
                    <a:pt x="560" y="411"/>
                  </a:lnTo>
                  <a:lnTo>
                    <a:pt x="560" y="412"/>
                  </a:lnTo>
                  <a:lnTo>
                    <a:pt x="561" y="413"/>
                  </a:lnTo>
                  <a:lnTo>
                    <a:pt x="561" y="414"/>
                  </a:lnTo>
                  <a:lnTo>
                    <a:pt x="561" y="415"/>
                  </a:lnTo>
                  <a:lnTo>
                    <a:pt x="561" y="417"/>
                  </a:lnTo>
                  <a:lnTo>
                    <a:pt x="561" y="420"/>
                  </a:lnTo>
                  <a:lnTo>
                    <a:pt x="560" y="427"/>
                  </a:lnTo>
                  <a:lnTo>
                    <a:pt x="560" y="429"/>
                  </a:lnTo>
                  <a:lnTo>
                    <a:pt x="559" y="432"/>
                  </a:lnTo>
                  <a:lnTo>
                    <a:pt x="558" y="434"/>
                  </a:lnTo>
                  <a:lnTo>
                    <a:pt x="556" y="435"/>
                  </a:lnTo>
                  <a:lnTo>
                    <a:pt x="553" y="436"/>
                  </a:lnTo>
                  <a:lnTo>
                    <a:pt x="553" y="435"/>
                  </a:lnTo>
                  <a:lnTo>
                    <a:pt x="553" y="435"/>
                  </a:lnTo>
                  <a:lnTo>
                    <a:pt x="556" y="434"/>
                  </a:lnTo>
                  <a:lnTo>
                    <a:pt x="554" y="434"/>
                  </a:lnTo>
                  <a:lnTo>
                    <a:pt x="553" y="433"/>
                  </a:lnTo>
                  <a:lnTo>
                    <a:pt x="553" y="430"/>
                  </a:lnTo>
                  <a:lnTo>
                    <a:pt x="553" y="430"/>
                  </a:lnTo>
                  <a:lnTo>
                    <a:pt x="552" y="429"/>
                  </a:lnTo>
                  <a:lnTo>
                    <a:pt x="552" y="429"/>
                  </a:lnTo>
                  <a:lnTo>
                    <a:pt x="552" y="427"/>
                  </a:lnTo>
                  <a:lnTo>
                    <a:pt x="552" y="426"/>
                  </a:lnTo>
                  <a:lnTo>
                    <a:pt x="552" y="425"/>
                  </a:lnTo>
                  <a:lnTo>
                    <a:pt x="551" y="426"/>
                  </a:lnTo>
                  <a:lnTo>
                    <a:pt x="547" y="425"/>
                  </a:lnTo>
                  <a:lnTo>
                    <a:pt x="547" y="425"/>
                  </a:lnTo>
                  <a:lnTo>
                    <a:pt x="545" y="426"/>
                  </a:lnTo>
                  <a:lnTo>
                    <a:pt x="545" y="427"/>
                  </a:lnTo>
                  <a:lnTo>
                    <a:pt x="544" y="428"/>
                  </a:lnTo>
                  <a:lnTo>
                    <a:pt x="542" y="428"/>
                  </a:lnTo>
                  <a:lnTo>
                    <a:pt x="540" y="429"/>
                  </a:lnTo>
                  <a:lnTo>
                    <a:pt x="540" y="432"/>
                  </a:lnTo>
                  <a:lnTo>
                    <a:pt x="542" y="433"/>
                  </a:lnTo>
                  <a:lnTo>
                    <a:pt x="544" y="434"/>
                  </a:lnTo>
                  <a:lnTo>
                    <a:pt x="544" y="435"/>
                  </a:lnTo>
                  <a:lnTo>
                    <a:pt x="544" y="435"/>
                  </a:lnTo>
                  <a:lnTo>
                    <a:pt x="543" y="435"/>
                  </a:lnTo>
                  <a:lnTo>
                    <a:pt x="542" y="436"/>
                  </a:lnTo>
                  <a:lnTo>
                    <a:pt x="539" y="437"/>
                  </a:lnTo>
                  <a:lnTo>
                    <a:pt x="538" y="439"/>
                  </a:lnTo>
                  <a:lnTo>
                    <a:pt x="538" y="440"/>
                  </a:lnTo>
                  <a:lnTo>
                    <a:pt x="538" y="442"/>
                  </a:lnTo>
                  <a:lnTo>
                    <a:pt x="538" y="444"/>
                  </a:lnTo>
                  <a:lnTo>
                    <a:pt x="538" y="444"/>
                  </a:lnTo>
                  <a:lnTo>
                    <a:pt x="539" y="446"/>
                  </a:lnTo>
                  <a:lnTo>
                    <a:pt x="539" y="447"/>
                  </a:lnTo>
                  <a:lnTo>
                    <a:pt x="539" y="448"/>
                  </a:lnTo>
                  <a:lnTo>
                    <a:pt x="539" y="449"/>
                  </a:lnTo>
                  <a:lnTo>
                    <a:pt x="539" y="450"/>
                  </a:lnTo>
                  <a:lnTo>
                    <a:pt x="539" y="453"/>
                  </a:lnTo>
                  <a:lnTo>
                    <a:pt x="538" y="454"/>
                  </a:lnTo>
                  <a:lnTo>
                    <a:pt x="537" y="455"/>
                  </a:lnTo>
                  <a:lnTo>
                    <a:pt x="536" y="456"/>
                  </a:lnTo>
                  <a:lnTo>
                    <a:pt x="536" y="456"/>
                  </a:lnTo>
                  <a:lnTo>
                    <a:pt x="534" y="457"/>
                  </a:lnTo>
                  <a:lnTo>
                    <a:pt x="529" y="460"/>
                  </a:lnTo>
                  <a:lnTo>
                    <a:pt x="529" y="461"/>
                  </a:lnTo>
                  <a:lnTo>
                    <a:pt x="528" y="462"/>
                  </a:lnTo>
                  <a:lnTo>
                    <a:pt x="525" y="467"/>
                  </a:lnTo>
                  <a:lnTo>
                    <a:pt x="524" y="470"/>
                  </a:lnTo>
                  <a:lnTo>
                    <a:pt x="523" y="479"/>
                  </a:lnTo>
                  <a:lnTo>
                    <a:pt x="523" y="480"/>
                  </a:lnTo>
                  <a:lnTo>
                    <a:pt x="523" y="482"/>
                  </a:lnTo>
                  <a:lnTo>
                    <a:pt x="523" y="482"/>
                  </a:lnTo>
                  <a:lnTo>
                    <a:pt x="523" y="483"/>
                  </a:lnTo>
                  <a:lnTo>
                    <a:pt x="523" y="484"/>
                  </a:lnTo>
                  <a:lnTo>
                    <a:pt x="523" y="485"/>
                  </a:lnTo>
                  <a:lnTo>
                    <a:pt x="523" y="485"/>
                  </a:lnTo>
                  <a:lnTo>
                    <a:pt x="523" y="486"/>
                  </a:lnTo>
                  <a:lnTo>
                    <a:pt x="524" y="486"/>
                  </a:lnTo>
                  <a:lnTo>
                    <a:pt x="524" y="487"/>
                  </a:lnTo>
                  <a:lnTo>
                    <a:pt x="524" y="489"/>
                  </a:lnTo>
                  <a:lnTo>
                    <a:pt x="524" y="489"/>
                  </a:lnTo>
                  <a:lnTo>
                    <a:pt x="524" y="489"/>
                  </a:lnTo>
                  <a:lnTo>
                    <a:pt x="523" y="487"/>
                  </a:lnTo>
                  <a:lnTo>
                    <a:pt x="523" y="487"/>
                  </a:lnTo>
                  <a:lnTo>
                    <a:pt x="522" y="491"/>
                  </a:lnTo>
                  <a:lnTo>
                    <a:pt x="521" y="492"/>
                  </a:lnTo>
                  <a:lnTo>
                    <a:pt x="520" y="493"/>
                  </a:lnTo>
                  <a:lnTo>
                    <a:pt x="520" y="493"/>
                  </a:lnTo>
                  <a:lnTo>
                    <a:pt x="521" y="494"/>
                  </a:lnTo>
                  <a:lnTo>
                    <a:pt x="521" y="496"/>
                  </a:lnTo>
                  <a:lnTo>
                    <a:pt x="521" y="497"/>
                  </a:lnTo>
                  <a:lnTo>
                    <a:pt x="518" y="497"/>
                  </a:lnTo>
                  <a:lnTo>
                    <a:pt x="517" y="497"/>
                  </a:lnTo>
                  <a:lnTo>
                    <a:pt x="516" y="499"/>
                  </a:lnTo>
                  <a:lnTo>
                    <a:pt x="516" y="501"/>
                  </a:lnTo>
                  <a:lnTo>
                    <a:pt x="515" y="501"/>
                  </a:lnTo>
                  <a:lnTo>
                    <a:pt x="514" y="503"/>
                  </a:lnTo>
                  <a:lnTo>
                    <a:pt x="511" y="507"/>
                  </a:lnTo>
                  <a:lnTo>
                    <a:pt x="511" y="510"/>
                  </a:lnTo>
                  <a:lnTo>
                    <a:pt x="511" y="511"/>
                  </a:lnTo>
                  <a:lnTo>
                    <a:pt x="511" y="513"/>
                  </a:lnTo>
                  <a:lnTo>
                    <a:pt x="510" y="513"/>
                  </a:lnTo>
                  <a:lnTo>
                    <a:pt x="510" y="513"/>
                  </a:lnTo>
                  <a:lnTo>
                    <a:pt x="509" y="513"/>
                  </a:lnTo>
                  <a:lnTo>
                    <a:pt x="509" y="514"/>
                  </a:lnTo>
                  <a:lnTo>
                    <a:pt x="509" y="515"/>
                  </a:lnTo>
                  <a:lnTo>
                    <a:pt x="509" y="517"/>
                  </a:lnTo>
                  <a:lnTo>
                    <a:pt x="503" y="518"/>
                  </a:lnTo>
                  <a:lnTo>
                    <a:pt x="497" y="518"/>
                  </a:lnTo>
                  <a:lnTo>
                    <a:pt x="492" y="519"/>
                  </a:lnTo>
                  <a:lnTo>
                    <a:pt x="487" y="520"/>
                  </a:lnTo>
                  <a:lnTo>
                    <a:pt x="481" y="521"/>
                  </a:lnTo>
                  <a:lnTo>
                    <a:pt x="475" y="522"/>
                  </a:lnTo>
                  <a:lnTo>
                    <a:pt x="470" y="523"/>
                  </a:lnTo>
                  <a:lnTo>
                    <a:pt x="464" y="525"/>
                  </a:lnTo>
                  <a:lnTo>
                    <a:pt x="459" y="526"/>
                  </a:lnTo>
                  <a:lnTo>
                    <a:pt x="453" y="527"/>
                  </a:lnTo>
                  <a:lnTo>
                    <a:pt x="448" y="527"/>
                  </a:lnTo>
                  <a:lnTo>
                    <a:pt x="442" y="528"/>
                  </a:lnTo>
                  <a:lnTo>
                    <a:pt x="436" y="529"/>
                  </a:lnTo>
                  <a:lnTo>
                    <a:pt x="430" y="530"/>
                  </a:lnTo>
                  <a:lnTo>
                    <a:pt x="425" y="532"/>
                  </a:lnTo>
                  <a:lnTo>
                    <a:pt x="420" y="533"/>
                  </a:lnTo>
                  <a:lnTo>
                    <a:pt x="418" y="527"/>
                  </a:lnTo>
                  <a:lnTo>
                    <a:pt x="414" y="528"/>
                  </a:lnTo>
                  <a:lnTo>
                    <a:pt x="408" y="529"/>
                  </a:lnTo>
                  <a:lnTo>
                    <a:pt x="403" y="529"/>
                  </a:lnTo>
                  <a:lnTo>
                    <a:pt x="398" y="530"/>
                  </a:lnTo>
                  <a:lnTo>
                    <a:pt x="392" y="530"/>
                  </a:lnTo>
                  <a:lnTo>
                    <a:pt x="387" y="532"/>
                  </a:lnTo>
                  <a:lnTo>
                    <a:pt x="381" y="533"/>
                  </a:lnTo>
                  <a:lnTo>
                    <a:pt x="377" y="533"/>
                  </a:lnTo>
                  <a:lnTo>
                    <a:pt x="371" y="534"/>
                  </a:lnTo>
                  <a:lnTo>
                    <a:pt x="366" y="534"/>
                  </a:lnTo>
                  <a:lnTo>
                    <a:pt x="360" y="535"/>
                  </a:lnTo>
                  <a:lnTo>
                    <a:pt x="356" y="536"/>
                  </a:lnTo>
                  <a:lnTo>
                    <a:pt x="350" y="536"/>
                  </a:lnTo>
                  <a:lnTo>
                    <a:pt x="339" y="537"/>
                  </a:lnTo>
                  <a:lnTo>
                    <a:pt x="335" y="539"/>
                  </a:lnTo>
                  <a:lnTo>
                    <a:pt x="329" y="539"/>
                  </a:lnTo>
                  <a:lnTo>
                    <a:pt x="324" y="540"/>
                  </a:lnTo>
                  <a:lnTo>
                    <a:pt x="319" y="541"/>
                  </a:lnTo>
                  <a:lnTo>
                    <a:pt x="308" y="542"/>
                  </a:lnTo>
                  <a:lnTo>
                    <a:pt x="302" y="542"/>
                  </a:lnTo>
                  <a:lnTo>
                    <a:pt x="298" y="543"/>
                  </a:lnTo>
                  <a:lnTo>
                    <a:pt x="292" y="543"/>
                  </a:lnTo>
                  <a:lnTo>
                    <a:pt x="287" y="544"/>
                  </a:lnTo>
                  <a:lnTo>
                    <a:pt x="281" y="544"/>
                  </a:lnTo>
                  <a:lnTo>
                    <a:pt x="280" y="546"/>
                  </a:lnTo>
                  <a:lnTo>
                    <a:pt x="283" y="543"/>
                  </a:lnTo>
                  <a:lnTo>
                    <a:pt x="283" y="542"/>
                  </a:lnTo>
                  <a:lnTo>
                    <a:pt x="284" y="541"/>
                  </a:lnTo>
                  <a:lnTo>
                    <a:pt x="287" y="539"/>
                  </a:lnTo>
                  <a:lnTo>
                    <a:pt x="291" y="533"/>
                  </a:lnTo>
                  <a:lnTo>
                    <a:pt x="294" y="527"/>
                  </a:lnTo>
                  <a:lnTo>
                    <a:pt x="300" y="510"/>
                  </a:lnTo>
                  <a:lnTo>
                    <a:pt x="306" y="498"/>
                  </a:lnTo>
                  <a:lnTo>
                    <a:pt x="309" y="485"/>
                  </a:lnTo>
                  <a:lnTo>
                    <a:pt x="310" y="478"/>
                  </a:lnTo>
                  <a:lnTo>
                    <a:pt x="312" y="457"/>
                  </a:lnTo>
                  <a:lnTo>
                    <a:pt x="309" y="434"/>
                  </a:lnTo>
                  <a:lnTo>
                    <a:pt x="308" y="433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8" y="432"/>
                  </a:lnTo>
                  <a:lnTo>
                    <a:pt x="307" y="430"/>
                  </a:lnTo>
                  <a:lnTo>
                    <a:pt x="306" y="428"/>
                  </a:lnTo>
                  <a:lnTo>
                    <a:pt x="305" y="426"/>
                  </a:lnTo>
                  <a:lnTo>
                    <a:pt x="303" y="422"/>
                  </a:lnTo>
                  <a:lnTo>
                    <a:pt x="299" y="414"/>
                  </a:lnTo>
                  <a:lnTo>
                    <a:pt x="299" y="413"/>
                  </a:lnTo>
                  <a:lnTo>
                    <a:pt x="300" y="412"/>
                  </a:lnTo>
                  <a:lnTo>
                    <a:pt x="301" y="412"/>
                  </a:lnTo>
                  <a:lnTo>
                    <a:pt x="302" y="411"/>
                  </a:lnTo>
                  <a:lnTo>
                    <a:pt x="303" y="410"/>
                  </a:lnTo>
                  <a:lnTo>
                    <a:pt x="303" y="408"/>
                  </a:lnTo>
                  <a:lnTo>
                    <a:pt x="299" y="410"/>
                  </a:lnTo>
                  <a:lnTo>
                    <a:pt x="298" y="411"/>
                  </a:lnTo>
                  <a:lnTo>
                    <a:pt x="297" y="410"/>
                  </a:lnTo>
                  <a:lnTo>
                    <a:pt x="284" y="386"/>
                  </a:lnTo>
                  <a:lnTo>
                    <a:pt x="283" y="384"/>
                  </a:lnTo>
                  <a:lnTo>
                    <a:pt x="281" y="382"/>
                  </a:lnTo>
                  <a:lnTo>
                    <a:pt x="280" y="379"/>
                  </a:lnTo>
                  <a:lnTo>
                    <a:pt x="280" y="376"/>
                  </a:lnTo>
                  <a:lnTo>
                    <a:pt x="281" y="374"/>
                  </a:lnTo>
                  <a:lnTo>
                    <a:pt x="284" y="368"/>
                  </a:lnTo>
                  <a:lnTo>
                    <a:pt x="285" y="364"/>
                  </a:lnTo>
                  <a:lnTo>
                    <a:pt x="285" y="362"/>
                  </a:lnTo>
                  <a:lnTo>
                    <a:pt x="284" y="354"/>
                  </a:lnTo>
                  <a:lnTo>
                    <a:pt x="283" y="353"/>
                  </a:lnTo>
                  <a:lnTo>
                    <a:pt x="283" y="351"/>
                  </a:lnTo>
                  <a:lnTo>
                    <a:pt x="283" y="350"/>
                  </a:lnTo>
                  <a:lnTo>
                    <a:pt x="283" y="349"/>
                  </a:lnTo>
                  <a:lnTo>
                    <a:pt x="281" y="348"/>
                  </a:lnTo>
                  <a:lnTo>
                    <a:pt x="280" y="347"/>
                  </a:lnTo>
                  <a:lnTo>
                    <a:pt x="278" y="344"/>
                  </a:lnTo>
                  <a:lnTo>
                    <a:pt x="277" y="343"/>
                  </a:lnTo>
                  <a:lnTo>
                    <a:pt x="277" y="340"/>
                  </a:lnTo>
                  <a:lnTo>
                    <a:pt x="279" y="336"/>
                  </a:lnTo>
                  <a:lnTo>
                    <a:pt x="284" y="332"/>
                  </a:lnTo>
                  <a:lnTo>
                    <a:pt x="285" y="328"/>
                  </a:lnTo>
                  <a:lnTo>
                    <a:pt x="287" y="321"/>
                  </a:lnTo>
                  <a:lnTo>
                    <a:pt x="290" y="315"/>
                  </a:lnTo>
                  <a:lnTo>
                    <a:pt x="291" y="312"/>
                  </a:lnTo>
                  <a:lnTo>
                    <a:pt x="291" y="308"/>
                  </a:lnTo>
                  <a:lnTo>
                    <a:pt x="290" y="306"/>
                  </a:lnTo>
                  <a:lnTo>
                    <a:pt x="290" y="305"/>
                  </a:lnTo>
                  <a:lnTo>
                    <a:pt x="290" y="301"/>
                  </a:lnTo>
                  <a:lnTo>
                    <a:pt x="290" y="300"/>
                  </a:lnTo>
                  <a:lnTo>
                    <a:pt x="290" y="299"/>
                  </a:lnTo>
                  <a:lnTo>
                    <a:pt x="291" y="293"/>
                  </a:lnTo>
                  <a:lnTo>
                    <a:pt x="290" y="291"/>
                  </a:lnTo>
                  <a:lnTo>
                    <a:pt x="290" y="290"/>
                  </a:lnTo>
                  <a:lnTo>
                    <a:pt x="288" y="287"/>
                  </a:lnTo>
                  <a:lnTo>
                    <a:pt x="287" y="285"/>
                  </a:lnTo>
                  <a:lnTo>
                    <a:pt x="287" y="283"/>
                  </a:lnTo>
                  <a:lnTo>
                    <a:pt x="290" y="281"/>
                  </a:lnTo>
                  <a:lnTo>
                    <a:pt x="292" y="279"/>
                  </a:lnTo>
                  <a:lnTo>
                    <a:pt x="293" y="279"/>
                  </a:lnTo>
                  <a:lnTo>
                    <a:pt x="293" y="278"/>
                  </a:lnTo>
                  <a:lnTo>
                    <a:pt x="293" y="278"/>
                  </a:lnTo>
                  <a:lnTo>
                    <a:pt x="294" y="279"/>
                  </a:lnTo>
                  <a:lnTo>
                    <a:pt x="295" y="279"/>
                  </a:lnTo>
                  <a:lnTo>
                    <a:pt x="297" y="279"/>
                  </a:lnTo>
                  <a:lnTo>
                    <a:pt x="298" y="278"/>
                  </a:lnTo>
                  <a:lnTo>
                    <a:pt x="298" y="278"/>
                  </a:lnTo>
                  <a:lnTo>
                    <a:pt x="298" y="277"/>
                  </a:lnTo>
                  <a:lnTo>
                    <a:pt x="298" y="276"/>
                  </a:lnTo>
                  <a:lnTo>
                    <a:pt x="298" y="268"/>
                  </a:lnTo>
                  <a:lnTo>
                    <a:pt x="297" y="264"/>
                  </a:lnTo>
                  <a:lnTo>
                    <a:pt x="297" y="263"/>
                  </a:lnTo>
                  <a:lnTo>
                    <a:pt x="298" y="263"/>
                  </a:lnTo>
                  <a:lnTo>
                    <a:pt x="300" y="263"/>
                  </a:lnTo>
                  <a:lnTo>
                    <a:pt x="300" y="263"/>
                  </a:lnTo>
                  <a:lnTo>
                    <a:pt x="301" y="263"/>
                  </a:lnTo>
                  <a:lnTo>
                    <a:pt x="301" y="263"/>
                  </a:lnTo>
                  <a:lnTo>
                    <a:pt x="302" y="263"/>
                  </a:lnTo>
                  <a:lnTo>
                    <a:pt x="302" y="262"/>
                  </a:lnTo>
                  <a:lnTo>
                    <a:pt x="305" y="258"/>
                  </a:lnTo>
                  <a:lnTo>
                    <a:pt x="305" y="258"/>
                  </a:lnTo>
                  <a:lnTo>
                    <a:pt x="305" y="257"/>
                  </a:lnTo>
                  <a:lnTo>
                    <a:pt x="305" y="257"/>
                  </a:lnTo>
                  <a:lnTo>
                    <a:pt x="306" y="256"/>
                  </a:lnTo>
                  <a:lnTo>
                    <a:pt x="306" y="256"/>
                  </a:lnTo>
                  <a:lnTo>
                    <a:pt x="307" y="257"/>
                  </a:lnTo>
                  <a:lnTo>
                    <a:pt x="307" y="257"/>
                  </a:lnTo>
                  <a:lnTo>
                    <a:pt x="308" y="257"/>
                  </a:lnTo>
                  <a:lnTo>
                    <a:pt x="310" y="258"/>
                  </a:lnTo>
                  <a:lnTo>
                    <a:pt x="312" y="258"/>
                  </a:lnTo>
                  <a:lnTo>
                    <a:pt x="313" y="258"/>
                  </a:lnTo>
                  <a:lnTo>
                    <a:pt x="313" y="257"/>
                  </a:lnTo>
                  <a:lnTo>
                    <a:pt x="316" y="250"/>
                  </a:lnTo>
                  <a:lnTo>
                    <a:pt x="316" y="248"/>
                  </a:lnTo>
                  <a:lnTo>
                    <a:pt x="316" y="248"/>
                  </a:lnTo>
                  <a:lnTo>
                    <a:pt x="319" y="244"/>
                  </a:lnTo>
                  <a:lnTo>
                    <a:pt x="320" y="243"/>
                  </a:lnTo>
                  <a:lnTo>
                    <a:pt x="322" y="236"/>
                  </a:lnTo>
                  <a:lnTo>
                    <a:pt x="323" y="236"/>
                  </a:lnTo>
                  <a:lnTo>
                    <a:pt x="324" y="235"/>
                  </a:lnTo>
                  <a:lnTo>
                    <a:pt x="324" y="235"/>
                  </a:lnTo>
                  <a:lnTo>
                    <a:pt x="326" y="235"/>
                  </a:lnTo>
                  <a:lnTo>
                    <a:pt x="327" y="233"/>
                  </a:lnTo>
                  <a:lnTo>
                    <a:pt x="329" y="234"/>
                  </a:lnTo>
                  <a:lnTo>
                    <a:pt x="329" y="235"/>
                  </a:lnTo>
                  <a:lnTo>
                    <a:pt x="328" y="236"/>
                  </a:lnTo>
                  <a:lnTo>
                    <a:pt x="328" y="238"/>
                  </a:lnTo>
                  <a:lnTo>
                    <a:pt x="328" y="239"/>
                  </a:lnTo>
                  <a:lnTo>
                    <a:pt x="327" y="239"/>
                  </a:lnTo>
                  <a:lnTo>
                    <a:pt x="326" y="240"/>
                  </a:lnTo>
                  <a:lnTo>
                    <a:pt x="326" y="242"/>
                  </a:lnTo>
                  <a:lnTo>
                    <a:pt x="327" y="246"/>
                  </a:lnTo>
                  <a:lnTo>
                    <a:pt x="328" y="247"/>
                  </a:lnTo>
                  <a:lnTo>
                    <a:pt x="328" y="248"/>
                  </a:lnTo>
                  <a:lnTo>
                    <a:pt x="327" y="249"/>
                  </a:lnTo>
                  <a:lnTo>
                    <a:pt x="326" y="250"/>
                  </a:lnTo>
                  <a:lnTo>
                    <a:pt x="324" y="253"/>
                  </a:lnTo>
                  <a:lnTo>
                    <a:pt x="324" y="254"/>
                  </a:lnTo>
                  <a:lnTo>
                    <a:pt x="326" y="254"/>
                  </a:lnTo>
                  <a:lnTo>
                    <a:pt x="327" y="254"/>
                  </a:lnTo>
                  <a:lnTo>
                    <a:pt x="327" y="255"/>
                  </a:lnTo>
                  <a:lnTo>
                    <a:pt x="328" y="256"/>
                  </a:lnTo>
                  <a:lnTo>
                    <a:pt x="328" y="257"/>
                  </a:lnTo>
                  <a:lnTo>
                    <a:pt x="326" y="263"/>
                  </a:lnTo>
                  <a:lnTo>
                    <a:pt x="326" y="265"/>
                  </a:lnTo>
                  <a:lnTo>
                    <a:pt x="326" y="268"/>
                  </a:lnTo>
                  <a:lnTo>
                    <a:pt x="327" y="270"/>
                  </a:lnTo>
                  <a:lnTo>
                    <a:pt x="328" y="270"/>
                  </a:lnTo>
                  <a:lnTo>
                    <a:pt x="329" y="271"/>
                  </a:lnTo>
                  <a:lnTo>
                    <a:pt x="329" y="270"/>
                  </a:lnTo>
                  <a:lnTo>
                    <a:pt x="329" y="269"/>
                  </a:lnTo>
                  <a:lnTo>
                    <a:pt x="330" y="268"/>
                  </a:lnTo>
                  <a:lnTo>
                    <a:pt x="330" y="265"/>
                  </a:lnTo>
                  <a:lnTo>
                    <a:pt x="330" y="263"/>
                  </a:lnTo>
                  <a:lnTo>
                    <a:pt x="330" y="263"/>
                  </a:lnTo>
                  <a:lnTo>
                    <a:pt x="331" y="262"/>
                  </a:lnTo>
                  <a:lnTo>
                    <a:pt x="333" y="261"/>
                  </a:lnTo>
                  <a:lnTo>
                    <a:pt x="331" y="260"/>
                  </a:lnTo>
                  <a:lnTo>
                    <a:pt x="330" y="260"/>
                  </a:lnTo>
                  <a:lnTo>
                    <a:pt x="331" y="258"/>
                  </a:lnTo>
                  <a:lnTo>
                    <a:pt x="331" y="257"/>
                  </a:lnTo>
                  <a:lnTo>
                    <a:pt x="333" y="256"/>
                  </a:lnTo>
                  <a:lnTo>
                    <a:pt x="333" y="254"/>
                  </a:lnTo>
                  <a:lnTo>
                    <a:pt x="333" y="253"/>
                  </a:lnTo>
                  <a:lnTo>
                    <a:pt x="333" y="251"/>
                  </a:lnTo>
                  <a:lnTo>
                    <a:pt x="334" y="251"/>
                  </a:lnTo>
                  <a:lnTo>
                    <a:pt x="334" y="251"/>
                  </a:lnTo>
                  <a:lnTo>
                    <a:pt x="335" y="251"/>
                  </a:lnTo>
                  <a:lnTo>
                    <a:pt x="335" y="253"/>
                  </a:lnTo>
                  <a:lnTo>
                    <a:pt x="335" y="254"/>
                  </a:lnTo>
                  <a:lnTo>
                    <a:pt x="335" y="255"/>
                  </a:lnTo>
                  <a:lnTo>
                    <a:pt x="335" y="256"/>
                  </a:lnTo>
                  <a:lnTo>
                    <a:pt x="335" y="258"/>
                  </a:lnTo>
                  <a:lnTo>
                    <a:pt x="335" y="260"/>
                  </a:lnTo>
                  <a:lnTo>
                    <a:pt x="335" y="262"/>
                  </a:lnTo>
                  <a:lnTo>
                    <a:pt x="334" y="264"/>
                  </a:lnTo>
                  <a:lnTo>
                    <a:pt x="333" y="265"/>
                  </a:lnTo>
                  <a:lnTo>
                    <a:pt x="333" y="267"/>
                  </a:lnTo>
                  <a:lnTo>
                    <a:pt x="333" y="268"/>
                  </a:lnTo>
                  <a:lnTo>
                    <a:pt x="333" y="269"/>
                  </a:lnTo>
                  <a:lnTo>
                    <a:pt x="331" y="270"/>
                  </a:lnTo>
                  <a:lnTo>
                    <a:pt x="331" y="271"/>
                  </a:lnTo>
                  <a:lnTo>
                    <a:pt x="333" y="272"/>
                  </a:lnTo>
                  <a:lnTo>
                    <a:pt x="333" y="272"/>
                  </a:lnTo>
                  <a:lnTo>
                    <a:pt x="334" y="272"/>
                  </a:lnTo>
                  <a:lnTo>
                    <a:pt x="334" y="271"/>
                  </a:lnTo>
                  <a:lnTo>
                    <a:pt x="337" y="263"/>
                  </a:lnTo>
                  <a:lnTo>
                    <a:pt x="339" y="257"/>
                  </a:lnTo>
                  <a:lnTo>
                    <a:pt x="341" y="250"/>
                  </a:lnTo>
                  <a:lnTo>
                    <a:pt x="341" y="242"/>
                  </a:lnTo>
                  <a:lnTo>
                    <a:pt x="337" y="231"/>
                  </a:lnTo>
                  <a:lnTo>
                    <a:pt x="338" y="228"/>
                  </a:lnTo>
                  <a:lnTo>
                    <a:pt x="339" y="225"/>
                  </a:lnTo>
                  <a:lnTo>
                    <a:pt x="341" y="222"/>
                  </a:lnTo>
                  <a:lnTo>
                    <a:pt x="351" y="217"/>
                  </a:lnTo>
                  <a:lnTo>
                    <a:pt x="353" y="215"/>
                  </a:lnTo>
                  <a:lnTo>
                    <a:pt x="359" y="215"/>
                  </a:lnTo>
                  <a:lnTo>
                    <a:pt x="363" y="214"/>
                  </a:lnTo>
                  <a:lnTo>
                    <a:pt x="366" y="212"/>
                  </a:lnTo>
                  <a:lnTo>
                    <a:pt x="367" y="210"/>
                  </a:lnTo>
                  <a:lnTo>
                    <a:pt x="366" y="210"/>
                  </a:lnTo>
                  <a:lnTo>
                    <a:pt x="360" y="210"/>
                  </a:lnTo>
                  <a:lnTo>
                    <a:pt x="359" y="208"/>
                  </a:lnTo>
                  <a:lnTo>
                    <a:pt x="357" y="207"/>
                  </a:lnTo>
                  <a:lnTo>
                    <a:pt x="355" y="205"/>
                  </a:lnTo>
                  <a:lnTo>
                    <a:pt x="353" y="203"/>
                  </a:lnTo>
                  <a:lnTo>
                    <a:pt x="352" y="199"/>
                  </a:lnTo>
                  <a:lnTo>
                    <a:pt x="352" y="197"/>
                  </a:lnTo>
                  <a:lnTo>
                    <a:pt x="353" y="193"/>
                  </a:lnTo>
                  <a:lnTo>
                    <a:pt x="356" y="191"/>
                  </a:lnTo>
                  <a:lnTo>
                    <a:pt x="359" y="189"/>
                  </a:lnTo>
                  <a:lnTo>
                    <a:pt x="360" y="184"/>
                  </a:lnTo>
                  <a:lnTo>
                    <a:pt x="362" y="184"/>
                  </a:lnTo>
                  <a:lnTo>
                    <a:pt x="362" y="183"/>
                  </a:lnTo>
                  <a:lnTo>
                    <a:pt x="359" y="182"/>
                  </a:lnTo>
                  <a:lnTo>
                    <a:pt x="358" y="181"/>
                  </a:lnTo>
                  <a:lnTo>
                    <a:pt x="358" y="181"/>
                  </a:lnTo>
                  <a:lnTo>
                    <a:pt x="360" y="181"/>
                  </a:lnTo>
                  <a:lnTo>
                    <a:pt x="369" y="179"/>
                  </a:lnTo>
                  <a:lnTo>
                    <a:pt x="370" y="179"/>
                  </a:lnTo>
                  <a:lnTo>
                    <a:pt x="371" y="178"/>
                  </a:lnTo>
                  <a:lnTo>
                    <a:pt x="371" y="177"/>
                  </a:lnTo>
                  <a:lnTo>
                    <a:pt x="372" y="176"/>
                  </a:lnTo>
                  <a:lnTo>
                    <a:pt x="373" y="176"/>
                  </a:lnTo>
                  <a:close/>
                  <a:moveTo>
                    <a:pt x="394" y="171"/>
                  </a:moveTo>
                  <a:lnTo>
                    <a:pt x="395" y="171"/>
                  </a:lnTo>
                  <a:lnTo>
                    <a:pt x="395" y="172"/>
                  </a:lnTo>
                  <a:lnTo>
                    <a:pt x="396" y="174"/>
                  </a:lnTo>
                  <a:lnTo>
                    <a:pt x="399" y="174"/>
                  </a:lnTo>
                  <a:lnTo>
                    <a:pt x="399" y="175"/>
                  </a:lnTo>
                  <a:lnTo>
                    <a:pt x="398" y="177"/>
                  </a:lnTo>
                  <a:lnTo>
                    <a:pt x="396" y="178"/>
                  </a:lnTo>
                  <a:lnTo>
                    <a:pt x="395" y="178"/>
                  </a:lnTo>
                  <a:lnTo>
                    <a:pt x="394" y="179"/>
                  </a:lnTo>
                  <a:lnTo>
                    <a:pt x="393" y="179"/>
                  </a:lnTo>
                  <a:lnTo>
                    <a:pt x="392" y="179"/>
                  </a:lnTo>
                  <a:lnTo>
                    <a:pt x="391" y="178"/>
                  </a:lnTo>
                  <a:lnTo>
                    <a:pt x="388" y="176"/>
                  </a:lnTo>
                  <a:lnTo>
                    <a:pt x="385" y="175"/>
                  </a:lnTo>
                  <a:lnTo>
                    <a:pt x="384" y="174"/>
                  </a:lnTo>
                  <a:lnTo>
                    <a:pt x="385" y="172"/>
                  </a:lnTo>
                  <a:lnTo>
                    <a:pt x="387" y="172"/>
                  </a:lnTo>
                  <a:lnTo>
                    <a:pt x="392" y="172"/>
                  </a:lnTo>
                  <a:lnTo>
                    <a:pt x="393" y="174"/>
                  </a:lnTo>
                  <a:lnTo>
                    <a:pt x="394" y="174"/>
                  </a:lnTo>
                  <a:lnTo>
                    <a:pt x="394" y="172"/>
                  </a:lnTo>
                  <a:lnTo>
                    <a:pt x="394" y="171"/>
                  </a:lnTo>
                  <a:lnTo>
                    <a:pt x="394" y="171"/>
                  </a:lnTo>
                  <a:close/>
                  <a:moveTo>
                    <a:pt x="393" y="155"/>
                  </a:moveTo>
                  <a:lnTo>
                    <a:pt x="394" y="156"/>
                  </a:lnTo>
                  <a:lnTo>
                    <a:pt x="395" y="156"/>
                  </a:lnTo>
                  <a:lnTo>
                    <a:pt x="394" y="157"/>
                  </a:lnTo>
                  <a:lnTo>
                    <a:pt x="395" y="157"/>
                  </a:lnTo>
                  <a:lnTo>
                    <a:pt x="396" y="157"/>
                  </a:lnTo>
                  <a:lnTo>
                    <a:pt x="396" y="158"/>
                  </a:lnTo>
                  <a:lnTo>
                    <a:pt x="398" y="158"/>
                  </a:lnTo>
                  <a:lnTo>
                    <a:pt x="395" y="160"/>
                  </a:lnTo>
                  <a:lnTo>
                    <a:pt x="394" y="158"/>
                  </a:lnTo>
                  <a:lnTo>
                    <a:pt x="392" y="158"/>
                  </a:lnTo>
                  <a:lnTo>
                    <a:pt x="393" y="157"/>
                  </a:lnTo>
                  <a:lnTo>
                    <a:pt x="393" y="157"/>
                  </a:lnTo>
                  <a:lnTo>
                    <a:pt x="392" y="157"/>
                  </a:lnTo>
                  <a:lnTo>
                    <a:pt x="392" y="157"/>
                  </a:lnTo>
                  <a:lnTo>
                    <a:pt x="392" y="157"/>
                  </a:lnTo>
                  <a:lnTo>
                    <a:pt x="392" y="156"/>
                  </a:lnTo>
                  <a:lnTo>
                    <a:pt x="392" y="156"/>
                  </a:lnTo>
                  <a:lnTo>
                    <a:pt x="393" y="155"/>
                  </a:lnTo>
                  <a:close/>
                  <a:moveTo>
                    <a:pt x="442" y="139"/>
                  </a:moveTo>
                  <a:lnTo>
                    <a:pt x="445" y="140"/>
                  </a:lnTo>
                  <a:lnTo>
                    <a:pt x="446" y="141"/>
                  </a:lnTo>
                  <a:lnTo>
                    <a:pt x="446" y="143"/>
                  </a:lnTo>
                  <a:lnTo>
                    <a:pt x="448" y="146"/>
                  </a:lnTo>
                  <a:lnTo>
                    <a:pt x="450" y="146"/>
                  </a:lnTo>
                  <a:lnTo>
                    <a:pt x="451" y="146"/>
                  </a:lnTo>
                  <a:lnTo>
                    <a:pt x="452" y="147"/>
                  </a:lnTo>
                  <a:lnTo>
                    <a:pt x="452" y="148"/>
                  </a:lnTo>
                  <a:lnTo>
                    <a:pt x="452" y="149"/>
                  </a:lnTo>
                  <a:lnTo>
                    <a:pt x="451" y="153"/>
                  </a:lnTo>
                  <a:lnTo>
                    <a:pt x="450" y="154"/>
                  </a:lnTo>
                  <a:lnTo>
                    <a:pt x="448" y="154"/>
                  </a:lnTo>
                  <a:lnTo>
                    <a:pt x="446" y="154"/>
                  </a:lnTo>
                  <a:lnTo>
                    <a:pt x="444" y="154"/>
                  </a:lnTo>
                  <a:lnTo>
                    <a:pt x="442" y="153"/>
                  </a:lnTo>
                  <a:lnTo>
                    <a:pt x="441" y="153"/>
                  </a:lnTo>
                  <a:lnTo>
                    <a:pt x="439" y="154"/>
                  </a:lnTo>
                  <a:lnTo>
                    <a:pt x="438" y="155"/>
                  </a:lnTo>
                  <a:lnTo>
                    <a:pt x="437" y="155"/>
                  </a:lnTo>
                  <a:lnTo>
                    <a:pt x="437" y="154"/>
                  </a:lnTo>
                  <a:lnTo>
                    <a:pt x="436" y="154"/>
                  </a:lnTo>
                  <a:lnTo>
                    <a:pt x="434" y="154"/>
                  </a:lnTo>
                  <a:lnTo>
                    <a:pt x="434" y="154"/>
                  </a:lnTo>
                  <a:lnTo>
                    <a:pt x="432" y="155"/>
                  </a:lnTo>
                  <a:lnTo>
                    <a:pt x="432" y="155"/>
                  </a:lnTo>
                  <a:lnTo>
                    <a:pt x="432" y="155"/>
                  </a:lnTo>
                  <a:lnTo>
                    <a:pt x="432" y="154"/>
                  </a:lnTo>
                  <a:lnTo>
                    <a:pt x="430" y="153"/>
                  </a:lnTo>
                  <a:lnTo>
                    <a:pt x="430" y="153"/>
                  </a:lnTo>
                  <a:lnTo>
                    <a:pt x="429" y="153"/>
                  </a:lnTo>
                  <a:lnTo>
                    <a:pt x="429" y="151"/>
                  </a:lnTo>
                  <a:lnTo>
                    <a:pt x="428" y="151"/>
                  </a:lnTo>
                  <a:lnTo>
                    <a:pt x="428" y="153"/>
                  </a:lnTo>
                  <a:lnTo>
                    <a:pt x="428" y="153"/>
                  </a:lnTo>
                  <a:lnTo>
                    <a:pt x="427" y="153"/>
                  </a:lnTo>
                  <a:lnTo>
                    <a:pt x="427" y="151"/>
                  </a:lnTo>
                  <a:lnTo>
                    <a:pt x="427" y="150"/>
                  </a:lnTo>
                  <a:lnTo>
                    <a:pt x="428" y="148"/>
                  </a:lnTo>
                  <a:lnTo>
                    <a:pt x="429" y="149"/>
                  </a:lnTo>
                  <a:lnTo>
                    <a:pt x="430" y="150"/>
                  </a:lnTo>
                  <a:lnTo>
                    <a:pt x="431" y="150"/>
                  </a:lnTo>
                  <a:lnTo>
                    <a:pt x="432" y="150"/>
                  </a:lnTo>
                  <a:lnTo>
                    <a:pt x="434" y="148"/>
                  </a:lnTo>
                  <a:lnTo>
                    <a:pt x="434" y="148"/>
                  </a:lnTo>
                  <a:lnTo>
                    <a:pt x="435" y="148"/>
                  </a:lnTo>
                  <a:lnTo>
                    <a:pt x="435" y="147"/>
                  </a:lnTo>
                  <a:lnTo>
                    <a:pt x="437" y="146"/>
                  </a:lnTo>
                  <a:lnTo>
                    <a:pt x="438" y="146"/>
                  </a:lnTo>
                  <a:lnTo>
                    <a:pt x="438" y="145"/>
                  </a:lnTo>
                  <a:lnTo>
                    <a:pt x="439" y="143"/>
                  </a:lnTo>
                  <a:lnTo>
                    <a:pt x="439" y="143"/>
                  </a:lnTo>
                  <a:lnTo>
                    <a:pt x="438" y="142"/>
                  </a:lnTo>
                  <a:lnTo>
                    <a:pt x="438" y="142"/>
                  </a:lnTo>
                  <a:lnTo>
                    <a:pt x="437" y="142"/>
                  </a:lnTo>
                  <a:lnTo>
                    <a:pt x="436" y="141"/>
                  </a:lnTo>
                  <a:lnTo>
                    <a:pt x="436" y="140"/>
                  </a:lnTo>
                  <a:lnTo>
                    <a:pt x="438" y="140"/>
                  </a:lnTo>
                  <a:lnTo>
                    <a:pt x="442" y="139"/>
                  </a:lnTo>
                  <a:close/>
                  <a:moveTo>
                    <a:pt x="241" y="126"/>
                  </a:moveTo>
                  <a:lnTo>
                    <a:pt x="243" y="126"/>
                  </a:lnTo>
                  <a:lnTo>
                    <a:pt x="243" y="127"/>
                  </a:lnTo>
                  <a:lnTo>
                    <a:pt x="244" y="127"/>
                  </a:lnTo>
                  <a:lnTo>
                    <a:pt x="244" y="128"/>
                  </a:lnTo>
                  <a:lnTo>
                    <a:pt x="244" y="131"/>
                  </a:lnTo>
                  <a:lnTo>
                    <a:pt x="243" y="132"/>
                  </a:lnTo>
                  <a:lnTo>
                    <a:pt x="244" y="132"/>
                  </a:lnTo>
                  <a:lnTo>
                    <a:pt x="244" y="132"/>
                  </a:lnTo>
                  <a:lnTo>
                    <a:pt x="245" y="132"/>
                  </a:lnTo>
                  <a:lnTo>
                    <a:pt x="247" y="132"/>
                  </a:lnTo>
                  <a:lnTo>
                    <a:pt x="247" y="133"/>
                  </a:lnTo>
                  <a:lnTo>
                    <a:pt x="247" y="134"/>
                  </a:lnTo>
                  <a:lnTo>
                    <a:pt x="245" y="134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3" y="133"/>
                  </a:lnTo>
                  <a:lnTo>
                    <a:pt x="243" y="133"/>
                  </a:lnTo>
                  <a:lnTo>
                    <a:pt x="243" y="133"/>
                  </a:lnTo>
                  <a:lnTo>
                    <a:pt x="243" y="134"/>
                  </a:lnTo>
                  <a:lnTo>
                    <a:pt x="242" y="134"/>
                  </a:lnTo>
                  <a:lnTo>
                    <a:pt x="242" y="134"/>
                  </a:lnTo>
                  <a:lnTo>
                    <a:pt x="242" y="134"/>
                  </a:lnTo>
                  <a:lnTo>
                    <a:pt x="242" y="133"/>
                  </a:lnTo>
                  <a:lnTo>
                    <a:pt x="241" y="132"/>
                  </a:lnTo>
                  <a:lnTo>
                    <a:pt x="241" y="132"/>
                  </a:lnTo>
                  <a:lnTo>
                    <a:pt x="240" y="131"/>
                  </a:lnTo>
                  <a:lnTo>
                    <a:pt x="240" y="131"/>
                  </a:lnTo>
                  <a:lnTo>
                    <a:pt x="240" y="129"/>
                  </a:lnTo>
                  <a:lnTo>
                    <a:pt x="240" y="127"/>
                  </a:lnTo>
                  <a:lnTo>
                    <a:pt x="240" y="126"/>
                  </a:lnTo>
                  <a:lnTo>
                    <a:pt x="241" y="126"/>
                  </a:lnTo>
                  <a:close/>
                  <a:moveTo>
                    <a:pt x="405" y="125"/>
                  </a:moveTo>
                  <a:lnTo>
                    <a:pt x="406" y="126"/>
                  </a:lnTo>
                  <a:lnTo>
                    <a:pt x="408" y="128"/>
                  </a:lnTo>
                  <a:lnTo>
                    <a:pt x="409" y="129"/>
                  </a:lnTo>
                  <a:lnTo>
                    <a:pt x="409" y="132"/>
                  </a:lnTo>
                  <a:lnTo>
                    <a:pt x="407" y="133"/>
                  </a:lnTo>
                  <a:lnTo>
                    <a:pt x="406" y="132"/>
                  </a:lnTo>
                  <a:lnTo>
                    <a:pt x="405" y="131"/>
                  </a:lnTo>
                  <a:lnTo>
                    <a:pt x="402" y="128"/>
                  </a:lnTo>
                  <a:lnTo>
                    <a:pt x="402" y="127"/>
                  </a:lnTo>
                  <a:lnTo>
                    <a:pt x="402" y="126"/>
                  </a:lnTo>
                  <a:lnTo>
                    <a:pt x="403" y="125"/>
                  </a:lnTo>
                  <a:lnTo>
                    <a:pt x="405" y="125"/>
                  </a:lnTo>
                  <a:close/>
                  <a:moveTo>
                    <a:pt x="400" y="107"/>
                  </a:moveTo>
                  <a:lnTo>
                    <a:pt x="401" y="107"/>
                  </a:lnTo>
                  <a:lnTo>
                    <a:pt x="403" y="107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403" y="111"/>
                  </a:lnTo>
                  <a:lnTo>
                    <a:pt x="402" y="114"/>
                  </a:lnTo>
                  <a:lnTo>
                    <a:pt x="402" y="114"/>
                  </a:lnTo>
                  <a:lnTo>
                    <a:pt x="402" y="117"/>
                  </a:lnTo>
                  <a:lnTo>
                    <a:pt x="402" y="118"/>
                  </a:lnTo>
                  <a:lnTo>
                    <a:pt x="403" y="118"/>
                  </a:lnTo>
                  <a:lnTo>
                    <a:pt x="406" y="122"/>
                  </a:lnTo>
                  <a:lnTo>
                    <a:pt x="407" y="122"/>
                  </a:lnTo>
                  <a:lnTo>
                    <a:pt x="407" y="124"/>
                  </a:lnTo>
                  <a:lnTo>
                    <a:pt x="407" y="124"/>
                  </a:lnTo>
                  <a:lnTo>
                    <a:pt x="407" y="124"/>
                  </a:lnTo>
                  <a:lnTo>
                    <a:pt x="407" y="125"/>
                  </a:lnTo>
                  <a:lnTo>
                    <a:pt x="406" y="124"/>
                  </a:lnTo>
                  <a:lnTo>
                    <a:pt x="405" y="124"/>
                  </a:lnTo>
                  <a:lnTo>
                    <a:pt x="403" y="124"/>
                  </a:lnTo>
                  <a:lnTo>
                    <a:pt x="403" y="124"/>
                  </a:lnTo>
                  <a:lnTo>
                    <a:pt x="403" y="122"/>
                  </a:lnTo>
                  <a:lnTo>
                    <a:pt x="402" y="121"/>
                  </a:lnTo>
                  <a:lnTo>
                    <a:pt x="401" y="121"/>
                  </a:lnTo>
                  <a:lnTo>
                    <a:pt x="400" y="120"/>
                  </a:lnTo>
                  <a:lnTo>
                    <a:pt x="400" y="119"/>
                  </a:lnTo>
                  <a:lnTo>
                    <a:pt x="399" y="115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96" y="114"/>
                  </a:lnTo>
                  <a:lnTo>
                    <a:pt x="395" y="113"/>
                  </a:lnTo>
                  <a:lnTo>
                    <a:pt x="396" y="112"/>
                  </a:lnTo>
                  <a:lnTo>
                    <a:pt x="396" y="111"/>
                  </a:lnTo>
                  <a:lnTo>
                    <a:pt x="399" y="107"/>
                  </a:lnTo>
                  <a:lnTo>
                    <a:pt x="400" y="107"/>
                  </a:lnTo>
                  <a:close/>
                  <a:moveTo>
                    <a:pt x="109" y="83"/>
                  </a:moveTo>
                  <a:lnTo>
                    <a:pt x="109" y="85"/>
                  </a:lnTo>
                  <a:lnTo>
                    <a:pt x="109" y="88"/>
                  </a:lnTo>
                  <a:lnTo>
                    <a:pt x="109" y="89"/>
                  </a:lnTo>
                  <a:lnTo>
                    <a:pt x="109" y="90"/>
                  </a:lnTo>
                  <a:lnTo>
                    <a:pt x="112" y="91"/>
                  </a:lnTo>
                  <a:lnTo>
                    <a:pt x="113" y="92"/>
                  </a:lnTo>
                  <a:lnTo>
                    <a:pt x="116" y="92"/>
                  </a:lnTo>
                  <a:lnTo>
                    <a:pt x="118" y="93"/>
                  </a:lnTo>
                  <a:lnTo>
                    <a:pt x="119" y="93"/>
                  </a:lnTo>
                  <a:lnTo>
                    <a:pt x="119" y="95"/>
                  </a:lnTo>
                  <a:lnTo>
                    <a:pt x="118" y="97"/>
                  </a:lnTo>
                  <a:lnTo>
                    <a:pt x="118" y="98"/>
                  </a:lnTo>
                  <a:lnTo>
                    <a:pt x="118" y="98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19" y="98"/>
                  </a:lnTo>
                  <a:lnTo>
                    <a:pt x="120" y="98"/>
                  </a:lnTo>
                  <a:lnTo>
                    <a:pt x="121" y="99"/>
                  </a:lnTo>
                  <a:lnTo>
                    <a:pt x="122" y="100"/>
                  </a:lnTo>
                  <a:lnTo>
                    <a:pt x="123" y="101"/>
                  </a:lnTo>
                  <a:lnTo>
                    <a:pt x="123" y="104"/>
                  </a:lnTo>
                  <a:lnTo>
                    <a:pt x="123" y="105"/>
                  </a:lnTo>
                  <a:lnTo>
                    <a:pt x="123" y="107"/>
                  </a:lnTo>
                  <a:lnTo>
                    <a:pt x="123" y="110"/>
                  </a:lnTo>
                  <a:lnTo>
                    <a:pt x="122" y="111"/>
                  </a:lnTo>
                  <a:lnTo>
                    <a:pt x="122" y="112"/>
                  </a:lnTo>
                  <a:lnTo>
                    <a:pt x="122" y="113"/>
                  </a:lnTo>
                  <a:lnTo>
                    <a:pt x="122" y="113"/>
                  </a:lnTo>
                  <a:lnTo>
                    <a:pt x="122" y="114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5" y="119"/>
                  </a:lnTo>
                  <a:lnTo>
                    <a:pt x="125" y="119"/>
                  </a:lnTo>
                  <a:lnTo>
                    <a:pt x="125" y="119"/>
                  </a:lnTo>
                  <a:lnTo>
                    <a:pt x="123" y="120"/>
                  </a:lnTo>
                  <a:lnTo>
                    <a:pt x="123" y="120"/>
                  </a:lnTo>
                  <a:lnTo>
                    <a:pt x="122" y="120"/>
                  </a:lnTo>
                  <a:lnTo>
                    <a:pt x="122" y="121"/>
                  </a:lnTo>
                  <a:lnTo>
                    <a:pt x="123" y="121"/>
                  </a:lnTo>
                  <a:lnTo>
                    <a:pt x="126" y="119"/>
                  </a:lnTo>
                  <a:lnTo>
                    <a:pt x="128" y="114"/>
                  </a:lnTo>
                  <a:lnTo>
                    <a:pt x="127" y="113"/>
                  </a:lnTo>
                  <a:lnTo>
                    <a:pt x="128" y="113"/>
                  </a:lnTo>
                  <a:lnTo>
                    <a:pt x="130" y="112"/>
                  </a:lnTo>
                  <a:lnTo>
                    <a:pt x="132" y="112"/>
                  </a:lnTo>
                  <a:lnTo>
                    <a:pt x="133" y="110"/>
                  </a:lnTo>
                  <a:lnTo>
                    <a:pt x="135" y="108"/>
                  </a:lnTo>
                  <a:lnTo>
                    <a:pt x="137" y="105"/>
                  </a:lnTo>
                  <a:lnTo>
                    <a:pt x="140" y="103"/>
                  </a:lnTo>
                  <a:lnTo>
                    <a:pt x="141" y="103"/>
                  </a:lnTo>
                  <a:lnTo>
                    <a:pt x="143" y="103"/>
                  </a:lnTo>
                  <a:lnTo>
                    <a:pt x="142" y="104"/>
                  </a:lnTo>
                  <a:lnTo>
                    <a:pt x="141" y="106"/>
                  </a:lnTo>
                  <a:lnTo>
                    <a:pt x="137" y="108"/>
                  </a:lnTo>
                  <a:lnTo>
                    <a:pt x="136" y="111"/>
                  </a:lnTo>
                  <a:lnTo>
                    <a:pt x="135" y="113"/>
                  </a:lnTo>
                  <a:lnTo>
                    <a:pt x="134" y="114"/>
                  </a:lnTo>
                  <a:lnTo>
                    <a:pt x="134" y="115"/>
                  </a:lnTo>
                  <a:lnTo>
                    <a:pt x="136" y="114"/>
                  </a:lnTo>
                  <a:lnTo>
                    <a:pt x="137" y="113"/>
                  </a:lnTo>
                  <a:lnTo>
                    <a:pt x="138" y="111"/>
                  </a:lnTo>
                  <a:lnTo>
                    <a:pt x="138" y="110"/>
                  </a:lnTo>
                  <a:lnTo>
                    <a:pt x="140" y="107"/>
                  </a:lnTo>
                  <a:lnTo>
                    <a:pt x="144" y="106"/>
                  </a:lnTo>
                  <a:lnTo>
                    <a:pt x="148" y="105"/>
                  </a:lnTo>
                  <a:lnTo>
                    <a:pt x="158" y="105"/>
                  </a:lnTo>
                  <a:lnTo>
                    <a:pt x="165" y="106"/>
                  </a:lnTo>
                  <a:lnTo>
                    <a:pt x="166" y="106"/>
                  </a:lnTo>
                  <a:lnTo>
                    <a:pt x="166" y="107"/>
                  </a:lnTo>
                  <a:lnTo>
                    <a:pt x="168" y="107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70" y="108"/>
                  </a:lnTo>
                  <a:lnTo>
                    <a:pt x="170" y="110"/>
                  </a:lnTo>
                  <a:lnTo>
                    <a:pt x="171" y="110"/>
                  </a:lnTo>
                  <a:lnTo>
                    <a:pt x="172" y="110"/>
                  </a:lnTo>
                  <a:lnTo>
                    <a:pt x="173" y="110"/>
                  </a:lnTo>
                  <a:lnTo>
                    <a:pt x="173" y="110"/>
                  </a:lnTo>
                  <a:lnTo>
                    <a:pt x="175" y="111"/>
                  </a:lnTo>
                  <a:lnTo>
                    <a:pt x="175" y="112"/>
                  </a:lnTo>
                  <a:lnTo>
                    <a:pt x="176" y="112"/>
                  </a:lnTo>
                  <a:lnTo>
                    <a:pt x="177" y="111"/>
                  </a:lnTo>
                  <a:lnTo>
                    <a:pt x="178" y="113"/>
                  </a:lnTo>
                  <a:lnTo>
                    <a:pt x="179" y="117"/>
                  </a:lnTo>
                  <a:lnTo>
                    <a:pt x="180" y="118"/>
                  </a:lnTo>
                  <a:lnTo>
                    <a:pt x="184" y="120"/>
                  </a:lnTo>
                  <a:lnTo>
                    <a:pt x="185" y="120"/>
                  </a:lnTo>
                  <a:lnTo>
                    <a:pt x="185" y="122"/>
                  </a:lnTo>
                  <a:lnTo>
                    <a:pt x="186" y="124"/>
                  </a:lnTo>
                  <a:lnTo>
                    <a:pt x="187" y="125"/>
                  </a:lnTo>
                  <a:lnTo>
                    <a:pt x="190" y="125"/>
                  </a:lnTo>
                  <a:lnTo>
                    <a:pt x="190" y="126"/>
                  </a:lnTo>
                  <a:lnTo>
                    <a:pt x="190" y="127"/>
                  </a:lnTo>
                  <a:lnTo>
                    <a:pt x="193" y="128"/>
                  </a:lnTo>
                  <a:lnTo>
                    <a:pt x="194" y="128"/>
                  </a:lnTo>
                  <a:lnTo>
                    <a:pt x="194" y="129"/>
                  </a:lnTo>
                  <a:lnTo>
                    <a:pt x="195" y="133"/>
                  </a:lnTo>
                  <a:lnTo>
                    <a:pt x="197" y="135"/>
                  </a:lnTo>
                  <a:lnTo>
                    <a:pt x="198" y="135"/>
                  </a:lnTo>
                  <a:lnTo>
                    <a:pt x="206" y="136"/>
                  </a:lnTo>
                  <a:lnTo>
                    <a:pt x="208" y="134"/>
                  </a:lnTo>
                  <a:lnTo>
                    <a:pt x="212" y="134"/>
                  </a:lnTo>
                  <a:lnTo>
                    <a:pt x="213" y="134"/>
                  </a:lnTo>
                  <a:lnTo>
                    <a:pt x="214" y="134"/>
                  </a:lnTo>
                  <a:lnTo>
                    <a:pt x="215" y="132"/>
                  </a:lnTo>
                  <a:lnTo>
                    <a:pt x="215" y="132"/>
                  </a:lnTo>
                  <a:lnTo>
                    <a:pt x="216" y="132"/>
                  </a:lnTo>
                  <a:lnTo>
                    <a:pt x="217" y="132"/>
                  </a:lnTo>
                  <a:lnTo>
                    <a:pt x="217" y="131"/>
                  </a:lnTo>
                  <a:lnTo>
                    <a:pt x="219" y="131"/>
                  </a:lnTo>
                  <a:lnTo>
                    <a:pt x="220" y="131"/>
                  </a:lnTo>
                  <a:lnTo>
                    <a:pt x="220" y="131"/>
                  </a:lnTo>
                  <a:lnTo>
                    <a:pt x="221" y="131"/>
                  </a:lnTo>
                  <a:lnTo>
                    <a:pt x="222" y="131"/>
                  </a:lnTo>
                  <a:lnTo>
                    <a:pt x="222" y="132"/>
                  </a:lnTo>
                  <a:lnTo>
                    <a:pt x="222" y="132"/>
                  </a:lnTo>
                  <a:lnTo>
                    <a:pt x="223" y="133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7" y="135"/>
                  </a:lnTo>
                  <a:lnTo>
                    <a:pt x="227" y="135"/>
                  </a:lnTo>
                  <a:lnTo>
                    <a:pt x="228" y="136"/>
                  </a:lnTo>
                  <a:lnTo>
                    <a:pt x="229" y="138"/>
                  </a:lnTo>
                  <a:lnTo>
                    <a:pt x="230" y="138"/>
                  </a:lnTo>
                  <a:lnTo>
                    <a:pt x="231" y="136"/>
                  </a:lnTo>
                  <a:lnTo>
                    <a:pt x="233" y="135"/>
                  </a:lnTo>
                  <a:lnTo>
                    <a:pt x="235" y="133"/>
                  </a:lnTo>
                  <a:lnTo>
                    <a:pt x="236" y="133"/>
                  </a:lnTo>
                  <a:lnTo>
                    <a:pt x="237" y="134"/>
                  </a:lnTo>
                  <a:lnTo>
                    <a:pt x="238" y="135"/>
                  </a:lnTo>
                  <a:lnTo>
                    <a:pt x="240" y="135"/>
                  </a:lnTo>
                  <a:lnTo>
                    <a:pt x="242" y="135"/>
                  </a:lnTo>
                  <a:lnTo>
                    <a:pt x="243" y="135"/>
                  </a:lnTo>
                  <a:lnTo>
                    <a:pt x="243" y="136"/>
                  </a:lnTo>
                  <a:lnTo>
                    <a:pt x="243" y="136"/>
                  </a:lnTo>
                  <a:lnTo>
                    <a:pt x="243" y="138"/>
                  </a:lnTo>
                  <a:lnTo>
                    <a:pt x="245" y="136"/>
                  </a:lnTo>
                  <a:lnTo>
                    <a:pt x="247" y="134"/>
                  </a:lnTo>
                  <a:lnTo>
                    <a:pt x="250" y="129"/>
                  </a:lnTo>
                  <a:lnTo>
                    <a:pt x="250" y="128"/>
                  </a:lnTo>
                  <a:lnTo>
                    <a:pt x="252" y="126"/>
                  </a:lnTo>
                  <a:lnTo>
                    <a:pt x="254" y="126"/>
                  </a:lnTo>
                  <a:lnTo>
                    <a:pt x="256" y="125"/>
                  </a:lnTo>
                  <a:lnTo>
                    <a:pt x="258" y="122"/>
                  </a:lnTo>
                  <a:lnTo>
                    <a:pt x="265" y="119"/>
                  </a:lnTo>
                  <a:lnTo>
                    <a:pt x="273" y="112"/>
                  </a:lnTo>
                  <a:lnTo>
                    <a:pt x="276" y="112"/>
                  </a:lnTo>
                  <a:lnTo>
                    <a:pt x="277" y="112"/>
                  </a:lnTo>
                  <a:lnTo>
                    <a:pt x="287" y="108"/>
                  </a:lnTo>
                  <a:lnTo>
                    <a:pt x="288" y="107"/>
                  </a:lnTo>
                  <a:lnTo>
                    <a:pt x="290" y="108"/>
                  </a:lnTo>
                  <a:lnTo>
                    <a:pt x="292" y="107"/>
                  </a:lnTo>
                  <a:lnTo>
                    <a:pt x="313" y="107"/>
                  </a:lnTo>
                  <a:lnTo>
                    <a:pt x="316" y="106"/>
                  </a:lnTo>
                  <a:lnTo>
                    <a:pt x="327" y="99"/>
                  </a:lnTo>
                  <a:lnTo>
                    <a:pt x="333" y="97"/>
                  </a:lnTo>
                  <a:lnTo>
                    <a:pt x="337" y="96"/>
                  </a:lnTo>
                  <a:lnTo>
                    <a:pt x="343" y="96"/>
                  </a:lnTo>
                  <a:lnTo>
                    <a:pt x="344" y="95"/>
                  </a:lnTo>
                  <a:lnTo>
                    <a:pt x="346" y="93"/>
                  </a:lnTo>
                  <a:lnTo>
                    <a:pt x="349" y="93"/>
                  </a:lnTo>
                  <a:lnTo>
                    <a:pt x="348" y="95"/>
                  </a:lnTo>
                  <a:lnTo>
                    <a:pt x="348" y="96"/>
                  </a:lnTo>
                  <a:lnTo>
                    <a:pt x="346" y="97"/>
                  </a:lnTo>
                  <a:lnTo>
                    <a:pt x="345" y="98"/>
                  </a:lnTo>
                  <a:lnTo>
                    <a:pt x="345" y="99"/>
                  </a:lnTo>
                  <a:lnTo>
                    <a:pt x="345" y="110"/>
                  </a:lnTo>
                  <a:lnTo>
                    <a:pt x="346" y="112"/>
                  </a:lnTo>
                  <a:lnTo>
                    <a:pt x="346" y="113"/>
                  </a:lnTo>
                  <a:lnTo>
                    <a:pt x="345" y="115"/>
                  </a:lnTo>
                  <a:lnTo>
                    <a:pt x="345" y="117"/>
                  </a:lnTo>
                  <a:lnTo>
                    <a:pt x="346" y="118"/>
                  </a:lnTo>
                  <a:lnTo>
                    <a:pt x="348" y="119"/>
                  </a:lnTo>
                  <a:lnTo>
                    <a:pt x="349" y="119"/>
                  </a:lnTo>
                  <a:lnTo>
                    <a:pt x="350" y="119"/>
                  </a:lnTo>
                  <a:lnTo>
                    <a:pt x="351" y="118"/>
                  </a:lnTo>
                  <a:lnTo>
                    <a:pt x="352" y="118"/>
                  </a:lnTo>
                  <a:lnTo>
                    <a:pt x="353" y="118"/>
                  </a:lnTo>
                  <a:lnTo>
                    <a:pt x="353" y="119"/>
                  </a:lnTo>
                  <a:lnTo>
                    <a:pt x="355" y="119"/>
                  </a:lnTo>
                  <a:lnTo>
                    <a:pt x="357" y="119"/>
                  </a:lnTo>
                  <a:lnTo>
                    <a:pt x="360" y="120"/>
                  </a:lnTo>
                  <a:lnTo>
                    <a:pt x="360" y="120"/>
                  </a:lnTo>
                  <a:lnTo>
                    <a:pt x="363" y="120"/>
                  </a:lnTo>
                  <a:lnTo>
                    <a:pt x="365" y="119"/>
                  </a:lnTo>
                  <a:lnTo>
                    <a:pt x="367" y="118"/>
                  </a:lnTo>
                  <a:lnTo>
                    <a:pt x="369" y="115"/>
                  </a:lnTo>
                  <a:lnTo>
                    <a:pt x="371" y="115"/>
                  </a:lnTo>
                  <a:lnTo>
                    <a:pt x="373" y="117"/>
                  </a:lnTo>
                  <a:lnTo>
                    <a:pt x="376" y="118"/>
                  </a:lnTo>
                  <a:lnTo>
                    <a:pt x="376" y="120"/>
                  </a:lnTo>
                  <a:lnTo>
                    <a:pt x="377" y="121"/>
                  </a:lnTo>
                  <a:lnTo>
                    <a:pt x="380" y="120"/>
                  </a:lnTo>
                  <a:lnTo>
                    <a:pt x="382" y="118"/>
                  </a:lnTo>
                  <a:lnTo>
                    <a:pt x="384" y="117"/>
                  </a:lnTo>
                  <a:lnTo>
                    <a:pt x="386" y="113"/>
                  </a:lnTo>
                  <a:lnTo>
                    <a:pt x="387" y="112"/>
                  </a:lnTo>
                  <a:lnTo>
                    <a:pt x="388" y="111"/>
                  </a:lnTo>
                  <a:lnTo>
                    <a:pt x="389" y="111"/>
                  </a:lnTo>
                  <a:lnTo>
                    <a:pt x="392" y="112"/>
                  </a:lnTo>
                  <a:lnTo>
                    <a:pt x="393" y="112"/>
                  </a:lnTo>
                  <a:lnTo>
                    <a:pt x="395" y="115"/>
                  </a:lnTo>
                  <a:lnTo>
                    <a:pt x="396" y="118"/>
                  </a:lnTo>
                  <a:lnTo>
                    <a:pt x="399" y="121"/>
                  </a:lnTo>
                  <a:lnTo>
                    <a:pt x="400" y="122"/>
                  </a:lnTo>
                  <a:lnTo>
                    <a:pt x="400" y="124"/>
                  </a:lnTo>
                  <a:lnTo>
                    <a:pt x="401" y="127"/>
                  </a:lnTo>
                  <a:lnTo>
                    <a:pt x="401" y="128"/>
                  </a:lnTo>
                  <a:lnTo>
                    <a:pt x="403" y="131"/>
                  </a:lnTo>
                  <a:lnTo>
                    <a:pt x="405" y="132"/>
                  </a:lnTo>
                  <a:lnTo>
                    <a:pt x="403" y="133"/>
                  </a:lnTo>
                  <a:lnTo>
                    <a:pt x="401" y="134"/>
                  </a:lnTo>
                  <a:lnTo>
                    <a:pt x="400" y="135"/>
                  </a:lnTo>
                  <a:lnTo>
                    <a:pt x="400" y="136"/>
                  </a:lnTo>
                  <a:lnTo>
                    <a:pt x="401" y="138"/>
                  </a:lnTo>
                  <a:lnTo>
                    <a:pt x="403" y="139"/>
                  </a:lnTo>
                  <a:lnTo>
                    <a:pt x="403" y="139"/>
                  </a:lnTo>
                  <a:lnTo>
                    <a:pt x="405" y="138"/>
                  </a:lnTo>
                  <a:lnTo>
                    <a:pt x="406" y="138"/>
                  </a:lnTo>
                  <a:lnTo>
                    <a:pt x="408" y="138"/>
                  </a:lnTo>
                  <a:lnTo>
                    <a:pt x="409" y="138"/>
                  </a:lnTo>
                  <a:lnTo>
                    <a:pt x="410" y="139"/>
                  </a:lnTo>
                  <a:lnTo>
                    <a:pt x="410" y="139"/>
                  </a:lnTo>
                  <a:lnTo>
                    <a:pt x="410" y="139"/>
                  </a:lnTo>
                  <a:lnTo>
                    <a:pt x="412" y="139"/>
                  </a:lnTo>
                  <a:lnTo>
                    <a:pt x="413" y="139"/>
                  </a:lnTo>
                  <a:lnTo>
                    <a:pt x="414" y="140"/>
                  </a:lnTo>
                  <a:lnTo>
                    <a:pt x="415" y="140"/>
                  </a:lnTo>
                  <a:lnTo>
                    <a:pt x="415" y="140"/>
                  </a:lnTo>
                  <a:lnTo>
                    <a:pt x="415" y="141"/>
                  </a:lnTo>
                  <a:lnTo>
                    <a:pt x="414" y="141"/>
                  </a:lnTo>
                  <a:lnTo>
                    <a:pt x="414" y="142"/>
                  </a:lnTo>
                  <a:lnTo>
                    <a:pt x="414" y="143"/>
                  </a:lnTo>
                  <a:lnTo>
                    <a:pt x="415" y="145"/>
                  </a:lnTo>
                  <a:lnTo>
                    <a:pt x="417" y="147"/>
                  </a:lnTo>
                  <a:lnTo>
                    <a:pt x="418" y="148"/>
                  </a:lnTo>
                  <a:lnTo>
                    <a:pt x="420" y="148"/>
                  </a:lnTo>
                  <a:lnTo>
                    <a:pt x="421" y="148"/>
                  </a:lnTo>
                  <a:lnTo>
                    <a:pt x="422" y="148"/>
                  </a:lnTo>
                  <a:lnTo>
                    <a:pt x="423" y="149"/>
                  </a:lnTo>
                  <a:lnTo>
                    <a:pt x="424" y="149"/>
                  </a:lnTo>
                  <a:lnTo>
                    <a:pt x="424" y="150"/>
                  </a:lnTo>
                  <a:lnTo>
                    <a:pt x="425" y="150"/>
                  </a:lnTo>
                  <a:lnTo>
                    <a:pt x="425" y="151"/>
                  </a:lnTo>
                  <a:lnTo>
                    <a:pt x="425" y="153"/>
                  </a:lnTo>
                  <a:lnTo>
                    <a:pt x="425" y="154"/>
                  </a:lnTo>
                  <a:lnTo>
                    <a:pt x="424" y="154"/>
                  </a:lnTo>
                  <a:lnTo>
                    <a:pt x="421" y="154"/>
                  </a:lnTo>
                  <a:lnTo>
                    <a:pt x="421" y="155"/>
                  </a:lnTo>
                  <a:lnTo>
                    <a:pt x="420" y="155"/>
                  </a:lnTo>
                  <a:lnTo>
                    <a:pt x="420" y="156"/>
                  </a:lnTo>
                  <a:lnTo>
                    <a:pt x="418" y="155"/>
                  </a:lnTo>
                  <a:lnTo>
                    <a:pt x="418" y="155"/>
                  </a:lnTo>
                  <a:lnTo>
                    <a:pt x="405" y="155"/>
                  </a:lnTo>
                  <a:lnTo>
                    <a:pt x="401" y="155"/>
                  </a:lnTo>
                  <a:lnTo>
                    <a:pt x="400" y="155"/>
                  </a:lnTo>
                  <a:lnTo>
                    <a:pt x="399" y="155"/>
                  </a:lnTo>
                  <a:lnTo>
                    <a:pt x="398" y="155"/>
                  </a:lnTo>
                  <a:lnTo>
                    <a:pt x="398" y="155"/>
                  </a:lnTo>
                  <a:lnTo>
                    <a:pt x="396" y="155"/>
                  </a:lnTo>
                  <a:lnTo>
                    <a:pt x="396" y="156"/>
                  </a:lnTo>
                  <a:lnTo>
                    <a:pt x="396" y="156"/>
                  </a:lnTo>
                  <a:lnTo>
                    <a:pt x="395" y="156"/>
                  </a:lnTo>
                  <a:lnTo>
                    <a:pt x="393" y="155"/>
                  </a:lnTo>
                  <a:lnTo>
                    <a:pt x="389" y="155"/>
                  </a:lnTo>
                  <a:lnTo>
                    <a:pt x="389" y="156"/>
                  </a:lnTo>
                  <a:lnTo>
                    <a:pt x="389" y="157"/>
                  </a:lnTo>
                  <a:lnTo>
                    <a:pt x="387" y="156"/>
                  </a:lnTo>
                  <a:lnTo>
                    <a:pt x="387" y="156"/>
                  </a:lnTo>
                  <a:lnTo>
                    <a:pt x="386" y="157"/>
                  </a:lnTo>
                  <a:lnTo>
                    <a:pt x="386" y="157"/>
                  </a:lnTo>
                  <a:lnTo>
                    <a:pt x="385" y="157"/>
                  </a:lnTo>
                  <a:lnTo>
                    <a:pt x="385" y="157"/>
                  </a:lnTo>
                  <a:lnTo>
                    <a:pt x="385" y="156"/>
                  </a:lnTo>
                  <a:lnTo>
                    <a:pt x="384" y="155"/>
                  </a:lnTo>
                  <a:lnTo>
                    <a:pt x="382" y="154"/>
                  </a:lnTo>
                  <a:lnTo>
                    <a:pt x="381" y="153"/>
                  </a:lnTo>
                  <a:lnTo>
                    <a:pt x="380" y="154"/>
                  </a:lnTo>
                  <a:lnTo>
                    <a:pt x="378" y="153"/>
                  </a:lnTo>
                  <a:lnTo>
                    <a:pt x="377" y="153"/>
                  </a:lnTo>
                  <a:lnTo>
                    <a:pt x="374" y="155"/>
                  </a:lnTo>
                  <a:lnTo>
                    <a:pt x="374" y="160"/>
                  </a:lnTo>
                  <a:lnTo>
                    <a:pt x="374" y="160"/>
                  </a:lnTo>
                  <a:lnTo>
                    <a:pt x="374" y="160"/>
                  </a:lnTo>
                  <a:lnTo>
                    <a:pt x="373" y="161"/>
                  </a:lnTo>
                  <a:lnTo>
                    <a:pt x="372" y="162"/>
                  </a:lnTo>
                  <a:lnTo>
                    <a:pt x="373" y="163"/>
                  </a:lnTo>
                  <a:lnTo>
                    <a:pt x="373" y="163"/>
                  </a:lnTo>
                  <a:lnTo>
                    <a:pt x="374" y="164"/>
                  </a:lnTo>
                  <a:lnTo>
                    <a:pt x="373" y="165"/>
                  </a:lnTo>
                  <a:lnTo>
                    <a:pt x="373" y="168"/>
                  </a:lnTo>
                  <a:lnTo>
                    <a:pt x="374" y="169"/>
                  </a:lnTo>
                  <a:lnTo>
                    <a:pt x="376" y="169"/>
                  </a:lnTo>
                  <a:lnTo>
                    <a:pt x="373" y="171"/>
                  </a:lnTo>
                  <a:lnTo>
                    <a:pt x="371" y="171"/>
                  </a:lnTo>
                  <a:lnTo>
                    <a:pt x="367" y="170"/>
                  </a:lnTo>
                  <a:lnTo>
                    <a:pt x="366" y="169"/>
                  </a:lnTo>
                  <a:lnTo>
                    <a:pt x="365" y="167"/>
                  </a:lnTo>
                  <a:lnTo>
                    <a:pt x="364" y="167"/>
                  </a:lnTo>
                  <a:lnTo>
                    <a:pt x="363" y="165"/>
                  </a:lnTo>
                  <a:lnTo>
                    <a:pt x="360" y="165"/>
                  </a:lnTo>
                  <a:lnTo>
                    <a:pt x="360" y="165"/>
                  </a:lnTo>
                  <a:lnTo>
                    <a:pt x="358" y="163"/>
                  </a:lnTo>
                  <a:lnTo>
                    <a:pt x="358" y="163"/>
                  </a:lnTo>
                  <a:lnTo>
                    <a:pt x="357" y="162"/>
                  </a:lnTo>
                  <a:lnTo>
                    <a:pt x="355" y="160"/>
                  </a:lnTo>
                  <a:lnTo>
                    <a:pt x="353" y="160"/>
                  </a:lnTo>
                  <a:lnTo>
                    <a:pt x="346" y="158"/>
                  </a:lnTo>
                  <a:lnTo>
                    <a:pt x="343" y="156"/>
                  </a:lnTo>
                  <a:lnTo>
                    <a:pt x="342" y="156"/>
                  </a:lnTo>
                  <a:lnTo>
                    <a:pt x="337" y="157"/>
                  </a:lnTo>
                  <a:lnTo>
                    <a:pt x="336" y="156"/>
                  </a:lnTo>
                  <a:lnTo>
                    <a:pt x="333" y="155"/>
                  </a:lnTo>
                  <a:lnTo>
                    <a:pt x="331" y="155"/>
                  </a:lnTo>
                  <a:lnTo>
                    <a:pt x="330" y="156"/>
                  </a:lnTo>
                  <a:lnTo>
                    <a:pt x="330" y="156"/>
                  </a:lnTo>
                  <a:lnTo>
                    <a:pt x="329" y="156"/>
                  </a:lnTo>
                  <a:lnTo>
                    <a:pt x="328" y="155"/>
                  </a:lnTo>
                  <a:lnTo>
                    <a:pt x="327" y="155"/>
                  </a:lnTo>
                  <a:lnTo>
                    <a:pt x="327" y="155"/>
                  </a:lnTo>
                  <a:lnTo>
                    <a:pt x="324" y="156"/>
                  </a:lnTo>
                  <a:lnTo>
                    <a:pt x="320" y="156"/>
                  </a:lnTo>
                  <a:lnTo>
                    <a:pt x="319" y="157"/>
                  </a:lnTo>
                  <a:lnTo>
                    <a:pt x="315" y="163"/>
                  </a:lnTo>
                  <a:lnTo>
                    <a:pt x="314" y="165"/>
                  </a:lnTo>
                  <a:lnTo>
                    <a:pt x="313" y="168"/>
                  </a:lnTo>
                  <a:lnTo>
                    <a:pt x="312" y="168"/>
                  </a:lnTo>
                  <a:lnTo>
                    <a:pt x="303" y="169"/>
                  </a:lnTo>
                  <a:lnTo>
                    <a:pt x="298" y="171"/>
                  </a:lnTo>
                  <a:lnTo>
                    <a:pt x="297" y="171"/>
                  </a:lnTo>
                  <a:lnTo>
                    <a:pt x="295" y="174"/>
                  </a:lnTo>
                  <a:lnTo>
                    <a:pt x="297" y="175"/>
                  </a:lnTo>
                  <a:lnTo>
                    <a:pt x="292" y="174"/>
                  </a:lnTo>
                  <a:lnTo>
                    <a:pt x="288" y="172"/>
                  </a:lnTo>
                  <a:lnTo>
                    <a:pt x="285" y="172"/>
                  </a:lnTo>
                  <a:lnTo>
                    <a:pt x="274" y="176"/>
                  </a:lnTo>
                  <a:lnTo>
                    <a:pt x="272" y="178"/>
                  </a:lnTo>
                  <a:lnTo>
                    <a:pt x="270" y="183"/>
                  </a:lnTo>
                  <a:lnTo>
                    <a:pt x="269" y="188"/>
                  </a:lnTo>
                  <a:lnTo>
                    <a:pt x="270" y="188"/>
                  </a:lnTo>
                  <a:lnTo>
                    <a:pt x="269" y="189"/>
                  </a:lnTo>
                  <a:lnTo>
                    <a:pt x="269" y="190"/>
                  </a:lnTo>
                  <a:lnTo>
                    <a:pt x="266" y="190"/>
                  </a:lnTo>
                  <a:lnTo>
                    <a:pt x="265" y="190"/>
                  </a:lnTo>
                  <a:lnTo>
                    <a:pt x="264" y="191"/>
                  </a:lnTo>
                  <a:lnTo>
                    <a:pt x="264" y="192"/>
                  </a:lnTo>
                  <a:lnTo>
                    <a:pt x="264" y="192"/>
                  </a:lnTo>
                  <a:lnTo>
                    <a:pt x="262" y="193"/>
                  </a:lnTo>
                  <a:lnTo>
                    <a:pt x="259" y="194"/>
                  </a:lnTo>
                  <a:lnTo>
                    <a:pt x="259" y="194"/>
                  </a:lnTo>
                  <a:lnTo>
                    <a:pt x="258" y="194"/>
                  </a:lnTo>
                  <a:lnTo>
                    <a:pt x="258" y="196"/>
                  </a:lnTo>
                  <a:lnTo>
                    <a:pt x="258" y="197"/>
                  </a:lnTo>
                  <a:lnTo>
                    <a:pt x="258" y="198"/>
                  </a:lnTo>
                  <a:lnTo>
                    <a:pt x="256" y="198"/>
                  </a:lnTo>
                  <a:lnTo>
                    <a:pt x="256" y="199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4" y="203"/>
                  </a:lnTo>
                  <a:lnTo>
                    <a:pt x="254" y="204"/>
                  </a:lnTo>
                  <a:lnTo>
                    <a:pt x="254" y="204"/>
                  </a:lnTo>
                  <a:lnTo>
                    <a:pt x="254" y="205"/>
                  </a:lnTo>
                  <a:lnTo>
                    <a:pt x="254" y="205"/>
                  </a:lnTo>
                  <a:lnTo>
                    <a:pt x="254" y="206"/>
                  </a:lnTo>
                  <a:lnTo>
                    <a:pt x="255" y="206"/>
                  </a:lnTo>
                  <a:lnTo>
                    <a:pt x="255" y="207"/>
                  </a:lnTo>
                  <a:lnTo>
                    <a:pt x="255" y="207"/>
                  </a:lnTo>
                  <a:lnTo>
                    <a:pt x="255" y="208"/>
                  </a:lnTo>
                  <a:lnTo>
                    <a:pt x="254" y="208"/>
                  </a:lnTo>
                  <a:lnTo>
                    <a:pt x="252" y="207"/>
                  </a:lnTo>
                  <a:lnTo>
                    <a:pt x="251" y="207"/>
                  </a:lnTo>
                  <a:lnTo>
                    <a:pt x="249" y="206"/>
                  </a:lnTo>
                  <a:lnTo>
                    <a:pt x="249" y="205"/>
                  </a:lnTo>
                  <a:lnTo>
                    <a:pt x="248" y="204"/>
                  </a:lnTo>
                  <a:lnTo>
                    <a:pt x="248" y="203"/>
                  </a:lnTo>
                  <a:lnTo>
                    <a:pt x="250" y="200"/>
                  </a:lnTo>
                  <a:lnTo>
                    <a:pt x="250" y="199"/>
                  </a:lnTo>
                  <a:lnTo>
                    <a:pt x="250" y="197"/>
                  </a:lnTo>
                  <a:lnTo>
                    <a:pt x="250" y="197"/>
                  </a:lnTo>
                  <a:lnTo>
                    <a:pt x="251" y="197"/>
                  </a:lnTo>
                  <a:lnTo>
                    <a:pt x="251" y="197"/>
                  </a:lnTo>
                  <a:lnTo>
                    <a:pt x="251" y="196"/>
                  </a:lnTo>
                  <a:lnTo>
                    <a:pt x="251" y="196"/>
                  </a:lnTo>
                  <a:lnTo>
                    <a:pt x="251" y="194"/>
                  </a:lnTo>
                  <a:lnTo>
                    <a:pt x="252" y="193"/>
                  </a:lnTo>
                  <a:lnTo>
                    <a:pt x="252" y="193"/>
                  </a:lnTo>
                  <a:lnTo>
                    <a:pt x="252" y="193"/>
                  </a:lnTo>
                  <a:lnTo>
                    <a:pt x="252" y="193"/>
                  </a:lnTo>
                  <a:lnTo>
                    <a:pt x="254" y="193"/>
                  </a:lnTo>
                  <a:lnTo>
                    <a:pt x="255" y="193"/>
                  </a:lnTo>
                  <a:lnTo>
                    <a:pt x="256" y="193"/>
                  </a:lnTo>
                  <a:lnTo>
                    <a:pt x="256" y="193"/>
                  </a:lnTo>
                  <a:lnTo>
                    <a:pt x="256" y="193"/>
                  </a:lnTo>
                  <a:lnTo>
                    <a:pt x="256" y="192"/>
                  </a:lnTo>
                  <a:lnTo>
                    <a:pt x="256" y="192"/>
                  </a:lnTo>
                  <a:lnTo>
                    <a:pt x="256" y="192"/>
                  </a:lnTo>
                  <a:lnTo>
                    <a:pt x="256" y="191"/>
                  </a:lnTo>
                  <a:lnTo>
                    <a:pt x="257" y="185"/>
                  </a:lnTo>
                  <a:lnTo>
                    <a:pt x="256" y="184"/>
                  </a:lnTo>
                  <a:lnTo>
                    <a:pt x="256" y="184"/>
                  </a:lnTo>
                  <a:lnTo>
                    <a:pt x="255" y="183"/>
                  </a:lnTo>
                  <a:lnTo>
                    <a:pt x="254" y="184"/>
                  </a:lnTo>
                  <a:lnTo>
                    <a:pt x="252" y="185"/>
                  </a:lnTo>
                  <a:lnTo>
                    <a:pt x="251" y="185"/>
                  </a:lnTo>
                  <a:lnTo>
                    <a:pt x="250" y="186"/>
                  </a:lnTo>
                  <a:lnTo>
                    <a:pt x="249" y="188"/>
                  </a:lnTo>
                  <a:lnTo>
                    <a:pt x="248" y="189"/>
                  </a:lnTo>
                  <a:lnTo>
                    <a:pt x="247" y="189"/>
                  </a:lnTo>
                  <a:lnTo>
                    <a:pt x="244" y="186"/>
                  </a:lnTo>
                  <a:lnTo>
                    <a:pt x="243" y="188"/>
                  </a:lnTo>
                  <a:lnTo>
                    <a:pt x="241" y="188"/>
                  </a:lnTo>
                  <a:lnTo>
                    <a:pt x="241" y="189"/>
                  </a:lnTo>
                  <a:lnTo>
                    <a:pt x="242" y="190"/>
                  </a:lnTo>
                  <a:lnTo>
                    <a:pt x="241" y="191"/>
                  </a:lnTo>
                  <a:lnTo>
                    <a:pt x="241" y="192"/>
                  </a:lnTo>
                  <a:lnTo>
                    <a:pt x="241" y="192"/>
                  </a:lnTo>
                  <a:lnTo>
                    <a:pt x="240" y="193"/>
                  </a:lnTo>
                  <a:lnTo>
                    <a:pt x="240" y="194"/>
                  </a:lnTo>
                  <a:lnTo>
                    <a:pt x="238" y="197"/>
                  </a:lnTo>
                  <a:lnTo>
                    <a:pt x="238" y="199"/>
                  </a:lnTo>
                  <a:lnTo>
                    <a:pt x="237" y="199"/>
                  </a:lnTo>
                  <a:lnTo>
                    <a:pt x="237" y="200"/>
                  </a:lnTo>
                  <a:lnTo>
                    <a:pt x="236" y="200"/>
                  </a:lnTo>
                  <a:lnTo>
                    <a:pt x="234" y="201"/>
                  </a:lnTo>
                  <a:lnTo>
                    <a:pt x="231" y="203"/>
                  </a:lnTo>
                  <a:lnTo>
                    <a:pt x="231" y="203"/>
                  </a:lnTo>
                  <a:lnTo>
                    <a:pt x="231" y="204"/>
                  </a:lnTo>
                  <a:lnTo>
                    <a:pt x="230" y="204"/>
                  </a:lnTo>
                  <a:lnTo>
                    <a:pt x="229" y="203"/>
                  </a:lnTo>
                  <a:lnTo>
                    <a:pt x="229" y="201"/>
                  </a:lnTo>
                  <a:lnTo>
                    <a:pt x="229" y="197"/>
                  </a:lnTo>
                  <a:lnTo>
                    <a:pt x="229" y="196"/>
                  </a:lnTo>
                  <a:lnTo>
                    <a:pt x="228" y="194"/>
                  </a:lnTo>
                  <a:lnTo>
                    <a:pt x="228" y="194"/>
                  </a:lnTo>
                  <a:lnTo>
                    <a:pt x="227" y="193"/>
                  </a:lnTo>
                  <a:lnTo>
                    <a:pt x="227" y="191"/>
                  </a:lnTo>
                  <a:lnTo>
                    <a:pt x="227" y="190"/>
                  </a:lnTo>
                  <a:lnTo>
                    <a:pt x="228" y="188"/>
                  </a:lnTo>
                  <a:lnTo>
                    <a:pt x="229" y="186"/>
                  </a:lnTo>
                  <a:lnTo>
                    <a:pt x="229" y="186"/>
                  </a:lnTo>
                  <a:lnTo>
                    <a:pt x="229" y="185"/>
                  </a:lnTo>
                  <a:lnTo>
                    <a:pt x="228" y="184"/>
                  </a:lnTo>
                  <a:lnTo>
                    <a:pt x="227" y="184"/>
                  </a:lnTo>
                  <a:lnTo>
                    <a:pt x="227" y="185"/>
                  </a:lnTo>
                  <a:lnTo>
                    <a:pt x="226" y="190"/>
                  </a:lnTo>
                  <a:lnTo>
                    <a:pt x="226" y="191"/>
                  </a:lnTo>
                  <a:lnTo>
                    <a:pt x="224" y="192"/>
                  </a:lnTo>
                  <a:lnTo>
                    <a:pt x="223" y="193"/>
                  </a:lnTo>
                  <a:lnTo>
                    <a:pt x="223" y="197"/>
                  </a:lnTo>
                  <a:lnTo>
                    <a:pt x="223" y="201"/>
                  </a:lnTo>
                  <a:lnTo>
                    <a:pt x="223" y="201"/>
                  </a:lnTo>
                  <a:lnTo>
                    <a:pt x="222" y="204"/>
                  </a:lnTo>
                  <a:lnTo>
                    <a:pt x="221" y="205"/>
                  </a:lnTo>
                  <a:lnTo>
                    <a:pt x="219" y="206"/>
                  </a:lnTo>
                  <a:lnTo>
                    <a:pt x="217" y="207"/>
                  </a:lnTo>
                  <a:lnTo>
                    <a:pt x="216" y="213"/>
                  </a:lnTo>
                  <a:lnTo>
                    <a:pt x="214" y="214"/>
                  </a:lnTo>
                  <a:lnTo>
                    <a:pt x="213" y="218"/>
                  </a:lnTo>
                  <a:lnTo>
                    <a:pt x="212" y="219"/>
                  </a:lnTo>
                  <a:lnTo>
                    <a:pt x="212" y="224"/>
                  </a:lnTo>
                  <a:lnTo>
                    <a:pt x="211" y="225"/>
                  </a:lnTo>
                  <a:lnTo>
                    <a:pt x="209" y="226"/>
                  </a:lnTo>
                  <a:lnTo>
                    <a:pt x="209" y="227"/>
                  </a:lnTo>
                  <a:lnTo>
                    <a:pt x="209" y="229"/>
                  </a:lnTo>
                  <a:lnTo>
                    <a:pt x="209" y="229"/>
                  </a:lnTo>
                  <a:lnTo>
                    <a:pt x="198" y="251"/>
                  </a:lnTo>
                  <a:lnTo>
                    <a:pt x="194" y="254"/>
                  </a:lnTo>
                  <a:lnTo>
                    <a:pt x="194" y="255"/>
                  </a:lnTo>
                  <a:lnTo>
                    <a:pt x="195" y="258"/>
                  </a:lnTo>
                  <a:lnTo>
                    <a:pt x="195" y="260"/>
                  </a:lnTo>
                  <a:lnTo>
                    <a:pt x="192" y="258"/>
                  </a:lnTo>
                  <a:lnTo>
                    <a:pt x="191" y="257"/>
                  </a:lnTo>
                  <a:lnTo>
                    <a:pt x="191" y="257"/>
                  </a:lnTo>
                  <a:lnTo>
                    <a:pt x="190" y="256"/>
                  </a:lnTo>
                  <a:lnTo>
                    <a:pt x="190" y="256"/>
                  </a:lnTo>
                  <a:lnTo>
                    <a:pt x="187" y="255"/>
                  </a:lnTo>
                  <a:lnTo>
                    <a:pt x="186" y="254"/>
                  </a:lnTo>
                  <a:lnTo>
                    <a:pt x="186" y="253"/>
                  </a:lnTo>
                  <a:lnTo>
                    <a:pt x="186" y="253"/>
                  </a:lnTo>
                  <a:lnTo>
                    <a:pt x="186" y="249"/>
                  </a:lnTo>
                  <a:lnTo>
                    <a:pt x="186" y="248"/>
                  </a:lnTo>
                  <a:lnTo>
                    <a:pt x="187" y="244"/>
                  </a:lnTo>
                  <a:lnTo>
                    <a:pt x="188" y="241"/>
                  </a:lnTo>
                  <a:lnTo>
                    <a:pt x="188" y="240"/>
                  </a:lnTo>
                  <a:lnTo>
                    <a:pt x="190" y="239"/>
                  </a:lnTo>
                  <a:lnTo>
                    <a:pt x="190" y="239"/>
                  </a:lnTo>
                  <a:lnTo>
                    <a:pt x="190" y="238"/>
                  </a:lnTo>
                  <a:lnTo>
                    <a:pt x="190" y="238"/>
                  </a:lnTo>
                  <a:lnTo>
                    <a:pt x="188" y="236"/>
                  </a:lnTo>
                  <a:lnTo>
                    <a:pt x="188" y="236"/>
                  </a:lnTo>
                  <a:lnTo>
                    <a:pt x="188" y="235"/>
                  </a:lnTo>
                  <a:lnTo>
                    <a:pt x="187" y="235"/>
                  </a:lnTo>
                  <a:lnTo>
                    <a:pt x="187" y="235"/>
                  </a:lnTo>
                  <a:lnTo>
                    <a:pt x="186" y="235"/>
                  </a:lnTo>
                  <a:lnTo>
                    <a:pt x="183" y="239"/>
                  </a:lnTo>
                  <a:lnTo>
                    <a:pt x="181" y="239"/>
                  </a:lnTo>
                  <a:lnTo>
                    <a:pt x="181" y="239"/>
                  </a:lnTo>
                  <a:lnTo>
                    <a:pt x="180" y="239"/>
                  </a:lnTo>
                  <a:lnTo>
                    <a:pt x="179" y="239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7" y="240"/>
                  </a:lnTo>
                  <a:lnTo>
                    <a:pt x="177" y="239"/>
                  </a:lnTo>
                  <a:lnTo>
                    <a:pt x="176" y="239"/>
                  </a:lnTo>
                  <a:lnTo>
                    <a:pt x="175" y="239"/>
                  </a:lnTo>
                  <a:lnTo>
                    <a:pt x="175" y="238"/>
                  </a:lnTo>
                  <a:lnTo>
                    <a:pt x="175" y="238"/>
                  </a:lnTo>
                  <a:lnTo>
                    <a:pt x="175" y="235"/>
                  </a:lnTo>
                  <a:lnTo>
                    <a:pt x="176" y="235"/>
                  </a:lnTo>
                  <a:lnTo>
                    <a:pt x="176" y="234"/>
                  </a:lnTo>
                  <a:lnTo>
                    <a:pt x="175" y="233"/>
                  </a:lnTo>
                  <a:lnTo>
                    <a:pt x="175" y="232"/>
                  </a:lnTo>
                  <a:lnTo>
                    <a:pt x="175" y="232"/>
                  </a:lnTo>
                  <a:lnTo>
                    <a:pt x="176" y="232"/>
                  </a:lnTo>
                  <a:lnTo>
                    <a:pt x="177" y="229"/>
                  </a:lnTo>
                  <a:lnTo>
                    <a:pt x="178" y="229"/>
                  </a:lnTo>
                  <a:lnTo>
                    <a:pt x="178" y="229"/>
                  </a:lnTo>
                  <a:lnTo>
                    <a:pt x="178" y="228"/>
                  </a:lnTo>
                  <a:lnTo>
                    <a:pt x="178" y="227"/>
                  </a:lnTo>
                  <a:lnTo>
                    <a:pt x="178" y="227"/>
                  </a:lnTo>
                  <a:lnTo>
                    <a:pt x="178" y="226"/>
                  </a:lnTo>
                  <a:lnTo>
                    <a:pt x="178" y="226"/>
                  </a:lnTo>
                  <a:lnTo>
                    <a:pt x="178" y="224"/>
                  </a:lnTo>
                  <a:lnTo>
                    <a:pt x="177" y="221"/>
                  </a:lnTo>
                  <a:lnTo>
                    <a:pt x="177" y="220"/>
                  </a:lnTo>
                  <a:lnTo>
                    <a:pt x="177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78" y="219"/>
                  </a:lnTo>
                  <a:lnTo>
                    <a:pt x="178" y="219"/>
                  </a:lnTo>
                  <a:lnTo>
                    <a:pt x="178" y="218"/>
                  </a:lnTo>
                  <a:lnTo>
                    <a:pt x="178" y="217"/>
                  </a:lnTo>
                  <a:lnTo>
                    <a:pt x="178" y="217"/>
                  </a:lnTo>
                  <a:lnTo>
                    <a:pt x="178" y="215"/>
                  </a:lnTo>
                  <a:lnTo>
                    <a:pt x="177" y="214"/>
                  </a:lnTo>
                  <a:lnTo>
                    <a:pt x="176" y="213"/>
                  </a:lnTo>
                  <a:lnTo>
                    <a:pt x="176" y="213"/>
                  </a:lnTo>
                  <a:lnTo>
                    <a:pt x="176" y="212"/>
                  </a:lnTo>
                  <a:lnTo>
                    <a:pt x="177" y="212"/>
                  </a:lnTo>
                  <a:lnTo>
                    <a:pt x="177" y="212"/>
                  </a:lnTo>
                  <a:lnTo>
                    <a:pt x="177" y="211"/>
                  </a:lnTo>
                  <a:lnTo>
                    <a:pt x="177" y="211"/>
                  </a:lnTo>
                  <a:lnTo>
                    <a:pt x="177" y="211"/>
                  </a:lnTo>
                  <a:lnTo>
                    <a:pt x="177" y="210"/>
                  </a:lnTo>
                  <a:lnTo>
                    <a:pt x="176" y="210"/>
                  </a:lnTo>
                  <a:lnTo>
                    <a:pt x="175" y="208"/>
                  </a:lnTo>
                  <a:lnTo>
                    <a:pt x="173" y="207"/>
                  </a:lnTo>
                  <a:lnTo>
                    <a:pt x="172" y="207"/>
                  </a:lnTo>
                  <a:lnTo>
                    <a:pt x="172" y="206"/>
                  </a:lnTo>
                  <a:lnTo>
                    <a:pt x="171" y="206"/>
                  </a:lnTo>
                  <a:lnTo>
                    <a:pt x="171" y="205"/>
                  </a:lnTo>
                  <a:lnTo>
                    <a:pt x="170" y="205"/>
                  </a:lnTo>
                  <a:lnTo>
                    <a:pt x="170" y="205"/>
                  </a:lnTo>
                  <a:lnTo>
                    <a:pt x="169" y="205"/>
                  </a:lnTo>
                  <a:lnTo>
                    <a:pt x="166" y="205"/>
                  </a:lnTo>
                  <a:lnTo>
                    <a:pt x="165" y="205"/>
                  </a:lnTo>
                  <a:lnTo>
                    <a:pt x="165" y="205"/>
                  </a:lnTo>
                  <a:lnTo>
                    <a:pt x="164" y="204"/>
                  </a:lnTo>
                  <a:lnTo>
                    <a:pt x="164" y="204"/>
                  </a:lnTo>
                  <a:lnTo>
                    <a:pt x="163" y="203"/>
                  </a:lnTo>
                  <a:lnTo>
                    <a:pt x="163" y="203"/>
                  </a:lnTo>
                  <a:lnTo>
                    <a:pt x="163" y="203"/>
                  </a:lnTo>
                  <a:lnTo>
                    <a:pt x="162" y="203"/>
                  </a:lnTo>
                  <a:lnTo>
                    <a:pt x="161" y="204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8" y="204"/>
                  </a:lnTo>
                  <a:lnTo>
                    <a:pt x="157" y="204"/>
                  </a:lnTo>
                  <a:lnTo>
                    <a:pt x="156" y="203"/>
                  </a:lnTo>
                  <a:lnTo>
                    <a:pt x="156" y="203"/>
                  </a:lnTo>
                  <a:lnTo>
                    <a:pt x="155" y="201"/>
                  </a:lnTo>
                  <a:lnTo>
                    <a:pt x="155" y="201"/>
                  </a:lnTo>
                  <a:lnTo>
                    <a:pt x="155" y="200"/>
                  </a:lnTo>
                  <a:lnTo>
                    <a:pt x="155" y="200"/>
                  </a:lnTo>
                  <a:lnTo>
                    <a:pt x="155" y="199"/>
                  </a:lnTo>
                  <a:lnTo>
                    <a:pt x="156" y="198"/>
                  </a:lnTo>
                  <a:lnTo>
                    <a:pt x="156" y="197"/>
                  </a:lnTo>
                  <a:lnTo>
                    <a:pt x="157" y="197"/>
                  </a:lnTo>
                  <a:lnTo>
                    <a:pt x="157" y="196"/>
                  </a:lnTo>
                  <a:lnTo>
                    <a:pt x="156" y="196"/>
                  </a:lnTo>
                  <a:lnTo>
                    <a:pt x="155" y="192"/>
                  </a:lnTo>
                  <a:lnTo>
                    <a:pt x="154" y="192"/>
                  </a:lnTo>
                  <a:lnTo>
                    <a:pt x="154" y="191"/>
                  </a:lnTo>
                  <a:lnTo>
                    <a:pt x="152" y="191"/>
                  </a:lnTo>
                  <a:lnTo>
                    <a:pt x="151" y="191"/>
                  </a:lnTo>
                  <a:lnTo>
                    <a:pt x="150" y="190"/>
                  </a:lnTo>
                  <a:lnTo>
                    <a:pt x="149" y="190"/>
                  </a:lnTo>
                  <a:lnTo>
                    <a:pt x="149" y="190"/>
                  </a:lnTo>
                  <a:lnTo>
                    <a:pt x="148" y="190"/>
                  </a:lnTo>
                  <a:lnTo>
                    <a:pt x="148" y="190"/>
                  </a:lnTo>
                  <a:lnTo>
                    <a:pt x="147" y="190"/>
                  </a:lnTo>
                  <a:lnTo>
                    <a:pt x="145" y="190"/>
                  </a:lnTo>
                  <a:lnTo>
                    <a:pt x="144" y="189"/>
                  </a:lnTo>
                  <a:lnTo>
                    <a:pt x="144" y="189"/>
                  </a:lnTo>
                  <a:lnTo>
                    <a:pt x="143" y="189"/>
                  </a:lnTo>
                  <a:lnTo>
                    <a:pt x="141" y="190"/>
                  </a:lnTo>
                  <a:lnTo>
                    <a:pt x="140" y="189"/>
                  </a:lnTo>
                  <a:lnTo>
                    <a:pt x="140" y="189"/>
                  </a:lnTo>
                  <a:lnTo>
                    <a:pt x="137" y="188"/>
                  </a:lnTo>
                  <a:lnTo>
                    <a:pt x="137" y="188"/>
                  </a:lnTo>
                  <a:lnTo>
                    <a:pt x="136" y="188"/>
                  </a:lnTo>
                  <a:lnTo>
                    <a:pt x="135" y="189"/>
                  </a:lnTo>
                  <a:lnTo>
                    <a:pt x="134" y="189"/>
                  </a:lnTo>
                  <a:lnTo>
                    <a:pt x="132" y="188"/>
                  </a:lnTo>
                  <a:lnTo>
                    <a:pt x="132" y="188"/>
                  </a:lnTo>
                  <a:lnTo>
                    <a:pt x="130" y="188"/>
                  </a:lnTo>
                  <a:lnTo>
                    <a:pt x="130" y="188"/>
                  </a:lnTo>
                  <a:lnTo>
                    <a:pt x="129" y="188"/>
                  </a:lnTo>
                  <a:lnTo>
                    <a:pt x="129" y="188"/>
                  </a:lnTo>
                  <a:lnTo>
                    <a:pt x="128" y="186"/>
                  </a:lnTo>
                  <a:lnTo>
                    <a:pt x="127" y="186"/>
                  </a:lnTo>
                  <a:lnTo>
                    <a:pt x="127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5" y="186"/>
                  </a:lnTo>
                  <a:lnTo>
                    <a:pt x="125" y="188"/>
                  </a:lnTo>
                  <a:lnTo>
                    <a:pt x="123" y="188"/>
                  </a:lnTo>
                  <a:lnTo>
                    <a:pt x="123" y="188"/>
                  </a:lnTo>
                  <a:lnTo>
                    <a:pt x="123" y="188"/>
                  </a:lnTo>
                  <a:lnTo>
                    <a:pt x="122" y="188"/>
                  </a:lnTo>
                  <a:lnTo>
                    <a:pt x="122" y="188"/>
                  </a:lnTo>
                  <a:lnTo>
                    <a:pt x="121" y="189"/>
                  </a:lnTo>
                  <a:lnTo>
                    <a:pt x="120" y="189"/>
                  </a:lnTo>
                  <a:lnTo>
                    <a:pt x="120" y="189"/>
                  </a:lnTo>
                  <a:lnTo>
                    <a:pt x="118" y="188"/>
                  </a:lnTo>
                  <a:lnTo>
                    <a:pt x="115" y="188"/>
                  </a:lnTo>
                  <a:lnTo>
                    <a:pt x="114" y="188"/>
                  </a:lnTo>
                  <a:lnTo>
                    <a:pt x="114" y="186"/>
                  </a:lnTo>
                  <a:lnTo>
                    <a:pt x="113" y="186"/>
                  </a:lnTo>
                  <a:lnTo>
                    <a:pt x="113" y="188"/>
                  </a:lnTo>
                  <a:lnTo>
                    <a:pt x="112" y="188"/>
                  </a:lnTo>
                  <a:lnTo>
                    <a:pt x="111" y="188"/>
                  </a:lnTo>
                  <a:lnTo>
                    <a:pt x="111" y="188"/>
                  </a:lnTo>
                  <a:lnTo>
                    <a:pt x="109" y="188"/>
                  </a:lnTo>
                  <a:lnTo>
                    <a:pt x="109" y="188"/>
                  </a:lnTo>
                  <a:lnTo>
                    <a:pt x="108" y="188"/>
                  </a:lnTo>
                  <a:lnTo>
                    <a:pt x="108" y="188"/>
                  </a:lnTo>
                  <a:lnTo>
                    <a:pt x="107" y="188"/>
                  </a:lnTo>
                  <a:lnTo>
                    <a:pt x="106" y="188"/>
                  </a:lnTo>
                  <a:lnTo>
                    <a:pt x="105" y="186"/>
                  </a:lnTo>
                  <a:lnTo>
                    <a:pt x="101" y="185"/>
                  </a:lnTo>
                  <a:lnTo>
                    <a:pt x="97" y="184"/>
                  </a:lnTo>
                  <a:lnTo>
                    <a:pt x="93" y="182"/>
                  </a:lnTo>
                  <a:lnTo>
                    <a:pt x="89" y="181"/>
                  </a:lnTo>
                  <a:lnTo>
                    <a:pt x="87" y="179"/>
                  </a:lnTo>
                  <a:lnTo>
                    <a:pt x="85" y="179"/>
                  </a:lnTo>
                  <a:lnTo>
                    <a:pt x="84" y="179"/>
                  </a:lnTo>
                  <a:lnTo>
                    <a:pt x="83" y="179"/>
                  </a:lnTo>
                  <a:lnTo>
                    <a:pt x="79" y="178"/>
                  </a:lnTo>
                  <a:lnTo>
                    <a:pt x="76" y="178"/>
                  </a:lnTo>
                  <a:lnTo>
                    <a:pt x="71" y="177"/>
                  </a:lnTo>
                  <a:lnTo>
                    <a:pt x="65" y="176"/>
                  </a:lnTo>
                  <a:lnTo>
                    <a:pt x="59" y="175"/>
                  </a:lnTo>
                  <a:lnTo>
                    <a:pt x="54" y="175"/>
                  </a:lnTo>
                  <a:lnTo>
                    <a:pt x="48" y="174"/>
                  </a:lnTo>
                  <a:lnTo>
                    <a:pt x="43" y="172"/>
                  </a:lnTo>
                  <a:lnTo>
                    <a:pt x="37" y="171"/>
                  </a:lnTo>
                  <a:lnTo>
                    <a:pt x="33" y="171"/>
                  </a:lnTo>
                  <a:lnTo>
                    <a:pt x="29" y="170"/>
                  </a:lnTo>
                  <a:lnTo>
                    <a:pt x="26" y="170"/>
                  </a:lnTo>
                  <a:lnTo>
                    <a:pt x="23" y="170"/>
                  </a:lnTo>
                  <a:lnTo>
                    <a:pt x="23" y="169"/>
                  </a:lnTo>
                  <a:lnTo>
                    <a:pt x="21" y="169"/>
                  </a:lnTo>
                  <a:lnTo>
                    <a:pt x="21" y="169"/>
                  </a:lnTo>
                  <a:lnTo>
                    <a:pt x="21" y="168"/>
                  </a:lnTo>
                  <a:lnTo>
                    <a:pt x="20" y="167"/>
                  </a:lnTo>
                  <a:lnTo>
                    <a:pt x="19" y="164"/>
                  </a:lnTo>
                  <a:lnTo>
                    <a:pt x="17" y="161"/>
                  </a:lnTo>
                  <a:lnTo>
                    <a:pt x="15" y="158"/>
                  </a:lnTo>
                  <a:lnTo>
                    <a:pt x="14" y="157"/>
                  </a:lnTo>
                  <a:lnTo>
                    <a:pt x="14" y="156"/>
                  </a:lnTo>
                  <a:lnTo>
                    <a:pt x="13" y="155"/>
                  </a:lnTo>
                  <a:lnTo>
                    <a:pt x="12" y="155"/>
                  </a:lnTo>
                  <a:lnTo>
                    <a:pt x="12" y="155"/>
                  </a:lnTo>
                  <a:lnTo>
                    <a:pt x="11" y="155"/>
                  </a:lnTo>
                  <a:lnTo>
                    <a:pt x="10" y="155"/>
                  </a:lnTo>
                  <a:lnTo>
                    <a:pt x="10" y="154"/>
                  </a:lnTo>
                  <a:lnTo>
                    <a:pt x="8" y="154"/>
                  </a:lnTo>
                  <a:lnTo>
                    <a:pt x="8" y="154"/>
                  </a:lnTo>
                  <a:lnTo>
                    <a:pt x="7" y="154"/>
                  </a:lnTo>
                  <a:lnTo>
                    <a:pt x="6" y="153"/>
                  </a:lnTo>
                  <a:lnTo>
                    <a:pt x="6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3" y="153"/>
                  </a:lnTo>
                  <a:lnTo>
                    <a:pt x="3" y="153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1" y="151"/>
                  </a:lnTo>
                  <a:lnTo>
                    <a:pt x="0" y="150"/>
                  </a:lnTo>
                  <a:lnTo>
                    <a:pt x="0" y="149"/>
                  </a:lnTo>
                  <a:lnTo>
                    <a:pt x="3" y="148"/>
                  </a:lnTo>
                  <a:lnTo>
                    <a:pt x="4" y="148"/>
                  </a:lnTo>
                  <a:lnTo>
                    <a:pt x="5" y="147"/>
                  </a:lnTo>
                  <a:lnTo>
                    <a:pt x="7" y="147"/>
                  </a:lnTo>
                  <a:lnTo>
                    <a:pt x="8" y="146"/>
                  </a:lnTo>
                  <a:lnTo>
                    <a:pt x="12" y="145"/>
                  </a:lnTo>
                  <a:lnTo>
                    <a:pt x="22" y="140"/>
                  </a:lnTo>
                  <a:lnTo>
                    <a:pt x="25" y="138"/>
                  </a:lnTo>
                  <a:lnTo>
                    <a:pt x="36" y="127"/>
                  </a:lnTo>
                  <a:lnTo>
                    <a:pt x="39" y="125"/>
                  </a:lnTo>
                  <a:lnTo>
                    <a:pt x="63" y="120"/>
                  </a:lnTo>
                  <a:lnTo>
                    <a:pt x="69" y="117"/>
                  </a:lnTo>
                  <a:lnTo>
                    <a:pt x="73" y="112"/>
                  </a:lnTo>
                  <a:lnTo>
                    <a:pt x="78" y="107"/>
                  </a:lnTo>
                  <a:lnTo>
                    <a:pt x="79" y="106"/>
                  </a:lnTo>
                  <a:lnTo>
                    <a:pt x="80" y="106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7" y="105"/>
                  </a:lnTo>
                  <a:lnTo>
                    <a:pt x="89" y="104"/>
                  </a:lnTo>
                  <a:lnTo>
                    <a:pt x="90" y="104"/>
                  </a:lnTo>
                  <a:lnTo>
                    <a:pt x="91" y="103"/>
                  </a:lnTo>
                  <a:lnTo>
                    <a:pt x="92" y="99"/>
                  </a:lnTo>
                  <a:lnTo>
                    <a:pt x="93" y="98"/>
                  </a:lnTo>
                  <a:lnTo>
                    <a:pt x="93" y="98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7" y="93"/>
                  </a:lnTo>
                  <a:lnTo>
                    <a:pt x="106" y="84"/>
                  </a:lnTo>
                  <a:lnTo>
                    <a:pt x="107" y="83"/>
                  </a:lnTo>
                  <a:lnTo>
                    <a:pt x="109" y="83"/>
                  </a:lnTo>
                  <a:close/>
                  <a:moveTo>
                    <a:pt x="158" y="56"/>
                  </a:moveTo>
                  <a:lnTo>
                    <a:pt x="159" y="56"/>
                  </a:lnTo>
                  <a:lnTo>
                    <a:pt x="163" y="57"/>
                  </a:lnTo>
                  <a:lnTo>
                    <a:pt x="164" y="58"/>
                  </a:lnTo>
                  <a:lnTo>
                    <a:pt x="165" y="60"/>
                  </a:lnTo>
                  <a:lnTo>
                    <a:pt x="166" y="61"/>
                  </a:lnTo>
                  <a:lnTo>
                    <a:pt x="166" y="61"/>
                  </a:lnTo>
                  <a:lnTo>
                    <a:pt x="164" y="62"/>
                  </a:lnTo>
                  <a:lnTo>
                    <a:pt x="163" y="63"/>
                  </a:lnTo>
                  <a:lnTo>
                    <a:pt x="161" y="63"/>
                  </a:lnTo>
                  <a:lnTo>
                    <a:pt x="159" y="63"/>
                  </a:lnTo>
                  <a:lnTo>
                    <a:pt x="157" y="63"/>
                  </a:lnTo>
                  <a:lnTo>
                    <a:pt x="156" y="63"/>
                  </a:lnTo>
                  <a:lnTo>
                    <a:pt x="155" y="63"/>
                  </a:lnTo>
                  <a:lnTo>
                    <a:pt x="151" y="64"/>
                  </a:lnTo>
                  <a:lnTo>
                    <a:pt x="148" y="64"/>
                  </a:lnTo>
                  <a:lnTo>
                    <a:pt x="147" y="65"/>
                  </a:lnTo>
                  <a:lnTo>
                    <a:pt x="147" y="67"/>
                  </a:lnTo>
                  <a:lnTo>
                    <a:pt x="148" y="67"/>
                  </a:lnTo>
                  <a:lnTo>
                    <a:pt x="150" y="68"/>
                  </a:lnTo>
                  <a:lnTo>
                    <a:pt x="151" y="68"/>
                  </a:lnTo>
                  <a:lnTo>
                    <a:pt x="148" y="71"/>
                  </a:lnTo>
                  <a:lnTo>
                    <a:pt x="147" y="72"/>
                  </a:lnTo>
                  <a:lnTo>
                    <a:pt x="145" y="74"/>
                  </a:lnTo>
                  <a:lnTo>
                    <a:pt x="145" y="74"/>
                  </a:lnTo>
                  <a:lnTo>
                    <a:pt x="144" y="76"/>
                  </a:lnTo>
                  <a:lnTo>
                    <a:pt x="143" y="76"/>
                  </a:lnTo>
                  <a:lnTo>
                    <a:pt x="142" y="77"/>
                  </a:lnTo>
                  <a:lnTo>
                    <a:pt x="141" y="77"/>
                  </a:lnTo>
                  <a:lnTo>
                    <a:pt x="140" y="81"/>
                  </a:lnTo>
                  <a:lnTo>
                    <a:pt x="138" y="82"/>
                  </a:lnTo>
                  <a:lnTo>
                    <a:pt x="137" y="82"/>
                  </a:lnTo>
                  <a:lnTo>
                    <a:pt x="136" y="82"/>
                  </a:lnTo>
                  <a:lnTo>
                    <a:pt x="136" y="82"/>
                  </a:lnTo>
                  <a:lnTo>
                    <a:pt x="135" y="83"/>
                  </a:lnTo>
                  <a:lnTo>
                    <a:pt x="135" y="84"/>
                  </a:lnTo>
                  <a:lnTo>
                    <a:pt x="134" y="86"/>
                  </a:lnTo>
                  <a:lnTo>
                    <a:pt x="135" y="88"/>
                  </a:lnTo>
                  <a:lnTo>
                    <a:pt x="135" y="88"/>
                  </a:lnTo>
                  <a:lnTo>
                    <a:pt x="134" y="88"/>
                  </a:lnTo>
                  <a:lnTo>
                    <a:pt x="133" y="89"/>
                  </a:lnTo>
                  <a:lnTo>
                    <a:pt x="133" y="89"/>
                  </a:lnTo>
                  <a:lnTo>
                    <a:pt x="132" y="90"/>
                  </a:lnTo>
                  <a:lnTo>
                    <a:pt x="132" y="91"/>
                  </a:lnTo>
                  <a:lnTo>
                    <a:pt x="129" y="92"/>
                  </a:lnTo>
                  <a:lnTo>
                    <a:pt x="129" y="93"/>
                  </a:lnTo>
                  <a:lnTo>
                    <a:pt x="127" y="98"/>
                  </a:lnTo>
                  <a:lnTo>
                    <a:pt x="126" y="100"/>
                  </a:lnTo>
                  <a:lnTo>
                    <a:pt x="126" y="101"/>
                  </a:lnTo>
                  <a:lnTo>
                    <a:pt x="125" y="103"/>
                  </a:lnTo>
                  <a:lnTo>
                    <a:pt x="121" y="98"/>
                  </a:lnTo>
                  <a:lnTo>
                    <a:pt x="120" y="97"/>
                  </a:lnTo>
                  <a:lnTo>
                    <a:pt x="121" y="96"/>
                  </a:lnTo>
                  <a:lnTo>
                    <a:pt x="121" y="95"/>
                  </a:lnTo>
                  <a:lnTo>
                    <a:pt x="123" y="93"/>
                  </a:lnTo>
                  <a:lnTo>
                    <a:pt x="123" y="92"/>
                  </a:lnTo>
                  <a:lnTo>
                    <a:pt x="125" y="91"/>
                  </a:lnTo>
                  <a:lnTo>
                    <a:pt x="125" y="89"/>
                  </a:lnTo>
                  <a:lnTo>
                    <a:pt x="125" y="86"/>
                  </a:lnTo>
                  <a:lnTo>
                    <a:pt x="125" y="85"/>
                  </a:lnTo>
                  <a:lnTo>
                    <a:pt x="123" y="85"/>
                  </a:lnTo>
                  <a:lnTo>
                    <a:pt x="122" y="86"/>
                  </a:lnTo>
                  <a:lnTo>
                    <a:pt x="121" y="89"/>
                  </a:lnTo>
                  <a:lnTo>
                    <a:pt x="121" y="90"/>
                  </a:lnTo>
                  <a:lnTo>
                    <a:pt x="122" y="89"/>
                  </a:lnTo>
                  <a:lnTo>
                    <a:pt x="123" y="90"/>
                  </a:lnTo>
                  <a:lnTo>
                    <a:pt x="123" y="91"/>
                  </a:lnTo>
                  <a:lnTo>
                    <a:pt x="122" y="92"/>
                  </a:lnTo>
                  <a:lnTo>
                    <a:pt x="120" y="93"/>
                  </a:lnTo>
                  <a:lnTo>
                    <a:pt x="120" y="92"/>
                  </a:lnTo>
                  <a:lnTo>
                    <a:pt x="118" y="91"/>
                  </a:lnTo>
                  <a:lnTo>
                    <a:pt x="118" y="91"/>
                  </a:lnTo>
                  <a:lnTo>
                    <a:pt x="112" y="91"/>
                  </a:lnTo>
                  <a:lnTo>
                    <a:pt x="111" y="90"/>
                  </a:lnTo>
                  <a:lnTo>
                    <a:pt x="111" y="86"/>
                  </a:lnTo>
                  <a:lnTo>
                    <a:pt x="111" y="84"/>
                  </a:lnTo>
                  <a:lnTo>
                    <a:pt x="111" y="83"/>
                  </a:lnTo>
                  <a:lnTo>
                    <a:pt x="112" y="82"/>
                  </a:lnTo>
                  <a:lnTo>
                    <a:pt x="114" y="79"/>
                  </a:lnTo>
                  <a:lnTo>
                    <a:pt x="115" y="78"/>
                  </a:lnTo>
                  <a:lnTo>
                    <a:pt x="121" y="70"/>
                  </a:lnTo>
                  <a:lnTo>
                    <a:pt x="122" y="69"/>
                  </a:lnTo>
                  <a:lnTo>
                    <a:pt x="128" y="65"/>
                  </a:lnTo>
                  <a:lnTo>
                    <a:pt x="129" y="64"/>
                  </a:lnTo>
                  <a:lnTo>
                    <a:pt x="129" y="63"/>
                  </a:lnTo>
                  <a:lnTo>
                    <a:pt x="130" y="63"/>
                  </a:lnTo>
                  <a:lnTo>
                    <a:pt x="132" y="64"/>
                  </a:lnTo>
                  <a:lnTo>
                    <a:pt x="132" y="64"/>
                  </a:lnTo>
                  <a:lnTo>
                    <a:pt x="133" y="63"/>
                  </a:lnTo>
                  <a:lnTo>
                    <a:pt x="134" y="62"/>
                  </a:lnTo>
                  <a:lnTo>
                    <a:pt x="134" y="62"/>
                  </a:lnTo>
                  <a:lnTo>
                    <a:pt x="138" y="60"/>
                  </a:lnTo>
                  <a:lnTo>
                    <a:pt x="144" y="58"/>
                  </a:lnTo>
                  <a:lnTo>
                    <a:pt x="158" y="56"/>
                  </a:lnTo>
                  <a:close/>
                  <a:moveTo>
                    <a:pt x="111" y="0"/>
                  </a:moveTo>
                  <a:lnTo>
                    <a:pt x="109" y="2"/>
                  </a:lnTo>
                  <a:lnTo>
                    <a:pt x="109" y="3"/>
                  </a:lnTo>
                  <a:lnTo>
                    <a:pt x="108" y="3"/>
                  </a:lnTo>
                  <a:lnTo>
                    <a:pt x="111" y="3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5" y="7"/>
                  </a:lnTo>
                  <a:lnTo>
                    <a:pt x="104" y="10"/>
                  </a:lnTo>
                  <a:lnTo>
                    <a:pt x="104" y="10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2" y="15"/>
                  </a:lnTo>
                  <a:lnTo>
                    <a:pt x="99" y="17"/>
                  </a:lnTo>
                  <a:lnTo>
                    <a:pt x="83" y="25"/>
                  </a:lnTo>
                  <a:lnTo>
                    <a:pt x="83" y="26"/>
                  </a:lnTo>
                  <a:lnTo>
                    <a:pt x="80" y="27"/>
                  </a:lnTo>
                  <a:lnTo>
                    <a:pt x="80" y="28"/>
                  </a:lnTo>
                  <a:lnTo>
                    <a:pt x="85" y="28"/>
                  </a:lnTo>
                  <a:lnTo>
                    <a:pt x="85" y="28"/>
                  </a:lnTo>
                  <a:lnTo>
                    <a:pt x="83" y="29"/>
                  </a:lnTo>
                  <a:lnTo>
                    <a:pt x="72" y="35"/>
                  </a:lnTo>
                  <a:lnTo>
                    <a:pt x="70" y="35"/>
                  </a:lnTo>
                  <a:lnTo>
                    <a:pt x="69" y="35"/>
                  </a:lnTo>
                  <a:lnTo>
                    <a:pt x="68" y="34"/>
                  </a:lnTo>
                  <a:lnTo>
                    <a:pt x="68" y="34"/>
                  </a:lnTo>
                  <a:lnTo>
                    <a:pt x="68" y="34"/>
                  </a:lnTo>
                  <a:lnTo>
                    <a:pt x="66" y="34"/>
                  </a:lnTo>
                  <a:lnTo>
                    <a:pt x="66" y="33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68" y="29"/>
                  </a:lnTo>
                  <a:lnTo>
                    <a:pt x="66" y="29"/>
                  </a:lnTo>
                  <a:lnTo>
                    <a:pt x="66" y="28"/>
                  </a:lnTo>
                  <a:lnTo>
                    <a:pt x="72" y="24"/>
                  </a:lnTo>
                  <a:lnTo>
                    <a:pt x="80" y="19"/>
                  </a:lnTo>
                  <a:lnTo>
                    <a:pt x="83" y="17"/>
                  </a:lnTo>
                  <a:lnTo>
                    <a:pt x="84" y="17"/>
                  </a:lnTo>
                  <a:lnTo>
                    <a:pt x="85" y="17"/>
                  </a:lnTo>
                  <a:lnTo>
                    <a:pt x="86" y="15"/>
                  </a:lnTo>
                  <a:lnTo>
                    <a:pt x="87" y="14"/>
                  </a:lnTo>
                  <a:lnTo>
                    <a:pt x="90" y="14"/>
                  </a:lnTo>
                  <a:lnTo>
                    <a:pt x="92" y="12"/>
                  </a:lnTo>
                  <a:lnTo>
                    <a:pt x="94" y="10"/>
                  </a:lnTo>
                  <a:lnTo>
                    <a:pt x="97" y="7"/>
                  </a:lnTo>
                  <a:lnTo>
                    <a:pt x="97" y="10"/>
                  </a:lnTo>
                  <a:lnTo>
                    <a:pt x="101" y="5"/>
                  </a:lnTo>
                  <a:lnTo>
                    <a:pt x="102" y="5"/>
                  </a:lnTo>
                  <a:lnTo>
                    <a:pt x="104" y="4"/>
                  </a:lnTo>
                  <a:lnTo>
                    <a:pt x="105" y="5"/>
                  </a:lnTo>
                  <a:lnTo>
                    <a:pt x="106" y="4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3827463" y="1735138"/>
              <a:ext cx="215900" cy="319088"/>
            </a:xfrm>
            <a:custGeom>
              <a:avLst/>
              <a:gdLst>
                <a:gd name="T0" fmla="*/ 168 w 271"/>
                <a:gd name="T1" fmla="*/ 280 h 402"/>
                <a:gd name="T2" fmla="*/ 177 w 271"/>
                <a:gd name="T3" fmla="*/ 272 h 402"/>
                <a:gd name="T4" fmla="*/ 207 w 271"/>
                <a:gd name="T5" fmla="*/ 251 h 402"/>
                <a:gd name="T6" fmla="*/ 193 w 271"/>
                <a:gd name="T7" fmla="*/ 258 h 402"/>
                <a:gd name="T8" fmla="*/ 128 w 271"/>
                <a:gd name="T9" fmla="*/ 0 h 402"/>
                <a:gd name="T10" fmla="*/ 164 w 271"/>
                <a:gd name="T11" fmla="*/ 19 h 402"/>
                <a:gd name="T12" fmla="*/ 196 w 271"/>
                <a:gd name="T13" fmla="*/ 118 h 402"/>
                <a:gd name="T14" fmla="*/ 207 w 271"/>
                <a:gd name="T15" fmla="*/ 132 h 402"/>
                <a:gd name="T16" fmla="*/ 229 w 271"/>
                <a:gd name="T17" fmla="*/ 159 h 402"/>
                <a:gd name="T18" fmla="*/ 250 w 271"/>
                <a:gd name="T19" fmla="*/ 162 h 402"/>
                <a:gd name="T20" fmla="*/ 263 w 271"/>
                <a:gd name="T21" fmla="*/ 177 h 402"/>
                <a:gd name="T22" fmla="*/ 261 w 271"/>
                <a:gd name="T23" fmla="*/ 188 h 402"/>
                <a:gd name="T24" fmla="*/ 264 w 271"/>
                <a:gd name="T25" fmla="*/ 180 h 402"/>
                <a:gd name="T26" fmla="*/ 266 w 271"/>
                <a:gd name="T27" fmla="*/ 192 h 402"/>
                <a:gd name="T28" fmla="*/ 257 w 271"/>
                <a:gd name="T29" fmla="*/ 206 h 402"/>
                <a:gd name="T30" fmla="*/ 250 w 271"/>
                <a:gd name="T31" fmla="*/ 207 h 402"/>
                <a:gd name="T32" fmla="*/ 245 w 271"/>
                <a:gd name="T33" fmla="*/ 213 h 402"/>
                <a:gd name="T34" fmla="*/ 241 w 271"/>
                <a:gd name="T35" fmla="*/ 220 h 402"/>
                <a:gd name="T36" fmla="*/ 233 w 271"/>
                <a:gd name="T37" fmla="*/ 226 h 402"/>
                <a:gd name="T38" fmla="*/ 225 w 271"/>
                <a:gd name="T39" fmla="*/ 220 h 402"/>
                <a:gd name="T40" fmla="*/ 223 w 271"/>
                <a:gd name="T41" fmla="*/ 238 h 402"/>
                <a:gd name="T42" fmla="*/ 215 w 271"/>
                <a:gd name="T43" fmla="*/ 232 h 402"/>
                <a:gd name="T44" fmla="*/ 218 w 271"/>
                <a:gd name="T45" fmla="*/ 241 h 402"/>
                <a:gd name="T46" fmla="*/ 208 w 271"/>
                <a:gd name="T47" fmla="*/ 235 h 402"/>
                <a:gd name="T48" fmla="*/ 201 w 271"/>
                <a:gd name="T49" fmla="*/ 234 h 402"/>
                <a:gd name="T50" fmla="*/ 198 w 271"/>
                <a:gd name="T51" fmla="*/ 241 h 402"/>
                <a:gd name="T52" fmla="*/ 186 w 271"/>
                <a:gd name="T53" fmla="*/ 245 h 402"/>
                <a:gd name="T54" fmla="*/ 182 w 271"/>
                <a:gd name="T55" fmla="*/ 250 h 402"/>
                <a:gd name="T56" fmla="*/ 186 w 271"/>
                <a:gd name="T57" fmla="*/ 264 h 402"/>
                <a:gd name="T58" fmla="*/ 169 w 271"/>
                <a:gd name="T59" fmla="*/ 255 h 402"/>
                <a:gd name="T60" fmla="*/ 165 w 271"/>
                <a:gd name="T61" fmla="*/ 251 h 402"/>
                <a:gd name="T62" fmla="*/ 162 w 271"/>
                <a:gd name="T63" fmla="*/ 250 h 402"/>
                <a:gd name="T64" fmla="*/ 155 w 271"/>
                <a:gd name="T65" fmla="*/ 273 h 402"/>
                <a:gd name="T66" fmla="*/ 153 w 271"/>
                <a:gd name="T67" fmla="*/ 295 h 402"/>
                <a:gd name="T68" fmla="*/ 144 w 271"/>
                <a:gd name="T69" fmla="*/ 302 h 402"/>
                <a:gd name="T70" fmla="*/ 136 w 271"/>
                <a:gd name="T71" fmla="*/ 298 h 402"/>
                <a:gd name="T72" fmla="*/ 130 w 271"/>
                <a:gd name="T73" fmla="*/ 315 h 402"/>
                <a:gd name="T74" fmla="*/ 127 w 271"/>
                <a:gd name="T75" fmla="*/ 307 h 402"/>
                <a:gd name="T76" fmla="*/ 128 w 271"/>
                <a:gd name="T77" fmla="*/ 316 h 402"/>
                <a:gd name="T78" fmla="*/ 122 w 271"/>
                <a:gd name="T79" fmla="*/ 307 h 402"/>
                <a:gd name="T80" fmla="*/ 121 w 271"/>
                <a:gd name="T81" fmla="*/ 318 h 402"/>
                <a:gd name="T82" fmla="*/ 114 w 271"/>
                <a:gd name="T83" fmla="*/ 315 h 402"/>
                <a:gd name="T84" fmla="*/ 107 w 271"/>
                <a:gd name="T85" fmla="*/ 312 h 402"/>
                <a:gd name="T86" fmla="*/ 117 w 271"/>
                <a:gd name="T87" fmla="*/ 333 h 402"/>
                <a:gd name="T88" fmla="*/ 110 w 271"/>
                <a:gd name="T89" fmla="*/ 320 h 402"/>
                <a:gd name="T90" fmla="*/ 106 w 271"/>
                <a:gd name="T91" fmla="*/ 334 h 402"/>
                <a:gd name="T92" fmla="*/ 103 w 271"/>
                <a:gd name="T93" fmla="*/ 323 h 402"/>
                <a:gd name="T94" fmla="*/ 92 w 271"/>
                <a:gd name="T95" fmla="*/ 343 h 402"/>
                <a:gd name="T96" fmla="*/ 91 w 271"/>
                <a:gd name="T97" fmla="*/ 355 h 402"/>
                <a:gd name="T98" fmla="*/ 89 w 271"/>
                <a:gd name="T99" fmla="*/ 368 h 402"/>
                <a:gd name="T100" fmla="*/ 79 w 271"/>
                <a:gd name="T101" fmla="*/ 391 h 402"/>
                <a:gd name="T102" fmla="*/ 64 w 271"/>
                <a:gd name="T103" fmla="*/ 397 h 402"/>
                <a:gd name="T104" fmla="*/ 49 w 271"/>
                <a:gd name="T105" fmla="*/ 376 h 402"/>
                <a:gd name="T106" fmla="*/ 33 w 271"/>
                <a:gd name="T107" fmla="*/ 323 h 402"/>
                <a:gd name="T108" fmla="*/ 6 w 271"/>
                <a:gd name="T109" fmla="*/ 238 h 402"/>
                <a:gd name="T110" fmla="*/ 14 w 271"/>
                <a:gd name="T111" fmla="*/ 219 h 402"/>
                <a:gd name="T112" fmla="*/ 24 w 271"/>
                <a:gd name="T113" fmla="*/ 202 h 402"/>
                <a:gd name="T114" fmla="*/ 32 w 271"/>
                <a:gd name="T115" fmla="*/ 169 h 402"/>
                <a:gd name="T116" fmla="*/ 33 w 271"/>
                <a:gd name="T117" fmla="*/ 144 h 402"/>
                <a:gd name="T118" fmla="*/ 33 w 271"/>
                <a:gd name="T119" fmla="*/ 121 h 402"/>
                <a:gd name="T120" fmla="*/ 61 w 271"/>
                <a:gd name="T121" fmla="*/ 21 h 402"/>
                <a:gd name="T122" fmla="*/ 107 w 271"/>
                <a:gd name="T123" fmla="*/ 16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1" h="402">
                  <a:moveTo>
                    <a:pt x="168" y="280"/>
                  </a:moveTo>
                  <a:lnTo>
                    <a:pt x="170" y="281"/>
                  </a:lnTo>
                  <a:lnTo>
                    <a:pt x="172" y="281"/>
                  </a:lnTo>
                  <a:lnTo>
                    <a:pt x="175" y="281"/>
                  </a:lnTo>
                  <a:lnTo>
                    <a:pt x="176" y="281"/>
                  </a:lnTo>
                  <a:lnTo>
                    <a:pt x="176" y="283"/>
                  </a:lnTo>
                  <a:lnTo>
                    <a:pt x="176" y="284"/>
                  </a:lnTo>
                  <a:lnTo>
                    <a:pt x="175" y="285"/>
                  </a:lnTo>
                  <a:lnTo>
                    <a:pt x="175" y="286"/>
                  </a:lnTo>
                  <a:lnTo>
                    <a:pt x="173" y="286"/>
                  </a:lnTo>
                  <a:lnTo>
                    <a:pt x="172" y="286"/>
                  </a:lnTo>
                  <a:lnTo>
                    <a:pt x="170" y="286"/>
                  </a:lnTo>
                  <a:lnTo>
                    <a:pt x="170" y="284"/>
                  </a:lnTo>
                  <a:lnTo>
                    <a:pt x="170" y="283"/>
                  </a:lnTo>
                  <a:lnTo>
                    <a:pt x="168" y="283"/>
                  </a:lnTo>
                  <a:lnTo>
                    <a:pt x="166" y="283"/>
                  </a:lnTo>
                  <a:lnTo>
                    <a:pt x="166" y="280"/>
                  </a:lnTo>
                  <a:lnTo>
                    <a:pt x="168" y="280"/>
                  </a:lnTo>
                  <a:close/>
                  <a:moveTo>
                    <a:pt x="178" y="263"/>
                  </a:moveTo>
                  <a:lnTo>
                    <a:pt x="179" y="264"/>
                  </a:lnTo>
                  <a:lnTo>
                    <a:pt x="182" y="264"/>
                  </a:lnTo>
                  <a:lnTo>
                    <a:pt x="182" y="265"/>
                  </a:lnTo>
                  <a:lnTo>
                    <a:pt x="183" y="266"/>
                  </a:lnTo>
                  <a:lnTo>
                    <a:pt x="183" y="268"/>
                  </a:lnTo>
                  <a:lnTo>
                    <a:pt x="183" y="268"/>
                  </a:lnTo>
                  <a:lnTo>
                    <a:pt x="180" y="269"/>
                  </a:lnTo>
                  <a:lnTo>
                    <a:pt x="180" y="269"/>
                  </a:lnTo>
                  <a:lnTo>
                    <a:pt x="180" y="270"/>
                  </a:lnTo>
                  <a:lnTo>
                    <a:pt x="182" y="270"/>
                  </a:lnTo>
                  <a:lnTo>
                    <a:pt x="183" y="270"/>
                  </a:lnTo>
                  <a:lnTo>
                    <a:pt x="183" y="271"/>
                  </a:lnTo>
                  <a:lnTo>
                    <a:pt x="180" y="273"/>
                  </a:lnTo>
                  <a:lnTo>
                    <a:pt x="179" y="273"/>
                  </a:lnTo>
                  <a:lnTo>
                    <a:pt x="177" y="273"/>
                  </a:lnTo>
                  <a:lnTo>
                    <a:pt x="177" y="272"/>
                  </a:lnTo>
                  <a:lnTo>
                    <a:pt x="177" y="272"/>
                  </a:lnTo>
                  <a:lnTo>
                    <a:pt x="177" y="271"/>
                  </a:lnTo>
                  <a:lnTo>
                    <a:pt x="177" y="270"/>
                  </a:lnTo>
                  <a:lnTo>
                    <a:pt x="176" y="269"/>
                  </a:lnTo>
                  <a:lnTo>
                    <a:pt x="176" y="269"/>
                  </a:lnTo>
                  <a:lnTo>
                    <a:pt x="177" y="269"/>
                  </a:lnTo>
                  <a:lnTo>
                    <a:pt x="177" y="269"/>
                  </a:lnTo>
                  <a:lnTo>
                    <a:pt x="177" y="268"/>
                  </a:lnTo>
                  <a:lnTo>
                    <a:pt x="177" y="266"/>
                  </a:lnTo>
                  <a:lnTo>
                    <a:pt x="177" y="265"/>
                  </a:lnTo>
                  <a:lnTo>
                    <a:pt x="177" y="265"/>
                  </a:lnTo>
                  <a:lnTo>
                    <a:pt x="177" y="264"/>
                  </a:lnTo>
                  <a:lnTo>
                    <a:pt x="178" y="263"/>
                  </a:lnTo>
                  <a:close/>
                  <a:moveTo>
                    <a:pt x="199" y="242"/>
                  </a:moveTo>
                  <a:lnTo>
                    <a:pt x="201" y="243"/>
                  </a:lnTo>
                  <a:lnTo>
                    <a:pt x="201" y="244"/>
                  </a:lnTo>
                  <a:lnTo>
                    <a:pt x="206" y="247"/>
                  </a:lnTo>
                  <a:lnTo>
                    <a:pt x="207" y="249"/>
                  </a:lnTo>
                  <a:lnTo>
                    <a:pt x="207" y="251"/>
                  </a:lnTo>
                  <a:lnTo>
                    <a:pt x="205" y="254"/>
                  </a:lnTo>
                  <a:lnTo>
                    <a:pt x="201" y="255"/>
                  </a:lnTo>
                  <a:lnTo>
                    <a:pt x="200" y="254"/>
                  </a:lnTo>
                  <a:lnTo>
                    <a:pt x="199" y="254"/>
                  </a:lnTo>
                  <a:lnTo>
                    <a:pt x="199" y="256"/>
                  </a:lnTo>
                  <a:lnTo>
                    <a:pt x="200" y="257"/>
                  </a:lnTo>
                  <a:lnTo>
                    <a:pt x="201" y="257"/>
                  </a:lnTo>
                  <a:lnTo>
                    <a:pt x="201" y="258"/>
                  </a:lnTo>
                  <a:lnTo>
                    <a:pt x="201" y="259"/>
                  </a:lnTo>
                  <a:lnTo>
                    <a:pt x="200" y="261"/>
                  </a:lnTo>
                  <a:lnTo>
                    <a:pt x="199" y="262"/>
                  </a:lnTo>
                  <a:lnTo>
                    <a:pt x="199" y="261"/>
                  </a:lnTo>
                  <a:lnTo>
                    <a:pt x="199" y="261"/>
                  </a:lnTo>
                  <a:lnTo>
                    <a:pt x="198" y="261"/>
                  </a:lnTo>
                  <a:lnTo>
                    <a:pt x="198" y="261"/>
                  </a:lnTo>
                  <a:lnTo>
                    <a:pt x="197" y="261"/>
                  </a:lnTo>
                  <a:lnTo>
                    <a:pt x="194" y="259"/>
                  </a:lnTo>
                  <a:lnTo>
                    <a:pt x="193" y="258"/>
                  </a:lnTo>
                  <a:lnTo>
                    <a:pt x="194" y="258"/>
                  </a:lnTo>
                  <a:lnTo>
                    <a:pt x="194" y="257"/>
                  </a:lnTo>
                  <a:lnTo>
                    <a:pt x="193" y="257"/>
                  </a:lnTo>
                  <a:lnTo>
                    <a:pt x="192" y="257"/>
                  </a:lnTo>
                  <a:lnTo>
                    <a:pt x="192" y="257"/>
                  </a:lnTo>
                  <a:lnTo>
                    <a:pt x="192" y="256"/>
                  </a:lnTo>
                  <a:lnTo>
                    <a:pt x="192" y="255"/>
                  </a:lnTo>
                  <a:lnTo>
                    <a:pt x="192" y="251"/>
                  </a:lnTo>
                  <a:lnTo>
                    <a:pt x="192" y="250"/>
                  </a:lnTo>
                  <a:lnTo>
                    <a:pt x="192" y="249"/>
                  </a:lnTo>
                  <a:lnTo>
                    <a:pt x="193" y="249"/>
                  </a:lnTo>
                  <a:lnTo>
                    <a:pt x="194" y="248"/>
                  </a:lnTo>
                  <a:lnTo>
                    <a:pt x="194" y="248"/>
                  </a:lnTo>
                  <a:lnTo>
                    <a:pt x="193" y="247"/>
                  </a:lnTo>
                  <a:lnTo>
                    <a:pt x="194" y="244"/>
                  </a:lnTo>
                  <a:lnTo>
                    <a:pt x="196" y="243"/>
                  </a:lnTo>
                  <a:lnTo>
                    <a:pt x="199" y="242"/>
                  </a:lnTo>
                  <a:close/>
                  <a:moveTo>
                    <a:pt x="128" y="0"/>
                  </a:moveTo>
                  <a:lnTo>
                    <a:pt x="132" y="1"/>
                  </a:lnTo>
                  <a:lnTo>
                    <a:pt x="133" y="1"/>
                  </a:lnTo>
                  <a:lnTo>
                    <a:pt x="135" y="2"/>
                  </a:lnTo>
                  <a:lnTo>
                    <a:pt x="136" y="4"/>
                  </a:lnTo>
                  <a:lnTo>
                    <a:pt x="139" y="4"/>
                  </a:lnTo>
                  <a:lnTo>
                    <a:pt x="140" y="4"/>
                  </a:lnTo>
                  <a:lnTo>
                    <a:pt x="144" y="6"/>
                  </a:lnTo>
                  <a:lnTo>
                    <a:pt x="148" y="7"/>
                  </a:lnTo>
                  <a:lnTo>
                    <a:pt x="150" y="8"/>
                  </a:lnTo>
                  <a:lnTo>
                    <a:pt x="151" y="9"/>
                  </a:lnTo>
                  <a:lnTo>
                    <a:pt x="151" y="11"/>
                  </a:lnTo>
                  <a:lnTo>
                    <a:pt x="153" y="11"/>
                  </a:lnTo>
                  <a:lnTo>
                    <a:pt x="156" y="12"/>
                  </a:lnTo>
                  <a:lnTo>
                    <a:pt x="158" y="14"/>
                  </a:lnTo>
                  <a:lnTo>
                    <a:pt x="159" y="14"/>
                  </a:lnTo>
                  <a:lnTo>
                    <a:pt x="162" y="15"/>
                  </a:lnTo>
                  <a:lnTo>
                    <a:pt x="163" y="15"/>
                  </a:lnTo>
                  <a:lnTo>
                    <a:pt x="164" y="19"/>
                  </a:lnTo>
                  <a:lnTo>
                    <a:pt x="168" y="30"/>
                  </a:lnTo>
                  <a:lnTo>
                    <a:pt x="171" y="41"/>
                  </a:lnTo>
                  <a:lnTo>
                    <a:pt x="175" y="52"/>
                  </a:lnTo>
                  <a:lnTo>
                    <a:pt x="178" y="63"/>
                  </a:lnTo>
                  <a:lnTo>
                    <a:pt x="182" y="75"/>
                  </a:lnTo>
                  <a:lnTo>
                    <a:pt x="185" y="85"/>
                  </a:lnTo>
                  <a:lnTo>
                    <a:pt x="189" y="97"/>
                  </a:lnTo>
                  <a:lnTo>
                    <a:pt x="192" y="107"/>
                  </a:lnTo>
                  <a:lnTo>
                    <a:pt x="192" y="108"/>
                  </a:lnTo>
                  <a:lnTo>
                    <a:pt x="193" y="108"/>
                  </a:lnTo>
                  <a:lnTo>
                    <a:pt x="193" y="109"/>
                  </a:lnTo>
                  <a:lnTo>
                    <a:pt x="194" y="109"/>
                  </a:lnTo>
                  <a:lnTo>
                    <a:pt x="194" y="111"/>
                  </a:lnTo>
                  <a:lnTo>
                    <a:pt x="194" y="112"/>
                  </a:lnTo>
                  <a:lnTo>
                    <a:pt x="193" y="113"/>
                  </a:lnTo>
                  <a:lnTo>
                    <a:pt x="193" y="115"/>
                  </a:lnTo>
                  <a:lnTo>
                    <a:pt x="193" y="116"/>
                  </a:lnTo>
                  <a:lnTo>
                    <a:pt x="196" y="118"/>
                  </a:lnTo>
                  <a:lnTo>
                    <a:pt x="196" y="119"/>
                  </a:lnTo>
                  <a:lnTo>
                    <a:pt x="196" y="120"/>
                  </a:lnTo>
                  <a:lnTo>
                    <a:pt x="196" y="121"/>
                  </a:lnTo>
                  <a:lnTo>
                    <a:pt x="194" y="122"/>
                  </a:lnTo>
                  <a:lnTo>
                    <a:pt x="194" y="125"/>
                  </a:lnTo>
                  <a:lnTo>
                    <a:pt x="197" y="128"/>
                  </a:lnTo>
                  <a:lnTo>
                    <a:pt x="197" y="129"/>
                  </a:lnTo>
                  <a:lnTo>
                    <a:pt x="198" y="130"/>
                  </a:lnTo>
                  <a:lnTo>
                    <a:pt x="200" y="130"/>
                  </a:lnTo>
                  <a:lnTo>
                    <a:pt x="201" y="130"/>
                  </a:lnTo>
                  <a:lnTo>
                    <a:pt x="201" y="129"/>
                  </a:lnTo>
                  <a:lnTo>
                    <a:pt x="201" y="129"/>
                  </a:lnTo>
                  <a:lnTo>
                    <a:pt x="202" y="129"/>
                  </a:lnTo>
                  <a:lnTo>
                    <a:pt x="202" y="129"/>
                  </a:lnTo>
                  <a:lnTo>
                    <a:pt x="204" y="129"/>
                  </a:lnTo>
                  <a:lnTo>
                    <a:pt x="204" y="130"/>
                  </a:lnTo>
                  <a:lnTo>
                    <a:pt x="205" y="132"/>
                  </a:lnTo>
                  <a:lnTo>
                    <a:pt x="207" y="132"/>
                  </a:lnTo>
                  <a:lnTo>
                    <a:pt x="212" y="133"/>
                  </a:lnTo>
                  <a:lnTo>
                    <a:pt x="215" y="133"/>
                  </a:lnTo>
                  <a:lnTo>
                    <a:pt x="218" y="132"/>
                  </a:lnTo>
                  <a:lnTo>
                    <a:pt x="220" y="130"/>
                  </a:lnTo>
                  <a:lnTo>
                    <a:pt x="221" y="130"/>
                  </a:lnTo>
                  <a:lnTo>
                    <a:pt x="222" y="130"/>
                  </a:lnTo>
                  <a:lnTo>
                    <a:pt x="225" y="133"/>
                  </a:lnTo>
                  <a:lnTo>
                    <a:pt x="225" y="136"/>
                  </a:lnTo>
                  <a:lnTo>
                    <a:pt x="225" y="137"/>
                  </a:lnTo>
                  <a:lnTo>
                    <a:pt x="222" y="139"/>
                  </a:lnTo>
                  <a:lnTo>
                    <a:pt x="221" y="141"/>
                  </a:lnTo>
                  <a:lnTo>
                    <a:pt x="223" y="143"/>
                  </a:lnTo>
                  <a:lnTo>
                    <a:pt x="228" y="148"/>
                  </a:lnTo>
                  <a:lnTo>
                    <a:pt x="229" y="151"/>
                  </a:lnTo>
                  <a:lnTo>
                    <a:pt x="228" y="155"/>
                  </a:lnTo>
                  <a:lnTo>
                    <a:pt x="228" y="156"/>
                  </a:lnTo>
                  <a:lnTo>
                    <a:pt x="228" y="158"/>
                  </a:lnTo>
                  <a:lnTo>
                    <a:pt x="229" y="159"/>
                  </a:lnTo>
                  <a:lnTo>
                    <a:pt x="233" y="161"/>
                  </a:lnTo>
                  <a:lnTo>
                    <a:pt x="236" y="164"/>
                  </a:lnTo>
                  <a:lnTo>
                    <a:pt x="238" y="165"/>
                  </a:lnTo>
                  <a:lnTo>
                    <a:pt x="241" y="165"/>
                  </a:lnTo>
                  <a:lnTo>
                    <a:pt x="243" y="164"/>
                  </a:lnTo>
                  <a:lnTo>
                    <a:pt x="243" y="163"/>
                  </a:lnTo>
                  <a:lnTo>
                    <a:pt x="243" y="162"/>
                  </a:lnTo>
                  <a:lnTo>
                    <a:pt x="243" y="162"/>
                  </a:lnTo>
                  <a:lnTo>
                    <a:pt x="243" y="161"/>
                  </a:lnTo>
                  <a:lnTo>
                    <a:pt x="244" y="161"/>
                  </a:lnTo>
                  <a:lnTo>
                    <a:pt x="244" y="161"/>
                  </a:lnTo>
                  <a:lnTo>
                    <a:pt x="247" y="161"/>
                  </a:lnTo>
                  <a:lnTo>
                    <a:pt x="248" y="161"/>
                  </a:lnTo>
                  <a:lnTo>
                    <a:pt x="248" y="162"/>
                  </a:lnTo>
                  <a:lnTo>
                    <a:pt x="249" y="162"/>
                  </a:lnTo>
                  <a:lnTo>
                    <a:pt x="250" y="161"/>
                  </a:lnTo>
                  <a:lnTo>
                    <a:pt x="250" y="162"/>
                  </a:lnTo>
                  <a:lnTo>
                    <a:pt x="250" y="162"/>
                  </a:lnTo>
                  <a:lnTo>
                    <a:pt x="251" y="162"/>
                  </a:lnTo>
                  <a:lnTo>
                    <a:pt x="251" y="163"/>
                  </a:lnTo>
                  <a:lnTo>
                    <a:pt x="252" y="164"/>
                  </a:lnTo>
                  <a:lnTo>
                    <a:pt x="252" y="164"/>
                  </a:lnTo>
                  <a:lnTo>
                    <a:pt x="252" y="164"/>
                  </a:lnTo>
                  <a:lnTo>
                    <a:pt x="254" y="164"/>
                  </a:lnTo>
                  <a:lnTo>
                    <a:pt x="255" y="165"/>
                  </a:lnTo>
                  <a:lnTo>
                    <a:pt x="256" y="165"/>
                  </a:lnTo>
                  <a:lnTo>
                    <a:pt x="257" y="166"/>
                  </a:lnTo>
                  <a:lnTo>
                    <a:pt x="257" y="169"/>
                  </a:lnTo>
                  <a:lnTo>
                    <a:pt x="257" y="170"/>
                  </a:lnTo>
                  <a:lnTo>
                    <a:pt x="258" y="170"/>
                  </a:lnTo>
                  <a:lnTo>
                    <a:pt x="259" y="171"/>
                  </a:lnTo>
                  <a:lnTo>
                    <a:pt x="261" y="171"/>
                  </a:lnTo>
                  <a:lnTo>
                    <a:pt x="262" y="173"/>
                  </a:lnTo>
                  <a:lnTo>
                    <a:pt x="263" y="173"/>
                  </a:lnTo>
                  <a:lnTo>
                    <a:pt x="263" y="175"/>
                  </a:lnTo>
                  <a:lnTo>
                    <a:pt x="263" y="177"/>
                  </a:lnTo>
                  <a:lnTo>
                    <a:pt x="263" y="178"/>
                  </a:lnTo>
                  <a:lnTo>
                    <a:pt x="262" y="179"/>
                  </a:lnTo>
                  <a:lnTo>
                    <a:pt x="261" y="178"/>
                  </a:lnTo>
                  <a:lnTo>
                    <a:pt x="259" y="177"/>
                  </a:lnTo>
                  <a:lnTo>
                    <a:pt x="259" y="177"/>
                  </a:lnTo>
                  <a:lnTo>
                    <a:pt x="259" y="179"/>
                  </a:lnTo>
                  <a:lnTo>
                    <a:pt x="261" y="180"/>
                  </a:lnTo>
                  <a:lnTo>
                    <a:pt x="261" y="182"/>
                  </a:lnTo>
                  <a:lnTo>
                    <a:pt x="261" y="182"/>
                  </a:lnTo>
                  <a:lnTo>
                    <a:pt x="259" y="183"/>
                  </a:lnTo>
                  <a:lnTo>
                    <a:pt x="258" y="183"/>
                  </a:lnTo>
                  <a:lnTo>
                    <a:pt x="256" y="182"/>
                  </a:lnTo>
                  <a:lnTo>
                    <a:pt x="255" y="182"/>
                  </a:lnTo>
                  <a:lnTo>
                    <a:pt x="255" y="183"/>
                  </a:lnTo>
                  <a:lnTo>
                    <a:pt x="256" y="184"/>
                  </a:lnTo>
                  <a:lnTo>
                    <a:pt x="257" y="184"/>
                  </a:lnTo>
                  <a:lnTo>
                    <a:pt x="258" y="185"/>
                  </a:lnTo>
                  <a:lnTo>
                    <a:pt x="261" y="188"/>
                  </a:lnTo>
                  <a:lnTo>
                    <a:pt x="261" y="188"/>
                  </a:lnTo>
                  <a:lnTo>
                    <a:pt x="259" y="185"/>
                  </a:lnTo>
                  <a:lnTo>
                    <a:pt x="259" y="185"/>
                  </a:lnTo>
                  <a:lnTo>
                    <a:pt x="261" y="185"/>
                  </a:lnTo>
                  <a:lnTo>
                    <a:pt x="262" y="186"/>
                  </a:lnTo>
                  <a:lnTo>
                    <a:pt x="263" y="185"/>
                  </a:lnTo>
                  <a:lnTo>
                    <a:pt x="262" y="185"/>
                  </a:lnTo>
                  <a:lnTo>
                    <a:pt x="263" y="184"/>
                  </a:lnTo>
                  <a:lnTo>
                    <a:pt x="262" y="184"/>
                  </a:lnTo>
                  <a:lnTo>
                    <a:pt x="262" y="183"/>
                  </a:lnTo>
                  <a:lnTo>
                    <a:pt x="262" y="183"/>
                  </a:lnTo>
                  <a:lnTo>
                    <a:pt x="262" y="182"/>
                  </a:lnTo>
                  <a:lnTo>
                    <a:pt x="264" y="183"/>
                  </a:lnTo>
                  <a:lnTo>
                    <a:pt x="265" y="185"/>
                  </a:lnTo>
                  <a:lnTo>
                    <a:pt x="265" y="187"/>
                  </a:lnTo>
                  <a:lnTo>
                    <a:pt x="266" y="185"/>
                  </a:lnTo>
                  <a:lnTo>
                    <a:pt x="266" y="184"/>
                  </a:lnTo>
                  <a:lnTo>
                    <a:pt x="264" y="180"/>
                  </a:lnTo>
                  <a:lnTo>
                    <a:pt x="265" y="180"/>
                  </a:lnTo>
                  <a:lnTo>
                    <a:pt x="266" y="182"/>
                  </a:lnTo>
                  <a:lnTo>
                    <a:pt x="268" y="183"/>
                  </a:lnTo>
                  <a:lnTo>
                    <a:pt x="268" y="183"/>
                  </a:lnTo>
                  <a:lnTo>
                    <a:pt x="269" y="183"/>
                  </a:lnTo>
                  <a:lnTo>
                    <a:pt x="269" y="183"/>
                  </a:lnTo>
                  <a:lnTo>
                    <a:pt x="270" y="183"/>
                  </a:lnTo>
                  <a:lnTo>
                    <a:pt x="270" y="184"/>
                  </a:lnTo>
                  <a:lnTo>
                    <a:pt x="270" y="184"/>
                  </a:lnTo>
                  <a:lnTo>
                    <a:pt x="271" y="185"/>
                  </a:lnTo>
                  <a:lnTo>
                    <a:pt x="271" y="186"/>
                  </a:lnTo>
                  <a:lnTo>
                    <a:pt x="271" y="187"/>
                  </a:lnTo>
                  <a:lnTo>
                    <a:pt x="270" y="190"/>
                  </a:lnTo>
                  <a:lnTo>
                    <a:pt x="269" y="191"/>
                  </a:lnTo>
                  <a:lnTo>
                    <a:pt x="269" y="191"/>
                  </a:lnTo>
                  <a:lnTo>
                    <a:pt x="266" y="191"/>
                  </a:lnTo>
                  <a:lnTo>
                    <a:pt x="266" y="192"/>
                  </a:lnTo>
                  <a:lnTo>
                    <a:pt x="266" y="192"/>
                  </a:lnTo>
                  <a:lnTo>
                    <a:pt x="266" y="193"/>
                  </a:lnTo>
                  <a:lnTo>
                    <a:pt x="266" y="194"/>
                  </a:lnTo>
                  <a:lnTo>
                    <a:pt x="265" y="193"/>
                  </a:lnTo>
                  <a:lnTo>
                    <a:pt x="265" y="195"/>
                  </a:lnTo>
                  <a:lnTo>
                    <a:pt x="265" y="197"/>
                  </a:lnTo>
                  <a:lnTo>
                    <a:pt x="263" y="201"/>
                  </a:lnTo>
                  <a:lnTo>
                    <a:pt x="262" y="202"/>
                  </a:lnTo>
                  <a:lnTo>
                    <a:pt x="262" y="202"/>
                  </a:lnTo>
                  <a:lnTo>
                    <a:pt x="261" y="204"/>
                  </a:lnTo>
                  <a:lnTo>
                    <a:pt x="262" y="204"/>
                  </a:lnTo>
                  <a:lnTo>
                    <a:pt x="262" y="205"/>
                  </a:lnTo>
                  <a:lnTo>
                    <a:pt x="259" y="205"/>
                  </a:lnTo>
                  <a:lnTo>
                    <a:pt x="259" y="205"/>
                  </a:lnTo>
                  <a:lnTo>
                    <a:pt x="258" y="205"/>
                  </a:lnTo>
                  <a:lnTo>
                    <a:pt x="258" y="205"/>
                  </a:lnTo>
                  <a:lnTo>
                    <a:pt x="257" y="205"/>
                  </a:lnTo>
                  <a:lnTo>
                    <a:pt x="257" y="205"/>
                  </a:lnTo>
                  <a:lnTo>
                    <a:pt x="257" y="206"/>
                  </a:lnTo>
                  <a:lnTo>
                    <a:pt x="258" y="207"/>
                  </a:lnTo>
                  <a:lnTo>
                    <a:pt x="257" y="207"/>
                  </a:lnTo>
                  <a:lnTo>
                    <a:pt x="256" y="207"/>
                  </a:lnTo>
                  <a:lnTo>
                    <a:pt x="255" y="206"/>
                  </a:lnTo>
                  <a:lnTo>
                    <a:pt x="254" y="206"/>
                  </a:lnTo>
                  <a:lnTo>
                    <a:pt x="252" y="205"/>
                  </a:lnTo>
                  <a:lnTo>
                    <a:pt x="254" y="204"/>
                  </a:lnTo>
                  <a:lnTo>
                    <a:pt x="252" y="201"/>
                  </a:lnTo>
                  <a:lnTo>
                    <a:pt x="251" y="201"/>
                  </a:lnTo>
                  <a:lnTo>
                    <a:pt x="250" y="202"/>
                  </a:lnTo>
                  <a:lnTo>
                    <a:pt x="251" y="204"/>
                  </a:lnTo>
                  <a:lnTo>
                    <a:pt x="250" y="204"/>
                  </a:lnTo>
                  <a:lnTo>
                    <a:pt x="249" y="205"/>
                  </a:lnTo>
                  <a:lnTo>
                    <a:pt x="249" y="204"/>
                  </a:lnTo>
                  <a:lnTo>
                    <a:pt x="248" y="204"/>
                  </a:lnTo>
                  <a:lnTo>
                    <a:pt x="249" y="205"/>
                  </a:lnTo>
                  <a:lnTo>
                    <a:pt x="250" y="206"/>
                  </a:lnTo>
                  <a:lnTo>
                    <a:pt x="250" y="207"/>
                  </a:lnTo>
                  <a:lnTo>
                    <a:pt x="250" y="208"/>
                  </a:lnTo>
                  <a:lnTo>
                    <a:pt x="251" y="209"/>
                  </a:lnTo>
                  <a:lnTo>
                    <a:pt x="251" y="209"/>
                  </a:lnTo>
                  <a:lnTo>
                    <a:pt x="251" y="209"/>
                  </a:lnTo>
                  <a:lnTo>
                    <a:pt x="250" y="209"/>
                  </a:lnTo>
                  <a:lnTo>
                    <a:pt x="250" y="211"/>
                  </a:lnTo>
                  <a:lnTo>
                    <a:pt x="249" y="212"/>
                  </a:lnTo>
                  <a:lnTo>
                    <a:pt x="249" y="213"/>
                  </a:lnTo>
                  <a:lnTo>
                    <a:pt x="248" y="211"/>
                  </a:lnTo>
                  <a:lnTo>
                    <a:pt x="248" y="209"/>
                  </a:lnTo>
                  <a:lnTo>
                    <a:pt x="247" y="207"/>
                  </a:lnTo>
                  <a:lnTo>
                    <a:pt x="244" y="207"/>
                  </a:lnTo>
                  <a:lnTo>
                    <a:pt x="245" y="209"/>
                  </a:lnTo>
                  <a:lnTo>
                    <a:pt x="245" y="211"/>
                  </a:lnTo>
                  <a:lnTo>
                    <a:pt x="247" y="212"/>
                  </a:lnTo>
                  <a:lnTo>
                    <a:pt x="248" y="212"/>
                  </a:lnTo>
                  <a:lnTo>
                    <a:pt x="247" y="213"/>
                  </a:lnTo>
                  <a:lnTo>
                    <a:pt x="245" y="213"/>
                  </a:lnTo>
                  <a:lnTo>
                    <a:pt x="244" y="213"/>
                  </a:lnTo>
                  <a:lnTo>
                    <a:pt x="243" y="213"/>
                  </a:lnTo>
                  <a:lnTo>
                    <a:pt x="243" y="212"/>
                  </a:lnTo>
                  <a:lnTo>
                    <a:pt x="242" y="211"/>
                  </a:lnTo>
                  <a:lnTo>
                    <a:pt x="242" y="212"/>
                  </a:lnTo>
                  <a:lnTo>
                    <a:pt x="241" y="212"/>
                  </a:lnTo>
                  <a:lnTo>
                    <a:pt x="241" y="213"/>
                  </a:lnTo>
                  <a:lnTo>
                    <a:pt x="240" y="211"/>
                  </a:lnTo>
                  <a:lnTo>
                    <a:pt x="240" y="211"/>
                  </a:lnTo>
                  <a:lnTo>
                    <a:pt x="237" y="214"/>
                  </a:lnTo>
                  <a:lnTo>
                    <a:pt x="238" y="214"/>
                  </a:lnTo>
                  <a:lnTo>
                    <a:pt x="240" y="214"/>
                  </a:lnTo>
                  <a:lnTo>
                    <a:pt x="240" y="216"/>
                  </a:lnTo>
                  <a:lnTo>
                    <a:pt x="240" y="218"/>
                  </a:lnTo>
                  <a:lnTo>
                    <a:pt x="240" y="219"/>
                  </a:lnTo>
                  <a:lnTo>
                    <a:pt x="240" y="219"/>
                  </a:lnTo>
                  <a:lnTo>
                    <a:pt x="241" y="220"/>
                  </a:lnTo>
                  <a:lnTo>
                    <a:pt x="241" y="220"/>
                  </a:lnTo>
                  <a:lnTo>
                    <a:pt x="241" y="221"/>
                  </a:lnTo>
                  <a:lnTo>
                    <a:pt x="240" y="221"/>
                  </a:lnTo>
                  <a:lnTo>
                    <a:pt x="240" y="221"/>
                  </a:lnTo>
                  <a:lnTo>
                    <a:pt x="238" y="222"/>
                  </a:lnTo>
                  <a:lnTo>
                    <a:pt x="238" y="222"/>
                  </a:lnTo>
                  <a:lnTo>
                    <a:pt x="237" y="222"/>
                  </a:lnTo>
                  <a:lnTo>
                    <a:pt x="237" y="222"/>
                  </a:lnTo>
                  <a:lnTo>
                    <a:pt x="236" y="222"/>
                  </a:lnTo>
                  <a:lnTo>
                    <a:pt x="236" y="222"/>
                  </a:lnTo>
                  <a:lnTo>
                    <a:pt x="236" y="221"/>
                  </a:lnTo>
                  <a:lnTo>
                    <a:pt x="236" y="221"/>
                  </a:lnTo>
                  <a:lnTo>
                    <a:pt x="236" y="220"/>
                  </a:lnTo>
                  <a:lnTo>
                    <a:pt x="235" y="220"/>
                  </a:lnTo>
                  <a:lnTo>
                    <a:pt x="235" y="220"/>
                  </a:lnTo>
                  <a:lnTo>
                    <a:pt x="234" y="220"/>
                  </a:lnTo>
                  <a:lnTo>
                    <a:pt x="234" y="220"/>
                  </a:lnTo>
                  <a:lnTo>
                    <a:pt x="234" y="222"/>
                  </a:lnTo>
                  <a:lnTo>
                    <a:pt x="233" y="226"/>
                  </a:lnTo>
                  <a:lnTo>
                    <a:pt x="232" y="226"/>
                  </a:lnTo>
                  <a:lnTo>
                    <a:pt x="230" y="226"/>
                  </a:lnTo>
                  <a:lnTo>
                    <a:pt x="230" y="225"/>
                  </a:lnTo>
                  <a:lnTo>
                    <a:pt x="229" y="223"/>
                  </a:lnTo>
                  <a:lnTo>
                    <a:pt x="229" y="220"/>
                  </a:lnTo>
                  <a:lnTo>
                    <a:pt x="228" y="219"/>
                  </a:lnTo>
                  <a:lnTo>
                    <a:pt x="228" y="220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7" y="226"/>
                  </a:lnTo>
                  <a:lnTo>
                    <a:pt x="227" y="225"/>
                  </a:lnTo>
                  <a:lnTo>
                    <a:pt x="226" y="225"/>
                  </a:lnTo>
                  <a:lnTo>
                    <a:pt x="226" y="223"/>
                  </a:lnTo>
                  <a:lnTo>
                    <a:pt x="226" y="222"/>
                  </a:lnTo>
                  <a:lnTo>
                    <a:pt x="227" y="220"/>
                  </a:lnTo>
                  <a:lnTo>
                    <a:pt x="226" y="219"/>
                  </a:lnTo>
                  <a:lnTo>
                    <a:pt x="226" y="220"/>
                  </a:lnTo>
                  <a:lnTo>
                    <a:pt x="225" y="220"/>
                  </a:lnTo>
                  <a:lnTo>
                    <a:pt x="225" y="222"/>
                  </a:lnTo>
                  <a:lnTo>
                    <a:pt x="223" y="221"/>
                  </a:lnTo>
                  <a:lnTo>
                    <a:pt x="223" y="221"/>
                  </a:lnTo>
                  <a:lnTo>
                    <a:pt x="223" y="222"/>
                  </a:lnTo>
                  <a:lnTo>
                    <a:pt x="223" y="225"/>
                  </a:lnTo>
                  <a:lnTo>
                    <a:pt x="222" y="226"/>
                  </a:lnTo>
                  <a:lnTo>
                    <a:pt x="222" y="226"/>
                  </a:lnTo>
                  <a:lnTo>
                    <a:pt x="221" y="226"/>
                  </a:lnTo>
                  <a:lnTo>
                    <a:pt x="222" y="227"/>
                  </a:lnTo>
                  <a:lnTo>
                    <a:pt x="223" y="228"/>
                  </a:lnTo>
                  <a:lnTo>
                    <a:pt x="225" y="229"/>
                  </a:lnTo>
                  <a:lnTo>
                    <a:pt x="225" y="230"/>
                  </a:lnTo>
                  <a:lnTo>
                    <a:pt x="223" y="230"/>
                  </a:lnTo>
                  <a:lnTo>
                    <a:pt x="222" y="230"/>
                  </a:lnTo>
                  <a:lnTo>
                    <a:pt x="222" y="230"/>
                  </a:lnTo>
                  <a:lnTo>
                    <a:pt x="222" y="233"/>
                  </a:lnTo>
                  <a:lnTo>
                    <a:pt x="222" y="236"/>
                  </a:lnTo>
                  <a:lnTo>
                    <a:pt x="223" y="238"/>
                  </a:lnTo>
                  <a:lnTo>
                    <a:pt x="222" y="237"/>
                  </a:lnTo>
                  <a:lnTo>
                    <a:pt x="221" y="235"/>
                  </a:lnTo>
                  <a:lnTo>
                    <a:pt x="221" y="233"/>
                  </a:lnTo>
                  <a:lnTo>
                    <a:pt x="221" y="230"/>
                  </a:lnTo>
                  <a:lnTo>
                    <a:pt x="220" y="232"/>
                  </a:lnTo>
                  <a:lnTo>
                    <a:pt x="220" y="233"/>
                  </a:lnTo>
                  <a:lnTo>
                    <a:pt x="220" y="235"/>
                  </a:lnTo>
                  <a:lnTo>
                    <a:pt x="220" y="236"/>
                  </a:lnTo>
                  <a:lnTo>
                    <a:pt x="221" y="237"/>
                  </a:lnTo>
                  <a:lnTo>
                    <a:pt x="221" y="238"/>
                  </a:lnTo>
                  <a:lnTo>
                    <a:pt x="220" y="237"/>
                  </a:lnTo>
                  <a:lnTo>
                    <a:pt x="220" y="237"/>
                  </a:lnTo>
                  <a:lnTo>
                    <a:pt x="219" y="237"/>
                  </a:lnTo>
                  <a:lnTo>
                    <a:pt x="219" y="237"/>
                  </a:lnTo>
                  <a:lnTo>
                    <a:pt x="219" y="236"/>
                  </a:lnTo>
                  <a:lnTo>
                    <a:pt x="216" y="232"/>
                  </a:lnTo>
                  <a:lnTo>
                    <a:pt x="216" y="232"/>
                  </a:lnTo>
                  <a:lnTo>
                    <a:pt x="215" y="232"/>
                  </a:lnTo>
                  <a:lnTo>
                    <a:pt x="215" y="233"/>
                  </a:lnTo>
                  <a:lnTo>
                    <a:pt x="216" y="234"/>
                  </a:lnTo>
                  <a:lnTo>
                    <a:pt x="216" y="234"/>
                  </a:lnTo>
                  <a:lnTo>
                    <a:pt x="215" y="235"/>
                  </a:lnTo>
                  <a:lnTo>
                    <a:pt x="214" y="234"/>
                  </a:lnTo>
                  <a:lnTo>
                    <a:pt x="213" y="235"/>
                  </a:lnTo>
                  <a:lnTo>
                    <a:pt x="214" y="235"/>
                  </a:lnTo>
                  <a:lnTo>
                    <a:pt x="216" y="236"/>
                  </a:lnTo>
                  <a:lnTo>
                    <a:pt x="216" y="236"/>
                  </a:lnTo>
                  <a:lnTo>
                    <a:pt x="219" y="238"/>
                  </a:lnTo>
                  <a:lnTo>
                    <a:pt x="219" y="238"/>
                  </a:lnTo>
                  <a:lnTo>
                    <a:pt x="219" y="240"/>
                  </a:lnTo>
                  <a:lnTo>
                    <a:pt x="219" y="240"/>
                  </a:lnTo>
                  <a:lnTo>
                    <a:pt x="219" y="241"/>
                  </a:lnTo>
                  <a:lnTo>
                    <a:pt x="219" y="241"/>
                  </a:lnTo>
                  <a:lnTo>
                    <a:pt x="218" y="241"/>
                  </a:lnTo>
                  <a:lnTo>
                    <a:pt x="218" y="241"/>
                  </a:lnTo>
                  <a:lnTo>
                    <a:pt x="218" y="241"/>
                  </a:lnTo>
                  <a:lnTo>
                    <a:pt x="216" y="241"/>
                  </a:lnTo>
                  <a:lnTo>
                    <a:pt x="216" y="241"/>
                  </a:lnTo>
                  <a:lnTo>
                    <a:pt x="216" y="241"/>
                  </a:lnTo>
                  <a:lnTo>
                    <a:pt x="216" y="242"/>
                  </a:lnTo>
                  <a:lnTo>
                    <a:pt x="216" y="242"/>
                  </a:lnTo>
                  <a:lnTo>
                    <a:pt x="215" y="245"/>
                  </a:lnTo>
                  <a:lnTo>
                    <a:pt x="215" y="248"/>
                  </a:lnTo>
                  <a:lnTo>
                    <a:pt x="214" y="247"/>
                  </a:lnTo>
                  <a:lnTo>
                    <a:pt x="213" y="245"/>
                  </a:lnTo>
                  <a:lnTo>
                    <a:pt x="213" y="244"/>
                  </a:lnTo>
                  <a:lnTo>
                    <a:pt x="213" y="243"/>
                  </a:lnTo>
                  <a:lnTo>
                    <a:pt x="213" y="244"/>
                  </a:lnTo>
                  <a:lnTo>
                    <a:pt x="212" y="244"/>
                  </a:lnTo>
                  <a:lnTo>
                    <a:pt x="211" y="243"/>
                  </a:lnTo>
                  <a:lnTo>
                    <a:pt x="209" y="241"/>
                  </a:lnTo>
                  <a:lnTo>
                    <a:pt x="208" y="238"/>
                  </a:lnTo>
                  <a:lnTo>
                    <a:pt x="208" y="236"/>
                  </a:lnTo>
                  <a:lnTo>
                    <a:pt x="208" y="235"/>
                  </a:lnTo>
                  <a:lnTo>
                    <a:pt x="206" y="235"/>
                  </a:lnTo>
                  <a:lnTo>
                    <a:pt x="206" y="235"/>
                  </a:lnTo>
                  <a:lnTo>
                    <a:pt x="206" y="235"/>
                  </a:lnTo>
                  <a:lnTo>
                    <a:pt x="205" y="234"/>
                  </a:lnTo>
                  <a:lnTo>
                    <a:pt x="205" y="234"/>
                  </a:lnTo>
                  <a:lnTo>
                    <a:pt x="205" y="235"/>
                  </a:lnTo>
                  <a:lnTo>
                    <a:pt x="205" y="235"/>
                  </a:lnTo>
                  <a:lnTo>
                    <a:pt x="205" y="236"/>
                  </a:lnTo>
                  <a:lnTo>
                    <a:pt x="205" y="236"/>
                  </a:lnTo>
                  <a:lnTo>
                    <a:pt x="205" y="237"/>
                  </a:lnTo>
                  <a:lnTo>
                    <a:pt x="205" y="237"/>
                  </a:lnTo>
                  <a:lnTo>
                    <a:pt x="205" y="238"/>
                  </a:lnTo>
                  <a:lnTo>
                    <a:pt x="205" y="238"/>
                  </a:lnTo>
                  <a:lnTo>
                    <a:pt x="204" y="238"/>
                  </a:lnTo>
                  <a:lnTo>
                    <a:pt x="204" y="238"/>
                  </a:lnTo>
                  <a:lnTo>
                    <a:pt x="204" y="237"/>
                  </a:lnTo>
                  <a:lnTo>
                    <a:pt x="202" y="235"/>
                  </a:lnTo>
                  <a:lnTo>
                    <a:pt x="201" y="234"/>
                  </a:lnTo>
                  <a:lnTo>
                    <a:pt x="201" y="234"/>
                  </a:lnTo>
                  <a:lnTo>
                    <a:pt x="200" y="236"/>
                  </a:lnTo>
                  <a:lnTo>
                    <a:pt x="201" y="237"/>
                  </a:lnTo>
                  <a:lnTo>
                    <a:pt x="201" y="238"/>
                  </a:lnTo>
                  <a:lnTo>
                    <a:pt x="201" y="238"/>
                  </a:lnTo>
                  <a:lnTo>
                    <a:pt x="199" y="237"/>
                  </a:lnTo>
                  <a:lnTo>
                    <a:pt x="198" y="236"/>
                  </a:lnTo>
                  <a:lnTo>
                    <a:pt x="198" y="235"/>
                  </a:lnTo>
                  <a:lnTo>
                    <a:pt x="197" y="235"/>
                  </a:lnTo>
                  <a:lnTo>
                    <a:pt x="196" y="235"/>
                  </a:lnTo>
                  <a:lnTo>
                    <a:pt x="194" y="235"/>
                  </a:lnTo>
                  <a:lnTo>
                    <a:pt x="194" y="236"/>
                  </a:lnTo>
                  <a:lnTo>
                    <a:pt x="197" y="237"/>
                  </a:lnTo>
                  <a:lnTo>
                    <a:pt x="198" y="238"/>
                  </a:lnTo>
                  <a:lnTo>
                    <a:pt x="197" y="240"/>
                  </a:lnTo>
                  <a:lnTo>
                    <a:pt x="198" y="240"/>
                  </a:lnTo>
                  <a:lnTo>
                    <a:pt x="198" y="241"/>
                  </a:lnTo>
                  <a:lnTo>
                    <a:pt x="198" y="241"/>
                  </a:lnTo>
                  <a:lnTo>
                    <a:pt x="198" y="241"/>
                  </a:lnTo>
                  <a:lnTo>
                    <a:pt x="196" y="242"/>
                  </a:lnTo>
                  <a:lnTo>
                    <a:pt x="194" y="242"/>
                  </a:lnTo>
                  <a:lnTo>
                    <a:pt x="193" y="241"/>
                  </a:lnTo>
                  <a:lnTo>
                    <a:pt x="193" y="243"/>
                  </a:lnTo>
                  <a:lnTo>
                    <a:pt x="192" y="245"/>
                  </a:lnTo>
                  <a:lnTo>
                    <a:pt x="192" y="247"/>
                  </a:lnTo>
                  <a:lnTo>
                    <a:pt x="191" y="248"/>
                  </a:lnTo>
                  <a:lnTo>
                    <a:pt x="190" y="248"/>
                  </a:lnTo>
                  <a:lnTo>
                    <a:pt x="190" y="247"/>
                  </a:lnTo>
                  <a:lnTo>
                    <a:pt x="189" y="242"/>
                  </a:lnTo>
                  <a:lnTo>
                    <a:pt x="187" y="241"/>
                  </a:lnTo>
                  <a:lnTo>
                    <a:pt x="186" y="241"/>
                  </a:lnTo>
                  <a:lnTo>
                    <a:pt x="184" y="241"/>
                  </a:lnTo>
                  <a:lnTo>
                    <a:pt x="186" y="243"/>
                  </a:lnTo>
                  <a:lnTo>
                    <a:pt x="186" y="244"/>
                  </a:lnTo>
                  <a:lnTo>
                    <a:pt x="186" y="245"/>
                  </a:lnTo>
                  <a:lnTo>
                    <a:pt x="186" y="245"/>
                  </a:lnTo>
                  <a:lnTo>
                    <a:pt x="186" y="245"/>
                  </a:lnTo>
                  <a:lnTo>
                    <a:pt x="187" y="247"/>
                  </a:lnTo>
                  <a:lnTo>
                    <a:pt x="187" y="247"/>
                  </a:lnTo>
                  <a:lnTo>
                    <a:pt x="187" y="247"/>
                  </a:lnTo>
                  <a:lnTo>
                    <a:pt x="187" y="247"/>
                  </a:lnTo>
                  <a:lnTo>
                    <a:pt x="189" y="248"/>
                  </a:lnTo>
                  <a:lnTo>
                    <a:pt x="187" y="249"/>
                  </a:lnTo>
                  <a:lnTo>
                    <a:pt x="187" y="250"/>
                  </a:lnTo>
                  <a:lnTo>
                    <a:pt x="187" y="250"/>
                  </a:lnTo>
                  <a:lnTo>
                    <a:pt x="187" y="250"/>
                  </a:lnTo>
                  <a:lnTo>
                    <a:pt x="186" y="248"/>
                  </a:lnTo>
                  <a:lnTo>
                    <a:pt x="186" y="248"/>
                  </a:lnTo>
                  <a:lnTo>
                    <a:pt x="185" y="247"/>
                  </a:lnTo>
                  <a:lnTo>
                    <a:pt x="185" y="249"/>
                  </a:lnTo>
                  <a:lnTo>
                    <a:pt x="184" y="249"/>
                  </a:lnTo>
                  <a:lnTo>
                    <a:pt x="182" y="250"/>
                  </a:lnTo>
                  <a:lnTo>
                    <a:pt x="180" y="250"/>
                  </a:lnTo>
                  <a:lnTo>
                    <a:pt x="182" y="250"/>
                  </a:lnTo>
                  <a:lnTo>
                    <a:pt x="183" y="252"/>
                  </a:lnTo>
                  <a:lnTo>
                    <a:pt x="183" y="254"/>
                  </a:lnTo>
                  <a:lnTo>
                    <a:pt x="184" y="254"/>
                  </a:lnTo>
                  <a:lnTo>
                    <a:pt x="183" y="256"/>
                  </a:lnTo>
                  <a:lnTo>
                    <a:pt x="184" y="257"/>
                  </a:lnTo>
                  <a:lnTo>
                    <a:pt x="184" y="258"/>
                  </a:lnTo>
                  <a:lnTo>
                    <a:pt x="185" y="258"/>
                  </a:lnTo>
                  <a:lnTo>
                    <a:pt x="185" y="258"/>
                  </a:lnTo>
                  <a:lnTo>
                    <a:pt x="186" y="258"/>
                  </a:lnTo>
                  <a:lnTo>
                    <a:pt x="186" y="259"/>
                  </a:lnTo>
                  <a:lnTo>
                    <a:pt x="187" y="261"/>
                  </a:lnTo>
                  <a:lnTo>
                    <a:pt x="186" y="262"/>
                  </a:lnTo>
                  <a:lnTo>
                    <a:pt x="185" y="261"/>
                  </a:lnTo>
                  <a:lnTo>
                    <a:pt x="186" y="262"/>
                  </a:lnTo>
                  <a:lnTo>
                    <a:pt x="186" y="262"/>
                  </a:lnTo>
                  <a:lnTo>
                    <a:pt x="187" y="263"/>
                  </a:lnTo>
                  <a:lnTo>
                    <a:pt x="189" y="263"/>
                  </a:lnTo>
                  <a:lnTo>
                    <a:pt x="186" y="264"/>
                  </a:lnTo>
                  <a:lnTo>
                    <a:pt x="179" y="261"/>
                  </a:lnTo>
                  <a:lnTo>
                    <a:pt x="177" y="261"/>
                  </a:lnTo>
                  <a:lnTo>
                    <a:pt x="176" y="262"/>
                  </a:lnTo>
                  <a:lnTo>
                    <a:pt x="175" y="262"/>
                  </a:lnTo>
                  <a:lnTo>
                    <a:pt x="172" y="259"/>
                  </a:lnTo>
                  <a:lnTo>
                    <a:pt x="170" y="259"/>
                  </a:lnTo>
                  <a:lnTo>
                    <a:pt x="169" y="262"/>
                  </a:lnTo>
                  <a:lnTo>
                    <a:pt x="166" y="263"/>
                  </a:lnTo>
                  <a:lnTo>
                    <a:pt x="166" y="259"/>
                  </a:lnTo>
                  <a:lnTo>
                    <a:pt x="166" y="257"/>
                  </a:lnTo>
                  <a:lnTo>
                    <a:pt x="168" y="257"/>
                  </a:lnTo>
                  <a:lnTo>
                    <a:pt x="168" y="257"/>
                  </a:lnTo>
                  <a:lnTo>
                    <a:pt x="169" y="257"/>
                  </a:lnTo>
                  <a:lnTo>
                    <a:pt x="169" y="257"/>
                  </a:lnTo>
                  <a:lnTo>
                    <a:pt x="170" y="257"/>
                  </a:lnTo>
                  <a:lnTo>
                    <a:pt x="170" y="256"/>
                  </a:lnTo>
                  <a:lnTo>
                    <a:pt x="169" y="255"/>
                  </a:lnTo>
                  <a:lnTo>
                    <a:pt x="169" y="255"/>
                  </a:lnTo>
                  <a:lnTo>
                    <a:pt x="169" y="254"/>
                  </a:lnTo>
                  <a:lnTo>
                    <a:pt x="170" y="252"/>
                  </a:lnTo>
                  <a:lnTo>
                    <a:pt x="170" y="252"/>
                  </a:lnTo>
                  <a:lnTo>
                    <a:pt x="171" y="252"/>
                  </a:lnTo>
                  <a:lnTo>
                    <a:pt x="172" y="252"/>
                  </a:lnTo>
                  <a:lnTo>
                    <a:pt x="172" y="252"/>
                  </a:lnTo>
                  <a:lnTo>
                    <a:pt x="171" y="251"/>
                  </a:lnTo>
                  <a:lnTo>
                    <a:pt x="170" y="250"/>
                  </a:lnTo>
                  <a:lnTo>
                    <a:pt x="168" y="251"/>
                  </a:lnTo>
                  <a:lnTo>
                    <a:pt x="168" y="252"/>
                  </a:lnTo>
                  <a:lnTo>
                    <a:pt x="166" y="255"/>
                  </a:lnTo>
                  <a:lnTo>
                    <a:pt x="166" y="256"/>
                  </a:lnTo>
                  <a:lnTo>
                    <a:pt x="165" y="256"/>
                  </a:lnTo>
                  <a:lnTo>
                    <a:pt x="165" y="255"/>
                  </a:lnTo>
                  <a:lnTo>
                    <a:pt x="165" y="254"/>
                  </a:lnTo>
                  <a:lnTo>
                    <a:pt x="165" y="252"/>
                  </a:lnTo>
                  <a:lnTo>
                    <a:pt x="165" y="251"/>
                  </a:lnTo>
                  <a:lnTo>
                    <a:pt x="165" y="251"/>
                  </a:lnTo>
                  <a:lnTo>
                    <a:pt x="165" y="250"/>
                  </a:lnTo>
                  <a:lnTo>
                    <a:pt x="166" y="250"/>
                  </a:lnTo>
                  <a:lnTo>
                    <a:pt x="166" y="249"/>
                  </a:lnTo>
                  <a:lnTo>
                    <a:pt x="165" y="248"/>
                  </a:lnTo>
                  <a:lnTo>
                    <a:pt x="165" y="248"/>
                  </a:lnTo>
                  <a:lnTo>
                    <a:pt x="166" y="242"/>
                  </a:lnTo>
                  <a:lnTo>
                    <a:pt x="165" y="241"/>
                  </a:lnTo>
                  <a:lnTo>
                    <a:pt x="163" y="241"/>
                  </a:lnTo>
                  <a:lnTo>
                    <a:pt x="163" y="241"/>
                  </a:lnTo>
                  <a:lnTo>
                    <a:pt x="162" y="242"/>
                  </a:lnTo>
                  <a:lnTo>
                    <a:pt x="162" y="244"/>
                  </a:lnTo>
                  <a:lnTo>
                    <a:pt x="163" y="249"/>
                  </a:lnTo>
                  <a:lnTo>
                    <a:pt x="163" y="249"/>
                  </a:lnTo>
                  <a:lnTo>
                    <a:pt x="164" y="249"/>
                  </a:lnTo>
                  <a:lnTo>
                    <a:pt x="163" y="250"/>
                  </a:lnTo>
                  <a:lnTo>
                    <a:pt x="162" y="251"/>
                  </a:lnTo>
                  <a:lnTo>
                    <a:pt x="161" y="251"/>
                  </a:lnTo>
                  <a:lnTo>
                    <a:pt x="162" y="250"/>
                  </a:lnTo>
                  <a:lnTo>
                    <a:pt x="161" y="250"/>
                  </a:lnTo>
                  <a:lnTo>
                    <a:pt x="159" y="250"/>
                  </a:lnTo>
                  <a:lnTo>
                    <a:pt x="158" y="252"/>
                  </a:lnTo>
                  <a:lnTo>
                    <a:pt x="157" y="254"/>
                  </a:lnTo>
                  <a:lnTo>
                    <a:pt x="155" y="256"/>
                  </a:lnTo>
                  <a:lnTo>
                    <a:pt x="154" y="257"/>
                  </a:lnTo>
                  <a:lnTo>
                    <a:pt x="154" y="257"/>
                  </a:lnTo>
                  <a:lnTo>
                    <a:pt x="155" y="258"/>
                  </a:lnTo>
                  <a:lnTo>
                    <a:pt x="155" y="258"/>
                  </a:lnTo>
                  <a:lnTo>
                    <a:pt x="156" y="259"/>
                  </a:lnTo>
                  <a:lnTo>
                    <a:pt x="158" y="262"/>
                  </a:lnTo>
                  <a:lnTo>
                    <a:pt x="159" y="263"/>
                  </a:lnTo>
                  <a:lnTo>
                    <a:pt x="158" y="265"/>
                  </a:lnTo>
                  <a:lnTo>
                    <a:pt x="158" y="265"/>
                  </a:lnTo>
                  <a:lnTo>
                    <a:pt x="157" y="266"/>
                  </a:lnTo>
                  <a:lnTo>
                    <a:pt x="156" y="268"/>
                  </a:lnTo>
                  <a:lnTo>
                    <a:pt x="156" y="272"/>
                  </a:lnTo>
                  <a:lnTo>
                    <a:pt x="155" y="273"/>
                  </a:lnTo>
                  <a:lnTo>
                    <a:pt x="155" y="278"/>
                  </a:lnTo>
                  <a:lnTo>
                    <a:pt x="155" y="280"/>
                  </a:lnTo>
                  <a:lnTo>
                    <a:pt x="155" y="281"/>
                  </a:lnTo>
                  <a:lnTo>
                    <a:pt x="154" y="283"/>
                  </a:lnTo>
                  <a:lnTo>
                    <a:pt x="154" y="283"/>
                  </a:lnTo>
                  <a:lnTo>
                    <a:pt x="155" y="284"/>
                  </a:lnTo>
                  <a:lnTo>
                    <a:pt x="155" y="286"/>
                  </a:lnTo>
                  <a:lnTo>
                    <a:pt x="155" y="286"/>
                  </a:lnTo>
                  <a:lnTo>
                    <a:pt x="157" y="286"/>
                  </a:lnTo>
                  <a:lnTo>
                    <a:pt x="157" y="287"/>
                  </a:lnTo>
                  <a:lnTo>
                    <a:pt x="157" y="290"/>
                  </a:lnTo>
                  <a:lnTo>
                    <a:pt x="156" y="291"/>
                  </a:lnTo>
                  <a:lnTo>
                    <a:pt x="155" y="291"/>
                  </a:lnTo>
                  <a:lnTo>
                    <a:pt x="154" y="292"/>
                  </a:lnTo>
                  <a:lnTo>
                    <a:pt x="155" y="293"/>
                  </a:lnTo>
                  <a:lnTo>
                    <a:pt x="154" y="295"/>
                  </a:lnTo>
                  <a:lnTo>
                    <a:pt x="151" y="294"/>
                  </a:lnTo>
                  <a:lnTo>
                    <a:pt x="153" y="295"/>
                  </a:lnTo>
                  <a:lnTo>
                    <a:pt x="151" y="297"/>
                  </a:lnTo>
                  <a:lnTo>
                    <a:pt x="151" y="297"/>
                  </a:lnTo>
                  <a:lnTo>
                    <a:pt x="151" y="297"/>
                  </a:lnTo>
                  <a:lnTo>
                    <a:pt x="150" y="298"/>
                  </a:lnTo>
                  <a:lnTo>
                    <a:pt x="150" y="299"/>
                  </a:lnTo>
                  <a:lnTo>
                    <a:pt x="151" y="299"/>
                  </a:lnTo>
                  <a:lnTo>
                    <a:pt x="151" y="300"/>
                  </a:lnTo>
                  <a:lnTo>
                    <a:pt x="150" y="302"/>
                  </a:lnTo>
                  <a:lnTo>
                    <a:pt x="149" y="302"/>
                  </a:lnTo>
                  <a:lnTo>
                    <a:pt x="148" y="304"/>
                  </a:lnTo>
                  <a:lnTo>
                    <a:pt x="148" y="304"/>
                  </a:lnTo>
                  <a:lnTo>
                    <a:pt x="148" y="301"/>
                  </a:lnTo>
                  <a:lnTo>
                    <a:pt x="149" y="298"/>
                  </a:lnTo>
                  <a:lnTo>
                    <a:pt x="149" y="295"/>
                  </a:lnTo>
                  <a:lnTo>
                    <a:pt x="148" y="297"/>
                  </a:lnTo>
                  <a:lnTo>
                    <a:pt x="146" y="302"/>
                  </a:lnTo>
                  <a:lnTo>
                    <a:pt x="144" y="302"/>
                  </a:lnTo>
                  <a:lnTo>
                    <a:pt x="144" y="302"/>
                  </a:lnTo>
                  <a:lnTo>
                    <a:pt x="144" y="299"/>
                  </a:lnTo>
                  <a:lnTo>
                    <a:pt x="143" y="299"/>
                  </a:lnTo>
                  <a:lnTo>
                    <a:pt x="142" y="300"/>
                  </a:lnTo>
                  <a:lnTo>
                    <a:pt x="141" y="301"/>
                  </a:lnTo>
                  <a:lnTo>
                    <a:pt x="140" y="301"/>
                  </a:lnTo>
                  <a:lnTo>
                    <a:pt x="141" y="299"/>
                  </a:lnTo>
                  <a:lnTo>
                    <a:pt x="141" y="298"/>
                  </a:lnTo>
                  <a:lnTo>
                    <a:pt x="140" y="298"/>
                  </a:lnTo>
                  <a:lnTo>
                    <a:pt x="139" y="298"/>
                  </a:lnTo>
                  <a:lnTo>
                    <a:pt x="139" y="298"/>
                  </a:lnTo>
                  <a:lnTo>
                    <a:pt x="140" y="295"/>
                  </a:lnTo>
                  <a:lnTo>
                    <a:pt x="140" y="294"/>
                  </a:lnTo>
                  <a:lnTo>
                    <a:pt x="139" y="293"/>
                  </a:lnTo>
                  <a:lnTo>
                    <a:pt x="139" y="294"/>
                  </a:lnTo>
                  <a:lnTo>
                    <a:pt x="139" y="295"/>
                  </a:lnTo>
                  <a:lnTo>
                    <a:pt x="139" y="297"/>
                  </a:lnTo>
                  <a:lnTo>
                    <a:pt x="137" y="297"/>
                  </a:lnTo>
                  <a:lnTo>
                    <a:pt x="136" y="298"/>
                  </a:lnTo>
                  <a:lnTo>
                    <a:pt x="137" y="299"/>
                  </a:lnTo>
                  <a:lnTo>
                    <a:pt x="137" y="300"/>
                  </a:lnTo>
                  <a:lnTo>
                    <a:pt x="136" y="301"/>
                  </a:lnTo>
                  <a:lnTo>
                    <a:pt x="135" y="301"/>
                  </a:lnTo>
                  <a:lnTo>
                    <a:pt x="135" y="302"/>
                  </a:lnTo>
                  <a:lnTo>
                    <a:pt x="135" y="304"/>
                  </a:lnTo>
                  <a:lnTo>
                    <a:pt x="135" y="311"/>
                  </a:lnTo>
                  <a:lnTo>
                    <a:pt x="135" y="314"/>
                  </a:lnTo>
                  <a:lnTo>
                    <a:pt x="134" y="315"/>
                  </a:lnTo>
                  <a:lnTo>
                    <a:pt x="134" y="314"/>
                  </a:lnTo>
                  <a:lnTo>
                    <a:pt x="133" y="313"/>
                  </a:lnTo>
                  <a:lnTo>
                    <a:pt x="132" y="312"/>
                  </a:lnTo>
                  <a:lnTo>
                    <a:pt x="132" y="311"/>
                  </a:lnTo>
                  <a:lnTo>
                    <a:pt x="130" y="311"/>
                  </a:lnTo>
                  <a:lnTo>
                    <a:pt x="130" y="312"/>
                  </a:lnTo>
                  <a:lnTo>
                    <a:pt x="132" y="313"/>
                  </a:lnTo>
                  <a:lnTo>
                    <a:pt x="132" y="316"/>
                  </a:lnTo>
                  <a:lnTo>
                    <a:pt x="130" y="315"/>
                  </a:lnTo>
                  <a:lnTo>
                    <a:pt x="130" y="314"/>
                  </a:lnTo>
                  <a:lnTo>
                    <a:pt x="129" y="314"/>
                  </a:lnTo>
                  <a:lnTo>
                    <a:pt x="129" y="313"/>
                  </a:lnTo>
                  <a:lnTo>
                    <a:pt x="129" y="312"/>
                  </a:lnTo>
                  <a:lnTo>
                    <a:pt x="129" y="312"/>
                  </a:lnTo>
                  <a:lnTo>
                    <a:pt x="129" y="311"/>
                  </a:lnTo>
                  <a:lnTo>
                    <a:pt x="129" y="309"/>
                  </a:lnTo>
                  <a:lnTo>
                    <a:pt x="129" y="309"/>
                  </a:lnTo>
                  <a:lnTo>
                    <a:pt x="129" y="308"/>
                  </a:lnTo>
                  <a:lnTo>
                    <a:pt x="128" y="308"/>
                  </a:lnTo>
                  <a:lnTo>
                    <a:pt x="128" y="307"/>
                  </a:lnTo>
                  <a:lnTo>
                    <a:pt x="128" y="306"/>
                  </a:lnTo>
                  <a:lnTo>
                    <a:pt x="129" y="301"/>
                  </a:lnTo>
                  <a:lnTo>
                    <a:pt x="128" y="300"/>
                  </a:lnTo>
                  <a:lnTo>
                    <a:pt x="128" y="301"/>
                  </a:lnTo>
                  <a:lnTo>
                    <a:pt x="128" y="302"/>
                  </a:lnTo>
                  <a:lnTo>
                    <a:pt x="127" y="305"/>
                  </a:lnTo>
                  <a:lnTo>
                    <a:pt x="127" y="307"/>
                  </a:lnTo>
                  <a:lnTo>
                    <a:pt x="127" y="307"/>
                  </a:lnTo>
                  <a:lnTo>
                    <a:pt x="127" y="308"/>
                  </a:lnTo>
                  <a:lnTo>
                    <a:pt x="127" y="308"/>
                  </a:lnTo>
                  <a:lnTo>
                    <a:pt x="127" y="309"/>
                  </a:lnTo>
                  <a:lnTo>
                    <a:pt x="127" y="311"/>
                  </a:lnTo>
                  <a:lnTo>
                    <a:pt x="127" y="311"/>
                  </a:lnTo>
                  <a:lnTo>
                    <a:pt x="127" y="311"/>
                  </a:lnTo>
                  <a:lnTo>
                    <a:pt x="128" y="312"/>
                  </a:lnTo>
                  <a:lnTo>
                    <a:pt x="128" y="313"/>
                  </a:lnTo>
                  <a:lnTo>
                    <a:pt x="128" y="313"/>
                  </a:lnTo>
                  <a:lnTo>
                    <a:pt x="128" y="314"/>
                  </a:lnTo>
                  <a:lnTo>
                    <a:pt x="129" y="315"/>
                  </a:lnTo>
                  <a:lnTo>
                    <a:pt x="130" y="316"/>
                  </a:lnTo>
                  <a:lnTo>
                    <a:pt x="130" y="318"/>
                  </a:lnTo>
                  <a:lnTo>
                    <a:pt x="129" y="320"/>
                  </a:lnTo>
                  <a:lnTo>
                    <a:pt x="129" y="319"/>
                  </a:lnTo>
                  <a:lnTo>
                    <a:pt x="128" y="316"/>
                  </a:lnTo>
                  <a:lnTo>
                    <a:pt x="128" y="316"/>
                  </a:lnTo>
                  <a:lnTo>
                    <a:pt x="127" y="318"/>
                  </a:lnTo>
                  <a:lnTo>
                    <a:pt x="126" y="318"/>
                  </a:lnTo>
                  <a:lnTo>
                    <a:pt x="125" y="316"/>
                  </a:lnTo>
                  <a:lnTo>
                    <a:pt x="123" y="315"/>
                  </a:lnTo>
                  <a:lnTo>
                    <a:pt x="123" y="315"/>
                  </a:lnTo>
                  <a:lnTo>
                    <a:pt x="123" y="313"/>
                  </a:lnTo>
                  <a:lnTo>
                    <a:pt x="123" y="312"/>
                  </a:lnTo>
                  <a:lnTo>
                    <a:pt x="123" y="312"/>
                  </a:lnTo>
                  <a:lnTo>
                    <a:pt x="123" y="312"/>
                  </a:lnTo>
                  <a:lnTo>
                    <a:pt x="123" y="311"/>
                  </a:lnTo>
                  <a:lnTo>
                    <a:pt x="123" y="311"/>
                  </a:lnTo>
                  <a:lnTo>
                    <a:pt x="125" y="311"/>
                  </a:lnTo>
                  <a:lnTo>
                    <a:pt x="125" y="311"/>
                  </a:lnTo>
                  <a:lnTo>
                    <a:pt x="125" y="309"/>
                  </a:lnTo>
                  <a:lnTo>
                    <a:pt x="123" y="309"/>
                  </a:lnTo>
                  <a:lnTo>
                    <a:pt x="122" y="309"/>
                  </a:lnTo>
                  <a:lnTo>
                    <a:pt x="122" y="308"/>
                  </a:lnTo>
                  <a:lnTo>
                    <a:pt x="122" y="307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3" y="302"/>
                  </a:lnTo>
                  <a:lnTo>
                    <a:pt x="123" y="301"/>
                  </a:lnTo>
                  <a:lnTo>
                    <a:pt x="122" y="301"/>
                  </a:lnTo>
                  <a:lnTo>
                    <a:pt x="121" y="302"/>
                  </a:lnTo>
                  <a:lnTo>
                    <a:pt x="121" y="304"/>
                  </a:lnTo>
                  <a:lnTo>
                    <a:pt x="118" y="314"/>
                  </a:lnTo>
                  <a:lnTo>
                    <a:pt x="118" y="315"/>
                  </a:lnTo>
                  <a:lnTo>
                    <a:pt x="118" y="316"/>
                  </a:lnTo>
                  <a:lnTo>
                    <a:pt x="119" y="316"/>
                  </a:lnTo>
                  <a:lnTo>
                    <a:pt x="119" y="316"/>
                  </a:lnTo>
                  <a:lnTo>
                    <a:pt x="120" y="318"/>
                  </a:lnTo>
                  <a:lnTo>
                    <a:pt x="120" y="319"/>
                  </a:lnTo>
                  <a:lnTo>
                    <a:pt x="120" y="321"/>
                  </a:lnTo>
                  <a:lnTo>
                    <a:pt x="120" y="321"/>
                  </a:lnTo>
                  <a:lnTo>
                    <a:pt x="120" y="319"/>
                  </a:lnTo>
                  <a:lnTo>
                    <a:pt x="121" y="318"/>
                  </a:lnTo>
                  <a:lnTo>
                    <a:pt x="121" y="319"/>
                  </a:lnTo>
                  <a:lnTo>
                    <a:pt x="122" y="320"/>
                  </a:lnTo>
                  <a:lnTo>
                    <a:pt x="121" y="325"/>
                  </a:lnTo>
                  <a:lnTo>
                    <a:pt x="121" y="326"/>
                  </a:lnTo>
                  <a:lnTo>
                    <a:pt x="120" y="327"/>
                  </a:lnTo>
                  <a:lnTo>
                    <a:pt x="119" y="325"/>
                  </a:lnTo>
                  <a:lnTo>
                    <a:pt x="119" y="323"/>
                  </a:lnTo>
                  <a:lnTo>
                    <a:pt x="119" y="323"/>
                  </a:lnTo>
                  <a:lnTo>
                    <a:pt x="119" y="323"/>
                  </a:lnTo>
                  <a:lnTo>
                    <a:pt x="119" y="322"/>
                  </a:lnTo>
                  <a:lnTo>
                    <a:pt x="119" y="322"/>
                  </a:lnTo>
                  <a:lnTo>
                    <a:pt x="119" y="322"/>
                  </a:lnTo>
                  <a:lnTo>
                    <a:pt x="118" y="322"/>
                  </a:lnTo>
                  <a:lnTo>
                    <a:pt x="118" y="322"/>
                  </a:lnTo>
                  <a:lnTo>
                    <a:pt x="117" y="318"/>
                  </a:lnTo>
                  <a:lnTo>
                    <a:pt x="115" y="318"/>
                  </a:lnTo>
                  <a:lnTo>
                    <a:pt x="115" y="316"/>
                  </a:lnTo>
                  <a:lnTo>
                    <a:pt x="114" y="315"/>
                  </a:lnTo>
                  <a:lnTo>
                    <a:pt x="114" y="314"/>
                  </a:lnTo>
                  <a:lnTo>
                    <a:pt x="114" y="313"/>
                  </a:lnTo>
                  <a:lnTo>
                    <a:pt x="114" y="313"/>
                  </a:lnTo>
                  <a:lnTo>
                    <a:pt x="113" y="312"/>
                  </a:lnTo>
                  <a:lnTo>
                    <a:pt x="113" y="311"/>
                  </a:lnTo>
                  <a:lnTo>
                    <a:pt x="112" y="308"/>
                  </a:lnTo>
                  <a:lnTo>
                    <a:pt x="112" y="306"/>
                  </a:lnTo>
                  <a:lnTo>
                    <a:pt x="112" y="305"/>
                  </a:lnTo>
                  <a:lnTo>
                    <a:pt x="112" y="302"/>
                  </a:lnTo>
                  <a:lnTo>
                    <a:pt x="113" y="301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1" y="304"/>
                  </a:lnTo>
                  <a:lnTo>
                    <a:pt x="111" y="304"/>
                  </a:lnTo>
                  <a:lnTo>
                    <a:pt x="110" y="305"/>
                  </a:lnTo>
                  <a:lnTo>
                    <a:pt x="107" y="309"/>
                  </a:lnTo>
                  <a:lnTo>
                    <a:pt x="107" y="311"/>
                  </a:lnTo>
                  <a:lnTo>
                    <a:pt x="107" y="312"/>
                  </a:lnTo>
                  <a:lnTo>
                    <a:pt x="108" y="312"/>
                  </a:lnTo>
                  <a:lnTo>
                    <a:pt x="108" y="312"/>
                  </a:lnTo>
                  <a:lnTo>
                    <a:pt x="110" y="312"/>
                  </a:lnTo>
                  <a:lnTo>
                    <a:pt x="110" y="311"/>
                  </a:lnTo>
                  <a:lnTo>
                    <a:pt x="111" y="309"/>
                  </a:lnTo>
                  <a:lnTo>
                    <a:pt x="112" y="312"/>
                  </a:lnTo>
                  <a:lnTo>
                    <a:pt x="115" y="319"/>
                  </a:lnTo>
                  <a:lnTo>
                    <a:pt x="115" y="322"/>
                  </a:lnTo>
                  <a:lnTo>
                    <a:pt x="118" y="325"/>
                  </a:lnTo>
                  <a:lnTo>
                    <a:pt x="118" y="326"/>
                  </a:lnTo>
                  <a:lnTo>
                    <a:pt x="119" y="327"/>
                  </a:lnTo>
                  <a:lnTo>
                    <a:pt x="119" y="329"/>
                  </a:lnTo>
                  <a:lnTo>
                    <a:pt x="119" y="329"/>
                  </a:lnTo>
                  <a:lnTo>
                    <a:pt x="118" y="330"/>
                  </a:lnTo>
                  <a:lnTo>
                    <a:pt x="118" y="330"/>
                  </a:lnTo>
                  <a:lnTo>
                    <a:pt x="118" y="331"/>
                  </a:lnTo>
                  <a:lnTo>
                    <a:pt x="118" y="333"/>
                  </a:lnTo>
                  <a:lnTo>
                    <a:pt x="117" y="333"/>
                  </a:lnTo>
                  <a:lnTo>
                    <a:pt x="115" y="329"/>
                  </a:lnTo>
                  <a:lnTo>
                    <a:pt x="114" y="329"/>
                  </a:lnTo>
                  <a:lnTo>
                    <a:pt x="114" y="329"/>
                  </a:lnTo>
                  <a:lnTo>
                    <a:pt x="113" y="327"/>
                  </a:lnTo>
                  <a:lnTo>
                    <a:pt x="113" y="326"/>
                  </a:lnTo>
                  <a:lnTo>
                    <a:pt x="113" y="325"/>
                  </a:lnTo>
                  <a:lnTo>
                    <a:pt x="113" y="325"/>
                  </a:lnTo>
                  <a:lnTo>
                    <a:pt x="113" y="323"/>
                  </a:lnTo>
                  <a:lnTo>
                    <a:pt x="113" y="323"/>
                  </a:lnTo>
                  <a:lnTo>
                    <a:pt x="113" y="322"/>
                  </a:lnTo>
                  <a:lnTo>
                    <a:pt x="112" y="322"/>
                  </a:lnTo>
                  <a:lnTo>
                    <a:pt x="112" y="321"/>
                  </a:lnTo>
                  <a:lnTo>
                    <a:pt x="111" y="320"/>
                  </a:lnTo>
                  <a:lnTo>
                    <a:pt x="112" y="320"/>
                  </a:lnTo>
                  <a:lnTo>
                    <a:pt x="111" y="319"/>
                  </a:lnTo>
                  <a:lnTo>
                    <a:pt x="111" y="319"/>
                  </a:lnTo>
                  <a:lnTo>
                    <a:pt x="110" y="319"/>
                  </a:lnTo>
                  <a:lnTo>
                    <a:pt x="110" y="320"/>
                  </a:lnTo>
                  <a:lnTo>
                    <a:pt x="108" y="320"/>
                  </a:lnTo>
                  <a:lnTo>
                    <a:pt x="108" y="321"/>
                  </a:lnTo>
                  <a:lnTo>
                    <a:pt x="110" y="321"/>
                  </a:lnTo>
                  <a:lnTo>
                    <a:pt x="111" y="321"/>
                  </a:lnTo>
                  <a:lnTo>
                    <a:pt x="111" y="322"/>
                  </a:lnTo>
                  <a:lnTo>
                    <a:pt x="111" y="323"/>
                  </a:lnTo>
                  <a:lnTo>
                    <a:pt x="111" y="326"/>
                  </a:lnTo>
                  <a:lnTo>
                    <a:pt x="111" y="327"/>
                  </a:lnTo>
                  <a:lnTo>
                    <a:pt x="110" y="327"/>
                  </a:lnTo>
                  <a:lnTo>
                    <a:pt x="110" y="326"/>
                  </a:lnTo>
                  <a:lnTo>
                    <a:pt x="107" y="330"/>
                  </a:lnTo>
                  <a:lnTo>
                    <a:pt x="107" y="330"/>
                  </a:lnTo>
                  <a:lnTo>
                    <a:pt x="107" y="330"/>
                  </a:lnTo>
                  <a:lnTo>
                    <a:pt x="107" y="330"/>
                  </a:lnTo>
                  <a:lnTo>
                    <a:pt x="107" y="333"/>
                  </a:lnTo>
                  <a:lnTo>
                    <a:pt x="107" y="333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107" y="323"/>
                  </a:lnTo>
                  <a:lnTo>
                    <a:pt x="107" y="322"/>
                  </a:lnTo>
                  <a:lnTo>
                    <a:pt x="106" y="323"/>
                  </a:lnTo>
                  <a:lnTo>
                    <a:pt x="106" y="325"/>
                  </a:lnTo>
                  <a:lnTo>
                    <a:pt x="105" y="327"/>
                  </a:lnTo>
                  <a:lnTo>
                    <a:pt x="105" y="328"/>
                  </a:lnTo>
                  <a:lnTo>
                    <a:pt x="105" y="330"/>
                  </a:lnTo>
                  <a:lnTo>
                    <a:pt x="105" y="331"/>
                  </a:lnTo>
                  <a:lnTo>
                    <a:pt x="105" y="333"/>
                  </a:lnTo>
                  <a:lnTo>
                    <a:pt x="104" y="333"/>
                  </a:lnTo>
                  <a:lnTo>
                    <a:pt x="104" y="330"/>
                  </a:lnTo>
                  <a:lnTo>
                    <a:pt x="106" y="325"/>
                  </a:lnTo>
                  <a:lnTo>
                    <a:pt x="106" y="322"/>
                  </a:lnTo>
                  <a:lnTo>
                    <a:pt x="104" y="323"/>
                  </a:lnTo>
                  <a:lnTo>
                    <a:pt x="103" y="326"/>
                  </a:lnTo>
                  <a:lnTo>
                    <a:pt x="101" y="326"/>
                  </a:lnTo>
                  <a:lnTo>
                    <a:pt x="103" y="325"/>
                  </a:lnTo>
                  <a:lnTo>
                    <a:pt x="103" y="323"/>
                  </a:lnTo>
                  <a:lnTo>
                    <a:pt x="103" y="323"/>
                  </a:lnTo>
                  <a:lnTo>
                    <a:pt x="103" y="322"/>
                  </a:lnTo>
                  <a:lnTo>
                    <a:pt x="103" y="322"/>
                  </a:lnTo>
                  <a:lnTo>
                    <a:pt x="101" y="323"/>
                  </a:lnTo>
                  <a:lnTo>
                    <a:pt x="101" y="323"/>
                  </a:lnTo>
                  <a:lnTo>
                    <a:pt x="100" y="326"/>
                  </a:lnTo>
                  <a:lnTo>
                    <a:pt x="100" y="326"/>
                  </a:lnTo>
                  <a:lnTo>
                    <a:pt x="98" y="328"/>
                  </a:lnTo>
                  <a:lnTo>
                    <a:pt x="98" y="328"/>
                  </a:lnTo>
                  <a:lnTo>
                    <a:pt x="97" y="328"/>
                  </a:lnTo>
                  <a:lnTo>
                    <a:pt x="97" y="329"/>
                  </a:lnTo>
                  <a:lnTo>
                    <a:pt x="94" y="333"/>
                  </a:lnTo>
                  <a:lnTo>
                    <a:pt x="93" y="334"/>
                  </a:lnTo>
                  <a:lnTo>
                    <a:pt x="92" y="338"/>
                  </a:lnTo>
                  <a:lnTo>
                    <a:pt x="91" y="340"/>
                  </a:lnTo>
                  <a:lnTo>
                    <a:pt x="91" y="341"/>
                  </a:lnTo>
                  <a:lnTo>
                    <a:pt x="91" y="342"/>
                  </a:lnTo>
                  <a:lnTo>
                    <a:pt x="92" y="343"/>
                  </a:lnTo>
                  <a:lnTo>
                    <a:pt x="91" y="344"/>
                  </a:lnTo>
                  <a:lnTo>
                    <a:pt x="91" y="344"/>
                  </a:lnTo>
                  <a:lnTo>
                    <a:pt x="89" y="345"/>
                  </a:lnTo>
                  <a:lnTo>
                    <a:pt x="89" y="345"/>
                  </a:lnTo>
                  <a:lnTo>
                    <a:pt x="91" y="345"/>
                  </a:lnTo>
                  <a:lnTo>
                    <a:pt x="92" y="345"/>
                  </a:lnTo>
                  <a:lnTo>
                    <a:pt x="94" y="345"/>
                  </a:lnTo>
                  <a:lnTo>
                    <a:pt x="96" y="347"/>
                  </a:lnTo>
                  <a:lnTo>
                    <a:pt x="96" y="348"/>
                  </a:lnTo>
                  <a:lnTo>
                    <a:pt x="96" y="350"/>
                  </a:lnTo>
                  <a:lnTo>
                    <a:pt x="96" y="351"/>
                  </a:lnTo>
                  <a:lnTo>
                    <a:pt x="96" y="351"/>
                  </a:lnTo>
                  <a:lnTo>
                    <a:pt x="93" y="352"/>
                  </a:lnTo>
                  <a:lnTo>
                    <a:pt x="93" y="354"/>
                  </a:lnTo>
                  <a:lnTo>
                    <a:pt x="93" y="352"/>
                  </a:lnTo>
                  <a:lnTo>
                    <a:pt x="93" y="352"/>
                  </a:lnTo>
                  <a:lnTo>
                    <a:pt x="92" y="352"/>
                  </a:lnTo>
                  <a:lnTo>
                    <a:pt x="91" y="355"/>
                  </a:lnTo>
                  <a:lnTo>
                    <a:pt x="90" y="356"/>
                  </a:lnTo>
                  <a:lnTo>
                    <a:pt x="90" y="354"/>
                  </a:lnTo>
                  <a:lnTo>
                    <a:pt x="89" y="355"/>
                  </a:lnTo>
                  <a:lnTo>
                    <a:pt x="87" y="356"/>
                  </a:lnTo>
                  <a:lnTo>
                    <a:pt x="87" y="357"/>
                  </a:lnTo>
                  <a:lnTo>
                    <a:pt x="86" y="359"/>
                  </a:lnTo>
                  <a:lnTo>
                    <a:pt x="87" y="361"/>
                  </a:lnTo>
                  <a:lnTo>
                    <a:pt x="87" y="362"/>
                  </a:lnTo>
                  <a:lnTo>
                    <a:pt x="89" y="364"/>
                  </a:lnTo>
                  <a:lnTo>
                    <a:pt x="90" y="363"/>
                  </a:lnTo>
                  <a:lnTo>
                    <a:pt x="90" y="362"/>
                  </a:lnTo>
                  <a:lnTo>
                    <a:pt x="91" y="362"/>
                  </a:lnTo>
                  <a:lnTo>
                    <a:pt x="91" y="363"/>
                  </a:lnTo>
                  <a:lnTo>
                    <a:pt x="90" y="363"/>
                  </a:lnTo>
                  <a:lnTo>
                    <a:pt x="90" y="364"/>
                  </a:lnTo>
                  <a:lnTo>
                    <a:pt x="89" y="366"/>
                  </a:lnTo>
                  <a:lnTo>
                    <a:pt x="89" y="366"/>
                  </a:lnTo>
                  <a:lnTo>
                    <a:pt x="89" y="368"/>
                  </a:lnTo>
                  <a:lnTo>
                    <a:pt x="89" y="368"/>
                  </a:lnTo>
                  <a:lnTo>
                    <a:pt x="89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6" y="371"/>
                  </a:lnTo>
                  <a:lnTo>
                    <a:pt x="85" y="372"/>
                  </a:lnTo>
                  <a:lnTo>
                    <a:pt x="85" y="373"/>
                  </a:lnTo>
                  <a:lnTo>
                    <a:pt x="83" y="374"/>
                  </a:lnTo>
                  <a:lnTo>
                    <a:pt x="82" y="376"/>
                  </a:lnTo>
                  <a:lnTo>
                    <a:pt x="80" y="376"/>
                  </a:lnTo>
                  <a:lnTo>
                    <a:pt x="80" y="377"/>
                  </a:lnTo>
                  <a:lnTo>
                    <a:pt x="79" y="379"/>
                  </a:lnTo>
                  <a:lnTo>
                    <a:pt x="78" y="381"/>
                  </a:lnTo>
                  <a:lnTo>
                    <a:pt x="78" y="384"/>
                  </a:lnTo>
                  <a:lnTo>
                    <a:pt x="79" y="386"/>
                  </a:lnTo>
                  <a:lnTo>
                    <a:pt x="80" y="387"/>
                  </a:lnTo>
                  <a:lnTo>
                    <a:pt x="79" y="388"/>
                  </a:lnTo>
                  <a:lnTo>
                    <a:pt x="79" y="391"/>
                  </a:lnTo>
                  <a:lnTo>
                    <a:pt x="80" y="391"/>
                  </a:lnTo>
                  <a:lnTo>
                    <a:pt x="79" y="392"/>
                  </a:lnTo>
                  <a:lnTo>
                    <a:pt x="78" y="393"/>
                  </a:lnTo>
                  <a:lnTo>
                    <a:pt x="78" y="395"/>
                  </a:lnTo>
                  <a:lnTo>
                    <a:pt x="77" y="400"/>
                  </a:lnTo>
                  <a:lnTo>
                    <a:pt x="77" y="401"/>
                  </a:lnTo>
                  <a:lnTo>
                    <a:pt x="76" y="401"/>
                  </a:lnTo>
                  <a:lnTo>
                    <a:pt x="75" y="400"/>
                  </a:lnTo>
                  <a:lnTo>
                    <a:pt x="74" y="399"/>
                  </a:lnTo>
                  <a:lnTo>
                    <a:pt x="72" y="399"/>
                  </a:lnTo>
                  <a:lnTo>
                    <a:pt x="72" y="400"/>
                  </a:lnTo>
                  <a:lnTo>
                    <a:pt x="72" y="402"/>
                  </a:lnTo>
                  <a:lnTo>
                    <a:pt x="72" y="402"/>
                  </a:lnTo>
                  <a:lnTo>
                    <a:pt x="70" y="401"/>
                  </a:lnTo>
                  <a:lnTo>
                    <a:pt x="67" y="399"/>
                  </a:lnTo>
                  <a:lnTo>
                    <a:pt x="65" y="398"/>
                  </a:lnTo>
                  <a:lnTo>
                    <a:pt x="65" y="397"/>
                  </a:lnTo>
                  <a:lnTo>
                    <a:pt x="64" y="397"/>
                  </a:lnTo>
                  <a:lnTo>
                    <a:pt x="64" y="393"/>
                  </a:lnTo>
                  <a:lnTo>
                    <a:pt x="64" y="393"/>
                  </a:lnTo>
                  <a:lnTo>
                    <a:pt x="64" y="392"/>
                  </a:lnTo>
                  <a:lnTo>
                    <a:pt x="64" y="391"/>
                  </a:lnTo>
                  <a:lnTo>
                    <a:pt x="63" y="391"/>
                  </a:lnTo>
                  <a:lnTo>
                    <a:pt x="63" y="390"/>
                  </a:lnTo>
                  <a:lnTo>
                    <a:pt x="60" y="390"/>
                  </a:lnTo>
                  <a:lnTo>
                    <a:pt x="57" y="387"/>
                  </a:lnTo>
                  <a:lnTo>
                    <a:pt x="54" y="384"/>
                  </a:lnTo>
                  <a:lnTo>
                    <a:pt x="51" y="383"/>
                  </a:lnTo>
                  <a:lnTo>
                    <a:pt x="51" y="381"/>
                  </a:lnTo>
                  <a:lnTo>
                    <a:pt x="50" y="381"/>
                  </a:lnTo>
                  <a:lnTo>
                    <a:pt x="50" y="380"/>
                  </a:lnTo>
                  <a:lnTo>
                    <a:pt x="50" y="380"/>
                  </a:lnTo>
                  <a:lnTo>
                    <a:pt x="49" y="379"/>
                  </a:lnTo>
                  <a:lnTo>
                    <a:pt x="49" y="379"/>
                  </a:lnTo>
                  <a:lnTo>
                    <a:pt x="49" y="377"/>
                  </a:lnTo>
                  <a:lnTo>
                    <a:pt x="49" y="376"/>
                  </a:lnTo>
                  <a:lnTo>
                    <a:pt x="49" y="374"/>
                  </a:lnTo>
                  <a:lnTo>
                    <a:pt x="49" y="373"/>
                  </a:lnTo>
                  <a:lnTo>
                    <a:pt x="48" y="372"/>
                  </a:lnTo>
                  <a:lnTo>
                    <a:pt x="48" y="372"/>
                  </a:lnTo>
                  <a:lnTo>
                    <a:pt x="48" y="371"/>
                  </a:lnTo>
                  <a:lnTo>
                    <a:pt x="48" y="370"/>
                  </a:lnTo>
                  <a:lnTo>
                    <a:pt x="48" y="369"/>
                  </a:lnTo>
                  <a:lnTo>
                    <a:pt x="48" y="366"/>
                  </a:lnTo>
                  <a:lnTo>
                    <a:pt x="47" y="364"/>
                  </a:lnTo>
                  <a:lnTo>
                    <a:pt x="46" y="359"/>
                  </a:lnTo>
                  <a:lnTo>
                    <a:pt x="43" y="355"/>
                  </a:lnTo>
                  <a:lnTo>
                    <a:pt x="42" y="350"/>
                  </a:lnTo>
                  <a:lnTo>
                    <a:pt x="41" y="345"/>
                  </a:lnTo>
                  <a:lnTo>
                    <a:pt x="39" y="341"/>
                  </a:lnTo>
                  <a:lnTo>
                    <a:pt x="38" y="336"/>
                  </a:lnTo>
                  <a:lnTo>
                    <a:pt x="36" y="333"/>
                  </a:lnTo>
                  <a:lnTo>
                    <a:pt x="35" y="328"/>
                  </a:lnTo>
                  <a:lnTo>
                    <a:pt x="33" y="323"/>
                  </a:lnTo>
                  <a:lnTo>
                    <a:pt x="32" y="319"/>
                  </a:lnTo>
                  <a:lnTo>
                    <a:pt x="31" y="314"/>
                  </a:lnTo>
                  <a:lnTo>
                    <a:pt x="29" y="309"/>
                  </a:lnTo>
                  <a:lnTo>
                    <a:pt x="27" y="306"/>
                  </a:lnTo>
                  <a:lnTo>
                    <a:pt x="26" y="301"/>
                  </a:lnTo>
                  <a:lnTo>
                    <a:pt x="25" y="297"/>
                  </a:lnTo>
                  <a:lnTo>
                    <a:pt x="24" y="292"/>
                  </a:lnTo>
                  <a:lnTo>
                    <a:pt x="21" y="287"/>
                  </a:lnTo>
                  <a:lnTo>
                    <a:pt x="20" y="283"/>
                  </a:lnTo>
                  <a:lnTo>
                    <a:pt x="19" y="279"/>
                  </a:lnTo>
                  <a:lnTo>
                    <a:pt x="18" y="275"/>
                  </a:lnTo>
                  <a:lnTo>
                    <a:pt x="15" y="270"/>
                  </a:lnTo>
                  <a:lnTo>
                    <a:pt x="14" y="265"/>
                  </a:lnTo>
                  <a:lnTo>
                    <a:pt x="13" y="261"/>
                  </a:lnTo>
                  <a:lnTo>
                    <a:pt x="12" y="257"/>
                  </a:lnTo>
                  <a:lnTo>
                    <a:pt x="10" y="252"/>
                  </a:lnTo>
                  <a:lnTo>
                    <a:pt x="7" y="243"/>
                  </a:lnTo>
                  <a:lnTo>
                    <a:pt x="6" y="238"/>
                  </a:lnTo>
                  <a:lnTo>
                    <a:pt x="4" y="234"/>
                  </a:lnTo>
                  <a:lnTo>
                    <a:pt x="3" y="230"/>
                  </a:lnTo>
                  <a:lnTo>
                    <a:pt x="1" y="226"/>
                  </a:lnTo>
                  <a:lnTo>
                    <a:pt x="0" y="221"/>
                  </a:lnTo>
                  <a:lnTo>
                    <a:pt x="1" y="221"/>
                  </a:lnTo>
                  <a:lnTo>
                    <a:pt x="1" y="220"/>
                  </a:lnTo>
                  <a:lnTo>
                    <a:pt x="3" y="219"/>
                  </a:lnTo>
                  <a:lnTo>
                    <a:pt x="3" y="218"/>
                  </a:lnTo>
                  <a:lnTo>
                    <a:pt x="4" y="216"/>
                  </a:lnTo>
                  <a:lnTo>
                    <a:pt x="5" y="216"/>
                  </a:lnTo>
                  <a:lnTo>
                    <a:pt x="6" y="215"/>
                  </a:lnTo>
                  <a:lnTo>
                    <a:pt x="7" y="216"/>
                  </a:lnTo>
                  <a:lnTo>
                    <a:pt x="12" y="223"/>
                  </a:lnTo>
                  <a:lnTo>
                    <a:pt x="13" y="223"/>
                  </a:lnTo>
                  <a:lnTo>
                    <a:pt x="14" y="222"/>
                  </a:lnTo>
                  <a:lnTo>
                    <a:pt x="14" y="221"/>
                  </a:lnTo>
                  <a:lnTo>
                    <a:pt x="14" y="220"/>
                  </a:lnTo>
                  <a:lnTo>
                    <a:pt x="14" y="219"/>
                  </a:lnTo>
                  <a:lnTo>
                    <a:pt x="14" y="219"/>
                  </a:lnTo>
                  <a:lnTo>
                    <a:pt x="15" y="218"/>
                  </a:lnTo>
                  <a:lnTo>
                    <a:pt x="15" y="216"/>
                  </a:lnTo>
                  <a:lnTo>
                    <a:pt x="15" y="215"/>
                  </a:lnTo>
                  <a:lnTo>
                    <a:pt x="14" y="211"/>
                  </a:lnTo>
                  <a:lnTo>
                    <a:pt x="14" y="209"/>
                  </a:lnTo>
                  <a:lnTo>
                    <a:pt x="14" y="208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5"/>
                  </a:lnTo>
                  <a:lnTo>
                    <a:pt x="18" y="206"/>
                  </a:lnTo>
                  <a:lnTo>
                    <a:pt x="21" y="207"/>
                  </a:lnTo>
                  <a:lnTo>
                    <a:pt x="22" y="207"/>
                  </a:lnTo>
                  <a:lnTo>
                    <a:pt x="24" y="207"/>
                  </a:lnTo>
                  <a:lnTo>
                    <a:pt x="25" y="206"/>
                  </a:lnTo>
                  <a:lnTo>
                    <a:pt x="26" y="205"/>
                  </a:lnTo>
                  <a:lnTo>
                    <a:pt x="25" y="204"/>
                  </a:lnTo>
                  <a:lnTo>
                    <a:pt x="24" y="202"/>
                  </a:lnTo>
                  <a:lnTo>
                    <a:pt x="20" y="202"/>
                  </a:lnTo>
                  <a:lnTo>
                    <a:pt x="19" y="201"/>
                  </a:lnTo>
                  <a:lnTo>
                    <a:pt x="18" y="199"/>
                  </a:lnTo>
                  <a:lnTo>
                    <a:pt x="18" y="198"/>
                  </a:lnTo>
                  <a:lnTo>
                    <a:pt x="19" y="192"/>
                  </a:lnTo>
                  <a:lnTo>
                    <a:pt x="24" y="184"/>
                  </a:lnTo>
                  <a:lnTo>
                    <a:pt x="24" y="183"/>
                  </a:lnTo>
                  <a:lnTo>
                    <a:pt x="27" y="179"/>
                  </a:lnTo>
                  <a:lnTo>
                    <a:pt x="28" y="178"/>
                  </a:lnTo>
                  <a:lnTo>
                    <a:pt x="29" y="177"/>
                  </a:lnTo>
                  <a:lnTo>
                    <a:pt x="31" y="177"/>
                  </a:lnTo>
                  <a:lnTo>
                    <a:pt x="32" y="177"/>
                  </a:lnTo>
                  <a:lnTo>
                    <a:pt x="33" y="175"/>
                  </a:lnTo>
                  <a:lnTo>
                    <a:pt x="33" y="173"/>
                  </a:lnTo>
                  <a:lnTo>
                    <a:pt x="33" y="172"/>
                  </a:lnTo>
                  <a:lnTo>
                    <a:pt x="32" y="170"/>
                  </a:lnTo>
                  <a:lnTo>
                    <a:pt x="32" y="170"/>
                  </a:lnTo>
                  <a:lnTo>
                    <a:pt x="32" y="169"/>
                  </a:lnTo>
                  <a:lnTo>
                    <a:pt x="31" y="169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32" y="165"/>
                  </a:lnTo>
                  <a:lnTo>
                    <a:pt x="35" y="161"/>
                  </a:lnTo>
                  <a:lnTo>
                    <a:pt x="38" y="158"/>
                  </a:lnTo>
                  <a:lnTo>
                    <a:pt x="38" y="155"/>
                  </a:lnTo>
                  <a:lnTo>
                    <a:pt x="38" y="152"/>
                  </a:lnTo>
                  <a:lnTo>
                    <a:pt x="36" y="152"/>
                  </a:lnTo>
                  <a:lnTo>
                    <a:pt x="35" y="152"/>
                  </a:lnTo>
                  <a:lnTo>
                    <a:pt x="34" y="152"/>
                  </a:lnTo>
                  <a:lnTo>
                    <a:pt x="33" y="151"/>
                  </a:lnTo>
                  <a:lnTo>
                    <a:pt x="33" y="150"/>
                  </a:lnTo>
                  <a:lnTo>
                    <a:pt x="33" y="147"/>
                  </a:lnTo>
                  <a:lnTo>
                    <a:pt x="33" y="147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3" y="144"/>
                  </a:lnTo>
                  <a:lnTo>
                    <a:pt x="33" y="144"/>
                  </a:lnTo>
                  <a:lnTo>
                    <a:pt x="32" y="144"/>
                  </a:lnTo>
                  <a:lnTo>
                    <a:pt x="32" y="144"/>
                  </a:lnTo>
                  <a:lnTo>
                    <a:pt x="32" y="143"/>
                  </a:lnTo>
                  <a:lnTo>
                    <a:pt x="31" y="143"/>
                  </a:lnTo>
                  <a:lnTo>
                    <a:pt x="32" y="142"/>
                  </a:lnTo>
                  <a:lnTo>
                    <a:pt x="33" y="140"/>
                  </a:lnTo>
                  <a:lnTo>
                    <a:pt x="34" y="139"/>
                  </a:lnTo>
                  <a:lnTo>
                    <a:pt x="34" y="136"/>
                  </a:lnTo>
                  <a:lnTo>
                    <a:pt x="33" y="135"/>
                  </a:lnTo>
                  <a:lnTo>
                    <a:pt x="32" y="134"/>
                  </a:lnTo>
                  <a:lnTo>
                    <a:pt x="31" y="133"/>
                  </a:lnTo>
                  <a:lnTo>
                    <a:pt x="29" y="132"/>
                  </a:lnTo>
                  <a:lnTo>
                    <a:pt x="31" y="128"/>
                  </a:lnTo>
                  <a:lnTo>
                    <a:pt x="31" y="125"/>
                  </a:lnTo>
                  <a:lnTo>
                    <a:pt x="32" y="123"/>
                  </a:lnTo>
                  <a:lnTo>
                    <a:pt x="33" y="122"/>
                  </a:lnTo>
                  <a:lnTo>
                    <a:pt x="33" y="121"/>
                  </a:lnTo>
                  <a:lnTo>
                    <a:pt x="32" y="120"/>
                  </a:lnTo>
                  <a:lnTo>
                    <a:pt x="32" y="118"/>
                  </a:lnTo>
                  <a:lnTo>
                    <a:pt x="33" y="116"/>
                  </a:lnTo>
                  <a:lnTo>
                    <a:pt x="34" y="115"/>
                  </a:lnTo>
                  <a:lnTo>
                    <a:pt x="38" y="111"/>
                  </a:lnTo>
                  <a:lnTo>
                    <a:pt x="39" y="108"/>
                  </a:lnTo>
                  <a:lnTo>
                    <a:pt x="38" y="102"/>
                  </a:lnTo>
                  <a:lnTo>
                    <a:pt x="36" y="94"/>
                  </a:lnTo>
                  <a:lnTo>
                    <a:pt x="35" y="90"/>
                  </a:lnTo>
                  <a:lnTo>
                    <a:pt x="35" y="85"/>
                  </a:lnTo>
                  <a:lnTo>
                    <a:pt x="36" y="84"/>
                  </a:lnTo>
                  <a:lnTo>
                    <a:pt x="40" y="75"/>
                  </a:lnTo>
                  <a:lnTo>
                    <a:pt x="43" y="65"/>
                  </a:lnTo>
                  <a:lnTo>
                    <a:pt x="47" y="57"/>
                  </a:lnTo>
                  <a:lnTo>
                    <a:pt x="50" y="48"/>
                  </a:lnTo>
                  <a:lnTo>
                    <a:pt x="54" y="39"/>
                  </a:lnTo>
                  <a:lnTo>
                    <a:pt x="57" y="29"/>
                  </a:lnTo>
                  <a:lnTo>
                    <a:pt x="61" y="21"/>
                  </a:lnTo>
                  <a:lnTo>
                    <a:pt x="64" y="12"/>
                  </a:lnTo>
                  <a:lnTo>
                    <a:pt x="65" y="11"/>
                  </a:lnTo>
                  <a:lnTo>
                    <a:pt x="65" y="9"/>
                  </a:lnTo>
                  <a:lnTo>
                    <a:pt x="67" y="9"/>
                  </a:lnTo>
                  <a:lnTo>
                    <a:pt x="77" y="9"/>
                  </a:lnTo>
                  <a:lnTo>
                    <a:pt x="78" y="9"/>
                  </a:lnTo>
                  <a:lnTo>
                    <a:pt x="78" y="12"/>
                  </a:lnTo>
                  <a:lnTo>
                    <a:pt x="79" y="18"/>
                  </a:lnTo>
                  <a:lnTo>
                    <a:pt x="79" y="20"/>
                  </a:lnTo>
                  <a:lnTo>
                    <a:pt x="80" y="21"/>
                  </a:lnTo>
                  <a:lnTo>
                    <a:pt x="80" y="22"/>
                  </a:lnTo>
                  <a:lnTo>
                    <a:pt x="83" y="23"/>
                  </a:lnTo>
                  <a:lnTo>
                    <a:pt x="92" y="26"/>
                  </a:lnTo>
                  <a:lnTo>
                    <a:pt x="93" y="26"/>
                  </a:lnTo>
                  <a:lnTo>
                    <a:pt x="100" y="20"/>
                  </a:lnTo>
                  <a:lnTo>
                    <a:pt x="103" y="18"/>
                  </a:lnTo>
                  <a:lnTo>
                    <a:pt x="106" y="18"/>
                  </a:lnTo>
                  <a:lnTo>
                    <a:pt x="107" y="16"/>
                  </a:lnTo>
                  <a:lnTo>
                    <a:pt x="108" y="15"/>
                  </a:lnTo>
                  <a:lnTo>
                    <a:pt x="108" y="14"/>
                  </a:lnTo>
                  <a:lnTo>
                    <a:pt x="110" y="13"/>
                  </a:lnTo>
                  <a:lnTo>
                    <a:pt x="112" y="11"/>
                  </a:lnTo>
                  <a:lnTo>
                    <a:pt x="113" y="9"/>
                  </a:lnTo>
                  <a:lnTo>
                    <a:pt x="115" y="9"/>
                  </a:lnTo>
                  <a:lnTo>
                    <a:pt x="117" y="8"/>
                  </a:lnTo>
                  <a:lnTo>
                    <a:pt x="119" y="9"/>
                  </a:lnTo>
                  <a:lnTo>
                    <a:pt x="120" y="8"/>
                  </a:lnTo>
                  <a:lnTo>
                    <a:pt x="120" y="8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2" y="2"/>
                  </a:lnTo>
                  <a:lnTo>
                    <a:pt x="126" y="0"/>
                  </a:lnTo>
                  <a:lnTo>
                    <a:pt x="1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3473450" y="2349500"/>
              <a:ext cx="261937" cy="123825"/>
            </a:xfrm>
            <a:custGeom>
              <a:avLst/>
              <a:gdLst>
                <a:gd name="T0" fmla="*/ 269 w 330"/>
                <a:gd name="T1" fmla="*/ 150 h 157"/>
                <a:gd name="T2" fmla="*/ 324 w 330"/>
                <a:gd name="T3" fmla="*/ 139 h 157"/>
                <a:gd name="T4" fmla="*/ 329 w 330"/>
                <a:gd name="T5" fmla="*/ 103 h 157"/>
                <a:gd name="T6" fmla="*/ 279 w 330"/>
                <a:gd name="T7" fmla="*/ 96 h 157"/>
                <a:gd name="T8" fmla="*/ 327 w 330"/>
                <a:gd name="T9" fmla="*/ 104 h 157"/>
                <a:gd name="T10" fmla="*/ 328 w 330"/>
                <a:gd name="T11" fmla="*/ 109 h 157"/>
                <a:gd name="T12" fmla="*/ 319 w 330"/>
                <a:gd name="T13" fmla="*/ 133 h 157"/>
                <a:gd name="T14" fmla="*/ 298 w 330"/>
                <a:gd name="T15" fmla="*/ 152 h 157"/>
                <a:gd name="T16" fmla="*/ 281 w 330"/>
                <a:gd name="T17" fmla="*/ 153 h 157"/>
                <a:gd name="T18" fmla="*/ 286 w 330"/>
                <a:gd name="T19" fmla="*/ 141 h 157"/>
                <a:gd name="T20" fmla="*/ 284 w 330"/>
                <a:gd name="T21" fmla="*/ 138 h 157"/>
                <a:gd name="T22" fmla="*/ 280 w 330"/>
                <a:gd name="T23" fmla="*/ 131 h 157"/>
                <a:gd name="T24" fmla="*/ 270 w 330"/>
                <a:gd name="T25" fmla="*/ 125 h 157"/>
                <a:gd name="T26" fmla="*/ 264 w 330"/>
                <a:gd name="T27" fmla="*/ 127 h 157"/>
                <a:gd name="T28" fmla="*/ 250 w 330"/>
                <a:gd name="T29" fmla="*/ 127 h 157"/>
                <a:gd name="T30" fmla="*/ 244 w 330"/>
                <a:gd name="T31" fmla="*/ 112 h 157"/>
                <a:gd name="T32" fmla="*/ 241 w 330"/>
                <a:gd name="T33" fmla="*/ 109 h 157"/>
                <a:gd name="T34" fmla="*/ 259 w 330"/>
                <a:gd name="T35" fmla="*/ 104 h 157"/>
                <a:gd name="T36" fmla="*/ 250 w 330"/>
                <a:gd name="T37" fmla="*/ 99 h 157"/>
                <a:gd name="T38" fmla="*/ 244 w 330"/>
                <a:gd name="T39" fmla="*/ 97 h 157"/>
                <a:gd name="T40" fmla="*/ 236 w 330"/>
                <a:gd name="T41" fmla="*/ 99 h 157"/>
                <a:gd name="T42" fmla="*/ 244 w 330"/>
                <a:gd name="T43" fmla="*/ 89 h 157"/>
                <a:gd name="T44" fmla="*/ 243 w 330"/>
                <a:gd name="T45" fmla="*/ 75 h 157"/>
                <a:gd name="T46" fmla="*/ 233 w 330"/>
                <a:gd name="T47" fmla="*/ 78 h 157"/>
                <a:gd name="T48" fmla="*/ 233 w 330"/>
                <a:gd name="T49" fmla="*/ 69 h 157"/>
                <a:gd name="T50" fmla="*/ 244 w 330"/>
                <a:gd name="T51" fmla="*/ 56 h 157"/>
                <a:gd name="T52" fmla="*/ 231 w 330"/>
                <a:gd name="T53" fmla="*/ 56 h 157"/>
                <a:gd name="T54" fmla="*/ 255 w 330"/>
                <a:gd name="T55" fmla="*/ 31 h 157"/>
                <a:gd name="T56" fmla="*/ 252 w 330"/>
                <a:gd name="T57" fmla="*/ 13 h 157"/>
                <a:gd name="T58" fmla="*/ 236 w 330"/>
                <a:gd name="T59" fmla="*/ 19 h 157"/>
                <a:gd name="T60" fmla="*/ 227 w 330"/>
                <a:gd name="T61" fmla="*/ 28 h 157"/>
                <a:gd name="T62" fmla="*/ 223 w 330"/>
                <a:gd name="T63" fmla="*/ 41 h 157"/>
                <a:gd name="T64" fmla="*/ 215 w 330"/>
                <a:gd name="T65" fmla="*/ 49 h 157"/>
                <a:gd name="T66" fmla="*/ 207 w 330"/>
                <a:gd name="T67" fmla="*/ 53 h 157"/>
                <a:gd name="T68" fmla="*/ 220 w 330"/>
                <a:gd name="T69" fmla="*/ 61 h 157"/>
                <a:gd name="T70" fmla="*/ 224 w 330"/>
                <a:gd name="T71" fmla="*/ 70 h 157"/>
                <a:gd name="T72" fmla="*/ 217 w 330"/>
                <a:gd name="T73" fmla="*/ 74 h 157"/>
                <a:gd name="T74" fmla="*/ 217 w 330"/>
                <a:gd name="T75" fmla="*/ 84 h 157"/>
                <a:gd name="T76" fmla="*/ 224 w 330"/>
                <a:gd name="T77" fmla="*/ 112 h 157"/>
                <a:gd name="T78" fmla="*/ 226 w 330"/>
                <a:gd name="T79" fmla="*/ 126 h 157"/>
                <a:gd name="T80" fmla="*/ 220 w 330"/>
                <a:gd name="T81" fmla="*/ 126 h 157"/>
                <a:gd name="T82" fmla="*/ 246 w 330"/>
                <a:gd name="T83" fmla="*/ 145 h 157"/>
                <a:gd name="T84" fmla="*/ 237 w 330"/>
                <a:gd name="T85" fmla="*/ 146 h 157"/>
                <a:gd name="T86" fmla="*/ 214 w 330"/>
                <a:gd name="T87" fmla="*/ 145 h 157"/>
                <a:gd name="T88" fmla="*/ 193 w 330"/>
                <a:gd name="T89" fmla="*/ 131 h 157"/>
                <a:gd name="T90" fmla="*/ 186 w 330"/>
                <a:gd name="T91" fmla="*/ 129 h 157"/>
                <a:gd name="T92" fmla="*/ 176 w 330"/>
                <a:gd name="T93" fmla="*/ 127 h 157"/>
                <a:gd name="T94" fmla="*/ 181 w 330"/>
                <a:gd name="T95" fmla="*/ 115 h 157"/>
                <a:gd name="T96" fmla="*/ 180 w 330"/>
                <a:gd name="T97" fmla="*/ 81 h 157"/>
                <a:gd name="T98" fmla="*/ 145 w 330"/>
                <a:gd name="T99" fmla="*/ 77 h 157"/>
                <a:gd name="T100" fmla="*/ 126 w 330"/>
                <a:gd name="T101" fmla="*/ 62 h 157"/>
                <a:gd name="T102" fmla="*/ 116 w 330"/>
                <a:gd name="T103" fmla="*/ 48 h 157"/>
                <a:gd name="T104" fmla="*/ 111 w 330"/>
                <a:gd name="T105" fmla="*/ 41 h 157"/>
                <a:gd name="T106" fmla="*/ 79 w 330"/>
                <a:gd name="T107" fmla="*/ 45 h 157"/>
                <a:gd name="T108" fmla="*/ 65 w 330"/>
                <a:gd name="T109" fmla="*/ 57 h 157"/>
                <a:gd name="T110" fmla="*/ 52 w 330"/>
                <a:gd name="T111" fmla="*/ 53 h 157"/>
                <a:gd name="T112" fmla="*/ 48 w 330"/>
                <a:gd name="T113" fmla="*/ 57 h 157"/>
                <a:gd name="T114" fmla="*/ 39 w 330"/>
                <a:gd name="T115" fmla="*/ 70 h 157"/>
                <a:gd name="T116" fmla="*/ 26 w 330"/>
                <a:gd name="T117" fmla="*/ 77 h 157"/>
                <a:gd name="T118" fmla="*/ 15 w 330"/>
                <a:gd name="T119" fmla="*/ 49 h 157"/>
                <a:gd name="T120" fmla="*/ 158 w 330"/>
                <a:gd name="T121" fmla="*/ 2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0" h="157">
                  <a:moveTo>
                    <a:pt x="269" y="150"/>
                  </a:moveTo>
                  <a:lnTo>
                    <a:pt x="270" y="150"/>
                  </a:lnTo>
                  <a:lnTo>
                    <a:pt x="270" y="150"/>
                  </a:lnTo>
                  <a:lnTo>
                    <a:pt x="272" y="152"/>
                  </a:lnTo>
                  <a:lnTo>
                    <a:pt x="272" y="153"/>
                  </a:lnTo>
                  <a:lnTo>
                    <a:pt x="272" y="155"/>
                  </a:lnTo>
                  <a:lnTo>
                    <a:pt x="271" y="157"/>
                  </a:lnTo>
                  <a:lnTo>
                    <a:pt x="271" y="156"/>
                  </a:lnTo>
                  <a:lnTo>
                    <a:pt x="269" y="156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71" y="154"/>
                  </a:lnTo>
                  <a:lnTo>
                    <a:pt x="271" y="154"/>
                  </a:lnTo>
                  <a:lnTo>
                    <a:pt x="271" y="153"/>
                  </a:lnTo>
                  <a:lnTo>
                    <a:pt x="269" y="153"/>
                  </a:lnTo>
                  <a:lnTo>
                    <a:pt x="267" y="152"/>
                  </a:lnTo>
                  <a:lnTo>
                    <a:pt x="267" y="150"/>
                  </a:lnTo>
                  <a:lnTo>
                    <a:pt x="269" y="150"/>
                  </a:lnTo>
                  <a:close/>
                  <a:moveTo>
                    <a:pt x="265" y="136"/>
                  </a:moveTo>
                  <a:lnTo>
                    <a:pt x="266" y="136"/>
                  </a:lnTo>
                  <a:lnTo>
                    <a:pt x="266" y="138"/>
                  </a:lnTo>
                  <a:lnTo>
                    <a:pt x="267" y="138"/>
                  </a:lnTo>
                  <a:lnTo>
                    <a:pt x="267" y="139"/>
                  </a:lnTo>
                  <a:lnTo>
                    <a:pt x="266" y="140"/>
                  </a:lnTo>
                  <a:lnTo>
                    <a:pt x="264" y="140"/>
                  </a:lnTo>
                  <a:lnTo>
                    <a:pt x="263" y="140"/>
                  </a:lnTo>
                  <a:lnTo>
                    <a:pt x="263" y="138"/>
                  </a:lnTo>
                  <a:lnTo>
                    <a:pt x="263" y="136"/>
                  </a:lnTo>
                  <a:lnTo>
                    <a:pt x="265" y="136"/>
                  </a:lnTo>
                  <a:close/>
                  <a:moveTo>
                    <a:pt x="329" y="113"/>
                  </a:moveTo>
                  <a:lnTo>
                    <a:pt x="329" y="115"/>
                  </a:lnTo>
                  <a:lnTo>
                    <a:pt x="327" y="121"/>
                  </a:lnTo>
                  <a:lnTo>
                    <a:pt x="327" y="126"/>
                  </a:lnTo>
                  <a:lnTo>
                    <a:pt x="325" y="134"/>
                  </a:lnTo>
                  <a:lnTo>
                    <a:pt x="324" y="138"/>
                  </a:lnTo>
                  <a:lnTo>
                    <a:pt x="324" y="139"/>
                  </a:lnTo>
                  <a:lnTo>
                    <a:pt x="323" y="139"/>
                  </a:lnTo>
                  <a:lnTo>
                    <a:pt x="323" y="139"/>
                  </a:lnTo>
                  <a:lnTo>
                    <a:pt x="324" y="135"/>
                  </a:lnTo>
                  <a:lnTo>
                    <a:pt x="325" y="132"/>
                  </a:lnTo>
                  <a:lnTo>
                    <a:pt x="325" y="132"/>
                  </a:lnTo>
                  <a:lnTo>
                    <a:pt x="325" y="128"/>
                  </a:lnTo>
                  <a:lnTo>
                    <a:pt x="325" y="126"/>
                  </a:lnTo>
                  <a:lnTo>
                    <a:pt x="327" y="122"/>
                  </a:lnTo>
                  <a:lnTo>
                    <a:pt x="328" y="115"/>
                  </a:lnTo>
                  <a:lnTo>
                    <a:pt x="328" y="113"/>
                  </a:lnTo>
                  <a:lnTo>
                    <a:pt x="329" y="113"/>
                  </a:lnTo>
                  <a:close/>
                  <a:moveTo>
                    <a:pt x="329" y="99"/>
                  </a:moveTo>
                  <a:lnTo>
                    <a:pt x="329" y="102"/>
                  </a:lnTo>
                  <a:lnTo>
                    <a:pt x="330" y="105"/>
                  </a:lnTo>
                  <a:lnTo>
                    <a:pt x="330" y="109"/>
                  </a:lnTo>
                  <a:lnTo>
                    <a:pt x="329" y="110"/>
                  </a:lnTo>
                  <a:lnTo>
                    <a:pt x="329" y="107"/>
                  </a:lnTo>
                  <a:lnTo>
                    <a:pt x="329" y="103"/>
                  </a:lnTo>
                  <a:lnTo>
                    <a:pt x="328" y="99"/>
                  </a:lnTo>
                  <a:lnTo>
                    <a:pt x="328" y="99"/>
                  </a:lnTo>
                  <a:lnTo>
                    <a:pt x="329" y="99"/>
                  </a:lnTo>
                  <a:close/>
                  <a:moveTo>
                    <a:pt x="253" y="0"/>
                  </a:moveTo>
                  <a:lnTo>
                    <a:pt x="255" y="7"/>
                  </a:lnTo>
                  <a:lnTo>
                    <a:pt x="257" y="13"/>
                  </a:lnTo>
                  <a:lnTo>
                    <a:pt x="258" y="19"/>
                  </a:lnTo>
                  <a:lnTo>
                    <a:pt x="260" y="26"/>
                  </a:lnTo>
                  <a:lnTo>
                    <a:pt x="262" y="32"/>
                  </a:lnTo>
                  <a:lnTo>
                    <a:pt x="264" y="39"/>
                  </a:lnTo>
                  <a:lnTo>
                    <a:pt x="265" y="45"/>
                  </a:lnTo>
                  <a:lnTo>
                    <a:pt x="267" y="50"/>
                  </a:lnTo>
                  <a:lnTo>
                    <a:pt x="271" y="63"/>
                  </a:lnTo>
                  <a:lnTo>
                    <a:pt x="272" y="70"/>
                  </a:lnTo>
                  <a:lnTo>
                    <a:pt x="274" y="76"/>
                  </a:lnTo>
                  <a:lnTo>
                    <a:pt x="276" y="83"/>
                  </a:lnTo>
                  <a:lnTo>
                    <a:pt x="278" y="89"/>
                  </a:lnTo>
                  <a:lnTo>
                    <a:pt x="279" y="96"/>
                  </a:lnTo>
                  <a:lnTo>
                    <a:pt x="281" y="102"/>
                  </a:lnTo>
                  <a:lnTo>
                    <a:pt x="281" y="105"/>
                  </a:lnTo>
                  <a:lnTo>
                    <a:pt x="284" y="110"/>
                  </a:lnTo>
                  <a:lnTo>
                    <a:pt x="288" y="109"/>
                  </a:lnTo>
                  <a:lnTo>
                    <a:pt x="294" y="107"/>
                  </a:lnTo>
                  <a:lnTo>
                    <a:pt x="299" y="106"/>
                  </a:lnTo>
                  <a:lnTo>
                    <a:pt x="305" y="105"/>
                  </a:lnTo>
                  <a:lnTo>
                    <a:pt x="310" y="104"/>
                  </a:lnTo>
                  <a:lnTo>
                    <a:pt x="315" y="103"/>
                  </a:lnTo>
                  <a:lnTo>
                    <a:pt x="321" y="102"/>
                  </a:lnTo>
                  <a:lnTo>
                    <a:pt x="324" y="100"/>
                  </a:lnTo>
                  <a:lnTo>
                    <a:pt x="327" y="100"/>
                  </a:lnTo>
                  <a:lnTo>
                    <a:pt x="327" y="100"/>
                  </a:lnTo>
                  <a:lnTo>
                    <a:pt x="327" y="102"/>
                  </a:lnTo>
                  <a:lnTo>
                    <a:pt x="325" y="102"/>
                  </a:lnTo>
                  <a:lnTo>
                    <a:pt x="324" y="102"/>
                  </a:lnTo>
                  <a:lnTo>
                    <a:pt x="327" y="103"/>
                  </a:lnTo>
                  <a:lnTo>
                    <a:pt x="327" y="104"/>
                  </a:lnTo>
                  <a:lnTo>
                    <a:pt x="325" y="104"/>
                  </a:lnTo>
                  <a:lnTo>
                    <a:pt x="324" y="104"/>
                  </a:lnTo>
                  <a:lnTo>
                    <a:pt x="322" y="104"/>
                  </a:lnTo>
                  <a:lnTo>
                    <a:pt x="321" y="104"/>
                  </a:lnTo>
                  <a:lnTo>
                    <a:pt x="321" y="104"/>
                  </a:lnTo>
                  <a:lnTo>
                    <a:pt x="323" y="105"/>
                  </a:lnTo>
                  <a:lnTo>
                    <a:pt x="324" y="105"/>
                  </a:lnTo>
                  <a:lnTo>
                    <a:pt x="324" y="106"/>
                  </a:lnTo>
                  <a:lnTo>
                    <a:pt x="324" y="107"/>
                  </a:lnTo>
                  <a:lnTo>
                    <a:pt x="324" y="107"/>
                  </a:lnTo>
                  <a:lnTo>
                    <a:pt x="325" y="107"/>
                  </a:lnTo>
                  <a:lnTo>
                    <a:pt x="324" y="109"/>
                  </a:lnTo>
                  <a:lnTo>
                    <a:pt x="324" y="109"/>
                  </a:lnTo>
                  <a:lnTo>
                    <a:pt x="324" y="109"/>
                  </a:lnTo>
                  <a:lnTo>
                    <a:pt x="325" y="109"/>
                  </a:lnTo>
                  <a:lnTo>
                    <a:pt x="327" y="109"/>
                  </a:lnTo>
                  <a:lnTo>
                    <a:pt x="327" y="109"/>
                  </a:lnTo>
                  <a:lnTo>
                    <a:pt x="328" y="109"/>
                  </a:lnTo>
                  <a:lnTo>
                    <a:pt x="328" y="111"/>
                  </a:lnTo>
                  <a:lnTo>
                    <a:pt x="328" y="112"/>
                  </a:lnTo>
                  <a:lnTo>
                    <a:pt x="327" y="114"/>
                  </a:lnTo>
                  <a:lnTo>
                    <a:pt x="327" y="115"/>
                  </a:lnTo>
                  <a:lnTo>
                    <a:pt x="325" y="119"/>
                  </a:lnTo>
                  <a:lnTo>
                    <a:pt x="325" y="120"/>
                  </a:lnTo>
                  <a:lnTo>
                    <a:pt x="323" y="121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1" y="120"/>
                  </a:lnTo>
                  <a:lnTo>
                    <a:pt x="320" y="121"/>
                  </a:lnTo>
                  <a:lnTo>
                    <a:pt x="320" y="122"/>
                  </a:lnTo>
                  <a:lnTo>
                    <a:pt x="320" y="127"/>
                  </a:lnTo>
                  <a:lnTo>
                    <a:pt x="320" y="128"/>
                  </a:lnTo>
                  <a:lnTo>
                    <a:pt x="320" y="129"/>
                  </a:lnTo>
                  <a:lnTo>
                    <a:pt x="319" y="132"/>
                  </a:lnTo>
                  <a:lnTo>
                    <a:pt x="319" y="133"/>
                  </a:lnTo>
                  <a:lnTo>
                    <a:pt x="319" y="133"/>
                  </a:lnTo>
                  <a:lnTo>
                    <a:pt x="317" y="133"/>
                  </a:lnTo>
                  <a:lnTo>
                    <a:pt x="316" y="133"/>
                  </a:lnTo>
                  <a:lnTo>
                    <a:pt x="316" y="134"/>
                  </a:lnTo>
                  <a:lnTo>
                    <a:pt x="315" y="135"/>
                  </a:lnTo>
                  <a:lnTo>
                    <a:pt x="315" y="135"/>
                  </a:lnTo>
                  <a:lnTo>
                    <a:pt x="315" y="136"/>
                  </a:lnTo>
                  <a:lnTo>
                    <a:pt x="315" y="141"/>
                  </a:lnTo>
                  <a:lnTo>
                    <a:pt x="315" y="142"/>
                  </a:lnTo>
                  <a:lnTo>
                    <a:pt x="313" y="142"/>
                  </a:lnTo>
                  <a:lnTo>
                    <a:pt x="312" y="143"/>
                  </a:lnTo>
                  <a:lnTo>
                    <a:pt x="308" y="145"/>
                  </a:lnTo>
                  <a:lnTo>
                    <a:pt x="305" y="146"/>
                  </a:lnTo>
                  <a:lnTo>
                    <a:pt x="302" y="147"/>
                  </a:lnTo>
                  <a:lnTo>
                    <a:pt x="300" y="147"/>
                  </a:lnTo>
                  <a:lnTo>
                    <a:pt x="298" y="148"/>
                  </a:lnTo>
                  <a:lnTo>
                    <a:pt x="298" y="148"/>
                  </a:lnTo>
                  <a:lnTo>
                    <a:pt x="298" y="150"/>
                  </a:lnTo>
                  <a:lnTo>
                    <a:pt x="298" y="152"/>
                  </a:lnTo>
                  <a:lnTo>
                    <a:pt x="296" y="152"/>
                  </a:lnTo>
                  <a:lnTo>
                    <a:pt x="295" y="152"/>
                  </a:lnTo>
                  <a:lnTo>
                    <a:pt x="288" y="152"/>
                  </a:lnTo>
                  <a:lnTo>
                    <a:pt x="287" y="153"/>
                  </a:lnTo>
                  <a:lnTo>
                    <a:pt x="286" y="154"/>
                  </a:lnTo>
                  <a:lnTo>
                    <a:pt x="284" y="156"/>
                  </a:lnTo>
                  <a:lnTo>
                    <a:pt x="283" y="157"/>
                  </a:lnTo>
                  <a:lnTo>
                    <a:pt x="283" y="157"/>
                  </a:lnTo>
                  <a:lnTo>
                    <a:pt x="281" y="156"/>
                  </a:lnTo>
                  <a:lnTo>
                    <a:pt x="281" y="156"/>
                  </a:lnTo>
                  <a:lnTo>
                    <a:pt x="281" y="156"/>
                  </a:lnTo>
                  <a:lnTo>
                    <a:pt x="281" y="155"/>
                  </a:lnTo>
                  <a:lnTo>
                    <a:pt x="281" y="155"/>
                  </a:lnTo>
                  <a:lnTo>
                    <a:pt x="281" y="154"/>
                  </a:lnTo>
                  <a:lnTo>
                    <a:pt x="283" y="153"/>
                  </a:lnTo>
                  <a:lnTo>
                    <a:pt x="283" y="152"/>
                  </a:lnTo>
                  <a:lnTo>
                    <a:pt x="281" y="152"/>
                  </a:lnTo>
                  <a:lnTo>
                    <a:pt x="281" y="153"/>
                  </a:lnTo>
                  <a:lnTo>
                    <a:pt x="281" y="153"/>
                  </a:lnTo>
                  <a:lnTo>
                    <a:pt x="280" y="154"/>
                  </a:lnTo>
                  <a:lnTo>
                    <a:pt x="280" y="154"/>
                  </a:lnTo>
                  <a:lnTo>
                    <a:pt x="280" y="153"/>
                  </a:lnTo>
                  <a:lnTo>
                    <a:pt x="280" y="153"/>
                  </a:lnTo>
                  <a:lnTo>
                    <a:pt x="280" y="153"/>
                  </a:lnTo>
                  <a:lnTo>
                    <a:pt x="280" y="153"/>
                  </a:lnTo>
                  <a:lnTo>
                    <a:pt x="280" y="153"/>
                  </a:lnTo>
                  <a:lnTo>
                    <a:pt x="281" y="149"/>
                  </a:lnTo>
                  <a:lnTo>
                    <a:pt x="281" y="149"/>
                  </a:lnTo>
                  <a:lnTo>
                    <a:pt x="281" y="148"/>
                  </a:lnTo>
                  <a:lnTo>
                    <a:pt x="284" y="147"/>
                  </a:lnTo>
                  <a:lnTo>
                    <a:pt x="284" y="147"/>
                  </a:lnTo>
                  <a:lnTo>
                    <a:pt x="284" y="146"/>
                  </a:lnTo>
                  <a:lnTo>
                    <a:pt x="287" y="142"/>
                  </a:lnTo>
                  <a:lnTo>
                    <a:pt x="287" y="140"/>
                  </a:lnTo>
                  <a:lnTo>
                    <a:pt x="286" y="140"/>
                  </a:lnTo>
                  <a:lnTo>
                    <a:pt x="286" y="141"/>
                  </a:lnTo>
                  <a:lnTo>
                    <a:pt x="285" y="142"/>
                  </a:lnTo>
                  <a:lnTo>
                    <a:pt x="284" y="142"/>
                  </a:lnTo>
                  <a:lnTo>
                    <a:pt x="283" y="143"/>
                  </a:lnTo>
                  <a:lnTo>
                    <a:pt x="281" y="143"/>
                  </a:lnTo>
                  <a:lnTo>
                    <a:pt x="280" y="145"/>
                  </a:lnTo>
                  <a:lnTo>
                    <a:pt x="280" y="143"/>
                  </a:lnTo>
                  <a:lnTo>
                    <a:pt x="280" y="143"/>
                  </a:lnTo>
                  <a:lnTo>
                    <a:pt x="280" y="143"/>
                  </a:lnTo>
                  <a:lnTo>
                    <a:pt x="280" y="143"/>
                  </a:lnTo>
                  <a:lnTo>
                    <a:pt x="280" y="143"/>
                  </a:lnTo>
                  <a:lnTo>
                    <a:pt x="280" y="142"/>
                  </a:lnTo>
                  <a:lnTo>
                    <a:pt x="281" y="142"/>
                  </a:lnTo>
                  <a:lnTo>
                    <a:pt x="281" y="141"/>
                  </a:lnTo>
                  <a:lnTo>
                    <a:pt x="281" y="140"/>
                  </a:lnTo>
                  <a:lnTo>
                    <a:pt x="281" y="140"/>
                  </a:lnTo>
                  <a:lnTo>
                    <a:pt x="281" y="139"/>
                  </a:lnTo>
                  <a:lnTo>
                    <a:pt x="284" y="139"/>
                  </a:lnTo>
                  <a:lnTo>
                    <a:pt x="284" y="138"/>
                  </a:lnTo>
                  <a:lnTo>
                    <a:pt x="284" y="136"/>
                  </a:lnTo>
                  <a:lnTo>
                    <a:pt x="283" y="136"/>
                  </a:lnTo>
                  <a:lnTo>
                    <a:pt x="281" y="138"/>
                  </a:lnTo>
                  <a:lnTo>
                    <a:pt x="280" y="138"/>
                  </a:lnTo>
                  <a:lnTo>
                    <a:pt x="279" y="138"/>
                  </a:lnTo>
                  <a:lnTo>
                    <a:pt x="276" y="139"/>
                  </a:lnTo>
                  <a:lnTo>
                    <a:pt x="274" y="139"/>
                  </a:lnTo>
                  <a:lnTo>
                    <a:pt x="274" y="140"/>
                  </a:lnTo>
                  <a:lnTo>
                    <a:pt x="274" y="141"/>
                  </a:lnTo>
                  <a:lnTo>
                    <a:pt x="274" y="141"/>
                  </a:lnTo>
                  <a:lnTo>
                    <a:pt x="274" y="142"/>
                  </a:lnTo>
                  <a:lnTo>
                    <a:pt x="273" y="141"/>
                  </a:lnTo>
                  <a:lnTo>
                    <a:pt x="273" y="141"/>
                  </a:lnTo>
                  <a:lnTo>
                    <a:pt x="272" y="139"/>
                  </a:lnTo>
                  <a:lnTo>
                    <a:pt x="273" y="135"/>
                  </a:lnTo>
                  <a:lnTo>
                    <a:pt x="274" y="134"/>
                  </a:lnTo>
                  <a:lnTo>
                    <a:pt x="278" y="132"/>
                  </a:lnTo>
                  <a:lnTo>
                    <a:pt x="280" y="131"/>
                  </a:lnTo>
                  <a:lnTo>
                    <a:pt x="278" y="131"/>
                  </a:lnTo>
                  <a:lnTo>
                    <a:pt x="276" y="131"/>
                  </a:lnTo>
                  <a:lnTo>
                    <a:pt x="274" y="131"/>
                  </a:lnTo>
                  <a:lnTo>
                    <a:pt x="273" y="128"/>
                  </a:lnTo>
                  <a:lnTo>
                    <a:pt x="272" y="127"/>
                  </a:lnTo>
                  <a:lnTo>
                    <a:pt x="273" y="125"/>
                  </a:lnTo>
                  <a:lnTo>
                    <a:pt x="274" y="120"/>
                  </a:lnTo>
                  <a:lnTo>
                    <a:pt x="274" y="119"/>
                  </a:lnTo>
                  <a:lnTo>
                    <a:pt x="274" y="117"/>
                  </a:lnTo>
                  <a:lnTo>
                    <a:pt x="274" y="117"/>
                  </a:lnTo>
                  <a:lnTo>
                    <a:pt x="274" y="115"/>
                  </a:lnTo>
                  <a:lnTo>
                    <a:pt x="273" y="117"/>
                  </a:lnTo>
                  <a:lnTo>
                    <a:pt x="273" y="117"/>
                  </a:lnTo>
                  <a:lnTo>
                    <a:pt x="273" y="118"/>
                  </a:lnTo>
                  <a:lnTo>
                    <a:pt x="273" y="119"/>
                  </a:lnTo>
                  <a:lnTo>
                    <a:pt x="273" y="119"/>
                  </a:lnTo>
                  <a:lnTo>
                    <a:pt x="271" y="124"/>
                  </a:lnTo>
                  <a:lnTo>
                    <a:pt x="270" y="125"/>
                  </a:lnTo>
                  <a:lnTo>
                    <a:pt x="270" y="131"/>
                  </a:lnTo>
                  <a:lnTo>
                    <a:pt x="270" y="132"/>
                  </a:lnTo>
                  <a:lnTo>
                    <a:pt x="269" y="131"/>
                  </a:lnTo>
                  <a:lnTo>
                    <a:pt x="269" y="131"/>
                  </a:lnTo>
                  <a:lnTo>
                    <a:pt x="269" y="129"/>
                  </a:lnTo>
                  <a:lnTo>
                    <a:pt x="269" y="128"/>
                  </a:lnTo>
                  <a:lnTo>
                    <a:pt x="267" y="128"/>
                  </a:lnTo>
                  <a:lnTo>
                    <a:pt x="267" y="127"/>
                  </a:lnTo>
                  <a:lnTo>
                    <a:pt x="266" y="127"/>
                  </a:lnTo>
                  <a:lnTo>
                    <a:pt x="266" y="126"/>
                  </a:lnTo>
                  <a:lnTo>
                    <a:pt x="266" y="125"/>
                  </a:lnTo>
                  <a:lnTo>
                    <a:pt x="267" y="124"/>
                  </a:lnTo>
                  <a:lnTo>
                    <a:pt x="267" y="122"/>
                  </a:lnTo>
                  <a:lnTo>
                    <a:pt x="266" y="120"/>
                  </a:lnTo>
                  <a:lnTo>
                    <a:pt x="265" y="122"/>
                  </a:lnTo>
                  <a:lnTo>
                    <a:pt x="264" y="125"/>
                  </a:lnTo>
                  <a:lnTo>
                    <a:pt x="263" y="127"/>
                  </a:lnTo>
                  <a:lnTo>
                    <a:pt x="264" y="127"/>
                  </a:lnTo>
                  <a:lnTo>
                    <a:pt x="264" y="128"/>
                  </a:lnTo>
                  <a:lnTo>
                    <a:pt x="265" y="129"/>
                  </a:lnTo>
                  <a:lnTo>
                    <a:pt x="265" y="131"/>
                  </a:lnTo>
                  <a:lnTo>
                    <a:pt x="265" y="133"/>
                  </a:lnTo>
                  <a:lnTo>
                    <a:pt x="264" y="134"/>
                  </a:lnTo>
                  <a:lnTo>
                    <a:pt x="264" y="134"/>
                  </a:lnTo>
                  <a:lnTo>
                    <a:pt x="260" y="131"/>
                  </a:lnTo>
                  <a:lnTo>
                    <a:pt x="259" y="129"/>
                  </a:lnTo>
                  <a:lnTo>
                    <a:pt x="258" y="129"/>
                  </a:lnTo>
                  <a:lnTo>
                    <a:pt x="257" y="129"/>
                  </a:lnTo>
                  <a:lnTo>
                    <a:pt x="256" y="127"/>
                  </a:lnTo>
                  <a:lnTo>
                    <a:pt x="251" y="124"/>
                  </a:lnTo>
                  <a:lnTo>
                    <a:pt x="250" y="122"/>
                  </a:lnTo>
                  <a:lnTo>
                    <a:pt x="249" y="124"/>
                  </a:lnTo>
                  <a:lnTo>
                    <a:pt x="251" y="127"/>
                  </a:lnTo>
                  <a:lnTo>
                    <a:pt x="251" y="129"/>
                  </a:lnTo>
                  <a:lnTo>
                    <a:pt x="250" y="129"/>
                  </a:lnTo>
                  <a:lnTo>
                    <a:pt x="250" y="127"/>
                  </a:lnTo>
                  <a:lnTo>
                    <a:pt x="248" y="125"/>
                  </a:lnTo>
                  <a:lnTo>
                    <a:pt x="245" y="122"/>
                  </a:lnTo>
                  <a:lnTo>
                    <a:pt x="244" y="122"/>
                  </a:lnTo>
                  <a:lnTo>
                    <a:pt x="244" y="121"/>
                  </a:lnTo>
                  <a:lnTo>
                    <a:pt x="243" y="120"/>
                  </a:lnTo>
                  <a:lnTo>
                    <a:pt x="242" y="119"/>
                  </a:lnTo>
                  <a:lnTo>
                    <a:pt x="242" y="118"/>
                  </a:lnTo>
                  <a:lnTo>
                    <a:pt x="241" y="118"/>
                  </a:lnTo>
                  <a:lnTo>
                    <a:pt x="241" y="117"/>
                  </a:lnTo>
                  <a:lnTo>
                    <a:pt x="240" y="115"/>
                  </a:lnTo>
                  <a:lnTo>
                    <a:pt x="241" y="114"/>
                  </a:lnTo>
                  <a:lnTo>
                    <a:pt x="242" y="114"/>
                  </a:lnTo>
                  <a:lnTo>
                    <a:pt x="243" y="115"/>
                  </a:lnTo>
                  <a:lnTo>
                    <a:pt x="243" y="117"/>
                  </a:lnTo>
                  <a:lnTo>
                    <a:pt x="244" y="117"/>
                  </a:lnTo>
                  <a:lnTo>
                    <a:pt x="244" y="115"/>
                  </a:lnTo>
                  <a:lnTo>
                    <a:pt x="244" y="113"/>
                  </a:lnTo>
                  <a:lnTo>
                    <a:pt x="244" y="112"/>
                  </a:lnTo>
                  <a:lnTo>
                    <a:pt x="245" y="111"/>
                  </a:lnTo>
                  <a:lnTo>
                    <a:pt x="248" y="110"/>
                  </a:lnTo>
                  <a:lnTo>
                    <a:pt x="249" y="110"/>
                  </a:lnTo>
                  <a:lnTo>
                    <a:pt x="248" y="109"/>
                  </a:lnTo>
                  <a:lnTo>
                    <a:pt x="249" y="107"/>
                  </a:lnTo>
                  <a:lnTo>
                    <a:pt x="249" y="106"/>
                  </a:lnTo>
                  <a:lnTo>
                    <a:pt x="248" y="106"/>
                  </a:lnTo>
                  <a:lnTo>
                    <a:pt x="248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5" y="106"/>
                  </a:lnTo>
                  <a:lnTo>
                    <a:pt x="245" y="106"/>
                  </a:lnTo>
                  <a:lnTo>
                    <a:pt x="245" y="107"/>
                  </a:lnTo>
                  <a:lnTo>
                    <a:pt x="245" y="107"/>
                  </a:lnTo>
                  <a:lnTo>
                    <a:pt x="245" y="109"/>
                  </a:lnTo>
                  <a:lnTo>
                    <a:pt x="244" y="109"/>
                  </a:lnTo>
                  <a:lnTo>
                    <a:pt x="242" y="110"/>
                  </a:lnTo>
                  <a:lnTo>
                    <a:pt x="241" y="109"/>
                  </a:lnTo>
                  <a:lnTo>
                    <a:pt x="241" y="107"/>
                  </a:lnTo>
                  <a:lnTo>
                    <a:pt x="242" y="105"/>
                  </a:lnTo>
                  <a:lnTo>
                    <a:pt x="242" y="105"/>
                  </a:lnTo>
                  <a:lnTo>
                    <a:pt x="242" y="105"/>
                  </a:lnTo>
                  <a:lnTo>
                    <a:pt x="241" y="104"/>
                  </a:lnTo>
                  <a:lnTo>
                    <a:pt x="241" y="104"/>
                  </a:lnTo>
                  <a:lnTo>
                    <a:pt x="243" y="104"/>
                  </a:lnTo>
                  <a:lnTo>
                    <a:pt x="244" y="103"/>
                  </a:lnTo>
                  <a:lnTo>
                    <a:pt x="245" y="103"/>
                  </a:lnTo>
                  <a:lnTo>
                    <a:pt x="248" y="102"/>
                  </a:lnTo>
                  <a:lnTo>
                    <a:pt x="248" y="102"/>
                  </a:lnTo>
                  <a:lnTo>
                    <a:pt x="248" y="103"/>
                  </a:lnTo>
                  <a:lnTo>
                    <a:pt x="246" y="103"/>
                  </a:lnTo>
                  <a:lnTo>
                    <a:pt x="248" y="103"/>
                  </a:lnTo>
                  <a:lnTo>
                    <a:pt x="249" y="104"/>
                  </a:lnTo>
                  <a:lnTo>
                    <a:pt x="250" y="103"/>
                  </a:lnTo>
                  <a:lnTo>
                    <a:pt x="258" y="104"/>
                  </a:lnTo>
                  <a:lnTo>
                    <a:pt x="259" y="104"/>
                  </a:lnTo>
                  <a:lnTo>
                    <a:pt x="260" y="103"/>
                  </a:lnTo>
                  <a:lnTo>
                    <a:pt x="262" y="102"/>
                  </a:lnTo>
                  <a:lnTo>
                    <a:pt x="262" y="100"/>
                  </a:lnTo>
                  <a:lnTo>
                    <a:pt x="262" y="98"/>
                  </a:lnTo>
                  <a:lnTo>
                    <a:pt x="262" y="96"/>
                  </a:lnTo>
                  <a:lnTo>
                    <a:pt x="262" y="96"/>
                  </a:lnTo>
                  <a:lnTo>
                    <a:pt x="262" y="96"/>
                  </a:lnTo>
                  <a:lnTo>
                    <a:pt x="260" y="96"/>
                  </a:lnTo>
                  <a:lnTo>
                    <a:pt x="260" y="99"/>
                  </a:lnTo>
                  <a:lnTo>
                    <a:pt x="259" y="100"/>
                  </a:lnTo>
                  <a:lnTo>
                    <a:pt x="258" y="102"/>
                  </a:lnTo>
                  <a:lnTo>
                    <a:pt x="256" y="102"/>
                  </a:lnTo>
                  <a:lnTo>
                    <a:pt x="255" y="100"/>
                  </a:lnTo>
                  <a:lnTo>
                    <a:pt x="252" y="99"/>
                  </a:lnTo>
                  <a:lnTo>
                    <a:pt x="252" y="98"/>
                  </a:lnTo>
                  <a:lnTo>
                    <a:pt x="251" y="98"/>
                  </a:lnTo>
                  <a:lnTo>
                    <a:pt x="251" y="99"/>
                  </a:lnTo>
                  <a:lnTo>
                    <a:pt x="250" y="99"/>
                  </a:lnTo>
                  <a:lnTo>
                    <a:pt x="249" y="99"/>
                  </a:lnTo>
                  <a:lnTo>
                    <a:pt x="248" y="98"/>
                  </a:lnTo>
                  <a:lnTo>
                    <a:pt x="249" y="98"/>
                  </a:lnTo>
                  <a:lnTo>
                    <a:pt x="250" y="97"/>
                  </a:lnTo>
                  <a:lnTo>
                    <a:pt x="251" y="96"/>
                  </a:lnTo>
                  <a:lnTo>
                    <a:pt x="251" y="96"/>
                  </a:lnTo>
                  <a:lnTo>
                    <a:pt x="250" y="96"/>
                  </a:lnTo>
                  <a:lnTo>
                    <a:pt x="248" y="97"/>
                  </a:lnTo>
                  <a:lnTo>
                    <a:pt x="246" y="97"/>
                  </a:lnTo>
                  <a:lnTo>
                    <a:pt x="246" y="96"/>
                  </a:lnTo>
                  <a:lnTo>
                    <a:pt x="246" y="96"/>
                  </a:lnTo>
                  <a:lnTo>
                    <a:pt x="246" y="95"/>
                  </a:lnTo>
                  <a:lnTo>
                    <a:pt x="246" y="93"/>
                  </a:lnTo>
                  <a:lnTo>
                    <a:pt x="245" y="92"/>
                  </a:lnTo>
                  <a:lnTo>
                    <a:pt x="245" y="93"/>
                  </a:lnTo>
                  <a:lnTo>
                    <a:pt x="245" y="96"/>
                  </a:lnTo>
                  <a:lnTo>
                    <a:pt x="245" y="96"/>
                  </a:lnTo>
                  <a:lnTo>
                    <a:pt x="244" y="97"/>
                  </a:lnTo>
                  <a:lnTo>
                    <a:pt x="244" y="97"/>
                  </a:lnTo>
                  <a:lnTo>
                    <a:pt x="243" y="95"/>
                  </a:lnTo>
                  <a:lnTo>
                    <a:pt x="242" y="95"/>
                  </a:lnTo>
                  <a:lnTo>
                    <a:pt x="243" y="91"/>
                  </a:lnTo>
                  <a:lnTo>
                    <a:pt x="243" y="90"/>
                  </a:lnTo>
                  <a:lnTo>
                    <a:pt x="241" y="90"/>
                  </a:lnTo>
                  <a:lnTo>
                    <a:pt x="240" y="93"/>
                  </a:lnTo>
                  <a:lnTo>
                    <a:pt x="238" y="95"/>
                  </a:lnTo>
                  <a:lnTo>
                    <a:pt x="237" y="93"/>
                  </a:lnTo>
                  <a:lnTo>
                    <a:pt x="237" y="90"/>
                  </a:lnTo>
                  <a:lnTo>
                    <a:pt x="237" y="89"/>
                  </a:lnTo>
                  <a:lnTo>
                    <a:pt x="236" y="90"/>
                  </a:lnTo>
                  <a:lnTo>
                    <a:pt x="236" y="92"/>
                  </a:lnTo>
                  <a:lnTo>
                    <a:pt x="236" y="95"/>
                  </a:lnTo>
                  <a:lnTo>
                    <a:pt x="236" y="96"/>
                  </a:lnTo>
                  <a:lnTo>
                    <a:pt x="237" y="97"/>
                  </a:lnTo>
                  <a:lnTo>
                    <a:pt x="236" y="98"/>
                  </a:lnTo>
                  <a:lnTo>
                    <a:pt x="236" y="99"/>
                  </a:lnTo>
                  <a:lnTo>
                    <a:pt x="235" y="99"/>
                  </a:lnTo>
                  <a:lnTo>
                    <a:pt x="234" y="99"/>
                  </a:lnTo>
                  <a:lnTo>
                    <a:pt x="234" y="97"/>
                  </a:lnTo>
                  <a:lnTo>
                    <a:pt x="234" y="96"/>
                  </a:lnTo>
                  <a:lnTo>
                    <a:pt x="234" y="93"/>
                  </a:lnTo>
                  <a:lnTo>
                    <a:pt x="235" y="89"/>
                  </a:lnTo>
                  <a:lnTo>
                    <a:pt x="235" y="88"/>
                  </a:lnTo>
                  <a:lnTo>
                    <a:pt x="235" y="86"/>
                  </a:lnTo>
                  <a:lnTo>
                    <a:pt x="236" y="84"/>
                  </a:lnTo>
                  <a:lnTo>
                    <a:pt x="237" y="84"/>
                  </a:lnTo>
                  <a:lnTo>
                    <a:pt x="238" y="84"/>
                  </a:lnTo>
                  <a:lnTo>
                    <a:pt x="240" y="85"/>
                  </a:lnTo>
                  <a:lnTo>
                    <a:pt x="240" y="85"/>
                  </a:lnTo>
                  <a:lnTo>
                    <a:pt x="241" y="85"/>
                  </a:lnTo>
                  <a:lnTo>
                    <a:pt x="241" y="85"/>
                  </a:lnTo>
                  <a:lnTo>
                    <a:pt x="242" y="88"/>
                  </a:lnTo>
                  <a:lnTo>
                    <a:pt x="243" y="89"/>
                  </a:lnTo>
                  <a:lnTo>
                    <a:pt x="244" y="89"/>
                  </a:lnTo>
                  <a:lnTo>
                    <a:pt x="245" y="89"/>
                  </a:lnTo>
                  <a:lnTo>
                    <a:pt x="246" y="89"/>
                  </a:lnTo>
                  <a:lnTo>
                    <a:pt x="248" y="89"/>
                  </a:lnTo>
                  <a:lnTo>
                    <a:pt x="249" y="88"/>
                  </a:lnTo>
                  <a:lnTo>
                    <a:pt x="249" y="85"/>
                  </a:lnTo>
                  <a:lnTo>
                    <a:pt x="248" y="84"/>
                  </a:lnTo>
                  <a:lnTo>
                    <a:pt x="248" y="85"/>
                  </a:lnTo>
                  <a:lnTo>
                    <a:pt x="246" y="86"/>
                  </a:lnTo>
                  <a:lnTo>
                    <a:pt x="244" y="88"/>
                  </a:lnTo>
                  <a:lnTo>
                    <a:pt x="243" y="85"/>
                  </a:lnTo>
                  <a:lnTo>
                    <a:pt x="243" y="83"/>
                  </a:lnTo>
                  <a:lnTo>
                    <a:pt x="244" y="82"/>
                  </a:lnTo>
                  <a:lnTo>
                    <a:pt x="246" y="81"/>
                  </a:lnTo>
                  <a:lnTo>
                    <a:pt x="248" y="78"/>
                  </a:lnTo>
                  <a:lnTo>
                    <a:pt x="244" y="78"/>
                  </a:lnTo>
                  <a:lnTo>
                    <a:pt x="244" y="78"/>
                  </a:lnTo>
                  <a:lnTo>
                    <a:pt x="244" y="76"/>
                  </a:lnTo>
                  <a:lnTo>
                    <a:pt x="243" y="75"/>
                  </a:lnTo>
                  <a:lnTo>
                    <a:pt x="243" y="76"/>
                  </a:lnTo>
                  <a:lnTo>
                    <a:pt x="243" y="76"/>
                  </a:lnTo>
                  <a:lnTo>
                    <a:pt x="242" y="78"/>
                  </a:lnTo>
                  <a:lnTo>
                    <a:pt x="242" y="78"/>
                  </a:lnTo>
                  <a:lnTo>
                    <a:pt x="241" y="78"/>
                  </a:lnTo>
                  <a:lnTo>
                    <a:pt x="241" y="77"/>
                  </a:lnTo>
                  <a:lnTo>
                    <a:pt x="241" y="76"/>
                  </a:lnTo>
                  <a:lnTo>
                    <a:pt x="241" y="75"/>
                  </a:lnTo>
                  <a:lnTo>
                    <a:pt x="238" y="74"/>
                  </a:lnTo>
                  <a:lnTo>
                    <a:pt x="237" y="72"/>
                  </a:lnTo>
                  <a:lnTo>
                    <a:pt x="236" y="75"/>
                  </a:lnTo>
                  <a:lnTo>
                    <a:pt x="236" y="75"/>
                  </a:lnTo>
                  <a:lnTo>
                    <a:pt x="236" y="75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5" y="77"/>
                  </a:lnTo>
                  <a:lnTo>
                    <a:pt x="235" y="77"/>
                  </a:lnTo>
                  <a:lnTo>
                    <a:pt x="233" y="78"/>
                  </a:lnTo>
                  <a:lnTo>
                    <a:pt x="231" y="78"/>
                  </a:lnTo>
                  <a:lnTo>
                    <a:pt x="231" y="78"/>
                  </a:lnTo>
                  <a:lnTo>
                    <a:pt x="231" y="79"/>
                  </a:lnTo>
                  <a:lnTo>
                    <a:pt x="231" y="81"/>
                  </a:lnTo>
                  <a:lnTo>
                    <a:pt x="233" y="81"/>
                  </a:lnTo>
                  <a:lnTo>
                    <a:pt x="233" y="82"/>
                  </a:lnTo>
                  <a:lnTo>
                    <a:pt x="233" y="83"/>
                  </a:lnTo>
                  <a:lnTo>
                    <a:pt x="231" y="84"/>
                  </a:lnTo>
                  <a:lnTo>
                    <a:pt x="230" y="84"/>
                  </a:lnTo>
                  <a:lnTo>
                    <a:pt x="230" y="83"/>
                  </a:lnTo>
                  <a:lnTo>
                    <a:pt x="229" y="76"/>
                  </a:lnTo>
                  <a:lnTo>
                    <a:pt x="229" y="74"/>
                  </a:lnTo>
                  <a:lnTo>
                    <a:pt x="229" y="72"/>
                  </a:lnTo>
                  <a:lnTo>
                    <a:pt x="230" y="71"/>
                  </a:lnTo>
                  <a:lnTo>
                    <a:pt x="230" y="69"/>
                  </a:lnTo>
                  <a:lnTo>
                    <a:pt x="230" y="69"/>
                  </a:lnTo>
                  <a:lnTo>
                    <a:pt x="231" y="69"/>
                  </a:lnTo>
                  <a:lnTo>
                    <a:pt x="233" y="69"/>
                  </a:lnTo>
                  <a:lnTo>
                    <a:pt x="235" y="70"/>
                  </a:lnTo>
                  <a:lnTo>
                    <a:pt x="236" y="71"/>
                  </a:lnTo>
                  <a:lnTo>
                    <a:pt x="238" y="71"/>
                  </a:lnTo>
                  <a:lnTo>
                    <a:pt x="240" y="70"/>
                  </a:lnTo>
                  <a:lnTo>
                    <a:pt x="241" y="69"/>
                  </a:lnTo>
                  <a:lnTo>
                    <a:pt x="242" y="68"/>
                  </a:lnTo>
                  <a:lnTo>
                    <a:pt x="242" y="67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0" y="64"/>
                  </a:lnTo>
                  <a:lnTo>
                    <a:pt x="240" y="64"/>
                  </a:lnTo>
                  <a:lnTo>
                    <a:pt x="241" y="63"/>
                  </a:lnTo>
                  <a:lnTo>
                    <a:pt x="242" y="63"/>
                  </a:lnTo>
                  <a:lnTo>
                    <a:pt x="241" y="62"/>
                  </a:lnTo>
                  <a:lnTo>
                    <a:pt x="242" y="61"/>
                  </a:lnTo>
                  <a:lnTo>
                    <a:pt x="244" y="56"/>
                  </a:lnTo>
                  <a:lnTo>
                    <a:pt x="245" y="55"/>
                  </a:lnTo>
                  <a:lnTo>
                    <a:pt x="244" y="56"/>
                  </a:lnTo>
                  <a:lnTo>
                    <a:pt x="242" y="57"/>
                  </a:lnTo>
                  <a:lnTo>
                    <a:pt x="241" y="59"/>
                  </a:lnTo>
                  <a:lnTo>
                    <a:pt x="240" y="59"/>
                  </a:lnTo>
                  <a:lnTo>
                    <a:pt x="240" y="57"/>
                  </a:lnTo>
                  <a:lnTo>
                    <a:pt x="240" y="56"/>
                  </a:lnTo>
                  <a:lnTo>
                    <a:pt x="238" y="59"/>
                  </a:lnTo>
                  <a:lnTo>
                    <a:pt x="237" y="62"/>
                  </a:lnTo>
                  <a:lnTo>
                    <a:pt x="237" y="65"/>
                  </a:lnTo>
                  <a:lnTo>
                    <a:pt x="237" y="67"/>
                  </a:lnTo>
                  <a:lnTo>
                    <a:pt x="236" y="65"/>
                  </a:lnTo>
                  <a:lnTo>
                    <a:pt x="236" y="64"/>
                  </a:lnTo>
                  <a:lnTo>
                    <a:pt x="235" y="61"/>
                  </a:lnTo>
                  <a:lnTo>
                    <a:pt x="235" y="60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1" y="59"/>
                  </a:lnTo>
                  <a:lnTo>
                    <a:pt x="231" y="57"/>
                  </a:lnTo>
                  <a:lnTo>
                    <a:pt x="231" y="56"/>
                  </a:lnTo>
                  <a:lnTo>
                    <a:pt x="231" y="55"/>
                  </a:lnTo>
                  <a:lnTo>
                    <a:pt x="233" y="52"/>
                  </a:lnTo>
                  <a:lnTo>
                    <a:pt x="234" y="45"/>
                  </a:lnTo>
                  <a:lnTo>
                    <a:pt x="235" y="45"/>
                  </a:lnTo>
                  <a:lnTo>
                    <a:pt x="234" y="42"/>
                  </a:lnTo>
                  <a:lnTo>
                    <a:pt x="234" y="41"/>
                  </a:lnTo>
                  <a:lnTo>
                    <a:pt x="235" y="41"/>
                  </a:lnTo>
                  <a:lnTo>
                    <a:pt x="236" y="40"/>
                  </a:lnTo>
                  <a:lnTo>
                    <a:pt x="237" y="40"/>
                  </a:lnTo>
                  <a:lnTo>
                    <a:pt x="237" y="39"/>
                  </a:lnTo>
                  <a:lnTo>
                    <a:pt x="237" y="36"/>
                  </a:lnTo>
                  <a:lnTo>
                    <a:pt x="237" y="36"/>
                  </a:lnTo>
                  <a:lnTo>
                    <a:pt x="243" y="34"/>
                  </a:lnTo>
                  <a:lnTo>
                    <a:pt x="251" y="33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56" y="32"/>
                  </a:lnTo>
                  <a:lnTo>
                    <a:pt x="255" y="31"/>
                  </a:lnTo>
                  <a:lnTo>
                    <a:pt x="253" y="31"/>
                  </a:lnTo>
                  <a:lnTo>
                    <a:pt x="245" y="33"/>
                  </a:lnTo>
                  <a:lnTo>
                    <a:pt x="243" y="32"/>
                  </a:lnTo>
                  <a:lnTo>
                    <a:pt x="243" y="31"/>
                  </a:lnTo>
                  <a:lnTo>
                    <a:pt x="245" y="27"/>
                  </a:lnTo>
                  <a:lnTo>
                    <a:pt x="246" y="25"/>
                  </a:lnTo>
                  <a:lnTo>
                    <a:pt x="248" y="24"/>
                  </a:lnTo>
                  <a:lnTo>
                    <a:pt x="249" y="24"/>
                  </a:lnTo>
                  <a:lnTo>
                    <a:pt x="252" y="24"/>
                  </a:lnTo>
                  <a:lnTo>
                    <a:pt x="255" y="24"/>
                  </a:lnTo>
                  <a:lnTo>
                    <a:pt x="255" y="24"/>
                  </a:lnTo>
                  <a:lnTo>
                    <a:pt x="252" y="22"/>
                  </a:lnTo>
                  <a:lnTo>
                    <a:pt x="251" y="22"/>
                  </a:lnTo>
                  <a:lnTo>
                    <a:pt x="250" y="20"/>
                  </a:lnTo>
                  <a:lnTo>
                    <a:pt x="251" y="19"/>
                  </a:lnTo>
                  <a:lnTo>
                    <a:pt x="252" y="18"/>
                  </a:lnTo>
                  <a:lnTo>
                    <a:pt x="252" y="16"/>
                  </a:lnTo>
                  <a:lnTo>
                    <a:pt x="252" y="13"/>
                  </a:lnTo>
                  <a:lnTo>
                    <a:pt x="251" y="14"/>
                  </a:lnTo>
                  <a:lnTo>
                    <a:pt x="250" y="16"/>
                  </a:lnTo>
                  <a:lnTo>
                    <a:pt x="250" y="18"/>
                  </a:lnTo>
                  <a:lnTo>
                    <a:pt x="249" y="19"/>
                  </a:lnTo>
                  <a:lnTo>
                    <a:pt x="244" y="24"/>
                  </a:lnTo>
                  <a:lnTo>
                    <a:pt x="244" y="26"/>
                  </a:lnTo>
                  <a:lnTo>
                    <a:pt x="243" y="25"/>
                  </a:lnTo>
                  <a:lnTo>
                    <a:pt x="243" y="22"/>
                  </a:lnTo>
                  <a:lnTo>
                    <a:pt x="244" y="20"/>
                  </a:lnTo>
                  <a:lnTo>
                    <a:pt x="245" y="18"/>
                  </a:lnTo>
                  <a:lnTo>
                    <a:pt x="245" y="17"/>
                  </a:lnTo>
                  <a:lnTo>
                    <a:pt x="245" y="13"/>
                  </a:lnTo>
                  <a:lnTo>
                    <a:pt x="244" y="13"/>
                  </a:lnTo>
                  <a:lnTo>
                    <a:pt x="243" y="14"/>
                  </a:lnTo>
                  <a:lnTo>
                    <a:pt x="243" y="17"/>
                  </a:lnTo>
                  <a:lnTo>
                    <a:pt x="242" y="18"/>
                  </a:lnTo>
                  <a:lnTo>
                    <a:pt x="237" y="18"/>
                  </a:lnTo>
                  <a:lnTo>
                    <a:pt x="236" y="19"/>
                  </a:lnTo>
                  <a:lnTo>
                    <a:pt x="236" y="19"/>
                  </a:lnTo>
                  <a:lnTo>
                    <a:pt x="235" y="20"/>
                  </a:lnTo>
                  <a:lnTo>
                    <a:pt x="235" y="25"/>
                  </a:lnTo>
                  <a:lnTo>
                    <a:pt x="236" y="26"/>
                  </a:lnTo>
                  <a:lnTo>
                    <a:pt x="238" y="26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38" y="28"/>
                  </a:lnTo>
                  <a:lnTo>
                    <a:pt x="236" y="33"/>
                  </a:lnTo>
                  <a:lnTo>
                    <a:pt x="233" y="36"/>
                  </a:lnTo>
                  <a:lnTo>
                    <a:pt x="231" y="38"/>
                  </a:lnTo>
                  <a:lnTo>
                    <a:pt x="229" y="38"/>
                  </a:lnTo>
                  <a:lnTo>
                    <a:pt x="229" y="35"/>
                  </a:lnTo>
                  <a:lnTo>
                    <a:pt x="229" y="32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8" y="28"/>
                  </a:lnTo>
                  <a:lnTo>
                    <a:pt x="227" y="28"/>
                  </a:lnTo>
                  <a:lnTo>
                    <a:pt x="227" y="29"/>
                  </a:lnTo>
                  <a:lnTo>
                    <a:pt x="227" y="31"/>
                  </a:lnTo>
                  <a:lnTo>
                    <a:pt x="227" y="31"/>
                  </a:lnTo>
                  <a:lnTo>
                    <a:pt x="227" y="38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29" y="40"/>
                  </a:lnTo>
                  <a:lnTo>
                    <a:pt x="228" y="41"/>
                  </a:lnTo>
                  <a:lnTo>
                    <a:pt x="227" y="43"/>
                  </a:lnTo>
                  <a:lnTo>
                    <a:pt x="226" y="40"/>
                  </a:lnTo>
                  <a:lnTo>
                    <a:pt x="223" y="36"/>
                  </a:lnTo>
                  <a:lnTo>
                    <a:pt x="222" y="36"/>
                  </a:lnTo>
                  <a:lnTo>
                    <a:pt x="217" y="39"/>
                  </a:lnTo>
                  <a:lnTo>
                    <a:pt x="219" y="39"/>
                  </a:lnTo>
                  <a:lnTo>
                    <a:pt x="221" y="39"/>
                  </a:lnTo>
                  <a:lnTo>
                    <a:pt x="222" y="40"/>
                  </a:lnTo>
                  <a:lnTo>
                    <a:pt x="222" y="41"/>
                  </a:lnTo>
                  <a:lnTo>
                    <a:pt x="223" y="41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1" y="42"/>
                  </a:lnTo>
                  <a:lnTo>
                    <a:pt x="220" y="43"/>
                  </a:lnTo>
                  <a:lnTo>
                    <a:pt x="221" y="45"/>
                  </a:lnTo>
                  <a:lnTo>
                    <a:pt x="221" y="45"/>
                  </a:lnTo>
                  <a:lnTo>
                    <a:pt x="217" y="45"/>
                  </a:lnTo>
                  <a:lnTo>
                    <a:pt x="216" y="46"/>
                  </a:lnTo>
                  <a:lnTo>
                    <a:pt x="217" y="46"/>
                  </a:lnTo>
                  <a:lnTo>
                    <a:pt x="220" y="49"/>
                  </a:lnTo>
                  <a:lnTo>
                    <a:pt x="220" y="49"/>
                  </a:lnTo>
                  <a:lnTo>
                    <a:pt x="220" y="50"/>
                  </a:lnTo>
                  <a:lnTo>
                    <a:pt x="219" y="49"/>
                  </a:lnTo>
                  <a:lnTo>
                    <a:pt x="217" y="49"/>
                  </a:lnTo>
                  <a:lnTo>
                    <a:pt x="216" y="47"/>
                  </a:lnTo>
                  <a:lnTo>
                    <a:pt x="215" y="47"/>
                  </a:lnTo>
                  <a:lnTo>
                    <a:pt x="213" y="47"/>
                  </a:lnTo>
                  <a:lnTo>
                    <a:pt x="215" y="49"/>
                  </a:lnTo>
                  <a:lnTo>
                    <a:pt x="216" y="50"/>
                  </a:lnTo>
                  <a:lnTo>
                    <a:pt x="219" y="53"/>
                  </a:lnTo>
                  <a:lnTo>
                    <a:pt x="221" y="52"/>
                  </a:lnTo>
                  <a:lnTo>
                    <a:pt x="221" y="53"/>
                  </a:lnTo>
                  <a:lnTo>
                    <a:pt x="219" y="55"/>
                  </a:lnTo>
                  <a:lnTo>
                    <a:pt x="219" y="54"/>
                  </a:lnTo>
                  <a:lnTo>
                    <a:pt x="217" y="54"/>
                  </a:lnTo>
                  <a:lnTo>
                    <a:pt x="216" y="54"/>
                  </a:lnTo>
                  <a:lnTo>
                    <a:pt x="216" y="55"/>
                  </a:lnTo>
                  <a:lnTo>
                    <a:pt x="216" y="54"/>
                  </a:lnTo>
                  <a:lnTo>
                    <a:pt x="215" y="55"/>
                  </a:lnTo>
                  <a:lnTo>
                    <a:pt x="215" y="54"/>
                  </a:lnTo>
                  <a:lnTo>
                    <a:pt x="214" y="53"/>
                  </a:lnTo>
                  <a:lnTo>
                    <a:pt x="213" y="53"/>
                  </a:lnTo>
                  <a:lnTo>
                    <a:pt x="208" y="52"/>
                  </a:lnTo>
                  <a:lnTo>
                    <a:pt x="208" y="52"/>
                  </a:lnTo>
                  <a:lnTo>
                    <a:pt x="207" y="52"/>
                  </a:lnTo>
                  <a:lnTo>
                    <a:pt x="207" y="53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6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8" y="54"/>
                  </a:lnTo>
                  <a:lnTo>
                    <a:pt x="208" y="55"/>
                  </a:lnTo>
                  <a:lnTo>
                    <a:pt x="209" y="55"/>
                  </a:lnTo>
                  <a:lnTo>
                    <a:pt x="212" y="56"/>
                  </a:lnTo>
                  <a:lnTo>
                    <a:pt x="212" y="56"/>
                  </a:lnTo>
                  <a:lnTo>
                    <a:pt x="213" y="57"/>
                  </a:lnTo>
                  <a:lnTo>
                    <a:pt x="213" y="59"/>
                  </a:lnTo>
                  <a:lnTo>
                    <a:pt x="214" y="59"/>
                  </a:lnTo>
                  <a:lnTo>
                    <a:pt x="215" y="60"/>
                  </a:lnTo>
                  <a:lnTo>
                    <a:pt x="215" y="60"/>
                  </a:lnTo>
                  <a:lnTo>
                    <a:pt x="216" y="59"/>
                  </a:lnTo>
                  <a:lnTo>
                    <a:pt x="217" y="59"/>
                  </a:lnTo>
                  <a:lnTo>
                    <a:pt x="220" y="61"/>
                  </a:lnTo>
                  <a:lnTo>
                    <a:pt x="221" y="63"/>
                  </a:lnTo>
                  <a:lnTo>
                    <a:pt x="222" y="64"/>
                  </a:lnTo>
                  <a:lnTo>
                    <a:pt x="222" y="67"/>
                  </a:lnTo>
                  <a:lnTo>
                    <a:pt x="221" y="67"/>
                  </a:lnTo>
                  <a:lnTo>
                    <a:pt x="221" y="65"/>
                  </a:lnTo>
                  <a:lnTo>
                    <a:pt x="220" y="65"/>
                  </a:lnTo>
                  <a:lnTo>
                    <a:pt x="219" y="65"/>
                  </a:lnTo>
                  <a:lnTo>
                    <a:pt x="219" y="67"/>
                  </a:lnTo>
                  <a:lnTo>
                    <a:pt x="215" y="65"/>
                  </a:lnTo>
                  <a:lnTo>
                    <a:pt x="215" y="65"/>
                  </a:lnTo>
                  <a:lnTo>
                    <a:pt x="215" y="65"/>
                  </a:lnTo>
                  <a:lnTo>
                    <a:pt x="215" y="67"/>
                  </a:lnTo>
                  <a:lnTo>
                    <a:pt x="216" y="67"/>
                  </a:lnTo>
                  <a:lnTo>
                    <a:pt x="216" y="68"/>
                  </a:lnTo>
                  <a:lnTo>
                    <a:pt x="217" y="68"/>
                  </a:lnTo>
                  <a:lnTo>
                    <a:pt x="222" y="68"/>
                  </a:lnTo>
                  <a:lnTo>
                    <a:pt x="223" y="69"/>
                  </a:lnTo>
                  <a:lnTo>
                    <a:pt x="224" y="70"/>
                  </a:lnTo>
                  <a:lnTo>
                    <a:pt x="224" y="71"/>
                  </a:lnTo>
                  <a:lnTo>
                    <a:pt x="223" y="72"/>
                  </a:lnTo>
                  <a:lnTo>
                    <a:pt x="222" y="72"/>
                  </a:lnTo>
                  <a:lnTo>
                    <a:pt x="221" y="72"/>
                  </a:lnTo>
                  <a:lnTo>
                    <a:pt x="221" y="74"/>
                  </a:lnTo>
                  <a:lnTo>
                    <a:pt x="221" y="74"/>
                  </a:lnTo>
                  <a:lnTo>
                    <a:pt x="216" y="70"/>
                  </a:lnTo>
                  <a:lnTo>
                    <a:pt x="214" y="69"/>
                  </a:lnTo>
                  <a:lnTo>
                    <a:pt x="214" y="68"/>
                  </a:lnTo>
                  <a:lnTo>
                    <a:pt x="213" y="68"/>
                  </a:lnTo>
                  <a:lnTo>
                    <a:pt x="212" y="69"/>
                  </a:lnTo>
                  <a:lnTo>
                    <a:pt x="212" y="69"/>
                  </a:lnTo>
                  <a:lnTo>
                    <a:pt x="212" y="70"/>
                  </a:lnTo>
                  <a:lnTo>
                    <a:pt x="213" y="71"/>
                  </a:lnTo>
                  <a:lnTo>
                    <a:pt x="214" y="71"/>
                  </a:lnTo>
                  <a:lnTo>
                    <a:pt x="215" y="71"/>
                  </a:lnTo>
                  <a:lnTo>
                    <a:pt x="216" y="72"/>
                  </a:lnTo>
                  <a:lnTo>
                    <a:pt x="217" y="74"/>
                  </a:lnTo>
                  <a:lnTo>
                    <a:pt x="222" y="77"/>
                  </a:lnTo>
                  <a:lnTo>
                    <a:pt x="223" y="79"/>
                  </a:lnTo>
                  <a:lnTo>
                    <a:pt x="222" y="81"/>
                  </a:lnTo>
                  <a:lnTo>
                    <a:pt x="221" y="79"/>
                  </a:lnTo>
                  <a:lnTo>
                    <a:pt x="219" y="78"/>
                  </a:lnTo>
                  <a:lnTo>
                    <a:pt x="216" y="77"/>
                  </a:lnTo>
                  <a:lnTo>
                    <a:pt x="215" y="78"/>
                  </a:lnTo>
                  <a:lnTo>
                    <a:pt x="216" y="78"/>
                  </a:lnTo>
                  <a:lnTo>
                    <a:pt x="216" y="79"/>
                  </a:lnTo>
                  <a:lnTo>
                    <a:pt x="217" y="81"/>
                  </a:lnTo>
                  <a:lnTo>
                    <a:pt x="220" y="82"/>
                  </a:lnTo>
                  <a:lnTo>
                    <a:pt x="221" y="83"/>
                  </a:lnTo>
                  <a:lnTo>
                    <a:pt x="220" y="84"/>
                  </a:lnTo>
                  <a:lnTo>
                    <a:pt x="220" y="84"/>
                  </a:lnTo>
                  <a:lnTo>
                    <a:pt x="219" y="84"/>
                  </a:lnTo>
                  <a:lnTo>
                    <a:pt x="217" y="84"/>
                  </a:lnTo>
                  <a:lnTo>
                    <a:pt x="217" y="84"/>
                  </a:lnTo>
                  <a:lnTo>
                    <a:pt x="217" y="84"/>
                  </a:lnTo>
                  <a:lnTo>
                    <a:pt x="217" y="85"/>
                  </a:lnTo>
                  <a:lnTo>
                    <a:pt x="219" y="85"/>
                  </a:lnTo>
                  <a:lnTo>
                    <a:pt x="219" y="89"/>
                  </a:lnTo>
                  <a:lnTo>
                    <a:pt x="220" y="89"/>
                  </a:lnTo>
                  <a:lnTo>
                    <a:pt x="221" y="88"/>
                  </a:lnTo>
                  <a:lnTo>
                    <a:pt x="222" y="88"/>
                  </a:lnTo>
                  <a:lnTo>
                    <a:pt x="222" y="90"/>
                  </a:lnTo>
                  <a:lnTo>
                    <a:pt x="221" y="91"/>
                  </a:lnTo>
                  <a:lnTo>
                    <a:pt x="219" y="93"/>
                  </a:lnTo>
                  <a:lnTo>
                    <a:pt x="219" y="95"/>
                  </a:lnTo>
                  <a:lnTo>
                    <a:pt x="219" y="96"/>
                  </a:lnTo>
                  <a:lnTo>
                    <a:pt x="220" y="98"/>
                  </a:lnTo>
                  <a:lnTo>
                    <a:pt x="222" y="99"/>
                  </a:lnTo>
                  <a:lnTo>
                    <a:pt x="222" y="102"/>
                  </a:lnTo>
                  <a:lnTo>
                    <a:pt x="223" y="103"/>
                  </a:lnTo>
                  <a:lnTo>
                    <a:pt x="223" y="104"/>
                  </a:lnTo>
                  <a:lnTo>
                    <a:pt x="224" y="106"/>
                  </a:lnTo>
                  <a:lnTo>
                    <a:pt x="224" y="112"/>
                  </a:lnTo>
                  <a:lnTo>
                    <a:pt x="226" y="113"/>
                  </a:lnTo>
                  <a:lnTo>
                    <a:pt x="228" y="117"/>
                  </a:lnTo>
                  <a:lnTo>
                    <a:pt x="234" y="121"/>
                  </a:lnTo>
                  <a:lnTo>
                    <a:pt x="236" y="124"/>
                  </a:lnTo>
                  <a:lnTo>
                    <a:pt x="237" y="125"/>
                  </a:lnTo>
                  <a:lnTo>
                    <a:pt x="238" y="127"/>
                  </a:lnTo>
                  <a:lnTo>
                    <a:pt x="238" y="128"/>
                  </a:lnTo>
                  <a:lnTo>
                    <a:pt x="237" y="129"/>
                  </a:lnTo>
                  <a:lnTo>
                    <a:pt x="235" y="131"/>
                  </a:lnTo>
                  <a:lnTo>
                    <a:pt x="234" y="131"/>
                  </a:lnTo>
                  <a:lnTo>
                    <a:pt x="231" y="129"/>
                  </a:lnTo>
                  <a:lnTo>
                    <a:pt x="231" y="128"/>
                  </a:lnTo>
                  <a:lnTo>
                    <a:pt x="231" y="128"/>
                  </a:lnTo>
                  <a:lnTo>
                    <a:pt x="231" y="127"/>
                  </a:lnTo>
                  <a:lnTo>
                    <a:pt x="230" y="127"/>
                  </a:lnTo>
                  <a:lnTo>
                    <a:pt x="229" y="126"/>
                  </a:lnTo>
                  <a:lnTo>
                    <a:pt x="228" y="126"/>
                  </a:lnTo>
                  <a:lnTo>
                    <a:pt x="226" y="126"/>
                  </a:lnTo>
                  <a:lnTo>
                    <a:pt x="224" y="126"/>
                  </a:lnTo>
                  <a:lnTo>
                    <a:pt x="219" y="120"/>
                  </a:lnTo>
                  <a:lnTo>
                    <a:pt x="217" y="120"/>
                  </a:lnTo>
                  <a:lnTo>
                    <a:pt x="217" y="120"/>
                  </a:lnTo>
                  <a:lnTo>
                    <a:pt x="213" y="106"/>
                  </a:lnTo>
                  <a:lnTo>
                    <a:pt x="212" y="105"/>
                  </a:lnTo>
                  <a:lnTo>
                    <a:pt x="212" y="105"/>
                  </a:lnTo>
                  <a:lnTo>
                    <a:pt x="212" y="106"/>
                  </a:lnTo>
                  <a:lnTo>
                    <a:pt x="212" y="107"/>
                  </a:lnTo>
                  <a:lnTo>
                    <a:pt x="213" y="113"/>
                  </a:lnTo>
                  <a:lnTo>
                    <a:pt x="214" y="115"/>
                  </a:lnTo>
                  <a:lnTo>
                    <a:pt x="215" y="117"/>
                  </a:lnTo>
                  <a:lnTo>
                    <a:pt x="214" y="117"/>
                  </a:lnTo>
                  <a:lnTo>
                    <a:pt x="215" y="118"/>
                  </a:lnTo>
                  <a:lnTo>
                    <a:pt x="215" y="118"/>
                  </a:lnTo>
                  <a:lnTo>
                    <a:pt x="216" y="121"/>
                  </a:lnTo>
                  <a:lnTo>
                    <a:pt x="219" y="124"/>
                  </a:lnTo>
                  <a:lnTo>
                    <a:pt x="220" y="126"/>
                  </a:lnTo>
                  <a:lnTo>
                    <a:pt x="223" y="128"/>
                  </a:lnTo>
                  <a:lnTo>
                    <a:pt x="228" y="129"/>
                  </a:lnTo>
                  <a:lnTo>
                    <a:pt x="229" y="129"/>
                  </a:lnTo>
                  <a:lnTo>
                    <a:pt x="229" y="131"/>
                  </a:lnTo>
                  <a:lnTo>
                    <a:pt x="231" y="133"/>
                  </a:lnTo>
                  <a:lnTo>
                    <a:pt x="233" y="134"/>
                  </a:lnTo>
                  <a:lnTo>
                    <a:pt x="234" y="134"/>
                  </a:lnTo>
                  <a:lnTo>
                    <a:pt x="236" y="134"/>
                  </a:lnTo>
                  <a:lnTo>
                    <a:pt x="237" y="133"/>
                  </a:lnTo>
                  <a:lnTo>
                    <a:pt x="238" y="133"/>
                  </a:lnTo>
                  <a:lnTo>
                    <a:pt x="240" y="134"/>
                  </a:lnTo>
                  <a:lnTo>
                    <a:pt x="240" y="135"/>
                  </a:lnTo>
                  <a:lnTo>
                    <a:pt x="240" y="136"/>
                  </a:lnTo>
                  <a:lnTo>
                    <a:pt x="240" y="139"/>
                  </a:lnTo>
                  <a:lnTo>
                    <a:pt x="241" y="140"/>
                  </a:lnTo>
                  <a:lnTo>
                    <a:pt x="241" y="140"/>
                  </a:lnTo>
                  <a:lnTo>
                    <a:pt x="243" y="141"/>
                  </a:lnTo>
                  <a:lnTo>
                    <a:pt x="246" y="145"/>
                  </a:lnTo>
                  <a:lnTo>
                    <a:pt x="246" y="146"/>
                  </a:lnTo>
                  <a:lnTo>
                    <a:pt x="246" y="148"/>
                  </a:lnTo>
                  <a:lnTo>
                    <a:pt x="246" y="149"/>
                  </a:lnTo>
                  <a:lnTo>
                    <a:pt x="246" y="150"/>
                  </a:lnTo>
                  <a:lnTo>
                    <a:pt x="248" y="152"/>
                  </a:lnTo>
                  <a:lnTo>
                    <a:pt x="248" y="153"/>
                  </a:lnTo>
                  <a:lnTo>
                    <a:pt x="249" y="153"/>
                  </a:lnTo>
                  <a:lnTo>
                    <a:pt x="249" y="154"/>
                  </a:lnTo>
                  <a:lnTo>
                    <a:pt x="243" y="150"/>
                  </a:lnTo>
                  <a:lnTo>
                    <a:pt x="241" y="150"/>
                  </a:lnTo>
                  <a:lnTo>
                    <a:pt x="240" y="149"/>
                  </a:lnTo>
                  <a:lnTo>
                    <a:pt x="238" y="147"/>
                  </a:lnTo>
                  <a:lnTo>
                    <a:pt x="237" y="143"/>
                  </a:lnTo>
                  <a:lnTo>
                    <a:pt x="236" y="142"/>
                  </a:lnTo>
                  <a:lnTo>
                    <a:pt x="236" y="143"/>
                  </a:lnTo>
                  <a:lnTo>
                    <a:pt x="237" y="145"/>
                  </a:lnTo>
                  <a:lnTo>
                    <a:pt x="237" y="146"/>
                  </a:lnTo>
                  <a:lnTo>
                    <a:pt x="237" y="146"/>
                  </a:lnTo>
                  <a:lnTo>
                    <a:pt x="237" y="147"/>
                  </a:lnTo>
                  <a:lnTo>
                    <a:pt x="236" y="147"/>
                  </a:lnTo>
                  <a:lnTo>
                    <a:pt x="236" y="149"/>
                  </a:lnTo>
                  <a:lnTo>
                    <a:pt x="235" y="148"/>
                  </a:lnTo>
                  <a:lnTo>
                    <a:pt x="234" y="147"/>
                  </a:lnTo>
                  <a:lnTo>
                    <a:pt x="234" y="149"/>
                  </a:lnTo>
                  <a:lnTo>
                    <a:pt x="233" y="150"/>
                  </a:lnTo>
                  <a:lnTo>
                    <a:pt x="231" y="149"/>
                  </a:lnTo>
                  <a:lnTo>
                    <a:pt x="231" y="149"/>
                  </a:lnTo>
                  <a:lnTo>
                    <a:pt x="230" y="147"/>
                  </a:lnTo>
                  <a:lnTo>
                    <a:pt x="230" y="146"/>
                  </a:lnTo>
                  <a:lnTo>
                    <a:pt x="229" y="145"/>
                  </a:lnTo>
                  <a:lnTo>
                    <a:pt x="228" y="143"/>
                  </a:lnTo>
                  <a:lnTo>
                    <a:pt x="227" y="143"/>
                  </a:lnTo>
                  <a:lnTo>
                    <a:pt x="226" y="142"/>
                  </a:lnTo>
                  <a:lnTo>
                    <a:pt x="223" y="142"/>
                  </a:lnTo>
                  <a:lnTo>
                    <a:pt x="221" y="142"/>
                  </a:lnTo>
                  <a:lnTo>
                    <a:pt x="214" y="145"/>
                  </a:lnTo>
                  <a:lnTo>
                    <a:pt x="213" y="145"/>
                  </a:lnTo>
                  <a:lnTo>
                    <a:pt x="212" y="143"/>
                  </a:lnTo>
                  <a:lnTo>
                    <a:pt x="210" y="142"/>
                  </a:lnTo>
                  <a:lnTo>
                    <a:pt x="209" y="141"/>
                  </a:lnTo>
                  <a:lnTo>
                    <a:pt x="209" y="140"/>
                  </a:lnTo>
                  <a:lnTo>
                    <a:pt x="208" y="136"/>
                  </a:lnTo>
                  <a:lnTo>
                    <a:pt x="207" y="134"/>
                  </a:lnTo>
                  <a:lnTo>
                    <a:pt x="205" y="133"/>
                  </a:lnTo>
                  <a:lnTo>
                    <a:pt x="202" y="132"/>
                  </a:lnTo>
                  <a:lnTo>
                    <a:pt x="205" y="135"/>
                  </a:lnTo>
                  <a:lnTo>
                    <a:pt x="206" y="138"/>
                  </a:lnTo>
                  <a:lnTo>
                    <a:pt x="207" y="140"/>
                  </a:lnTo>
                  <a:lnTo>
                    <a:pt x="207" y="142"/>
                  </a:lnTo>
                  <a:lnTo>
                    <a:pt x="206" y="142"/>
                  </a:lnTo>
                  <a:lnTo>
                    <a:pt x="204" y="142"/>
                  </a:lnTo>
                  <a:lnTo>
                    <a:pt x="198" y="138"/>
                  </a:lnTo>
                  <a:lnTo>
                    <a:pt x="197" y="136"/>
                  </a:lnTo>
                  <a:lnTo>
                    <a:pt x="193" y="131"/>
                  </a:lnTo>
                  <a:lnTo>
                    <a:pt x="192" y="128"/>
                  </a:lnTo>
                  <a:lnTo>
                    <a:pt x="191" y="127"/>
                  </a:lnTo>
                  <a:lnTo>
                    <a:pt x="191" y="128"/>
                  </a:lnTo>
                  <a:lnTo>
                    <a:pt x="191" y="128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0" y="132"/>
                  </a:lnTo>
                  <a:lnTo>
                    <a:pt x="188" y="133"/>
                  </a:lnTo>
                  <a:lnTo>
                    <a:pt x="188" y="133"/>
                  </a:lnTo>
                  <a:lnTo>
                    <a:pt x="187" y="133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1"/>
                  </a:lnTo>
                  <a:lnTo>
                    <a:pt x="186" y="129"/>
                  </a:lnTo>
                  <a:lnTo>
                    <a:pt x="186" y="129"/>
                  </a:lnTo>
                  <a:lnTo>
                    <a:pt x="186" y="129"/>
                  </a:lnTo>
                  <a:lnTo>
                    <a:pt x="186" y="129"/>
                  </a:lnTo>
                  <a:lnTo>
                    <a:pt x="186" y="129"/>
                  </a:lnTo>
                  <a:lnTo>
                    <a:pt x="185" y="131"/>
                  </a:lnTo>
                  <a:lnTo>
                    <a:pt x="184" y="131"/>
                  </a:lnTo>
                  <a:lnTo>
                    <a:pt x="185" y="132"/>
                  </a:lnTo>
                  <a:lnTo>
                    <a:pt x="185" y="132"/>
                  </a:lnTo>
                  <a:lnTo>
                    <a:pt x="186" y="133"/>
                  </a:lnTo>
                  <a:lnTo>
                    <a:pt x="185" y="136"/>
                  </a:lnTo>
                  <a:lnTo>
                    <a:pt x="185" y="136"/>
                  </a:lnTo>
                  <a:lnTo>
                    <a:pt x="183" y="138"/>
                  </a:lnTo>
                  <a:lnTo>
                    <a:pt x="183" y="139"/>
                  </a:lnTo>
                  <a:lnTo>
                    <a:pt x="181" y="140"/>
                  </a:lnTo>
                  <a:lnTo>
                    <a:pt x="179" y="139"/>
                  </a:lnTo>
                  <a:lnTo>
                    <a:pt x="178" y="138"/>
                  </a:lnTo>
                  <a:lnTo>
                    <a:pt x="177" y="135"/>
                  </a:lnTo>
                  <a:lnTo>
                    <a:pt x="176" y="134"/>
                  </a:lnTo>
                  <a:lnTo>
                    <a:pt x="174" y="132"/>
                  </a:lnTo>
                  <a:lnTo>
                    <a:pt x="174" y="129"/>
                  </a:lnTo>
                  <a:lnTo>
                    <a:pt x="174" y="128"/>
                  </a:lnTo>
                  <a:lnTo>
                    <a:pt x="176" y="127"/>
                  </a:lnTo>
                  <a:lnTo>
                    <a:pt x="176" y="125"/>
                  </a:lnTo>
                  <a:lnTo>
                    <a:pt x="176" y="124"/>
                  </a:lnTo>
                  <a:lnTo>
                    <a:pt x="177" y="122"/>
                  </a:lnTo>
                  <a:lnTo>
                    <a:pt x="178" y="122"/>
                  </a:lnTo>
                  <a:lnTo>
                    <a:pt x="179" y="121"/>
                  </a:lnTo>
                  <a:lnTo>
                    <a:pt x="179" y="120"/>
                  </a:lnTo>
                  <a:lnTo>
                    <a:pt x="178" y="121"/>
                  </a:lnTo>
                  <a:lnTo>
                    <a:pt x="178" y="121"/>
                  </a:lnTo>
                  <a:lnTo>
                    <a:pt x="178" y="120"/>
                  </a:lnTo>
                  <a:lnTo>
                    <a:pt x="178" y="119"/>
                  </a:lnTo>
                  <a:lnTo>
                    <a:pt x="178" y="119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9" y="118"/>
                  </a:lnTo>
                  <a:lnTo>
                    <a:pt x="179" y="117"/>
                  </a:lnTo>
                  <a:lnTo>
                    <a:pt x="181" y="117"/>
                  </a:lnTo>
                  <a:lnTo>
                    <a:pt x="181" y="117"/>
                  </a:lnTo>
                  <a:lnTo>
                    <a:pt x="181" y="115"/>
                  </a:lnTo>
                  <a:lnTo>
                    <a:pt x="181" y="114"/>
                  </a:lnTo>
                  <a:lnTo>
                    <a:pt x="183" y="113"/>
                  </a:lnTo>
                  <a:lnTo>
                    <a:pt x="183" y="111"/>
                  </a:lnTo>
                  <a:lnTo>
                    <a:pt x="183" y="111"/>
                  </a:lnTo>
                  <a:lnTo>
                    <a:pt x="183" y="110"/>
                  </a:lnTo>
                  <a:lnTo>
                    <a:pt x="184" y="110"/>
                  </a:lnTo>
                  <a:lnTo>
                    <a:pt x="184" y="109"/>
                  </a:lnTo>
                  <a:lnTo>
                    <a:pt x="187" y="107"/>
                  </a:lnTo>
                  <a:lnTo>
                    <a:pt x="187" y="106"/>
                  </a:lnTo>
                  <a:lnTo>
                    <a:pt x="186" y="104"/>
                  </a:lnTo>
                  <a:lnTo>
                    <a:pt x="187" y="104"/>
                  </a:lnTo>
                  <a:lnTo>
                    <a:pt x="187" y="104"/>
                  </a:lnTo>
                  <a:lnTo>
                    <a:pt x="187" y="103"/>
                  </a:lnTo>
                  <a:lnTo>
                    <a:pt x="187" y="103"/>
                  </a:lnTo>
                  <a:lnTo>
                    <a:pt x="186" y="100"/>
                  </a:lnTo>
                  <a:lnTo>
                    <a:pt x="185" y="99"/>
                  </a:lnTo>
                  <a:lnTo>
                    <a:pt x="190" y="90"/>
                  </a:lnTo>
                  <a:lnTo>
                    <a:pt x="180" y="81"/>
                  </a:lnTo>
                  <a:lnTo>
                    <a:pt x="176" y="88"/>
                  </a:lnTo>
                  <a:lnTo>
                    <a:pt x="176" y="86"/>
                  </a:lnTo>
                  <a:lnTo>
                    <a:pt x="174" y="86"/>
                  </a:lnTo>
                  <a:lnTo>
                    <a:pt x="172" y="86"/>
                  </a:lnTo>
                  <a:lnTo>
                    <a:pt x="170" y="86"/>
                  </a:lnTo>
                  <a:lnTo>
                    <a:pt x="169" y="86"/>
                  </a:lnTo>
                  <a:lnTo>
                    <a:pt x="167" y="86"/>
                  </a:lnTo>
                  <a:lnTo>
                    <a:pt x="166" y="85"/>
                  </a:lnTo>
                  <a:lnTo>
                    <a:pt x="166" y="84"/>
                  </a:lnTo>
                  <a:lnTo>
                    <a:pt x="165" y="83"/>
                  </a:lnTo>
                  <a:lnTo>
                    <a:pt x="164" y="82"/>
                  </a:lnTo>
                  <a:lnTo>
                    <a:pt x="162" y="81"/>
                  </a:lnTo>
                  <a:lnTo>
                    <a:pt x="159" y="81"/>
                  </a:lnTo>
                  <a:lnTo>
                    <a:pt x="152" y="81"/>
                  </a:lnTo>
                  <a:lnTo>
                    <a:pt x="151" y="81"/>
                  </a:lnTo>
                  <a:lnTo>
                    <a:pt x="148" y="78"/>
                  </a:lnTo>
                  <a:lnTo>
                    <a:pt x="147" y="78"/>
                  </a:lnTo>
                  <a:lnTo>
                    <a:pt x="145" y="77"/>
                  </a:lnTo>
                  <a:lnTo>
                    <a:pt x="145" y="76"/>
                  </a:lnTo>
                  <a:lnTo>
                    <a:pt x="145" y="74"/>
                  </a:lnTo>
                  <a:lnTo>
                    <a:pt x="147" y="71"/>
                  </a:lnTo>
                  <a:lnTo>
                    <a:pt x="148" y="70"/>
                  </a:lnTo>
                  <a:lnTo>
                    <a:pt x="148" y="68"/>
                  </a:lnTo>
                  <a:lnTo>
                    <a:pt x="147" y="67"/>
                  </a:lnTo>
                  <a:lnTo>
                    <a:pt x="145" y="67"/>
                  </a:lnTo>
                  <a:lnTo>
                    <a:pt x="143" y="67"/>
                  </a:lnTo>
                  <a:lnTo>
                    <a:pt x="142" y="65"/>
                  </a:lnTo>
                  <a:lnTo>
                    <a:pt x="141" y="64"/>
                  </a:lnTo>
                  <a:lnTo>
                    <a:pt x="140" y="63"/>
                  </a:lnTo>
                  <a:lnTo>
                    <a:pt x="136" y="63"/>
                  </a:lnTo>
                  <a:lnTo>
                    <a:pt x="133" y="63"/>
                  </a:lnTo>
                  <a:lnTo>
                    <a:pt x="131" y="63"/>
                  </a:lnTo>
                  <a:lnTo>
                    <a:pt x="128" y="63"/>
                  </a:lnTo>
                  <a:lnTo>
                    <a:pt x="127" y="63"/>
                  </a:lnTo>
                  <a:lnTo>
                    <a:pt x="127" y="63"/>
                  </a:lnTo>
                  <a:lnTo>
                    <a:pt x="126" y="62"/>
                  </a:lnTo>
                  <a:lnTo>
                    <a:pt x="125" y="60"/>
                  </a:lnTo>
                  <a:lnTo>
                    <a:pt x="125" y="59"/>
                  </a:lnTo>
                  <a:lnTo>
                    <a:pt x="125" y="56"/>
                  </a:lnTo>
                  <a:lnTo>
                    <a:pt x="125" y="55"/>
                  </a:lnTo>
                  <a:lnTo>
                    <a:pt x="121" y="55"/>
                  </a:lnTo>
                  <a:lnTo>
                    <a:pt x="120" y="54"/>
                  </a:lnTo>
                  <a:lnTo>
                    <a:pt x="121" y="53"/>
                  </a:lnTo>
                  <a:lnTo>
                    <a:pt x="120" y="52"/>
                  </a:lnTo>
                  <a:lnTo>
                    <a:pt x="120" y="50"/>
                  </a:lnTo>
                  <a:lnTo>
                    <a:pt x="120" y="49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20" y="49"/>
                  </a:lnTo>
                  <a:lnTo>
                    <a:pt x="119" y="49"/>
                  </a:lnTo>
                  <a:lnTo>
                    <a:pt x="118" y="49"/>
                  </a:lnTo>
                  <a:lnTo>
                    <a:pt x="116" y="49"/>
                  </a:lnTo>
                  <a:lnTo>
                    <a:pt x="116" y="48"/>
                  </a:lnTo>
                  <a:lnTo>
                    <a:pt x="116" y="48"/>
                  </a:lnTo>
                  <a:lnTo>
                    <a:pt x="118" y="47"/>
                  </a:lnTo>
                  <a:lnTo>
                    <a:pt x="116" y="46"/>
                  </a:lnTo>
                  <a:lnTo>
                    <a:pt x="115" y="46"/>
                  </a:lnTo>
                  <a:lnTo>
                    <a:pt x="115" y="47"/>
                  </a:lnTo>
                  <a:lnTo>
                    <a:pt x="115" y="48"/>
                  </a:lnTo>
                  <a:lnTo>
                    <a:pt x="115" y="48"/>
                  </a:lnTo>
                  <a:lnTo>
                    <a:pt x="115" y="49"/>
                  </a:lnTo>
                  <a:lnTo>
                    <a:pt x="113" y="46"/>
                  </a:lnTo>
                  <a:lnTo>
                    <a:pt x="113" y="45"/>
                  </a:lnTo>
                  <a:lnTo>
                    <a:pt x="114" y="45"/>
                  </a:lnTo>
                  <a:lnTo>
                    <a:pt x="115" y="42"/>
                  </a:lnTo>
                  <a:lnTo>
                    <a:pt x="115" y="41"/>
                  </a:lnTo>
                  <a:lnTo>
                    <a:pt x="114" y="40"/>
                  </a:lnTo>
                  <a:lnTo>
                    <a:pt x="113" y="40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2" y="41"/>
                  </a:lnTo>
                  <a:lnTo>
                    <a:pt x="111" y="41"/>
                  </a:lnTo>
                  <a:lnTo>
                    <a:pt x="108" y="41"/>
                  </a:lnTo>
                  <a:lnTo>
                    <a:pt x="108" y="41"/>
                  </a:lnTo>
                  <a:lnTo>
                    <a:pt x="107" y="42"/>
                  </a:lnTo>
                  <a:lnTo>
                    <a:pt x="106" y="42"/>
                  </a:lnTo>
                  <a:lnTo>
                    <a:pt x="104" y="42"/>
                  </a:lnTo>
                  <a:lnTo>
                    <a:pt x="102" y="42"/>
                  </a:lnTo>
                  <a:lnTo>
                    <a:pt x="97" y="38"/>
                  </a:lnTo>
                  <a:lnTo>
                    <a:pt x="93" y="36"/>
                  </a:lnTo>
                  <a:lnTo>
                    <a:pt x="90" y="36"/>
                  </a:lnTo>
                  <a:lnTo>
                    <a:pt x="88" y="38"/>
                  </a:lnTo>
                  <a:lnTo>
                    <a:pt x="87" y="38"/>
                  </a:lnTo>
                  <a:lnTo>
                    <a:pt x="87" y="38"/>
                  </a:lnTo>
                  <a:lnTo>
                    <a:pt x="86" y="41"/>
                  </a:lnTo>
                  <a:lnTo>
                    <a:pt x="85" y="42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3" y="45"/>
                  </a:lnTo>
                  <a:lnTo>
                    <a:pt x="79" y="45"/>
                  </a:lnTo>
                  <a:lnTo>
                    <a:pt x="78" y="45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5" y="47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6" y="49"/>
                  </a:lnTo>
                  <a:lnTo>
                    <a:pt x="75" y="50"/>
                  </a:lnTo>
                  <a:lnTo>
                    <a:pt x="73" y="50"/>
                  </a:lnTo>
                  <a:lnTo>
                    <a:pt x="72" y="50"/>
                  </a:lnTo>
                  <a:lnTo>
                    <a:pt x="72" y="52"/>
                  </a:lnTo>
                  <a:lnTo>
                    <a:pt x="75" y="53"/>
                  </a:lnTo>
                  <a:lnTo>
                    <a:pt x="75" y="53"/>
                  </a:lnTo>
                  <a:lnTo>
                    <a:pt x="75" y="54"/>
                  </a:lnTo>
                  <a:lnTo>
                    <a:pt x="72" y="55"/>
                  </a:lnTo>
                  <a:lnTo>
                    <a:pt x="68" y="56"/>
                  </a:lnTo>
                  <a:lnTo>
                    <a:pt x="65" y="57"/>
                  </a:lnTo>
                  <a:lnTo>
                    <a:pt x="65" y="57"/>
                  </a:lnTo>
                  <a:lnTo>
                    <a:pt x="59" y="57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6" y="56"/>
                  </a:lnTo>
                  <a:lnTo>
                    <a:pt x="52" y="55"/>
                  </a:lnTo>
                  <a:lnTo>
                    <a:pt x="52" y="55"/>
                  </a:lnTo>
                  <a:lnTo>
                    <a:pt x="52" y="55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4"/>
                  </a:lnTo>
                  <a:lnTo>
                    <a:pt x="51" y="54"/>
                  </a:lnTo>
                  <a:lnTo>
                    <a:pt x="51" y="54"/>
                  </a:lnTo>
                  <a:lnTo>
                    <a:pt x="51" y="54"/>
                  </a:lnTo>
                  <a:lnTo>
                    <a:pt x="51" y="53"/>
                  </a:lnTo>
                  <a:lnTo>
                    <a:pt x="52" y="53"/>
                  </a:lnTo>
                  <a:lnTo>
                    <a:pt x="52" y="53"/>
                  </a:lnTo>
                  <a:lnTo>
                    <a:pt x="52" y="53"/>
                  </a:lnTo>
                  <a:lnTo>
                    <a:pt x="52" y="53"/>
                  </a:lnTo>
                  <a:lnTo>
                    <a:pt x="51" y="52"/>
                  </a:lnTo>
                  <a:lnTo>
                    <a:pt x="51" y="52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49" y="50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49" y="53"/>
                  </a:lnTo>
                  <a:lnTo>
                    <a:pt x="48" y="55"/>
                  </a:lnTo>
                  <a:lnTo>
                    <a:pt x="48" y="55"/>
                  </a:lnTo>
                  <a:lnTo>
                    <a:pt x="48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8" y="57"/>
                  </a:lnTo>
                  <a:lnTo>
                    <a:pt x="49" y="57"/>
                  </a:lnTo>
                  <a:lnTo>
                    <a:pt x="48" y="57"/>
                  </a:lnTo>
                  <a:lnTo>
                    <a:pt x="48" y="57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5" y="60"/>
                  </a:lnTo>
                  <a:lnTo>
                    <a:pt x="45" y="61"/>
                  </a:lnTo>
                  <a:lnTo>
                    <a:pt x="44" y="62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69"/>
                  </a:lnTo>
                  <a:lnTo>
                    <a:pt x="40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7" y="69"/>
                  </a:lnTo>
                  <a:lnTo>
                    <a:pt x="36" y="68"/>
                  </a:lnTo>
                  <a:lnTo>
                    <a:pt x="35" y="68"/>
                  </a:lnTo>
                  <a:lnTo>
                    <a:pt x="34" y="68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0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1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28" y="74"/>
                  </a:lnTo>
                  <a:lnTo>
                    <a:pt x="28" y="75"/>
                  </a:lnTo>
                  <a:lnTo>
                    <a:pt x="28" y="75"/>
                  </a:lnTo>
                  <a:lnTo>
                    <a:pt x="27" y="76"/>
                  </a:lnTo>
                  <a:lnTo>
                    <a:pt x="27" y="77"/>
                  </a:lnTo>
                  <a:lnTo>
                    <a:pt x="26" y="77"/>
                  </a:lnTo>
                  <a:lnTo>
                    <a:pt x="26" y="78"/>
                  </a:lnTo>
                  <a:lnTo>
                    <a:pt x="23" y="81"/>
                  </a:lnTo>
                  <a:lnTo>
                    <a:pt x="21" y="82"/>
                  </a:lnTo>
                  <a:lnTo>
                    <a:pt x="21" y="83"/>
                  </a:lnTo>
                  <a:lnTo>
                    <a:pt x="20" y="84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19" y="86"/>
                  </a:lnTo>
                  <a:lnTo>
                    <a:pt x="16" y="88"/>
                  </a:lnTo>
                  <a:lnTo>
                    <a:pt x="15" y="88"/>
                  </a:lnTo>
                  <a:lnTo>
                    <a:pt x="9" y="97"/>
                  </a:lnTo>
                  <a:lnTo>
                    <a:pt x="8" y="97"/>
                  </a:lnTo>
                  <a:lnTo>
                    <a:pt x="8" y="98"/>
                  </a:lnTo>
                  <a:lnTo>
                    <a:pt x="7" y="98"/>
                  </a:lnTo>
                  <a:lnTo>
                    <a:pt x="7" y="97"/>
                  </a:lnTo>
                  <a:lnTo>
                    <a:pt x="0" y="53"/>
                  </a:lnTo>
                  <a:lnTo>
                    <a:pt x="8" y="50"/>
                  </a:lnTo>
                  <a:lnTo>
                    <a:pt x="15" y="49"/>
                  </a:lnTo>
                  <a:lnTo>
                    <a:pt x="23" y="48"/>
                  </a:lnTo>
                  <a:lnTo>
                    <a:pt x="32" y="47"/>
                  </a:lnTo>
                  <a:lnTo>
                    <a:pt x="40" y="45"/>
                  </a:lnTo>
                  <a:lnTo>
                    <a:pt x="48" y="43"/>
                  </a:lnTo>
                  <a:lnTo>
                    <a:pt x="56" y="42"/>
                  </a:lnTo>
                  <a:lnTo>
                    <a:pt x="63" y="40"/>
                  </a:lnTo>
                  <a:lnTo>
                    <a:pt x="71" y="39"/>
                  </a:lnTo>
                  <a:lnTo>
                    <a:pt x="79" y="38"/>
                  </a:lnTo>
                  <a:lnTo>
                    <a:pt x="87" y="35"/>
                  </a:lnTo>
                  <a:lnTo>
                    <a:pt x="95" y="34"/>
                  </a:lnTo>
                  <a:lnTo>
                    <a:pt x="102" y="33"/>
                  </a:lnTo>
                  <a:lnTo>
                    <a:pt x="111" y="31"/>
                  </a:lnTo>
                  <a:lnTo>
                    <a:pt x="119" y="29"/>
                  </a:lnTo>
                  <a:lnTo>
                    <a:pt x="127" y="27"/>
                  </a:lnTo>
                  <a:lnTo>
                    <a:pt x="135" y="26"/>
                  </a:lnTo>
                  <a:lnTo>
                    <a:pt x="143" y="25"/>
                  </a:lnTo>
                  <a:lnTo>
                    <a:pt x="150" y="22"/>
                  </a:lnTo>
                  <a:lnTo>
                    <a:pt x="158" y="21"/>
                  </a:lnTo>
                  <a:lnTo>
                    <a:pt x="166" y="19"/>
                  </a:lnTo>
                  <a:lnTo>
                    <a:pt x="174" y="18"/>
                  </a:lnTo>
                  <a:lnTo>
                    <a:pt x="183" y="16"/>
                  </a:lnTo>
                  <a:lnTo>
                    <a:pt x="190" y="14"/>
                  </a:lnTo>
                  <a:lnTo>
                    <a:pt x="198" y="12"/>
                  </a:lnTo>
                  <a:lnTo>
                    <a:pt x="206" y="11"/>
                  </a:lnTo>
                  <a:lnTo>
                    <a:pt x="214" y="10"/>
                  </a:lnTo>
                  <a:lnTo>
                    <a:pt x="222" y="7"/>
                  </a:lnTo>
                  <a:lnTo>
                    <a:pt x="229" y="6"/>
                  </a:lnTo>
                  <a:lnTo>
                    <a:pt x="237" y="4"/>
                  </a:lnTo>
                  <a:lnTo>
                    <a:pt x="245" y="3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3759200" y="2070100"/>
              <a:ext cx="200025" cy="103188"/>
            </a:xfrm>
            <a:custGeom>
              <a:avLst/>
              <a:gdLst>
                <a:gd name="T0" fmla="*/ 215 w 252"/>
                <a:gd name="T1" fmla="*/ 120 h 132"/>
                <a:gd name="T2" fmla="*/ 210 w 252"/>
                <a:gd name="T3" fmla="*/ 120 h 132"/>
                <a:gd name="T4" fmla="*/ 197 w 252"/>
                <a:gd name="T5" fmla="*/ 132 h 132"/>
                <a:gd name="T6" fmla="*/ 201 w 252"/>
                <a:gd name="T7" fmla="*/ 120 h 132"/>
                <a:gd name="T8" fmla="*/ 245 w 252"/>
                <a:gd name="T9" fmla="*/ 112 h 132"/>
                <a:gd name="T10" fmla="*/ 240 w 252"/>
                <a:gd name="T11" fmla="*/ 122 h 132"/>
                <a:gd name="T12" fmla="*/ 248 w 252"/>
                <a:gd name="T13" fmla="*/ 115 h 132"/>
                <a:gd name="T14" fmla="*/ 244 w 252"/>
                <a:gd name="T15" fmla="*/ 89 h 132"/>
                <a:gd name="T16" fmla="*/ 161 w 252"/>
                <a:gd name="T17" fmla="*/ 2 h 132"/>
                <a:gd name="T18" fmla="*/ 162 w 252"/>
                <a:gd name="T19" fmla="*/ 6 h 132"/>
                <a:gd name="T20" fmla="*/ 169 w 252"/>
                <a:gd name="T21" fmla="*/ 15 h 132"/>
                <a:gd name="T22" fmla="*/ 174 w 252"/>
                <a:gd name="T23" fmla="*/ 13 h 132"/>
                <a:gd name="T24" fmla="*/ 180 w 252"/>
                <a:gd name="T25" fmla="*/ 16 h 132"/>
                <a:gd name="T26" fmla="*/ 176 w 252"/>
                <a:gd name="T27" fmla="*/ 20 h 132"/>
                <a:gd name="T28" fmla="*/ 163 w 252"/>
                <a:gd name="T29" fmla="*/ 32 h 132"/>
                <a:gd name="T30" fmla="*/ 165 w 252"/>
                <a:gd name="T31" fmla="*/ 33 h 132"/>
                <a:gd name="T32" fmla="*/ 164 w 252"/>
                <a:gd name="T33" fmla="*/ 39 h 132"/>
                <a:gd name="T34" fmla="*/ 162 w 252"/>
                <a:gd name="T35" fmla="*/ 45 h 132"/>
                <a:gd name="T36" fmla="*/ 156 w 252"/>
                <a:gd name="T37" fmla="*/ 47 h 132"/>
                <a:gd name="T38" fmla="*/ 158 w 252"/>
                <a:gd name="T39" fmla="*/ 52 h 132"/>
                <a:gd name="T40" fmla="*/ 164 w 252"/>
                <a:gd name="T41" fmla="*/ 56 h 132"/>
                <a:gd name="T42" fmla="*/ 170 w 252"/>
                <a:gd name="T43" fmla="*/ 52 h 132"/>
                <a:gd name="T44" fmla="*/ 179 w 252"/>
                <a:gd name="T45" fmla="*/ 52 h 132"/>
                <a:gd name="T46" fmla="*/ 190 w 252"/>
                <a:gd name="T47" fmla="*/ 64 h 132"/>
                <a:gd name="T48" fmla="*/ 191 w 252"/>
                <a:gd name="T49" fmla="*/ 70 h 132"/>
                <a:gd name="T50" fmla="*/ 187 w 252"/>
                <a:gd name="T51" fmla="*/ 71 h 132"/>
                <a:gd name="T52" fmla="*/ 202 w 252"/>
                <a:gd name="T53" fmla="*/ 85 h 132"/>
                <a:gd name="T54" fmla="*/ 222 w 252"/>
                <a:gd name="T55" fmla="*/ 89 h 132"/>
                <a:gd name="T56" fmla="*/ 234 w 252"/>
                <a:gd name="T57" fmla="*/ 68 h 132"/>
                <a:gd name="T58" fmla="*/ 231 w 252"/>
                <a:gd name="T59" fmla="*/ 69 h 132"/>
                <a:gd name="T60" fmla="*/ 221 w 252"/>
                <a:gd name="T61" fmla="*/ 59 h 132"/>
                <a:gd name="T62" fmla="*/ 215 w 252"/>
                <a:gd name="T63" fmla="*/ 57 h 132"/>
                <a:gd name="T64" fmla="*/ 233 w 252"/>
                <a:gd name="T65" fmla="*/ 59 h 132"/>
                <a:gd name="T66" fmla="*/ 238 w 252"/>
                <a:gd name="T67" fmla="*/ 72 h 132"/>
                <a:gd name="T68" fmla="*/ 229 w 252"/>
                <a:gd name="T69" fmla="*/ 92 h 132"/>
                <a:gd name="T70" fmla="*/ 222 w 252"/>
                <a:gd name="T71" fmla="*/ 97 h 132"/>
                <a:gd name="T72" fmla="*/ 212 w 252"/>
                <a:gd name="T73" fmla="*/ 105 h 132"/>
                <a:gd name="T74" fmla="*/ 198 w 252"/>
                <a:gd name="T75" fmla="*/ 100 h 132"/>
                <a:gd name="T76" fmla="*/ 197 w 252"/>
                <a:gd name="T77" fmla="*/ 94 h 132"/>
                <a:gd name="T78" fmla="*/ 191 w 252"/>
                <a:gd name="T79" fmla="*/ 100 h 132"/>
                <a:gd name="T80" fmla="*/ 186 w 252"/>
                <a:gd name="T81" fmla="*/ 106 h 132"/>
                <a:gd name="T82" fmla="*/ 181 w 252"/>
                <a:gd name="T83" fmla="*/ 111 h 132"/>
                <a:gd name="T84" fmla="*/ 173 w 252"/>
                <a:gd name="T85" fmla="*/ 120 h 132"/>
                <a:gd name="T86" fmla="*/ 170 w 252"/>
                <a:gd name="T87" fmla="*/ 121 h 132"/>
                <a:gd name="T88" fmla="*/ 162 w 252"/>
                <a:gd name="T89" fmla="*/ 108 h 132"/>
                <a:gd name="T90" fmla="*/ 158 w 252"/>
                <a:gd name="T91" fmla="*/ 105 h 132"/>
                <a:gd name="T92" fmla="*/ 149 w 252"/>
                <a:gd name="T93" fmla="*/ 100 h 132"/>
                <a:gd name="T94" fmla="*/ 147 w 252"/>
                <a:gd name="T95" fmla="*/ 93 h 132"/>
                <a:gd name="T96" fmla="*/ 126 w 252"/>
                <a:gd name="T97" fmla="*/ 87 h 132"/>
                <a:gd name="T98" fmla="*/ 63 w 252"/>
                <a:gd name="T99" fmla="*/ 102 h 132"/>
                <a:gd name="T100" fmla="*/ 35 w 252"/>
                <a:gd name="T101" fmla="*/ 108 h 132"/>
                <a:gd name="T102" fmla="*/ 1 w 252"/>
                <a:gd name="T103" fmla="*/ 82 h 132"/>
                <a:gd name="T104" fmla="*/ 22 w 252"/>
                <a:gd name="T105" fmla="*/ 48 h 132"/>
                <a:gd name="T106" fmla="*/ 55 w 252"/>
                <a:gd name="T107" fmla="*/ 41 h 132"/>
                <a:gd name="T108" fmla="*/ 92 w 252"/>
                <a:gd name="T109" fmla="*/ 32 h 132"/>
                <a:gd name="T110" fmla="*/ 131 w 252"/>
                <a:gd name="T111" fmla="*/ 23 h 132"/>
                <a:gd name="T112" fmla="*/ 138 w 252"/>
                <a:gd name="T113" fmla="*/ 15 h 132"/>
                <a:gd name="T114" fmla="*/ 142 w 252"/>
                <a:gd name="T115" fmla="*/ 9 h 132"/>
                <a:gd name="T116" fmla="*/ 154 w 252"/>
                <a:gd name="T11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2" h="132">
                  <a:moveTo>
                    <a:pt x="216" y="116"/>
                  </a:moveTo>
                  <a:lnTo>
                    <a:pt x="217" y="118"/>
                  </a:lnTo>
                  <a:lnTo>
                    <a:pt x="219" y="120"/>
                  </a:lnTo>
                  <a:lnTo>
                    <a:pt x="219" y="122"/>
                  </a:lnTo>
                  <a:lnTo>
                    <a:pt x="219" y="122"/>
                  </a:lnTo>
                  <a:lnTo>
                    <a:pt x="217" y="122"/>
                  </a:lnTo>
                  <a:lnTo>
                    <a:pt x="216" y="122"/>
                  </a:lnTo>
                  <a:lnTo>
                    <a:pt x="215" y="121"/>
                  </a:lnTo>
                  <a:lnTo>
                    <a:pt x="214" y="120"/>
                  </a:lnTo>
                  <a:lnTo>
                    <a:pt x="215" y="120"/>
                  </a:lnTo>
                  <a:lnTo>
                    <a:pt x="215" y="118"/>
                  </a:lnTo>
                  <a:lnTo>
                    <a:pt x="216" y="116"/>
                  </a:lnTo>
                  <a:close/>
                  <a:moveTo>
                    <a:pt x="208" y="115"/>
                  </a:moveTo>
                  <a:lnTo>
                    <a:pt x="209" y="115"/>
                  </a:lnTo>
                  <a:lnTo>
                    <a:pt x="209" y="116"/>
                  </a:lnTo>
                  <a:lnTo>
                    <a:pt x="210" y="116"/>
                  </a:lnTo>
                  <a:lnTo>
                    <a:pt x="209" y="118"/>
                  </a:lnTo>
                  <a:lnTo>
                    <a:pt x="208" y="119"/>
                  </a:lnTo>
                  <a:lnTo>
                    <a:pt x="209" y="120"/>
                  </a:lnTo>
                  <a:lnTo>
                    <a:pt x="210" y="120"/>
                  </a:lnTo>
                  <a:lnTo>
                    <a:pt x="213" y="119"/>
                  </a:lnTo>
                  <a:lnTo>
                    <a:pt x="214" y="123"/>
                  </a:lnTo>
                  <a:lnTo>
                    <a:pt x="214" y="123"/>
                  </a:lnTo>
                  <a:lnTo>
                    <a:pt x="205" y="127"/>
                  </a:lnTo>
                  <a:lnTo>
                    <a:pt x="202" y="128"/>
                  </a:lnTo>
                  <a:lnTo>
                    <a:pt x="201" y="129"/>
                  </a:lnTo>
                  <a:lnTo>
                    <a:pt x="199" y="130"/>
                  </a:lnTo>
                  <a:lnTo>
                    <a:pt x="199" y="132"/>
                  </a:lnTo>
                  <a:lnTo>
                    <a:pt x="198" y="132"/>
                  </a:lnTo>
                  <a:lnTo>
                    <a:pt x="197" y="132"/>
                  </a:lnTo>
                  <a:lnTo>
                    <a:pt x="195" y="132"/>
                  </a:lnTo>
                  <a:lnTo>
                    <a:pt x="194" y="129"/>
                  </a:lnTo>
                  <a:lnTo>
                    <a:pt x="193" y="129"/>
                  </a:lnTo>
                  <a:lnTo>
                    <a:pt x="193" y="129"/>
                  </a:lnTo>
                  <a:lnTo>
                    <a:pt x="197" y="128"/>
                  </a:lnTo>
                  <a:lnTo>
                    <a:pt x="198" y="127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0" y="121"/>
                  </a:lnTo>
                  <a:lnTo>
                    <a:pt x="201" y="120"/>
                  </a:lnTo>
                  <a:lnTo>
                    <a:pt x="202" y="118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6" y="118"/>
                  </a:lnTo>
                  <a:lnTo>
                    <a:pt x="207" y="116"/>
                  </a:lnTo>
                  <a:lnTo>
                    <a:pt x="207" y="115"/>
                  </a:lnTo>
                  <a:lnTo>
                    <a:pt x="208" y="115"/>
                  </a:lnTo>
                  <a:close/>
                  <a:moveTo>
                    <a:pt x="244" y="112"/>
                  </a:moveTo>
                  <a:lnTo>
                    <a:pt x="245" y="112"/>
                  </a:lnTo>
                  <a:lnTo>
                    <a:pt x="245" y="112"/>
                  </a:lnTo>
                  <a:lnTo>
                    <a:pt x="246" y="112"/>
                  </a:lnTo>
                  <a:lnTo>
                    <a:pt x="249" y="115"/>
                  </a:lnTo>
                  <a:lnTo>
                    <a:pt x="251" y="119"/>
                  </a:lnTo>
                  <a:lnTo>
                    <a:pt x="252" y="121"/>
                  </a:lnTo>
                  <a:lnTo>
                    <a:pt x="250" y="123"/>
                  </a:lnTo>
                  <a:lnTo>
                    <a:pt x="246" y="125"/>
                  </a:lnTo>
                  <a:lnTo>
                    <a:pt x="242" y="126"/>
                  </a:lnTo>
                  <a:lnTo>
                    <a:pt x="235" y="125"/>
                  </a:lnTo>
                  <a:lnTo>
                    <a:pt x="235" y="125"/>
                  </a:lnTo>
                  <a:lnTo>
                    <a:pt x="240" y="122"/>
                  </a:lnTo>
                  <a:lnTo>
                    <a:pt x="242" y="121"/>
                  </a:lnTo>
                  <a:lnTo>
                    <a:pt x="243" y="121"/>
                  </a:lnTo>
                  <a:lnTo>
                    <a:pt x="243" y="122"/>
                  </a:lnTo>
                  <a:lnTo>
                    <a:pt x="244" y="122"/>
                  </a:lnTo>
                  <a:lnTo>
                    <a:pt x="244" y="121"/>
                  </a:lnTo>
                  <a:lnTo>
                    <a:pt x="245" y="120"/>
                  </a:lnTo>
                  <a:lnTo>
                    <a:pt x="246" y="120"/>
                  </a:lnTo>
                  <a:lnTo>
                    <a:pt x="248" y="119"/>
                  </a:lnTo>
                  <a:lnTo>
                    <a:pt x="248" y="116"/>
                  </a:lnTo>
                  <a:lnTo>
                    <a:pt x="248" y="115"/>
                  </a:lnTo>
                  <a:lnTo>
                    <a:pt x="246" y="116"/>
                  </a:lnTo>
                  <a:lnTo>
                    <a:pt x="245" y="119"/>
                  </a:lnTo>
                  <a:lnTo>
                    <a:pt x="244" y="120"/>
                  </a:lnTo>
                  <a:lnTo>
                    <a:pt x="245" y="115"/>
                  </a:lnTo>
                  <a:lnTo>
                    <a:pt x="245" y="114"/>
                  </a:lnTo>
                  <a:lnTo>
                    <a:pt x="244" y="112"/>
                  </a:lnTo>
                  <a:lnTo>
                    <a:pt x="244" y="112"/>
                  </a:lnTo>
                  <a:close/>
                  <a:moveTo>
                    <a:pt x="243" y="89"/>
                  </a:moveTo>
                  <a:lnTo>
                    <a:pt x="244" y="89"/>
                  </a:lnTo>
                  <a:lnTo>
                    <a:pt x="244" y="89"/>
                  </a:lnTo>
                  <a:lnTo>
                    <a:pt x="244" y="90"/>
                  </a:lnTo>
                  <a:lnTo>
                    <a:pt x="244" y="90"/>
                  </a:lnTo>
                  <a:lnTo>
                    <a:pt x="244" y="92"/>
                  </a:lnTo>
                  <a:lnTo>
                    <a:pt x="243" y="98"/>
                  </a:lnTo>
                  <a:lnTo>
                    <a:pt x="242" y="98"/>
                  </a:lnTo>
                  <a:lnTo>
                    <a:pt x="243" y="91"/>
                  </a:lnTo>
                  <a:lnTo>
                    <a:pt x="243" y="89"/>
                  </a:lnTo>
                  <a:close/>
                  <a:moveTo>
                    <a:pt x="159" y="0"/>
                  </a:moveTo>
                  <a:lnTo>
                    <a:pt x="159" y="0"/>
                  </a:lnTo>
                  <a:lnTo>
                    <a:pt x="161" y="2"/>
                  </a:lnTo>
                  <a:lnTo>
                    <a:pt x="161" y="4"/>
                  </a:lnTo>
                  <a:lnTo>
                    <a:pt x="161" y="4"/>
                  </a:lnTo>
                  <a:lnTo>
                    <a:pt x="157" y="5"/>
                  </a:lnTo>
                  <a:lnTo>
                    <a:pt x="158" y="6"/>
                  </a:lnTo>
                  <a:lnTo>
                    <a:pt x="159" y="6"/>
                  </a:lnTo>
                  <a:lnTo>
                    <a:pt x="161" y="6"/>
                  </a:lnTo>
                  <a:lnTo>
                    <a:pt x="161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3" y="7"/>
                  </a:lnTo>
                  <a:lnTo>
                    <a:pt x="166" y="12"/>
                  </a:lnTo>
                  <a:lnTo>
                    <a:pt x="166" y="13"/>
                  </a:lnTo>
                  <a:lnTo>
                    <a:pt x="164" y="11"/>
                  </a:lnTo>
                  <a:lnTo>
                    <a:pt x="163" y="11"/>
                  </a:lnTo>
                  <a:lnTo>
                    <a:pt x="164" y="13"/>
                  </a:lnTo>
                  <a:lnTo>
                    <a:pt x="165" y="14"/>
                  </a:lnTo>
                  <a:lnTo>
                    <a:pt x="170" y="14"/>
                  </a:lnTo>
                  <a:lnTo>
                    <a:pt x="169" y="15"/>
                  </a:lnTo>
                  <a:lnTo>
                    <a:pt x="169" y="15"/>
                  </a:lnTo>
                  <a:lnTo>
                    <a:pt x="167" y="16"/>
                  </a:lnTo>
                  <a:lnTo>
                    <a:pt x="169" y="16"/>
                  </a:lnTo>
                  <a:lnTo>
                    <a:pt x="173" y="16"/>
                  </a:lnTo>
                  <a:lnTo>
                    <a:pt x="173" y="18"/>
                  </a:lnTo>
                  <a:lnTo>
                    <a:pt x="174" y="18"/>
                  </a:lnTo>
                  <a:lnTo>
                    <a:pt x="174" y="16"/>
                  </a:lnTo>
                  <a:lnTo>
                    <a:pt x="174" y="15"/>
                  </a:lnTo>
                  <a:lnTo>
                    <a:pt x="174" y="14"/>
                  </a:lnTo>
                  <a:lnTo>
                    <a:pt x="174" y="13"/>
                  </a:lnTo>
                  <a:lnTo>
                    <a:pt x="177" y="12"/>
                  </a:lnTo>
                  <a:lnTo>
                    <a:pt x="177" y="13"/>
                  </a:lnTo>
                  <a:lnTo>
                    <a:pt x="177" y="13"/>
                  </a:lnTo>
                  <a:lnTo>
                    <a:pt x="178" y="14"/>
                  </a:lnTo>
                  <a:lnTo>
                    <a:pt x="179" y="13"/>
                  </a:lnTo>
                  <a:lnTo>
                    <a:pt x="179" y="14"/>
                  </a:lnTo>
                  <a:lnTo>
                    <a:pt x="179" y="14"/>
                  </a:lnTo>
                  <a:lnTo>
                    <a:pt x="179" y="15"/>
                  </a:lnTo>
                  <a:lnTo>
                    <a:pt x="180" y="15"/>
                  </a:lnTo>
                  <a:lnTo>
                    <a:pt x="180" y="16"/>
                  </a:lnTo>
                  <a:lnTo>
                    <a:pt x="179" y="16"/>
                  </a:lnTo>
                  <a:lnTo>
                    <a:pt x="179" y="16"/>
                  </a:lnTo>
                  <a:lnTo>
                    <a:pt x="179" y="18"/>
                  </a:lnTo>
                  <a:lnTo>
                    <a:pt x="178" y="19"/>
                  </a:lnTo>
                  <a:lnTo>
                    <a:pt x="178" y="19"/>
                  </a:lnTo>
                  <a:lnTo>
                    <a:pt x="178" y="20"/>
                  </a:lnTo>
                  <a:lnTo>
                    <a:pt x="176" y="20"/>
                  </a:lnTo>
                  <a:lnTo>
                    <a:pt x="176" y="20"/>
                  </a:lnTo>
                  <a:lnTo>
                    <a:pt x="176" y="20"/>
                  </a:lnTo>
                  <a:lnTo>
                    <a:pt x="176" y="20"/>
                  </a:lnTo>
                  <a:lnTo>
                    <a:pt x="174" y="20"/>
                  </a:lnTo>
                  <a:lnTo>
                    <a:pt x="174" y="21"/>
                  </a:lnTo>
                  <a:lnTo>
                    <a:pt x="174" y="22"/>
                  </a:lnTo>
                  <a:lnTo>
                    <a:pt x="174" y="22"/>
                  </a:lnTo>
                  <a:lnTo>
                    <a:pt x="166" y="26"/>
                  </a:lnTo>
                  <a:lnTo>
                    <a:pt x="164" y="28"/>
                  </a:lnTo>
                  <a:lnTo>
                    <a:pt x="163" y="29"/>
                  </a:lnTo>
                  <a:lnTo>
                    <a:pt x="164" y="30"/>
                  </a:lnTo>
                  <a:lnTo>
                    <a:pt x="163" y="30"/>
                  </a:lnTo>
                  <a:lnTo>
                    <a:pt x="163" y="32"/>
                  </a:lnTo>
                  <a:lnTo>
                    <a:pt x="163" y="32"/>
                  </a:lnTo>
                  <a:lnTo>
                    <a:pt x="163" y="33"/>
                  </a:lnTo>
                  <a:lnTo>
                    <a:pt x="164" y="32"/>
                  </a:lnTo>
                  <a:lnTo>
                    <a:pt x="164" y="30"/>
                  </a:lnTo>
                  <a:lnTo>
                    <a:pt x="165" y="30"/>
                  </a:lnTo>
                  <a:lnTo>
                    <a:pt x="165" y="32"/>
                  </a:lnTo>
                  <a:lnTo>
                    <a:pt x="166" y="32"/>
                  </a:lnTo>
                  <a:lnTo>
                    <a:pt x="166" y="33"/>
                  </a:lnTo>
                  <a:lnTo>
                    <a:pt x="166" y="33"/>
                  </a:lnTo>
                  <a:lnTo>
                    <a:pt x="165" y="33"/>
                  </a:lnTo>
                  <a:lnTo>
                    <a:pt x="165" y="33"/>
                  </a:lnTo>
                  <a:lnTo>
                    <a:pt x="165" y="34"/>
                  </a:lnTo>
                  <a:lnTo>
                    <a:pt x="164" y="35"/>
                  </a:lnTo>
                  <a:lnTo>
                    <a:pt x="164" y="36"/>
                  </a:lnTo>
                  <a:lnTo>
                    <a:pt x="163" y="36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37"/>
                  </a:lnTo>
                  <a:lnTo>
                    <a:pt x="163" y="39"/>
                  </a:lnTo>
                  <a:lnTo>
                    <a:pt x="164" y="39"/>
                  </a:lnTo>
                  <a:lnTo>
                    <a:pt x="164" y="40"/>
                  </a:lnTo>
                  <a:lnTo>
                    <a:pt x="163" y="40"/>
                  </a:lnTo>
                  <a:lnTo>
                    <a:pt x="161" y="39"/>
                  </a:lnTo>
                  <a:lnTo>
                    <a:pt x="159" y="40"/>
                  </a:lnTo>
                  <a:lnTo>
                    <a:pt x="159" y="41"/>
                  </a:lnTo>
                  <a:lnTo>
                    <a:pt x="159" y="42"/>
                  </a:lnTo>
                  <a:lnTo>
                    <a:pt x="161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5"/>
                  </a:lnTo>
                  <a:lnTo>
                    <a:pt x="162" y="47"/>
                  </a:lnTo>
                  <a:lnTo>
                    <a:pt x="159" y="45"/>
                  </a:lnTo>
                  <a:lnTo>
                    <a:pt x="158" y="45"/>
                  </a:lnTo>
                  <a:lnTo>
                    <a:pt x="158" y="45"/>
                  </a:lnTo>
                  <a:lnTo>
                    <a:pt x="158" y="45"/>
                  </a:lnTo>
                  <a:lnTo>
                    <a:pt x="159" y="47"/>
                  </a:lnTo>
                  <a:lnTo>
                    <a:pt x="159" y="47"/>
                  </a:lnTo>
                  <a:lnTo>
                    <a:pt x="158" y="47"/>
                  </a:lnTo>
                  <a:lnTo>
                    <a:pt x="157" y="47"/>
                  </a:lnTo>
                  <a:lnTo>
                    <a:pt x="156" y="47"/>
                  </a:lnTo>
                  <a:lnTo>
                    <a:pt x="156" y="48"/>
                  </a:lnTo>
                  <a:lnTo>
                    <a:pt x="157" y="48"/>
                  </a:lnTo>
                  <a:lnTo>
                    <a:pt x="157" y="48"/>
                  </a:lnTo>
                  <a:lnTo>
                    <a:pt x="158" y="48"/>
                  </a:lnTo>
                  <a:lnTo>
                    <a:pt x="158" y="49"/>
                  </a:lnTo>
                  <a:lnTo>
                    <a:pt x="157" y="49"/>
                  </a:lnTo>
                  <a:lnTo>
                    <a:pt x="157" y="50"/>
                  </a:lnTo>
                  <a:lnTo>
                    <a:pt x="157" y="51"/>
                  </a:lnTo>
                  <a:lnTo>
                    <a:pt x="158" y="52"/>
                  </a:lnTo>
                  <a:lnTo>
                    <a:pt x="158" y="52"/>
                  </a:lnTo>
                  <a:lnTo>
                    <a:pt x="159" y="52"/>
                  </a:lnTo>
                  <a:lnTo>
                    <a:pt x="161" y="51"/>
                  </a:lnTo>
                  <a:lnTo>
                    <a:pt x="161" y="54"/>
                  </a:lnTo>
                  <a:lnTo>
                    <a:pt x="162" y="54"/>
                  </a:lnTo>
                  <a:lnTo>
                    <a:pt x="163" y="52"/>
                  </a:lnTo>
                  <a:lnTo>
                    <a:pt x="164" y="54"/>
                  </a:lnTo>
                  <a:lnTo>
                    <a:pt x="164" y="55"/>
                  </a:lnTo>
                  <a:lnTo>
                    <a:pt x="164" y="55"/>
                  </a:lnTo>
                  <a:lnTo>
                    <a:pt x="164" y="56"/>
                  </a:lnTo>
                  <a:lnTo>
                    <a:pt x="164" y="56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6" y="55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9" y="54"/>
                  </a:lnTo>
                  <a:lnTo>
                    <a:pt x="170" y="54"/>
                  </a:lnTo>
                  <a:lnTo>
                    <a:pt x="170" y="52"/>
                  </a:lnTo>
                  <a:lnTo>
                    <a:pt x="170" y="52"/>
                  </a:lnTo>
                  <a:lnTo>
                    <a:pt x="169" y="51"/>
                  </a:lnTo>
                  <a:lnTo>
                    <a:pt x="167" y="51"/>
                  </a:lnTo>
                  <a:lnTo>
                    <a:pt x="166" y="50"/>
                  </a:lnTo>
                  <a:lnTo>
                    <a:pt x="166" y="49"/>
                  </a:lnTo>
                  <a:lnTo>
                    <a:pt x="170" y="51"/>
                  </a:lnTo>
                  <a:lnTo>
                    <a:pt x="172" y="51"/>
                  </a:lnTo>
                  <a:lnTo>
                    <a:pt x="176" y="51"/>
                  </a:lnTo>
                  <a:lnTo>
                    <a:pt x="177" y="52"/>
                  </a:lnTo>
                  <a:lnTo>
                    <a:pt x="179" y="52"/>
                  </a:lnTo>
                  <a:lnTo>
                    <a:pt x="181" y="55"/>
                  </a:lnTo>
                  <a:lnTo>
                    <a:pt x="181" y="55"/>
                  </a:lnTo>
                  <a:lnTo>
                    <a:pt x="183" y="57"/>
                  </a:lnTo>
                  <a:lnTo>
                    <a:pt x="183" y="58"/>
                  </a:lnTo>
                  <a:lnTo>
                    <a:pt x="183" y="57"/>
                  </a:lnTo>
                  <a:lnTo>
                    <a:pt x="184" y="58"/>
                  </a:lnTo>
                  <a:lnTo>
                    <a:pt x="185" y="59"/>
                  </a:lnTo>
                  <a:lnTo>
                    <a:pt x="187" y="62"/>
                  </a:lnTo>
                  <a:lnTo>
                    <a:pt x="190" y="63"/>
                  </a:lnTo>
                  <a:lnTo>
                    <a:pt x="190" y="64"/>
                  </a:lnTo>
                  <a:lnTo>
                    <a:pt x="191" y="66"/>
                  </a:lnTo>
                  <a:lnTo>
                    <a:pt x="193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3" y="70"/>
                  </a:lnTo>
                  <a:lnTo>
                    <a:pt x="193" y="70"/>
                  </a:lnTo>
                  <a:lnTo>
                    <a:pt x="192" y="70"/>
                  </a:lnTo>
                  <a:lnTo>
                    <a:pt x="192" y="70"/>
                  </a:lnTo>
                  <a:lnTo>
                    <a:pt x="191" y="70"/>
                  </a:lnTo>
                  <a:lnTo>
                    <a:pt x="191" y="70"/>
                  </a:lnTo>
                  <a:lnTo>
                    <a:pt x="192" y="70"/>
                  </a:lnTo>
                  <a:lnTo>
                    <a:pt x="192" y="69"/>
                  </a:lnTo>
                  <a:lnTo>
                    <a:pt x="191" y="68"/>
                  </a:lnTo>
                  <a:lnTo>
                    <a:pt x="190" y="66"/>
                  </a:lnTo>
                  <a:lnTo>
                    <a:pt x="188" y="65"/>
                  </a:lnTo>
                  <a:lnTo>
                    <a:pt x="188" y="66"/>
                  </a:lnTo>
                  <a:lnTo>
                    <a:pt x="190" y="71"/>
                  </a:lnTo>
                  <a:lnTo>
                    <a:pt x="188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92" y="75"/>
                  </a:lnTo>
                  <a:lnTo>
                    <a:pt x="193" y="75"/>
                  </a:lnTo>
                  <a:lnTo>
                    <a:pt x="194" y="75"/>
                  </a:lnTo>
                  <a:lnTo>
                    <a:pt x="197" y="73"/>
                  </a:lnTo>
                  <a:lnTo>
                    <a:pt x="199" y="75"/>
                  </a:lnTo>
                  <a:lnTo>
                    <a:pt x="200" y="77"/>
                  </a:lnTo>
                  <a:lnTo>
                    <a:pt x="201" y="80"/>
                  </a:lnTo>
                  <a:lnTo>
                    <a:pt x="201" y="83"/>
                  </a:lnTo>
                  <a:lnTo>
                    <a:pt x="202" y="85"/>
                  </a:lnTo>
                  <a:lnTo>
                    <a:pt x="205" y="86"/>
                  </a:lnTo>
                  <a:lnTo>
                    <a:pt x="209" y="89"/>
                  </a:lnTo>
                  <a:lnTo>
                    <a:pt x="213" y="89"/>
                  </a:lnTo>
                  <a:lnTo>
                    <a:pt x="221" y="87"/>
                  </a:lnTo>
                  <a:lnTo>
                    <a:pt x="220" y="87"/>
                  </a:lnTo>
                  <a:lnTo>
                    <a:pt x="217" y="89"/>
                  </a:lnTo>
                  <a:lnTo>
                    <a:pt x="217" y="90"/>
                  </a:lnTo>
                  <a:lnTo>
                    <a:pt x="217" y="90"/>
                  </a:lnTo>
                  <a:lnTo>
                    <a:pt x="219" y="90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5"/>
                  </a:lnTo>
                  <a:lnTo>
                    <a:pt x="231" y="82"/>
                  </a:lnTo>
                  <a:lnTo>
                    <a:pt x="234" y="79"/>
                  </a:lnTo>
                  <a:lnTo>
                    <a:pt x="236" y="78"/>
                  </a:lnTo>
                  <a:lnTo>
                    <a:pt x="236" y="78"/>
                  </a:lnTo>
                  <a:lnTo>
                    <a:pt x="237" y="76"/>
                  </a:lnTo>
                  <a:lnTo>
                    <a:pt x="237" y="72"/>
                  </a:lnTo>
                  <a:lnTo>
                    <a:pt x="236" y="70"/>
                  </a:lnTo>
                  <a:lnTo>
                    <a:pt x="234" y="68"/>
                  </a:lnTo>
                  <a:lnTo>
                    <a:pt x="235" y="68"/>
                  </a:lnTo>
                  <a:lnTo>
                    <a:pt x="235" y="68"/>
                  </a:lnTo>
                  <a:lnTo>
                    <a:pt x="236" y="66"/>
                  </a:lnTo>
                  <a:lnTo>
                    <a:pt x="236" y="66"/>
                  </a:lnTo>
                  <a:lnTo>
                    <a:pt x="235" y="66"/>
                  </a:lnTo>
                  <a:lnTo>
                    <a:pt x="234" y="66"/>
                  </a:lnTo>
                  <a:lnTo>
                    <a:pt x="233" y="65"/>
                  </a:lnTo>
                  <a:lnTo>
                    <a:pt x="231" y="65"/>
                  </a:lnTo>
                  <a:lnTo>
                    <a:pt x="231" y="66"/>
                  </a:lnTo>
                  <a:lnTo>
                    <a:pt x="231" y="69"/>
                  </a:lnTo>
                  <a:lnTo>
                    <a:pt x="231" y="70"/>
                  </a:lnTo>
                  <a:lnTo>
                    <a:pt x="230" y="66"/>
                  </a:lnTo>
                  <a:lnTo>
                    <a:pt x="229" y="64"/>
                  </a:lnTo>
                  <a:lnTo>
                    <a:pt x="227" y="61"/>
                  </a:lnTo>
                  <a:lnTo>
                    <a:pt x="227" y="59"/>
                  </a:lnTo>
                  <a:lnTo>
                    <a:pt x="226" y="57"/>
                  </a:lnTo>
                  <a:lnTo>
                    <a:pt x="222" y="57"/>
                  </a:lnTo>
                  <a:lnTo>
                    <a:pt x="220" y="57"/>
                  </a:lnTo>
                  <a:lnTo>
                    <a:pt x="220" y="59"/>
                  </a:lnTo>
                  <a:lnTo>
                    <a:pt x="221" y="59"/>
                  </a:lnTo>
                  <a:lnTo>
                    <a:pt x="221" y="59"/>
                  </a:lnTo>
                  <a:lnTo>
                    <a:pt x="221" y="61"/>
                  </a:lnTo>
                  <a:lnTo>
                    <a:pt x="220" y="61"/>
                  </a:lnTo>
                  <a:lnTo>
                    <a:pt x="219" y="61"/>
                  </a:lnTo>
                  <a:lnTo>
                    <a:pt x="216" y="58"/>
                  </a:lnTo>
                  <a:lnTo>
                    <a:pt x="216" y="58"/>
                  </a:lnTo>
                  <a:lnTo>
                    <a:pt x="216" y="58"/>
                  </a:lnTo>
                  <a:lnTo>
                    <a:pt x="215" y="58"/>
                  </a:lnTo>
                  <a:lnTo>
                    <a:pt x="215" y="58"/>
                  </a:lnTo>
                  <a:lnTo>
                    <a:pt x="215" y="57"/>
                  </a:lnTo>
                  <a:lnTo>
                    <a:pt x="215" y="56"/>
                  </a:lnTo>
                  <a:lnTo>
                    <a:pt x="216" y="56"/>
                  </a:lnTo>
                  <a:lnTo>
                    <a:pt x="216" y="55"/>
                  </a:lnTo>
                  <a:lnTo>
                    <a:pt x="217" y="56"/>
                  </a:lnTo>
                  <a:lnTo>
                    <a:pt x="221" y="55"/>
                  </a:lnTo>
                  <a:lnTo>
                    <a:pt x="222" y="55"/>
                  </a:lnTo>
                  <a:lnTo>
                    <a:pt x="223" y="55"/>
                  </a:lnTo>
                  <a:lnTo>
                    <a:pt x="227" y="56"/>
                  </a:lnTo>
                  <a:lnTo>
                    <a:pt x="228" y="56"/>
                  </a:lnTo>
                  <a:lnTo>
                    <a:pt x="233" y="59"/>
                  </a:lnTo>
                  <a:lnTo>
                    <a:pt x="235" y="62"/>
                  </a:lnTo>
                  <a:lnTo>
                    <a:pt x="241" y="71"/>
                  </a:lnTo>
                  <a:lnTo>
                    <a:pt x="242" y="72"/>
                  </a:lnTo>
                  <a:lnTo>
                    <a:pt x="242" y="72"/>
                  </a:lnTo>
                  <a:lnTo>
                    <a:pt x="242" y="72"/>
                  </a:lnTo>
                  <a:lnTo>
                    <a:pt x="242" y="72"/>
                  </a:lnTo>
                  <a:lnTo>
                    <a:pt x="241" y="72"/>
                  </a:lnTo>
                  <a:lnTo>
                    <a:pt x="240" y="72"/>
                  </a:lnTo>
                  <a:lnTo>
                    <a:pt x="238" y="71"/>
                  </a:lnTo>
                  <a:lnTo>
                    <a:pt x="238" y="72"/>
                  </a:lnTo>
                  <a:lnTo>
                    <a:pt x="240" y="76"/>
                  </a:lnTo>
                  <a:lnTo>
                    <a:pt x="240" y="77"/>
                  </a:lnTo>
                  <a:lnTo>
                    <a:pt x="241" y="75"/>
                  </a:lnTo>
                  <a:lnTo>
                    <a:pt x="242" y="75"/>
                  </a:lnTo>
                  <a:lnTo>
                    <a:pt x="242" y="76"/>
                  </a:lnTo>
                  <a:lnTo>
                    <a:pt x="244" y="80"/>
                  </a:lnTo>
                  <a:lnTo>
                    <a:pt x="245" y="86"/>
                  </a:lnTo>
                  <a:lnTo>
                    <a:pt x="242" y="86"/>
                  </a:lnTo>
                  <a:lnTo>
                    <a:pt x="233" y="91"/>
                  </a:lnTo>
                  <a:lnTo>
                    <a:pt x="229" y="92"/>
                  </a:lnTo>
                  <a:lnTo>
                    <a:pt x="227" y="93"/>
                  </a:lnTo>
                  <a:lnTo>
                    <a:pt x="227" y="94"/>
                  </a:lnTo>
                  <a:lnTo>
                    <a:pt x="226" y="94"/>
                  </a:lnTo>
                  <a:lnTo>
                    <a:pt x="226" y="95"/>
                  </a:lnTo>
                  <a:lnTo>
                    <a:pt x="224" y="97"/>
                  </a:lnTo>
                  <a:lnTo>
                    <a:pt x="224" y="98"/>
                  </a:lnTo>
                  <a:lnTo>
                    <a:pt x="224" y="97"/>
                  </a:lnTo>
                  <a:lnTo>
                    <a:pt x="224" y="94"/>
                  </a:lnTo>
                  <a:lnTo>
                    <a:pt x="223" y="94"/>
                  </a:lnTo>
                  <a:lnTo>
                    <a:pt x="222" y="97"/>
                  </a:lnTo>
                  <a:lnTo>
                    <a:pt x="221" y="97"/>
                  </a:lnTo>
                  <a:lnTo>
                    <a:pt x="219" y="97"/>
                  </a:lnTo>
                  <a:lnTo>
                    <a:pt x="217" y="98"/>
                  </a:lnTo>
                  <a:lnTo>
                    <a:pt x="216" y="99"/>
                  </a:lnTo>
                  <a:lnTo>
                    <a:pt x="216" y="99"/>
                  </a:lnTo>
                  <a:lnTo>
                    <a:pt x="215" y="98"/>
                  </a:lnTo>
                  <a:lnTo>
                    <a:pt x="214" y="98"/>
                  </a:lnTo>
                  <a:lnTo>
                    <a:pt x="214" y="99"/>
                  </a:lnTo>
                  <a:lnTo>
                    <a:pt x="213" y="102"/>
                  </a:lnTo>
                  <a:lnTo>
                    <a:pt x="212" y="105"/>
                  </a:lnTo>
                  <a:lnTo>
                    <a:pt x="210" y="106"/>
                  </a:lnTo>
                  <a:lnTo>
                    <a:pt x="208" y="107"/>
                  </a:lnTo>
                  <a:lnTo>
                    <a:pt x="206" y="107"/>
                  </a:lnTo>
                  <a:lnTo>
                    <a:pt x="205" y="108"/>
                  </a:lnTo>
                  <a:lnTo>
                    <a:pt x="201" y="112"/>
                  </a:lnTo>
                  <a:lnTo>
                    <a:pt x="199" y="112"/>
                  </a:lnTo>
                  <a:lnTo>
                    <a:pt x="200" y="109"/>
                  </a:lnTo>
                  <a:lnTo>
                    <a:pt x="200" y="107"/>
                  </a:lnTo>
                  <a:lnTo>
                    <a:pt x="198" y="101"/>
                  </a:lnTo>
                  <a:lnTo>
                    <a:pt x="198" y="100"/>
                  </a:lnTo>
                  <a:lnTo>
                    <a:pt x="197" y="99"/>
                  </a:lnTo>
                  <a:lnTo>
                    <a:pt x="198" y="98"/>
                  </a:lnTo>
                  <a:lnTo>
                    <a:pt x="198" y="97"/>
                  </a:lnTo>
                  <a:lnTo>
                    <a:pt x="198" y="95"/>
                  </a:lnTo>
                  <a:lnTo>
                    <a:pt x="198" y="94"/>
                  </a:lnTo>
                  <a:lnTo>
                    <a:pt x="198" y="94"/>
                  </a:lnTo>
                  <a:lnTo>
                    <a:pt x="199" y="94"/>
                  </a:lnTo>
                  <a:lnTo>
                    <a:pt x="198" y="93"/>
                  </a:lnTo>
                  <a:lnTo>
                    <a:pt x="197" y="93"/>
                  </a:lnTo>
                  <a:lnTo>
                    <a:pt x="197" y="94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194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2" y="97"/>
                  </a:lnTo>
                  <a:lnTo>
                    <a:pt x="192" y="98"/>
                  </a:lnTo>
                  <a:lnTo>
                    <a:pt x="193" y="99"/>
                  </a:lnTo>
                  <a:lnTo>
                    <a:pt x="192" y="99"/>
                  </a:lnTo>
                  <a:lnTo>
                    <a:pt x="191" y="100"/>
                  </a:lnTo>
                  <a:lnTo>
                    <a:pt x="191" y="102"/>
                  </a:lnTo>
                  <a:lnTo>
                    <a:pt x="191" y="104"/>
                  </a:lnTo>
                  <a:lnTo>
                    <a:pt x="190" y="102"/>
                  </a:lnTo>
                  <a:lnTo>
                    <a:pt x="188" y="104"/>
                  </a:lnTo>
                  <a:lnTo>
                    <a:pt x="188" y="104"/>
                  </a:lnTo>
                  <a:lnTo>
                    <a:pt x="188" y="105"/>
                  </a:lnTo>
                  <a:lnTo>
                    <a:pt x="188" y="105"/>
                  </a:lnTo>
                  <a:lnTo>
                    <a:pt x="187" y="106"/>
                  </a:lnTo>
                  <a:lnTo>
                    <a:pt x="186" y="106"/>
                  </a:lnTo>
                  <a:lnTo>
                    <a:pt x="186" y="106"/>
                  </a:lnTo>
                  <a:lnTo>
                    <a:pt x="186" y="108"/>
                  </a:lnTo>
                  <a:lnTo>
                    <a:pt x="187" y="109"/>
                  </a:lnTo>
                  <a:lnTo>
                    <a:pt x="186" y="109"/>
                  </a:lnTo>
                  <a:lnTo>
                    <a:pt x="186" y="109"/>
                  </a:lnTo>
                  <a:lnTo>
                    <a:pt x="185" y="108"/>
                  </a:lnTo>
                  <a:lnTo>
                    <a:pt x="184" y="107"/>
                  </a:lnTo>
                  <a:lnTo>
                    <a:pt x="184" y="107"/>
                  </a:lnTo>
                  <a:lnTo>
                    <a:pt x="181" y="107"/>
                  </a:lnTo>
                  <a:lnTo>
                    <a:pt x="183" y="108"/>
                  </a:lnTo>
                  <a:lnTo>
                    <a:pt x="181" y="111"/>
                  </a:lnTo>
                  <a:lnTo>
                    <a:pt x="181" y="112"/>
                  </a:lnTo>
                  <a:lnTo>
                    <a:pt x="183" y="114"/>
                  </a:lnTo>
                  <a:lnTo>
                    <a:pt x="181" y="116"/>
                  </a:lnTo>
                  <a:lnTo>
                    <a:pt x="180" y="116"/>
                  </a:lnTo>
                  <a:lnTo>
                    <a:pt x="180" y="118"/>
                  </a:lnTo>
                  <a:lnTo>
                    <a:pt x="180" y="116"/>
                  </a:lnTo>
                  <a:lnTo>
                    <a:pt x="180" y="116"/>
                  </a:lnTo>
                  <a:lnTo>
                    <a:pt x="178" y="120"/>
                  </a:lnTo>
                  <a:lnTo>
                    <a:pt x="176" y="120"/>
                  </a:lnTo>
                  <a:lnTo>
                    <a:pt x="173" y="120"/>
                  </a:lnTo>
                  <a:lnTo>
                    <a:pt x="174" y="119"/>
                  </a:lnTo>
                  <a:lnTo>
                    <a:pt x="174" y="118"/>
                  </a:lnTo>
                  <a:lnTo>
                    <a:pt x="174" y="116"/>
                  </a:lnTo>
                  <a:lnTo>
                    <a:pt x="173" y="116"/>
                  </a:lnTo>
                  <a:lnTo>
                    <a:pt x="173" y="118"/>
                  </a:lnTo>
                  <a:lnTo>
                    <a:pt x="173" y="119"/>
                  </a:lnTo>
                  <a:lnTo>
                    <a:pt x="170" y="119"/>
                  </a:lnTo>
                  <a:lnTo>
                    <a:pt x="171" y="120"/>
                  </a:lnTo>
                  <a:lnTo>
                    <a:pt x="172" y="120"/>
                  </a:lnTo>
                  <a:lnTo>
                    <a:pt x="170" y="121"/>
                  </a:lnTo>
                  <a:lnTo>
                    <a:pt x="167" y="126"/>
                  </a:lnTo>
                  <a:lnTo>
                    <a:pt x="165" y="125"/>
                  </a:lnTo>
                  <a:lnTo>
                    <a:pt x="165" y="123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4" y="119"/>
                  </a:lnTo>
                  <a:lnTo>
                    <a:pt x="163" y="115"/>
                  </a:lnTo>
                  <a:lnTo>
                    <a:pt x="162" y="113"/>
                  </a:lnTo>
                  <a:lnTo>
                    <a:pt x="162" y="112"/>
                  </a:lnTo>
                  <a:lnTo>
                    <a:pt x="162" y="108"/>
                  </a:lnTo>
                  <a:lnTo>
                    <a:pt x="164" y="101"/>
                  </a:lnTo>
                  <a:lnTo>
                    <a:pt x="164" y="97"/>
                  </a:lnTo>
                  <a:lnTo>
                    <a:pt x="164" y="98"/>
                  </a:lnTo>
                  <a:lnTo>
                    <a:pt x="163" y="99"/>
                  </a:lnTo>
                  <a:lnTo>
                    <a:pt x="162" y="104"/>
                  </a:lnTo>
                  <a:lnTo>
                    <a:pt x="162" y="104"/>
                  </a:lnTo>
                  <a:lnTo>
                    <a:pt x="162" y="105"/>
                  </a:lnTo>
                  <a:lnTo>
                    <a:pt x="159" y="105"/>
                  </a:lnTo>
                  <a:lnTo>
                    <a:pt x="158" y="105"/>
                  </a:lnTo>
                  <a:lnTo>
                    <a:pt x="158" y="105"/>
                  </a:lnTo>
                  <a:lnTo>
                    <a:pt x="158" y="106"/>
                  </a:lnTo>
                  <a:lnTo>
                    <a:pt x="158" y="107"/>
                  </a:lnTo>
                  <a:lnTo>
                    <a:pt x="155" y="104"/>
                  </a:lnTo>
                  <a:lnTo>
                    <a:pt x="154" y="102"/>
                  </a:lnTo>
                  <a:lnTo>
                    <a:pt x="154" y="102"/>
                  </a:lnTo>
                  <a:lnTo>
                    <a:pt x="152" y="102"/>
                  </a:lnTo>
                  <a:lnTo>
                    <a:pt x="151" y="102"/>
                  </a:lnTo>
                  <a:lnTo>
                    <a:pt x="150" y="101"/>
                  </a:lnTo>
                  <a:lnTo>
                    <a:pt x="149" y="101"/>
                  </a:lnTo>
                  <a:lnTo>
                    <a:pt x="149" y="100"/>
                  </a:lnTo>
                  <a:lnTo>
                    <a:pt x="149" y="100"/>
                  </a:lnTo>
                  <a:lnTo>
                    <a:pt x="149" y="97"/>
                  </a:lnTo>
                  <a:lnTo>
                    <a:pt x="148" y="97"/>
                  </a:lnTo>
                  <a:lnTo>
                    <a:pt x="148" y="95"/>
                  </a:lnTo>
                  <a:lnTo>
                    <a:pt x="148" y="95"/>
                  </a:lnTo>
                  <a:lnTo>
                    <a:pt x="148" y="94"/>
                  </a:lnTo>
                  <a:lnTo>
                    <a:pt x="148" y="94"/>
                  </a:lnTo>
                  <a:lnTo>
                    <a:pt x="148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45" y="93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2"/>
                  </a:lnTo>
                  <a:lnTo>
                    <a:pt x="143" y="87"/>
                  </a:lnTo>
                  <a:lnTo>
                    <a:pt x="142" y="84"/>
                  </a:lnTo>
                  <a:lnTo>
                    <a:pt x="142" y="83"/>
                  </a:lnTo>
                  <a:lnTo>
                    <a:pt x="138" y="84"/>
                  </a:lnTo>
                  <a:lnTo>
                    <a:pt x="131" y="85"/>
                  </a:lnTo>
                  <a:lnTo>
                    <a:pt x="126" y="87"/>
                  </a:lnTo>
                  <a:lnTo>
                    <a:pt x="120" y="89"/>
                  </a:lnTo>
                  <a:lnTo>
                    <a:pt x="114" y="91"/>
                  </a:lnTo>
                  <a:lnTo>
                    <a:pt x="114" y="90"/>
                  </a:lnTo>
                  <a:lnTo>
                    <a:pt x="106" y="92"/>
                  </a:lnTo>
                  <a:lnTo>
                    <a:pt x="97" y="94"/>
                  </a:lnTo>
                  <a:lnTo>
                    <a:pt x="87" y="97"/>
                  </a:lnTo>
                  <a:lnTo>
                    <a:pt x="77" y="99"/>
                  </a:lnTo>
                  <a:lnTo>
                    <a:pt x="68" y="101"/>
                  </a:lnTo>
                  <a:lnTo>
                    <a:pt x="64" y="101"/>
                  </a:lnTo>
                  <a:lnTo>
                    <a:pt x="63" y="102"/>
                  </a:lnTo>
                  <a:lnTo>
                    <a:pt x="62" y="102"/>
                  </a:lnTo>
                  <a:lnTo>
                    <a:pt x="62" y="102"/>
                  </a:lnTo>
                  <a:lnTo>
                    <a:pt x="59" y="102"/>
                  </a:lnTo>
                  <a:lnTo>
                    <a:pt x="50" y="105"/>
                  </a:lnTo>
                  <a:lnTo>
                    <a:pt x="50" y="107"/>
                  </a:lnTo>
                  <a:lnTo>
                    <a:pt x="48" y="108"/>
                  </a:lnTo>
                  <a:lnTo>
                    <a:pt x="47" y="106"/>
                  </a:lnTo>
                  <a:lnTo>
                    <a:pt x="43" y="106"/>
                  </a:lnTo>
                  <a:lnTo>
                    <a:pt x="40" y="107"/>
                  </a:lnTo>
                  <a:lnTo>
                    <a:pt x="35" y="108"/>
                  </a:lnTo>
                  <a:lnTo>
                    <a:pt x="27" y="109"/>
                  </a:lnTo>
                  <a:lnTo>
                    <a:pt x="19" y="112"/>
                  </a:lnTo>
                  <a:lnTo>
                    <a:pt x="11" y="113"/>
                  </a:lnTo>
                  <a:lnTo>
                    <a:pt x="3" y="115"/>
                  </a:lnTo>
                  <a:lnTo>
                    <a:pt x="0" y="113"/>
                  </a:lnTo>
                  <a:lnTo>
                    <a:pt x="0" y="112"/>
                  </a:lnTo>
                  <a:lnTo>
                    <a:pt x="0" y="108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1" y="82"/>
                  </a:lnTo>
                  <a:lnTo>
                    <a:pt x="1" y="75"/>
                  </a:lnTo>
                  <a:lnTo>
                    <a:pt x="1" y="69"/>
                  </a:lnTo>
                  <a:lnTo>
                    <a:pt x="1" y="62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3" y="51"/>
                  </a:lnTo>
                  <a:lnTo>
                    <a:pt x="12" y="49"/>
                  </a:lnTo>
                  <a:lnTo>
                    <a:pt x="15" y="49"/>
                  </a:lnTo>
                  <a:lnTo>
                    <a:pt x="19" y="48"/>
                  </a:lnTo>
                  <a:lnTo>
                    <a:pt x="22" y="48"/>
                  </a:lnTo>
                  <a:lnTo>
                    <a:pt x="26" y="47"/>
                  </a:lnTo>
                  <a:lnTo>
                    <a:pt x="28" y="45"/>
                  </a:lnTo>
                  <a:lnTo>
                    <a:pt x="32" y="45"/>
                  </a:lnTo>
                  <a:lnTo>
                    <a:pt x="35" y="44"/>
                  </a:lnTo>
                  <a:lnTo>
                    <a:pt x="39" y="44"/>
                  </a:lnTo>
                  <a:lnTo>
                    <a:pt x="42" y="43"/>
                  </a:lnTo>
                  <a:lnTo>
                    <a:pt x="44" y="42"/>
                  </a:lnTo>
                  <a:lnTo>
                    <a:pt x="48" y="42"/>
                  </a:lnTo>
                  <a:lnTo>
                    <a:pt x="51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9" y="40"/>
                  </a:lnTo>
                  <a:lnTo>
                    <a:pt x="64" y="39"/>
                  </a:lnTo>
                  <a:lnTo>
                    <a:pt x="69" y="37"/>
                  </a:lnTo>
                  <a:lnTo>
                    <a:pt x="73" y="36"/>
                  </a:lnTo>
                  <a:lnTo>
                    <a:pt x="78" y="35"/>
                  </a:lnTo>
                  <a:lnTo>
                    <a:pt x="87" y="33"/>
                  </a:lnTo>
                  <a:lnTo>
                    <a:pt x="92" y="32"/>
                  </a:lnTo>
                  <a:lnTo>
                    <a:pt x="97" y="32"/>
                  </a:lnTo>
                  <a:lnTo>
                    <a:pt x="101" y="30"/>
                  </a:lnTo>
                  <a:lnTo>
                    <a:pt x="106" y="29"/>
                  </a:lnTo>
                  <a:lnTo>
                    <a:pt x="111" y="28"/>
                  </a:lnTo>
                  <a:lnTo>
                    <a:pt x="115" y="27"/>
                  </a:lnTo>
                  <a:lnTo>
                    <a:pt x="120" y="26"/>
                  </a:lnTo>
                  <a:lnTo>
                    <a:pt x="125" y="25"/>
                  </a:lnTo>
                  <a:lnTo>
                    <a:pt x="130" y="23"/>
                  </a:lnTo>
                  <a:lnTo>
                    <a:pt x="131" y="23"/>
                  </a:lnTo>
                  <a:lnTo>
                    <a:pt x="131" y="23"/>
                  </a:lnTo>
                  <a:lnTo>
                    <a:pt x="133" y="22"/>
                  </a:lnTo>
                  <a:lnTo>
                    <a:pt x="133" y="21"/>
                  </a:lnTo>
                  <a:lnTo>
                    <a:pt x="134" y="20"/>
                  </a:lnTo>
                  <a:lnTo>
                    <a:pt x="135" y="19"/>
                  </a:lnTo>
                  <a:lnTo>
                    <a:pt x="135" y="19"/>
                  </a:lnTo>
                  <a:lnTo>
                    <a:pt x="135" y="18"/>
                  </a:lnTo>
                  <a:lnTo>
                    <a:pt x="136" y="18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38" y="15"/>
                  </a:lnTo>
                  <a:lnTo>
                    <a:pt x="138" y="14"/>
                  </a:lnTo>
                  <a:lnTo>
                    <a:pt x="138" y="13"/>
                  </a:lnTo>
                  <a:lnTo>
                    <a:pt x="138" y="12"/>
                  </a:lnTo>
                  <a:lnTo>
                    <a:pt x="138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1" y="9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43" y="9"/>
                  </a:lnTo>
                  <a:lnTo>
                    <a:pt x="144" y="9"/>
                  </a:lnTo>
                  <a:lnTo>
                    <a:pt x="144" y="8"/>
                  </a:lnTo>
                  <a:lnTo>
                    <a:pt x="144" y="7"/>
                  </a:lnTo>
                  <a:lnTo>
                    <a:pt x="145" y="6"/>
                  </a:lnTo>
                  <a:lnTo>
                    <a:pt x="145" y="6"/>
                  </a:lnTo>
                  <a:lnTo>
                    <a:pt x="147" y="5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4" y="0"/>
                  </a:lnTo>
                  <a:lnTo>
                    <a:pt x="156" y="1"/>
                  </a:lnTo>
                  <a:lnTo>
                    <a:pt x="157" y="1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/>
            <p:cNvSpPr>
              <a:spLocks noEditPoints="1"/>
            </p:cNvSpPr>
            <p:nvPr/>
          </p:nvSpPr>
          <p:spPr bwMode="auto">
            <a:xfrm>
              <a:off x="2695575" y="2951163"/>
              <a:ext cx="334962" cy="282575"/>
            </a:xfrm>
            <a:custGeom>
              <a:avLst/>
              <a:gdLst>
                <a:gd name="T0" fmla="*/ 286 w 422"/>
                <a:gd name="T1" fmla="*/ 349 h 354"/>
                <a:gd name="T2" fmla="*/ 295 w 422"/>
                <a:gd name="T3" fmla="*/ 348 h 354"/>
                <a:gd name="T4" fmla="*/ 298 w 422"/>
                <a:gd name="T5" fmla="*/ 334 h 354"/>
                <a:gd name="T6" fmla="*/ 344 w 422"/>
                <a:gd name="T7" fmla="*/ 322 h 354"/>
                <a:gd name="T8" fmla="*/ 332 w 422"/>
                <a:gd name="T9" fmla="*/ 310 h 354"/>
                <a:gd name="T10" fmla="*/ 324 w 422"/>
                <a:gd name="T11" fmla="*/ 306 h 354"/>
                <a:gd name="T12" fmla="*/ 174 w 422"/>
                <a:gd name="T13" fmla="*/ 309 h 354"/>
                <a:gd name="T14" fmla="*/ 411 w 422"/>
                <a:gd name="T15" fmla="*/ 287 h 354"/>
                <a:gd name="T16" fmla="*/ 413 w 422"/>
                <a:gd name="T17" fmla="*/ 283 h 354"/>
                <a:gd name="T18" fmla="*/ 409 w 422"/>
                <a:gd name="T19" fmla="*/ 270 h 354"/>
                <a:gd name="T20" fmla="*/ 415 w 422"/>
                <a:gd name="T21" fmla="*/ 265 h 354"/>
                <a:gd name="T22" fmla="*/ 384 w 422"/>
                <a:gd name="T23" fmla="*/ 259 h 354"/>
                <a:gd name="T24" fmla="*/ 420 w 422"/>
                <a:gd name="T25" fmla="*/ 260 h 354"/>
                <a:gd name="T26" fmla="*/ 388 w 422"/>
                <a:gd name="T27" fmla="*/ 252 h 354"/>
                <a:gd name="T28" fmla="*/ 383 w 422"/>
                <a:gd name="T29" fmla="*/ 249 h 354"/>
                <a:gd name="T30" fmla="*/ 225 w 422"/>
                <a:gd name="T31" fmla="*/ 25 h 354"/>
                <a:gd name="T32" fmla="*/ 239 w 422"/>
                <a:gd name="T33" fmla="*/ 59 h 354"/>
                <a:gd name="T34" fmla="*/ 210 w 422"/>
                <a:gd name="T35" fmla="*/ 108 h 354"/>
                <a:gd name="T36" fmla="*/ 194 w 422"/>
                <a:gd name="T37" fmla="*/ 163 h 354"/>
                <a:gd name="T38" fmla="*/ 329 w 422"/>
                <a:gd name="T39" fmla="*/ 172 h 354"/>
                <a:gd name="T40" fmla="*/ 349 w 422"/>
                <a:gd name="T41" fmla="*/ 220 h 354"/>
                <a:gd name="T42" fmla="*/ 348 w 422"/>
                <a:gd name="T43" fmla="*/ 244 h 354"/>
                <a:gd name="T44" fmla="*/ 302 w 422"/>
                <a:gd name="T45" fmla="*/ 237 h 354"/>
                <a:gd name="T46" fmla="*/ 344 w 422"/>
                <a:gd name="T47" fmla="*/ 251 h 354"/>
                <a:gd name="T48" fmla="*/ 349 w 422"/>
                <a:gd name="T49" fmla="*/ 246 h 354"/>
                <a:gd name="T50" fmla="*/ 348 w 422"/>
                <a:gd name="T51" fmla="*/ 265 h 354"/>
                <a:gd name="T52" fmla="*/ 368 w 422"/>
                <a:gd name="T53" fmla="*/ 251 h 354"/>
                <a:gd name="T54" fmla="*/ 372 w 422"/>
                <a:gd name="T55" fmla="*/ 260 h 354"/>
                <a:gd name="T56" fmla="*/ 377 w 422"/>
                <a:gd name="T57" fmla="*/ 268 h 354"/>
                <a:gd name="T58" fmla="*/ 374 w 422"/>
                <a:gd name="T59" fmla="*/ 276 h 354"/>
                <a:gd name="T60" fmla="*/ 368 w 422"/>
                <a:gd name="T61" fmla="*/ 288 h 354"/>
                <a:gd name="T62" fmla="*/ 353 w 422"/>
                <a:gd name="T63" fmla="*/ 295 h 354"/>
                <a:gd name="T64" fmla="*/ 369 w 422"/>
                <a:gd name="T65" fmla="*/ 313 h 354"/>
                <a:gd name="T66" fmla="*/ 389 w 422"/>
                <a:gd name="T67" fmla="*/ 315 h 354"/>
                <a:gd name="T68" fmla="*/ 403 w 422"/>
                <a:gd name="T69" fmla="*/ 322 h 354"/>
                <a:gd name="T70" fmla="*/ 409 w 422"/>
                <a:gd name="T71" fmla="*/ 328 h 354"/>
                <a:gd name="T72" fmla="*/ 399 w 422"/>
                <a:gd name="T73" fmla="*/ 342 h 354"/>
                <a:gd name="T74" fmla="*/ 387 w 422"/>
                <a:gd name="T75" fmla="*/ 342 h 354"/>
                <a:gd name="T76" fmla="*/ 383 w 422"/>
                <a:gd name="T77" fmla="*/ 339 h 354"/>
                <a:gd name="T78" fmla="*/ 352 w 422"/>
                <a:gd name="T79" fmla="*/ 319 h 354"/>
                <a:gd name="T80" fmla="*/ 347 w 422"/>
                <a:gd name="T81" fmla="*/ 309 h 354"/>
                <a:gd name="T82" fmla="*/ 316 w 422"/>
                <a:gd name="T83" fmla="*/ 306 h 354"/>
                <a:gd name="T84" fmla="*/ 330 w 422"/>
                <a:gd name="T85" fmla="*/ 323 h 354"/>
                <a:gd name="T86" fmla="*/ 313 w 422"/>
                <a:gd name="T87" fmla="*/ 339 h 354"/>
                <a:gd name="T88" fmla="*/ 301 w 422"/>
                <a:gd name="T89" fmla="*/ 324 h 354"/>
                <a:gd name="T90" fmla="*/ 288 w 422"/>
                <a:gd name="T91" fmla="*/ 333 h 354"/>
                <a:gd name="T92" fmla="*/ 276 w 422"/>
                <a:gd name="T93" fmla="*/ 346 h 354"/>
                <a:gd name="T94" fmla="*/ 255 w 422"/>
                <a:gd name="T95" fmla="*/ 338 h 354"/>
                <a:gd name="T96" fmla="*/ 241 w 422"/>
                <a:gd name="T97" fmla="*/ 334 h 354"/>
                <a:gd name="T98" fmla="*/ 236 w 422"/>
                <a:gd name="T99" fmla="*/ 310 h 354"/>
                <a:gd name="T100" fmla="*/ 215 w 422"/>
                <a:gd name="T101" fmla="*/ 313 h 354"/>
                <a:gd name="T102" fmla="*/ 185 w 422"/>
                <a:gd name="T103" fmla="*/ 296 h 354"/>
                <a:gd name="T104" fmla="*/ 164 w 422"/>
                <a:gd name="T105" fmla="*/ 298 h 354"/>
                <a:gd name="T106" fmla="*/ 171 w 422"/>
                <a:gd name="T107" fmla="*/ 309 h 354"/>
                <a:gd name="T108" fmla="*/ 61 w 422"/>
                <a:gd name="T109" fmla="*/ 302 h 354"/>
                <a:gd name="T110" fmla="*/ 39 w 422"/>
                <a:gd name="T111" fmla="*/ 270 h 354"/>
                <a:gd name="T112" fmla="*/ 36 w 422"/>
                <a:gd name="T113" fmla="*/ 231 h 354"/>
                <a:gd name="T114" fmla="*/ 50 w 422"/>
                <a:gd name="T115" fmla="*/ 190 h 354"/>
                <a:gd name="T116" fmla="*/ 36 w 422"/>
                <a:gd name="T117" fmla="*/ 166 h 354"/>
                <a:gd name="T118" fmla="*/ 30 w 422"/>
                <a:gd name="T119" fmla="*/ 149 h 354"/>
                <a:gd name="T120" fmla="*/ 23 w 422"/>
                <a:gd name="T121" fmla="*/ 131 h 354"/>
                <a:gd name="T122" fmla="*/ 4 w 422"/>
                <a:gd name="T123" fmla="*/ 105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22" h="354">
                  <a:moveTo>
                    <a:pt x="269" y="353"/>
                  </a:moveTo>
                  <a:lnTo>
                    <a:pt x="270" y="353"/>
                  </a:lnTo>
                  <a:lnTo>
                    <a:pt x="270" y="353"/>
                  </a:lnTo>
                  <a:lnTo>
                    <a:pt x="270" y="353"/>
                  </a:lnTo>
                  <a:lnTo>
                    <a:pt x="270" y="354"/>
                  </a:lnTo>
                  <a:lnTo>
                    <a:pt x="270" y="353"/>
                  </a:lnTo>
                  <a:lnTo>
                    <a:pt x="269" y="353"/>
                  </a:lnTo>
                  <a:lnTo>
                    <a:pt x="269" y="353"/>
                  </a:lnTo>
                  <a:lnTo>
                    <a:pt x="269" y="353"/>
                  </a:lnTo>
                  <a:close/>
                  <a:moveTo>
                    <a:pt x="261" y="353"/>
                  </a:moveTo>
                  <a:lnTo>
                    <a:pt x="265" y="353"/>
                  </a:lnTo>
                  <a:lnTo>
                    <a:pt x="267" y="353"/>
                  </a:lnTo>
                  <a:lnTo>
                    <a:pt x="264" y="353"/>
                  </a:lnTo>
                  <a:lnTo>
                    <a:pt x="261" y="353"/>
                  </a:lnTo>
                  <a:close/>
                  <a:moveTo>
                    <a:pt x="261" y="352"/>
                  </a:moveTo>
                  <a:lnTo>
                    <a:pt x="261" y="353"/>
                  </a:lnTo>
                  <a:lnTo>
                    <a:pt x="261" y="353"/>
                  </a:lnTo>
                  <a:lnTo>
                    <a:pt x="261" y="352"/>
                  </a:lnTo>
                  <a:close/>
                  <a:moveTo>
                    <a:pt x="274" y="352"/>
                  </a:moveTo>
                  <a:lnTo>
                    <a:pt x="274" y="352"/>
                  </a:lnTo>
                  <a:lnTo>
                    <a:pt x="274" y="353"/>
                  </a:lnTo>
                  <a:lnTo>
                    <a:pt x="273" y="353"/>
                  </a:lnTo>
                  <a:lnTo>
                    <a:pt x="273" y="353"/>
                  </a:lnTo>
                  <a:lnTo>
                    <a:pt x="273" y="353"/>
                  </a:lnTo>
                  <a:lnTo>
                    <a:pt x="273" y="353"/>
                  </a:lnTo>
                  <a:lnTo>
                    <a:pt x="274" y="352"/>
                  </a:lnTo>
                  <a:lnTo>
                    <a:pt x="274" y="352"/>
                  </a:lnTo>
                  <a:close/>
                  <a:moveTo>
                    <a:pt x="286" y="349"/>
                  </a:moveTo>
                  <a:lnTo>
                    <a:pt x="286" y="349"/>
                  </a:lnTo>
                  <a:lnTo>
                    <a:pt x="284" y="351"/>
                  </a:lnTo>
                  <a:lnTo>
                    <a:pt x="283" y="351"/>
                  </a:lnTo>
                  <a:lnTo>
                    <a:pt x="277" y="353"/>
                  </a:lnTo>
                  <a:lnTo>
                    <a:pt x="276" y="353"/>
                  </a:lnTo>
                  <a:lnTo>
                    <a:pt x="275" y="353"/>
                  </a:lnTo>
                  <a:lnTo>
                    <a:pt x="277" y="352"/>
                  </a:lnTo>
                  <a:lnTo>
                    <a:pt x="277" y="352"/>
                  </a:lnTo>
                  <a:lnTo>
                    <a:pt x="280" y="351"/>
                  </a:lnTo>
                  <a:lnTo>
                    <a:pt x="280" y="351"/>
                  </a:lnTo>
                  <a:lnTo>
                    <a:pt x="280" y="351"/>
                  </a:lnTo>
                  <a:lnTo>
                    <a:pt x="281" y="351"/>
                  </a:lnTo>
                  <a:lnTo>
                    <a:pt x="282" y="351"/>
                  </a:lnTo>
                  <a:lnTo>
                    <a:pt x="282" y="351"/>
                  </a:lnTo>
                  <a:lnTo>
                    <a:pt x="283" y="349"/>
                  </a:lnTo>
                  <a:lnTo>
                    <a:pt x="284" y="349"/>
                  </a:lnTo>
                  <a:lnTo>
                    <a:pt x="284" y="349"/>
                  </a:lnTo>
                  <a:lnTo>
                    <a:pt x="284" y="349"/>
                  </a:lnTo>
                  <a:lnTo>
                    <a:pt x="286" y="349"/>
                  </a:lnTo>
                  <a:close/>
                  <a:moveTo>
                    <a:pt x="295" y="348"/>
                  </a:moveTo>
                  <a:lnTo>
                    <a:pt x="300" y="348"/>
                  </a:lnTo>
                  <a:lnTo>
                    <a:pt x="302" y="349"/>
                  </a:lnTo>
                  <a:lnTo>
                    <a:pt x="303" y="349"/>
                  </a:lnTo>
                  <a:lnTo>
                    <a:pt x="303" y="349"/>
                  </a:lnTo>
                  <a:lnTo>
                    <a:pt x="303" y="349"/>
                  </a:lnTo>
                  <a:lnTo>
                    <a:pt x="303" y="351"/>
                  </a:lnTo>
                  <a:lnTo>
                    <a:pt x="300" y="349"/>
                  </a:lnTo>
                  <a:lnTo>
                    <a:pt x="295" y="348"/>
                  </a:lnTo>
                  <a:lnTo>
                    <a:pt x="295" y="348"/>
                  </a:lnTo>
                  <a:close/>
                  <a:moveTo>
                    <a:pt x="313" y="346"/>
                  </a:moveTo>
                  <a:lnTo>
                    <a:pt x="313" y="346"/>
                  </a:lnTo>
                  <a:lnTo>
                    <a:pt x="309" y="348"/>
                  </a:lnTo>
                  <a:lnTo>
                    <a:pt x="310" y="347"/>
                  </a:lnTo>
                  <a:lnTo>
                    <a:pt x="311" y="346"/>
                  </a:lnTo>
                  <a:lnTo>
                    <a:pt x="311" y="346"/>
                  </a:lnTo>
                  <a:lnTo>
                    <a:pt x="312" y="346"/>
                  </a:lnTo>
                  <a:lnTo>
                    <a:pt x="313" y="346"/>
                  </a:lnTo>
                  <a:close/>
                  <a:moveTo>
                    <a:pt x="308" y="342"/>
                  </a:moveTo>
                  <a:lnTo>
                    <a:pt x="309" y="342"/>
                  </a:lnTo>
                  <a:lnTo>
                    <a:pt x="309" y="342"/>
                  </a:lnTo>
                  <a:lnTo>
                    <a:pt x="308" y="344"/>
                  </a:lnTo>
                  <a:lnTo>
                    <a:pt x="304" y="345"/>
                  </a:lnTo>
                  <a:lnTo>
                    <a:pt x="304" y="345"/>
                  </a:lnTo>
                  <a:lnTo>
                    <a:pt x="304" y="345"/>
                  </a:lnTo>
                  <a:lnTo>
                    <a:pt x="305" y="344"/>
                  </a:lnTo>
                  <a:lnTo>
                    <a:pt x="306" y="344"/>
                  </a:lnTo>
                  <a:lnTo>
                    <a:pt x="308" y="344"/>
                  </a:lnTo>
                  <a:lnTo>
                    <a:pt x="308" y="342"/>
                  </a:lnTo>
                  <a:lnTo>
                    <a:pt x="308" y="342"/>
                  </a:lnTo>
                  <a:lnTo>
                    <a:pt x="308" y="342"/>
                  </a:lnTo>
                  <a:close/>
                  <a:moveTo>
                    <a:pt x="300" y="331"/>
                  </a:moveTo>
                  <a:lnTo>
                    <a:pt x="300" y="332"/>
                  </a:lnTo>
                  <a:lnTo>
                    <a:pt x="300" y="332"/>
                  </a:lnTo>
                  <a:lnTo>
                    <a:pt x="300" y="333"/>
                  </a:lnTo>
                  <a:lnTo>
                    <a:pt x="300" y="333"/>
                  </a:lnTo>
                  <a:lnTo>
                    <a:pt x="298" y="334"/>
                  </a:lnTo>
                  <a:lnTo>
                    <a:pt x="298" y="333"/>
                  </a:lnTo>
                  <a:lnTo>
                    <a:pt x="300" y="331"/>
                  </a:lnTo>
                  <a:lnTo>
                    <a:pt x="300" y="331"/>
                  </a:lnTo>
                  <a:close/>
                  <a:moveTo>
                    <a:pt x="338" y="327"/>
                  </a:moveTo>
                  <a:lnTo>
                    <a:pt x="337" y="327"/>
                  </a:lnTo>
                  <a:lnTo>
                    <a:pt x="338" y="328"/>
                  </a:lnTo>
                  <a:lnTo>
                    <a:pt x="336" y="330"/>
                  </a:lnTo>
                  <a:lnTo>
                    <a:pt x="333" y="331"/>
                  </a:lnTo>
                  <a:lnTo>
                    <a:pt x="332" y="332"/>
                  </a:lnTo>
                  <a:lnTo>
                    <a:pt x="332" y="332"/>
                  </a:lnTo>
                  <a:lnTo>
                    <a:pt x="332" y="331"/>
                  </a:lnTo>
                  <a:lnTo>
                    <a:pt x="334" y="330"/>
                  </a:lnTo>
                  <a:lnTo>
                    <a:pt x="336" y="328"/>
                  </a:lnTo>
                  <a:lnTo>
                    <a:pt x="337" y="327"/>
                  </a:lnTo>
                  <a:lnTo>
                    <a:pt x="338" y="327"/>
                  </a:lnTo>
                  <a:close/>
                  <a:moveTo>
                    <a:pt x="340" y="325"/>
                  </a:moveTo>
                  <a:lnTo>
                    <a:pt x="340" y="325"/>
                  </a:lnTo>
                  <a:lnTo>
                    <a:pt x="339" y="326"/>
                  </a:lnTo>
                  <a:lnTo>
                    <a:pt x="339" y="326"/>
                  </a:lnTo>
                  <a:lnTo>
                    <a:pt x="339" y="325"/>
                  </a:lnTo>
                  <a:lnTo>
                    <a:pt x="339" y="325"/>
                  </a:lnTo>
                  <a:lnTo>
                    <a:pt x="340" y="325"/>
                  </a:lnTo>
                  <a:lnTo>
                    <a:pt x="340" y="325"/>
                  </a:lnTo>
                  <a:close/>
                  <a:moveTo>
                    <a:pt x="341" y="322"/>
                  </a:moveTo>
                  <a:lnTo>
                    <a:pt x="343" y="322"/>
                  </a:lnTo>
                  <a:lnTo>
                    <a:pt x="343" y="322"/>
                  </a:lnTo>
                  <a:lnTo>
                    <a:pt x="344" y="322"/>
                  </a:lnTo>
                  <a:lnTo>
                    <a:pt x="344" y="322"/>
                  </a:lnTo>
                  <a:lnTo>
                    <a:pt x="344" y="322"/>
                  </a:lnTo>
                  <a:lnTo>
                    <a:pt x="344" y="322"/>
                  </a:lnTo>
                  <a:lnTo>
                    <a:pt x="344" y="322"/>
                  </a:lnTo>
                  <a:lnTo>
                    <a:pt x="344" y="323"/>
                  </a:lnTo>
                  <a:lnTo>
                    <a:pt x="343" y="323"/>
                  </a:lnTo>
                  <a:lnTo>
                    <a:pt x="344" y="323"/>
                  </a:lnTo>
                  <a:lnTo>
                    <a:pt x="344" y="324"/>
                  </a:lnTo>
                  <a:lnTo>
                    <a:pt x="343" y="323"/>
                  </a:lnTo>
                  <a:lnTo>
                    <a:pt x="341" y="323"/>
                  </a:lnTo>
                  <a:lnTo>
                    <a:pt x="341" y="322"/>
                  </a:lnTo>
                  <a:lnTo>
                    <a:pt x="341" y="322"/>
                  </a:lnTo>
                  <a:lnTo>
                    <a:pt x="341" y="322"/>
                  </a:lnTo>
                  <a:close/>
                  <a:moveTo>
                    <a:pt x="325" y="306"/>
                  </a:moveTo>
                  <a:lnTo>
                    <a:pt x="327" y="306"/>
                  </a:lnTo>
                  <a:lnTo>
                    <a:pt x="327" y="308"/>
                  </a:lnTo>
                  <a:lnTo>
                    <a:pt x="329" y="308"/>
                  </a:lnTo>
                  <a:lnTo>
                    <a:pt x="329" y="308"/>
                  </a:lnTo>
                  <a:lnTo>
                    <a:pt x="330" y="308"/>
                  </a:lnTo>
                  <a:lnTo>
                    <a:pt x="331" y="308"/>
                  </a:lnTo>
                  <a:lnTo>
                    <a:pt x="331" y="309"/>
                  </a:lnTo>
                  <a:lnTo>
                    <a:pt x="331" y="309"/>
                  </a:lnTo>
                  <a:lnTo>
                    <a:pt x="330" y="309"/>
                  </a:lnTo>
                  <a:lnTo>
                    <a:pt x="330" y="310"/>
                  </a:lnTo>
                  <a:lnTo>
                    <a:pt x="331" y="310"/>
                  </a:lnTo>
                  <a:lnTo>
                    <a:pt x="332" y="311"/>
                  </a:lnTo>
                  <a:lnTo>
                    <a:pt x="332" y="310"/>
                  </a:lnTo>
                  <a:lnTo>
                    <a:pt x="332" y="310"/>
                  </a:lnTo>
                  <a:lnTo>
                    <a:pt x="332" y="310"/>
                  </a:lnTo>
                  <a:lnTo>
                    <a:pt x="333" y="310"/>
                  </a:lnTo>
                  <a:lnTo>
                    <a:pt x="333" y="310"/>
                  </a:lnTo>
                  <a:lnTo>
                    <a:pt x="333" y="311"/>
                  </a:lnTo>
                  <a:lnTo>
                    <a:pt x="333" y="310"/>
                  </a:lnTo>
                  <a:lnTo>
                    <a:pt x="333" y="311"/>
                  </a:lnTo>
                  <a:lnTo>
                    <a:pt x="333" y="311"/>
                  </a:lnTo>
                  <a:lnTo>
                    <a:pt x="333" y="311"/>
                  </a:lnTo>
                  <a:lnTo>
                    <a:pt x="332" y="311"/>
                  </a:lnTo>
                  <a:lnTo>
                    <a:pt x="331" y="312"/>
                  </a:lnTo>
                  <a:lnTo>
                    <a:pt x="331" y="311"/>
                  </a:lnTo>
                  <a:lnTo>
                    <a:pt x="331" y="311"/>
                  </a:lnTo>
                  <a:lnTo>
                    <a:pt x="330" y="310"/>
                  </a:lnTo>
                  <a:lnTo>
                    <a:pt x="330" y="310"/>
                  </a:lnTo>
                  <a:lnTo>
                    <a:pt x="329" y="310"/>
                  </a:lnTo>
                  <a:lnTo>
                    <a:pt x="329" y="310"/>
                  </a:lnTo>
                  <a:lnTo>
                    <a:pt x="329" y="310"/>
                  </a:lnTo>
                  <a:lnTo>
                    <a:pt x="327" y="310"/>
                  </a:lnTo>
                  <a:lnTo>
                    <a:pt x="327" y="310"/>
                  </a:lnTo>
                  <a:lnTo>
                    <a:pt x="327" y="309"/>
                  </a:lnTo>
                  <a:lnTo>
                    <a:pt x="327" y="309"/>
                  </a:lnTo>
                  <a:lnTo>
                    <a:pt x="327" y="309"/>
                  </a:lnTo>
                  <a:lnTo>
                    <a:pt x="326" y="310"/>
                  </a:lnTo>
                  <a:lnTo>
                    <a:pt x="325" y="310"/>
                  </a:lnTo>
                  <a:lnTo>
                    <a:pt x="324" y="310"/>
                  </a:lnTo>
                  <a:lnTo>
                    <a:pt x="323" y="308"/>
                  </a:lnTo>
                  <a:lnTo>
                    <a:pt x="323" y="308"/>
                  </a:lnTo>
                  <a:lnTo>
                    <a:pt x="323" y="306"/>
                  </a:lnTo>
                  <a:lnTo>
                    <a:pt x="324" y="306"/>
                  </a:lnTo>
                  <a:lnTo>
                    <a:pt x="324" y="306"/>
                  </a:lnTo>
                  <a:lnTo>
                    <a:pt x="325" y="306"/>
                  </a:lnTo>
                  <a:close/>
                  <a:moveTo>
                    <a:pt x="181" y="305"/>
                  </a:moveTo>
                  <a:lnTo>
                    <a:pt x="186" y="306"/>
                  </a:lnTo>
                  <a:lnTo>
                    <a:pt x="187" y="308"/>
                  </a:lnTo>
                  <a:lnTo>
                    <a:pt x="189" y="309"/>
                  </a:lnTo>
                  <a:lnTo>
                    <a:pt x="191" y="310"/>
                  </a:lnTo>
                  <a:lnTo>
                    <a:pt x="191" y="310"/>
                  </a:lnTo>
                  <a:lnTo>
                    <a:pt x="194" y="310"/>
                  </a:lnTo>
                  <a:lnTo>
                    <a:pt x="196" y="310"/>
                  </a:lnTo>
                  <a:lnTo>
                    <a:pt x="197" y="310"/>
                  </a:lnTo>
                  <a:lnTo>
                    <a:pt x="197" y="311"/>
                  </a:lnTo>
                  <a:lnTo>
                    <a:pt x="197" y="312"/>
                  </a:lnTo>
                  <a:lnTo>
                    <a:pt x="195" y="315"/>
                  </a:lnTo>
                  <a:lnTo>
                    <a:pt x="194" y="316"/>
                  </a:lnTo>
                  <a:lnTo>
                    <a:pt x="193" y="317"/>
                  </a:lnTo>
                  <a:lnTo>
                    <a:pt x="194" y="318"/>
                  </a:lnTo>
                  <a:lnTo>
                    <a:pt x="193" y="319"/>
                  </a:lnTo>
                  <a:lnTo>
                    <a:pt x="193" y="319"/>
                  </a:lnTo>
                  <a:lnTo>
                    <a:pt x="191" y="319"/>
                  </a:lnTo>
                  <a:lnTo>
                    <a:pt x="188" y="320"/>
                  </a:lnTo>
                  <a:lnTo>
                    <a:pt x="183" y="317"/>
                  </a:lnTo>
                  <a:lnTo>
                    <a:pt x="183" y="317"/>
                  </a:lnTo>
                  <a:lnTo>
                    <a:pt x="182" y="316"/>
                  </a:lnTo>
                  <a:lnTo>
                    <a:pt x="174" y="313"/>
                  </a:lnTo>
                  <a:lnTo>
                    <a:pt x="173" y="312"/>
                  </a:lnTo>
                  <a:lnTo>
                    <a:pt x="173" y="311"/>
                  </a:lnTo>
                  <a:lnTo>
                    <a:pt x="174" y="309"/>
                  </a:lnTo>
                  <a:lnTo>
                    <a:pt x="175" y="309"/>
                  </a:lnTo>
                  <a:lnTo>
                    <a:pt x="178" y="309"/>
                  </a:lnTo>
                  <a:lnTo>
                    <a:pt x="179" y="308"/>
                  </a:lnTo>
                  <a:lnTo>
                    <a:pt x="180" y="308"/>
                  </a:lnTo>
                  <a:lnTo>
                    <a:pt x="180" y="306"/>
                  </a:lnTo>
                  <a:lnTo>
                    <a:pt x="181" y="305"/>
                  </a:lnTo>
                  <a:lnTo>
                    <a:pt x="181" y="305"/>
                  </a:lnTo>
                  <a:close/>
                  <a:moveTo>
                    <a:pt x="397" y="301"/>
                  </a:moveTo>
                  <a:lnTo>
                    <a:pt x="397" y="301"/>
                  </a:lnTo>
                  <a:lnTo>
                    <a:pt x="397" y="301"/>
                  </a:lnTo>
                  <a:lnTo>
                    <a:pt x="397" y="301"/>
                  </a:lnTo>
                  <a:lnTo>
                    <a:pt x="397" y="302"/>
                  </a:lnTo>
                  <a:lnTo>
                    <a:pt x="396" y="303"/>
                  </a:lnTo>
                  <a:lnTo>
                    <a:pt x="395" y="304"/>
                  </a:lnTo>
                  <a:lnTo>
                    <a:pt x="392" y="304"/>
                  </a:lnTo>
                  <a:lnTo>
                    <a:pt x="396" y="303"/>
                  </a:lnTo>
                  <a:lnTo>
                    <a:pt x="397" y="302"/>
                  </a:lnTo>
                  <a:lnTo>
                    <a:pt x="397" y="301"/>
                  </a:lnTo>
                  <a:lnTo>
                    <a:pt x="397" y="301"/>
                  </a:lnTo>
                  <a:close/>
                  <a:moveTo>
                    <a:pt x="405" y="294"/>
                  </a:moveTo>
                  <a:lnTo>
                    <a:pt x="405" y="295"/>
                  </a:lnTo>
                  <a:lnTo>
                    <a:pt x="403" y="297"/>
                  </a:lnTo>
                  <a:lnTo>
                    <a:pt x="403" y="298"/>
                  </a:lnTo>
                  <a:lnTo>
                    <a:pt x="402" y="298"/>
                  </a:lnTo>
                  <a:lnTo>
                    <a:pt x="405" y="294"/>
                  </a:lnTo>
                  <a:lnTo>
                    <a:pt x="405" y="294"/>
                  </a:lnTo>
                  <a:lnTo>
                    <a:pt x="405" y="294"/>
                  </a:lnTo>
                  <a:close/>
                  <a:moveTo>
                    <a:pt x="411" y="287"/>
                  </a:moveTo>
                  <a:lnTo>
                    <a:pt x="411" y="287"/>
                  </a:lnTo>
                  <a:lnTo>
                    <a:pt x="411" y="288"/>
                  </a:lnTo>
                  <a:lnTo>
                    <a:pt x="410" y="288"/>
                  </a:lnTo>
                  <a:lnTo>
                    <a:pt x="411" y="287"/>
                  </a:lnTo>
                  <a:lnTo>
                    <a:pt x="411" y="287"/>
                  </a:lnTo>
                  <a:close/>
                  <a:moveTo>
                    <a:pt x="367" y="283"/>
                  </a:moveTo>
                  <a:lnTo>
                    <a:pt x="367" y="283"/>
                  </a:lnTo>
                  <a:lnTo>
                    <a:pt x="368" y="284"/>
                  </a:lnTo>
                  <a:lnTo>
                    <a:pt x="368" y="285"/>
                  </a:lnTo>
                  <a:lnTo>
                    <a:pt x="368" y="285"/>
                  </a:lnTo>
                  <a:lnTo>
                    <a:pt x="368" y="285"/>
                  </a:lnTo>
                  <a:lnTo>
                    <a:pt x="369" y="285"/>
                  </a:lnTo>
                  <a:lnTo>
                    <a:pt x="369" y="285"/>
                  </a:lnTo>
                  <a:lnTo>
                    <a:pt x="369" y="287"/>
                  </a:lnTo>
                  <a:lnTo>
                    <a:pt x="367" y="287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7" y="284"/>
                  </a:lnTo>
                  <a:lnTo>
                    <a:pt x="367" y="284"/>
                  </a:lnTo>
                  <a:lnTo>
                    <a:pt x="367" y="283"/>
                  </a:lnTo>
                  <a:lnTo>
                    <a:pt x="367" y="283"/>
                  </a:lnTo>
                  <a:close/>
                  <a:moveTo>
                    <a:pt x="418" y="276"/>
                  </a:moveTo>
                  <a:lnTo>
                    <a:pt x="417" y="279"/>
                  </a:lnTo>
                  <a:lnTo>
                    <a:pt x="415" y="282"/>
                  </a:lnTo>
                  <a:lnTo>
                    <a:pt x="413" y="283"/>
                  </a:lnTo>
                  <a:lnTo>
                    <a:pt x="418" y="276"/>
                  </a:lnTo>
                  <a:close/>
                  <a:moveTo>
                    <a:pt x="370" y="275"/>
                  </a:moveTo>
                  <a:lnTo>
                    <a:pt x="372" y="276"/>
                  </a:lnTo>
                  <a:lnTo>
                    <a:pt x="372" y="276"/>
                  </a:lnTo>
                  <a:lnTo>
                    <a:pt x="372" y="276"/>
                  </a:lnTo>
                  <a:lnTo>
                    <a:pt x="373" y="277"/>
                  </a:lnTo>
                  <a:lnTo>
                    <a:pt x="374" y="279"/>
                  </a:lnTo>
                  <a:lnTo>
                    <a:pt x="374" y="280"/>
                  </a:lnTo>
                  <a:lnTo>
                    <a:pt x="375" y="281"/>
                  </a:lnTo>
                  <a:lnTo>
                    <a:pt x="374" y="281"/>
                  </a:lnTo>
                  <a:lnTo>
                    <a:pt x="373" y="280"/>
                  </a:lnTo>
                  <a:lnTo>
                    <a:pt x="373" y="279"/>
                  </a:lnTo>
                  <a:lnTo>
                    <a:pt x="372" y="279"/>
                  </a:lnTo>
                  <a:lnTo>
                    <a:pt x="372" y="279"/>
                  </a:lnTo>
                  <a:lnTo>
                    <a:pt x="370" y="281"/>
                  </a:lnTo>
                  <a:lnTo>
                    <a:pt x="369" y="282"/>
                  </a:lnTo>
                  <a:lnTo>
                    <a:pt x="369" y="279"/>
                  </a:lnTo>
                  <a:lnTo>
                    <a:pt x="369" y="276"/>
                  </a:lnTo>
                  <a:lnTo>
                    <a:pt x="370" y="275"/>
                  </a:lnTo>
                  <a:close/>
                  <a:moveTo>
                    <a:pt x="385" y="274"/>
                  </a:moveTo>
                  <a:lnTo>
                    <a:pt x="385" y="277"/>
                  </a:lnTo>
                  <a:lnTo>
                    <a:pt x="381" y="274"/>
                  </a:lnTo>
                  <a:lnTo>
                    <a:pt x="381" y="274"/>
                  </a:lnTo>
                  <a:lnTo>
                    <a:pt x="383" y="274"/>
                  </a:lnTo>
                  <a:lnTo>
                    <a:pt x="384" y="274"/>
                  </a:lnTo>
                  <a:lnTo>
                    <a:pt x="385" y="274"/>
                  </a:lnTo>
                  <a:lnTo>
                    <a:pt x="385" y="274"/>
                  </a:lnTo>
                  <a:close/>
                  <a:moveTo>
                    <a:pt x="409" y="270"/>
                  </a:moveTo>
                  <a:lnTo>
                    <a:pt x="409" y="270"/>
                  </a:lnTo>
                  <a:lnTo>
                    <a:pt x="409" y="272"/>
                  </a:lnTo>
                  <a:lnTo>
                    <a:pt x="409" y="272"/>
                  </a:lnTo>
                  <a:lnTo>
                    <a:pt x="409" y="273"/>
                  </a:lnTo>
                  <a:lnTo>
                    <a:pt x="409" y="273"/>
                  </a:lnTo>
                  <a:lnTo>
                    <a:pt x="409" y="272"/>
                  </a:lnTo>
                  <a:lnTo>
                    <a:pt x="409" y="270"/>
                  </a:lnTo>
                  <a:close/>
                  <a:moveTo>
                    <a:pt x="417" y="266"/>
                  </a:moveTo>
                  <a:lnTo>
                    <a:pt x="417" y="267"/>
                  </a:lnTo>
                  <a:lnTo>
                    <a:pt x="417" y="267"/>
                  </a:lnTo>
                  <a:lnTo>
                    <a:pt x="417" y="266"/>
                  </a:lnTo>
                  <a:close/>
                  <a:moveTo>
                    <a:pt x="413" y="266"/>
                  </a:moveTo>
                  <a:lnTo>
                    <a:pt x="415" y="266"/>
                  </a:lnTo>
                  <a:lnTo>
                    <a:pt x="415" y="266"/>
                  </a:lnTo>
                  <a:lnTo>
                    <a:pt x="412" y="267"/>
                  </a:lnTo>
                  <a:lnTo>
                    <a:pt x="412" y="267"/>
                  </a:lnTo>
                  <a:lnTo>
                    <a:pt x="413" y="266"/>
                  </a:lnTo>
                  <a:lnTo>
                    <a:pt x="413" y="266"/>
                  </a:lnTo>
                  <a:close/>
                  <a:moveTo>
                    <a:pt x="416" y="263"/>
                  </a:moveTo>
                  <a:lnTo>
                    <a:pt x="416" y="263"/>
                  </a:lnTo>
                  <a:lnTo>
                    <a:pt x="416" y="265"/>
                  </a:lnTo>
                  <a:lnTo>
                    <a:pt x="416" y="265"/>
                  </a:lnTo>
                  <a:lnTo>
                    <a:pt x="416" y="263"/>
                  </a:lnTo>
                  <a:close/>
                  <a:moveTo>
                    <a:pt x="416" y="263"/>
                  </a:moveTo>
                  <a:lnTo>
                    <a:pt x="416" y="263"/>
                  </a:lnTo>
                  <a:lnTo>
                    <a:pt x="416" y="263"/>
                  </a:lnTo>
                  <a:lnTo>
                    <a:pt x="415" y="265"/>
                  </a:lnTo>
                  <a:lnTo>
                    <a:pt x="415" y="265"/>
                  </a:lnTo>
                  <a:lnTo>
                    <a:pt x="415" y="265"/>
                  </a:lnTo>
                  <a:lnTo>
                    <a:pt x="413" y="265"/>
                  </a:lnTo>
                  <a:lnTo>
                    <a:pt x="416" y="263"/>
                  </a:lnTo>
                  <a:close/>
                  <a:moveTo>
                    <a:pt x="388" y="261"/>
                  </a:moveTo>
                  <a:lnTo>
                    <a:pt x="388" y="262"/>
                  </a:lnTo>
                  <a:lnTo>
                    <a:pt x="388" y="262"/>
                  </a:lnTo>
                  <a:lnTo>
                    <a:pt x="388" y="262"/>
                  </a:lnTo>
                  <a:lnTo>
                    <a:pt x="388" y="262"/>
                  </a:lnTo>
                  <a:lnTo>
                    <a:pt x="387" y="263"/>
                  </a:lnTo>
                  <a:lnTo>
                    <a:pt x="385" y="263"/>
                  </a:lnTo>
                  <a:lnTo>
                    <a:pt x="384" y="263"/>
                  </a:lnTo>
                  <a:lnTo>
                    <a:pt x="383" y="263"/>
                  </a:lnTo>
                  <a:lnTo>
                    <a:pt x="383" y="263"/>
                  </a:lnTo>
                  <a:lnTo>
                    <a:pt x="384" y="262"/>
                  </a:lnTo>
                  <a:lnTo>
                    <a:pt x="385" y="262"/>
                  </a:lnTo>
                  <a:lnTo>
                    <a:pt x="388" y="261"/>
                  </a:lnTo>
                  <a:close/>
                  <a:moveTo>
                    <a:pt x="388" y="259"/>
                  </a:moveTo>
                  <a:lnTo>
                    <a:pt x="388" y="259"/>
                  </a:lnTo>
                  <a:lnTo>
                    <a:pt x="388" y="260"/>
                  </a:lnTo>
                  <a:lnTo>
                    <a:pt x="387" y="260"/>
                  </a:lnTo>
                  <a:lnTo>
                    <a:pt x="387" y="261"/>
                  </a:lnTo>
                  <a:lnTo>
                    <a:pt x="385" y="261"/>
                  </a:lnTo>
                  <a:lnTo>
                    <a:pt x="385" y="262"/>
                  </a:lnTo>
                  <a:lnTo>
                    <a:pt x="385" y="261"/>
                  </a:lnTo>
                  <a:lnTo>
                    <a:pt x="388" y="260"/>
                  </a:lnTo>
                  <a:lnTo>
                    <a:pt x="388" y="259"/>
                  </a:lnTo>
                  <a:lnTo>
                    <a:pt x="388" y="259"/>
                  </a:lnTo>
                  <a:close/>
                  <a:moveTo>
                    <a:pt x="384" y="259"/>
                  </a:moveTo>
                  <a:lnTo>
                    <a:pt x="384" y="259"/>
                  </a:lnTo>
                  <a:lnTo>
                    <a:pt x="384" y="260"/>
                  </a:lnTo>
                  <a:lnTo>
                    <a:pt x="383" y="262"/>
                  </a:lnTo>
                  <a:lnTo>
                    <a:pt x="382" y="263"/>
                  </a:lnTo>
                  <a:lnTo>
                    <a:pt x="381" y="265"/>
                  </a:lnTo>
                  <a:lnTo>
                    <a:pt x="381" y="265"/>
                  </a:lnTo>
                  <a:lnTo>
                    <a:pt x="382" y="263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83" y="260"/>
                  </a:lnTo>
                  <a:lnTo>
                    <a:pt x="384" y="259"/>
                  </a:lnTo>
                  <a:close/>
                  <a:moveTo>
                    <a:pt x="415" y="248"/>
                  </a:moveTo>
                  <a:lnTo>
                    <a:pt x="417" y="249"/>
                  </a:lnTo>
                  <a:lnTo>
                    <a:pt x="418" y="251"/>
                  </a:lnTo>
                  <a:lnTo>
                    <a:pt x="418" y="253"/>
                  </a:lnTo>
                  <a:lnTo>
                    <a:pt x="420" y="254"/>
                  </a:lnTo>
                  <a:lnTo>
                    <a:pt x="422" y="261"/>
                  </a:lnTo>
                  <a:lnTo>
                    <a:pt x="420" y="268"/>
                  </a:lnTo>
                  <a:lnTo>
                    <a:pt x="420" y="270"/>
                  </a:lnTo>
                  <a:lnTo>
                    <a:pt x="419" y="274"/>
                  </a:lnTo>
                  <a:lnTo>
                    <a:pt x="419" y="274"/>
                  </a:lnTo>
                  <a:lnTo>
                    <a:pt x="419" y="273"/>
                  </a:lnTo>
                  <a:lnTo>
                    <a:pt x="419" y="273"/>
                  </a:lnTo>
                  <a:lnTo>
                    <a:pt x="418" y="272"/>
                  </a:lnTo>
                  <a:lnTo>
                    <a:pt x="420" y="267"/>
                  </a:lnTo>
                  <a:lnTo>
                    <a:pt x="420" y="266"/>
                  </a:lnTo>
                  <a:lnTo>
                    <a:pt x="420" y="261"/>
                  </a:lnTo>
                  <a:lnTo>
                    <a:pt x="420" y="260"/>
                  </a:lnTo>
                  <a:lnTo>
                    <a:pt x="420" y="259"/>
                  </a:lnTo>
                  <a:lnTo>
                    <a:pt x="419" y="256"/>
                  </a:lnTo>
                  <a:lnTo>
                    <a:pt x="418" y="255"/>
                  </a:lnTo>
                  <a:lnTo>
                    <a:pt x="419" y="254"/>
                  </a:lnTo>
                  <a:lnTo>
                    <a:pt x="418" y="254"/>
                  </a:lnTo>
                  <a:lnTo>
                    <a:pt x="417" y="251"/>
                  </a:lnTo>
                  <a:lnTo>
                    <a:pt x="416" y="249"/>
                  </a:lnTo>
                  <a:lnTo>
                    <a:pt x="415" y="248"/>
                  </a:lnTo>
                  <a:close/>
                  <a:moveTo>
                    <a:pt x="390" y="241"/>
                  </a:moveTo>
                  <a:lnTo>
                    <a:pt x="390" y="241"/>
                  </a:lnTo>
                  <a:lnTo>
                    <a:pt x="389" y="242"/>
                  </a:lnTo>
                  <a:lnTo>
                    <a:pt x="388" y="242"/>
                  </a:lnTo>
                  <a:lnTo>
                    <a:pt x="387" y="246"/>
                  </a:lnTo>
                  <a:lnTo>
                    <a:pt x="385" y="247"/>
                  </a:lnTo>
                  <a:lnTo>
                    <a:pt x="387" y="248"/>
                  </a:lnTo>
                  <a:lnTo>
                    <a:pt x="388" y="248"/>
                  </a:lnTo>
                  <a:lnTo>
                    <a:pt x="388" y="249"/>
                  </a:lnTo>
                  <a:lnTo>
                    <a:pt x="388" y="251"/>
                  </a:lnTo>
                  <a:lnTo>
                    <a:pt x="388" y="251"/>
                  </a:lnTo>
                  <a:lnTo>
                    <a:pt x="389" y="251"/>
                  </a:lnTo>
                  <a:lnTo>
                    <a:pt x="389" y="251"/>
                  </a:lnTo>
                  <a:lnTo>
                    <a:pt x="390" y="249"/>
                  </a:lnTo>
                  <a:lnTo>
                    <a:pt x="390" y="249"/>
                  </a:lnTo>
                  <a:lnTo>
                    <a:pt x="390" y="249"/>
                  </a:lnTo>
                  <a:lnTo>
                    <a:pt x="390" y="251"/>
                  </a:lnTo>
                  <a:lnTo>
                    <a:pt x="390" y="252"/>
                  </a:lnTo>
                  <a:lnTo>
                    <a:pt x="390" y="253"/>
                  </a:lnTo>
                  <a:lnTo>
                    <a:pt x="388" y="252"/>
                  </a:lnTo>
                  <a:lnTo>
                    <a:pt x="388" y="253"/>
                  </a:lnTo>
                  <a:lnTo>
                    <a:pt x="388" y="253"/>
                  </a:lnTo>
                  <a:lnTo>
                    <a:pt x="387" y="252"/>
                  </a:lnTo>
                  <a:lnTo>
                    <a:pt x="385" y="252"/>
                  </a:lnTo>
                  <a:lnTo>
                    <a:pt x="385" y="251"/>
                  </a:lnTo>
                  <a:lnTo>
                    <a:pt x="385" y="251"/>
                  </a:lnTo>
                  <a:lnTo>
                    <a:pt x="384" y="251"/>
                  </a:lnTo>
                  <a:lnTo>
                    <a:pt x="384" y="251"/>
                  </a:lnTo>
                  <a:lnTo>
                    <a:pt x="384" y="251"/>
                  </a:lnTo>
                  <a:lnTo>
                    <a:pt x="383" y="252"/>
                  </a:lnTo>
                  <a:lnTo>
                    <a:pt x="383" y="252"/>
                  </a:lnTo>
                  <a:lnTo>
                    <a:pt x="383" y="252"/>
                  </a:lnTo>
                  <a:lnTo>
                    <a:pt x="383" y="251"/>
                  </a:lnTo>
                  <a:lnTo>
                    <a:pt x="382" y="251"/>
                  </a:lnTo>
                  <a:lnTo>
                    <a:pt x="382" y="251"/>
                  </a:lnTo>
                  <a:lnTo>
                    <a:pt x="382" y="251"/>
                  </a:lnTo>
                  <a:lnTo>
                    <a:pt x="381" y="252"/>
                  </a:lnTo>
                  <a:lnTo>
                    <a:pt x="381" y="252"/>
                  </a:lnTo>
                  <a:lnTo>
                    <a:pt x="381" y="252"/>
                  </a:lnTo>
                  <a:lnTo>
                    <a:pt x="380" y="253"/>
                  </a:lnTo>
                  <a:lnTo>
                    <a:pt x="379" y="253"/>
                  </a:lnTo>
                  <a:lnTo>
                    <a:pt x="379" y="252"/>
                  </a:lnTo>
                  <a:lnTo>
                    <a:pt x="380" y="251"/>
                  </a:lnTo>
                  <a:lnTo>
                    <a:pt x="380" y="251"/>
                  </a:lnTo>
                  <a:lnTo>
                    <a:pt x="381" y="251"/>
                  </a:lnTo>
                  <a:lnTo>
                    <a:pt x="381" y="249"/>
                  </a:lnTo>
                  <a:lnTo>
                    <a:pt x="382" y="249"/>
                  </a:lnTo>
                  <a:lnTo>
                    <a:pt x="383" y="249"/>
                  </a:lnTo>
                  <a:lnTo>
                    <a:pt x="383" y="248"/>
                  </a:lnTo>
                  <a:lnTo>
                    <a:pt x="383" y="247"/>
                  </a:lnTo>
                  <a:lnTo>
                    <a:pt x="383" y="247"/>
                  </a:lnTo>
                  <a:lnTo>
                    <a:pt x="384" y="246"/>
                  </a:lnTo>
                  <a:lnTo>
                    <a:pt x="387" y="245"/>
                  </a:lnTo>
                  <a:lnTo>
                    <a:pt x="388" y="242"/>
                  </a:lnTo>
                  <a:lnTo>
                    <a:pt x="389" y="241"/>
                  </a:lnTo>
                  <a:lnTo>
                    <a:pt x="390" y="241"/>
                  </a:lnTo>
                  <a:close/>
                  <a:moveTo>
                    <a:pt x="216" y="0"/>
                  </a:moveTo>
                  <a:lnTo>
                    <a:pt x="216" y="3"/>
                  </a:lnTo>
                  <a:lnTo>
                    <a:pt x="217" y="3"/>
                  </a:lnTo>
                  <a:lnTo>
                    <a:pt x="217" y="4"/>
                  </a:lnTo>
                  <a:lnTo>
                    <a:pt x="219" y="4"/>
                  </a:lnTo>
                  <a:lnTo>
                    <a:pt x="221" y="4"/>
                  </a:lnTo>
                  <a:lnTo>
                    <a:pt x="221" y="4"/>
                  </a:lnTo>
                  <a:lnTo>
                    <a:pt x="222" y="5"/>
                  </a:lnTo>
                  <a:lnTo>
                    <a:pt x="224" y="8"/>
                  </a:lnTo>
                  <a:lnTo>
                    <a:pt x="223" y="9"/>
                  </a:lnTo>
                  <a:lnTo>
                    <a:pt x="222" y="10"/>
                  </a:lnTo>
                  <a:lnTo>
                    <a:pt x="221" y="11"/>
                  </a:lnTo>
                  <a:lnTo>
                    <a:pt x="221" y="12"/>
                  </a:lnTo>
                  <a:lnTo>
                    <a:pt x="219" y="13"/>
                  </a:lnTo>
                  <a:lnTo>
                    <a:pt x="218" y="18"/>
                  </a:lnTo>
                  <a:lnTo>
                    <a:pt x="218" y="22"/>
                  </a:lnTo>
                  <a:lnTo>
                    <a:pt x="218" y="23"/>
                  </a:lnTo>
                  <a:lnTo>
                    <a:pt x="219" y="23"/>
                  </a:lnTo>
                  <a:lnTo>
                    <a:pt x="223" y="24"/>
                  </a:lnTo>
                  <a:lnTo>
                    <a:pt x="225" y="25"/>
                  </a:lnTo>
                  <a:lnTo>
                    <a:pt x="225" y="26"/>
                  </a:lnTo>
                  <a:lnTo>
                    <a:pt x="224" y="29"/>
                  </a:lnTo>
                  <a:lnTo>
                    <a:pt x="223" y="29"/>
                  </a:lnTo>
                  <a:lnTo>
                    <a:pt x="221" y="29"/>
                  </a:lnTo>
                  <a:lnTo>
                    <a:pt x="219" y="30"/>
                  </a:lnTo>
                  <a:lnTo>
                    <a:pt x="218" y="31"/>
                  </a:lnTo>
                  <a:lnTo>
                    <a:pt x="218" y="33"/>
                  </a:lnTo>
                  <a:lnTo>
                    <a:pt x="219" y="34"/>
                  </a:lnTo>
                  <a:lnTo>
                    <a:pt x="219" y="36"/>
                  </a:lnTo>
                  <a:lnTo>
                    <a:pt x="221" y="37"/>
                  </a:lnTo>
                  <a:lnTo>
                    <a:pt x="222" y="38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4" y="40"/>
                  </a:lnTo>
                  <a:lnTo>
                    <a:pt x="224" y="41"/>
                  </a:lnTo>
                  <a:lnTo>
                    <a:pt x="224" y="43"/>
                  </a:lnTo>
                  <a:lnTo>
                    <a:pt x="224" y="44"/>
                  </a:lnTo>
                  <a:lnTo>
                    <a:pt x="224" y="47"/>
                  </a:lnTo>
                  <a:lnTo>
                    <a:pt x="224" y="48"/>
                  </a:lnTo>
                  <a:lnTo>
                    <a:pt x="225" y="49"/>
                  </a:lnTo>
                  <a:lnTo>
                    <a:pt x="229" y="51"/>
                  </a:lnTo>
                  <a:lnTo>
                    <a:pt x="231" y="52"/>
                  </a:lnTo>
                  <a:lnTo>
                    <a:pt x="232" y="53"/>
                  </a:lnTo>
                  <a:lnTo>
                    <a:pt x="233" y="56"/>
                  </a:lnTo>
                  <a:lnTo>
                    <a:pt x="234" y="58"/>
                  </a:lnTo>
                  <a:lnTo>
                    <a:pt x="236" y="58"/>
                  </a:lnTo>
                  <a:lnTo>
                    <a:pt x="238" y="58"/>
                  </a:lnTo>
                  <a:lnTo>
                    <a:pt x="239" y="59"/>
                  </a:lnTo>
                  <a:lnTo>
                    <a:pt x="240" y="60"/>
                  </a:lnTo>
                  <a:lnTo>
                    <a:pt x="240" y="61"/>
                  </a:lnTo>
                  <a:lnTo>
                    <a:pt x="239" y="61"/>
                  </a:lnTo>
                  <a:lnTo>
                    <a:pt x="239" y="62"/>
                  </a:lnTo>
                  <a:lnTo>
                    <a:pt x="237" y="66"/>
                  </a:lnTo>
                  <a:lnTo>
                    <a:pt x="234" y="72"/>
                  </a:lnTo>
                  <a:lnTo>
                    <a:pt x="232" y="76"/>
                  </a:lnTo>
                  <a:lnTo>
                    <a:pt x="229" y="76"/>
                  </a:lnTo>
                  <a:lnTo>
                    <a:pt x="227" y="77"/>
                  </a:lnTo>
                  <a:lnTo>
                    <a:pt x="227" y="79"/>
                  </a:lnTo>
                  <a:lnTo>
                    <a:pt x="227" y="80"/>
                  </a:lnTo>
                  <a:lnTo>
                    <a:pt x="227" y="80"/>
                  </a:lnTo>
                  <a:lnTo>
                    <a:pt x="230" y="82"/>
                  </a:lnTo>
                  <a:lnTo>
                    <a:pt x="230" y="86"/>
                  </a:lnTo>
                  <a:lnTo>
                    <a:pt x="229" y="89"/>
                  </a:lnTo>
                  <a:lnTo>
                    <a:pt x="226" y="91"/>
                  </a:lnTo>
                  <a:lnTo>
                    <a:pt x="224" y="91"/>
                  </a:lnTo>
                  <a:lnTo>
                    <a:pt x="223" y="93"/>
                  </a:lnTo>
                  <a:lnTo>
                    <a:pt x="223" y="94"/>
                  </a:lnTo>
                  <a:lnTo>
                    <a:pt x="222" y="95"/>
                  </a:lnTo>
                  <a:lnTo>
                    <a:pt x="222" y="96"/>
                  </a:lnTo>
                  <a:lnTo>
                    <a:pt x="218" y="101"/>
                  </a:lnTo>
                  <a:lnTo>
                    <a:pt x="217" y="102"/>
                  </a:lnTo>
                  <a:lnTo>
                    <a:pt x="216" y="102"/>
                  </a:lnTo>
                  <a:lnTo>
                    <a:pt x="212" y="103"/>
                  </a:lnTo>
                  <a:lnTo>
                    <a:pt x="211" y="104"/>
                  </a:lnTo>
                  <a:lnTo>
                    <a:pt x="210" y="105"/>
                  </a:lnTo>
                  <a:lnTo>
                    <a:pt x="210" y="108"/>
                  </a:lnTo>
                  <a:lnTo>
                    <a:pt x="209" y="111"/>
                  </a:lnTo>
                  <a:lnTo>
                    <a:pt x="207" y="116"/>
                  </a:lnTo>
                  <a:lnTo>
                    <a:pt x="207" y="117"/>
                  </a:lnTo>
                  <a:lnTo>
                    <a:pt x="207" y="119"/>
                  </a:lnTo>
                  <a:lnTo>
                    <a:pt x="205" y="126"/>
                  </a:lnTo>
                  <a:lnTo>
                    <a:pt x="207" y="129"/>
                  </a:lnTo>
                  <a:lnTo>
                    <a:pt x="205" y="130"/>
                  </a:lnTo>
                  <a:lnTo>
                    <a:pt x="205" y="131"/>
                  </a:lnTo>
                  <a:lnTo>
                    <a:pt x="201" y="134"/>
                  </a:lnTo>
                  <a:lnTo>
                    <a:pt x="198" y="138"/>
                  </a:lnTo>
                  <a:lnTo>
                    <a:pt x="200" y="141"/>
                  </a:lnTo>
                  <a:lnTo>
                    <a:pt x="200" y="141"/>
                  </a:lnTo>
                  <a:lnTo>
                    <a:pt x="201" y="142"/>
                  </a:lnTo>
                  <a:lnTo>
                    <a:pt x="202" y="145"/>
                  </a:lnTo>
                  <a:lnTo>
                    <a:pt x="202" y="145"/>
                  </a:lnTo>
                  <a:lnTo>
                    <a:pt x="202" y="147"/>
                  </a:lnTo>
                  <a:lnTo>
                    <a:pt x="202" y="148"/>
                  </a:lnTo>
                  <a:lnTo>
                    <a:pt x="202" y="148"/>
                  </a:lnTo>
                  <a:lnTo>
                    <a:pt x="201" y="154"/>
                  </a:lnTo>
                  <a:lnTo>
                    <a:pt x="201" y="156"/>
                  </a:lnTo>
                  <a:lnTo>
                    <a:pt x="200" y="156"/>
                  </a:lnTo>
                  <a:lnTo>
                    <a:pt x="198" y="158"/>
                  </a:lnTo>
                  <a:lnTo>
                    <a:pt x="194" y="158"/>
                  </a:lnTo>
                  <a:lnTo>
                    <a:pt x="193" y="158"/>
                  </a:lnTo>
                  <a:lnTo>
                    <a:pt x="191" y="159"/>
                  </a:lnTo>
                  <a:lnTo>
                    <a:pt x="191" y="160"/>
                  </a:lnTo>
                  <a:lnTo>
                    <a:pt x="193" y="162"/>
                  </a:lnTo>
                  <a:lnTo>
                    <a:pt x="194" y="163"/>
                  </a:lnTo>
                  <a:lnTo>
                    <a:pt x="195" y="163"/>
                  </a:lnTo>
                  <a:lnTo>
                    <a:pt x="195" y="165"/>
                  </a:lnTo>
                  <a:lnTo>
                    <a:pt x="195" y="166"/>
                  </a:lnTo>
                  <a:lnTo>
                    <a:pt x="195" y="166"/>
                  </a:lnTo>
                  <a:lnTo>
                    <a:pt x="195" y="167"/>
                  </a:lnTo>
                  <a:lnTo>
                    <a:pt x="195" y="168"/>
                  </a:lnTo>
                  <a:lnTo>
                    <a:pt x="194" y="169"/>
                  </a:lnTo>
                  <a:lnTo>
                    <a:pt x="194" y="170"/>
                  </a:lnTo>
                  <a:lnTo>
                    <a:pt x="195" y="173"/>
                  </a:lnTo>
                  <a:lnTo>
                    <a:pt x="197" y="175"/>
                  </a:lnTo>
                  <a:lnTo>
                    <a:pt x="198" y="177"/>
                  </a:lnTo>
                  <a:lnTo>
                    <a:pt x="193" y="183"/>
                  </a:lnTo>
                  <a:lnTo>
                    <a:pt x="193" y="183"/>
                  </a:lnTo>
                  <a:lnTo>
                    <a:pt x="196" y="183"/>
                  </a:lnTo>
                  <a:lnTo>
                    <a:pt x="198" y="182"/>
                  </a:lnTo>
                  <a:lnTo>
                    <a:pt x="203" y="182"/>
                  </a:lnTo>
                  <a:lnTo>
                    <a:pt x="209" y="182"/>
                  </a:lnTo>
                  <a:lnTo>
                    <a:pt x="218" y="181"/>
                  </a:lnTo>
                  <a:lnTo>
                    <a:pt x="229" y="180"/>
                  </a:lnTo>
                  <a:lnTo>
                    <a:pt x="240" y="180"/>
                  </a:lnTo>
                  <a:lnTo>
                    <a:pt x="253" y="179"/>
                  </a:lnTo>
                  <a:lnTo>
                    <a:pt x="266" y="177"/>
                  </a:lnTo>
                  <a:lnTo>
                    <a:pt x="279" y="176"/>
                  </a:lnTo>
                  <a:lnTo>
                    <a:pt x="290" y="175"/>
                  </a:lnTo>
                  <a:lnTo>
                    <a:pt x="302" y="174"/>
                  </a:lnTo>
                  <a:lnTo>
                    <a:pt x="312" y="173"/>
                  </a:lnTo>
                  <a:lnTo>
                    <a:pt x="322" y="173"/>
                  </a:lnTo>
                  <a:lnTo>
                    <a:pt x="329" y="172"/>
                  </a:lnTo>
                  <a:lnTo>
                    <a:pt x="332" y="172"/>
                  </a:lnTo>
                  <a:lnTo>
                    <a:pt x="334" y="172"/>
                  </a:lnTo>
                  <a:lnTo>
                    <a:pt x="338" y="170"/>
                  </a:lnTo>
                  <a:lnTo>
                    <a:pt x="340" y="170"/>
                  </a:lnTo>
                  <a:lnTo>
                    <a:pt x="340" y="172"/>
                  </a:lnTo>
                  <a:lnTo>
                    <a:pt x="340" y="175"/>
                  </a:lnTo>
                  <a:lnTo>
                    <a:pt x="340" y="179"/>
                  </a:lnTo>
                  <a:lnTo>
                    <a:pt x="338" y="182"/>
                  </a:lnTo>
                  <a:lnTo>
                    <a:pt x="338" y="187"/>
                  </a:lnTo>
                  <a:lnTo>
                    <a:pt x="336" y="189"/>
                  </a:lnTo>
                  <a:lnTo>
                    <a:pt x="336" y="191"/>
                  </a:lnTo>
                  <a:lnTo>
                    <a:pt x="336" y="192"/>
                  </a:lnTo>
                  <a:lnTo>
                    <a:pt x="334" y="196"/>
                  </a:lnTo>
                  <a:lnTo>
                    <a:pt x="334" y="198"/>
                  </a:lnTo>
                  <a:lnTo>
                    <a:pt x="334" y="199"/>
                  </a:lnTo>
                  <a:lnTo>
                    <a:pt x="336" y="201"/>
                  </a:lnTo>
                  <a:lnTo>
                    <a:pt x="337" y="202"/>
                  </a:lnTo>
                  <a:lnTo>
                    <a:pt x="337" y="204"/>
                  </a:lnTo>
                  <a:lnTo>
                    <a:pt x="337" y="205"/>
                  </a:lnTo>
                  <a:lnTo>
                    <a:pt x="339" y="210"/>
                  </a:lnTo>
                  <a:lnTo>
                    <a:pt x="340" y="211"/>
                  </a:lnTo>
                  <a:lnTo>
                    <a:pt x="343" y="212"/>
                  </a:lnTo>
                  <a:lnTo>
                    <a:pt x="344" y="212"/>
                  </a:lnTo>
                  <a:lnTo>
                    <a:pt x="345" y="216"/>
                  </a:lnTo>
                  <a:lnTo>
                    <a:pt x="347" y="217"/>
                  </a:lnTo>
                  <a:lnTo>
                    <a:pt x="349" y="219"/>
                  </a:lnTo>
                  <a:lnTo>
                    <a:pt x="349" y="219"/>
                  </a:lnTo>
                  <a:lnTo>
                    <a:pt x="349" y="220"/>
                  </a:lnTo>
                  <a:lnTo>
                    <a:pt x="349" y="222"/>
                  </a:lnTo>
                  <a:lnTo>
                    <a:pt x="349" y="223"/>
                  </a:lnTo>
                  <a:lnTo>
                    <a:pt x="351" y="224"/>
                  </a:lnTo>
                  <a:lnTo>
                    <a:pt x="353" y="227"/>
                  </a:lnTo>
                  <a:lnTo>
                    <a:pt x="353" y="229"/>
                  </a:lnTo>
                  <a:lnTo>
                    <a:pt x="354" y="232"/>
                  </a:lnTo>
                  <a:lnTo>
                    <a:pt x="355" y="234"/>
                  </a:lnTo>
                  <a:lnTo>
                    <a:pt x="358" y="240"/>
                  </a:lnTo>
                  <a:lnTo>
                    <a:pt x="360" y="242"/>
                  </a:lnTo>
                  <a:lnTo>
                    <a:pt x="361" y="241"/>
                  </a:lnTo>
                  <a:lnTo>
                    <a:pt x="361" y="240"/>
                  </a:lnTo>
                  <a:lnTo>
                    <a:pt x="362" y="240"/>
                  </a:lnTo>
                  <a:lnTo>
                    <a:pt x="363" y="241"/>
                  </a:lnTo>
                  <a:lnTo>
                    <a:pt x="362" y="242"/>
                  </a:lnTo>
                  <a:lnTo>
                    <a:pt x="360" y="244"/>
                  </a:lnTo>
                  <a:lnTo>
                    <a:pt x="358" y="245"/>
                  </a:lnTo>
                  <a:lnTo>
                    <a:pt x="356" y="244"/>
                  </a:lnTo>
                  <a:lnTo>
                    <a:pt x="358" y="244"/>
                  </a:lnTo>
                  <a:lnTo>
                    <a:pt x="358" y="244"/>
                  </a:lnTo>
                  <a:lnTo>
                    <a:pt x="359" y="244"/>
                  </a:lnTo>
                  <a:lnTo>
                    <a:pt x="358" y="242"/>
                  </a:lnTo>
                  <a:lnTo>
                    <a:pt x="356" y="242"/>
                  </a:lnTo>
                  <a:lnTo>
                    <a:pt x="355" y="244"/>
                  </a:lnTo>
                  <a:lnTo>
                    <a:pt x="354" y="244"/>
                  </a:lnTo>
                  <a:lnTo>
                    <a:pt x="352" y="244"/>
                  </a:lnTo>
                  <a:lnTo>
                    <a:pt x="351" y="244"/>
                  </a:lnTo>
                  <a:lnTo>
                    <a:pt x="349" y="244"/>
                  </a:lnTo>
                  <a:lnTo>
                    <a:pt x="348" y="244"/>
                  </a:lnTo>
                  <a:lnTo>
                    <a:pt x="347" y="244"/>
                  </a:lnTo>
                  <a:lnTo>
                    <a:pt x="346" y="244"/>
                  </a:lnTo>
                  <a:lnTo>
                    <a:pt x="346" y="242"/>
                  </a:lnTo>
                  <a:lnTo>
                    <a:pt x="346" y="242"/>
                  </a:lnTo>
                  <a:lnTo>
                    <a:pt x="346" y="241"/>
                  </a:lnTo>
                  <a:lnTo>
                    <a:pt x="346" y="240"/>
                  </a:lnTo>
                  <a:lnTo>
                    <a:pt x="345" y="239"/>
                  </a:lnTo>
                  <a:lnTo>
                    <a:pt x="344" y="239"/>
                  </a:lnTo>
                  <a:lnTo>
                    <a:pt x="341" y="240"/>
                  </a:lnTo>
                  <a:lnTo>
                    <a:pt x="339" y="240"/>
                  </a:lnTo>
                  <a:lnTo>
                    <a:pt x="337" y="238"/>
                  </a:lnTo>
                  <a:lnTo>
                    <a:pt x="334" y="238"/>
                  </a:lnTo>
                  <a:lnTo>
                    <a:pt x="334" y="238"/>
                  </a:lnTo>
                  <a:lnTo>
                    <a:pt x="332" y="238"/>
                  </a:lnTo>
                  <a:lnTo>
                    <a:pt x="332" y="238"/>
                  </a:lnTo>
                  <a:lnTo>
                    <a:pt x="329" y="238"/>
                  </a:lnTo>
                  <a:lnTo>
                    <a:pt x="327" y="237"/>
                  </a:lnTo>
                  <a:lnTo>
                    <a:pt x="325" y="234"/>
                  </a:lnTo>
                  <a:lnTo>
                    <a:pt x="325" y="233"/>
                  </a:lnTo>
                  <a:lnTo>
                    <a:pt x="324" y="233"/>
                  </a:lnTo>
                  <a:lnTo>
                    <a:pt x="320" y="230"/>
                  </a:lnTo>
                  <a:lnTo>
                    <a:pt x="317" y="230"/>
                  </a:lnTo>
                  <a:lnTo>
                    <a:pt x="313" y="229"/>
                  </a:lnTo>
                  <a:lnTo>
                    <a:pt x="310" y="229"/>
                  </a:lnTo>
                  <a:lnTo>
                    <a:pt x="308" y="229"/>
                  </a:lnTo>
                  <a:lnTo>
                    <a:pt x="306" y="230"/>
                  </a:lnTo>
                  <a:lnTo>
                    <a:pt x="304" y="232"/>
                  </a:lnTo>
                  <a:lnTo>
                    <a:pt x="302" y="237"/>
                  </a:lnTo>
                  <a:lnTo>
                    <a:pt x="300" y="239"/>
                  </a:lnTo>
                  <a:lnTo>
                    <a:pt x="295" y="245"/>
                  </a:lnTo>
                  <a:lnTo>
                    <a:pt x="294" y="248"/>
                  </a:lnTo>
                  <a:lnTo>
                    <a:pt x="294" y="252"/>
                  </a:lnTo>
                  <a:lnTo>
                    <a:pt x="295" y="255"/>
                  </a:lnTo>
                  <a:lnTo>
                    <a:pt x="298" y="258"/>
                  </a:lnTo>
                  <a:lnTo>
                    <a:pt x="301" y="259"/>
                  </a:lnTo>
                  <a:lnTo>
                    <a:pt x="306" y="259"/>
                  </a:lnTo>
                  <a:lnTo>
                    <a:pt x="310" y="260"/>
                  </a:lnTo>
                  <a:lnTo>
                    <a:pt x="315" y="261"/>
                  </a:lnTo>
                  <a:lnTo>
                    <a:pt x="317" y="261"/>
                  </a:lnTo>
                  <a:lnTo>
                    <a:pt x="319" y="260"/>
                  </a:lnTo>
                  <a:lnTo>
                    <a:pt x="325" y="259"/>
                  </a:lnTo>
                  <a:lnTo>
                    <a:pt x="326" y="258"/>
                  </a:lnTo>
                  <a:lnTo>
                    <a:pt x="327" y="258"/>
                  </a:lnTo>
                  <a:lnTo>
                    <a:pt x="333" y="253"/>
                  </a:lnTo>
                  <a:lnTo>
                    <a:pt x="334" y="251"/>
                  </a:lnTo>
                  <a:lnTo>
                    <a:pt x="336" y="247"/>
                  </a:lnTo>
                  <a:lnTo>
                    <a:pt x="338" y="247"/>
                  </a:lnTo>
                  <a:lnTo>
                    <a:pt x="339" y="248"/>
                  </a:lnTo>
                  <a:lnTo>
                    <a:pt x="339" y="249"/>
                  </a:lnTo>
                  <a:lnTo>
                    <a:pt x="339" y="251"/>
                  </a:lnTo>
                  <a:lnTo>
                    <a:pt x="340" y="251"/>
                  </a:lnTo>
                  <a:lnTo>
                    <a:pt x="341" y="252"/>
                  </a:lnTo>
                  <a:lnTo>
                    <a:pt x="343" y="252"/>
                  </a:lnTo>
                  <a:lnTo>
                    <a:pt x="344" y="252"/>
                  </a:lnTo>
                  <a:lnTo>
                    <a:pt x="344" y="251"/>
                  </a:lnTo>
                  <a:lnTo>
                    <a:pt x="344" y="251"/>
                  </a:lnTo>
                  <a:lnTo>
                    <a:pt x="345" y="248"/>
                  </a:lnTo>
                  <a:lnTo>
                    <a:pt x="346" y="247"/>
                  </a:lnTo>
                  <a:lnTo>
                    <a:pt x="346" y="246"/>
                  </a:lnTo>
                  <a:lnTo>
                    <a:pt x="346" y="245"/>
                  </a:lnTo>
                  <a:lnTo>
                    <a:pt x="347" y="245"/>
                  </a:lnTo>
                  <a:lnTo>
                    <a:pt x="347" y="246"/>
                  </a:lnTo>
                  <a:lnTo>
                    <a:pt x="347" y="247"/>
                  </a:lnTo>
                  <a:lnTo>
                    <a:pt x="346" y="249"/>
                  </a:lnTo>
                  <a:lnTo>
                    <a:pt x="346" y="251"/>
                  </a:lnTo>
                  <a:lnTo>
                    <a:pt x="346" y="251"/>
                  </a:lnTo>
                  <a:lnTo>
                    <a:pt x="346" y="251"/>
                  </a:lnTo>
                  <a:lnTo>
                    <a:pt x="347" y="251"/>
                  </a:lnTo>
                  <a:lnTo>
                    <a:pt x="347" y="251"/>
                  </a:lnTo>
                  <a:lnTo>
                    <a:pt x="348" y="249"/>
                  </a:lnTo>
                  <a:lnTo>
                    <a:pt x="348" y="248"/>
                  </a:lnTo>
                  <a:lnTo>
                    <a:pt x="348" y="248"/>
                  </a:lnTo>
                  <a:lnTo>
                    <a:pt x="349" y="248"/>
                  </a:lnTo>
                  <a:lnTo>
                    <a:pt x="349" y="248"/>
                  </a:lnTo>
                  <a:lnTo>
                    <a:pt x="351" y="247"/>
                  </a:lnTo>
                  <a:lnTo>
                    <a:pt x="352" y="247"/>
                  </a:lnTo>
                  <a:lnTo>
                    <a:pt x="352" y="246"/>
                  </a:lnTo>
                  <a:lnTo>
                    <a:pt x="351" y="246"/>
                  </a:lnTo>
                  <a:lnTo>
                    <a:pt x="351" y="246"/>
                  </a:lnTo>
                  <a:lnTo>
                    <a:pt x="351" y="246"/>
                  </a:lnTo>
                  <a:lnTo>
                    <a:pt x="351" y="246"/>
                  </a:lnTo>
                  <a:lnTo>
                    <a:pt x="351" y="247"/>
                  </a:lnTo>
                  <a:lnTo>
                    <a:pt x="349" y="246"/>
                  </a:lnTo>
                  <a:lnTo>
                    <a:pt x="349" y="246"/>
                  </a:lnTo>
                  <a:lnTo>
                    <a:pt x="349" y="245"/>
                  </a:lnTo>
                  <a:lnTo>
                    <a:pt x="352" y="245"/>
                  </a:lnTo>
                  <a:lnTo>
                    <a:pt x="353" y="245"/>
                  </a:lnTo>
                  <a:lnTo>
                    <a:pt x="354" y="246"/>
                  </a:lnTo>
                  <a:lnTo>
                    <a:pt x="355" y="247"/>
                  </a:lnTo>
                  <a:lnTo>
                    <a:pt x="354" y="248"/>
                  </a:lnTo>
                  <a:lnTo>
                    <a:pt x="353" y="249"/>
                  </a:lnTo>
                  <a:lnTo>
                    <a:pt x="352" y="251"/>
                  </a:lnTo>
                  <a:lnTo>
                    <a:pt x="352" y="253"/>
                  </a:lnTo>
                  <a:lnTo>
                    <a:pt x="349" y="254"/>
                  </a:lnTo>
                  <a:lnTo>
                    <a:pt x="349" y="254"/>
                  </a:lnTo>
                  <a:lnTo>
                    <a:pt x="349" y="255"/>
                  </a:lnTo>
                  <a:lnTo>
                    <a:pt x="349" y="256"/>
                  </a:lnTo>
                  <a:lnTo>
                    <a:pt x="349" y="256"/>
                  </a:lnTo>
                  <a:lnTo>
                    <a:pt x="348" y="258"/>
                  </a:lnTo>
                  <a:lnTo>
                    <a:pt x="347" y="256"/>
                  </a:lnTo>
                  <a:lnTo>
                    <a:pt x="345" y="255"/>
                  </a:lnTo>
                  <a:lnTo>
                    <a:pt x="343" y="256"/>
                  </a:lnTo>
                  <a:lnTo>
                    <a:pt x="341" y="256"/>
                  </a:lnTo>
                  <a:lnTo>
                    <a:pt x="340" y="259"/>
                  </a:lnTo>
                  <a:lnTo>
                    <a:pt x="340" y="260"/>
                  </a:lnTo>
                  <a:lnTo>
                    <a:pt x="340" y="261"/>
                  </a:lnTo>
                  <a:lnTo>
                    <a:pt x="341" y="263"/>
                  </a:lnTo>
                  <a:lnTo>
                    <a:pt x="343" y="265"/>
                  </a:lnTo>
                  <a:lnTo>
                    <a:pt x="343" y="266"/>
                  </a:lnTo>
                  <a:lnTo>
                    <a:pt x="345" y="266"/>
                  </a:lnTo>
                  <a:lnTo>
                    <a:pt x="346" y="266"/>
                  </a:lnTo>
                  <a:lnTo>
                    <a:pt x="348" y="265"/>
                  </a:lnTo>
                  <a:lnTo>
                    <a:pt x="351" y="263"/>
                  </a:lnTo>
                  <a:lnTo>
                    <a:pt x="351" y="263"/>
                  </a:lnTo>
                  <a:lnTo>
                    <a:pt x="351" y="265"/>
                  </a:lnTo>
                  <a:lnTo>
                    <a:pt x="349" y="266"/>
                  </a:lnTo>
                  <a:lnTo>
                    <a:pt x="349" y="267"/>
                  </a:lnTo>
                  <a:lnTo>
                    <a:pt x="352" y="269"/>
                  </a:lnTo>
                  <a:lnTo>
                    <a:pt x="353" y="270"/>
                  </a:lnTo>
                  <a:lnTo>
                    <a:pt x="355" y="270"/>
                  </a:lnTo>
                  <a:lnTo>
                    <a:pt x="356" y="270"/>
                  </a:lnTo>
                  <a:lnTo>
                    <a:pt x="359" y="270"/>
                  </a:lnTo>
                  <a:lnTo>
                    <a:pt x="360" y="269"/>
                  </a:lnTo>
                  <a:lnTo>
                    <a:pt x="361" y="267"/>
                  </a:lnTo>
                  <a:lnTo>
                    <a:pt x="361" y="265"/>
                  </a:lnTo>
                  <a:lnTo>
                    <a:pt x="361" y="263"/>
                  </a:lnTo>
                  <a:lnTo>
                    <a:pt x="361" y="260"/>
                  </a:lnTo>
                  <a:lnTo>
                    <a:pt x="362" y="259"/>
                  </a:lnTo>
                  <a:lnTo>
                    <a:pt x="362" y="258"/>
                  </a:lnTo>
                  <a:lnTo>
                    <a:pt x="363" y="258"/>
                  </a:lnTo>
                  <a:lnTo>
                    <a:pt x="365" y="256"/>
                  </a:lnTo>
                  <a:lnTo>
                    <a:pt x="366" y="256"/>
                  </a:lnTo>
                  <a:lnTo>
                    <a:pt x="366" y="255"/>
                  </a:lnTo>
                  <a:lnTo>
                    <a:pt x="367" y="255"/>
                  </a:lnTo>
                  <a:lnTo>
                    <a:pt x="367" y="254"/>
                  </a:lnTo>
                  <a:lnTo>
                    <a:pt x="367" y="254"/>
                  </a:lnTo>
                  <a:lnTo>
                    <a:pt x="367" y="253"/>
                  </a:lnTo>
                  <a:lnTo>
                    <a:pt x="367" y="252"/>
                  </a:lnTo>
                  <a:lnTo>
                    <a:pt x="367" y="252"/>
                  </a:lnTo>
                  <a:lnTo>
                    <a:pt x="368" y="251"/>
                  </a:lnTo>
                  <a:lnTo>
                    <a:pt x="368" y="251"/>
                  </a:lnTo>
                  <a:lnTo>
                    <a:pt x="369" y="252"/>
                  </a:lnTo>
                  <a:lnTo>
                    <a:pt x="369" y="252"/>
                  </a:lnTo>
                  <a:lnTo>
                    <a:pt x="372" y="25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72" y="254"/>
                  </a:lnTo>
                  <a:lnTo>
                    <a:pt x="372" y="254"/>
                  </a:lnTo>
                  <a:lnTo>
                    <a:pt x="372" y="254"/>
                  </a:lnTo>
                  <a:lnTo>
                    <a:pt x="372" y="254"/>
                  </a:lnTo>
                  <a:lnTo>
                    <a:pt x="372" y="254"/>
                  </a:lnTo>
                  <a:lnTo>
                    <a:pt x="373" y="254"/>
                  </a:lnTo>
                  <a:lnTo>
                    <a:pt x="373" y="254"/>
                  </a:lnTo>
                  <a:lnTo>
                    <a:pt x="375" y="253"/>
                  </a:lnTo>
                  <a:lnTo>
                    <a:pt x="375" y="252"/>
                  </a:lnTo>
                  <a:lnTo>
                    <a:pt x="376" y="253"/>
                  </a:lnTo>
                  <a:lnTo>
                    <a:pt x="376" y="253"/>
                  </a:lnTo>
                  <a:lnTo>
                    <a:pt x="376" y="254"/>
                  </a:lnTo>
                  <a:lnTo>
                    <a:pt x="376" y="254"/>
                  </a:lnTo>
                  <a:lnTo>
                    <a:pt x="375" y="255"/>
                  </a:lnTo>
                  <a:lnTo>
                    <a:pt x="373" y="255"/>
                  </a:lnTo>
                  <a:lnTo>
                    <a:pt x="372" y="255"/>
                  </a:lnTo>
                  <a:lnTo>
                    <a:pt x="372" y="256"/>
                  </a:lnTo>
                  <a:lnTo>
                    <a:pt x="372" y="258"/>
                  </a:lnTo>
                  <a:lnTo>
                    <a:pt x="372" y="258"/>
                  </a:lnTo>
                  <a:lnTo>
                    <a:pt x="372" y="259"/>
                  </a:lnTo>
                  <a:lnTo>
                    <a:pt x="372" y="260"/>
                  </a:lnTo>
                  <a:lnTo>
                    <a:pt x="370" y="260"/>
                  </a:lnTo>
                  <a:lnTo>
                    <a:pt x="370" y="260"/>
                  </a:lnTo>
                  <a:lnTo>
                    <a:pt x="372" y="261"/>
                  </a:lnTo>
                  <a:lnTo>
                    <a:pt x="373" y="261"/>
                  </a:lnTo>
                  <a:lnTo>
                    <a:pt x="375" y="260"/>
                  </a:lnTo>
                  <a:lnTo>
                    <a:pt x="376" y="260"/>
                  </a:lnTo>
                  <a:lnTo>
                    <a:pt x="377" y="262"/>
                  </a:lnTo>
                  <a:lnTo>
                    <a:pt x="376" y="263"/>
                  </a:lnTo>
                  <a:lnTo>
                    <a:pt x="375" y="263"/>
                  </a:lnTo>
                  <a:lnTo>
                    <a:pt x="374" y="262"/>
                  </a:lnTo>
                  <a:lnTo>
                    <a:pt x="373" y="263"/>
                  </a:lnTo>
                  <a:lnTo>
                    <a:pt x="373" y="265"/>
                  </a:lnTo>
                  <a:lnTo>
                    <a:pt x="374" y="266"/>
                  </a:lnTo>
                  <a:lnTo>
                    <a:pt x="374" y="266"/>
                  </a:lnTo>
                  <a:lnTo>
                    <a:pt x="374" y="266"/>
                  </a:lnTo>
                  <a:lnTo>
                    <a:pt x="374" y="266"/>
                  </a:lnTo>
                  <a:lnTo>
                    <a:pt x="374" y="267"/>
                  </a:lnTo>
                  <a:lnTo>
                    <a:pt x="375" y="267"/>
                  </a:lnTo>
                  <a:lnTo>
                    <a:pt x="375" y="266"/>
                  </a:lnTo>
                  <a:lnTo>
                    <a:pt x="376" y="265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6"/>
                  </a:lnTo>
                  <a:lnTo>
                    <a:pt x="377" y="267"/>
                  </a:lnTo>
                  <a:lnTo>
                    <a:pt x="376" y="268"/>
                  </a:lnTo>
                  <a:lnTo>
                    <a:pt x="376" y="268"/>
                  </a:lnTo>
                  <a:lnTo>
                    <a:pt x="377" y="268"/>
                  </a:lnTo>
                  <a:lnTo>
                    <a:pt x="377" y="268"/>
                  </a:lnTo>
                  <a:lnTo>
                    <a:pt x="379" y="267"/>
                  </a:lnTo>
                  <a:lnTo>
                    <a:pt x="379" y="267"/>
                  </a:lnTo>
                  <a:lnTo>
                    <a:pt x="381" y="268"/>
                  </a:lnTo>
                  <a:lnTo>
                    <a:pt x="380" y="269"/>
                  </a:lnTo>
                  <a:lnTo>
                    <a:pt x="379" y="269"/>
                  </a:lnTo>
                  <a:lnTo>
                    <a:pt x="380" y="269"/>
                  </a:lnTo>
                  <a:lnTo>
                    <a:pt x="380" y="269"/>
                  </a:lnTo>
                  <a:lnTo>
                    <a:pt x="380" y="270"/>
                  </a:lnTo>
                  <a:lnTo>
                    <a:pt x="380" y="270"/>
                  </a:lnTo>
                  <a:lnTo>
                    <a:pt x="379" y="270"/>
                  </a:lnTo>
                  <a:lnTo>
                    <a:pt x="379" y="272"/>
                  </a:lnTo>
                  <a:lnTo>
                    <a:pt x="377" y="272"/>
                  </a:lnTo>
                  <a:lnTo>
                    <a:pt x="377" y="273"/>
                  </a:lnTo>
                  <a:lnTo>
                    <a:pt x="379" y="274"/>
                  </a:lnTo>
                  <a:lnTo>
                    <a:pt x="379" y="274"/>
                  </a:lnTo>
                  <a:lnTo>
                    <a:pt x="380" y="275"/>
                  </a:lnTo>
                  <a:lnTo>
                    <a:pt x="381" y="276"/>
                  </a:lnTo>
                  <a:lnTo>
                    <a:pt x="380" y="276"/>
                  </a:lnTo>
                  <a:lnTo>
                    <a:pt x="377" y="275"/>
                  </a:lnTo>
                  <a:lnTo>
                    <a:pt x="377" y="275"/>
                  </a:lnTo>
                  <a:lnTo>
                    <a:pt x="376" y="276"/>
                  </a:lnTo>
                  <a:lnTo>
                    <a:pt x="376" y="279"/>
                  </a:lnTo>
                  <a:lnTo>
                    <a:pt x="375" y="279"/>
                  </a:lnTo>
                  <a:lnTo>
                    <a:pt x="375" y="279"/>
                  </a:lnTo>
                  <a:lnTo>
                    <a:pt x="376" y="277"/>
                  </a:lnTo>
                  <a:lnTo>
                    <a:pt x="376" y="276"/>
                  </a:lnTo>
                  <a:lnTo>
                    <a:pt x="375" y="276"/>
                  </a:lnTo>
                  <a:lnTo>
                    <a:pt x="374" y="276"/>
                  </a:lnTo>
                  <a:lnTo>
                    <a:pt x="373" y="274"/>
                  </a:lnTo>
                  <a:lnTo>
                    <a:pt x="373" y="274"/>
                  </a:lnTo>
                  <a:lnTo>
                    <a:pt x="372" y="274"/>
                  </a:lnTo>
                  <a:lnTo>
                    <a:pt x="370" y="273"/>
                  </a:lnTo>
                  <a:lnTo>
                    <a:pt x="369" y="273"/>
                  </a:lnTo>
                  <a:lnTo>
                    <a:pt x="370" y="275"/>
                  </a:lnTo>
                  <a:lnTo>
                    <a:pt x="369" y="276"/>
                  </a:lnTo>
                  <a:lnTo>
                    <a:pt x="368" y="277"/>
                  </a:lnTo>
                  <a:lnTo>
                    <a:pt x="367" y="279"/>
                  </a:lnTo>
                  <a:lnTo>
                    <a:pt x="367" y="280"/>
                  </a:lnTo>
                  <a:lnTo>
                    <a:pt x="366" y="281"/>
                  </a:lnTo>
                  <a:lnTo>
                    <a:pt x="366" y="281"/>
                  </a:lnTo>
                  <a:lnTo>
                    <a:pt x="365" y="281"/>
                  </a:lnTo>
                  <a:lnTo>
                    <a:pt x="363" y="281"/>
                  </a:lnTo>
                  <a:lnTo>
                    <a:pt x="362" y="281"/>
                  </a:lnTo>
                  <a:lnTo>
                    <a:pt x="361" y="283"/>
                  </a:lnTo>
                  <a:lnTo>
                    <a:pt x="361" y="284"/>
                  </a:lnTo>
                  <a:lnTo>
                    <a:pt x="362" y="285"/>
                  </a:lnTo>
                  <a:lnTo>
                    <a:pt x="362" y="287"/>
                  </a:lnTo>
                  <a:lnTo>
                    <a:pt x="365" y="287"/>
                  </a:lnTo>
                  <a:lnTo>
                    <a:pt x="366" y="287"/>
                  </a:lnTo>
                  <a:lnTo>
                    <a:pt x="368" y="287"/>
                  </a:lnTo>
                  <a:lnTo>
                    <a:pt x="369" y="288"/>
                  </a:lnTo>
                  <a:lnTo>
                    <a:pt x="368" y="288"/>
                  </a:lnTo>
                  <a:lnTo>
                    <a:pt x="368" y="288"/>
                  </a:lnTo>
                  <a:lnTo>
                    <a:pt x="368" y="288"/>
                  </a:lnTo>
                  <a:lnTo>
                    <a:pt x="367" y="288"/>
                  </a:lnTo>
                  <a:lnTo>
                    <a:pt x="368" y="288"/>
                  </a:lnTo>
                  <a:lnTo>
                    <a:pt x="372" y="290"/>
                  </a:lnTo>
                  <a:lnTo>
                    <a:pt x="372" y="291"/>
                  </a:lnTo>
                  <a:lnTo>
                    <a:pt x="370" y="291"/>
                  </a:lnTo>
                  <a:lnTo>
                    <a:pt x="369" y="290"/>
                  </a:lnTo>
                  <a:lnTo>
                    <a:pt x="368" y="289"/>
                  </a:lnTo>
                  <a:lnTo>
                    <a:pt x="367" y="289"/>
                  </a:lnTo>
                  <a:lnTo>
                    <a:pt x="365" y="289"/>
                  </a:lnTo>
                  <a:lnTo>
                    <a:pt x="362" y="289"/>
                  </a:lnTo>
                  <a:lnTo>
                    <a:pt x="360" y="288"/>
                  </a:lnTo>
                  <a:lnTo>
                    <a:pt x="356" y="287"/>
                  </a:lnTo>
                  <a:lnTo>
                    <a:pt x="353" y="285"/>
                  </a:lnTo>
                  <a:lnTo>
                    <a:pt x="354" y="287"/>
                  </a:lnTo>
                  <a:lnTo>
                    <a:pt x="356" y="288"/>
                  </a:lnTo>
                  <a:lnTo>
                    <a:pt x="358" y="289"/>
                  </a:lnTo>
                  <a:lnTo>
                    <a:pt x="358" y="289"/>
                  </a:lnTo>
                  <a:lnTo>
                    <a:pt x="356" y="289"/>
                  </a:lnTo>
                  <a:lnTo>
                    <a:pt x="359" y="290"/>
                  </a:lnTo>
                  <a:lnTo>
                    <a:pt x="359" y="290"/>
                  </a:lnTo>
                  <a:lnTo>
                    <a:pt x="359" y="290"/>
                  </a:lnTo>
                  <a:lnTo>
                    <a:pt x="359" y="290"/>
                  </a:lnTo>
                  <a:lnTo>
                    <a:pt x="361" y="292"/>
                  </a:lnTo>
                  <a:lnTo>
                    <a:pt x="359" y="294"/>
                  </a:lnTo>
                  <a:lnTo>
                    <a:pt x="353" y="292"/>
                  </a:lnTo>
                  <a:lnTo>
                    <a:pt x="349" y="292"/>
                  </a:lnTo>
                  <a:lnTo>
                    <a:pt x="352" y="294"/>
                  </a:lnTo>
                  <a:lnTo>
                    <a:pt x="353" y="294"/>
                  </a:lnTo>
                  <a:lnTo>
                    <a:pt x="353" y="295"/>
                  </a:lnTo>
                  <a:lnTo>
                    <a:pt x="353" y="295"/>
                  </a:lnTo>
                  <a:lnTo>
                    <a:pt x="352" y="295"/>
                  </a:lnTo>
                  <a:lnTo>
                    <a:pt x="353" y="296"/>
                  </a:lnTo>
                  <a:lnTo>
                    <a:pt x="355" y="298"/>
                  </a:lnTo>
                  <a:lnTo>
                    <a:pt x="355" y="299"/>
                  </a:lnTo>
                  <a:lnTo>
                    <a:pt x="356" y="301"/>
                  </a:lnTo>
                  <a:lnTo>
                    <a:pt x="356" y="302"/>
                  </a:lnTo>
                  <a:lnTo>
                    <a:pt x="358" y="302"/>
                  </a:lnTo>
                  <a:lnTo>
                    <a:pt x="360" y="303"/>
                  </a:lnTo>
                  <a:lnTo>
                    <a:pt x="362" y="304"/>
                  </a:lnTo>
                  <a:lnTo>
                    <a:pt x="363" y="303"/>
                  </a:lnTo>
                  <a:lnTo>
                    <a:pt x="365" y="304"/>
                  </a:lnTo>
                  <a:lnTo>
                    <a:pt x="365" y="304"/>
                  </a:lnTo>
                  <a:lnTo>
                    <a:pt x="365" y="304"/>
                  </a:lnTo>
                  <a:lnTo>
                    <a:pt x="365" y="304"/>
                  </a:lnTo>
                  <a:lnTo>
                    <a:pt x="366" y="305"/>
                  </a:lnTo>
                  <a:lnTo>
                    <a:pt x="368" y="306"/>
                  </a:lnTo>
                  <a:lnTo>
                    <a:pt x="369" y="306"/>
                  </a:lnTo>
                  <a:lnTo>
                    <a:pt x="369" y="306"/>
                  </a:lnTo>
                  <a:lnTo>
                    <a:pt x="369" y="308"/>
                  </a:lnTo>
                  <a:lnTo>
                    <a:pt x="369" y="309"/>
                  </a:lnTo>
                  <a:lnTo>
                    <a:pt x="369" y="310"/>
                  </a:lnTo>
                  <a:lnTo>
                    <a:pt x="370" y="309"/>
                  </a:lnTo>
                  <a:lnTo>
                    <a:pt x="370" y="311"/>
                  </a:lnTo>
                  <a:lnTo>
                    <a:pt x="369" y="311"/>
                  </a:lnTo>
                  <a:lnTo>
                    <a:pt x="369" y="311"/>
                  </a:lnTo>
                  <a:lnTo>
                    <a:pt x="368" y="311"/>
                  </a:lnTo>
                  <a:lnTo>
                    <a:pt x="369" y="312"/>
                  </a:lnTo>
                  <a:lnTo>
                    <a:pt x="369" y="313"/>
                  </a:lnTo>
                  <a:lnTo>
                    <a:pt x="370" y="313"/>
                  </a:lnTo>
                  <a:lnTo>
                    <a:pt x="375" y="311"/>
                  </a:lnTo>
                  <a:lnTo>
                    <a:pt x="377" y="311"/>
                  </a:lnTo>
                  <a:lnTo>
                    <a:pt x="379" y="312"/>
                  </a:lnTo>
                  <a:lnTo>
                    <a:pt x="379" y="312"/>
                  </a:lnTo>
                  <a:lnTo>
                    <a:pt x="380" y="312"/>
                  </a:lnTo>
                  <a:lnTo>
                    <a:pt x="381" y="312"/>
                  </a:lnTo>
                  <a:lnTo>
                    <a:pt x="381" y="312"/>
                  </a:lnTo>
                  <a:lnTo>
                    <a:pt x="381" y="312"/>
                  </a:lnTo>
                  <a:lnTo>
                    <a:pt x="382" y="312"/>
                  </a:lnTo>
                  <a:lnTo>
                    <a:pt x="383" y="311"/>
                  </a:lnTo>
                  <a:lnTo>
                    <a:pt x="383" y="311"/>
                  </a:lnTo>
                  <a:lnTo>
                    <a:pt x="384" y="311"/>
                  </a:lnTo>
                  <a:lnTo>
                    <a:pt x="384" y="312"/>
                  </a:lnTo>
                  <a:lnTo>
                    <a:pt x="384" y="312"/>
                  </a:lnTo>
                  <a:lnTo>
                    <a:pt x="383" y="312"/>
                  </a:lnTo>
                  <a:lnTo>
                    <a:pt x="383" y="312"/>
                  </a:lnTo>
                  <a:lnTo>
                    <a:pt x="382" y="313"/>
                  </a:lnTo>
                  <a:lnTo>
                    <a:pt x="382" y="313"/>
                  </a:lnTo>
                  <a:lnTo>
                    <a:pt x="382" y="315"/>
                  </a:lnTo>
                  <a:lnTo>
                    <a:pt x="382" y="315"/>
                  </a:lnTo>
                  <a:lnTo>
                    <a:pt x="382" y="315"/>
                  </a:lnTo>
                  <a:lnTo>
                    <a:pt x="384" y="316"/>
                  </a:lnTo>
                  <a:lnTo>
                    <a:pt x="384" y="316"/>
                  </a:lnTo>
                  <a:lnTo>
                    <a:pt x="385" y="316"/>
                  </a:lnTo>
                  <a:lnTo>
                    <a:pt x="387" y="315"/>
                  </a:lnTo>
                  <a:lnTo>
                    <a:pt x="388" y="315"/>
                  </a:lnTo>
                  <a:lnTo>
                    <a:pt x="389" y="315"/>
                  </a:lnTo>
                  <a:lnTo>
                    <a:pt x="389" y="315"/>
                  </a:lnTo>
                  <a:lnTo>
                    <a:pt x="390" y="315"/>
                  </a:lnTo>
                  <a:lnTo>
                    <a:pt x="391" y="316"/>
                  </a:lnTo>
                  <a:lnTo>
                    <a:pt x="391" y="317"/>
                  </a:lnTo>
                  <a:lnTo>
                    <a:pt x="391" y="317"/>
                  </a:lnTo>
                  <a:lnTo>
                    <a:pt x="392" y="318"/>
                  </a:lnTo>
                  <a:lnTo>
                    <a:pt x="394" y="317"/>
                  </a:lnTo>
                  <a:lnTo>
                    <a:pt x="395" y="316"/>
                  </a:lnTo>
                  <a:lnTo>
                    <a:pt x="396" y="313"/>
                  </a:lnTo>
                  <a:lnTo>
                    <a:pt x="396" y="313"/>
                  </a:lnTo>
                  <a:lnTo>
                    <a:pt x="396" y="315"/>
                  </a:lnTo>
                  <a:lnTo>
                    <a:pt x="396" y="315"/>
                  </a:lnTo>
                  <a:lnTo>
                    <a:pt x="396" y="315"/>
                  </a:lnTo>
                  <a:lnTo>
                    <a:pt x="397" y="315"/>
                  </a:lnTo>
                  <a:lnTo>
                    <a:pt x="397" y="315"/>
                  </a:lnTo>
                  <a:lnTo>
                    <a:pt x="397" y="316"/>
                  </a:lnTo>
                  <a:lnTo>
                    <a:pt x="397" y="317"/>
                  </a:lnTo>
                  <a:lnTo>
                    <a:pt x="397" y="317"/>
                  </a:lnTo>
                  <a:lnTo>
                    <a:pt x="398" y="316"/>
                  </a:lnTo>
                  <a:lnTo>
                    <a:pt x="398" y="317"/>
                  </a:lnTo>
                  <a:lnTo>
                    <a:pt x="399" y="318"/>
                  </a:lnTo>
                  <a:lnTo>
                    <a:pt x="399" y="318"/>
                  </a:lnTo>
                  <a:lnTo>
                    <a:pt x="399" y="319"/>
                  </a:lnTo>
                  <a:lnTo>
                    <a:pt x="401" y="319"/>
                  </a:lnTo>
                  <a:lnTo>
                    <a:pt x="401" y="318"/>
                  </a:lnTo>
                  <a:lnTo>
                    <a:pt x="402" y="319"/>
                  </a:lnTo>
                  <a:lnTo>
                    <a:pt x="402" y="320"/>
                  </a:lnTo>
                  <a:lnTo>
                    <a:pt x="403" y="322"/>
                  </a:lnTo>
                  <a:lnTo>
                    <a:pt x="403" y="322"/>
                  </a:lnTo>
                  <a:lnTo>
                    <a:pt x="403" y="322"/>
                  </a:lnTo>
                  <a:lnTo>
                    <a:pt x="403" y="323"/>
                  </a:lnTo>
                  <a:lnTo>
                    <a:pt x="402" y="323"/>
                  </a:lnTo>
                  <a:lnTo>
                    <a:pt x="401" y="324"/>
                  </a:lnTo>
                  <a:lnTo>
                    <a:pt x="401" y="324"/>
                  </a:lnTo>
                  <a:lnTo>
                    <a:pt x="404" y="325"/>
                  </a:lnTo>
                  <a:lnTo>
                    <a:pt x="405" y="325"/>
                  </a:lnTo>
                  <a:lnTo>
                    <a:pt x="405" y="326"/>
                  </a:lnTo>
                  <a:lnTo>
                    <a:pt x="408" y="326"/>
                  </a:lnTo>
                  <a:lnTo>
                    <a:pt x="408" y="326"/>
                  </a:lnTo>
                  <a:lnTo>
                    <a:pt x="408" y="326"/>
                  </a:lnTo>
                  <a:lnTo>
                    <a:pt x="408" y="325"/>
                  </a:lnTo>
                  <a:lnTo>
                    <a:pt x="409" y="325"/>
                  </a:lnTo>
                  <a:lnTo>
                    <a:pt x="410" y="325"/>
                  </a:lnTo>
                  <a:lnTo>
                    <a:pt x="411" y="325"/>
                  </a:lnTo>
                  <a:lnTo>
                    <a:pt x="412" y="326"/>
                  </a:lnTo>
                  <a:lnTo>
                    <a:pt x="410" y="326"/>
                  </a:lnTo>
                  <a:lnTo>
                    <a:pt x="410" y="327"/>
                  </a:lnTo>
                  <a:lnTo>
                    <a:pt x="411" y="327"/>
                  </a:lnTo>
                  <a:lnTo>
                    <a:pt x="411" y="327"/>
                  </a:lnTo>
                  <a:lnTo>
                    <a:pt x="412" y="328"/>
                  </a:lnTo>
                  <a:lnTo>
                    <a:pt x="410" y="328"/>
                  </a:lnTo>
                  <a:lnTo>
                    <a:pt x="410" y="328"/>
                  </a:lnTo>
                  <a:lnTo>
                    <a:pt x="410" y="330"/>
                  </a:lnTo>
                  <a:lnTo>
                    <a:pt x="409" y="330"/>
                  </a:lnTo>
                  <a:lnTo>
                    <a:pt x="409" y="328"/>
                  </a:lnTo>
                  <a:lnTo>
                    <a:pt x="409" y="328"/>
                  </a:lnTo>
                  <a:lnTo>
                    <a:pt x="409" y="327"/>
                  </a:lnTo>
                  <a:lnTo>
                    <a:pt x="408" y="327"/>
                  </a:lnTo>
                  <a:lnTo>
                    <a:pt x="406" y="330"/>
                  </a:lnTo>
                  <a:lnTo>
                    <a:pt x="405" y="331"/>
                  </a:lnTo>
                  <a:lnTo>
                    <a:pt x="405" y="332"/>
                  </a:lnTo>
                  <a:lnTo>
                    <a:pt x="406" y="331"/>
                  </a:lnTo>
                  <a:lnTo>
                    <a:pt x="411" y="331"/>
                  </a:lnTo>
                  <a:lnTo>
                    <a:pt x="410" y="335"/>
                  </a:lnTo>
                  <a:lnTo>
                    <a:pt x="409" y="337"/>
                  </a:lnTo>
                  <a:lnTo>
                    <a:pt x="409" y="335"/>
                  </a:lnTo>
                  <a:lnTo>
                    <a:pt x="408" y="334"/>
                  </a:lnTo>
                  <a:lnTo>
                    <a:pt x="406" y="334"/>
                  </a:lnTo>
                  <a:lnTo>
                    <a:pt x="405" y="334"/>
                  </a:lnTo>
                  <a:lnTo>
                    <a:pt x="406" y="334"/>
                  </a:lnTo>
                  <a:lnTo>
                    <a:pt x="406" y="335"/>
                  </a:lnTo>
                  <a:lnTo>
                    <a:pt x="408" y="337"/>
                  </a:lnTo>
                  <a:lnTo>
                    <a:pt x="408" y="338"/>
                  </a:lnTo>
                  <a:lnTo>
                    <a:pt x="406" y="337"/>
                  </a:lnTo>
                  <a:lnTo>
                    <a:pt x="405" y="337"/>
                  </a:lnTo>
                  <a:lnTo>
                    <a:pt x="405" y="335"/>
                  </a:lnTo>
                  <a:lnTo>
                    <a:pt x="405" y="337"/>
                  </a:lnTo>
                  <a:lnTo>
                    <a:pt x="404" y="339"/>
                  </a:lnTo>
                  <a:lnTo>
                    <a:pt x="402" y="341"/>
                  </a:lnTo>
                  <a:lnTo>
                    <a:pt x="402" y="342"/>
                  </a:lnTo>
                  <a:lnTo>
                    <a:pt x="404" y="345"/>
                  </a:lnTo>
                  <a:lnTo>
                    <a:pt x="403" y="346"/>
                  </a:lnTo>
                  <a:lnTo>
                    <a:pt x="402" y="346"/>
                  </a:lnTo>
                  <a:lnTo>
                    <a:pt x="399" y="342"/>
                  </a:lnTo>
                  <a:lnTo>
                    <a:pt x="399" y="341"/>
                  </a:lnTo>
                  <a:lnTo>
                    <a:pt x="398" y="341"/>
                  </a:lnTo>
                  <a:lnTo>
                    <a:pt x="396" y="338"/>
                  </a:lnTo>
                  <a:lnTo>
                    <a:pt x="396" y="337"/>
                  </a:lnTo>
                  <a:lnTo>
                    <a:pt x="395" y="337"/>
                  </a:lnTo>
                  <a:lnTo>
                    <a:pt x="394" y="337"/>
                  </a:lnTo>
                  <a:lnTo>
                    <a:pt x="394" y="338"/>
                  </a:lnTo>
                  <a:lnTo>
                    <a:pt x="395" y="338"/>
                  </a:lnTo>
                  <a:lnTo>
                    <a:pt x="395" y="339"/>
                  </a:lnTo>
                  <a:lnTo>
                    <a:pt x="395" y="339"/>
                  </a:lnTo>
                  <a:lnTo>
                    <a:pt x="395" y="340"/>
                  </a:lnTo>
                  <a:lnTo>
                    <a:pt x="394" y="341"/>
                  </a:lnTo>
                  <a:lnTo>
                    <a:pt x="391" y="341"/>
                  </a:lnTo>
                  <a:lnTo>
                    <a:pt x="390" y="341"/>
                  </a:lnTo>
                  <a:lnTo>
                    <a:pt x="389" y="344"/>
                  </a:lnTo>
                  <a:lnTo>
                    <a:pt x="389" y="345"/>
                  </a:lnTo>
                  <a:lnTo>
                    <a:pt x="389" y="346"/>
                  </a:lnTo>
                  <a:lnTo>
                    <a:pt x="385" y="352"/>
                  </a:lnTo>
                  <a:lnTo>
                    <a:pt x="384" y="353"/>
                  </a:lnTo>
                  <a:lnTo>
                    <a:pt x="383" y="354"/>
                  </a:lnTo>
                  <a:lnTo>
                    <a:pt x="383" y="351"/>
                  </a:lnTo>
                  <a:lnTo>
                    <a:pt x="383" y="349"/>
                  </a:lnTo>
                  <a:lnTo>
                    <a:pt x="383" y="349"/>
                  </a:lnTo>
                  <a:lnTo>
                    <a:pt x="384" y="348"/>
                  </a:lnTo>
                  <a:lnTo>
                    <a:pt x="385" y="347"/>
                  </a:lnTo>
                  <a:lnTo>
                    <a:pt x="387" y="345"/>
                  </a:lnTo>
                  <a:lnTo>
                    <a:pt x="387" y="344"/>
                  </a:lnTo>
                  <a:lnTo>
                    <a:pt x="387" y="342"/>
                  </a:lnTo>
                  <a:lnTo>
                    <a:pt x="387" y="342"/>
                  </a:lnTo>
                  <a:lnTo>
                    <a:pt x="387" y="341"/>
                  </a:lnTo>
                  <a:lnTo>
                    <a:pt x="387" y="341"/>
                  </a:lnTo>
                  <a:lnTo>
                    <a:pt x="389" y="340"/>
                  </a:lnTo>
                  <a:lnTo>
                    <a:pt x="389" y="340"/>
                  </a:lnTo>
                  <a:lnTo>
                    <a:pt x="390" y="337"/>
                  </a:lnTo>
                  <a:lnTo>
                    <a:pt x="391" y="335"/>
                  </a:lnTo>
                  <a:lnTo>
                    <a:pt x="391" y="333"/>
                  </a:lnTo>
                  <a:lnTo>
                    <a:pt x="391" y="332"/>
                  </a:lnTo>
                  <a:lnTo>
                    <a:pt x="390" y="332"/>
                  </a:lnTo>
                  <a:lnTo>
                    <a:pt x="390" y="332"/>
                  </a:lnTo>
                  <a:lnTo>
                    <a:pt x="390" y="333"/>
                  </a:lnTo>
                  <a:lnTo>
                    <a:pt x="390" y="334"/>
                  </a:lnTo>
                  <a:lnTo>
                    <a:pt x="389" y="335"/>
                  </a:lnTo>
                  <a:lnTo>
                    <a:pt x="389" y="334"/>
                  </a:lnTo>
                  <a:lnTo>
                    <a:pt x="389" y="333"/>
                  </a:lnTo>
                  <a:lnTo>
                    <a:pt x="389" y="331"/>
                  </a:lnTo>
                  <a:lnTo>
                    <a:pt x="388" y="330"/>
                  </a:lnTo>
                  <a:lnTo>
                    <a:pt x="388" y="330"/>
                  </a:lnTo>
                  <a:lnTo>
                    <a:pt x="387" y="331"/>
                  </a:lnTo>
                  <a:lnTo>
                    <a:pt x="387" y="332"/>
                  </a:lnTo>
                  <a:lnTo>
                    <a:pt x="388" y="333"/>
                  </a:lnTo>
                  <a:lnTo>
                    <a:pt x="388" y="334"/>
                  </a:lnTo>
                  <a:lnTo>
                    <a:pt x="388" y="335"/>
                  </a:lnTo>
                  <a:lnTo>
                    <a:pt x="387" y="338"/>
                  </a:lnTo>
                  <a:lnTo>
                    <a:pt x="385" y="339"/>
                  </a:lnTo>
                  <a:lnTo>
                    <a:pt x="383" y="339"/>
                  </a:lnTo>
                  <a:lnTo>
                    <a:pt x="383" y="339"/>
                  </a:lnTo>
                  <a:lnTo>
                    <a:pt x="382" y="337"/>
                  </a:lnTo>
                  <a:lnTo>
                    <a:pt x="382" y="335"/>
                  </a:lnTo>
                  <a:lnTo>
                    <a:pt x="382" y="334"/>
                  </a:lnTo>
                  <a:lnTo>
                    <a:pt x="381" y="334"/>
                  </a:lnTo>
                  <a:lnTo>
                    <a:pt x="380" y="333"/>
                  </a:lnTo>
                  <a:lnTo>
                    <a:pt x="375" y="326"/>
                  </a:lnTo>
                  <a:lnTo>
                    <a:pt x="375" y="326"/>
                  </a:lnTo>
                  <a:lnTo>
                    <a:pt x="376" y="325"/>
                  </a:lnTo>
                  <a:lnTo>
                    <a:pt x="375" y="325"/>
                  </a:lnTo>
                  <a:lnTo>
                    <a:pt x="374" y="325"/>
                  </a:lnTo>
                  <a:lnTo>
                    <a:pt x="373" y="325"/>
                  </a:lnTo>
                  <a:lnTo>
                    <a:pt x="374" y="327"/>
                  </a:lnTo>
                  <a:lnTo>
                    <a:pt x="369" y="326"/>
                  </a:lnTo>
                  <a:lnTo>
                    <a:pt x="367" y="326"/>
                  </a:lnTo>
                  <a:lnTo>
                    <a:pt x="365" y="326"/>
                  </a:lnTo>
                  <a:lnTo>
                    <a:pt x="363" y="325"/>
                  </a:lnTo>
                  <a:lnTo>
                    <a:pt x="363" y="323"/>
                  </a:lnTo>
                  <a:lnTo>
                    <a:pt x="362" y="323"/>
                  </a:lnTo>
                  <a:lnTo>
                    <a:pt x="363" y="320"/>
                  </a:lnTo>
                  <a:lnTo>
                    <a:pt x="363" y="319"/>
                  </a:lnTo>
                  <a:lnTo>
                    <a:pt x="362" y="318"/>
                  </a:lnTo>
                  <a:lnTo>
                    <a:pt x="361" y="319"/>
                  </a:lnTo>
                  <a:lnTo>
                    <a:pt x="359" y="322"/>
                  </a:lnTo>
                  <a:lnTo>
                    <a:pt x="358" y="322"/>
                  </a:lnTo>
                  <a:lnTo>
                    <a:pt x="347" y="322"/>
                  </a:lnTo>
                  <a:lnTo>
                    <a:pt x="349" y="320"/>
                  </a:lnTo>
                  <a:lnTo>
                    <a:pt x="351" y="319"/>
                  </a:lnTo>
                  <a:lnTo>
                    <a:pt x="352" y="319"/>
                  </a:lnTo>
                  <a:lnTo>
                    <a:pt x="352" y="318"/>
                  </a:lnTo>
                  <a:lnTo>
                    <a:pt x="352" y="317"/>
                  </a:lnTo>
                  <a:lnTo>
                    <a:pt x="352" y="316"/>
                  </a:lnTo>
                  <a:lnTo>
                    <a:pt x="352" y="315"/>
                  </a:lnTo>
                  <a:lnTo>
                    <a:pt x="351" y="315"/>
                  </a:lnTo>
                  <a:lnTo>
                    <a:pt x="351" y="316"/>
                  </a:lnTo>
                  <a:lnTo>
                    <a:pt x="351" y="316"/>
                  </a:lnTo>
                  <a:lnTo>
                    <a:pt x="351" y="316"/>
                  </a:lnTo>
                  <a:lnTo>
                    <a:pt x="349" y="315"/>
                  </a:lnTo>
                  <a:lnTo>
                    <a:pt x="351" y="315"/>
                  </a:lnTo>
                  <a:lnTo>
                    <a:pt x="351" y="313"/>
                  </a:lnTo>
                  <a:lnTo>
                    <a:pt x="351" y="313"/>
                  </a:lnTo>
                  <a:lnTo>
                    <a:pt x="351" y="312"/>
                  </a:lnTo>
                  <a:lnTo>
                    <a:pt x="349" y="312"/>
                  </a:lnTo>
                  <a:lnTo>
                    <a:pt x="348" y="313"/>
                  </a:lnTo>
                  <a:lnTo>
                    <a:pt x="347" y="313"/>
                  </a:lnTo>
                  <a:lnTo>
                    <a:pt x="347" y="313"/>
                  </a:lnTo>
                  <a:lnTo>
                    <a:pt x="346" y="312"/>
                  </a:lnTo>
                  <a:lnTo>
                    <a:pt x="346" y="312"/>
                  </a:lnTo>
                  <a:lnTo>
                    <a:pt x="346" y="312"/>
                  </a:lnTo>
                  <a:lnTo>
                    <a:pt x="346" y="311"/>
                  </a:lnTo>
                  <a:lnTo>
                    <a:pt x="346" y="311"/>
                  </a:lnTo>
                  <a:lnTo>
                    <a:pt x="346" y="311"/>
                  </a:lnTo>
                  <a:lnTo>
                    <a:pt x="346" y="310"/>
                  </a:lnTo>
                  <a:lnTo>
                    <a:pt x="346" y="310"/>
                  </a:lnTo>
                  <a:lnTo>
                    <a:pt x="346" y="309"/>
                  </a:lnTo>
                  <a:lnTo>
                    <a:pt x="346" y="310"/>
                  </a:lnTo>
                  <a:lnTo>
                    <a:pt x="347" y="309"/>
                  </a:lnTo>
                  <a:lnTo>
                    <a:pt x="346" y="308"/>
                  </a:lnTo>
                  <a:lnTo>
                    <a:pt x="345" y="308"/>
                  </a:lnTo>
                  <a:lnTo>
                    <a:pt x="344" y="308"/>
                  </a:lnTo>
                  <a:lnTo>
                    <a:pt x="344" y="308"/>
                  </a:lnTo>
                  <a:lnTo>
                    <a:pt x="344" y="309"/>
                  </a:lnTo>
                  <a:lnTo>
                    <a:pt x="344" y="311"/>
                  </a:lnTo>
                  <a:lnTo>
                    <a:pt x="343" y="310"/>
                  </a:lnTo>
                  <a:lnTo>
                    <a:pt x="339" y="308"/>
                  </a:lnTo>
                  <a:lnTo>
                    <a:pt x="337" y="310"/>
                  </a:lnTo>
                  <a:lnTo>
                    <a:pt x="334" y="309"/>
                  </a:lnTo>
                  <a:lnTo>
                    <a:pt x="325" y="304"/>
                  </a:lnTo>
                  <a:lnTo>
                    <a:pt x="324" y="303"/>
                  </a:lnTo>
                  <a:lnTo>
                    <a:pt x="323" y="303"/>
                  </a:lnTo>
                  <a:lnTo>
                    <a:pt x="322" y="304"/>
                  </a:lnTo>
                  <a:lnTo>
                    <a:pt x="322" y="304"/>
                  </a:lnTo>
                  <a:lnTo>
                    <a:pt x="323" y="305"/>
                  </a:lnTo>
                  <a:lnTo>
                    <a:pt x="322" y="305"/>
                  </a:lnTo>
                  <a:lnTo>
                    <a:pt x="320" y="304"/>
                  </a:lnTo>
                  <a:lnTo>
                    <a:pt x="318" y="302"/>
                  </a:lnTo>
                  <a:lnTo>
                    <a:pt x="317" y="301"/>
                  </a:lnTo>
                  <a:lnTo>
                    <a:pt x="317" y="302"/>
                  </a:lnTo>
                  <a:lnTo>
                    <a:pt x="316" y="303"/>
                  </a:lnTo>
                  <a:lnTo>
                    <a:pt x="316" y="305"/>
                  </a:lnTo>
                  <a:lnTo>
                    <a:pt x="317" y="304"/>
                  </a:lnTo>
                  <a:lnTo>
                    <a:pt x="317" y="304"/>
                  </a:lnTo>
                  <a:lnTo>
                    <a:pt x="318" y="305"/>
                  </a:lnTo>
                  <a:lnTo>
                    <a:pt x="317" y="305"/>
                  </a:lnTo>
                  <a:lnTo>
                    <a:pt x="316" y="306"/>
                  </a:lnTo>
                  <a:lnTo>
                    <a:pt x="315" y="306"/>
                  </a:lnTo>
                  <a:lnTo>
                    <a:pt x="316" y="306"/>
                  </a:lnTo>
                  <a:lnTo>
                    <a:pt x="316" y="308"/>
                  </a:lnTo>
                  <a:lnTo>
                    <a:pt x="316" y="308"/>
                  </a:lnTo>
                  <a:lnTo>
                    <a:pt x="317" y="306"/>
                  </a:lnTo>
                  <a:lnTo>
                    <a:pt x="317" y="306"/>
                  </a:lnTo>
                  <a:lnTo>
                    <a:pt x="322" y="310"/>
                  </a:lnTo>
                  <a:lnTo>
                    <a:pt x="322" y="310"/>
                  </a:lnTo>
                  <a:lnTo>
                    <a:pt x="323" y="310"/>
                  </a:lnTo>
                  <a:lnTo>
                    <a:pt x="325" y="310"/>
                  </a:lnTo>
                  <a:lnTo>
                    <a:pt x="327" y="311"/>
                  </a:lnTo>
                  <a:lnTo>
                    <a:pt x="329" y="312"/>
                  </a:lnTo>
                  <a:lnTo>
                    <a:pt x="331" y="313"/>
                  </a:lnTo>
                  <a:lnTo>
                    <a:pt x="330" y="313"/>
                  </a:lnTo>
                  <a:lnTo>
                    <a:pt x="329" y="315"/>
                  </a:lnTo>
                  <a:lnTo>
                    <a:pt x="329" y="316"/>
                  </a:lnTo>
                  <a:lnTo>
                    <a:pt x="329" y="317"/>
                  </a:lnTo>
                  <a:lnTo>
                    <a:pt x="330" y="317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1" y="319"/>
                  </a:lnTo>
                  <a:lnTo>
                    <a:pt x="331" y="322"/>
                  </a:lnTo>
                  <a:lnTo>
                    <a:pt x="330" y="320"/>
                  </a:lnTo>
                  <a:lnTo>
                    <a:pt x="330" y="320"/>
                  </a:lnTo>
                  <a:lnTo>
                    <a:pt x="330" y="319"/>
                  </a:lnTo>
                  <a:lnTo>
                    <a:pt x="329" y="319"/>
                  </a:lnTo>
                  <a:lnTo>
                    <a:pt x="329" y="322"/>
                  </a:lnTo>
                  <a:lnTo>
                    <a:pt x="330" y="323"/>
                  </a:lnTo>
                  <a:lnTo>
                    <a:pt x="331" y="324"/>
                  </a:lnTo>
                  <a:lnTo>
                    <a:pt x="332" y="324"/>
                  </a:lnTo>
                  <a:lnTo>
                    <a:pt x="332" y="325"/>
                  </a:lnTo>
                  <a:lnTo>
                    <a:pt x="331" y="326"/>
                  </a:lnTo>
                  <a:lnTo>
                    <a:pt x="330" y="324"/>
                  </a:lnTo>
                  <a:lnTo>
                    <a:pt x="329" y="324"/>
                  </a:lnTo>
                  <a:lnTo>
                    <a:pt x="327" y="325"/>
                  </a:lnTo>
                  <a:lnTo>
                    <a:pt x="329" y="326"/>
                  </a:lnTo>
                  <a:lnTo>
                    <a:pt x="326" y="326"/>
                  </a:lnTo>
                  <a:lnTo>
                    <a:pt x="326" y="330"/>
                  </a:lnTo>
                  <a:lnTo>
                    <a:pt x="327" y="332"/>
                  </a:lnTo>
                  <a:lnTo>
                    <a:pt x="330" y="331"/>
                  </a:lnTo>
                  <a:lnTo>
                    <a:pt x="330" y="333"/>
                  </a:lnTo>
                  <a:lnTo>
                    <a:pt x="329" y="337"/>
                  </a:lnTo>
                  <a:lnTo>
                    <a:pt x="329" y="337"/>
                  </a:lnTo>
                  <a:lnTo>
                    <a:pt x="327" y="338"/>
                  </a:lnTo>
                  <a:lnTo>
                    <a:pt x="326" y="339"/>
                  </a:lnTo>
                  <a:lnTo>
                    <a:pt x="325" y="340"/>
                  </a:lnTo>
                  <a:lnTo>
                    <a:pt x="324" y="341"/>
                  </a:lnTo>
                  <a:lnTo>
                    <a:pt x="319" y="344"/>
                  </a:lnTo>
                  <a:lnTo>
                    <a:pt x="317" y="345"/>
                  </a:lnTo>
                  <a:lnTo>
                    <a:pt x="316" y="345"/>
                  </a:lnTo>
                  <a:lnTo>
                    <a:pt x="317" y="345"/>
                  </a:lnTo>
                  <a:lnTo>
                    <a:pt x="317" y="344"/>
                  </a:lnTo>
                  <a:lnTo>
                    <a:pt x="317" y="342"/>
                  </a:lnTo>
                  <a:lnTo>
                    <a:pt x="316" y="341"/>
                  </a:lnTo>
                  <a:lnTo>
                    <a:pt x="316" y="340"/>
                  </a:lnTo>
                  <a:lnTo>
                    <a:pt x="313" y="339"/>
                  </a:lnTo>
                  <a:lnTo>
                    <a:pt x="313" y="338"/>
                  </a:lnTo>
                  <a:lnTo>
                    <a:pt x="313" y="338"/>
                  </a:lnTo>
                  <a:lnTo>
                    <a:pt x="315" y="337"/>
                  </a:lnTo>
                  <a:lnTo>
                    <a:pt x="315" y="335"/>
                  </a:lnTo>
                  <a:lnTo>
                    <a:pt x="315" y="334"/>
                  </a:lnTo>
                  <a:lnTo>
                    <a:pt x="315" y="333"/>
                  </a:lnTo>
                  <a:lnTo>
                    <a:pt x="315" y="332"/>
                  </a:lnTo>
                  <a:lnTo>
                    <a:pt x="315" y="331"/>
                  </a:lnTo>
                  <a:lnTo>
                    <a:pt x="315" y="330"/>
                  </a:lnTo>
                  <a:lnTo>
                    <a:pt x="313" y="330"/>
                  </a:lnTo>
                  <a:lnTo>
                    <a:pt x="312" y="328"/>
                  </a:lnTo>
                  <a:lnTo>
                    <a:pt x="312" y="330"/>
                  </a:lnTo>
                  <a:lnTo>
                    <a:pt x="312" y="331"/>
                  </a:lnTo>
                  <a:lnTo>
                    <a:pt x="311" y="332"/>
                  </a:lnTo>
                  <a:lnTo>
                    <a:pt x="311" y="332"/>
                  </a:lnTo>
                  <a:lnTo>
                    <a:pt x="310" y="331"/>
                  </a:lnTo>
                  <a:lnTo>
                    <a:pt x="308" y="327"/>
                  </a:lnTo>
                  <a:lnTo>
                    <a:pt x="308" y="326"/>
                  </a:lnTo>
                  <a:lnTo>
                    <a:pt x="308" y="326"/>
                  </a:lnTo>
                  <a:lnTo>
                    <a:pt x="306" y="326"/>
                  </a:lnTo>
                  <a:lnTo>
                    <a:pt x="305" y="327"/>
                  </a:lnTo>
                  <a:lnTo>
                    <a:pt x="305" y="327"/>
                  </a:lnTo>
                  <a:lnTo>
                    <a:pt x="305" y="328"/>
                  </a:lnTo>
                  <a:lnTo>
                    <a:pt x="305" y="330"/>
                  </a:lnTo>
                  <a:lnTo>
                    <a:pt x="303" y="332"/>
                  </a:lnTo>
                  <a:lnTo>
                    <a:pt x="303" y="327"/>
                  </a:lnTo>
                  <a:lnTo>
                    <a:pt x="302" y="326"/>
                  </a:lnTo>
                  <a:lnTo>
                    <a:pt x="301" y="324"/>
                  </a:lnTo>
                  <a:lnTo>
                    <a:pt x="300" y="324"/>
                  </a:lnTo>
                  <a:lnTo>
                    <a:pt x="300" y="323"/>
                  </a:lnTo>
                  <a:lnTo>
                    <a:pt x="300" y="323"/>
                  </a:lnTo>
                  <a:lnTo>
                    <a:pt x="298" y="323"/>
                  </a:lnTo>
                  <a:lnTo>
                    <a:pt x="298" y="324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6" y="328"/>
                  </a:lnTo>
                  <a:lnTo>
                    <a:pt x="295" y="327"/>
                  </a:lnTo>
                  <a:lnTo>
                    <a:pt x="294" y="327"/>
                  </a:lnTo>
                  <a:lnTo>
                    <a:pt x="294" y="328"/>
                  </a:lnTo>
                  <a:lnTo>
                    <a:pt x="293" y="328"/>
                  </a:lnTo>
                  <a:lnTo>
                    <a:pt x="290" y="328"/>
                  </a:lnTo>
                  <a:lnTo>
                    <a:pt x="289" y="328"/>
                  </a:lnTo>
                  <a:lnTo>
                    <a:pt x="290" y="327"/>
                  </a:lnTo>
                  <a:lnTo>
                    <a:pt x="290" y="327"/>
                  </a:lnTo>
                  <a:lnTo>
                    <a:pt x="289" y="326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88" y="328"/>
                  </a:lnTo>
                  <a:lnTo>
                    <a:pt x="287" y="327"/>
                  </a:lnTo>
                  <a:lnTo>
                    <a:pt x="287" y="328"/>
                  </a:lnTo>
                  <a:lnTo>
                    <a:pt x="286" y="328"/>
                  </a:lnTo>
                  <a:lnTo>
                    <a:pt x="287" y="330"/>
                  </a:lnTo>
                  <a:lnTo>
                    <a:pt x="287" y="330"/>
                  </a:lnTo>
                  <a:lnTo>
                    <a:pt x="289" y="330"/>
                  </a:lnTo>
                  <a:lnTo>
                    <a:pt x="289" y="332"/>
                  </a:lnTo>
                  <a:lnTo>
                    <a:pt x="288" y="333"/>
                  </a:lnTo>
                  <a:lnTo>
                    <a:pt x="288" y="333"/>
                  </a:lnTo>
                  <a:lnTo>
                    <a:pt x="288" y="335"/>
                  </a:lnTo>
                  <a:lnTo>
                    <a:pt x="288" y="335"/>
                  </a:lnTo>
                  <a:lnTo>
                    <a:pt x="287" y="335"/>
                  </a:lnTo>
                  <a:lnTo>
                    <a:pt x="287" y="334"/>
                  </a:lnTo>
                  <a:lnTo>
                    <a:pt x="286" y="334"/>
                  </a:lnTo>
                  <a:lnTo>
                    <a:pt x="286" y="334"/>
                  </a:lnTo>
                  <a:lnTo>
                    <a:pt x="284" y="335"/>
                  </a:lnTo>
                  <a:lnTo>
                    <a:pt x="284" y="338"/>
                  </a:lnTo>
                  <a:lnTo>
                    <a:pt x="284" y="338"/>
                  </a:lnTo>
                  <a:lnTo>
                    <a:pt x="284" y="338"/>
                  </a:lnTo>
                  <a:lnTo>
                    <a:pt x="284" y="341"/>
                  </a:lnTo>
                  <a:lnTo>
                    <a:pt x="284" y="344"/>
                  </a:lnTo>
                  <a:lnTo>
                    <a:pt x="284" y="342"/>
                  </a:lnTo>
                  <a:lnTo>
                    <a:pt x="283" y="341"/>
                  </a:lnTo>
                  <a:lnTo>
                    <a:pt x="283" y="341"/>
                  </a:lnTo>
                  <a:lnTo>
                    <a:pt x="282" y="341"/>
                  </a:lnTo>
                  <a:lnTo>
                    <a:pt x="282" y="342"/>
                  </a:lnTo>
                  <a:lnTo>
                    <a:pt x="282" y="342"/>
                  </a:lnTo>
                  <a:lnTo>
                    <a:pt x="282" y="344"/>
                  </a:lnTo>
                  <a:lnTo>
                    <a:pt x="281" y="345"/>
                  </a:lnTo>
                  <a:lnTo>
                    <a:pt x="281" y="345"/>
                  </a:lnTo>
                  <a:lnTo>
                    <a:pt x="281" y="345"/>
                  </a:lnTo>
                  <a:lnTo>
                    <a:pt x="280" y="346"/>
                  </a:lnTo>
                  <a:lnTo>
                    <a:pt x="280" y="345"/>
                  </a:lnTo>
                  <a:lnTo>
                    <a:pt x="279" y="345"/>
                  </a:lnTo>
                  <a:lnTo>
                    <a:pt x="276" y="345"/>
                  </a:lnTo>
                  <a:lnTo>
                    <a:pt x="276" y="346"/>
                  </a:lnTo>
                  <a:lnTo>
                    <a:pt x="276" y="346"/>
                  </a:lnTo>
                  <a:lnTo>
                    <a:pt x="273" y="346"/>
                  </a:lnTo>
                  <a:lnTo>
                    <a:pt x="272" y="346"/>
                  </a:lnTo>
                  <a:lnTo>
                    <a:pt x="273" y="345"/>
                  </a:lnTo>
                  <a:lnTo>
                    <a:pt x="274" y="344"/>
                  </a:lnTo>
                  <a:lnTo>
                    <a:pt x="275" y="344"/>
                  </a:lnTo>
                  <a:lnTo>
                    <a:pt x="274" y="341"/>
                  </a:lnTo>
                  <a:lnTo>
                    <a:pt x="273" y="342"/>
                  </a:lnTo>
                  <a:lnTo>
                    <a:pt x="272" y="342"/>
                  </a:lnTo>
                  <a:lnTo>
                    <a:pt x="269" y="341"/>
                  </a:lnTo>
                  <a:lnTo>
                    <a:pt x="268" y="341"/>
                  </a:lnTo>
                  <a:lnTo>
                    <a:pt x="269" y="342"/>
                  </a:lnTo>
                  <a:lnTo>
                    <a:pt x="268" y="344"/>
                  </a:lnTo>
                  <a:lnTo>
                    <a:pt x="267" y="344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6" y="346"/>
                  </a:lnTo>
                  <a:lnTo>
                    <a:pt x="262" y="342"/>
                  </a:lnTo>
                  <a:lnTo>
                    <a:pt x="260" y="341"/>
                  </a:lnTo>
                  <a:lnTo>
                    <a:pt x="258" y="341"/>
                  </a:lnTo>
                  <a:lnTo>
                    <a:pt x="255" y="342"/>
                  </a:lnTo>
                  <a:lnTo>
                    <a:pt x="255" y="341"/>
                  </a:lnTo>
                  <a:lnTo>
                    <a:pt x="255" y="340"/>
                  </a:lnTo>
                  <a:lnTo>
                    <a:pt x="257" y="340"/>
                  </a:lnTo>
                  <a:lnTo>
                    <a:pt x="257" y="339"/>
                  </a:lnTo>
                  <a:lnTo>
                    <a:pt x="257" y="339"/>
                  </a:lnTo>
                  <a:lnTo>
                    <a:pt x="255" y="338"/>
                  </a:lnTo>
                  <a:lnTo>
                    <a:pt x="253" y="338"/>
                  </a:lnTo>
                  <a:lnTo>
                    <a:pt x="253" y="339"/>
                  </a:lnTo>
                  <a:lnTo>
                    <a:pt x="253" y="340"/>
                  </a:lnTo>
                  <a:lnTo>
                    <a:pt x="252" y="341"/>
                  </a:lnTo>
                  <a:lnTo>
                    <a:pt x="252" y="341"/>
                  </a:lnTo>
                  <a:lnTo>
                    <a:pt x="250" y="341"/>
                  </a:lnTo>
                  <a:lnTo>
                    <a:pt x="250" y="341"/>
                  </a:lnTo>
                  <a:lnTo>
                    <a:pt x="247" y="339"/>
                  </a:lnTo>
                  <a:lnTo>
                    <a:pt x="246" y="339"/>
                  </a:lnTo>
                  <a:lnTo>
                    <a:pt x="238" y="338"/>
                  </a:lnTo>
                  <a:lnTo>
                    <a:pt x="233" y="337"/>
                  </a:lnTo>
                  <a:lnTo>
                    <a:pt x="230" y="334"/>
                  </a:lnTo>
                  <a:lnTo>
                    <a:pt x="229" y="330"/>
                  </a:lnTo>
                  <a:lnTo>
                    <a:pt x="230" y="331"/>
                  </a:lnTo>
                  <a:lnTo>
                    <a:pt x="231" y="332"/>
                  </a:lnTo>
                  <a:lnTo>
                    <a:pt x="232" y="331"/>
                  </a:lnTo>
                  <a:lnTo>
                    <a:pt x="233" y="330"/>
                  </a:lnTo>
                  <a:lnTo>
                    <a:pt x="234" y="328"/>
                  </a:lnTo>
                  <a:lnTo>
                    <a:pt x="234" y="327"/>
                  </a:lnTo>
                  <a:lnTo>
                    <a:pt x="236" y="326"/>
                  </a:lnTo>
                  <a:lnTo>
                    <a:pt x="238" y="325"/>
                  </a:lnTo>
                  <a:lnTo>
                    <a:pt x="237" y="327"/>
                  </a:lnTo>
                  <a:lnTo>
                    <a:pt x="238" y="328"/>
                  </a:lnTo>
                  <a:lnTo>
                    <a:pt x="240" y="330"/>
                  </a:lnTo>
                  <a:lnTo>
                    <a:pt x="243" y="328"/>
                  </a:lnTo>
                  <a:lnTo>
                    <a:pt x="243" y="332"/>
                  </a:lnTo>
                  <a:lnTo>
                    <a:pt x="243" y="333"/>
                  </a:lnTo>
                  <a:lnTo>
                    <a:pt x="241" y="334"/>
                  </a:lnTo>
                  <a:lnTo>
                    <a:pt x="243" y="334"/>
                  </a:lnTo>
                  <a:lnTo>
                    <a:pt x="244" y="335"/>
                  </a:lnTo>
                  <a:lnTo>
                    <a:pt x="244" y="335"/>
                  </a:lnTo>
                  <a:lnTo>
                    <a:pt x="244" y="337"/>
                  </a:lnTo>
                  <a:lnTo>
                    <a:pt x="245" y="335"/>
                  </a:lnTo>
                  <a:lnTo>
                    <a:pt x="246" y="335"/>
                  </a:lnTo>
                  <a:lnTo>
                    <a:pt x="247" y="334"/>
                  </a:lnTo>
                  <a:lnTo>
                    <a:pt x="246" y="334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7" y="331"/>
                  </a:lnTo>
                  <a:lnTo>
                    <a:pt x="246" y="328"/>
                  </a:lnTo>
                  <a:lnTo>
                    <a:pt x="241" y="325"/>
                  </a:lnTo>
                  <a:lnTo>
                    <a:pt x="238" y="324"/>
                  </a:lnTo>
                  <a:lnTo>
                    <a:pt x="238" y="324"/>
                  </a:lnTo>
                  <a:lnTo>
                    <a:pt x="237" y="323"/>
                  </a:lnTo>
                  <a:lnTo>
                    <a:pt x="237" y="322"/>
                  </a:lnTo>
                  <a:lnTo>
                    <a:pt x="237" y="320"/>
                  </a:lnTo>
                  <a:lnTo>
                    <a:pt x="237" y="320"/>
                  </a:lnTo>
                  <a:lnTo>
                    <a:pt x="236" y="320"/>
                  </a:lnTo>
                  <a:lnTo>
                    <a:pt x="236" y="320"/>
                  </a:lnTo>
                  <a:lnTo>
                    <a:pt x="233" y="318"/>
                  </a:lnTo>
                  <a:lnTo>
                    <a:pt x="233" y="316"/>
                  </a:lnTo>
                  <a:lnTo>
                    <a:pt x="233" y="313"/>
                  </a:lnTo>
                  <a:lnTo>
                    <a:pt x="234" y="311"/>
                  </a:lnTo>
                  <a:lnTo>
                    <a:pt x="234" y="310"/>
                  </a:lnTo>
                  <a:lnTo>
                    <a:pt x="236" y="310"/>
                  </a:lnTo>
                  <a:lnTo>
                    <a:pt x="237" y="309"/>
                  </a:lnTo>
                  <a:lnTo>
                    <a:pt x="237" y="308"/>
                  </a:lnTo>
                  <a:lnTo>
                    <a:pt x="236" y="306"/>
                  </a:lnTo>
                  <a:lnTo>
                    <a:pt x="236" y="305"/>
                  </a:lnTo>
                  <a:lnTo>
                    <a:pt x="234" y="305"/>
                  </a:lnTo>
                  <a:lnTo>
                    <a:pt x="233" y="305"/>
                  </a:lnTo>
                  <a:lnTo>
                    <a:pt x="234" y="306"/>
                  </a:lnTo>
                  <a:lnTo>
                    <a:pt x="233" y="308"/>
                  </a:lnTo>
                  <a:lnTo>
                    <a:pt x="232" y="310"/>
                  </a:lnTo>
                  <a:lnTo>
                    <a:pt x="231" y="311"/>
                  </a:lnTo>
                  <a:lnTo>
                    <a:pt x="231" y="312"/>
                  </a:lnTo>
                  <a:lnTo>
                    <a:pt x="232" y="312"/>
                  </a:lnTo>
                  <a:lnTo>
                    <a:pt x="232" y="313"/>
                  </a:lnTo>
                  <a:lnTo>
                    <a:pt x="232" y="313"/>
                  </a:lnTo>
                  <a:lnTo>
                    <a:pt x="231" y="316"/>
                  </a:lnTo>
                  <a:lnTo>
                    <a:pt x="231" y="317"/>
                  </a:lnTo>
                  <a:lnTo>
                    <a:pt x="229" y="316"/>
                  </a:lnTo>
                  <a:lnTo>
                    <a:pt x="225" y="315"/>
                  </a:lnTo>
                  <a:lnTo>
                    <a:pt x="224" y="315"/>
                  </a:lnTo>
                  <a:lnTo>
                    <a:pt x="222" y="315"/>
                  </a:lnTo>
                  <a:lnTo>
                    <a:pt x="221" y="315"/>
                  </a:lnTo>
                  <a:lnTo>
                    <a:pt x="221" y="313"/>
                  </a:lnTo>
                  <a:lnTo>
                    <a:pt x="221" y="312"/>
                  </a:lnTo>
                  <a:lnTo>
                    <a:pt x="222" y="312"/>
                  </a:lnTo>
                  <a:lnTo>
                    <a:pt x="222" y="311"/>
                  </a:lnTo>
                  <a:lnTo>
                    <a:pt x="221" y="310"/>
                  </a:lnTo>
                  <a:lnTo>
                    <a:pt x="218" y="311"/>
                  </a:lnTo>
                  <a:lnTo>
                    <a:pt x="215" y="313"/>
                  </a:lnTo>
                  <a:lnTo>
                    <a:pt x="212" y="313"/>
                  </a:lnTo>
                  <a:lnTo>
                    <a:pt x="210" y="313"/>
                  </a:lnTo>
                  <a:lnTo>
                    <a:pt x="211" y="312"/>
                  </a:lnTo>
                  <a:lnTo>
                    <a:pt x="211" y="311"/>
                  </a:lnTo>
                  <a:lnTo>
                    <a:pt x="211" y="309"/>
                  </a:lnTo>
                  <a:lnTo>
                    <a:pt x="210" y="308"/>
                  </a:lnTo>
                  <a:lnTo>
                    <a:pt x="210" y="306"/>
                  </a:lnTo>
                  <a:lnTo>
                    <a:pt x="210" y="305"/>
                  </a:lnTo>
                  <a:lnTo>
                    <a:pt x="209" y="304"/>
                  </a:lnTo>
                  <a:lnTo>
                    <a:pt x="209" y="304"/>
                  </a:lnTo>
                  <a:lnTo>
                    <a:pt x="208" y="304"/>
                  </a:lnTo>
                  <a:lnTo>
                    <a:pt x="207" y="305"/>
                  </a:lnTo>
                  <a:lnTo>
                    <a:pt x="205" y="305"/>
                  </a:lnTo>
                  <a:lnTo>
                    <a:pt x="203" y="305"/>
                  </a:lnTo>
                  <a:lnTo>
                    <a:pt x="203" y="304"/>
                  </a:lnTo>
                  <a:lnTo>
                    <a:pt x="203" y="303"/>
                  </a:lnTo>
                  <a:lnTo>
                    <a:pt x="203" y="301"/>
                  </a:lnTo>
                  <a:lnTo>
                    <a:pt x="203" y="297"/>
                  </a:lnTo>
                  <a:lnTo>
                    <a:pt x="203" y="296"/>
                  </a:lnTo>
                  <a:lnTo>
                    <a:pt x="201" y="295"/>
                  </a:lnTo>
                  <a:lnTo>
                    <a:pt x="198" y="295"/>
                  </a:lnTo>
                  <a:lnTo>
                    <a:pt x="191" y="296"/>
                  </a:lnTo>
                  <a:lnTo>
                    <a:pt x="190" y="296"/>
                  </a:lnTo>
                  <a:lnTo>
                    <a:pt x="188" y="298"/>
                  </a:lnTo>
                  <a:lnTo>
                    <a:pt x="186" y="299"/>
                  </a:lnTo>
                  <a:lnTo>
                    <a:pt x="185" y="298"/>
                  </a:lnTo>
                  <a:lnTo>
                    <a:pt x="185" y="297"/>
                  </a:lnTo>
                  <a:lnTo>
                    <a:pt x="185" y="296"/>
                  </a:lnTo>
                  <a:lnTo>
                    <a:pt x="183" y="296"/>
                  </a:lnTo>
                  <a:lnTo>
                    <a:pt x="185" y="294"/>
                  </a:lnTo>
                  <a:lnTo>
                    <a:pt x="185" y="292"/>
                  </a:lnTo>
                  <a:lnTo>
                    <a:pt x="186" y="291"/>
                  </a:lnTo>
                  <a:lnTo>
                    <a:pt x="186" y="291"/>
                  </a:lnTo>
                  <a:lnTo>
                    <a:pt x="187" y="292"/>
                  </a:lnTo>
                  <a:lnTo>
                    <a:pt x="187" y="292"/>
                  </a:lnTo>
                  <a:lnTo>
                    <a:pt x="188" y="291"/>
                  </a:lnTo>
                  <a:lnTo>
                    <a:pt x="187" y="290"/>
                  </a:lnTo>
                  <a:lnTo>
                    <a:pt x="187" y="289"/>
                  </a:lnTo>
                  <a:lnTo>
                    <a:pt x="186" y="289"/>
                  </a:lnTo>
                  <a:lnTo>
                    <a:pt x="182" y="289"/>
                  </a:lnTo>
                  <a:lnTo>
                    <a:pt x="181" y="289"/>
                  </a:lnTo>
                  <a:lnTo>
                    <a:pt x="179" y="290"/>
                  </a:lnTo>
                  <a:lnTo>
                    <a:pt x="179" y="290"/>
                  </a:lnTo>
                  <a:lnTo>
                    <a:pt x="178" y="290"/>
                  </a:lnTo>
                  <a:lnTo>
                    <a:pt x="176" y="289"/>
                  </a:lnTo>
                  <a:lnTo>
                    <a:pt x="175" y="290"/>
                  </a:lnTo>
                  <a:lnTo>
                    <a:pt x="175" y="290"/>
                  </a:lnTo>
                  <a:lnTo>
                    <a:pt x="175" y="291"/>
                  </a:lnTo>
                  <a:lnTo>
                    <a:pt x="175" y="292"/>
                  </a:lnTo>
                  <a:lnTo>
                    <a:pt x="174" y="292"/>
                  </a:lnTo>
                  <a:lnTo>
                    <a:pt x="167" y="296"/>
                  </a:lnTo>
                  <a:lnTo>
                    <a:pt x="166" y="296"/>
                  </a:lnTo>
                  <a:lnTo>
                    <a:pt x="165" y="298"/>
                  </a:lnTo>
                  <a:lnTo>
                    <a:pt x="164" y="299"/>
                  </a:lnTo>
                  <a:lnTo>
                    <a:pt x="162" y="299"/>
                  </a:lnTo>
                  <a:lnTo>
                    <a:pt x="164" y="298"/>
                  </a:lnTo>
                  <a:lnTo>
                    <a:pt x="164" y="297"/>
                  </a:lnTo>
                  <a:lnTo>
                    <a:pt x="164" y="296"/>
                  </a:lnTo>
                  <a:lnTo>
                    <a:pt x="162" y="296"/>
                  </a:lnTo>
                  <a:lnTo>
                    <a:pt x="161" y="296"/>
                  </a:lnTo>
                  <a:lnTo>
                    <a:pt x="161" y="297"/>
                  </a:lnTo>
                  <a:lnTo>
                    <a:pt x="160" y="298"/>
                  </a:lnTo>
                  <a:lnTo>
                    <a:pt x="160" y="298"/>
                  </a:lnTo>
                  <a:lnTo>
                    <a:pt x="159" y="297"/>
                  </a:lnTo>
                  <a:lnTo>
                    <a:pt x="159" y="298"/>
                  </a:lnTo>
                  <a:lnTo>
                    <a:pt x="160" y="301"/>
                  </a:lnTo>
                  <a:lnTo>
                    <a:pt x="160" y="302"/>
                  </a:lnTo>
                  <a:lnTo>
                    <a:pt x="161" y="303"/>
                  </a:lnTo>
                  <a:lnTo>
                    <a:pt x="162" y="303"/>
                  </a:lnTo>
                  <a:lnTo>
                    <a:pt x="162" y="302"/>
                  </a:lnTo>
                  <a:lnTo>
                    <a:pt x="165" y="302"/>
                  </a:lnTo>
                  <a:lnTo>
                    <a:pt x="166" y="301"/>
                  </a:lnTo>
                  <a:lnTo>
                    <a:pt x="166" y="301"/>
                  </a:lnTo>
                  <a:lnTo>
                    <a:pt x="167" y="302"/>
                  </a:lnTo>
                  <a:lnTo>
                    <a:pt x="165" y="303"/>
                  </a:lnTo>
                  <a:lnTo>
                    <a:pt x="164" y="303"/>
                  </a:lnTo>
                  <a:lnTo>
                    <a:pt x="166" y="308"/>
                  </a:lnTo>
                  <a:lnTo>
                    <a:pt x="167" y="309"/>
                  </a:lnTo>
                  <a:lnTo>
                    <a:pt x="167" y="309"/>
                  </a:lnTo>
                  <a:lnTo>
                    <a:pt x="168" y="309"/>
                  </a:lnTo>
                  <a:lnTo>
                    <a:pt x="171" y="308"/>
                  </a:lnTo>
                  <a:lnTo>
                    <a:pt x="172" y="308"/>
                  </a:lnTo>
                  <a:lnTo>
                    <a:pt x="173" y="308"/>
                  </a:lnTo>
                  <a:lnTo>
                    <a:pt x="171" y="309"/>
                  </a:lnTo>
                  <a:lnTo>
                    <a:pt x="169" y="310"/>
                  </a:lnTo>
                  <a:lnTo>
                    <a:pt x="169" y="310"/>
                  </a:lnTo>
                  <a:lnTo>
                    <a:pt x="172" y="311"/>
                  </a:lnTo>
                  <a:lnTo>
                    <a:pt x="171" y="312"/>
                  </a:lnTo>
                  <a:lnTo>
                    <a:pt x="168" y="312"/>
                  </a:lnTo>
                  <a:lnTo>
                    <a:pt x="164" y="312"/>
                  </a:lnTo>
                  <a:lnTo>
                    <a:pt x="161" y="312"/>
                  </a:lnTo>
                  <a:lnTo>
                    <a:pt x="155" y="316"/>
                  </a:lnTo>
                  <a:lnTo>
                    <a:pt x="153" y="317"/>
                  </a:lnTo>
                  <a:lnTo>
                    <a:pt x="151" y="317"/>
                  </a:lnTo>
                  <a:lnTo>
                    <a:pt x="139" y="316"/>
                  </a:lnTo>
                  <a:lnTo>
                    <a:pt x="137" y="315"/>
                  </a:lnTo>
                  <a:lnTo>
                    <a:pt x="137" y="316"/>
                  </a:lnTo>
                  <a:lnTo>
                    <a:pt x="136" y="315"/>
                  </a:lnTo>
                  <a:lnTo>
                    <a:pt x="133" y="316"/>
                  </a:lnTo>
                  <a:lnTo>
                    <a:pt x="119" y="313"/>
                  </a:lnTo>
                  <a:lnTo>
                    <a:pt x="111" y="311"/>
                  </a:lnTo>
                  <a:lnTo>
                    <a:pt x="108" y="310"/>
                  </a:lnTo>
                  <a:lnTo>
                    <a:pt x="104" y="306"/>
                  </a:lnTo>
                  <a:lnTo>
                    <a:pt x="95" y="304"/>
                  </a:lnTo>
                  <a:lnTo>
                    <a:pt x="89" y="302"/>
                  </a:lnTo>
                  <a:lnTo>
                    <a:pt x="80" y="301"/>
                  </a:lnTo>
                  <a:lnTo>
                    <a:pt x="76" y="299"/>
                  </a:lnTo>
                  <a:lnTo>
                    <a:pt x="72" y="301"/>
                  </a:lnTo>
                  <a:lnTo>
                    <a:pt x="67" y="302"/>
                  </a:lnTo>
                  <a:lnTo>
                    <a:pt x="66" y="302"/>
                  </a:lnTo>
                  <a:lnTo>
                    <a:pt x="65" y="302"/>
                  </a:lnTo>
                  <a:lnTo>
                    <a:pt x="61" y="302"/>
                  </a:lnTo>
                  <a:lnTo>
                    <a:pt x="59" y="302"/>
                  </a:lnTo>
                  <a:lnTo>
                    <a:pt x="58" y="303"/>
                  </a:lnTo>
                  <a:lnTo>
                    <a:pt x="50" y="303"/>
                  </a:lnTo>
                  <a:lnTo>
                    <a:pt x="43" y="304"/>
                  </a:lnTo>
                  <a:lnTo>
                    <a:pt x="39" y="304"/>
                  </a:lnTo>
                  <a:lnTo>
                    <a:pt x="37" y="306"/>
                  </a:lnTo>
                  <a:lnTo>
                    <a:pt x="36" y="308"/>
                  </a:lnTo>
                  <a:lnTo>
                    <a:pt x="33" y="309"/>
                  </a:lnTo>
                  <a:lnTo>
                    <a:pt x="32" y="310"/>
                  </a:lnTo>
                  <a:lnTo>
                    <a:pt x="31" y="310"/>
                  </a:lnTo>
                  <a:lnTo>
                    <a:pt x="29" y="309"/>
                  </a:lnTo>
                  <a:lnTo>
                    <a:pt x="28" y="306"/>
                  </a:lnTo>
                  <a:lnTo>
                    <a:pt x="26" y="303"/>
                  </a:lnTo>
                  <a:lnTo>
                    <a:pt x="25" y="301"/>
                  </a:lnTo>
                  <a:lnTo>
                    <a:pt x="26" y="299"/>
                  </a:lnTo>
                  <a:lnTo>
                    <a:pt x="31" y="299"/>
                  </a:lnTo>
                  <a:lnTo>
                    <a:pt x="32" y="298"/>
                  </a:lnTo>
                  <a:lnTo>
                    <a:pt x="36" y="292"/>
                  </a:lnTo>
                  <a:lnTo>
                    <a:pt x="36" y="287"/>
                  </a:lnTo>
                  <a:lnTo>
                    <a:pt x="35" y="285"/>
                  </a:lnTo>
                  <a:lnTo>
                    <a:pt x="33" y="284"/>
                  </a:lnTo>
                  <a:lnTo>
                    <a:pt x="33" y="284"/>
                  </a:lnTo>
                  <a:lnTo>
                    <a:pt x="35" y="282"/>
                  </a:lnTo>
                  <a:lnTo>
                    <a:pt x="39" y="276"/>
                  </a:lnTo>
                  <a:lnTo>
                    <a:pt x="38" y="275"/>
                  </a:lnTo>
                  <a:lnTo>
                    <a:pt x="38" y="274"/>
                  </a:lnTo>
                  <a:lnTo>
                    <a:pt x="39" y="273"/>
                  </a:lnTo>
                  <a:lnTo>
                    <a:pt x="39" y="270"/>
                  </a:lnTo>
                  <a:lnTo>
                    <a:pt x="39" y="269"/>
                  </a:lnTo>
                  <a:lnTo>
                    <a:pt x="39" y="268"/>
                  </a:lnTo>
                  <a:lnTo>
                    <a:pt x="39" y="266"/>
                  </a:lnTo>
                  <a:lnTo>
                    <a:pt x="38" y="266"/>
                  </a:lnTo>
                  <a:lnTo>
                    <a:pt x="38" y="265"/>
                  </a:lnTo>
                  <a:lnTo>
                    <a:pt x="38" y="263"/>
                  </a:lnTo>
                  <a:lnTo>
                    <a:pt x="38" y="262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38" y="258"/>
                  </a:lnTo>
                  <a:lnTo>
                    <a:pt x="37" y="256"/>
                  </a:lnTo>
                  <a:lnTo>
                    <a:pt x="36" y="255"/>
                  </a:lnTo>
                  <a:lnTo>
                    <a:pt x="35" y="254"/>
                  </a:lnTo>
                  <a:lnTo>
                    <a:pt x="35" y="249"/>
                  </a:lnTo>
                  <a:lnTo>
                    <a:pt x="35" y="248"/>
                  </a:lnTo>
                  <a:lnTo>
                    <a:pt x="36" y="246"/>
                  </a:lnTo>
                  <a:lnTo>
                    <a:pt x="37" y="244"/>
                  </a:lnTo>
                  <a:lnTo>
                    <a:pt x="38" y="242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7" y="238"/>
                  </a:lnTo>
                  <a:lnTo>
                    <a:pt x="37" y="238"/>
                  </a:lnTo>
                  <a:lnTo>
                    <a:pt x="37" y="235"/>
                  </a:lnTo>
                  <a:lnTo>
                    <a:pt x="36" y="235"/>
                  </a:lnTo>
                  <a:lnTo>
                    <a:pt x="36" y="234"/>
                  </a:lnTo>
                  <a:lnTo>
                    <a:pt x="36" y="234"/>
                  </a:lnTo>
                  <a:lnTo>
                    <a:pt x="36" y="232"/>
                  </a:lnTo>
                  <a:lnTo>
                    <a:pt x="36" y="231"/>
                  </a:lnTo>
                  <a:lnTo>
                    <a:pt x="37" y="230"/>
                  </a:lnTo>
                  <a:lnTo>
                    <a:pt x="38" y="230"/>
                  </a:lnTo>
                  <a:lnTo>
                    <a:pt x="38" y="229"/>
                  </a:lnTo>
                  <a:lnTo>
                    <a:pt x="39" y="224"/>
                  </a:lnTo>
                  <a:lnTo>
                    <a:pt x="40" y="223"/>
                  </a:lnTo>
                  <a:lnTo>
                    <a:pt x="43" y="220"/>
                  </a:lnTo>
                  <a:lnTo>
                    <a:pt x="43" y="219"/>
                  </a:lnTo>
                  <a:lnTo>
                    <a:pt x="44" y="215"/>
                  </a:lnTo>
                  <a:lnTo>
                    <a:pt x="46" y="209"/>
                  </a:lnTo>
                  <a:lnTo>
                    <a:pt x="46" y="208"/>
                  </a:lnTo>
                  <a:lnTo>
                    <a:pt x="46" y="206"/>
                  </a:lnTo>
                  <a:lnTo>
                    <a:pt x="46" y="205"/>
                  </a:lnTo>
                  <a:lnTo>
                    <a:pt x="46" y="204"/>
                  </a:lnTo>
                  <a:lnTo>
                    <a:pt x="46" y="203"/>
                  </a:lnTo>
                  <a:lnTo>
                    <a:pt x="46" y="202"/>
                  </a:lnTo>
                  <a:lnTo>
                    <a:pt x="46" y="201"/>
                  </a:lnTo>
                  <a:lnTo>
                    <a:pt x="46" y="201"/>
                  </a:lnTo>
                  <a:lnTo>
                    <a:pt x="47" y="199"/>
                  </a:lnTo>
                  <a:lnTo>
                    <a:pt x="49" y="198"/>
                  </a:lnTo>
                  <a:lnTo>
                    <a:pt x="49" y="198"/>
                  </a:lnTo>
                  <a:lnTo>
                    <a:pt x="47" y="197"/>
                  </a:lnTo>
                  <a:lnTo>
                    <a:pt x="47" y="196"/>
                  </a:lnTo>
                  <a:lnTo>
                    <a:pt x="45" y="194"/>
                  </a:lnTo>
                  <a:lnTo>
                    <a:pt x="45" y="192"/>
                  </a:lnTo>
                  <a:lnTo>
                    <a:pt x="46" y="191"/>
                  </a:lnTo>
                  <a:lnTo>
                    <a:pt x="46" y="191"/>
                  </a:lnTo>
                  <a:lnTo>
                    <a:pt x="49" y="190"/>
                  </a:lnTo>
                  <a:lnTo>
                    <a:pt x="50" y="190"/>
                  </a:lnTo>
                  <a:lnTo>
                    <a:pt x="50" y="189"/>
                  </a:lnTo>
                  <a:lnTo>
                    <a:pt x="50" y="188"/>
                  </a:lnTo>
                  <a:lnTo>
                    <a:pt x="49" y="188"/>
                  </a:lnTo>
                  <a:lnTo>
                    <a:pt x="46" y="184"/>
                  </a:lnTo>
                  <a:lnTo>
                    <a:pt x="46" y="183"/>
                  </a:lnTo>
                  <a:lnTo>
                    <a:pt x="46" y="182"/>
                  </a:lnTo>
                  <a:lnTo>
                    <a:pt x="46" y="181"/>
                  </a:lnTo>
                  <a:lnTo>
                    <a:pt x="46" y="177"/>
                  </a:lnTo>
                  <a:lnTo>
                    <a:pt x="46" y="175"/>
                  </a:lnTo>
                  <a:lnTo>
                    <a:pt x="45" y="175"/>
                  </a:lnTo>
                  <a:lnTo>
                    <a:pt x="43" y="176"/>
                  </a:lnTo>
                  <a:lnTo>
                    <a:pt x="43" y="176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42" y="174"/>
                  </a:lnTo>
                  <a:lnTo>
                    <a:pt x="42" y="172"/>
                  </a:lnTo>
                  <a:lnTo>
                    <a:pt x="42" y="172"/>
                  </a:lnTo>
                  <a:lnTo>
                    <a:pt x="40" y="170"/>
                  </a:lnTo>
                  <a:lnTo>
                    <a:pt x="40" y="170"/>
                  </a:lnTo>
                  <a:lnTo>
                    <a:pt x="40" y="170"/>
                  </a:lnTo>
                  <a:lnTo>
                    <a:pt x="40" y="169"/>
                  </a:lnTo>
                  <a:lnTo>
                    <a:pt x="39" y="169"/>
                  </a:lnTo>
                  <a:lnTo>
                    <a:pt x="39" y="168"/>
                  </a:lnTo>
                  <a:lnTo>
                    <a:pt x="39" y="168"/>
                  </a:lnTo>
                  <a:lnTo>
                    <a:pt x="38" y="167"/>
                  </a:lnTo>
                  <a:lnTo>
                    <a:pt x="36" y="166"/>
                  </a:lnTo>
                  <a:lnTo>
                    <a:pt x="36" y="165"/>
                  </a:lnTo>
                  <a:lnTo>
                    <a:pt x="36" y="165"/>
                  </a:lnTo>
                  <a:lnTo>
                    <a:pt x="36" y="163"/>
                  </a:lnTo>
                  <a:lnTo>
                    <a:pt x="36" y="163"/>
                  </a:lnTo>
                  <a:lnTo>
                    <a:pt x="36" y="162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7" y="160"/>
                  </a:lnTo>
                  <a:lnTo>
                    <a:pt x="37" y="160"/>
                  </a:lnTo>
                  <a:lnTo>
                    <a:pt x="37" y="160"/>
                  </a:lnTo>
                  <a:lnTo>
                    <a:pt x="36" y="159"/>
                  </a:lnTo>
                  <a:lnTo>
                    <a:pt x="35" y="158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33" y="155"/>
                  </a:lnTo>
                  <a:lnTo>
                    <a:pt x="32" y="154"/>
                  </a:lnTo>
                  <a:lnTo>
                    <a:pt x="32" y="153"/>
                  </a:lnTo>
                  <a:lnTo>
                    <a:pt x="32" y="153"/>
                  </a:lnTo>
                  <a:lnTo>
                    <a:pt x="32" y="152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30" y="152"/>
                  </a:lnTo>
                  <a:lnTo>
                    <a:pt x="30" y="152"/>
                  </a:lnTo>
                  <a:lnTo>
                    <a:pt x="30" y="151"/>
                  </a:lnTo>
                  <a:lnTo>
                    <a:pt x="30" y="151"/>
                  </a:lnTo>
                  <a:lnTo>
                    <a:pt x="29" y="149"/>
                  </a:lnTo>
                  <a:lnTo>
                    <a:pt x="29" y="149"/>
                  </a:lnTo>
                  <a:lnTo>
                    <a:pt x="30" y="149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1" y="148"/>
                  </a:lnTo>
                  <a:lnTo>
                    <a:pt x="31" y="148"/>
                  </a:lnTo>
                  <a:lnTo>
                    <a:pt x="31" y="147"/>
                  </a:lnTo>
                  <a:lnTo>
                    <a:pt x="30" y="147"/>
                  </a:lnTo>
                  <a:lnTo>
                    <a:pt x="30" y="147"/>
                  </a:lnTo>
                  <a:lnTo>
                    <a:pt x="30" y="146"/>
                  </a:lnTo>
                  <a:lnTo>
                    <a:pt x="28" y="146"/>
                  </a:lnTo>
                  <a:lnTo>
                    <a:pt x="28" y="146"/>
                  </a:lnTo>
                  <a:lnTo>
                    <a:pt x="26" y="146"/>
                  </a:lnTo>
                  <a:lnTo>
                    <a:pt x="26" y="145"/>
                  </a:lnTo>
                  <a:lnTo>
                    <a:pt x="24" y="142"/>
                  </a:lnTo>
                  <a:lnTo>
                    <a:pt x="23" y="142"/>
                  </a:lnTo>
                  <a:lnTo>
                    <a:pt x="23" y="141"/>
                  </a:lnTo>
                  <a:lnTo>
                    <a:pt x="23" y="140"/>
                  </a:lnTo>
                  <a:lnTo>
                    <a:pt x="22" y="140"/>
                  </a:lnTo>
                  <a:lnTo>
                    <a:pt x="22" y="139"/>
                  </a:lnTo>
                  <a:lnTo>
                    <a:pt x="22" y="139"/>
                  </a:lnTo>
                  <a:lnTo>
                    <a:pt x="22" y="138"/>
                  </a:lnTo>
                  <a:lnTo>
                    <a:pt x="23" y="137"/>
                  </a:lnTo>
                  <a:lnTo>
                    <a:pt x="23" y="137"/>
                  </a:lnTo>
                  <a:lnTo>
                    <a:pt x="23" y="136"/>
                  </a:lnTo>
                  <a:lnTo>
                    <a:pt x="23" y="133"/>
                  </a:lnTo>
                  <a:lnTo>
                    <a:pt x="23" y="132"/>
                  </a:lnTo>
                  <a:lnTo>
                    <a:pt x="23" y="131"/>
                  </a:lnTo>
                  <a:lnTo>
                    <a:pt x="23" y="131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2" y="129"/>
                  </a:lnTo>
                  <a:lnTo>
                    <a:pt x="22" y="129"/>
                  </a:lnTo>
                  <a:lnTo>
                    <a:pt x="22" y="127"/>
                  </a:lnTo>
                  <a:lnTo>
                    <a:pt x="21" y="124"/>
                  </a:lnTo>
                  <a:lnTo>
                    <a:pt x="21" y="123"/>
                  </a:lnTo>
                  <a:lnTo>
                    <a:pt x="18" y="120"/>
                  </a:lnTo>
                  <a:lnTo>
                    <a:pt x="18" y="119"/>
                  </a:lnTo>
                  <a:lnTo>
                    <a:pt x="17" y="118"/>
                  </a:lnTo>
                  <a:lnTo>
                    <a:pt x="17" y="117"/>
                  </a:lnTo>
                  <a:lnTo>
                    <a:pt x="16" y="116"/>
                  </a:lnTo>
                  <a:lnTo>
                    <a:pt x="15" y="115"/>
                  </a:lnTo>
                  <a:lnTo>
                    <a:pt x="14" y="113"/>
                  </a:lnTo>
                  <a:lnTo>
                    <a:pt x="13" y="113"/>
                  </a:lnTo>
                  <a:lnTo>
                    <a:pt x="10" y="112"/>
                  </a:lnTo>
                  <a:lnTo>
                    <a:pt x="10" y="111"/>
                  </a:lnTo>
                  <a:lnTo>
                    <a:pt x="10" y="111"/>
                  </a:lnTo>
                  <a:lnTo>
                    <a:pt x="9" y="111"/>
                  </a:lnTo>
                  <a:lnTo>
                    <a:pt x="8" y="109"/>
                  </a:lnTo>
                  <a:lnTo>
                    <a:pt x="8" y="108"/>
                  </a:lnTo>
                  <a:lnTo>
                    <a:pt x="7" y="108"/>
                  </a:lnTo>
                  <a:lnTo>
                    <a:pt x="6" y="106"/>
                  </a:lnTo>
                  <a:lnTo>
                    <a:pt x="4" y="106"/>
                  </a:lnTo>
                  <a:lnTo>
                    <a:pt x="4" y="105"/>
                  </a:lnTo>
                  <a:lnTo>
                    <a:pt x="4" y="105"/>
                  </a:lnTo>
                  <a:lnTo>
                    <a:pt x="4" y="105"/>
                  </a:lnTo>
                  <a:lnTo>
                    <a:pt x="4" y="98"/>
                  </a:lnTo>
                  <a:lnTo>
                    <a:pt x="3" y="88"/>
                  </a:lnTo>
                  <a:lnTo>
                    <a:pt x="3" y="77"/>
                  </a:lnTo>
                  <a:lnTo>
                    <a:pt x="2" y="67"/>
                  </a:lnTo>
                  <a:lnTo>
                    <a:pt x="2" y="56"/>
                  </a:lnTo>
                  <a:lnTo>
                    <a:pt x="1" y="46"/>
                  </a:lnTo>
                  <a:lnTo>
                    <a:pt x="0" y="25"/>
                  </a:lnTo>
                  <a:lnTo>
                    <a:pt x="0" y="15"/>
                  </a:lnTo>
                  <a:lnTo>
                    <a:pt x="13" y="13"/>
                  </a:lnTo>
                  <a:lnTo>
                    <a:pt x="26" y="12"/>
                  </a:lnTo>
                  <a:lnTo>
                    <a:pt x="40" y="12"/>
                  </a:lnTo>
                  <a:lnTo>
                    <a:pt x="53" y="11"/>
                  </a:lnTo>
                  <a:lnTo>
                    <a:pt x="67" y="10"/>
                  </a:lnTo>
                  <a:lnTo>
                    <a:pt x="80" y="10"/>
                  </a:lnTo>
                  <a:lnTo>
                    <a:pt x="94" y="9"/>
                  </a:lnTo>
                  <a:lnTo>
                    <a:pt x="107" y="8"/>
                  </a:lnTo>
                  <a:lnTo>
                    <a:pt x="121" y="6"/>
                  </a:lnTo>
                  <a:lnTo>
                    <a:pt x="135" y="5"/>
                  </a:lnTo>
                  <a:lnTo>
                    <a:pt x="147" y="5"/>
                  </a:lnTo>
                  <a:lnTo>
                    <a:pt x="161" y="4"/>
                  </a:lnTo>
                  <a:lnTo>
                    <a:pt x="174" y="3"/>
                  </a:lnTo>
                  <a:lnTo>
                    <a:pt x="188" y="2"/>
                  </a:lnTo>
                  <a:lnTo>
                    <a:pt x="202" y="1"/>
                  </a:lnTo>
                  <a:lnTo>
                    <a:pt x="215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9"/>
            <p:cNvSpPr>
              <a:spLocks noEditPoints="1"/>
            </p:cNvSpPr>
            <p:nvPr/>
          </p:nvSpPr>
          <p:spPr bwMode="auto">
            <a:xfrm>
              <a:off x="2938463" y="2476500"/>
              <a:ext cx="423862" cy="219075"/>
            </a:xfrm>
            <a:custGeom>
              <a:avLst/>
              <a:gdLst>
                <a:gd name="T0" fmla="*/ 318 w 534"/>
                <a:gd name="T1" fmla="*/ 0 h 275"/>
                <a:gd name="T2" fmla="*/ 340 w 534"/>
                <a:gd name="T3" fmla="*/ 3 h 275"/>
                <a:gd name="T4" fmla="*/ 351 w 534"/>
                <a:gd name="T5" fmla="*/ 13 h 275"/>
                <a:gd name="T6" fmla="*/ 367 w 534"/>
                <a:gd name="T7" fmla="*/ 27 h 275"/>
                <a:gd name="T8" fmla="*/ 395 w 534"/>
                <a:gd name="T9" fmla="*/ 35 h 275"/>
                <a:gd name="T10" fmla="*/ 412 w 534"/>
                <a:gd name="T11" fmla="*/ 28 h 275"/>
                <a:gd name="T12" fmla="*/ 424 w 534"/>
                <a:gd name="T13" fmla="*/ 34 h 275"/>
                <a:gd name="T14" fmla="*/ 437 w 534"/>
                <a:gd name="T15" fmla="*/ 27 h 275"/>
                <a:gd name="T16" fmla="*/ 452 w 534"/>
                <a:gd name="T17" fmla="*/ 16 h 275"/>
                <a:gd name="T18" fmla="*/ 474 w 534"/>
                <a:gd name="T19" fmla="*/ 38 h 275"/>
                <a:gd name="T20" fmla="*/ 480 w 534"/>
                <a:gd name="T21" fmla="*/ 51 h 275"/>
                <a:gd name="T22" fmla="*/ 480 w 534"/>
                <a:gd name="T23" fmla="*/ 58 h 275"/>
                <a:gd name="T24" fmla="*/ 478 w 534"/>
                <a:gd name="T25" fmla="*/ 64 h 275"/>
                <a:gd name="T26" fmla="*/ 487 w 534"/>
                <a:gd name="T27" fmla="*/ 76 h 275"/>
                <a:gd name="T28" fmla="*/ 492 w 534"/>
                <a:gd name="T29" fmla="*/ 84 h 275"/>
                <a:gd name="T30" fmla="*/ 499 w 534"/>
                <a:gd name="T31" fmla="*/ 93 h 275"/>
                <a:gd name="T32" fmla="*/ 509 w 534"/>
                <a:gd name="T33" fmla="*/ 105 h 275"/>
                <a:gd name="T34" fmla="*/ 520 w 534"/>
                <a:gd name="T35" fmla="*/ 109 h 275"/>
                <a:gd name="T36" fmla="*/ 530 w 534"/>
                <a:gd name="T37" fmla="*/ 113 h 275"/>
                <a:gd name="T38" fmla="*/ 505 w 534"/>
                <a:gd name="T39" fmla="*/ 145 h 275"/>
                <a:gd name="T40" fmla="*/ 488 w 534"/>
                <a:gd name="T41" fmla="*/ 164 h 275"/>
                <a:gd name="T42" fmla="*/ 479 w 534"/>
                <a:gd name="T43" fmla="*/ 176 h 275"/>
                <a:gd name="T44" fmla="*/ 466 w 534"/>
                <a:gd name="T45" fmla="*/ 186 h 275"/>
                <a:gd name="T46" fmla="*/ 463 w 534"/>
                <a:gd name="T47" fmla="*/ 194 h 275"/>
                <a:gd name="T48" fmla="*/ 436 w 534"/>
                <a:gd name="T49" fmla="*/ 207 h 275"/>
                <a:gd name="T50" fmla="*/ 400 w 534"/>
                <a:gd name="T51" fmla="*/ 220 h 275"/>
                <a:gd name="T52" fmla="*/ 242 w 534"/>
                <a:gd name="T53" fmla="*/ 235 h 275"/>
                <a:gd name="T54" fmla="*/ 206 w 534"/>
                <a:gd name="T55" fmla="*/ 239 h 275"/>
                <a:gd name="T56" fmla="*/ 136 w 534"/>
                <a:gd name="T57" fmla="*/ 249 h 275"/>
                <a:gd name="T58" fmla="*/ 122 w 534"/>
                <a:gd name="T59" fmla="*/ 248 h 275"/>
                <a:gd name="T60" fmla="*/ 112 w 534"/>
                <a:gd name="T61" fmla="*/ 259 h 275"/>
                <a:gd name="T62" fmla="*/ 12 w 534"/>
                <a:gd name="T63" fmla="*/ 274 h 275"/>
                <a:gd name="T64" fmla="*/ 21 w 534"/>
                <a:gd name="T65" fmla="*/ 266 h 275"/>
                <a:gd name="T66" fmla="*/ 28 w 534"/>
                <a:gd name="T67" fmla="*/ 242 h 275"/>
                <a:gd name="T68" fmla="*/ 25 w 534"/>
                <a:gd name="T69" fmla="*/ 223 h 275"/>
                <a:gd name="T70" fmla="*/ 69 w 534"/>
                <a:gd name="T71" fmla="*/ 217 h 275"/>
                <a:gd name="T72" fmla="*/ 70 w 534"/>
                <a:gd name="T73" fmla="*/ 193 h 275"/>
                <a:gd name="T74" fmla="*/ 99 w 534"/>
                <a:gd name="T75" fmla="*/ 177 h 275"/>
                <a:gd name="T76" fmla="*/ 98 w 534"/>
                <a:gd name="T77" fmla="*/ 155 h 275"/>
                <a:gd name="T78" fmla="*/ 110 w 534"/>
                <a:gd name="T79" fmla="*/ 145 h 275"/>
                <a:gd name="T80" fmla="*/ 115 w 534"/>
                <a:gd name="T81" fmla="*/ 139 h 275"/>
                <a:gd name="T82" fmla="*/ 125 w 534"/>
                <a:gd name="T83" fmla="*/ 143 h 275"/>
                <a:gd name="T84" fmla="*/ 129 w 534"/>
                <a:gd name="T85" fmla="*/ 129 h 275"/>
                <a:gd name="T86" fmla="*/ 144 w 534"/>
                <a:gd name="T87" fmla="*/ 131 h 275"/>
                <a:gd name="T88" fmla="*/ 162 w 534"/>
                <a:gd name="T89" fmla="*/ 138 h 275"/>
                <a:gd name="T90" fmla="*/ 171 w 534"/>
                <a:gd name="T91" fmla="*/ 130 h 275"/>
                <a:gd name="T92" fmla="*/ 189 w 534"/>
                <a:gd name="T93" fmla="*/ 127 h 275"/>
                <a:gd name="T94" fmla="*/ 201 w 534"/>
                <a:gd name="T95" fmla="*/ 129 h 275"/>
                <a:gd name="T96" fmla="*/ 208 w 534"/>
                <a:gd name="T97" fmla="*/ 113 h 275"/>
                <a:gd name="T98" fmla="*/ 211 w 534"/>
                <a:gd name="T99" fmla="*/ 107 h 275"/>
                <a:gd name="T100" fmla="*/ 214 w 534"/>
                <a:gd name="T101" fmla="*/ 100 h 275"/>
                <a:gd name="T102" fmla="*/ 229 w 534"/>
                <a:gd name="T103" fmla="*/ 113 h 275"/>
                <a:gd name="T104" fmla="*/ 247 w 534"/>
                <a:gd name="T105" fmla="*/ 112 h 275"/>
                <a:gd name="T106" fmla="*/ 251 w 534"/>
                <a:gd name="T107" fmla="*/ 87 h 275"/>
                <a:gd name="T108" fmla="*/ 263 w 534"/>
                <a:gd name="T109" fmla="*/ 84 h 275"/>
                <a:gd name="T110" fmla="*/ 277 w 534"/>
                <a:gd name="T111" fmla="*/ 59 h 275"/>
                <a:gd name="T112" fmla="*/ 287 w 534"/>
                <a:gd name="T113" fmla="*/ 42 h 275"/>
                <a:gd name="T114" fmla="*/ 316 w 534"/>
                <a:gd name="T115" fmla="*/ 28 h 275"/>
                <a:gd name="T116" fmla="*/ 314 w 534"/>
                <a:gd name="T117" fmla="*/ 16 h 275"/>
                <a:gd name="T118" fmla="*/ 318 w 534"/>
                <a:gd name="T119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34" h="275">
                  <a:moveTo>
                    <a:pt x="4" y="270"/>
                  </a:moveTo>
                  <a:lnTo>
                    <a:pt x="6" y="270"/>
                  </a:lnTo>
                  <a:lnTo>
                    <a:pt x="7" y="273"/>
                  </a:lnTo>
                  <a:lnTo>
                    <a:pt x="7" y="274"/>
                  </a:lnTo>
                  <a:lnTo>
                    <a:pt x="3" y="275"/>
                  </a:lnTo>
                  <a:lnTo>
                    <a:pt x="1" y="274"/>
                  </a:lnTo>
                  <a:lnTo>
                    <a:pt x="0" y="273"/>
                  </a:lnTo>
                  <a:lnTo>
                    <a:pt x="1" y="271"/>
                  </a:lnTo>
                  <a:lnTo>
                    <a:pt x="4" y="270"/>
                  </a:lnTo>
                  <a:close/>
                  <a:moveTo>
                    <a:pt x="318" y="0"/>
                  </a:moveTo>
                  <a:lnTo>
                    <a:pt x="319" y="1"/>
                  </a:lnTo>
                  <a:lnTo>
                    <a:pt x="320" y="2"/>
                  </a:lnTo>
                  <a:lnTo>
                    <a:pt x="320" y="2"/>
                  </a:lnTo>
                  <a:lnTo>
                    <a:pt x="321" y="2"/>
                  </a:lnTo>
                  <a:lnTo>
                    <a:pt x="326" y="6"/>
                  </a:lnTo>
                  <a:lnTo>
                    <a:pt x="328" y="6"/>
                  </a:lnTo>
                  <a:lnTo>
                    <a:pt x="334" y="2"/>
                  </a:lnTo>
                  <a:lnTo>
                    <a:pt x="337" y="1"/>
                  </a:lnTo>
                  <a:lnTo>
                    <a:pt x="338" y="1"/>
                  </a:lnTo>
                  <a:lnTo>
                    <a:pt x="340" y="3"/>
                  </a:lnTo>
                  <a:lnTo>
                    <a:pt x="341" y="5"/>
                  </a:lnTo>
                  <a:lnTo>
                    <a:pt x="342" y="5"/>
                  </a:lnTo>
                  <a:lnTo>
                    <a:pt x="343" y="5"/>
                  </a:lnTo>
                  <a:lnTo>
                    <a:pt x="344" y="6"/>
                  </a:lnTo>
                  <a:lnTo>
                    <a:pt x="348" y="7"/>
                  </a:lnTo>
                  <a:lnTo>
                    <a:pt x="349" y="8"/>
                  </a:lnTo>
                  <a:lnTo>
                    <a:pt x="350" y="9"/>
                  </a:lnTo>
                  <a:lnTo>
                    <a:pt x="351" y="10"/>
                  </a:lnTo>
                  <a:lnTo>
                    <a:pt x="351" y="12"/>
                  </a:lnTo>
                  <a:lnTo>
                    <a:pt x="351" y="13"/>
                  </a:lnTo>
                  <a:lnTo>
                    <a:pt x="352" y="14"/>
                  </a:lnTo>
                  <a:lnTo>
                    <a:pt x="354" y="15"/>
                  </a:lnTo>
                  <a:lnTo>
                    <a:pt x="355" y="16"/>
                  </a:lnTo>
                  <a:lnTo>
                    <a:pt x="356" y="17"/>
                  </a:lnTo>
                  <a:lnTo>
                    <a:pt x="356" y="19"/>
                  </a:lnTo>
                  <a:lnTo>
                    <a:pt x="357" y="20"/>
                  </a:lnTo>
                  <a:lnTo>
                    <a:pt x="357" y="22"/>
                  </a:lnTo>
                  <a:lnTo>
                    <a:pt x="358" y="24"/>
                  </a:lnTo>
                  <a:lnTo>
                    <a:pt x="359" y="24"/>
                  </a:lnTo>
                  <a:lnTo>
                    <a:pt x="367" y="27"/>
                  </a:lnTo>
                  <a:lnTo>
                    <a:pt x="370" y="27"/>
                  </a:lnTo>
                  <a:lnTo>
                    <a:pt x="376" y="24"/>
                  </a:lnTo>
                  <a:lnTo>
                    <a:pt x="377" y="24"/>
                  </a:lnTo>
                  <a:lnTo>
                    <a:pt x="380" y="26"/>
                  </a:lnTo>
                  <a:lnTo>
                    <a:pt x="384" y="26"/>
                  </a:lnTo>
                  <a:lnTo>
                    <a:pt x="385" y="27"/>
                  </a:lnTo>
                  <a:lnTo>
                    <a:pt x="386" y="28"/>
                  </a:lnTo>
                  <a:lnTo>
                    <a:pt x="387" y="29"/>
                  </a:lnTo>
                  <a:lnTo>
                    <a:pt x="392" y="34"/>
                  </a:lnTo>
                  <a:lnTo>
                    <a:pt x="395" y="35"/>
                  </a:lnTo>
                  <a:lnTo>
                    <a:pt x="399" y="35"/>
                  </a:lnTo>
                  <a:lnTo>
                    <a:pt x="400" y="35"/>
                  </a:lnTo>
                  <a:lnTo>
                    <a:pt x="401" y="34"/>
                  </a:lnTo>
                  <a:lnTo>
                    <a:pt x="401" y="31"/>
                  </a:lnTo>
                  <a:lnTo>
                    <a:pt x="402" y="30"/>
                  </a:lnTo>
                  <a:lnTo>
                    <a:pt x="402" y="29"/>
                  </a:lnTo>
                  <a:lnTo>
                    <a:pt x="407" y="27"/>
                  </a:lnTo>
                  <a:lnTo>
                    <a:pt x="409" y="27"/>
                  </a:lnTo>
                  <a:lnTo>
                    <a:pt x="410" y="28"/>
                  </a:lnTo>
                  <a:lnTo>
                    <a:pt x="412" y="28"/>
                  </a:lnTo>
                  <a:lnTo>
                    <a:pt x="413" y="29"/>
                  </a:lnTo>
                  <a:lnTo>
                    <a:pt x="414" y="29"/>
                  </a:lnTo>
                  <a:lnTo>
                    <a:pt x="416" y="29"/>
                  </a:lnTo>
                  <a:lnTo>
                    <a:pt x="417" y="29"/>
                  </a:lnTo>
                  <a:lnTo>
                    <a:pt x="420" y="29"/>
                  </a:lnTo>
                  <a:lnTo>
                    <a:pt x="421" y="30"/>
                  </a:lnTo>
                  <a:lnTo>
                    <a:pt x="421" y="30"/>
                  </a:lnTo>
                  <a:lnTo>
                    <a:pt x="423" y="33"/>
                  </a:lnTo>
                  <a:lnTo>
                    <a:pt x="424" y="34"/>
                  </a:lnTo>
                  <a:lnTo>
                    <a:pt x="424" y="34"/>
                  </a:lnTo>
                  <a:lnTo>
                    <a:pt x="427" y="33"/>
                  </a:lnTo>
                  <a:lnTo>
                    <a:pt x="428" y="33"/>
                  </a:lnTo>
                  <a:lnTo>
                    <a:pt x="429" y="31"/>
                  </a:lnTo>
                  <a:lnTo>
                    <a:pt x="430" y="31"/>
                  </a:lnTo>
                  <a:lnTo>
                    <a:pt x="434" y="31"/>
                  </a:lnTo>
                  <a:lnTo>
                    <a:pt x="435" y="30"/>
                  </a:lnTo>
                  <a:lnTo>
                    <a:pt x="436" y="30"/>
                  </a:lnTo>
                  <a:lnTo>
                    <a:pt x="437" y="29"/>
                  </a:lnTo>
                  <a:lnTo>
                    <a:pt x="437" y="27"/>
                  </a:lnTo>
                  <a:lnTo>
                    <a:pt x="437" y="27"/>
                  </a:lnTo>
                  <a:lnTo>
                    <a:pt x="438" y="26"/>
                  </a:lnTo>
                  <a:lnTo>
                    <a:pt x="440" y="24"/>
                  </a:lnTo>
                  <a:lnTo>
                    <a:pt x="441" y="23"/>
                  </a:lnTo>
                  <a:lnTo>
                    <a:pt x="442" y="22"/>
                  </a:lnTo>
                  <a:lnTo>
                    <a:pt x="442" y="21"/>
                  </a:lnTo>
                  <a:lnTo>
                    <a:pt x="444" y="20"/>
                  </a:lnTo>
                  <a:lnTo>
                    <a:pt x="445" y="20"/>
                  </a:lnTo>
                  <a:lnTo>
                    <a:pt x="449" y="17"/>
                  </a:lnTo>
                  <a:lnTo>
                    <a:pt x="451" y="16"/>
                  </a:lnTo>
                  <a:lnTo>
                    <a:pt x="452" y="16"/>
                  </a:lnTo>
                  <a:lnTo>
                    <a:pt x="452" y="19"/>
                  </a:lnTo>
                  <a:lnTo>
                    <a:pt x="452" y="20"/>
                  </a:lnTo>
                  <a:lnTo>
                    <a:pt x="453" y="22"/>
                  </a:lnTo>
                  <a:lnTo>
                    <a:pt x="456" y="27"/>
                  </a:lnTo>
                  <a:lnTo>
                    <a:pt x="458" y="30"/>
                  </a:lnTo>
                  <a:lnTo>
                    <a:pt x="462" y="31"/>
                  </a:lnTo>
                  <a:lnTo>
                    <a:pt x="465" y="33"/>
                  </a:lnTo>
                  <a:lnTo>
                    <a:pt x="469" y="34"/>
                  </a:lnTo>
                  <a:lnTo>
                    <a:pt x="474" y="37"/>
                  </a:lnTo>
                  <a:lnTo>
                    <a:pt x="474" y="38"/>
                  </a:lnTo>
                  <a:lnTo>
                    <a:pt x="477" y="42"/>
                  </a:lnTo>
                  <a:lnTo>
                    <a:pt x="478" y="42"/>
                  </a:lnTo>
                  <a:lnTo>
                    <a:pt x="478" y="43"/>
                  </a:lnTo>
                  <a:lnTo>
                    <a:pt x="478" y="44"/>
                  </a:lnTo>
                  <a:lnTo>
                    <a:pt x="478" y="46"/>
                  </a:lnTo>
                  <a:lnTo>
                    <a:pt x="478" y="46"/>
                  </a:lnTo>
                  <a:lnTo>
                    <a:pt x="478" y="46"/>
                  </a:lnTo>
                  <a:lnTo>
                    <a:pt x="478" y="48"/>
                  </a:lnTo>
                  <a:lnTo>
                    <a:pt x="480" y="50"/>
                  </a:lnTo>
                  <a:lnTo>
                    <a:pt x="480" y="51"/>
                  </a:lnTo>
                  <a:lnTo>
                    <a:pt x="480" y="52"/>
                  </a:lnTo>
                  <a:lnTo>
                    <a:pt x="480" y="53"/>
                  </a:lnTo>
                  <a:lnTo>
                    <a:pt x="480" y="55"/>
                  </a:lnTo>
                  <a:lnTo>
                    <a:pt x="481" y="56"/>
                  </a:lnTo>
                  <a:lnTo>
                    <a:pt x="481" y="56"/>
                  </a:lnTo>
                  <a:lnTo>
                    <a:pt x="481" y="57"/>
                  </a:lnTo>
                  <a:lnTo>
                    <a:pt x="481" y="57"/>
                  </a:lnTo>
                  <a:lnTo>
                    <a:pt x="481" y="58"/>
                  </a:lnTo>
                  <a:lnTo>
                    <a:pt x="480" y="58"/>
                  </a:lnTo>
                  <a:lnTo>
                    <a:pt x="480" y="58"/>
                  </a:lnTo>
                  <a:lnTo>
                    <a:pt x="479" y="58"/>
                  </a:lnTo>
                  <a:lnTo>
                    <a:pt x="479" y="58"/>
                  </a:lnTo>
                  <a:lnTo>
                    <a:pt x="479" y="59"/>
                  </a:lnTo>
                  <a:lnTo>
                    <a:pt x="479" y="59"/>
                  </a:lnTo>
                  <a:lnTo>
                    <a:pt x="479" y="60"/>
                  </a:lnTo>
                  <a:lnTo>
                    <a:pt x="479" y="62"/>
                  </a:lnTo>
                  <a:lnTo>
                    <a:pt x="479" y="62"/>
                  </a:lnTo>
                  <a:lnTo>
                    <a:pt x="479" y="62"/>
                  </a:lnTo>
                  <a:lnTo>
                    <a:pt x="479" y="63"/>
                  </a:lnTo>
                  <a:lnTo>
                    <a:pt x="478" y="64"/>
                  </a:lnTo>
                  <a:lnTo>
                    <a:pt x="478" y="64"/>
                  </a:lnTo>
                  <a:lnTo>
                    <a:pt x="478" y="64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8" y="66"/>
                  </a:lnTo>
                  <a:lnTo>
                    <a:pt x="485" y="73"/>
                  </a:lnTo>
                  <a:lnTo>
                    <a:pt x="485" y="73"/>
                  </a:lnTo>
                  <a:lnTo>
                    <a:pt x="486" y="74"/>
                  </a:lnTo>
                  <a:lnTo>
                    <a:pt x="486" y="76"/>
                  </a:lnTo>
                  <a:lnTo>
                    <a:pt x="487" y="76"/>
                  </a:lnTo>
                  <a:lnTo>
                    <a:pt x="491" y="79"/>
                  </a:lnTo>
                  <a:lnTo>
                    <a:pt x="492" y="79"/>
                  </a:lnTo>
                  <a:lnTo>
                    <a:pt x="492" y="79"/>
                  </a:lnTo>
                  <a:lnTo>
                    <a:pt x="492" y="80"/>
                  </a:lnTo>
                  <a:lnTo>
                    <a:pt x="493" y="80"/>
                  </a:lnTo>
                  <a:lnTo>
                    <a:pt x="493" y="81"/>
                  </a:lnTo>
                  <a:lnTo>
                    <a:pt x="492" y="81"/>
                  </a:lnTo>
                  <a:lnTo>
                    <a:pt x="492" y="83"/>
                  </a:lnTo>
                  <a:lnTo>
                    <a:pt x="492" y="84"/>
                  </a:lnTo>
                  <a:lnTo>
                    <a:pt x="492" y="84"/>
                  </a:lnTo>
                  <a:lnTo>
                    <a:pt x="492" y="84"/>
                  </a:lnTo>
                  <a:lnTo>
                    <a:pt x="495" y="86"/>
                  </a:lnTo>
                  <a:lnTo>
                    <a:pt x="495" y="86"/>
                  </a:lnTo>
                  <a:lnTo>
                    <a:pt x="496" y="86"/>
                  </a:lnTo>
                  <a:lnTo>
                    <a:pt x="496" y="87"/>
                  </a:lnTo>
                  <a:lnTo>
                    <a:pt x="498" y="88"/>
                  </a:lnTo>
                  <a:lnTo>
                    <a:pt x="498" y="88"/>
                  </a:lnTo>
                  <a:lnTo>
                    <a:pt x="499" y="91"/>
                  </a:lnTo>
                  <a:lnTo>
                    <a:pt x="499" y="92"/>
                  </a:lnTo>
                  <a:lnTo>
                    <a:pt x="499" y="93"/>
                  </a:lnTo>
                  <a:lnTo>
                    <a:pt x="499" y="93"/>
                  </a:lnTo>
                  <a:lnTo>
                    <a:pt x="505" y="96"/>
                  </a:lnTo>
                  <a:lnTo>
                    <a:pt x="506" y="98"/>
                  </a:lnTo>
                  <a:lnTo>
                    <a:pt x="506" y="99"/>
                  </a:lnTo>
                  <a:lnTo>
                    <a:pt x="506" y="99"/>
                  </a:lnTo>
                  <a:lnTo>
                    <a:pt x="506" y="100"/>
                  </a:lnTo>
                  <a:lnTo>
                    <a:pt x="508" y="102"/>
                  </a:lnTo>
                  <a:lnTo>
                    <a:pt x="508" y="103"/>
                  </a:lnTo>
                  <a:lnTo>
                    <a:pt x="509" y="103"/>
                  </a:lnTo>
                  <a:lnTo>
                    <a:pt x="509" y="105"/>
                  </a:lnTo>
                  <a:lnTo>
                    <a:pt x="513" y="105"/>
                  </a:lnTo>
                  <a:lnTo>
                    <a:pt x="513" y="105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6" y="107"/>
                  </a:lnTo>
                  <a:lnTo>
                    <a:pt x="516" y="108"/>
                  </a:lnTo>
                  <a:lnTo>
                    <a:pt x="516" y="107"/>
                  </a:lnTo>
                  <a:lnTo>
                    <a:pt x="516" y="107"/>
                  </a:lnTo>
                  <a:lnTo>
                    <a:pt x="517" y="107"/>
                  </a:lnTo>
                  <a:lnTo>
                    <a:pt x="520" y="109"/>
                  </a:lnTo>
                  <a:lnTo>
                    <a:pt x="521" y="109"/>
                  </a:lnTo>
                  <a:lnTo>
                    <a:pt x="521" y="109"/>
                  </a:lnTo>
                  <a:lnTo>
                    <a:pt x="521" y="110"/>
                  </a:lnTo>
                  <a:lnTo>
                    <a:pt x="521" y="110"/>
                  </a:lnTo>
                  <a:lnTo>
                    <a:pt x="521" y="112"/>
                  </a:lnTo>
                  <a:lnTo>
                    <a:pt x="521" y="112"/>
                  </a:lnTo>
                  <a:lnTo>
                    <a:pt x="522" y="112"/>
                  </a:lnTo>
                  <a:lnTo>
                    <a:pt x="523" y="113"/>
                  </a:lnTo>
                  <a:lnTo>
                    <a:pt x="529" y="113"/>
                  </a:lnTo>
                  <a:lnTo>
                    <a:pt x="530" y="113"/>
                  </a:lnTo>
                  <a:lnTo>
                    <a:pt x="531" y="113"/>
                  </a:lnTo>
                  <a:lnTo>
                    <a:pt x="532" y="113"/>
                  </a:lnTo>
                  <a:lnTo>
                    <a:pt x="534" y="113"/>
                  </a:lnTo>
                  <a:lnTo>
                    <a:pt x="530" y="117"/>
                  </a:lnTo>
                  <a:lnTo>
                    <a:pt x="525" y="123"/>
                  </a:lnTo>
                  <a:lnTo>
                    <a:pt x="522" y="128"/>
                  </a:lnTo>
                  <a:lnTo>
                    <a:pt x="516" y="134"/>
                  </a:lnTo>
                  <a:lnTo>
                    <a:pt x="510" y="141"/>
                  </a:lnTo>
                  <a:lnTo>
                    <a:pt x="509" y="142"/>
                  </a:lnTo>
                  <a:lnTo>
                    <a:pt x="505" y="145"/>
                  </a:lnTo>
                  <a:lnTo>
                    <a:pt x="499" y="149"/>
                  </a:lnTo>
                  <a:lnTo>
                    <a:pt x="492" y="153"/>
                  </a:lnTo>
                  <a:lnTo>
                    <a:pt x="488" y="157"/>
                  </a:lnTo>
                  <a:lnTo>
                    <a:pt x="487" y="158"/>
                  </a:lnTo>
                  <a:lnTo>
                    <a:pt x="487" y="159"/>
                  </a:lnTo>
                  <a:lnTo>
                    <a:pt x="487" y="159"/>
                  </a:lnTo>
                  <a:lnTo>
                    <a:pt x="487" y="160"/>
                  </a:lnTo>
                  <a:lnTo>
                    <a:pt x="488" y="163"/>
                  </a:lnTo>
                  <a:lnTo>
                    <a:pt x="488" y="164"/>
                  </a:lnTo>
                  <a:lnTo>
                    <a:pt x="488" y="164"/>
                  </a:lnTo>
                  <a:lnTo>
                    <a:pt x="488" y="165"/>
                  </a:lnTo>
                  <a:lnTo>
                    <a:pt x="487" y="165"/>
                  </a:lnTo>
                  <a:lnTo>
                    <a:pt x="487" y="166"/>
                  </a:lnTo>
                  <a:lnTo>
                    <a:pt x="481" y="170"/>
                  </a:lnTo>
                  <a:lnTo>
                    <a:pt x="479" y="171"/>
                  </a:lnTo>
                  <a:lnTo>
                    <a:pt x="479" y="172"/>
                  </a:lnTo>
                  <a:lnTo>
                    <a:pt x="479" y="173"/>
                  </a:lnTo>
                  <a:lnTo>
                    <a:pt x="479" y="174"/>
                  </a:lnTo>
                  <a:lnTo>
                    <a:pt x="479" y="176"/>
                  </a:lnTo>
                  <a:lnTo>
                    <a:pt x="479" y="176"/>
                  </a:lnTo>
                  <a:lnTo>
                    <a:pt x="479" y="178"/>
                  </a:lnTo>
                  <a:lnTo>
                    <a:pt x="479" y="178"/>
                  </a:lnTo>
                  <a:lnTo>
                    <a:pt x="479" y="178"/>
                  </a:lnTo>
                  <a:lnTo>
                    <a:pt x="479" y="178"/>
                  </a:lnTo>
                  <a:lnTo>
                    <a:pt x="479" y="179"/>
                  </a:lnTo>
                  <a:lnTo>
                    <a:pt x="479" y="179"/>
                  </a:lnTo>
                  <a:lnTo>
                    <a:pt x="478" y="180"/>
                  </a:lnTo>
                  <a:lnTo>
                    <a:pt x="473" y="182"/>
                  </a:lnTo>
                  <a:lnTo>
                    <a:pt x="470" y="185"/>
                  </a:lnTo>
                  <a:lnTo>
                    <a:pt x="466" y="186"/>
                  </a:lnTo>
                  <a:lnTo>
                    <a:pt x="466" y="186"/>
                  </a:lnTo>
                  <a:lnTo>
                    <a:pt x="465" y="186"/>
                  </a:lnTo>
                  <a:lnTo>
                    <a:pt x="464" y="187"/>
                  </a:lnTo>
                  <a:lnTo>
                    <a:pt x="464" y="191"/>
                  </a:lnTo>
                  <a:lnTo>
                    <a:pt x="463" y="192"/>
                  </a:lnTo>
                  <a:lnTo>
                    <a:pt x="463" y="193"/>
                  </a:lnTo>
                  <a:lnTo>
                    <a:pt x="463" y="193"/>
                  </a:lnTo>
                  <a:lnTo>
                    <a:pt x="463" y="193"/>
                  </a:lnTo>
                  <a:lnTo>
                    <a:pt x="463" y="194"/>
                  </a:lnTo>
                  <a:lnTo>
                    <a:pt x="463" y="194"/>
                  </a:lnTo>
                  <a:lnTo>
                    <a:pt x="463" y="195"/>
                  </a:lnTo>
                  <a:lnTo>
                    <a:pt x="462" y="195"/>
                  </a:lnTo>
                  <a:lnTo>
                    <a:pt x="462" y="195"/>
                  </a:lnTo>
                  <a:lnTo>
                    <a:pt x="455" y="198"/>
                  </a:lnTo>
                  <a:lnTo>
                    <a:pt x="448" y="201"/>
                  </a:lnTo>
                  <a:lnTo>
                    <a:pt x="445" y="203"/>
                  </a:lnTo>
                  <a:lnTo>
                    <a:pt x="444" y="205"/>
                  </a:lnTo>
                  <a:lnTo>
                    <a:pt x="443" y="205"/>
                  </a:lnTo>
                  <a:lnTo>
                    <a:pt x="443" y="206"/>
                  </a:lnTo>
                  <a:lnTo>
                    <a:pt x="436" y="207"/>
                  </a:lnTo>
                  <a:lnTo>
                    <a:pt x="430" y="210"/>
                  </a:lnTo>
                  <a:lnTo>
                    <a:pt x="429" y="210"/>
                  </a:lnTo>
                  <a:lnTo>
                    <a:pt x="428" y="212"/>
                  </a:lnTo>
                  <a:lnTo>
                    <a:pt x="426" y="215"/>
                  </a:lnTo>
                  <a:lnTo>
                    <a:pt x="423" y="216"/>
                  </a:lnTo>
                  <a:lnTo>
                    <a:pt x="421" y="216"/>
                  </a:lnTo>
                  <a:lnTo>
                    <a:pt x="417" y="217"/>
                  </a:lnTo>
                  <a:lnTo>
                    <a:pt x="415" y="217"/>
                  </a:lnTo>
                  <a:lnTo>
                    <a:pt x="409" y="219"/>
                  </a:lnTo>
                  <a:lnTo>
                    <a:pt x="400" y="220"/>
                  </a:lnTo>
                  <a:lnTo>
                    <a:pt x="387" y="221"/>
                  </a:lnTo>
                  <a:lnTo>
                    <a:pt x="373" y="222"/>
                  </a:lnTo>
                  <a:lnTo>
                    <a:pt x="357" y="224"/>
                  </a:lnTo>
                  <a:lnTo>
                    <a:pt x="338" y="226"/>
                  </a:lnTo>
                  <a:lnTo>
                    <a:pt x="321" y="228"/>
                  </a:lnTo>
                  <a:lnTo>
                    <a:pt x="302" y="229"/>
                  </a:lnTo>
                  <a:lnTo>
                    <a:pt x="285" y="231"/>
                  </a:lnTo>
                  <a:lnTo>
                    <a:pt x="269" y="232"/>
                  </a:lnTo>
                  <a:lnTo>
                    <a:pt x="254" y="234"/>
                  </a:lnTo>
                  <a:lnTo>
                    <a:pt x="242" y="235"/>
                  </a:lnTo>
                  <a:lnTo>
                    <a:pt x="233" y="236"/>
                  </a:lnTo>
                  <a:lnTo>
                    <a:pt x="226" y="236"/>
                  </a:lnTo>
                  <a:lnTo>
                    <a:pt x="223" y="237"/>
                  </a:lnTo>
                  <a:lnTo>
                    <a:pt x="221" y="237"/>
                  </a:lnTo>
                  <a:lnTo>
                    <a:pt x="220" y="237"/>
                  </a:lnTo>
                  <a:lnTo>
                    <a:pt x="218" y="238"/>
                  </a:lnTo>
                  <a:lnTo>
                    <a:pt x="214" y="238"/>
                  </a:lnTo>
                  <a:lnTo>
                    <a:pt x="214" y="238"/>
                  </a:lnTo>
                  <a:lnTo>
                    <a:pt x="211" y="238"/>
                  </a:lnTo>
                  <a:lnTo>
                    <a:pt x="206" y="239"/>
                  </a:lnTo>
                  <a:lnTo>
                    <a:pt x="201" y="241"/>
                  </a:lnTo>
                  <a:lnTo>
                    <a:pt x="194" y="241"/>
                  </a:lnTo>
                  <a:lnTo>
                    <a:pt x="187" y="242"/>
                  </a:lnTo>
                  <a:lnTo>
                    <a:pt x="179" y="243"/>
                  </a:lnTo>
                  <a:lnTo>
                    <a:pt x="171" y="244"/>
                  </a:lnTo>
                  <a:lnTo>
                    <a:pt x="163" y="245"/>
                  </a:lnTo>
                  <a:lnTo>
                    <a:pt x="156" y="246"/>
                  </a:lnTo>
                  <a:lnTo>
                    <a:pt x="148" y="246"/>
                  </a:lnTo>
                  <a:lnTo>
                    <a:pt x="142" y="248"/>
                  </a:lnTo>
                  <a:lnTo>
                    <a:pt x="136" y="249"/>
                  </a:lnTo>
                  <a:lnTo>
                    <a:pt x="132" y="249"/>
                  </a:lnTo>
                  <a:lnTo>
                    <a:pt x="129" y="249"/>
                  </a:lnTo>
                  <a:lnTo>
                    <a:pt x="128" y="250"/>
                  </a:lnTo>
                  <a:lnTo>
                    <a:pt x="126" y="250"/>
                  </a:lnTo>
                  <a:lnTo>
                    <a:pt x="125" y="250"/>
                  </a:lnTo>
                  <a:lnTo>
                    <a:pt x="125" y="250"/>
                  </a:lnTo>
                  <a:lnTo>
                    <a:pt x="125" y="249"/>
                  </a:lnTo>
                  <a:lnTo>
                    <a:pt x="123" y="248"/>
                  </a:lnTo>
                  <a:lnTo>
                    <a:pt x="123" y="248"/>
                  </a:lnTo>
                  <a:lnTo>
                    <a:pt x="122" y="248"/>
                  </a:lnTo>
                  <a:lnTo>
                    <a:pt x="119" y="248"/>
                  </a:lnTo>
                  <a:lnTo>
                    <a:pt x="112" y="248"/>
                  </a:lnTo>
                  <a:lnTo>
                    <a:pt x="108" y="248"/>
                  </a:lnTo>
                  <a:lnTo>
                    <a:pt x="108" y="248"/>
                  </a:lnTo>
                  <a:lnTo>
                    <a:pt x="107" y="248"/>
                  </a:lnTo>
                  <a:lnTo>
                    <a:pt x="107" y="249"/>
                  </a:lnTo>
                  <a:lnTo>
                    <a:pt x="108" y="249"/>
                  </a:lnTo>
                  <a:lnTo>
                    <a:pt x="110" y="253"/>
                  </a:lnTo>
                  <a:lnTo>
                    <a:pt x="111" y="258"/>
                  </a:lnTo>
                  <a:lnTo>
                    <a:pt x="112" y="259"/>
                  </a:lnTo>
                  <a:lnTo>
                    <a:pt x="112" y="263"/>
                  </a:lnTo>
                  <a:lnTo>
                    <a:pt x="112" y="264"/>
                  </a:lnTo>
                  <a:lnTo>
                    <a:pt x="99" y="266"/>
                  </a:lnTo>
                  <a:lnTo>
                    <a:pt x="86" y="267"/>
                  </a:lnTo>
                  <a:lnTo>
                    <a:pt x="75" y="269"/>
                  </a:lnTo>
                  <a:lnTo>
                    <a:pt x="62" y="270"/>
                  </a:lnTo>
                  <a:lnTo>
                    <a:pt x="49" y="271"/>
                  </a:lnTo>
                  <a:lnTo>
                    <a:pt x="38" y="272"/>
                  </a:lnTo>
                  <a:lnTo>
                    <a:pt x="25" y="273"/>
                  </a:lnTo>
                  <a:lnTo>
                    <a:pt x="12" y="274"/>
                  </a:lnTo>
                  <a:lnTo>
                    <a:pt x="12" y="273"/>
                  </a:lnTo>
                  <a:lnTo>
                    <a:pt x="13" y="270"/>
                  </a:lnTo>
                  <a:lnTo>
                    <a:pt x="13" y="267"/>
                  </a:lnTo>
                  <a:lnTo>
                    <a:pt x="14" y="264"/>
                  </a:lnTo>
                  <a:lnTo>
                    <a:pt x="14" y="263"/>
                  </a:lnTo>
                  <a:lnTo>
                    <a:pt x="14" y="263"/>
                  </a:lnTo>
                  <a:lnTo>
                    <a:pt x="15" y="262"/>
                  </a:lnTo>
                  <a:lnTo>
                    <a:pt x="18" y="263"/>
                  </a:lnTo>
                  <a:lnTo>
                    <a:pt x="19" y="265"/>
                  </a:lnTo>
                  <a:lnTo>
                    <a:pt x="21" y="266"/>
                  </a:lnTo>
                  <a:lnTo>
                    <a:pt x="24" y="267"/>
                  </a:lnTo>
                  <a:lnTo>
                    <a:pt x="26" y="266"/>
                  </a:lnTo>
                  <a:lnTo>
                    <a:pt x="27" y="264"/>
                  </a:lnTo>
                  <a:lnTo>
                    <a:pt x="28" y="258"/>
                  </a:lnTo>
                  <a:lnTo>
                    <a:pt x="31" y="251"/>
                  </a:lnTo>
                  <a:lnTo>
                    <a:pt x="31" y="249"/>
                  </a:lnTo>
                  <a:lnTo>
                    <a:pt x="31" y="248"/>
                  </a:lnTo>
                  <a:lnTo>
                    <a:pt x="29" y="244"/>
                  </a:lnTo>
                  <a:lnTo>
                    <a:pt x="28" y="242"/>
                  </a:lnTo>
                  <a:lnTo>
                    <a:pt x="28" y="242"/>
                  </a:lnTo>
                  <a:lnTo>
                    <a:pt x="29" y="241"/>
                  </a:lnTo>
                  <a:lnTo>
                    <a:pt x="29" y="239"/>
                  </a:lnTo>
                  <a:lnTo>
                    <a:pt x="31" y="238"/>
                  </a:lnTo>
                  <a:lnTo>
                    <a:pt x="31" y="238"/>
                  </a:lnTo>
                  <a:lnTo>
                    <a:pt x="29" y="235"/>
                  </a:lnTo>
                  <a:lnTo>
                    <a:pt x="31" y="231"/>
                  </a:lnTo>
                  <a:lnTo>
                    <a:pt x="29" y="230"/>
                  </a:lnTo>
                  <a:lnTo>
                    <a:pt x="27" y="227"/>
                  </a:lnTo>
                  <a:lnTo>
                    <a:pt x="25" y="224"/>
                  </a:lnTo>
                  <a:lnTo>
                    <a:pt x="25" y="223"/>
                  </a:lnTo>
                  <a:lnTo>
                    <a:pt x="26" y="220"/>
                  </a:lnTo>
                  <a:lnTo>
                    <a:pt x="28" y="216"/>
                  </a:lnTo>
                  <a:lnTo>
                    <a:pt x="31" y="212"/>
                  </a:lnTo>
                  <a:lnTo>
                    <a:pt x="31" y="210"/>
                  </a:lnTo>
                  <a:lnTo>
                    <a:pt x="33" y="208"/>
                  </a:lnTo>
                  <a:lnTo>
                    <a:pt x="36" y="207"/>
                  </a:lnTo>
                  <a:lnTo>
                    <a:pt x="40" y="206"/>
                  </a:lnTo>
                  <a:lnTo>
                    <a:pt x="43" y="207"/>
                  </a:lnTo>
                  <a:lnTo>
                    <a:pt x="63" y="214"/>
                  </a:lnTo>
                  <a:lnTo>
                    <a:pt x="69" y="217"/>
                  </a:lnTo>
                  <a:lnTo>
                    <a:pt x="72" y="217"/>
                  </a:lnTo>
                  <a:lnTo>
                    <a:pt x="75" y="216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7" y="208"/>
                  </a:lnTo>
                  <a:lnTo>
                    <a:pt x="76" y="205"/>
                  </a:lnTo>
                  <a:lnTo>
                    <a:pt x="74" y="202"/>
                  </a:lnTo>
                  <a:lnTo>
                    <a:pt x="71" y="200"/>
                  </a:lnTo>
                  <a:lnTo>
                    <a:pt x="70" y="196"/>
                  </a:lnTo>
                  <a:lnTo>
                    <a:pt x="70" y="193"/>
                  </a:lnTo>
                  <a:lnTo>
                    <a:pt x="71" y="189"/>
                  </a:lnTo>
                  <a:lnTo>
                    <a:pt x="72" y="187"/>
                  </a:lnTo>
                  <a:lnTo>
                    <a:pt x="72" y="187"/>
                  </a:lnTo>
                  <a:lnTo>
                    <a:pt x="74" y="186"/>
                  </a:lnTo>
                  <a:lnTo>
                    <a:pt x="76" y="186"/>
                  </a:lnTo>
                  <a:lnTo>
                    <a:pt x="78" y="185"/>
                  </a:lnTo>
                  <a:lnTo>
                    <a:pt x="79" y="185"/>
                  </a:lnTo>
                  <a:lnTo>
                    <a:pt x="84" y="181"/>
                  </a:lnTo>
                  <a:lnTo>
                    <a:pt x="97" y="178"/>
                  </a:lnTo>
                  <a:lnTo>
                    <a:pt x="99" y="177"/>
                  </a:lnTo>
                  <a:lnTo>
                    <a:pt x="99" y="174"/>
                  </a:lnTo>
                  <a:lnTo>
                    <a:pt x="97" y="170"/>
                  </a:lnTo>
                  <a:lnTo>
                    <a:pt x="94" y="169"/>
                  </a:lnTo>
                  <a:lnTo>
                    <a:pt x="94" y="167"/>
                  </a:lnTo>
                  <a:lnTo>
                    <a:pt x="93" y="165"/>
                  </a:lnTo>
                  <a:lnTo>
                    <a:pt x="92" y="164"/>
                  </a:lnTo>
                  <a:lnTo>
                    <a:pt x="92" y="162"/>
                  </a:lnTo>
                  <a:lnTo>
                    <a:pt x="93" y="159"/>
                  </a:lnTo>
                  <a:lnTo>
                    <a:pt x="93" y="158"/>
                  </a:lnTo>
                  <a:lnTo>
                    <a:pt x="98" y="155"/>
                  </a:lnTo>
                  <a:lnTo>
                    <a:pt x="98" y="153"/>
                  </a:lnTo>
                  <a:lnTo>
                    <a:pt x="99" y="151"/>
                  </a:lnTo>
                  <a:lnTo>
                    <a:pt x="99" y="149"/>
                  </a:lnTo>
                  <a:lnTo>
                    <a:pt x="99" y="148"/>
                  </a:lnTo>
                  <a:lnTo>
                    <a:pt x="100" y="148"/>
                  </a:lnTo>
                  <a:lnTo>
                    <a:pt x="101" y="148"/>
                  </a:lnTo>
                  <a:lnTo>
                    <a:pt x="105" y="149"/>
                  </a:lnTo>
                  <a:lnTo>
                    <a:pt x="106" y="150"/>
                  </a:lnTo>
                  <a:lnTo>
                    <a:pt x="106" y="149"/>
                  </a:lnTo>
                  <a:lnTo>
                    <a:pt x="110" y="145"/>
                  </a:lnTo>
                  <a:lnTo>
                    <a:pt x="106" y="139"/>
                  </a:lnTo>
                  <a:lnTo>
                    <a:pt x="106" y="138"/>
                  </a:lnTo>
                  <a:lnTo>
                    <a:pt x="106" y="137"/>
                  </a:lnTo>
                  <a:lnTo>
                    <a:pt x="107" y="136"/>
                  </a:lnTo>
                  <a:lnTo>
                    <a:pt x="110" y="136"/>
                  </a:lnTo>
                  <a:lnTo>
                    <a:pt x="111" y="137"/>
                  </a:lnTo>
                  <a:lnTo>
                    <a:pt x="112" y="138"/>
                  </a:lnTo>
                  <a:lnTo>
                    <a:pt x="113" y="139"/>
                  </a:lnTo>
                  <a:lnTo>
                    <a:pt x="114" y="139"/>
                  </a:lnTo>
                  <a:lnTo>
                    <a:pt x="115" y="139"/>
                  </a:lnTo>
                  <a:lnTo>
                    <a:pt x="118" y="139"/>
                  </a:lnTo>
                  <a:lnTo>
                    <a:pt x="120" y="138"/>
                  </a:lnTo>
                  <a:lnTo>
                    <a:pt x="121" y="138"/>
                  </a:lnTo>
                  <a:lnTo>
                    <a:pt x="121" y="137"/>
                  </a:lnTo>
                  <a:lnTo>
                    <a:pt x="122" y="136"/>
                  </a:lnTo>
                  <a:lnTo>
                    <a:pt x="123" y="136"/>
                  </a:lnTo>
                  <a:lnTo>
                    <a:pt x="125" y="137"/>
                  </a:lnTo>
                  <a:lnTo>
                    <a:pt x="125" y="138"/>
                  </a:lnTo>
                  <a:lnTo>
                    <a:pt x="125" y="141"/>
                  </a:lnTo>
                  <a:lnTo>
                    <a:pt x="125" y="143"/>
                  </a:lnTo>
                  <a:lnTo>
                    <a:pt x="126" y="143"/>
                  </a:lnTo>
                  <a:lnTo>
                    <a:pt x="128" y="142"/>
                  </a:lnTo>
                  <a:lnTo>
                    <a:pt x="130" y="139"/>
                  </a:lnTo>
                  <a:lnTo>
                    <a:pt x="130" y="137"/>
                  </a:lnTo>
                  <a:lnTo>
                    <a:pt x="130" y="136"/>
                  </a:lnTo>
                  <a:lnTo>
                    <a:pt x="128" y="134"/>
                  </a:lnTo>
                  <a:lnTo>
                    <a:pt x="128" y="131"/>
                  </a:lnTo>
                  <a:lnTo>
                    <a:pt x="128" y="130"/>
                  </a:lnTo>
                  <a:lnTo>
                    <a:pt x="128" y="130"/>
                  </a:lnTo>
                  <a:lnTo>
                    <a:pt x="129" y="129"/>
                  </a:lnTo>
                  <a:lnTo>
                    <a:pt x="129" y="130"/>
                  </a:lnTo>
                  <a:lnTo>
                    <a:pt x="130" y="130"/>
                  </a:lnTo>
                  <a:lnTo>
                    <a:pt x="130" y="131"/>
                  </a:lnTo>
                  <a:lnTo>
                    <a:pt x="130" y="133"/>
                  </a:lnTo>
                  <a:lnTo>
                    <a:pt x="133" y="135"/>
                  </a:lnTo>
                  <a:lnTo>
                    <a:pt x="136" y="134"/>
                  </a:lnTo>
                  <a:lnTo>
                    <a:pt x="139" y="131"/>
                  </a:lnTo>
                  <a:lnTo>
                    <a:pt x="142" y="130"/>
                  </a:lnTo>
                  <a:lnTo>
                    <a:pt x="143" y="131"/>
                  </a:lnTo>
                  <a:lnTo>
                    <a:pt x="144" y="131"/>
                  </a:lnTo>
                  <a:lnTo>
                    <a:pt x="147" y="133"/>
                  </a:lnTo>
                  <a:lnTo>
                    <a:pt x="148" y="134"/>
                  </a:lnTo>
                  <a:lnTo>
                    <a:pt x="149" y="134"/>
                  </a:lnTo>
                  <a:lnTo>
                    <a:pt x="155" y="135"/>
                  </a:lnTo>
                  <a:lnTo>
                    <a:pt x="157" y="137"/>
                  </a:lnTo>
                  <a:lnTo>
                    <a:pt x="158" y="137"/>
                  </a:lnTo>
                  <a:lnTo>
                    <a:pt x="160" y="137"/>
                  </a:lnTo>
                  <a:lnTo>
                    <a:pt x="161" y="137"/>
                  </a:lnTo>
                  <a:lnTo>
                    <a:pt x="161" y="137"/>
                  </a:lnTo>
                  <a:lnTo>
                    <a:pt x="162" y="138"/>
                  </a:lnTo>
                  <a:lnTo>
                    <a:pt x="162" y="139"/>
                  </a:lnTo>
                  <a:lnTo>
                    <a:pt x="162" y="139"/>
                  </a:lnTo>
                  <a:lnTo>
                    <a:pt x="163" y="142"/>
                  </a:lnTo>
                  <a:lnTo>
                    <a:pt x="164" y="142"/>
                  </a:lnTo>
                  <a:lnTo>
                    <a:pt x="165" y="142"/>
                  </a:lnTo>
                  <a:lnTo>
                    <a:pt x="168" y="141"/>
                  </a:lnTo>
                  <a:lnTo>
                    <a:pt x="168" y="138"/>
                  </a:lnTo>
                  <a:lnTo>
                    <a:pt x="169" y="133"/>
                  </a:lnTo>
                  <a:lnTo>
                    <a:pt x="170" y="131"/>
                  </a:lnTo>
                  <a:lnTo>
                    <a:pt x="171" y="130"/>
                  </a:lnTo>
                  <a:lnTo>
                    <a:pt x="171" y="129"/>
                  </a:lnTo>
                  <a:lnTo>
                    <a:pt x="172" y="128"/>
                  </a:lnTo>
                  <a:lnTo>
                    <a:pt x="177" y="128"/>
                  </a:lnTo>
                  <a:lnTo>
                    <a:pt x="178" y="127"/>
                  </a:lnTo>
                  <a:lnTo>
                    <a:pt x="179" y="126"/>
                  </a:lnTo>
                  <a:lnTo>
                    <a:pt x="182" y="122"/>
                  </a:lnTo>
                  <a:lnTo>
                    <a:pt x="184" y="121"/>
                  </a:lnTo>
                  <a:lnTo>
                    <a:pt x="185" y="123"/>
                  </a:lnTo>
                  <a:lnTo>
                    <a:pt x="186" y="126"/>
                  </a:lnTo>
                  <a:lnTo>
                    <a:pt x="189" y="127"/>
                  </a:lnTo>
                  <a:lnTo>
                    <a:pt x="191" y="129"/>
                  </a:lnTo>
                  <a:lnTo>
                    <a:pt x="193" y="129"/>
                  </a:lnTo>
                  <a:lnTo>
                    <a:pt x="197" y="128"/>
                  </a:lnTo>
                  <a:lnTo>
                    <a:pt x="198" y="128"/>
                  </a:lnTo>
                  <a:lnTo>
                    <a:pt x="197" y="130"/>
                  </a:lnTo>
                  <a:lnTo>
                    <a:pt x="197" y="131"/>
                  </a:lnTo>
                  <a:lnTo>
                    <a:pt x="198" y="133"/>
                  </a:lnTo>
                  <a:lnTo>
                    <a:pt x="199" y="133"/>
                  </a:lnTo>
                  <a:lnTo>
                    <a:pt x="201" y="131"/>
                  </a:lnTo>
                  <a:lnTo>
                    <a:pt x="201" y="129"/>
                  </a:lnTo>
                  <a:lnTo>
                    <a:pt x="201" y="128"/>
                  </a:lnTo>
                  <a:lnTo>
                    <a:pt x="201" y="126"/>
                  </a:lnTo>
                  <a:lnTo>
                    <a:pt x="205" y="124"/>
                  </a:lnTo>
                  <a:lnTo>
                    <a:pt x="206" y="124"/>
                  </a:lnTo>
                  <a:lnTo>
                    <a:pt x="206" y="122"/>
                  </a:lnTo>
                  <a:lnTo>
                    <a:pt x="205" y="116"/>
                  </a:lnTo>
                  <a:lnTo>
                    <a:pt x="205" y="115"/>
                  </a:lnTo>
                  <a:lnTo>
                    <a:pt x="206" y="114"/>
                  </a:lnTo>
                  <a:lnTo>
                    <a:pt x="207" y="114"/>
                  </a:lnTo>
                  <a:lnTo>
                    <a:pt x="208" y="113"/>
                  </a:lnTo>
                  <a:lnTo>
                    <a:pt x="209" y="112"/>
                  </a:lnTo>
                  <a:lnTo>
                    <a:pt x="209" y="109"/>
                  </a:lnTo>
                  <a:lnTo>
                    <a:pt x="209" y="108"/>
                  </a:lnTo>
                  <a:lnTo>
                    <a:pt x="208" y="107"/>
                  </a:lnTo>
                  <a:lnTo>
                    <a:pt x="207" y="107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9" y="106"/>
                  </a:lnTo>
                  <a:lnTo>
                    <a:pt x="211" y="106"/>
                  </a:lnTo>
                  <a:lnTo>
                    <a:pt x="211" y="107"/>
                  </a:lnTo>
                  <a:lnTo>
                    <a:pt x="212" y="107"/>
                  </a:lnTo>
                  <a:lnTo>
                    <a:pt x="213" y="107"/>
                  </a:lnTo>
                  <a:lnTo>
                    <a:pt x="216" y="105"/>
                  </a:lnTo>
                  <a:lnTo>
                    <a:pt x="216" y="103"/>
                  </a:lnTo>
                  <a:lnTo>
                    <a:pt x="216" y="103"/>
                  </a:lnTo>
                  <a:lnTo>
                    <a:pt x="215" y="102"/>
                  </a:lnTo>
                  <a:lnTo>
                    <a:pt x="213" y="102"/>
                  </a:lnTo>
                  <a:lnTo>
                    <a:pt x="212" y="101"/>
                  </a:lnTo>
                  <a:lnTo>
                    <a:pt x="213" y="100"/>
                  </a:lnTo>
                  <a:lnTo>
                    <a:pt x="214" y="100"/>
                  </a:lnTo>
                  <a:lnTo>
                    <a:pt x="215" y="100"/>
                  </a:lnTo>
                  <a:lnTo>
                    <a:pt x="220" y="102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21" y="109"/>
                  </a:lnTo>
                  <a:lnTo>
                    <a:pt x="222" y="110"/>
                  </a:lnTo>
                  <a:lnTo>
                    <a:pt x="223" y="110"/>
                  </a:lnTo>
                  <a:lnTo>
                    <a:pt x="226" y="112"/>
                  </a:lnTo>
                  <a:lnTo>
                    <a:pt x="227" y="113"/>
                  </a:lnTo>
                  <a:lnTo>
                    <a:pt x="229" y="113"/>
                  </a:lnTo>
                  <a:lnTo>
                    <a:pt x="233" y="113"/>
                  </a:lnTo>
                  <a:lnTo>
                    <a:pt x="234" y="113"/>
                  </a:lnTo>
                  <a:lnTo>
                    <a:pt x="237" y="116"/>
                  </a:lnTo>
                  <a:lnTo>
                    <a:pt x="239" y="117"/>
                  </a:lnTo>
                  <a:lnTo>
                    <a:pt x="240" y="116"/>
                  </a:lnTo>
                  <a:lnTo>
                    <a:pt x="240" y="115"/>
                  </a:lnTo>
                  <a:lnTo>
                    <a:pt x="242" y="114"/>
                  </a:lnTo>
                  <a:lnTo>
                    <a:pt x="245" y="113"/>
                  </a:lnTo>
                  <a:lnTo>
                    <a:pt x="245" y="112"/>
                  </a:lnTo>
                  <a:lnTo>
                    <a:pt x="247" y="112"/>
                  </a:lnTo>
                  <a:lnTo>
                    <a:pt x="247" y="110"/>
                  </a:lnTo>
                  <a:lnTo>
                    <a:pt x="247" y="109"/>
                  </a:lnTo>
                  <a:lnTo>
                    <a:pt x="248" y="107"/>
                  </a:lnTo>
                  <a:lnTo>
                    <a:pt x="247" y="99"/>
                  </a:lnTo>
                  <a:lnTo>
                    <a:pt x="247" y="96"/>
                  </a:lnTo>
                  <a:lnTo>
                    <a:pt x="248" y="95"/>
                  </a:lnTo>
                  <a:lnTo>
                    <a:pt x="248" y="93"/>
                  </a:lnTo>
                  <a:lnTo>
                    <a:pt x="249" y="92"/>
                  </a:lnTo>
                  <a:lnTo>
                    <a:pt x="250" y="92"/>
                  </a:lnTo>
                  <a:lnTo>
                    <a:pt x="251" y="87"/>
                  </a:lnTo>
                  <a:lnTo>
                    <a:pt x="251" y="86"/>
                  </a:lnTo>
                  <a:lnTo>
                    <a:pt x="252" y="86"/>
                  </a:lnTo>
                  <a:lnTo>
                    <a:pt x="254" y="86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6" y="87"/>
                  </a:lnTo>
                  <a:lnTo>
                    <a:pt x="258" y="86"/>
                  </a:lnTo>
                  <a:lnTo>
                    <a:pt x="261" y="86"/>
                  </a:lnTo>
                  <a:lnTo>
                    <a:pt x="263" y="84"/>
                  </a:lnTo>
                  <a:lnTo>
                    <a:pt x="263" y="80"/>
                  </a:lnTo>
                  <a:lnTo>
                    <a:pt x="264" y="72"/>
                  </a:lnTo>
                  <a:lnTo>
                    <a:pt x="266" y="70"/>
                  </a:lnTo>
                  <a:lnTo>
                    <a:pt x="268" y="69"/>
                  </a:lnTo>
                  <a:lnTo>
                    <a:pt x="270" y="67"/>
                  </a:lnTo>
                  <a:lnTo>
                    <a:pt x="271" y="67"/>
                  </a:lnTo>
                  <a:lnTo>
                    <a:pt x="272" y="65"/>
                  </a:lnTo>
                  <a:lnTo>
                    <a:pt x="273" y="64"/>
                  </a:lnTo>
                  <a:lnTo>
                    <a:pt x="277" y="60"/>
                  </a:lnTo>
                  <a:lnTo>
                    <a:pt x="277" y="59"/>
                  </a:lnTo>
                  <a:lnTo>
                    <a:pt x="277" y="58"/>
                  </a:lnTo>
                  <a:lnTo>
                    <a:pt x="276" y="55"/>
                  </a:lnTo>
                  <a:lnTo>
                    <a:pt x="275" y="49"/>
                  </a:lnTo>
                  <a:lnTo>
                    <a:pt x="273" y="48"/>
                  </a:lnTo>
                  <a:lnTo>
                    <a:pt x="272" y="46"/>
                  </a:lnTo>
                  <a:lnTo>
                    <a:pt x="272" y="44"/>
                  </a:lnTo>
                  <a:lnTo>
                    <a:pt x="273" y="43"/>
                  </a:lnTo>
                  <a:lnTo>
                    <a:pt x="281" y="42"/>
                  </a:lnTo>
                  <a:lnTo>
                    <a:pt x="286" y="42"/>
                  </a:lnTo>
                  <a:lnTo>
                    <a:pt x="287" y="42"/>
                  </a:lnTo>
                  <a:lnTo>
                    <a:pt x="290" y="44"/>
                  </a:lnTo>
                  <a:lnTo>
                    <a:pt x="292" y="45"/>
                  </a:lnTo>
                  <a:lnTo>
                    <a:pt x="294" y="44"/>
                  </a:lnTo>
                  <a:lnTo>
                    <a:pt x="304" y="36"/>
                  </a:lnTo>
                  <a:lnTo>
                    <a:pt x="308" y="34"/>
                  </a:lnTo>
                  <a:lnTo>
                    <a:pt x="311" y="33"/>
                  </a:lnTo>
                  <a:lnTo>
                    <a:pt x="316" y="33"/>
                  </a:lnTo>
                  <a:lnTo>
                    <a:pt x="318" y="33"/>
                  </a:lnTo>
                  <a:lnTo>
                    <a:pt x="315" y="29"/>
                  </a:lnTo>
                  <a:lnTo>
                    <a:pt x="316" y="28"/>
                  </a:lnTo>
                  <a:lnTo>
                    <a:pt x="316" y="27"/>
                  </a:lnTo>
                  <a:lnTo>
                    <a:pt x="318" y="24"/>
                  </a:lnTo>
                  <a:lnTo>
                    <a:pt x="318" y="23"/>
                  </a:lnTo>
                  <a:lnTo>
                    <a:pt x="315" y="23"/>
                  </a:lnTo>
                  <a:lnTo>
                    <a:pt x="313" y="23"/>
                  </a:lnTo>
                  <a:lnTo>
                    <a:pt x="312" y="23"/>
                  </a:lnTo>
                  <a:lnTo>
                    <a:pt x="311" y="22"/>
                  </a:lnTo>
                  <a:lnTo>
                    <a:pt x="311" y="21"/>
                  </a:lnTo>
                  <a:lnTo>
                    <a:pt x="313" y="19"/>
                  </a:lnTo>
                  <a:lnTo>
                    <a:pt x="314" y="16"/>
                  </a:lnTo>
                  <a:lnTo>
                    <a:pt x="313" y="15"/>
                  </a:lnTo>
                  <a:lnTo>
                    <a:pt x="312" y="14"/>
                  </a:lnTo>
                  <a:lnTo>
                    <a:pt x="309" y="12"/>
                  </a:lnTo>
                  <a:lnTo>
                    <a:pt x="309" y="9"/>
                  </a:lnTo>
                  <a:lnTo>
                    <a:pt x="311" y="7"/>
                  </a:lnTo>
                  <a:lnTo>
                    <a:pt x="312" y="6"/>
                  </a:lnTo>
                  <a:lnTo>
                    <a:pt x="315" y="2"/>
                  </a:lnTo>
                  <a:lnTo>
                    <a:pt x="316" y="1"/>
                  </a:lnTo>
                  <a:lnTo>
                    <a:pt x="318" y="1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2224088" y="2470150"/>
              <a:ext cx="423862" cy="219075"/>
            </a:xfrm>
            <a:custGeom>
              <a:avLst/>
              <a:gdLst>
                <a:gd name="T0" fmla="*/ 477 w 533"/>
                <a:gd name="T1" fmla="*/ 4 h 274"/>
                <a:gd name="T2" fmla="*/ 480 w 533"/>
                <a:gd name="T3" fmla="*/ 7 h 274"/>
                <a:gd name="T4" fmla="*/ 483 w 533"/>
                <a:gd name="T5" fmla="*/ 8 h 274"/>
                <a:gd name="T6" fmla="*/ 488 w 533"/>
                <a:gd name="T7" fmla="*/ 11 h 274"/>
                <a:gd name="T8" fmla="*/ 494 w 533"/>
                <a:gd name="T9" fmla="*/ 7 h 274"/>
                <a:gd name="T10" fmla="*/ 498 w 533"/>
                <a:gd name="T11" fmla="*/ 8 h 274"/>
                <a:gd name="T12" fmla="*/ 502 w 533"/>
                <a:gd name="T13" fmla="*/ 14 h 274"/>
                <a:gd name="T14" fmla="*/ 503 w 533"/>
                <a:gd name="T15" fmla="*/ 18 h 274"/>
                <a:gd name="T16" fmla="*/ 504 w 533"/>
                <a:gd name="T17" fmla="*/ 21 h 274"/>
                <a:gd name="T18" fmla="*/ 497 w 533"/>
                <a:gd name="T19" fmla="*/ 22 h 274"/>
                <a:gd name="T20" fmla="*/ 496 w 533"/>
                <a:gd name="T21" fmla="*/ 27 h 274"/>
                <a:gd name="T22" fmla="*/ 491 w 533"/>
                <a:gd name="T23" fmla="*/ 31 h 274"/>
                <a:gd name="T24" fmla="*/ 491 w 533"/>
                <a:gd name="T25" fmla="*/ 36 h 274"/>
                <a:gd name="T26" fmla="*/ 488 w 533"/>
                <a:gd name="T27" fmla="*/ 39 h 274"/>
                <a:gd name="T28" fmla="*/ 491 w 533"/>
                <a:gd name="T29" fmla="*/ 43 h 274"/>
                <a:gd name="T30" fmla="*/ 496 w 533"/>
                <a:gd name="T31" fmla="*/ 49 h 274"/>
                <a:gd name="T32" fmla="*/ 501 w 533"/>
                <a:gd name="T33" fmla="*/ 52 h 274"/>
                <a:gd name="T34" fmla="*/ 505 w 533"/>
                <a:gd name="T35" fmla="*/ 61 h 274"/>
                <a:gd name="T36" fmla="*/ 509 w 533"/>
                <a:gd name="T37" fmla="*/ 67 h 274"/>
                <a:gd name="T38" fmla="*/ 517 w 533"/>
                <a:gd name="T39" fmla="*/ 72 h 274"/>
                <a:gd name="T40" fmla="*/ 522 w 533"/>
                <a:gd name="T41" fmla="*/ 71 h 274"/>
                <a:gd name="T42" fmla="*/ 524 w 533"/>
                <a:gd name="T43" fmla="*/ 72 h 274"/>
                <a:gd name="T44" fmla="*/ 524 w 533"/>
                <a:gd name="T45" fmla="*/ 74 h 274"/>
                <a:gd name="T46" fmla="*/ 525 w 533"/>
                <a:gd name="T47" fmla="*/ 77 h 274"/>
                <a:gd name="T48" fmla="*/ 526 w 533"/>
                <a:gd name="T49" fmla="*/ 117 h 274"/>
                <a:gd name="T50" fmla="*/ 529 w 533"/>
                <a:gd name="T51" fmla="*/ 163 h 274"/>
                <a:gd name="T52" fmla="*/ 531 w 533"/>
                <a:gd name="T53" fmla="*/ 208 h 274"/>
                <a:gd name="T54" fmla="*/ 533 w 533"/>
                <a:gd name="T55" fmla="*/ 253 h 274"/>
                <a:gd name="T56" fmla="*/ 483 w 533"/>
                <a:gd name="T57" fmla="*/ 267 h 274"/>
                <a:gd name="T58" fmla="*/ 417 w 533"/>
                <a:gd name="T59" fmla="*/ 270 h 274"/>
                <a:gd name="T60" fmla="*/ 350 w 533"/>
                <a:gd name="T61" fmla="*/ 272 h 274"/>
                <a:gd name="T62" fmla="*/ 283 w 533"/>
                <a:gd name="T63" fmla="*/ 273 h 274"/>
                <a:gd name="T64" fmla="*/ 217 w 533"/>
                <a:gd name="T65" fmla="*/ 274 h 274"/>
                <a:gd name="T66" fmla="*/ 150 w 533"/>
                <a:gd name="T67" fmla="*/ 274 h 274"/>
                <a:gd name="T68" fmla="*/ 84 w 533"/>
                <a:gd name="T69" fmla="*/ 274 h 274"/>
                <a:gd name="T70" fmla="*/ 0 w 533"/>
                <a:gd name="T71" fmla="*/ 273 h 274"/>
                <a:gd name="T72" fmla="*/ 0 w 533"/>
                <a:gd name="T73" fmla="*/ 239 h 274"/>
                <a:gd name="T74" fmla="*/ 1 w 533"/>
                <a:gd name="T75" fmla="*/ 206 h 274"/>
                <a:gd name="T76" fmla="*/ 1 w 533"/>
                <a:gd name="T77" fmla="*/ 172 h 274"/>
                <a:gd name="T78" fmla="*/ 2 w 533"/>
                <a:gd name="T79" fmla="*/ 139 h 274"/>
                <a:gd name="T80" fmla="*/ 2 w 533"/>
                <a:gd name="T81" fmla="*/ 106 h 274"/>
                <a:gd name="T82" fmla="*/ 3 w 533"/>
                <a:gd name="T83" fmla="*/ 72 h 274"/>
                <a:gd name="T84" fmla="*/ 3 w 533"/>
                <a:gd name="T85" fmla="*/ 38 h 274"/>
                <a:gd name="T86" fmla="*/ 3 w 533"/>
                <a:gd name="T87" fmla="*/ 6 h 274"/>
                <a:gd name="T88" fmla="*/ 63 w 533"/>
                <a:gd name="T89" fmla="*/ 6 h 274"/>
                <a:gd name="T90" fmla="*/ 121 w 533"/>
                <a:gd name="T91" fmla="*/ 7 h 274"/>
                <a:gd name="T92" fmla="*/ 194 w 533"/>
                <a:gd name="T93" fmla="*/ 7 h 274"/>
                <a:gd name="T94" fmla="*/ 252 w 533"/>
                <a:gd name="T95" fmla="*/ 6 h 274"/>
                <a:gd name="T96" fmla="*/ 311 w 533"/>
                <a:gd name="T97" fmla="*/ 4 h 274"/>
                <a:gd name="T98" fmla="*/ 369 w 533"/>
                <a:gd name="T99" fmla="*/ 3 h 274"/>
                <a:gd name="T100" fmla="*/ 427 w 533"/>
                <a:gd name="T101" fmla="*/ 1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3" h="274">
                  <a:moveTo>
                    <a:pt x="472" y="0"/>
                  </a:moveTo>
                  <a:lnTo>
                    <a:pt x="476" y="3"/>
                  </a:lnTo>
                  <a:lnTo>
                    <a:pt x="477" y="4"/>
                  </a:lnTo>
                  <a:lnTo>
                    <a:pt x="477" y="4"/>
                  </a:lnTo>
                  <a:lnTo>
                    <a:pt x="479" y="4"/>
                  </a:lnTo>
                  <a:lnTo>
                    <a:pt x="480" y="4"/>
                  </a:lnTo>
                  <a:lnTo>
                    <a:pt x="480" y="6"/>
                  </a:lnTo>
                  <a:lnTo>
                    <a:pt x="480" y="7"/>
                  </a:lnTo>
                  <a:lnTo>
                    <a:pt x="481" y="7"/>
                  </a:lnTo>
                  <a:lnTo>
                    <a:pt x="481" y="8"/>
                  </a:lnTo>
                  <a:lnTo>
                    <a:pt x="482" y="8"/>
                  </a:lnTo>
                  <a:lnTo>
                    <a:pt x="483" y="8"/>
                  </a:lnTo>
                  <a:lnTo>
                    <a:pt x="484" y="8"/>
                  </a:lnTo>
                  <a:lnTo>
                    <a:pt x="484" y="9"/>
                  </a:lnTo>
                  <a:lnTo>
                    <a:pt x="487" y="10"/>
                  </a:lnTo>
                  <a:lnTo>
                    <a:pt x="488" y="11"/>
                  </a:lnTo>
                  <a:lnTo>
                    <a:pt x="490" y="10"/>
                  </a:lnTo>
                  <a:lnTo>
                    <a:pt x="491" y="10"/>
                  </a:lnTo>
                  <a:lnTo>
                    <a:pt x="494" y="8"/>
                  </a:lnTo>
                  <a:lnTo>
                    <a:pt x="494" y="7"/>
                  </a:lnTo>
                  <a:lnTo>
                    <a:pt x="496" y="7"/>
                  </a:lnTo>
                  <a:lnTo>
                    <a:pt x="497" y="7"/>
                  </a:lnTo>
                  <a:lnTo>
                    <a:pt x="498" y="7"/>
                  </a:lnTo>
                  <a:lnTo>
                    <a:pt x="498" y="8"/>
                  </a:lnTo>
                  <a:lnTo>
                    <a:pt x="498" y="9"/>
                  </a:lnTo>
                  <a:lnTo>
                    <a:pt x="498" y="10"/>
                  </a:lnTo>
                  <a:lnTo>
                    <a:pt x="500" y="11"/>
                  </a:lnTo>
                  <a:lnTo>
                    <a:pt x="502" y="14"/>
                  </a:lnTo>
                  <a:lnTo>
                    <a:pt x="503" y="14"/>
                  </a:lnTo>
                  <a:lnTo>
                    <a:pt x="503" y="15"/>
                  </a:lnTo>
                  <a:lnTo>
                    <a:pt x="503" y="17"/>
                  </a:lnTo>
                  <a:lnTo>
                    <a:pt x="503" y="18"/>
                  </a:lnTo>
                  <a:lnTo>
                    <a:pt x="503" y="18"/>
                  </a:lnTo>
                  <a:lnTo>
                    <a:pt x="503" y="20"/>
                  </a:lnTo>
                  <a:lnTo>
                    <a:pt x="504" y="21"/>
                  </a:lnTo>
                  <a:lnTo>
                    <a:pt x="504" y="21"/>
                  </a:lnTo>
                  <a:lnTo>
                    <a:pt x="503" y="22"/>
                  </a:lnTo>
                  <a:lnTo>
                    <a:pt x="501" y="22"/>
                  </a:lnTo>
                  <a:lnTo>
                    <a:pt x="497" y="22"/>
                  </a:lnTo>
                  <a:lnTo>
                    <a:pt x="497" y="22"/>
                  </a:lnTo>
                  <a:lnTo>
                    <a:pt x="497" y="23"/>
                  </a:lnTo>
                  <a:lnTo>
                    <a:pt x="497" y="23"/>
                  </a:lnTo>
                  <a:lnTo>
                    <a:pt x="496" y="25"/>
                  </a:lnTo>
                  <a:lnTo>
                    <a:pt x="496" y="27"/>
                  </a:lnTo>
                  <a:lnTo>
                    <a:pt x="496" y="27"/>
                  </a:lnTo>
                  <a:lnTo>
                    <a:pt x="495" y="27"/>
                  </a:lnTo>
                  <a:lnTo>
                    <a:pt x="493" y="29"/>
                  </a:lnTo>
                  <a:lnTo>
                    <a:pt x="491" y="31"/>
                  </a:lnTo>
                  <a:lnTo>
                    <a:pt x="491" y="32"/>
                  </a:lnTo>
                  <a:lnTo>
                    <a:pt x="491" y="35"/>
                  </a:lnTo>
                  <a:lnTo>
                    <a:pt x="491" y="36"/>
                  </a:lnTo>
                  <a:lnTo>
                    <a:pt x="491" y="36"/>
                  </a:lnTo>
                  <a:lnTo>
                    <a:pt x="490" y="37"/>
                  </a:lnTo>
                  <a:lnTo>
                    <a:pt x="489" y="37"/>
                  </a:lnTo>
                  <a:lnTo>
                    <a:pt x="488" y="37"/>
                  </a:lnTo>
                  <a:lnTo>
                    <a:pt x="488" y="39"/>
                  </a:lnTo>
                  <a:lnTo>
                    <a:pt x="489" y="41"/>
                  </a:lnTo>
                  <a:lnTo>
                    <a:pt x="490" y="42"/>
                  </a:lnTo>
                  <a:lnTo>
                    <a:pt x="491" y="43"/>
                  </a:lnTo>
                  <a:lnTo>
                    <a:pt x="491" y="43"/>
                  </a:lnTo>
                  <a:lnTo>
                    <a:pt x="494" y="46"/>
                  </a:lnTo>
                  <a:lnTo>
                    <a:pt x="495" y="48"/>
                  </a:lnTo>
                  <a:lnTo>
                    <a:pt x="495" y="48"/>
                  </a:lnTo>
                  <a:lnTo>
                    <a:pt x="496" y="49"/>
                  </a:lnTo>
                  <a:lnTo>
                    <a:pt x="500" y="50"/>
                  </a:lnTo>
                  <a:lnTo>
                    <a:pt x="500" y="51"/>
                  </a:lnTo>
                  <a:lnTo>
                    <a:pt x="500" y="52"/>
                  </a:lnTo>
                  <a:lnTo>
                    <a:pt x="501" y="52"/>
                  </a:lnTo>
                  <a:lnTo>
                    <a:pt x="503" y="53"/>
                  </a:lnTo>
                  <a:lnTo>
                    <a:pt x="503" y="54"/>
                  </a:lnTo>
                  <a:lnTo>
                    <a:pt x="504" y="58"/>
                  </a:lnTo>
                  <a:lnTo>
                    <a:pt x="505" y="61"/>
                  </a:lnTo>
                  <a:lnTo>
                    <a:pt x="508" y="64"/>
                  </a:lnTo>
                  <a:lnTo>
                    <a:pt x="509" y="64"/>
                  </a:lnTo>
                  <a:lnTo>
                    <a:pt x="509" y="66"/>
                  </a:lnTo>
                  <a:lnTo>
                    <a:pt x="509" y="67"/>
                  </a:lnTo>
                  <a:lnTo>
                    <a:pt x="510" y="68"/>
                  </a:lnTo>
                  <a:lnTo>
                    <a:pt x="512" y="68"/>
                  </a:lnTo>
                  <a:lnTo>
                    <a:pt x="515" y="71"/>
                  </a:lnTo>
                  <a:lnTo>
                    <a:pt x="517" y="72"/>
                  </a:lnTo>
                  <a:lnTo>
                    <a:pt x="519" y="71"/>
                  </a:lnTo>
                  <a:lnTo>
                    <a:pt x="520" y="71"/>
                  </a:lnTo>
                  <a:lnTo>
                    <a:pt x="520" y="71"/>
                  </a:lnTo>
                  <a:lnTo>
                    <a:pt x="522" y="71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5" y="73"/>
                  </a:lnTo>
                  <a:lnTo>
                    <a:pt x="524" y="74"/>
                  </a:lnTo>
                  <a:lnTo>
                    <a:pt x="524" y="74"/>
                  </a:lnTo>
                  <a:lnTo>
                    <a:pt x="524" y="75"/>
                  </a:lnTo>
                  <a:lnTo>
                    <a:pt x="524" y="75"/>
                  </a:lnTo>
                  <a:lnTo>
                    <a:pt x="524" y="75"/>
                  </a:lnTo>
                  <a:lnTo>
                    <a:pt x="525" y="77"/>
                  </a:lnTo>
                  <a:lnTo>
                    <a:pt x="525" y="82"/>
                  </a:lnTo>
                  <a:lnTo>
                    <a:pt x="525" y="94"/>
                  </a:lnTo>
                  <a:lnTo>
                    <a:pt x="526" y="106"/>
                  </a:lnTo>
                  <a:lnTo>
                    <a:pt x="526" y="117"/>
                  </a:lnTo>
                  <a:lnTo>
                    <a:pt x="527" y="128"/>
                  </a:lnTo>
                  <a:lnTo>
                    <a:pt x="527" y="139"/>
                  </a:lnTo>
                  <a:lnTo>
                    <a:pt x="529" y="151"/>
                  </a:lnTo>
                  <a:lnTo>
                    <a:pt x="529" y="163"/>
                  </a:lnTo>
                  <a:lnTo>
                    <a:pt x="530" y="173"/>
                  </a:lnTo>
                  <a:lnTo>
                    <a:pt x="530" y="185"/>
                  </a:lnTo>
                  <a:lnTo>
                    <a:pt x="531" y="196"/>
                  </a:lnTo>
                  <a:lnTo>
                    <a:pt x="531" y="208"/>
                  </a:lnTo>
                  <a:lnTo>
                    <a:pt x="531" y="220"/>
                  </a:lnTo>
                  <a:lnTo>
                    <a:pt x="532" y="231"/>
                  </a:lnTo>
                  <a:lnTo>
                    <a:pt x="532" y="242"/>
                  </a:lnTo>
                  <a:lnTo>
                    <a:pt x="533" y="253"/>
                  </a:lnTo>
                  <a:lnTo>
                    <a:pt x="533" y="265"/>
                  </a:lnTo>
                  <a:lnTo>
                    <a:pt x="517" y="266"/>
                  </a:lnTo>
                  <a:lnTo>
                    <a:pt x="501" y="266"/>
                  </a:lnTo>
                  <a:lnTo>
                    <a:pt x="483" y="267"/>
                  </a:lnTo>
                  <a:lnTo>
                    <a:pt x="467" y="268"/>
                  </a:lnTo>
                  <a:lnTo>
                    <a:pt x="451" y="268"/>
                  </a:lnTo>
                  <a:lnTo>
                    <a:pt x="433" y="270"/>
                  </a:lnTo>
                  <a:lnTo>
                    <a:pt x="417" y="270"/>
                  </a:lnTo>
                  <a:lnTo>
                    <a:pt x="401" y="271"/>
                  </a:lnTo>
                  <a:lnTo>
                    <a:pt x="383" y="271"/>
                  </a:lnTo>
                  <a:lnTo>
                    <a:pt x="367" y="272"/>
                  </a:lnTo>
                  <a:lnTo>
                    <a:pt x="350" y="272"/>
                  </a:lnTo>
                  <a:lnTo>
                    <a:pt x="333" y="272"/>
                  </a:lnTo>
                  <a:lnTo>
                    <a:pt x="317" y="273"/>
                  </a:lnTo>
                  <a:lnTo>
                    <a:pt x="300" y="273"/>
                  </a:lnTo>
                  <a:lnTo>
                    <a:pt x="283" y="273"/>
                  </a:lnTo>
                  <a:lnTo>
                    <a:pt x="267" y="273"/>
                  </a:lnTo>
                  <a:lnTo>
                    <a:pt x="250" y="274"/>
                  </a:lnTo>
                  <a:lnTo>
                    <a:pt x="233" y="274"/>
                  </a:lnTo>
                  <a:lnTo>
                    <a:pt x="217" y="274"/>
                  </a:lnTo>
                  <a:lnTo>
                    <a:pt x="200" y="274"/>
                  </a:lnTo>
                  <a:lnTo>
                    <a:pt x="183" y="274"/>
                  </a:lnTo>
                  <a:lnTo>
                    <a:pt x="166" y="274"/>
                  </a:lnTo>
                  <a:lnTo>
                    <a:pt x="150" y="274"/>
                  </a:lnTo>
                  <a:lnTo>
                    <a:pt x="134" y="274"/>
                  </a:lnTo>
                  <a:lnTo>
                    <a:pt x="116" y="274"/>
                  </a:lnTo>
                  <a:lnTo>
                    <a:pt x="100" y="274"/>
                  </a:lnTo>
                  <a:lnTo>
                    <a:pt x="84" y="274"/>
                  </a:lnTo>
                  <a:lnTo>
                    <a:pt x="66" y="274"/>
                  </a:lnTo>
                  <a:lnTo>
                    <a:pt x="50" y="274"/>
                  </a:lnTo>
                  <a:lnTo>
                    <a:pt x="34" y="273"/>
                  </a:lnTo>
                  <a:lnTo>
                    <a:pt x="0" y="273"/>
                  </a:lnTo>
                  <a:lnTo>
                    <a:pt x="0" y="265"/>
                  </a:lnTo>
                  <a:lnTo>
                    <a:pt x="0" y="257"/>
                  </a:lnTo>
                  <a:lnTo>
                    <a:pt x="0" y="247"/>
                  </a:lnTo>
                  <a:lnTo>
                    <a:pt x="0" y="239"/>
                  </a:lnTo>
                  <a:lnTo>
                    <a:pt x="0" y="231"/>
                  </a:lnTo>
                  <a:lnTo>
                    <a:pt x="1" y="223"/>
                  </a:lnTo>
                  <a:lnTo>
                    <a:pt x="1" y="215"/>
                  </a:lnTo>
                  <a:lnTo>
                    <a:pt x="1" y="206"/>
                  </a:lnTo>
                  <a:lnTo>
                    <a:pt x="1" y="197"/>
                  </a:lnTo>
                  <a:lnTo>
                    <a:pt x="1" y="189"/>
                  </a:lnTo>
                  <a:lnTo>
                    <a:pt x="1" y="181"/>
                  </a:lnTo>
                  <a:lnTo>
                    <a:pt x="1" y="172"/>
                  </a:lnTo>
                  <a:lnTo>
                    <a:pt x="1" y="164"/>
                  </a:lnTo>
                  <a:lnTo>
                    <a:pt x="1" y="156"/>
                  </a:lnTo>
                  <a:lnTo>
                    <a:pt x="2" y="147"/>
                  </a:lnTo>
                  <a:lnTo>
                    <a:pt x="2" y="139"/>
                  </a:lnTo>
                  <a:lnTo>
                    <a:pt x="2" y="130"/>
                  </a:lnTo>
                  <a:lnTo>
                    <a:pt x="2" y="122"/>
                  </a:lnTo>
                  <a:lnTo>
                    <a:pt x="2" y="114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2" y="80"/>
                  </a:lnTo>
                  <a:lnTo>
                    <a:pt x="3" y="72"/>
                  </a:lnTo>
                  <a:lnTo>
                    <a:pt x="3" y="64"/>
                  </a:lnTo>
                  <a:lnTo>
                    <a:pt x="3" y="56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30"/>
                  </a:lnTo>
                  <a:lnTo>
                    <a:pt x="3" y="22"/>
                  </a:lnTo>
                  <a:lnTo>
                    <a:pt x="3" y="14"/>
                  </a:lnTo>
                  <a:lnTo>
                    <a:pt x="3" y="6"/>
                  </a:lnTo>
                  <a:lnTo>
                    <a:pt x="19" y="6"/>
                  </a:lnTo>
                  <a:lnTo>
                    <a:pt x="34" y="6"/>
                  </a:lnTo>
                  <a:lnTo>
                    <a:pt x="48" y="6"/>
                  </a:lnTo>
                  <a:lnTo>
                    <a:pt x="63" y="6"/>
                  </a:lnTo>
                  <a:lnTo>
                    <a:pt x="77" y="7"/>
                  </a:lnTo>
                  <a:lnTo>
                    <a:pt x="92" y="7"/>
                  </a:lnTo>
                  <a:lnTo>
                    <a:pt x="107" y="7"/>
                  </a:lnTo>
                  <a:lnTo>
                    <a:pt x="121" y="7"/>
                  </a:lnTo>
                  <a:lnTo>
                    <a:pt x="136" y="7"/>
                  </a:lnTo>
                  <a:lnTo>
                    <a:pt x="165" y="7"/>
                  </a:lnTo>
                  <a:lnTo>
                    <a:pt x="179" y="7"/>
                  </a:lnTo>
                  <a:lnTo>
                    <a:pt x="194" y="7"/>
                  </a:lnTo>
                  <a:lnTo>
                    <a:pt x="209" y="7"/>
                  </a:lnTo>
                  <a:lnTo>
                    <a:pt x="223" y="6"/>
                  </a:lnTo>
                  <a:lnTo>
                    <a:pt x="238" y="6"/>
                  </a:lnTo>
                  <a:lnTo>
                    <a:pt x="252" y="6"/>
                  </a:lnTo>
                  <a:lnTo>
                    <a:pt x="267" y="6"/>
                  </a:lnTo>
                  <a:lnTo>
                    <a:pt x="282" y="6"/>
                  </a:lnTo>
                  <a:lnTo>
                    <a:pt x="296" y="6"/>
                  </a:lnTo>
                  <a:lnTo>
                    <a:pt x="311" y="4"/>
                  </a:lnTo>
                  <a:lnTo>
                    <a:pt x="325" y="4"/>
                  </a:lnTo>
                  <a:lnTo>
                    <a:pt x="340" y="4"/>
                  </a:lnTo>
                  <a:lnTo>
                    <a:pt x="355" y="3"/>
                  </a:lnTo>
                  <a:lnTo>
                    <a:pt x="369" y="3"/>
                  </a:lnTo>
                  <a:lnTo>
                    <a:pt x="384" y="3"/>
                  </a:lnTo>
                  <a:lnTo>
                    <a:pt x="398" y="2"/>
                  </a:lnTo>
                  <a:lnTo>
                    <a:pt x="414" y="2"/>
                  </a:lnTo>
                  <a:lnTo>
                    <a:pt x="427" y="1"/>
                  </a:lnTo>
                  <a:lnTo>
                    <a:pt x="443" y="1"/>
                  </a:lnTo>
                  <a:lnTo>
                    <a:pt x="458" y="0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3013075" y="2295525"/>
              <a:ext cx="177800" cy="300038"/>
            </a:xfrm>
            <a:custGeom>
              <a:avLst/>
              <a:gdLst>
                <a:gd name="T0" fmla="*/ 195 w 225"/>
                <a:gd name="T1" fmla="*/ 49 h 379"/>
                <a:gd name="T2" fmla="*/ 201 w 225"/>
                <a:gd name="T3" fmla="*/ 99 h 379"/>
                <a:gd name="T4" fmla="*/ 208 w 225"/>
                <a:gd name="T5" fmla="*/ 149 h 379"/>
                <a:gd name="T6" fmla="*/ 214 w 225"/>
                <a:gd name="T7" fmla="*/ 199 h 379"/>
                <a:gd name="T8" fmla="*/ 216 w 225"/>
                <a:gd name="T9" fmla="*/ 238 h 379"/>
                <a:gd name="T10" fmla="*/ 218 w 225"/>
                <a:gd name="T11" fmla="*/ 251 h 379"/>
                <a:gd name="T12" fmla="*/ 223 w 225"/>
                <a:gd name="T13" fmla="*/ 257 h 379"/>
                <a:gd name="T14" fmla="*/ 201 w 225"/>
                <a:gd name="T15" fmla="*/ 273 h 379"/>
                <a:gd name="T16" fmla="*/ 179 w 225"/>
                <a:gd name="T17" fmla="*/ 273 h 379"/>
                <a:gd name="T18" fmla="*/ 184 w 225"/>
                <a:gd name="T19" fmla="*/ 289 h 379"/>
                <a:gd name="T20" fmla="*/ 171 w 225"/>
                <a:gd name="T21" fmla="*/ 301 h 379"/>
                <a:gd name="T22" fmla="*/ 162 w 225"/>
                <a:gd name="T23" fmla="*/ 316 h 379"/>
                <a:gd name="T24" fmla="*/ 156 w 225"/>
                <a:gd name="T25" fmla="*/ 321 h 379"/>
                <a:gd name="T26" fmla="*/ 154 w 225"/>
                <a:gd name="T27" fmla="*/ 339 h 379"/>
                <a:gd name="T28" fmla="*/ 146 w 225"/>
                <a:gd name="T29" fmla="*/ 346 h 379"/>
                <a:gd name="T30" fmla="*/ 130 w 225"/>
                <a:gd name="T31" fmla="*/ 339 h 379"/>
                <a:gd name="T32" fmla="*/ 121 w 225"/>
                <a:gd name="T33" fmla="*/ 329 h 379"/>
                <a:gd name="T34" fmla="*/ 123 w 225"/>
                <a:gd name="T35" fmla="*/ 334 h 379"/>
                <a:gd name="T36" fmla="*/ 115 w 225"/>
                <a:gd name="T37" fmla="*/ 335 h 379"/>
                <a:gd name="T38" fmla="*/ 114 w 225"/>
                <a:gd name="T39" fmla="*/ 343 h 379"/>
                <a:gd name="T40" fmla="*/ 108 w 225"/>
                <a:gd name="T41" fmla="*/ 355 h 379"/>
                <a:gd name="T42" fmla="*/ 104 w 225"/>
                <a:gd name="T43" fmla="*/ 359 h 379"/>
                <a:gd name="T44" fmla="*/ 92 w 225"/>
                <a:gd name="T45" fmla="*/ 352 h 379"/>
                <a:gd name="T46" fmla="*/ 78 w 225"/>
                <a:gd name="T47" fmla="*/ 358 h 379"/>
                <a:gd name="T48" fmla="*/ 71 w 225"/>
                <a:gd name="T49" fmla="*/ 371 h 379"/>
                <a:gd name="T50" fmla="*/ 67 w 225"/>
                <a:gd name="T51" fmla="*/ 366 h 379"/>
                <a:gd name="T52" fmla="*/ 51 w 225"/>
                <a:gd name="T53" fmla="*/ 360 h 379"/>
                <a:gd name="T54" fmla="*/ 37 w 225"/>
                <a:gd name="T55" fmla="*/ 360 h 379"/>
                <a:gd name="T56" fmla="*/ 35 w 225"/>
                <a:gd name="T57" fmla="*/ 363 h 379"/>
                <a:gd name="T58" fmla="*/ 32 w 225"/>
                <a:gd name="T59" fmla="*/ 370 h 379"/>
                <a:gd name="T60" fmla="*/ 27 w 225"/>
                <a:gd name="T61" fmla="*/ 367 h 379"/>
                <a:gd name="T62" fmla="*/ 17 w 225"/>
                <a:gd name="T63" fmla="*/ 365 h 379"/>
                <a:gd name="T64" fmla="*/ 13 w 225"/>
                <a:gd name="T65" fmla="*/ 379 h 379"/>
                <a:gd name="T66" fmla="*/ 3 w 225"/>
                <a:gd name="T67" fmla="*/ 377 h 379"/>
                <a:gd name="T68" fmla="*/ 6 w 225"/>
                <a:gd name="T69" fmla="*/ 373 h 379"/>
                <a:gd name="T70" fmla="*/ 5 w 225"/>
                <a:gd name="T71" fmla="*/ 367 h 379"/>
                <a:gd name="T72" fmla="*/ 5 w 225"/>
                <a:gd name="T73" fmla="*/ 359 h 379"/>
                <a:gd name="T74" fmla="*/ 8 w 225"/>
                <a:gd name="T75" fmla="*/ 353 h 379"/>
                <a:gd name="T76" fmla="*/ 7 w 225"/>
                <a:gd name="T77" fmla="*/ 348 h 379"/>
                <a:gd name="T78" fmla="*/ 7 w 225"/>
                <a:gd name="T79" fmla="*/ 342 h 379"/>
                <a:gd name="T80" fmla="*/ 7 w 225"/>
                <a:gd name="T81" fmla="*/ 337 h 379"/>
                <a:gd name="T82" fmla="*/ 12 w 225"/>
                <a:gd name="T83" fmla="*/ 334 h 379"/>
                <a:gd name="T84" fmla="*/ 14 w 225"/>
                <a:gd name="T85" fmla="*/ 332 h 379"/>
                <a:gd name="T86" fmla="*/ 17 w 225"/>
                <a:gd name="T87" fmla="*/ 327 h 379"/>
                <a:gd name="T88" fmla="*/ 21 w 225"/>
                <a:gd name="T89" fmla="*/ 318 h 379"/>
                <a:gd name="T90" fmla="*/ 26 w 225"/>
                <a:gd name="T91" fmla="*/ 313 h 379"/>
                <a:gd name="T92" fmla="*/ 26 w 225"/>
                <a:gd name="T93" fmla="*/ 308 h 379"/>
                <a:gd name="T94" fmla="*/ 28 w 225"/>
                <a:gd name="T95" fmla="*/ 303 h 379"/>
                <a:gd name="T96" fmla="*/ 30 w 225"/>
                <a:gd name="T97" fmla="*/ 295 h 379"/>
                <a:gd name="T98" fmla="*/ 30 w 225"/>
                <a:gd name="T99" fmla="*/ 278 h 379"/>
                <a:gd name="T100" fmla="*/ 27 w 225"/>
                <a:gd name="T101" fmla="*/ 267 h 379"/>
                <a:gd name="T102" fmla="*/ 20 w 225"/>
                <a:gd name="T103" fmla="*/ 258 h 379"/>
                <a:gd name="T104" fmla="*/ 22 w 225"/>
                <a:gd name="T105" fmla="*/ 238 h 379"/>
                <a:gd name="T106" fmla="*/ 20 w 225"/>
                <a:gd name="T107" fmla="*/ 167 h 379"/>
                <a:gd name="T108" fmla="*/ 10 w 225"/>
                <a:gd name="T109" fmla="*/ 78 h 379"/>
                <a:gd name="T110" fmla="*/ 8 w 225"/>
                <a:gd name="T111" fmla="*/ 30 h 379"/>
                <a:gd name="T112" fmla="*/ 27 w 225"/>
                <a:gd name="T113" fmla="*/ 31 h 379"/>
                <a:gd name="T114" fmla="*/ 72 w 225"/>
                <a:gd name="T115" fmla="*/ 15 h 379"/>
                <a:gd name="T116" fmla="*/ 120 w 225"/>
                <a:gd name="T117" fmla="*/ 9 h 379"/>
                <a:gd name="T118" fmla="*/ 157 w 225"/>
                <a:gd name="T119" fmla="*/ 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5" h="379">
                  <a:moveTo>
                    <a:pt x="188" y="0"/>
                  </a:moveTo>
                  <a:lnTo>
                    <a:pt x="190" y="6"/>
                  </a:lnTo>
                  <a:lnTo>
                    <a:pt x="191" y="13"/>
                  </a:lnTo>
                  <a:lnTo>
                    <a:pt x="191" y="20"/>
                  </a:lnTo>
                  <a:lnTo>
                    <a:pt x="193" y="34"/>
                  </a:lnTo>
                  <a:lnTo>
                    <a:pt x="194" y="41"/>
                  </a:lnTo>
                  <a:lnTo>
                    <a:pt x="195" y="49"/>
                  </a:lnTo>
                  <a:lnTo>
                    <a:pt x="195" y="56"/>
                  </a:lnTo>
                  <a:lnTo>
                    <a:pt x="197" y="63"/>
                  </a:lnTo>
                  <a:lnTo>
                    <a:pt x="198" y="70"/>
                  </a:lnTo>
                  <a:lnTo>
                    <a:pt x="199" y="77"/>
                  </a:lnTo>
                  <a:lnTo>
                    <a:pt x="200" y="84"/>
                  </a:lnTo>
                  <a:lnTo>
                    <a:pt x="200" y="91"/>
                  </a:lnTo>
                  <a:lnTo>
                    <a:pt x="201" y="99"/>
                  </a:lnTo>
                  <a:lnTo>
                    <a:pt x="202" y="106"/>
                  </a:lnTo>
                  <a:lnTo>
                    <a:pt x="204" y="113"/>
                  </a:lnTo>
                  <a:lnTo>
                    <a:pt x="204" y="120"/>
                  </a:lnTo>
                  <a:lnTo>
                    <a:pt x="205" y="127"/>
                  </a:lnTo>
                  <a:lnTo>
                    <a:pt x="206" y="134"/>
                  </a:lnTo>
                  <a:lnTo>
                    <a:pt x="207" y="142"/>
                  </a:lnTo>
                  <a:lnTo>
                    <a:pt x="208" y="149"/>
                  </a:lnTo>
                  <a:lnTo>
                    <a:pt x="209" y="156"/>
                  </a:lnTo>
                  <a:lnTo>
                    <a:pt x="209" y="163"/>
                  </a:lnTo>
                  <a:lnTo>
                    <a:pt x="211" y="170"/>
                  </a:lnTo>
                  <a:lnTo>
                    <a:pt x="212" y="177"/>
                  </a:lnTo>
                  <a:lnTo>
                    <a:pt x="213" y="185"/>
                  </a:lnTo>
                  <a:lnTo>
                    <a:pt x="213" y="192"/>
                  </a:lnTo>
                  <a:lnTo>
                    <a:pt x="214" y="199"/>
                  </a:lnTo>
                  <a:lnTo>
                    <a:pt x="215" y="206"/>
                  </a:lnTo>
                  <a:lnTo>
                    <a:pt x="216" y="213"/>
                  </a:lnTo>
                  <a:lnTo>
                    <a:pt x="218" y="220"/>
                  </a:lnTo>
                  <a:lnTo>
                    <a:pt x="219" y="228"/>
                  </a:lnTo>
                  <a:lnTo>
                    <a:pt x="219" y="235"/>
                  </a:lnTo>
                  <a:lnTo>
                    <a:pt x="218" y="236"/>
                  </a:lnTo>
                  <a:lnTo>
                    <a:pt x="216" y="238"/>
                  </a:lnTo>
                  <a:lnTo>
                    <a:pt x="216" y="241"/>
                  </a:lnTo>
                  <a:lnTo>
                    <a:pt x="219" y="243"/>
                  </a:lnTo>
                  <a:lnTo>
                    <a:pt x="220" y="244"/>
                  </a:lnTo>
                  <a:lnTo>
                    <a:pt x="221" y="245"/>
                  </a:lnTo>
                  <a:lnTo>
                    <a:pt x="220" y="248"/>
                  </a:lnTo>
                  <a:lnTo>
                    <a:pt x="218" y="250"/>
                  </a:lnTo>
                  <a:lnTo>
                    <a:pt x="218" y="251"/>
                  </a:lnTo>
                  <a:lnTo>
                    <a:pt x="219" y="252"/>
                  </a:lnTo>
                  <a:lnTo>
                    <a:pt x="220" y="252"/>
                  </a:lnTo>
                  <a:lnTo>
                    <a:pt x="222" y="252"/>
                  </a:lnTo>
                  <a:lnTo>
                    <a:pt x="225" y="252"/>
                  </a:lnTo>
                  <a:lnTo>
                    <a:pt x="225" y="253"/>
                  </a:lnTo>
                  <a:lnTo>
                    <a:pt x="223" y="256"/>
                  </a:lnTo>
                  <a:lnTo>
                    <a:pt x="223" y="257"/>
                  </a:lnTo>
                  <a:lnTo>
                    <a:pt x="222" y="258"/>
                  </a:lnTo>
                  <a:lnTo>
                    <a:pt x="225" y="262"/>
                  </a:lnTo>
                  <a:lnTo>
                    <a:pt x="223" y="262"/>
                  </a:lnTo>
                  <a:lnTo>
                    <a:pt x="218" y="262"/>
                  </a:lnTo>
                  <a:lnTo>
                    <a:pt x="215" y="263"/>
                  </a:lnTo>
                  <a:lnTo>
                    <a:pt x="211" y="265"/>
                  </a:lnTo>
                  <a:lnTo>
                    <a:pt x="201" y="273"/>
                  </a:lnTo>
                  <a:lnTo>
                    <a:pt x="199" y="274"/>
                  </a:lnTo>
                  <a:lnTo>
                    <a:pt x="197" y="273"/>
                  </a:lnTo>
                  <a:lnTo>
                    <a:pt x="194" y="271"/>
                  </a:lnTo>
                  <a:lnTo>
                    <a:pt x="193" y="271"/>
                  </a:lnTo>
                  <a:lnTo>
                    <a:pt x="188" y="271"/>
                  </a:lnTo>
                  <a:lnTo>
                    <a:pt x="180" y="272"/>
                  </a:lnTo>
                  <a:lnTo>
                    <a:pt x="179" y="273"/>
                  </a:lnTo>
                  <a:lnTo>
                    <a:pt x="179" y="275"/>
                  </a:lnTo>
                  <a:lnTo>
                    <a:pt x="180" y="277"/>
                  </a:lnTo>
                  <a:lnTo>
                    <a:pt x="182" y="278"/>
                  </a:lnTo>
                  <a:lnTo>
                    <a:pt x="183" y="284"/>
                  </a:lnTo>
                  <a:lnTo>
                    <a:pt x="184" y="287"/>
                  </a:lnTo>
                  <a:lnTo>
                    <a:pt x="184" y="288"/>
                  </a:lnTo>
                  <a:lnTo>
                    <a:pt x="184" y="289"/>
                  </a:lnTo>
                  <a:lnTo>
                    <a:pt x="180" y="293"/>
                  </a:lnTo>
                  <a:lnTo>
                    <a:pt x="179" y="294"/>
                  </a:lnTo>
                  <a:lnTo>
                    <a:pt x="178" y="296"/>
                  </a:lnTo>
                  <a:lnTo>
                    <a:pt x="177" y="296"/>
                  </a:lnTo>
                  <a:lnTo>
                    <a:pt x="175" y="298"/>
                  </a:lnTo>
                  <a:lnTo>
                    <a:pt x="173" y="299"/>
                  </a:lnTo>
                  <a:lnTo>
                    <a:pt x="171" y="301"/>
                  </a:lnTo>
                  <a:lnTo>
                    <a:pt x="170" y="309"/>
                  </a:lnTo>
                  <a:lnTo>
                    <a:pt x="170" y="313"/>
                  </a:lnTo>
                  <a:lnTo>
                    <a:pt x="168" y="315"/>
                  </a:lnTo>
                  <a:lnTo>
                    <a:pt x="165" y="315"/>
                  </a:lnTo>
                  <a:lnTo>
                    <a:pt x="163" y="316"/>
                  </a:lnTo>
                  <a:lnTo>
                    <a:pt x="162" y="316"/>
                  </a:lnTo>
                  <a:lnTo>
                    <a:pt x="162" y="316"/>
                  </a:lnTo>
                  <a:lnTo>
                    <a:pt x="162" y="316"/>
                  </a:lnTo>
                  <a:lnTo>
                    <a:pt x="161" y="315"/>
                  </a:lnTo>
                  <a:lnTo>
                    <a:pt x="159" y="315"/>
                  </a:lnTo>
                  <a:lnTo>
                    <a:pt x="158" y="315"/>
                  </a:lnTo>
                  <a:lnTo>
                    <a:pt x="158" y="316"/>
                  </a:lnTo>
                  <a:lnTo>
                    <a:pt x="157" y="321"/>
                  </a:lnTo>
                  <a:lnTo>
                    <a:pt x="156" y="321"/>
                  </a:lnTo>
                  <a:lnTo>
                    <a:pt x="155" y="322"/>
                  </a:lnTo>
                  <a:lnTo>
                    <a:pt x="155" y="324"/>
                  </a:lnTo>
                  <a:lnTo>
                    <a:pt x="154" y="325"/>
                  </a:lnTo>
                  <a:lnTo>
                    <a:pt x="154" y="328"/>
                  </a:lnTo>
                  <a:lnTo>
                    <a:pt x="155" y="336"/>
                  </a:lnTo>
                  <a:lnTo>
                    <a:pt x="154" y="338"/>
                  </a:lnTo>
                  <a:lnTo>
                    <a:pt x="154" y="339"/>
                  </a:lnTo>
                  <a:lnTo>
                    <a:pt x="154" y="341"/>
                  </a:lnTo>
                  <a:lnTo>
                    <a:pt x="152" y="341"/>
                  </a:lnTo>
                  <a:lnTo>
                    <a:pt x="152" y="342"/>
                  </a:lnTo>
                  <a:lnTo>
                    <a:pt x="149" y="343"/>
                  </a:lnTo>
                  <a:lnTo>
                    <a:pt x="147" y="344"/>
                  </a:lnTo>
                  <a:lnTo>
                    <a:pt x="147" y="345"/>
                  </a:lnTo>
                  <a:lnTo>
                    <a:pt x="146" y="346"/>
                  </a:lnTo>
                  <a:lnTo>
                    <a:pt x="144" y="345"/>
                  </a:lnTo>
                  <a:lnTo>
                    <a:pt x="141" y="342"/>
                  </a:lnTo>
                  <a:lnTo>
                    <a:pt x="140" y="342"/>
                  </a:lnTo>
                  <a:lnTo>
                    <a:pt x="136" y="342"/>
                  </a:lnTo>
                  <a:lnTo>
                    <a:pt x="134" y="342"/>
                  </a:lnTo>
                  <a:lnTo>
                    <a:pt x="133" y="341"/>
                  </a:lnTo>
                  <a:lnTo>
                    <a:pt x="130" y="339"/>
                  </a:lnTo>
                  <a:lnTo>
                    <a:pt x="129" y="339"/>
                  </a:lnTo>
                  <a:lnTo>
                    <a:pt x="128" y="338"/>
                  </a:lnTo>
                  <a:lnTo>
                    <a:pt x="128" y="336"/>
                  </a:lnTo>
                  <a:lnTo>
                    <a:pt x="128" y="332"/>
                  </a:lnTo>
                  <a:lnTo>
                    <a:pt x="127" y="331"/>
                  </a:lnTo>
                  <a:lnTo>
                    <a:pt x="122" y="329"/>
                  </a:lnTo>
                  <a:lnTo>
                    <a:pt x="121" y="329"/>
                  </a:lnTo>
                  <a:lnTo>
                    <a:pt x="120" y="329"/>
                  </a:lnTo>
                  <a:lnTo>
                    <a:pt x="119" y="330"/>
                  </a:lnTo>
                  <a:lnTo>
                    <a:pt x="120" y="331"/>
                  </a:lnTo>
                  <a:lnTo>
                    <a:pt x="122" y="331"/>
                  </a:lnTo>
                  <a:lnTo>
                    <a:pt x="123" y="332"/>
                  </a:lnTo>
                  <a:lnTo>
                    <a:pt x="123" y="332"/>
                  </a:lnTo>
                  <a:lnTo>
                    <a:pt x="123" y="334"/>
                  </a:lnTo>
                  <a:lnTo>
                    <a:pt x="120" y="336"/>
                  </a:lnTo>
                  <a:lnTo>
                    <a:pt x="119" y="336"/>
                  </a:lnTo>
                  <a:lnTo>
                    <a:pt x="118" y="336"/>
                  </a:lnTo>
                  <a:lnTo>
                    <a:pt x="118" y="335"/>
                  </a:lnTo>
                  <a:lnTo>
                    <a:pt x="116" y="335"/>
                  </a:lnTo>
                  <a:lnTo>
                    <a:pt x="115" y="335"/>
                  </a:lnTo>
                  <a:lnTo>
                    <a:pt x="115" y="335"/>
                  </a:lnTo>
                  <a:lnTo>
                    <a:pt x="114" y="336"/>
                  </a:lnTo>
                  <a:lnTo>
                    <a:pt x="115" y="336"/>
                  </a:lnTo>
                  <a:lnTo>
                    <a:pt x="116" y="337"/>
                  </a:lnTo>
                  <a:lnTo>
                    <a:pt x="116" y="338"/>
                  </a:lnTo>
                  <a:lnTo>
                    <a:pt x="116" y="341"/>
                  </a:lnTo>
                  <a:lnTo>
                    <a:pt x="115" y="342"/>
                  </a:lnTo>
                  <a:lnTo>
                    <a:pt x="114" y="343"/>
                  </a:lnTo>
                  <a:lnTo>
                    <a:pt x="113" y="343"/>
                  </a:lnTo>
                  <a:lnTo>
                    <a:pt x="112" y="344"/>
                  </a:lnTo>
                  <a:lnTo>
                    <a:pt x="112" y="345"/>
                  </a:lnTo>
                  <a:lnTo>
                    <a:pt x="113" y="351"/>
                  </a:lnTo>
                  <a:lnTo>
                    <a:pt x="113" y="353"/>
                  </a:lnTo>
                  <a:lnTo>
                    <a:pt x="112" y="353"/>
                  </a:lnTo>
                  <a:lnTo>
                    <a:pt x="108" y="355"/>
                  </a:lnTo>
                  <a:lnTo>
                    <a:pt x="108" y="357"/>
                  </a:lnTo>
                  <a:lnTo>
                    <a:pt x="108" y="358"/>
                  </a:lnTo>
                  <a:lnTo>
                    <a:pt x="108" y="360"/>
                  </a:lnTo>
                  <a:lnTo>
                    <a:pt x="106" y="362"/>
                  </a:lnTo>
                  <a:lnTo>
                    <a:pt x="105" y="362"/>
                  </a:lnTo>
                  <a:lnTo>
                    <a:pt x="104" y="360"/>
                  </a:lnTo>
                  <a:lnTo>
                    <a:pt x="104" y="359"/>
                  </a:lnTo>
                  <a:lnTo>
                    <a:pt x="105" y="357"/>
                  </a:lnTo>
                  <a:lnTo>
                    <a:pt x="104" y="357"/>
                  </a:lnTo>
                  <a:lnTo>
                    <a:pt x="100" y="358"/>
                  </a:lnTo>
                  <a:lnTo>
                    <a:pt x="98" y="358"/>
                  </a:lnTo>
                  <a:lnTo>
                    <a:pt x="96" y="356"/>
                  </a:lnTo>
                  <a:lnTo>
                    <a:pt x="93" y="355"/>
                  </a:lnTo>
                  <a:lnTo>
                    <a:pt x="92" y="352"/>
                  </a:lnTo>
                  <a:lnTo>
                    <a:pt x="91" y="350"/>
                  </a:lnTo>
                  <a:lnTo>
                    <a:pt x="89" y="351"/>
                  </a:lnTo>
                  <a:lnTo>
                    <a:pt x="86" y="355"/>
                  </a:lnTo>
                  <a:lnTo>
                    <a:pt x="85" y="356"/>
                  </a:lnTo>
                  <a:lnTo>
                    <a:pt x="84" y="357"/>
                  </a:lnTo>
                  <a:lnTo>
                    <a:pt x="79" y="357"/>
                  </a:lnTo>
                  <a:lnTo>
                    <a:pt x="78" y="358"/>
                  </a:lnTo>
                  <a:lnTo>
                    <a:pt x="78" y="359"/>
                  </a:lnTo>
                  <a:lnTo>
                    <a:pt x="77" y="360"/>
                  </a:lnTo>
                  <a:lnTo>
                    <a:pt x="76" y="362"/>
                  </a:lnTo>
                  <a:lnTo>
                    <a:pt x="75" y="367"/>
                  </a:lnTo>
                  <a:lnTo>
                    <a:pt x="75" y="370"/>
                  </a:lnTo>
                  <a:lnTo>
                    <a:pt x="72" y="371"/>
                  </a:lnTo>
                  <a:lnTo>
                    <a:pt x="71" y="371"/>
                  </a:lnTo>
                  <a:lnTo>
                    <a:pt x="70" y="371"/>
                  </a:lnTo>
                  <a:lnTo>
                    <a:pt x="69" y="368"/>
                  </a:lnTo>
                  <a:lnTo>
                    <a:pt x="69" y="368"/>
                  </a:lnTo>
                  <a:lnTo>
                    <a:pt x="69" y="367"/>
                  </a:lnTo>
                  <a:lnTo>
                    <a:pt x="68" y="366"/>
                  </a:lnTo>
                  <a:lnTo>
                    <a:pt x="68" y="366"/>
                  </a:lnTo>
                  <a:lnTo>
                    <a:pt x="67" y="366"/>
                  </a:lnTo>
                  <a:lnTo>
                    <a:pt x="65" y="366"/>
                  </a:lnTo>
                  <a:lnTo>
                    <a:pt x="64" y="366"/>
                  </a:lnTo>
                  <a:lnTo>
                    <a:pt x="62" y="364"/>
                  </a:lnTo>
                  <a:lnTo>
                    <a:pt x="56" y="363"/>
                  </a:lnTo>
                  <a:lnTo>
                    <a:pt x="55" y="363"/>
                  </a:lnTo>
                  <a:lnTo>
                    <a:pt x="54" y="362"/>
                  </a:lnTo>
                  <a:lnTo>
                    <a:pt x="51" y="360"/>
                  </a:lnTo>
                  <a:lnTo>
                    <a:pt x="50" y="360"/>
                  </a:lnTo>
                  <a:lnTo>
                    <a:pt x="49" y="359"/>
                  </a:lnTo>
                  <a:lnTo>
                    <a:pt x="46" y="360"/>
                  </a:lnTo>
                  <a:lnTo>
                    <a:pt x="43" y="363"/>
                  </a:lnTo>
                  <a:lnTo>
                    <a:pt x="40" y="364"/>
                  </a:lnTo>
                  <a:lnTo>
                    <a:pt x="37" y="362"/>
                  </a:lnTo>
                  <a:lnTo>
                    <a:pt x="37" y="360"/>
                  </a:lnTo>
                  <a:lnTo>
                    <a:pt x="37" y="359"/>
                  </a:lnTo>
                  <a:lnTo>
                    <a:pt x="36" y="359"/>
                  </a:lnTo>
                  <a:lnTo>
                    <a:pt x="36" y="358"/>
                  </a:lnTo>
                  <a:lnTo>
                    <a:pt x="35" y="359"/>
                  </a:lnTo>
                  <a:lnTo>
                    <a:pt x="35" y="359"/>
                  </a:lnTo>
                  <a:lnTo>
                    <a:pt x="35" y="360"/>
                  </a:lnTo>
                  <a:lnTo>
                    <a:pt x="35" y="363"/>
                  </a:lnTo>
                  <a:lnTo>
                    <a:pt x="37" y="365"/>
                  </a:lnTo>
                  <a:lnTo>
                    <a:pt x="37" y="366"/>
                  </a:lnTo>
                  <a:lnTo>
                    <a:pt x="37" y="368"/>
                  </a:lnTo>
                  <a:lnTo>
                    <a:pt x="35" y="371"/>
                  </a:lnTo>
                  <a:lnTo>
                    <a:pt x="33" y="372"/>
                  </a:lnTo>
                  <a:lnTo>
                    <a:pt x="32" y="372"/>
                  </a:lnTo>
                  <a:lnTo>
                    <a:pt x="32" y="370"/>
                  </a:lnTo>
                  <a:lnTo>
                    <a:pt x="32" y="367"/>
                  </a:lnTo>
                  <a:lnTo>
                    <a:pt x="32" y="366"/>
                  </a:lnTo>
                  <a:lnTo>
                    <a:pt x="30" y="365"/>
                  </a:lnTo>
                  <a:lnTo>
                    <a:pt x="29" y="365"/>
                  </a:lnTo>
                  <a:lnTo>
                    <a:pt x="28" y="366"/>
                  </a:lnTo>
                  <a:lnTo>
                    <a:pt x="28" y="367"/>
                  </a:lnTo>
                  <a:lnTo>
                    <a:pt x="27" y="367"/>
                  </a:lnTo>
                  <a:lnTo>
                    <a:pt x="25" y="368"/>
                  </a:lnTo>
                  <a:lnTo>
                    <a:pt x="22" y="368"/>
                  </a:lnTo>
                  <a:lnTo>
                    <a:pt x="21" y="368"/>
                  </a:lnTo>
                  <a:lnTo>
                    <a:pt x="20" y="368"/>
                  </a:lnTo>
                  <a:lnTo>
                    <a:pt x="19" y="367"/>
                  </a:lnTo>
                  <a:lnTo>
                    <a:pt x="18" y="366"/>
                  </a:lnTo>
                  <a:lnTo>
                    <a:pt x="17" y="365"/>
                  </a:lnTo>
                  <a:lnTo>
                    <a:pt x="14" y="365"/>
                  </a:lnTo>
                  <a:lnTo>
                    <a:pt x="13" y="366"/>
                  </a:lnTo>
                  <a:lnTo>
                    <a:pt x="13" y="367"/>
                  </a:lnTo>
                  <a:lnTo>
                    <a:pt x="13" y="368"/>
                  </a:lnTo>
                  <a:lnTo>
                    <a:pt x="17" y="374"/>
                  </a:lnTo>
                  <a:lnTo>
                    <a:pt x="13" y="378"/>
                  </a:lnTo>
                  <a:lnTo>
                    <a:pt x="13" y="379"/>
                  </a:lnTo>
                  <a:lnTo>
                    <a:pt x="12" y="378"/>
                  </a:lnTo>
                  <a:lnTo>
                    <a:pt x="8" y="377"/>
                  </a:lnTo>
                  <a:lnTo>
                    <a:pt x="7" y="377"/>
                  </a:lnTo>
                  <a:lnTo>
                    <a:pt x="6" y="377"/>
                  </a:lnTo>
                  <a:lnTo>
                    <a:pt x="4" y="377"/>
                  </a:lnTo>
                  <a:lnTo>
                    <a:pt x="3" y="377"/>
                  </a:lnTo>
                  <a:lnTo>
                    <a:pt x="3" y="377"/>
                  </a:lnTo>
                  <a:lnTo>
                    <a:pt x="1" y="375"/>
                  </a:lnTo>
                  <a:lnTo>
                    <a:pt x="1" y="375"/>
                  </a:lnTo>
                  <a:lnTo>
                    <a:pt x="3" y="375"/>
                  </a:lnTo>
                  <a:lnTo>
                    <a:pt x="4" y="375"/>
                  </a:lnTo>
                  <a:lnTo>
                    <a:pt x="5" y="375"/>
                  </a:lnTo>
                  <a:lnTo>
                    <a:pt x="6" y="374"/>
                  </a:lnTo>
                  <a:lnTo>
                    <a:pt x="6" y="373"/>
                  </a:lnTo>
                  <a:lnTo>
                    <a:pt x="1" y="371"/>
                  </a:lnTo>
                  <a:lnTo>
                    <a:pt x="0" y="370"/>
                  </a:lnTo>
                  <a:lnTo>
                    <a:pt x="4" y="370"/>
                  </a:lnTo>
                  <a:lnTo>
                    <a:pt x="4" y="370"/>
                  </a:lnTo>
                  <a:lnTo>
                    <a:pt x="5" y="368"/>
                  </a:lnTo>
                  <a:lnTo>
                    <a:pt x="5" y="368"/>
                  </a:lnTo>
                  <a:lnTo>
                    <a:pt x="5" y="367"/>
                  </a:lnTo>
                  <a:lnTo>
                    <a:pt x="5" y="366"/>
                  </a:lnTo>
                  <a:lnTo>
                    <a:pt x="4" y="364"/>
                  </a:lnTo>
                  <a:lnTo>
                    <a:pt x="4" y="363"/>
                  </a:lnTo>
                  <a:lnTo>
                    <a:pt x="5" y="363"/>
                  </a:lnTo>
                  <a:lnTo>
                    <a:pt x="5" y="362"/>
                  </a:lnTo>
                  <a:lnTo>
                    <a:pt x="5" y="360"/>
                  </a:lnTo>
                  <a:lnTo>
                    <a:pt x="5" y="359"/>
                  </a:lnTo>
                  <a:lnTo>
                    <a:pt x="4" y="358"/>
                  </a:lnTo>
                  <a:lnTo>
                    <a:pt x="5" y="357"/>
                  </a:lnTo>
                  <a:lnTo>
                    <a:pt x="4" y="356"/>
                  </a:lnTo>
                  <a:lnTo>
                    <a:pt x="5" y="355"/>
                  </a:lnTo>
                  <a:lnTo>
                    <a:pt x="6" y="355"/>
                  </a:lnTo>
                  <a:lnTo>
                    <a:pt x="7" y="353"/>
                  </a:lnTo>
                  <a:lnTo>
                    <a:pt x="8" y="353"/>
                  </a:lnTo>
                  <a:lnTo>
                    <a:pt x="8" y="352"/>
                  </a:lnTo>
                  <a:lnTo>
                    <a:pt x="7" y="351"/>
                  </a:lnTo>
                  <a:lnTo>
                    <a:pt x="5" y="351"/>
                  </a:lnTo>
                  <a:lnTo>
                    <a:pt x="4" y="351"/>
                  </a:lnTo>
                  <a:lnTo>
                    <a:pt x="6" y="350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10" y="346"/>
                  </a:lnTo>
                  <a:lnTo>
                    <a:pt x="10" y="346"/>
                  </a:lnTo>
                  <a:lnTo>
                    <a:pt x="11" y="345"/>
                  </a:lnTo>
                  <a:lnTo>
                    <a:pt x="10" y="344"/>
                  </a:lnTo>
                  <a:lnTo>
                    <a:pt x="8" y="343"/>
                  </a:lnTo>
                  <a:lnTo>
                    <a:pt x="7" y="343"/>
                  </a:lnTo>
                  <a:lnTo>
                    <a:pt x="7" y="342"/>
                  </a:lnTo>
                  <a:lnTo>
                    <a:pt x="6" y="342"/>
                  </a:lnTo>
                  <a:lnTo>
                    <a:pt x="6" y="341"/>
                  </a:lnTo>
                  <a:lnTo>
                    <a:pt x="6" y="339"/>
                  </a:lnTo>
                  <a:lnTo>
                    <a:pt x="6" y="338"/>
                  </a:lnTo>
                  <a:lnTo>
                    <a:pt x="6" y="338"/>
                  </a:lnTo>
                  <a:lnTo>
                    <a:pt x="6" y="337"/>
                  </a:lnTo>
                  <a:lnTo>
                    <a:pt x="7" y="337"/>
                  </a:lnTo>
                  <a:lnTo>
                    <a:pt x="7" y="335"/>
                  </a:lnTo>
                  <a:lnTo>
                    <a:pt x="7" y="334"/>
                  </a:lnTo>
                  <a:lnTo>
                    <a:pt x="8" y="332"/>
                  </a:lnTo>
                  <a:lnTo>
                    <a:pt x="10" y="332"/>
                  </a:lnTo>
                  <a:lnTo>
                    <a:pt x="10" y="332"/>
                  </a:lnTo>
                  <a:lnTo>
                    <a:pt x="11" y="334"/>
                  </a:lnTo>
                  <a:lnTo>
                    <a:pt x="12" y="334"/>
                  </a:lnTo>
                  <a:lnTo>
                    <a:pt x="12" y="332"/>
                  </a:lnTo>
                  <a:lnTo>
                    <a:pt x="12" y="331"/>
                  </a:lnTo>
                  <a:lnTo>
                    <a:pt x="13" y="330"/>
                  </a:lnTo>
                  <a:lnTo>
                    <a:pt x="13" y="330"/>
                  </a:lnTo>
                  <a:lnTo>
                    <a:pt x="13" y="330"/>
                  </a:lnTo>
                  <a:lnTo>
                    <a:pt x="14" y="331"/>
                  </a:lnTo>
                  <a:lnTo>
                    <a:pt x="14" y="332"/>
                  </a:lnTo>
                  <a:lnTo>
                    <a:pt x="14" y="332"/>
                  </a:lnTo>
                  <a:lnTo>
                    <a:pt x="15" y="332"/>
                  </a:lnTo>
                  <a:lnTo>
                    <a:pt x="15" y="331"/>
                  </a:lnTo>
                  <a:lnTo>
                    <a:pt x="15" y="330"/>
                  </a:lnTo>
                  <a:lnTo>
                    <a:pt x="15" y="329"/>
                  </a:lnTo>
                  <a:lnTo>
                    <a:pt x="15" y="328"/>
                  </a:lnTo>
                  <a:lnTo>
                    <a:pt x="17" y="327"/>
                  </a:lnTo>
                  <a:lnTo>
                    <a:pt x="17" y="325"/>
                  </a:lnTo>
                  <a:lnTo>
                    <a:pt x="18" y="324"/>
                  </a:lnTo>
                  <a:lnTo>
                    <a:pt x="19" y="324"/>
                  </a:lnTo>
                  <a:lnTo>
                    <a:pt x="19" y="323"/>
                  </a:lnTo>
                  <a:lnTo>
                    <a:pt x="20" y="322"/>
                  </a:lnTo>
                  <a:lnTo>
                    <a:pt x="21" y="320"/>
                  </a:lnTo>
                  <a:lnTo>
                    <a:pt x="21" y="318"/>
                  </a:lnTo>
                  <a:lnTo>
                    <a:pt x="20" y="317"/>
                  </a:lnTo>
                  <a:lnTo>
                    <a:pt x="20" y="316"/>
                  </a:lnTo>
                  <a:lnTo>
                    <a:pt x="21" y="316"/>
                  </a:lnTo>
                  <a:lnTo>
                    <a:pt x="24" y="314"/>
                  </a:lnTo>
                  <a:lnTo>
                    <a:pt x="25" y="314"/>
                  </a:lnTo>
                  <a:lnTo>
                    <a:pt x="25" y="313"/>
                  </a:lnTo>
                  <a:lnTo>
                    <a:pt x="26" y="313"/>
                  </a:lnTo>
                  <a:lnTo>
                    <a:pt x="26" y="313"/>
                  </a:lnTo>
                  <a:lnTo>
                    <a:pt x="27" y="313"/>
                  </a:lnTo>
                  <a:lnTo>
                    <a:pt x="27" y="313"/>
                  </a:lnTo>
                  <a:lnTo>
                    <a:pt x="27" y="312"/>
                  </a:lnTo>
                  <a:lnTo>
                    <a:pt x="27" y="310"/>
                  </a:lnTo>
                  <a:lnTo>
                    <a:pt x="26" y="309"/>
                  </a:lnTo>
                  <a:lnTo>
                    <a:pt x="26" y="308"/>
                  </a:lnTo>
                  <a:lnTo>
                    <a:pt x="26" y="306"/>
                  </a:lnTo>
                  <a:lnTo>
                    <a:pt x="26" y="305"/>
                  </a:lnTo>
                  <a:lnTo>
                    <a:pt x="27" y="305"/>
                  </a:lnTo>
                  <a:lnTo>
                    <a:pt x="28" y="303"/>
                  </a:lnTo>
                  <a:lnTo>
                    <a:pt x="27" y="303"/>
                  </a:lnTo>
                  <a:lnTo>
                    <a:pt x="28" y="303"/>
                  </a:lnTo>
                  <a:lnTo>
                    <a:pt x="28" y="303"/>
                  </a:lnTo>
                  <a:lnTo>
                    <a:pt x="28" y="302"/>
                  </a:lnTo>
                  <a:lnTo>
                    <a:pt x="28" y="302"/>
                  </a:lnTo>
                  <a:lnTo>
                    <a:pt x="28" y="300"/>
                  </a:lnTo>
                  <a:lnTo>
                    <a:pt x="28" y="299"/>
                  </a:lnTo>
                  <a:lnTo>
                    <a:pt x="29" y="296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5"/>
                  </a:lnTo>
                  <a:lnTo>
                    <a:pt x="33" y="295"/>
                  </a:lnTo>
                  <a:lnTo>
                    <a:pt x="33" y="294"/>
                  </a:lnTo>
                  <a:lnTo>
                    <a:pt x="34" y="288"/>
                  </a:lnTo>
                  <a:lnTo>
                    <a:pt x="33" y="285"/>
                  </a:lnTo>
                  <a:lnTo>
                    <a:pt x="32" y="281"/>
                  </a:lnTo>
                  <a:lnTo>
                    <a:pt x="30" y="278"/>
                  </a:lnTo>
                  <a:lnTo>
                    <a:pt x="30" y="277"/>
                  </a:lnTo>
                  <a:lnTo>
                    <a:pt x="30" y="275"/>
                  </a:lnTo>
                  <a:lnTo>
                    <a:pt x="30" y="274"/>
                  </a:lnTo>
                  <a:lnTo>
                    <a:pt x="30" y="271"/>
                  </a:lnTo>
                  <a:lnTo>
                    <a:pt x="30" y="270"/>
                  </a:lnTo>
                  <a:lnTo>
                    <a:pt x="28" y="269"/>
                  </a:lnTo>
                  <a:lnTo>
                    <a:pt x="27" y="267"/>
                  </a:lnTo>
                  <a:lnTo>
                    <a:pt x="26" y="266"/>
                  </a:lnTo>
                  <a:lnTo>
                    <a:pt x="26" y="263"/>
                  </a:lnTo>
                  <a:lnTo>
                    <a:pt x="25" y="262"/>
                  </a:lnTo>
                  <a:lnTo>
                    <a:pt x="22" y="259"/>
                  </a:lnTo>
                  <a:lnTo>
                    <a:pt x="21" y="259"/>
                  </a:lnTo>
                  <a:lnTo>
                    <a:pt x="20" y="258"/>
                  </a:lnTo>
                  <a:lnTo>
                    <a:pt x="20" y="258"/>
                  </a:lnTo>
                  <a:lnTo>
                    <a:pt x="20" y="255"/>
                  </a:lnTo>
                  <a:lnTo>
                    <a:pt x="24" y="250"/>
                  </a:lnTo>
                  <a:lnTo>
                    <a:pt x="24" y="245"/>
                  </a:lnTo>
                  <a:lnTo>
                    <a:pt x="21" y="243"/>
                  </a:lnTo>
                  <a:lnTo>
                    <a:pt x="21" y="242"/>
                  </a:lnTo>
                  <a:lnTo>
                    <a:pt x="21" y="239"/>
                  </a:lnTo>
                  <a:lnTo>
                    <a:pt x="22" y="238"/>
                  </a:lnTo>
                  <a:lnTo>
                    <a:pt x="27" y="236"/>
                  </a:lnTo>
                  <a:lnTo>
                    <a:pt x="27" y="235"/>
                  </a:lnTo>
                  <a:lnTo>
                    <a:pt x="27" y="231"/>
                  </a:lnTo>
                  <a:lnTo>
                    <a:pt x="25" y="219"/>
                  </a:lnTo>
                  <a:lnTo>
                    <a:pt x="24" y="206"/>
                  </a:lnTo>
                  <a:lnTo>
                    <a:pt x="22" y="193"/>
                  </a:lnTo>
                  <a:lnTo>
                    <a:pt x="20" y="167"/>
                  </a:lnTo>
                  <a:lnTo>
                    <a:pt x="18" y="155"/>
                  </a:lnTo>
                  <a:lnTo>
                    <a:pt x="17" y="142"/>
                  </a:lnTo>
                  <a:lnTo>
                    <a:pt x="15" y="129"/>
                  </a:lnTo>
                  <a:lnTo>
                    <a:pt x="14" y="116"/>
                  </a:lnTo>
                  <a:lnTo>
                    <a:pt x="13" y="103"/>
                  </a:lnTo>
                  <a:lnTo>
                    <a:pt x="11" y="91"/>
                  </a:lnTo>
                  <a:lnTo>
                    <a:pt x="10" y="78"/>
                  </a:lnTo>
                  <a:lnTo>
                    <a:pt x="8" y="65"/>
                  </a:lnTo>
                  <a:lnTo>
                    <a:pt x="7" y="52"/>
                  </a:lnTo>
                  <a:lnTo>
                    <a:pt x="6" y="39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6" y="29"/>
                  </a:lnTo>
                  <a:lnTo>
                    <a:pt x="8" y="30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2" y="33"/>
                  </a:lnTo>
                  <a:lnTo>
                    <a:pt x="13" y="33"/>
                  </a:lnTo>
                  <a:lnTo>
                    <a:pt x="14" y="33"/>
                  </a:lnTo>
                  <a:lnTo>
                    <a:pt x="21" y="34"/>
                  </a:lnTo>
                  <a:lnTo>
                    <a:pt x="27" y="31"/>
                  </a:lnTo>
                  <a:lnTo>
                    <a:pt x="37" y="27"/>
                  </a:lnTo>
                  <a:lnTo>
                    <a:pt x="50" y="19"/>
                  </a:lnTo>
                  <a:lnTo>
                    <a:pt x="51" y="17"/>
                  </a:lnTo>
                  <a:lnTo>
                    <a:pt x="57" y="17"/>
                  </a:lnTo>
                  <a:lnTo>
                    <a:pt x="62" y="16"/>
                  </a:lnTo>
                  <a:lnTo>
                    <a:pt x="68" y="16"/>
                  </a:lnTo>
                  <a:lnTo>
                    <a:pt x="72" y="15"/>
                  </a:lnTo>
                  <a:lnTo>
                    <a:pt x="78" y="15"/>
                  </a:lnTo>
                  <a:lnTo>
                    <a:pt x="89" y="14"/>
                  </a:lnTo>
                  <a:lnTo>
                    <a:pt x="94" y="13"/>
                  </a:lnTo>
                  <a:lnTo>
                    <a:pt x="99" y="12"/>
                  </a:lnTo>
                  <a:lnTo>
                    <a:pt x="105" y="12"/>
                  </a:lnTo>
                  <a:lnTo>
                    <a:pt x="109" y="10"/>
                  </a:lnTo>
                  <a:lnTo>
                    <a:pt x="120" y="9"/>
                  </a:lnTo>
                  <a:lnTo>
                    <a:pt x="126" y="9"/>
                  </a:lnTo>
                  <a:lnTo>
                    <a:pt x="130" y="8"/>
                  </a:lnTo>
                  <a:lnTo>
                    <a:pt x="136" y="7"/>
                  </a:lnTo>
                  <a:lnTo>
                    <a:pt x="141" y="7"/>
                  </a:lnTo>
                  <a:lnTo>
                    <a:pt x="147" y="6"/>
                  </a:lnTo>
                  <a:lnTo>
                    <a:pt x="151" y="6"/>
                  </a:lnTo>
                  <a:lnTo>
                    <a:pt x="157" y="5"/>
                  </a:lnTo>
                  <a:lnTo>
                    <a:pt x="162" y="3"/>
                  </a:lnTo>
                  <a:lnTo>
                    <a:pt x="168" y="3"/>
                  </a:lnTo>
                  <a:lnTo>
                    <a:pt x="173" y="2"/>
                  </a:lnTo>
                  <a:lnTo>
                    <a:pt x="178" y="2"/>
                  </a:lnTo>
                  <a:lnTo>
                    <a:pt x="184" y="1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2808288" y="2265363"/>
              <a:ext cx="230187" cy="395288"/>
            </a:xfrm>
            <a:custGeom>
              <a:avLst/>
              <a:gdLst>
                <a:gd name="T0" fmla="*/ 237 w 292"/>
                <a:gd name="T1" fmla="*/ 22 h 497"/>
                <a:gd name="T2" fmla="*/ 244 w 292"/>
                <a:gd name="T3" fmla="*/ 33 h 497"/>
                <a:gd name="T4" fmla="*/ 257 w 292"/>
                <a:gd name="T5" fmla="*/ 59 h 497"/>
                <a:gd name="T6" fmla="*/ 272 w 292"/>
                <a:gd name="T7" fmla="*/ 154 h 497"/>
                <a:gd name="T8" fmla="*/ 285 w 292"/>
                <a:gd name="T9" fmla="*/ 273 h 497"/>
                <a:gd name="T10" fmla="*/ 278 w 292"/>
                <a:gd name="T11" fmla="*/ 296 h 497"/>
                <a:gd name="T12" fmla="*/ 288 w 292"/>
                <a:gd name="T13" fmla="*/ 308 h 497"/>
                <a:gd name="T14" fmla="*/ 291 w 292"/>
                <a:gd name="T15" fmla="*/ 332 h 497"/>
                <a:gd name="T16" fmla="*/ 286 w 292"/>
                <a:gd name="T17" fmla="*/ 340 h 497"/>
                <a:gd name="T18" fmla="*/ 284 w 292"/>
                <a:gd name="T19" fmla="*/ 347 h 497"/>
                <a:gd name="T20" fmla="*/ 282 w 292"/>
                <a:gd name="T21" fmla="*/ 352 h 497"/>
                <a:gd name="T22" fmla="*/ 276 w 292"/>
                <a:gd name="T23" fmla="*/ 362 h 497"/>
                <a:gd name="T24" fmla="*/ 272 w 292"/>
                <a:gd name="T25" fmla="*/ 370 h 497"/>
                <a:gd name="T26" fmla="*/ 268 w 292"/>
                <a:gd name="T27" fmla="*/ 370 h 497"/>
                <a:gd name="T28" fmla="*/ 264 w 292"/>
                <a:gd name="T29" fmla="*/ 377 h 497"/>
                <a:gd name="T30" fmla="*/ 268 w 292"/>
                <a:gd name="T31" fmla="*/ 384 h 497"/>
                <a:gd name="T32" fmla="*/ 265 w 292"/>
                <a:gd name="T33" fmla="*/ 391 h 497"/>
                <a:gd name="T34" fmla="*/ 263 w 292"/>
                <a:gd name="T35" fmla="*/ 401 h 497"/>
                <a:gd name="T36" fmla="*/ 258 w 292"/>
                <a:gd name="T37" fmla="*/ 408 h 497"/>
                <a:gd name="T38" fmla="*/ 261 w 292"/>
                <a:gd name="T39" fmla="*/ 415 h 497"/>
                <a:gd name="T40" fmla="*/ 258 w 292"/>
                <a:gd name="T41" fmla="*/ 426 h 497"/>
                <a:gd name="T42" fmla="*/ 262 w 292"/>
                <a:gd name="T43" fmla="*/ 445 h 497"/>
                <a:gd name="T44" fmla="*/ 235 w 292"/>
                <a:gd name="T45" fmla="*/ 460 h 497"/>
                <a:gd name="T46" fmla="*/ 237 w 292"/>
                <a:gd name="T47" fmla="*/ 484 h 497"/>
                <a:gd name="T48" fmla="*/ 193 w 292"/>
                <a:gd name="T49" fmla="*/ 483 h 497"/>
                <a:gd name="T50" fmla="*/ 191 w 292"/>
                <a:gd name="T51" fmla="*/ 497 h 497"/>
                <a:gd name="T52" fmla="*/ 185 w 292"/>
                <a:gd name="T53" fmla="*/ 491 h 497"/>
                <a:gd name="T54" fmla="*/ 183 w 292"/>
                <a:gd name="T55" fmla="*/ 494 h 497"/>
                <a:gd name="T56" fmla="*/ 170 w 292"/>
                <a:gd name="T57" fmla="*/ 482 h 497"/>
                <a:gd name="T58" fmla="*/ 163 w 292"/>
                <a:gd name="T59" fmla="*/ 470 h 497"/>
                <a:gd name="T60" fmla="*/ 161 w 292"/>
                <a:gd name="T61" fmla="*/ 445 h 497"/>
                <a:gd name="T62" fmla="*/ 149 w 292"/>
                <a:gd name="T63" fmla="*/ 431 h 497"/>
                <a:gd name="T64" fmla="*/ 126 w 292"/>
                <a:gd name="T65" fmla="*/ 415 h 497"/>
                <a:gd name="T66" fmla="*/ 105 w 292"/>
                <a:gd name="T67" fmla="*/ 403 h 497"/>
                <a:gd name="T68" fmla="*/ 94 w 292"/>
                <a:gd name="T69" fmla="*/ 391 h 497"/>
                <a:gd name="T70" fmla="*/ 104 w 292"/>
                <a:gd name="T71" fmla="*/ 348 h 497"/>
                <a:gd name="T72" fmla="*/ 96 w 292"/>
                <a:gd name="T73" fmla="*/ 331 h 497"/>
                <a:gd name="T74" fmla="*/ 72 w 292"/>
                <a:gd name="T75" fmla="*/ 337 h 497"/>
                <a:gd name="T76" fmla="*/ 64 w 292"/>
                <a:gd name="T77" fmla="*/ 319 h 497"/>
                <a:gd name="T78" fmla="*/ 61 w 292"/>
                <a:gd name="T79" fmla="*/ 305 h 497"/>
                <a:gd name="T80" fmla="*/ 34 w 292"/>
                <a:gd name="T81" fmla="*/ 282 h 497"/>
                <a:gd name="T82" fmla="*/ 7 w 292"/>
                <a:gd name="T83" fmla="*/ 255 h 497"/>
                <a:gd name="T84" fmla="*/ 5 w 292"/>
                <a:gd name="T85" fmla="*/ 245 h 497"/>
                <a:gd name="T86" fmla="*/ 8 w 292"/>
                <a:gd name="T87" fmla="*/ 208 h 497"/>
                <a:gd name="T88" fmla="*/ 5 w 292"/>
                <a:gd name="T89" fmla="*/ 194 h 497"/>
                <a:gd name="T90" fmla="*/ 20 w 292"/>
                <a:gd name="T91" fmla="*/ 183 h 497"/>
                <a:gd name="T92" fmla="*/ 33 w 292"/>
                <a:gd name="T93" fmla="*/ 157 h 497"/>
                <a:gd name="T94" fmla="*/ 22 w 292"/>
                <a:gd name="T95" fmla="*/ 133 h 497"/>
                <a:gd name="T96" fmla="*/ 50 w 292"/>
                <a:gd name="T97" fmla="*/ 109 h 497"/>
                <a:gd name="T98" fmla="*/ 70 w 292"/>
                <a:gd name="T99" fmla="*/ 95 h 497"/>
                <a:gd name="T100" fmla="*/ 71 w 292"/>
                <a:gd name="T101" fmla="*/ 86 h 497"/>
                <a:gd name="T102" fmla="*/ 81 w 292"/>
                <a:gd name="T103" fmla="*/ 69 h 497"/>
                <a:gd name="T104" fmla="*/ 78 w 292"/>
                <a:gd name="T105" fmla="*/ 47 h 497"/>
                <a:gd name="T106" fmla="*/ 62 w 292"/>
                <a:gd name="T107" fmla="*/ 38 h 497"/>
                <a:gd name="T108" fmla="*/ 46 w 292"/>
                <a:gd name="T109" fmla="*/ 21 h 497"/>
                <a:gd name="T110" fmla="*/ 81 w 292"/>
                <a:gd name="T111" fmla="*/ 14 h 497"/>
                <a:gd name="T112" fmla="*/ 187 w 292"/>
                <a:gd name="T113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2" h="497">
                  <a:moveTo>
                    <a:pt x="235" y="0"/>
                  </a:moveTo>
                  <a:lnTo>
                    <a:pt x="235" y="0"/>
                  </a:lnTo>
                  <a:lnTo>
                    <a:pt x="236" y="9"/>
                  </a:lnTo>
                  <a:lnTo>
                    <a:pt x="236" y="9"/>
                  </a:lnTo>
                  <a:lnTo>
                    <a:pt x="235" y="10"/>
                  </a:lnTo>
                  <a:lnTo>
                    <a:pt x="235" y="10"/>
                  </a:lnTo>
                  <a:lnTo>
                    <a:pt x="235" y="11"/>
                  </a:lnTo>
                  <a:lnTo>
                    <a:pt x="236" y="18"/>
                  </a:lnTo>
                  <a:lnTo>
                    <a:pt x="237" y="22"/>
                  </a:lnTo>
                  <a:lnTo>
                    <a:pt x="239" y="24"/>
                  </a:lnTo>
                  <a:lnTo>
                    <a:pt x="241" y="29"/>
                  </a:lnTo>
                  <a:lnTo>
                    <a:pt x="242" y="29"/>
                  </a:lnTo>
                  <a:lnTo>
                    <a:pt x="242" y="30"/>
                  </a:lnTo>
                  <a:lnTo>
                    <a:pt x="242" y="31"/>
                  </a:lnTo>
                  <a:lnTo>
                    <a:pt x="243" y="32"/>
                  </a:lnTo>
                  <a:lnTo>
                    <a:pt x="244" y="32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7" y="34"/>
                  </a:lnTo>
                  <a:lnTo>
                    <a:pt x="248" y="34"/>
                  </a:lnTo>
                  <a:lnTo>
                    <a:pt x="248" y="36"/>
                  </a:lnTo>
                  <a:lnTo>
                    <a:pt x="249" y="37"/>
                  </a:lnTo>
                  <a:lnTo>
                    <a:pt x="249" y="38"/>
                  </a:lnTo>
                  <a:lnTo>
                    <a:pt x="251" y="46"/>
                  </a:lnTo>
                  <a:lnTo>
                    <a:pt x="254" y="51"/>
                  </a:lnTo>
                  <a:lnTo>
                    <a:pt x="256" y="57"/>
                  </a:lnTo>
                  <a:lnTo>
                    <a:pt x="257" y="59"/>
                  </a:lnTo>
                  <a:lnTo>
                    <a:pt x="262" y="65"/>
                  </a:lnTo>
                  <a:lnTo>
                    <a:pt x="262" y="65"/>
                  </a:lnTo>
                  <a:lnTo>
                    <a:pt x="264" y="77"/>
                  </a:lnTo>
                  <a:lnTo>
                    <a:pt x="265" y="90"/>
                  </a:lnTo>
                  <a:lnTo>
                    <a:pt x="266" y="103"/>
                  </a:lnTo>
                  <a:lnTo>
                    <a:pt x="268" y="116"/>
                  </a:lnTo>
                  <a:lnTo>
                    <a:pt x="269" y="129"/>
                  </a:lnTo>
                  <a:lnTo>
                    <a:pt x="271" y="141"/>
                  </a:lnTo>
                  <a:lnTo>
                    <a:pt x="272" y="154"/>
                  </a:lnTo>
                  <a:lnTo>
                    <a:pt x="273" y="167"/>
                  </a:lnTo>
                  <a:lnTo>
                    <a:pt x="275" y="180"/>
                  </a:lnTo>
                  <a:lnTo>
                    <a:pt x="276" y="193"/>
                  </a:lnTo>
                  <a:lnTo>
                    <a:pt x="278" y="205"/>
                  </a:lnTo>
                  <a:lnTo>
                    <a:pt x="280" y="231"/>
                  </a:lnTo>
                  <a:lnTo>
                    <a:pt x="282" y="244"/>
                  </a:lnTo>
                  <a:lnTo>
                    <a:pt x="283" y="257"/>
                  </a:lnTo>
                  <a:lnTo>
                    <a:pt x="285" y="269"/>
                  </a:lnTo>
                  <a:lnTo>
                    <a:pt x="285" y="273"/>
                  </a:lnTo>
                  <a:lnTo>
                    <a:pt x="285" y="274"/>
                  </a:lnTo>
                  <a:lnTo>
                    <a:pt x="280" y="276"/>
                  </a:lnTo>
                  <a:lnTo>
                    <a:pt x="279" y="277"/>
                  </a:lnTo>
                  <a:lnTo>
                    <a:pt x="279" y="280"/>
                  </a:lnTo>
                  <a:lnTo>
                    <a:pt x="279" y="281"/>
                  </a:lnTo>
                  <a:lnTo>
                    <a:pt x="282" y="283"/>
                  </a:lnTo>
                  <a:lnTo>
                    <a:pt x="282" y="288"/>
                  </a:lnTo>
                  <a:lnTo>
                    <a:pt x="278" y="293"/>
                  </a:lnTo>
                  <a:lnTo>
                    <a:pt x="278" y="296"/>
                  </a:lnTo>
                  <a:lnTo>
                    <a:pt x="278" y="296"/>
                  </a:lnTo>
                  <a:lnTo>
                    <a:pt x="279" y="297"/>
                  </a:lnTo>
                  <a:lnTo>
                    <a:pt x="280" y="297"/>
                  </a:lnTo>
                  <a:lnTo>
                    <a:pt x="283" y="300"/>
                  </a:lnTo>
                  <a:lnTo>
                    <a:pt x="284" y="301"/>
                  </a:lnTo>
                  <a:lnTo>
                    <a:pt x="284" y="304"/>
                  </a:lnTo>
                  <a:lnTo>
                    <a:pt x="285" y="305"/>
                  </a:lnTo>
                  <a:lnTo>
                    <a:pt x="286" y="307"/>
                  </a:lnTo>
                  <a:lnTo>
                    <a:pt x="288" y="308"/>
                  </a:lnTo>
                  <a:lnTo>
                    <a:pt x="288" y="309"/>
                  </a:lnTo>
                  <a:lnTo>
                    <a:pt x="288" y="312"/>
                  </a:lnTo>
                  <a:lnTo>
                    <a:pt x="288" y="313"/>
                  </a:lnTo>
                  <a:lnTo>
                    <a:pt x="288" y="315"/>
                  </a:lnTo>
                  <a:lnTo>
                    <a:pt x="288" y="316"/>
                  </a:lnTo>
                  <a:lnTo>
                    <a:pt x="290" y="319"/>
                  </a:lnTo>
                  <a:lnTo>
                    <a:pt x="291" y="323"/>
                  </a:lnTo>
                  <a:lnTo>
                    <a:pt x="292" y="326"/>
                  </a:lnTo>
                  <a:lnTo>
                    <a:pt x="291" y="332"/>
                  </a:lnTo>
                  <a:lnTo>
                    <a:pt x="291" y="333"/>
                  </a:lnTo>
                  <a:lnTo>
                    <a:pt x="290" y="333"/>
                  </a:lnTo>
                  <a:lnTo>
                    <a:pt x="288" y="333"/>
                  </a:lnTo>
                  <a:lnTo>
                    <a:pt x="288" y="334"/>
                  </a:lnTo>
                  <a:lnTo>
                    <a:pt x="287" y="334"/>
                  </a:lnTo>
                  <a:lnTo>
                    <a:pt x="286" y="337"/>
                  </a:lnTo>
                  <a:lnTo>
                    <a:pt x="286" y="338"/>
                  </a:lnTo>
                  <a:lnTo>
                    <a:pt x="286" y="340"/>
                  </a:lnTo>
                  <a:lnTo>
                    <a:pt x="286" y="340"/>
                  </a:lnTo>
                  <a:lnTo>
                    <a:pt x="286" y="341"/>
                  </a:lnTo>
                  <a:lnTo>
                    <a:pt x="286" y="341"/>
                  </a:lnTo>
                  <a:lnTo>
                    <a:pt x="285" y="341"/>
                  </a:lnTo>
                  <a:lnTo>
                    <a:pt x="286" y="341"/>
                  </a:lnTo>
                  <a:lnTo>
                    <a:pt x="285" y="343"/>
                  </a:lnTo>
                  <a:lnTo>
                    <a:pt x="284" y="343"/>
                  </a:lnTo>
                  <a:lnTo>
                    <a:pt x="284" y="344"/>
                  </a:lnTo>
                  <a:lnTo>
                    <a:pt x="284" y="346"/>
                  </a:lnTo>
                  <a:lnTo>
                    <a:pt x="284" y="347"/>
                  </a:lnTo>
                  <a:lnTo>
                    <a:pt x="285" y="348"/>
                  </a:lnTo>
                  <a:lnTo>
                    <a:pt x="285" y="350"/>
                  </a:lnTo>
                  <a:lnTo>
                    <a:pt x="285" y="351"/>
                  </a:lnTo>
                  <a:lnTo>
                    <a:pt x="285" y="351"/>
                  </a:lnTo>
                  <a:lnTo>
                    <a:pt x="284" y="351"/>
                  </a:lnTo>
                  <a:lnTo>
                    <a:pt x="284" y="351"/>
                  </a:lnTo>
                  <a:lnTo>
                    <a:pt x="283" y="351"/>
                  </a:lnTo>
                  <a:lnTo>
                    <a:pt x="283" y="352"/>
                  </a:lnTo>
                  <a:lnTo>
                    <a:pt x="282" y="352"/>
                  </a:lnTo>
                  <a:lnTo>
                    <a:pt x="279" y="354"/>
                  </a:lnTo>
                  <a:lnTo>
                    <a:pt x="278" y="354"/>
                  </a:lnTo>
                  <a:lnTo>
                    <a:pt x="278" y="355"/>
                  </a:lnTo>
                  <a:lnTo>
                    <a:pt x="279" y="356"/>
                  </a:lnTo>
                  <a:lnTo>
                    <a:pt x="279" y="358"/>
                  </a:lnTo>
                  <a:lnTo>
                    <a:pt x="278" y="360"/>
                  </a:lnTo>
                  <a:lnTo>
                    <a:pt x="277" y="361"/>
                  </a:lnTo>
                  <a:lnTo>
                    <a:pt x="277" y="362"/>
                  </a:lnTo>
                  <a:lnTo>
                    <a:pt x="276" y="362"/>
                  </a:lnTo>
                  <a:lnTo>
                    <a:pt x="275" y="363"/>
                  </a:lnTo>
                  <a:lnTo>
                    <a:pt x="275" y="365"/>
                  </a:lnTo>
                  <a:lnTo>
                    <a:pt x="273" y="366"/>
                  </a:lnTo>
                  <a:lnTo>
                    <a:pt x="273" y="367"/>
                  </a:lnTo>
                  <a:lnTo>
                    <a:pt x="273" y="368"/>
                  </a:lnTo>
                  <a:lnTo>
                    <a:pt x="273" y="369"/>
                  </a:lnTo>
                  <a:lnTo>
                    <a:pt x="273" y="370"/>
                  </a:lnTo>
                  <a:lnTo>
                    <a:pt x="272" y="370"/>
                  </a:lnTo>
                  <a:lnTo>
                    <a:pt x="272" y="370"/>
                  </a:lnTo>
                  <a:lnTo>
                    <a:pt x="272" y="369"/>
                  </a:lnTo>
                  <a:lnTo>
                    <a:pt x="271" y="368"/>
                  </a:lnTo>
                  <a:lnTo>
                    <a:pt x="271" y="368"/>
                  </a:lnTo>
                  <a:lnTo>
                    <a:pt x="271" y="368"/>
                  </a:lnTo>
                  <a:lnTo>
                    <a:pt x="270" y="369"/>
                  </a:lnTo>
                  <a:lnTo>
                    <a:pt x="270" y="370"/>
                  </a:lnTo>
                  <a:lnTo>
                    <a:pt x="270" y="372"/>
                  </a:lnTo>
                  <a:lnTo>
                    <a:pt x="269" y="372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6" y="370"/>
                  </a:lnTo>
                  <a:lnTo>
                    <a:pt x="265" y="372"/>
                  </a:lnTo>
                  <a:lnTo>
                    <a:pt x="265" y="373"/>
                  </a:lnTo>
                  <a:lnTo>
                    <a:pt x="265" y="375"/>
                  </a:lnTo>
                  <a:lnTo>
                    <a:pt x="264" y="375"/>
                  </a:lnTo>
                  <a:lnTo>
                    <a:pt x="264" y="376"/>
                  </a:lnTo>
                  <a:lnTo>
                    <a:pt x="264" y="376"/>
                  </a:lnTo>
                  <a:lnTo>
                    <a:pt x="264" y="377"/>
                  </a:lnTo>
                  <a:lnTo>
                    <a:pt x="264" y="379"/>
                  </a:lnTo>
                  <a:lnTo>
                    <a:pt x="264" y="380"/>
                  </a:lnTo>
                  <a:lnTo>
                    <a:pt x="265" y="380"/>
                  </a:lnTo>
                  <a:lnTo>
                    <a:pt x="265" y="381"/>
                  </a:lnTo>
                  <a:lnTo>
                    <a:pt x="266" y="381"/>
                  </a:lnTo>
                  <a:lnTo>
                    <a:pt x="268" y="382"/>
                  </a:lnTo>
                  <a:lnTo>
                    <a:pt x="269" y="383"/>
                  </a:lnTo>
                  <a:lnTo>
                    <a:pt x="268" y="384"/>
                  </a:lnTo>
                  <a:lnTo>
                    <a:pt x="268" y="384"/>
                  </a:lnTo>
                  <a:lnTo>
                    <a:pt x="265" y="386"/>
                  </a:lnTo>
                  <a:lnTo>
                    <a:pt x="265" y="386"/>
                  </a:lnTo>
                  <a:lnTo>
                    <a:pt x="264" y="388"/>
                  </a:lnTo>
                  <a:lnTo>
                    <a:pt x="262" y="389"/>
                  </a:lnTo>
                  <a:lnTo>
                    <a:pt x="263" y="389"/>
                  </a:lnTo>
                  <a:lnTo>
                    <a:pt x="265" y="389"/>
                  </a:lnTo>
                  <a:lnTo>
                    <a:pt x="266" y="390"/>
                  </a:lnTo>
                  <a:lnTo>
                    <a:pt x="266" y="391"/>
                  </a:lnTo>
                  <a:lnTo>
                    <a:pt x="265" y="391"/>
                  </a:lnTo>
                  <a:lnTo>
                    <a:pt x="264" y="393"/>
                  </a:lnTo>
                  <a:lnTo>
                    <a:pt x="263" y="393"/>
                  </a:lnTo>
                  <a:lnTo>
                    <a:pt x="262" y="394"/>
                  </a:lnTo>
                  <a:lnTo>
                    <a:pt x="263" y="395"/>
                  </a:lnTo>
                  <a:lnTo>
                    <a:pt x="262" y="396"/>
                  </a:lnTo>
                  <a:lnTo>
                    <a:pt x="263" y="397"/>
                  </a:lnTo>
                  <a:lnTo>
                    <a:pt x="263" y="398"/>
                  </a:lnTo>
                  <a:lnTo>
                    <a:pt x="263" y="400"/>
                  </a:lnTo>
                  <a:lnTo>
                    <a:pt x="263" y="401"/>
                  </a:lnTo>
                  <a:lnTo>
                    <a:pt x="262" y="401"/>
                  </a:lnTo>
                  <a:lnTo>
                    <a:pt x="262" y="402"/>
                  </a:lnTo>
                  <a:lnTo>
                    <a:pt x="263" y="404"/>
                  </a:lnTo>
                  <a:lnTo>
                    <a:pt x="263" y="405"/>
                  </a:lnTo>
                  <a:lnTo>
                    <a:pt x="263" y="406"/>
                  </a:lnTo>
                  <a:lnTo>
                    <a:pt x="263" y="406"/>
                  </a:lnTo>
                  <a:lnTo>
                    <a:pt x="262" y="408"/>
                  </a:lnTo>
                  <a:lnTo>
                    <a:pt x="262" y="408"/>
                  </a:lnTo>
                  <a:lnTo>
                    <a:pt x="258" y="408"/>
                  </a:lnTo>
                  <a:lnTo>
                    <a:pt x="259" y="409"/>
                  </a:lnTo>
                  <a:lnTo>
                    <a:pt x="264" y="411"/>
                  </a:lnTo>
                  <a:lnTo>
                    <a:pt x="264" y="412"/>
                  </a:lnTo>
                  <a:lnTo>
                    <a:pt x="263" y="413"/>
                  </a:lnTo>
                  <a:lnTo>
                    <a:pt x="262" y="413"/>
                  </a:lnTo>
                  <a:lnTo>
                    <a:pt x="261" y="413"/>
                  </a:lnTo>
                  <a:lnTo>
                    <a:pt x="259" y="413"/>
                  </a:lnTo>
                  <a:lnTo>
                    <a:pt x="259" y="413"/>
                  </a:lnTo>
                  <a:lnTo>
                    <a:pt x="261" y="415"/>
                  </a:lnTo>
                  <a:lnTo>
                    <a:pt x="261" y="415"/>
                  </a:lnTo>
                  <a:lnTo>
                    <a:pt x="262" y="415"/>
                  </a:lnTo>
                  <a:lnTo>
                    <a:pt x="264" y="415"/>
                  </a:lnTo>
                  <a:lnTo>
                    <a:pt x="264" y="416"/>
                  </a:lnTo>
                  <a:lnTo>
                    <a:pt x="264" y="418"/>
                  </a:lnTo>
                  <a:lnTo>
                    <a:pt x="263" y="420"/>
                  </a:lnTo>
                  <a:lnTo>
                    <a:pt x="263" y="422"/>
                  </a:lnTo>
                  <a:lnTo>
                    <a:pt x="258" y="425"/>
                  </a:lnTo>
                  <a:lnTo>
                    <a:pt x="258" y="426"/>
                  </a:lnTo>
                  <a:lnTo>
                    <a:pt x="257" y="429"/>
                  </a:lnTo>
                  <a:lnTo>
                    <a:pt x="257" y="431"/>
                  </a:lnTo>
                  <a:lnTo>
                    <a:pt x="258" y="432"/>
                  </a:lnTo>
                  <a:lnTo>
                    <a:pt x="259" y="434"/>
                  </a:lnTo>
                  <a:lnTo>
                    <a:pt x="259" y="436"/>
                  </a:lnTo>
                  <a:lnTo>
                    <a:pt x="262" y="437"/>
                  </a:lnTo>
                  <a:lnTo>
                    <a:pt x="264" y="441"/>
                  </a:lnTo>
                  <a:lnTo>
                    <a:pt x="264" y="444"/>
                  </a:lnTo>
                  <a:lnTo>
                    <a:pt x="262" y="445"/>
                  </a:lnTo>
                  <a:lnTo>
                    <a:pt x="249" y="448"/>
                  </a:lnTo>
                  <a:lnTo>
                    <a:pt x="244" y="452"/>
                  </a:lnTo>
                  <a:lnTo>
                    <a:pt x="243" y="452"/>
                  </a:lnTo>
                  <a:lnTo>
                    <a:pt x="241" y="453"/>
                  </a:lnTo>
                  <a:lnTo>
                    <a:pt x="239" y="453"/>
                  </a:lnTo>
                  <a:lnTo>
                    <a:pt x="237" y="454"/>
                  </a:lnTo>
                  <a:lnTo>
                    <a:pt x="237" y="454"/>
                  </a:lnTo>
                  <a:lnTo>
                    <a:pt x="236" y="456"/>
                  </a:lnTo>
                  <a:lnTo>
                    <a:pt x="235" y="460"/>
                  </a:lnTo>
                  <a:lnTo>
                    <a:pt x="235" y="463"/>
                  </a:lnTo>
                  <a:lnTo>
                    <a:pt x="236" y="467"/>
                  </a:lnTo>
                  <a:lnTo>
                    <a:pt x="239" y="469"/>
                  </a:lnTo>
                  <a:lnTo>
                    <a:pt x="241" y="472"/>
                  </a:lnTo>
                  <a:lnTo>
                    <a:pt x="242" y="475"/>
                  </a:lnTo>
                  <a:lnTo>
                    <a:pt x="243" y="477"/>
                  </a:lnTo>
                  <a:lnTo>
                    <a:pt x="242" y="481"/>
                  </a:lnTo>
                  <a:lnTo>
                    <a:pt x="240" y="483"/>
                  </a:lnTo>
                  <a:lnTo>
                    <a:pt x="237" y="484"/>
                  </a:lnTo>
                  <a:lnTo>
                    <a:pt x="234" y="484"/>
                  </a:lnTo>
                  <a:lnTo>
                    <a:pt x="228" y="481"/>
                  </a:lnTo>
                  <a:lnTo>
                    <a:pt x="208" y="474"/>
                  </a:lnTo>
                  <a:lnTo>
                    <a:pt x="205" y="473"/>
                  </a:lnTo>
                  <a:lnTo>
                    <a:pt x="201" y="474"/>
                  </a:lnTo>
                  <a:lnTo>
                    <a:pt x="198" y="475"/>
                  </a:lnTo>
                  <a:lnTo>
                    <a:pt x="196" y="477"/>
                  </a:lnTo>
                  <a:lnTo>
                    <a:pt x="196" y="479"/>
                  </a:lnTo>
                  <a:lnTo>
                    <a:pt x="193" y="483"/>
                  </a:lnTo>
                  <a:lnTo>
                    <a:pt x="191" y="487"/>
                  </a:lnTo>
                  <a:lnTo>
                    <a:pt x="190" y="490"/>
                  </a:lnTo>
                  <a:lnTo>
                    <a:pt x="190" y="491"/>
                  </a:lnTo>
                  <a:lnTo>
                    <a:pt x="192" y="494"/>
                  </a:lnTo>
                  <a:lnTo>
                    <a:pt x="194" y="497"/>
                  </a:lnTo>
                  <a:lnTo>
                    <a:pt x="193" y="496"/>
                  </a:lnTo>
                  <a:lnTo>
                    <a:pt x="192" y="496"/>
                  </a:lnTo>
                  <a:lnTo>
                    <a:pt x="192" y="497"/>
                  </a:lnTo>
                  <a:lnTo>
                    <a:pt x="191" y="497"/>
                  </a:lnTo>
                  <a:lnTo>
                    <a:pt x="190" y="497"/>
                  </a:lnTo>
                  <a:lnTo>
                    <a:pt x="189" y="496"/>
                  </a:lnTo>
                  <a:lnTo>
                    <a:pt x="189" y="495"/>
                  </a:lnTo>
                  <a:lnTo>
                    <a:pt x="189" y="495"/>
                  </a:lnTo>
                  <a:lnTo>
                    <a:pt x="189" y="494"/>
                  </a:lnTo>
                  <a:lnTo>
                    <a:pt x="187" y="493"/>
                  </a:lnTo>
                  <a:lnTo>
                    <a:pt x="186" y="493"/>
                  </a:lnTo>
                  <a:lnTo>
                    <a:pt x="185" y="491"/>
                  </a:lnTo>
                  <a:lnTo>
                    <a:pt x="185" y="491"/>
                  </a:lnTo>
                  <a:lnTo>
                    <a:pt x="184" y="489"/>
                  </a:lnTo>
                  <a:lnTo>
                    <a:pt x="184" y="488"/>
                  </a:lnTo>
                  <a:lnTo>
                    <a:pt x="182" y="488"/>
                  </a:lnTo>
                  <a:lnTo>
                    <a:pt x="180" y="489"/>
                  </a:lnTo>
                  <a:lnTo>
                    <a:pt x="180" y="490"/>
                  </a:lnTo>
                  <a:lnTo>
                    <a:pt x="182" y="491"/>
                  </a:lnTo>
                  <a:lnTo>
                    <a:pt x="182" y="493"/>
                  </a:lnTo>
                  <a:lnTo>
                    <a:pt x="183" y="493"/>
                  </a:lnTo>
                  <a:lnTo>
                    <a:pt x="183" y="494"/>
                  </a:lnTo>
                  <a:lnTo>
                    <a:pt x="184" y="495"/>
                  </a:lnTo>
                  <a:lnTo>
                    <a:pt x="184" y="496"/>
                  </a:lnTo>
                  <a:lnTo>
                    <a:pt x="183" y="496"/>
                  </a:lnTo>
                  <a:lnTo>
                    <a:pt x="179" y="495"/>
                  </a:lnTo>
                  <a:lnTo>
                    <a:pt x="176" y="493"/>
                  </a:lnTo>
                  <a:lnTo>
                    <a:pt x="175" y="491"/>
                  </a:lnTo>
                  <a:lnTo>
                    <a:pt x="175" y="488"/>
                  </a:lnTo>
                  <a:lnTo>
                    <a:pt x="173" y="486"/>
                  </a:lnTo>
                  <a:lnTo>
                    <a:pt x="170" y="482"/>
                  </a:lnTo>
                  <a:lnTo>
                    <a:pt x="168" y="480"/>
                  </a:lnTo>
                  <a:lnTo>
                    <a:pt x="168" y="479"/>
                  </a:lnTo>
                  <a:lnTo>
                    <a:pt x="166" y="476"/>
                  </a:lnTo>
                  <a:lnTo>
                    <a:pt x="166" y="475"/>
                  </a:lnTo>
                  <a:lnTo>
                    <a:pt x="165" y="475"/>
                  </a:lnTo>
                  <a:lnTo>
                    <a:pt x="165" y="474"/>
                  </a:lnTo>
                  <a:lnTo>
                    <a:pt x="164" y="474"/>
                  </a:lnTo>
                  <a:lnTo>
                    <a:pt x="163" y="474"/>
                  </a:lnTo>
                  <a:lnTo>
                    <a:pt x="163" y="470"/>
                  </a:lnTo>
                  <a:lnTo>
                    <a:pt x="165" y="467"/>
                  </a:lnTo>
                  <a:lnTo>
                    <a:pt x="168" y="465"/>
                  </a:lnTo>
                  <a:lnTo>
                    <a:pt x="168" y="461"/>
                  </a:lnTo>
                  <a:lnTo>
                    <a:pt x="166" y="458"/>
                  </a:lnTo>
                  <a:lnTo>
                    <a:pt x="165" y="455"/>
                  </a:lnTo>
                  <a:lnTo>
                    <a:pt x="163" y="452"/>
                  </a:lnTo>
                  <a:lnTo>
                    <a:pt x="161" y="449"/>
                  </a:lnTo>
                  <a:lnTo>
                    <a:pt x="161" y="447"/>
                  </a:lnTo>
                  <a:lnTo>
                    <a:pt x="161" y="445"/>
                  </a:lnTo>
                  <a:lnTo>
                    <a:pt x="161" y="445"/>
                  </a:lnTo>
                  <a:lnTo>
                    <a:pt x="161" y="443"/>
                  </a:lnTo>
                  <a:lnTo>
                    <a:pt x="161" y="441"/>
                  </a:lnTo>
                  <a:lnTo>
                    <a:pt x="160" y="440"/>
                  </a:lnTo>
                  <a:lnTo>
                    <a:pt x="160" y="438"/>
                  </a:lnTo>
                  <a:lnTo>
                    <a:pt x="160" y="437"/>
                  </a:lnTo>
                  <a:lnTo>
                    <a:pt x="157" y="436"/>
                  </a:lnTo>
                  <a:lnTo>
                    <a:pt x="150" y="433"/>
                  </a:lnTo>
                  <a:lnTo>
                    <a:pt x="149" y="431"/>
                  </a:lnTo>
                  <a:lnTo>
                    <a:pt x="147" y="426"/>
                  </a:lnTo>
                  <a:lnTo>
                    <a:pt x="144" y="424"/>
                  </a:lnTo>
                  <a:lnTo>
                    <a:pt x="142" y="423"/>
                  </a:lnTo>
                  <a:lnTo>
                    <a:pt x="137" y="422"/>
                  </a:lnTo>
                  <a:lnTo>
                    <a:pt x="136" y="420"/>
                  </a:lnTo>
                  <a:lnTo>
                    <a:pt x="132" y="417"/>
                  </a:lnTo>
                  <a:lnTo>
                    <a:pt x="129" y="416"/>
                  </a:lnTo>
                  <a:lnTo>
                    <a:pt x="127" y="415"/>
                  </a:lnTo>
                  <a:lnTo>
                    <a:pt x="126" y="415"/>
                  </a:lnTo>
                  <a:lnTo>
                    <a:pt x="124" y="415"/>
                  </a:lnTo>
                  <a:lnTo>
                    <a:pt x="122" y="415"/>
                  </a:lnTo>
                  <a:lnTo>
                    <a:pt x="118" y="411"/>
                  </a:lnTo>
                  <a:lnTo>
                    <a:pt x="115" y="411"/>
                  </a:lnTo>
                  <a:lnTo>
                    <a:pt x="113" y="409"/>
                  </a:lnTo>
                  <a:lnTo>
                    <a:pt x="111" y="408"/>
                  </a:lnTo>
                  <a:lnTo>
                    <a:pt x="110" y="405"/>
                  </a:lnTo>
                  <a:lnTo>
                    <a:pt x="106" y="404"/>
                  </a:lnTo>
                  <a:lnTo>
                    <a:pt x="105" y="403"/>
                  </a:lnTo>
                  <a:lnTo>
                    <a:pt x="105" y="402"/>
                  </a:lnTo>
                  <a:lnTo>
                    <a:pt x="104" y="401"/>
                  </a:lnTo>
                  <a:lnTo>
                    <a:pt x="101" y="400"/>
                  </a:lnTo>
                  <a:lnTo>
                    <a:pt x="101" y="398"/>
                  </a:lnTo>
                  <a:lnTo>
                    <a:pt x="97" y="395"/>
                  </a:lnTo>
                  <a:lnTo>
                    <a:pt x="97" y="395"/>
                  </a:lnTo>
                  <a:lnTo>
                    <a:pt x="96" y="394"/>
                  </a:lnTo>
                  <a:lnTo>
                    <a:pt x="96" y="393"/>
                  </a:lnTo>
                  <a:lnTo>
                    <a:pt x="94" y="391"/>
                  </a:lnTo>
                  <a:lnTo>
                    <a:pt x="93" y="388"/>
                  </a:lnTo>
                  <a:lnTo>
                    <a:pt x="93" y="384"/>
                  </a:lnTo>
                  <a:lnTo>
                    <a:pt x="94" y="381"/>
                  </a:lnTo>
                  <a:lnTo>
                    <a:pt x="98" y="375"/>
                  </a:lnTo>
                  <a:lnTo>
                    <a:pt x="100" y="365"/>
                  </a:lnTo>
                  <a:lnTo>
                    <a:pt x="104" y="359"/>
                  </a:lnTo>
                  <a:lnTo>
                    <a:pt x="104" y="356"/>
                  </a:lnTo>
                  <a:lnTo>
                    <a:pt x="104" y="353"/>
                  </a:lnTo>
                  <a:lnTo>
                    <a:pt x="104" y="348"/>
                  </a:lnTo>
                  <a:lnTo>
                    <a:pt x="104" y="347"/>
                  </a:lnTo>
                  <a:lnTo>
                    <a:pt x="104" y="346"/>
                  </a:lnTo>
                  <a:lnTo>
                    <a:pt x="105" y="345"/>
                  </a:lnTo>
                  <a:lnTo>
                    <a:pt x="106" y="343"/>
                  </a:lnTo>
                  <a:lnTo>
                    <a:pt x="107" y="340"/>
                  </a:lnTo>
                  <a:lnTo>
                    <a:pt x="107" y="339"/>
                  </a:lnTo>
                  <a:lnTo>
                    <a:pt x="106" y="337"/>
                  </a:lnTo>
                  <a:lnTo>
                    <a:pt x="103" y="334"/>
                  </a:lnTo>
                  <a:lnTo>
                    <a:pt x="96" y="331"/>
                  </a:lnTo>
                  <a:lnTo>
                    <a:pt x="92" y="330"/>
                  </a:lnTo>
                  <a:lnTo>
                    <a:pt x="91" y="330"/>
                  </a:lnTo>
                  <a:lnTo>
                    <a:pt x="89" y="330"/>
                  </a:lnTo>
                  <a:lnTo>
                    <a:pt x="86" y="329"/>
                  </a:lnTo>
                  <a:lnTo>
                    <a:pt x="85" y="329"/>
                  </a:lnTo>
                  <a:lnTo>
                    <a:pt x="82" y="330"/>
                  </a:lnTo>
                  <a:lnTo>
                    <a:pt x="78" y="336"/>
                  </a:lnTo>
                  <a:lnTo>
                    <a:pt x="75" y="337"/>
                  </a:lnTo>
                  <a:lnTo>
                    <a:pt x="72" y="337"/>
                  </a:lnTo>
                  <a:lnTo>
                    <a:pt x="70" y="334"/>
                  </a:lnTo>
                  <a:lnTo>
                    <a:pt x="65" y="327"/>
                  </a:lnTo>
                  <a:lnTo>
                    <a:pt x="67" y="326"/>
                  </a:lnTo>
                  <a:lnTo>
                    <a:pt x="65" y="325"/>
                  </a:lnTo>
                  <a:lnTo>
                    <a:pt x="65" y="324"/>
                  </a:lnTo>
                  <a:lnTo>
                    <a:pt x="64" y="323"/>
                  </a:lnTo>
                  <a:lnTo>
                    <a:pt x="64" y="322"/>
                  </a:lnTo>
                  <a:lnTo>
                    <a:pt x="64" y="320"/>
                  </a:lnTo>
                  <a:lnTo>
                    <a:pt x="64" y="319"/>
                  </a:lnTo>
                  <a:lnTo>
                    <a:pt x="65" y="318"/>
                  </a:lnTo>
                  <a:lnTo>
                    <a:pt x="64" y="317"/>
                  </a:lnTo>
                  <a:lnTo>
                    <a:pt x="63" y="316"/>
                  </a:lnTo>
                  <a:lnTo>
                    <a:pt x="63" y="315"/>
                  </a:lnTo>
                  <a:lnTo>
                    <a:pt x="63" y="313"/>
                  </a:lnTo>
                  <a:lnTo>
                    <a:pt x="63" y="311"/>
                  </a:lnTo>
                  <a:lnTo>
                    <a:pt x="62" y="309"/>
                  </a:lnTo>
                  <a:lnTo>
                    <a:pt x="62" y="308"/>
                  </a:lnTo>
                  <a:lnTo>
                    <a:pt x="61" y="305"/>
                  </a:lnTo>
                  <a:lnTo>
                    <a:pt x="58" y="303"/>
                  </a:lnTo>
                  <a:lnTo>
                    <a:pt x="57" y="301"/>
                  </a:lnTo>
                  <a:lnTo>
                    <a:pt x="55" y="300"/>
                  </a:lnTo>
                  <a:lnTo>
                    <a:pt x="38" y="289"/>
                  </a:lnTo>
                  <a:lnTo>
                    <a:pt x="36" y="288"/>
                  </a:lnTo>
                  <a:lnTo>
                    <a:pt x="36" y="287"/>
                  </a:lnTo>
                  <a:lnTo>
                    <a:pt x="36" y="284"/>
                  </a:lnTo>
                  <a:lnTo>
                    <a:pt x="35" y="283"/>
                  </a:lnTo>
                  <a:lnTo>
                    <a:pt x="34" y="282"/>
                  </a:lnTo>
                  <a:lnTo>
                    <a:pt x="15" y="268"/>
                  </a:lnTo>
                  <a:lnTo>
                    <a:pt x="13" y="266"/>
                  </a:lnTo>
                  <a:lnTo>
                    <a:pt x="12" y="262"/>
                  </a:lnTo>
                  <a:lnTo>
                    <a:pt x="12" y="260"/>
                  </a:lnTo>
                  <a:lnTo>
                    <a:pt x="12" y="260"/>
                  </a:lnTo>
                  <a:lnTo>
                    <a:pt x="11" y="259"/>
                  </a:lnTo>
                  <a:lnTo>
                    <a:pt x="10" y="258"/>
                  </a:lnTo>
                  <a:lnTo>
                    <a:pt x="8" y="257"/>
                  </a:lnTo>
                  <a:lnTo>
                    <a:pt x="7" y="255"/>
                  </a:lnTo>
                  <a:lnTo>
                    <a:pt x="7" y="254"/>
                  </a:lnTo>
                  <a:lnTo>
                    <a:pt x="7" y="253"/>
                  </a:lnTo>
                  <a:lnTo>
                    <a:pt x="7" y="251"/>
                  </a:lnTo>
                  <a:lnTo>
                    <a:pt x="7" y="248"/>
                  </a:lnTo>
                  <a:lnTo>
                    <a:pt x="7" y="248"/>
                  </a:lnTo>
                  <a:lnTo>
                    <a:pt x="7" y="247"/>
                  </a:lnTo>
                  <a:lnTo>
                    <a:pt x="6" y="246"/>
                  </a:lnTo>
                  <a:lnTo>
                    <a:pt x="6" y="246"/>
                  </a:lnTo>
                  <a:lnTo>
                    <a:pt x="5" y="245"/>
                  </a:lnTo>
                  <a:lnTo>
                    <a:pt x="4" y="244"/>
                  </a:lnTo>
                  <a:lnTo>
                    <a:pt x="4" y="241"/>
                  </a:lnTo>
                  <a:lnTo>
                    <a:pt x="0" y="227"/>
                  </a:lnTo>
                  <a:lnTo>
                    <a:pt x="0" y="223"/>
                  </a:lnTo>
                  <a:lnTo>
                    <a:pt x="0" y="219"/>
                  </a:lnTo>
                  <a:lnTo>
                    <a:pt x="0" y="215"/>
                  </a:lnTo>
                  <a:lnTo>
                    <a:pt x="3" y="211"/>
                  </a:lnTo>
                  <a:lnTo>
                    <a:pt x="4" y="209"/>
                  </a:lnTo>
                  <a:lnTo>
                    <a:pt x="8" y="208"/>
                  </a:lnTo>
                  <a:lnTo>
                    <a:pt x="8" y="207"/>
                  </a:lnTo>
                  <a:lnTo>
                    <a:pt x="8" y="205"/>
                  </a:lnTo>
                  <a:lnTo>
                    <a:pt x="8" y="203"/>
                  </a:lnTo>
                  <a:lnTo>
                    <a:pt x="8" y="201"/>
                  </a:lnTo>
                  <a:lnTo>
                    <a:pt x="8" y="198"/>
                  </a:lnTo>
                  <a:lnTo>
                    <a:pt x="8" y="197"/>
                  </a:lnTo>
                  <a:lnTo>
                    <a:pt x="7" y="196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193"/>
                  </a:lnTo>
                  <a:lnTo>
                    <a:pt x="6" y="191"/>
                  </a:lnTo>
                  <a:lnTo>
                    <a:pt x="6" y="190"/>
                  </a:lnTo>
                  <a:lnTo>
                    <a:pt x="7" y="189"/>
                  </a:lnTo>
                  <a:lnTo>
                    <a:pt x="10" y="187"/>
                  </a:lnTo>
                  <a:lnTo>
                    <a:pt x="12" y="186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0" y="183"/>
                  </a:lnTo>
                  <a:lnTo>
                    <a:pt x="22" y="181"/>
                  </a:lnTo>
                  <a:lnTo>
                    <a:pt x="24" y="179"/>
                  </a:lnTo>
                  <a:lnTo>
                    <a:pt x="25" y="175"/>
                  </a:lnTo>
                  <a:lnTo>
                    <a:pt x="25" y="173"/>
                  </a:lnTo>
                  <a:lnTo>
                    <a:pt x="25" y="169"/>
                  </a:lnTo>
                  <a:lnTo>
                    <a:pt x="25" y="168"/>
                  </a:lnTo>
                  <a:lnTo>
                    <a:pt x="26" y="166"/>
                  </a:lnTo>
                  <a:lnTo>
                    <a:pt x="27" y="165"/>
                  </a:lnTo>
                  <a:lnTo>
                    <a:pt x="33" y="157"/>
                  </a:lnTo>
                  <a:lnTo>
                    <a:pt x="34" y="153"/>
                  </a:lnTo>
                  <a:lnTo>
                    <a:pt x="34" y="148"/>
                  </a:lnTo>
                  <a:lnTo>
                    <a:pt x="33" y="145"/>
                  </a:lnTo>
                  <a:lnTo>
                    <a:pt x="32" y="141"/>
                  </a:lnTo>
                  <a:lnTo>
                    <a:pt x="29" y="139"/>
                  </a:lnTo>
                  <a:lnTo>
                    <a:pt x="26" y="137"/>
                  </a:lnTo>
                  <a:lnTo>
                    <a:pt x="25" y="136"/>
                  </a:lnTo>
                  <a:lnTo>
                    <a:pt x="24" y="136"/>
                  </a:lnTo>
                  <a:lnTo>
                    <a:pt x="22" y="133"/>
                  </a:lnTo>
                  <a:lnTo>
                    <a:pt x="22" y="131"/>
                  </a:lnTo>
                  <a:lnTo>
                    <a:pt x="21" y="130"/>
                  </a:lnTo>
                  <a:lnTo>
                    <a:pt x="22" y="125"/>
                  </a:lnTo>
                  <a:lnTo>
                    <a:pt x="22" y="122"/>
                  </a:lnTo>
                  <a:lnTo>
                    <a:pt x="24" y="118"/>
                  </a:lnTo>
                  <a:lnTo>
                    <a:pt x="25" y="115"/>
                  </a:lnTo>
                  <a:lnTo>
                    <a:pt x="28" y="114"/>
                  </a:lnTo>
                  <a:lnTo>
                    <a:pt x="47" y="110"/>
                  </a:lnTo>
                  <a:lnTo>
                    <a:pt x="50" y="109"/>
                  </a:lnTo>
                  <a:lnTo>
                    <a:pt x="51" y="108"/>
                  </a:lnTo>
                  <a:lnTo>
                    <a:pt x="54" y="104"/>
                  </a:lnTo>
                  <a:lnTo>
                    <a:pt x="55" y="103"/>
                  </a:lnTo>
                  <a:lnTo>
                    <a:pt x="62" y="102"/>
                  </a:lnTo>
                  <a:lnTo>
                    <a:pt x="64" y="101"/>
                  </a:lnTo>
                  <a:lnTo>
                    <a:pt x="65" y="100"/>
                  </a:lnTo>
                  <a:lnTo>
                    <a:pt x="67" y="98"/>
                  </a:lnTo>
                  <a:lnTo>
                    <a:pt x="67" y="97"/>
                  </a:lnTo>
                  <a:lnTo>
                    <a:pt x="70" y="95"/>
                  </a:lnTo>
                  <a:lnTo>
                    <a:pt x="71" y="95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71" y="90"/>
                  </a:lnTo>
                  <a:lnTo>
                    <a:pt x="71" y="90"/>
                  </a:lnTo>
                  <a:lnTo>
                    <a:pt x="70" y="89"/>
                  </a:lnTo>
                  <a:lnTo>
                    <a:pt x="70" y="89"/>
                  </a:lnTo>
                  <a:lnTo>
                    <a:pt x="71" y="87"/>
                  </a:lnTo>
                  <a:lnTo>
                    <a:pt x="71" y="86"/>
                  </a:lnTo>
                  <a:lnTo>
                    <a:pt x="71" y="83"/>
                  </a:lnTo>
                  <a:lnTo>
                    <a:pt x="72" y="81"/>
                  </a:lnTo>
                  <a:lnTo>
                    <a:pt x="74" y="80"/>
                  </a:lnTo>
                  <a:lnTo>
                    <a:pt x="74" y="79"/>
                  </a:lnTo>
                  <a:lnTo>
                    <a:pt x="77" y="76"/>
                  </a:lnTo>
                  <a:lnTo>
                    <a:pt x="78" y="76"/>
                  </a:lnTo>
                  <a:lnTo>
                    <a:pt x="79" y="75"/>
                  </a:lnTo>
                  <a:lnTo>
                    <a:pt x="79" y="73"/>
                  </a:lnTo>
                  <a:lnTo>
                    <a:pt x="81" y="69"/>
                  </a:lnTo>
                  <a:lnTo>
                    <a:pt x="81" y="64"/>
                  </a:lnTo>
                  <a:lnTo>
                    <a:pt x="82" y="60"/>
                  </a:lnTo>
                  <a:lnTo>
                    <a:pt x="82" y="57"/>
                  </a:lnTo>
                  <a:lnTo>
                    <a:pt x="82" y="55"/>
                  </a:lnTo>
                  <a:lnTo>
                    <a:pt x="79" y="52"/>
                  </a:lnTo>
                  <a:lnTo>
                    <a:pt x="79" y="51"/>
                  </a:lnTo>
                  <a:lnTo>
                    <a:pt x="79" y="50"/>
                  </a:lnTo>
                  <a:lnTo>
                    <a:pt x="78" y="48"/>
                  </a:lnTo>
                  <a:lnTo>
                    <a:pt x="78" y="47"/>
                  </a:lnTo>
                  <a:lnTo>
                    <a:pt x="77" y="47"/>
                  </a:lnTo>
                  <a:lnTo>
                    <a:pt x="77" y="47"/>
                  </a:lnTo>
                  <a:lnTo>
                    <a:pt x="75" y="45"/>
                  </a:lnTo>
                  <a:lnTo>
                    <a:pt x="74" y="45"/>
                  </a:lnTo>
                  <a:lnTo>
                    <a:pt x="68" y="41"/>
                  </a:lnTo>
                  <a:lnTo>
                    <a:pt x="67" y="41"/>
                  </a:lnTo>
                  <a:lnTo>
                    <a:pt x="65" y="41"/>
                  </a:lnTo>
                  <a:lnTo>
                    <a:pt x="64" y="39"/>
                  </a:lnTo>
                  <a:lnTo>
                    <a:pt x="62" y="38"/>
                  </a:lnTo>
                  <a:lnTo>
                    <a:pt x="61" y="37"/>
                  </a:lnTo>
                  <a:lnTo>
                    <a:pt x="61" y="31"/>
                  </a:lnTo>
                  <a:lnTo>
                    <a:pt x="61" y="32"/>
                  </a:lnTo>
                  <a:lnTo>
                    <a:pt x="60" y="29"/>
                  </a:lnTo>
                  <a:lnTo>
                    <a:pt x="57" y="28"/>
                  </a:lnTo>
                  <a:lnTo>
                    <a:pt x="50" y="24"/>
                  </a:lnTo>
                  <a:lnTo>
                    <a:pt x="48" y="23"/>
                  </a:lnTo>
                  <a:lnTo>
                    <a:pt x="47" y="22"/>
                  </a:lnTo>
                  <a:lnTo>
                    <a:pt x="46" y="21"/>
                  </a:lnTo>
                  <a:lnTo>
                    <a:pt x="45" y="19"/>
                  </a:lnTo>
                  <a:lnTo>
                    <a:pt x="43" y="18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6" y="16"/>
                  </a:lnTo>
                  <a:lnTo>
                    <a:pt x="68" y="15"/>
                  </a:lnTo>
                  <a:lnTo>
                    <a:pt x="81" y="14"/>
                  </a:lnTo>
                  <a:lnTo>
                    <a:pt x="92" y="12"/>
                  </a:lnTo>
                  <a:lnTo>
                    <a:pt x="104" y="11"/>
                  </a:lnTo>
                  <a:lnTo>
                    <a:pt x="117" y="10"/>
                  </a:lnTo>
                  <a:lnTo>
                    <a:pt x="128" y="9"/>
                  </a:lnTo>
                  <a:lnTo>
                    <a:pt x="140" y="9"/>
                  </a:lnTo>
                  <a:lnTo>
                    <a:pt x="151" y="8"/>
                  </a:lnTo>
                  <a:lnTo>
                    <a:pt x="164" y="7"/>
                  </a:lnTo>
                  <a:lnTo>
                    <a:pt x="176" y="5"/>
                  </a:lnTo>
                  <a:lnTo>
                    <a:pt x="187" y="4"/>
                  </a:lnTo>
                  <a:lnTo>
                    <a:pt x="200" y="3"/>
                  </a:lnTo>
                  <a:lnTo>
                    <a:pt x="212" y="2"/>
                  </a:lnTo>
                  <a:lnTo>
                    <a:pt x="223" y="1"/>
                  </a:lnTo>
                  <a:lnTo>
                    <a:pt x="23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1422400" y="1787525"/>
              <a:ext cx="336550" cy="517525"/>
            </a:xfrm>
            <a:custGeom>
              <a:avLst/>
              <a:gdLst>
                <a:gd name="T0" fmla="*/ 141 w 425"/>
                <a:gd name="T1" fmla="*/ 93 h 652"/>
                <a:gd name="T2" fmla="*/ 151 w 425"/>
                <a:gd name="T3" fmla="*/ 109 h 652"/>
                <a:gd name="T4" fmla="*/ 158 w 425"/>
                <a:gd name="T5" fmla="*/ 125 h 652"/>
                <a:gd name="T6" fmla="*/ 158 w 425"/>
                <a:gd name="T7" fmla="*/ 136 h 652"/>
                <a:gd name="T8" fmla="*/ 155 w 425"/>
                <a:gd name="T9" fmla="*/ 143 h 652"/>
                <a:gd name="T10" fmla="*/ 171 w 425"/>
                <a:gd name="T11" fmla="*/ 159 h 652"/>
                <a:gd name="T12" fmla="*/ 183 w 425"/>
                <a:gd name="T13" fmla="*/ 170 h 652"/>
                <a:gd name="T14" fmla="*/ 195 w 425"/>
                <a:gd name="T15" fmla="*/ 190 h 652"/>
                <a:gd name="T16" fmla="*/ 200 w 425"/>
                <a:gd name="T17" fmla="*/ 203 h 652"/>
                <a:gd name="T18" fmla="*/ 208 w 425"/>
                <a:gd name="T19" fmla="*/ 213 h 652"/>
                <a:gd name="T20" fmla="*/ 215 w 425"/>
                <a:gd name="T21" fmla="*/ 217 h 652"/>
                <a:gd name="T22" fmla="*/ 226 w 425"/>
                <a:gd name="T23" fmla="*/ 222 h 652"/>
                <a:gd name="T24" fmla="*/ 234 w 425"/>
                <a:gd name="T25" fmla="*/ 227 h 652"/>
                <a:gd name="T26" fmla="*/ 231 w 425"/>
                <a:gd name="T27" fmla="*/ 234 h 652"/>
                <a:gd name="T28" fmla="*/ 227 w 425"/>
                <a:gd name="T29" fmla="*/ 244 h 652"/>
                <a:gd name="T30" fmla="*/ 222 w 425"/>
                <a:gd name="T31" fmla="*/ 254 h 652"/>
                <a:gd name="T32" fmla="*/ 219 w 425"/>
                <a:gd name="T33" fmla="*/ 262 h 652"/>
                <a:gd name="T34" fmla="*/ 217 w 425"/>
                <a:gd name="T35" fmla="*/ 273 h 652"/>
                <a:gd name="T36" fmla="*/ 221 w 425"/>
                <a:gd name="T37" fmla="*/ 283 h 652"/>
                <a:gd name="T38" fmla="*/ 215 w 425"/>
                <a:gd name="T39" fmla="*/ 290 h 652"/>
                <a:gd name="T40" fmla="*/ 210 w 425"/>
                <a:gd name="T41" fmla="*/ 300 h 652"/>
                <a:gd name="T42" fmla="*/ 209 w 425"/>
                <a:gd name="T43" fmla="*/ 309 h 652"/>
                <a:gd name="T44" fmla="*/ 216 w 425"/>
                <a:gd name="T45" fmla="*/ 318 h 652"/>
                <a:gd name="T46" fmla="*/ 227 w 425"/>
                <a:gd name="T47" fmla="*/ 322 h 652"/>
                <a:gd name="T48" fmla="*/ 237 w 425"/>
                <a:gd name="T49" fmla="*/ 316 h 652"/>
                <a:gd name="T50" fmla="*/ 244 w 425"/>
                <a:gd name="T51" fmla="*/ 311 h 652"/>
                <a:gd name="T52" fmla="*/ 251 w 425"/>
                <a:gd name="T53" fmla="*/ 313 h 652"/>
                <a:gd name="T54" fmla="*/ 256 w 425"/>
                <a:gd name="T55" fmla="*/ 324 h 652"/>
                <a:gd name="T56" fmla="*/ 257 w 425"/>
                <a:gd name="T57" fmla="*/ 333 h 652"/>
                <a:gd name="T58" fmla="*/ 262 w 425"/>
                <a:gd name="T59" fmla="*/ 347 h 652"/>
                <a:gd name="T60" fmla="*/ 267 w 425"/>
                <a:gd name="T61" fmla="*/ 359 h 652"/>
                <a:gd name="T62" fmla="*/ 274 w 425"/>
                <a:gd name="T63" fmla="*/ 373 h 652"/>
                <a:gd name="T64" fmla="*/ 273 w 425"/>
                <a:gd name="T65" fmla="*/ 384 h 652"/>
                <a:gd name="T66" fmla="*/ 285 w 425"/>
                <a:gd name="T67" fmla="*/ 389 h 652"/>
                <a:gd name="T68" fmla="*/ 294 w 425"/>
                <a:gd name="T69" fmla="*/ 401 h 652"/>
                <a:gd name="T70" fmla="*/ 294 w 425"/>
                <a:gd name="T71" fmla="*/ 409 h 652"/>
                <a:gd name="T72" fmla="*/ 296 w 425"/>
                <a:gd name="T73" fmla="*/ 419 h 652"/>
                <a:gd name="T74" fmla="*/ 307 w 425"/>
                <a:gd name="T75" fmla="*/ 431 h 652"/>
                <a:gd name="T76" fmla="*/ 317 w 425"/>
                <a:gd name="T77" fmla="*/ 422 h 652"/>
                <a:gd name="T78" fmla="*/ 336 w 425"/>
                <a:gd name="T79" fmla="*/ 427 h 652"/>
                <a:gd name="T80" fmla="*/ 348 w 425"/>
                <a:gd name="T81" fmla="*/ 419 h 652"/>
                <a:gd name="T82" fmla="*/ 368 w 425"/>
                <a:gd name="T83" fmla="*/ 422 h 652"/>
                <a:gd name="T84" fmla="*/ 381 w 425"/>
                <a:gd name="T85" fmla="*/ 425 h 652"/>
                <a:gd name="T86" fmla="*/ 397 w 425"/>
                <a:gd name="T87" fmla="*/ 424 h 652"/>
                <a:gd name="T88" fmla="*/ 401 w 425"/>
                <a:gd name="T89" fmla="*/ 417 h 652"/>
                <a:gd name="T90" fmla="*/ 404 w 425"/>
                <a:gd name="T91" fmla="*/ 411 h 652"/>
                <a:gd name="T92" fmla="*/ 416 w 425"/>
                <a:gd name="T93" fmla="*/ 420 h 652"/>
                <a:gd name="T94" fmla="*/ 423 w 425"/>
                <a:gd name="T95" fmla="*/ 460 h 652"/>
                <a:gd name="T96" fmla="*/ 379 w 425"/>
                <a:gd name="T97" fmla="*/ 649 h 652"/>
                <a:gd name="T98" fmla="*/ 176 w 425"/>
                <a:gd name="T99" fmla="*/ 625 h 652"/>
                <a:gd name="T100" fmla="*/ 2 w 425"/>
                <a:gd name="T101" fmla="*/ 582 h 652"/>
                <a:gd name="T102" fmla="*/ 25 w 425"/>
                <a:gd name="T103" fmla="*/ 445 h 652"/>
                <a:gd name="T104" fmla="*/ 32 w 425"/>
                <a:gd name="T105" fmla="*/ 419 h 652"/>
                <a:gd name="T106" fmla="*/ 34 w 425"/>
                <a:gd name="T107" fmla="*/ 408 h 652"/>
                <a:gd name="T108" fmla="*/ 25 w 425"/>
                <a:gd name="T109" fmla="*/ 401 h 652"/>
                <a:gd name="T110" fmla="*/ 22 w 425"/>
                <a:gd name="T111" fmla="*/ 382 h 652"/>
                <a:gd name="T112" fmla="*/ 42 w 425"/>
                <a:gd name="T113" fmla="*/ 360 h 652"/>
                <a:gd name="T114" fmla="*/ 66 w 425"/>
                <a:gd name="T115" fmla="*/ 322 h 652"/>
                <a:gd name="T116" fmla="*/ 85 w 425"/>
                <a:gd name="T117" fmla="*/ 293 h 652"/>
                <a:gd name="T118" fmla="*/ 63 w 425"/>
                <a:gd name="T119" fmla="*/ 255 h 652"/>
                <a:gd name="T120" fmla="*/ 59 w 425"/>
                <a:gd name="T121" fmla="*/ 217 h 652"/>
                <a:gd name="T122" fmla="*/ 90 w 425"/>
                <a:gd name="T123" fmla="*/ 14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25" h="652">
                  <a:moveTo>
                    <a:pt x="92" y="0"/>
                  </a:moveTo>
                  <a:lnTo>
                    <a:pt x="98" y="1"/>
                  </a:lnTo>
                  <a:lnTo>
                    <a:pt x="112" y="3"/>
                  </a:lnTo>
                  <a:lnTo>
                    <a:pt x="126" y="5"/>
                  </a:lnTo>
                  <a:lnTo>
                    <a:pt x="138" y="8"/>
                  </a:lnTo>
                  <a:lnTo>
                    <a:pt x="152" y="9"/>
                  </a:lnTo>
                  <a:lnTo>
                    <a:pt x="154" y="9"/>
                  </a:lnTo>
                  <a:lnTo>
                    <a:pt x="151" y="19"/>
                  </a:lnTo>
                  <a:lnTo>
                    <a:pt x="150" y="29"/>
                  </a:lnTo>
                  <a:lnTo>
                    <a:pt x="149" y="39"/>
                  </a:lnTo>
                  <a:lnTo>
                    <a:pt x="148" y="48"/>
                  </a:lnTo>
                  <a:lnTo>
                    <a:pt x="147" y="59"/>
                  </a:lnTo>
                  <a:lnTo>
                    <a:pt x="144" y="68"/>
                  </a:lnTo>
                  <a:lnTo>
                    <a:pt x="143" y="79"/>
                  </a:lnTo>
                  <a:lnTo>
                    <a:pt x="142" y="89"/>
                  </a:lnTo>
                  <a:lnTo>
                    <a:pt x="141" y="93"/>
                  </a:lnTo>
                  <a:lnTo>
                    <a:pt x="141" y="94"/>
                  </a:lnTo>
                  <a:lnTo>
                    <a:pt x="142" y="94"/>
                  </a:lnTo>
                  <a:lnTo>
                    <a:pt x="143" y="96"/>
                  </a:lnTo>
                  <a:lnTo>
                    <a:pt x="144" y="98"/>
                  </a:lnTo>
                  <a:lnTo>
                    <a:pt x="145" y="100"/>
                  </a:lnTo>
                  <a:lnTo>
                    <a:pt x="147" y="102"/>
                  </a:lnTo>
                  <a:lnTo>
                    <a:pt x="147" y="103"/>
                  </a:lnTo>
                  <a:lnTo>
                    <a:pt x="147" y="103"/>
                  </a:lnTo>
                  <a:lnTo>
                    <a:pt x="147" y="103"/>
                  </a:lnTo>
                  <a:lnTo>
                    <a:pt x="148" y="104"/>
                  </a:lnTo>
                  <a:lnTo>
                    <a:pt x="149" y="105"/>
                  </a:lnTo>
                  <a:lnTo>
                    <a:pt x="149" y="105"/>
                  </a:lnTo>
                  <a:lnTo>
                    <a:pt x="149" y="107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51" y="109"/>
                  </a:lnTo>
                  <a:lnTo>
                    <a:pt x="151" y="109"/>
                  </a:lnTo>
                  <a:lnTo>
                    <a:pt x="152" y="114"/>
                  </a:lnTo>
                  <a:lnTo>
                    <a:pt x="152" y="115"/>
                  </a:lnTo>
                  <a:lnTo>
                    <a:pt x="152" y="115"/>
                  </a:lnTo>
                  <a:lnTo>
                    <a:pt x="155" y="116"/>
                  </a:lnTo>
                  <a:lnTo>
                    <a:pt x="155" y="116"/>
                  </a:lnTo>
                  <a:lnTo>
                    <a:pt x="155" y="117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9"/>
                  </a:lnTo>
                  <a:lnTo>
                    <a:pt x="157" y="120"/>
                  </a:lnTo>
                  <a:lnTo>
                    <a:pt x="158" y="120"/>
                  </a:lnTo>
                  <a:lnTo>
                    <a:pt x="158" y="122"/>
                  </a:lnTo>
                  <a:lnTo>
                    <a:pt x="158" y="122"/>
                  </a:lnTo>
                  <a:lnTo>
                    <a:pt x="158" y="123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9" y="129"/>
                  </a:lnTo>
                  <a:lnTo>
                    <a:pt x="159" y="130"/>
                  </a:lnTo>
                  <a:lnTo>
                    <a:pt x="159" y="130"/>
                  </a:lnTo>
                  <a:lnTo>
                    <a:pt x="159" y="131"/>
                  </a:lnTo>
                  <a:lnTo>
                    <a:pt x="159" y="131"/>
                  </a:lnTo>
                  <a:lnTo>
                    <a:pt x="158" y="132"/>
                  </a:lnTo>
                  <a:lnTo>
                    <a:pt x="158" y="132"/>
                  </a:lnTo>
                  <a:lnTo>
                    <a:pt x="158" y="132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34"/>
                  </a:lnTo>
                  <a:lnTo>
                    <a:pt x="157" y="136"/>
                  </a:lnTo>
                  <a:lnTo>
                    <a:pt x="158" y="136"/>
                  </a:lnTo>
                  <a:lnTo>
                    <a:pt x="158" y="137"/>
                  </a:lnTo>
                  <a:lnTo>
                    <a:pt x="158" y="139"/>
                  </a:lnTo>
                  <a:lnTo>
                    <a:pt x="158" y="139"/>
                  </a:lnTo>
                  <a:lnTo>
                    <a:pt x="159" y="139"/>
                  </a:lnTo>
                  <a:lnTo>
                    <a:pt x="159" y="140"/>
                  </a:lnTo>
                  <a:lnTo>
                    <a:pt x="160" y="140"/>
                  </a:lnTo>
                  <a:lnTo>
                    <a:pt x="160" y="141"/>
                  </a:lnTo>
                  <a:lnTo>
                    <a:pt x="160" y="141"/>
                  </a:lnTo>
                  <a:lnTo>
                    <a:pt x="160" y="141"/>
                  </a:lnTo>
                  <a:lnTo>
                    <a:pt x="159" y="141"/>
                  </a:lnTo>
                  <a:lnTo>
                    <a:pt x="159" y="143"/>
                  </a:lnTo>
                  <a:lnTo>
                    <a:pt x="158" y="143"/>
                  </a:lnTo>
                  <a:lnTo>
                    <a:pt x="156" y="141"/>
                  </a:lnTo>
                  <a:lnTo>
                    <a:pt x="156" y="141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6" y="145"/>
                  </a:lnTo>
                  <a:lnTo>
                    <a:pt x="158" y="146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65" y="152"/>
                  </a:lnTo>
                  <a:lnTo>
                    <a:pt x="166" y="154"/>
                  </a:lnTo>
                  <a:lnTo>
                    <a:pt x="166" y="155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67" y="158"/>
                  </a:lnTo>
                  <a:lnTo>
                    <a:pt x="169" y="158"/>
                  </a:lnTo>
                  <a:lnTo>
                    <a:pt x="171" y="159"/>
                  </a:lnTo>
                  <a:lnTo>
                    <a:pt x="177" y="161"/>
                  </a:lnTo>
                  <a:lnTo>
                    <a:pt x="177" y="162"/>
                  </a:lnTo>
                  <a:lnTo>
                    <a:pt x="178" y="162"/>
                  </a:lnTo>
                  <a:lnTo>
                    <a:pt x="178" y="164"/>
                  </a:lnTo>
                  <a:lnTo>
                    <a:pt x="179" y="165"/>
                  </a:lnTo>
                  <a:lnTo>
                    <a:pt x="179" y="166"/>
                  </a:lnTo>
                  <a:lnTo>
                    <a:pt x="179" y="166"/>
                  </a:lnTo>
                  <a:lnTo>
                    <a:pt x="179" y="167"/>
                  </a:lnTo>
                  <a:lnTo>
                    <a:pt x="179" y="167"/>
                  </a:lnTo>
                  <a:lnTo>
                    <a:pt x="179" y="168"/>
                  </a:lnTo>
                  <a:lnTo>
                    <a:pt x="180" y="168"/>
                  </a:lnTo>
                  <a:lnTo>
                    <a:pt x="180" y="168"/>
                  </a:lnTo>
                  <a:lnTo>
                    <a:pt x="180" y="169"/>
                  </a:lnTo>
                  <a:lnTo>
                    <a:pt x="181" y="169"/>
                  </a:lnTo>
                  <a:lnTo>
                    <a:pt x="181" y="170"/>
                  </a:lnTo>
                  <a:lnTo>
                    <a:pt x="183" y="170"/>
                  </a:lnTo>
                  <a:lnTo>
                    <a:pt x="183" y="172"/>
                  </a:lnTo>
                  <a:lnTo>
                    <a:pt x="184" y="173"/>
                  </a:lnTo>
                  <a:lnTo>
                    <a:pt x="185" y="174"/>
                  </a:lnTo>
                  <a:lnTo>
                    <a:pt x="186" y="176"/>
                  </a:lnTo>
                  <a:lnTo>
                    <a:pt x="187" y="179"/>
                  </a:lnTo>
                  <a:lnTo>
                    <a:pt x="192" y="184"/>
                  </a:lnTo>
                  <a:lnTo>
                    <a:pt x="192" y="186"/>
                  </a:lnTo>
                  <a:lnTo>
                    <a:pt x="192" y="187"/>
                  </a:lnTo>
                  <a:lnTo>
                    <a:pt x="192" y="187"/>
                  </a:lnTo>
                  <a:lnTo>
                    <a:pt x="192" y="187"/>
                  </a:lnTo>
                  <a:lnTo>
                    <a:pt x="192" y="188"/>
                  </a:lnTo>
                  <a:lnTo>
                    <a:pt x="193" y="188"/>
                  </a:lnTo>
                  <a:lnTo>
                    <a:pt x="193" y="189"/>
                  </a:lnTo>
                  <a:lnTo>
                    <a:pt x="194" y="189"/>
                  </a:lnTo>
                  <a:lnTo>
                    <a:pt x="195" y="189"/>
                  </a:lnTo>
                  <a:lnTo>
                    <a:pt x="195" y="190"/>
                  </a:lnTo>
                  <a:lnTo>
                    <a:pt x="196" y="193"/>
                  </a:lnTo>
                  <a:lnTo>
                    <a:pt x="198" y="193"/>
                  </a:lnTo>
                  <a:lnTo>
                    <a:pt x="198" y="194"/>
                  </a:lnTo>
                  <a:lnTo>
                    <a:pt x="199" y="195"/>
                  </a:lnTo>
                  <a:lnTo>
                    <a:pt x="200" y="195"/>
                  </a:lnTo>
                  <a:lnTo>
                    <a:pt x="200" y="195"/>
                  </a:lnTo>
                  <a:lnTo>
                    <a:pt x="200" y="196"/>
                  </a:lnTo>
                  <a:lnTo>
                    <a:pt x="199" y="196"/>
                  </a:lnTo>
                  <a:lnTo>
                    <a:pt x="199" y="197"/>
                  </a:lnTo>
                  <a:lnTo>
                    <a:pt x="199" y="197"/>
                  </a:lnTo>
                  <a:lnTo>
                    <a:pt x="199" y="198"/>
                  </a:lnTo>
                  <a:lnTo>
                    <a:pt x="199" y="200"/>
                  </a:lnTo>
                  <a:lnTo>
                    <a:pt x="199" y="201"/>
                  </a:lnTo>
                  <a:lnTo>
                    <a:pt x="200" y="202"/>
                  </a:lnTo>
                  <a:lnTo>
                    <a:pt x="200" y="202"/>
                  </a:lnTo>
                  <a:lnTo>
                    <a:pt x="200" y="203"/>
                  </a:lnTo>
                  <a:lnTo>
                    <a:pt x="202" y="204"/>
                  </a:lnTo>
                  <a:lnTo>
                    <a:pt x="202" y="205"/>
                  </a:lnTo>
                  <a:lnTo>
                    <a:pt x="203" y="207"/>
                  </a:lnTo>
                  <a:lnTo>
                    <a:pt x="205" y="207"/>
                  </a:lnTo>
                  <a:lnTo>
                    <a:pt x="205" y="208"/>
                  </a:lnTo>
                  <a:lnTo>
                    <a:pt x="207" y="208"/>
                  </a:lnTo>
                  <a:lnTo>
                    <a:pt x="207" y="209"/>
                  </a:lnTo>
                  <a:lnTo>
                    <a:pt x="208" y="209"/>
                  </a:lnTo>
                  <a:lnTo>
                    <a:pt x="208" y="209"/>
                  </a:lnTo>
                  <a:lnTo>
                    <a:pt x="208" y="210"/>
                  </a:lnTo>
                  <a:lnTo>
                    <a:pt x="208" y="210"/>
                  </a:lnTo>
                  <a:lnTo>
                    <a:pt x="207" y="212"/>
                  </a:lnTo>
                  <a:lnTo>
                    <a:pt x="207" y="213"/>
                  </a:lnTo>
                  <a:lnTo>
                    <a:pt x="207" y="213"/>
                  </a:lnTo>
                  <a:lnTo>
                    <a:pt x="207" y="213"/>
                  </a:lnTo>
                  <a:lnTo>
                    <a:pt x="208" y="213"/>
                  </a:lnTo>
                  <a:lnTo>
                    <a:pt x="208" y="213"/>
                  </a:lnTo>
                  <a:lnTo>
                    <a:pt x="209" y="213"/>
                  </a:lnTo>
                  <a:lnTo>
                    <a:pt x="210" y="212"/>
                  </a:lnTo>
                  <a:lnTo>
                    <a:pt x="212" y="211"/>
                  </a:lnTo>
                  <a:lnTo>
                    <a:pt x="212" y="211"/>
                  </a:lnTo>
                  <a:lnTo>
                    <a:pt x="213" y="211"/>
                  </a:lnTo>
                  <a:lnTo>
                    <a:pt x="214" y="211"/>
                  </a:lnTo>
                  <a:lnTo>
                    <a:pt x="214" y="212"/>
                  </a:lnTo>
                  <a:lnTo>
                    <a:pt x="215" y="213"/>
                  </a:lnTo>
                  <a:lnTo>
                    <a:pt x="216" y="213"/>
                  </a:lnTo>
                  <a:lnTo>
                    <a:pt x="216" y="215"/>
                  </a:lnTo>
                  <a:lnTo>
                    <a:pt x="216" y="216"/>
                  </a:lnTo>
                  <a:lnTo>
                    <a:pt x="216" y="216"/>
                  </a:lnTo>
                  <a:lnTo>
                    <a:pt x="215" y="217"/>
                  </a:lnTo>
                  <a:lnTo>
                    <a:pt x="215" y="217"/>
                  </a:lnTo>
                  <a:lnTo>
                    <a:pt x="215" y="217"/>
                  </a:lnTo>
                  <a:lnTo>
                    <a:pt x="215" y="218"/>
                  </a:lnTo>
                  <a:lnTo>
                    <a:pt x="215" y="218"/>
                  </a:lnTo>
                  <a:lnTo>
                    <a:pt x="215" y="219"/>
                  </a:lnTo>
                  <a:lnTo>
                    <a:pt x="216" y="219"/>
                  </a:lnTo>
                  <a:lnTo>
                    <a:pt x="217" y="220"/>
                  </a:lnTo>
                  <a:lnTo>
                    <a:pt x="219" y="222"/>
                  </a:lnTo>
                  <a:lnTo>
                    <a:pt x="219" y="222"/>
                  </a:lnTo>
                  <a:lnTo>
                    <a:pt x="220" y="222"/>
                  </a:lnTo>
                  <a:lnTo>
                    <a:pt x="221" y="222"/>
                  </a:lnTo>
                  <a:lnTo>
                    <a:pt x="222" y="222"/>
                  </a:lnTo>
                  <a:lnTo>
                    <a:pt x="223" y="222"/>
                  </a:lnTo>
                  <a:lnTo>
                    <a:pt x="223" y="222"/>
                  </a:lnTo>
                  <a:lnTo>
                    <a:pt x="224" y="222"/>
                  </a:lnTo>
                  <a:lnTo>
                    <a:pt x="224" y="222"/>
                  </a:lnTo>
                  <a:lnTo>
                    <a:pt x="226" y="222"/>
                  </a:lnTo>
                  <a:lnTo>
                    <a:pt x="226" y="222"/>
                  </a:lnTo>
                  <a:lnTo>
                    <a:pt x="227" y="222"/>
                  </a:lnTo>
                  <a:lnTo>
                    <a:pt x="228" y="220"/>
                  </a:lnTo>
                  <a:lnTo>
                    <a:pt x="228" y="220"/>
                  </a:lnTo>
                  <a:lnTo>
                    <a:pt x="233" y="220"/>
                  </a:lnTo>
                  <a:lnTo>
                    <a:pt x="233" y="220"/>
                  </a:lnTo>
                  <a:lnTo>
                    <a:pt x="234" y="220"/>
                  </a:lnTo>
                  <a:lnTo>
                    <a:pt x="234" y="220"/>
                  </a:lnTo>
                  <a:lnTo>
                    <a:pt x="235" y="222"/>
                  </a:lnTo>
                  <a:lnTo>
                    <a:pt x="235" y="222"/>
                  </a:lnTo>
                  <a:lnTo>
                    <a:pt x="235" y="223"/>
                  </a:lnTo>
                  <a:lnTo>
                    <a:pt x="235" y="223"/>
                  </a:lnTo>
                  <a:lnTo>
                    <a:pt x="235" y="225"/>
                  </a:lnTo>
                  <a:lnTo>
                    <a:pt x="234" y="225"/>
                  </a:lnTo>
                  <a:lnTo>
                    <a:pt x="234" y="226"/>
                  </a:lnTo>
                  <a:lnTo>
                    <a:pt x="234" y="226"/>
                  </a:lnTo>
                  <a:lnTo>
                    <a:pt x="234" y="227"/>
                  </a:lnTo>
                  <a:lnTo>
                    <a:pt x="233" y="227"/>
                  </a:lnTo>
                  <a:lnTo>
                    <a:pt x="234" y="229"/>
                  </a:lnTo>
                  <a:lnTo>
                    <a:pt x="234" y="229"/>
                  </a:lnTo>
                  <a:lnTo>
                    <a:pt x="233" y="229"/>
                  </a:lnTo>
                  <a:lnTo>
                    <a:pt x="233" y="230"/>
                  </a:lnTo>
                  <a:lnTo>
                    <a:pt x="233" y="230"/>
                  </a:lnTo>
                  <a:lnTo>
                    <a:pt x="233" y="231"/>
                  </a:lnTo>
                  <a:lnTo>
                    <a:pt x="231" y="231"/>
                  </a:lnTo>
                  <a:lnTo>
                    <a:pt x="233" y="232"/>
                  </a:lnTo>
                  <a:lnTo>
                    <a:pt x="233" y="232"/>
                  </a:lnTo>
                  <a:lnTo>
                    <a:pt x="233" y="232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1" y="233"/>
                  </a:lnTo>
                  <a:lnTo>
                    <a:pt x="231" y="233"/>
                  </a:lnTo>
                  <a:lnTo>
                    <a:pt x="231" y="234"/>
                  </a:lnTo>
                  <a:lnTo>
                    <a:pt x="230" y="234"/>
                  </a:lnTo>
                  <a:lnTo>
                    <a:pt x="229" y="234"/>
                  </a:lnTo>
                  <a:lnTo>
                    <a:pt x="228" y="234"/>
                  </a:lnTo>
                  <a:lnTo>
                    <a:pt x="228" y="234"/>
                  </a:lnTo>
                  <a:lnTo>
                    <a:pt x="228" y="236"/>
                  </a:lnTo>
                  <a:lnTo>
                    <a:pt x="228" y="236"/>
                  </a:lnTo>
                  <a:lnTo>
                    <a:pt x="228" y="236"/>
                  </a:lnTo>
                  <a:lnTo>
                    <a:pt x="229" y="237"/>
                  </a:lnTo>
                  <a:lnTo>
                    <a:pt x="229" y="238"/>
                  </a:lnTo>
                  <a:lnTo>
                    <a:pt x="229" y="238"/>
                  </a:lnTo>
                  <a:lnTo>
                    <a:pt x="229" y="239"/>
                  </a:lnTo>
                  <a:lnTo>
                    <a:pt x="229" y="239"/>
                  </a:lnTo>
                  <a:lnTo>
                    <a:pt x="229" y="239"/>
                  </a:lnTo>
                  <a:lnTo>
                    <a:pt x="229" y="240"/>
                  </a:lnTo>
                  <a:lnTo>
                    <a:pt x="229" y="240"/>
                  </a:lnTo>
                  <a:lnTo>
                    <a:pt x="227" y="244"/>
                  </a:lnTo>
                  <a:lnTo>
                    <a:pt x="227" y="245"/>
                  </a:lnTo>
                  <a:lnTo>
                    <a:pt x="227" y="245"/>
                  </a:lnTo>
                  <a:lnTo>
                    <a:pt x="226" y="246"/>
                  </a:lnTo>
                  <a:lnTo>
                    <a:pt x="226" y="247"/>
                  </a:lnTo>
                  <a:lnTo>
                    <a:pt x="226" y="248"/>
                  </a:lnTo>
                  <a:lnTo>
                    <a:pt x="226" y="248"/>
                  </a:lnTo>
                  <a:lnTo>
                    <a:pt x="226" y="248"/>
                  </a:lnTo>
                  <a:lnTo>
                    <a:pt x="224" y="251"/>
                  </a:lnTo>
                  <a:lnTo>
                    <a:pt x="223" y="251"/>
                  </a:lnTo>
                  <a:lnTo>
                    <a:pt x="223" y="252"/>
                  </a:lnTo>
                  <a:lnTo>
                    <a:pt x="223" y="252"/>
                  </a:lnTo>
                  <a:lnTo>
                    <a:pt x="223" y="253"/>
                  </a:lnTo>
                  <a:lnTo>
                    <a:pt x="223" y="253"/>
                  </a:lnTo>
                  <a:lnTo>
                    <a:pt x="222" y="254"/>
                  </a:lnTo>
                  <a:lnTo>
                    <a:pt x="222" y="254"/>
                  </a:lnTo>
                  <a:lnTo>
                    <a:pt x="222" y="254"/>
                  </a:lnTo>
                  <a:lnTo>
                    <a:pt x="222" y="255"/>
                  </a:lnTo>
                  <a:lnTo>
                    <a:pt x="222" y="255"/>
                  </a:lnTo>
                  <a:lnTo>
                    <a:pt x="222" y="257"/>
                  </a:lnTo>
                  <a:lnTo>
                    <a:pt x="222" y="258"/>
                  </a:lnTo>
                  <a:lnTo>
                    <a:pt x="222" y="258"/>
                  </a:lnTo>
                  <a:lnTo>
                    <a:pt x="222" y="258"/>
                  </a:lnTo>
                  <a:lnTo>
                    <a:pt x="222" y="260"/>
                  </a:lnTo>
                  <a:lnTo>
                    <a:pt x="222" y="260"/>
                  </a:lnTo>
                  <a:lnTo>
                    <a:pt x="222" y="261"/>
                  </a:lnTo>
                  <a:lnTo>
                    <a:pt x="222" y="261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19" y="262"/>
                  </a:lnTo>
                  <a:lnTo>
                    <a:pt x="219" y="262"/>
                  </a:lnTo>
                  <a:lnTo>
                    <a:pt x="217" y="262"/>
                  </a:lnTo>
                  <a:lnTo>
                    <a:pt x="217" y="262"/>
                  </a:lnTo>
                  <a:lnTo>
                    <a:pt x="217" y="263"/>
                  </a:lnTo>
                  <a:lnTo>
                    <a:pt x="217" y="263"/>
                  </a:lnTo>
                  <a:lnTo>
                    <a:pt x="217" y="265"/>
                  </a:lnTo>
                  <a:lnTo>
                    <a:pt x="217" y="265"/>
                  </a:lnTo>
                  <a:lnTo>
                    <a:pt x="220" y="268"/>
                  </a:lnTo>
                  <a:lnTo>
                    <a:pt x="220" y="268"/>
                  </a:lnTo>
                  <a:lnTo>
                    <a:pt x="220" y="268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0" y="270"/>
                  </a:lnTo>
                  <a:lnTo>
                    <a:pt x="219" y="272"/>
                  </a:lnTo>
                  <a:lnTo>
                    <a:pt x="217" y="273"/>
                  </a:lnTo>
                  <a:lnTo>
                    <a:pt x="217" y="273"/>
                  </a:lnTo>
                  <a:lnTo>
                    <a:pt x="217" y="273"/>
                  </a:lnTo>
                  <a:lnTo>
                    <a:pt x="217" y="274"/>
                  </a:lnTo>
                  <a:lnTo>
                    <a:pt x="219" y="275"/>
                  </a:lnTo>
                  <a:lnTo>
                    <a:pt x="219" y="275"/>
                  </a:lnTo>
                  <a:lnTo>
                    <a:pt x="217" y="276"/>
                  </a:lnTo>
                  <a:lnTo>
                    <a:pt x="217" y="276"/>
                  </a:lnTo>
                  <a:lnTo>
                    <a:pt x="217" y="277"/>
                  </a:lnTo>
                  <a:lnTo>
                    <a:pt x="219" y="277"/>
                  </a:lnTo>
                  <a:lnTo>
                    <a:pt x="220" y="279"/>
                  </a:lnTo>
                  <a:lnTo>
                    <a:pt x="221" y="280"/>
                  </a:lnTo>
                  <a:lnTo>
                    <a:pt x="222" y="280"/>
                  </a:lnTo>
                  <a:lnTo>
                    <a:pt x="222" y="280"/>
                  </a:lnTo>
                  <a:lnTo>
                    <a:pt x="222" y="281"/>
                  </a:lnTo>
                  <a:lnTo>
                    <a:pt x="222" y="281"/>
                  </a:lnTo>
                  <a:lnTo>
                    <a:pt x="221" y="282"/>
                  </a:lnTo>
                  <a:lnTo>
                    <a:pt x="221" y="283"/>
                  </a:lnTo>
                  <a:lnTo>
                    <a:pt x="221" y="283"/>
                  </a:lnTo>
                  <a:lnTo>
                    <a:pt x="221" y="283"/>
                  </a:lnTo>
                  <a:lnTo>
                    <a:pt x="221" y="284"/>
                  </a:lnTo>
                  <a:lnTo>
                    <a:pt x="221" y="284"/>
                  </a:lnTo>
                  <a:lnTo>
                    <a:pt x="221" y="286"/>
                  </a:lnTo>
                  <a:lnTo>
                    <a:pt x="222" y="288"/>
                  </a:lnTo>
                  <a:lnTo>
                    <a:pt x="222" y="288"/>
                  </a:lnTo>
                  <a:lnTo>
                    <a:pt x="222" y="288"/>
                  </a:lnTo>
                  <a:lnTo>
                    <a:pt x="221" y="289"/>
                  </a:lnTo>
                  <a:lnTo>
                    <a:pt x="220" y="290"/>
                  </a:lnTo>
                  <a:lnTo>
                    <a:pt x="220" y="290"/>
                  </a:lnTo>
                  <a:lnTo>
                    <a:pt x="219" y="290"/>
                  </a:lnTo>
                  <a:lnTo>
                    <a:pt x="219" y="290"/>
                  </a:lnTo>
                  <a:lnTo>
                    <a:pt x="216" y="290"/>
                  </a:lnTo>
                  <a:lnTo>
                    <a:pt x="215" y="290"/>
                  </a:lnTo>
                  <a:lnTo>
                    <a:pt x="215" y="290"/>
                  </a:lnTo>
                  <a:lnTo>
                    <a:pt x="214" y="291"/>
                  </a:lnTo>
                  <a:lnTo>
                    <a:pt x="214" y="291"/>
                  </a:lnTo>
                  <a:lnTo>
                    <a:pt x="214" y="291"/>
                  </a:lnTo>
                  <a:lnTo>
                    <a:pt x="214" y="293"/>
                  </a:lnTo>
                  <a:lnTo>
                    <a:pt x="213" y="293"/>
                  </a:lnTo>
                  <a:lnTo>
                    <a:pt x="212" y="294"/>
                  </a:lnTo>
                  <a:lnTo>
                    <a:pt x="212" y="294"/>
                  </a:lnTo>
                  <a:lnTo>
                    <a:pt x="212" y="295"/>
                  </a:lnTo>
                  <a:lnTo>
                    <a:pt x="212" y="295"/>
                  </a:lnTo>
                  <a:lnTo>
                    <a:pt x="210" y="295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10" y="297"/>
                  </a:lnTo>
                  <a:lnTo>
                    <a:pt x="210" y="297"/>
                  </a:lnTo>
                  <a:lnTo>
                    <a:pt x="210" y="298"/>
                  </a:lnTo>
                  <a:lnTo>
                    <a:pt x="210" y="300"/>
                  </a:lnTo>
                  <a:lnTo>
                    <a:pt x="212" y="300"/>
                  </a:lnTo>
                  <a:lnTo>
                    <a:pt x="213" y="302"/>
                  </a:lnTo>
                  <a:lnTo>
                    <a:pt x="213" y="302"/>
                  </a:lnTo>
                  <a:lnTo>
                    <a:pt x="213" y="303"/>
                  </a:lnTo>
                  <a:lnTo>
                    <a:pt x="213" y="304"/>
                  </a:lnTo>
                  <a:lnTo>
                    <a:pt x="213" y="304"/>
                  </a:lnTo>
                  <a:lnTo>
                    <a:pt x="213" y="305"/>
                  </a:lnTo>
                  <a:lnTo>
                    <a:pt x="213" y="305"/>
                  </a:lnTo>
                  <a:lnTo>
                    <a:pt x="213" y="305"/>
                  </a:lnTo>
                  <a:lnTo>
                    <a:pt x="212" y="306"/>
                  </a:lnTo>
                  <a:lnTo>
                    <a:pt x="212" y="306"/>
                  </a:lnTo>
                  <a:lnTo>
                    <a:pt x="212" y="306"/>
                  </a:lnTo>
                  <a:lnTo>
                    <a:pt x="210" y="308"/>
                  </a:lnTo>
                  <a:lnTo>
                    <a:pt x="209" y="309"/>
                  </a:lnTo>
                  <a:lnTo>
                    <a:pt x="209" y="309"/>
                  </a:lnTo>
                  <a:lnTo>
                    <a:pt x="209" y="309"/>
                  </a:lnTo>
                  <a:lnTo>
                    <a:pt x="209" y="310"/>
                  </a:lnTo>
                  <a:lnTo>
                    <a:pt x="209" y="310"/>
                  </a:lnTo>
                  <a:lnTo>
                    <a:pt x="209" y="311"/>
                  </a:lnTo>
                  <a:lnTo>
                    <a:pt x="209" y="311"/>
                  </a:lnTo>
                  <a:lnTo>
                    <a:pt x="209" y="312"/>
                  </a:lnTo>
                  <a:lnTo>
                    <a:pt x="209" y="312"/>
                  </a:lnTo>
                  <a:lnTo>
                    <a:pt x="208" y="313"/>
                  </a:lnTo>
                  <a:lnTo>
                    <a:pt x="208" y="313"/>
                  </a:lnTo>
                  <a:lnTo>
                    <a:pt x="208" y="315"/>
                  </a:lnTo>
                  <a:lnTo>
                    <a:pt x="209" y="315"/>
                  </a:lnTo>
                  <a:lnTo>
                    <a:pt x="210" y="315"/>
                  </a:lnTo>
                  <a:lnTo>
                    <a:pt x="214" y="316"/>
                  </a:lnTo>
                  <a:lnTo>
                    <a:pt x="214" y="316"/>
                  </a:lnTo>
                  <a:lnTo>
                    <a:pt x="216" y="318"/>
                  </a:lnTo>
                  <a:lnTo>
                    <a:pt x="216" y="318"/>
                  </a:lnTo>
                  <a:lnTo>
                    <a:pt x="216" y="318"/>
                  </a:lnTo>
                  <a:lnTo>
                    <a:pt x="216" y="319"/>
                  </a:lnTo>
                  <a:lnTo>
                    <a:pt x="216" y="319"/>
                  </a:lnTo>
                  <a:lnTo>
                    <a:pt x="217" y="320"/>
                  </a:lnTo>
                  <a:lnTo>
                    <a:pt x="220" y="322"/>
                  </a:lnTo>
                  <a:lnTo>
                    <a:pt x="220" y="323"/>
                  </a:lnTo>
                  <a:lnTo>
                    <a:pt x="220" y="323"/>
                  </a:lnTo>
                  <a:lnTo>
                    <a:pt x="221" y="323"/>
                  </a:lnTo>
                  <a:lnTo>
                    <a:pt x="221" y="323"/>
                  </a:lnTo>
                  <a:lnTo>
                    <a:pt x="222" y="324"/>
                  </a:lnTo>
                  <a:lnTo>
                    <a:pt x="223" y="324"/>
                  </a:lnTo>
                  <a:lnTo>
                    <a:pt x="223" y="324"/>
                  </a:lnTo>
                  <a:lnTo>
                    <a:pt x="224" y="323"/>
                  </a:lnTo>
                  <a:lnTo>
                    <a:pt x="226" y="323"/>
                  </a:lnTo>
                  <a:lnTo>
                    <a:pt x="226" y="323"/>
                  </a:lnTo>
                  <a:lnTo>
                    <a:pt x="226" y="323"/>
                  </a:lnTo>
                  <a:lnTo>
                    <a:pt x="227" y="322"/>
                  </a:lnTo>
                  <a:lnTo>
                    <a:pt x="228" y="320"/>
                  </a:lnTo>
                  <a:lnTo>
                    <a:pt x="228" y="319"/>
                  </a:lnTo>
                  <a:lnTo>
                    <a:pt x="228" y="319"/>
                  </a:lnTo>
                  <a:lnTo>
                    <a:pt x="228" y="319"/>
                  </a:lnTo>
                  <a:lnTo>
                    <a:pt x="229" y="319"/>
                  </a:lnTo>
                  <a:lnTo>
                    <a:pt x="229" y="319"/>
                  </a:lnTo>
                  <a:lnTo>
                    <a:pt x="230" y="319"/>
                  </a:lnTo>
                  <a:lnTo>
                    <a:pt x="230" y="319"/>
                  </a:lnTo>
                  <a:lnTo>
                    <a:pt x="231" y="319"/>
                  </a:lnTo>
                  <a:lnTo>
                    <a:pt x="231" y="319"/>
                  </a:lnTo>
                  <a:lnTo>
                    <a:pt x="234" y="318"/>
                  </a:lnTo>
                  <a:lnTo>
                    <a:pt x="236" y="318"/>
                  </a:lnTo>
                  <a:lnTo>
                    <a:pt x="236" y="317"/>
                  </a:lnTo>
                  <a:lnTo>
                    <a:pt x="237" y="317"/>
                  </a:lnTo>
                  <a:lnTo>
                    <a:pt x="237" y="317"/>
                  </a:lnTo>
                  <a:lnTo>
                    <a:pt x="237" y="316"/>
                  </a:lnTo>
                  <a:lnTo>
                    <a:pt x="237" y="316"/>
                  </a:lnTo>
                  <a:lnTo>
                    <a:pt x="238" y="316"/>
                  </a:lnTo>
                  <a:lnTo>
                    <a:pt x="239" y="315"/>
                  </a:lnTo>
                  <a:lnTo>
                    <a:pt x="239" y="315"/>
                  </a:lnTo>
                  <a:lnTo>
                    <a:pt x="239" y="315"/>
                  </a:lnTo>
                  <a:lnTo>
                    <a:pt x="239" y="315"/>
                  </a:lnTo>
                  <a:lnTo>
                    <a:pt x="241" y="313"/>
                  </a:lnTo>
                  <a:lnTo>
                    <a:pt x="241" y="312"/>
                  </a:lnTo>
                  <a:lnTo>
                    <a:pt x="241" y="312"/>
                  </a:lnTo>
                  <a:lnTo>
                    <a:pt x="242" y="312"/>
                  </a:lnTo>
                  <a:lnTo>
                    <a:pt x="242" y="312"/>
                  </a:lnTo>
                  <a:lnTo>
                    <a:pt x="242" y="312"/>
                  </a:lnTo>
                  <a:lnTo>
                    <a:pt x="244" y="311"/>
                  </a:lnTo>
                  <a:lnTo>
                    <a:pt x="244" y="311"/>
                  </a:lnTo>
                  <a:lnTo>
                    <a:pt x="244" y="311"/>
                  </a:lnTo>
                  <a:lnTo>
                    <a:pt x="244" y="311"/>
                  </a:lnTo>
                  <a:lnTo>
                    <a:pt x="244" y="310"/>
                  </a:lnTo>
                  <a:lnTo>
                    <a:pt x="244" y="310"/>
                  </a:lnTo>
                  <a:lnTo>
                    <a:pt x="244" y="309"/>
                  </a:lnTo>
                  <a:lnTo>
                    <a:pt x="244" y="309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8"/>
                  </a:lnTo>
                  <a:lnTo>
                    <a:pt x="245" y="308"/>
                  </a:lnTo>
                  <a:lnTo>
                    <a:pt x="245" y="308"/>
                  </a:lnTo>
                  <a:lnTo>
                    <a:pt x="246" y="308"/>
                  </a:lnTo>
                  <a:lnTo>
                    <a:pt x="248" y="309"/>
                  </a:lnTo>
                  <a:lnTo>
                    <a:pt x="250" y="310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51" y="313"/>
                  </a:lnTo>
                  <a:lnTo>
                    <a:pt x="251" y="315"/>
                  </a:lnTo>
                  <a:lnTo>
                    <a:pt x="252" y="315"/>
                  </a:lnTo>
                  <a:lnTo>
                    <a:pt x="256" y="316"/>
                  </a:lnTo>
                  <a:lnTo>
                    <a:pt x="256" y="317"/>
                  </a:lnTo>
                  <a:lnTo>
                    <a:pt x="257" y="317"/>
                  </a:lnTo>
                  <a:lnTo>
                    <a:pt x="257" y="318"/>
                  </a:lnTo>
                  <a:lnTo>
                    <a:pt x="257" y="318"/>
                  </a:lnTo>
                  <a:lnTo>
                    <a:pt x="257" y="318"/>
                  </a:lnTo>
                  <a:lnTo>
                    <a:pt x="257" y="319"/>
                  </a:lnTo>
                  <a:lnTo>
                    <a:pt x="257" y="319"/>
                  </a:lnTo>
                  <a:lnTo>
                    <a:pt x="257" y="320"/>
                  </a:lnTo>
                  <a:lnTo>
                    <a:pt x="256" y="320"/>
                  </a:lnTo>
                  <a:lnTo>
                    <a:pt x="256" y="322"/>
                  </a:lnTo>
                  <a:lnTo>
                    <a:pt x="256" y="323"/>
                  </a:lnTo>
                  <a:lnTo>
                    <a:pt x="256" y="323"/>
                  </a:lnTo>
                  <a:lnTo>
                    <a:pt x="256" y="324"/>
                  </a:lnTo>
                  <a:lnTo>
                    <a:pt x="256" y="324"/>
                  </a:lnTo>
                  <a:lnTo>
                    <a:pt x="258" y="325"/>
                  </a:lnTo>
                  <a:lnTo>
                    <a:pt x="258" y="326"/>
                  </a:lnTo>
                  <a:lnTo>
                    <a:pt x="258" y="326"/>
                  </a:lnTo>
                  <a:lnTo>
                    <a:pt x="258" y="326"/>
                  </a:lnTo>
                  <a:lnTo>
                    <a:pt x="258" y="327"/>
                  </a:lnTo>
                  <a:lnTo>
                    <a:pt x="258" y="329"/>
                  </a:lnTo>
                  <a:lnTo>
                    <a:pt x="258" y="329"/>
                  </a:lnTo>
                  <a:lnTo>
                    <a:pt x="258" y="330"/>
                  </a:lnTo>
                  <a:lnTo>
                    <a:pt x="258" y="331"/>
                  </a:lnTo>
                  <a:lnTo>
                    <a:pt x="257" y="331"/>
                  </a:lnTo>
                  <a:lnTo>
                    <a:pt x="257" y="331"/>
                  </a:lnTo>
                  <a:lnTo>
                    <a:pt x="257" y="332"/>
                  </a:lnTo>
                  <a:lnTo>
                    <a:pt x="257" y="332"/>
                  </a:lnTo>
                  <a:lnTo>
                    <a:pt x="257" y="333"/>
                  </a:lnTo>
                  <a:lnTo>
                    <a:pt x="257" y="333"/>
                  </a:lnTo>
                  <a:lnTo>
                    <a:pt x="258" y="334"/>
                  </a:lnTo>
                  <a:lnTo>
                    <a:pt x="259" y="336"/>
                  </a:lnTo>
                  <a:lnTo>
                    <a:pt x="259" y="337"/>
                  </a:lnTo>
                  <a:lnTo>
                    <a:pt x="260" y="337"/>
                  </a:lnTo>
                  <a:lnTo>
                    <a:pt x="259" y="338"/>
                  </a:lnTo>
                  <a:lnTo>
                    <a:pt x="259" y="340"/>
                  </a:lnTo>
                  <a:lnTo>
                    <a:pt x="259" y="341"/>
                  </a:lnTo>
                  <a:lnTo>
                    <a:pt x="259" y="343"/>
                  </a:lnTo>
                  <a:lnTo>
                    <a:pt x="259" y="343"/>
                  </a:lnTo>
                  <a:lnTo>
                    <a:pt x="259" y="344"/>
                  </a:lnTo>
                  <a:lnTo>
                    <a:pt x="259" y="344"/>
                  </a:lnTo>
                  <a:lnTo>
                    <a:pt x="259" y="345"/>
                  </a:lnTo>
                  <a:lnTo>
                    <a:pt x="260" y="346"/>
                  </a:lnTo>
                  <a:lnTo>
                    <a:pt x="262" y="346"/>
                  </a:lnTo>
                  <a:lnTo>
                    <a:pt x="262" y="346"/>
                  </a:lnTo>
                  <a:lnTo>
                    <a:pt x="262" y="347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63" y="350"/>
                  </a:lnTo>
                  <a:lnTo>
                    <a:pt x="264" y="352"/>
                  </a:lnTo>
                  <a:lnTo>
                    <a:pt x="265" y="353"/>
                  </a:lnTo>
                  <a:lnTo>
                    <a:pt x="266" y="354"/>
                  </a:lnTo>
                  <a:lnTo>
                    <a:pt x="266" y="354"/>
                  </a:lnTo>
                  <a:lnTo>
                    <a:pt x="266" y="355"/>
                  </a:lnTo>
                  <a:lnTo>
                    <a:pt x="266" y="355"/>
                  </a:lnTo>
                  <a:lnTo>
                    <a:pt x="266" y="356"/>
                  </a:lnTo>
                  <a:lnTo>
                    <a:pt x="266" y="356"/>
                  </a:lnTo>
                  <a:lnTo>
                    <a:pt x="266" y="356"/>
                  </a:lnTo>
                  <a:lnTo>
                    <a:pt x="267" y="358"/>
                  </a:lnTo>
                  <a:lnTo>
                    <a:pt x="267" y="358"/>
                  </a:lnTo>
                  <a:lnTo>
                    <a:pt x="267" y="359"/>
                  </a:lnTo>
                  <a:lnTo>
                    <a:pt x="267" y="360"/>
                  </a:lnTo>
                  <a:lnTo>
                    <a:pt x="267" y="360"/>
                  </a:lnTo>
                  <a:lnTo>
                    <a:pt x="267" y="360"/>
                  </a:lnTo>
                  <a:lnTo>
                    <a:pt x="269" y="361"/>
                  </a:lnTo>
                  <a:lnTo>
                    <a:pt x="270" y="361"/>
                  </a:lnTo>
                  <a:lnTo>
                    <a:pt x="271" y="361"/>
                  </a:lnTo>
                  <a:lnTo>
                    <a:pt x="271" y="362"/>
                  </a:lnTo>
                  <a:lnTo>
                    <a:pt x="271" y="363"/>
                  </a:lnTo>
                  <a:lnTo>
                    <a:pt x="271" y="363"/>
                  </a:lnTo>
                  <a:lnTo>
                    <a:pt x="273" y="367"/>
                  </a:lnTo>
                  <a:lnTo>
                    <a:pt x="273" y="368"/>
                  </a:lnTo>
                  <a:lnTo>
                    <a:pt x="274" y="370"/>
                  </a:lnTo>
                  <a:lnTo>
                    <a:pt x="274" y="370"/>
                  </a:lnTo>
                  <a:lnTo>
                    <a:pt x="274" y="373"/>
                  </a:lnTo>
                  <a:lnTo>
                    <a:pt x="274" y="373"/>
                  </a:lnTo>
                  <a:lnTo>
                    <a:pt x="274" y="373"/>
                  </a:lnTo>
                  <a:lnTo>
                    <a:pt x="273" y="375"/>
                  </a:lnTo>
                  <a:lnTo>
                    <a:pt x="273" y="375"/>
                  </a:lnTo>
                  <a:lnTo>
                    <a:pt x="273" y="376"/>
                  </a:lnTo>
                  <a:lnTo>
                    <a:pt x="273" y="376"/>
                  </a:lnTo>
                  <a:lnTo>
                    <a:pt x="272" y="376"/>
                  </a:lnTo>
                  <a:lnTo>
                    <a:pt x="271" y="377"/>
                  </a:lnTo>
                  <a:lnTo>
                    <a:pt x="271" y="377"/>
                  </a:lnTo>
                  <a:lnTo>
                    <a:pt x="271" y="377"/>
                  </a:lnTo>
                  <a:lnTo>
                    <a:pt x="271" y="377"/>
                  </a:lnTo>
                  <a:lnTo>
                    <a:pt x="271" y="379"/>
                  </a:lnTo>
                  <a:lnTo>
                    <a:pt x="271" y="379"/>
                  </a:lnTo>
                  <a:lnTo>
                    <a:pt x="271" y="380"/>
                  </a:lnTo>
                  <a:lnTo>
                    <a:pt x="272" y="380"/>
                  </a:lnTo>
                  <a:lnTo>
                    <a:pt x="272" y="381"/>
                  </a:lnTo>
                  <a:lnTo>
                    <a:pt x="272" y="383"/>
                  </a:lnTo>
                  <a:lnTo>
                    <a:pt x="273" y="384"/>
                  </a:lnTo>
                  <a:lnTo>
                    <a:pt x="273" y="386"/>
                  </a:lnTo>
                  <a:lnTo>
                    <a:pt x="274" y="386"/>
                  </a:lnTo>
                  <a:lnTo>
                    <a:pt x="277" y="388"/>
                  </a:lnTo>
                  <a:lnTo>
                    <a:pt x="278" y="388"/>
                  </a:lnTo>
                  <a:lnTo>
                    <a:pt x="278" y="389"/>
                  </a:lnTo>
                  <a:lnTo>
                    <a:pt x="278" y="389"/>
                  </a:lnTo>
                  <a:lnTo>
                    <a:pt x="278" y="390"/>
                  </a:lnTo>
                  <a:lnTo>
                    <a:pt x="279" y="391"/>
                  </a:lnTo>
                  <a:lnTo>
                    <a:pt x="279" y="391"/>
                  </a:lnTo>
                  <a:lnTo>
                    <a:pt x="280" y="391"/>
                  </a:lnTo>
                  <a:lnTo>
                    <a:pt x="281" y="391"/>
                  </a:lnTo>
                  <a:lnTo>
                    <a:pt x="281" y="391"/>
                  </a:lnTo>
                  <a:lnTo>
                    <a:pt x="282" y="390"/>
                  </a:lnTo>
                  <a:lnTo>
                    <a:pt x="284" y="390"/>
                  </a:lnTo>
                  <a:lnTo>
                    <a:pt x="284" y="390"/>
                  </a:lnTo>
                  <a:lnTo>
                    <a:pt x="285" y="389"/>
                  </a:lnTo>
                  <a:lnTo>
                    <a:pt x="286" y="390"/>
                  </a:lnTo>
                  <a:lnTo>
                    <a:pt x="287" y="390"/>
                  </a:lnTo>
                  <a:lnTo>
                    <a:pt x="288" y="391"/>
                  </a:lnTo>
                  <a:lnTo>
                    <a:pt x="289" y="393"/>
                  </a:lnTo>
                  <a:lnTo>
                    <a:pt x="291" y="394"/>
                  </a:lnTo>
                  <a:lnTo>
                    <a:pt x="291" y="395"/>
                  </a:lnTo>
                  <a:lnTo>
                    <a:pt x="292" y="396"/>
                  </a:lnTo>
                  <a:lnTo>
                    <a:pt x="292" y="396"/>
                  </a:lnTo>
                  <a:lnTo>
                    <a:pt x="293" y="397"/>
                  </a:lnTo>
                  <a:lnTo>
                    <a:pt x="293" y="398"/>
                  </a:lnTo>
                  <a:lnTo>
                    <a:pt x="293" y="398"/>
                  </a:lnTo>
                  <a:lnTo>
                    <a:pt x="293" y="398"/>
                  </a:lnTo>
                  <a:lnTo>
                    <a:pt x="293" y="399"/>
                  </a:lnTo>
                  <a:lnTo>
                    <a:pt x="293" y="399"/>
                  </a:lnTo>
                  <a:lnTo>
                    <a:pt x="294" y="399"/>
                  </a:lnTo>
                  <a:lnTo>
                    <a:pt x="294" y="401"/>
                  </a:lnTo>
                  <a:lnTo>
                    <a:pt x="294" y="401"/>
                  </a:lnTo>
                  <a:lnTo>
                    <a:pt x="294" y="402"/>
                  </a:lnTo>
                  <a:lnTo>
                    <a:pt x="294" y="402"/>
                  </a:lnTo>
                  <a:lnTo>
                    <a:pt x="295" y="403"/>
                  </a:lnTo>
                  <a:lnTo>
                    <a:pt x="295" y="404"/>
                  </a:lnTo>
                  <a:lnTo>
                    <a:pt x="295" y="405"/>
                  </a:lnTo>
                  <a:lnTo>
                    <a:pt x="296" y="405"/>
                  </a:lnTo>
                  <a:lnTo>
                    <a:pt x="296" y="406"/>
                  </a:lnTo>
                  <a:lnTo>
                    <a:pt x="296" y="406"/>
                  </a:lnTo>
                  <a:lnTo>
                    <a:pt x="296" y="406"/>
                  </a:lnTo>
                  <a:lnTo>
                    <a:pt x="295" y="408"/>
                  </a:lnTo>
                  <a:lnTo>
                    <a:pt x="295" y="408"/>
                  </a:lnTo>
                  <a:lnTo>
                    <a:pt x="294" y="408"/>
                  </a:lnTo>
                  <a:lnTo>
                    <a:pt x="294" y="409"/>
                  </a:lnTo>
                  <a:lnTo>
                    <a:pt x="294" y="409"/>
                  </a:lnTo>
                  <a:lnTo>
                    <a:pt x="294" y="409"/>
                  </a:lnTo>
                  <a:lnTo>
                    <a:pt x="294" y="410"/>
                  </a:lnTo>
                  <a:lnTo>
                    <a:pt x="294" y="410"/>
                  </a:lnTo>
                  <a:lnTo>
                    <a:pt x="295" y="412"/>
                  </a:lnTo>
                  <a:lnTo>
                    <a:pt x="296" y="412"/>
                  </a:lnTo>
                  <a:lnTo>
                    <a:pt x="296" y="413"/>
                  </a:lnTo>
                  <a:lnTo>
                    <a:pt x="295" y="413"/>
                  </a:lnTo>
                  <a:lnTo>
                    <a:pt x="296" y="415"/>
                  </a:lnTo>
                  <a:lnTo>
                    <a:pt x="296" y="415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298" y="417"/>
                  </a:lnTo>
                  <a:lnTo>
                    <a:pt x="298" y="417"/>
                  </a:lnTo>
                  <a:lnTo>
                    <a:pt x="298" y="418"/>
                  </a:lnTo>
                  <a:lnTo>
                    <a:pt x="296" y="419"/>
                  </a:lnTo>
                  <a:lnTo>
                    <a:pt x="296" y="419"/>
                  </a:lnTo>
                  <a:lnTo>
                    <a:pt x="296" y="419"/>
                  </a:lnTo>
                  <a:lnTo>
                    <a:pt x="298" y="420"/>
                  </a:lnTo>
                  <a:lnTo>
                    <a:pt x="298" y="422"/>
                  </a:lnTo>
                  <a:lnTo>
                    <a:pt x="298" y="422"/>
                  </a:lnTo>
                  <a:lnTo>
                    <a:pt x="298" y="423"/>
                  </a:lnTo>
                  <a:lnTo>
                    <a:pt x="298" y="423"/>
                  </a:lnTo>
                  <a:lnTo>
                    <a:pt x="299" y="424"/>
                  </a:lnTo>
                  <a:lnTo>
                    <a:pt x="300" y="424"/>
                  </a:lnTo>
                  <a:lnTo>
                    <a:pt x="300" y="425"/>
                  </a:lnTo>
                  <a:lnTo>
                    <a:pt x="301" y="426"/>
                  </a:lnTo>
                  <a:lnTo>
                    <a:pt x="301" y="426"/>
                  </a:lnTo>
                  <a:lnTo>
                    <a:pt x="301" y="426"/>
                  </a:lnTo>
                  <a:lnTo>
                    <a:pt x="305" y="427"/>
                  </a:lnTo>
                  <a:lnTo>
                    <a:pt x="305" y="429"/>
                  </a:lnTo>
                  <a:lnTo>
                    <a:pt x="305" y="429"/>
                  </a:lnTo>
                  <a:lnTo>
                    <a:pt x="307" y="431"/>
                  </a:lnTo>
                  <a:lnTo>
                    <a:pt x="307" y="431"/>
                  </a:lnTo>
                  <a:lnTo>
                    <a:pt x="307" y="431"/>
                  </a:lnTo>
                  <a:lnTo>
                    <a:pt x="308" y="431"/>
                  </a:lnTo>
                  <a:lnTo>
                    <a:pt x="309" y="431"/>
                  </a:lnTo>
                  <a:lnTo>
                    <a:pt x="309" y="430"/>
                  </a:lnTo>
                  <a:lnTo>
                    <a:pt x="308" y="427"/>
                  </a:lnTo>
                  <a:lnTo>
                    <a:pt x="308" y="427"/>
                  </a:lnTo>
                  <a:lnTo>
                    <a:pt x="308" y="427"/>
                  </a:lnTo>
                  <a:lnTo>
                    <a:pt x="308" y="426"/>
                  </a:lnTo>
                  <a:lnTo>
                    <a:pt x="308" y="426"/>
                  </a:lnTo>
                  <a:lnTo>
                    <a:pt x="309" y="426"/>
                  </a:lnTo>
                  <a:lnTo>
                    <a:pt x="309" y="425"/>
                  </a:lnTo>
                  <a:lnTo>
                    <a:pt x="313" y="423"/>
                  </a:lnTo>
                  <a:lnTo>
                    <a:pt x="314" y="422"/>
                  </a:lnTo>
                  <a:lnTo>
                    <a:pt x="315" y="422"/>
                  </a:lnTo>
                  <a:lnTo>
                    <a:pt x="316" y="422"/>
                  </a:lnTo>
                  <a:lnTo>
                    <a:pt x="317" y="422"/>
                  </a:lnTo>
                  <a:lnTo>
                    <a:pt x="317" y="422"/>
                  </a:lnTo>
                  <a:lnTo>
                    <a:pt x="318" y="422"/>
                  </a:lnTo>
                  <a:lnTo>
                    <a:pt x="321" y="422"/>
                  </a:lnTo>
                  <a:lnTo>
                    <a:pt x="329" y="424"/>
                  </a:lnTo>
                  <a:lnTo>
                    <a:pt x="329" y="424"/>
                  </a:lnTo>
                  <a:lnTo>
                    <a:pt x="329" y="424"/>
                  </a:lnTo>
                  <a:lnTo>
                    <a:pt x="330" y="425"/>
                  </a:lnTo>
                  <a:lnTo>
                    <a:pt x="330" y="425"/>
                  </a:lnTo>
                  <a:lnTo>
                    <a:pt x="332" y="425"/>
                  </a:lnTo>
                  <a:lnTo>
                    <a:pt x="334" y="425"/>
                  </a:lnTo>
                  <a:lnTo>
                    <a:pt x="335" y="425"/>
                  </a:lnTo>
                  <a:lnTo>
                    <a:pt x="335" y="426"/>
                  </a:lnTo>
                  <a:lnTo>
                    <a:pt x="335" y="426"/>
                  </a:lnTo>
                  <a:lnTo>
                    <a:pt x="336" y="427"/>
                  </a:lnTo>
                  <a:lnTo>
                    <a:pt x="336" y="427"/>
                  </a:lnTo>
                  <a:lnTo>
                    <a:pt x="336" y="427"/>
                  </a:lnTo>
                  <a:lnTo>
                    <a:pt x="337" y="427"/>
                  </a:lnTo>
                  <a:lnTo>
                    <a:pt x="338" y="427"/>
                  </a:lnTo>
                  <a:lnTo>
                    <a:pt x="338" y="427"/>
                  </a:lnTo>
                  <a:lnTo>
                    <a:pt x="339" y="426"/>
                  </a:lnTo>
                  <a:lnTo>
                    <a:pt x="341" y="424"/>
                  </a:lnTo>
                  <a:lnTo>
                    <a:pt x="342" y="422"/>
                  </a:lnTo>
                  <a:lnTo>
                    <a:pt x="342" y="422"/>
                  </a:lnTo>
                  <a:lnTo>
                    <a:pt x="342" y="420"/>
                  </a:lnTo>
                  <a:lnTo>
                    <a:pt x="343" y="420"/>
                  </a:lnTo>
                  <a:lnTo>
                    <a:pt x="343" y="420"/>
                  </a:lnTo>
                  <a:lnTo>
                    <a:pt x="344" y="420"/>
                  </a:lnTo>
                  <a:lnTo>
                    <a:pt x="346" y="420"/>
                  </a:lnTo>
                  <a:lnTo>
                    <a:pt x="346" y="419"/>
                  </a:lnTo>
                  <a:lnTo>
                    <a:pt x="346" y="419"/>
                  </a:lnTo>
                  <a:lnTo>
                    <a:pt x="348" y="419"/>
                  </a:lnTo>
                  <a:lnTo>
                    <a:pt x="348" y="419"/>
                  </a:lnTo>
                  <a:lnTo>
                    <a:pt x="349" y="419"/>
                  </a:lnTo>
                  <a:lnTo>
                    <a:pt x="350" y="419"/>
                  </a:lnTo>
                  <a:lnTo>
                    <a:pt x="350" y="420"/>
                  </a:lnTo>
                  <a:lnTo>
                    <a:pt x="351" y="420"/>
                  </a:lnTo>
                  <a:lnTo>
                    <a:pt x="351" y="420"/>
                  </a:lnTo>
                  <a:lnTo>
                    <a:pt x="353" y="420"/>
                  </a:lnTo>
                  <a:lnTo>
                    <a:pt x="354" y="422"/>
                  </a:lnTo>
                  <a:lnTo>
                    <a:pt x="356" y="422"/>
                  </a:lnTo>
                  <a:lnTo>
                    <a:pt x="358" y="423"/>
                  </a:lnTo>
                  <a:lnTo>
                    <a:pt x="358" y="423"/>
                  </a:lnTo>
                  <a:lnTo>
                    <a:pt x="365" y="423"/>
                  </a:lnTo>
                  <a:lnTo>
                    <a:pt x="366" y="423"/>
                  </a:lnTo>
                  <a:lnTo>
                    <a:pt x="367" y="423"/>
                  </a:lnTo>
                  <a:lnTo>
                    <a:pt x="367" y="423"/>
                  </a:lnTo>
                  <a:lnTo>
                    <a:pt x="368" y="422"/>
                  </a:lnTo>
                  <a:lnTo>
                    <a:pt x="368" y="422"/>
                  </a:lnTo>
                  <a:lnTo>
                    <a:pt x="368" y="422"/>
                  </a:lnTo>
                  <a:lnTo>
                    <a:pt x="370" y="422"/>
                  </a:lnTo>
                  <a:lnTo>
                    <a:pt x="372" y="422"/>
                  </a:lnTo>
                  <a:lnTo>
                    <a:pt x="373" y="423"/>
                  </a:lnTo>
                  <a:lnTo>
                    <a:pt x="374" y="423"/>
                  </a:lnTo>
                  <a:lnTo>
                    <a:pt x="374" y="424"/>
                  </a:lnTo>
                  <a:lnTo>
                    <a:pt x="375" y="424"/>
                  </a:lnTo>
                  <a:lnTo>
                    <a:pt x="375" y="425"/>
                  </a:lnTo>
                  <a:lnTo>
                    <a:pt x="375" y="425"/>
                  </a:lnTo>
                  <a:lnTo>
                    <a:pt x="375" y="425"/>
                  </a:lnTo>
                  <a:lnTo>
                    <a:pt x="377" y="425"/>
                  </a:lnTo>
                  <a:lnTo>
                    <a:pt x="377" y="425"/>
                  </a:lnTo>
                  <a:lnTo>
                    <a:pt x="378" y="425"/>
                  </a:lnTo>
                  <a:lnTo>
                    <a:pt x="379" y="425"/>
                  </a:lnTo>
                  <a:lnTo>
                    <a:pt x="380" y="425"/>
                  </a:lnTo>
                  <a:lnTo>
                    <a:pt x="381" y="425"/>
                  </a:lnTo>
                  <a:lnTo>
                    <a:pt x="381" y="425"/>
                  </a:lnTo>
                  <a:lnTo>
                    <a:pt x="385" y="423"/>
                  </a:lnTo>
                  <a:lnTo>
                    <a:pt x="386" y="423"/>
                  </a:lnTo>
                  <a:lnTo>
                    <a:pt x="393" y="424"/>
                  </a:lnTo>
                  <a:lnTo>
                    <a:pt x="394" y="424"/>
                  </a:lnTo>
                  <a:lnTo>
                    <a:pt x="395" y="425"/>
                  </a:lnTo>
                  <a:lnTo>
                    <a:pt x="396" y="426"/>
                  </a:lnTo>
                  <a:lnTo>
                    <a:pt x="396" y="426"/>
                  </a:lnTo>
                  <a:lnTo>
                    <a:pt x="397" y="426"/>
                  </a:lnTo>
                  <a:lnTo>
                    <a:pt x="399" y="426"/>
                  </a:lnTo>
                  <a:lnTo>
                    <a:pt x="399" y="426"/>
                  </a:lnTo>
                  <a:lnTo>
                    <a:pt x="400" y="426"/>
                  </a:lnTo>
                  <a:lnTo>
                    <a:pt x="400" y="425"/>
                  </a:lnTo>
                  <a:lnTo>
                    <a:pt x="400" y="425"/>
                  </a:lnTo>
                  <a:lnTo>
                    <a:pt x="399" y="425"/>
                  </a:lnTo>
                  <a:lnTo>
                    <a:pt x="397" y="424"/>
                  </a:lnTo>
                  <a:lnTo>
                    <a:pt x="397" y="424"/>
                  </a:lnTo>
                  <a:lnTo>
                    <a:pt x="397" y="424"/>
                  </a:lnTo>
                  <a:lnTo>
                    <a:pt x="396" y="424"/>
                  </a:lnTo>
                  <a:lnTo>
                    <a:pt x="396" y="423"/>
                  </a:lnTo>
                  <a:lnTo>
                    <a:pt x="396" y="423"/>
                  </a:lnTo>
                  <a:lnTo>
                    <a:pt x="396" y="422"/>
                  </a:lnTo>
                  <a:lnTo>
                    <a:pt x="396" y="420"/>
                  </a:lnTo>
                  <a:lnTo>
                    <a:pt x="396" y="420"/>
                  </a:lnTo>
                  <a:lnTo>
                    <a:pt x="396" y="420"/>
                  </a:lnTo>
                  <a:lnTo>
                    <a:pt x="397" y="419"/>
                  </a:lnTo>
                  <a:lnTo>
                    <a:pt x="397" y="418"/>
                  </a:lnTo>
                  <a:lnTo>
                    <a:pt x="397" y="418"/>
                  </a:lnTo>
                  <a:lnTo>
                    <a:pt x="397" y="417"/>
                  </a:lnTo>
                  <a:lnTo>
                    <a:pt x="399" y="417"/>
                  </a:lnTo>
                  <a:lnTo>
                    <a:pt x="400" y="417"/>
                  </a:lnTo>
                  <a:lnTo>
                    <a:pt x="401" y="417"/>
                  </a:lnTo>
                  <a:lnTo>
                    <a:pt x="401" y="416"/>
                  </a:lnTo>
                  <a:lnTo>
                    <a:pt x="401" y="416"/>
                  </a:lnTo>
                  <a:lnTo>
                    <a:pt x="401" y="415"/>
                  </a:lnTo>
                  <a:lnTo>
                    <a:pt x="401" y="415"/>
                  </a:lnTo>
                  <a:lnTo>
                    <a:pt x="401" y="415"/>
                  </a:lnTo>
                  <a:lnTo>
                    <a:pt x="401" y="413"/>
                  </a:lnTo>
                  <a:lnTo>
                    <a:pt x="401" y="413"/>
                  </a:lnTo>
                  <a:lnTo>
                    <a:pt x="400" y="413"/>
                  </a:lnTo>
                  <a:lnTo>
                    <a:pt x="400" y="412"/>
                  </a:lnTo>
                  <a:lnTo>
                    <a:pt x="400" y="412"/>
                  </a:lnTo>
                  <a:lnTo>
                    <a:pt x="401" y="412"/>
                  </a:lnTo>
                  <a:lnTo>
                    <a:pt x="401" y="411"/>
                  </a:lnTo>
                  <a:lnTo>
                    <a:pt x="402" y="411"/>
                  </a:lnTo>
                  <a:lnTo>
                    <a:pt x="402" y="411"/>
                  </a:lnTo>
                  <a:lnTo>
                    <a:pt x="404" y="411"/>
                  </a:lnTo>
                  <a:lnTo>
                    <a:pt x="404" y="411"/>
                  </a:lnTo>
                  <a:lnTo>
                    <a:pt x="406" y="410"/>
                  </a:lnTo>
                  <a:lnTo>
                    <a:pt x="407" y="409"/>
                  </a:lnTo>
                  <a:lnTo>
                    <a:pt x="407" y="409"/>
                  </a:lnTo>
                  <a:lnTo>
                    <a:pt x="407" y="409"/>
                  </a:lnTo>
                  <a:lnTo>
                    <a:pt x="408" y="409"/>
                  </a:lnTo>
                  <a:lnTo>
                    <a:pt x="410" y="411"/>
                  </a:lnTo>
                  <a:lnTo>
                    <a:pt x="410" y="411"/>
                  </a:lnTo>
                  <a:lnTo>
                    <a:pt x="411" y="412"/>
                  </a:lnTo>
                  <a:lnTo>
                    <a:pt x="414" y="417"/>
                  </a:lnTo>
                  <a:lnTo>
                    <a:pt x="414" y="418"/>
                  </a:lnTo>
                  <a:lnTo>
                    <a:pt x="414" y="418"/>
                  </a:lnTo>
                  <a:lnTo>
                    <a:pt x="415" y="419"/>
                  </a:lnTo>
                  <a:lnTo>
                    <a:pt x="415" y="419"/>
                  </a:lnTo>
                  <a:lnTo>
                    <a:pt x="416" y="419"/>
                  </a:lnTo>
                  <a:lnTo>
                    <a:pt x="416" y="420"/>
                  </a:lnTo>
                  <a:lnTo>
                    <a:pt x="416" y="420"/>
                  </a:lnTo>
                  <a:lnTo>
                    <a:pt x="416" y="422"/>
                  </a:lnTo>
                  <a:lnTo>
                    <a:pt x="416" y="423"/>
                  </a:lnTo>
                  <a:lnTo>
                    <a:pt x="416" y="423"/>
                  </a:lnTo>
                  <a:lnTo>
                    <a:pt x="416" y="424"/>
                  </a:lnTo>
                  <a:lnTo>
                    <a:pt x="416" y="424"/>
                  </a:lnTo>
                  <a:lnTo>
                    <a:pt x="416" y="424"/>
                  </a:lnTo>
                  <a:lnTo>
                    <a:pt x="417" y="425"/>
                  </a:lnTo>
                  <a:lnTo>
                    <a:pt x="417" y="425"/>
                  </a:lnTo>
                  <a:lnTo>
                    <a:pt x="418" y="426"/>
                  </a:lnTo>
                  <a:lnTo>
                    <a:pt x="420" y="427"/>
                  </a:lnTo>
                  <a:lnTo>
                    <a:pt x="420" y="429"/>
                  </a:lnTo>
                  <a:lnTo>
                    <a:pt x="422" y="431"/>
                  </a:lnTo>
                  <a:lnTo>
                    <a:pt x="423" y="432"/>
                  </a:lnTo>
                  <a:lnTo>
                    <a:pt x="425" y="433"/>
                  </a:lnTo>
                  <a:lnTo>
                    <a:pt x="424" y="447"/>
                  </a:lnTo>
                  <a:lnTo>
                    <a:pt x="423" y="460"/>
                  </a:lnTo>
                  <a:lnTo>
                    <a:pt x="422" y="474"/>
                  </a:lnTo>
                  <a:lnTo>
                    <a:pt x="421" y="488"/>
                  </a:lnTo>
                  <a:lnTo>
                    <a:pt x="418" y="502"/>
                  </a:lnTo>
                  <a:lnTo>
                    <a:pt x="417" y="515"/>
                  </a:lnTo>
                  <a:lnTo>
                    <a:pt x="416" y="529"/>
                  </a:lnTo>
                  <a:lnTo>
                    <a:pt x="415" y="542"/>
                  </a:lnTo>
                  <a:lnTo>
                    <a:pt x="414" y="556"/>
                  </a:lnTo>
                  <a:lnTo>
                    <a:pt x="411" y="569"/>
                  </a:lnTo>
                  <a:lnTo>
                    <a:pt x="410" y="583"/>
                  </a:lnTo>
                  <a:lnTo>
                    <a:pt x="409" y="597"/>
                  </a:lnTo>
                  <a:lnTo>
                    <a:pt x="408" y="611"/>
                  </a:lnTo>
                  <a:lnTo>
                    <a:pt x="407" y="624"/>
                  </a:lnTo>
                  <a:lnTo>
                    <a:pt x="406" y="638"/>
                  </a:lnTo>
                  <a:lnTo>
                    <a:pt x="403" y="652"/>
                  </a:lnTo>
                  <a:lnTo>
                    <a:pt x="391" y="651"/>
                  </a:lnTo>
                  <a:lnTo>
                    <a:pt x="379" y="649"/>
                  </a:lnTo>
                  <a:lnTo>
                    <a:pt x="366" y="648"/>
                  </a:lnTo>
                  <a:lnTo>
                    <a:pt x="353" y="646"/>
                  </a:lnTo>
                  <a:lnTo>
                    <a:pt x="341" y="645"/>
                  </a:lnTo>
                  <a:lnTo>
                    <a:pt x="328" y="644"/>
                  </a:lnTo>
                  <a:lnTo>
                    <a:pt x="315" y="642"/>
                  </a:lnTo>
                  <a:lnTo>
                    <a:pt x="302" y="641"/>
                  </a:lnTo>
                  <a:lnTo>
                    <a:pt x="289" y="639"/>
                  </a:lnTo>
                  <a:lnTo>
                    <a:pt x="277" y="638"/>
                  </a:lnTo>
                  <a:lnTo>
                    <a:pt x="264" y="637"/>
                  </a:lnTo>
                  <a:lnTo>
                    <a:pt x="251" y="635"/>
                  </a:lnTo>
                  <a:lnTo>
                    <a:pt x="239" y="633"/>
                  </a:lnTo>
                  <a:lnTo>
                    <a:pt x="227" y="632"/>
                  </a:lnTo>
                  <a:lnTo>
                    <a:pt x="214" y="630"/>
                  </a:lnTo>
                  <a:lnTo>
                    <a:pt x="201" y="629"/>
                  </a:lnTo>
                  <a:lnTo>
                    <a:pt x="188" y="627"/>
                  </a:lnTo>
                  <a:lnTo>
                    <a:pt x="176" y="625"/>
                  </a:lnTo>
                  <a:lnTo>
                    <a:pt x="163" y="624"/>
                  </a:lnTo>
                  <a:lnTo>
                    <a:pt x="151" y="622"/>
                  </a:lnTo>
                  <a:lnTo>
                    <a:pt x="138" y="620"/>
                  </a:lnTo>
                  <a:lnTo>
                    <a:pt x="126" y="619"/>
                  </a:lnTo>
                  <a:lnTo>
                    <a:pt x="113" y="617"/>
                  </a:lnTo>
                  <a:lnTo>
                    <a:pt x="100" y="615"/>
                  </a:lnTo>
                  <a:lnTo>
                    <a:pt x="88" y="613"/>
                  </a:lnTo>
                  <a:lnTo>
                    <a:pt x="76" y="611"/>
                  </a:lnTo>
                  <a:lnTo>
                    <a:pt x="63" y="610"/>
                  </a:lnTo>
                  <a:lnTo>
                    <a:pt x="50" y="608"/>
                  </a:lnTo>
                  <a:lnTo>
                    <a:pt x="37" y="606"/>
                  </a:lnTo>
                  <a:lnTo>
                    <a:pt x="26" y="604"/>
                  </a:lnTo>
                  <a:lnTo>
                    <a:pt x="13" y="602"/>
                  </a:lnTo>
                  <a:lnTo>
                    <a:pt x="0" y="601"/>
                  </a:lnTo>
                  <a:lnTo>
                    <a:pt x="1" y="591"/>
                  </a:lnTo>
                  <a:lnTo>
                    <a:pt x="2" y="582"/>
                  </a:lnTo>
                  <a:lnTo>
                    <a:pt x="5" y="573"/>
                  </a:lnTo>
                  <a:lnTo>
                    <a:pt x="6" y="565"/>
                  </a:lnTo>
                  <a:lnTo>
                    <a:pt x="7" y="555"/>
                  </a:lnTo>
                  <a:lnTo>
                    <a:pt x="8" y="546"/>
                  </a:lnTo>
                  <a:lnTo>
                    <a:pt x="9" y="538"/>
                  </a:lnTo>
                  <a:lnTo>
                    <a:pt x="12" y="529"/>
                  </a:lnTo>
                  <a:lnTo>
                    <a:pt x="13" y="519"/>
                  </a:lnTo>
                  <a:lnTo>
                    <a:pt x="14" y="510"/>
                  </a:lnTo>
                  <a:lnTo>
                    <a:pt x="15" y="502"/>
                  </a:lnTo>
                  <a:lnTo>
                    <a:pt x="16" y="492"/>
                  </a:lnTo>
                  <a:lnTo>
                    <a:pt x="18" y="483"/>
                  </a:lnTo>
                  <a:lnTo>
                    <a:pt x="20" y="475"/>
                  </a:lnTo>
                  <a:lnTo>
                    <a:pt x="21" y="466"/>
                  </a:lnTo>
                  <a:lnTo>
                    <a:pt x="22" y="456"/>
                  </a:lnTo>
                  <a:lnTo>
                    <a:pt x="23" y="453"/>
                  </a:lnTo>
                  <a:lnTo>
                    <a:pt x="25" y="445"/>
                  </a:lnTo>
                  <a:lnTo>
                    <a:pt x="25" y="444"/>
                  </a:lnTo>
                  <a:lnTo>
                    <a:pt x="25" y="444"/>
                  </a:lnTo>
                  <a:lnTo>
                    <a:pt x="23" y="441"/>
                  </a:lnTo>
                  <a:lnTo>
                    <a:pt x="26" y="440"/>
                  </a:lnTo>
                  <a:lnTo>
                    <a:pt x="27" y="439"/>
                  </a:lnTo>
                  <a:lnTo>
                    <a:pt x="28" y="438"/>
                  </a:lnTo>
                  <a:lnTo>
                    <a:pt x="29" y="436"/>
                  </a:lnTo>
                  <a:lnTo>
                    <a:pt x="29" y="434"/>
                  </a:lnTo>
                  <a:lnTo>
                    <a:pt x="30" y="431"/>
                  </a:lnTo>
                  <a:lnTo>
                    <a:pt x="32" y="427"/>
                  </a:lnTo>
                  <a:lnTo>
                    <a:pt x="32" y="427"/>
                  </a:lnTo>
                  <a:lnTo>
                    <a:pt x="33" y="426"/>
                  </a:lnTo>
                  <a:lnTo>
                    <a:pt x="33" y="426"/>
                  </a:lnTo>
                  <a:lnTo>
                    <a:pt x="33" y="425"/>
                  </a:lnTo>
                  <a:lnTo>
                    <a:pt x="33" y="423"/>
                  </a:lnTo>
                  <a:lnTo>
                    <a:pt x="32" y="419"/>
                  </a:lnTo>
                  <a:lnTo>
                    <a:pt x="32" y="418"/>
                  </a:lnTo>
                  <a:lnTo>
                    <a:pt x="33" y="418"/>
                  </a:lnTo>
                  <a:lnTo>
                    <a:pt x="34" y="418"/>
                  </a:lnTo>
                  <a:lnTo>
                    <a:pt x="34" y="418"/>
                  </a:lnTo>
                  <a:lnTo>
                    <a:pt x="35" y="418"/>
                  </a:lnTo>
                  <a:lnTo>
                    <a:pt x="36" y="417"/>
                  </a:lnTo>
                  <a:lnTo>
                    <a:pt x="36" y="416"/>
                  </a:lnTo>
                  <a:lnTo>
                    <a:pt x="36" y="415"/>
                  </a:lnTo>
                  <a:lnTo>
                    <a:pt x="36" y="413"/>
                  </a:lnTo>
                  <a:lnTo>
                    <a:pt x="37" y="413"/>
                  </a:lnTo>
                  <a:lnTo>
                    <a:pt x="37" y="413"/>
                  </a:lnTo>
                  <a:lnTo>
                    <a:pt x="37" y="412"/>
                  </a:lnTo>
                  <a:lnTo>
                    <a:pt x="37" y="411"/>
                  </a:lnTo>
                  <a:lnTo>
                    <a:pt x="36" y="410"/>
                  </a:lnTo>
                  <a:lnTo>
                    <a:pt x="35" y="409"/>
                  </a:lnTo>
                  <a:lnTo>
                    <a:pt x="34" y="408"/>
                  </a:lnTo>
                  <a:lnTo>
                    <a:pt x="34" y="408"/>
                  </a:lnTo>
                  <a:lnTo>
                    <a:pt x="34" y="406"/>
                  </a:lnTo>
                  <a:lnTo>
                    <a:pt x="34" y="405"/>
                  </a:lnTo>
                  <a:lnTo>
                    <a:pt x="34" y="404"/>
                  </a:lnTo>
                  <a:lnTo>
                    <a:pt x="34" y="404"/>
                  </a:lnTo>
                  <a:lnTo>
                    <a:pt x="33" y="403"/>
                  </a:lnTo>
                  <a:lnTo>
                    <a:pt x="32" y="403"/>
                  </a:lnTo>
                  <a:lnTo>
                    <a:pt x="30" y="403"/>
                  </a:lnTo>
                  <a:lnTo>
                    <a:pt x="29" y="404"/>
                  </a:lnTo>
                  <a:lnTo>
                    <a:pt x="28" y="403"/>
                  </a:lnTo>
                  <a:lnTo>
                    <a:pt x="27" y="402"/>
                  </a:lnTo>
                  <a:lnTo>
                    <a:pt x="27" y="402"/>
                  </a:lnTo>
                  <a:lnTo>
                    <a:pt x="27" y="401"/>
                  </a:lnTo>
                  <a:lnTo>
                    <a:pt x="26" y="401"/>
                  </a:lnTo>
                  <a:lnTo>
                    <a:pt x="25" y="401"/>
                  </a:lnTo>
                  <a:lnTo>
                    <a:pt x="25" y="401"/>
                  </a:lnTo>
                  <a:lnTo>
                    <a:pt x="23" y="402"/>
                  </a:lnTo>
                  <a:lnTo>
                    <a:pt x="22" y="402"/>
                  </a:lnTo>
                  <a:lnTo>
                    <a:pt x="20" y="401"/>
                  </a:lnTo>
                  <a:lnTo>
                    <a:pt x="20" y="398"/>
                  </a:lnTo>
                  <a:lnTo>
                    <a:pt x="19" y="397"/>
                  </a:lnTo>
                  <a:lnTo>
                    <a:pt x="20" y="396"/>
                  </a:lnTo>
                  <a:lnTo>
                    <a:pt x="20" y="395"/>
                  </a:lnTo>
                  <a:lnTo>
                    <a:pt x="20" y="395"/>
                  </a:lnTo>
                  <a:lnTo>
                    <a:pt x="20" y="394"/>
                  </a:lnTo>
                  <a:lnTo>
                    <a:pt x="20" y="391"/>
                  </a:lnTo>
                  <a:lnTo>
                    <a:pt x="20" y="390"/>
                  </a:lnTo>
                  <a:lnTo>
                    <a:pt x="20" y="388"/>
                  </a:lnTo>
                  <a:lnTo>
                    <a:pt x="21" y="387"/>
                  </a:lnTo>
                  <a:lnTo>
                    <a:pt x="22" y="386"/>
                  </a:lnTo>
                  <a:lnTo>
                    <a:pt x="21" y="383"/>
                  </a:lnTo>
                  <a:lnTo>
                    <a:pt x="22" y="382"/>
                  </a:lnTo>
                  <a:lnTo>
                    <a:pt x="22" y="382"/>
                  </a:lnTo>
                  <a:lnTo>
                    <a:pt x="23" y="381"/>
                  </a:lnTo>
                  <a:lnTo>
                    <a:pt x="23" y="380"/>
                  </a:lnTo>
                  <a:lnTo>
                    <a:pt x="25" y="380"/>
                  </a:lnTo>
                  <a:lnTo>
                    <a:pt x="25" y="380"/>
                  </a:lnTo>
                  <a:lnTo>
                    <a:pt x="26" y="380"/>
                  </a:lnTo>
                  <a:lnTo>
                    <a:pt x="27" y="379"/>
                  </a:lnTo>
                  <a:lnTo>
                    <a:pt x="28" y="377"/>
                  </a:lnTo>
                  <a:lnTo>
                    <a:pt x="29" y="376"/>
                  </a:lnTo>
                  <a:lnTo>
                    <a:pt x="29" y="373"/>
                  </a:lnTo>
                  <a:lnTo>
                    <a:pt x="30" y="370"/>
                  </a:lnTo>
                  <a:lnTo>
                    <a:pt x="33" y="368"/>
                  </a:lnTo>
                  <a:lnTo>
                    <a:pt x="35" y="363"/>
                  </a:lnTo>
                  <a:lnTo>
                    <a:pt x="36" y="362"/>
                  </a:lnTo>
                  <a:lnTo>
                    <a:pt x="37" y="361"/>
                  </a:lnTo>
                  <a:lnTo>
                    <a:pt x="42" y="360"/>
                  </a:lnTo>
                  <a:lnTo>
                    <a:pt x="43" y="359"/>
                  </a:lnTo>
                  <a:lnTo>
                    <a:pt x="44" y="358"/>
                  </a:lnTo>
                  <a:lnTo>
                    <a:pt x="49" y="353"/>
                  </a:lnTo>
                  <a:lnTo>
                    <a:pt x="50" y="351"/>
                  </a:lnTo>
                  <a:lnTo>
                    <a:pt x="51" y="348"/>
                  </a:lnTo>
                  <a:lnTo>
                    <a:pt x="52" y="345"/>
                  </a:lnTo>
                  <a:lnTo>
                    <a:pt x="54" y="343"/>
                  </a:lnTo>
                  <a:lnTo>
                    <a:pt x="54" y="343"/>
                  </a:lnTo>
                  <a:lnTo>
                    <a:pt x="52" y="343"/>
                  </a:lnTo>
                  <a:lnTo>
                    <a:pt x="52" y="341"/>
                  </a:lnTo>
                  <a:lnTo>
                    <a:pt x="52" y="340"/>
                  </a:lnTo>
                  <a:lnTo>
                    <a:pt x="52" y="340"/>
                  </a:lnTo>
                  <a:lnTo>
                    <a:pt x="54" y="339"/>
                  </a:lnTo>
                  <a:lnTo>
                    <a:pt x="62" y="330"/>
                  </a:lnTo>
                  <a:lnTo>
                    <a:pt x="64" y="327"/>
                  </a:lnTo>
                  <a:lnTo>
                    <a:pt x="66" y="322"/>
                  </a:lnTo>
                  <a:lnTo>
                    <a:pt x="66" y="320"/>
                  </a:lnTo>
                  <a:lnTo>
                    <a:pt x="68" y="319"/>
                  </a:lnTo>
                  <a:lnTo>
                    <a:pt x="69" y="316"/>
                  </a:lnTo>
                  <a:lnTo>
                    <a:pt x="69" y="313"/>
                  </a:lnTo>
                  <a:lnTo>
                    <a:pt x="70" y="312"/>
                  </a:lnTo>
                  <a:lnTo>
                    <a:pt x="72" y="310"/>
                  </a:lnTo>
                  <a:lnTo>
                    <a:pt x="74" y="308"/>
                  </a:lnTo>
                  <a:lnTo>
                    <a:pt x="78" y="304"/>
                  </a:lnTo>
                  <a:lnTo>
                    <a:pt x="78" y="303"/>
                  </a:lnTo>
                  <a:lnTo>
                    <a:pt x="79" y="302"/>
                  </a:lnTo>
                  <a:lnTo>
                    <a:pt x="80" y="300"/>
                  </a:lnTo>
                  <a:lnTo>
                    <a:pt x="80" y="298"/>
                  </a:lnTo>
                  <a:lnTo>
                    <a:pt x="83" y="297"/>
                  </a:lnTo>
                  <a:lnTo>
                    <a:pt x="84" y="296"/>
                  </a:lnTo>
                  <a:lnTo>
                    <a:pt x="85" y="294"/>
                  </a:lnTo>
                  <a:lnTo>
                    <a:pt x="85" y="293"/>
                  </a:lnTo>
                  <a:lnTo>
                    <a:pt x="85" y="290"/>
                  </a:lnTo>
                  <a:lnTo>
                    <a:pt x="83" y="286"/>
                  </a:lnTo>
                  <a:lnTo>
                    <a:pt x="83" y="282"/>
                  </a:lnTo>
                  <a:lnTo>
                    <a:pt x="81" y="280"/>
                  </a:lnTo>
                  <a:lnTo>
                    <a:pt x="81" y="280"/>
                  </a:lnTo>
                  <a:lnTo>
                    <a:pt x="80" y="279"/>
                  </a:lnTo>
                  <a:lnTo>
                    <a:pt x="78" y="277"/>
                  </a:lnTo>
                  <a:lnTo>
                    <a:pt x="74" y="275"/>
                  </a:lnTo>
                  <a:lnTo>
                    <a:pt x="73" y="273"/>
                  </a:lnTo>
                  <a:lnTo>
                    <a:pt x="72" y="273"/>
                  </a:lnTo>
                  <a:lnTo>
                    <a:pt x="69" y="270"/>
                  </a:lnTo>
                  <a:lnTo>
                    <a:pt x="68" y="269"/>
                  </a:lnTo>
                  <a:lnTo>
                    <a:pt x="68" y="268"/>
                  </a:lnTo>
                  <a:lnTo>
                    <a:pt x="64" y="263"/>
                  </a:lnTo>
                  <a:lnTo>
                    <a:pt x="63" y="259"/>
                  </a:lnTo>
                  <a:lnTo>
                    <a:pt x="63" y="255"/>
                  </a:lnTo>
                  <a:lnTo>
                    <a:pt x="63" y="255"/>
                  </a:lnTo>
                  <a:lnTo>
                    <a:pt x="62" y="252"/>
                  </a:lnTo>
                  <a:lnTo>
                    <a:pt x="59" y="247"/>
                  </a:lnTo>
                  <a:lnTo>
                    <a:pt x="58" y="246"/>
                  </a:lnTo>
                  <a:lnTo>
                    <a:pt x="61" y="244"/>
                  </a:lnTo>
                  <a:lnTo>
                    <a:pt x="62" y="243"/>
                  </a:lnTo>
                  <a:lnTo>
                    <a:pt x="63" y="241"/>
                  </a:lnTo>
                  <a:lnTo>
                    <a:pt x="63" y="239"/>
                  </a:lnTo>
                  <a:lnTo>
                    <a:pt x="62" y="237"/>
                  </a:lnTo>
                  <a:lnTo>
                    <a:pt x="62" y="233"/>
                  </a:lnTo>
                  <a:lnTo>
                    <a:pt x="62" y="231"/>
                  </a:lnTo>
                  <a:lnTo>
                    <a:pt x="59" y="227"/>
                  </a:lnTo>
                  <a:lnTo>
                    <a:pt x="57" y="223"/>
                  </a:lnTo>
                  <a:lnTo>
                    <a:pt x="57" y="222"/>
                  </a:lnTo>
                  <a:lnTo>
                    <a:pt x="57" y="220"/>
                  </a:lnTo>
                  <a:lnTo>
                    <a:pt x="59" y="217"/>
                  </a:lnTo>
                  <a:lnTo>
                    <a:pt x="59" y="215"/>
                  </a:lnTo>
                  <a:lnTo>
                    <a:pt x="62" y="202"/>
                  </a:lnTo>
                  <a:lnTo>
                    <a:pt x="63" y="188"/>
                  </a:lnTo>
                  <a:lnTo>
                    <a:pt x="65" y="174"/>
                  </a:lnTo>
                  <a:lnTo>
                    <a:pt x="68" y="161"/>
                  </a:lnTo>
                  <a:lnTo>
                    <a:pt x="70" y="147"/>
                  </a:lnTo>
                  <a:lnTo>
                    <a:pt x="72" y="134"/>
                  </a:lnTo>
                  <a:lnTo>
                    <a:pt x="73" y="120"/>
                  </a:lnTo>
                  <a:lnTo>
                    <a:pt x="76" y="107"/>
                  </a:lnTo>
                  <a:lnTo>
                    <a:pt x="78" y="94"/>
                  </a:lnTo>
                  <a:lnTo>
                    <a:pt x="79" y="80"/>
                  </a:lnTo>
                  <a:lnTo>
                    <a:pt x="81" y="67"/>
                  </a:lnTo>
                  <a:lnTo>
                    <a:pt x="84" y="53"/>
                  </a:lnTo>
                  <a:lnTo>
                    <a:pt x="86" y="40"/>
                  </a:lnTo>
                  <a:lnTo>
                    <a:pt x="87" y="26"/>
                  </a:lnTo>
                  <a:lnTo>
                    <a:pt x="90" y="14"/>
                  </a:lnTo>
                  <a:lnTo>
                    <a:pt x="9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2519363" y="2212975"/>
              <a:ext cx="352425" cy="217488"/>
            </a:xfrm>
            <a:custGeom>
              <a:avLst/>
              <a:gdLst>
                <a:gd name="T0" fmla="*/ 360 w 444"/>
                <a:gd name="T1" fmla="*/ 7 h 276"/>
                <a:gd name="T2" fmla="*/ 366 w 444"/>
                <a:gd name="T3" fmla="*/ 26 h 276"/>
                <a:gd name="T4" fmla="*/ 369 w 444"/>
                <a:gd name="T5" fmla="*/ 49 h 276"/>
                <a:gd name="T6" fmla="*/ 377 w 444"/>
                <a:gd name="T7" fmla="*/ 67 h 276"/>
                <a:gd name="T8" fmla="*/ 403 w 444"/>
                <a:gd name="T9" fmla="*/ 76 h 276"/>
                <a:gd name="T10" fmla="*/ 408 w 444"/>
                <a:gd name="T11" fmla="*/ 88 h 276"/>
                <a:gd name="T12" fmla="*/ 423 w 444"/>
                <a:gd name="T13" fmla="*/ 104 h 276"/>
                <a:gd name="T14" fmla="*/ 439 w 444"/>
                <a:gd name="T15" fmla="*/ 114 h 276"/>
                <a:gd name="T16" fmla="*/ 444 w 444"/>
                <a:gd name="T17" fmla="*/ 124 h 276"/>
                <a:gd name="T18" fmla="*/ 436 w 444"/>
                <a:gd name="T19" fmla="*/ 146 h 276"/>
                <a:gd name="T20" fmla="*/ 433 w 444"/>
                <a:gd name="T21" fmla="*/ 157 h 276"/>
                <a:gd name="T22" fmla="*/ 427 w 444"/>
                <a:gd name="T23" fmla="*/ 167 h 276"/>
                <a:gd name="T24" fmla="*/ 390 w 444"/>
                <a:gd name="T25" fmla="*/ 181 h 276"/>
                <a:gd name="T26" fmla="*/ 386 w 444"/>
                <a:gd name="T27" fmla="*/ 203 h 276"/>
                <a:gd name="T28" fmla="*/ 395 w 444"/>
                <a:gd name="T29" fmla="*/ 224 h 276"/>
                <a:gd name="T30" fmla="*/ 384 w 444"/>
                <a:gd name="T31" fmla="*/ 248 h 276"/>
                <a:gd name="T32" fmla="*/ 368 w 444"/>
                <a:gd name="T33" fmla="*/ 258 h 276"/>
                <a:gd name="T34" fmla="*/ 370 w 444"/>
                <a:gd name="T35" fmla="*/ 270 h 276"/>
                <a:gd name="T36" fmla="*/ 360 w 444"/>
                <a:gd name="T37" fmla="*/ 271 h 276"/>
                <a:gd name="T38" fmla="*/ 355 w 444"/>
                <a:gd name="T39" fmla="*/ 268 h 276"/>
                <a:gd name="T40" fmla="*/ 353 w 444"/>
                <a:gd name="T41" fmla="*/ 265 h 276"/>
                <a:gd name="T42" fmla="*/ 347 w 444"/>
                <a:gd name="T43" fmla="*/ 260 h 276"/>
                <a:gd name="T44" fmla="*/ 318 w 444"/>
                <a:gd name="T45" fmla="*/ 258 h 276"/>
                <a:gd name="T46" fmla="*/ 183 w 444"/>
                <a:gd name="T47" fmla="*/ 268 h 276"/>
                <a:gd name="T48" fmla="*/ 65 w 444"/>
                <a:gd name="T49" fmla="*/ 274 h 276"/>
                <a:gd name="T50" fmla="*/ 58 w 444"/>
                <a:gd name="T51" fmla="*/ 263 h 276"/>
                <a:gd name="T52" fmla="*/ 60 w 444"/>
                <a:gd name="T53" fmla="*/ 255 h 276"/>
                <a:gd name="T54" fmla="*/ 59 w 444"/>
                <a:gd name="T55" fmla="*/ 241 h 276"/>
                <a:gd name="T56" fmla="*/ 57 w 444"/>
                <a:gd name="T57" fmla="*/ 235 h 276"/>
                <a:gd name="T58" fmla="*/ 57 w 444"/>
                <a:gd name="T59" fmla="*/ 229 h 276"/>
                <a:gd name="T60" fmla="*/ 52 w 444"/>
                <a:gd name="T61" fmla="*/ 219 h 276"/>
                <a:gd name="T62" fmla="*/ 50 w 444"/>
                <a:gd name="T63" fmla="*/ 208 h 276"/>
                <a:gd name="T64" fmla="*/ 46 w 444"/>
                <a:gd name="T65" fmla="*/ 197 h 276"/>
                <a:gd name="T66" fmla="*/ 46 w 444"/>
                <a:gd name="T67" fmla="*/ 190 h 276"/>
                <a:gd name="T68" fmla="*/ 41 w 444"/>
                <a:gd name="T69" fmla="*/ 186 h 276"/>
                <a:gd name="T70" fmla="*/ 41 w 444"/>
                <a:gd name="T71" fmla="*/ 175 h 276"/>
                <a:gd name="T72" fmla="*/ 36 w 444"/>
                <a:gd name="T73" fmla="*/ 162 h 276"/>
                <a:gd name="T74" fmla="*/ 29 w 444"/>
                <a:gd name="T75" fmla="*/ 148 h 276"/>
                <a:gd name="T76" fmla="*/ 21 w 444"/>
                <a:gd name="T77" fmla="*/ 135 h 276"/>
                <a:gd name="T78" fmla="*/ 18 w 444"/>
                <a:gd name="T79" fmla="*/ 122 h 276"/>
                <a:gd name="T80" fmla="*/ 10 w 444"/>
                <a:gd name="T81" fmla="*/ 106 h 276"/>
                <a:gd name="T82" fmla="*/ 9 w 444"/>
                <a:gd name="T83" fmla="*/ 99 h 276"/>
                <a:gd name="T84" fmla="*/ 7 w 444"/>
                <a:gd name="T85" fmla="*/ 96 h 276"/>
                <a:gd name="T86" fmla="*/ 2 w 444"/>
                <a:gd name="T87" fmla="*/ 90 h 276"/>
                <a:gd name="T88" fmla="*/ 0 w 444"/>
                <a:gd name="T89" fmla="*/ 82 h 276"/>
                <a:gd name="T90" fmla="*/ 2 w 444"/>
                <a:gd name="T91" fmla="*/ 78 h 276"/>
                <a:gd name="T92" fmla="*/ 5 w 444"/>
                <a:gd name="T93" fmla="*/ 75 h 276"/>
                <a:gd name="T94" fmla="*/ 7 w 444"/>
                <a:gd name="T95" fmla="*/ 68 h 276"/>
                <a:gd name="T96" fmla="*/ 7 w 444"/>
                <a:gd name="T97" fmla="*/ 62 h 276"/>
                <a:gd name="T98" fmla="*/ 9 w 444"/>
                <a:gd name="T99" fmla="*/ 57 h 276"/>
                <a:gd name="T100" fmla="*/ 9 w 444"/>
                <a:gd name="T101" fmla="*/ 46 h 276"/>
                <a:gd name="T102" fmla="*/ 6 w 444"/>
                <a:gd name="T103" fmla="*/ 45 h 276"/>
                <a:gd name="T104" fmla="*/ 3 w 444"/>
                <a:gd name="T105" fmla="*/ 41 h 276"/>
                <a:gd name="T106" fmla="*/ 2 w 444"/>
                <a:gd name="T107" fmla="*/ 38 h 276"/>
                <a:gd name="T108" fmla="*/ 5 w 444"/>
                <a:gd name="T109" fmla="*/ 29 h 276"/>
                <a:gd name="T110" fmla="*/ 1 w 444"/>
                <a:gd name="T111" fmla="*/ 24 h 276"/>
                <a:gd name="T112" fmla="*/ 31 w 444"/>
                <a:gd name="T113" fmla="*/ 19 h 276"/>
                <a:gd name="T114" fmla="*/ 206 w 444"/>
                <a:gd name="T115" fmla="*/ 1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44" h="276">
                  <a:moveTo>
                    <a:pt x="358" y="0"/>
                  </a:moveTo>
                  <a:lnTo>
                    <a:pt x="358" y="2"/>
                  </a:lnTo>
                  <a:lnTo>
                    <a:pt x="358" y="3"/>
                  </a:lnTo>
                  <a:lnTo>
                    <a:pt x="358" y="4"/>
                  </a:lnTo>
                  <a:lnTo>
                    <a:pt x="359" y="4"/>
                  </a:lnTo>
                  <a:lnTo>
                    <a:pt x="360" y="6"/>
                  </a:lnTo>
                  <a:lnTo>
                    <a:pt x="360" y="7"/>
                  </a:lnTo>
                  <a:lnTo>
                    <a:pt x="360" y="7"/>
                  </a:lnTo>
                  <a:lnTo>
                    <a:pt x="361" y="10"/>
                  </a:lnTo>
                  <a:lnTo>
                    <a:pt x="361" y="11"/>
                  </a:lnTo>
                  <a:lnTo>
                    <a:pt x="362" y="12"/>
                  </a:lnTo>
                  <a:lnTo>
                    <a:pt x="368" y="13"/>
                  </a:lnTo>
                  <a:lnTo>
                    <a:pt x="370" y="15"/>
                  </a:lnTo>
                  <a:lnTo>
                    <a:pt x="370" y="19"/>
                  </a:lnTo>
                  <a:lnTo>
                    <a:pt x="369" y="21"/>
                  </a:lnTo>
                  <a:lnTo>
                    <a:pt x="366" y="26"/>
                  </a:lnTo>
                  <a:lnTo>
                    <a:pt x="366" y="29"/>
                  </a:lnTo>
                  <a:lnTo>
                    <a:pt x="367" y="35"/>
                  </a:lnTo>
                  <a:lnTo>
                    <a:pt x="367" y="39"/>
                  </a:lnTo>
                  <a:lnTo>
                    <a:pt x="367" y="42"/>
                  </a:lnTo>
                  <a:lnTo>
                    <a:pt x="368" y="42"/>
                  </a:lnTo>
                  <a:lnTo>
                    <a:pt x="368" y="43"/>
                  </a:lnTo>
                  <a:lnTo>
                    <a:pt x="368" y="48"/>
                  </a:lnTo>
                  <a:lnTo>
                    <a:pt x="369" y="49"/>
                  </a:lnTo>
                  <a:lnTo>
                    <a:pt x="370" y="51"/>
                  </a:lnTo>
                  <a:lnTo>
                    <a:pt x="372" y="53"/>
                  </a:lnTo>
                  <a:lnTo>
                    <a:pt x="373" y="54"/>
                  </a:lnTo>
                  <a:lnTo>
                    <a:pt x="373" y="56"/>
                  </a:lnTo>
                  <a:lnTo>
                    <a:pt x="374" y="60"/>
                  </a:lnTo>
                  <a:lnTo>
                    <a:pt x="374" y="61"/>
                  </a:lnTo>
                  <a:lnTo>
                    <a:pt x="376" y="65"/>
                  </a:lnTo>
                  <a:lnTo>
                    <a:pt x="377" y="67"/>
                  </a:lnTo>
                  <a:lnTo>
                    <a:pt x="380" y="68"/>
                  </a:lnTo>
                  <a:lnTo>
                    <a:pt x="382" y="69"/>
                  </a:lnTo>
                  <a:lnTo>
                    <a:pt x="394" y="70"/>
                  </a:lnTo>
                  <a:lnTo>
                    <a:pt x="397" y="70"/>
                  </a:lnTo>
                  <a:lnTo>
                    <a:pt x="398" y="71"/>
                  </a:lnTo>
                  <a:lnTo>
                    <a:pt x="401" y="71"/>
                  </a:lnTo>
                  <a:lnTo>
                    <a:pt x="402" y="72"/>
                  </a:lnTo>
                  <a:lnTo>
                    <a:pt x="403" y="76"/>
                  </a:lnTo>
                  <a:lnTo>
                    <a:pt x="404" y="77"/>
                  </a:lnTo>
                  <a:lnTo>
                    <a:pt x="405" y="79"/>
                  </a:lnTo>
                  <a:lnTo>
                    <a:pt x="407" y="81"/>
                  </a:lnTo>
                  <a:lnTo>
                    <a:pt x="407" y="82"/>
                  </a:lnTo>
                  <a:lnTo>
                    <a:pt x="405" y="83"/>
                  </a:lnTo>
                  <a:lnTo>
                    <a:pt x="405" y="85"/>
                  </a:lnTo>
                  <a:lnTo>
                    <a:pt x="407" y="86"/>
                  </a:lnTo>
                  <a:lnTo>
                    <a:pt x="408" y="88"/>
                  </a:lnTo>
                  <a:lnTo>
                    <a:pt x="409" y="89"/>
                  </a:lnTo>
                  <a:lnTo>
                    <a:pt x="410" y="90"/>
                  </a:lnTo>
                  <a:lnTo>
                    <a:pt x="412" y="91"/>
                  </a:lnTo>
                  <a:lnTo>
                    <a:pt x="419" y="95"/>
                  </a:lnTo>
                  <a:lnTo>
                    <a:pt x="422" y="96"/>
                  </a:lnTo>
                  <a:lnTo>
                    <a:pt x="423" y="99"/>
                  </a:lnTo>
                  <a:lnTo>
                    <a:pt x="423" y="98"/>
                  </a:lnTo>
                  <a:lnTo>
                    <a:pt x="423" y="104"/>
                  </a:lnTo>
                  <a:lnTo>
                    <a:pt x="424" y="105"/>
                  </a:lnTo>
                  <a:lnTo>
                    <a:pt x="426" y="106"/>
                  </a:lnTo>
                  <a:lnTo>
                    <a:pt x="427" y="108"/>
                  </a:lnTo>
                  <a:lnTo>
                    <a:pt x="429" y="108"/>
                  </a:lnTo>
                  <a:lnTo>
                    <a:pt x="430" y="108"/>
                  </a:lnTo>
                  <a:lnTo>
                    <a:pt x="436" y="112"/>
                  </a:lnTo>
                  <a:lnTo>
                    <a:pt x="437" y="112"/>
                  </a:lnTo>
                  <a:lnTo>
                    <a:pt x="439" y="114"/>
                  </a:lnTo>
                  <a:lnTo>
                    <a:pt x="439" y="114"/>
                  </a:lnTo>
                  <a:lnTo>
                    <a:pt x="440" y="114"/>
                  </a:lnTo>
                  <a:lnTo>
                    <a:pt x="440" y="115"/>
                  </a:lnTo>
                  <a:lnTo>
                    <a:pt x="441" y="117"/>
                  </a:lnTo>
                  <a:lnTo>
                    <a:pt x="441" y="118"/>
                  </a:lnTo>
                  <a:lnTo>
                    <a:pt x="441" y="119"/>
                  </a:lnTo>
                  <a:lnTo>
                    <a:pt x="444" y="122"/>
                  </a:lnTo>
                  <a:lnTo>
                    <a:pt x="444" y="124"/>
                  </a:lnTo>
                  <a:lnTo>
                    <a:pt x="444" y="127"/>
                  </a:lnTo>
                  <a:lnTo>
                    <a:pt x="443" y="131"/>
                  </a:lnTo>
                  <a:lnTo>
                    <a:pt x="443" y="136"/>
                  </a:lnTo>
                  <a:lnTo>
                    <a:pt x="441" y="140"/>
                  </a:lnTo>
                  <a:lnTo>
                    <a:pt x="441" y="142"/>
                  </a:lnTo>
                  <a:lnTo>
                    <a:pt x="440" y="143"/>
                  </a:lnTo>
                  <a:lnTo>
                    <a:pt x="439" y="143"/>
                  </a:lnTo>
                  <a:lnTo>
                    <a:pt x="436" y="146"/>
                  </a:lnTo>
                  <a:lnTo>
                    <a:pt x="436" y="147"/>
                  </a:lnTo>
                  <a:lnTo>
                    <a:pt x="434" y="148"/>
                  </a:lnTo>
                  <a:lnTo>
                    <a:pt x="433" y="150"/>
                  </a:lnTo>
                  <a:lnTo>
                    <a:pt x="433" y="153"/>
                  </a:lnTo>
                  <a:lnTo>
                    <a:pt x="433" y="154"/>
                  </a:lnTo>
                  <a:lnTo>
                    <a:pt x="432" y="156"/>
                  </a:lnTo>
                  <a:lnTo>
                    <a:pt x="432" y="156"/>
                  </a:lnTo>
                  <a:lnTo>
                    <a:pt x="433" y="157"/>
                  </a:lnTo>
                  <a:lnTo>
                    <a:pt x="433" y="157"/>
                  </a:lnTo>
                  <a:lnTo>
                    <a:pt x="433" y="160"/>
                  </a:lnTo>
                  <a:lnTo>
                    <a:pt x="433" y="161"/>
                  </a:lnTo>
                  <a:lnTo>
                    <a:pt x="433" y="162"/>
                  </a:lnTo>
                  <a:lnTo>
                    <a:pt x="432" y="162"/>
                  </a:lnTo>
                  <a:lnTo>
                    <a:pt x="429" y="164"/>
                  </a:lnTo>
                  <a:lnTo>
                    <a:pt x="429" y="165"/>
                  </a:lnTo>
                  <a:lnTo>
                    <a:pt x="427" y="167"/>
                  </a:lnTo>
                  <a:lnTo>
                    <a:pt x="426" y="168"/>
                  </a:lnTo>
                  <a:lnTo>
                    <a:pt x="424" y="169"/>
                  </a:lnTo>
                  <a:lnTo>
                    <a:pt x="417" y="170"/>
                  </a:lnTo>
                  <a:lnTo>
                    <a:pt x="416" y="171"/>
                  </a:lnTo>
                  <a:lnTo>
                    <a:pt x="413" y="175"/>
                  </a:lnTo>
                  <a:lnTo>
                    <a:pt x="412" y="176"/>
                  </a:lnTo>
                  <a:lnTo>
                    <a:pt x="409" y="177"/>
                  </a:lnTo>
                  <a:lnTo>
                    <a:pt x="390" y="181"/>
                  </a:lnTo>
                  <a:lnTo>
                    <a:pt x="387" y="182"/>
                  </a:lnTo>
                  <a:lnTo>
                    <a:pt x="386" y="185"/>
                  </a:lnTo>
                  <a:lnTo>
                    <a:pt x="384" y="189"/>
                  </a:lnTo>
                  <a:lnTo>
                    <a:pt x="384" y="192"/>
                  </a:lnTo>
                  <a:lnTo>
                    <a:pt x="383" y="197"/>
                  </a:lnTo>
                  <a:lnTo>
                    <a:pt x="384" y="198"/>
                  </a:lnTo>
                  <a:lnTo>
                    <a:pt x="384" y="200"/>
                  </a:lnTo>
                  <a:lnTo>
                    <a:pt x="386" y="203"/>
                  </a:lnTo>
                  <a:lnTo>
                    <a:pt x="387" y="203"/>
                  </a:lnTo>
                  <a:lnTo>
                    <a:pt x="388" y="204"/>
                  </a:lnTo>
                  <a:lnTo>
                    <a:pt x="391" y="206"/>
                  </a:lnTo>
                  <a:lnTo>
                    <a:pt x="394" y="208"/>
                  </a:lnTo>
                  <a:lnTo>
                    <a:pt x="395" y="212"/>
                  </a:lnTo>
                  <a:lnTo>
                    <a:pt x="396" y="215"/>
                  </a:lnTo>
                  <a:lnTo>
                    <a:pt x="396" y="220"/>
                  </a:lnTo>
                  <a:lnTo>
                    <a:pt x="395" y="224"/>
                  </a:lnTo>
                  <a:lnTo>
                    <a:pt x="389" y="232"/>
                  </a:lnTo>
                  <a:lnTo>
                    <a:pt x="388" y="233"/>
                  </a:lnTo>
                  <a:lnTo>
                    <a:pt x="387" y="235"/>
                  </a:lnTo>
                  <a:lnTo>
                    <a:pt x="387" y="236"/>
                  </a:lnTo>
                  <a:lnTo>
                    <a:pt x="387" y="240"/>
                  </a:lnTo>
                  <a:lnTo>
                    <a:pt x="387" y="242"/>
                  </a:lnTo>
                  <a:lnTo>
                    <a:pt x="386" y="246"/>
                  </a:lnTo>
                  <a:lnTo>
                    <a:pt x="384" y="248"/>
                  </a:lnTo>
                  <a:lnTo>
                    <a:pt x="382" y="250"/>
                  </a:lnTo>
                  <a:lnTo>
                    <a:pt x="380" y="251"/>
                  </a:lnTo>
                  <a:lnTo>
                    <a:pt x="376" y="251"/>
                  </a:lnTo>
                  <a:lnTo>
                    <a:pt x="374" y="253"/>
                  </a:lnTo>
                  <a:lnTo>
                    <a:pt x="372" y="254"/>
                  </a:lnTo>
                  <a:lnTo>
                    <a:pt x="369" y="256"/>
                  </a:lnTo>
                  <a:lnTo>
                    <a:pt x="368" y="257"/>
                  </a:lnTo>
                  <a:lnTo>
                    <a:pt x="368" y="258"/>
                  </a:lnTo>
                  <a:lnTo>
                    <a:pt x="367" y="260"/>
                  </a:lnTo>
                  <a:lnTo>
                    <a:pt x="367" y="261"/>
                  </a:lnTo>
                  <a:lnTo>
                    <a:pt x="367" y="261"/>
                  </a:lnTo>
                  <a:lnTo>
                    <a:pt x="369" y="263"/>
                  </a:lnTo>
                  <a:lnTo>
                    <a:pt x="370" y="264"/>
                  </a:lnTo>
                  <a:lnTo>
                    <a:pt x="370" y="265"/>
                  </a:lnTo>
                  <a:lnTo>
                    <a:pt x="370" y="268"/>
                  </a:lnTo>
                  <a:lnTo>
                    <a:pt x="370" y="270"/>
                  </a:lnTo>
                  <a:lnTo>
                    <a:pt x="370" y="272"/>
                  </a:lnTo>
                  <a:lnTo>
                    <a:pt x="370" y="274"/>
                  </a:lnTo>
                  <a:lnTo>
                    <a:pt x="370" y="275"/>
                  </a:lnTo>
                  <a:lnTo>
                    <a:pt x="366" y="276"/>
                  </a:lnTo>
                  <a:lnTo>
                    <a:pt x="366" y="275"/>
                  </a:lnTo>
                  <a:lnTo>
                    <a:pt x="364" y="275"/>
                  </a:lnTo>
                  <a:lnTo>
                    <a:pt x="362" y="274"/>
                  </a:lnTo>
                  <a:lnTo>
                    <a:pt x="360" y="271"/>
                  </a:lnTo>
                  <a:lnTo>
                    <a:pt x="359" y="271"/>
                  </a:lnTo>
                  <a:lnTo>
                    <a:pt x="359" y="270"/>
                  </a:lnTo>
                  <a:lnTo>
                    <a:pt x="359" y="270"/>
                  </a:lnTo>
                  <a:lnTo>
                    <a:pt x="359" y="269"/>
                  </a:lnTo>
                  <a:lnTo>
                    <a:pt x="359" y="269"/>
                  </a:lnTo>
                  <a:lnTo>
                    <a:pt x="358" y="268"/>
                  </a:lnTo>
                  <a:lnTo>
                    <a:pt x="357" y="268"/>
                  </a:lnTo>
                  <a:lnTo>
                    <a:pt x="355" y="268"/>
                  </a:lnTo>
                  <a:lnTo>
                    <a:pt x="355" y="267"/>
                  </a:lnTo>
                  <a:lnTo>
                    <a:pt x="355" y="267"/>
                  </a:lnTo>
                  <a:lnTo>
                    <a:pt x="355" y="265"/>
                  </a:lnTo>
                  <a:lnTo>
                    <a:pt x="354" y="265"/>
                  </a:lnTo>
                  <a:lnTo>
                    <a:pt x="354" y="265"/>
                  </a:lnTo>
                  <a:lnTo>
                    <a:pt x="354" y="265"/>
                  </a:lnTo>
                  <a:lnTo>
                    <a:pt x="353" y="265"/>
                  </a:lnTo>
                  <a:lnTo>
                    <a:pt x="353" y="265"/>
                  </a:lnTo>
                  <a:lnTo>
                    <a:pt x="353" y="264"/>
                  </a:lnTo>
                  <a:lnTo>
                    <a:pt x="352" y="263"/>
                  </a:lnTo>
                  <a:lnTo>
                    <a:pt x="351" y="263"/>
                  </a:lnTo>
                  <a:lnTo>
                    <a:pt x="350" y="262"/>
                  </a:lnTo>
                  <a:lnTo>
                    <a:pt x="348" y="262"/>
                  </a:lnTo>
                  <a:lnTo>
                    <a:pt x="348" y="262"/>
                  </a:lnTo>
                  <a:lnTo>
                    <a:pt x="347" y="261"/>
                  </a:lnTo>
                  <a:lnTo>
                    <a:pt x="347" y="260"/>
                  </a:lnTo>
                  <a:lnTo>
                    <a:pt x="347" y="258"/>
                  </a:lnTo>
                  <a:lnTo>
                    <a:pt x="347" y="258"/>
                  </a:lnTo>
                  <a:lnTo>
                    <a:pt x="346" y="257"/>
                  </a:lnTo>
                  <a:lnTo>
                    <a:pt x="345" y="257"/>
                  </a:lnTo>
                  <a:lnTo>
                    <a:pt x="345" y="256"/>
                  </a:lnTo>
                  <a:lnTo>
                    <a:pt x="341" y="256"/>
                  </a:lnTo>
                  <a:lnTo>
                    <a:pt x="336" y="256"/>
                  </a:lnTo>
                  <a:lnTo>
                    <a:pt x="318" y="258"/>
                  </a:lnTo>
                  <a:lnTo>
                    <a:pt x="302" y="260"/>
                  </a:lnTo>
                  <a:lnTo>
                    <a:pt x="285" y="261"/>
                  </a:lnTo>
                  <a:lnTo>
                    <a:pt x="268" y="262"/>
                  </a:lnTo>
                  <a:lnTo>
                    <a:pt x="251" y="263"/>
                  </a:lnTo>
                  <a:lnTo>
                    <a:pt x="235" y="264"/>
                  </a:lnTo>
                  <a:lnTo>
                    <a:pt x="217" y="265"/>
                  </a:lnTo>
                  <a:lnTo>
                    <a:pt x="201" y="267"/>
                  </a:lnTo>
                  <a:lnTo>
                    <a:pt x="183" y="268"/>
                  </a:lnTo>
                  <a:lnTo>
                    <a:pt x="167" y="269"/>
                  </a:lnTo>
                  <a:lnTo>
                    <a:pt x="150" y="269"/>
                  </a:lnTo>
                  <a:lnTo>
                    <a:pt x="133" y="270"/>
                  </a:lnTo>
                  <a:lnTo>
                    <a:pt x="116" y="271"/>
                  </a:lnTo>
                  <a:lnTo>
                    <a:pt x="100" y="272"/>
                  </a:lnTo>
                  <a:lnTo>
                    <a:pt x="82" y="272"/>
                  </a:lnTo>
                  <a:lnTo>
                    <a:pt x="66" y="274"/>
                  </a:lnTo>
                  <a:lnTo>
                    <a:pt x="65" y="274"/>
                  </a:lnTo>
                  <a:lnTo>
                    <a:pt x="66" y="272"/>
                  </a:lnTo>
                  <a:lnTo>
                    <a:pt x="66" y="270"/>
                  </a:lnTo>
                  <a:lnTo>
                    <a:pt x="65" y="268"/>
                  </a:lnTo>
                  <a:lnTo>
                    <a:pt x="64" y="268"/>
                  </a:lnTo>
                  <a:lnTo>
                    <a:pt x="60" y="267"/>
                  </a:lnTo>
                  <a:lnTo>
                    <a:pt x="59" y="264"/>
                  </a:lnTo>
                  <a:lnTo>
                    <a:pt x="59" y="264"/>
                  </a:lnTo>
                  <a:lnTo>
                    <a:pt x="58" y="263"/>
                  </a:lnTo>
                  <a:lnTo>
                    <a:pt x="58" y="263"/>
                  </a:lnTo>
                  <a:lnTo>
                    <a:pt x="58" y="261"/>
                  </a:lnTo>
                  <a:lnTo>
                    <a:pt x="58" y="261"/>
                  </a:lnTo>
                  <a:lnTo>
                    <a:pt x="58" y="260"/>
                  </a:lnTo>
                  <a:lnTo>
                    <a:pt x="59" y="258"/>
                  </a:lnTo>
                  <a:lnTo>
                    <a:pt x="60" y="256"/>
                  </a:lnTo>
                  <a:lnTo>
                    <a:pt x="60" y="256"/>
                  </a:lnTo>
                  <a:lnTo>
                    <a:pt x="60" y="255"/>
                  </a:lnTo>
                  <a:lnTo>
                    <a:pt x="59" y="254"/>
                  </a:lnTo>
                  <a:lnTo>
                    <a:pt x="60" y="251"/>
                  </a:lnTo>
                  <a:lnTo>
                    <a:pt x="60" y="250"/>
                  </a:lnTo>
                  <a:lnTo>
                    <a:pt x="60" y="248"/>
                  </a:lnTo>
                  <a:lnTo>
                    <a:pt x="60" y="246"/>
                  </a:lnTo>
                  <a:lnTo>
                    <a:pt x="59" y="243"/>
                  </a:lnTo>
                  <a:lnTo>
                    <a:pt x="59" y="242"/>
                  </a:lnTo>
                  <a:lnTo>
                    <a:pt x="59" y="241"/>
                  </a:lnTo>
                  <a:lnTo>
                    <a:pt x="59" y="240"/>
                  </a:lnTo>
                  <a:lnTo>
                    <a:pt x="59" y="239"/>
                  </a:lnTo>
                  <a:lnTo>
                    <a:pt x="58" y="239"/>
                  </a:lnTo>
                  <a:lnTo>
                    <a:pt x="57" y="237"/>
                  </a:lnTo>
                  <a:lnTo>
                    <a:pt x="57" y="23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7" y="233"/>
                  </a:lnTo>
                  <a:lnTo>
                    <a:pt x="57" y="233"/>
                  </a:lnTo>
                  <a:lnTo>
                    <a:pt x="56" y="233"/>
                  </a:lnTo>
                  <a:lnTo>
                    <a:pt x="56" y="232"/>
                  </a:lnTo>
                  <a:lnTo>
                    <a:pt x="57" y="232"/>
                  </a:lnTo>
                  <a:lnTo>
                    <a:pt x="57" y="229"/>
                  </a:lnTo>
                  <a:lnTo>
                    <a:pt x="57" y="228"/>
                  </a:lnTo>
                  <a:lnTo>
                    <a:pt x="57" y="225"/>
                  </a:lnTo>
                  <a:lnTo>
                    <a:pt x="56" y="224"/>
                  </a:lnTo>
                  <a:lnTo>
                    <a:pt x="58" y="222"/>
                  </a:lnTo>
                  <a:lnTo>
                    <a:pt x="57" y="222"/>
                  </a:lnTo>
                  <a:lnTo>
                    <a:pt x="53" y="221"/>
                  </a:lnTo>
                  <a:lnTo>
                    <a:pt x="52" y="220"/>
                  </a:lnTo>
                  <a:lnTo>
                    <a:pt x="52" y="219"/>
                  </a:lnTo>
                  <a:lnTo>
                    <a:pt x="53" y="215"/>
                  </a:lnTo>
                  <a:lnTo>
                    <a:pt x="53" y="214"/>
                  </a:lnTo>
                  <a:lnTo>
                    <a:pt x="54" y="213"/>
                  </a:lnTo>
                  <a:lnTo>
                    <a:pt x="56" y="211"/>
                  </a:lnTo>
                  <a:lnTo>
                    <a:pt x="56" y="211"/>
                  </a:lnTo>
                  <a:lnTo>
                    <a:pt x="54" y="211"/>
                  </a:lnTo>
                  <a:lnTo>
                    <a:pt x="51" y="210"/>
                  </a:lnTo>
                  <a:lnTo>
                    <a:pt x="50" y="208"/>
                  </a:lnTo>
                  <a:lnTo>
                    <a:pt x="51" y="203"/>
                  </a:lnTo>
                  <a:lnTo>
                    <a:pt x="51" y="201"/>
                  </a:lnTo>
                  <a:lnTo>
                    <a:pt x="52" y="198"/>
                  </a:lnTo>
                  <a:lnTo>
                    <a:pt x="51" y="198"/>
                  </a:lnTo>
                  <a:lnTo>
                    <a:pt x="51" y="197"/>
                  </a:lnTo>
                  <a:lnTo>
                    <a:pt x="50" y="197"/>
                  </a:lnTo>
                  <a:lnTo>
                    <a:pt x="48" y="197"/>
                  </a:lnTo>
                  <a:lnTo>
                    <a:pt x="46" y="197"/>
                  </a:lnTo>
                  <a:lnTo>
                    <a:pt x="46" y="196"/>
                  </a:lnTo>
                  <a:lnTo>
                    <a:pt x="46" y="194"/>
                  </a:lnTo>
                  <a:lnTo>
                    <a:pt x="46" y="193"/>
                  </a:lnTo>
                  <a:lnTo>
                    <a:pt x="46" y="192"/>
                  </a:lnTo>
                  <a:lnTo>
                    <a:pt x="48" y="192"/>
                  </a:lnTo>
                  <a:lnTo>
                    <a:pt x="48" y="191"/>
                  </a:lnTo>
                  <a:lnTo>
                    <a:pt x="46" y="191"/>
                  </a:lnTo>
                  <a:lnTo>
                    <a:pt x="46" y="190"/>
                  </a:lnTo>
                  <a:lnTo>
                    <a:pt x="45" y="190"/>
                  </a:lnTo>
                  <a:lnTo>
                    <a:pt x="44" y="190"/>
                  </a:lnTo>
                  <a:lnTo>
                    <a:pt x="43" y="191"/>
                  </a:lnTo>
                  <a:lnTo>
                    <a:pt x="42" y="191"/>
                  </a:lnTo>
                  <a:lnTo>
                    <a:pt x="41" y="190"/>
                  </a:lnTo>
                  <a:lnTo>
                    <a:pt x="41" y="189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39" y="185"/>
                  </a:lnTo>
                  <a:lnTo>
                    <a:pt x="39" y="184"/>
                  </a:lnTo>
                  <a:lnTo>
                    <a:pt x="39" y="182"/>
                  </a:lnTo>
                  <a:lnTo>
                    <a:pt x="39" y="178"/>
                  </a:lnTo>
                  <a:lnTo>
                    <a:pt x="39" y="177"/>
                  </a:lnTo>
                  <a:lnTo>
                    <a:pt x="39" y="177"/>
                  </a:lnTo>
                  <a:lnTo>
                    <a:pt x="41" y="176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4"/>
                  </a:lnTo>
                  <a:lnTo>
                    <a:pt x="41" y="172"/>
                  </a:lnTo>
                  <a:lnTo>
                    <a:pt x="41" y="170"/>
                  </a:lnTo>
                  <a:lnTo>
                    <a:pt x="41" y="169"/>
                  </a:lnTo>
                  <a:lnTo>
                    <a:pt x="41" y="167"/>
                  </a:lnTo>
                  <a:lnTo>
                    <a:pt x="36" y="163"/>
                  </a:lnTo>
                  <a:lnTo>
                    <a:pt x="36" y="162"/>
                  </a:lnTo>
                  <a:lnTo>
                    <a:pt x="35" y="160"/>
                  </a:lnTo>
                  <a:lnTo>
                    <a:pt x="35" y="158"/>
                  </a:lnTo>
                  <a:lnTo>
                    <a:pt x="35" y="158"/>
                  </a:lnTo>
                  <a:lnTo>
                    <a:pt x="35" y="156"/>
                  </a:lnTo>
                  <a:lnTo>
                    <a:pt x="35" y="155"/>
                  </a:lnTo>
                  <a:lnTo>
                    <a:pt x="35" y="151"/>
                  </a:lnTo>
                  <a:lnTo>
                    <a:pt x="32" y="150"/>
                  </a:lnTo>
                  <a:lnTo>
                    <a:pt x="29" y="148"/>
                  </a:lnTo>
                  <a:lnTo>
                    <a:pt x="27" y="146"/>
                  </a:lnTo>
                  <a:lnTo>
                    <a:pt x="27" y="144"/>
                  </a:lnTo>
                  <a:lnTo>
                    <a:pt x="27" y="142"/>
                  </a:lnTo>
                  <a:lnTo>
                    <a:pt x="27" y="141"/>
                  </a:lnTo>
                  <a:lnTo>
                    <a:pt x="25" y="139"/>
                  </a:lnTo>
                  <a:lnTo>
                    <a:pt x="24" y="138"/>
                  </a:lnTo>
                  <a:lnTo>
                    <a:pt x="22" y="136"/>
                  </a:lnTo>
                  <a:lnTo>
                    <a:pt x="21" y="135"/>
                  </a:lnTo>
                  <a:lnTo>
                    <a:pt x="21" y="133"/>
                  </a:lnTo>
                  <a:lnTo>
                    <a:pt x="21" y="132"/>
                  </a:lnTo>
                  <a:lnTo>
                    <a:pt x="21" y="129"/>
                  </a:lnTo>
                  <a:lnTo>
                    <a:pt x="21" y="128"/>
                  </a:lnTo>
                  <a:lnTo>
                    <a:pt x="21" y="126"/>
                  </a:lnTo>
                  <a:lnTo>
                    <a:pt x="21" y="125"/>
                  </a:lnTo>
                  <a:lnTo>
                    <a:pt x="20" y="124"/>
                  </a:lnTo>
                  <a:lnTo>
                    <a:pt x="18" y="122"/>
                  </a:lnTo>
                  <a:lnTo>
                    <a:pt x="18" y="121"/>
                  </a:lnTo>
                  <a:lnTo>
                    <a:pt x="16" y="119"/>
                  </a:lnTo>
                  <a:lnTo>
                    <a:pt x="16" y="115"/>
                  </a:lnTo>
                  <a:lnTo>
                    <a:pt x="17" y="111"/>
                  </a:lnTo>
                  <a:lnTo>
                    <a:pt x="16" y="107"/>
                  </a:lnTo>
                  <a:lnTo>
                    <a:pt x="15" y="106"/>
                  </a:lnTo>
                  <a:lnTo>
                    <a:pt x="14" y="106"/>
                  </a:lnTo>
                  <a:lnTo>
                    <a:pt x="10" y="106"/>
                  </a:lnTo>
                  <a:lnTo>
                    <a:pt x="10" y="103"/>
                  </a:lnTo>
                  <a:lnTo>
                    <a:pt x="10" y="101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9" y="100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6" y="96"/>
                  </a:lnTo>
                  <a:lnTo>
                    <a:pt x="6" y="96"/>
                  </a:lnTo>
                  <a:lnTo>
                    <a:pt x="7" y="96"/>
                  </a:lnTo>
                  <a:lnTo>
                    <a:pt x="7" y="96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6" y="92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1" y="89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2" y="79"/>
                  </a:lnTo>
                  <a:lnTo>
                    <a:pt x="2" y="79"/>
                  </a:lnTo>
                  <a:lnTo>
                    <a:pt x="2" y="79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3" y="78"/>
                  </a:lnTo>
                  <a:lnTo>
                    <a:pt x="3" y="77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5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7" y="67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2"/>
                  </a:lnTo>
                  <a:lnTo>
                    <a:pt x="8" y="62"/>
                  </a:lnTo>
                  <a:lnTo>
                    <a:pt x="7" y="62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9" y="57"/>
                  </a:lnTo>
                  <a:lnTo>
                    <a:pt x="10" y="57"/>
                  </a:lnTo>
                  <a:lnTo>
                    <a:pt x="10" y="56"/>
                  </a:lnTo>
                  <a:lnTo>
                    <a:pt x="10" y="53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0" y="50"/>
                  </a:lnTo>
                  <a:lnTo>
                    <a:pt x="10" y="50"/>
                  </a:lnTo>
                  <a:lnTo>
                    <a:pt x="9" y="46"/>
                  </a:lnTo>
                  <a:lnTo>
                    <a:pt x="9" y="45"/>
                  </a:lnTo>
                  <a:lnTo>
                    <a:pt x="9" y="45"/>
                  </a:lnTo>
                  <a:lnTo>
                    <a:pt x="9" y="45"/>
                  </a:lnTo>
                  <a:lnTo>
                    <a:pt x="8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6" y="45"/>
                  </a:lnTo>
                  <a:lnTo>
                    <a:pt x="5" y="45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2" y="40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5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9" y="19"/>
                  </a:lnTo>
                  <a:lnTo>
                    <a:pt x="31" y="19"/>
                  </a:lnTo>
                  <a:lnTo>
                    <a:pt x="53" y="18"/>
                  </a:lnTo>
                  <a:lnTo>
                    <a:pt x="75" y="17"/>
                  </a:lnTo>
                  <a:lnTo>
                    <a:pt x="96" y="17"/>
                  </a:lnTo>
                  <a:lnTo>
                    <a:pt x="118" y="15"/>
                  </a:lnTo>
                  <a:lnTo>
                    <a:pt x="140" y="14"/>
                  </a:lnTo>
                  <a:lnTo>
                    <a:pt x="163" y="13"/>
                  </a:lnTo>
                  <a:lnTo>
                    <a:pt x="183" y="12"/>
                  </a:lnTo>
                  <a:lnTo>
                    <a:pt x="206" y="11"/>
                  </a:lnTo>
                  <a:lnTo>
                    <a:pt x="228" y="10"/>
                  </a:lnTo>
                  <a:lnTo>
                    <a:pt x="250" y="7"/>
                  </a:lnTo>
                  <a:lnTo>
                    <a:pt x="271" y="6"/>
                  </a:lnTo>
                  <a:lnTo>
                    <a:pt x="293" y="5"/>
                  </a:lnTo>
                  <a:lnTo>
                    <a:pt x="315" y="4"/>
                  </a:lnTo>
                  <a:lnTo>
                    <a:pt x="336" y="2"/>
                  </a:lnTo>
                  <a:lnTo>
                    <a:pt x="35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5"/>
            <p:cNvSpPr>
              <a:spLocks noEditPoints="1"/>
            </p:cNvSpPr>
            <p:nvPr/>
          </p:nvSpPr>
          <p:spPr bwMode="auto">
            <a:xfrm>
              <a:off x="3179763" y="2755900"/>
              <a:ext cx="314325" cy="317500"/>
            </a:xfrm>
            <a:custGeom>
              <a:avLst/>
              <a:gdLst>
                <a:gd name="T0" fmla="*/ 367 w 396"/>
                <a:gd name="T1" fmla="*/ 359 h 400"/>
                <a:gd name="T2" fmla="*/ 183 w 396"/>
                <a:gd name="T3" fmla="*/ 0 h 400"/>
                <a:gd name="T4" fmla="*/ 173 w 396"/>
                <a:gd name="T5" fmla="*/ 16 h 400"/>
                <a:gd name="T6" fmla="*/ 180 w 396"/>
                <a:gd name="T7" fmla="*/ 35 h 400"/>
                <a:gd name="T8" fmla="*/ 201 w 396"/>
                <a:gd name="T9" fmla="*/ 44 h 400"/>
                <a:gd name="T10" fmla="*/ 225 w 396"/>
                <a:gd name="T11" fmla="*/ 71 h 400"/>
                <a:gd name="T12" fmla="*/ 238 w 396"/>
                <a:gd name="T13" fmla="*/ 86 h 400"/>
                <a:gd name="T14" fmla="*/ 266 w 396"/>
                <a:gd name="T15" fmla="*/ 105 h 400"/>
                <a:gd name="T16" fmla="*/ 291 w 396"/>
                <a:gd name="T17" fmla="*/ 121 h 400"/>
                <a:gd name="T18" fmla="*/ 298 w 396"/>
                <a:gd name="T19" fmla="*/ 135 h 400"/>
                <a:gd name="T20" fmla="*/ 304 w 396"/>
                <a:gd name="T21" fmla="*/ 142 h 400"/>
                <a:gd name="T22" fmla="*/ 328 w 396"/>
                <a:gd name="T23" fmla="*/ 155 h 400"/>
                <a:gd name="T24" fmla="*/ 341 w 396"/>
                <a:gd name="T25" fmla="*/ 178 h 400"/>
                <a:gd name="T26" fmla="*/ 343 w 396"/>
                <a:gd name="T27" fmla="*/ 188 h 400"/>
                <a:gd name="T28" fmla="*/ 355 w 396"/>
                <a:gd name="T29" fmla="*/ 195 h 400"/>
                <a:gd name="T30" fmla="*/ 368 w 396"/>
                <a:gd name="T31" fmla="*/ 212 h 400"/>
                <a:gd name="T32" fmla="*/ 370 w 396"/>
                <a:gd name="T33" fmla="*/ 228 h 400"/>
                <a:gd name="T34" fmla="*/ 385 w 396"/>
                <a:gd name="T35" fmla="*/ 234 h 400"/>
                <a:gd name="T36" fmla="*/ 395 w 396"/>
                <a:gd name="T37" fmla="*/ 240 h 400"/>
                <a:gd name="T38" fmla="*/ 389 w 396"/>
                <a:gd name="T39" fmla="*/ 248 h 400"/>
                <a:gd name="T40" fmla="*/ 376 w 396"/>
                <a:gd name="T41" fmla="*/ 250 h 400"/>
                <a:gd name="T42" fmla="*/ 382 w 396"/>
                <a:gd name="T43" fmla="*/ 259 h 400"/>
                <a:gd name="T44" fmla="*/ 368 w 396"/>
                <a:gd name="T45" fmla="*/ 266 h 400"/>
                <a:gd name="T46" fmla="*/ 378 w 396"/>
                <a:gd name="T47" fmla="*/ 271 h 400"/>
                <a:gd name="T48" fmla="*/ 374 w 396"/>
                <a:gd name="T49" fmla="*/ 278 h 400"/>
                <a:gd name="T50" fmla="*/ 367 w 396"/>
                <a:gd name="T51" fmla="*/ 285 h 400"/>
                <a:gd name="T52" fmla="*/ 373 w 396"/>
                <a:gd name="T53" fmla="*/ 296 h 400"/>
                <a:gd name="T54" fmla="*/ 367 w 396"/>
                <a:gd name="T55" fmla="*/ 294 h 400"/>
                <a:gd name="T56" fmla="*/ 356 w 396"/>
                <a:gd name="T57" fmla="*/ 302 h 400"/>
                <a:gd name="T58" fmla="*/ 371 w 396"/>
                <a:gd name="T59" fmla="*/ 313 h 400"/>
                <a:gd name="T60" fmla="*/ 362 w 396"/>
                <a:gd name="T61" fmla="*/ 321 h 400"/>
                <a:gd name="T62" fmla="*/ 367 w 396"/>
                <a:gd name="T63" fmla="*/ 326 h 400"/>
                <a:gd name="T64" fmla="*/ 360 w 396"/>
                <a:gd name="T65" fmla="*/ 337 h 400"/>
                <a:gd name="T66" fmla="*/ 363 w 396"/>
                <a:gd name="T67" fmla="*/ 346 h 400"/>
                <a:gd name="T68" fmla="*/ 363 w 396"/>
                <a:gd name="T69" fmla="*/ 353 h 400"/>
                <a:gd name="T70" fmla="*/ 354 w 396"/>
                <a:gd name="T71" fmla="*/ 360 h 400"/>
                <a:gd name="T72" fmla="*/ 335 w 396"/>
                <a:gd name="T73" fmla="*/ 358 h 400"/>
                <a:gd name="T74" fmla="*/ 327 w 396"/>
                <a:gd name="T75" fmla="*/ 359 h 400"/>
                <a:gd name="T76" fmla="*/ 324 w 396"/>
                <a:gd name="T77" fmla="*/ 365 h 400"/>
                <a:gd name="T78" fmla="*/ 327 w 396"/>
                <a:gd name="T79" fmla="*/ 378 h 400"/>
                <a:gd name="T80" fmla="*/ 327 w 396"/>
                <a:gd name="T81" fmla="*/ 399 h 400"/>
                <a:gd name="T82" fmla="*/ 314 w 396"/>
                <a:gd name="T83" fmla="*/ 395 h 400"/>
                <a:gd name="T84" fmla="*/ 311 w 396"/>
                <a:gd name="T85" fmla="*/ 386 h 400"/>
                <a:gd name="T86" fmla="*/ 291 w 396"/>
                <a:gd name="T87" fmla="*/ 385 h 400"/>
                <a:gd name="T88" fmla="*/ 199 w 396"/>
                <a:gd name="T89" fmla="*/ 393 h 400"/>
                <a:gd name="T90" fmla="*/ 117 w 396"/>
                <a:gd name="T91" fmla="*/ 399 h 400"/>
                <a:gd name="T92" fmla="*/ 97 w 396"/>
                <a:gd name="T93" fmla="*/ 383 h 400"/>
                <a:gd name="T94" fmla="*/ 93 w 396"/>
                <a:gd name="T95" fmla="*/ 372 h 400"/>
                <a:gd name="T96" fmla="*/ 83 w 396"/>
                <a:gd name="T97" fmla="*/ 350 h 400"/>
                <a:gd name="T98" fmla="*/ 82 w 396"/>
                <a:gd name="T99" fmla="*/ 323 h 400"/>
                <a:gd name="T100" fmla="*/ 75 w 396"/>
                <a:gd name="T101" fmla="*/ 293 h 400"/>
                <a:gd name="T102" fmla="*/ 77 w 396"/>
                <a:gd name="T103" fmla="*/ 272 h 400"/>
                <a:gd name="T104" fmla="*/ 84 w 396"/>
                <a:gd name="T105" fmla="*/ 265 h 400"/>
                <a:gd name="T106" fmla="*/ 80 w 396"/>
                <a:gd name="T107" fmla="*/ 258 h 400"/>
                <a:gd name="T108" fmla="*/ 79 w 396"/>
                <a:gd name="T109" fmla="*/ 247 h 400"/>
                <a:gd name="T110" fmla="*/ 66 w 396"/>
                <a:gd name="T111" fmla="*/ 227 h 400"/>
                <a:gd name="T112" fmla="*/ 59 w 396"/>
                <a:gd name="T113" fmla="*/ 214 h 400"/>
                <a:gd name="T114" fmla="*/ 46 w 396"/>
                <a:gd name="T115" fmla="*/ 174 h 400"/>
                <a:gd name="T116" fmla="*/ 17 w 396"/>
                <a:gd name="T117" fmla="*/ 81 h 400"/>
                <a:gd name="T118" fmla="*/ 0 w 396"/>
                <a:gd name="T119" fmla="*/ 26 h 400"/>
                <a:gd name="T120" fmla="*/ 88 w 396"/>
                <a:gd name="T121" fmla="*/ 14 h 400"/>
                <a:gd name="T122" fmla="*/ 161 w 396"/>
                <a:gd name="T123" fmla="*/ 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" h="400">
                  <a:moveTo>
                    <a:pt x="367" y="337"/>
                  </a:moveTo>
                  <a:lnTo>
                    <a:pt x="368" y="338"/>
                  </a:lnTo>
                  <a:lnTo>
                    <a:pt x="368" y="341"/>
                  </a:lnTo>
                  <a:lnTo>
                    <a:pt x="368" y="344"/>
                  </a:lnTo>
                  <a:lnTo>
                    <a:pt x="368" y="346"/>
                  </a:lnTo>
                  <a:lnTo>
                    <a:pt x="368" y="350"/>
                  </a:lnTo>
                  <a:lnTo>
                    <a:pt x="367" y="352"/>
                  </a:lnTo>
                  <a:lnTo>
                    <a:pt x="367" y="353"/>
                  </a:lnTo>
                  <a:lnTo>
                    <a:pt x="368" y="357"/>
                  </a:lnTo>
                  <a:lnTo>
                    <a:pt x="368" y="358"/>
                  </a:lnTo>
                  <a:lnTo>
                    <a:pt x="368" y="359"/>
                  </a:lnTo>
                  <a:lnTo>
                    <a:pt x="367" y="359"/>
                  </a:lnTo>
                  <a:lnTo>
                    <a:pt x="366" y="352"/>
                  </a:lnTo>
                  <a:lnTo>
                    <a:pt x="364" y="350"/>
                  </a:lnTo>
                  <a:lnTo>
                    <a:pt x="364" y="349"/>
                  </a:lnTo>
                  <a:lnTo>
                    <a:pt x="364" y="349"/>
                  </a:lnTo>
                  <a:lnTo>
                    <a:pt x="363" y="346"/>
                  </a:lnTo>
                  <a:lnTo>
                    <a:pt x="363" y="346"/>
                  </a:lnTo>
                  <a:lnTo>
                    <a:pt x="363" y="343"/>
                  </a:lnTo>
                  <a:lnTo>
                    <a:pt x="367" y="340"/>
                  </a:lnTo>
                  <a:lnTo>
                    <a:pt x="367" y="337"/>
                  </a:lnTo>
                  <a:lnTo>
                    <a:pt x="367" y="337"/>
                  </a:lnTo>
                  <a:close/>
                  <a:moveTo>
                    <a:pt x="183" y="0"/>
                  </a:moveTo>
                  <a:lnTo>
                    <a:pt x="183" y="0"/>
                  </a:lnTo>
                  <a:lnTo>
                    <a:pt x="183" y="1"/>
                  </a:lnTo>
                  <a:lnTo>
                    <a:pt x="183" y="2"/>
                  </a:lnTo>
                  <a:lnTo>
                    <a:pt x="182" y="4"/>
                  </a:lnTo>
                  <a:lnTo>
                    <a:pt x="182" y="4"/>
                  </a:lnTo>
                  <a:lnTo>
                    <a:pt x="180" y="5"/>
                  </a:lnTo>
                  <a:lnTo>
                    <a:pt x="178" y="6"/>
                  </a:lnTo>
                  <a:lnTo>
                    <a:pt x="176" y="8"/>
                  </a:lnTo>
                  <a:lnTo>
                    <a:pt x="176" y="9"/>
                  </a:lnTo>
                  <a:lnTo>
                    <a:pt x="175" y="11"/>
                  </a:lnTo>
                  <a:lnTo>
                    <a:pt x="175" y="14"/>
                  </a:lnTo>
                  <a:lnTo>
                    <a:pt x="174" y="15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2" y="17"/>
                  </a:lnTo>
                  <a:lnTo>
                    <a:pt x="170" y="19"/>
                  </a:lnTo>
                  <a:lnTo>
                    <a:pt x="170" y="20"/>
                  </a:lnTo>
                  <a:lnTo>
                    <a:pt x="170" y="21"/>
                  </a:lnTo>
                  <a:lnTo>
                    <a:pt x="170" y="21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69" y="24"/>
                  </a:lnTo>
                  <a:lnTo>
                    <a:pt x="169" y="28"/>
                  </a:lnTo>
                  <a:lnTo>
                    <a:pt x="173" y="31"/>
                  </a:lnTo>
                  <a:lnTo>
                    <a:pt x="180" y="35"/>
                  </a:lnTo>
                  <a:lnTo>
                    <a:pt x="182" y="35"/>
                  </a:lnTo>
                  <a:lnTo>
                    <a:pt x="184" y="35"/>
                  </a:lnTo>
                  <a:lnTo>
                    <a:pt x="184" y="35"/>
                  </a:lnTo>
                  <a:lnTo>
                    <a:pt x="184" y="36"/>
                  </a:lnTo>
                  <a:lnTo>
                    <a:pt x="185" y="37"/>
                  </a:lnTo>
                  <a:lnTo>
                    <a:pt x="188" y="38"/>
                  </a:lnTo>
                  <a:lnTo>
                    <a:pt x="190" y="40"/>
                  </a:lnTo>
                  <a:lnTo>
                    <a:pt x="192" y="41"/>
                  </a:lnTo>
                  <a:lnTo>
                    <a:pt x="194" y="42"/>
                  </a:lnTo>
                  <a:lnTo>
                    <a:pt x="195" y="44"/>
                  </a:lnTo>
                  <a:lnTo>
                    <a:pt x="197" y="44"/>
                  </a:lnTo>
                  <a:lnTo>
                    <a:pt x="201" y="44"/>
                  </a:lnTo>
                  <a:lnTo>
                    <a:pt x="206" y="43"/>
                  </a:lnTo>
                  <a:lnTo>
                    <a:pt x="210" y="44"/>
                  </a:lnTo>
                  <a:lnTo>
                    <a:pt x="210" y="47"/>
                  </a:lnTo>
                  <a:lnTo>
                    <a:pt x="211" y="49"/>
                  </a:lnTo>
                  <a:lnTo>
                    <a:pt x="212" y="52"/>
                  </a:lnTo>
                  <a:lnTo>
                    <a:pt x="213" y="52"/>
                  </a:lnTo>
                  <a:lnTo>
                    <a:pt x="219" y="58"/>
                  </a:lnTo>
                  <a:lnTo>
                    <a:pt x="219" y="61"/>
                  </a:lnTo>
                  <a:lnTo>
                    <a:pt x="223" y="67"/>
                  </a:lnTo>
                  <a:lnTo>
                    <a:pt x="223" y="69"/>
                  </a:lnTo>
                  <a:lnTo>
                    <a:pt x="224" y="70"/>
                  </a:lnTo>
                  <a:lnTo>
                    <a:pt x="225" y="71"/>
                  </a:lnTo>
                  <a:lnTo>
                    <a:pt x="226" y="71"/>
                  </a:lnTo>
                  <a:lnTo>
                    <a:pt x="227" y="72"/>
                  </a:lnTo>
                  <a:lnTo>
                    <a:pt x="228" y="72"/>
                  </a:lnTo>
                  <a:lnTo>
                    <a:pt x="230" y="73"/>
                  </a:lnTo>
                  <a:lnTo>
                    <a:pt x="231" y="76"/>
                  </a:lnTo>
                  <a:lnTo>
                    <a:pt x="232" y="77"/>
                  </a:lnTo>
                  <a:lnTo>
                    <a:pt x="233" y="78"/>
                  </a:lnTo>
                  <a:lnTo>
                    <a:pt x="234" y="78"/>
                  </a:lnTo>
                  <a:lnTo>
                    <a:pt x="235" y="81"/>
                  </a:lnTo>
                  <a:lnTo>
                    <a:pt x="237" y="83"/>
                  </a:lnTo>
                  <a:lnTo>
                    <a:pt x="238" y="85"/>
                  </a:lnTo>
                  <a:lnTo>
                    <a:pt x="238" y="86"/>
                  </a:lnTo>
                  <a:lnTo>
                    <a:pt x="240" y="86"/>
                  </a:lnTo>
                  <a:lnTo>
                    <a:pt x="241" y="86"/>
                  </a:lnTo>
                  <a:lnTo>
                    <a:pt x="242" y="87"/>
                  </a:lnTo>
                  <a:lnTo>
                    <a:pt x="244" y="88"/>
                  </a:lnTo>
                  <a:lnTo>
                    <a:pt x="246" y="91"/>
                  </a:lnTo>
                  <a:lnTo>
                    <a:pt x="248" y="92"/>
                  </a:lnTo>
                  <a:lnTo>
                    <a:pt x="252" y="92"/>
                  </a:lnTo>
                  <a:lnTo>
                    <a:pt x="254" y="93"/>
                  </a:lnTo>
                  <a:lnTo>
                    <a:pt x="257" y="95"/>
                  </a:lnTo>
                  <a:lnTo>
                    <a:pt x="262" y="99"/>
                  </a:lnTo>
                  <a:lnTo>
                    <a:pt x="264" y="100"/>
                  </a:lnTo>
                  <a:lnTo>
                    <a:pt x="266" y="105"/>
                  </a:lnTo>
                  <a:lnTo>
                    <a:pt x="267" y="106"/>
                  </a:lnTo>
                  <a:lnTo>
                    <a:pt x="268" y="108"/>
                  </a:lnTo>
                  <a:lnTo>
                    <a:pt x="270" y="110"/>
                  </a:lnTo>
                  <a:lnTo>
                    <a:pt x="271" y="112"/>
                  </a:lnTo>
                  <a:lnTo>
                    <a:pt x="274" y="113"/>
                  </a:lnTo>
                  <a:lnTo>
                    <a:pt x="275" y="113"/>
                  </a:lnTo>
                  <a:lnTo>
                    <a:pt x="278" y="113"/>
                  </a:lnTo>
                  <a:lnTo>
                    <a:pt x="281" y="114"/>
                  </a:lnTo>
                  <a:lnTo>
                    <a:pt x="282" y="115"/>
                  </a:lnTo>
                  <a:lnTo>
                    <a:pt x="287" y="119"/>
                  </a:lnTo>
                  <a:lnTo>
                    <a:pt x="288" y="120"/>
                  </a:lnTo>
                  <a:lnTo>
                    <a:pt x="291" y="121"/>
                  </a:lnTo>
                  <a:lnTo>
                    <a:pt x="292" y="122"/>
                  </a:lnTo>
                  <a:lnTo>
                    <a:pt x="292" y="124"/>
                  </a:lnTo>
                  <a:lnTo>
                    <a:pt x="292" y="124"/>
                  </a:lnTo>
                  <a:lnTo>
                    <a:pt x="294" y="126"/>
                  </a:lnTo>
                  <a:lnTo>
                    <a:pt x="292" y="127"/>
                  </a:lnTo>
                  <a:lnTo>
                    <a:pt x="292" y="127"/>
                  </a:lnTo>
                  <a:lnTo>
                    <a:pt x="294" y="129"/>
                  </a:lnTo>
                  <a:lnTo>
                    <a:pt x="292" y="130"/>
                  </a:lnTo>
                  <a:lnTo>
                    <a:pt x="294" y="131"/>
                  </a:lnTo>
                  <a:lnTo>
                    <a:pt x="297" y="135"/>
                  </a:lnTo>
                  <a:lnTo>
                    <a:pt x="298" y="135"/>
                  </a:lnTo>
                  <a:lnTo>
                    <a:pt x="298" y="135"/>
                  </a:lnTo>
                  <a:lnTo>
                    <a:pt x="298" y="134"/>
                  </a:lnTo>
                  <a:lnTo>
                    <a:pt x="299" y="134"/>
                  </a:lnTo>
                  <a:lnTo>
                    <a:pt x="300" y="134"/>
                  </a:lnTo>
                  <a:lnTo>
                    <a:pt x="300" y="135"/>
                  </a:lnTo>
                  <a:lnTo>
                    <a:pt x="300" y="135"/>
                  </a:lnTo>
                  <a:lnTo>
                    <a:pt x="299" y="136"/>
                  </a:lnTo>
                  <a:lnTo>
                    <a:pt x="302" y="136"/>
                  </a:lnTo>
                  <a:lnTo>
                    <a:pt x="302" y="137"/>
                  </a:lnTo>
                  <a:lnTo>
                    <a:pt x="302" y="138"/>
                  </a:lnTo>
                  <a:lnTo>
                    <a:pt x="300" y="140"/>
                  </a:lnTo>
                  <a:lnTo>
                    <a:pt x="303" y="141"/>
                  </a:lnTo>
                  <a:lnTo>
                    <a:pt x="304" y="142"/>
                  </a:lnTo>
                  <a:lnTo>
                    <a:pt x="305" y="142"/>
                  </a:lnTo>
                  <a:lnTo>
                    <a:pt x="306" y="142"/>
                  </a:lnTo>
                  <a:lnTo>
                    <a:pt x="307" y="143"/>
                  </a:lnTo>
                  <a:lnTo>
                    <a:pt x="309" y="147"/>
                  </a:lnTo>
                  <a:lnTo>
                    <a:pt x="309" y="148"/>
                  </a:lnTo>
                  <a:lnTo>
                    <a:pt x="312" y="149"/>
                  </a:lnTo>
                  <a:lnTo>
                    <a:pt x="319" y="151"/>
                  </a:lnTo>
                  <a:lnTo>
                    <a:pt x="323" y="152"/>
                  </a:lnTo>
                  <a:lnTo>
                    <a:pt x="325" y="154"/>
                  </a:lnTo>
                  <a:lnTo>
                    <a:pt x="326" y="155"/>
                  </a:lnTo>
                  <a:lnTo>
                    <a:pt x="327" y="155"/>
                  </a:lnTo>
                  <a:lnTo>
                    <a:pt x="328" y="155"/>
                  </a:lnTo>
                  <a:lnTo>
                    <a:pt x="330" y="156"/>
                  </a:lnTo>
                  <a:lnTo>
                    <a:pt x="331" y="158"/>
                  </a:lnTo>
                  <a:lnTo>
                    <a:pt x="332" y="159"/>
                  </a:lnTo>
                  <a:lnTo>
                    <a:pt x="332" y="163"/>
                  </a:lnTo>
                  <a:lnTo>
                    <a:pt x="332" y="164"/>
                  </a:lnTo>
                  <a:lnTo>
                    <a:pt x="333" y="165"/>
                  </a:lnTo>
                  <a:lnTo>
                    <a:pt x="338" y="171"/>
                  </a:lnTo>
                  <a:lnTo>
                    <a:pt x="339" y="173"/>
                  </a:lnTo>
                  <a:lnTo>
                    <a:pt x="339" y="174"/>
                  </a:lnTo>
                  <a:lnTo>
                    <a:pt x="339" y="176"/>
                  </a:lnTo>
                  <a:lnTo>
                    <a:pt x="340" y="177"/>
                  </a:lnTo>
                  <a:lnTo>
                    <a:pt x="341" y="178"/>
                  </a:lnTo>
                  <a:lnTo>
                    <a:pt x="341" y="179"/>
                  </a:lnTo>
                  <a:lnTo>
                    <a:pt x="342" y="180"/>
                  </a:lnTo>
                  <a:lnTo>
                    <a:pt x="341" y="181"/>
                  </a:lnTo>
                  <a:lnTo>
                    <a:pt x="341" y="183"/>
                  </a:lnTo>
                  <a:lnTo>
                    <a:pt x="341" y="184"/>
                  </a:lnTo>
                  <a:lnTo>
                    <a:pt x="341" y="184"/>
                  </a:lnTo>
                  <a:lnTo>
                    <a:pt x="342" y="184"/>
                  </a:lnTo>
                  <a:lnTo>
                    <a:pt x="342" y="185"/>
                  </a:lnTo>
                  <a:lnTo>
                    <a:pt x="343" y="185"/>
                  </a:lnTo>
                  <a:lnTo>
                    <a:pt x="343" y="186"/>
                  </a:lnTo>
                  <a:lnTo>
                    <a:pt x="343" y="187"/>
                  </a:lnTo>
                  <a:lnTo>
                    <a:pt x="343" y="188"/>
                  </a:lnTo>
                  <a:lnTo>
                    <a:pt x="343" y="190"/>
                  </a:lnTo>
                  <a:lnTo>
                    <a:pt x="345" y="192"/>
                  </a:lnTo>
                  <a:lnTo>
                    <a:pt x="346" y="192"/>
                  </a:lnTo>
                  <a:lnTo>
                    <a:pt x="347" y="193"/>
                  </a:lnTo>
                  <a:lnTo>
                    <a:pt x="348" y="193"/>
                  </a:lnTo>
                  <a:lnTo>
                    <a:pt x="350" y="193"/>
                  </a:lnTo>
                  <a:lnTo>
                    <a:pt x="352" y="194"/>
                  </a:lnTo>
                  <a:lnTo>
                    <a:pt x="353" y="194"/>
                  </a:lnTo>
                  <a:lnTo>
                    <a:pt x="353" y="194"/>
                  </a:lnTo>
                  <a:lnTo>
                    <a:pt x="354" y="195"/>
                  </a:lnTo>
                  <a:lnTo>
                    <a:pt x="355" y="195"/>
                  </a:lnTo>
                  <a:lnTo>
                    <a:pt x="355" y="195"/>
                  </a:lnTo>
                  <a:lnTo>
                    <a:pt x="356" y="197"/>
                  </a:lnTo>
                  <a:lnTo>
                    <a:pt x="357" y="197"/>
                  </a:lnTo>
                  <a:lnTo>
                    <a:pt x="357" y="198"/>
                  </a:lnTo>
                  <a:lnTo>
                    <a:pt x="357" y="199"/>
                  </a:lnTo>
                  <a:lnTo>
                    <a:pt x="359" y="199"/>
                  </a:lnTo>
                  <a:lnTo>
                    <a:pt x="360" y="199"/>
                  </a:lnTo>
                  <a:lnTo>
                    <a:pt x="361" y="200"/>
                  </a:lnTo>
                  <a:lnTo>
                    <a:pt x="361" y="201"/>
                  </a:lnTo>
                  <a:lnTo>
                    <a:pt x="362" y="203"/>
                  </a:lnTo>
                  <a:lnTo>
                    <a:pt x="366" y="210"/>
                  </a:lnTo>
                  <a:lnTo>
                    <a:pt x="367" y="212"/>
                  </a:lnTo>
                  <a:lnTo>
                    <a:pt x="368" y="212"/>
                  </a:lnTo>
                  <a:lnTo>
                    <a:pt x="368" y="214"/>
                  </a:lnTo>
                  <a:lnTo>
                    <a:pt x="369" y="215"/>
                  </a:lnTo>
                  <a:lnTo>
                    <a:pt x="369" y="216"/>
                  </a:lnTo>
                  <a:lnTo>
                    <a:pt x="369" y="217"/>
                  </a:lnTo>
                  <a:lnTo>
                    <a:pt x="368" y="219"/>
                  </a:lnTo>
                  <a:lnTo>
                    <a:pt x="368" y="220"/>
                  </a:lnTo>
                  <a:lnTo>
                    <a:pt x="369" y="222"/>
                  </a:lnTo>
                  <a:lnTo>
                    <a:pt x="369" y="222"/>
                  </a:lnTo>
                  <a:lnTo>
                    <a:pt x="368" y="224"/>
                  </a:lnTo>
                  <a:lnTo>
                    <a:pt x="368" y="224"/>
                  </a:lnTo>
                  <a:lnTo>
                    <a:pt x="369" y="226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70" y="229"/>
                  </a:lnTo>
                  <a:lnTo>
                    <a:pt x="370" y="229"/>
                  </a:lnTo>
                  <a:lnTo>
                    <a:pt x="371" y="230"/>
                  </a:lnTo>
                  <a:lnTo>
                    <a:pt x="371" y="230"/>
                  </a:lnTo>
                  <a:lnTo>
                    <a:pt x="373" y="230"/>
                  </a:lnTo>
                  <a:lnTo>
                    <a:pt x="373" y="231"/>
                  </a:lnTo>
                  <a:lnTo>
                    <a:pt x="375" y="234"/>
                  </a:lnTo>
                  <a:lnTo>
                    <a:pt x="376" y="234"/>
                  </a:lnTo>
                  <a:lnTo>
                    <a:pt x="381" y="233"/>
                  </a:lnTo>
                  <a:lnTo>
                    <a:pt x="382" y="233"/>
                  </a:lnTo>
                  <a:lnTo>
                    <a:pt x="385" y="234"/>
                  </a:lnTo>
                  <a:lnTo>
                    <a:pt x="385" y="234"/>
                  </a:lnTo>
                  <a:lnTo>
                    <a:pt x="386" y="235"/>
                  </a:lnTo>
                  <a:lnTo>
                    <a:pt x="388" y="236"/>
                  </a:lnTo>
                  <a:lnTo>
                    <a:pt x="389" y="236"/>
                  </a:lnTo>
                  <a:lnTo>
                    <a:pt x="391" y="236"/>
                  </a:lnTo>
                  <a:lnTo>
                    <a:pt x="391" y="236"/>
                  </a:lnTo>
                  <a:lnTo>
                    <a:pt x="391" y="236"/>
                  </a:lnTo>
                  <a:lnTo>
                    <a:pt x="392" y="236"/>
                  </a:lnTo>
                  <a:lnTo>
                    <a:pt x="393" y="236"/>
                  </a:lnTo>
                  <a:lnTo>
                    <a:pt x="395" y="236"/>
                  </a:lnTo>
                  <a:lnTo>
                    <a:pt x="396" y="237"/>
                  </a:lnTo>
                  <a:lnTo>
                    <a:pt x="395" y="240"/>
                  </a:lnTo>
                  <a:lnTo>
                    <a:pt x="391" y="243"/>
                  </a:lnTo>
                  <a:lnTo>
                    <a:pt x="390" y="243"/>
                  </a:lnTo>
                  <a:lnTo>
                    <a:pt x="390" y="242"/>
                  </a:lnTo>
                  <a:lnTo>
                    <a:pt x="389" y="242"/>
                  </a:lnTo>
                  <a:lnTo>
                    <a:pt x="389" y="241"/>
                  </a:lnTo>
                  <a:lnTo>
                    <a:pt x="389" y="242"/>
                  </a:lnTo>
                  <a:lnTo>
                    <a:pt x="388" y="242"/>
                  </a:lnTo>
                  <a:lnTo>
                    <a:pt x="388" y="243"/>
                  </a:lnTo>
                  <a:lnTo>
                    <a:pt x="388" y="243"/>
                  </a:lnTo>
                  <a:lnTo>
                    <a:pt x="386" y="244"/>
                  </a:lnTo>
                  <a:lnTo>
                    <a:pt x="386" y="245"/>
                  </a:lnTo>
                  <a:lnTo>
                    <a:pt x="389" y="248"/>
                  </a:lnTo>
                  <a:lnTo>
                    <a:pt x="390" y="248"/>
                  </a:lnTo>
                  <a:lnTo>
                    <a:pt x="388" y="250"/>
                  </a:lnTo>
                  <a:lnTo>
                    <a:pt x="386" y="252"/>
                  </a:lnTo>
                  <a:lnTo>
                    <a:pt x="385" y="252"/>
                  </a:lnTo>
                  <a:lnTo>
                    <a:pt x="384" y="251"/>
                  </a:lnTo>
                  <a:lnTo>
                    <a:pt x="381" y="251"/>
                  </a:lnTo>
                  <a:lnTo>
                    <a:pt x="379" y="251"/>
                  </a:lnTo>
                  <a:lnTo>
                    <a:pt x="378" y="250"/>
                  </a:lnTo>
                  <a:lnTo>
                    <a:pt x="378" y="250"/>
                  </a:lnTo>
                  <a:lnTo>
                    <a:pt x="377" y="249"/>
                  </a:lnTo>
                  <a:lnTo>
                    <a:pt x="376" y="249"/>
                  </a:lnTo>
                  <a:lnTo>
                    <a:pt x="376" y="250"/>
                  </a:lnTo>
                  <a:lnTo>
                    <a:pt x="376" y="251"/>
                  </a:lnTo>
                  <a:lnTo>
                    <a:pt x="378" y="251"/>
                  </a:lnTo>
                  <a:lnTo>
                    <a:pt x="378" y="252"/>
                  </a:lnTo>
                  <a:lnTo>
                    <a:pt x="375" y="253"/>
                  </a:lnTo>
                  <a:lnTo>
                    <a:pt x="375" y="255"/>
                  </a:lnTo>
                  <a:lnTo>
                    <a:pt x="378" y="255"/>
                  </a:lnTo>
                  <a:lnTo>
                    <a:pt x="379" y="255"/>
                  </a:lnTo>
                  <a:lnTo>
                    <a:pt x="381" y="256"/>
                  </a:lnTo>
                  <a:lnTo>
                    <a:pt x="382" y="256"/>
                  </a:lnTo>
                  <a:lnTo>
                    <a:pt x="383" y="256"/>
                  </a:lnTo>
                  <a:lnTo>
                    <a:pt x="382" y="257"/>
                  </a:lnTo>
                  <a:lnTo>
                    <a:pt x="382" y="259"/>
                  </a:lnTo>
                  <a:lnTo>
                    <a:pt x="379" y="263"/>
                  </a:lnTo>
                  <a:lnTo>
                    <a:pt x="379" y="264"/>
                  </a:lnTo>
                  <a:lnTo>
                    <a:pt x="378" y="265"/>
                  </a:lnTo>
                  <a:lnTo>
                    <a:pt x="375" y="266"/>
                  </a:lnTo>
                  <a:lnTo>
                    <a:pt x="371" y="266"/>
                  </a:lnTo>
                  <a:lnTo>
                    <a:pt x="370" y="265"/>
                  </a:lnTo>
                  <a:lnTo>
                    <a:pt x="369" y="264"/>
                  </a:lnTo>
                  <a:lnTo>
                    <a:pt x="368" y="264"/>
                  </a:lnTo>
                  <a:lnTo>
                    <a:pt x="367" y="264"/>
                  </a:lnTo>
                  <a:lnTo>
                    <a:pt x="366" y="264"/>
                  </a:lnTo>
                  <a:lnTo>
                    <a:pt x="367" y="265"/>
                  </a:lnTo>
                  <a:lnTo>
                    <a:pt x="368" y="266"/>
                  </a:lnTo>
                  <a:lnTo>
                    <a:pt x="370" y="266"/>
                  </a:lnTo>
                  <a:lnTo>
                    <a:pt x="373" y="267"/>
                  </a:lnTo>
                  <a:lnTo>
                    <a:pt x="373" y="270"/>
                  </a:lnTo>
                  <a:lnTo>
                    <a:pt x="370" y="273"/>
                  </a:lnTo>
                  <a:lnTo>
                    <a:pt x="371" y="273"/>
                  </a:lnTo>
                  <a:lnTo>
                    <a:pt x="376" y="272"/>
                  </a:lnTo>
                  <a:lnTo>
                    <a:pt x="376" y="271"/>
                  </a:lnTo>
                  <a:lnTo>
                    <a:pt x="375" y="270"/>
                  </a:lnTo>
                  <a:lnTo>
                    <a:pt x="376" y="269"/>
                  </a:lnTo>
                  <a:lnTo>
                    <a:pt x="377" y="269"/>
                  </a:lnTo>
                  <a:lnTo>
                    <a:pt x="378" y="270"/>
                  </a:lnTo>
                  <a:lnTo>
                    <a:pt x="378" y="271"/>
                  </a:lnTo>
                  <a:lnTo>
                    <a:pt x="378" y="273"/>
                  </a:lnTo>
                  <a:lnTo>
                    <a:pt x="378" y="279"/>
                  </a:lnTo>
                  <a:lnTo>
                    <a:pt x="377" y="280"/>
                  </a:lnTo>
                  <a:lnTo>
                    <a:pt x="377" y="280"/>
                  </a:lnTo>
                  <a:lnTo>
                    <a:pt x="377" y="280"/>
                  </a:lnTo>
                  <a:lnTo>
                    <a:pt x="375" y="277"/>
                  </a:lnTo>
                  <a:lnTo>
                    <a:pt x="375" y="277"/>
                  </a:lnTo>
                  <a:lnTo>
                    <a:pt x="374" y="276"/>
                  </a:lnTo>
                  <a:lnTo>
                    <a:pt x="371" y="274"/>
                  </a:lnTo>
                  <a:lnTo>
                    <a:pt x="370" y="276"/>
                  </a:lnTo>
                  <a:lnTo>
                    <a:pt x="371" y="277"/>
                  </a:lnTo>
                  <a:lnTo>
                    <a:pt x="374" y="278"/>
                  </a:lnTo>
                  <a:lnTo>
                    <a:pt x="375" y="279"/>
                  </a:lnTo>
                  <a:lnTo>
                    <a:pt x="373" y="281"/>
                  </a:lnTo>
                  <a:lnTo>
                    <a:pt x="371" y="283"/>
                  </a:lnTo>
                  <a:lnTo>
                    <a:pt x="370" y="283"/>
                  </a:lnTo>
                  <a:lnTo>
                    <a:pt x="368" y="281"/>
                  </a:lnTo>
                  <a:lnTo>
                    <a:pt x="367" y="283"/>
                  </a:lnTo>
                  <a:lnTo>
                    <a:pt x="366" y="283"/>
                  </a:lnTo>
                  <a:lnTo>
                    <a:pt x="364" y="284"/>
                  </a:lnTo>
                  <a:lnTo>
                    <a:pt x="366" y="284"/>
                  </a:lnTo>
                  <a:lnTo>
                    <a:pt x="366" y="285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9" y="285"/>
                  </a:lnTo>
                  <a:lnTo>
                    <a:pt x="369" y="285"/>
                  </a:lnTo>
                  <a:lnTo>
                    <a:pt x="370" y="286"/>
                  </a:lnTo>
                  <a:lnTo>
                    <a:pt x="370" y="286"/>
                  </a:lnTo>
                  <a:lnTo>
                    <a:pt x="369" y="287"/>
                  </a:lnTo>
                  <a:lnTo>
                    <a:pt x="369" y="290"/>
                  </a:lnTo>
                  <a:lnTo>
                    <a:pt x="373" y="285"/>
                  </a:lnTo>
                  <a:lnTo>
                    <a:pt x="375" y="284"/>
                  </a:lnTo>
                  <a:lnTo>
                    <a:pt x="377" y="284"/>
                  </a:lnTo>
                  <a:lnTo>
                    <a:pt x="376" y="286"/>
                  </a:lnTo>
                  <a:lnTo>
                    <a:pt x="373" y="295"/>
                  </a:lnTo>
                  <a:lnTo>
                    <a:pt x="373" y="296"/>
                  </a:lnTo>
                  <a:lnTo>
                    <a:pt x="373" y="296"/>
                  </a:lnTo>
                  <a:lnTo>
                    <a:pt x="373" y="298"/>
                  </a:lnTo>
                  <a:lnTo>
                    <a:pt x="371" y="298"/>
                  </a:lnTo>
                  <a:lnTo>
                    <a:pt x="371" y="298"/>
                  </a:lnTo>
                  <a:lnTo>
                    <a:pt x="370" y="298"/>
                  </a:lnTo>
                  <a:lnTo>
                    <a:pt x="370" y="296"/>
                  </a:lnTo>
                  <a:lnTo>
                    <a:pt x="369" y="295"/>
                  </a:lnTo>
                  <a:lnTo>
                    <a:pt x="369" y="294"/>
                  </a:lnTo>
                  <a:lnTo>
                    <a:pt x="369" y="294"/>
                  </a:lnTo>
                  <a:lnTo>
                    <a:pt x="368" y="293"/>
                  </a:lnTo>
                  <a:lnTo>
                    <a:pt x="368" y="294"/>
                  </a:lnTo>
                  <a:lnTo>
                    <a:pt x="367" y="294"/>
                  </a:lnTo>
                  <a:lnTo>
                    <a:pt x="367" y="295"/>
                  </a:lnTo>
                  <a:lnTo>
                    <a:pt x="367" y="295"/>
                  </a:lnTo>
                  <a:lnTo>
                    <a:pt x="368" y="298"/>
                  </a:lnTo>
                  <a:lnTo>
                    <a:pt x="370" y="299"/>
                  </a:lnTo>
                  <a:lnTo>
                    <a:pt x="371" y="300"/>
                  </a:lnTo>
                  <a:lnTo>
                    <a:pt x="373" y="302"/>
                  </a:lnTo>
                  <a:lnTo>
                    <a:pt x="371" y="303"/>
                  </a:lnTo>
                  <a:lnTo>
                    <a:pt x="369" y="303"/>
                  </a:lnTo>
                  <a:lnTo>
                    <a:pt x="361" y="303"/>
                  </a:lnTo>
                  <a:lnTo>
                    <a:pt x="359" y="302"/>
                  </a:lnTo>
                  <a:lnTo>
                    <a:pt x="357" y="302"/>
                  </a:lnTo>
                  <a:lnTo>
                    <a:pt x="356" y="302"/>
                  </a:lnTo>
                  <a:lnTo>
                    <a:pt x="355" y="302"/>
                  </a:lnTo>
                  <a:lnTo>
                    <a:pt x="357" y="303"/>
                  </a:lnTo>
                  <a:lnTo>
                    <a:pt x="361" y="305"/>
                  </a:lnTo>
                  <a:lnTo>
                    <a:pt x="364" y="305"/>
                  </a:lnTo>
                  <a:lnTo>
                    <a:pt x="368" y="305"/>
                  </a:lnTo>
                  <a:lnTo>
                    <a:pt x="369" y="305"/>
                  </a:lnTo>
                  <a:lnTo>
                    <a:pt x="373" y="307"/>
                  </a:lnTo>
                  <a:lnTo>
                    <a:pt x="374" y="308"/>
                  </a:lnTo>
                  <a:lnTo>
                    <a:pt x="374" y="309"/>
                  </a:lnTo>
                  <a:lnTo>
                    <a:pt x="374" y="312"/>
                  </a:lnTo>
                  <a:lnTo>
                    <a:pt x="374" y="313"/>
                  </a:lnTo>
                  <a:lnTo>
                    <a:pt x="371" y="313"/>
                  </a:lnTo>
                  <a:lnTo>
                    <a:pt x="370" y="317"/>
                  </a:lnTo>
                  <a:lnTo>
                    <a:pt x="368" y="320"/>
                  </a:lnTo>
                  <a:lnTo>
                    <a:pt x="367" y="321"/>
                  </a:lnTo>
                  <a:lnTo>
                    <a:pt x="366" y="321"/>
                  </a:lnTo>
                  <a:lnTo>
                    <a:pt x="364" y="321"/>
                  </a:lnTo>
                  <a:lnTo>
                    <a:pt x="364" y="320"/>
                  </a:lnTo>
                  <a:lnTo>
                    <a:pt x="363" y="316"/>
                  </a:lnTo>
                  <a:lnTo>
                    <a:pt x="363" y="315"/>
                  </a:lnTo>
                  <a:lnTo>
                    <a:pt x="361" y="315"/>
                  </a:lnTo>
                  <a:lnTo>
                    <a:pt x="361" y="316"/>
                  </a:lnTo>
                  <a:lnTo>
                    <a:pt x="361" y="317"/>
                  </a:lnTo>
                  <a:lnTo>
                    <a:pt x="362" y="321"/>
                  </a:lnTo>
                  <a:lnTo>
                    <a:pt x="362" y="323"/>
                  </a:lnTo>
                  <a:lnTo>
                    <a:pt x="362" y="324"/>
                  </a:lnTo>
                  <a:lnTo>
                    <a:pt x="360" y="323"/>
                  </a:lnTo>
                  <a:lnTo>
                    <a:pt x="359" y="324"/>
                  </a:lnTo>
                  <a:lnTo>
                    <a:pt x="360" y="326"/>
                  </a:lnTo>
                  <a:lnTo>
                    <a:pt x="362" y="326"/>
                  </a:lnTo>
                  <a:lnTo>
                    <a:pt x="363" y="327"/>
                  </a:lnTo>
                  <a:lnTo>
                    <a:pt x="364" y="328"/>
                  </a:lnTo>
                  <a:lnTo>
                    <a:pt x="364" y="326"/>
                  </a:lnTo>
                  <a:lnTo>
                    <a:pt x="364" y="326"/>
                  </a:lnTo>
                  <a:lnTo>
                    <a:pt x="366" y="323"/>
                  </a:lnTo>
                  <a:lnTo>
                    <a:pt x="367" y="326"/>
                  </a:lnTo>
                  <a:lnTo>
                    <a:pt x="366" y="333"/>
                  </a:lnTo>
                  <a:lnTo>
                    <a:pt x="366" y="333"/>
                  </a:lnTo>
                  <a:lnTo>
                    <a:pt x="364" y="330"/>
                  </a:lnTo>
                  <a:lnTo>
                    <a:pt x="362" y="329"/>
                  </a:lnTo>
                  <a:lnTo>
                    <a:pt x="360" y="328"/>
                  </a:lnTo>
                  <a:lnTo>
                    <a:pt x="359" y="327"/>
                  </a:lnTo>
                  <a:lnTo>
                    <a:pt x="360" y="329"/>
                  </a:lnTo>
                  <a:lnTo>
                    <a:pt x="363" y="331"/>
                  </a:lnTo>
                  <a:lnTo>
                    <a:pt x="364" y="333"/>
                  </a:lnTo>
                  <a:lnTo>
                    <a:pt x="363" y="335"/>
                  </a:lnTo>
                  <a:lnTo>
                    <a:pt x="363" y="336"/>
                  </a:lnTo>
                  <a:lnTo>
                    <a:pt x="360" y="337"/>
                  </a:lnTo>
                  <a:lnTo>
                    <a:pt x="360" y="337"/>
                  </a:lnTo>
                  <a:lnTo>
                    <a:pt x="361" y="338"/>
                  </a:lnTo>
                  <a:lnTo>
                    <a:pt x="363" y="337"/>
                  </a:lnTo>
                  <a:lnTo>
                    <a:pt x="364" y="338"/>
                  </a:lnTo>
                  <a:lnTo>
                    <a:pt x="364" y="340"/>
                  </a:lnTo>
                  <a:lnTo>
                    <a:pt x="362" y="342"/>
                  </a:lnTo>
                  <a:lnTo>
                    <a:pt x="362" y="344"/>
                  </a:lnTo>
                  <a:lnTo>
                    <a:pt x="362" y="344"/>
                  </a:lnTo>
                  <a:lnTo>
                    <a:pt x="362" y="345"/>
                  </a:lnTo>
                  <a:lnTo>
                    <a:pt x="362" y="345"/>
                  </a:lnTo>
                  <a:lnTo>
                    <a:pt x="362" y="346"/>
                  </a:lnTo>
                  <a:lnTo>
                    <a:pt x="363" y="346"/>
                  </a:lnTo>
                  <a:lnTo>
                    <a:pt x="363" y="348"/>
                  </a:lnTo>
                  <a:lnTo>
                    <a:pt x="363" y="349"/>
                  </a:lnTo>
                  <a:lnTo>
                    <a:pt x="362" y="349"/>
                  </a:lnTo>
                  <a:lnTo>
                    <a:pt x="362" y="349"/>
                  </a:lnTo>
                  <a:lnTo>
                    <a:pt x="361" y="349"/>
                  </a:lnTo>
                  <a:lnTo>
                    <a:pt x="360" y="349"/>
                  </a:lnTo>
                  <a:lnTo>
                    <a:pt x="360" y="349"/>
                  </a:lnTo>
                  <a:lnTo>
                    <a:pt x="361" y="350"/>
                  </a:lnTo>
                  <a:lnTo>
                    <a:pt x="362" y="350"/>
                  </a:lnTo>
                  <a:lnTo>
                    <a:pt x="362" y="351"/>
                  </a:lnTo>
                  <a:lnTo>
                    <a:pt x="362" y="352"/>
                  </a:lnTo>
                  <a:lnTo>
                    <a:pt x="363" y="353"/>
                  </a:lnTo>
                  <a:lnTo>
                    <a:pt x="364" y="355"/>
                  </a:lnTo>
                  <a:lnTo>
                    <a:pt x="364" y="356"/>
                  </a:lnTo>
                  <a:lnTo>
                    <a:pt x="364" y="357"/>
                  </a:lnTo>
                  <a:lnTo>
                    <a:pt x="364" y="359"/>
                  </a:lnTo>
                  <a:lnTo>
                    <a:pt x="364" y="360"/>
                  </a:lnTo>
                  <a:lnTo>
                    <a:pt x="364" y="360"/>
                  </a:lnTo>
                  <a:lnTo>
                    <a:pt x="363" y="360"/>
                  </a:lnTo>
                  <a:lnTo>
                    <a:pt x="361" y="362"/>
                  </a:lnTo>
                  <a:lnTo>
                    <a:pt x="360" y="362"/>
                  </a:lnTo>
                  <a:lnTo>
                    <a:pt x="356" y="362"/>
                  </a:lnTo>
                  <a:lnTo>
                    <a:pt x="355" y="362"/>
                  </a:lnTo>
                  <a:lnTo>
                    <a:pt x="354" y="360"/>
                  </a:lnTo>
                  <a:lnTo>
                    <a:pt x="354" y="362"/>
                  </a:lnTo>
                  <a:lnTo>
                    <a:pt x="353" y="362"/>
                  </a:lnTo>
                  <a:lnTo>
                    <a:pt x="353" y="362"/>
                  </a:lnTo>
                  <a:lnTo>
                    <a:pt x="348" y="360"/>
                  </a:lnTo>
                  <a:lnTo>
                    <a:pt x="347" y="360"/>
                  </a:lnTo>
                  <a:lnTo>
                    <a:pt x="346" y="360"/>
                  </a:lnTo>
                  <a:lnTo>
                    <a:pt x="346" y="360"/>
                  </a:lnTo>
                  <a:lnTo>
                    <a:pt x="345" y="359"/>
                  </a:lnTo>
                  <a:lnTo>
                    <a:pt x="343" y="359"/>
                  </a:lnTo>
                  <a:lnTo>
                    <a:pt x="343" y="359"/>
                  </a:lnTo>
                  <a:lnTo>
                    <a:pt x="342" y="359"/>
                  </a:lnTo>
                  <a:lnTo>
                    <a:pt x="335" y="358"/>
                  </a:lnTo>
                  <a:lnTo>
                    <a:pt x="334" y="357"/>
                  </a:lnTo>
                  <a:lnTo>
                    <a:pt x="333" y="357"/>
                  </a:lnTo>
                  <a:lnTo>
                    <a:pt x="332" y="357"/>
                  </a:lnTo>
                  <a:lnTo>
                    <a:pt x="332" y="357"/>
                  </a:lnTo>
                  <a:lnTo>
                    <a:pt x="331" y="357"/>
                  </a:lnTo>
                  <a:lnTo>
                    <a:pt x="331" y="357"/>
                  </a:lnTo>
                  <a:lnTo>
                    <a:pt x="330" y="357"/>
                  </a:lnTo>
                  <a:lnTo>
                    <a:pt x="328" y="357"/>
                  </a:lnTo>
                  <a:lnTo>
                    <a:pt x="328" y="357"/>
                  </a:lnTo>
                  <a:lnTo>
                    <a:pt x="327" y="358"/>
                  </a:lnTo>
                  <a:lnTo>
                    <a:pt x="327" y="358"/>
                  </a:lnTo>
                  <a:lnTo>
                    <a:pt x="327" y="359"/>
                  </a:lnTo>
                  <a:lnTo>
                    <a:pt x="327" y="360"/>
                  </a:lnTo>
                  <a:lnTo>
                    <a:pt x="327" y="360"/>
                  </a:lnTo>
                  <a:lnTo>
                    <a:pt x="326" y="360"/>
                  </a:lnTo>
                  <a:lnTo>
                    <a:pt x="326" y="360"/>
                  </a:lnTo>
                  <a:lnTo>
                    <a:pt x="325" y="360"/>
                  </a:lnTo>
                  <a:lnTo>
                    <a:pt x="325" y="360"/>
                  </a:lnTo>
                  <a:lnTo>
                    <a:pt x="325" y="362"/>
                  </a:lnTo>
                  <a:lnTo>
                    <a:pt x="325" y="363"/>
                  </a:lnTo>
                  <a:lnTo>
                    <a:pt x="325" y="363"/>
                  </a:lnTo>
                  <a:lnTo>
                    <a:pt x="324" y="363"/>
                  </a:lnTo>
                  <a:lnTo>
                    <a:pt x="324" y="364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4" y="366"/>
                  </a:lnTo>
                  <a:lnTo>
                    <a:pt x="324" y="369"/>
                  </a:lnTo>
                  <a:lnTo>
                    <a:pt x="324" y="370"/>
                  </a:lnTo>
                  <a:lnTo>
                    <a:pt x="324" y="372"/>
                  </a:lnTo>
                  <a:lnTo>
                    <a:pt x="324" y="372"/>
                  </a:lnTo>
                  <a:lnTo>
                    <a:pt x="324" y="373"/>
                  </a:lnTo>
                  <a:lnTo>
                    <a:pt x="324" y="374"/>
                  </a:lnTo>
                  <a:lnTo>
                    <a:pt x="325" y="374"/>
                  </a:lnTo>
                  <a:lnTo>
                    <a:pt x="325" y="376"/>
                  </a:lnTo>
                  <a:lnTo>
                    <a:pt x="327" y="378"/>
                  </a:lnTo>
                  <a:lnTo>
                    <a:pt x="327" y="378"/>
                  </a:lnTo>
                  <a:lnTo>
                    <a:pt x="327" y="378"/>
                  </a:lnTo>
                  <a:lnTo>
                    <a:pt x="327" y="379"/>
                  </a:lnTo>
                  <a:lnTo>
                    <a:pt x="328" y="380"/>
                  </a:lnTo>
                  <a:lnTo>
                    <a:pt x="328" y="386"/>
                  </a:lnTo>
                  <a:lnTo>
                    <a:pt x="327" y="392"/>
                  </a:lnTo>
                  <a:lnTo>
                    <a:pt x="327" y="394"/>
                  </a:lnTo>
                  <a:lnTo>
                    <a:pt x="328" y="396"/>
                  </a:lnTo>
                  <a:lnTo>
                    <a:pt x="328" y="396"/>
                  </a:lnTo>
                  <a:lnTo>
                    <a:pt x="328" y="398"/>
                  </a:lnTo>
                  <a:lnTo>
                    <a:pt x="327" y="398"/>
                  </a:lnTo>
                  <a:lnTo>
                    <a:pt x="327" y="399"/>
                  </a:lnTo>
                  <a:lnTo>
                    <a:pt x="325" y="399"/>
                  </a:lnTo>
                  <a:lnTo>
                    <a:pt x="325" y="399"/>
                  </a:lnTo>
                  <a:lnTo>
                    <a:pt x="325" y="399"/>
                  </a:lnTo>
                  <a:lnTo>
                    <a:pt x="323" y="399"/>
                  </a:lnTo>
                  <a:lnTo>
                    <a:pt x="323" y="399"/>
                  </a:lnTo>
                  <a:lnTo>
                    <a:pt x="319" y="400"/>
                  </a:lnTo>
                  <a:lnTo>
                    <a:pt x="318" y="400"/>
                  </a:lnTo>
                  <a:lnTo>
                    <a:pt x="318" y="400"/>
                  </a:lnTo>
                  <a:lnTo>
                    <a:pt x="317" y="400"/>
                  </a:lnTo>
                  <a:lnTo>
                    <a:pt x="317" y="400"/>
                  </a:lnTo>
                  <a:lnTo>
                    <a:pt x="317" y="399"/>
                  </a:lnTo>
                  <a:lnTo>
                    <a:pt x="314" y="395"/>
                  </a:lnTo>
                  <a:lnTo>
                    <a:pt x="314" y="395"/>
                  </a:lnTo>
                  <a:lnTo>
                    <a:pt x="314" y="394"/>
                  </a:lnTo>
                  <a:lnTo>
                    <a:pt x="314" y="394"/>
                  </a:lnTo>
                  <a:lnTo>
                    <a:pt x="314" y="393"/>
                  </a:lnTo>
                  <a:lnTo>
                    <a:pt x="314" y="392"/>
                  </a:lnTo>
                  <a:lnTo>
                    <a:pt x="314" y="391"/>
                  </a:lnTo>
                  <a:lnTo>
                    <a:pt x="314" y="391"/>
                  </a:lnTo>
                  <a:lnTo>
                    <a:pt x="314" y="389"/>
                  </a:lnTo>
                  <a:lnTo>
                    <a:pt x="313" y="389"/>
                  </a:lnTo>
                  <a:lnTo>
                    <a:pt x="313" y="388"/>
                  </a:lnTo>
                  <a:lnTo>
                    <a:pt x="311" y="386"/>
                  </a:lnTo>
                  <a:lnTo>
                    <a:pt x="311" y="386"/>
                  </a:lnTo>
                  <a:lnTo>
                    <a:pt x="310" y="386"/>
                  </a:lnTo>
                  <a:lnTo>
                    <a:pt x="310" y="385"/>
                  </a:lnTo>
                  <a:lnTo>
                    <a:pt x="310" y="385"/>
                  </a:lnTo>
                  <a:lnTo>
                    <a:pt x="311" y="384"/>
                  </a:lnTo>
                  <a:lnTo>
                    <a:pt x="311" y="384"/>
                  </a:lnTo>
                  <a:lnTo>
                    <a:pt x="311" y="384"/>
                  </a:lnTo>
                  <a:lnTo>
                    <a:pt x="311" y="384"/>
                  </a:lnTo>
                  <a:lnTo>
                    <a:pt x="307" y="384"/>
                  </a:lnTo>
                  <a:lnTo>
                    <a:pt x="304" y="384"/>
                  </a:lnTo>
                  <a:lnTo>
                    <a:pt x="300" y="384"/>
                  </a:lnTo>
                  <a:lnTo>
                    <a:pt x="297" y="385"/>
                  </a:lnTo>
                  <a:lnTo>
                    <a:pt x="291" y="385"/>
                  </a:lnTo>
                  <a:lnTo>
                    <a:pt x="285" y="386"/>
                  </a:lnTo>
                  <a:lnTo>
                    <a:pt x="280" y="386"/>
                  </a:lnTo>
                  <a:lnTo>
                    <a:pt x="273" y="386"/>
                  </a:lnTo>
                  <a:lnTo>
                    <a:pt x="266" y="387"/>
                  </a:lnTo>
                  <a:lnTo>
                    <a:pt x="257" y="388"/>
                  </a:lnTo>
                  <a:lnTo>
                    <a:pt x="251" y="388"/>
                  </a:lnTo>
                  <a:lnTo>
                    <a:pt x="242" y="389"/>
                  </a:lnTo>
                  <a:lnTo>
                    <a:pt x="233" y="389"/>
                  </a:lnTo>
                  <a:lnTo>
                    <a:pt x="225" y="391"/>
                  </a:lnTo>
                  <a:lnTo>
                    <a:pt x="217" y="392"/>
                  </a:lnTo>
                  <a:lnTo>
                    <a:pt x="208" y="392"/>
                  </a:lnTo>
                  <a:lnTo>
                    <a:pt x="199" y="393"/>
                  </a:lnTo>
                  <a:lnTo>
                    <a:pt x="190" y="393"/>
                  </a:lnTo>
                  <a:lnTo>
                    <a:pt x="182" y="394"/>
                  </a:lnTo>
                  <a:lnTo>
                    <a:pt x="174" y="395"/>
                  </a:lnTo>
                  <a:lnTo>
                    <a:pt x="166" y="395"/>
                  </a:lnTo>
                  <a:lnTo>
                    <a:pt x="158" y="395"/>
                  </a:lnTo>
                  <a:lnTo>
                    <a:pt x="151" y="396"/>
                  </a:lnTo>
                  <a:lnTo>
                    <a:pt x="144" y="396"/>
                  </a:lnTo>
                  <a:lnTo>
                    <a:pt x="137" y="398"/>
                  </a:lnTo>
                  <a:lnTo>
                    <a:pt x="131" y="398"/>
                  </a:lnTo>
                  <a:lnTo>
                    <a:pt x="126" y="398"/>
                  </a:lnTo>
                  <a:lnTo>
                    <a:pt x="122" y="399"/>
                  </a:lnTo>
                  <a:lnTo>
                    <a:pt x="117" y="399"/>
                  </a:lnTo>
                  <a:lnTo>
                    <a:pt x="115" y="399"/>
                  </a:lnTo>
                  <a:lnTo>
                    <a:pt x="112" y="399"/>
                  </a:lnTo>
                  <a:lnTo>
                    <a:pt x="110" y="399"/>
                  </a:lnTo>
                  <a:lnTo>
                    <a:pt x="110" y="399"/>
                  </a:lnTo>
                  <a:lnTo>
                    <a:pt x="108" y="400"/>
                  </a:lnTo>
                  <a:lnTo>
                    <a:pt x="106" y="400"/>
                  </a:lnTo>
                  <a:lnTo>
                    <a:pt x="103" y="396"/>
                  </a:lnTo>
                  <a:lnTo>
                    <a:pt x="101" y="391"/>
                  </a:lnTo>
                  <a:lnTo>
                    <a:pt x="101" y="387"/>
                  </a:lnTo>
                  <a:lnTo>
                    <a:pt x="99" y="385"/>
                  </a:lnTo>
                  <a:lnTo>
                    <a:pt x="98" y="383"/>
                  </a:lnTo>
                  <a:lnTo>
                    <a:pt x="97" y="383"/>
                  </a:lnTo>
                  <a:lnTo>
                    <a:pt x="96" y="380"/>
                  </a:lnTo>
                  <a:lnTo>
                    <a:pt x="96" y="379"/>
                  </a:lnTo>
                  <a:lnTo>
                    <a:pt x="95" y="379"/>
                  </a:lnTo>
                  <a:lnTo>
                    <a:pt x="94" y="378"/>
                  </a:lnTo>
                  <a:lnTo>
                    <a:pt x="94" y="378"/>
                  </a:lnTo>
                  <a:lnTo>
                    <a:pt x="94" y="377"/>
                  </a:lnTo>
                  <a:lnTo>
                    <a:pt x="94" y="376"/>
                  </a:lnTo>
                  <a:lnTo>
                    <a:pt x="94" y="376"/>
                  </a:lnTo>
                  <a:lnTo>
                    <a:pt x="94" y="374"/>
                  </a:lnTo>
                  <a:lnTo>
                    <a:pt x="94" y="374"/>
                  </a:lnTo>
                  <a:lnTo>
                    <a:pt x="94" y="373"/>
                  </a:lnTo>
                  <a:lnTo>
                    <a:pt x="93" y="372"/>
                  </a:lnTo>
                  <a:lnTo>
                    <a:pt x="91" y="369"/>
                  </a:lnTo>
                  <a:lnTo>
                    <a:pt x="89" y="365"/>
                  </a:lnTo>
                  <a:lnTo>
                    <a:pt x="87" y="363"/>
                  </a:lnTo>
                  <a:lnTo>
                    <a:pt x="84" y="362"/>
                  </a:lnTo>
                  <a:lnTo>
                    <a:pt x="84" y="360"/>
                  </a:lnTo>
                  <a:lnTo>
                    <a:pt x="83" y="359"/>
                  </a:lnTo>
                  <a:lnTo>
                    <a:pt x="83" y="356"/>
                  </a:lnTo>
                  <a:lnTo>
                    <a:pt x="83" y="356"/>
                  </a:lnTo>
                  <a:lnTo>
                    <a:pt x="82" y="353"/>
                  </a:lnTo>
                  <a:lnTo>
                    <a:pt x="82" y="353"/>
                  </a:lnTo>
                  <a:lnTo>
                    <a:pt x="82" y="352"/>
                  </a:lnTo>
                  <a:lnTo>
                    <a:pt x="83" y="350"/>
                  </a:lnTo>
                  <a:lnTo>
                    <a:pt x="83" y="350"/>
                  </a:lnTo>
                  <a:lnTo>
                    <a:pt x="83" y="343"/>
                  </a:lnTo>
                  <a:lnTo>
                    <a:pt x="83" y="340"/>
                  </a:lnTo>
                  <a:lnTo>
                    <a:pt x="84" y="337"/>
                  </a:lnTo>
                  <a:lnTo>
                    <a:pt x="83" y="335"/>
                  </a:lnTo>
                  <a:lnTo>
                    <a:pt x="83" y="333"/>
                  </a:lnTo>
                  <a:lnTo>
                    <a:pt x="84" y="331"/>
                  </a:lnTo>
                  <a:lnTo>
                    <a:pt x="84" y="329"/>
                  </a:lnTo>
                  <a:lnTo>
                    <a:pt x="83" y="328"/>
                  </a:lnTo>
                  <a:lnTo>
                    <a:pt x="83" y="326"/>
                  </a:lnTo>
                  <a:lnTo>
                    <a:pt x="82" y="326"/>
                  </a:lnTo>
                  <a:lnTo>
                    <a:pt x="82" y="323"/>
                  </a:lnTo>
                  <a:lnTo>
                    <a:pt x="82" y="322"/>
                  </a:lnTo>
                  <a:lnTo>
                    <a:pt x="81" y="320"/>
                  </a:lnTo>
                  <a:lnTo>
                    <a:pt x="77" y="316"/>
                  </a:lnTo>
                  <a:lnTo>
                    <a:pt x="77" y="315"/>
                  </a:lnTo>
                  <a:lnTo>
                    <a:pt x="74" y="306"/>
                  </a:lnTo>
                  <a:lnTo>
                    <a:pt x="73" y="303"/>
                  </a:lnTo>
                  <a:lnTo>
                    <a:pt x="73" y="302"/>
                  </a:lnTo>
                  <a:lnTo>
                    <a:pt x="73" y="301"/>
                  </a:lnTo>
                  <a:lnTo>
                    <a:pt x="73" y="301"/>
                  </a:lnTo>
                  <a:lnTo>
                    <a:pt x="74" y="300"/>
                  </a:lnTo>
                  <a:lnTo>
                    <a:pt x="74" y="296"/>
                  </a:lnTo>
                  <a:lnTo>
                    <a:pt x="75" y="293"/>
                  </a:lnTo>
                  <a:lnTo>
                    <a:pt x="76" y="290"/>
                  </a:lnTo>
                  <a:lnTo>
                    <a:pt x="76" y="288"/>
                  </a:lnTo>
                  <a:lnTo>
                    <a:pt x="77" y="287"/>
                  </a:lnTo>
                  <a:lnTo>
                    <a:pt x="77" y="287"/>
                  </a:lnTo>
                  <a:lnTo>
                    <a:pt x="77" y="285"/>
                  </a:lnTo>
                  <a:lnTo>
                    <a:pt x="76" y="283"/>
                  </a:lnTo>
                  <a:lnTo>
                    <a:pt x="76" y="281"/>
                  </a:lnTo>
                  <a:lnTo>
                    <a:pt x="76" y="279"/>
                  </a:lnTo>
                  <a:lnTo>
                    <a:pt x="76" y="278"/>
                  </a:lnTo>
                  <a:lnTo>
                    <a:pt x="76" y="276"/>
                  </a:lnTo>
                  <a:lnTo>
                    <a:pt x="76" y="276"/>
                  </a:lnTo>
                  <a:lnTo>
                    <a:pt x="77" y="272"/>
                  </a:lnTo>
                  <a:lnTo>
                    <a:pt x="77" y="271"/>
                  </a:lnTo>
                  <a:lnTo>
                    <a:pt x="79" y="271"/>
                  </a:lnTo>
                  <a:lnTo>
                    <a:pt x="79" y="271"/>
                  </a:lnTo>
                  <a:lnTo>
                    <a:pt x="80" y="270"/>
                  </a:lnTo>
                  <a:lnTo>
                    <a:pt x="82" y="269"/>
                  </a:lnTo>
                  <a:lnTo>
                    <a:pt x="82" y="269"/>
                  </a:lnTo>
                  <a:lnTo>
                    <a:pt x="81" y="267"/>
                  </a:lnTo>
                  <a:lnTo>
                    <a:pt x="81" y="267"/>
                  </a:lnTo>
                  <a:lnTo>
                    <a:pt x="82" y="266"/>
                  </a:lnTo>
                  <a:lnTo>
                    <a:pt x="83" y="266"/>
                  </a:lnTo>
                  <a:lnTo>
                    <a:pt x="84" y="266"/>
                  </a:lnTo>
                  <a:lnTo>
                    <a:pt x="84" y="265"/>
                  </a:lnTo>
                  <a:lnTo>
                    <a:pt x="84" y="265"/>
                  </a:lnTo>
                  <a:lnTo>
                    <a:pt x="84" y="264"/>
                  </a:lnTo>
                  <a:lnTo>
                    <a:pt x="84" y="264"/>
                  </a:lnTo>
                  <a:lnTo>
                    <a:pt x="86" y="263"/>
                  </a:lnTo>
                  <a:lnTo>
                    <a:pt x="86" y="263"/>
                  </a:lnTo>
                  <a:lnTo>
                    <a:pt x="86" y="262"/>
                  </a:lnTo>
                  <a:lnTo>
                    <a:pt x="86" y="262"/>
                  </a:lnTo>
                  <a:lnTo>
                    <a:pt x="86" y="262"/>
                  </a:lnTo>
                  <a:lnTo>
                    <a:pt x="86" y="262"/>
                  </a:lnTo>
                  <a:lnTo>
                    <a:pt x="84" y="260"/>
                  </a:lnTo>
                  <a:lnTo>
                    <a:pt x="83" y="259"/>
                  </a:lnTo>
                  <a:lnTo>
                    <a:pt x="80" y="258"/>
                  </a:lnTo>
                  <a:lnTo>
                    <a:pt x="79" y="257"/>
                  </a:lnTo>
                  <a:lnTo>
                    <a:pt x="77" y="255"/>
                  </a:lnTo>
                  <a:lnTo>
                    <a:pt x="79" y="253"/>
                  </a:lnTo>
                  <a:lnTo>
                    <a:pt x="79" y="252"/>
                  </a:lnTo>
                  <a:lnTo>
                    <a:pt x="79" y="251"/>
                  </a:lnTo>
                  <a:lnTo>
                    <a:pt x="79" y="250"/>
                  </a:lnTo>
                  <a:lnTo>
                    <a:pt x="79" y="249"/>
                  </a:lnTo>
                  <a:lnTo>
                    <a:pt x="79" y="250"/>
                  </a:lnTo>
                  <a:lnTo>
                    <a:pt x="79" y="249"/>
                  </a:lnTo>
                  <a:lnTo>
                    <a:pt x="79" y="249"/>
                  </a:lnTo>
                  <a:lnTo>
                    <a:pt x="79" y="248"/>
                  </a:lnTo>
                  <a:lnTo>
                    <a:pt x="79" y="247"/>
                  </a:lnTo>
                  <a:lnTo>
                    <a:pt x="77" y="245"/>
                  </a:lnTo>
                  <a:lnTo>
                    <a:pt x="76" y="244"/>
                  </a:lnTo>
                  <a:lnTo>
                    <a:pt x="75" y="242"/>
                  </a:lnTo>
                  <a:lnTo>
                    <a:pt x="75" y="241"/>
                  </a:lnTo>
                  <a:lnTo>
                    <a:pt x="74" y="238"/>
                  </a:lnTo>
                  <a:lnTo>
                    <a:pt x="68" y="233"/>
                  </a:lnTo>
                  <a:lnTo>
                    <a:pt x="68" y="231"/>
                  </a:lnTo>
                  <a:lnTo>
                    <a:pt x="67" y="231"/>
                  </a:lnTo>
                  <a:lnTo>
                    <a:pt x="67" y="230"/>
                  </a:lnTo>
                  <a:lnTo>
                    <a:pt x="66" y="230"/>
                  </a:lnTo>
                  <a:lnTo>
                    <a:pt x="66" y="228"/>
                  </a:lnTo>
                  <a:lnTo>
                    <a:pt x="66" y="227"/>
                  </a:lnTo>
                  <a:lnTo>
                    <a:pt x="65" y="226"/>
                  </a:lnTo>
                  <a:lnTo>
                    <a:pt x="63" y="222"/>
                  </a:lnTo>
                  <a:lnTo>
                    <a:pt x="63" y="221"/>
                  </a:lnTo>
                  <a:lnTo>
                    <a:pt x="62" y="221"/>
                  </a:lnTo>
                  <a:lnTo>
                    <a:pt x="62" y="220"/>
                  </a:lnTo>
                  <a:lnTo>
                    <a:pt x="62" y="219"/>
                  </a:lnTo>
                  <a:lnTo>
                    <a:pt x="62" y="219"/>
                  </a:lnTo>
                  <a:lnTo>
                    <a:pt x="60" y="216"/>
                  </a:lnTo>
                  <a:lnTo>
                    <a:pt x="60" y="216"/>
                  </a:lnTo>
                  <a:lnTo>
                    <a:pt x="59" y="215"/>
                  </a:lnTo>
                  <a:lnTo>
                    <a:pt x="59" y="215"/>
                  </a:lnTo>
                  <a:lnTo>
                    <a:pt x="59" y="214"/>
                  </a:lnTo>
                  <a:lnTo>
                    <a:pt x="59" y="212"/>
                  </a:lnTo>
                  <a:lnTo>
                    <a:pt x="55" y="206"/>
                  </a:lnTo>
                  <a:lnTo>
                    <a:pt x="55" y="205"/>
                  </a:lnTo>
                  <a:lnTo>
                    <a:pt x="54" y="201"/>
                  </a:lnTo>
                  <a:lnTo>
                    <a:pt x="54" y="201"/>
                  </a:lnTo>
                  <a:lnTo>
                    <a:pt x="54" y="199"/>
                  </a:lnTo>
                  <a:lnTo>
                    <a:pt x="53" y="197"/>
                  </a:lnTo>
                  <a:lnTo>
                    <a:pt x="52" y="194"/>
                  </a:lnTo>
                  <a:lnTo>
                    <a:pt x="51" y="190"/>
                  </a:lnTo>
                  <a:lnTo>
                    <a:pt x="50" y="185"/>
                  </a:lnTo>
                  <a:lnTo>
                    <a:pt x="47" y="180"/>
                  </a:lnTo>
                  <a:lnTo>
                    <a:pt x="46" y="174"/>
                  </a:lnTo>
                  <a:lnTo>
                    <a:pt x="44" y="167"/>
                  </a:lnTo>
                  <a:lnTo>
                    <a:pt x="41" y="160"/>
                  </a:lnTo>
                  <a:lnTo>
                    <a:pt x="39" y="154"/>
                  </a:lnTo>
                  <a:lnTo>
                    <a:pt x="37" y="145"/>
                  </a:lnTo>
                  <a:lnTo>
                    <a:pt x="34" y="138"/>
                  </a:lnTo>
                  <a:lnTo>
                    <a:pt x="32" y="130"/>
                  </a:lnTo>
                  <a:lnTo>
                    <a:pt x="30" y="122"/>
                  </a:lnTo>
                  <a:lnTo>
                    <a:pt x="26" y="114"/>
                  </a:lnTo>
                  <a:lnTo>
                    <a:pt x="24" y="106"/>
                  </a:lnTo>
                  <a:lnTo>
                    <a:pt x="22" y="98"/>
                  </a:lnTo>
                  <a:lnTo>
                    <a:pt x="19" y="90"/>
                  </a:lnTo>
                  <a:lnTo>
                    <a:pt x="17" y="81"/>
                  </a:lnTo>
                  <a:lnTo>
                    <a:pt x="15" y="73"/>
                  </a:lnTo>
                  <a:lnTo>
                    <a:pt x="12" y="66"/>
                  </a:lnTo>
                  <a:lnTo>
                    <a:pt x="10" y="59"/>
                  </a:lnTo>
                  <a:lnTo>
                    <a:pt x="8" y="54"/>
                  </a:lnTo>
                  <a:lnTo>
                    <a:pt x="7" y="48"/>
                  </a:lnTo>
                  <a:lnTo>
                    <a:pt x="4" y="42"/>
                  </a:lnTo>
                  <a:lnTo>
                    <a:pt x="3" y="37"/>
                  </a:lnTo>
                  <a:lnTo>
                    <a:pt x="2" y="34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9" y="24"/>
                  </a:lnTo>
                  <a:lnTo>
                    <a:pt x="18" y="23"/>
                  </a:lnTo>
                  <a:lnTo>
                    <a:pt x="27" y="22"/>
                  </a:lnTo>
                  <a:lnTo>
                    <a:pt x="37" y="21"/>
                  </a:lnTo>
                  <a:lnTo>
                    <a:pt x="46" y="20"/>
                  </a:lnTo>
                  <a:lnTo>
                    <a:pt x="55" y="19"/>
                  </a:lnTo>
                  <a:lnTo>
                    <a:pt x="63" y="17"/>
                  </a:lnTo>
                  <a:lnTo>
                    <a:pt x="73" y="16"/>
                  </a:lnTo>
                  <a:lnTo>
                    <a:pt x="75" y="15"/>
                  </a:lnTo>
                  <a:lnTo>
                    <a:pt x="76" y="15"/>
                  </a:lnTo>
                  <a:lnTo>
                    <a:pt x="81" y="15"/>
                  </a:lnTo>
                  <a:lnTo>
                    <a:pt x="88" y="14"/>
                  </a:lnTo>
                  <a:lnTo>
                    <a:pt x="95" y="14"/>
                  </a:lnTo>
                  <a:lnTo>
                    <a:pt x="101" y="13"/>
                  </a:lnTo>
                  <a:lnTo>
                    <a:pt x="105" y="12"/>
                  </a:lnTo>
                  <a:lnTo>
                    <a:pt x="111" y="12"/>
                  </a:lnTo>
                  <a:lnTo>
                    <a:pt x="117" y="11"/>
                  </a:lnTo>
                  <a:lnTo>
                    <a:pt x="123" y="9"/>
                  </a:lnTo>
                  <a:lnTo>
                    <a:pt x="133" y="8"/>
                  </a:lnTo>
                  <a:lnTo>
                    <a:pt x="139" y="7"/>
                  </a:lnTo>
                  <a:lnTo>
                    <a:pt x="145" y="6"/>
                  </a:lnTo>
                  <a:lnTo>
                    <a:pt x="149" y="5"/>
                  </a:lnTo>
                  <a:lnTo>
                    <a:pt x="155" y="5"/>
                  </a:lnTo>
                  <a:lnTo>
                    <a:pt x="161" y="4"/>
                  </a:lnTo>
                  <a:lnTo>
                    <a:pt x="167" y="2"/>
                  </a:lnTo>
                  <a:lnTo>
                    <a:pt x="172" y="1"/>
                  </a:lnTo>
                  <a:lnTo>
                    <a:pt x="177" y="0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3095625" y="3038475"/>
              <a:ext cx="533400" cy="466725"/>
            </a:xfrm>
            <a:custGeom>
              <a:avLst/>
              <a:gdLst>
                <a:gd name="T0" fmla="*/ 452 w 673"/>
                <a:gd name="T1" fmla="*/ 558 h 587"/>
                <a:gd name="T2" fmla="*/ 542 w 673"/>
                <a:gd name="T3" fmla="*/ 550 h 587"/>
                <a:gd name="T4" fmla="*/ 545 w 673"/>
                <a:gd name="T5" fmla="*/ 547 h 587"/>
                <a:gd name="T6" fmla="*/ 555 w 673"/>
                <a:gd name="T7" fmla="*/ 541 h 587"/>
                <a:gd name="T8" fmla="*/ 562 w 673"/>
                <a:gd name="T9" fmla="*/ 539 h 587"/>
                <a:gd name="T10" fmla="*/ 597 w 673"/>
                <a:gd name="T11" fmla="*/ 525 h 587"/>
                <a:gd name="T12" fmla="*/ 617 w 673"/>
                <a:gd name="T13" fmla="*/ 515 h 587"/>
                <a:gd name="T14" fmla="*/ 616 w 673"/>
                <a:gd name="T15" fmla="*/ 495 h 587"/>
                <a:gd name="T16" fmla="*/ 637 w 673"/>
                <a:gd name="T17" fmla="*/ 485 h 587"/>
                <a:gd name="T18" fmla="*/ 595 w 673"/>
                <a:gd name="T19" fmla="*/ 479 h 587"/>
                <a:gd name="T20" fmla="*/ 583 w 673"/>
                <a:gd name="T21" fmla="*/ 475 h 587"/>
                <a:gd name="T22" fmla="*/ 630 w 673"/>
                <a:gd name="T23" fmla="*/ 501 h 587"/>
                <a:gd name="T24" fmla="*/ 654 w 673"/>
                <a:gd name="T25" fmla="*/ 448 h 587"/>
                <a:gd name="T26" fmla="*/ 552 w 673"/>
                <a:gd name="T27" fmla="*/ 437 h 587"/>
                <a:gd name="T28" fmla="*/ 542 w 673"/>
                <a:gd name="T29" fmla="*/ 435 h 587"/>
                <a:gd name="T30" fmla="*/ 652 w 673"/>
                <a:gd name="T31" fmla="*/ 429 h 587"/>
                <a:gd name="T32" fmla="*/ 474 w 673"/>
                <a:gd name="T33" fmla="*/ 377 h 587"/>
                <a:gd name="T34" fmla="*/ 468 w 673"/>
                <a:gd name="T35" fmla="*/ 360 h 587"/>
                <a:gd name="T36" fmla="*/ 597 w 673"/>
                <a:gd name="T37" fmla="*/ 242 h 587"/>
                <a:gd name="T38" fmla="*/ 577 w 673"/>
                <a:gd name="T39" fmla="*/ 216 h 587"/>
                <a:gd name="T40" fmla="*/ 410 w 673"/>
                <a:gd name="T41" fmla="*/ 195 h 587"/>
                <a:gd name="T42" fmla="*/ 405 w 673"/>
                <a:gd name="T43" fmla="*/ 187 h 587"/>
                <a:gd name="T44" fmla="*/ 410 w 673"/>
                <a:gd name="T45" fmla="*/ 184 h 587"/>
                <a:gd name="T46" fmla="*/ 567 w 673"/>
                <a:gd name="T47" fmla="*/ 181 h 587"/>
                <a:gd name="T48" fmla="*/ 202 w 673"/>
                <a:gd name="T49" fmla="*/ 138 h 587"/>
                <a:gd name="T50" fmla="*/ 90 w 673"/>
                <a:gd name="T51" fmla="*/ 87 h 587"/>
                <a:gd name="T52" fmla="*/ 469 w 673"/>
                <a:gd name="T53" fmla="*/ 3 h 587"/>
                <a:gd name="T54" fmla="*/ 482 w 673"/>
                <a:gd name="T55" fmla="*/ 30 h 587"/>
                <a:gd name="T56" fmla="*/ 576 w 673"/>
                <a:gd name="T57" fmla="*/ 182 h 587"/>
                <a:gd name="T58" fmla="*/ 568 w 673"/>
                <a:gd name="T59" fmla="*/ 179 h 587"/>
                <a:gd name="T60" fmla="*/ 619 w 673"/>
                <a:gd name="T61" fmla="*/ 298 h 587"/>
                <a:gd name="T62" fmla="*/ 649 w 673"/>
                <a:gd name="T63" fmla="*/ 394 h 587"/>
                <a:gd name="T64" fmla="*/ 639 w 673"/>
                <a:gd name="T65" fmla="*/ 472 h 587"/>
                <a:gd name="T66" fmla="*/ 625 w 673"/>
                <a:gd name="T67" fmla="*/ 479 h 587"/>
                <a:gd name="T68" fmla="*/ 578 w 673"/>
                <a:gd name="T69" fmla="*/ 481 h 587"/>
                <a:gd name="T70" fmla="*/ 570 w 673"/>
                <a:gd name="T71" fmla="*/ 456 h 587"/>
                <a:gd name="T72" fmla="*/ 532 w 673"/>
                <a:gd name="T73" fmla="*/ 427 h 587"/>
                <a:gd name="T74" fmla="*/ 511 w 673"/>
                <a:gd name="T75" fmla="*/ 403 h 587"/>
                <a:gd name="T76" fmla="*/ 504 w 673"/>
                <a:gd name="T77" fmla="*/ 366 h 587"/>
                <a:gd name="T78" fmla="*/ 488 w 673"/>
                <a:gd name="T79" fmla="*/ 343 h 587"/>
                <a:gd name="T80" fmla="*/ 474 w 673"/>
                <a:gd name="T81" fmla="*/ 359 h 587"/>
                <a:gd name="T82" fmla="*/ 439 w 673"/>
                <a:gd name="T83" fmla="*/ 321 h 587"/>
                <a:gd name="T84" fmla="*/ 432 w 673"/>
                <a:gd name="T85" fmla="*/ 296 h 587"/>
                <a:gd name="T86" fmla="*/ 422 w 673"/>
                <a:gd name="T87" fmla="*/ 258 h 587"/>
                <a:gd name="T88" fmla="*/ 420 w 673"/>
                <a:gd name="T89" fmla="*/ 282 h 587"/>
                <a:gd name="T90" fmla="*/ 410 w 673"/>
                <a:gd name="T91" fmla="*/ 241 h 587"/>
                <a:gd name="T92" fmla="*/ 409 w 673"/>
                <a:gd name="T93" fmla="*/ 179 h 587"/>
                <a:gd name="T94" fmla="*/ 372 w 673"/>
                <a:gd name="T95" fmla="*/ 155 h 587"/>
                <a:gd name="T96" fmla="*/ 324 w 673"/>
                <a:gd name="T97" fmla="*/ 110 h 587"/>
                <a:gd name="T98" fmla="*/ 264 w 673"/>
                <a:gd name="T99" fmla="*/ 94 h 587"/>
                <a:gd name="T100" fmla="*/ 252 w 673"/>
                <a:gd name="T101" fmla="*/ 110 h 587"/>
                <a:gd name="T102" fmla="*/ 185 w 673"/>
                <a:gd name="T103" fmla="*/ 132 h 587"/>
                <a:gd name="T104" fmla="*/ 179 w 673"/>
                <a:gd name="T105" fmla="*/ 109 h 587"/>
                <a:gd name="T106" fmla="*/ 161 w 673"/>
                <a:gd name="T107" fmla="*/ 93 h 587"/>
                <a:gd name="T108" fmla="*/ 154 w 673"/>
                <a:gd name="T109" fmla="*/ 102 h 587"/>
                <a:gd name="T110" fmla="*/ 121 w 673"/>
                <a:gd name="T111" fmla="*/ 82 h 587"/>
                <a:gd name="T112" fmla="*/ 83 w 673"/>
                <a:gd name="T113" fmla="*/ 87 h 587"/>
                <a:gd name="T114" fmla="*/ 50 w 673"/>
                <a:gd name="T115" fmla="*/ 76 h 587"/>
                <a:gd name="T116" fmla="*/ 30 w 673"/>
                <a:gd name="T117" fmla="*/ 100 h 587"/>
                <a:gd name="T118" fmla="*/ 20 w 673"/>
                <a:gd name="T119" fmla="*/ 77 h 587"/>
                <a:gd name="T120" fmla="*/ 201 w 673"/>
                <a:gd name="T121" fmla="*/ 22 h 587"/>
                <a:gd name="T122" fmla="*/ 413 w 673"/>
                <a:gd name="T123" fmla="*/ 27 h 587"/>
                <a:gd name="T124" fmla="*/ 433 w 673"/>
                <a:gd name="T125" fmla="*/ 21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3" h="587">
                  <a:moveTo>
                    <a:pt x="656" y="586"/>
                  </a:moveTo>
                  <a:lnTo>
                    <a:pt x="656" y="587"/>
                  </a:lnTo>
                  <a:lnTo>
                    <a:pt x="656" y="587"/>
                  </a:lnTo>
                  <a:lnTo>
                    <a:pt x="656" y="587"/>
                  </a:lnTo>
                  <a:lnTo>
                    <a:pt x="656" y="586"/>
                  </a:lnTo>
                  <a:close/>
                  <a:moveTo>
                    <a:pt x="663" y="582"/>
                  </a:moveTo>
                  <a:lnTo>
                    <a:pt x="663" y="582"/>
                  </a:lnTo>
                  <a:lnTo>
                    <a:pt x="663" y="582"/>
                  </a:lnTo>
                  <a:lnTo>
                    <a:pt x="663" y="582"/>
                  </a:lnTo>
                  <a:close/>
                  <a:moveTo>
                    <a:pt x="664" y="581"/>
                  </a:moveTo>
                  <a:lnTo>
                    <a:pt x="664" y="581"/>
                  </a:lnTo>
                  <a:lnTo>
                    <a:pt x="664" y="582"/>
                  </a:lnTo>
                  <a:lnTo>
                    <a:pt x="664" y="581"/>
                  </a:lnTo>
                  <a:close/>
                  <a:moveTo>
                    <a:pt x="669" y="579"/>
                  </a:moveTo>
                  <a:lnTo>
                    <a:pt x="669" y="579"/>
                  </a:lnTo>
                  <a:lnTo>
                    <a:pt x="669" y="579"/>
                  </a:lnTo>
                  <a:lnTo>
                    <a:pt x="669" y="579"/>
                  </a:lnTo>
                  <a:close/>
                  <a:moveTo>
                    <a:pt x="673" y="578"/>
                  </a:moveTo>
                  <a:lnTo>
                    <a:pt x="673" y="578"/>
                  </a:lnTo>
                  <a:lnTo>
                    <a:pt x="671" y="579"/>
                  </a:lnTo>
                  <a:lnTo>
                    <a:pt x="673" y="578"/>
                  </a:lnTo>
                  <a:close/>
                  <a:moveTo>
                    <a:pt x="451" y="560"/>
                  </a:moveTo>
                  <a:lnTo>
                    <a:pt x="451" y="560"/>
                  </a:lnTo>
                  <a:lnTo>
                    <a:pt x="451" y="560"/>
                  </a:lnTo>
                  <a:lnTo>
                    <a:pt x="451" y="560"/>
                  </a:lnTo>
                  <a:close/>
                  <a:moveTo>
                    <a:pt x="449" y="560"/>
                  </a:moveTo>
                  <a:lnTo>
                    <a:pt x="449" y="560"/>
                  </a:lnTo>
                  <a:lnTo>
                    <a:pt x="449" y="560"/>
                  </a:lnTo>
                  <a:lnTo>
                    <a:pt x="449" y="560"/>
                  </a:lnTo>
                  <a:close/>
                  <a:moveTo>
                    <a:pt x="446" y="560"/>
                  </a:moveTo>
                  <a:lnTo>
                    <a:pt x="446" y="560"/>
                  </a:lnTo>
                  <a:lnTo>
                    <a:pt x="446" y="560"/>
                  </a:lnTo>
                  <a:lnTo>
                    <a:pt x="446" y="560"/>
                  </a:lnTo>
                  <a:close/>
                  <a:moveTo>
                    <a:pt x="451" y="559"/>
                  </a:moveTo>
                  <a:lnTo>
                    <a:pt x="451" y="560"/>
                  </a:lnTo>
                  <a:lnTo>
                    <a:pt x="451" y="560"/>
                  </a:lnTo>
                  <a:lnTo>
                    <a:pt x="451" y="559"/>
                  </a:lnTo>
                  <a:close/>
                  <a:moveTo>
                    <a:pt x="452" y="558"/>
                  </a:moveTo>
                  <a:lnTo>
                    <a:pt x="452" y="558"/>
                  </a:lnTo>
                  <a:lnTo>
                    <a:pt x="452" y="558"/>
                  </a:lnTo>
                  <a:lnTo>
                    <a:pt x="452" y="558"/>
                  </a:lnTo>
                  <a:lnTo>
                    <a:pt x="452" y="558"/>
                  </a:lnTo>
                  <a:lnTo>
                    <a:pt x="452" y="558"/>
                  </a:lnTo>
                  <a:lnTo>
                    <a:pt x="452" y="558"/>
                  </a:lnTo>
                  <a:lnTo>
                    <a:pt x="452" y="558"/>
                  </a:lnTo>
                  <a:close/>
                  <a:moveTo>
                    <a:pt x="510" y="557"/>
                  </a:moveTo>
                  <a:lnTo>
                    <a:pt x="510" y="557"/>
                  </a:lnTo>
                  <a:lnTo>
                    <a:pt x="510" y="557"/>
                  </a:lnTo>
                  <a:lnTo>
                    <a:pt x="510" y="557"/>
                  </a:lnTo>
                  <a:lnTo>
                    <a:pt x="510" y="558"/>
                  </a:lnTo>
                  <a:lnTo>
                    <a:pt x="510" y="557"/>
                  </a:lnTo>
                  <a:lnTo>
                    <a:pt x="510" y="557"/>
                  </a:lnTo>
                  <a:lnTo>
                    <a:pt x="510" y="557"/>
                  </a:lnTo>
                  <a:close/>
                  <a:moveTo>
                    <a:pt x="509" y="557"/>
                  </a:moveTo>
                  <a:lnTo>
                    <a:pt x="509" y="557"/>
                  </a:lnTo>
                  <a:lnTo>
                    <a:pt x="509" y="558"/>
                  </a:lnTo>
                  <a:lnTo>
                    <a:pt x="509" y="557"/>
                  </a:lnTo>
                  <a:lnTo>
                    <a:pt x="509" y="557"/>
                  </a:lnTo>
                  <a:close/>
                  <a:moveTo>
                    <a:pt x="512" y="556"/>
                  </a:moveTo>
                  <a:lnTo>
                    <a:pt x="512" y="557"/>
                  </a:lnTo>
                  <a:lnTo>
                    <a:pt x="511" y="557"/>
                  </a:lnTo>
                  <a:lnTo>
                    <a:pt x="511" y="557"/>
                  </a:lnTo>
                  <a:lnTo>
                    <a:pt x="512" y="557"/>
                  </a:lnTo>
                  <a:lnTo>
                    <a:pt x="512" y="556"/>
                  </a:lnTo>
                  <a:close/>
                  <a:moveTo>
                    <a:pt x="509" y="556"/>
                  </a:moveTo>
                  <a:lnTo>
                    <a:pt x="509" y="557"/>
                  </a:lnTo>
                  <a:lnTo>
                    <a:pt x="509" y="557"/>
                  </a:lnTo>
                  <a:lnTo>
                    <a:pt x="509" y="556"/>
                  </a:lnTo>
                  <a:close/>
                  <a:moveTo>
                    <a:pt x="509" y="556"/>
                  </a:moveTo>
                  <a:lnTo>
                    <a:pt x="509" y="556"/>
                  </a:lnTo>
                  <a:lnTo>
                    <a:pt x="509" y="556"/>
                  </a:lnTo>
                  <a:lnTo>
                    <a:pt x="509" y="556"/>
                  </a:lnTo>
                  <a:close/>
                  <a:moveTo>
                    <a:pt x="511" y="553"/>
                  </a:moveTo>
                  <a:lnTo>
                    <a:pt x="512" y="553"/>
                  </a:lnTo>
                  <a:lnTo>
                    <a:pt x="512" y="553"/>
                  </a:lnTo>
                  <a:lnTo>
                    <a:pt x="513" y="554"/>
                  </a:lnTo>
                  <a:lnTo>
                    <a:pt x="513" y="556"/>
                  </a:lnTo>
                  <a:lnTo>
                    <a:pt x="512" y="554"/>
                  </a:lnTo>
                  <a:lnTo>
                    <a:pt x="512" y="553"/>
                  </a:lnTo>
                  <a:lnTo>
                    <a:pt x="511" y="553"/>
                  </a:lnTo>
                  <a:lnTo>
                    <a:pt x="511" y="553"/>
                  </a:lnTo>
                  <a:lnTo>
                    <a:pt x="510" y="553"/>
                  </a:lnTo>
                  <a:lnTo>
                    <a:pt x="510" y="553"/>
                  </a:lnTo>
                  <a:lnTo>
                    <a:pt x="510" y="553"/>
                  </a:lnTo>
                  <a:lnTo>
                    <a:pt x="511" y="553"/>
                  </a:lnTo>
                  <a:close/>
                  <a:moveTo>
                    <a:pt x="542" y="550"/>
                  </a:moveTo>
                  <a:lnTo>
                    <a:pt x="542" y="550"/>
                  </a:lnTo>
                  <a:lnTo>
                    <a:pt x="542" y="550"/>
                  </a:lnTo>
                  <a:lnTo>
                    <a:pt x="544" y="550"/>
                  </a:lnTo>
                  <a:lnTo>
                    <a:pt x="544" y="551"/>
                  </a:lnTo>
                  <a:lnTo>
                    <a:pt x="544" y="551"/>
                  </a:lnTo>
                  <a:lnTo>
                    <a:pt x="544" y="551"/>
                  </a:lnTo>
                  <a:lnTo>
                    <a:pt x="544" y="551"/>
                  </a:lnTo>
                  <a:lnTo>
                    <a:pt x="542" y="551"/>
                  </a:lnTo>
                  <a:lnTo>
                    <a:pt x="542" y="551"/>
                  </a:lnTo>
                  <a:lnTo>
                    <a:pt x="542" y="550"/>
                  </a:lnTo>
                  <a:lnTo>
                    <a:pt x="542" y="551"/>
                  </a:lnTo>
                  <a:lnTo>
                    <a:pt x="542" y="551"/>
                  </a:lnTo>
                  <a:lnTo>
                    <a:pt x="542" y="550"/>
                  </a:lnTo>
                  <a:lnTo>
                    <a:pt x="541" y="551"/>
                  </a:lnTo>
                  <a:lnTo>
                    <a:pt x="541" y="551"/>
                  </a:lnTo>
                  <a:lnTo>
                    <a:pt x="541" y="552"/>
                  </a:lnTo>
                  <a:lnTo>
                    <a:pt x="540" y="553"/>
                  </a:lnTo>
                  <a:lnTo>
                    <a:pt x="538" y="553"/>
                  </a:lnTo>
                  <a:lnTo>
                    <a:pt x="538" y="553"/>
                  </a:lnTo>
                  <a:lnTo>
                    <a:pt x="538" y="553"/>
                  </a:lnTo>
                  <a:lnTo>
                    <a:pt x="538" y="552"/>
                  </a:lnTo>
                  <a:lnTo>
                    <a:pt x="538" y="552"/>
                  </a:lnTo>
                  <a:lnTo>
                    <a:pt x="539" y="552"/>
                  </a:lnTo>
                  <a:lnTo>
                    <a:pt x="540" y="552"/>
                  </a:lnTo>
                  <a:lnTo>
                    <a:pt x="540" y="551"/>
                  </a:lnTo>
                  <a:lnTo>
                    <a:pt x="541" y="550"/>
                  </a:lnTo>
                  <a:lnTo>
                    <a:pt x="542" y="550"/>
                  </a:lnTo>
                  <a:close/>
                  <a:moveTo>
                    <a:pt x="549" y="546"/>
                  </a:moveTo>
                  <a:lnTo>
                    <a:pt x="549" y="546"/>
                  </a:lnTo>
                  <a:lnTo>
                    <a:pt x="549" y="546"/>
                  </a:lnTo>
                  <a:lnTo>
                    <a:pt x="549" y="546"/>
                  </a:lnTo>
                  <a:lnTo>
                    <a:pt x="551" y="549"/>
                  </a:lnTo>
                  <a:lnTo>
                    <a:pt x="545" y="551"/>
                  </a:lnTo>
                  <a:lnTo>
                    <a:pt x="545" y="551"/>
                  </a:lnTo>
                  <a:lnTo>
                    <a:pt x="545" y="551"/>
                  </a:lnTo>
                  <a:lnTo>
                    <a:pt x="545" y="551"/>
                  </a:lnTo>
                  <a:lnTo>
                    <a:pt x="545" y="550"/>
                  </a:lnTo>
                  <a:lnTo>
                    <a:pt x="545" y="549"/>
                  </a:lnTo>
                  <a:lnTo>
                    <a:pt x="545" y="549"/>
                  </a:lnTo>
                  <a:lnTo>
                    <a:pt x="545" y="549"/>
                  </a:lnTo>
                  <a:lnTo>
                    <a:pt x="545" y="547"/>
                  </a:lnTo>
                  <a:lnTo>
                    <a:pt x="545" y="547"/>
                  </a:lnTo>
                  <a:lnTo>
                    <a:pt x="545" y="547"/>
                  </a:lnTo>
                  <a:lnTo>
                    <a:pt x="546" y="547"/>
                  </a:lnTo>
                  <a:lnTo>
                    <a:pt x="546" y="547"/>
                  </a:lnTo>
                  <a:lnTo>
                    <a:pt x="547" y="547"/>
                  </a:lnTo>
                  <a:lnTo>
                    <a:pt x="549" y="546"/>
                  </a:lnTo>
                  <a:close/>
                  <a:moveTo>
                    <a:pt x="554" y="541"/>
                  </a:moveTo>
                  <a:lnTo>
                    <a:pt x="555" y="541"/>
                  </a:lnTo>
                  <a:lnTo>
                    <a:pt x="555" y="541"/>
                  </a:lnTo>
                  <a:lnTo>
                    <a:pt x="554" y="541"/>
                  </a:lnTo>
                  <a:close/>
                  <a:moveTo>
                    <a:pt x="568" y="538"/>
                  </a:moveTo>
                  <a:lnTo>
                    <a:pt x="568" y="538"/>
                  </a:lnTo>
                  <a:lnTo>
                    <a:pt x="568" y="539"/>
                  </a:lnTo>
                  <a:lnTo>
                    <a:pt x="568" y="538"/>
                  </a:lnTo>
                  <a:lnTo>
                    <a:pt x="567" y="538"/>
                  </a:lnTo>
                  <a:lnTo>
                    <a:pt x="568" y="538"/>
                  </a:lnTo>
                  <a:close/>
                  <a:moveTo>
                    <a:pt x="556" y="537"/>
                  </a:moveTo>
                  <a:lnTo>
                    <a:pt x="556" y="537"/>
                  </a:lnTo>
                  <a:lnTo>
                    <a:pt x="556" y="537"/>
                  </a:lnTo>
                  <a:lnTo>
                    <a:pt x="556" y="537"/>
                  </a:lnTo>
                  <a:lnTo>
                    <a:pt x="556" y="537"/>
                  </a:lnTo>
                  <a:lnTo>
                    <a:pt x="556" y="537"/>
                  </a:lnTo>
                  <a:lnTo>
                    <a:pt x="556" y="537"/>
                  </a:lnTo>
                  <a:lnTo>
                    <a:pt x="558" y="538"/>
                  </a:lnTo>
                  <a:lnTo>
                    <a:pt x="561" y="541"/>
                  </a:lnTo>
                  <a:lnTo>
                    <a:pt x="561" y="542"/>
                  </a:lnTo>
                  <a:lnTo>
                    <a:pt x="559" y="543"/>
                  </a:lnTo>
                  <a:lnTo>
                    <a:pt x="556" y="545"/>
                  </a:lnTo>
                  <a:lnTo>
                    <a:pt x="552" y="547"/>
                  </a:lnTo>
                  <a:lnTo>
                    <a:pt x="552" y="547"/>
                  </a:lnTo>
                  <a:lnTo>
                    <a:pt x="551" y="547"/>
                  </a:lnTo>
                  <a:lnTo>
                    <a:pt x="551" y="546"/>
                  </a:lnTo>
                  <a:lnTo>
                    <a:pt x="553" y="545"/>
                  </a:lnTo>
                  <a:lnTo>
                    <a:pt x="553" y="545"/>
                  </a:lnTo>
                  <a:lnTo>
                    <a:pt x="553" y="545"/>
                  </a:lnTo>
                  <a:lnTo>
                    <a:pt x="554" y="545"/>
                  </a:lnTo>
                  <a:lnTo>
                    <a:pt x="555" y="544"/>
                  </a:lnTo>
                  <a:lnTo>
                    <a:pt x="556" y="544"/>
                  </a:lnTo>
                  <a:lnTo>
                    <a:pt x="556" y="543"/>
                  </a:lnTo>
                  <a:lnTo>
                    <a:pt x="556" y="543"/>
                  </a:lnTo>
                  <a:lnTo>
                    <a:pt x="558" y="542"/>
                  </a:lnTo>
                  <a:lnTo>
                    <a:pt x="555" y="542"/>
                  </a:lnTo>
                  <a:lnTo>
                    <a:pt x="555" y="542"/>
                  </a:lnTo>
                  <a:lnTo>
                    <a:pt x="555" y="541"/>
                  </a:lnTo>
                  <a:lnTo>
                    <a:pt x="555" y="541"/>
                  </a:lnTo>
                  <a:lnTo>
                    <a:pt x="555" y="541"/>
                  </a:lnTo>
                  <a:lnTo>
                    <a:pt x="558" y="541"/>
                  </a:lnTo>
                  <a:lnTo>
                    <a:pt x="559" y="542"/>
                  </a:lnTo>
                  <a:lnTo>
                    <a:pt x="559" y="542"/>
                  </a:lnTo>
                  <a:lnTo>
                    <a:pt x="559" y="543"/>
                  </a:lnTo>
                  <a:lnTo>
                    <a:pt x="560" y="543"/>
                  </a:lnTo>
                  <a:lnTo>
                    <a:pt x="560" y="542"/>
                  </a:lnTo>
                  <a:lnTo>
                    <a:pt x="559" y="541"/>
                  </a:lnTo>
                  <a:lnTo>
                    <a:pt x="559" y="541"/>
                  </a:lnTo>
                  <a:lnTo>
                    <a:pt x="556" y="541"/>
                  </a:lnTo>
                  <a:lnTo>
                    <a:pt x="556" y="541"/>
                  </a:lnTo>
                  <a:lnTo>
                    <a:pt x="556" y="539"/>
                  </a:lnTo>
                  <a:lnTo>
                    <a:pt x="558" y="539"/>
                  </a:lnTo>
                  <a:lnTo>
                    <a:pt x="556" y="539"/>
                  </a:lnTo>
                  <a:lnTo>
                    <a:pt x="556" y="538"/>
                  </a:lnTo>
                  <a:lnTo>
                    <a:pt x="555" y="538"/>
                  </a:lnTo>
                  <a:lnTo>
                    <a:pt x="555" y="538"/>
                  </a:lnTo>
                  <a:lnTo>
                    <a:pt x="555" y="538"/>
                  </a:lnTo>
                  <a:lnTo>
                    <a:pt x="555" y="537"/>
                  </a:lnTo>
                  <a:lnTo>
                    <a:pt x="556" y="537"/>
                  </a:lnTo>
                  <a:close/>
                  <a:moveTo>
                    <a:pt x="564" y="536"/>
                  </a:moveTo>
                  <a:lnTo>
                    <a:pt x="566" y="537"/>
                  </a:lnTo>
                  <a:lnTo>
                    <a:pt x="566" y="538"/>
                  </a:lnTo>
                  <a:lnTo>
                    <a:pt x="566" y="539"/>
                  </a:lnTo>
                  <a:lnTo>
                    <a:pt x="566" y="539"/>
                  </a:lnTo>
                  <a:lnTo>
                    <a:pt x="566" y="538"/>
                  </a:lnTo>
                  <a:lnTo>
                    <a:pt x="564" y="538"/>
                  </a:lnTo>
                  <a:lnTo>
                    <a:pt x="564" y="537"/>
                  </a:lnTo>
                  <a:lnTo>
                    <a:pt x="564" y="537"/>
                  </a:lnTo>
                  <a:lnTo>
                    <a:pt x="564" y="537"/>
                  </a:lnTo>
                  <a:lnTo>
                    <a:pt x="564" y="537"/>
                  </a:lnTo>
                  <a:lnTo>
                    <a:pt x="564" y="536"/>
                  </a:lnTo>
                  <a:lnTo>
                    <a:pt x="564" y="536"/>
                  </a:lnTo>
                  <a:close/>
                  <a:moveTo>
                    <a:pt x="560" y="536"/>
                  </a:moveTo>
                  <a:lnTo>
                    <a:pt x="560" y="536"/>
                  </a:lnTo>
                  <a:lnTo>
                    <a:pt x="561" y="536"/>
                  </a:lnTo>
                  <a:lnTo>
                    <a:pt x="561" y="536"/>
                  </a:lnTo>
                  <a:lnTo>
                    <a:pt x="562" y="536"/>
                  </a:lnTo>
                  <a:lnTo>
                    <a:pt x="562" y="537"/>
                  </a:lnTo>
                  <a:lnTo>
                    <a:pt x="562" y="537"/>
                  </a:lnTo>
                  <a:lnTo>
                    <a:pt x="563" y="539"/>
                  </a:lnTo>
                  <a:lnTo>
                    <a:pt x="562" y="539"/>
                  </a:lnTo>
                  <a:lnTo>
                    <a:pt x="562" y="539"/>
                  </a:lnTo>
                  <a:lnTo>
                    <a:pt x="562" y="538"/>
                  </a:lnTo>
                  <a:lnTo>
                    <a:pt x="561" y="538"/>
                  </a:lnTo>
                  <a:lnTo>
                    <a:pt x="561" y="538"/>
                  </a:lnTo>
                  <a:lnTo>
                    <a:pt x="561" y="539"/>
                  </a:lnTo>
                  <a:lnTo>
                    <a:pt x="560" y="539"/>
                  </a:lnTo>
                  <a:lnTo>
                    <a:pt x="560" y="539"/>
                  </a:lnTo>
                  <a:lnTo>
                    <a:pt x="560" y="538"/>
                  </a:lnTo>
                  <a:lnTo>
                    <a:pt x="559" y="538"/>
                  </a:lnTo>
                  <a:lnTo>
                    <a:pt x="559" y="537"/>
                  </a:lnTo>
                  <a:lnTo>
                    <a:pt x="559" y="536"/>
                  </a:lnTo>
                  <a:lnTo>
                    <a:pt x="560" y="536"/>
                  </a:lnTo>
                  <a:close/>
                  <a:moveTo>
                    <a:pt x="581" y="535"/>
                  </a:moveTo>
                  <a:lnTo>
                    <a:pt x="581" y="535"/>
                  </a:lnTo>
                  <a:lnTo>
                    <a:pt x="580" y="536"/>
                  </a:lnTo>
                  <a:lnTo>
                    <a:pt x="580" y="536"/>
                  </a:lnTo>
                  <a:lnTo>
                    <a:pt x="580" y="536"/>
                  </a:lnTo>
                  <a:lnTo>
                    <a:pt x="580" y="535"/>
                  </a:lnTo>
                  <a:lnTo>
                    <a:pt x="581" y="535"/>
                  </a:lnTo>
                  <a:close/>
                  <a:moveTo>
                    <a:pt x="574" y="532"/>
                  </a:moveTo>
                  <a:lnTo>
                    <a:pt x="575" y="534"/>
                  </a:lnTo>
                  <a:lnTo>
                    <a:pt x="576" y="535"/>
                  </a:lnTo>
                  <a:lnTo>
                    <a:pt x="576" y="535"/>
                  </a:lnTo>
                  <a:lnTo>
                    <a:pt x="575" y="535"/>
                  </a:lnTo>
                  <a:lnTo>
                    <a:pt x="574" y="534"/>
                  </a:lnTo>
                  <a:lnTo>
                    <a:pt x="574" y="534"/>
                  </a:lnTo>
                  <a:lnTo>
                    <a:pt x="574" y="534"/>
                  </a:lnTo>
                  <a:lnTo>
                    <a:pt x="574" y="532"/>
                  </a:lnTo>
                  <a:lnTo>
                    <a:pt x="574" y="532"/>
                  </a:lnTo>
                  <a:close/>
                  <a:moveTo>
                    <a:pt x="566" y="530"/>
                  </a:moveTo>
                  <a:lnTo>
                    <a:pt x="566" y="530"/>
                  </a:lnTo>
                  <a:lnTo>
                    <a:pt x="566" y="530"/>
                  </a:lnTo>
                  <a:lnTo>
                    <a:pt x="566" y="530"/>
                  </a:lnTo>
                  <a:lnTo>
                    <a:pt x="566" y="530"/>
                  </a:lnTo>
                  <a:lnTo>
                    <a:pt x="567" y="530"/>
                  </a:lnTo>
                  <a:lnTo>
                    <a:pt x="569" y="531"/>
                  </a:lnTo>
                  <a:lnTo>
                    <a:pt x="573" y="535"/>
                  </a:lnTo>
                  <a:lnTo>
                    <a:pt x="574" y="538"/>
                  </a:lnTo>
                  <a:lnTo>
                    <a:pt x="573" y="539"/>
                  </a:lnTo>
                  <a:lnTo>
                    <a:pt x="573" y="539"/>
                  </a:lnTo>
                  <a:lnTo>
                    <a:pt x="573" y="539"/>
                  </a:lnTo>
                  <a:lnTo>
                    <a:pt x="571" y="537"/>
                  </a:lnTo>
                  <a:lnTo>
                    <a:pt x="566" y="530"/>
                  </a:lnTo>
                  <a:close/>
                  <a:moveTo>
                    <a:pt x="597" y="525"/>
                  </a:moveTo>
                  <a:lnTo>
                    <a:pt x="597" y="525"/>
                  </a:lnTo>
                  <a:lnTo>
                    <a:pt x="597" y="525"/>
                  </a:lnTo>
                  <a:lnTo>
                    <a:pt x="597" y="527"/>
                  </a:lnTo>
                  <a:lnTo>
                    <a:pt x="597" y="527"/>
                  </a:lnTo>
                  <a:lnTo>
                    <a:pt x="596" y="528"/>
                  </a:lnTo>
                  <a:lnTo>
                    <a:pt x="595" y="529"/>
                  </a:lnTo>
                  <a:lnTo>
                    <a:pt x="595" y="530"/>
                  </a:lnTo>
                  <a:lnTo>
                    <a:pt x="595" y="531"/>
                  </a:lnTo>
                  <a:lnTo>
                    <a:pt x="594" y="531"/>
                  </a:lnTo>
                  <a:lnTo>
                    <a:pt x="594" y="531"/>
                  </a:lnTo>
                  <a:lnTo>
                    <a:pt x="594" y="530"/>
                  </a:lnTo>
                  <a:lnTo>
                    <a:pt x="594" y="530"/>
                  </a:lnTo>
                  <a:lnTo>
                    <a:pt x="592" y="529"/>
                  </a:lnTo>
                  <a:lnTo>
                    <a:pt x="590" y="530"/>
                  </a:lnTo>
                  <a:lnTo>
                    <a:pt x="590" y="530"/>
                  </a:lnTo>
                  <a:lnTo>
                    <a:pt x="590" y="530"/>
                  </a:lnTo>
                  <a:lnTo>
                    <a:pt x="591" y="529"/>
                  </a:lnTo>
                  <a:lnTo>
                    <a:pt x="596" y="527"/>
                  </a:lnTo>
                  <a:lnTo>
                    <a:pt x="597" y="525"/>
                  </a:lnTo>
                  <a:close/>
                  <a:moveTo>
                    <a:pt x="606" y="521"/>
                  </a:moveTo>
                  <a:lnTo>
                    <a:pt x="606" y="521"/>
                  </a:lnTo>
                  <a:lnTo>
                    <a:pt x="606" y="521"/>
                  </a:lnTo>
                  <a:lnTo>
                    <a:pt x="606" y="521"/>
                  </a:lnTo>
                  <a:lnTo>
                    <a:pt x="606" y="522"/>
                  </a:lnTo>
                  <a:lnTo>
                    <a:pt x="605" y="522"/>
                  </a:lnTo>
                  <a:lnTo>
                    <a:pt x="604" y="522"/>
                  </a:lnTo>
                  <a:lnTo>
                    <a:pt x="604" y="523"/>
                  </a:lnTo>
                  <a:lnTo>
                    <a:pt x="598" y="527"/>
                  </a:lnTo>
                  <a:lnTo>
                    <a:pt x="598" y="527"/>
                  </a:lnTo>
                  <a:lnTo>
                    <a:pt x="598" y="527"/>
                  </a:lnTo>
                  <a:lnTo>
                    <a:pt x="604" y="522"/>
                  </a:lnTo>
                  <a:lnTo>
                    <a:pt x="606" y="521"/>
                  </a:lnTo>
                  <a:close/>
                  <a:moveTo>
                    <a:pt x="614" y="513"/>
                  </a:moveTo>
                  <a:lnTo>
                    <a:pt x="614" y="513"/>
                  </a:lnTo>
                  <a:lnTo>
                    <a:pt x="614" y="513"/>
                  </a:lnTo>
                  <a:lnTo>
                    <a:pt x="614" y="514"/>
                  </a:lnTo>
                  <a:lnTo>
                    <a:pt x="614" y="515"/>
                  </a:lnTo>
                  <a:lnTo>
                    <a:pt x="616" y="515"/>
                  </a:lnTo>
                  <a:lnTo>
                    <a:pt x="616" y="514"/>
                  </a:lnTo>
                  <a:lnTo>
                    <a:pt x="616" y="514"/>
                  </a:lnTo>
                  <a:lnTo>
                    <a:pt x="617" y="514"/>
                  </a:lnTo>
                  <a:lnTo>
                    <a:pt x="617" y="514"/>
                  </a:lnTo>
                  <a:lnTo>
                    <a:pt x="617" y="515"/>
                  </a:lnTo>
                  <a:lnTo>
                    <a:pt x="616" y="515"/>
                  </a:lnTo>
                  <a:lnTo>
                    <a:pt x="616" y="516"/>
                  </a:lnTo>
                  <a:lnTo>
                    <a:pt x="614" y="516"/>
                  </a:lnTo>
                  <a:lnTo>
                    <a:pt x="611" y="517"/>
                  </a:lnTo>
                  <a:lnTo>
                    <a:pt x="611" y="517"/>
                  </a:lnTo>
                  <a:lnTo>
                    <a:pt x="612" y="516"/>
                  </a:lnTo>
                  <a:lnTo>
                    <a:pt x="614" y="513"/>
                  </a:lnTo>
                  <a:close/>
                  <a:moveTo>
                    <a:pt x="623" y="508"/>
                  </a:moveTo>
                  <a:lnTo>
                    <a:pt x="623" y="509"/>
                  </a:lnTo>
                  <a:lnTo>
                    <a:pt x="621" y="510"/>
                  </a:lnTo>
                  <a:lnTo>
                    <a:pt x="621" y="510"/>
                  </a:lnTo>
                  <a:lnTo>
                    <a:pt x="620" y="511"/>
                  </a:lnTo>
                  <a:lnTo>
                    <a:pt x="620" y="511"/>
                  </a:lnTo>
                  <a:lnTo>
                    <a:pt x="620" y="510"/>
                  </a:lnTo>
                  <a:lnTo>
                    <a:pt x="620" y="510"/>
                  </a:lnTo>
                  <a:lnTo>
                    <a:pt x="621" y="510"/>
                  </a:lnTo>
                  <a:lnTo>
                    <a:pt x="623" y="508"/>
                  </a:lnTo>
                  <a:close/>
                  <a:moveTo>
                    <a:pt x="623" y="506"/>
                  </a:moveTo>
                  <a:lnTo>
                    <a:pt x="623" y="507"/>
                  </a:lnTo>
                  <a:lnTo>
                    <a:pt x="623" y="507"/>
                  </a:lnTo>
                  <a:lnTo>
                    <a:pt x="623" y="506"/>
                  </a:lnTo>
                  <a:close/>
                  <a:moveTo>
                    <a:pt x="614" y="504"/>
                  </a:moveTo>
                  <a:lnTo>
                    <a:pt x="614" y="504"/>
                  </a:lnTo>
                  <a:lnTo>
                    <a:pt x="614" y="504"/>
                  </a:lnTo>
                  <a:lnTo>
                    <a:pt x="614" y="504"/>
                  </a:lnTo>
                  <a:close/>
                  <a:moveTo>
                    <a:pt x="628" y="502"/>
                  </a:moveTo>
                  <a:lnTo>
                    <a:pt x="628" y="502"/>
                  </a:lnTo>
                  <a:lnTo>
                    <a:pt x="628" y="502"/>
                  </a:lnTo>
                  <a:lnTo>
                    <a:pt x="627" y="503"/>
                  </a:lnTo>
                  <a:lnTo>
                    <a:pt x="626" y="506"/>
                  </a:lnTo>
                  <a:lnTo>
                    <a:pt x="626" y="506"/>
                  </a:lnTo>
                  <a:lnTo>
                    <a:pt x="627" y="502"/>
                  </a:lnTo>
                  <a:lnTo>
                    <a:pt x="628" y="502"/>
                  </a:lnTo>
                  <a:close/>
                  <a:moveTo>
                    <a:pt x="618" y="497"/>
                  </a:moveTo>
                  <a:lnTo>
                    <a:pt x="618" y="499"/>
                  </a:lnTo>
                  <a:lnTo>
                    <a:pt x="618" y="499"/>
                  </a:lnTo>
                  <a:lnTo>
                    <a:pt x="618" y="497"/>
                  </a:lnTo>
                  <a:close/>
                  <a:moveTo>
                    <a:pt x="606" y="497"/>
                  </a:moveTo>
                  <a:lnTo>
                    <a:pt x="606" y="497"/>
                  </a:lnTo>
                  <a:lnTo>
                    <a:pt x="606" y="497"/>
                  </a:lnTo>
                  <a:lnTo>
                    <a:pt x="606" y="497"/>
                  </a:lnTo>
                  <a:close/>
                  <a:moveTo>
                    <a:pt x="616" y="495"/>
                  </a:moveTo>
                  <a:lnTo>
                    <a:pt x="616" y="495"/>
                  </a:lnTo>
                  <a:lnTo>
                    <a:pt x="616" y="496"/>
                  </a:lnTo>
                  <a:lnTo>
                    <a:pt x="616" y="495"/>
                  </a:lnTo>
                  <a:lnTo>
                    <a:pt x="616" y="495"/>
                  </a:lnTo>
                  <a:close/>
                  <a:moveTo>
                    <a:pt x="624" y="489"/>
                  </a:moveTo>
                  <a:lnTo>
                    <a:pt x="624" y="491"/>
                  </a:lnTo>
                  <a:lnTo>
                    <a:pt x="624" y="491"/>
                  </a:lnTo>
                  <a:lnTo>
                    <a:pt x="624" y="489"/>
                  </a:lnTo>
                  <a:lnTo>
                    <a:pt x="624" y="489"/>
                  </a:lnTo>
                  <a:close/>
                  <a:moveTo>
                    <a:pt x="621" y="488"/>
                  </a:moveTo>
                  <a:lnTo>
                    <a:pt x="621" y="489"/>
                  </a:lnTo>
                  <a:lnTo>
                    <a:pt x="620" y="488"/>
                  </a:lnTo>
                  <a:lnTo>
                    <a:pt x="621" y="488"/>
                  </a:lnTo>
                  <a:close/>
                  <a:moveTo>
                    <a:pt x="623" y="487"/>
                  </a:moveTo>
                  <a:lnTo>
                    <a:pt x="623" y="487"/>
                  </a:lnTo>
                  <a:lnTo>
                    <a:pt x="624" y="488"/>
                  </a:lnTo>
                  <a:lnTo>
                    <a:pt x="624" y="488"/>
                  </a:lnTo>
                  <a:lnTo>
                    <a:pt x="624" y="489"/>
                  </a:lnTo>
                  <a:lnTo>
                    <a:pt x="623" y="488"/>
                  </a:lnTo>
                  <a:lnTo>
                    <a:pt x="623" y="488"/>
                  </a:lnTo>
                  <a:lnTo>
                    <a:pt x="623" y="488"/>
                  </a:lnTo>
                  <a:lnTo>
                    <a:pt x="623" y="488"/>
                  </a:lnTo>
                  <a:lnTo>
                    <a:pt x="623" y="487"/>
                  </a:lnTo>
                  <a:lnTo>
                    <a:pt x="623" y="487"/>
                  </a:lnTo>
                  <a:close/>
                  <a:moveTo>
                    <a:pt x="620" y="487"/>
                  </a:moveTo>
                  <a:lnTo>
                    <a:pt x="620" y="487"/>
                  </a:lnTo>
                  <a:lnTo>
                    <a:pt x="620" y="487"/>
                  </a:lnTo>
                  <a:lnTo>
                    <a:pt x="620" y="487"/>
                  </a:lnTo>
                  <a:lnTo>
                    <a:pt x="620" y="487"/>
                  </a:lnTo>
                  <a:lnTo>
                    <a:pt x="620" y="487"/>
                  </a:lnTo>
                  <a:close/>
                  <a:moveTo>
                    <a:pt x="618" y="486"/>
                  </a:moveTo>
                  <a:lnTo>
                    <a:pt x="618" y="487"/>
                  </a:lnTo>
                  <a:lnTo>
                    <a:pt x="618" y="486"/>
                  </a:lnTo>
                  <a:lnTo>
                    <a:pt x="618" y="486"/>
                  </a:lnTo>
                  <a:close/>
                  <a:moveTo>
                    <a:pt x="624" y="485"/>
                  </a:moveTo>
                  <a:lnTo>
                    <a:pt x="624" y="485"/>
                  </a:lnTo>
                  <a:lnTo>
                    <a:pt x="624" y="486"/>
                  </a:lnTo>
                  <a:lnTo>
                    <a:pt x="624" y="487"/>
                  </a:lnTo>
                  <a:lnTo>
                    <a:pt x="624" y="487"/>
                  </a:lnTo>
                  <a:lnTo>
                    <a:pt x="623" y="486"/>
                  </a:lnTo>
                  <a:lnTo>
                    <a:pt x="623" y="485"/>
                  </a:lnTo>
                  <a:lnTo>
                    <a:pt x="624" y="485"/>
                  </a:lnTo>
                  <a:close/>
                  <a:moveTo>
                    <a:pt x="637" y="484"/>
                  </a:moveTo>
                  <a:lnTo>
                    <a:pt x="637" y="485"/>
                  </a:lnTo>
                  <a:lnTo>
                    <a:pt x="637" y="485"/>
                  </a:lnTo>
                  <a:lnTo>
                    <a:pt x="635" y="486"/>
                  </a:lnTo>
                  <a:lnTo>
                    <a:pt x="635" y="486"/>
                  </a:lnTo>
                  <a:lnTo>
                    <a:pt x="635" y="486"/>
                  </a:lnTo>
                  <a:lnTo>
                    <a:pt x="635" y="486"/>
                  </a:lnTo>
                  <a:lnTo>
                    <a:pt x="635" y="485"/>
                  </a:lnTo>
                  <a:lnTo>
                    <a:pt x="637" y="485"/>
                  </a:lnTo>
                  <a:lnTo>
                    <a:pt x="637" y="484"/>
                  </a:lnTo>
                  <a:close/>
                  <a:moveTo>
                    <a:pt x="626" y="481"/>
                  </a:moveTo>
                  <a:lnTo>
                    <a:pt x="626" y="481"/>
                  </a:lnTo>
                  <a:lnTo>
                    <a:pt x="627" y="481"/>
                  </a:lnTo>
                  <a:lnTo>
                    <a:pt x="627" y="482"/>
                  </a:lnTo>
                  <a:lnTo>
                    <a:pt x="626" y="482"/>
                  </a:lnTo>
                  <a:lnTo>
                    <a:pt x="626" y="481"/>
                  </a:lnTo>
                  <a:lnTo>
                    <a:pt x="626" y="481"/>
                  </a:lnTo>
                  <a:close/>
                  <a:moveTo>
                    <a:pt x="597" y="480"/>
                  </a:moveTo>
                  <a:lnTo>
                    <a:pt x="598" y="480"/>
                  </a:lnTo>
                  <a:lnTo>
                    <a:pt x="598" y="480"/>
                  </a:lnTo>
                  <a:lnTo>
                    <a:pt x="598" y="481"/>
                  </a:lnTo>
                  <a:lnTo>
                    <a:pt x="597" y="481"/>
                  </a:lnTo>
                  <a:lnTo>
                    <a:pt x="597" y="481"/>
                  </a:lnTo>
                  <a:lnTo>
                    <a:pt x="597" y="482"/>
                  </a:lnTo>
                  <a:lnTo>
                    <a:pt x="597" y="482"/>
                  </a:lnTo>
                  <a:lnTo>
                    <a:pt x="596" y="482"/>
                  </a:lnTo>
                  <a:lnTo>
                    <a:pt x="597" y="481"/>
                  </a:lnTo>
                  <a:lnTo>
                    <a:pt x="597" y="480"/>
                  </a:lnTo>
                  <a:lnTo>
                    <a:pt x="597" y="480"/>
                  </a:lnTo>
                  <a:lnTo>
                    <a:pt x="597" y="480"/>
                  </a:lnTo>
                  <a:close/>
                  <a:moveTo>
                    <a:pt x="631" y="479"/>
                  </a:moveTo>
                  <a:lnTo>
                    <a:pt x="631" y="479"/>
                  </a:lnTo>
                  <a:lnTo>
                    <a:pt x="631" y="480"/>
                  </a:lnTo>
                  <a:lnTo>
                    <a:pt x="630" y="480"/>
                  </a:lnTo>
                  <a:lnTo>
                    <a:pt x="631" y="479"/>
                  </a:lnTo>
                  <a:lnTo>
                    <a:pt x="631" y="479"/>
                  </a:lnTo>
                  <a:lnTo>
                    <a:pt x="631" y="479"/>
                  </a:lnTo>
                  <a:lnTo>
                    <a:pt x="631" y="479"/>
                  </a:lnTo>
                  <a:close/>
                  <a:moveTo>
                    <a:pt x="595" y="479"/>
                  </a:moveTo>
                  <a:lnTo>
                    <a:pt x="595" y="479"/>
                  </a:lnTo>
                  <a:lnTo>
                    <a:pt x="595" y="479"/>
                  </a:lnTo>
                  <a:lnTo>
                    <a:pt x="595" y="480"/>
                  </a:lnTo>
                  <a:lnTo>
                    <a:pt x="594" y="479"/>
                  </a:lnTo>
                  <a:lnTo>
                    <a:pt x="595" y="479"/>
                  </a:lnTo>
                  <a:lnTo>
                    <a:pt x="595" y="479"/>
                  </a:lnTo>
                  <a:lnTo>
                    <a:pt x="595" y="479"/>
                  </a:lnTo>
                  <a:lnTo>
                    <a:pt x="595" y="479"/>
                  </a:lnTo>
                  <a:lnTo>
                    <a:pt x="595" y="479"/>
                  </a:lnTo>
                  <a:close/>
                  <a:moveTo>
                    <a:pt x="598" y="478"/>
                  </a:moveTo>
                  <a:lnTo>
                    <a:pt x="598" y="478"/>
                  </a:lnTo>
                  <a:lnTo>
                    <a:pt x="599" y="479"/>
                  </a:lnTo>
                  <a:lnTo>
                    <a:pt x="599" y="480"/>
                  </a:lnTo>
                  <a:lnTo>
                    <a:pt x="598" y="480"/>
                  </a:lnTo>
                  <a:lnTo>
                    <a:pt x="598" y="481"/>
                  </a:lnTo>
                  <a:lnTo>
                    <a:pt x="598" y="479"/>
                  </a:lnTo>
                  <a:lnTo>
                    <a:pt x="598" y="479"/>
                  </a:lnTo>
                  <a:lnTo>
                    <a:pt x="597" y="479"/>
                  </a:lnTo>
                  <a:lnTo>
                    <a:pt x="597" y="479"/>
                  </a:lnTo>
                  <a:lnTo>
                    <a:pt x="597" y="478"/>
                  </a:lnTo>
                  <a:lnTo>
                    <a:pt x="598" y="478"/>
                  </a:lnTo>
                  <a:close/>
                  <a:moveTo>
                    <a:pt x="587" y="475"/>
                  </a:moveTo>
                  <a:lnTo>
                    <a:pt x="588" y="475"/>
                  </a:lnTo>
                  <a:lnTo>
                    <a:pt x="588" y="475"/>
                  </a:lnTo>
                  <a:lnTo>
                    <a:pt x="589" y="477"/>
                  </a:lnTo>
                  <a:lnTo>
                    <a:pt x="588" y="478"/>
                  </a:lnTo>
                  <a:lnTo>
                    <a:pt x="588" y="478"/>
                  </a:lnTo>
                  <a:lnTo>
                    <a:pt x="588" y="479"/>
                  </a:lnTo>
                  <a:lnTo>
                    <a:pt x="587" y="479"/>
                  </a:lnTo>
                  <a:lnTo>
                    <a:pt x="585" y="478"/>
                  </a:lnTo>
                  <a:lnTo>
                    <a:pt x="585" y="477"/>
                  </a:lnTo>
                  <a:lnTo>
                    <a:pt x="585" y="475"/>
                  </a:lnTo>
                  <a:lnTo>
                    <a:pt x="587" y="475"/>
                  </a:lnTo>
                  <a:close/>
                  <a:moveTo>
                    <a:pt x="587" y="474"/>
                  </a:moveTo>
                  <a:lnTo>
                    <a:pt x="588" y="474"/>
                  </a:lnTo>
                  <a:lnTo>
                    <a:pt x="588" y="474"/>
                  </a:lnTo>
                  <a:lnTo>
                    <a:pt x="588" y="475"/>
                  </a:lnTo>
                  <a:lnTo>
                    <a:pt x="587" y="475"/>
                  </a:lnTo>
                  <a:lnTo>
                    <a:pt x="587" y="475"/>
                  </a:lnTo>
                  <a:lnTo>
                    <a:pt x="587" y="474"/>
                  </a:lnTo>
                  <a:lnTo>
                    <a:pt x="587" y="474"/>
                  </a:lnTo>
                  <a:lnTo>
                    <a:pt x="587" y="474"/>
                  </a:lnTo>
                  <a:close/>
                  <a:moveTo>
                    <a:pt x="583" y="473"/>
                  </a:moveTo>
                  <a:lnTo>
                    <a:pt x="584" y="473"/>
                  </a:lnTo>
                  <a:lnTo>
                    <a:pt x="584" y="474"/>
                  </a:lnTo>
                  <a:lnTo>
                    <a:pt x="584" y="474"/>
                  </a:lnTo>
                  <a:lnTo>
                    <a:pt x="584" y="475"/>
                  </a:lnTo>
                  <a:lnTo>
                    <a:pt x="584" y="475"/>
                  </a:lnTo>
                  <a:lnTo>
                    <a:pt x="583" y="475"/>
                  </a:lnTo>
                  <a:lnTo>
                    <a:pt x="583" y="475"/>
                  </a:lnTo>
                  <a:lnTo>
                    <a:pt x="582" y="474"/>
                  </a:lnTo>
                  <a:lnTo>
                    <a:pt x="582" y="473"/>
                  </a:lnTo>
                  <a:lnTo>
                    <a:pt x="582" y="473"/>
                  </a:lnTo>
                  <a:lnTo>
                    <a:pt x="582" y="474"/>
                  </a:lnTo>
                  <a:lnTo>
                    <a:pt x="582" y="474"/>
                  </a:lnTo>
                  <a:lnTo>
                    <a:pt x="583" y="473"/>
                  </a:lnTo>
                  <a:close/>
                  <a:moveTo>
                    <a:pt x="582" y="472"/>
                  </a:moveTo>
                  <a:lnTo>
                    <a:pt x="584" y="473"/>
                  </a:lnTo>
                  <a:lnTo>
                    <a:pt x="585" y="473"/>
                  </a:lnTo>
                  <a:lnTo>
                    <a:pt x="585" y="473"/>
                  </a:lnTo>
                  <a:lnTo>
                    <a:pt x="582" y="473"/>
                  </a:lnTo>
                  <a:lnTo>
                    <a:pt x="582" y="473"/>
                  </a:lnTo>
                  <a:lnTo>
                    <a:pt x="582" y="473"/>
                  </a:lnTo>
                  <a:lnTo>
                    <a:pt x="582" y="472"/>
                  </a:lnTo>
                  <a:close/>
                  <a:moveTo>
                    <a:pt x="649" y="460"/>
                  </a:moveTo>
                  <a:lnTo>
                    <a:pt x="649" y="460"/>
                  </a:lnTo>
                  <a:lnTo>
                    <a:pt x="652" y="461"/>
                  </a:lnTo>
                  <a:lnTo>
                    <a:pt x="652" y="461"/>
                  </a:lnTo>
                  <a:lnTo>
                    <a:pt x="650" y="461"/>
                  </a:lnTo>
                  <a:lnTo>
                    <a:pt x="650" y="463"/>
                  </a:lnTo>
                  <a:lnTo>
                    <a:pt x="650" y="463"/>
                  </a:lnTo>
                  <a:lnTo>
                    <a:pt x="650" y="463"/>
                  </a:lnTo>
                  <a:lnTo>
                    <a:pt x="649" y="464"/>
                  </a:lnTo>
                  <a:lnTo>
                    <a:pt x="649" y="465"/>
                  </a:lnTo>
                  <a:lnTo>
                    <a:pt x="649" y="466"/>
                  </a:lnTo>
                  <a:lnTo>
                    <a:pt x="649" y="467"/>
                  </a:lnTo>
                  <a:lnTo>
                    <a:pt x="647" y="471"/>
                  </a:lnTo>
                  <a:lnTo>
                    <a:pt x="646" y="474"/>
                  </a:lnTo>
                  <a:lnTo>
                    <a:pt x="645" y="477"/>
                  </a:lnTo>
                  <a:lnTo>
                    <a:pt x="646" y="479"/>
                  </a:lnTo>
                  <a:lnTo>
                    <a:pt x="646" y="479"/>
                  </a:lnTo>
                  <a:lnTo>
                    <a:pt x="640" y="487"/>
                  </a:lnTo>
                  <a:lnTo>
                    <a:pt x="639" y="487"/>
                  </a:lnTo>
                  <a:lnTo>
                    <a:pt x="639" y="487"/>
                  </a:lnTo>
                  <a:lnTo>
                    <a:pt x="638" y="488"/>
                  </a:lnTo>
                  <a:lnTo>
                    <a:pt x="638" y="491"/>
                  </a:lnTo>
                  <a:lnTo>
                    <a:pt x="638" y="492"/>
                  </a:lnTo>
                  <a:lnTo>
                    <a:pt x="635" y="494"/>
                  </a:lnTo>
                  <a:lnTo>
                    <a:pt x="633" y="499"/>
                  </a:lnTo>
                  <a:lnTo>
                    <a:pt x="631" y="501"/>
                  </a:lnTo>
                  <a:lnTo>
                    <a:pt x="630" y="501"/>
                  </a:lnTo>
                  <a:lnTo>
                    <a:pt x="630" y="501"/>
                  </a:lnTo>
                  <a:lnTo>
                    <a:pt x="628" y="500"/>
                  </a:lnTo>
                  <a:lnTo>
                    <a:pt x="630" y="499"/>
                  </a:lnTo>
                  <a:lnTo>
                    <a:pt x="631" y="499"/>
                  </a:lnTo>
                  <a:lnTo>
                    <a:pt x="632" y="499"/>
                  </a:lnTo>
                  <a:lnTo>
                    <a:pt x="632" y="495"/>
                  </a:lnTo>
                  <a:lnTo>
                    <a:pt x="632" y="494"/>
                  </a:lnTo>
                  <a:lnTo>
                    <a:pt x="634" y="494"/>
                  </a:lnTo>
                  <a:lnTo>
                    <a:pt x="634" y="493"/>
                  </a:lnTo>
                  <a:lnTo>
                    <a:pt x="635" y="492"/>
                  </a:lnTo>
                  <a:lnTo>
                    <a:pt x="637" y="489"/>
                  </a:lnTo>
                  <a:lnTo>
                    <a:pt x="637" y="488"/>
                  </a:lnTo>
                  <a:lnTo>
                    <a:pt x="637" y="487"/>
                  </a:lnTo>
                  <a:lnTo>
                    <a:pt x="638" y="486"/>
                  </a:lnTo>
                  <a:lnTo>
                    <a:pt x="639" y="486"/>
                  </a:lnTo>
                  <a:lnTo>
                    <a:pt x="640" y="485"/>
                  </a:lnTo>
                  <a:lnTo>
                    <a:pt x="639" y="484"/>
                  </a:lnTo>
                  <a:lnTo>
                    <a:pt x="639" y="484"/>
                  </a:lnTo>
                  <a:lnTo>
                    <a:pt x="639" y="484"/>
                  </a:lnTo>
                  <a:lnTo>
                    <a:pt x="639" y="484"/>
                  </a:lnTo>
                  <a:lnTo>
                    <a:pt x="640" y="484"/>
                  </a:lnTo>
                  <a:lnTo>
                    <a:pt x="640" y="482"/>
                  </a:lnTo>
                  <a:lnTo>
                    <a:pt x="640" y="481"/>
                  </a:lnTo>
                  <a:lnTo>
                    <a:pt x="639" y="481"/>
                  </a:lnTo>
                  <a:lnTo>
                    <a:pt x="639" y="481"/>
                  </a:lnTo>
                  <a:lnTo>
                    <a:pt x="638" y="482"/>
                  </a:lnTo>
                  <a:lnTo>
                    <a:pt x="638" y="480"/>
                  </a:lnTo>
                  <a:lnTo>
                    <a:pt x="641" y="481"/>
                  </a:lnTo>
                  <a:lnTo>
                    <a:pt x="642" y="477"/>
                  </a:lnTo>
                  <a:lnTo>
                    <a:pt x="645" y="473"/>
                  </a:lnTo>
                  <a:lnTo>
                    <a:pt x="645" y="471"/>
                  </a:lnTo>
                  <a:lnTo>
                    <a:pt x="645" y="470"/>
                  </a:lnTo>
                  <a:lnTo>
                    <a:pt x="643" y="470"/>
                  </a:lnTo>
                  <a:lnTo>
                    <a:pt x="643" y="468"/>
                  </a:lnTo>
                  <a:lnTo>
                    <a:pt x="642" y="468"/>
                  </a:lnTo>
                  <a:lnTo>
                    <a:pt x="643" y="467"/>
                  </a:lnTo>
                  <a:lnTo>
                    <a:pt x="646" y="466"/>
                  </a:lnTo>
                  <a:lnTo>
                    <a:pt x="647" y="465"/>
                  </a:lnTo>
                  <a:lnTo>
                    <a:pt x="648" y="461"/>
                  </a:lnTo>
                  <a:lnTo>
                    <a:pt x="649" y="460"/>
                  </a:lnTo>
                  <a:close/>
                  <a:moveTo>
                    <a:pt x="654" y="446"/>
                  </a:moveTo>
                  <a:lnTo>
                    <a:pt x="654" y="446"/>
                  </a:lnTo>
                  <a:lnTo>
                    <a:pt x="654" y="446"/>
                  </a:lnTo>
                  <a:lnTo>
                    <a:pt x="654" y="448"/>
                  </a:lnTo>
                  <a:lnTo>
                    <a:pt x="654" y="448"/>
                  </a:lnTo>
                  <a:lnTo>
                    <a:pt x="654" y="449"/>
                  </a:lnTo>
                  <a:lnTo>
                    <a:pt x="654" y="450"/>
                  </a:lnTo>
                  <a:lnTo>
                    <a:pt x="654" y="452"/>
                  </a:lnTo>
                  <a:lnTo>
                    <a:pt x="653" y="454"/>
                  </a:lnTo>
                  <a:lnTo>
                    <a:pt x="652" y="456"/>
                  </a:lnTo>
                  <a:lnTo>
                    <a:pt x="652" y="456"/>
                  </a:lnTo>
                  <a:lnTo>
                    <a:pt x="652" y="456"/>
                  </a:lnTo>
                  <a:lnTo>
                    <a:pt x="652" y="456"/>
                  </a:lnTo>
                  <a:lnTo>
                    <a:pt x="652" y="456"/>
                  </a:lnTo>
                  <a:lnTo>
                    <a:pt x="652" y="456"/>
                  </a:lnTo>
                  <a:lnTo>
                    <a:pt x="653" y="454"/>
                  </a:lnTo>
                  <a:lnTo>
                    <a:pt x="653" y="453"/>
                  </a:lnTo>
                  <a:lnTo>
                    <a:pt x="653" y="448"/>
                  </a:lnTo>
                  <a:lnTo>
                    <a:pt x="653" y="448"/>
                  </a:lnTo>
                  <a:lnTo>
                    <a:pt x="654" y="446"/>
                  </a:lnTo>
                  <a:close/>
                  <a:moveTo>
                    <a:pt x="554" y="436"/>
                  </a:moveTo>
                  <a:lnTo>
                    <a:pt x="554" y="437"/>
                  </a:lnTo>
                  <a:lnTo>
                    <a:pt x="554" y="437"/>
                  </a:lnTo>
                  <a:lnTo>
                    <a:pt x="554" y="437"/>
                  </a:lnTo>
                  <a:lnTo>
                    <a:pt x="555" y="437"/>
                  </a:lnTo>
                  <a:lnTo>
                    <a:pt x="556" y="437"/>
                  </a:lnTo>
                  <a:lnTo>
                    <a:pt x="556" y="437"/>
                  </a:lnTo>
                  <a:lnTo>
                    <a:pt x="556" y="438"/>
                  </a:lnTo>
                  <a:lnTo>
                    <a:pt x="555" y="438"/>
                  </a:lnTo>
                  <a:lnTo>
                    <a:pt x="553" y="437"/>
                  </a:lnTo>
                  <a:lnTo>
                    <a:pt x="553" y="437"/>
                  </a:lnTo>
                  <a:lnTo>
                    <a:pt x="554" y="436"/>
                  </a:lnTo>
                  <a:close/>
                  <a:moveTo>
                    <a:pt x="549" y="432"/>
                  </a:moveTo>
                  <a:lnTo>
                    <a:pt x="551" y="434"/>
                  </a:lnTo>
                  <a:lnTo>
                    <a:pt x="552" y="434"/>
                  </a:lnTo>
                  <a:lnTo>
                    <a:pt x="553" y="435"/>
                  </a:lnTo>
                  <a:lnTo>
                    <a:pt x="553" y="435"/>
                  </a:lnTo>
                  <a:lnTo>
                    <a:pt x="554" y="435"/>
                  </a:lnTo>
                  <a:lnTo>
                    <a:pt x="554" y="436"/>
                  </a:lnTo>
                  <a:lnTo>
                    <a:pt x="554" y="436"/>
                  </a:lnTo>
                  <a:lnTo>
                    <a:pt x="553" y="436"/>
                  </a:lnTo>
                  <a:lnTo>
                    <a:pt x="553" y="437"/>
                  </a:lnTo>
                  <a:lnTo>
                    <a:pt x="553" y="437"/>
                  </a:lnTo>
                  <a:lnTo>
                    <a:pt x="552" y="437"/>
                  </a:lnTo>
                  <a:lnTo>
                    <a:pt x="552" y="438"/>
                  </a:lnTo>
                  <a:lnTo>
                    <a:pt x="552" y="438"/>
                  </a:lnTo>
                  <a:lnTo>
                    <a:pt x="552" y="437"/>
                  </a:lnTo>
                  <a:lnTo>
                    <a:pt x="551" y="437"/>
                  </a:lnTo>
                  <a:lnTo>
                    <a:pt x="549" y="436"/>
                  </a:lnTo>
                  <a:lnTo>
                    <a:pt x="549" y="437"/>
                  </a:lnTo>
                  <a:lnTo>
                    <a:pt x="549" y="437"/>
                  </a:lnTo>
                  <a:lnTo>
                    <a:pt x="548" y="435"/>
                  </a:lnTo>
                  <a:lnTo>
                    <a:pt x="548" y="435"/>
                  </a:lnTo>
                  <a:lnTo>
                    <a:pt x="548" y="434"/>
                  </a:lnTo>
                  <a:lnTo>
                    <a:pt x="549" y="432"/>
                  </a:lnTo>
                  <a:close/>
                  <a:moveTo>
                    <a:pt x="528" y="431"/>
                  </a:moveTo>
                  <a:lnTo>
                    <a:pt x="530" y="432"/>
                  </a:lnTo>
                  <a:lnTo>
                    <a:pt x="530" y="432"/>
                  </a:lnTo>
                  <a:lnTo>
                    <a:pt x="530" y="435"/>
                  </a:lnTo>
                  <a:lnTo>
                    <a:pt x="528" y="436"/>
                  </a:lnTo>
                  <a:lnTo>
                    <a:pt x="528" y="436"/>
                  </a:lnTo>
                  <a:lnTo>
                    <a:pt x="527" y="435"/>
                  </a:lnTo>
                  <a:lnTo>
                    <a:pt x="527" y="435"/>
                  </a:lnTo>
                  <a:lnTo>
                    <a:pt x="527" y="435"/>
                  </a:lnTo>
                  <a:lnTo>
                    <a:pt x="526" y="434"/>
                  </a:lnTo>
                  <a:lnTo>
                    <a:pt x="526" y="434"/>
                  </a:lnTo>
                  <a:lnTo>
                    <a:pt x="526" y="434"/>
                  </a:lnTo>
                  <a:lnTo>
                    <a:pt x="526" y="432"/>
                  </a:lnTo>
                  <a:lnTo>
                    <a:pt x="526" y="432"/>
                  </a:lnTo>
                  <a:lnTo>
                    <a:pt x="527" y="432"/>
                  </a:lnTo>
                  <a:lnTo>
                    <a:pt x="528" y="431"/>
                  </a:lnTo>
                  <a:close/>
                  <a:moveTo>
                    <a:pt x="545" y="431"/>
                  </a:moveTo>
                  <a:lnTo>
                    <a:pt x="546" y="432"/>
                  </a:lnTo>
                  <a:lnTo>
                    <a:pt x="547" y="434"/>
                  </a:lnTo>
                  <a:lnTo>
                    <a:pt x="547" y="435"/>
                  </a:lnTo>
                  <a:lnTo>
                    <a:pt x="547" y="435"/>
                  </a:lnTo>
                  <a:lnTo>
                    <a:pt x="547" y="435"/>
                  </a:lnTo>
                  <a:lnTo>
                    <a:pt x="547" y="436"/>
                  </a:lnTo>
                  <a:lnTo>
                    <a:pt x="547" y="436"/>
                  </a:lnTo>
                  <a:lnTo>
                    <a:pt x="546" y="436"/>
                  </a:lnTo>
                  <a:lnTo>
                    <a:pt x="546" y="435"/>
                  </a:lnTo>
                  <a:lnTo>
                    <a:pt x="546" y="435"/>
                  </a:lnTo>
                  <a:lnTo>
                    <a:pt x="545" y="434"/>
                  </a:lnTo>
                  <a:lnTo>
                    <a:pt x="544" y="434"/>
                  </a:lnTo>
                  <a:lnTo>
                    <a:pt x="544" y="434"/>
                  </a:lnTo>
                  <a:lnTo>
                    <a:pt x="544" y="434"/>
                  </a:lnTo>
                  <a:lnTo>
                    <a:pt x="542" y="434"/>
                  </a:lnTo>
                  <a:lnTo>
                    <a:pt x="542" y="436"/>
                  </a:lnTo>
                  <a:lnTo>
                    <a:pt x="542" y="436"/>
                  </a:lnTo>
                  <a:lnTo>
                    <a:pt x="542" y="435"/>
                  </a:lnTo>
                  <a:lnTo>
                    <a:pt x="542" y="435"/>
                  </a:lnTo>
                  <a:lnTo>
                    <a:pt x="541" y="435"/>
                  </a:lnTo>
                  <a:lnTo>
                    <a:pt x="542" y="434"/>
                  </a:lnTo>
                  <a:lnTo>
                    <a:pt x="542" y="432"/>
                  </a:lnTo>
                  <a:lnTo>
                    <a:pt x="544" y="432"/>
                  </a:lnTo>
                  <a:lnTo>
                    <a:pt x="544" y="432"/>
                  </a:lnTo>
                  <a:lnTo>
                    <a:pt x="545" y="431"/>
                  </a:lnTo>
                  <a:close/>
                  <a:moveTo>
                    <a:pt x="538" y="431"/>
                  </a:moveTo>
                  <a:lnTo>
                    <a:pt x="538" y="431"/>
                  </a:lnTo>
                  <a:lnTo>
                    <a:pt x="538" y="432"/>
                  </a:lnTo>
                  <a:lnTo>
                    <a:pt x="538" y="432"/>
                  </a:lnTo>
                  <a:lnTo>
                    <a:pt x="537" y="432"/>
                  </a:lnTo>
                  <a:lnTo>
                    <a:pt x="537" y="432"/>
                  </a:lnTo>
                  <a:lnTo>
                    <a:pt x="537" y="431"/>
                  </a:lnTo>
                  <a:lnTo>
                    <a:pt x="538" y="431"/>
                  </a:lnTo>
                  <a:close/>
                  <a:moveTo>
                    <a:pt x="539" y="430"/>
                  </a:moveTo>
                  <a:lnTo>
                    <a:pt x="540" y="430"/>
                  </a:lnTo>
                  <a:lnTo>
                    <a:pt x="539" y="431"/>
                  </a:lnTo>
                  <a:lnTo>
                    <a:pt x="539" y="431"/>
                  </a:lnTo>
                  <a:lnTo>
                    <a:pt x="539" y="431"/>
                  </a:lnTo>
                  <a:lnTo>
                    <a:pt x="540" y="431"/>
                  </a:lnTo>
                  <a:lnTo>
                    <a:pt x="540" y="432"/>
                  </a:lnTo>
                  <a:lnTo>
                    <a:pt x="540" y="432"/>
                  </a:lnTo>
                  <a:lnTo>
                    <a:pt x="540" y="435"/>
                  </a:lnTo>
                  <a:lnTo>
                    <a:pt x="539" y="434"/>
                  </a:lnTo>
                  <a:lnTo>
                    <a:pt x="539" y="432"/>
                  </a:lnTo>
                  <a:lnTo>
                    <a:pt x="539" y="431"/>
                  </a:lnTo>
                  <a:lnTo>
                    <a:pt x="539" y="431"/>
                  </a:lnTo>
                  <a:lnTo>
                    <a:pt x="538" y="431"/>
                  </a:lnTo>
                  <a:lnTo>
                    <a:pt x="538" y="431"/>
                  </a:lnTo>
                  <a:lnTo>
                    <a:pt x="538" y="430"/>
                  </a:lnTo>
                  <a:lnTo>
                    <a:pt x="539" y="430"/>
                  </a:lnTo>
                  <a:close/>
                  <a:moveTo>
                    <a:pt x="653" y="425"/>
                  </a:moveTo>
                  <a:lnTo>
                    <a:pt x="653" y="425"/>
                  </a:lnTo>
                  <a:lnTo>
                    <a:pt x="653" y="425"/>
                  </a:lnTo>
                  <a:lnTo>
                    <a:pt x="654" y="430"/>
                  </a:lnTo>
                  <a:lnTo>
                    <a:pt x="653" y="431"/>
                  </a:lnTo>
                  <a:lnTo>
                    <a:pt x="653" y="431"/>
                  </a:lnTo>
                  <a:lnTo>
                    <a:pt x="652" y="431"/>
                  </a:lnTo>
                  <a:lnTo>
                    <a:pt x="652" y="431"/>
                  </a:lnTo>
                  <a:lnTo>
                    <a:pt x="652" y="430"/>
                  </a:lnTo>
                  <a:lnTo>
                    <a:pt x="652" y="429"/>
                  </a:lnTo>
                  <a:lnTo>
                    <a:pt x="652" y="429"/>
                  </a:lnTo>
                  <a:lnTo>
                    <a:pt x="652" y="429"/>
                  </a:lnTo>
                  <a:lnTo>
                    <a:pt x="652" y="429"/>
                  </a:lnTo>
                  <a:lnTo>
                    <a:pt x="652" y="428"/>
                  </a:lnTo>
                  <a:lnTo>
                    <a:pt x="652" y="428"/>
                  </a:lnTo>
                  <a:lnTo>
                    <a:pt x="652" y="428"/>
                  </a:lnTo>
                  <a:lnTo>
                    <a:pt x="652" y="428"/>
                  </a:lnTo>
                  <a:lnTo>
                    <a:pt x="650" y="428"/>
                  </a:lnTo>
                  <a:lnTo>
                    <a:pt x="650" y="428"/>
                  </a:lnTo>
                  <a:lnTo>
                    <a:pt x="652" y="427"/>
                  </a:lnTo>
                  <a:lnTo>
                    <a:pt x="652" y="427"/>
                  </a:lnTo>
                  <a:lnTo>
                    <a:pt x="652" y="427"/>
                  </a:lnTo>
                  <a:lnTo>
                    <a:pt x="652" y="425"/>
                  </a:lnTo>
                  <a:lnTo>
                    <a:pt x="653" y="425"/>
                  </a:lnTo>
                  <a:close/>
                  <a:moveTo>
                    <a:pt x="477" y="381"/>
                  </a:moveTo>
                  <a:lnTo>
                    <a:pt x="477" y="381"/>
                  </a:lnTo>
                  <a:lnTo>
                    <a:pt x="477" y="382"/>
                  </a:lnTo>
                  <a:lnTo>
                    <a:pt x="479" y="382"/>
                  </a:lnTo>
                  <a:lnTo>
                    <a:pt x="479" y="384"/>
                  </a:lnTo>
                  <a:lnTo>
                    <a:pt x="479" y="385"/>
                  </a:lnTo>
                  <a:lnTo>
                    <a:pt x="480" y="386"/>
                  </a:lnTo>
                  <a:lnTo>
                    <a:pt x="481" y="387"/>
                  </a:lnTo>
                  <a:lnTo>
                    <a:pt x="482" y="388"/>
                  </a:lnTo>
                  <a:lnTo>
                    <a:pt x="484" y="388"/>
                  </a:lnTo>
                  <a:lnTo>
                    <a:pt x="484" y="388"/>
                  </a:lnTo>
                  <a:lnTo>
                    <a:pt x="487" y="388"/>
                  </a:lnTo>
                  <a:lnTo>
                    <a:pt x="488" y="388"/>
                  </a:lnTo>
                  <a:lnTo>
                    <a:pt x="489" y="387"/>
                  </a:lnTo>
                  <a:lnTo>
                    <a:pt x="489" y="387"/>
                  </a:lnTo>
                  <a:lnTo>
                    <a:pt x="491" y="388"/>
                  </a:lnTo>
                  <a:lnTo>
                    <a:pt x="492" y="388"/>
                  </a:lnTo>
                  <a:lnTo>
                    <a:pt x="492" y="388"/>
                  </a:lnTo>
                  <a:lnTo>
                    <a:pt x="491" y="389"/>
                  </a:lnTo>
                  <a:lnTo>
                    <a:pt x="489" y="391"/>
                  </a:lnTo>
                  <a:lnTo>
                    <a:pt x="488" y="392"/>
                  </a:lnTo>
                  <a:lnTo>
                    <a:pt x="487" y="392"/>
                  </a:lnTo>
                  <a:lnTo>
                    <a:pt x="487" y="392"/>
                  </a:lnTo>
                  <a:lnTo>
                    <a:pt x="482" y="389"/>
                  </a:lnTo>
                  <a:lnTo>
                    <a:pt x="481" y="389"/>
                  </a:lnTo>
                  <a:lnTo>
                    <a:pt x="480" y="388"/>
                  </a:lnTo>
                  <a:lnTo>
                    <a:pt x="479" y="387"/>
                  </a:lnTo>
                  <a:lnTo>
                    <a:pt x="477" y="384"/>
                  </a:lnTo>
                  <a:lnTo>
                    <a:pt x="477" y="381"/>
                  </a:lnTo>
                  <a:close/>
                  <a:moveTo>
                    <a:pt x="474" y="377"/>
                  </a:moveTo>
                  <a:lnTo>
                    <a:pt x="474" y="377"/>
                  </a:lnTo>
                  <a:lnTo>
                    <a:pt x="474" y="377"/>
                  </a:lnTo>
                  <a:lnTo>
                    <a:pt x="474" y="377"/>
                  </a:lnTo>
                  <a:close/>
                  <a:moveTo>
                    <a:pt x="474" y="377"/>
                  </a:moveTo>
                  <a:lnTo>
                    <a:pt x="474" y="377"/>
                  </a:lnTo>
                  <a:lnTo>
                    <a:pt x="474" y="377"/>
                  </a:lnTo>
                  <a:lnTo>
                    <a:pt x="474" y="377"/>
                  </a:lnTo>
                  <a:close/>
                  <a:moveTo>
                    <a:pt x="470" y="368"/>
                  </a:moveTo>
                  <a:lnTo>
                    <a:pt x="470" y="368"/>
                  </a:lnTo>
                  <a:lnTo>
                    <a:pt x="470" y="368"/>
                  </a:lnTo>
                  <a:lnTo>
                    <a:pt x="472" y="370"/>
                  </a:lnTo>
                  <a:lnTo>
                    <a:pt x="472" y="371"/>
                  </a:lnTo>
                  <a:lnTo>
                    <a:pt x="474" y="374"/>
                  </a:lnTo>
                  <a:lnTo>
                    <a:pt x="474" y="377"/>
                  </a:lnTo>
                  <a:lnTo>
                    <a:pt x="473" y="374"/>
                  </a:lnTo>
                  <a:lnTo>
                    <a:pt x="472" y="373"/>
                  </a:lnTo>
                  <a:lnTo>
                    <a:pt x="470" y="368"/>
                  </a:lnTo>
                  <a:lnTo>
                    <a:pt x="470" y="368"/>
                  </a:lnTo>
                  <a:close/>
                  <a:moveTo>
                    <a:pt x="477" y="367"/>
                  </a:moveTo>
                  <a:lnTo>
                    <a:pt x="479" y="367"/>
                  </a:lnTo>
                  <a:lnTo>
                    <a:pt x="479" y="367"/>
                  </a:lnTo>
                  <a:lnTo>
                    <a:pt x="480" y="368"/>
                  </a:lnTo>
                  <a:lnTo>
                    <a:pt x="482" y="370"/>
                  </a:lnTo>
                  <a:lnTo>
                    <a:pt x="483" y="371"/>
                  </a:lnTo>
                  <a:lnTo>
                    <a:pt x="482" y="374"/>
                  </a:lnTo>
                  <a:lnTo>
                    <a:pt x="483" y="377"/>
                  </a:lnTo>
                  <a:lnTo>
                    <a:pt x="485" y="378"/>
                  </a:lnTo>
                  <a:lnTo>
                    <a:pt x="485" y="379"/>
                  </a:lnTo>
                  <a:lnTo>
                    <a:pt x="488" y="384"/>
                  </a:lnTo>
                  <a:lnTo>
                    <a:pt x="488" y="385"/>
                  </a:lnTo>
                  <a:lnTo>
                    <a:pt x="487" y="385"/>
                  </a:lnTo>
                  <a:lnTo>
                    <a:pt x="487" y="385"/>
                  </a:lnTo>
                  <a:lnTo>
                    <a:pt x="485" y="384"/>
                  </a:lnTo>
                  <a:lnTo>
                    <a:pt x="483" y="379"/>
                  </a:lnTo>
                  <a:lnTo>
                    <a:pt x="482" y="378"/>
                  </a:lnTo>
                  <a:lnTo>
                    <a:pt x="482" y="375"/>
                  </a:lnTo>
                  <a:lnTo>
                    <a:pt x="480" y="373"/>
                  </a:lnTo>
                  <a:lnTo>
                    <a:pt x="479" y="370"/>
                  </a:lnTo>
                  <a:lnTo>
                    <a:pt x="477" y="367"/>
                  </a:lnTo>
                  <a:lnTo>
                    <a:pt x="477" y="367"/>
                  </a:lnTo>
                  <a:close/>
                  <a:moveTo>
                    <a:pt x="467" y="359"/>
                  </a:moveTo>
                  <a:lnTo>
                    <a:pt x="467" y="359"/>
                  </a:lnTo>
                  <a:lnTo>
                    <a:pt x="468" y="360"/>
                  </a:lnTo>
                  <a:lnTo>
                    <a:pt x="469" y="361"/>
                  </a:lnTo>
                  <a:lnTo>
                    <a:pt x="469" y="364"/>
                  </a:lnTo>
                  <a:lnTo>
                    <a:pt x="470" y="366"/>
                  </a:lnTo>
                  <a:lnTo>
                    <a:pt x="469" y="367"/>
                  </a:lnTo>
                  <a:lnTo>
                    <a:pt x="469" y="367"/>
                  </a:lnTo>
                  <a:lnTo>
                    <a:pt x="469" y="367"/>
                  </a:lnTo>
                  <a:lnTo>
                    <a:pt x="468" y="366"/>
                  </a:lnTo>
                  <a:lnTo>
                    <a:pt x="468" y="361"/>
                  </a:lnTo>
                  <a:lnTo>
                    <a:pt x="467" y="360"/>
                  </a:lnTo>
                  <a:lnTo>
                    <a:pt x="467" y="359"/>
                  </a:lnTo>
                  <a:lnTo>
                    <a:pt x="467" y="359"/>
                  </a:lnTo>
                  <a:close/>
                  <a:moveTo>
                    <a:pt x="426" y="309"/>
                  </a:moveTo>
                  <a:lnTo>
                    <a:pt x="427" y="309"/>
                  </a:lnTo>
                  <a:lnTo>
                    <a:pt x="429" y="309"/>
                  </a:lnTo>
                  <a:lnTo>
                    <a:pt x="429" y="310"/>
                  </a:lnTo>
                  <a:lnTo>
                    <a:pt x="431" y="314"/>
                  </a:lnTo>
                  <a:lnTo>
                    <a:pt x="434" y="316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3" y="317"/>
                  </a:lnTo>
                  <a:lnTo>
                    <a:pt x="430" y="314"/>
                  </a:lnTo>
                  <a:lnTo>
                    <a:pt x="429" y="313"/>
                  </a:lnTo>
                  <a:lnTo>
                    <a:pt x="429" y="311"/>
                  </a:lnTo>
                  <a:lnTo>
                    <a:pt x="427" y="310"/>
                  </a:lnTo>
                  <a:lnTo>
                    <a:pt x="426" y="309"/>
                  </a:lnTo>
                  <a:close/>
                  <a:moveTo>
                    <a:pt x="430" y="298"/>
                  </a:move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1" y="298"/>
                  </a:lnTo>
                  <a:lnTo>
                    <a:pt x="430" y="299"/>
                  </a:lnTo>
                  <a:lnTo>
                    <a:pt x="430" y="299"/>
                  </a:lnTo>
                  <a:lnTo>
                    <a:pt x="430" y="299"/>
                  </a:lnTo>
                  <a:lnTo>
                    <a:pt x="430" y="298"/>
                  </a:lnTo>
                  <a:lnTo>
                    <a:pt x="430" y="298"/>
                  </a:lnTo>
                  <a:close/>
                  <a:moveTo>
                    <a:pt x="597" y="242"/>
                  </a:moveTo>
                  <a:lnTo>
                    <a:pt x="597" y="242"/>
                  </a:lnTo>
                  <a:lnTo>
                    <a:pt x="597" y="242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598" y="243"/>
                  </a:lnTo>
                  <a:lnTo>
                    <a:pt x="599" y="246"/>
                  </a:lnTo>
                  <a:lnTo>
                    <a:pt x="602" y="250"/>
                  </a:lnTo>
                  <a:lnTo>
                    <a:pt x="605" y="255"/>
                  </a:lnTo>
                  <a:lnTo>
                    <a:pt x="607" y="258"/>
                  </a:lnTo>
                  <a:lnTo>
                    <a:pt x="607" y="260"/>
                  </a:lnTo>
                  <a:lnTo>
                    <a:pt x="609" y="262"/>
                  </a:lnTo>
                  <a:lnTo>
                    <a:pt x="609" y="263"/>
                  </a:lnTo>
                  <a:lnTo>
                    <a:pt x="628" y="296"/>
                  </a:lnTo>
                  <a:lnTo>
                    <a:pt x="630" y="299"/>
                  </a:lnTo>
                  <a:lnTo>
                    <a:pt x="630" y="299"/>
                  </a:lnTo>
                  <a:lnTo>
                    <a:pt x="630" y="299"/>
                  </a:lnTo>
                  <a:lnTo>
                    <a:pt x="627" y="296"/>
                  </a:lnTo>
                  <a:lnTo>
                    <a:pt x="626" y="295"/>
                  </a:lnTo>
                  <a:lnTo>
                    <a:pt x="624" y="292"/>
                  </a:lnTo>
                  <a:lnTo>
                    <a:pt x="618" y="281"/>
                  </a:lnTo>
                  <a:lnTo>
                    <a:pt x="617" y="280"/>
                  </a:lnTo>
                  <a:lnTo>
                    <a:pt x="617" y="280"/>
                  </a:lnTo>
                  <a:lnTo>
                    <a:pt x="616" y="279"/>
                  </a:lnTo>
                  <a:lnTo>
                    <a:pt x="616" y="279"/>
                  </a:lnTo>
                  <a:lnTo>
                    <a:pt x="614" y="278"/>
                  </a:lnTo>
                  <a:lnTo>
                    <a:pt x="613" y="275"/>
                  </a:lnTo>
                  <a:lnTo>
                    <a:pt x="607" y="263"/>
                  </a:lnTo>
                  <a:lnTo>
                    <a:pt x="606" y="262"/>
                  </a:lnTo>
                  <a:lnTo>
                    <a:pt x="606" y="260"/>
                  </a:lnTo>
                  <a:lnTo>
                    <a:pt x="605" y="259"/>
                  </a:lnTo>
                  <a:lnTo>
                    <a:pt x="604" y="257"/>
                  </a:lnTo>
                  <a:lnTo>
                    <a:pt x="603" y="255"/>
                  </a:lnTo>
                  <a:lnTo>
                    <a:pt x="603" y="253"/>
                  </a:lnTo>
                  <a:lnTo>
                    <a:pt x="603" y="253"/>
                  </a:lnTo>
                  <a:lnTo>
                    <a:pt x="601" y="251"/>
                  </a:lnTo>
                  <a:lnTo>
                    <a:pt x="597" y="244"/>
                  </a:lnTo>
                  <a:lnTo>
                    <a:pt x="596" y="243"/>
                  </a:lnTo>
                  <a:lnTo>
                    <a:pt x="596" y="243"/>
                  </a:lnTo>
                  <a:lnTo>
                    <a:pt x="596" y="242"/>
                  </a:lnTo>
                  <a:lnTo>
                    <a:pt x="597" y="242"/>
                  </a:lnTo>
                  <a:close/>
                  <a:moveTo>
                    <a:pt x="575" y="213"/>
                  </a:moveTo>
                  <a:lnTo>
                    <a:pt x="576" y="215"/>
                  </a:lnTo>
                  <a:lnTo>
                    <a:pt x="577" y="216"/>
                  </a:lnTo>
                  <a:lnTo>
                    <a:pt x="576" y="216"/>
                  </a:lnTo>
                  <a:lnTo>
                    <a:pt x="576" y="216"/>
                  </a:lnTo>
                  <a:lnTo>
                    <a:pt x="576" y="215"/>
                  </a:lnTo>
                  <a:lnTo>
                    <a:pt x="575" y="214"/>
                  </a:lnTo>
                  <a:lnTo>
                    <a:pt x="575" y="213"/>
                  </a:lnTo>
                  <a:close/>
                  <a:moveTo>
                    <a:pt x="413" y="209"/>
                  </a:moveTo>
                  <a:lnTo>
                    <a:pt x="413" y="210"/>
                  </a:lnTo>
                  <a:lnTo>
                    <a:pt x="413" y="210"/>
                  </a:lnTo>
                  <a:lnTo>
                    <a:pt x="413" y="210"/>
                  </a:lnTo>
                  <a:lnTo>
                    <a:pt x="413" y="210"/>
                  </a:lnTo>
                  <a:lnTo>
                    <a:pt x="413" y="210"/>
                  </a:lnTo>
                  <a:lnTo>
                    <a:pt x="412" y="210"/>
                  </a:lnTo>
                  <a:lnTo>
                    <a:pt x="412" y="210"/>
                  </a:lnTo>
                  <a:lnTo>
                    <a:pt x="413" y="209"/>
                  </a:lnTo>
                  <a:close/>
                  <a:moveTo>
                    <a:pt x="412" y="202"/>
                  </a:moveTo>
                  <a:lnTo>
                    <a:pt x="412" y="202"/>
                  </a:lnTo>
                  <a:lnTo>
                    <a:pt x="412" y="203"/>
                  </a:lnTo>
                  <a:lnTo>
                    <a:pt x="412" y="203"/>
                  </a:lnTo>
                  <a:lnTo>
                    <a:pt x="411" y="203"/>
                  </a:lnTo>
                  <a:lnTo>
                    <a:pt x="411" y="203"/>
                  </a:lnTo>
                  <a:lnTo>
                    <a:pt x="411" y="202"/>
                  </a:lnTo>
                  <a:lnTo>
                    <a:pt x="410" y="202"/>
                  </a:lnTo>
                  <a:lnTo>
                    <a:pt x="410" y="202"/>
                  </a:lnTo>
                  <a:lnTo>
                    <a:pt x="412" y="202"/>
                  </a:lnTo>
                  <a:close/>
                  <a:moveTo>
                    <a:pt x="409" y="200"/>
                  </a:moveTo>
                  <a:lnTo>
                    <a:pt x="410" y="201"/>
                  </a:lnTo>
                  <a:lnTo>
                    <a:pt x="409" y="200"/>
                  </a:lnTo>
                  <a:lnTo>
                    <a:pt x="409" y="200"/>
                  </a:lnTo>
                  <a:close/>
                  <a:moveTo>
                    <a:pt x="410" y="196"/>
                  </a:moveTo>
                  <a:lnTo>
                    <a:pt x="410" y="198"/>
                  </a:lnTo>
                  <a:lnTo>
                    <a:pt x="410" y="198"/>
                  </a:lnTo>
                  <a:lnTo>
                    <a:pt x="410" y="198"/>
                  </a:lnTo>
                  <a:lnTo>
                    <a:pt x="410" y="196"/>
                  </a:lnTo>
                  <a:close/>
                  <a:moveTo>
                    <a:pt x="406" y="195"/>
                  </a:moveTo>
                  <a:lnTo>
                    <a:pt x="406" y="195"/>
                  </a:lnTo>
                  <a:lnTo>
                    <a:pt x="406" y="195"/>
                  </a:lnTo>
                  <a:lnTo>
                    <a:pt x="406" y="195"/>
                  </a:lnTo>
                  <a:lnTo>
                    <a:pt x="406" y="195"/>
                  </a:lnTo>
                  <a:lnTo>
                    <a:pt x="406" y="195"/>
                  </a:lnTo>
                  <a:lnTo>
                    <a:pt x="406" y="195"/>
                  </a:lnTo>
                  <a:close/>
                  <a:moveTo>
                    <a:pt x="409" y="194"/>
                  </a:moveTo>
                  <a:lnTo>
                    <a:pt x="410" y="194"/>
                  </a:lnTo>
                  <a:lnTo>
                    <a:pt x="410" y="195"/>
                  </a:lnTo>
                  <a:lnTo>
                    <a:pt x="409" y="195"/>
                  </a:lnTo>
                  <a:lnTo>
                    <a:pt x="409" y="195"/>
                  </a:lnTo>
                  <a:lnTo>
                    <a:pt x="409" y="195"/>
                  </a:lnTo>
                  <a:lnTo>
                    <a:pt x="409" y="195"/>
                  </a:lnTo>
                  <a:lnTo>
                    <a:pt x="409" y="195"/>
                  </a:lnTo>
                  <a:lnTo>
                    <a:pt x="408" y="195"/>
                  </a:lnTo>
                  <a:lnTo>
                    <a:pt x="408" y="195"/>
                  </a:lnTo>
                  <a:lnTo>
                    <a:pt x="408" y="195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9" y="194"/>
                  </a:lnTo>
                  <a:lnTo>
                    <a:pt x="409" y="194"/>
                  </a:lnTo>
                  <a:close/>
                  <a:moveTo>
                    <a:pt x="410" y="192"/>
                  </a:moveTo>
                  <a:lnTo>
                    <a:pt x="410" y="192"/>
                  </a:lnTo>
                  <a:lnTo>
                    <a:pt x="411" y="192"/>
                  </a:lnTo>
                  <a:lnTo>
                    <a:pt x="409" y="193"/>
                  </a:lnTo>
                  <a:lnTo>
                    <a:pt x="409" y="193"/>
                  </a:lnTo>
                  <a:lnTo>
                    <a:pt x="410" y="192"/>
                  </a:lnTo>
                  <a:close/>
                  <a:moveTo>
                    <a:pt x="403" y="189"/>
                  </a:moveTo>
                  <a:lnTo>
                    <a:pt x="403" y="191"/>
                  </a:lnTo>
                  <a:lnTo>
                    <a:pt x="403" y="191"/>
                  </a:lnTo>
                  <a:lnTo>
                    <a:pt x="403" y="189"/>
                  </a:lnTo>
                  <a:lnTo>
                    <a:pt x="403" y="189"/>
                  </a:lnTo>
                  <a:close/>
                  <a:moveTo>
                    <a:pt x="406" y="189"/>
                  </a:moveTo>
                  <a:lnTo>
                    <a:pt x="408" y="189"/>
                  </a:lnTo>
                  <a:lnTo>
                    <a:pt x="409" y="191"/>
                  </a:lnTo>
                  <a:lnTo>
                    <a:pt x="409" y="191"/>
                  </a:lnTo>
                  <a:lnTo>
                    <a:pt x="408" y="192"/>
                  </a:lnTo>
                  <a:lnTo>
                    <a:pt x="408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1"/>
                  </a:lnTo>
                  <a:lnTo>
                    <a:pt x="406" y="191"/>
                  </a:lnTo>
                  <a:lnTo>
                    <a:pt x="406" y="191"/>
                  </a:lnTo>
                  <a:lnTo>
                    <a:pt x="406" y="189"/>
                  </a:lnTo>
                  <a:lnTo>
                    <a:pt x="406" y="189"/>
                  </a:lnTo>
                  <a:lnTo>
                    <a:pt x="406" y="189"/>
                  </a:lnTo>
                  <a:close/>
                  <a:moveTo>
                    <a:pt x="404" y="187"/>
                  </a:moveTo>
                  <a:lnTo>
                    <a:pt x="405" y="187"/>
                  </a:lnTo>
                  <a:lnTo>
                    <a:pt x="405" y="187"/>
                  </a:lnTo>
                  <a:lnTo>
                    <a:pt x="405" y="187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3" y="187"/>
                  </a:lnTo>
                  <a:lnTo>
                    <a:pt x="404" y="187"/>
                  </a:lnTo>
                  <a:lnTo>
                    <a:pt x="404" y="187"/>
                  </a:lnTo>
                  <a:close/>
                  <a:moveTo>
                    <a:pt x="403" y="184"/>
                  </a:moveTo>
                  <a:lnTo>
                    <a:pt x="403" y="184"/>
                  </a:lnTo>
                  <a:lnTo>
                    <a:pt x="403" y="184"/>
                  </a:lnTo>
                  <a:lnTo>
                    <a:pt x="403" y="184"/>
                  </a:lnTo>
                  <a:lnTo>
                    <a:pt x="403" y="184"/>
                  </a:lnTo>
                  <a:close/>
                  <a:moveTo>
                    <a:pt x="404" y="182"/>
                  </a:moveTo>
                  <a:lnTo>
                    <a:pt x="404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03" y="182"/>
                  </a:lnTo>
                  <a:lnTo>
                    <a:pt x="403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04" y="182"/>
                  </a:lnTo>
                  <a:close/>
                  <a:moveTo>
                    <a:pt x="406" y="181"/>
                  </a:moveTo>
                  <a:lnTo>
                    <a:pt x="408" y="181"/>
                  </a:lnTo>
                  <a:lnTo>
                    <a:pt x="408" y="181"/>
                  </a:lnTo>
                  <a:lnTo>
                    <a:pt x="408" y="182"/>
                  </a:lnTo>
                  <a:lnTo>
                    <a:pt x="408" y="182"/>
                  </a:lnTo>
                  <a:lnTo>
                    <a:pt x="406" y="182"/>
                  </a:lnTo>
                  <a:lnTo>
                    <a:pt x="405" y="182"/>
                  </a:lnTo>
                  <a:lnTo>
                    <a:pt x="405" y="182"/>
                  </a:lnTo>
                  <a:lnTo>
                    <a:pt x="406" y="181"/>
                  </a:lnTo>
                  <a:lnTo>
                    <a:pt x="406" y="181"/>
                  </a:lnTo>
                  <a:lnTo>
                    <a:pt x="406" y="181"/>
                  </a:lnTo>
                  <a:close/>
                  <a:moveTo>
                    <a:pt x="408" y="180"/>
                  </a:moveTo>
                  <a:lnTo>
                    <a:pt x="409" y="180"/>
                  </a:lnTo>
                  <a:lnTo>
                    <a:pt x="409" y="181"/>
                  </a:lnTo>
                  <a:lnTo>
                    <a:pt x="410" y="182"/>
                  </a:lnTo>
                  <a:lnTo>
                    <a:pt x="410" y="182"/>
                  </a:lnTo>
                  <a:lnTo>
                    <a:pt x="410" y="182"/>
                  </a:lnTo>
                  <a:lnTo>
                    <a:pt x="410" y="184"/>
                  </a:lnTo>
                  <a:lnTo>
                    <a:pt x="409" y="182"/>
                  </a:lnTo>
                  <a:lnTo>
                    <a:pt x="409" y="182"/>
                  </a:lnTo>
                  <a:lnTo>
                    <a:pt x="409" y="181"/>
                  </a:lnTo>
                  <a:lnTo>
                    <a:pt x="409" y="181"/>
                  </a:lnTo>
                  <a:lnTo>
                    <a:pt x="409" y="181"/>
                  </a:lnTo>
                  <a:lnTo>
                    <a:pt x="408" y="180"/>
                  </a:lnTo>
                  <a:lnTo>
                    <a:pt x="408" y="180"/>
                  </a:lnTo>
                  <a:close/>
                  <a:moveTo>
                    <a:pt x="406" y="179"/>
                  </a:moveTo>
                  <a:lnTo>
                    <a:pt x="406" y="180"/>
                  </a:lnTo>
                  <a:lnTo>
                    <a:pt x="406" y="180"/>
                  </a:lnTo>
                  <a:lnTo>
                    <a:pt x="408" y="180"/>
                  </a:lnTo>
                  <a:lnTo>
                    <a:pt x="408" y="180"/>
                  </a:lnTo>
                  <a:lnTo>
                    <a:pt x="406" y="180"/>
                  </a:lnTo>
                  <a:lnTo>
                    <a:pt x="406" y="180"/>
                  </a:lnTo>
                  <a:lnTo>
                    <a:pt x="406" y="180"/>
                  </a:lnTo>
                  <a:lnTo>
                    <a:pt x="405" y="180"/>
                  </a:lnTo>
                  <a:lnTo>
                    <a:pt x="405" y="180"/>
                  </a:lnTo>
                  <a:lnTo>
                    <a:pt x="405" y="180"/>
                  </a:lnTo>
                  <a:lnTo>
                    <a:pt x="406" y="179"/>
                  </a:lnTo>
                  <a:close/>
                  <a:moveTo>
                    <a:pt x="570" y="179"/>
                  </a:moveTo>
                  <a:lnTo>
                    <a:pt x="571" y="181"/>
                  </a:lnTo>
                  <a:lnTo>
                    <a:pt x="571" y="185"/>
                  </a:lnTo>
                  <a:lnTo>
                    <a:pt x="570" y="191"/>
                  </a:lnTo>
                  <a:lnTo>
                    <a:pt x="570" y="194"/>
                  </a:lnTo>
                  <a:lnTo>
                    <a:pt x="571" y="205"/>
                  </a:lnTo>
                  <a:lnTo>
                    <a:pt x="571" y="207"/>
                  </a:lnTo>
                  <a:lnTo>
                    <a:pt x="571" y="207"/>
                  </a:lnTo>
                  <a:lnTo>
                    <a:pt x="573" y="208"/>
                  </a:lnTo>
                  <a:lnTo>
                    <a:pt x="574" y="210"/>
                  </a:lnTo>
                  <a:lnTo>
                    <a:pt x="574" y="212"/>
                  </a:lnTo>
                  <a:lnTo>
                    <a:pt x="575" y="213"/>
                  </a:lnTo>
                  <a:lnTo>
                    <a:pt x="573" y="210"/>
                  </a:lnTo>
                  <a:lnTo>
                    <a:pt x="569" y="202"/>
                  </a:lnTo>
                  <a:lnTo>
                    <a:pt x="567" y="201"/>
                  </a:lnTo>
                  <a:lnTo>
                    <a:pt x="567" y="199"/>
                  </a:lnTo>
                  <a:lnTo>
                    <a:pt x="564" y="192"/>
                  </a:lnTo>
                  <a:lnTo>
                    <a:pt x="563" y="191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4" y="185"/>
                  </a:lnTo>
                  <a:lnTo>
                    <a:pt x="564" y="184"/>
                  </a:lnTo>
                  <a:lnTo>
                    <a:pt x="566" y="182"/>
                  </a:lnTo>
                  <a:lnTo>
                    <a:pt x="567" y="181"/>
                  </a:lnTo>
                  <a:lnTo>
                    <a:pt x="568" y="180"/>
                  </a:lnTo>
                  <a:lnTo>
                    <a:pt x="569" y="180"/>
                  </a:lnTo>
                  <a:lnTo>
                    <a:pt x="570" y="179"/>
                  </a:lnTo>
                  <a:close/>
                  <a:moveTo>
                    <a:pt x="394" y="163"/>
                  </a:moveTo>
                  <a:lnTo>
                    <a:pt x="394" y="163"/>
                  </a:lnTo>
                  <a:lnTo>
                    <a:pt x="394" y="163"/>
                  </a:lnTo>
                  <a:lnTo>
                    <a:pt x="394" y="164"/>
                  </a:lnTo>
                  <a:lnTo>
                    <a:pt x="393" y="164"/>
                  </a:lnTo>
                  <a:lnTo>
                    <a:pt x="393" y="164"/>
                  </a:lnTo>
                  <a:lnTo>
                    <a:pt x="393" y="163"/>
                  </a:lnTo>
                  <a:lnTo>
                    <a:pt x="393" y="163"/>
                  </a:lnTo>
                  <a:lnTo>
                    <a:pt x="394" y="163"/>
                  </a:lnTo>
                  <a:close/>
                  <a:moveTo>
                    <a:pt x="374" y="162"/>
                  </a:moveTo>
                  <a:lnTo>
                    <a:pt x="374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3"/>
                  </a:lnTo>
                  <a:lnTo>
                    <a:pt x="375" y="163"/>
                  </a:lnTo>
                  <a:lnTo>
                    <a:pt x="374" y="163"/>
                  </a:lnTo>
                  <a:lnTo>
                    <a:pt x="374" y="163"/>
                  </a:lnTo>
                  <a:lnTo>
                    <a:pt x="373" y="162"/>
                  </a:lnTo>
                  <a:lnTo>
                    <a:pt x="374" y="162"/>
                  </a:lnTo>
                  <a:close/>
                  <a:moveTo>
                    <a:pt x="205" y="137"/>
                  </a:moveTo>
                  <a:lnTo>
                    <a:pt x="207" y="137"/>
                  </a:lnTo>
                  <a:lnTo>
                    <a:pt x="208" y="137"/>
                  </a:lnTo>
                  <a:lnTo>
                    <a:pt x="209" y="137"/>
                  </a:lnTo>
                  <a:lnTo>
                    <a:pt x="209" y="137"/>
                  </a:lnTo>
                  <a:lnTo>
                    <a:pt x="209" y="138"/>
                  </a:lnTo>
                  <a:lnTo>
                    <a:pt x="209" y="138"/>
                  </a:lnTo>
                  <a:lnTo>
                    <a:pt x="209" y="139"/>
                  </a:lnTo>
                  <a:lnTo>
                    <a:pt x="208" y="139"/>
                  </a:lnTo>
                  <a:lnTo>
                    <a:pt x="208" y="141"/>
                  </a:lnTo>
                  <a:lnTo>
                    <a:pt x="208" y="142"/>
                  </a:lnTo>
                  <a:lnTo>
                    <a:pt x="207" y="142"/>
                  </a:lnTo>
                  <a:lnTo>
                    <a:pt x="205" y="142"/>
                  </a:lnTo>
                  <a:lnTo>
                    <a:pt x="204" y="142"/>
                  </a:lnTo>
                  <a:lnTo>
                    <a:pt x="204" y="141"/>
                  </a:lnTo>
                  <a:lnTo>
                    <a:pt x="203" y="139"/>
                  </a:lnTo>
                  <a:lnTo>
                    <a:pt x="203" y="139"/>
                  </a:lnTo>
                  <a:lnTo>
                    <a:pt x="202" y="139"/>
                  </a:lnTo>
                  <a:lnTo>
                    <a:pt x="200" y="138"/>
                  </a:lnTo>
                  <a:lnTo>
                    <a:pt x="200" y="138"/>
                  </a:lnTo>
                  <a:lnTo>
                    <a:pt x="202" y="138"/>
                  </a:lnTo>
                  <a:lnTo>
                    <a:pt x="204" y="138"/>
                  </a:lnTo>
                  <a:lnTo>
                    <a:pt x="205" y="137"/>
                  </a:lnTo>
                  <a:close/>
                  <a:moveTo>
                    <a:pt x="239" y="125"/>
                  </a:moveTo>
                  <a:lnTo>
                    <a:pt x="239" y="127"/>
                  </a:lnTo>
                  <a:lnTo>
                    <a:pt x="238" y="127"/>
                  </a:lnTo>
                  <a:lnTo>
                    <a:pt x="238" y="128"/>
                  </a:lnTo>
                  <a:lnTo>
                    <a:pt x="238" y="128"/>
                  </a:lnTo>
                  <a:lnTo>
                    <a:pt x="236" y="129"/>
                  </a:lnTo>
                  <a:lnTo>
                    <a:pt x="232" y="132"/>
                  </a:lnTo>
                  <a:lnTo>
                    <a:pt x="225" y="137"/>
                  </a:lnTo>
                  <a:lnTo>
                    <a:pt x="223" y="139"/>
                  </a:lnTo>
                  <a:lnTo>
                    <a:pt x="219" y="142"/>
                  </a:lnTo>
                  <a:lnTo>
                    <a:pt x="217" y="143"/>
                  </a:lnTo>
                  <a:lnTo>
                    <a:pt x="212" y="144"/>
                  </a:lnTo>
                  <a:lnTo>
                    <a:pt x="211" y="143"/>
                  </a:lnTo>
                  <a:lnTo>
                    <a:pt x="209" y="142"/>
                  </a:lnTo>
                  <a:lnTo>
                    <a:pt x="210" y="143"/>
                  </a:lnTo>
                  <a:lnTo>
                    <a:pt x="212" y="143"/>
                  </a:lnTo>
                  <a:lnTo>
                    <a:pt x="215" y="143"/>
                  </a:lnTo>
                  <a:lnTo>
                    <a:pt x="217" y="142"/>
                  </a:lnTo>
                  <a:lnTo>
                    <a:pt x="233" y="131"/>
                  </a:lnTo>
                  <a:lnTo>
                    <a:pt x="233" y="131"/>
                  </a:lnTo>
                  <a:lnTo>
                    <a:pt x="233" y="130"/>
                  </a:lnTo>
                  <a:lnTo>
                    <a:pt x="233" y="130"/>
                  </a:lnTo>
                  <a:lnTo>
                    <a:pt x="235" y="130"/>
                  </a:lnTo>
                  <a:lnTo>
                    <a:pt x="235" y="130"/>
                  </a:lnTo>
                  <a:lnTo>
                    <a:pt x="235" y="129"/>
                  </a:lnTo>
                  <a:lnTo>
                    <a:pt x="236" y="129"/>
                  </a:lnTo>
                  <a:lnTo>
                    <a:pt x="236" y="129"/>
                  </a:lnTo>
                  <a:lnTo>
                    <a:pt x="237" y="128"/>
                  </a:lnTo>
                  <a:lnTo>
                    <a:pt x="238" y="127"/>
                  </a:lnTo>
                  <a:lnTo>
                    <a:pt x="239" y="125"/>
                  </a:lnTo>
                  <a:close/>
                  <a:moveTo>
                    <a:pt x="246" y="120"/>
                  </a:moveTo>
                  <a:lnTo>
                    <a:pt x="247" y="120"/>
                  </a:lnTo>
                  <a:lnTo>
                    <a:pt x="246" y="121"/>
                  </a:lnTo>
                  <a:lnTo>
                    <a:pt x="245" y="123"/>
                  </a:lnTo>
                  <a:lnTo>
                    <a:pt x="240" y="124"/>
                  </a:lnTo>
                  <a:lnTo>
                    <a:pt x="242" y="123"/>
                  </a:lnTo>
                  <a:lnTo>
                    <a:pt x="244" y="121"/>
                  </a:lnTo>
                  <a:lnTo>
                    <a:pt x="245" y="120"/>
                  </a:lnTo>
                  <a:lnTo>
                    <a:pt x="246" y="120"/>
                  </a:lnTo>
                  <a:close/>
                  <a:moveTo>
                    <a:pt x="82" y="87"/>
                  </a:moveTo>
                  <a:lnTo>
                    <a:pt x="90" y="87"/>
                  </a:lnTo>
                  <a:lnTo>
                    <a:pt x="89" y="88"/>
                  </a:lnTo>
                  <a:lnTo>
                    <a:pt x="88" y="88"/>
                  </a:lnTo>
                  <a:lnTo>
                    <a:pt x="88" y="88"/>
                  </a:lnTo>
                  <a:lnTo>
                    <a:pt x="87" y="88"/>
                  </a:lnTo>
                  <a:lnTo>
                    <a:pt x="36" y="101"/>
                  </a:lnTo>
                  <a:lnTo>
                    <a:pt x="31" y="101"/>
                  </a:lnTo>
                  <a:lnTo>
                    <a:pt x="32" y="100"/>
                  </a:lnTo>
                  <a:lnTo>
                    <a:pt x="38" y="99"/>
                  </a:lnTo>
                  <a:lnTo>
                    <a:pt x="47" y="96"/>
                  </a:lnTo>
                  <a:lnTo>
                    <a:pt x="52" y="94"/>
                  </a:lnTo>
                  <a:lnTo>
                    <a:pt x="57" y="94"/>
                  </a:lnTo>
                  <a:lnTo>
                    <a:pt x="59" y="93"/>
                  </a:lnTo>
                  <a:lnTo>
                    <a:pt x="59" y="93"/>
                  </a:lnTo>
                  <a:lnTo>
                    <a:pt x="61" y="92"/>
                  </a:lnTo>
                  <a:lnTo>
                    <a:pt x="63" y="92"/>
                  </a:lnTo>
                  <a:lnTo>
                    <a:pt x="66" y="91"/>
                  </a:lnTo>
                  <a:lnTo>
                    <a:pt x="74" y="89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9" y="87"/>
                  </a:lnTo>
                  <a:lnTo>
                    <a:pt x="82" y="87"/>
                  </a:lnTo>
                  <a:close/>
                  <a:moveTo>
                    <a:pt x="438" y="0"/>
                  </a:moveTo>
                  <a:lnTo>
                    <a:pt x="438" y="0"/>
                  </a:lnTo>
                  <a:lnTo>
                    <a:pt x="439" y="0"/>
                  </a:lnTo>
                  <a:lnTo>
                    <a:pt x="440" y="0"/>
                  </a:lnTo>
                  <a:lnTo>
                    <a:pt x="441" y="1"/>
                  </a:lnTo>
                  <a:lnTo>
                    <a:pt x="448" y="2"/>
                  </a:lnTo>
                  <a:lnTo>
                    <a:pt x="449" y="2"/>
                  </a:lnTo>
                  <a:lnTo>
                    <a:pt x="449" y="2"/>
                  </a:lnTo>
                  <a:lnTo>
                    <a:pt x="451" y="2"/>
                  </a:lnTo>
                  <a:lnTo>
                    <a:pt x="452" y="3"/>
                  </a:lnTo>
                  <a:lnTo>
                    <a:pt x="452" y="3"/>
                  </a:lnTo>
                  <a:lnTo>
                    <a:pt x="453" y="3"/>
                  </a:lnTo>
                  <a:lnTo>
                    <a:pt x="454" y="3"/>
                  </a:lnTo>
                  <a:lnTo>
                    <a:pt x="459" y="5"/>
                  </a:lnTo>
                  <a:lnTo>
                    <a:pt x="459" y="5"/>
                  </a:lnTo>
                  <a:lnTo>
                    <a:pt x="460" y="5"/>
                  </a:lnTo>
                  <a:lnTo>
                    <a:pt x="460" y="3"/>
                  </a:lnTo>
                  <a:lnTo>
                    <a:pt x="461" y="5"/>
                  </a:lnTo>
                  <a:lnTo>
                    <a:pt x="462" y="5"/>
                  </a:lnTo>
                  <a:lnTo>
                    <a:pt x="466" y="5"/>
                  </a:lnTo>
                  <a:lnTo>
                    <a:pt x="467" y="5"/>
                  </a:lnTo>
                  <a:lnTo>
                    <a:pt x="469" y="3"/>
                  </a:lnTo>
                  <a:lnTo>
                    <a:pt x="470" y="3"/>
                  </a:lnTo>
                  <a:lnTo>
                    <a:pt x="470" y="3"/>
                  </a:lnTo>
                  <a:lnTo>
                    <a:pt x="472" y="5"/>
                  </a:lnTo>
                  <a:lnTo>
                    <a:pt x="473" y="5"/>
                  </a:lnTo>
                  <a:lnTo>
                    <a:pt x="474" y="5"/>
                  </a:lnTo>
                  <a:lnTo>
                    <a:pt x="474" y="5"/>
                  </a:lnTo>
                  <a:lnTo>
                    <a:pt x="475" y="3"/>
                  </a:lnTo>
                  <a:lnTo>
                    <a:pt x="475" y="3"/>
                  </a:lnTo>
                  <a:lnTo>
                    <a:pt x="476" y="5"/>
                  </a:lnTo>
                  <a:lnTo>
                    <a:pt x="476" y="5"/>
                  </a:lnTo>
                  <a:lnTo>
                    <a:pt x="476" y="5"/>
                  </a:lnTo>
                  <a:lnTo>
                    <a:pt x="476" y="6"/>
                  </a:lnTo>
                  <a:lnTo>
                    <a:pt x="477" y="7"/>
                  </a:lnTo>
                  <a:lnTo>
                    <a:pt x="476" y="9"/>
                  </a:lnTo>
                  <a:lnTo>
                    <a:pt x="477" y="17"/>
                  </a:lnTo>
                  <a:lnTo>
                    <a:pt x="479" y="20"/>
                  </a:lnTo>
                  <a:lnTo>
                    <a:pt x="477" y="19"/>
                  </a:lnTo>
                  <a:lnTo>
                    <a:pt x="476" y="17"/>
                  </a:lnTo>
                  <a:lnTo>
                    <a:pt x="476" y="16"/>
                  </a:lnTo>
                  <a:lnTo>
                    <a:pt x="475" y="14"/>
                  </a:lnTo>
                  <a:lnTo>
                    <a:pt x="475" y="13"/>
                  </a:lnTo>
                  <a:lnTo>
                    <a:pt x="475" y="13"/>
                  </a:lnTo>
                  <a:lnTo>
                    <a:pt x="474" y="12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473" y="13"/>
                  </a:lnTo>
                  <a:lnTo>
                    <a:pt x="473" y="15"/>
                  </a:lnTo>
                  <a:lnTo>
                    <a:pt x="473" y="16"/>
                  </a:lnTo>
                  <a:lnTo>
                    <a:pt x="473" y="19"/>
                  </a:lnTo>
                  <a:lnTo>
                    <a:pt x="474" y="20"/>
                  </a:lnTo>
                  <a:lnTo>
                    <a:pt x="475" y="20"/>
                  </a:lnTo>
                  <a:lnTo>
                    <a:pt x="475" y="20"/>
                  </a:lnTo>
                  <a:lnTo>
                    <a:pt x="477" y="21"/>
                  </a:lnTo>
                  <a:lnTo>
                    <a:pt x="479" y="22"/>
                  </a:lnTo>
                  <a:lnTo>
                    <a:pt x="480" y="23"/>
                  </a:lnTo>
                  <a:lnTo>
                    <a:pt x="480" y="23"/>
                  </a:lnTo>
                  <a:lnTo>
                    <a:pt x="480" y="24"/>
                  </a:lnTo>
                  <a:lnTo>
                    <a:pt x="481" y="24"/>
                  </a:lnTo>
                  <a:lnTo>
                    <a:pt x="481" y="24"/>
                  </a:lnTo>
                  <a:lnTo>
                    <a:pt x="482" y="26"/>
                  </a:lnTo>
                  <a:lnTo>
                    <a:pt x="482" y="27"/>
                  </a:lnTo>
                  <a:lnTo>
                    <a:pt x="482" y="29"/>
                  </a:lnTo>
                  <a:lnTo>
                    <a:pt x="482" y="30"/>
                  </a:lnTo>
                  <a:lnTo>
                    <a:pt x="483" y="30"/>
                  </a:lnTo>
                  <a:lnTo>
                    <a:pt x="483" y="30"/>
                  </a:lnTo>
                  <a:lnTo>
                    <a:pt x="484" y="31"/>
                  </a:lnTo>
                  <a:lnTo>
                    <a:pt x="484" y="36"/>
                  </a:lnTo>
                  <a:lnTo>
                    <a:pt x="485" y="39"/>
                  </a:lnTo>
                  <a:lnTo>
                    <a:pt x="489" y="49"/>
                  </a:lnTo>
                  <a:lnTo>
                    <a:pt x="490" y="50"/>
                  </a:lnTo>
                  <a:lnTo>
                    <a:pt x="492" y="52"/>
                  </a:lnTo>
                  <a:lnTo>
                    <a:pt x="492" y="55"/>
                  </a:lnTo>
                  <a:lnTo>
                    <a:pt x="495" y="60"/>
                  </a:lnTo>
                  <a:lnTo>
                    <a:pt x="499" y="71"/>
                  </a:lnTo>
                  <a:lnTo>
                    <a:pt x="499" y="73"/>
                  </a:lnTo>
                  <a:lnTo>
                    <a:pt x="499" y="73"/>
                  </a:lnTo>
                  <a:lnTo>
                    <a:pt x="501" y="74"/>
                  </a:lnTo>
                  <a:lnTo>
                    <a:pt x="501" y="74"/>
                  </a:lnTo>
                  <a:lnTo>
                    <a:pt x="501" y="74"/>
                  </a:lnTo>
                  <a:lnTo>
                    <a:pt x="501" y="76"/>
                  </a:lnTo>
                  <a:lnTo>
                    <a:pt x="502" y="76"/>
                  </a:lnTo>
                  <a:lnTo>
                    <a:pt x="502" y="77"/>
                  </a:lnTo>
                  <a:lnTo>
                    <a:pt x="502" y="77"/>
                  </a:lnTo>
                  <a:lnTo>
                    <a:pt x="502" y="78"/>
                  </a:lnTo>
                  <a:lnTo>
                    <a:pt x="503" y="82"/>
                  </a:lnTo>
                  <a:lnTo>
                    <a:pt x="504" y="84"/>
                  </a:lnTo>
                  <a:lnTo>
                    <a:pt x="505" y="84"/>
                  </a:lnTo>
                  <a:lnTo>
                    <a:pt x="506" y="89"/>
                  </a:lnTo>
                  <a:lnTo>
                    <a:pt x="510" y="93"/>
                  </a:lnTo>
                  <a:lnTo>
                    <a:pt x="511" y="94"/>
                  </a:lnTo>
                  <a:lnTo>
                    <a:pt x="511" y="96"/>
                  </a:lnTo>
                  <a:lnTo>
                    <a:pt x="512" y="98"/>
                  </a:lnTo>
                  <a:lnTo>
                    <a:pt x="512" y="100"/>
                  </a:lnTo>
                  <a:lnTo>
                    <a:pt x="517" y="106"/>
                  </a:lnTo>
                  <a:lnTo>
                    <a:pt x="524" y="115"/>
                  </a:lnTo>
                  <a:lnTo>
                    <a:pt x="531" y="128"/>
                  </a:lnTo>
                  <a:lnTo>
                    <a:pt x="540" y="141"/>
                  </a:lnTo>
                  <a:lnTo>
                    <a:pt x="540" y="142"/>
                  </a:lnTo>
                  <a:lnTo>
                    <a:pt x="541" y="143"/>
                  </a:lnTo>
                  <a:lnTo>
                    <a:pt x="542" y="143"/>
                  </a:lnTo>
                  <a:lnTo>
                    <a:pt x="544" y="145"/>
                  </a:lnTo>
                  <a:lnTo>
                    <a:pt x="545" y="146"/>
                  </a:lnTo>
                  <a:lnTo>
                    <a:pt x="558" y="162"/>
                  </a:lnTo>
                  <a:lnTo>
                    <a:pt x="564" y="170"/>
                  </a:lnTo>
                  <a:lnTo>
                    <a:pt x="569" y="174"/>
                  </a:lnTo>
                  <a:lnTo>
                    <a:pt x="576" y="182"/>
                  </a:lnTo>
                  <a:lnTo>
                    <a:pt x="578" y="187"/>
                  </a:lnTo>
                  <a:lnTo>
                    <a:pt x="580" y="189"/>
                  </a:lnTo>
                  <a:lnTo>
                    <a:pt x="580" y="191"/>
                  </a:lnTo>
                  <a:lnTo>
                    <a:pt x="578" y="193"/>
                  </a:lnTo>
                  <a:lnTo>
                    <a:pt x="577" y="193"/>
                  </a:lnTo>
                  <a:lnTo>
                    <a:pt x="577" y="194"/>
                  </a:lnTo>
                  <a:lnTo>
                    <a:pt x="577" y="194"/>
                  </a:lnTo>
                  <a:lnTo>
                    <a:pt x="577" y="195"/>
                  </a:lnTo>
                  <a:lnTo>
                    <a:pt x="576" y="195"/>
                  </a:lnTo>
                  <a:lnTo>
                    <a:pt x="576" y="196"/>
                  </a:lnTo>
                  <a:lnTo>
                    <a:pt x="577" y="205"/>
                  </a:lnTo>
                  <a:lnTo>
                    <a:pt x="577" y="206"/>
                  </a:lnTo>
                  <a:lnTo>
                    <a:pt x="577" y="207"/>
                  </a:lnTo>
                  <a:lnTo>
                    <a:pt x="578" y="208"/>
                  </a:lnTo>
                  <a:lnTo>
                    <a:pt x="580" y="214"/>
                  </a:lnTo>
                  <a:lnTo>
                    <a:pt x="582" y="222"/>
                  </a:lnTo>
                  <a:lnTo>
                    <a:pt x="584" y="224"/>
                  </a:lnTo>
                  <a:lnTo>
                    <a:pt x="584" y="225"/>
                  </a:lnTo>
                  <a:lnTo>
                    <a:pt x="587" y="229"/>
                  </a:lnTo>
                  <a:lnTo>
                    <a:pt x="595" y="238"/>
                  </a:lnTo>
                  <a:lnTo>
                    <a:pt x="596" y="242"/>
                  </a:lnTo>
                  <a:lnTo>
                    <a:pt x="594" y="238"/>
                  </a:lnTo>
                  <a:lnTo>
                    <a:pt x="592" y="237"/>
                  </a:lnTo>
                  <a:lnTo>
                    <a:pt x="592" y="237"/>
                  </a:lnTo>
                  <a:lnTo>
                    <a:pt x="589" y="235"/>
                  </a:lnTo>
                  <a:lnTo>
                    <a:pt x="588" y="231"/>
                  </a:lnTo>
                  <a:lnTo>
                    <a:pt x="582" y="224"/>
                  </a:lnTo>
                  <a:lnTo>
                    <a:pt x="578" y="217"/>
                  </a:lnTo>
                  <a:lnTo>
                    <a:pt x="577" y="214"/>
                  </a:lnTo>
                  <a:lnTo>
                    <a:pt x="575" y="199"/>
                  </a:lnTo>
                  <a:lnTo>
                    <a:pt x="575" y="187"/>
                  </a:lnTo>
                  <a:lnTo>
                    <a:pt x="574" y="184"/>
                  </a:lnTo>
                  <a:lnTo>
                    <a:pt x="573" y="180"/>
                  </a:lnTo>
                  <a:lnTo>
                    <a:pt x="573" y="179"/>
                  </a:lnTo>
                  <a:lnTo>
                    <a:pt x="571" y="178"/>
                  </a:lnTo>
                  <a:lnTo>
                    <a:pt x="570" y="178"/>
                  </a:lnTo>
                  <a:lnTo>
                    <a:pt x="569" y="178"/>
                  </a:lnTo>
                  <a:lnTo>
                    <a:pt x="569" y="178"/>
                  </a:lnTo>
                  <a:lnTo>
                    <a:pt x="568" y="178"/>
                  </a:lnTo>
                  <a:lnTo>
                    <a:pt x="568" y="178"/>
                  </a:lnTo>
                  <a:lnTo>
                    <a:pt x="567" y="178"/>
                  </a:lnTo>
                  <a:lnTo>
                    <a:pt x="567" y="178"/>
                  </a:lnTo>
                  <a:lnTo>
                    <a:pt x="568" y="179"/>
                  </a:lnTo>
                  <a:lnTo>
                    <a:pt x="568" y="180"/>
                  </a:lnTo>
                  <a:lnTo>
                    <a:pt x="567" y="180"/>
                  </a:lnTo>
                  <a:lnTo>
                    <a:pt x="566" y="180"/>
                  </a:lnTo>
                  <a:lnTo>
                    <a:pt x="561" y="180"/>
                  </a:lnTo>
                  <a:lnTo>
                    <a:pt x="560" y="180"/>
                  </a:lnTo>
                  <a:lnTo>
                    <a:pt x="558" y="179"/>
                  </a:lnTo>
                  <a:lnTo>
                    <a:pt x="558" y="178"/>
                  </a:lnTo>
                  <a:lnTo>
                    <a:pt x="558" y="175"/>
                  </a:lnTo>
                  <a:lnTo>
                    <a:pt x="558" y="174"/>
                  </a:lnTo>
                  <a:lnTo>
                    <a:pt x="558" y="173"/>
                  </a:lnTo>
                  <a:lnTo>
                    <a:pt x="559" y="173"/>
                  </a:lnTo>
                  <a:lnTo>
                    <a:pt x="559" y="172"/>
                  </a:lnTo>
                  <a:lnTo>
                    <a:pt x="559" y="170"/>
                  </a:lnTo>
                  <a:lnTo>
                    <a:pt x="559" y="169"/>
                  </a:lnTo>
                  <a:lnTo>
                    <a:pt x="555" y="167"/>
                  </a:lnTo>
                  <a:lnTo>
                    <a:pt x="552" y="166"/>
                  </a:lnTo>
                  <a:lnTo>
                    <a:pt x="551" y="165"/>
                  </a:lnTo>
                  <a:lnTo>
                    <a:pt x="553" y="173"/>
                  </a:lnTo>
                  <a:lnTo>
                    <a:pt x="554" y="175"/>
                  </a:lnTo>
                  <a:lnTo>
                    <a:pt x="554" y="175"/>
                  </a:lnTo>
                  <a:lnTo>
                    <a:pt x="554" y="177"/>
                  </a:lnTo>
                  <a:lnTo>
                    <a:pt x="558" y="181"/>
                  </a:lnTo>
                  <a:lnTo>
                    <a:pt x="558" y="182"/>
                  </a:lnTo>
                  <a:lnTo>
                    <a:pt x="559" y="186"/>
                  </a:lnTo>
                  <a:lnTo>
                    <a:pt x="562" y="194"/>
                  </a:lnTo>
                  <a:lnTo>
                    <a:pt x="563" y="196"/>
                  </a:lnTo>
                  <a:lnTo>
                    <a:pt x="566" y="201"/>
                  </a:lnTo>
                  <a:lnTo>
                    <a:pt x="568" y="205"/>
                  </a:lnTo>
                  <a:lnTo>
                    <a:pt x="569" y="207"/>
                  </a:lnTo>
                  <a:lnTo>
                    <a:pt x="604" y="258"/>
                  </a:lnTo>
                  <a:lnTo>
                    <a:pt x="610" y="271"/>
                  </a:lnTo>
                  <a:lnTo>
                    <a:pt x="626" y="298"/>
                  </a:lnTo>
                  <a:lnTo>
                    <a:pt x="626" y="299"/>
                  </a:lnTo>
                  <a:lnTo>
                    <a:pt x="625" y="296"/>
                  </a:lnTo>
                  <a:lnTo>
                    <a:pt x="625" y="296"/>
                  </a:lnTo>
                  <a:lnTo>
                    <a:pt x="621" y="296"/>
                  </a:lnTo>
                  <a:lnTo>
                    <a:pt x="619" y="295"/>
                  </a:lnTo>
                  <a:lnTo>
                    <a:pt x="619" y="295"/>
                  </a:lnTo>
                  <a:lnTo>
                    <a:pt x="618" y="295"/>
                  </a:lnTo>
                  <a:lnTo>
                    <a:pt x="617" y="294"/>
                  </a:lnTo>
                  <a:lnTo>
                    <a:pt x="617" y="295"/>
                  </a:lnTo>
                  <a:lnTo>
                    <a:pt x="617" y="295"/>
                  </a:lnTo>
                  <a:lnTo>
                    <a:pt x="619" y="298"/>
                  </a:lnTo>
                  <a:lnTo>
                    <a:pt x="620" y="298"/>
                  </a:lnTo>
                  <a:lnTo>
                    <a:pt x="621" y="298"/>
                  </a:lnTo>
                  <a:lnTo>
                    <a:pt x="621" y="298"/>
                  </a:lnTo>
                  <a:lnTo>
                    <a:pt x="624" y="298"/>
                  </a:lnTo>
                  <a:lnTo>
                    <a:pt x="624" y="298"/>
                  </a:lnTo>
                  <a:lnTo>
                    <a:pt x="627" y="300"/>
                  </a:lnTo>
                  <a:lnTo>
                    <a:pt x="628" y="301"/>
                  </a:lnTo>
                  <a:lnTo>
                    <a:pt x="631" y="301"/>
                  </a:lnTo>
                  <a:lnTo>
                    <a:pt x="632" y="303"/>
                  </a:lnTo>
                  <a:lnTo>
                    <a:pt x="632" y="305"/>
                  </a:lnTo>
                  <a:lnTo>
                    <a:pt x="634" y="308"/>
                  </a:lnTo>
                  <a:lnTo>
                    <a:pt x="638" y="311"/>
                  </a:lnTo>
                  <a:lnTo>
                    <a:pt x="639" y="315"/>
                  </a:lnTo>
                  <a:lnTo>
                    <a:pt x="640" y="316"/>
                  </a:lnTo>
                  <a:lnTo>
                    <a:pt x="639" y="317"/>
                  </a:lnTo>
                  <a:lnTo>
                    <a:pt x="639" y="317"/>
                  </a:lnTo>
                  <a:lnTo>
                    <a:pt x="638" y="317"/>
                  </a:lnTo>
                  <a:lnTo>
                    <a:pt x="637" y="318"/>
                  </a:lnTo>
                  <a:lnTo>
                    <a:pt x="637" y="318"/>
                  </a:lnTo>
                  <a:lnTo>
                    <a:pt x="638" y="320"/>
                  </a:lnTo>
                  <a:lnTo>
                    <a:pt x="640" y="320"/>
                  </a:lnTo>
                  <a:lnTo>
                    <a:pt x="641" y="320"/>
                  </a:lnTo>
                  <a:lnTo>
                    <a:pt x="641" y="321"/>
                  </a:lnTo>
                  <a:lnTo>
                    <a:pt x="645" y="329"/>
                  </a:lnTo>
                  <a:lnTo>
                    <a:pt x="646" y="331"/>
                  </a:lnTo>
                  <a:lnTo>
                    <a:pt x="645" y="332"/>
                  </a:lnTo>
                  <a:lnTo>
                    <a:pt x="645" y="334"/>
                  </a:lnTo>
                  <a:lnTo>
                    <a:pt x="646" y="335"/>
                  </a:lnTo>
                  <a:lnTo>
                    <a:pt x="647" y="337"/>
                  </a:lnTo>
                  <a:lnTo>
                    <a:pt x="649" y="349"/>
                  </a:lnTo>
                  <a:lnTo>
                    <a:pt x="649" y="351"/>
                  </a:lnTo>
                  <a:lnTo>
                    <a:pt x="648" y="351"/>
                  </a:lnTo>
                  <a:lnTo>
                    <a:pt x="649" y="364"/>
                  </a:lnTo>
                  <a:lnTo>
                    <a:pt x="649" y="366"/>
                  </a:lnTo>
                  <a:lnTo>
                    <a:pt x="649" y="367"/>
                  </a:lnTo>
                  <a:lnTo>
                    <a:pt x="649" y="371"/>
                  </a:lnTo>
                  <a:lnTo>
                    <a:pt x="649" y="372"/>
                  </a:lnTo>
                  <a:lnTo>
                    <a:pt x="649" y="373"/>
                  </a:lnTo>
                  <a:lnTo>
                    <a:pt x="650" y="375"/>
                  </a:lnTo>
                  <a:lnTo>
                    <a:pt x="650" y="389"/>
                  </a:lnTo>
                  <a:lnTo>
                    <a:pt x="650" y="392"/>
                  </a:lnTo>
                  <a:lnTo>
                    <a:pt x="649" y="393"/>
                  </a:lnTo>
                  <a:lnTo>
                    <a:pt x="649" y="394"/>
                  </a:lnTo>
                  <a:lnTo>
                    <a:pt x="650" y="395"/>
                  </a:lnTo>
                  <a:lnTo>
                    <a:pt x="654" y="421"/>
                  </a:lnTo>
                  <a:lnTo>
                    <a:pt x="654" y="422"/>
                  </a:lnTo>
                  <a:lnTo>
                    <a:pt x="653" y="417"/>
                  </a:lnTo>
                  <a:lnTo>
                    <a:pt x="653" y="414"/>
                  </a:lnTo>
                  <a:lnTo>
                    <a:pt x="653" y="411"/>
                  </a:lnTo>
                  <a:lnTo>
                    <a:pt x="652" y="410"/>
                  </a:lnTo>
                  <a:lnTo>
                    <a:pt x="652" y="410"/>
                  </a:lnTo>
                  <a:lnTo>
                    <a:pt x="649" y="415"/>
                  </a:lnTo>
                  <a:lnTo>
                    <a:pt x="649" y="418"/>
                  </a:lnTo>
                  <a:lnTo>
                    <a:pt x="648" y="421"/>
                  </a:lnTo>
                  <a:lnTo>
                    <a:pt x="649" y="424"/>
                  </a:lnTo>
                  <a:lnTo>
                    <a:pt x="648" y="427"/>
                  </a:lnTo>
                  <a:lnTo>
                    <a:pt x="648" y="427"/>
                  </a:lnTo>
                  <a:lnTo>
                    <a:pt x="647" y="427"/>
                  </a:lnTo>
                  <a:lnTo>
                    <a:pt x="646" y="427"/>
                  </a:lnTo>
                  <a:lnTo>
                    <a:pt x="646" y="428"/>
                  </a:lnTo>
                  <a:lnTo>
                    <a:pt x="645" y="429"/>
                  </a:lnTo>
                  <a:lnTo>
                    <a:pt x="646" y="431"/>
                  </a:lnTo>
                  <a:lnTo>
                    <a:pt x="645" y="435"/>
                  </a:lnTo>
                  <a:lnTo>
                    <a:pt x="642" y="438"/>
                  </a:lnTo>
                  <a:lnTo>
                    <a:pt x="642" y="439"/>
                  </a:lnTo>
                  <a:lnTo>
                    <a:pt x="643" y="444"/>
                  </a:lnTo>
                  <a:lnTo>
                    <a:pt x="643" y="445"/>
                  </a:lnTo>
                  <a:lnTo>
                    <a:pt x="642" y="448"/>
                  </a:lnTo>
                  <a:lnTo>
                    <a:pt x="641" y="449"/>
                  </a:lnTo>
                  <a:lnTo>
                    <a:pt x="642" y="451"/>
                  </a:lnTo>
                  <a:lnTo>
                    <a:pt x="642" y="452"/>
                  </a:lnTo>
                  <a:lnTo>
                    <a:pt x="642" y="453"/>
                  </a:lnTo>
                  <a:lnTo>
                    <a:pt x="643" y="453"/>
                  </a:lnTo>
                  <a:lnTo>
                    <a:pt x="643" y="453"/>
                  </a:lnTo>
                  <a:lnTo>
                    <a:pt x="643" y="456"/>
                  </a:lnTo>
                  <a:lnTo>
                    <a:pt x="643" y="457"/>
                  </a:lnTo>
                  <a:lnTo>
                    <a:pt x="643" y="458"/>
                  </a:lnTo>
                  <a:lnTo>
                    <a:pt x="645" y="458"/>
                  </a:lnTo>
                  <a:lnTo>
                    <a:pt x="646" y="458"/>
                  </a:lnTo>
                  <a:lnTo>
                    <a:pt x="646" y="459"/>
                  </a:lnTo>
                  <a:lnTo>
                    <a:pt x="643" y="463"/>
                  </a:lnTo>
                  <a:lnTo>
                    <a:pt x="640" y="467"/>
                  </a:lnTo>
                  <a:lnTo>
                    <a:pt x="640" y="468"/>
                  </a:lnTo>
                  <a:lnTo>
                    <a:pt x="640" y="468"/>
                  </a:lnTo>
                  <a:lnTo>
                    <a:pt x="640" y="470"/>
                  </a:lnTo>
                  <a:lnTo>
                    <a:pt x="639" y="472"/>
                  </a:lnTo>
                  <a:lnTo>
                    <a:pt x="639" y="473"/>
                  </a:lnTo>
                  <a:lnTo>
                    <a:pt x="639" y="474"/>
                  </a:lnTo>
                  <a:lnTo>
                    <a:pt x="640" y="475"/>
                  </a:lnTo>
                  <a:lnTo>
                    <a:pt x="641" y="477"/>
                  </a:lnTo>
                  <a:lnTo>
                    <a:pt x="641" y="477"/>
                  </a:lnTo>
                  <a:lnTo>
                    <a:pt x="640" y="477"/>
                  </a:lnTo>
                  <a:lnTo>
                    <a:pt x="638" y="474"/>
                  </a:lnTo>
                  <a:lnTo>
                    <a:pt x="638" y="474"/>
                  </a:lnTo>
                  <a:lnTo>
                    <a:pt x="637" y="473"/>
                  </a:lnTo>
                  <a:lnTo>
                    <a:pt x="635" y="473"/>
                  </a:lnTo>
                  <a:lnTo>
                    <a:pt x="634" y="474"/>
                  </a:lnTo>
                  <a:lnTo>
                    <a:pt x="633" y="475"/>
                  </a:lnTo>
                  <a:lnTo>
                    <a:pt x="635" y="475"/>
                  </a:lnTo>
                  <a:lnTo>
                    <a:pt x="637" y="475"/>
                  </a:lnTo>
                  <a:lnTo>
                    <a:pt x="638" y="477"/>
                  </a:lnTo>
                  <a:lnTo>
                    <a:pt x="639" y="479"/>
                  </a:lnTo>
                  <a:lnTo>
                    <a:pt x="638" y="479"/>
                  </a:lnTo>
                  <a:lnTo>
                    <a:pt x="638" y="477"/>
                  </a:lnTo>
                  <a:lnTo>
                    <a:pt x="635" y="477"/>
                  </a:lnTo>
                  <a:lnTo>
                    <a:pt x="634" y="477"/>
                  </a:lnTo>
                  <a:lnTo>
                    <a:pt x="633" y="478"/>
                  </a:lnTo>
                  <a:lnTo>
                    <a:pt x="633" y="477"/>
                  </a:lnTo>
                  <a:lnTo>
                    <a:pt x="632" y="477"/>
                  </a:lnTo>
                  <a:lnTo>
                    <a:pt x="632" y="477"/>
                  </a:lnTo>
                  <a:lnTo>
                    <a:pt x="631" y="475"/>
                  </a:lnTo>
                  <a:lnTo>
                    <a:pt x="632" y="475"/>
                  </a:lnTo>
                  <a:lnTo>
                    <a:pt x="632" y="475"/>
                  </a:lnTo>
                  <a:lnTo>
                    <a:pt x="632" y="474"/>
                  </a:lnTo>
                  <a:lnTo>
                    <a:pt x="633" y="474"/>
                  </a:lnTo>
                  <a:lnTo>
                    <a:pt x="632" y="474"/>
                  </a:lnTo>
                  <a:lnTo>
                    <a:pt x="632" y="474"/>
                  </a:lnTo>
                  <a:lnTo>
                    <a:pt x="632" y="473"/>
                  </a:lnTo>
                  <a:lnTo>
                    <a:pt x="631" y="473"/>
                  </a:lnTo>
                  <a:lnTo>
                    <a:pt x="627" y="474"/>
                  </a:lnTo>
                  <a:lnTo>
                    <a:pt x="626" y="474"/>
                  </a:lnTo>
                  <a:lnTo>
                    <a:pt x="626" y="477"/>
                  </a:lnTo>
                  <a:lnTo>
                    <a:pt x="626" y="479"/>
                  </a:lnTo>
                  <a:lnTo>
                    <a:pt x="625" y="480"/>
                  </a:lnTo>
                  <a:lnTo>
                    <a:pt x="624" y="480"/>
                  </a:lnTo>
                  <a:lnTo>
                    <a:pt x="624" y="479"/>
                  </a:lnTo>
                  <a:lnTo>
                    <a:pt x="624" y="479"/>
                  </a:lnTo>
                  <a:lnTo>
                    <a:pt x="624" y="479"/>
                  </a:lnTo>
                  <a:lnTo>
                    <a:pt x="625" y="479"/>
                  </a:lnTo>
                  <a:lnTo>
                    <a:pt x="621" y="480"/>
                  </a:lnTo>
                  <a:lnTo>
                    <a:pt x="621" y="480"/>
                  </a:lnTo>
                  <a:lnTo>
                    <a:pt x="621" y="481"/>
                  </a:lnTo>
                  <a:lnTo>
                    <a:pt x="621" y="481"/>
                  </a:lnTo>
                  <a:lnTo>
                    <a:pt x="621" y="482"/>
                  </a:lnTo>
                  <a:lnTo>
                    <a:pt x="621" y="484"/>
                  </a:lnTo>
                  <a:lnTo>
                    <a:pt x="621" y="484"/>
                  </a:lnTo>
                  <a:lnTo>
                    <a:pt x="620" y="482"/>
                  </a:lnTo>
                  <a:lnTo>
                    <a:pt x="619" y="484"/>
                  </a:lnTo>
                  <a:lnTo>
                    <a:pt x="618" y="485"/>
                  </a:lnTo>
                  <a:lnTo>
                    <a:pt x="617" y="486"/>
                  </a:lnTo>
                  <a:lnTo>
                    <a:pt x="616" y="486"/>
                  </a:lnTo>
                  <a:lnTo>
                    <a:pt x="613" y="486"/>
                  </a:lnTo>
                  <a:lnTo>
                    <a:pt x="613" y="485"/>
                  </a:lnTo>
                  <a:lnTo>
                    <a:pt x="612" y="485"/>
                  </a:lnTo>
                  <a:lnTo>
                    <a:pt x="612" y="486"/>
                  </a:lnTo>
                  <a:lnTo>
                    <a:pt x="612" y="486"/>
                  </a:lnTo>
                  <a:lnTo>
                    <a:pt x="612" y="486"/>
                  </a:lnTo>
                  <a:lnTo>
                    <a:pt x="612" y="486"/>
                  </a:lnTo>
                  <a:lnTo>
                    <a:pt x="612" y="486"/>
                  </a:lnTo>
                  <a:lnTo>
                    <a:pt x="611" y="486"/>
                  </a:lnTo>
                  <a:lnTo>
                    <a:pt x="611" y="485"/>
                  </a:lnTo>
                  <a:lnTo>
                    <a:pt x="611" y="486"/>
                  </a:lnTo>
                  <a:lnTo>
                    <a:pt x="610" y="486"/>
                  </a:lnTo>
                  <a:lnTo>
                    <a:pt x="610" y="486"/>
                  </a:lnTo>
                  <a:lnTo>
                    <a:pt x="609" y="486"/>
                  </a:lnTo>
                  <a:lnTo>
                    <a:pt x="609" y="486"/>
                  </a:lnTo>
                  <a:lnTo>
                    <a:pt x="609" y="485"/>
                  </a:lnTo>
                  <a:lnTo>
                    <a:pt x="606" y="485"/>
                  </a:lnTo>
                  <a:lnTo>
                    <a:pt x="605" y="484"/>
                  </a:lnTo>
                  <a:lnTo>
                    <a:pt x="603" y="486"/>
                  </a:lnTo>
                  <a:lnTo>
                    <a:pt x="603" y="486"/>
                  </a:lnTo>
                  <a:lnTo>
                    <a:pt x="602" y="488"/>
                  </a:lnTo>
                  <a:lnTo>
                    <a:pt x="601" y="488"/>
                  </a:lnTo>
                  <a:lnTo>
                    <a:pt x="597" y="489"/>
                  </a:lnTo>
                  <a:lnTo>
                    <a:pt x="595" y="491"/>
                  </a:lnTo>
                  <a:lnTo>
                    <a:pt x="591" y="491"/>
                  </a:lnTo>
                  <a:lnTo>
                    <a:pt x="588" y="493"/>
                  </a:lnTo>
                  <a:lnTo>
                    <a:pt x="587" y="493"/>
                  </a:lnTo>
                  <a:lnTo>
                    <a:pt x="582" y="489"/>
                  </a:lnTo>
                  <a:lnTo>
                    <a:pt x="580" y="487"/>
                  </a:lnTo>
                  <a:lnTo>
                    <a:pt x="578" y="485"/>
                  </a:lnTo>
                  <a:lnTo>
                    <a:pt x="578" y="481"/>
                  </a:lnTo>
                  <a:lnTo>
                    <a:pt x="578" y="478"/>
                  </a:lnTo>
                  <a:lnTo>
                    <a:pt x="580" y="475"/>
                  </a:lnTo>
                  <a:lnTo>
                    <a:pt x="581" y="473"/>
                  </a:lnTo>
                  <a:lnTo>
                    <a:pt x="581" y="474"/>
                  </a:lnTo>
                  <a:lnTo>
                    <a:pt x="582" y="475"/>
                  </a:lnTo>
                  <a:lnTo>
                    <a:pt x="582" y="475"/>
                  </a:lnTo>
                  <a:lnTo>
                    <a:pt x="583" y="477"/>
                  </a:lnTo>
                  <a:lnTo>
                    <a:pt x="584" y="477"/>
                  </a:lnTo>
                  <a:lnTo>
                    <a:pt x="585" y="479"/>
                  </a:lnTo>
                  <a:lnTo>
                    <a:pt x="587" y="479"/>
                  </a:lnTo>
                  <a:lnTo>
                    <a:pt x="588" y="480"/>
                  </a:lnTo>
                  <a:lnTo>
                    <a:pt x="594" y="481"/>
                  </a:lnTo>
                  <a:lnTo>
                    <a:pt x="594" y="481"/>
                  </a:lnTo>
                  <a:lnTo>
                    <a:pt x="594" y="482"/>
                  </a:lnTo>
                  <a:lnTo>
                    <a:pt x="594" y="482"/>
                  </a:lnTo>
                  <a:lnTo>
                    <a:pt x="592" y="482"/>
                  </a:lnTo>
                  <a:lnTo>
                    <a:pt x="592" y="484"/>
                  </a:lnTo>
                  <a:lnTo>
                    <a:pt x="595" y="484"/>
                  </a:lnTo>
                  <a:lnTo>
                    <a:pt x="596" y="484"/>
                  </a:lnTo>
                  <a:lnTo>
                    <a:pt x="598" y="482"/>
                  </a:lnTo>
                  <a:lnTo>
                    <a:pt x="599" y="481"/>
                  </a:lnTo>
                  <a:lnTo>
                    <a:pt x="599" y="479"/>
                  </a:lnTo>
                  <a:lnTo>
                    <a:pt x="598" y="478"/>
                  </a:lnTo>
                  <a:lnTo>
                    <a:pt x="594" y="474"/>
                  </a:lnTo>
                  <a:lnTo>
                    <a:pt x="591" y="473"/>
                  </a:lnTo>
                  <a:lnTo>
                    <a:pt x="589" y="473"/>
                  </a:lnTo>
                  <a:lnTo>
                    <a:pt x="587" y="473"/>
                  </a:lnTo>
                  <a:lnTo>
                    <a:pt x="587" y="472"/>
                  </a:lnTo>
                  <a:lnTo>
                    <a:pt x="583" y="472"/>
                  </a:lnTo>
                  <a:lnTo>
                    <a:pt x="580" y="470"/>
                  </a:lnTo>
                  <a:lnTo>
                    <a:pt x="578" y="470"/>
                  </a:lnTo>
                  <a:lnTo>
                    <a:pt x="578" y="468"/>
                  </a:lnTo>
                  <a:lnTo>
                    <a:pt x="577" y="466"/>
                  </a:lnTo>
                  <a:lnTo>
                    <a:pt x="577" y="466"/>
                  </a:lnTo>
                  <a:lnTo>
                    <a:pt x="575" y="463"/>
                  </a:lnTo>
                  <a:lnTo>
                    <a:pt x="573" y="460"/>
                  </a:lnTo>
                  <a:lnTo>
                    <a:pt x="571" y="458"/>
                  </a:lnTo>
                  <a:lnTo>
                    <a:pt x="573" y="457"/>
                  </a:lnTo>
                  <a:lnTo>
                    <a:pt x="573" y="457"/>
                  </a:lnTo>
                  <a:lnTo>
                    <a:pt x="573" y="456"/>
                  </a:lnTo>
                  <a:lnTo>
                    <a:pt x="573" y="456"/>
                  </a:lnTo>
                  <a:lnTo>
                    <a:pt x="571" y="454"/>
                  </a:lnTo>
                  <a:lnTo>
                    <a:pt x="570" y="456"/>
                  </a:lnTo>
                  <a:lnTo>
                    <a:pt x="569" y="456"/>
                  </a:lnTo>
                  <a:lnTo>
                    <a:pt x="569" y="454"/>
                  </a:lnTo>
                  <a:lnTo>
                    <a:pt x="567" y="451"/>
                  </a:lnTo>
                  <a:lnTo>
                    <a:pt x="564" y="449"/>
                  </a:lnTo>
                  <a:lnTo>
                    <a:pt x="564" y="448"/>
                  </a:lnTo>
                  <a:lnTo>
                    <a:pt x="564" y="446"/>
                  </a:lnTo>
                  <a:lnTo>
                    <a:pt x="563" y="445"/>
                  </a:lnTo>
                  <a:lnTo>
                    <a:pt x="563" y="444"/>
                  </a:lnTo>
                  <a:lnTo>
                    <a:pt x="561" y="444"/>
                  </a:lnTo>
                  <a:lnTo>
                    <a:pt x="560" y="444"/>
                  </a:lnTo>
                  <a:lnTo>
                    <a:pt x="559" y="444"/>
                  </a:lnTo>
                  <a:lnTo>
                    <a:pt x="558" y="442"/>
                  </a:lnTo>
                  <a:lnTo>
                    <a:pt x="558" y="441"/>
                  </a:lnTo>
                  <a:lnTo>
                    <a:pt x="556" y="441"/>
                  </a:lnTo>
                  <a:lnTo>
                    <a:pt x="556" y="439"/>
                  </a:lnTo>
                  <a:lnTo>
                    <a:pt x="559" y="437"/>
                  </a:lnTo>
                  <a:lnTo>
                    <a:pt x="558" y="437"/>
                  </a:lnTo>
                  <a:lnTo>
                    <a:pt x="556" y="435"/>
                  </a:lnTo>
                  <a:lnTo>
                    <a:pt x="554" y="434"/>
                  </a:lnTo>
                  <a:lnTo>
                    <a:pt x="552" y="432"/>
                  </a:lnTo>
                  <a:lnTo>
                    <a:pt x="551" y="432"/>
                  </a:lnTo>
                  <a:lnTo>
                    <a:pt x="548" y="432"/>
                  </a:lnTo>
                  <a:lnTo>
                    <a:pt x="547" y="432"/>
                  </a:lnTo>
                  <a:lnTo>
                    <a:pt x="546" y="431"/>
                  </a:lnTo>
                  <a:lnTo>
                    <a:pt x="545" y="430"/>
                  </a:lnTo>
                  <a:lnTo>
                    <a:pt x="544" y="429"/>
                  </a:lnTo>
                  <a:lnTo>
                    <a:pt x="542" y="431"/>
                  </a:lnTo>
                  <a:lnTo>
                    <a:pt x="542" y="430"/>
                  </a:lnTo>
                  <a:lnTo>
                    <a:pt x="541" y="430"/>
                  </a:lnTo>
                  <a:lnTo>
                    <a:pt x="539" y="429"/>
                  </a:lnTo>
                  <a:lnTo>
                    <a:pt x="538" y="429"/>
                  </a:lnTo>
                  <a:lnTo>
                    <a:pt x="538" y="429"/>
                  </a:lnTo>
                  <a:lnTo>
                    <a:pt x="537" y="429"/>
                  </a:lnTo>
                  <a:lnTo>
                    <a:pt x="537" y="430"/>
                  </a:lnTo>
                  <a:lnTo>
                    <a:pt x="535" y="430"/>
                  </a:lnTo>
                  <a:lnTo>
                    <a:pt x="535" y="429"/>
                  </a:lnTo>
                  <a:lnTo>
                    <a:pt x="535" y="429"/>
                  </a:lnTo>
                  <a:lnTo>
                    <a:pt x="535" y="429"/>
                  </a:lnTo>
                  <a:lnTo>
                    <a:pt x="535" y="429"/>
                  </a:lnTo>
                  <a:lnTo>
                    <a:pt x="534" y="429"/>
                  </a:lnTo>
                  <a:lnTo>
                    <a:pt x="533" y="429"/>
                  </a:lnTo>
                  <a:lnTo>
                    <a:pt x="533" y="428"/>
                  </a:lnTo>
                  <a:lnTo>
                    <a:pt x="532" y="427"/>
                  </a:lnTo>
                  <a:lnTo>
                    <a:pt x="532" y="428"/>
                  </a:lnTo>
                  <a:lnTo>
                    <a:pt x="531" y="429"/>
                  </a:lnTo>
                  <a:lnTo>
                    <a:pt x="531" y="430"/>
                  </a:lnTo>
                  <a:lnTo>
                    <a:pt x="530" y="430"/>
                  </a:lnTo>
                  <a:lnTo>
                    <a:pt x="528" y="430"/>
                  </a:lnTo>
                  <a:lnTo>
                    <a:pt x="527" y="430"/>
                  </a:lnTo>
                  <a:lnTo>
                    <a:pt x="527" y="429"/>
                  </a:lnTo>
                  <a:lnTo>
                    <a:pt x="526" y="430"/>
                  </a:lnTo>
                  <a:lnTo>
                    <a:pt x="526" y="430"/>
                  </a:lnTo>
                  <a:lnTo>
                    <a:pt x="526" y="431"/>
                  </a:lnTo>
                  <a:lnTo>
                    <a:pt x="526" y="431"/>
                  </a:lnTo>
                  <a:lnTo>
                    <a:pt x="526" y="431"/>
                  </a:lnTo>
                  <a:lnTo>
                    <a:pt x="526" y="431"/>
                  </a:lnTo>
                  <a:lnTo>
                    <a:pt x="525" y="431"/>
                  </a:lnTo>
                  <a:lnTo>
                    <a:pt x="525" y="431"/>
                  </a:lnTo>
                  <a:lnTo>
                    <a:pt x="524" y="431"/>
                  </a:lnTo>
                  <a:lnTo>
                    <a:pt x="524" y="430"/>
                  </a:lnTo>
                  <a:lnTo>
                    <a:pt x="523" y="428"/>
                  </a:lnTo>
                  <a:lnTo>
                    <a:pt x="524" y="427"/>
                  </a:lnTo>
                  <a:lnTo>
                    <a:pt x="524" y="428"/>
                  </a:lnTo>
                  <a:lnTo>
                    <a:pt x="525" y="429"/>
                  </a:lnTo>
                  <a:lnTo>
                    <a:pt x="526" y="429"/>
                  </a:lnTo>
                  <a:lnTo>
                    <a:pt x="527" y="428"/>
                  </a:lnTo>
                  <a:lnTo>
                    <a:pt x="527" y="427"/>
                  </a:lnTo>
                  <a:lnTo>
                    <a:pt x="528" y="425"/>
                  </a:lnTo>
                  <a:lnTo>
                    <a:pt x="528" y="424"/>
                  </a:lnTo>
                  <a:lnTo>
                    <a:pt x="527" y="424"/>
                  </a:lnTo>
                  <a:lnTo>
                    <a:pt x="525" y="425"/>
                  </a:lnTo>
                  <a:lnTo>
                    <a:pt x="525" y="425"/>
                  </a:lnTo>
                  <a:lnTo>
                    <a:pt x="524" y="424"/>
                  </a:lnTo>
                  <a:lnTo>
                    <a:pt x="523" y="424"/>
                  </a:lnTo>
                  <a:lnTo>
                    <a:pt x="523" y="423"/>
                  </a:lnTo>
                  <a:lnTo>
                    <a:pt x="523" y="422"/>
                  </a:lnTo>
                  <a:lnTo>
                    <a:pt x="520" y="421"/>
                  </a:lnTo>
                  <a:lnTo>
                    <a:pt x="518" y="418"/>
                  </a:lnTo>
                  <a:lnTo>
                    <a:pt x="516" y="413"/>
                  </a:lnTo>
                  <a:lnTo>
                    <a:pt x="516" y="413"/>
                  </a:lnTo>
                  <a:lnTo>
                    <a:pt x="516" y="414"/>
                  </a:lnTo>
                  <a:lnTo>
                    <a:pt x="516" y="415"/>
                  </a:lnTo>
                  <a:lnTo>
                    <a:pt x="516" y="416"/>
                  </a:lnTo>
                  <a:lnTo>
                    <a:pt x="516" y="416"/>
                  </a:lnTo>
                  <a:lnTo>
                    <a:pt x="513" y="410"/>
                  </a:lnTo>
                  <a:lnTo>
                    <a:pt x="511" y="403"/>
                  </a:lnTo>
                  <a:lnTo>
                    <a:pt x="511" y="400"/>
                  </a:lnTo>
                  <a:lnTo>
                    <a:pt x="511" y="400"/>
                  </a:lnTo>
                  <a:lnTo>
                    <a:pt x="511" y="399"/>
                  </a:lnTo>
                  <a:lnTo>
                    <a:pt x="508" y="395"/>
                  </a:lnTo>
                  <a:lnTo>
                    <a:pt x="508" y="394"/>
                  </a:lnTo>
                  <a:lnTo>
                    <a:pt x="508" y="394"/>
                  </a:lnTo>
                  <a:lnTo>
                    <a:pt x="508" y="394"/>
                  </a:lnTo>
                  <a:lnTo>
                    <a:pt x="509" y="394"/>
                  </a:lnTo>
                  <a:lnTo>
                    <a:pt x="508" y="388"/>
                  </a:lnTo>
                  <a:lnTo>
                    <a:pt x="506" y="387"/>
                  </a:lnTo>
                  <a:lnTo>
                    <a:pt x="506" y="386"/>
                  </a:lnTo>
                  <a:lnTo>
                    <a:pt x="504" y="384"/>
                  </a:lnTo>
                  <a:lnTo>
                    <a:pt x="503" y="382"/>
                  </a:lnTo>
                  <a:lnTo>
                    <a:pt x="503" y="384"/>
                  </a:lnTo>
                  <a:lnTo>
                    <a:pt x="504" y="386"/>
                  </a:lnTo>
                  <a:lnTo>
                    <a:pt x="504" y="386"/>
                  </a:lnTo>
                  <a:lnTo>
                    <a:pt x="504" y="387"/>
                  </a:lnTo>
                  <a:lnTo>
                    <a:pt x="503" y="386"/>
                  </a:lnTo>
                  <a:lnTo>
                    <a:pt x="503" y="386"/>
                  </a:lnTo>
                  <a:lnTo>
                    <a:pt x="502" y="386"/>
                  </a:lnTo>
                  <a:lnTo>
                    <a:pt x="501" y="386"/>
                  </a:lnTo>
                  <a:lnTo>
                    <a:pt x="496" y="385"/>
                  </a:lnTo>
                  <a:lnTo>
                    <a:pt x="495" y="385"/>
                  </a:lnTo>
                  <a:lnTo>
                    <a:pt x="495" y="385"/>
                  </a:lnTo>
                  <a:lnTo>
                    <a:pt x="494" y="385"/>
                  </a:lnTo>
                  <a:lnTo>
                    <a:pt x="494" y="386"/>
                  </a:lnTo>
                  <a:lnTo>
                    <a:pt x="494" y="385"/>
                  </a:lnTo>
                  <a:lnTo>
                    <a:pt x="494" y="384"/>
                  </a:lnTo>
                  <a:lnTo>
                    <a:pt x="494" y="382"/>
                  </a:lnTo>
                  <a:lnTo>
                    <a:pt x="494" y="381"/>
                  </a:lnTo>
                  <a:lnTo>
                    <a:pt x="494" y="381"/>
                  </a:lnTo>
                  <a:lnTo>
                    <a:pt x="495" y="382"/>
                  </a:lnTo>
                  <a:lnTo>
                    <a:pt x="495" y="382"/>
                  </a:lnTo>
                  <a:lnTo>
                    <a:pt x="496" y="382"/>
                  </a:lnTo>
                  <a:lnTo>
                    <a:pt x="496" y="381"/>
                  </a:lnTo>
                  <a:lnTo>
                    <a:pt x="496" y="381"/>
                  </a:lnTo>
                  <a:lnTo>
                    <a:pt x="498" y="379"/>
                  </a:lnTo>
                  <a:lnTo>
                    <a:pt x="501" y="377"/>
                  </a:lnTo>
                  <a:lnTo>
                    <a:pt x="501" y="374"/>
                  </a:lnTo>
                  <a:lnTo>
                    <a:pt x="501" y="372"/>
                  </a:lnTo>
                  <a:lnTo>
                    <a:pt x="501" y="371"/>
                  </a:lnTo>
                  <a:lnTo>
                    <a:pt x="504" y="367"/>
                  </a:lnTo>
                  <a:lnTo>
                    <a:pt x="504" y="366"/>
                  </a:lnTo>
                  <a:lnTo>
                    <a:pt x="505" y="365"/>
                  </a:lnTo>
                  <a:lnTo>
                    <a:pt x="505" y="365"/>
                  </a:lnTo>
                  <a:lnTo>
                    <a:pt x="506" y="365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08" y="363"/>
                  </a:lnTo>
                  <a:lnTo>
                    <a:pt x="509" y="361"/>
                  </a:lnTo>
                  <a:lnTo>
                    <a:pt x="508" y="361"/>
                  </a:lnTo>
                  <a:lnTo>
                    <a:pt x="505" y="364"/>
                  </a:lnTo>
                  <a:lnTo>
                    <a:pt x="504" y="364"/>
                  </a:lnTo>
                  <a:lnTo>
                    <a:pt x="503" y="365"/>
                  </a:lnTo>
                  <a:lnTo>
                    <a:pt x="502" y="366"/>
                  </a:lnTo>
                  <a:lnTo>
                    <a:pt x="499" y="370"/>
                  </a:lnTo>
                  <a:lnTo>
                    <a:pt x="498" y="371"/>
                  </a:lnTo>
                  <a:lnTo>
                    <a:pt x="497" y="378"/>
                  </a:lnTo>
                  <a:lnTo>
                    <a:pt x="497" y="379"/>
                  </a:lnTo>
                  <a:lnTo>
                    <a:pt x="496" y="379"/>
                  </a:lnTo>
                  <a:lnTo>
                    <a:pt x="495" y="380"/>
                  </a:lnTo>
                  <a:lnTo>
                    <a:pt x="494" y="380"/>
                  </a:lnTo>
                  <a:lnTo>
                    <a:pt x="494" y="379"/>
                  </a:lnTo>
                  <a:lnTo>
                    <a:pt x="492" y="380"/>
                  </a:lnTo>
                  <a:lnTo>
                    <a:pt x="491" y="381"/>
                  </a:lnTo>
                  <a:lnTo>
                    <a:pt x="490" y="381"/>
                  </a:lnTo>
                  <a:lnTo>
                    <a:pt x="489" y="380"/>
                  </a:lnTo>
                  <a:lnTo>
                    <a:pt x="488" y="379"/>
                  </a:lnTo>
                  <a:lnTo>
                    <a:pt x="488" y="378"/>
                  </a:lnTo>
                  <a:lnTo>
                    <a:pt x="488" y="377"/>
                  </a:lnTo>
                  <a:lnTo>
                    <a:pt x="488" y="374"/>
                  </a:lnTo>
                  <a:lnTo>
                    <a:pt x="488" y="373"/>
                  </a:lnTo>
                  <a:lnTo>
                    <a:pt x="485" y="370"/>
                  </a:lnTo>
                  <a:lnTo>
                    <a:pt x="484" y="368"/>
                  </a:lnTo>
                  <a:lnTo>
                    <a:pt x="484" y="366"/>
                  </a:lnTo>
                  <a:lnTo>
                    <a:pt x="484" y="356"/>
                  </a:lnTo>
                  <a:lnTo>
                    <a:pt x="484" y="353"/>
                  </a:lnTo>
                  <a:lnTo>
                    <a:pt x="484" y="352"/>
                  </a:lnTo>
                  <a:lnTo>
                    <a:pt x="483" y="351"/>
                  </a:lnTo>
                  <a:lnTo>
                    <a:pt x="482" y="351"/>
                  </a:lnTo>
                  <a:lnTo>
                    <a:pt x="481" y="350"/>
                  </a:lnTo>
                  <a:lnTo>
                    <a:pt x="480" y="349"/>
                  </a:lnTo>
                  <a:lnTo>
                    <a:pt x="482" y="346"/>
                  </a:lnTo>
                  <a:lnTo>
                    <a:pt x="485" y="344"/>
                  </a:lnTo>
                  <a:lnTo>
                    <a:pt x="487" y="343"/>
                  </a:lnTo>
                  <a:lnTo>
                    <a:pt x="488" y="343"/>
                  </a:lnTo>
                  <a:lnTo>
                    <a:pt x="488" y="342"/>
                  </a:lnTo>
                  <a:lnTo>
                    <a:pt x="488" y="339"/>
                  </a:lnTo>
                  <a:lnTo>
                    <a:pt x="487" y="339"/>
                  </a:lnTo>
                  <a:lnTo>
                    <a:pt x="485" y="342"/>
                  </a:lnTo>
                  <a:lnTo>
                    <a:pt x="482" y="343"/>
                  </a:lnTo>
                  <a:lnTo>
                    <a:pt x="481" y="344"/>
                  </a:lnTo>
                  <a:lnTo>
                    <a:pt x="480" y="344"/>
                  </a:lnTo>
                  <a:lnTo>
                    <a:pt x="479" y="344"/>
                  </a:lnTo>
                  <a:lnTo>
                    <a:pt x="477" y="345"/>
                  </a:lnTo>
                  <a:lnTo>
                    <a:pt x="477" y="346"/>
                  </a:lnTo>
                  <a:lnTo>
                    <a:pt x="476" y="346"/>
                  </a:lnTo>
                  <a:lnTo>
                    <a:pt x="476" y="348"/>
                  </a:lnTo>
                  <a:lnTo>
                    <a:pt x="475" y="348"/>
                  </a:lnTo>
                  <a:lnTo>
                    <a:pt x="474" y="346"/>
                  </a:lnTo>
                  <a:lnTo>
                    <a:pt x="473" y="345"/>
                  </a:lnTo>
                  <a:lnTo>
                    <a:pt x="473" y="344"/>
                  </a:lnTo>
                  <a:lnTo>
                    <a:pt x="472" y="344"/>
                  </a:lnTo>
                  <a:lnTo>
                    <a:pt x="470" y="345"/>
                  </a:lnTo>
                  <a:lnTo>
                    <a:pt x="469" y="345"/>
                  </a:lnTo>
                  <a:lnTo>
                    <a:pt x="467" y="343"/>
                  </a:lnTo>
                  <a:lnTo>
                    <a:pt x="467" y="342"/>
                  </a:lnTo>
                  <a:lnTo>
                    <a:pt x="465" y="342"/>
                  </a:lnTo>
                  <a:lnTo>
                    <a:pt x="465" y="342"/>
                  </a:lnTo>
                  <a:lnTo>
                    <a:pt x="466" y="343"/>
                  </a:lnTo>
                  <a:lnTo>
                    <a:pt x="469" y="346"/>
                  </a:lnTo>
                  <a:lnTo>
                    <a:pt x="470" y="346"/>
                  </a:lnTo>
                  <a:lnTo>
                    <a:pt x="470" y="345"/>
                  </a:lnTo>
                  <a:lnTo>
                    <a:pt x="472" y="346"/>
                  </a:lnTo>
                  <a:lnTo>
                    <a:pt x="473" y="349"/>
                  </a:lnTo>
                  <a:lnTo>
                    <a:pt x="474" y="350"/>
                  </a:lnTo>
                  <a:lnTo>
                    <a:pt x="474" y="350"/>
                  </a:lnTo>
                  <a:lnTo>
                    <a:pt x="476" y="353"/>
                  </a:lnTo>
                  <a:lnTo>
                    <a:pt x="477" y="357"/>
                  </a:lnTo>
                  <a:lnTo>
                    <a:pt x="477" y="358"/>
                  </a:lnTo>
                  <a:lnTo>
                    <a:pt x="477" y="359"/>
                  </a:lnTo>
                  <a:lnTo>
                    <a:pt x="476" y="360"/>
                  </a:lnTo>
                  <a:lnTo>
                    <a:pt x="476" y="358"/>
                  </a:lnTo>
                  <a:lnTo>
                    <a:pt x="475" y="357"/>
                  </a:lnTo>
                  <a:lnTo>
                    <a:pt x="475" y="357"/>
                  </a:lnTo>
                  <a:lnTo>
                    <a:pt x="475" y="358"/>
                  </a:lnTo>
                  <a:lnTo>
                    <a:pt x="474" y="359"/>
                  </a:lnTo>
                  <a:lnTo>
                    <a:pt x="474" y="359"/>
                  </a:lnTo>
                  <a:lnTo>
                    <a:pt x="474" y="359"/>
                  </a:lnTo>
                  <a:lnTo>
                    <a:pt x="473" y="358"/>
                  </a:lnTo>
                  <a:lnTo>
                    <a:pt x="472" y="358"/>
                  </a:lnTo>
                  <a:lnTo>
                    <a:pt x="472" y="358"/>
                  </a:lnTo>
                  <a:lnTo>
                    <a:pt x="472" y="358"/>
                  </a:lnTo>
                  <a:lnTo>
                    <a:pt x="472" y="359"/>
                  </a:lnTo>
                  <a:lnTo>
                    <a:pt x="472" y="359"/>
                  </a:lnTo>
                  <a:lnTo>
                    <a:pt x="470" y="359"/>
                  </a:lnTo>
                  <a:lnTo>
                    <a:pt x="469" y="358"/>
                  </a:lnTo>
                  <a:lnTo>
                    <a:pt x="469" y="358"/>
                  </a:lnTo>
                  <a:lnTo>
                    <a:pt x="468" y="358"/>
                  </a:lnTo>
                  <a:lnTo>
                    <a:pt x="467" y="358"/>
                  </a:lnTo>
                  <a:lnTo>
                    <a:pt x="467" y="358"/>
                  </a:lnTo>
                  <a:lnTo>
                    <a:pt x="463" y="357"/>
                  </a:lnTo>
                  <a:lnTo>
                    <a:pt x="460" y="349"/>
                  </a:lnTo>
                  <a:lnTo>
                    <a:pt x="458" y="348"/>
                  </a:lnTo>
                  <a:lnTo>
                    <a:pt x="459" y="349"/>
                  </a:lnTo>
                  <a:lnTo>
                    <a:pt x="460" y="351"/>
                  </a:lnTo>
                  <a:lnTo>
                    <a:pt x="460" y="352"/>
                  </a:lnTo>
                  <a:lnTo>
                    <a:pt x="459" y="351"/>
                  </a:lnTo>
                  <a:lnTo>
                    <a:pt x="459" y="351"/>
                  </a:lnTo>
                  <a:lnTo>
                    <a:pt x="459" y="351"/>
                  </a:lnTo>
                  <a:lnTo>
                    <a:pt x="458" y="349"/>
                  </a:lnTo>
                  <a:lnTo>
                    <a:pt x="448" y="336"/>
                  </a:lnTo>
                  <a:lnTo>
                    <a:pt x="447" y="332"/>
                  </a:lnTo>
                  <a:lnTo>
                    <a:pt x="445" y="330"/>
                  </a:lnTo>
                  <a:lnTo>
                    <a:pt x="444" y="328"/>
                  </a:lnTo>
                  <a:lnTo>
                    <a:pt x="444" y="329"/>
                  </a:lnTo>
                  <a:lnTo>
                    <a:pt x="445" y="329"/>
                  </a:lnTo>
                  <a:lnTo>
                    <a:pt x="445" y="329"/>
                  </a:lnTo>
                  <a:lnTo>
                    <a:pt x="445" y="328"/>
                  </a:lnTo>
                  <a:lnTo>
                    <a:pt x="445" y="327"/>
                  </a:lnTo>
                  <a:lnTo>
                    <a:pt x="444" y="325"/>
                  </a:lnTo>
                  <a:lnTo>
                    <a:pt x="442" y="325"/>
                  </a:lnTo>
                  <a:lnTo>
                    <a:pt x="442" y="327"/>
                  </a:lnTo>
                  <a:lnTo>
                    <a:pt x="442" y="327"/>
                  </a:lnTo>
                  <a:lnTo>
                    <a:pt x="441" y="325"/>
                  </a:lnTo>
                  <a:lnTo>
                    <a:pt x="439" y="323"/>
                  </a:lnTo>
                  <a:lnTo>
                    <a:pt x="438" y="322"/>
                  </a:lnTo>
                  <a:lnTo>
                    <a:pt x="438" y="320"/>
                  </a:lnTo>
                  <a:lnTo>
                    <a:pt x="438" y="320"/>
                  </a:lnTo>
                  <a:lnTo>
                    <a:pt x="439" y="321"/>
                  </a:lnTo>
                  <a:lnTo>
                    <a:pt x="439" y="321"/>
                  </a:lnTo>
                  <a:lnTo>
                    <a:pt x="439" y="321"/>
                  </a:lnTo>
                  <a:lnTo>
                    <a:pt x="440" y="321"/>
                  </a:lnTo>
                  <a:lnTo>
                    <a:pt x="439" y="318"/>
                  </a:lnTo>
                  <a:lnTo>
                    <a:pt x="437" y="315"/>
                  </a:lnTo>
                  <a:lnTo>
                    <a:pt x="436" y="311"/>
                  </a:lnTo>
                  <a:lnTo>
                    <a:pt x="434" y="310"/>
                  </a:lnTo>
                  <a:lnTo>
                    <a:pt x="433" y="310"/>
                  </a:lnTo>
                  <a:lnTo>
                    <a:pt x="430" y="308"/>
                  </a:lnTo>
                  <a:lnTo>
                    <a:pt x="426" y="308"/>
                  </a:lnTo>
                  <a:lnTo>
                    <a:pt x="425" y="308"/>
                  </a:lnTo>
                  <a:lnTo>
                    <a:pt x="424" y="307"/>
                  </a:lnTo>
                  <a:lnTo>
                    <a:pt x="422" y="303"/>
                  </a:lnTo>
                  <a:lnTo>
                    <a:pt x="422" y="301"/>
                  </a:lnTo>
                  <a:lnTo>
                    <a:pt x="422" y="301"/>
                  </a:lnTo>
                  <a:lnTo>
                    <a:pt x="424" y="305"/>
                  </a:lnTo>
                  <a:lnTo>
                    <a:pt x="424" y="305"/>
                  </a:lnTo>
                  <a:lnTo>
                    <a:pt x="425" y="306"/>
                  </a:lnTo>
                  <a:lnTo>
                    <a:pt x="427" y="306"/>
                  </a:lnTo>
                  <a:lnTo>
                    <a:pt x="429" y="307"/>
                  </a:lnTo>
                  <a:lnTo>
                    <a:pt x="429" y="306"/>
                  </a:lnTo>
                  <a:lnTo>
                    <a:pt x="429" y="305"/>
                  </a:lnTo>
                  <a:lnTo>
                    <a:pt x="429" y="305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7" y="303"/>
                  </a:lnTo>
                  <a:lnTo>
                    <a:pt x="427" y="303"/>
                  </a:lnTo>
                  <a:lnTo>
                    <a:pt x="426" y="303"/>
                  </a:lnTo>
                  <a:lnTo>
                    <a:pt x="426" y="303"/>
                  </a:lnTo>
                  <a:lnTo>
                    <a:pt x="427" y="301"/>
                  </a:lnTo>
                  <a:lnTo>
                    <a:pt x="429" y="302"/>
                  </a:lnTo>
                  <a:lnTo>
                    <a:pt x="431" y="302"/>
                  </a:lnTo>
                  <a:lnTo>
                    <a:pt x="433" y="302"/>
                  </a:lnTo>
                  <a:lnTo>
                    <a:pt x="432" y="301"/>
                  </a:lnTo>
                  <a:lnTo>
                    <a:pt x="431" y="301"/>
                  </a:lnTo>
                  <a:lnTo>
                    <a:pt x="430" y="301"/>
                  </a:lnTo>
                  <a:lnTo>
                    <a:pt x="429" y="301"/>
                  </a:lnTo>
                  <a:lnTo>
                    <a:pt x="430" y="300"/>
                  </a:lnTo>
                  <a:lnTo>
                    <a:pt x="432" y="299"/>
                  </a:lnTo>
                  <a:lnTo>
                    <a:pt x="433" y="298"/>
                  </a:lnTo>
                  <a:lnTo>
                    <a:pt x="433" y="296"/>
                  </a:lnTo>
                  <a:lnTo>
                    <a:pt x="432" y="298"/>
                  </a:lnTo>
                  <a:lnTo>
                    <a:pt x="431" y="298"/>
                  </a:lnTo>
                  <a:lnTo>
                    <a:pt x="432" y="296"/>
                  </a:lnTo>
                  <a:lnTo>
                    <a:pt x="432" y="296"/>
                  </a:lnTo>
                  <a:lnTo>
                    <a:pt x="431" y="295"/>
                  </a:lnTo>
                  <a:lnTo>
                    <a:pt x="433" y="294"/>
                  </a:lnTo>
                  <a:lnTo>
                    <a:pt x="433" y="293"/>
                  </a:lnTo>
                  <a:lnTo>
                    <a:pt x="433" y="291"/>
                  </a:lnTo>
                  <a:lnTo>
                    <a:pt x="434" y="288"/>
                  </a:lnTo>
                  <a:lnTo>
                    <a:pt x="437" y="286"/>
                  </a:lnTo>
                  <a:lnTo>
                    <a:pt x="437" y="286"/>
                  </a:lnTo>
                  <a:lnTo>
                    <a:pt x="437" y="285"/>
                  </a:lnTo>
                  <a:lnTo>
                    <a:pt x="437" y="284"/>
                  </a:lnTo>
                  <a:lnTo>
                    <a:pt x="438" y="284"/>
                  </a:lnTo>
                  <a:lnTo>
                    <a:pt x="438" y="284"/>
                  </a:lnTo>
                  <a:lnTo>
                    <a:pt x="439" y="280"/>
                  </a:lnTo>
                  <a:lnTo>
                    <a:pt x="439" y="280"/>
                  </a:lnTo>
                  <a:lnTo>
                    <a:pt x="441" y="278"/>
                  </a:lnTo>
                  <a:lnTo>
                    <a:pt x="441" y="277"/>
                  </a:lnTo>
                  <a:lnTo>
                    <a:pt x="444" y="273"/>
                  </a:lnTo>
                  <a:lnTo>
                    <a:pt x="444" y="272"/>
                  </a:lnTo>
                  <a:lnTo>
                    <a:pt x="444" y="271"/>
                  </a:lnTo>
                  <a:lnTo>
                    <a:pt x="441" y="267"/>
                  </a:lnTo>
                  <a:lnTo>
                    <a:pt x="440" y="263"/>
                  </a:lnTo>
                  <a:lnTo>
                    <a:pt x="439" y="263"/>
                  </a:lnTo>
                  <a:lnTo>
                    <a:pt x="438" y="263"/>
                  </a:lnTo>
                  <a:lnTo>
                    <a:pt x="437" y="264"/>
                  </a:lnTo>
                  <a:lnTo>
                    <a:pt x="436" y="265"/>
                  </a:lnTo>
                  <a:lnTo>
                    <a:pt x="436" y="266"/>
                  </a:lnTo>
                  <a:lnTo>
                    <a:pt x="436" y="270"/>
                  </a:lnTo>
                  <a:lnTo>
                    <a:pt x="437" y="271"/>
                  </a:lnTo>
                  <a:lnTo>
                    <a:pt x="437" y="272"/>
                  </a:lnTo>
                  <a:lnTo>
                    <a:pt x="437" y="272"/>
                  </a:lnTo>
                  <a:lnTo>
                    <a:pt x="434" y="273"/>
                  </a:lnTo>
                  <a:lnTo>
                    <a:pt x="433" y="273"/>
                  </a:lnTo>
                  <a:lnTo>
                    <a:pt x="432" y="271"/>
                  </a:lnTo>
                  <a:lnTo>
                    <a:pt x="432" y="268"/>
                  </a:lnTo>
                  <a:lnTo>
                    <a:pt x="431" y="265"/>
                  </a:lnTo>
                  <a:lnTo>
                    <a:pt x="431" y="263"/>
                  </a:lnTo>
                  <a:lnTo>
                    <a:pt x="429" y="262"/>
                  </a:lnTo>
                  <a:lnTo>
                    <a:pt x="426" y="262"/>
                  </a:lnTo>
                  <a:lnTo>
                    <a:pt x="424" y="262"/>
                  </a:lnTo>
                  <a:lnTo>
                    <a:pt x="424" y="262"/>
                  </a:lnTo>
                  <a:lnTo>
                    <a:pt x="426" y="260"/>
                  </a:lnTo>
                  <a:lnTo>
                    <a:pt x="425" y="259"/>
                  </a:lnTo>
                  <a:lnTo>
                    <a:pt x="423" y="259"/>
                  </a:lnTo>
                  <a:lnTo>
                    <a:pt x="422" y="258"/>
                  </a:lnTo>
                  <a:lnTo>
                    <a:pt x="422" y="257"/>
                  </a:lnTo>
                  <a:lnTo>
                    <a:pt x="420" y="257"/>
                  </a:lnTo>
                  <a:lnTo>
                    <a:pt x="420" y="258"/>
                  </a:lnTo>
                  <a:lnTo>
                    <a:pt x="420" y="258"/>
                  </a:lnTo>
                  <a:lnTo>
                    <a:pt x="417" y="256"/>
                  </a:lnTo>
                  <a:lnTo>
                    <a:pt x="418" y="257"/>
                  </a:lnTo>
                  <a:lnTo>
                    <a:pt x="418" y="258"/>
                  </a:lnTo>
                  <a:lnTo>
                    <a:pt x="419" y="258"/>
                  </a:lnTo>
                  <a:lnTo>
                    <a:pt x="419" y="259"/>
                  </a:lnTo>
                  <a:lnTo>
                    <a:pt x="418" y="260"/>
                  </a:lnTo>
                  <a:lnTo>
                    <a:pt x="418" y="260"/>
                  </a:lnTo>
                  <a:lnTo>
                    <a:pt x="418" y="262"/>
                  </a:lnTo>
                  <a:lnTo>
                    <a:pt x="418" y="262"/>
                  </a:lnTo>
                  <a:lnTo>
                    <a:pt x="419" y="262"/>
                  </a:lnTo>
                  <a:lnTo>
                    <a:pt x="422" y="262"/>
                  </a:lnTo>
                  <a:lnTo>
                    <a:pt x="422" y="263"/>
                  </a:lnTo>
                  <a:lnTo>
                    <a:pt x="418" y="264"/>
                  </a:lnTo>
                  <a:lnTo>
                    <a:pt x="417" y="266"/>
                  </a:lnTo>
                  <a:lnTo>
                    <a:pt x="420" y="266"/>
                  </a:lnTo>
                  <a:lnTo>
                    <a:pt x="423" y="268"/>
                  </a:lnTo>
                  <a:lnTo>
                    <a:pt x="426" y="268"/>
                  </a:lnTo>
                  <a:lnTo>
                    <a:pt x="430" y="267"/>
                  </a:lnTo>
                  <a:lnTo>
                    <a:pt x="429" y="268"/>
                  </a:lnTo>
                  <a:lnTo>
                    <a:pt x="426" y="271"/>
                  </a:lnTo>
                  <a:lnTo>
                    <a:pt x="427" y="272"/>
                  </a:lnTo>
                  <a:lnTo>
                    <a:pt x="427" y="273"/>
                  </a:lnTo>
                  <a:lnTo>
                    <a:pt x="427" y="274"/>
                  </a:lnTo>
                  <a:lnTo>
                    <a:pt x="427" y="275"/>
                  </a:lnTo>
                  <a:lnTo>
                    <a:pt x="426" y="277"/>
                  </a:lnTo>
                  <a:lnTo>
                    <a:pt x="426" y="278"/>
                  </a:lnTo>
                  <a:lnTo>
                    <a:pt x="426" y="278"/>
                  </a:lnTo>
                  <a:lnTo>
                    <a:pt x="426" y="280"/>
                  </a:lnTo>
                  <a:lnTo>
                    <a:pt x="427" y="282"/>
                  </a:lnTo>
                  <a:lnTo>
                    <a:pt x="427" y="284"/>
                  </a:lnTo>
                  <a:lnTo>
                    <a:pt x="426" y="285"/>
                  </a:lnTo>
                  <a:lnTo>
                    <a:pt x="425" y="286"/>
                  </a:lnTo>
                  <a:lnTo>
                    <a:pt x="424" y="286"/>
                  </a:lnTo>
                  <a:lnTo>
                    <a:pt x="423" y="286"/>
                  </a:lnTo>
                  <a:lnTo>
                    <a:pt x="423" y="286"/>
                  </a:lnTo>
                  <a:lnTo>
                    <a:pt x="423" y="285"/>
                  </a:lnTo>
                  <a:lnTo>
                    <a:pt x="422" y="284"/>
                  </a:lnTo>
                  <a:lnTo>
                    <a:pt x="422" y="282"/>
                  </a:lnTo>
                  <a:lnTo>
                    <a:pt x="420" y="282"/>
                  </a:lnTo>
                  <a:lnTo>
                    <a:pt x="419" y="282"/>
                  </a:lnTo>
                  <a:lnTo>
                    <a:pt x="417" y="280"/>
                  </a:lnTo>
                  <a:lnTo>
                    <a:pt x="416" y="279"/>
                  </a:lnTo>
                  <a:lnTo>
                    <a:pt x="412" y="277"/>
                  </a:lnTo>
                  <a:lnTo>
                    <a:pt x="410" y="275"/>
                  </a:lnTo>
                  <a:lnTo>
                    <a:pt x="410" y="277"/>
                  </a:lnTo>
                  <a:lnTo>
                    <a:pt x="411" y="278"/>
                  </a:lnTo>
                  <a:lnTo>
                    <a:pt x="417" y="282"/>
                  </a:lnTo>
                  <a:lnTo>
                    <a:pt x="418" y="284"/>
                  </a:lnTo>
                  <a:lnTo>
                    <a:pt x="419" y="287"/>
                  </a:lnTo>
                  <a:lnTo>
                    <a:pt x="420" y="288"/>
                  </a:lnTo>
                  <a:lnTo>
                    <a:pt x="420" y="289"/>
                  </a:lnTo>
                  <a:lnTo>
                    <a:pt x="419" y="289"/>
                  </a:lnTo>
                  <a:lnTo>
                    <a:pt x="418" y="288"/>
                  </a:lnTo>
                  <a:lnTo>
                    <a:pt x="417" y="286"/>
                  </a:lnTo>
                  <a:lnTo>
                    <a:pt x="417" y="285"/>
                  </a:lnTo>
                  <a:lnTo>
                    <a:pt x="416" y="282"/>
                  </a:lnTo>
                  <a:lnTo>
                    <a:pt x="410" y="278"/>
                  </a:lnTo>
                  <a:lnTo>
                    <a:pt x="409" y="277"/>
                  </a:lnTo>
                  <a:lnTo>
                    <a:pt x="408" y="275"/>
                  </a:lnTo>
                  <a:lnTo>
                    <a:pt x="406" y="273"/>
                  </a:lnTo>
                  <a:lnTo>
                    <a:pt x="406" y="271"/>
                  </a:lnTo>
                  <a:lnTo>
                    <a:pt x="406" y="270"/>
                  </a:lnTo>
                  <a:lnTo>
                    <a:pt x="406" y="267"/>
                  </a:lnTo>
                  <a:lnTo>
                    <a:pt x="408" y="266"/>
                  </a:lnTo>
                  <a:lnTo>
                    <a:pt x="409" y="265"/>
                  </a:lnTo>
                  <a:lnTo>
                    <a:pt x="408" y="267"/>
                  </a:lnTo>
                  <a:lnTo>
                    <a:pt x="408" y="268"/>
                  </a:lnTo>
                  <a:lnTo>
                    <a:pt x="408" y="270"/>
                  </a:lnTo>
                  <a:lnTo>
                    <a:pt x="408" y="271"/>
                  </a:lnTo>
                  <a:lnTo>
                    <a:pt x="410" y="264"/>
                  </a:lnTo>
                  <a:lnTo>
                    <a:pt x="410" y="256"/>
                  </a:lnTo>
                  <a:lnTo>
                    <a:pt x="410" y="253"/>
                  </a:lnTo>
                  <a:lnTo>
                    <a:pt x="410" y="252"/>
                  </a:lnTo>
                  <a:lnTo>
                    <a:pt x="410" y="251"/>
                  </a:lnTo>
                  <a:lnTo>
                    <a:pt x="410" y="250"/>
                  </a:lnTo>
                  <a:lnTo>
                    <a:pt x="409" y="249"/>
                  </a:lnTo>
                  <a:lnTo>
                    <a:pt x="408" y="246"/>
                  </a:lnTo>
                  <a:lnTo>
                    <a:pt x="408" y="245"/>
                  </a:lnTo>
                  <a:lnTo>
                    <a:pt x="408" y="243"/>
                  </a:lnTo>
                  <a:lnTo>
                    <a:pt x="408" y="242"/>
                  </a:lnTo>
                  <a:lnTo>
                    <a:pt x="409" y="243"/>
                  </a:lnTo>
                  <a:lnTo>
                    <a:pt x="410" y="241"/>
                  </a:lnTo>
                  <a:lnTo>
                    <a:pt x="410" y="239"/>
                  </a:lnTo>
                  <a:lnTo>
                    <a:pt x="410" y="237"/>
                  </a:lnTo>
                  <a:lnTo>
                    <a:pt x="411" y="235"/>
                  </a:lnTo>
                  <a:lnTo>
                    <a:pt x="411" y="234"/>
                  </a:lnTo>
                  <a:lnTo>
                    <a:pt x="411" y="232"/>
                  </a:lnTo>
                  <a:lnTo>
                    <a:pt x="411" y="232"/>
                  </a:lnTo>
                  <a:lnTo>
                    <a:pt x="411" y="232"/>
                  </a:lnTo>
                  <a:lnTo>
                    <a:pt x="410" y="232"/>
                  </a:lnTo>
                  <a:lnTo>
                    <a:pt x="412" y="225"/>
                  </a:lnTo>
                  <a:lnTo>
                    <a:pt x="412" y="223"/>
                  </a:lnTo>
                  <a:lnTo>
                    <a:pt x="412" y="223"/>
                  </a:lnTo>
                  <a:lnTo>
                    <a:pt x="412" y="222"/>
                  </a:lnTo>
                  <a:lnTo>
                    <a:pt x="413" y="220"/>
                  </a:lnTo>
                  <a:lnTo>
                    <a:pt x="413" y="215"/>
                  </a:lnTo>
                  <a:lnTo>
                    <a:pt x="413" y="214"/>
                  </a:lnTo>
                  <a:lnTo>
                    <a:pt x="413" y="210"/>
                  </a:lnTo>
                  <a:lnTo>
                    <a:pt x="412" y="203"/>
                  </a:lnTo>
                  <a:lnTo>
                    <a:pt x="413" y="201"/>
                  </a:lnTo>
                  <a:lnTo>
                    <a:pt x="412" y="201"/>
                  </a:lnTo>
                  <a:lnTo>
                    <a:pt x="412" y="200"/>
                  </a:lnTo>
                  <a:lnTo>
                    <a:pt x="412" y="199"/>
                  </a:lnTo>
                  <a:lnTo>
                    <a:pt x="412" y="199"/>
                  </a:lnTo>
                  <a:lnTo>
                    <a:pt x="412" y="198"/>
                  </a:lnTo>
                  <a:lnTo>
                    <a:pt x="412" y="196"/>
                  </a:lnTo>
                  <a:lnTo>
                    <a:pt x="412" y="196"/>
                  </a:lnTo>
                  <a:lnTo>
                    <a:pt x="412" y="195"/>
                  </a:lnTo>
                  <a:lnTo>
                    <a:pt x="411" y="193"/>
                  </a:lnTo>
                  <a:lnTo>
                    <a:pt x="411" y="192"/>
                  </a:lnTo>
                  <a:lnTo>
                    <a:pt x="411" y="192"/>
                  </a:lnTo>
                  <a:lnTo>
                    <a:pt x="410" y="192"/>
                  </a:lnTo>
                  <a:lnTo>
                    <a:pt x="410" y="192"/>
                  </a:lnTo>
                  <a:lnTo>
                    <a:pt x="409" y="191"/>
                  </a:lnTo>
                  <a:lnTo>
                    <a:pt x="408" y="188"/>
                  </a:lnTo>
                  <a:lnTo>
                    <a:pt x="406" y="188"/>
                  </a:lnTo>
                  <a:lnTo>
                    <a:pt x="408" y="186"/>
                  </a:lnTo>
                  <a:lnTo>
                    <a:pt x="409" y="187"/>
                  </a:lnTo>
                  <a:lnTo>
                    <a:pt x="411" y="189"/>
                  </a:lnTo>
                  <a:lnTo>
                    <a:pt x="411" y="186"/>
                  </a:lnTo>
                  <a:lnTo>
                    <a:pt x="410" y="186"/>
                  </a:lnTo>
                  <a:lnTo>
                    <a:pt x="410" y="181"/>
                  </a:lnTo>
                  <a:lnTo>
                    <a:pt x="410" y="180"/>
                  </a:lnTo>
                  <a:lnTo>
                    <a:pt x="409" y="179"/>
                  </a:lnTo>
                  <a:lnTo>
                    <a:pt x="409" y="179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5" y="178"/>
                  </a:lnTo>
                  <a:lnTo>
                    <a:pt x="402" y="174"/>
                  </a:lnTo>
                  <a:lnTo>
                    <a:pt x="401" y="173"/>
                  </a:lnTo>
                  <a:lnTo>
                    <a:pt x="401" y="171"/>
                  </a:lnTo>
                  <a:lnTo>
                    <a:pt x="401" y="172"/>
                  </a:lnTo>
                  <a:lnTo>
                    <a:pt x="400" y="171"/>
                  </a:lnTo>
                  <a:lnTo>
                    <a:pt x="398" y="171"/>
                  </a:lnTo>
                  <a:lnTo>
                    <a:pt x="400" y="170"/>
                  </a:lnTo>
                  <a:lnTo>
                    <a:pt x="400" y="169"/>
                  </a:lnTo>
                  <a:lnTo>
                    <a:pt x="398" y="166"/>
                  </a:lnTo>
                  <a:lnTo>
                    <a:pt x="398" y="165"/>
                  </a:lnTo>
                  <a:lnTo>
                    <a:pt x="395" y="164"/>
                  </a:lnTo>
                  <a:lnTo>
                    <a:pt x="395" y="163"/>
                  </a:lnTo>
                  <a:lnTo>
                    <a:pt x="396" y="162"/>
                  </a:lnTo>
                  <a:lnTo>
                    <a:pt x="395" y="160"/>
                  </a:lnTo>
                  <a:lnTo>
                    <a:pt x="394" y="159"/>
                  </a:lnTo>
                  <a:lnTo>
                    <a:pt x="394" y="158"/>
                  </a:lnTo>
                  <a:lnTo>
                    <a:pt x="393" y="157"/>
                  </a:lnTo>
                  <a:lnTo>
                    <a:pt x="391" y="158"/>
                  </a:lnTo>
                  <a:lnTo>
                    <a:pt x="391" y="158"/>
                  </a:lnTo>
                  <a:lnTo>
                    <a:pt x="390" y="158"/>
                  </a:lnTo>
                  <a:lnTo>
                    <a:pt x="389" y="157"/>
                  </a:lnTo>
                  <a:lnTo>
                    <a:pt x="389" y="157"/>
                  </a:lnTo>
                  <a:lnTo>
                    <a:pt x="388" y="158"/>
                  </a:lnTo>
                  <a:lnTo>
                    <a:pt x="386" y="158"/>
                  </a:lnTo>
                  <a:lnTo>
                    <a:pt x="384" y="158"/>
                  </a:lnTo>
                  <a:lnTo>
                    <a:pt x="382" y="157"/>
                  </a:lnTo>
                  <a:lnTo>
                    <a:pt x="382" y="157"/>
                  </a:lnTo>
                  <a:lnTo>
                    <a:pt x="380" y="158"/>
                  </a:lnTo>
                  <a:lnTo>
                    <a:pt x="379" y="158"/>
                  </a:lnTo>
                  <a:lnTo>
                    <a:pt x="377" y="159"/>
                  </a:lnTo>
                  <a:lnTo>
                    <a:pt x="376" y="159"/>
                  </a:lnTo>
                  <a:lnTo>
                    <a:pt x="375" y="159"/>
                  </a:lnTo>
                  <a:lnTo>
                    <a:pt x="374" y="159"/>
                  </a:lnTo>
                  <a:lnTo>
                    <a:pt x="374" y="158"/>
                  </a:lnTo>
                  <a:lnTo>
                    <a:pt x="374" y="157"/>
                  </a:lnTo>
                  <a:lnTo>
                    <a:pt x="373" y="157"/>
                  </a:lnTo>
                  <a:lnTo>
                    <a:pt x="372" y="157"/>
                  </a:lnTo>
                  <a:lnTo>
                    <a:pt x="372" y="156"/>
                  </a:lnTo>
                  <a:lnTo>
                    <a:pt x="370" y="155"/>
                  </a:lnTo>
                  <a:lnTo>
                    <a:pt x="372" y="155"/>
                  </a:lnTo>
                  <a:lnTo>
                    <a:pt x="372" y="153"/>
                  </a:lnTo>
                  <a:lnTo>
                    <a:pt x="370" y="152"/>
                  </a:lnTo>
                  <a:lnTo>
                    <a:pt x="369" y="151"/>
                  </a:lnTo>
                  <a:lnTo>
                    <a:pt x="368" y="151"/>
                  </a:lnTo>
                  <a:lnTo>
                    <a:pt x="367" y="151"/>
                  </a:lnTo>
                  <a:lnTo>
                    <a:pt x="366" y="150"/>
                  </a:lnTo>
                  <a:lnTo>
                    <a:pt x="365" y="150"/>
                  </a:lnTo>
                  <a:lnTo>
                    <a:pt x="363" y="149"/>
                  </a:lnTo>
                  <a:lnTo>
                    <a:pt x="363" y="149"/>
                  </a:lnTo>
                  <a:lnTo>
                    <a:pt x="362" y="148"/>
                  </a:lnTo>
                  <a:lnTo>
                    <a:pt x="362" y="146"/>
                  </a:lnTo>
                  <a:lnTo>
                    <a:pt x="362" y="145"/>
                  </a:lnTo>
                  <a:lnTo>
                    <a:pt x="360" y="143"/>
                  </a:lnTo>
                  <a:lnTo>
                    <a:pt x="358" y="141"/>
                  </a:lnTo>
                  <a:lnTo>
                    <a:pt x="355" y="139"/>
                  </a:lnTo>
                  <a:lnTo>
                    <a:pt x="354" y="138"/>
                  </a:lnTo>
                  <a:lnTo>
                    <a:pt x="352" y="138"/>
                  </a:lnTo>
                  <a:lnTo>
                    <a:pt x="350" y="137"/>
                  </a:lnTo>
                  <a:lnTo>
                    <a:pt x="345" y="134"/>
                  </a:lnTo>
                  <a:lnTo>
                    <a:pt x="345" y="134"/>
                  </a:lnTo>
                  <a:lnTo>
                    <a:pt x="344" y="134"/>
                  </a:lnTo>
                  <a:lnTo>
                    <a:pt x="341" y="132"/>
                  </a:lnTo>
                  <a:lnTo>
                    <a:pt x="341" y="131"/>
                  </a:lnTo>
                  <a:lnTo>
                    <a:pt x="341" y="130"/>
                  </a:lnTo>
                  <a:lnTo>
                    <a:pt x="340" y="129"/>
                  </a:lnTo>
                  <a:lnTo>
                    <a:pt x="340" y="128"/>
                  </a:lnTo>
                  <a:lnTo>
                    <a:pt x="340" y="127"/>
                  </a:lnTo>
                  <a:lnTo>
                    <a:pt x="341" y="124"/>
                  </a:lnTo>
                  <a:lnTo>
                    <a:pt x="340" y="123"/>
                  </a:lnTo>
                  <a:lnTo>
                    <a:pt x="340" y="121"/>
                  </a:lnTo>
                  <a:lnTo>
                    <a:pt x="339" y="120"/>
                  </a:lnTo>
                  <a:lnTo>
                    <a:pt x="338" y="120"/>
                  </a:lnTo>
                  <a:lnTo>
                    <a:pt x="336" y="120"/>
                  </a:lnTo>
                  <a:lnTo>
                    <a:pt x="334" y="120"/>
                  </a:lnTo>
                  <a:lnTo>
                    <a:pt x="333" y="119"/>
                  </a:lnTo>
                  <a:lnTo>
                    <a:pt x="332" y="119"/>
                  </a:lnTo>
                  <a:lnTo>
                    <a:pt x="332" y="117"/>
                  </a:lnTo>
                  <a:lnTo>
                    <a:pt x="330" y="117"/>
                  </a:lnTo>
                  <a:lnTo>
                    <a:pt x="327" y="116"/>
                  </a:lnTo>
                  <a:lnTo>
                    <a:pt x="326" y="115"/>
                  </a:lnTo>
                  <a:lnTo>
                    <a:pt x="325" y="113"/>
                  </a:lnTo>
                  <a:lnTo>
                    <a:pt x="324" y="112"/>
                  </a:lnTo>
                  <a:lnTo>
                    <a:pt x="324" y="110"/>
                  </a:lnTo>
                  <a:lnTo>
                    <a:pt x="323" y="109"/>
                  </a:lnTo>
                  <a:lnTo>
                    <a:pt x="323" y="108"/>
                  </a:lnTo>
                  <a:lnTo>
                    <a:pt x="322" y="108"/>
                  </a:lnTo>
                  <a:lnTo>
                    <a:pt x="322" y="107"/>
                  </a:lnTo>
                  <a:lnTo>
                    <a:pt x="321" y="107"/>
                  </a:lnTo>
                  <a:lnTo>
                    <a:pt x="319" y="105"/>
                  </a:lnTo>
                  <a:lnTo>
                    <a:pt x="316" y="102"/>
                  </a:lnTo>
                  <a:lnTo>
                    <a:pt x="316" y="101"/>
                  </a:lnTo>
                  <a:lnTo>
                    <a:pt x="315" y="101"/>
                  </a:lnTo>
                  <a:lnTo>
                    <a:pt x="311" y="99"/>
                  </a:lnTo>
                  <a:lnTo>
                    <a:pt x="310" y="98"/>
                  </a:lnTo>
                  <a:lnTo>
                    <a:pt x="309" y="98"/>
                  </a:lnTo>
                  <a:lnTo>
                    <a:pt x="308" y="98"/>
                  </a:lnTo>
                  <a:lnTo>
                    <a:pt x="305" y="95"/>
                  </a:lnTo>
                  <a:lnTo>
                    <a:pt x="304" y="96"/>
                  </a:lnTo>
                  <a:lnTo>
                    <a:pt x="300" y="95"/>
                  </a:lnTo>
                  <a:lnTo>
                    <a:pt x="293" y="92"/>
                  </a:lnTo>
                  <a:lnTo>
                    <a:pt x="286" y="88"/>
                  </a:lnTo>
                  <a:lnTo>
                    <a:pt x="284" y="88"/>
                  </a:lnTo>
                  <a:lnTo>
                    <a:pt x="282" y="89"/>
                  </a:lnTo>
                  <a:lnTo>
                    <a:pt x="276" y="91"/>
                  </a:lnTo>
                  <a:lnTo>
                    <a:pt x="275" y="92"/>
                  </a:lnTo>
                  <a:lnTo>
                    <a:pt x="274" y="93"/>
                  </a:lnTo>
                  <a:lnTo>
                    <a:pt x="274" y="92"/>
                  </a:lnTo>
                  <a:lnTo>
                    <a:pt x="273" y="91"/>
                  </a:lnTo>
                  <a:lnTo>
                    <a:pt x="273" y="91"/>
                  </a:lnTo>
                  <a:lnTo>
                    <a:pt x="273" y="91"/>
                  </a:lnTo>
                  <a:lnTo>
                    <a:pt x="273" y="91"/>
                  </a:lnTo>
                  <a:lnTo>
                    <a:pt x="272" y="89"/>
                  </a:lnTo>
                  <a:lnTo>
                    <a:pt x="272" y="89"/>
                  </a:lnTo>
                  <a:lnTo>
                    <a:pt x="271" y="91"/>
                  </a:lnTo>
                  <a:lnTo>
                    <a:pt x="271" y="91"/>
                  </a:lnTo>
                  <a:lnTo>
                    <a:pt x="271" y="92"/>
                  </a:lnTo>
                  <a:lnTo>
                    <a:pt x="268" y="92"/>
                  </a:lnTo>
                  <a:lnTo>
                    <a:pt x="269" y="92"/>
                  </a:lnTo>
                  <a:lnTo>
                    <a:pt x="268" y="92"/>
                  </a:lnTo>
                  <a:lnTo>
                    <a:pt x="268" y="91"/>
                  </a:lnTo>
                  <a:lnTo>
                    <a:pt x="268" y="91"/>
                  </a:lnTo>
                  <a:lnTo>
                    <a:pt x="267" y="92"/>
                  </a:lnTo>
                  <a:lnTo>
                    <a:pt x="267" y="93"/>
                  </a:lnTo>
                  <a:lnTo>
                    <a:pt x="266" y="94"/>
                  </a:lnTo>
                  <a:lnTo>
                    <a:pt x="266" y="94"/>
                  </a:lnTo>
                  <a:lnTo>
                    <a:pt x="264" y="94"/>
                  </a:lnTo>
                  <a:lnTo>
                    <a:pt x="262" y="95"/>
                  </a:lnTo>
                  <a:lnTo>
                    <a:pt x="260" y="96"/>
                  </a:lnTo>
                  <a:lnTo>
                    <a:pt x="260" y="98"/>
                  </a:lnTo>
                  <a:lnTo>
                    <a:pt x="260" y="99"/>
                  </a:lnTo>
                  <a:lnTo>
                    <a:pt x="260" y="99"/>
                  </a:lnTo>
                  <a:lnTo>
                    <a:pt x="259" y="99"/>
                  </a:lnTo>
                  <a:lnTo>
                    <a:pt x="259" y="99"/>
                  </a:lnTo>
                  <a:lnTo>
                    <a:pt x="259" y="99"/>
                  </a:lnTo>
                  <a:lnTo>
                    <a:pt x="259" y="100"/>
                  </a:lnTo>
                  <a:lnTo>
                    <a:pt x="259" y="100"/>
                  </a:lnTo>
                  <a:lnTo>
                    <a:pt x="259" y="100"/>
                  </a:lnTo>
                  <a:lnTo>
                    <a:pt x="259" y="101"/>
                  </a:lnTo>
                  <a:lnTo>
                    <a:pt x="259" y="101"/>
                  </a:lnTo>
                  <a:lnTo>
                    <a:pt x="260" y="102"/>
                  </a:lnTo>
                  <a:lnTo>
                    <a:pt x="260" y="102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1" y="101"/>
                  </a:lnTo>
                  <a:lnTo>
                    <a:pt x="262" y="103"/>
                  </a:lnTo>
                  <a:lnTo>
                    <a:pt x="262" y="103"/>
                  </a:lnTo>
                  <a:lnTo>
                    <a:pt x="261" y="103"/>
                  </a:lnTo>
                  <a:lnTo>
                    <a:pt x="260" y="103"/>
                  </a:lnTo>
                  <a:lnTo>
                    <a:pt x="257" y="102"/>
                  </a:lnTo>
                  <a:lnTo>
                    <a:pt x="255" y="102"/>
                  </a:lnTo>
                  <a:lnTo>
                    <a:pt x="254" y="102"/>
                  </a:lnTo>
                  <a:lnTo>
                    <a:pt x="253" y="103"/>
                  </a:lnTo>
                  <a:lnTo>
                    <a:pt x="254" y="103"/>
                  </a:lnTo>
                  <a:lnTo>
                    <a:pt x="255" y="103"/>
                  </a:lnTo>
                  <a:lnTo>
                    <a:pt x="255" y="105"/>
                  </a:lnTo>
                  <a:lnTo>
                    <a:pt x="255" y="106"/>
                  </a:lnTo>
                  <a:lnTo>
                    <a:pt x="261" y="106"/>
                  </a:lnTo>
                  <a:lnTo>
                    <a:pt x="264" y="106"/>
                  </a:lnTo>
                  <a:lnTo>
                    <a:pt x="264" y="108"/>
                  </a:lnTo>
                  <a:lnTo>
                    <a:pt x="264" y="109"/>
                  </a:lnTo>
                  <a:lnTo>
                    <a:pt x="261" y="112"/>
                  </a:lnTo>
                  <a:lnTo>
                    <a:pt x="262" y="110"/>
                  </a:lnTo>
                  <a:lnTo>
                    <a:pt x="262" y="110"/>
                  </a:lnTo>
                  <a:lnTo>
                    <a:pt x="262" y="109"/>
                  </a:lnTo>
                  <a:lnTo>
                    <a:pt x="259" y="109"/>
                  </a:lnTo>
                  <a:lnTo>
                    <a:pt x="255" y="109"/>
                  </a:lnTo>
                  <a:lnTo>
                    <a:pt x="254" y="109"/>
                  </a:lnTo>
                  <a:lnTo>
                    <a:pt x="253" y="110"/>
                  </a:lnTo>
                  <a:lnTo>
                    <a:pt x="252" y="110"/>
                  </a:lnTo>
                  <a:lnTo>
                    <a:pt x="251" y="109"/>
                  </a:lnTo>
                  <a:lnTo>
                    <a:pt x="247" y="113"/>
                  </a:lnTo>
                  <a:lnTo>
                    <a:pt x="244" y="116"/>
                  </a:lnTo>
                  <a:lnTo>
                    <a:pt x="240" y="117"/>
                  </a:lnTo>
                  <a:lnTo>
                    <a:pt x="238" y="120"/>
                  </a:lnTo>
                  <a:lnTo>
                    <a:pt x="235" y="123"/>
                  </a:lnTo>
                  <a:lnTo>
                    <a:pt x="235" y="124"/>
                  </a:lnTo>
                  <a:lnTo>
                    <a:pt x="232" y="125"/>
                  </a:lnTo>
                  <a:lnTo>
                    <a:pt x="231" y="125"/>
                  </a:lnTo>
                  <a:lnTo>
                    <a:pt x="230" y="127"/>
                  </a:lnTo>
                  <a:lnTo>
                    <a:pt x="229" y="128"/>
                  </a:lnTo>
                  <a:lnTo>
                    <a:pt x="226" y="129"/>
                  </a:lnTo>
                  <a:lnTo>
                    <a:pt x="225" y="129"/>
                  </a:lnTo>
                  <a:lnTo>
                    <a:pt x="225" y="130"/>
                  </a:lnTo>
                  <a:lnTo>
                    <a:pt x="224" y="131"/>
                  </a:lnTo>
                  <a:lnTo>
                    <a:pt x="223" y="129"/>
                  </a:lnTo>
                  <a:lnTo>
                    <a:pt x="224" y="129"/>
                  </a:lnTo>
                  <a:lnTo>
                    <a:pt x="225" y="124"/>
                  </a:lnTo>
                  <a:lnTo>
                    <a:pt x="224" y="124"/>
                  </a:lnTo>
                  <a:lnTo>
                    <a:pt x="223" y="124"/>
                  </a:lnTo>
                  <a:lnTo>
                    <a:pt x="222" y="125"/>
                  </a:lnTo>
                  <a:lnTo>
                    <a:pt x="221" y="127"/>
                  </a:lnTo>
                  <a:lnTo>
                    <a:pt x="221" y="127"/>
                  </a:lnTo>
                  <a:lnTo>
                    <a:pt x="219" y="129"/>
                  </a:lnTo>
                  <a:lnTo>
                    <a:pt x="217" y="130"/>
                  </a:lnTo>
                  <a:lnTo>
                    <a:pt x="216" y="132"/>
                  </a:lnTo>
                  <a:lnTo>
                    <a:pt x="215" y="134"/>
                  </a:lnTo>
                  <a:lnTo>
                    <a:pt x="209" y="134"/>
                  </a:lnTo>
                  <a:lnTo>
                    <a:pt x="205" y="134"/>
                  </a:lnTo>
                  <a:lnTo>
                    <a:pt x="197" y="138"/>
                  </a:lnTo>
                  <a:lnTo>
                    <a:pt x="195" y="138"/>
                  </a:lnTo>
                  <a:lnTo>
                    <a:pt x="194" y="138"/>
                  </a:lnTo>
                  <a:lnTo>
                    <a:pt x="192" y="138"/>
                  </a:lnTo>
                  <a:lnTo>
                    <a:pt x="189" y="141"/>
                  </a:lnTo>
                  <a:lnTo>
                    <a:pt x="187" y="139"/>
                  </a:lnTo>
                  <a:lnTo>
                    <a:pt x="186" y="138"/>
                  </a:lnTo>
                  <a:lnTo>
                    <a:pt x="185" y="137"/>
                  </a:lnTo>
                  <a:lnTo>
                    <a:pt x="182" y="130"/>
                  </a:lnTo>
                  <a:lnTo>
                    <a:pt x="182" y="125"/>
                  </a:lnTo>
                  <a:lnTo>
                    <a:pt x="182" y="123"/>
                  </a:lnTo>
                  <a:lnTo>
                    <a:pt x="183" y="124"/>
                  </a:lnTo>
                  <a:lnTo>
                    <a:pt x="183" y="130"/>
                  </a:lnTo>
                  <a:lnTo>
                    <a:pt x="185" y="132"/>
                  </a:lnTo>
                  <a:lnTo>
                    <a:pt x="185" y="135"/>
                  </a:lnTo>
                  <a:lnTo>
                    <a:pt x="186" y="136"/>
                  </a:lnTo>
                  <a:lnTo>
                    <a:pt x="188" y="139"/>
                  </a:lnTo>
                  <a:lnTo>
                    <a:pt x="189" y="139"/>
                  </a:lnTo>
                  <a:lnTo>
                    <a:pt x="190" y="139"/>
                  </a:lnTo>
                  <a:lnTo>
                    <a:pt x="190" y="138"/>
                  </a:lnTo>
                  <a:lnTo>
                    <a:pt x="192" y="138"/>
                  </a:lnTo>
                  <a:lnTo>
                    <a:pt x="192" y="137"/>
                  </a:lnTo>
                  <a:lnTo>
                    <a:pt x="192" y="136"/>
                  </a:lnTo>
                  <a:lnTo>
                    <a:pt x="192" y="136"/>
                  </a:lnTo>
                  <a:lnTo>
                    <a:pt x="192" y="129"/>
                  </a:lnTo>
                  <a:lnTo>
                    <a:pt x="190" y="128"/>
                  </a:lnTo>
                  <a:lnTo>
                    <a:pt x="187" y="124"/>
                  </a:lnTo>
                  <a:lnTo>
                    <a:pt x="187" y="123"/>
                  </a:lnTo>
                  <a:lnTo>
                    <a:pt x="186" y="122"/>
                  </a:lnTo>
                  <a:lnTo>
                    <a:pt x="185" y="120"/>
                  </a:lnTo>
                  <a:lnTo>
                    <a:pt x="183" y="119"/>
                  </a:lnTo>
                  <a:lnTo>
                    <a:pt x="181" y="119"/>
                  </a:lnTo>
                  <a:lnTo>
                    <a:pt x="172" y="115"/>
                  </a:lnTo>
                  <a:lnTo>
                    <a:pt x="169" y="114"/>
                  </a:lnTo>
                  <a:lnTo>
                    <a:pt x="169" y="113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68" y="112"/>
                  </a:lnTo>
                  <a:lnTo>
                    <a:pt x="168" y="110"/>
                  </a:lnTo>
                  <a:lnTo>
                    <a:pt x="169" y="113"/>
                  </a:lnTo>
                  <a:lnTo>
                    <a:pt x="172" y="114"/>
                  </a:lnTo>
                  <a:lnTo>
                    <a:pt x="173" y="115"/>
                  </a:lnTo>
                  <a:lnTo>
                    <a:pt x="175" y="115"/>
                  </a:lnTo>
                  <a:lnTo>
                    <a:pt x="164" y="108"/>
                  </a:lnTo>
                  <a:lnTo>
                    <a:pt x="162" y="107"/>
                  </a:lnTo>
                  <a:lnTo>
                    <a:pt x="159" y="103"/>
                  </a:lnTo>
                  <a:lnTo>
                    <a:pt x="158" y="103"/>
                  </a:lnTo>
                  <a:lnTo>
                    <a:pt x="159" y="102"/>
                  </a:lnTo>
                  <a:lnTo>
                    <a:pt x="164" y="103"/>
                  </a:lnTo>
                  <a:lnTo>
                    <a:pt x="164" y="105"/>
                  </a:lnTo>
                  <a:lnTo>
                    <a:pt x="168" y="106"/>
                  </a:lnTo>
                  <a:lnTo>
                    <a:pt x="171" y="107"/>
                  </a:lnTo>
                  <a:lnTo>
                    <a:pt x="172" y="108"/>
                  </a:lnTo>
                  <a:lnTo>
                    <a:pt x="175" y="110"/>
                  </a:lnTo>
                  <a:lnTo>
                    <a:pt x="178" y="110"/>
                  </a:lnTo>
                  <a:lnTo>
                    <a:pt x="179" y="110"/>
                  </a:lnTo>
                  <a:lnTo>
                    <a:pt x="179" y="109"/>
                  </a:lnTo>
                  <a:lnTo>
                    <a:pt x="180" y="109"/>
                  </a:lnTo>
                  <a:lnTo>
                    <a:pt x="181" y="108"/>
                  </a:lnTo>
                  <a:lnTo>
                    <a:pt x="181" y="107"/>
                  </a:lnTo>
                  <a:lnTo>
                    <a:pt x="180" y="107"/>
                  </a:lnTo>
                  <a:lnTo>
                    <a:pt x="179" y="107"/>
                  </a:lnTo>
                  <a:lnTo>
                    <a:pt x="179" y="107"/>
                  </a:lnTo>
                  <a:lnTo>
                    <a:pt x="178" y="107"/>
                  </a:lnTo>
                  <a:lnTo>
                    <a:pt x="178" y="107"/>
                  </a:lnTo>
                  <a:lnTo>
                    <a:pt x="178" y="106"/>
                  </a:lnTo>
                  <a:lnTo>
                    <a:pt x="178" y="107"/>
                  </a:lnTo>
                  <a:lnTo>
                    <a:pt x="176" y="109"/>
                  </a:lnTo>
                  <a:lnTo>
                    <a:pt x="175" y="109"/>
                  </a:lnTo>
                  <a:lnTo>
                    <a:pt x="174" y="109"/>
                  </a:lnTo>
                  <a:lnTo>
                    <a:pt x="174" y="108"/>
                  </a:lnTo>
                  <a:lnTo>
                    <a:pt x="173" y="105"/>
                  </a:lnTo>
                  <a:lnTo>
                    <a:pt x="173" y="103"/>
                  </a:lnTo>
                  <a:lnTo>
                    <a:pt x="172" y="105"/>
                  </a:lnTo>
                  <a:lnTo>
                    <a:pt x="171" y="103"/>
                  </a:lnTo>
                  <a:lnTo>
                    <a:pt x="171" y="102"/>
                  </a:lnTo>
                  <a:lnTo>
                    <a:pt x="172" y="101"/>
                  </a:lnTo>
                  <a:lnTo>
                    <a:pt x="172" y="101"/>
                  </a:lnTo>
                  <a:lnTo>
                    <a:pt x="171" y="101"/>
                  </a:lnTo>
                  <a:lnTo>
                    <a:pt x="169" y="102"/>
                  </a:lnTo>
                  <a:lnTo>
                    <a:pt x="168" y="102"/>
                  </a:lnTo>
                  <a:lnTo>
                    <a:pt x="167" y="102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7" y="103"/>
                  </a:lnTo>
                  <a:lnTo>
                    <a:pt x="167" y="103"/>
                  </a:lnTo>
                  <a:lnTo>
                    <a:pt x="166" y="103"/>
                  </a:lnTo>
                  <a:lnTo>
                    <a:pt x="164" y="102"/>
                  </a:lnTo>
                  <a:lnTo>
                    <a:pt x="161" y="101"/>
                  </a:lnTo>
                  <a:lnTo>
                    <a:pt x="160" y="102"/>
                  </a:lnTo>
                  <a:lnTo>
                    <a:pt x="160" y="101"/>
                  </a:lnTo>
                  <a:lnTo>
                    <a:pt x="159" y="101"/>
                  </a:lnTo>
                  <a:lnTo>
                    <a:pt x="157" y="100"/>
                  </a:lnTo>
                  <a:lnTo>
                    <a:pt x="156" y="99"/>
                  </a:lnTo>
                  <a:lnTo>
                    <a:pt x="154" y="99"/>
                  </a:lnTo>
                  <a:lnTo>
                    <a:pt x="154" y="98"/>
                  </a:lnTo>
                  <a:lnTo>
                    <a:pt x="156" y="96"/>
                  </a:lnTo>
                  <a:lnTo>
                    <a:pt x="158" y="92"/>
                  </a:lnTo>
                  <a:lnTo>
                    <a:pt x="159" y="92"/>
                  </a:lnTo>
                  <a:lnTo>
                    <a:pt x="161" y="93"/>
                  </a:lnTo>
                  <a:lnTo>
                    <a:pt x="164" y="88"/>
                  </a:lnTo>
                  <a:lnTo>
                    <a:pt x="166" y="88"/>
                  </a:lnTo>
                  <a:lnTo>
                    <a:pt x="165" y="86"/>
                  </a:lnTo>
                  <a:lnTo>
                    <a:pt x="164" y="85"/>
                  </a:lnTo>
                  <a:lnTo>
                    <a:pt x="162" y="85"/>
                  </a:lnTo>
                  <a:lnTo>
                    <a:pt x="162" y="86"/>
                  </a:lnTo>
                  <a:lnTo>
                    <a:pt x="160" y="89"/>
                  </a:lnTo>
                  <a:lnTo>
                    <a:pt x="159" y="91"/>
                  </a:lnTo>
                  <a:lnTo>
                    <a:pt x="159" y="89"/>
                  </a:lnTo>
                  <a:lnTo>
                    <a:pt x="158" y="89"/>
                  </a:lnTo>
                  <a:lnTo>
                    <a:pt x="157" y="91"/>
                  </a:lnTo>
                  <a:lnTo>
                    <a:pt x="156" y="91"/>
                  </a:lnTo>
                  <a:lnTo>
                    <a:pt x="156" y="92"/>
                  </a:lnTo>
                  <a:lnTo>
                    <a:pt x="154" y="93"/>
                  </a:lnTo>
                  <a:lnTo>
                    <a:pt x="154" y="93"/>
                  </a:lnTo>
                  <a:lnTo>
                    <a:pt x="153" y="93"/>
                  </a:lnTo>
                  <a:lnTo>
                    <a:pt x="153" y="92"/>
                  </a:lnTo>
                  <a:lnTo>
                    <a:pt x="152" y="91"/>
                  </a:lnTo>
                  <a:lnTo>
                    <a:pt x="151" y="89"/>
                  </a:lnTo>
                  <a:lnTo>
                    <a:pt x="150" y="87"/>
                  </a:lnTo>
                  <a:lnTo>
                    <a:pt x="150" y="89"/>
                  </a:lnTo>
                  <a:lnTo>
                    <a:pt x="149" y="89"/>
                  </a:lnTo>
                  <a:lnTo>
                    <a:pt x="146" y="91"/>
                  </a:lnTo>
                  <a:lnTo>
                    <a:pt x="145" y="91"/>
                  </a:lnTo>
                  <a:lnTo>
                    <a:pt x="144" y="92"/>
                  </a:lnTo>
                  <a:lnTo>
                    <a:pt x="143" y="93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5"/>
                  </a:lnTo>
                  <a:lnTo>
                    <a:pt x="147" y="95"/>
                  </a:lnTo>
                  <a:lnTo>
                    <a:pt x="149" y="94"/>
                  </a:lnTo>
                  <a:lnTo>
                    <a:pt x="150" y="94"/>
                  </a:lnTo>
                  <a:lnTo>
                    <a:pt x="151" y="95"/>
                  </a:lnTo>
                  <a:lnTo>
                    <a:pt x="152" y="96"/>
                  </a:lnTo>
                  <a:lnTo>
                    <a:pt x="153" y="96"/>
                  </a:lnTo>
                  <a:lnTo>
                    <a:pt x="152" y="99"/>
                  </a:lnTo>
                  <a:lnTo>
                    <a:pt x="153" y="100"/>
                  </a:lnTo>
                  <a:lnTo>
                    <a:pt x="154" y="100"/>
                  </a:lnTo>
                  <a:lnTo>
                    <a:pt x="156" y="101"/>
                  </a:lnTo>
                  <a:lnTo>
                    <a:pt x="156" y="103"/>
                  </a:lnTo>
                  <a:lnTo>
                    <a:pt x="154" y="102"/>
                  </a:lnTo>
                  <a:lnTo>
                    <a:pt x="153" y="102"/>
                  </a:lnTo>
                  <a:lnTo>
                    <a:pt x="154" y="102"/>
                  </a:lnTo>
                  <a:lnTo>
                    <a:pt x="154" y="103"/>
                  </a:lnTo>
                  <a:lnTo>
                    <a:pt x="153" y="103"/>
                  </a:lnTo>
                  <a:lnTo>
                    <a:pt x="143" y="98"/>
                  </a:lnTo>
                  <a:lnTo>
                    <a:pt x="136" y="95"/>
                  </a:lnTo>
                  <a:lnTo>
                    <a:pt x="126" y="92"/>
                  </a:lnTo>
                  <a:lnTo>
                    <a:pt x="116" y="89"/>
                  </a:lnTo>
                  <a:lnTo>
                    <a:pt x="102" y="88"/>
                  </a:lnTo>
                  <a:lnTo>
                    <a:pt x="93" y="88"/>
                  </a:lnTo>
                  <a:lnTo>
                    <a:pt x="90" y="87"/>
                  </a:lnTo>
                  <a:lnTo>
                    <a:pt x="90" y="87"/>
                  </a:lnTo>
                  <a:lnTo>
                    <a:pt x="90" y="86"/>
                  </a:lnTo>
                  <a:lnTo>
                    <a:pt x="92" y="86"/>
                  </a:lnTo>
                  <a:lnTo>
                    <a:pt x="99" y="86"/>
                  </a:lnTo>
                  <a:lnTo>
                    <a:pt x="103" y="86"/>
                  </a:lnTo>
                  <a:lnTo>
                    <a:pt x="104" y="86"/>
                  </a:lnTo>
                  <a:lnTo>
                    <a:pt x="104" y="85"/>
                  </a:lnTo>
                  <a:lnTo>
                    <a:pt x="106" y="84"/>
                  </a:lnTo>
                  <a:lnTo>
                    <a:pt x="106" y="82"/>
                  </a:lnTo>
                  <a:lnTo>
                    <a:pt x="106" y="82"/>
                  </a:lnTo>
                  <a:lnTo>
                    <a:pt x="106" y="82"/>
                  </a:lnTo>
                  <a:lnTo>
                    <a:pt x="106" y="82"/>
                  </a:lnTo>
                  <a:lnTo>
                    <a:pt x="107" y="84"/>
                  </a:lnTo>
                  <a:lnTo>
                    <a:pt x="107" y="84"/>
                  </a:lnTo>
                  <a:lnTo>
                    <a:pt x="108" y="85"/>
                  </a:lnTo>
                  <a:lnTo>
                    <a:pt x="111" y="85"/>
                  </a:lnTo>
                  <a:lnTo>
                    <a:pt x="113" y="85"/>
                  </a:lnTo>
                  <a:lnTo>
                    <a:pt x="113" y="85"/>
                  </a:lnTo>
                  <a:lnTo>
                    <a:pt x="113" y="84"/>
                  </a:lnTo>
                  <a:lnTo>
                    <a:pt x="113" y="84"/>
                  </a:lnTo>
                  <a:lnTo>
                    <a:pt x="111" y="84"/>
                  </a:lnTo>
                  <a:lnTo>
                    <a:pt x="110" y="82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1" y="81"/>
                  </a:lnTo>
                  <a:lnTo>
                    <a:pt x="113" y="82"/>
                  </a:lnTo>
                  <a:lnTo>
                    <a:pt x="115" y="84"/>
                  </a:lnTo>
                  <a:lnTo>
                    <a:pt x="120" y="85"/>
                  </a:lnTo>
                  <a:lnTo>
                    <a:pt x="120" y="85"/>
                  </a:lnTo>
                  <a:lnTo>
                    <a:pt x="122" y="86"/>
                  </a:lnTo>
                  <a:lnTo>
                    <a:pt x="122" y="85"/>
                  </a:lnTo>
                  <a:lnTo>
                    <a:pt x="122" y="84"/>
                  </a:lnTo>
                  <a:lnTo>
                    <a:pt x="122" y="82"/>
                  </a:lnTo>
                  <a:lnTo>
                    <a:pt x="121" y="82"/>
                  </a:lnTo>
                  <a:lnTo>
                    <a:pt x="118" y="80"/>
                  </a:lnTo>
                  <a:lnTo>
                    <a:pt x="118" y="79"/>
                  </a:lnTo>
                  <a:lnTo>
                    <a:pt x="118" y="79"/>
                  </a:lnTo>
                  <a:lnTo>
                    <a:pt x="118" y="78"/>
                  </a:lnTo>
                  <a:lnTo>
                    <a:pt x="118" y="77"/>
                  </a:lnTo>
                  <a:lnTo>
                    <a:pt x="117" y="78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13" y="76"/>
                  </a:lnTo>
                  <a:lnTo>
                    <a:pt x="113" y="77"/>
                  </a:lnTo>
                  <a:lnTo>
                    <a:pt x="110" y="77"/>
                  </a:lnTo>
                  <a:lnTo>
                    <a:pt x="107" y="77"/>
                  </a:lnTo>
                  <a:lnTo>
                    <a:pt x="106" y="77"/>
                  </a:lnTo>
                  <a:lnTo>
                    <a:pt x="102" y="78"/>
                  </a:lnTo>
                  <a:lnTo>
                    <a:pt x="101" y="79"/>
                  </a:lnTo>
                  <a:lnTo>
                    <a:pt x="100" y="79"/>
                  </a:lnTo>
                  <a:lnTo>
                    <a:pt x="99" y="80"/>
                  </a:lnTo>
                  <a:lnTo>
                    <a:pt x="99" y="81"/>
                  </a:lnTo>
                  <a:lnTo>
                    <a:pt x="96" y="81"/>
                  </a:lnTo>
                  <a:lnTo>
                    <a:pt x="95" y="80"/>
                  </a:lnTo>
                  <a:lnTo>
                    <a:pt x="96" y="79"/>
                  </a:lnTo>
                  <a:lnTo>
                    <a:pt x="97" y="76"/>
                  </a:lnTo>
                  <a:lnTo>
                    <a:pt x="95" y="77"/>
                  </a:lnTo>
                  <a:lnTo>
                    <a:pt x="95" y="77"/>
                  </a:lnTo>
                  <a:lnTo>
                    <a:pt x="94" y="77"/>
                  </a:lnTo>
                  <a:lnTo>
                    <a:pt x="94" y="78"/>
                  </a:lnTo>
                  <a:lnTo>
                    <a:pt x="93" y="78"/>
                  </a:lnTo>
                  <a:lnTo>
                    <a:pt x="92" y="78"/>
                  </a:lnTo>
                  <a:lnTo>
                    <a:pt x="92" y="77"/>
                  </a:lnTo>
                  <a:lnTo>
                    <a:pt x="92" y="77"/>
                  </a:lnTo>
                  <a:lnTo>
                    <a:pt x="92" y="79"/>
                  </a:lnTo>
                  <a:lnTo>
                    <a:pt x="92" y="80"/>
                  </a:lnTo>
                  <a:lnTo>
                    <a:pt x="92" y="81"/>
                  </a:lnTo>
                  <a:lnTo>
                    <a:pt x="90" y="81"/>
                  </a:lnTo>
                  <a:lnTo>
                    <a:pt x="89" y="81"/>
                  </a:lnTo>
                  <a:lnTo>
                    <a:pt x="88" y="82"/>
                  </a:lnTo>
                  <a:lnTo>
                    <a:pt x="88" y="82"/>
                  </a:lnTo>
                  <a:lnTo>
                    <a:pt x="87" y="84"/>
                  </a:lnTo>
                  <a:lnTo>
                    <a:pt x="86" y="84"/>
                  </a:lnTo>
                  <a:lnTo>
                    <a:pt x="85" y="84"/>
                  </a:lnTo>
                  <a:lnTo>
                    <a:pt x="85" y="85"/>
                  </a:lnTo>
                  <a:lnTo>
                    <a:pt x="85" y="86"/>
                  </a:lnTo>
                  <a:lnTo>
                    <a:pt x="83" y="87"/>
                  </a:lnTo>
                  <a:lnTo>
                    <a:pt x="78" y="87"/>
                  </a:lnTo>
                  <a:lnTo>
                    <a:pt x="72" y="88"/>
                  </a:lnTo>
                  <a:lnTo>
                    <a:pt x="70" y="88"/>
                  </a:lnTo>
                  <a:lnTo>
                    <a:pt x="68" y="89"/>
                  </a:lnTo>
                  <a:lnTo>
                    <a:pt x="66" y="89"/>
                  </a:lnTo>
                  <a:lnTo>
                    <a:pt x="61" y="91"/>
                  </a:lnTo>
                  <a:lnTo>
                    <a:pt x="50" y="93"/>
                  </a:lnTo>
                  <a:lnTo>
                    <a:pt x="43" y="96"/>
                  </a:lnTo>
                  <a:lnTo>
                    <a:pt x="38" y="98"/>
                  </a:lnTo>
                  <a:lnTo>
                    <a:pt x="39" y="96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43" y="94"/>
                  </a:lnTo>
                  <a:lnTo>
                    <a:pt x="47" y="92"/>
                  </a:lnTo>
                  <a:lnTo>
                    <a:pt x="51" y="92"/>
                  </a:lnTo>
                  <a:lnTo>
                    <a:pt x="53" y="91"/>
                  </a:lnTo>
                  <a:lnTo>
                    <a:pt x="57" y="86"/>
                  </a:lnTo>
                  <a:lnTo>
                    <a:pt x="58" y="87"/>
                  </a:lnTo>
                  <a:lnTo>
                    <a:pt x="60" y="87"/>
                  </a:lnTo>
                  <a:lnTo>
                    <a:pt x="61" y="87"/>
                  </a:lnTo>
                  <a:lnTo>
                    <a:pt x="61" y="86"/>
                  </a:lnTo>
                  <a:lnTo>
                    <a:pt x="60" y="86"/>
                  </a:lnTo>
                  <a:lnTo>
                    <a:pt x="58" y="85"/>
                  </a:lnTo>
                  <a:lnTo>
                    <a:pt x="57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3" y="82"/>
                  </a:lnTo>
                  <a:lnTo>
                    <a:pt x="53" y="82"/>
                  </a:lnTo>
                  <a:lnTo>
                    <a:pt x="52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1" y="81"/>
                  </a:lnTo>
                  <a:lnTo>
                    <a:pt x="51" y="80"/>
                  </a:lnTo>
                  <a:lnTo>
                    <a:pt x="52" y="79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7"/>
                  </a:lnTo>
                  <a:lnTo>
                    <a:pt x="53" y="77"/>
                  </a:lnTo>
                  <a:lnTo>
                    <a:pt x="52" y="78"/>
                  </a:lnTo>
                  <a:lnTo>
                    <a:pt x="51" y="77"/>
                  </a:lnTo>
                  <a:lnTo>
                    <a:pt x="51" y="74"/>
                  </a:lnTo>
                  <a:lnTo>
                    <a:pt x="49" y="73"/>
                  </a:lnTo>
                  <a:lnTo>
                    <a:pt x="50" y="76"/>
                  </a:lnTo>
                  <a:lnTo>
                    <a:pt x="50" y="77"/>
                  </a:lnTo>
                  <a:lnTo>
                    <a:pt x="50" y="77"/>
                  </a:lnTo>
                  <a:lnTo>
                    <a:pt x="49" y="81"/>
                  </a:lnTo>
                  <a:lnTo>
                    <a:pt x="47" y="84"/>
                  </a:lnTo>
                  <a:lnTo>
                    <a:pt x="47" y="87"/>
                  </a:lnTo>
                  <a:lnTo>
                    <a:pt x="46" y="88"/>
                  </a:lnTo>
                  <a:lnTo>
                    <a:pt x="45" y="88"/>
                  </a:lnTo>
                  <a:lnTo>
                    <a:pt x="45" y="87"/>
                  </a:lnTo>
                  <a:lnTo>
                    <a:pt x="45" y="86"/>
                  </a:lnTo>
                  <a:lnTo>
                    <a:pt x="45" y="85"/>
                  </a:lnTo>
                  <a:lnTo>
                    <a:pt x="45" y="84"/>
                  </a:lnTo>
                  <a:lnTo>
                    <a:pt x="44" y="82"/>
                  </a:lnTo>
                  <a:lnTo>
                    <a:pt x="43" y="81"/>
                  </a:lnTo>
                  <a:lnTo>
                    <a:pt x="42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2" y="79"/>
                  </a:lnTo>
                  <a:lnTo>
                    <a:pt x="41" y="79"/>
                  </a:lnTo>
                  <a:lnTo>
                    <a:pt x="39" y="78"/>
                  </a:lnTo>
                  <a:lnTo>
                    <a:pt x="39" y="78"/>
                  </a:lnTo>
                  <a:lnTo>
                    <a:pt x="38" y="77"/>
                  </a:lnTo>
                  <a:lnTo>
                    <a:pt x="37" y="77"/>
                  </a:lnTo>
                  <a:lnTo>
                    <a:pt x="37" y="78"/>
                  </a:lnTo>
                  <a:lnTo>
                    <a:pt x="38" y="81"/>
                  </a:lnTo>
                  <a:lnTo>
                    <a:pt x="38" y="82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1" y="87"/>
                  </a:lnTo>
                  <a:lnTo>
                    <a:pt x="39" y="91"/>
                  </a:lnTo>
                  <a:lnTo>
                    <a:pt x="38" y="91"/>
                  </a:lnTo>
                  <a:lnTo>
                    <a:pt x="38" y="91"/>
                  </a:lnTo>
                  <a:lnTo>
                    <a:pt x="38" y="91"/>
                  </a:lnTo>
                  <a:lnTo>
                    <a:pt x="38" y="89"/>
                  </a:lnTo>
                  <a:lnTo>
                    <a:pt x="37" y="92"/>
                  </a:lnTo>
                  <a:lnTo>
                    <a:pt x="36" y="93"/>
                  </a:lnTo>
                  <a:lnTo>
                    <a:pt x="35" y="93"/>
                  </a:lnTo>
                  <a:lnTo>
                    <a:pt x="32" y="94"/>
                  </a:lnTo>
                  <a:lnTo>
                    <a:pt x="32" y="95"/>
                  </a:lnTo>
                  <a:lnTo>
                    <a:pt x="34" y="98"/>
                  </a:lnTo>
                  <a:lnTo>
                    <a:pt x="34" y="98"/>
                  </a:lnTo>
                  <a:lnTo>
                    <a:pt x="32" y="99"/>
                  </a:lnTo>
                  <a:lnTo>
                    <a:pt x="31" y="99"/>
                  </a:lnTo>
                  <a:lnTo>
                    <a:pt x="30" y="100"/>
                  </a:lnTo>
                  <a:lnTo>
                    <a:pt x="30" y="101"/>
                  </a:lnTo>
                  <a:lnTo>
                    <a:pt x="29" y="102"/>
                  </a:lnTo>
                  <a:lnTo>
                    <a:pt x="18" y="106"/>
                  </a:lnTo>
                  <a:lnTo>
                    <a:pt x="17" y="107"/>
                  </a:lnTo>
                  <a:lnTo>
                    <a:pt x="16" y="107"/>
                  </a:lnTo>
                  <a:lnTo>
                    <a:pt x="15" y="107"/>
                  </a:lnTo>
                  <a:lnTo>
                    <a:pt x="14" y="108"/>
                  </a:lnTo>
                  <a:lnTo>
                    <a:pt x="14" y="107"/>
                  </a:lnTo>
                  <a:lnTo>
                    <a:pt x="15" y="107"/>
                  </a:lnTo>
                  <a:lnTo>
                    <a:pt x="15" y="106"/>
                  </a:lnTo>
                  <a:lnTo>
                    <a:pt x="15" y="106"/>
                  </a:lnTo>
                  <a:lnTo>
                    <a:pt x="16" y="105"/>
                  </a:lnTo>
                  <a:lnTo>
                    <a:pt x="17" y="105"/>
                  </a:lnTo>
                  <a:lnTo>
                    <a:pt x="20" y="103"/>
                  </a:lnTo>
                  <a:lnTo>
                    <a:pt x="18" y="103"/>
                  </a:lnTo>
                  <a:lnTo>
                    <a:pt x="17" y="103"/>
                  </a:lnTo>
                  <a:lnTo>
                    <a:pt x="17" y="102"/>
                  </a:lnTo>
                  <a:lnTo>
                    <a:pt x="20" y="102"/>
                  </a:lnTo>
                  <a:lnTo>
                    <a:pt x="21" y="102"/>
                  </a:lnTo>
                  <a:lnTo>
                    <a:pt x="22" y="101"/>
                  </a:lnTo>
                  <a:lnTo>
                    <a:pt x="22" y="100"/>
                  </a:lnTo>
                  <a:lnTo>
                    <a:pt x="22" y="99"/>
                  </a:lnTo>
                  <a:lnTo>
                    <a:pt x="21" y="99"/>
                  </a:lnTo>
                  <a:lnTo>
                    <a:pt x="21" y="98"/>
                  </a:lnTo>
                  <a:lnTo>
                    <a:pt x="22" y="95"/>
                  </a:lnTo>
                  <a:lnTo>
                    <a:pt x="24" y="94"/>
                  </a:lnTo>
                  <a:lnTo>
                    <a:pt x="25" y="93"/>
                  </a:lnTo>
                  <a:lnTo>
                    <a:pt x="27" y="93"/>
                  </a:lnTo>
                  <a:lnTo>
                    <a:pt x="27" y="92"/>
                  </a:lnTo>
                  <a:lnTo>
                    <a:pt x="25" y="91"/>
                  </a:lnTo>
                  <a:lnTo>
                    <a:pt x="25" y="89"/>
                  </a:lnTo>
                  <a:lnTo>
                    <a:pt x="24" y="89"/>
                  </a:lnTo>
                  <a:lnTo>
                    <a:pt x="23" y="89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18" y="85"/>
                  </a:lnTo>
                  <a:lnTo>
                    <a:pt x="17" y="82"/>
                  </a:lnTo>
                  <a:lnTo>
                    <a:pt x="17" y="82"/>
                  </a:lnTo>
                  <a:lnTo>
                    <a:pt x="18" y="81"/>
                  </a:lnTo>
                  <a:lnTo>
                    <a:pt x="20" y="79"/>
                  </a:lnTo>
                  <a:lnTo>
                    <a:pt x="20" y="77"/>
                  </a:lnTo>
                  <a:lnTo>
                    <a:pt x="20" y="73"/>
                  </a:lnTo>
                  <a:lnTo>
                    <a:pt x="20" y="72"/>
                  </a:lnTo>
                  <a:lnTo>
                    <a:pt x="20" y="72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1" y="67"/>
                  </a:lnTo>
                  <a:lnTo>
                    <a:pt x="10" y="67"/>
                  </a:lnTo>
                  <a:lnTo>
                    <a:pt x="9" y="65"/>
                  </a:lnTo>
                  <a:lnTo>
                    <a:pt x="7" y="63"/>
                  </a:lnTo>
                  <a:lnTo>
                    <a:pt x="7" y="62"/>
                  </a:lnTo>
                  <a:lnTo>
                    <a:pt x="2" y="59"/>
                  </a:lnTo>
                  <a:lnTo>
                    <a:pt x="2" y="58"/>
                  </a:lnTo>
                  <a:lnTo>
                    <a:pt x="1" y="57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2" y="50"/>
                  </a:lnTo>
                  <a:lnTo>
                    <a:pt x="2" y="49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4" y="43"/>
                  </a:lnTo>
                  <a:lnTo>
                    <a:pt x="17" y="42"/>
                  </a:lnTo>
                  <a:lnTo>
                    <a:pt x="29" y="41"/>
                  </a:lnTo>
                  <a:lnTo>
                    <a:pt x="42" y="39"/>
                  </a:lnTo>
                  <a:lnTo>
                    <a:pt x="53" y="37"/>
                  </a:lnTo>
                  <a:lnTo>
                    <a:pt x="66" y="36"/>
                  </a:lnTo>
                  <a:lnTo>
                    <a:pt x="78" y="35"/>
                  </a:lnTo>
                  <a:lnTo>
                    <a:pt x="90" y="34"/>
                  </a:lnTo>
                  <a:lnTo>
                    <a:pt x="102" y="31"/>
                  </a:lnTo>
                  <a:lnTo>
                    <a:pt x="115" y="30"/>
                  </a:lnTo>
                  <a:lnTo>
                    <a:pt x="126" y="29"/>
                  </a:lnTo>
                  <a:lnTo>
                    <a:pt x="138" y="27"/>
                  </a:lnTo>
                  <a:lnTo>
                    <a:pt x="151" y="26"/>
                  </a:lnTo>
                  <a:lnTo>
                    <a:pt x="162" y="24"/>
                  </a:lnTo>
                  <a:lnTo>
                    <a:pt x="175" y="22"/>
                  </a:lnTo>
                  <a:lnTo>
                    <a:pt x="187" y="21"/>
                  </a:lnTo>
                  <a:lnTo>
                    <a:pt x="200" y="19"/>
                  </a:lnTo>
                  <a:lnTo>
                    <a:pt x="200" y="20"/>
                  </a:lnTo>
                  <a:lnTo>
                    <a:pt x="200" y="21"/>
                  </a:lnTo>
                  <a:lnTo>
                    <a:pt x="200" y="21"/>
                  </a:lnTo>
                  <a:lnTo>
                    <a:pt x="201" y="22"/>
                  </a:lnTo>
                  <a:lnTo>
                    <a:pt x="202" y="22"/>
                  </a:lnTo>
                  <a:lnTo>
                    <a:pt x="202" y="23"/>
                  </a:lnTo>
                  <a:lnTo>
                    <a:pt x="203" y="26"/>
                  </a:lnTo>
                  <a:lnTo>
                    <a:pt x="204" y="26"/>
                  </a:lnTo>
                  <a:lnTo>
                    <a:pt x="205" y="28"/>
                  </a:lnTo>
                  <a:lnTo>
                    <a:pt x="207" y="30"/>
                  </a:lnTo>
                  <a:lnTo>
                    <a:pt x="207" y="34"/>
                  </a:lnTo>
                  <a:lnTo>
                    <a:pt x="209" y="39"/>
                  </a:lnTo>
                  <a:lnTo>
                    <a:pt x="212" y="43"/>
                  </a:lnTo>
                  <a:lnTo>
                    <a:pt x="214" y="43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8" y="42"/>
                  </a:lnTo>
                  <a:lnTo>
                    <a:pt x="221" y="42"/>
                  </a:lnTo>
                  <a:lnTo>
                    <a:pt x="223" y="42"/>
                  </a:lnTo>
                  <a:lnTo>
                    <a:pt x="228" y="42"/>
                  </a:lnTo>
                  <a:lnTo>
                    <a:pt x="232" y="41"/>
                  </a:lnTo>
                  <a:lnTo>
                    <a:pt x="237" y="41"/>
                  </a:lnTo>
                  <a:lnTo>
                    <a:pt x="243" y="41"/>
                  </a:lnTo>
                  <a:lnTo>
                    <a:pt x="250" y="39"/>
                  </a:lnTo>
                  <a:lnTo>
                    <a:pt x="257" y="39"/>
                  </a:lnTo>
                  <a:lnTo>
                    <a:pt x="264" y="38"/>
                  </a:lnTo>
                  <a:lnTo>
                    <a:pt x="272" y="38"/>
                  </a:lnTo>
                  <a:lnTo>
                    <a:pt x="280" y="38"/>
                  </a:lnTo>
                  <a:lnTo>
                    <a:pt x="288" y="37"/>
                  </a:lnTo>
                  <a:lnTo>
                    <a:pt x="296" y="36"/>
                  </a:lnTo>
                  <a:lnTo>
                    <a:pt x="305" y="36"/>
                  </a:lnTo>
                  <a:lnTo>
                    <a:pt x="314" y="35"/>
                  </a:lnTo>
                  <a:lnTo>
                    <a:pt x="323" y="35"/>
                  </a:lnTo>
                  <a:lnTo>
                    <a:pt x="331" y="34"/>
                  </a:lnTo>
                  <a:lnTo>
                    <a:pt x="339" y="32"/>
                  </a:lnTo>
                  <a:lnTo>
                    <a:pt x="348" y="32"/>
                  </a:lnTo>
                  <a:lnTo>
                    <a:pt x="357" y="31"/>
                  </a:lnTo>
                  <a:lnTo>
                    <a:pt x="363" y="31"/>
                  </a:lnTo>
                  <a:lnTo>
                    <a:pt x="372" y="30"/>
                  </a:lnTo>
                  <a:lnTo>
                    <a:pt x="379" y="29"/>
                  </a:lnTo>
                  <a:lnTo>
                    <a:pt x="386" y="29"/>
                  </a:lnTo>
                  <a:lnTo>
                    <a:pt x="391" y="29"/>
                  </a:lnTo>
                  <a:lnTo>
                    <a:pt x="397" y="28"/>
                  </a:lnTo>
                  <a:lnTo>
                    <a:pt x="403" y="28"/>
                  </a:lnTo>
                  <a:lnTo>
                    <a:pt x="406" y="27"/>
                  </a:lnTo>
                  <a:lnTo>
                    <a:pt x="410" y="27"/>
                  </a:lnTo>
                  <a:lnTo>
                    <a:pt x="413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6" y="28"/>
                  </a:lnTo>
                  <a:lnTo>
                    <a:pt x="416" y="28"/>
                  </a:lnTo>
                  <a:lnTo>
                    <a:pt x="416" y="29"/>
                  </a:lnTo>
                  <a:lnTo>
                    <a:pt x="417" y="29"/>
                  </a:lnTo>
                  <a:lnTo>
                    <a:pt x="417" y="29"/>
                  </a:lnTo>
                  <a:lnTo>
                    <a:pt x="419" y="31"/>
                  </a:lnTo>
                  <a:lnTo>
                    <a:pt x="419" y="32"/>
                  </a:lnTo>
                  <a:lnTo>
                    <a:pt x="420" y="32"/>
                  </a:lnTo>
                  <a:lnTo>
                    <a:pt x="420" y="34"/>
                  </a:lnTo>
                  <a:lnTo>
                    <a:pt x="420" y="34"/>
                  </a:lnTo>
                  <a:lnTo>
                    <a:pt x="420" y="35"/>
                  </a:lnTo>
                  <a:lnTo>
                    <a:pt x="420" y="36"/>
                  </a:lnTo>
                  <a:lnTo>
                    <a:pt x="420" y="37"/>
                  </a:lnTo>
                  <a:lnTo>
                    <a:pt x="420" y="37"/>
                  </a:lnTo>
                  <a:lnTo>
                    <a:pt x="420" y="38"/>
                  </a:lnTo>
                  <a:lnTo>
                    <a:pt x="420" y="38"/>
                  </a:lnTo>
                  <a:lnTo>
                    <a:pt x="423" y="42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4" y="43"/>
                  </a:lnTo>
                  <a:lnTo>
                    <a:pt x="424" y="43"/>
                  </a:lnTo>
                  <a:lnTo>
                    <a:pt x="425" y="43"/>
                  </a:lnTo>
                  <a:lnTo>
                    <a:pt x="429" y="42"/>
                  </a:lnTo>
                  <a:lnTo>
                    <a:pt x="429" y="42"/>
                  </a:lnTo>
                  <a:lnTo>
                    <a:pt x="431" y="42"/>
                  </a:lnTo>
                  <a:lnTo>
                    <a:pt x="431" y="42"/>
                  </a:lnTo>
                  <a:lnTo>
                    <a:pt x="431" y="42"/>
                  </a:lnTo>
                  <a:lnTo>
                    <a:pt x="433" y="42"/>
                  </a:lnTo>
                  <a:lnTo>
                    <a:pt x="433" y="41"/>
                  </a:lnTo>
                  <a:lnTo>
                    <a:pt x="434" y="41"/>
                  </a:lnTo>
                  <a:lnTo>
                    <a:pt x="434" y="39"/>
                  </a:lnTo>
                  <a:lnTo>
                    <a:pt x="434" y="39"/>
                  </a:lnTo>
                  <a:lnTo>
                    <a:pt x="433" y="37"/>
                  </a:lnTo>
                  <a:lnTo>
                    <a:pt x="433" y="35"/>
                  </a:lnTo>
                  <a:lnTo>
                    <a:pt x="434" y="29"/>
                  </a:lnTo>
                  <a:lnTo>
                    <a:pt x="434" y="23"/>
                  </a:lnTo>
                  <a:lnTo>
                    <a:pt x="433" y="22"/>
                  </a:lnTo>
                  <a:lnTo>
                    <a:pt x="433" y="21"/>
                  </a:lnTo>
                  <a:lnTo>
                    <a:pt x="433" y="21"/>
                  </a:lnTo>
                  <a:lnTo>
                    <a:pt x="433" y="21"/>
                  </a:lnTo>
                  <a:lnTo>
                    <a:pt x="431" y="19"/>
                  </a:lnTo>
                  <a:lnTo>
                    <a:pt x="431" y="17"/>
                  </a:lnTo>
                  <a:lnTo>
                    <a:pt x="430" y="17"/>
                  </a:lnTo>
                  <a:lnTo>
                    <a:pt x="430" y="16"/>
                  </a:lnTo>
                  <a:lnTo>
                    <a:pt x="430" y="15"/>
                  </a:lnTo>
                  <a:lnTo>
                    <a:pt x="430" y="15"/>
                  </a:lnTo>
                  <a:lnTo>
                    <a:pt x="430" y="13"/>
                  </a:lnTo>
                  <a:lnTo>
                    <a:pt x="430" y="12"/>
                  </a:lnTo>
                  <a:lnTo>
                    <a:pt x="430" y="9"/>
                  </a:lnTo>
                  <a:lnTo>
                    <a:pt x="430" y="8"/>
                  </a:lnTo>
                  <a:lnTo>
                    <a:pt x="430" y="8"/>
                  </a:lnTo>
                  <a:lnTo>
                    <a:pt x="430" y="8"/>
                  </a:lnTo>
                  <a:lnTo>
                    <a:pt x="430" y="7"/>
                  </a:lnTo>
                  <a:lnTo>
                    <a:pt x="430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5"/>
                  </a:lnTo>
                  <a:lnTo>
                    <a:pt x="431" y="3"/>
                  </a:lnTo>
                  <a:lnTo>
                    <a:pt x="431" y="3"/>
                  </a:lnTo>
                  <a:lnTo>
                    <a:pt x="432" y="3"/>
                  </a:lnTo>
                  <a:lnTo>
                    <a:pt x="432" y="3"/>
                  </a:lnTo>
                  <a:lnTo>
                    <a:pt x="433" y="3"/>
                  </a:lnTo>
                  <a:lnTo>
                    <a:pt x="433" y="3"/>
                  </a:lnTo>
                  <a:lnTo>
                    <a:pt x="433" y="2"/>
                  </a:lnTo>
                  <a:lnTo>
                    <a:pt x="433" y="1"/>
                  </a:lnTo>
                  <a:lnTo>
                    <a:pt x="433" y="1"/>
                  </a:lnTo>
                  <a:lnTo>
                    <a:pt x="434" y="0"/>
                  </a:lnTo>
                  <a:lnTo>
                    <a:pt x="434" y="0"/>
                  </a:lnTo>
                  <a:lnTo>
                    <a:pt x="436" y="0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3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3675063" y="2336800"/>
              <a:ext cx="58737" cy="98425"/>
            </a:xfrm>
            <a:custGeom>
              <a:avLst/>
              <a:gdLst>
                <a:gd name="T0" fmla="*/ 23 w 76"/>
                <a:gd name="T1" fmla="*/ 1 h 125"/>
                <a:gd name="T2" fmla="*/ 23 w 76"/>
                <a:gd name="T3" fmla="*/ 3 h 125"/>
                <a:gd name="T4" fmla="*/ 20 w 76"/>
                <a:gd name="T5" fmla="*/ 10 h 125"/>
                <a:gd name="T6" fmla="*/ 17 w 76"/>
                <a:gd name="T7" fmla="*/ 17 h 125"/>
                <a:gd name="T8" fmla="*/ 14 w 76"/>
                <a:gd name="T9" fmla="*/ 20 h 125"/>
                <a:gd name="T10" fmla="*/ 14 w 76"/>
                <a:gd name="T11" fmla="*/ 22 h 125"/>
                <a:gd name="T12" fmla="*/ 19 w 76"/>
                <a:gd name="T13" fmla="*/ 26 h 125"/>
                <a:gd name="T14" fmla="*/ 19 w 76"/>
                <a:gd name="T15" fmla="*/ 31 h 125"/>
                <a:gd name="T16" fmla="*/ 21 w 76"/>
                <a:gd name="T17" fmla="*/ 36 h 125"/>
                <a:gd name="T18" fmla="*/ 27 w 76"/>
                <a:gd name="T19" fmla="*/ 43 h 125"/>
                <a:gd name="T20" fmla="*/ 30 w 76"/>
                <a:gd name="T21" fmla="*/ 43 h 125"/>
                <a:gd name="T22" fmla="*/ 35 w 76"/>
                <a:gd name="T23" fmla="*/ 49 h 125"/>
                <a:gd name="T24" fmla="*/ 38 w 76"/>
                <a:gd name="T25" fmla="*/ 58 h 125"/>
                <a:gd name="T26" fmla="*/ 39 w 76"/>
                <a:gd name="T27" fmla="*/ 62 h 125"/>
                <a:gd name="T28" fmla="*/ 40 w 76"/>
                <a:gd name="T29" fmla="*/ 67 h 125"/>
                <a:gd name="T30" fmla="*/ 47 w 76"/>
                <a:gd name="T31" fmla="*/ 72 h 125"/>
                <a:gd name="T32" fmla="*/ 49 w 76"/>
                <a:gd name="T33" fmla="*/ 77 h 125"/>
                <a:gd name="T34" fmla="*/ 59 w 76"/>
                <a:gd name="T35" fmla="*/ 84 h 125"/>
                <a:gd name="T36" fmla="*/ 66 w 76"/>
                <a:gd name="T37" fmla="*/ 85 h 125"/>
                <a:gd name="T38" fmla="*/ 70 w 76"/>
                <a:gd name="T39" fmla="*/ 96 h 125"/>
                <a:gd name="T40" fmla="*/ 69 w 76"/>
                <a:gd name="T41" fmla="*/ 94 h 125"/>
                <a:gd name="T42" fmla="*/ 64 w 76"/>
                <a:gd name="T43" fmla="*/ 94 h 125"/>
                <a:gd name="T44" fmla="*/ 66 w 76"/>
                <a:gd name="T45" fmla="*/ 98 h 125"/>
                <a:gd name="T46" fmla="*/ 64 w 76"/>
                <a:gd name="T47" fmla="*/ 98 h 125"/>
                <a:gd name="T48" fmla="*/ 67 w 76"/>
                <a:gd name="T49" fmla="*/ 99 h 125"/>
                <a:gd name="T50" fmla="*/ 68 w 76"/>
                <a:gd name="T51" fmla="*/ 101 h 125"/>
                <a:gd name="T52" fmla="*/ 63 w 76"/>
                <a:gd name="T53" fmla="*/ 105 h 125"/>
                <a:gd name="T54" fmla="*/ 63 w 76"/>
                <a:gd name="T55" fmla="*/ 106 h 125"/>
                <a:gd name="T56" fmla="*/ 66 w 76"/>
                <a:gd name="T57" fmla="*/ 104 h 125"/>
                <a:gd name="T58" fmla="*/ 69 w 76"/>
                <a:gd name="T59" fmla="*/ 105 h 125"/>
                <a:gd name="T60" fmla="*/ 71 w 76"/>
                <a:gd name="T61" fmla="*/ 103 h 125"/>
                <a:gd name="T62" fmla="*/ 71 w 76"/>
                <a:gd name="T63" fmla="*/ 100 h 125"/>
                <a:gd name="T64" fmla="*/ 72 w 76"/>
                <a:gd name="T65" fmla="*/ 103 h 125"/>
                <a:gd name="T66" fmla="*/ 75 w 76"/>
                <a:gd name="T67" fmla="*/ 110 h 125"/>
                <a:gd name="T68" fmla="*/ 75 w 76"/>
                <a:gd name="T69" fmla="*/ 114 h 125"/>
                <a:gd name="T70" fmla="*/ 74 w 76"/>
                <a:gd name="T71" fmla="*/ 114 h 125"/>
                <a:gd name="T72" fmla="*/ 71 w 76"/>
                <a:gd name="T73" fmla="*/ 115 h 125"/>
                <a:gd name="T74" fmla="*/ 57 w 76"/>
                <a:gd name="T75" fmla="*/ 119 h 125"/>
                <a:gd name="T76" fmla="*/ 41 w 76"/>
                <a:gd name="T77" fmla="*/ 122 h 125"/>
                <a:gd name="T78" fmla="*/ 28 w 76"/>
                <a:gd name="T79" fmla="*/ 120 h 125"/>
                <a:gd name="T80" fmla="*/ 25 w 76"/>
                <a:gd name="T81" fmla="*/ 104 h 125"/>
                <a:gd name="T82" fmla="*/ 19 w 76"/>
                <a:gd name="T83" fmla="*/ 85 h 125"/>
                <a:gd name="T84" fmla="*/ 14 w 76"/>
                <a:gd name="T85" fmla="*/ 65 h 125"/>
                <a:gd name="T86" fmla="*/ 9 w 76"/>
                <a:gd name="T87" fmla="*/ 47 h 125"/>
                <a:gd name="T88" fmla="*/ 4 w 76"/>
                <a:gd name="T89" fmla="*/ 28 h 125"/>
                <a:gd name="T90" fmla="*/ 0 w 76"/>
                <a:gd name="T91" fmla="*/ 15 h 125"/>
                <a:gd name="T92" fmla="*/ 3 w 76"/>
                <a:gd name="T93" fmla="*/ 10 h 125"/>
                <a:gd name="T94" fmla="*/ 6 w 76"/>
                <a:gd name="T95" fmla="*/ 4 h 125"/>
                <a:gd name="T96" fmla="*/ 11 w 76"/>
                <a:gd name="T97" fmla="*/ 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6" h="125">
                  <a:moveTo>
                    <a:pt x="17" y="0"/>
                  </a:moveTo>
                  <a:lnTo>
                    <a:pt x="20" y="0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8" y="17"/>
                  </a:lnTo>
                  <a:lnTo>
                    <a:pt x="17" y="17"/>
                  </a:lnTo>
                  <a:lnTo>
                    <a:pt x="14" y="18"/>
                  </a:lnTo>
                  <a:lnTo>
                    <a:pt x="14" y="19"/>
                  </a:lnTo>
                  <a:lnTo>
                    <a:pt x="14" y="20"/>
                  </a:lnTo>
                  <a:lnTo>
                    <a:pt x="14" y="21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19" y="28"/>
                  </a:lnTo>
                  <a:lnTo>
                    <a:pt x="19" y="29"/>
                  </a:lnTo>
                  <a:lnTo>
                    <a:pt x="19" y="31"/>
                  </a:lnTo>
                  <a:lnTo>
                    <a:pt x="19" y="33"/>
                  </a:lnTo>
                  <a:lnTo>
                    <a:pt x="19" y="35"/>
                  </a:lnTo>
                  <a:lnTo>
                    <a:pt x="21" y="36"/>
                  </a:lnTo>
                  <a:lnTo>
                    <a:pt x="23" y="36"/>
                  </a:lnTo>
                  <a:lnTo>
                    <a:pt x="24" y="37"/>
                  </a:lnTo>
                  <a:lnTo>
                    <a:pt x="27" y="43"/>
                  </a:lnTo>
                  <a:lnTo>
                    <a:pt x="28" y="43"/>
                  </a:lnTo>
                  <a:lnTo>
                    <a:pt x="28" y="43"/>
                  </a:lnTo>
                  <a:lnTo>
                    <a:pt x="30" y="43"/>
                  </a:lnTo>
                  <a:lnTo>
                    <a:pt x="30" y="43"/>
                  </a:lnTo>
                  <a:lnTo>
                    <a:pt x="33" y="46"/>
                  </a:lnTo>
                  <a:lnTo>
                    <a:pt x="35" y="49"/>
                  </a:lnTo>
                  <a:lnTo>
                    <a:pt x="36" y="50"/>
                  </a:lnTo>
                  <a:lnTo>
                    <a:pt x="36" y="53"/>
                  </a:lnTo>
                  <a:lnTo>
                    <a:pt x="38" y="58"/>
                  </a:lnTo>
                  <a:lnTo>
                    <a:pt x="38" y="61"/>
                  </a:lnTo>
                  <a:lnTo>
                    <a:pt x="39" y="61"/>
                  </a:lnTo>
                  <a:lnTo>
                    <a:pt x="39" y="62"/>
                  </a:lnTo>
                  <a:lnTo>
                    <a:pt x="40" y="63"/>
                  </a:lnTo>
                  <a:lnTo>
                    <a:pt x="40" y="65"/>
                  </a:lnTo>
                  <a:lnTo>
                    <a:pt x="40" y="67"/>
                  </a:lnTo>
                  <a:lnTo>
                    <a:pt x="42" y="67"/>
                  </a:lnTo>
                  <a:lnTo>
                    <a:pt x="43" y="68"/>
                  </a:lnTo>
                  <a:lnTo>
                    <a:pt x="47" y="72"/>
                  </a:lnTo>
                  <a:lnTo>
                    <a:pt x="48" y="74"/>
                  </a:lnTo>
                  <a:lnTo>
                    <a:pt x="48" y="76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54" y="80"/>
                  </a:lnTo>
                  <a:lnTo>
                    <a:pt x="59" y="84"/>
                  </a:lnTo>
                  <a:lnTo>
                    <a:pt x="61" y="85"/>
                  </a:lnTo>
                  <a:lnTo>
                    <a:pt x="63" y="85"/>
                  </a:lnTo>
                  <a:lnTo>
                    <a:pt x="66" y="85"/>
                  </a:lnTo>
                  <a:lnTo>
                    <a:pt x="67" y="85"/>
                  </a:lnTo>
                  <a:lnTo>
                    <a:pt x="68" y="86"/>
                  </a:lnTo>
                  <a:lnTo>
                    <a:pt x="70" y="96"/>
                  </a:lnTo>
                  <a:lnTo>
                    <a:pt x="70" y="97"/>
                  </a:lnTo>
                  <a:lnTo>
                    <a:pt x="70" y="99"/>
                  </a:lnTo>
                  <a:lnTo>
                    <a:pt x="69" y="94"/>
                  </a:lnTo>
                  <a:lnTo>
                    <a:pt x="68" y="93"/>
                  </a:lnTo>
                  <a:lnTo>
                    <a:pt x="64" y="94"/>
                  </a:lnTo>
                  <a:lnTo>
                    <a:pt x="64" y="94"/>
                  </a:lnTo>
                  <a:lnTo>
                    <a:pt x="67" y="98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4" y="98"/>
                  </a:lnTo>
                  <a:lnTo>
                    <a:pt x="64" y="98"/>
                  </a:lnTo>
                  <a:lnTo>
                    <a:pt x="64" y="98"/>
                  </a:lnTo>
                  <a:lnTo>
                    <a:pt x="64" y="98"/>
                  </a:lnTo>
                  <a:lnTo>
                    <a:pt x="66" y="99"/>
                  </a:lnTo>
                  <a:lnTo>
                    <a:pt x="67" y="99"/>
                  </a:lnTo>
                  <a:lnTo>
                    <a:pt x="68" y="99"/>
                  </a:lnTo>
                  <a:lnTo>
                    <a:pt x="69" y="99"/>
                  </a:lnTo>
                  <a:lnTo>
                    <a:pt x="68" y="101"/>
                  </a:lnTo>
                  <a:lnTo>
                    <a:pt x="63" y="104"/>
                  </a:lnTo>
                  <a:lnTo>
                    <a:pt x="62" y="105"/>
                  </a:lnTo>
                  <a:lnTo>
                    <a:pt x="63" y="105"/>
                  </a:lnTo>
                  <a:lnTo>
                    <a:pt x="63" y="105"/>
                  </a:lnTo>
                  <a:lnTo>
                    <a:pt x="63" y="106"/>
                  </a:lnTo>
                  <a:lnTo>
                    <a:pt x="63" y="106"/>
                  </a:lnTo>
                  <a:lnTo>
                    <a:pt x="62" y="107"/>
                  </a:lnTo>
                  <a:lnTo>
                    <a:pt x="63" y="107"/>
                  </a:lnTo>
                  <a:lnTo>
                    <a:pt x="66" y="104"/>
                  </a:lnTo>
                  <a:lnTo>
                    <a:pt x="68" y="104"/>
                  </a:lnTo>
                  <a:lnTo>
                    <a:pt x="68" y="104"/>
                  </a:lnTo>
                  <a:lnTo>
                    <a:pt x="69" y="105"/>
                  </a:lnTo>
                  <a:lnTo>
                    <a:pt x="70" y="105"/>
                  </a:lnTo>
                  <a:lnTo>
                    <a:pt x="70" y="105"/>
                  </a:lnTo>
                  <a:lnTo>
                    <a:pt x="71" y="103"/>
                  </a:lnTo>
                  <a:lnTo>
                    <a:pt x="71" y="101"/>
                  </a:lnTo>
                  <a:lnTo>
                    <a:pt x="71" y="101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72" y="101"/>
                  </a:lnTo>
                  <a:lnTo>
                    <a:pt x="72" y="103"/>
                  </a:lnTo>
                  <a:lnTo>
                    <a:pt x="74" y="106"/>
                  </a:lnTo>
                  <a:lnTo>
                    <a:pt x="74" y="108"/>
                  </a:lnTo>
                  <a:lnTo>
                    <a:pt x="75" y="110"/>
                  </a:lnTo>
                  <a:lnTo>
                    <a:pt x="76" y="112"/>
                  </a:lnTo>
                  <a:lnTo>
                    <a:pt x="76" y="114"/>
                  </a:lnTo>
                  <a:lnTo>
                    <a:pt x="75" y="114"/>
                  </a:lnTo>
                  <a:lnTo>
                    <a:pt x="75" y="114"/>
                  </a:lnTo>
                  <a:lnTo>
                    <a:pt x="74" y="114"/>
                  </a:lnTo>
                  <a:lnTo>
                    <a:pt x="74" y="114"/>
                  </a:lnTo>
                  <a:lnTo>
                    <a:pt x="72" y="114"/>
                  </a:lnTo>
                  <a:lnTo>
                    <a:pt x="74" y="115"/>
                  </a:lnTo>
                  <a:lnTo>
                    <a:pt x="71" y="115"/>
                  </a:lnTo>
                  <a:lnTo>
                    <a:pt x="68" y="117"/>
                  </a:lnTo>
                  <a:lnTo>
                    <a:pt x="62" y="118"/>
                  </a:lnTo>
                  <a:lnTo>
                    <a:pt x="57" y="119"/>
                  </a:lnTo>
                  <a:lnTo>
                    <a:pt x="52" y="120"/>
                  </a:lnTo>
                  <a:lnTo>
                    <a:pt x="46" y="121"/>
                  </a:lnTo>
                  <a:lnTo>
                    <a:pt x="41" y="122"/>
                  </a:lnTo>
                  <a:lnTo>
                    <a:pt x="35" y="124"/>
                  </a:lnTo>
                  <a:lnTo>
                    <a:pt x="31" y="125"/>
                  </a:lnTo>
                  <a:lnTo>
                    <a:pt x="28" y="120"/>
                  </a:lnTo>
                  <a:lnTo>
                    <a:pt x="28" y="117"/>
                  </a:lnTo>
                  <a:lnTo>
                    <a:pt x="26" y="111"/>
                  </a:lnTo>
                  <a:lnTo>
                    <a:pt x="25" y="104"/>
                  </a:lnTo>
                  <a:lnTo>
                    <a:pt x="23" y="98"/>
                  </a:lnTo>
                  <a:lnTo>
                    <a:pt x="21" y="91"/>
                  </a:lnTo>
                  <a:lnTo>
                    <a:pt x="19" y="85"/>
                  </a:lnTo>
                  <a:lnTo>
                    <a:pt x="18" y="78"/>
                  </a:lnTo>
                  <a:lnTo>
                    <a:pt x="16" y="72"/>
                  </a:lnTo>
                  <a:lnTo>
                    <a:pt x="14" y="65"/>
                  </a:lnTo>
                  <a:lnTo>
                    <a:pt x="12" y="60"/>
                  </a:lnTo>
                  <a:lnTo>
                    <a:pt x="11" y="54"/>
                  </a:lnTo>
                  <a:lnTo>
                    <a:pt x="9" y="47"/>
                  </a:lnTo>
                  <a:lnTo>
                    <a:pt x="7" y="41"/>
                  </a:lnTo>
                  <a:lnTo>
                    <a:pt x="5" y="34"/>
                  </a:lnTo>
                  <a:lnTo>
                    <a:pt x="4" y="28"/>
                  </a:lnTo>
                  <a:lnTo>
                    <a:pt x="2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2"/>
                  </a:lnTo>
                  <a:lnTo>
                    <a:pt x="3" y="10"/>
                  </a:lnTo>
                  <a:lnTo>
                    <a:pt x="4" y="6"/>
                  </a:lnTo>
                  <a:lnTo>
                    <a:pt x="5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3613150" y="2413000"/>
              <a:ext cx="11112" cy="14288"/>
            </a:xfrm>
            <a:custGeom>
              <a:avLst/>
              <a:gdLst>
                <a:gd name="T0" fmla="*/ 4 w 14"/>
                <a:gd name="T1" fmla="*/ 0 h 18"/>
                <a:gd name="T2" fmla="*/ 14 w 14"/>
                <a:gd name="T3" fmla="*/ 9 h 18"/>
                <a:gd name="T4" fmla="*/ 9 w 14"/>
                <a:gd name="T5" fmla="*/ 18 h 18"/>
                <a:gd name="T6" fmla="*/ 9 w 14"/>
                <a:gd name="T7" fmla="*/ 15 h 18"/>
                <a:gd name="T8" fmla="*/ 8 w 14"/>
                <a:gd name="T9" fmla="*/ 11 h 18"/>
                <a:gd name="T10" fmla="*/ 4 w 14"/>
                <a:gd name="T11" fmla="*/ 10 h 18"/>
                <a:gd name="T12" fmla="*/ 3 w 14"/>
                <a:gd name="T13" fmla="*/ 9 h 18"/>
                <a:gd name="T14" fmla="*/ 1 w 14"/>
                <a:gd name="T15" fmla="*/ 8 h 18"/>
                <a:gd name="T16" fmla="*/ 0 w 14"/>
                <a:gd name="T17" fmla="*/ 7 h 18"/>
                <a:gd name="T18" fmla="*/ 4 w 14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8">
                  <a:moveTo>
                    <a:pt x="4" y="0"/>
                  </a:moveTo>
                  <a:lnTo>
                    <a:pt x="14" y="9"/>
                  </a:lnTo>
                  <a:lnTo>
                    <a:pt x="9" y="18"/>
                  </a:lnTo>
                  <a:lnTo>
                    <a:pt x="9" y="15"/>
                  </a:lnTo>
                  <a:lnTo>
                    <a:pt x="8" y="11"/>
                  </a:lnTo>
                  <a:lnTo>
                    <a:pt x="4" y="10"/>
                  </a:lnTo>
                  <a:lnTo>
                    <a:pt x="3" y="9"/>
                  </a:lnTo>
                  <a:lnTo>
                    <a:pt x="1" y="8"/>
                  </a:lnTo>
                  <a:lnTo>
                    <a:pt x="0" y="7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3760788" y="2139950"/>
              <a:ext cx="98425" cy="93663"/>
            </a:xfrm>
            <a:custGeom>
              <a:avLst/>
              <a:gdLst>
                <a:gd name="T0" fmla="*/ 113 w 124"/>
                <a:gd name="T1" fmla="*/ 10 h 117"/>
                <a:gd name="T2" fmla="*/ 119 w 124"/>
                <a:gd name="T3" fmla="*/ 30 h 117"/>
                <a:gd name="T4" fmla="*/ 123 w 124"/>
                <a:gd name="T5" fmla="*/ 46 h 117"/>
                <a:gd name="T6" fmla="*/ 123 w 124"/>
                <a:gd name="T7" fmla="*/ 54 h 117"/>
                <a:gd name="T8" fmla="*/ 122 w 124"/>
                <a:gd name="T9" fmla="*/ 60 h 117"/>
                <a:gd name="T10" fmla="*/ 120 w 124"/>
                <a:gd name="T11" fmla="*/ 59 h 117"/>
                <a:gd name="T12" fmla="*/ 111 w 124"/>
                <a:gd name="T13" fmla="*/ 64 h 117"/>
                <a:gd name="T14" fmla="*/ 106 w 124"/>
                <a:gd name="T15" fmla="*/ 66 h 117"/>
                <a:gd name="T16" fmla="*/ 101 w 124"/>
                <a:gd name="T17" fmla="*/ 68 h 117"/>
                <a:gd name="T18" fmla="*/ 92 w 124"/>
                <a:gd name="T19" fmla="*/ 71 h 117"/>
                <a:gd name="T20" fmla="*/ 90 w 124"/>
                <a:gd name="T21" fmla="*/ 69 h 117"/>
                <a:gd name="T22" fmla="*/ 89 w 124"/>
                <a:gd name="T23" fmla="*/ 66 h 117"/>
                <a:gd name="T24" fmla="*/ 89 w 124"/>
                <a:gd name="T25" fmla="*/ 68 h 117"/>
                <a:gd name="T26" fmla="*/ 90 w 124"/>
                <a:gd name="T27" fmla="*/ 72 h 117"/>
                <a:gd name="T28" fmla="*/ 84 w 124"/>
                <a:gd name="T29" fmla="*/ 74 h 117"/>
                <a:gd name="T30" fmla="*/ 81 w 124"/>
                <a:gd name="T31" fmla="*/ 76 h 117"/>
                <a:gd name="T32" fmla="*/ 80 w 124"/>
                <a:gd name="T33" fmla="*/ 76 h 117"/>
                <a:gd name="T34" fmla="*/ 70 w 124"/>
                <a:gd name="T35" fmla="*/ 79 h 117"/>
                <a:gd name="T36" fmla="*/ 68 w 124"/>
                <a:gd name="T37" fmla="*/ 81 h 117"/>
                <a:gd name="T38" fmla="*/ 65 w 124"/>
                <a:gd name="T39" fmla="*/ 80 h 117"/>
                <a:gd name="T40" fmla="*/ 60 w 124"/>
                <a:gd name="T41" fmla="*/ 82 h 117"/>
                <a:gd name="T42" fmla="*/ 54 w 124"/>
                <a:gd name="T43" fmla="*/ 82 h 117"/>
                <a:gd name="T44" fmla="*/ 52 w 124"/>
                <a:gd name="T45" fmla="*/ 81 h 117"/>
                <a:gd name="T46" fmla="*/ 48 w 124"/>
                <a:gd name="T47" fmla="*/ 88 h 117"/>
                <a:gd name="T48" fmla="*/ 45 w 124"/>
                <a:gd name="T49" fmla="*/ 92 h 117"/>
                <a:gd name="T50" fmla="*/ 43 w 124"/>
                <a:gd name="T51" fmla="*/ 94 h 117"/>
                <a:gd name="T52" fmla="*/ 40 w 124"/>
                <a:gd name="T53" fmla="*/ 96 h 117"/>
                <a:gd name="T54" fmla="*/ 37 w 124"/>
                <a:gd name="T55" fmla="*/ 97 h 117"/>
                <a:gd name="T56" fmla="*/ 36 w 124"/>
                <a:gd name="T57" fmla="*/ 97 h 117"/>
                <a:gd name="T58" fmla="*/ 34 w 124"/>
                <a:gd name="T59" fmla="*/ 98 h 117"/>
                <a:gd name="T60" fmla="*/ 32 w 124"/>
                <a:gd name="T61" fmla="*/ 101 h 117"/>
                <a:gd name="T62" fmla="*/ 30 w 124"/>
                <a:gd name="T63" fmla="*/ 102 h 117"/>
                <a:gd name="T64" fmla="*/ 26 w 124"/>
                <a:gd name="T65" fmla="*/ 105 h 117"/>
                <a:gd name="T66" fmla="*/ 20 w 124"/>
                <a:gd name="T67" fmla="*/ 111 h 117"/>
                <a:gd name="T68" fmla="*/ 17 w 124"/>
                <a:gd name="T69" fmla="*/ 112 h 117"/>
                <a:gd name="T70" fmla="*/ 12 w 124"/>
                <a:gd name="T71" fmla="*/ 115 h 117"/>
                <a:gd name="T72" fmla="*/ 10 w 124"/>
                <a:gd name="T73" fmla="*/ 117 h 117"/>
                <a:gd name="T74" fmla="*/ 9 w 124"/>
                <a:gd name="T75" fmla="*/ 116 h 117"/>
                <a:gd name="T76" fmla="*/ 3 w 124"/>
                <a:gd name="T77" fmla="*/ 111 h 117"/>
                <a:gd name="T78" fmla="*/ 10 w 124"/>
                <a:gd name="T79" fmla="*/ 104 h 117"/>
                <a:gd name="T80" fmla="*/ 16 w 124"/>
                <a:gd name="T81" fmla="*/ 96 h 117"/>
                <a:gd name="T82" fmla="*/ 11 w 124"/>
                <a:gd name="T83" fmla="*/ 89 h 117"/>
                <a:gd name="T84" fmla="*/ 8 w 124"/>
                <a:gd name="T85" fmla="*/ 73 h 117"/>
                <a:gd name="T86" fmla="*/ 5 w 124"/>
                <a:gd name="T87" fmla="*/ 57 h 117"/>
                <a:gd name="T88" fmla="*/ 2 w 124"/>
                <a:gd name="T89" fmla="*/ 42 h 117"/>
                <a:gd name="T90" fmla="*/ 0 w 124"/>
                <a:gd name="T91" fmla="*/ 25 h 117"/>
                <a:gd name="T92" fmla="*/ 32 w 124"/>
                <a:gd name="T93" fmla="*/ 18 h 117"/>
                <a:gd name="T94" fmla="*/ 45 w 124"/>
                <a:gd name="T95" fmla="*/ 18 h 117"/>
                <a:gd name="T96" fmla="*/ 59 w 124"/>
                <a:gd name="T97" fmla="*/ 12 h 117"/>
                <a:gd name="T98" fmla="*/ 65 w 124"/>
                <a:gd name="T99" fmla="*/ 11 h 117"/>
                <a:gd name="T100" fmla="*/ 103 w 124"/>
                <a:gd name="T101" fmla="*/ 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4" h="117">
                  <a:moveTo>
                    <a:pt x="111" y="0"/>
                  </a:moveTo>
                  <a:lnTo>
                    <a:pt x="111" y="1"/>
                  </a:lnTo>
                  <a:lnTo>
                    <a:pt x="112" y="5"/>
                  </a:lnTo>
                  <a:lnTo>
                    <a:pt x="113" y="10"/>
                  </a:lnTo>
                  <a:lnTo>
                    <a:pt x="116" y="15"/>
                  </a:lnTo>
                  <a:lnTo>
                    <a:pt x="117" y="21"/>
                  </a:lnTo>
                  <a:lnTo>
                    <a:pt x="118" y="25"/>
                  </a:lnTo>
                  <a:lnTo>
                    <a:pt x="119" y="30"/>
                  </a:lnTo>
                  <a:lnTo>
                    <a:pt x="120" y="35"/>
                  </a:lnTo>
                  <a:lnTo>
                    <a:pt x="122" y="40"/>
                  </a:lnTo>
                  <a:lnTo>
                    <a:pt x="123" y="43"/>
                  </a:lnTo>
                  <a:lnTo>
                    <a:pt x="123" y="46"/>
                  </a:lnTo>
                  <a:lnTo>
                    <a:pt x="124" y="52"/>
                  </a:lnTo>
                  <a:lnTo>
                    <a:pt x="124" y="52"/>
                  </a:lnTo>
                  <a:lnTo>
                    <a:pt x="123" y="53"/>
                  </a:lnTo>
                  <a:lnTo>
                    <a:pt x="123" y="54"/>
                  </a:lnTo>
                  <a:lnTo>
                    <a:pt x="124" y="59"/>
                  </a:lnTo>
                  <a:lnTo>
                    <a:pt x="124" y="60"/>
                  </a:lnTo>
                  <a:lnTo>
                    <a:pt x="122" y="61"/>
                  </a:lnTo>
                  <a:lnTo>
                    <a:pt x="122" y="60"/>
                  </a:lnTo>
                  <a:lnTo>
                    <a:pt x="123" y="60"/>
                  </a:lnTo>
                  <a:lnTo>
                    <a:pt x="123" y="60"/>
                  </a:lnTo>
                  <a:lnTo>
                    <a:pt x="122" y="59"/>
                  </a:lnTo>
                  <a:lnTo>
                    <a:pt x="120" y="59"/>
                  </a:lnTo>
                  <a:lnTo>
                    <a:pt x="119" y="59"/>
                  </a:lnTo>
                  <a:lnTo>
                    <a:pt x="116" y="60"/>
                  </a:lnTo>
                  <a:lnTo>
                    <a:pt x="115" y="60"/>
                  </a:lnTo>
                  <a:lnTo>
                    <a:pt x="111" y="64"/>
                  </a:lnTo>
                  <a:lnTo>
                    <a:pt x="108" y="61"/>
                  </a:lnTo>
                  <a:lnTo>
                    <a:pt x="106" y="62"/>
                  </a:lnTo>
                  <a:lnTo>
                    <a:pt x="106" y="65"/>
                  </a:lnTo>
                  <a:lnTo>
                    <a:pt x="106" y="66"/>
                  </a:lnTo>
                  <a:lnTo>
                    <a:pt x="104" y="66"/>
                  </a:lnTo>
                  <a:lnTo>
                    <a:pt x="102" y="66"/>
                  </a:lnTo>
                  <a:lnTo>
                    <a:pt x="101" y="66"/>
                  </a:lnTo>
                  <a:lnTo>
                    <a:pt x="101" y="68"/>
                  </a:lnTo>
                  <a:lnTo>
                    <a:pt x="98" y="68"/>
                  </a:lnTo>
                  <a:lnTo>
                    <a:pt x="95" y="72"/>
                  </a:lnTo>
                  <a:lnTo>
                    <a:pt x="92" y="71"/>
                  </a:lnTo>
                  <a:lnTo>
                    <a:pt x="92" y="71"/>
                  </a:lnTo>
                  <a:lnTo>
                    <a:pt x="91" y="71"/>
                  </a:lnTo>
                  <a:lnTo>
                    <a:pt x="90" y="71"/>
                  </a:lnTo>
                  <a:lnTo>
                    <a:pt x="90" y="69"/>
                  </a:lnTo>
                  <a:lnTo>
                    <a:pt x="90" y="69"/>
                  </a:lnTo>
                  <a:lnTo>
                    <a:pt x="90" y="68"/>
                  </a:lnTo>
                  <a:lnTo>
                    <a:pt x="90" y="67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8" y="66"/>
                  </a:lnTo>
                  <a:lnTo>
                    <a:pt x="87" y="66"/>
                  </a:lnTo>
                  <a:lnTo>
                    <a:pt x="88" y="67"/>
                  </a:lnTo>
                  <a:lnTo>
                    <a:pt x="89" y="68"/>
                  </a:lnTo>
                  <a:lnTo>
                    <a:pt x="90" y="69"/>
                  </a:lnTo>
                  <a:lnTo>
                    <a:pt x="90" y="72"/>
                  </a:lnTo>
                  <a:lnTo>
                    <a:pt x="90" y="72"/>
                  </a:lnTo>
                  <a:lnTo>
                    <a:pt x="90" y="72"/>
                  </a:lnTo>
                  <a:lnTo>
                    <a:pt x="90" y="73"/>
                  </a:lnTo>
                  <a:lnTo>
                    <a:pt x="88" y="73"/>
                  </a:lnTo>
                  <a:lnTo>
                    <a:pt x="85" y="73"/>
                  </a:lnTo>
                  <a:lnTo>
                    <a:pt x="84" y="74"/>
                  </a:lnTo>
                  <a:lnTo>
                    <a:pt x="82" y="74"/>
                  </a:lnTo>
                  <a:lnTo>
                    <a:pt x="82" y="76"/>
                  </a:lnTo>
                  <a:lnTo>
                    <a:pt x="81" y="78"/>
                  </a:lnTo>
                  <a:lnTo>
                    <a:pt x="81" y="76"/>
                  </a:lnTo>
                  <a:lnTo>
                    <a:pt x="80" y="76"/>
                  </a:lnTo>
                  <a:lnTo>
                    <a:pt x="80" y="76"/>
                  </a:lnTo>
                  <a:lnTo>
                    <a:pt x="80" y="76"/>
                  </a:lnTo>
                  <a:lnTo>
                    <a:pt x="80" y="76"/>
                  </a:lnTo>
                  <a:lnTo>
                    <a:pt x="79" y="78"/>
                  </a:lnTo>
                  <a:lnTo>
                    <a:pt x="75" y="76"/>
                  </a:lnTo>
                  <a:lnTo>
                    <a:pt x="74" y="76"/>
                  </a:lnTo>
                  <a:lnTo>
                    <a:pt x="70" y="79"/>
                  </a:lnTo>
                  <a:lnTo>
                    <a:pt x="69" y="79"/>
                  </a:lnTo>
                  <a:lnTo>
                    <a:pt x="69" y="80"/>
                  </a:lnTo>
                  <a:lnTo>
                    <a:pt x="69" y="80"/>
                  </a:lnTo>
                  <a:lnTo>
                    <a:pt x="68" y="81"/>
                  </a:lnTo>
                  <a:lnTo>
                    <a:pt x="67" y="80"/>
                  </a:lnTo>
                  <a:lnTo>
                    <a:pt x="67" y="80"/>
                  </a:lnTo>
                  <a:lnTo>
                    <a:pt x="66" y="80"/>
                  </a:lnTo>
                  <a:lnTo>
                    <a:pt x="65" y="80"/>
                  </a:lnTo>
                  <a:lnTo>
                    <a:pt x="62" y="81"/>
                  </a:lnTo>
                  <a:lnTo>
                    <a:pt x="62" y="81"/>
                  </a:lnTo>
                  <a:lnTo>
                    <a:pt x="61" y="82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4" y="82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1"/>
                  </a:lnTo>
                  <a:lnTo>
                    <a:pt x="52" y="81"/>
                  </a:lnTo>
                  <a:lnTo>
                    <a:pt x="52" y="82"/>
                  </a:lnTo>
                  <a:lnTo>
                    <a:pt x="51" y="85"/>
                  </a:lnTo>
                  <a:lnTo>
                    <a:pt x="49" y="88"/>
                  </a:lnTo>
                  <a:lnTo>
                    <a:pt x="48" y="88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6" y="90"/>
                  </a:lnTo>
                  <a:lnTo>
                    <a:pt x="45" y="92"/>
                  </a:lnTo>
                  <a:lnTo>
                    <a:pt x="44" y="92"/>
                  </a:lnTo>
                  <a:lnTo>
                    <a:pt x="44" y="93"/>
                  </a:lnTo>
                  <a:lnTo>
                    <a:pt x="43" y="94"/>
                  </a:lnTo>
                  <a:lnTo>
                    <a:pt x="43" y="94"/>
                  </a:lnTo>
                  <a:lnTo>
                    <a:pt x="43" y="95"/>
                  </a:lnTo>
                  <a:lnTo>
                    <a:pt x="41" y="95"/>
                  </a:lnTo>
                  <a:lnTo>
                    <a:pt x="40" y="96"/>
                  </a:lnTo>
                  <a:lnTo>
                    <a:pt x="40" y="96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8" y="95"/>
                  </a:lnTo>
                  <a:lnTo>
                    <a:pt x="37" y="97"/>
                  </a:lnTo>
                  <a:lnTo>
                    <a:pt x="36" y="97"/>
                  </a:lnTo>
                  <a:lnTo>
                    <a:pt x="36" y="97"/>
                  </a:lnTo>
                  <a:lnTo>
                    <a:pt x="36" y="97"/>
                  </a:lnTo>
                  <a:lnTo>
                    <a:pt x="36" y="97"/>
                  </a:lnTo>
                  <a:lnTo>
                    <a:pt x="36" y="97"/>
                  </a:lnTo>
                  <a:lnTo>
                    <a:pt x="36" y="98"/>
                  </a:lnTo>
                  <a:lnTo>
                    <a:pt x="34" y="98"/>
                  </a:lnTo>
                  <a:lnTo>
                    <a:pt x="34" y="98"/>
                  </a:lnTo>
                  <a:lnTo>
                    <a:pt x="34" y="100"/>
                  </a:lnTo>
                  <a:lnTo>
                    <a:pt x="33" y="101"/>
                  </a:lnTo>
                  <a:lnTo>
                    <a:pt x="33" y="101"/>
                  </a:lnTo>
                  <a:lnTo>
                    <a:pt x="32" y="101"/>
                  </a:lnTo>
                  <a:lnTo>
                    <a:pt x="31" y="101"/>
                  </a:lnTo>
                  <a:lnTo>
                    <a:pt x="31" y="101"/>
                  </a:lnTo>
                  <a:lnTo>
                    <a:pt x="31" y="102"/>
                  </a:lnTo>
                  <a:lnTo>
                    <a:pt x="30" y="102"/>
                  </a:lnTo>
                  <a:lnTo>
                    <a:pt x="29" y="102"/>
                  </a:lnTo>
                  <a:lnTo>
                    <a:pt x="27" y="103"/>
                  </a:lnTo>
                  <a:lnTo>
                    <a:pt x="26" y="104"/>
                  </a:lnTo>
                  <a:lnTo>
                    <a:pt x="26" y="105"/>
                  </a:lnTo>
                  <a:lnTo>
                    <a:pt x="26" y="105"/>
                  </a:lnTo>
                  <a:lnTo>
                    <a:pt x="24" y="108"/>
                  </a:lnTo>
                  <a:lnTo>
                    <a:pt x="23" y="109"/>
                  </a:lnTo>
                  <a:lnTo>
                    <a:pt x="20" y="111"/>
                  </a:lnTo>
                  <a:lnTo>
                    <a:pt x="20" y="111"/>
                  </a:lnTo>
                  <a:lnTo>
                    <a:pt x="19" y="111"/>
                  </a:lnTo>
                  <a:lnTo>
                    <a:pt x="18" y="114"/>
                  </a:lnTo>
                  <a:lnTo>
                    <a:pt x="17" y="112"/>
                  </a:lnTo>
                  <a:lnTo>
                    <a:pt x="16" y="114"/>
                  </a:lnTo>
                  <a:lnTo>
                    <a:pt x="16" y="115"/>
                  </a:lnTo>
                  <a:lnTo>
                    <a:pt x="15" y="116"/>
                  </a:lnTo>
                  <a:lnTo>
                    <a:pt x="12" y="115"/>
                  </a:lnTo>
                  <a:lnTo>
                    <a:pt x="12" y="115"/>
                  </a:lnTo>
                  <a:lnTo>
                    <a:pt x="12" y="116"/>
                  </a:lnTo>
                  <a:lnTo>
                    <a:pt x="11" y="116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8" y="116"/>
                  </a:lnTo>
                  <a:lnTo>
                    <a:pt x="8" y="115"/>
                  </a:lnTo>
                  <a:lnTo>
                    <a:pt x="5" y="114"/>
                  </a:lnTo>
                  <a:lnTo>
                    <a:pt x="3" y="111"/>
                  </a:lnTo>
                  <a:lnTo>
                    <a:pt x="3" y="110"/>
                  </a:lnTo>
                  <a:lnTo>
                    <a:pt x="4" y="110"/>
                  </a:lnTo>
                  <a:lnTo>
                    <a:pt x="6" y="108"/>
                  </a:lnTo>
                  <a:lnTo>
                    <a:pt x="10" y="104"/>
                  </a:lnTo>
                  <a:lnTo>
                    <a:pt x="13" y="101"/>
                  </a:lnTo>
                  <a:lnTo>
                    <a:pt x="16" y="97"/>
                  </a:lnTo>
                  <a:lnTo>
                    <a:pt x="17" y="97"/>
                  </a:lnTo>
                  <a:lnTo>
                    <a:pt x="16" y="96"/>
                  </a:lnTo>
                  <a:lnTo>
                    <a:pt x="13" y="94"/>
                  </a:lnTo>
                  <a:lnTo>
                    <a:pt x="12" y="93"/>
                  </a:lnTo>
                  <a:lnTo>
                    <a:pt x="11" y="92"/>
                  </a:lnTo>
                  <a:lnTo>
                    <a:pt x="11" y="89"/>
                  </a:lnTo>
                  <a:lnTo>
                    <a:pt x="10" y="86"/>
                  </a:lnTo>
                  <a:lnTo>
                    <a:pt x="9" y="81"/>
                  </a:lnTo>
                  <a:lnTo>
                    <a:pt x="9" y="78"/>
                  </a:lnTo>
                  <a:lnTo>
                    <a:pt x="8" y="73"/>
                  </a:lnTo>
                  <a:lnTo>
                    <a:pt x="8" y="69"/>
                  </a:lnTo>
                  <a:lnTo>
                    <a:pt x="6" y="65"/>
                  </a:lnTo>
                  <a:lnTo>
                    <a:pt x="5" y="61"/>
                  </a:lnTo>
                  <a:lnTo>
                    <a:pt x="5" y="57"/>
                  </a:lnTo>
                  <a:lnTo>
                    <a:pt x="4" y="53"/>
                  </a:lnTo>
                  <a:lnTo>
                    <a:pt x="3" y="50"/>
                  </a:lnTo>
                  <a:lnTo>
                    <a:pt x="3" y="45"/>
                  </a:lnTo>
                  <a:lnTo>
                    <a:pt x="2" y="42"/>
                  </a:lnTo>
                  <a:lnTo>
                    <a:pt x="2" y="37"/>
                  </a:lnTo>
                  <a:lnTo>
                    <a:pt x="1" y="33"/>
                  </a:lnTo>
                  <a:lnTo>
                    <a:pt x="0" y="29"/>
                  </a:lnTo>
                  <a:lnTo>
                    <a:pt x="0" y="25"/>
                  </a:lnTo>
                  <a:lnTo>
                    <a:pt x="8" y="23"/>
                  </a:lnTo>
                  <a:lnTo>
                    <a:pt x="16" y="22"/>
                  </a:lnTo>
                  <a:lnTo>
                    <a:pt x="24" y="19"/>
                  </a:lnTo>
                  <a:lnTo>
                    <a:pt x="32" y="18"/>
                  </a:lnTo>
                  <a:lnTo>
                    <a:pt x="37" y="17"/>
                  </a:lnTo>
                  <a:lnTo>
                    <a:pt x="40" y="16"/>
                  </a:lnTo>
                  <a:lnTo>
                    <a:pt x="44" y="16"/>
                  </a:lnTo>
                  <a:lnTo>
                    <a:pt x="45" y="18"/>
                  </a:lnTo>
                  <a:lnTo>
                    <a:pt x="47" y="17"/>
                  </a:lnTo>
                  <a:lnTo>
                    <a:pt x="47" y="15"/>
                  </a:lnTo>
                  <a:lnTo>
                    <a:pt x="56" y="12"/>
                  </a:lnTo>
                  <a:lnTo>
                    <a:pt x="59" y="12"/>
                  </a:lnTo>
                  <a:lnTo>
                    <a:pt x="59" y="12"/>
                  </a:lnTo>
                  <a:lnTo>
                    <a:pt x="60" y="12"/>
                  </a:lnTo>
                  <a:lnTo>
                    <a:pt x="61" y="11"/>
                  </a:lnTo>
                  <a:lnTo>
                    <a:pt x="65" y="11"/>
                  </a:lnTo>
                  <a:lnTo>
                    <a:pt x="74" y="9"/>
                  </a:lnTo>
                  <a:lnTo>
                    <a:pt x="84" y="7"/>
                  </a:lnTo>
                  <a:lnTo>
                    <a:pt x="94" y="4"/>
                  </a:lnTo>
                  <a:lnTo>
                    <a:pt x="103" y="2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>
              <a:off x="1820863" y="2386013"/>
              <a:ext cx="407987" cy="301625"/>
            </a:xfrm>
            <a:custGeom>
              <a:avLst/>
              <a:gdLst>
                <a:gd name="T0" fmla="*/ 51 w 514"/>
                <a:gd name="T1" fmla="*/ 1 h 380"/>
                <a:gd name="T2" fmla="*/ 84 w 514"/>
                <a:gd name="T3" fmla="*/ 3 h 380"/>
                <a:gd name="T4" fmla="*/ 116 w 514"/>
                <a:gd name="T5" fmla="*/ 6 h 380"/>
                <a:gd name="T6" fmla="*/ 149 w 514"/>
                <a:gd name="T7" fmla="*/ 8 h 380"/>
                <a:gd name="T8" fmla="*/ 181 w 514"/>
                <a:gd name="T9" fmla="*/ 10 h 380"/>
                <a:gd name="T10" fmla="*/ 213 w 514"/>
                <a:gd name="T11" fmla="*/ 13 h 380"/>
                <a:gd name="T12" fmla="*/ 245 w 514"/>
                <a:gd name="T13" fmla="*/ 14 h 380"/>
                <a:gd name="T14" fmla="*/ 278 w 514"/>
                <a:gd name="T15" fmla="*/ 16 h 380"/>
                <a:gd name="T16" fmla="*/ 310 w 514"/>
                <a:gd name="T17" fmla="*/ 17 h 380"/>
                <a:gd name="T18" fmla="*/ 343 w 514"/>
                <a:gd name="T19" fmla="*/ 18 h 380"/>
                <a:gd name="T20" fmla="*/ 375 w 514"/>
                <a:gd name="T21" fmla="*/ 20 h 380"/>
                <a:gd name="T22" fmla="*/ 400 w 514"/>
                <a:gd name="T23" fmla="*/ 21 h 380"/>
                <a:gd name="T24" fmla="*/ 425 w 514"/>
                <a:gd name="T25" fmla="*/ 22 h 380"/>
                <a:gd name="T26" fmla="*/ 450 w 514"/>
                <a:gd name="T27" fmla="*/ 22 h 380"/>
                <a:gd name="T28" fmla="*/ 474 w 514"/>
                <a:gd name="T29" fmla="*/ 23 h 380"/>
                <a:gd name="T30" fmla="*/ 499 w 514"/>
                <a:gd name="T31" fmla="*/ 23 h 380"/>
                <a:gd name="T32" fmla="*/ 514 w 514"/>
                <a:gd name="T33" fmla="*/ 29 h 380"/>
                <a:gd name="T34" fmla="*/ 513 w 514"/>
                <a:gd name="T35" fmla="*/ 45 h 380"/>
                <a:gd name="T36" fmla="*/ 513 w 514"/>
                <a:gd name="T37" fmla="*/ 63 h 380"/>
                <a:gd name="T38" fmla="*/ 513 w 514"/>
                <a:gd name="T39" fmla="*/ 79 h 380"/>
                <a:gd name="T40" fmla="*/ 513 w 514"/>
                <a:gd name="T41" fmla="*/ 95 h 380"/>
                <a:gd name="T42" fmla="*/ 511 w 514"/>
                <a:gd name="T43" fmla="*/ 113 h 380"/>
                <a:gd name="T44" fmla="*/ 511 w 514"/>
                <a:gd name="T45" fmla="*/ 137 h 380"/>
                <a:gd name="T46" fmla="*/ 511 w 514"/>
                <a:gd name="T47" fmla="*/ 163 h 380"/>
                <a:gd name="T48" fmla="*/ 510 w 514"/>
                <a:gd name="T49" fmla="*/ 187 h 380"/>
                <a:gd name="T50" fmla="*/ 510 w 514"/>
                <a:gd name="T51" fmla="*/ 213 h 380"/>
                <a:gd name="T52" fmla="*/ 510 w 514"/>
                <a:gd name="T53" fmla="*/ 237 h 380"/>
                <a:gd name="T54" fmla="*/ 509 w 514"/>
                <a:gd name="T55" fmla="*/ 263 h 380"/>
                <a:gd name="T56" fmla="*/ 509 w 514"/>
                <a:gd name="T57" fmla="*/ 288 h 380"/>
                <a:gd name="T58" fmla="*/ 509 w 514"/>
                <a:gd name="T59" fmla="*/ 313 h 380"/>
                <a:gd name="T60" fmla="*/ 508 w 514"/>
                <a:gd name="T61" fmla="*/ 338 h 380"/>
                <a:gd name="T62" fmla="*/ 508 w 514"/>
                <a:gd name="T63" fmla="*/ 364 h 380"/>
                <a:gd name="T64" fmla="*/ 499 w 514"/>
                <a:gd name="T65" fmla="*/ 380 h 380"/>
                <a:gd name="T66" fmla="*/ 472 w 514"/>
                <a:gd name="T67" fmla="*/ 379 h 380"/>
                <a:gd name="T68" fmla="*/ 445 w 514"/>
                <a:gd name="T69" fmla="*/ 379 h 380"/>
                <a:gd name="T70" fmla="*/ 409 w 514"/>
                <a:gd name="T71" fmla="*/ 378 h 380"/>
                <a:gd name="T72" fmla="*/ 369 w 514"/>
                <a:gd name="T73" fmla="*/ 377 h 380"/>
                <a:gd name="T74" fmla="*/ 328 w 514"/>
                <a:gd name="T75" fmla="*/ 374 h 380"/>
                <a:gd name="T76" fmla="*/ 286 w 514"/>
                <a:gd name="T77" fmla="*/ 373 h 380"/>
                <a:gd name="T78" fmla="*/ 245 w 514"/>
                <a:gd name="T79" fmla="*/ 371 h 380"/>
                <a:gd name="T80" fmla="*/ 205 w 514"/>
                <a:gd name="T81" fmla="*/ 368 h 380"/>
                <a:gd name="T82" fmla="*/ 164 w 514"/>
                <a:gd name="T83" fmla="*/ 366 h 380"/>
                <a:gd name="T84" fmla="*/ 123 w 514"/>
                <a:gd name="T85" fmla="*/ 364 h 380"/>
                <a:gd name="T86" fmla="*/ 83 w 514"/>
                <a:gd name="T87" fmla="*/ 361 h 380"/>
                <a:gd name="T88" fmla="*/ 41 w 514"/>
                <a:gd name="T89" fmla="*/ 358 h 380"/>
                <a:gd name="T90" fmla="*/ 0 w 514"/>
                <a:gd name="T91" fmla="*/ 354 h 380"/>
                <a:gd name="T92" fmla="*/ 4 w 514"/>
                <a:gd name="T93" fmla="*/ 321 h 380"/>
                <a:gd name="T94" fmla="*/ 6 w 514"/>
                <a:gd name="T95" fmla="*/ 288 h 380"/>
                <a:gd name="T96" fmla="*/ 8 w 514"/>
                <a:gd name="T97" fmla="*/ 254 h 380"/>
                <a:gd name="T98" fmla="*/ 12 w 514"/>
                <a:gd name="T99" fmla="*/ 221 h 380"/>
                <a:gd name="T100" fmla="*/ 14 w 514"/>
                <a:gd name="T101" fmla="*/ 188 h 380"/>
                <a:gd name="T102" fmla="*/ 16 w 514"/>
                <a:gd name="T103" fmla="*/ 155 h 380"/>
                <a:gd name="T104" fmla="*/ 20 w 514"/>
                <a:gd name="T105" fmla="*/ 121 h 380"/>
                <a:gd name="T106" fmla="*/ 22 w 514"/>
                <a:gd name="T107" fmla="*/ 88 h 380"/>
                <a:gd name="T108" fmla="*/ 25 w 514"/>
                <a:gd name="T109" fmla="*/ 55 h 380"/>
                <a:gd name="T110" fmla="*/ 28 w 514"/>
                <a:gd name="T111" fmla="*/ 22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14" h="380">
                  <a:moveTo>
                    <a:pt x="29" y="0"/>
                  </a:moveTo>
                  <a:lnTo>
                    <a:pt x="41" y="0"/>
                  </a:lnTo>
                  <a:lnTo>
                    <a:pt x="51" y="1"/>
                  </a:lnTo>
                  <a:lnTo>
                    <a:pt x="62" y="2"/>
                  </a:lnTo>
                  <a:lnTo>
                    <a:pt x="73" y="2"/>
                  </a:lnTo>
                  <a:lnTo>
                    <a:pt x="84" y="3"/>
                  </a:lnTo>
                  <a:lnTo>
                    <a:pt x="94" y="5"/>
                  </a:lnTo>
                  <a:lnTo>
                    <a:pt x="105" y="6"/>
                  </a:lnTo>
                  <a:lnTo>
                    <a:pt x="116" y="6"/>
                  </a:lnTo>
                  <a:lnTo>
                    <a:pt x="127" y="7"/>
                  </a:lnTo>
                  <a:lnTo>
                    <a:pt x="137" y="7"/>
                  </a:lnTo>
                  <a:lnTo>
                    <a:pt x="149" y="8"/>
                  </a:lnTo>
                  <a:lnTo>
                    <a:pt x="159" y="9"/>
                  </a:lnTo>
                  <a:lnTo>
                    <a:pt x="170" y="9"/>
                  </a:lnTo>
                  <a:lnTo>
                    <a:pt x="181" y="10"/>
                  </a:lnTo>
                  <a:lnTo>
                    <a:pt x="192" y="10"/>
                  </a:lnTo>
                  <a:lnTo>
                    <a:pt x="202" y="12"/>
                  </a:lnTo>
                  <a:lnTo>
                    <a:pt x="213" y="13"/>
                  </a:lnTo>
                  <a:lnTo>
                    <a:pt x="224" y="13"/>
                  </a:lnTo>
                  <a:lnTo>
                    <a:pt x="235" y="14"/>
                  </a:lnTo>
                  <a:lnTo>
                    <a:pt x="245" y="14"/>
                  </a:lnTo>
                  <a:lnTo>
                    <a:pt x="257" y="15"/>
                  </a:lnTo>
                  <a:lnTo>
                    <a:pt x="267" y="15"/>
                  </a:lnTo>
                  <a:lnTo>
                    <a:pt x="278" y="16"/>
                  </a:lnTo>
                  <a:lnTo>
                    <a:pt x="290" y="16"/>
                  </a:lnTo>
                  <a:lnTo>
                    <a:pt x="300" y="16"/>
                  </a:lnTo>
                  <a:lnTo>
                    <a:pt x="310" y="17"/>
                  </a:lnTo>
                  <a:lnTo>
                    <a:pt x="322" y="17"/>
                  </a:lnTo>
                  <a:lnTo>
                    <a:pt x="332" y="18"/>
                  </a:lnTo>
                  <a:lnTo>
                    <a:pt x="343" y="18"/>
                  </a:lnTo>
                  <a:lnTo>
                    <a:pt x="355" y="18"/>
                  </a:lnTo>
                  <a:lnTo>
                    <a:pt x="365" y="20"/>
                  </a:lnTo>
                  <a:lnTo>
                    <a:pt x="375" y="20"/>
                  </a:lnTo>
                  <a:lnTo>
                    <a:pt x="384" y="20"/>
                  </a:lnTo>
                  <a:lnTo>
                    <a:pt x="392" y="21"/>
                  </a:lnTo>
                  <a:lnTo>
                    <a:pt x="400" y="21"/>
                  </a:lnTo>
                  <a:lnTo>
                    <a:pt x="408" y="21"/>
                  </a:lnTo>
                  <a:lnTo>
                    <a:pt x="417" y="21"/>
                  </a:lnTo>
                  <a:lnTo>
                    <a:pt x="425" y="22"/>
                  </a:lnTo>
                  <a:lnTo>
                    <a:pt x="434" y="22"/>
                  </a:lnTo>
                  <a:lnTo>
                    <a:pt x="442" y="22"/>
                  </a:lnTo>
                  <a:lnTo>
                    <a:pt x="450" y="22"/>
                  </a:lnTo>
                  <a:lnTo>
                    <a:pt x="458" y="22"/>
                  </a:lnTo>
                  <a:lnTo>
                    <a:pt x="466" y="23"/>
                  </a:lnTo>
                  <a:lnTo>
                    <a:pt x="474" y="23"/>
                  </a:lnTo>
                  <a:lnTo>
                    <a:pt x="482" y="23"/>
                  </a:lnTo>
                  <a:lnTo>
                    <a:pt x="490" y="23"/>
                  </a:lnTo>
                  <a:lnTo>
                    <a:pt x="499" y="23"/>
                  </a:lnTo>
                  <a:lnTo>
                    <a:pt x="507" y="23"/>
                  </a:lnTo>
                  <a:lnTo>
                    <a:pt x="514" y="23"/>
                  </a:lnTo>
                  <a:lnTo>
                    <a:pt x="514" y="29"/>
                  </a:lnTo>
                  <a:lnTo>
                    <a:pt x="514" y="35"/>
                  </a:lnTo>
                  <a:lnTo>
                    <a:pt x="513" y="41"/>
                  </a:lnTo>
                  <a:lnTo>
                    <a:pt x="513" y="45"/>
                  </a:lnTo>
                  <a:lnTo>
                    <a:pt x="513" y="51"/>
                  </a:lnTo>
                  <a:lnTo>
                    <a:pt x="513" y="57"/>
                  </a:lnTo>
                  <a:lnTo>
                    <a:pt x="513" y="63"/>
                  </a:lnTo>
                  <a:lnTo>
                    <a:pt x="513" y="68"/>
                  </a:lnTo>
                  <a:lnTo>
                    <a:pt x="513" y="73"/>
                  </a:lnTo>
                  <a:lnTo>
                    <a:pt x="513" y="79"/>
                  </a:lnTo>
                  <a:lnTo>
                    <a:pt x="513" y="85"/>
                  </a:lnTo>
                  <a:lnTo>
                    <a:pt x="513" y="91"/>
                  </a:lnTo>
                  <a:lnTo>
                    <a:pt x="513" y="95"/>
                  </a:lnTo>
                  <a:lnTo>
                    <a:pt x="513" y="101"/>
                  </a:lnTo>
                  <a:lnTo>
                    <a:pt x="511" y="107"/>
                  </a:lnTo>
                  <a:lnTo>
                    <a:pt x="511" y="113"/>
                  </a:lnTo>
                  <a:lnTo>
                    <a:pt x="511" y="121"/>
                  </a:lnTo>
                  <a:lnTo>
                    <a:pt x="511" y="129"/>
                  </a:lnTo>
                  <a:lnTo>
                    <a:pt x="511" y="137"/>
                  </a:lnTo>
                  <a:lnTo>
                    <a:pt x="511" y="145"/>
                  </a:lnTo>
                  <a:lnTo>
                    <a:pt x="511" y="155"/>
                  </a:lnTo>
                  <a:lnTo>
                    <a:pt x="511" y="163"/>
                  </a:lnTo>
                  <a:lnTo>
                    <a:pt x="511" y="171"/>
                  </a:lnTo>
                  <a:lnTo>
                    <a:pt x="511" y="179"/>
                  </a:lnTo>
                  <a:lnTo>
                    <a:pt x="510" y="187"/>
                  </a:lnTo>
                  <a:lnTo>
                    <a:pt x="510" y="195"/>
                  </a:lnTo>
                  <a:lnTo>
                    <a:pt x="510" y="204"/>
                  </a:lnTo>
                  <a:lnTo>
                    <a:pt x="510" y="213"/>
                  </a:lnTo>
                  <a:lnTo>
                    <a:pt x="510" y="221"/>
                  </a:lnTo>
                  <a:lnTo>
                    <a:pt x="510" y="229"/>
                  </a:lnTo>
                  <a:lnTo>
                    <a:pt x="510" y="237"/>
                  </a:lnTo>
                  <a:lnTo>
                    <a:pt x="510" y="246"/>
                  </a:lnTo>
                  <a:lnTo>
                    <a:pt x="510" y="254"/>
                  </a:lnTo>
                  <a:lnTo>
                    <a:pt x="509" y="263"/>
                  </a:lnTo>
                  <a:lnTo>
                    <a:pt x="509" y="271"/>
                  </a:lnTo>
                  <a:lnTo>
                    <a:pt x="509" y="279"/>
                  </a:lnTo>
                  <a:lnTo>
                    <a:pt x="509" y="288"/>
                  </a:lnTo>
                  <a:lnTo>
                    <a:pt x="509" y="296"/>
                  </a:lnTo>
                  <a:lnTo>
                    <a:pt x="509" y="304"/>
                  </a:lnTo>
                  <a:lnTo>
                    <a:pt x="509" y="313"/>
                  </a:lnTo>
                  <a:lnTo>
                    <a:pt x="509" y="322"/>
                  </a:lnTo>
                  <a:lnTo>
                    <a:pt x="509" y="330"/>
                  </a:lnTo>
                  <a:lnTo>
                    <a:pt x="508" y="338"/>
                  </a:lnTo>
                  <a:lnTo>
                    <a:pt x="508" y="346"/>
                  </a:lnTo>
                  <a:lnTo>
                    <a:pt x="508" y="354"/>
                  </a:lnTo>
                  <a:lnTo>
                    <a:pt x="508" y="364"/>
                  </a:lnTo>
                  <a:lnTo>
                    <a:pt x="508" y="372"/>
                  </a:lnTo>
                  <a:lnTo>
                    <a:pt x="508" y="380"/>
                  </a:lnTo>
                  <a:lnTo>
                    <a:pt x="499" y="380"/>
                  </a:lnTo>
                  <a:lnTo>
                    <a:pt x="490" y="380"/>
                  </a:lnTo>
                  <a:lnTo>
                    <a:pt x="481" y="380"/>
                  </a:lnTo>
                  <a:lnTo>
                    <a:pt x="472" y="379"/>
                  </a:lnTo>
                  <a:lnTo>
                    <a:pt x="464" y="379"/>
                  </a:lnTo>
                  <a:lnTo>
                    <a:pt x="454" y="379"/>
                  </a:lnTo>
                  <a:lnTo>
                    <a:pt x="445" y="379"/>
                  </a:lnTo>
                  <a:lnTo>
                    <a:pt x="436" y="379"/>
                  </a:lnTo>
                  <a:lnTo>
                    <a:pt x="423" y="378"/>
                  </a:lnTo>
                  <a:lnTo>
                    <a:pt x="409" y="378"/>
                  </a:lnTo>
                  <a:lnTo>
                    <a:pt x="395" y="378"/>
                  </a:lnTo>
                  <a:lnTo>
                    <a:pt x="382" y="377"/>
                  </a:lnTo>
                  <a:lnTo>
                    <a:pt x="369" y="377"/>
                  </a:lnTo>
                  <a:lnTo>
                    <a:pt x="355" y="375"/>
                  </a:lnTo>
                  <a:lnTo>
                    <a:pt x="341" y="375"/>
                  </a:lnTo>
                  <a:lnTo>
                    <a:pt x="328" y="374"/>
                  </a:lnTo>
                  <a:lnTo>
                    <a:pt x="314" y="374"/>
                  </a:lnTo>
                  <a:lnTo>
                    <a:pt x="300" y="373"/>
                  </a:lnTo>
                  <a:lnTo>
                    <a:pt x="286" y="373"/>
                  </a:lnTo>
                  <a:lnTo>
                    <a:pt x="273" y="372"/>
                  </a:lnTo>
                  <a:lnTo>
                    <a:pt x="259" y="372"/>
                  </a:lnTo>
                  <a:lnTo>
                    <a:pt x="245" y="371"/>
                  </a:lnTo>
                  <a:lnTo>
                    <a:pt x="233" y="371"/>
                  </a:lnTo>
                  <a:lnTo>
                    <a:pt x="219" y="370"/>
                  </a:lnTo>
                  <a:lnTo>
                    <a:pt x="205" y="368"/>
                  </a:lnTo>
                  <a:lnTo>
                    <a:pt x="191" y="368"/>
                  </a:lnTo>
                  <a:lnTo>
                    <a:pt x="178" y="367"/>
                  </a:lnTo>
                  <a:lnTo>
                    <a:pt x="164" y="366"/>
                  </a:lnTo>
                  <a:lnTo>
                    <a:pt x="150" y="366"/>
                  </a:lnTo>
                  <a:lnTo>
                    <a:pt x="136" y="365"/>
                  </a:lnTo>
                  <a:lnTo>
                    <a:pt x="123" y="364"/>
                  </a:lnTo>
                  <a:lnTo>
                    <a:pt x="109" y="363"/>
                  </a:lnTo>
                  <a:lnTo>
                    <a:pt x="95" y="361"/>
                  </a:lnTo>
                  <a:lnTo>
                    <a:pt x="83" y="361"/>
                  </a:lnTo>
                  <a:lnTo>
                    <a:pt x="69" y="360"/>
                  </a:lnTo>
                  <a:lnTo>
                    <a:pt x="55" y="359"/>
                  </a:lnTo>
                  <a:lnTo>
                    <a:pt x="41" y="358"/>
                  </a:lnTo>
                  <a:lnTo>
                    <a:pt x="28" y="357"/>
                  </a:lnTo>
                  <a:lnTo>
                    <a:pt x="14" y="356"/>
                  </a:lnTo>
                  <a:lnTo>
                    <a:pt x="0" y="354"/>
                  </a:lnTo>
                  <a:lnTo>
                    <a:pt x="1" y="344"/>
                  </a:lnTo>
                  <a:lnTo>
                    <a:pt x="3" y="332"/>
                  </a:lnTo>
                  <a:lnTo>
                    <a:pt x="4" y="321"/>
                  </a:lnTo>
                  <a:lnTo>
                    <a:pt x="4" y="310"/>
                  </a:lnTo>
                  <a:lnTo>
                    <a:pt x="5" y="299"/>
                  </a:lnTo>
                  <a:lnTo>
                    <a:pt x="6" y="288"/>
                  </a:lnTo>
                  <a:lnTo>
                    <a:pt x="7" y="277"/>
                  </a:lnTo>
                  <a:lnTo>
                    <a:pt x="8" y="265"/>
                  </a:lnTo>
                  <a:lnTo>
                    <a:pt x="8" y="254"/>
                  </a:lnTo>
                  <a:lnTo>
                    <a:pt x="10" y="243"/>
                  </a:lnTo>
                  <a:lnTo>
                    <a:pt x="11" y="232"/>
                  </a:lnTo>
                  <a:lnTo>
                    <a:pt x="12" y="221"/>
                  </a:lnTo>
                  <a:lnTo>
                    <a:pt x="13" y="210"/>
                  </a:lnTo>
                  <a:lnTo>
                    <a:pt x="13" y="199"/>
                  </a:lnTo>
                  <a:lnTo>
                    <a:pt x="14" y="188"/>
                  </a:lnTo>
                  <a:lnTo>
                    <a:pt x="15" y="177"/>
                  </a:lnTo>
                  <a:lnTo>
                    <a:pt x="16" y="165"/>
                  </a:lnTo>
                  <a:lnTo>
                    <a:pt x="16" y="155"/>
                  </a:lnTo>
                  <a:lnTo>
                    <a:pt x="18" y="143"/>
                  </a:lnTo>
                  <a:lnTo>
                    <a:pt x="19" y="132"/>
                  </a:lnTo>
                  <a:lnTo>
                    <a:pt x="20" y="121"/>
                  </a:lnTo>
                  <a:lnTo>
                    <a:pt x="21" y="110"/>
                  </a:lnTo>
                  <a:lnTo>
                    <a:pt x="21" y="99"/>
                  </a:lnTo>
                  <a:lnTo>
                    <a:pt x="22" y="88"/>
                  </a:lnTo>
                  <a:lnTo>
                    <a:pt x="23" y="77"/>
                  </a:lnTo>
                  <a:lnTo>
                    <a:pt x="25" y="66"/>
                  </a:lnTo>
                  <a:lnTo>
                    <a:pt x="25" y="55"/>
                  </a:lnTo>
                  <a:lnTo>
                    <a:pt x="26" y="44"/>
                  </a:lnTo>
                  <a:lnTo>
                    <a:pt x="27" y="32"/>
                  </a:lnTo>
                  <a:lnTo>
                    <a:pt x="28" y="22"/>
                  </a:lnTo>
                  <a:lnTo>
                    <a:pt x="29" y="1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1"/>
            <p:cNvSpPr>
              <a:spLocks noEditPoints="1"/>
            </p:cNvSpPr>
            <p:nvPr/>
          </p:nvSpPr>
          <p:spPr bwMode="auto">
            <a:xfrm>
              <a:off x="1004888" y="2192338"/>
              <a:ext cx="503237" cy="742950"/>
            </a:xfrm>
            <a:custGeom>
              <a:avLst/>
              <a:gdLst>
                <a:gd name="T0" fmla="*/ 296 w 633"/>
                <a:gd name="T1" fmla="*/ 886 h 937"/>
                <a:gd name="T2" fmla="*/ 225 w 633"/>
                <a:gd name="T3" fmla="*/ 834 h 937"/>
                <a:gd name="T4" fmla="*/ 304 w 633"/>
                <a:gd name="T5" fmla="*/ 840 h 937"/>
                <a:gd name="T6" fmla="*/ 259 w 633"/>
                <a:gd name="T7" fmla="*/ 819 h 937"/>
                <a:gd name="T8" fmla="*/ 179 w 633"/>
                <a:gd name="T9" fmla="*/ 755 h 937"/>
                <a:gd name="T10" fmla="*/ 187 w 633"/>
                <a:gd name="T11" fmla="*/ 766 h 937"/>
                <a:gd name="T12" fmla="*/ 223 w 633"/>
                <a:gd name="T13" fmla="*/ 762 h 937"/>
                <a:gd name="T14" fmla="*/ 202 w 633"/>
                <a:gd name="T15" fmla="*/ 754 h 937"/>
                <a:gd name="T16" fmla="*/ 170 w 633"/>
                <a:gd name="T17" fmla="*/ 750 h 937"/>
                <a:gd name="T18" fmla="*/ 91 w 633"/>
                <a:gd name="T19" fmla="*/ 390 h 937"/>
                <a:gd name="T20" fmla="*/ 150 w 633"/>
                <a:gd name="T21" fmla="*/ 23 h 937"/>
                <a:gd name="T22" fmla="*/ 295 w 633"/>
                <a:gd name="T23" fmla="*/ 217 h 937"/>
                <a:gd name="T24" fmla="*/ 432 w 633"/>
                <a:gd name="T25" fmla="*/ 515 h 937"/>
                <a:gd name="T26" fmla="*/ 605 w 633"/>
                <a:gd name="T27" fmla="*/ 746 h 937"/>
                <a:gd name="T28" fmla="*/ 618 w 633"/>
                <a:gd name="T29" fmla="*/ 777 h 937"/>
                <a:gd name="T30" fmla="*/ 631 w 633"/>
                <a:gd name="T31" fmla="*/ 795 h 937"/>
                <a:gd name="T32" fmla="*/ 599 w 633"/>
                <a:gd name="T33" fmla="*/ 829 h 937"/>
                <a:gd name="T34" fmla="*/ 597 w 633"/>
                <a:gd name="T35" fmla="*/ 852 h 937"/>
                <a:gd name="T36" fmla="*/ 579 w 633"/>
                <a:gd name="T37" fmla="*/ 876 h 937"/>
                <a:gd name="T38" fmla="*/ 591 w 633"/>
                <a:gd name="T39" fmla="*/ 917 h 937"/>
                <a:gd name="T40" fmla="*/ 545 w 633"/>
                <a:gd name="T41" fmla="*/ 934 h 937"/>
                <a:gd name="T42" fmla="*/ 428 w 633"/>
                <a:gd name="T43" fmla="*/ 929 h 937"/>
                <a:gd name="T44" fmla="*/ 387 w 633"/>
                <a:gd name="T45" fmla="*/ 912 h 937"/>
                <a:gd name="T46" fmla="*/ 380 w 633"/>
                <a:gd name="T47" fmla="*/ 910 h 937"/>
                <a:gd name="T48" fmla="*/ 357 w 633"/>
                <a:gd name="T49" fmla="*/ 836 h 937"/>
                <a:gd name="T50" fmla="*/ 318 w 633"/>
                <a:gd name="T51" fmla="*/ 809 h 937"/>
                <a:gd name="T52" fmla="*/ 311 w 633"/>
                <a:gd name="T53" fmla="*/ 789 h 937"/>
                <a:gd name="T54" fmla="*/ 261 w 633"/>
                <a:gd name="T55" fmla="*/ 762 h 937"/>
                <a:gd name="T56" fmla="*/ 254 w 633"/>
                <a:gd name="T57" fmla="*/ 746 h 937"/>
                <a:gd name="T58" fmla="*/ 217 w 633"/>
                <a:gd name="T59" fmla="*/ 725 h 937"/>
                <a:gd name="T60" fmla="*/ 158 w 633"/>
                <a:gd name="T61" fmla="*/ 700 h 937"/>
                <a:gd name="T62" fmla="*/ 166 w 633"/>
                <a:gd name="T63" fmla="*/ 664 h 937"/>
                <a:gd name="T64" fmla="*/ 156 w 633"/>
                <a:gd name="T65" fmla="*/ 629 h 937"/>
                <a:gd name="T66" fmla="*/ 137 w 633"/>
                <a:gd name="T67" fmla="*/ 600 h 937"/>
                <a:gd name="T68" fmla="*/ 116 w 633"/>
                <a:gd name="T69" fmla="*/ 560 h 937"/>
                <a:gd name="T70" fmla="*/ 99 w 633"/>
                <a:gd name="T71" fmla="*/ 522 h 937"/>
                <a:gd name="T72" fmla="*/ 109 w 633"/>
                <a:gd name="T73" fmla="*/ 501 h 937"/>
                <a:gd name="T74" fmla="*/ 103 w 633"/>
                <a:gd name="T75" fmla="*/ 473 h 937"/>
                <a:gd name="T76" fmla="*/ 81 w 633"/>
                <a:gd name="T77" fmla="*/ 429 h 937"/>
                <a:gd name="T78" fmla="*/ 87 w 633"/>
                <a:gd name="T79" fmla="*/ 392 h 937"/>
                <a:gd name="T80" fmla="*/ 91 w 633"/>
                <a:gd name="T81" fmla="*/ 411 h 937"/>
                <a:gd name="T82" fmla="*/ 105 w 633"/>
                <a:gd name="T83" fmla="*/ 428 h 937"/>
                <a:gd name="T84" fmla="*/ 99 w 633"/>
                <a:gd name="T85" fmla="*/ 403 h 937"/>
                <a:gd name="T86" fmla="*/ 95 w 633"/>
                <a:gd name="T87" fmla="*/ 374 h 937"/>
                <a:gd name="T88" fmla="*/ 142 w 633"/>
                <a:gd name="T89" fmla="*/ 382 h 937"/>
                <a:gd name="T90" fmla="*/ 151 w 633"/>
                <a:gd name="T91" fmla="*/ 380 h 937"/>
                <a:gd name="T92" fmla="*/ 146 w 633"/>
                <a:gd name="T93" fmla="*/ 376 h 937"/>
                <a:gd name="T94" fmla="*/ 144 w 633"/>
                <a:gd name="T95" fmla="*/ 374 h 937"/>
                <a:gd name="T96" fmla="*/ 124 w 633"/>
                <a:gd name="T97" fmla="*/ 369 h 937"/>
                <a:gd name="T98" fmla="*/ 102 w 633"/>
                <a:gd name="T99" fmla="*/ 366 h 937"/>
                <a:gd name="T100" fmla="*/ 87 w 633"/>
                <a:gd name="T101" fmla="*/ 383 h 937"/>
                <a:gd name="T102" fmla="*/ 70 w 633"/>
                <a:gd name="T103" fmla="*/ 379 h 937"/>
                <a:gd name="T104" fmla="*/ 53 w 633"/>
                <a:gd name="T105" fmla="*/ 365 h 937"/>
                <a:gd name="T106" fmla="*/ 64 w 633"/>
                <a:gd name="T107" fmla="*/ 360 h 937"/>
                <a:gd name="T108" fmla="*/ 30 w 633"/>
                <a:gd name="T109" fmla="*/ 294 h 937"/>
                <a:gd name="T110" fmla="*/ 20 w 633"/>
                <a:gd name="T111" fmla="*/ 249 h 937"/>
                <a:gd name="T112" fmla="*/ 26 w 633"/>
                <a:gd name="T113" fmla="*/ 203 h 937"/>
                <a:gd name="T114" fmla="*/ 2 w 633"/>
                <a:gd name="T115" fmla="*/ 143 h 937"/>
                <a:gd name="T116" fmla="*/ 10 w 633"/>
                <a:gd name="T117" fmla="*/ 116 h 937"/>
                <a:gd name="T118" fmla="*/ 28 w 633"/>
                <a:gd name="T119" fmla="*/ 101 h 937"/>
                <a:gd name="T120" fmla="*/ 40 w 633"/>
                <a:gd name="T121" fmla="*/ 59 h 937"/>
                <a:gd name="T122" fmla="*/ 35 w 633"/>
                <a:gd name="T123" fmla="*/ 18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3" h="937">
                  <a:moveTo>
                    <a:pt x="286" y="864"/>
                  </a:moveTo>
                  <a:lnTo>
                    <a:pt x="286" y="864"/>
                  </a:lnTo>
                  <a:lnTo>
                    <a:pt x="287" y="865"/>
                  </a:lnTo>
                  <a:lnTo>
                    <a:pt x="288" y="865"/>
                  </a:lnTo>
                  <a:lnTo>
                    <a:pt x="288" y="866"/>
                  </a:lnTo>
                  <a:lnTo>
                    <a:pt x="288" y="867"/>
                  </a:lnTo>
                  <a:lnTo>
                    <a:pt x="288" y="867"/>
                  </a:lnTo>
                  <a:lnTo>
                    <a:pt x="289" y="868"/>
                  </a:lnTo>
                  <a:lnTo>
                    <a:pt x="289" y="869"/>
                  </a:lnTo>
                  <a:lnTo>
                    <a:pt x="289" y="872"/>
                  </a:lnTo>
                  <a:lnTo>
                    <a:pt x="290" y="874"/>
                  </a:lnTo>
                  <a:lnTo>
                    <a:pt x="294" y="876"/>
                  </a:lnTo>
                  <a:lnTo>
                    <a:pt x="296" y="881"/>
                  </a:lnTo>
                  <a:lnTo>
                    <a:pt x="297" y="882"/>
                  </a:lnTo>
                  <a:lnTo>
                    <a:pt x="301" y="886"/>
                  </a:lnTo>
                  <a:lnTo>
                    <a:pt x="300" y="886"/>
                  </a:lnTo>
                  <a:lnTo>
                    <a:pt x="299" y="886"/>
                  </a:lnTo>
                  <a:lnTo>
                    <a:pt x="297" y="886"/>
                  </a:lnTo>
                  <a:lnTo>
                    <a:pt x="296" y="886"/>
                  </a:lnTo>
                  <a:lnTo>
                    <a:pt x="296" y="886"/>
                  </a:lnTo>
                  <a:lnTo>
                    <a:pt x="295" y="886"/>
                  </a:lnTo>
                  <a:lnTo>
                    <a:pt x="295" y="886"/>
                  </a:lnTo>
                  <a:lnTo>
                    <a:pt x="294" y="884"/>
                  </a:lnTo>
                  <a:lnTo>
                    <a:pt x="292" y="883"/>
                  </a:lnTo>
                  <a:lnTo>
                    <a:pt x="290" y="882"/>
                  </a:lnTo>
                  <a:lnTo>
                    <a:pt x="289" y="879"/>
                  </a:lnTo>
                  <a:lnTo>
                    <a:pt x="287" y="874"/>
                  </a:lnTo>
                  <a:lnTo>
                    <a:pt x="287" y="870"/>
                  </a:lnTo>
                  <a:lnTo>
                    <a:pt x="286" y="868"/>
                  </a:lnTo>
                  <a:lnTo>
                    <a:pt x="285" y="866"/>
                  </a:lnTo>
                  <a:lnTo>
                    <a:pt x="286" y="864"/>
                  </a:lnTo>
                  <a:close/>
                  <a:moveTo>
                    <a:pt x="216" y="830"/>
                  </a:moveTo>
                  <a:lnTo>
                    <a:pt x="217" y="830"/>
                  </a:lnTo>
                  <a:lnTo>
                    <a:pt x="218" y="830"/>
                  </a:lnTo>
                  <a:lnTo>
                    <a:pt x="220" y="830"/>
                  </a:lnTo>
                  <a:lnTo>
                    <a:pt x="220" y="830"/>
                  </a:lnTo>
                  <a:lnTo>
                    <a:pt x="221" y="830"/>
                  </a:lnTo>
                  <a:lnTo>
                    <a:pt x="222" y="831"/>
                  </a:lnTo>
                  <a:lnTo>
                    <a:pt x="224" y="832"/>
                  </a:lnTo>
                  <a:lnTo>
                    <a:pt x="225" y="834"/>
                  </a:lnTo>
                  <a:lnTo>
                    <a:pt x="225" y="837"/>
                  </a:lnTo>
                  <a:lnTo>
                    <a:pt x="223" y="837"/>
                  </a:lnTo>
                  <a:lnTo>
                    <a:pt x="221" y="836"/>
                  </a:lnTo>
                  <a:lnTo>
                    <a:pt x="218" y="834"/>
                  </a:lnTo>
                  <a:lnTo>
                    <a:pt x="217" y="832"/>
                  </a:lnTo>
                  <a:lnTo>
                    <a:pt x="216" y="830"/>
                  </a:lnTo>
                  <a:close/>
                  <a:moveTo>
                    <a:pt x="293" y="825"/>
                  </a:moveTo>
                  <a:lnTo>
                    <a:pt x="294" y="825"/>
                  </a:lnTo>
                  <a:lnTo>
                    <a:pt x="296" y="825"/>
                  </a:lnTo>
                  <a:lnTo>
                    <a:pt x="301" y="830"/>
                  </a:lnTo>
                  <a:lnTo>
                    <a:pt x="302" y="830"/>
                  </a:lnTo>
                  <a:lnTo>
                    <a:pt x="308" y="833"/>
                  </a:lnTo>
                  <a:lnTo>
                    <a:pt x="309" y="834"/>
                  </a:lnTo>
                  <a:lnTo>
                    <a:pt x="311" y="843"/>
                  </a:lnTo>
                  <a:lnTo>
                    <a:pt x="311" y="844"/>
                  </a:lnTo>
                  <a:lnTo>
                    <a:pt x="310" y="844"/>
                  </a:lnTo>
                  <a:lnTo>
                    <a:pt x="309" y="843"/>
                  </a:lnTo>
                  <a:lnTo>
                    <a:pt x="307" y="841"/>
                  </a:lnTo>
                  <a:lnTo>
                    <a:pt x="306" y="840"/>
                  </a:lnTo>
                  <a:lnTo>
                    <a:pt x="304" y="840"/>
                  </a:lnTo>
                  <a:lnTo>
                    <a:pt x="302" y="841"/>
                  </a:lnTo>
                  <a:lnTo>
                    <a:pt x="302" y="841"/>
                  </a:lnTo>
                  <a:lnTo>
                    <a:pt x="300" y="840"/>
                  </a:lnTo>
                  <a:lnTo>
                    <a:pt x="300" y="839"/>
                  </a:lnTo>
                  <a:lnTo>
                    <a:pt x="299" y="838"/>
                  </a:lnTo>
                  <a:lnTo>
                    <a:pt x="299" y="836"/>
                  </a:lnTo>
                  <a:lnTo>
                    <a:pt x="300" y="832"/>
                  </a:lnTo>
                  <a:lnTo>
                    <a:pt x="299" y="831"/>
                  </a:lnTo>
                  <a:lnTo>
                    <a:pt x="297" y="830"/>
                  </a:lnTo>
                  <a:lnTo>
                    <a:pt x="295" y="830"/>
                  </a:lnTo>
                  <a:lnTo>
                    <a:pt x="294" y="829"/>
                  </a:lnTo>
                  <a:lnTo>
                    <a:pt x="293" y="827"/>
                  </a:lnTo>
                  <a:lnTo>
                    <a:pt x="292" y="826"/>
                  </a:lnTo>
                  <a:lnTo>
                    <a:pt x="293" y="825"/>
                  </a:lnTo>
                  <a:close/>
                  <a:moveTo>
                    <a:pt x="260" y="818"/>
                  </a:moveTo>
                  <a:lnTo>
                    <a:pt x="260" y="818"/>
                  </a:lnTo>
                  <a:lnTo>
                    <a:pt x="260" y="818"/>
                  </a:lnTo>
                  <a:lnTo>
                    <a:pt x="260" y="818"/>
                  </a:lnTo>
                  <a:lnTo>
                    <a:pt x="259" y="820"/>
                  </a:lnTo>
                  <a:lnTo>
                    <a:pt x="259" y="819"/>
                  </a:lnTo>
                  <a:lnTo>
                    <a:pt x="258" y="819"/>
                  </a:lnTo>
                  <a:lnTo>
                    <a:pt x="258" y="818"/>
                  </a:lnTo>
                  <a:lnTo>
                    <a:pt x="258" y="818"/>
                  </a:lnTo>
                  <a:lnTo>
                    <a:pt x="258" y="818"/>
                  </a:lnTo>
                  <a:lnTo>
                    <a:pt x="259" y="818"/>
                  </a:lnTo>
                  <a:lnTo>
                    <a:pt x="260" y="818"/>
                  </a:lnTo>
                  <a:close/>
                  <a:moveTo>
                    <a:pt x="238" y="766"/>
                  </a:moveTo>
                  <a:lnTo>
                    <a:pt x="238" y="766"/>
                  </a:lnTo>
                  <a:lnTo>
                    <a:pt x="239" y="766"/>
                  </a:lnTo>
                  <a:lnTo>
                    <a:pt x="240" y="767"/>
                  </a:lnTo>
                  <a:lnTo>
                    <a:pt x="240" y="767"/>
                  </a:lnTo>
                  <a:lnTo>
                    <a:pt x="242" y="767"/>
                  </a:lnTo>
                  <a:lnTo>
                    <a:pt x="242" y="767"/>
                  </a:lnTo>
                  <a:lnTo>
                    <a:pt x="240" y="767"/>
                  </a:lnTo>
                  <a:lnTo>
                    <a:pt x="239" y="767"/>
                  </a:lnTo>
                  <a:lnTo>
                    <a:pt x="239" y="767"/>
                  </a:lnTo>
                  <a:lnTo>
                    <a:pt x="238" y="766"/>
                  </a:lnTo>
                  <a:lnTo>
                    <a:pt x="238" y="766"/>
                  </a:lnTo>
                  <a:lnTo>
                    <a:pt x="238" y="766"/>
                  </a:lnTo>
                  <a:close/>
                  <a:moveTo>
                    <a:pt x="179" y="755"/>
                  </a:moveTo>
                  <a:lnTo>
                    <a:pt x="182" y="757"/>
                  </a:lnTo>
                  <a:lnTo>
                    <a:pt x="184" y="757"/>
                  </a:lnTo>
                  <a:lnTo>
                    <a:pt x="185" y="757"/>
                  </a:lnTo>
                  <a:lnTo>
                    <a:pt x="186" y="757"/>
                  </a:lnTo>
                  <a:lnTo>
                    <a:pt x="187" y="755"/>
                  </a:lnTo>
                  <a:lnTo>
                    <a:pt x="192" y="757"/>
                  </a:lnTo>
                  <a:lnTo>
                    <a:pt x="193" y="757"/>
                  </a:lnTo>
                  <a:lnTo>
                    <a:pt x="194" y="755"/>
                  </a:lnTo>
                  <a:lnTo>
                    <a:pt x="193" y="758"/>
                  </a:lnTo>
                  <a:lnTo>
                    <a:pt x="194" y="760"/>
                  </a:lnTo>
                  <a:lnTo>
                    <a:pt x="195" y="761"/>
                  </a:lnTo>
                  <a:lnTo>
                    <a:pt x="198" y="761"/>
                  </a:lnTo>
                  <a:lnTo>
                    <a:pt x="198" y="764"/>
                  </a:lnTo>
                  <a:lnTo>
                    <a:pt x="196" y="765"/>
                  </a:lnTo>
                  <a:lnTo>
                    <a:pt x="195" y="765"/>
                  </a:lnTo>
                  <a:lnTo>
                    <a:pt x="191" y="767"/>
                  </a:lnTo>
                  <a:lnTo>
                    <a:pt x="189" y="767"/>
                  </a:lnTo>
                  <a:lnTo>
                    <a:pt x="188" y="767"/>
                  </a:lnTo>
                  <a:lnTo>
                    <a:pt x="188" y="766"/>
                  </a:lnTo>
                  <a:lnTo>
                    <a:pt x="187" y="766"/>
                  </a:lnTo>
                  <a:lnTo>
                    <a:pt x="186" y="767"/>
                  </a:lnTo>
                  <a:lnTo>
                    <a:pt x="185" y="767"/>
                  </a:lnTo>
                  <a:lnTo>
                    <a:pt x="184" y="766"/>
                  </a:lnTo>
                  <a:lnTo>
                    <a:pt x="182" y="765"/>
                  </a:lnTo>
                  <a:lnTo>
                    <a:pt x="181" y="764"/>
                  </a:lnTo>
                  <a:lnTo>
                    <a:pt x="181" y="761"/>
                  </a:lnTo>
                  <a:lnTo>
                    <a:pt x="180" y="759"/>
                  </a:lnTo>
                  <a:lnTo>
                    <a:pt x="179" y="757"/>
                  </a:lnTo>
                  <a:lnTo>
                    <a:pt x="178" y="755"/>
                  </a:lnTo>
                  <a:lnTo>
                    <a:pt x="179" y="755"/>
                  </a:lnTo>
                  <a:close/>
                  <a:moveTo>
                    <a:pt x="204" y="754"/>
                  </a:moveTo>
                  <a:lnTo>
                    <a:pt x="204" y="754"/>
                  </a:lnTo>
                  <a:lnTo>
                    <a:pt x="207" y="754"/>
                  </a:lnTo>
                  <a:lnTo>
                    <a:pt x="210" y="758"/>
                  </a:lnTo>
                  <a:lnTo>
                    <a:pt x="211" y="758"/>
                  </a:lnTo>
                  <a:lnTo>
                    <a:pt x="215" y="758"/>
                  </a:lnTo>
                  <a:lnTo>
                    <a:pt x="216" y="759"/>
                  </a:lnTo>
                  <a:lnTo>
                    <a:pt x="222" y="762"/>
                  </a:lnTo>
                  <a:lnTo>
                    <a:pt x="223" y="762"/>
                  </a:lnTo>
                  <a:lnTo>
                    <a:pt x="223" y="762"/>
                  </a:lnTo>
                  <a:lnTo>
                    <a:pt x="227" y="761"/>
                  </a:lnTo>
                  <a:lnTo>
                    <a:pt x="228" y="760"/>
                  </a:lnTo>
                  <a:lnTo>
                    <a:pt x="229" y="760"/>
                  </a:lnTo>
                  <a:lnTo>
                    <a:pt x="229" y="761"/>
                  </a:lnTo>
                  <a:lnTo>
                    <a:pt x="231" y="762"/>
                  </a:lnTo>
                  <a:lnTo>
                    <a:pt x="231" y="762"/>
                  </a:lnTo>
                  <a:lnTo>
                    <a:pt x="231" y="765"/>
                  </a:lnTo>
                  <a:lnTo>
                    <a:pt x="230" y="765"/>
                  </a:lnTo>
                  <a:lnTo>
                    <a:pt x="228" y="766"/>
                  </a:lnTo>
                  <a:lnTo>
                    <a:pt x="211" y="766"/>
                  </a:lnTo>
                  <a:lnTo>
                    <a:pt x="209" y="765"/>
                  </a:lnTo>
                  <a:lnTo>
                    <a:pt x="206" y="764"/>
                  </a:lnTo>
                  <a:lnTo>
                    <a:pt x="204" y="761"/>
                  </a:lnTo>
                  <a:lnTo>
                    <a:pt x="206" y="759"/>
                  </a:lnTo>
                  <a:lnTo>
                    <a:pt x="206" y="758"/>
                  </a:lnTo>
                  <a:lnTo>
                    <a:pt x="204" y="757"/>
                  </a:lnTo>
                  <a:lnTo>
                    <a:pt x="203" y="757"/>
                  </a:lnTo>
                  <a:lnTo>
                    <a:pt x="202" y="755"/>
                  </a:lnTo>
                  <a:lnTo>
                    <a:pt x="202" y="755"/>
                  </a:lnTo>
                  <a:lnTo>
                    <a:pt x="202" y="754"/>
                  </a:lnTo>
                  <a:lnTo>
                    <a:pt x="203" y="754"/>
                  </a:lnTo>
                  <a:lnTo>
                    <a:pt x="204" y="754"/>
                  </a:lnTo>
                  <a:close/>
                  <a:moveTo>
                    <a:pt x="171" y="748"/>
                  </a:moveTo>
                  <a:lnTo>
                    <a:pt x="171" y="748"/>
                  </a:lnTo>
                  <a:lnTo>
                    <a:pt x="171" y="750"/>
                  </a:lnTo>
                  <a:lnTo>
                    <a:pt x="172" y="751"/>
                  </a:lnTo>
                  <a:lnTo>
                    <a:pt x="172" y="751"/>
                  </a:lnTo>
                  <a:lnTo>
                    <a:pt x="173" y="751"/>
                  </a:lnTo>
                  <a:lnTo>
                    <a:pt x="174" y="752"/>
                  </a:lnTo>
                  <a:lnTo>
                    <a:pt x="174" y="753"/>
                  </a:lnTo>
                  <a:lnTo>
                    <a:pt x="174" y="753"/>
                  </a:lnTo>
                  <a:lnTo>
                    <a:pt x="170" y="753"/>
                  </a:lnTo>
                  <a:lnTo>
                    <a:pt x="168" y="752"/>
                  </a:lnTo>
                  <a:lnTo>
                    <a:pt x="166" y="751"/>
                  </a:lnTo>
                  <a:lnTo>
                    <a:pt x="165" y="752"/>
                  </a:lnTo>
                  <a:lnTo>
                    <a:pt x="164" y="751"/>
                  </a:lnTo>
                  <a:lnTo>
                    <a:pt x="165" y="751"/>
                  </a:lnTo>
                  <a:lnTo>
                    <a:pt x="166" y="750"/>
                  </a:lnTo>
                  <a:lnTo>
                    <a:pt x="168" y="750"/>
                  </a:lnTo>
                  <a:lnTo>
                    <a:pt x="170" y="750"/>
                  </a:lnTo>
                  <a:lnTo>
                    <a:pt x="171" y="748"/>
                  </a:lnTo>
                  <a:close/>
                  <a:moveTo>
                    <a:pt x="44" y="393"/>
                  </a:moveTo>
                  <a:lnTo>
                    <a:pt x="44" y="393"/>
                  </a:lnTo>
                  <a:lnTo>
                    <a:pt x="44" y="393"/>
                  </a:lnTo>
                  <a:lnTo>
                    <a:pt x="44" y="393"/>
                  </a:lnTo>
                  <a:close/>
                  <a:moveTo>
                    <a:pt x="45" y="392"/>
                  </a:moveTo>
                  <a:lnTo>
                    <a:pt x="45" y="392"/>
                  </a:lnTo>
                  <a:lnTo>
                    <a:pt x="45" y="392"/>
                  </a:lnTo>
                  <a:lnTo>
                    <a:pt x="44" y="393"/>
                  </a:lnTo>
                  <a:lnTo>
                    <a:pt x="44" y="393"/>
                  </a:lnTo>
                  <a:lnTo>
                    <a:pt x="44" y="393"/>
                  </a:lnTo>
                  <a:lnTo>
                    <a:pt x="45" y="392"/>
                  </a:lnTo>
                  <a:close/>
                  <a:moveTo>
                    <a:pt x="91" y="389"/>
                  </a:moveTo>
                  <a:lnTo>
                    <a:pt x="92" y="390"/>
                  </a:lnTo>
                  <a:lnTo>
                    <a:pt x="92" y="392"/>
                  </a:lnTo>
                  <a:lnTo>
                    <a:pt x="92" y="392"/>
                  </a:lnTo>
                  <a:lnTo>
                    <a:pt x="92" y="392"/>
                  </a:lnTo>
                  <a:lnTo>
                    <a:pt x="92" y="392"/>
                  </a:lnTo>
                  <a:lnTo>
                    <a:pt x="91" y="390"/>
                  </a:lnTo>
                  <a:lnTo>
                    <a:pt x="91" y="390"/>
                  </a:lnTo>
                  <a:lnTo>
                    <a:pt x="91" y="389"/>
                  </a:lnTo>
                  <a:close/>
                  <a:moveTo>
                    <a:pt x="88" y="386"/>
                  </a:moveTo>
                  <a:lnTo>
                    <a:pt x="88" y="386"/>
                  </a:lnTo>
                  <a:lnTo>
                    <a:pt x="88" y="387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7" y="386"/>
                  </a:lnTo>
                  <a:lnTo>
                    <a:pt x="87" y="386"/>
                  </a:lnTo>
                  <a:lnTo>
                    <a:pt x="87" y="386"/>
                  </a:lnTo>
                  <a:lnTo>
                    <a:pt x="88" y="386"/>
                  </a:lnTo>
                  <a:close/>
                  <a:moveTo>
                    <a:pt x="43" y="0"/>
                  </a:moveTo>
                  <a:lnTo>
                    <a:pt x="44" y="1"/>
                  </a:lnTo>
                  <a:lnTo>
                    <a:pt x="45" y="1"/>
                  </a:lnTo>
                  <a:lnTo>
                    <a:pt x="63" y="4"/>
                  </a:lnTo>
                  <a:lnTo>
                    <a:pt x="80" y="8"/>
                  </a:lnTo>
                  <a:lnTo>
                    <a:pt x="98" y="13"/>
                  </a:lnTo>
                  <a:lnTo>
                    <a:pt x="115" y="16"/>
                  </a:lnTo>
                  <a:lnTo>
                    <a:pt x="132" y="20"/>
                  </a:lnTo>
                  <a:lnTo>
                    <a:pt x="150" y="23"/>
                  </a:lnTo>
                  <a:lnTo>
                    <a:pt x="167" y="27"/>
                  </a:lnTo>
                  <a:lnTo>
                    <a:pt x="185" y="30"/>
                  </a:lnTo>
                  <a:lnTo>
                    <a:pt x="202" y="33"/>
                  </a:lnTo>
                  <a:lnTo>
                    <a:pt x="220" y="37"/>
                  </a:lnTo>
                  <a:lnTo>
                    <a:pt x="237" y="40"/>
                  </a:lnTo>
                  <a:lnTo>
                    <a:pt x="254" y="44"/>
                  </a:lnTo>
                  <a:lnTo>
                    <a:pt x="272" y="47"/>
                  </a:lnTo>
                  <a:lnTo>
                    <a:pt x="289" y="51"/>
                  </a:lnTo>
                  <a:lnTo>
                    <a:pt x="307" y="54"/>
                  </a:lnTo>
                  <a:lnTo>
                    <a:pt x="324" y="58"/>
                  </a:lnTo>
                  <a:lnTo>
                    <a:pt x="322" y="73"/>
                  </a:lnTo>
                  <a:lnTo>
                    <a:pt x="318" y="89"/>
                  </a:lnTo>
                  <a:lnTo>
                    <a:pt x="316" y="106"/>
                  </a:lnTo>
                  <a:lnTo>
                    <a:pt x="313" y="121"/>
                  </a:lnTo>
                  <a:lnTo>
                    <a:pt x="310" y="137"/>
                  </a:lnTo>
                  <a:lnTo>
                    <a:pt x="307" y="153"/>
                  </a:lnTo>
                  <a:lnTo>
                    <a:pt x="304" y="169"/>
                  </a:lnTo>
                  <a:lnTo>
                    <a:pt x="301" y="185"/>
                  </a:lnTo>
                  <a:lnTo>
                    <a:pt x="299" y="201"/>
                  </a:lnTo>
                  <a:lnTo>
                    <a:pt x="295" y="217"/>
                  </a:lnTo>
                  <a:lnTo>
                    <a:pt x="293" y="233"/>
                  </a:lnTo>
                  <a:lnTo>
                    <a:pt x="289" y="250"/>
                  </a:lnTo>
                  <a:lnTo>
                    <a:pt x="287" y="265"/>
                  </a:lnTo>
                  <a:lnTo>
                    <a:pt x="283" y="281"/>
                  </a:lnTo>
                  <a:lnTo>
                    <a:pt x="281" y="297"/>
                  </a:lnTo>
                  <a:lnTo>
                    <a:pt x="278" y="314"/>
                  </a:lnTo>
                  <a:lnTo>
                    <a:pt x="277" y="318"/>
                  </a:lnTo>
                  <a:lnTo>
                    <a:pt x="277" y="319"/>
                  </a:lnTo>
                  <a:lnTo>
                    <a:pt x="290" y="337"/>
                  </a:lnTo>
                  <a:lnTo>
                    <a:pt x="304" y="354"/>
                  </a:lnTo>
                  <a:lnTo>
                    <a:pt x="318" y="372"/>
                  </a:lnTo>
                  <a:lnTo>
                    <a:pt x="332" y="388"/>
                  </a:lnTo>
                  <a:lnTo>
                    <a:pt x="346" y="405"/>
                  </a:lnTo>
                  <a:lnTo>
                    <a:pt x="360" y="423"/>
                  </a:lnTo>
                  <a:lnTo>
                    <a:pt x="374" y="440"/>
                  </a:lnTo>
                  <a:lnTo>
                    <a:pt x="388" y="458"/>
                  </a:lnTo>
                  <a:lnTo>
                    <a:pt x="399" y="472"/>
                  </a:lnTo>
                  <a:lnTo>
                    <a:pt x="410" y="486"/>
                  </a:lnTo>
                  <a:lnTo>
                    <a:pt x="421" y="500"/>
                  </a:lnTo>
                  <a:lnTo>
                    <a:pt x="432" y="515"/>
                  </a:lnTo>
                  <a:lnTo>
                    <a:pt x="444" y="529"/>
                  </a:lnTo>
                  <a:lnTo>
                    <a:pt x="454" y="543"/>
                  </a:lnTo>
                  <a:lnTo>
                    <a:pt x="466" y="557"/>
                  </a:lnTo>
                  <a:lnTo>
                    <a:pt x="478" y="572"/>
                  </a:lnTo>
                  <a:lnTo>
                    <a:pt x="487" y="585"/>
                  </a:lnTo>
                  <a:lnTo>
                    <a:pt x="497" y="597"/>
                  </a:lnTo>
                  <a:lnTo>
                    <a:pt x="507" y="610"/>
                  </a:lnTo>
                  <a:lnTo>
                    <a:pt x="517" y="623"/>
                  </a:lnTo>
                  <a:lnTo>
                    <a:pt x="526" y="636"/>
                  </a:lnTo>
                  <a:lnTo>
                    <a:pt x="537" y="648"/>
                  </a:lnTo>
                  <a:lnTo>
                    <a:pt x="547" y="661"/>
                  </a:lnTo>
                  <a:lnTo>
                    <a:pt x="557" y="674"/>
                  </a:lnTo>
                  <a:lnTo>
                    <a:pt x="568" y="689"/>
                  </a:lnTo>
                  <a:lnTo>
                    <a:pt x="581" y="704"/>
                  </a:lnTo>
                  <a:lnTo>
                    <a:pt x="593" y="718"/>
                  </a:lnTo>
                  <a:lnTo>
                    <a:pt x="604" y="733"/>
                  </a:lnTo>
                  <a:lnTo>
                    <a:pt x="604" y="733"/>
                  </a:lnTo>
                  <a:lnTo>
                    <a:pt x="604" y="744"/>
                  </a:lnTo>
                  <a:lnTo>
                    <a:pt x="604" y="745"/>
                  </a:lnTo>
                  <a:lnTo>
                    <a:pt x="605" y="746"/>
                  </a:lnTo>
                  <a:lnTo>
                    <a:pt x="606" y="746"/>
                  </a:lnTo>
                  <a:lnTo>
                    <a:pt x="606" y="748"/>
                  </a:lnTo>
                  <a:lnTo>
                    <a:pt x="608" y="750"/>
                  </a:lnTo>
                  <a:lnTo>
                    <a:pt x="608" y="751"/>
                  </a:lnTo>
                  <a:lnTo>
                    <a:pt x="608" y="753"/>
                  </a:lnTo>
                  <a:lnTo>
                    <a:pt x="608" y="755"/>
                  </a:lnTo>
                  <a:lnTo>
                    <a:pt x="609" y="757"/>
                  </a:lnTo>
                  <a:lnTo>
                    <a:pt x="611" y="757"/>
                  </a:lnTo>
                  <a:lnTo>
                    <a:pt x="615" y="767"/>
                  </a:lnTo>
                  <a:lnTo>
                    <a:pt x="615" y="767"/>
                  </a:lnTo>
                  <a:lnTo>
                    <a:pt x="615" y="768"/>
                  </a:lnTo>
                  <a:lnTo>
                    <a:pt x="615" y="768"/>
                  </a:lnTo>
                  <a:lnTo>
                    <a:pt x="615" y="771"/>
                  </a:lnTo>
                  <a:lnTo>
                    <a:pt x="615" y="772"/>
                  </a:lnTo>
                  <a:lnTo>
                    <a:pt x="616" y="773"/>
                  </a:lnTo>
                  <a:lnTo>
                    <a:pt x="617" y="774"/>
                  </a:lnTo>
                  <a:lnTo>
                    <a:pt x="617" y="775"/>
                  </a:lnTo>
                  <a:lnTo>
                    <a:pt x="617" y="776"/>
                  </a:lnTo>
                  <a:lnTo>
                    <a:pt x="617" y="776"/>
                  </a:lnTo>
                  <a:lnTo>
                    <a:pt x="618" y="777"/>
                  </a:lnTo>
                  <a:lnTo>
                    <a:pt x="617" y="779"/>
                  </a:lnTo>
                  <a:lnTo>
                    <a:pt x="617" y="780"/>
                  </a:lnTo>
                  <a:lnTo>
                    <a:pt x="617" y="780"/>
                  </a:lnTo>
                  <a:lnTo>
                    <a:pt x="617" y="781"/>
                  </a:lnTo>
                  <a:lnTo>
                    <a:pt x="617" y="782"/>
                  </a:lnTo>
                  <a:lnTo>
                    <a:pt x="617" y="783"/>
                  </a:lnTo>
                  <a:lnTo>
                    <a:pt x="617" y="783"/>
                  </a:lnTo>
                  <a:lnTo>
                    <a:pt x="618" y="783"/>
                  </a:lnTo>
                  <a:lnTo>
                    <a:pt x="619" y="783"/>
                  </a:lnTo>
                  <a:lnTo>
                    <a:pt x="619" y="783"/>
                  </a:lnTo>
                  <a:lnTo>
                    <a:pt x="619" y="784"/>
                  </a:lnTo>
                  <a:lnTo>
                    <a:pt x="619" y="784"/>
                  </a:lnTo>
                  <a:lnTo>
                    <a:pt x="620" y="784"/>
                  </a:lnTo>
                  <a:lnTo>
                    <a:pt x="620" y="786"/>
                  </a:lnTo>
                  <a:lnTo>
                    <a:pt x="622" y="787"/>
                  </a:lnTo>
                  <a:lnTo>
                    <a:pt x="623" y="787"/>
                  </a:lnTo>
                  <a:lnTo>
                    <a:pt x="623" y="788"/>
                  </a:lnTo>
                  <a:lnTo>
                    <a:pt x="629" y="794"/>
                  </a:lnTo>
                  <a:lnTo>
                    <a:pt x="630" y="795"/>
                  </a:lnTo>
                  <a:lnTo>
                    <a:pt x="631" y="795"/>
                  </a:lnTo>
                  <a:lnTo>
                    <a:pt x="631" y="796"/>
                  </a:lnTo>
                  <a:lnTo>
                    <a:pt x="633" y="798"/>
                  </a:lnTo>
                  <a:lnTo>
                    <a:pt x="633" y="800"/>
                  </a:lnTo>
                  <a:lnTo>
                    <a:pt x="633" y="801"/>
                  </a:lnTo>
                  <a:lnTo>
                    <a:pt x="633" y="802"/>
                  </a:lnTo>
                  <a:lnTo>
                    <a:pt x="630" y="804"/>
                  </a:lnTo>
                  <a:lnTo>
                    <a:pt x="627" y="805"/>
                  </a:lnTo>
                  <a:lnTo>
                    <a:pt x="625" y="809"/>
                  </a:lnTo>
                  <a:lnTo>
                    <a:pt x="623" y="809"/>
                  </a:lnTo>
                  <a:lnTo>
                    <a:pt x="615" y="814"/>
                  </a:lnTo>
                  <a:lnTo>
                    <a:pt x="612" y="814"/>
                  </a:lnTo>
                  <a:lnTo>
                    <a:pt x="611" y="815"/>
                  </a:lnTo>
                  <a:lnTo>
                    <a:pt x="610" y="817"/>
                  </a:lnTo>
                  <a:lnTo>
                    <a:pt x="609" y="820"/>
                  </a:lnTo>
                  <a:lnTo>
                    <a:pt x="608" y="822"/>
                  </a:lnTo>
                  <a:lnTo>
                    <a:pt x="606" y="823"/>
                  </a:lnTo>
                  <a:lnTo>
                    <a:pt x="605" y="824"/>
                  </a:lnTo>
                  <a:lnTo>
                    <a:pt x="602" y="825"/>
                  </a:lnTo>
                  <a:lnTo>
                    <a:pt x="601" y="826"/>
                  </a:lnTo>
                  <a:lnTo>
                    <a:pt x="599" y="829"/>
                  </a:lnTo>
                  <a:lnTo>
                    <a:pt x="599" y="830"/>
                  </a:lnTo>
                  <a:lnTo>
                    <a:pt x="601" y="831"/>
                  </a:lnTo>
                  <a:lnTo>
                    <a:pt x="602" y="833"/>
                  </a:lnTo>
                  <a:lnTo>
                    <a:pt x="602" y="833"/>
                  </a:lnTo>
                  <a:lnTo>
                    <a:pt x="601" y="834"/>
                  </a:lnTo>
                  <a:lnTo>
                    <a:pt x="599" y="836"/>
                  </a:lnTo>
                  <a:lnTo>
                    <a:pt x="599" y="837"/>
                  </a:lnTo>
                  <a:lnTo>
                    <a:pt x="598" y="839"/>
                  </a:lnTo>
                  <a:lnTo>
                    <a:pt x="598" y="841"/>
                  </a:lnTo>
                  <a:lnTo>
                    <a:pt x="599" y="843"/>
                  </a:lnTo>
                  <a:lnTo>
                    <a:pt x="599" y="843"/>
                  </a:lnTo>
                  <a:lnTo>
                    <a:pt x="599" y="844"/>
                  </a:lnTo>
                  <a:lnTo>
                    <a:pt x="599" y="845"/>
                  </a:lnTo>
                  <a:lnTo>
                    <a:pt x="599" y="845"/>
                  </a:lnTo>
                  <a:lnTo>
                    <a:pt x="598" y="846"/>
                  </a:lnTo>
                  <a:lnTo>
                    <a:pt x="599" y="846"/>
                  </a:lnTo>
                  <a:lnTo>
                    <a:pt x="599" y="848"/>
                  </a:lnTo>
                  <a:lnTo>
                    <a:pt x="598" y="850"/>
                  </a:lnTo>
                  <a:lnTo>
                    <a:pt x="598" y="851"/>
                  </a:lnTo>
                  <a:lnTo>
                    <a:pt x="597" y="852"/>
                  </a:lnTo>
                  <a:lnTo>
                    <a:pt x="596" y="854"/>
                  </a:lnTo>
                  <a:lnTo>
                    <a:pt x="596" y="855"/>
                  </a:lnTo>
                  <a:lnTo>
                    <a:pt x="596" y="857"/>
                  </a:lnTo>
                  <a:lnTo>
                    <a:pt x="596" y="857"/>
                  </a:lnTo>
                  <a:lnTo>
                    <a:pt x="595" y="858"/>
                  </a:lnTo>
                  <a:lnTo>
                    <a:pt x="595" y="859"/>
                  </a:lnTo>
                  <a:lnTo>
                    <a:pt x="595" y="861"/>
                  </a:lnTo>
                  <a:lnTo>
                    <a:pt x="595" y="862"/>
                  </a:lnTo>
                  <a:lnTo>
                    <a:pt x="594" y="862"/>
                  </a:lnTo>
                  <a:lnTo>
                    <a:pt x="593" y="864"/>
                  </a:lnTo>
                  <a:lnTo>
                    <a:pt x="591" y="865"/>
                  </a:lnTo>
                  <a:lnTo>
                    <a:pt x="590" y="866"/>
                  </a:lnTo>
                  <a:lnTo>
                    <a:pt x="589" y="868"/>
                  </a:lnTo>
                  <a:lnTo>
                    <a:pt x="586" y="873"/>
                  </a:lnTo>
                  <a:lnTo>
                    <a:pt x="584" y="874"/>
                  </a:lnTo>
                  <a:lnTo>
                    <a:pt x="582" y="874"/>
                  </a:lnTo>
                  <a:lnTo>
                    <a:pt x="579" y="874"/>
                  </a:lnTo>
                  <a:lnTo>
                    <a:pt x="579" y="874"/>
                  </a:lnTo>
                  <a:lnTo>
                    <a:pt x="579" y="875"/>
                  </a:lnTo>
                  <a:lnTo>
                    <a:pt x="579" y="876"/>
                  </a:lnTo>
                  <a:lnTo>
                    <a:pt x="580" y="877"/>
                  </a:lnTo>
                  <a:lnTo>
                    <a:pt x="580" y="877"/>
                  </a:lnTo>
                  <a:lnTo>
                    <a:pt x="580" y="879"/>
                  </a:lnTo>
                  <a:lnTo>
                    <a:pt x="579" y="880"/>
                  </a:lnTo>
                  <a:lnTo>
                    <a:pt x="577" y="882"/>
                  </a:lnTo>
                  <a:lnTo>
                    <a:pt x="577" y="883"/>
                  </a:lnTo>
                  <a:lnTo>
                    <a:pt x="580" y="887"/>
                  </a:lnTo>
                  <a:lnTo>
                    <a:pt x="580" y="888"/>
                  </a:lnTo>
                  <a:lnTo>
                    <a:pt x="580" y="893"/>
                  </a:lnTo>
                  <a:lnTo>
                    <a:pt x="579" y="896"/>
                  </a:lnTo>
                  <a:lnTo>
                    <a:pt x="577" y="900"/>
                  </a:lnTo>
                  <a:lnTo>
                    <a:pt x="576" y="903"/>
                  </a:lnTo>
                  <a:lnTo>
                    <a:pt x="579" y="907"/>
                  </a:lnTo>
                  <a:lnTo>
                    <a:pt x="581" y="908"/>
                  </a:lnTo>
                  <a:lnTo>
                    <a:pt x="588" y="909"/>
                  </a:lnTo>
                  <a:lnTo>
                    <a:pt x="590" y="911"/>
                  </a:lnTo>
                  <a:lnTo>
                    <a:pt x="591" y="915"/>
                  </a:lnTo>
                  <a:lnTo>
                    <a:pt x="593" y="916"/>
                  </a:lnTo>
                  <a:lnTo>
                    <a:pt x="591" y="917"/>
                  </a:lnTo>
                  <a:lnTo>
                    <a:pt x="591" y="917"/>
                  </a:lnTo>
                  <a:lnTo>
                    <a:pt x="591" y="918"/>
                  </a:lnTo>
                  <a:lnTo>
                    <a:pt x="591" y="924"/>
                  </a:lnTo>
                  <a:lnTo>
                    <a:pt x="591" y="926"/>
                  </a:lnTo>
                  <a:lnTo>
                    <a:pt x="590" y="927"/>
                  </a:lnTo>
                  <a:lnTo>
                    <a:pt x="588" y="929"/>
                  </a:lnTo>
                  <a:lnTo>
                    <a:pt x="587" y="930"/>
                  </a:lnTo>
                  <a:lnTo>
                    <a:pt x="586" y="931"/>
                  </a:lnTo>
                  <a:lnTo>
                    <a:pt x="586" y="933"/>
                  </a:lnTo>
                  <a:lnTo>
                    <a:pt x="586" y="934"/>
                  </a:lnTo>
                  <a:lnTo>
                    <a:pt x="584" y="936"/>
                  </a:lnTo>
                  <a:lnTo>
                    <a:pt x="581" y="936"/>
                  </a:lnTo>
                  <a:lnTo>
                    <a:pt x="574" y="933"/>
                  </a:lnTo>
                  <a:lnTo>
                    <a:pt x="570" y="936"/>
                  </a:lnTo>
                  <a:lnTo>
                    <a:pt x="570" y="937"/>
                  </a:lnTo>
                  <a:lnTo>
                    <a:pt x="570" y="936"/>
                  </a:lnTo>
                  <a:lnTo>
                    <a:pt x="567" y="936"/>
                  </a:lnTo>
                  <a:lnTo>
                    <a:pt x="561" y="936"/>
                  </a:lnTo>
                  <a:lnTo>
                    <a:pt x="555" y="936"/>
                  </a:lnTo>
                  <a:lnTo>
                    <a:pt x="550" y="936"/>
                  </a:lnTo>
                  <a:lnTo>
                    <a:pt x="545" y="934"/>
                  </a:lnTo>
                  <a:lnTo>
                    <a:pt x="539" y="934"/>
                  </a:lnTo>
                  <a:lnTo>
                    <a:pt x="533" y="934"/>
                  </a:lnTo>
                  <a:lnTo>
                    <a:pt x="527" y="934"/>
                  </a:lnTo>
                  <a:lnTo>
                    <a:pt x="522" y="934"/>
                  </a:lnTo>
                  <a:lnTo>
                    <a:pt x="517" y="933"/>
                  </a:lnTo>
                  <a:lnTo>
                    <a:pt x="511" y="933"/>
                  </a:lnTo>
                  <a:lnTo>
                    <a:pt x="505" y="933"/>
                  </a:lnTo>
                  <a:lnTo>
                    <a:pt x="500" y="933"/>
                  </a:lnTo>
                  <a:lnTo>
                    <a:pt x="494" y="932"/>
                  </a:lnTo>
                  <a:lnTo>
                    <a:pt x="489" y="932"/>
                  </a:lnTo>
                  <a:lnTo>
                    <a:pt x="483" y="932"/>
                  </a:lnTo>
                  <a:lnTo>
                    <a:pt x="472" y="931"/>
                  </a:lnTo>
                  <a:lnTo>
                    <a:pt x="466" y="931"/>
                  </a:lnTo>
                  <a:lnTo>
                    <a:pt x="461" y="931"/>
                  </a:lnTo>
                  <a:lnTo>
                    <a:pt x="455" y="930"/>
                  </a:lnTo>
                  <a:lnTo>
                    <a:pt x="450" y="930"/>
                  </a:lnTo>
                  <a:lnTo>
                    <a:pt x="444" y="930"/>
                  </a:lnTo>
                  <a:lnTo>
                    <a:pt x="438" y="930"/>
                  </a:lnTo>
                  <a:lnTo>
                    <a:pt x="433" y="929"/>
                  </a:lnTo>
                  <a:lnTo>
                    <a:pt x="428" y="929"/>
                  </a:lnTo>
                  <a:lnTo>
                    <a:pt x="422" y="929"/>
                  </a:lnTo>
                  <a:lnTo>
                    <a:pt x="416" y="927"/>
                  </a:lnTo>
                  <a:lnTo>
                    <a:pt x="410" y="927"/>
                  </a:lnTo>
                  <a:lnTo>
                    <a:pt x="404" y="927"/>
                  </a:lnTo>
                  <a:lnTo>
                    <a:pt x="400" y="927"/>
                  </a:lnTo>
                  <a:lnTo>
                    <a:pt x="394" y="926"/>
                  </a:lnTo>
                  <a:lnTo>
                    <a:pt x="388" y="926"/>
                  </a:lnTo>
                  <a:lnTo>
                    <a:pt x="388" y="925"/>
                  </a:lnTo>
                  <a:lnTo>
                    <a:pt x="388" y="923"/>
                  </a:lnTo>
                  <a:lnTo>
                    <a:pt x="388" y="920"/>
                  </a:lnTo>
                  <a:lnTo>
                    <a:pt x="388" y="918"/>
                  </a:lnTo>
                  <a:lnTo>
                    <a:pt x="387" y="916"/>
                  </a:lnTo>
                  <a:lnTo>
                    <a:pt x="387" y="913"/>
                  </a:lnTo>
                  <a:lnTo>
                    <a:pt x="385" y="912"/>
                  </a:lnTo>
                  <a:lnTo>
                    <a:pt x="383" y="911"/>
                  </a:lnTo>
                  <a:lnTo>
                    <a:pt x="383" y="911"/>
                  </a:lnTo>
                  <a:lnTo>
                    <a:pt x="385" y="910"/>
                  </a:lnTo>
                  <a:lnTo>
                    <a:pt x="386" y="910"/>
                  </a:lnTo>
                  <a:lnTo>
                    <a:pt x="387" y="911"/>
                  </a:lnTo>
                  <a:lnTo>
                    <a:pt x="387" y="912"/>
                  </a:lnTo>
                  <a:lnTo>
                    <a:pt x="388" y="913"/>
                  </a:lnTo>
                  <a:lnTo>
                    <a:pt x="388" y="915"/>
                  </a:lnTo>
                  <a:lnTo>
                    <a:pt x="389" y="917"/>
                  </a:lnTo>
                  <a:lnTo>
                    <a:pt x="389" y="918"/>
                  </a:lnTo>
                  <a:lnTo>
                    <a:pt x="390" y="918"/>
                  </a:lnTo>
                  <a:lnTo>
                    <a:pt x="390" y="918"/>
                  </a:lnTo>
                  <a:lnTo>
                    <a:pt x="390" y="916"/>
                  </a:lnTo>
                  <a:lnTo>
                    <a:pt x="390" y="913"/>
                  </a:lnTo>
                  <a:lnTo>
                    <a:pt x="389" y="912"/>
                  </a:lnTo>
                  <a:lnTo>
                    <a:pt x="388" y="911"/>
                  </a:lnTo>
                  <a:lnTo>
                    <a:pt x="387" y="910"/>
                  </a:lnTo>
                  <a:lnTo>
                    <a:pt x="386" y="909"/>
                  </a:lnTo>
                  <a:lnTo>
                    <a:pt x="385" y="909"/>
                  </a:lnTo>
                  <a:lnTo>
                    <a:pt x="383" y="909"/>
                  </a:lnTo>
                  <a:lnTo>
                    <a:pt x="383" y="909"/>
                  </a:lnTo>
                  <a:lnTo>
                    <a:pt x="382" y="910"/>
                  </a:lnTo>
                  <a:lnTo>
                    <a:pt x="381" y="912"/>
                  </a:lnTo>
                  <a:lnTo>
                    <a:pt x="381" y="913"/>
                  </a:lnTo>
                  <a:lnTo>
                    <a:pt x="381" y="912"/>
                  </a:lnTo>
                  <a:lnTo>
                    <a:pt x="380" y="910"/>
                  </a:lnTo>
                  <a:lnTo>
                    <a:pt x="380" y="910"/>
                  </a:lnTo>
                  <a:lnTo>
                    <a:pt x="381" y="905"/>
                  </a:lnTo>
                  <a:lnTo>
                    <a:pt x="381" y="904"/>
                  </a:lnTo>
                  <a:lnTo>
                    <a:pt x="381" y="903"/>
                  </a:lnTo>
                  <a:lnTo>
                    <a:pt x="380" y="900"/>
                  </a:lnTo>
                  <a:lnTo>
                    <a:pt x="380" y="897"/>
                  </a:lnTo>
                  <a:lnTo>
                    <a:pt x="381" y="896"/>
                  </a:lnTo>
                  <a:lnTo>
                    <a:pt x="382" y="896"/>
                  </a:lnTo>
                  <a:lnTo>
                    <a:pt x="383" y="894"/>
                  </a:lnTo>
                  <a:lnTo>
                    <a:pt x="383" y="893"/>
                  </a:lnTo>
                  <a:lnTo>
                    <a:pt x="383" y="883"/>
                  </a:lnTo>
                  <a:lnTo>
                    <a:pt x="382" y="882"/>
                  </a:lnTo>
                  <a:lnTo>
                    <a:pt x="382" y="881"/>
                  </a:lnTo>
                  <a:lnTo>
                    <a:pt x="382" y="876"/>
                  </a:lnTo>
                  <a:lnTo>
                    <a:pt x="379" y="867"/>
                  </a:lnTo>
                  <a:lnTo>
                    <a:pt x="371" y="851"/>
                  </a:lnTo>
                  <a:lnTo>
                    <a:pt x="365" y="845"/>
                  </a:lnTo>
                  <a:lnTo>
                    <a:pt x="361" y="839"/>
                  </a:lnTo>
                  <a:lnTo>
                    <a:pt x="360" y="838"/>
                  </a:lnTo>
                  <a:lnTo>
                    <a:pt x="357" y="836"/>
                  </a:lnTo>
                  <a:lnTo>
                    <a:pt x="356" y="834"/>
                  </a:lnTo>
                  <a:lnTo>
                    <a:pt x="353" y="830"/>
                  </a:lnTo>
                  <a:lnTo>
                    <a:pt x="350" y="826"/>
                  </a:lnTo>
                  <a:lnTo>
                    <a:pt x="342" y="820"/>
                  </a:lnTo>
                  <a:lnTo>
                    <a:pt x="339" y="818"/>
                  </a:lnTo>
                  <a:lnTo>
                    <a:pt x="331" y="807"/>
                  </a:lnTo>
                  <a:lnTo>
                    <a:pt x="330" y="805"/>
                  </a:lnTo>
                  <a:lnTo>
                    <a:pt x="328" y="805"/>
                  </a:lnTo>
                  <a:lnTo>
                    <a:pt x="326" y="805"/>
                  </a:lnTo>
                  <a:lnTo>
                    <a:pt x="325" y="804"/>
                  </a:lnTo>
                  <a:lnTo>
                    <a:pt x="324" y="803"/>
                  </a:lnTo>
                  <a:lnTo>
                    <a:pt x="323" y="803"/>
                  </a:lnTo>
                  <a:lnTo>
                    <a:pt x="322" y="803"/>
                  </a:lnTo>
                  <a:lnTo>
                    <a:pt x="322" y="803"/>
                  </a:lnTo>
                  <a:lnTo>
                    <a:pt x="321" y="803"/>
                  </a:lnTo>
                  <a:lnTo>
                    <a:pt x="321" y="804"/>
                  </a:lnTo>
                  <a:lnTo>
                    <a:pt x="320" y="807"/>
                  </a:lnTo>
                  <a:lnTo>
                    <a:pt x="320" y="808"/>
                  </a:lnTo>
                  <a:lnTo>
                    <a:pt x="320" y="808"/>
                  </a:lnTo>
                  <a:lnTo>
                    <a:pt x="318" y="809"/>
                  </a:lnTo>
                  <a:lnTo>
                    <a:pt x="317" y="809"/>
                  </a:lnTo>
                  <a:lnTo>
                    <a:pt x="317" y="808"/>
                  </a:lnTo>
                  <a:lnTo>
                    <a:pt x="316" y="808"/>
                  </a:lnTo>
                  <a:lnTo>
                    <a:pt x="315" y="808"/>
                  </a:lnTo>
                  <a:lnTo>
                    <a:pt x="315" y="807"/>
                  </a:lnTo>
                  <a:lnTo>
                    <a:pt x="314" y="805"/>
                  </a:lnTo>
                  <a:lnTo>
                    <a:pt x="314" y="804"/>
                  </a:lnTo>
                  <a:lnTo>
                    <a:pt x="313" y="804"/>
                  </a:lnTo>
                  <a:lnTo>
                    <a:pt x="313" y="805"/>
                  </a:lnTo>
                  <a:lnTo>
                    <a:pt x="311" y="805"/>
                  </a:lnTo>
                  <a:lnTo>
                    <a:pt x="310" y="804"/>
                  </a:lnTo>
                  <a:lnTo>
                    <a:pt x="310" y="804"/>
                  </a:lnTo>
                  <a:lnTo>
                    <a:pt x="309" y="802"/>
                  </a:lnTo>
                  <a:lnTo>
                    <a:pt x="309" y="801"/>
                  </a:lnTo>
                  <a:lnTo>
                    <a:pt x="310" y="800"/>
                  </a:lnTo>
                  <a:lnTo>
                    <a:pt x="311" y="798"/>
                  </a:lnTo>
                  <a:lnTo>
                    <a:pt x="313" y="795"/>
                  </a:lnTo>
                  <a:lnTo>
                    <a:pt x="313" y="794"/>
                  </a:lnTo>
                  <a:lnTo>
                    <a:pt x="313" y="793"/>
                  </a:lnTo>
                  <a:lnTo>
                    <a:pt x="311" y="789"/>
                  </a:lnTo>
                  <a:lnTo>
                    <a:pt x="310" y="784"/>
                  </a:lnTo>
                  <a:lnTo>
                    <a:pt x="308" y="780"/>
                  </a:lnTo>
                  <a:lnTo>
                    <a:pt x="306" y="777"/>
                  </a:lnTo>
                  <a:lnTo>
                    <a:pt x="304" y="775"/>
                  </a:lnTo>
                  <a:lnTo>
                    <a:pt x="302" y="774"/>
                  </a:lnTo>
                  <a:lnTo>
                    <a:pt x="301" y="775"/>
                  </a:lnTo>
                  <a:lnTo>
                    <a:pt x="300" y="775"/>
                  </a:lnTo>
                  <a:lnTo>
                    <a:pt x="300" y="775"/>
                  </a:lnTo>
                  <a:lnTo>
                    <a:pt x="299" y="775"/>
                  </a:lnTo>
                  <a:lnTo>
                    <a:pt x="297" y="774"/>
                  </a:lnTo>
                  <a:lnTo>
                    <a:pt x="287" y="774"/>
                  </a:lnTo>
                  <a:lnTo>
                    <a:pt x="286" y="774"/>
                  </a:lnTo>
                  <a:lnTo>
                    <a:pt x="283" y="775"/>
                  </a:lnTo>
                  <a:lnTo>
                    <a:pt x="282" y="773"/>
                  </a:lnTo>
                  <a:lnTo>
                    <a:pt x="280" y="772"/>
                  </a:lnTo>
                  <a:lnTo>
                    <a:pt x="277" y="771"/>
                  </a:lnTo>
                  <a:lnTo>
                    <a:pt x="270" y="767"/>
                  </a:lnTo>
                  <a:lnTo>
                    <a:pt x="264" y="762"/>
                  </a:lnTo>
                  <a:lnTo>
                    <a:pt x="261" y="761"/>
                  </a:lnTo>
                  <a:lnTo>
                    <a:pt x="261" y="762"/>
                  </a:lnTo>
                  <a:lnTo>
                    <a:pt x="263" y="762"/>
                  </a:lnTo>
                  <a:lnTo>
                    <a:pt x="263" y="762"/>
                  </a:lnTo>
                  <a:lnTo>
                    <a:pt x="264" y="764"/>
                  </a:lnTo>
                  <a:lnTo>
                    <a:pt x="261" y="762"/>
                  </a:lnTo>
                  <a:lnTo>
                    <a:pt x="260" y="761"/>
                  </a:lnTo>
                  <a:lnTo>
                    <a:pt x="257" y="758"/>
                  </a:lnTo>
                  <a:lnTo>
                    <a:pt x="257" y="757"/>
                  </a:lnTo>
                  <a:lnTo>
                    <a:pt x="256" y="757"/>
                  </a:lnTo>
                  <a:lnTo>
                    <a:pt x="256" y="757"/>
                  </a:lnTo>
                  <a:lnTo>
                    <a:pt x="256" y="757"/>
                  </a:lnTo>
                  <a:lnTo>
                    <a:pt x="256" y="755"/>
                  </a:lnTo>
                  <a:lnTo>
                    <a:pt x="256" y="754"/>
                  </a:lnTo>
                  <a:lnTo>
                    <a:pt x="254" y="753"/>
                  </a:lnTo>
                  <a:lnTo>
                    <a:pt x="254" y="752"/>
                  </a:lnTo>
                  <a:lnTo>
                    <a:pt x="254" y="751"/>
                  </a:lnTo>
                  <a:lnTo>
                    <a:pt x="254" y="750"/>
                  </a:lnTo>
                  <a:lnTo>
                    <a:pt x="254" y="748"/>
                  </a:lnTo>
                  <a:lnTo>
                    <a:pt x="254" y="748"/>
                  </a:lnTo>
                  <a:lnTo>
                    <a:pt x="254" y="747"/>
                  </a:lnTo>
                  <a:lnTo>
                    <a:pt x="254" y="746"/>
                  </a:lnTo>
                  <a:lnTo>
                    <a:pt x="253" y="746"/>
                  </a:lnTo>
                  <a:lnTo>
                    <a:pt x="252" y="745"/>
                  </a:lnTo>
                  <a:lnTo>
                    <a:pt x="251" y="745"/>
                  </a:lnTo>
                  <a:lnTo>
                    <a:pt x="250" y="745"/>
                  </a:lnTo>
                  <a:lnTo>
                    <a:pt x="243" y="734"/>
                  </a:lnTo>
                  <a:lnTo>
                    <a:pt x="240" y="733"/>
                  </a:lnTo>
                  <a:lnTo>
                    <a:pt x="236" y="731"/>
                  </a:lnTo>
                  <a:lnTo>
                    <a:pt x="235" y="729"/>
                  </a:lnTo>
                  <a:lnTo>
                    <a:pt x="234" y="729"/>
                  </a:lnTo>
                  <a:lnTo>
                    <a:pt x="232" y="729"/>
                  </a:lnTo>
                  <a:lnTo>
                    <a:pt x="231" y="727"/>
                  </a:lnTo>
                  <a:lnTo>
                    <a:pt x="229" y="727"/>
                  </a:lnTo>
                  <a:lnTo>
                    <a:pt x="225" y="727"/>
                  </a:lnTo>
                  <a:lnTo>
                    <a:pt x="224" y="727"/>
                  </a:lnTo>
                  <a:lnTo>
                    <a:pt x="224" y="729"/>
                  </a:lnTo>
                  <a:lnTo>
                    <a:pt x="223" y="729"/>
                  </a:lnTo>
                  <a:lnTo>
                    <a:pt x="222" y="729"/>
                  </a:lnTo>
                  <a:lnTo>
                    <a:pt x="220" y="727"/>
                  </a:lnTo>
                  <a:lnTo>
                    <a:pt x="218" y="726"/>
                  </a:lnTo>
                  <a:lnTo>
                    <a:pt x="217" y="725"/>
                  </a:lnTo>
                  <a:lnTo>
                    <a:pt x="216" y="725"/>
                  </a:lnTo>
                  <a:lnTo>
                    <a:pt x="215" y="725"/>
                  </a:lnTo>
                  <a:lnTo>
                    <a:pt x="214" y="725"/>
                  </a:lnTo>
                  <a:lnTo>
                    <a:pt x="211" y="725"/>
                  </a:lnTo>
                  <a:lnTo>
                    <a:pt x="204" y="721"/>
                  </a:lnTo>
                  <a:lnTo>
                    <a:pt x="201" y="718"/>
                  </a:lnTo>
                  <a:lnTo>
                    <a:pt x="198" y="718"/>
                  </a:lnTo>
                  <a:lnTo>
                    <a:pt x="194" y="716"/>
                  </a:lnTo>
                  <a:lnTo>
                    <a:pt x="191" y="716"/>
                  </a:lnTo>
                  <a:lnTo>
                    <a:pt x="180" y="714"/>
                  </a:lnTo>
                  <a:lnTo>
                    <a:pt x="173" y="715"/>
                  </a:lnTo>
                  <a:lnTo>
                    <a:pt x="170" y="714"/>
                  </a:lnTo>
                  <a:lnTo>
                    <a:pt x="168" y="710"/>
                  </a:lnTo>
                  <a:lnTo>
                    <a:pt x="167" y="707"/>
                  </a:lnTo>
                  <a:lnTo>
                    <a:pt x="165" y="704"/>
                  </a:lnTo>
                  <a:lnTo>
                    <a:pt x="163" y="703"/>
                  </a:lnTo>
                  <a:lnTo>
                    <a:pt x="160" y="702"/>
                  </a:lnTo>
                  <a:lnTo>
                    <a:pt x="159" y="702"/>
                  </a:lnTo>
                  <a:lnTo>
                    <a:pt x="158" y="701"/>
                  </a:lnTo>
                  <a:lnTo>
                    <a:pt x="158" y="700"/>
                  </a:lnTo>
                  <a:lnTo>
                    <a:pt x="159" y="698"/>
                  </a:lnTo>
                  <a:lnTo>
                    <a:pt x="160" y="695"/>
                  </a:lnTo>
                  <a:lnTo>
                    <a:pt x="161" y="694"/>
                  </a:lnTo>
                  <a:lnTo>
                    <a:pt x="161" y="693"/>
                  </a:lnTo>
                  <a:lnTo>
                    <a:pt x="163" y="691"/>
                  </a:lnTo>
                  <a:lnTo>
                    <a:pt x="164" y="689"/>
                  </a:lnTo>
                  <a:lnTo>
                    <a:pt x="163" y="688"/>
                  </a:lnTo>
                  <a:lnTo>
                    <a:pt x="163" y="686"/>
                  </a:lnTo>
                  <a:lnTo>
                    <a:pt x="161" y="684"/>
                  </a:lnTo>
                  <a:lnTo>
                    <a:pt x="163" y="682"/>
                  </a:lnTo>
                  <a:lnTo>
                    <a:pt x="164" y="679"/>
                  </a:lnTo>
                  <a:lnTo>
                    <a:pt x="165" y="678"/>
                  </a:lnTo>
                  <a:lnTo>
                    <a:pt x="165" y="676"/>
                  </a:lnTo>
                  <a:lnTo>
                    <a:pt x="165" y="675"/>
                  </a:lnTo>
                  <a:lnTo>
                    <a:pt x="165" y="674"/>
                  </a:lnTo>
                  <a:lnTo>
                    <a:pt x="164" y="674"/>
                  </a:lnTo>
                  <a:lnTo>
                    <a:pt x="163" y="672"/>
                  </a:lnTo>
                  <a:lnTo>
                    <a:pt x="161" y="671"/>
                  </a:lnTo>
                  <a:lnTo>
                    <a:pt x="163" y="668"/>
                  </a:lnTo>
                  <a:lnTo>
                    <a:pt x="166" y="664"/>
                  </a:lnTo>
                  <a:lnTo>
                    <a:pt x="167" y="660"/>
                  </a:lnTo>
                  <a:lnTo>
                    <a:pt x="168" y="657"/>
                  </a:lnTo>
                  <a:lnTo>
                    <a:pt x="168" y="653"/>
                  </a:lnTo>
                  <a:lnTo>
                    <a:pt x="168" y="651"/>
                  </a:lnTo>
                  <a:lnTo>
                    <a:pt x="167" y="650"/>
                  </a:lnTo>
                  <a:lnTo>
                    <a:pt x="166" y="650"/>
                  </a:lnTo>
                  <a:lnTo>
                    <a:pt x="166" y="648"/>
                  </a:lnTo>
                  <a:lnTo>
                    <a:pt x="165" y="647"/>
                  </a:lnTo>
                  <a:lnTo>
                    <a:pt x="164" y="646"/>
                  </a:lnTo>
                  <a:lnTo>
                    <a:pt x="163" y="646"/>
                  </a:lnTo>
                  <a:lnTo>
                    <a:pt x="161" y="646"/>
                  </a:lnTo>
                  <a:lnTo>
                    <a:pt x="160" y="646"/>
                  </a:lnTo>
                  <a:lnTo>
                    <a:pt x="159" y="647"/>
                  </a:lnTo>
                  <a:lnTo>
                    <a:pt x="158" y="645"/>
                  </a:lnTo>
                  <a:lnTo>
                    <a:pt x="155" y="643"/>
                  </a:lnTo>
                  <a:lnTo>
                    <a:pt x="152" y="640"/>
                  </a:lnTo>
                  <a:lnTo>
                    <a:pt x="152" y="639"/>
                  </a:lnTo>
                  <a:lnTo>
                    <a:pt x="152" y="638"/>
                  </a:lnTo>
                  <a:lnTo>
                    <a:pt x="153" y="634"/>
                  </a:lnTo>
                  <a:lnTo>
                    <a:pt x="156" y="629"/>
                  </a:lnTo>
                  <a:lnTo>
                    <a:pt x="157" y="630"/>
                  </a:lnTo>
                  <a:lnTo>
                    <a:pt x="156" y="631"/>
                  </a:lnTo>
                  <a:lnTo>
                    <a:pt x="156" y="631"/>
                  </a:lnTo>
                  <a:lnTo>
                    <a:pt x="157" y="632"/>
                  </a:lnTo>
                  <a:lnTo>
                    <a:pt x="158" y="631"/>
                  </a:lnTo>
                  <a:lnTo>
                    <a:pt x="158" y="630"/>
                  </a:lnTo>
                  <a:lnTo>
                    <a:pt x="157" y="628"/>
                  </a:lnTo>
                  <a:lnTo>
                    <a:pt x="157" y="626"/>
                  </a:lnTo>
                  <a:lnTo>
                    <a:pt x="156" y="624"/>
                  </a:lnTo>
                  <a:lnTo>
                    <a:pt x="156" y="623"/>
                  </a:lnTo>
                  <a:lnTo>
                    <a:pt x="156" y="622"/>
                  </a:lnTo>
                  <a:lnTo>
                    <a:pt x="153" y="621"/>
                  </a:lnTo>
                  <a:lnTo>
                    <a:pt x="149" y="618"/>
                  </a:lnTo>
                  <a:lnTo>
                    <a:pt x="148" y="617"/>
                  </a:lnTo>
                  <a:lnTo>
                    <a:pt x="145" y="615"/>
                  </a:lnTo>
                  <a:lnTo>
                    <a:pt x="144" y="611"/>
                  </a:lnTo>
                  <a:lnTo>
                    <a:pt x="142" y="608"/>
                  </a:lnTo>
                  <a:lnTo>
                    <a:pt x="141" y="603"/>
                  </a:lnTo>
                  <a:lnTo>
                    <a:pt x="139" y="601"/>
                  </a:lnTo>
                  <a:lnTo>
                    <a:pt x="137" y="600"/>
                  </a:lnTo>
                  <a:lnTo>
                    <a:pt x="132" y="596"/>
                  </a:lnTo>
                  <a:lnTo>
                    <a:pt x="131" y="596"/>
                  </a:lnTo>
                  <a:lnTo>
                    <a:pt x="130" y="590"/>
                  </a:lnTo>
                  <a:lnTo>
                    <a:pt x="130" y="586"/>
                  </a:lnTo>
                  <a:lnTo>
                    <a:pt x="129" y="583"/>
                  </a:lnTo>
                  <a:lnTo>
                    <a:pt x="127" y="582"/>
                  </a:lnTo>
                  <a:lnTo>
                    <a:pt x="127" y="581"/>
                  </a:lnTo>
                  <a:lnTo>
                    <a:pt x="124" y="578"/>
                  </a:lnTo>
                  <a:lnTo>
                    <a:pt x="123" y="575"/>
                  </a:lnTo>
                  <a:lnTo>
                    <a:pt x="122" y="574"/>
                  </a:lnTo>
                  <a:lnTo>
                    <a:pt x="122" y="572"/>
                  </a:lnTo>
                  <a:lnTo>
                    <a:pt x="122" y="569"/>
                  </a:lnTo>
                  <a:lnTo>
                    <a:pt x="122" y="568"/>
                  </a:lnTo>
                  <a:lnTo>
                    <a:pt x="122" y="566"/>
                  </a:lnTo>
                  <a:lnTo>
                    <a:pt x="121" y="565"/>
                  </a:lnTo>
                  <a:lnTo>
                    <a:pt x="121" y="564"/>
                  </a:lnTo>
                  <a:lnTo>
                    <a:pt x="120" y="562"/>
                  </a:lnTo>
                  <a:lnTo>
                    <a:pt x="119" y="561"/>
                  </a:lnTo>
                  <a:lnTo>
                    <a:pt x="117" y="560"/>
                  </a:lnTo>
                  <a:lnTo>
                    <a:pt x="116" y="560"/>
                  </a:lnTo>
                  <a:lnTo>
                    <a:pt x="115" y="558"/>
                  </a:lnTo>
                  <a:lnTo>
                    <a:pt x="115" y="554"/>
                  </a:lnTo>
                  <a:lnTo>
                    <a:pt x="113" y="547"/>
                  </a:lnTo>
                  <a:lnTo>
                    <a:pt x="110" y="545"/>
                  </a:lnTo>
                  <a:lnTo>
                    <a:pt x="105" y="539"/>
                  </a:lnTo>
                  <a:lnTo>
                    <a:pt x="102" y="538"/>
                  </a:lnTo>
                  <a:lnTo>
                    <a:pt x="102" y="537"/>
                  </a:lnTo>
                  <a:lnTo>
                    <a:pt x="101" y="536"/>
                  </a:lnTo>
                  <a:lnTo>
                    <a:pt x="101" y="536"/>
                  </a:lnTo>
                  <a:lnTo>
                    <a:pt x="101" y="535"/>
                  </a:lnTo>
                  <a:lnTo>
                    <a:pt x="101" y="533"/>
                  </a:lnTo>
                  <a:lnTo>
                    <a:pt x="100" y="532"/>
                  </a:lnTo>
                  <a:lnTo>
                    <a:pt x="99" y="532"/>
                  </a:lnTo>
                  <a:lnTo>
                    <a:pt x="99" y="531"/>
                  </a:lnTo>
                  <a:lnTo>
                    <a:pt x="99" y="531"/>
                  </a:lnTo>
                  <a:lnTo>
                    <a:pt x="99" y="530"/>
                  </a:lnTo>
                  <a:lnTo>
                    <a:pt x="99" y="529"/>
                  </a:lnTo>
                  <a:lnTo>
                    <a:pt x="99" y="526"/>
                  </a:lnTo>
                  <a:lnTo>
                    <a:pt x="99" y="525"/>
                  </a:lnTo>
                  <a:lnTo>
                    <a:pt x="99" y="522"/>
                  </a:lnTo>
                  <a:lnTo>
                    <a:pt x="99" y="517"/>
                  </a:lnTo>
                  <a:lnTo>
                    <a:pt x="99" y="514"/>
                  </a:lnTo>
                  <a:lnTo>
                    <a:pt x="99" y="511"/>
                  </a:lnTo>
                  <a:lnTo>
                    <a:pt x="99" y="511"/>
                  </a:lnTo>
                  <a:lnTo>
                    <a:pt x="100" y="511"/>
                  </a:lnTo>
                  <a:lnTo>
                    <a:pt x="101" y="510"/>
                  </a:lnTo>
                  <a:lnTo>
                    <a:pt x="101" y="509"/>
                  </a:lnTo>
                  <a:lnTo>
                    <a:pt x="100" y="508"/>
                  </a:lnTo>
                  <a:lnTo>
                    <a:pt x="99" y="508"/>
                  </a:lnTo>
                  <a:lnTo>
                    <a:pt x="99" y="507"/>
                  </a:lnTo>
                  <a:lnTo>
                    <a:pt x="98" y="505"/>
                  </a:lnTo>
                  <a:lnTo>
                    <a:pt x="100" y="503"/>
                  </a:lnTo>
                  <a:lnTo>
                    <a:pt x="101" y="502"/>
                  </a:lnTo>
                  <a:lnTo>
                    <a:pt x="102" y="501"/>
                  </a:lnTo>
                  <a:lnTo>
                    <a:pt x="103" y="502"/>
                  </a:lnTo>
                  <a:lnTo>
                    <a:pt x="105" y="503"/>
                  </a:lnTo>
                  <a:lnTo>
                    <a:pt x="106" y="504"/>
                  </a:lnTo>
                  <a:lnTo>
                    <a:pt x="107" y="504"/>
                  </a:lnTo>
                  <a:lnTo>
                    <a:pt x="108" y="503"/>
                  </a:lnTo>
                  <a:lnTo>
                    <a:pt x="109" y="501"/>
                  </a:lnTo>
                  <a:lnTo>
                    <a:pt x="110" y="500"/>
                  </a:lnTo>
                  <a:lnTo>
                    <a:pt x="112" y="495"/>
                  </a:lnTo>
                  <a:lnTo>
                    <a:pt x="113" y="495"/>
                  </a:lnTo>
                  <a:lnTo>
                    <a:pt x="113" y="495"/>
                  </a:lnTo>
                  <a:lnTo>
                    <a:pt x="115" y="496"/>
                  </a:lnTo>
                  <a:lnTo>
                    <a:pt x="115" y="495"/>
                  </a:lnTo>
                  <a:lnTo>
                    <a:pt x="115" y="495"/>
                  </a:lnTo>
                  <a:lnTo>
                    <a:pt x="115" y="494"/>
                  </a:lnTo>
                  <a:lnTo>
                    <a:pt x="115" y="493"/>
                  </a:lnTo>
                  <a:lnTo>
                    <a:pt x="115" y="494"/>
                  </a:lnTo>
                  <a:lnTo>
                    <a:pt x="114" y="494"/>
                  </a:lnTo>
                  <a:lnTo>
                    <a:pt x="113" y="493"/>
                  </a:lnTo>
                  <a:lnTo>
                    <a:pt x="113" y="493"/>
                  </a:lnTo>
                  <a:lnTo>
                    <a:pt x="115" y="488"/>
                  </a:lnTo>
                  <a:lnTo>
                    <a:pt x="114" y="485"/>
                  </a:lnTo>
                  <a:lnTo>
                    <a:pt x="112" y="476"/>
                  </a:lnTo>
                  <a:lnTo>
                    <a:pt x="110" y="473"/>
                  </a:lnTo>
                  <a:lnTo>
                    <a:pt x="108" y="472"/>
                  </a:lnTo>
                  <a:lnTo>
                    <a:pt x="106" y="472"/>
                  </a:lnTo>
                  <a:lnTo>
                    <a:pt x="103" y="473"/>
                  </a:lnTo>
                  <a:lnTo>
                    <a:pt x="102" y="472"/>
                  </a:lnTo>
                  <a:lnTo>
                    <a:pt x="101" y="472"/>
                  </a:lnTo>
                  <a:lnTo>
                    <a:pt x="100" y="472"/>
                  </a:lnTo>
                  <a:lnTo>
                    <a:pt x="98" y="472"/>
                  </a:lnTo>
                  <a:lnTo>
                    <a:pt x="96" y="471"/>
                  </a:lnTo>
                  <a:lnTo>
                    <a:pt x="95" y="471"/>
                  </a:lnTo>
                  <a:lnTo>
                    <a:pt x="91" y="466"/>
                  </a:lnTo>
                  <a:lnTo>
                    <a:pt x="88" y="464"/>
                  </a:lnTo>
                  <a:lnTo>
                    <a:pt x="86" y="458"/>
                  </a:lnTo>
                  <a:lnTo>
                    <a:pt x="81" y="453"/>
                  </a:lnTo>
                  <a:lnTo>
                    <a:pt x="81" y="452"/>
                  </a:lnTo>
                  <a:lnTo>
                    <a:pt x="81" y="450"/>
                  </a:lnTo>
                  <a:lnTo>
                    <a:pt x="80" y="448"/>
                  </a:lnTo>
                  <a:lnTo>
                    <a:pt x="79" y="446"/>
                  </a:lnTo>
                  <a:lnTo>
                    <a:pt x="78" y="443"/>
                  </a:lnTo>
                  <a:lnTo>
                    <a:pt x="79" y="439"/>
                  </a:lnTo>
                  <a:lnTo>
                    <a:pt x="80" y="436"/>
                  </a:lnTo>
                  <a:lnTo>
                    <a:pt x="81" y="432"/>
                  </a:lnTo>
                  <a:lnTo>
                    <a:pt x="81" y="431"/>
                  </a:lnTo>
                  <a:lnTo>
                    <a:pt x="81" y="429"/>
                  </a:lnTo>
                  <a:lnTo>
                    <a:pt x="81" y="426"/>
                  </a:lnTo>
                  <a:lnTo>
                    <a:pt x="80" y="425"/>
                  </a:lnTo>
                  <a:lnTo>
                    <a:pt x="80" y="423"/>
                  </a:lnTo>
                  <a:lnTo>
                    <a:pt x="80" y="419"/>
                  </a:lnTo>
                  <a:lnTo>
                    <a:pt x="79" y="418"/>
                  </a:lnTo>
                  <a:lnTo>
                    <a:pt x="78" y="417"/>
                  </a:lnTo>
                  <a:lnTo>
                    <a:pt x="78" y="417"/>
                  </a:lnTo>
                  <a:lnTo>
                    <a:pt x="77" y="417"/>
                  </a:lnTo>
                  <a:lnTo>
                    <a:pt x="76" y="416"/>
                  </a:lnTo>
                  <a:lnTo>
                    <a:pt x="77" y="411"/>
                  </a:lnTo>
                  <a:lnTo>
                    <a:pt x="77" y="410"/>
                  </a:lnTo>
                  <a:lnTo>
                    <a:pt x="79" y="408"/>
                  </a:lnTo>
                  <a:lnTo>
                    <a:pt x="79" y="405"/>
                  </a:lnTo>
                  <a:lnTo>
                    <a:pt x="80" y="402"/>
                  </a:lnTo>
                  <a:lnTo>
                    <a:pt x="80" y="399"/>
                  </a:lnTo>
                  <a:lnTo>
                    <a:pt x="80" y="395"/>
                  </a:lnTo>
                  <a:lnTo>
                    <a:pt x="82" y="392"/>
                  </a:lnTo>
                  <a:lnTo>
                    <a:pt x="84" y="390"/>
                  </a:lnTo>
                  <a:lnTo>
                    <a:pt x="85" y="390"/>
                  </a:lnTo>
                  <a:lnTo>
                    <a:pt x="87" y="392"/>
                  </a:lnTo>
                  <a:lnTo>
                    <a:pt x="89" y="392"/>
                  </a:lnTo>
                  <a:lnTo>
                    <a:pt x="89" y="393"/>
                  </a:lnTo>
                  <a:lnTo>
                    <a:pt x="89" y="396"/>
                  </a:lnTo>
                  <a:lnTo>
                    <a:pt x="89" y="397"/>
                  </a:lnTo>
                  <a:lnTo>
                    <a:pt x="89" y="399"/>
                  </a:lnTo>
                  <a:lnTo>
                    <a:pt x="89" y="399"/>
                  </a:lnTo>
                  <a:lnTo>
                    <a:pt x="91" y="399"/>
                  </a:lnTo>
                  <a:lnTo>
                    <a:pt x="89" y="399"/>
                  </a:lnTo>
                  <a:lnTo>
                    <a:pt x="89" y="400"/>
                  </a:lnTo>
                  <a:lnTo>
                    <a:pt x="88" y="400"/>
                  </a:lnTo>
                  <a:lnTo>
                    <a:pt x="87" y="405"/>
                  </a:lnTo>
                  <a:lnTo>
                    <a:pt x="87" y="407"/>
                  </a:lnTo>
                  <a:lnTo>
                    <a:pt x="87" y="408"/>
                  </a:lnTo>
                  <a:lnTo>
                    <a:pt x="87" y="409"/>
                  </a:lnTo>
                  <a:lnTo>
                    <a:pt x="87" y="409"/>
                  </a:lnTo>
                  <a:lnTo>
                    <a:pt x="88" y="410"/>
                  </a:lnTo>
                  <a:lnTo>
                    <a:pt x="88" y="410"/>
                  </a:lnTo>
                  <a:lnTo>
                    <a:pt x="89" y="411"/>
                  </a:lnTo>
                  <a:lnTo>
                    <a:pt x="91" y="411"/>
                  </a:lnTo>
                  <a:lnTo>
                    <a:pt x="91" y="411"/>
                  </a:lnTo>
                  <a:lnTo>
                    <a:pt x="92" y="414"/>
                  </a:lnTo>
                  <a:lnTo>
                    <a:pt x="93" y="414"/>
                  </a:lnTo>
                  <a:lnTo>
                    <a:pt x="95" y="414"/>
                  </a:lnTo>
                  <a:lnTo>
                    <a:pt x="95" y="415"/>
                  </a:lnTo>
                  <a:lnTo>
                    <a:pt x="95" y="416"/>
                  </a:lnTo>
                  <a:lnTo>
                    <a:pt x="95" y="417"/>
                  </a:lnTo>
                  <a:lnTo>
                    <a:pt x="96" y="417"/>
                  </a:lnTo>
                  <a:lnTo>
                    <a:pt x="98" y="417"/>
                  </a:lnTo>
                  <a:lnTo>
                    <a:pt x="98" y="418"/>
                  </a:lnTo>
                  <a:lnTo>
                    <a:pt x="98" y="419"/>
                  </a:lnTo>
                  <a:lnTo>
                    <a:pt x="98" y="421"/>
                  </a:lnTo>
                  <a:lnTo>
                    <a:pt x="99" y="419"/>
                  </a:lnTo>
                  <a:lnTo>
                    <a:pt x="100" y="421"/>
                  </a:lnTo>
                  <a:lnTo>
                    <a:pt x="101" y="422"/>
                  </a:lnTo>
                  <a:lnTo>
                    <a:pt x="101" y="422"/>
                  </a:lnTo>
                  <a:lnTo>
                    <a:pt x="102" y="422"/>
                  </a:lnTo>
                  <a:lnTo>
                    <a:pt x="102" y="424"/>
                  </a:lnTo>
                  <a:lnTo>
                    <a:pt x="103" y="425"/>
                  </a:lnTo>
                  <a:lnTo>
                    <a:pt x="103" y="426"/>
                  </a:lnTo>
                  <a:lnTo>
                    <a:pt x="105" y="428"/>
                  </a:lnTo>
                  <a:lnTo>
                    <a:pt x="107" y="428"/>
                  </a:lnTo>
                  <a:lnTo>
                    <a:pt x="108" y="428"/>
                  </a:lnTo>
                  <a:lnTo>
                    <a:pt x="109" y="428"/>
                  </a:lnTo>
                  <a:lnTo>
                    <a:pt x="108" y="426"/>
                  </a:lnTo>
                  <a:lnTo>
                    <a:pt x="108" y="426"/>
                  </a:lnTo>
                  <a:lnTo>
                    <a:pt x="108" y="425"/>
                  </a:lnTo>
                  <a:lnTo>
                    <a:pt x="108" y="425"/>
                  </a:lnTo>
                  <a:lnTo>
                    <a:pt x="108" y="425"/>
                  </a:lnTo>
                  <a:lnTo>
                    <a:pt x="108" y="424"/>
                  </a:lnTo>
                  <a:lnTo>
                    <a:pt x="108" y="423"/>
                  </a:lnTo>
                  <a:lnTo>
                    <a:pt x="107" y="423"/>
                  </a:lnTo>
                  <a:lnTo>
                    <a:pt x="107" y="423"/>
                  </a:lnTo>
                  <a:lnTo>
                    <a:pt x="106" y="423"/>
                  </a:lnTo>
                  <a:lnTo>
                    <a:pt x="105" y="421"/>
                  </a:lnTo>
                  <a:lnTo>
                    <a:pt x="103" y="418"/>
                  </a:lnTo>
                  <a:lnTo>
                    <a:pt x="103" y="408"/>
                  </a:lnTo>
                  <a:lnTo>
                    <a:pt x="102" y="404"/>
                  </a:lnTo>
                  <a:lnTo>
                    <a:pt x="102" y="403"/>
                  </a:lnTo>
                  <a:lnTo>
                    <a:pt x="101" y="403"/>
                  </a:lnTo>
                  <a:lnTo>
                    <a:pt x="99" y="403"/>
                  </a:lnTo>
                  <a:lnTo>
                    <a:pt x="99" y="402"/>
                  </a:lnTo>
                  <a:lnTo>
                    <a:pt x="100" y="401"/>
                  </a:lnTo>
                  <a:lnTo>
                    <a:pt x="99" y="401"/>
                  </a:lnTo>
                  <a:lnTo>
                    <a:pt x="98" y="401"/>
                  </a:lnTo>
                  <a:lnTo>
                    <a:pt x="101" y="400"/>
                  </a:lnTo>
                  <a:lnTo>
                    <a:pt x="100" y="399"/>
                  </a:lnTo>
                  <a:lnTo>
                    <a:pt x="96" y="396"/>
                  </a:lnTo>
                  <a:lnTo>
                    <a:pt x="95" y="396"/>
                  </a:lnTo>
                  <a:lnTo>
                    <a:pt x="94" y="395"/>
                  </a:lnTo>
                  <a:lnTo>
                    <a:pt x="94" y="393"/>
                  </a:lnTo>
                  <a:lnTo>
                    <a:pt x="96" y="390"/>
                  </a:lnTo>
                  <a:lnTo>
                    <a:pt x="96" y="386"/>
                  </a:lnTo>
                  <a:lnTo>
                    <a:pt x="94" y="383"/>
                  </a:lnTo>
                  <a:lnTo>
                    <a:pt x="92" y="381"/>
                  </a:lnTo>
                  <a:lnTo>
                    <a:pt x="91" y="378"/>
                  </a:lnTo>
                  <a:lnTo>
                    <a:pt x="92" y="378"/>
                  </a:lnTo>
                  <a:lnTo>
                    <a:pt x="93" y="378"/>
                  </a:lnTo>
                  <a:lnTo>
                    <a:pt x="94" y="376"/>
                  </a:lnTo>
                  <a:lnTo>
                    <a:pt x="95" y="374"/>
                  </a:lnTo>
                  <a:lnTo>
                    <a:pt x="95" y="374"/>
                  </a:lnTo>
                  <a:lnTo>
                    <a:pt x="96" y="375"/>
                  </a:lnTo>
                  <a:lnTo>
                    <a:pt x="98" y="375"/>
                  </a:lnTo>
                  <a:lnTo>
                    <a:pt x="98" y="375"/>
                  </a:lnTo>
                  <a:lnTo>
                    <a:pt x="99" y="375"/>
                  </a:lnTo>
                  <a:lnTo>
                    <a:pt x="103" y="372"/>
                  </a:lnTo>
                  <a:lnTo>
                    <a:pt x="105" y="372"/>
                  </a:lnTo>
                  <a:lnTo>
                    <a:pt x="106" y="372"/>
                  </a:lnTo>
                  <a:lnTo>
                    <a:pt x="107" y="373"/>
                  </a:lnTo>
                  <a:lnTo>
                    <a:pt x="109" y="375"/>
                  </a:lnTo>
                  <a:lnTo>
                    <a:pt x="110" y="376"/>
                  </a:lnTo>
                  <a:lnTo>
                    <a:pt x="113" y="376"/>
                  </a:lnTo>
                  <a:lnTo>
                    <a:pt x="116" y="374"/>
                  </a:lnTo>
                  <a:lnTo>
                    <a:pt x="117" y="374"/>
                  </a:lnTo>
                  <a:lnTo>
                    <a:pt x="125" y="378"/>
                  </a:lnTo>
                  <a:lnTo>
                    <a:pt x="129" y="379"/>
                  </a:lnTo>
                  <a:lnTo>
                    <a:pt x="137" y="381"/>
                  </a:lnTo>
                  <a:lnTo>
                    <a:pt x="141" y="383"/>
                  </a:lnTo>
                  <a:lnTo>
                    <a:pt x="142" y="383"/>
                  </a:lnTo>
                  <a:lnTo>
                    <a:pt x="143" y="383"/>
                  </a:lnTo>
                  <a:lnTo>
                    <a:pt x="142" y="382"/>
                  </a:lnTo>
                  <a:lnTo>
                    <a:pt x="141" y="382"/>
                  </a:lnTo>
                  <a:lnTo>
                    <a:pt x="142" y="381"/>
                  </a:lnTo>
                  <a:lnTo>
                    <a:pt x="142" y="381"/>
                  </a:lnTo>
                  <a:lnTo>
                    <a:pt x="143" y="381"/>
                  </a:lnTo>
                  <a:lnTo>
                    <a:pt x="143" y="381"/>
                  </a:lnTo>
                  <a:lnTo>
                    <a:pt x="144" y="380"/>
                  </a:lnTo>
                  <a:lnTo>
                    <a:pt x="144" y="380"/>
                  </a:lnTo>
                  <a:lnTo>
                    <a:pt x="144" y="379"/>
                  </a:lnTo>
                  <a:lnTo>
                    <a:pt x="144" y="378"/>
                  </a:lnTo>
                  <a:lnTo>
                    <a:pt x="145" y="378"/>
                  </a:lnTo>
                  <a:lnTo>
                    <a:pt x="146" y="378"/>
                  </a:lnTo>
                  <a:lnTo>
                    <a:pt x="148" y="378"/>
                  </a:lnTo>
                  <a:lnTo>
                    <a:pt x="148" y="378"/>
                  </a:lnTo>
                  <a:lnTo>
                    <a:pt x="149" y="378"/>
                  </a:lnTo>
                  <a:lnTo>
                    <a:pt x="149" y="376"/>
                  </a:lnTo>
                  <a:lnTo>
                    <a:pt x="150" y="376"/>
                  </a:lnTo>
                  <a:lnTo>
                    <a:pt x="150" y="378"/>
                  </a:lnTo>
                  <a:lnTo>
                    <a:pt x="151" y="379"/>
                  </a:lnTo>
                  <a:lnTo>
                    <a:pt x="151" y="379"/>
                  </a:lnTo>
                  <a:lnTo>
                    <a:pt x="151" y="380"/>
                  </a:lnTo>
                  <a:lnTo>
                    <a:pt x="153" y="382"/>
                  </a:lnTo>
                  <a:lnTo>
                    <a:pt x="155" y="383"/>
                  </a:lnTo>
                  <a:lnTo>
                    <a:pt x="156" y="383"/>
                  </a:lnTo>
                  <a:lnTo>
                    <a:pt x="156" y="385"/>
                  </a:lnTo>
                  <a:lnTo>
                    <a:pt x="157" y="386"/>
                  </a:lnTo>
                  <a:lnTo>
                    <a:pt x="158" y="388"/>
                  </a:lnTo>
                  <a:lnTo>
                    <a:pt x="159" y="388"/>
                  </a:lnTo>
                  <a:lnTo>
                    <a:pt x="159" y="388"/>
                  </a:lnTo>
                  <a:lnTo>
                    <a:pt x="159" y="386"/>
                  </a:lnTo>
                  <a:lnTo>
                    <a:pt x="158" y="385"/>
                  </a:lnTo>
                  <a:lnTo>
                    <a:pt x="157" y="383"/>
                  </a:lnTo>
                  <a:lnTo>
                    <a:pt x="156" y="382"/>
                  </a:lnTo>
                  <a:lnTo>
                    <a:pt x="152" y="378"/>
                  </a:lnTo>
                  <a:lnTo>
                    <a:pt x="151" y="378"/>
                  </a:lnTo>
                  <a:lnTo>
                    <a:pt x="150" y="376"/>
                  </a:lnTo>
                  <a:lnTo>
                    <a:pt x="149" y="376"/>
                  </a:lnTo>
                  <a:lnTo>
                    <a:pt x="148" y="376"/>
                  </a:lnTo>
                  <a:lnTo>
                    <a:pt x="148" y="376"/>
                  </a:lnTo>
                  <a:lnTo>
                    <a:pt x="148" y="378"/>
                  </a:lnTo>
                  <a:lnTo>
                    <a:pt x="146" y="376"/>
                  </a:lnTo>
                  <a:lnTo>
                    <a:pt x="146" y="376"/>
                  </a:lnTo>
                  <a:lnTo>
                    <a:pt x="145" y="376"/>
                  </a:lnTo>
                  <a:lnTo>
                    <a:pt x="145" y="376"/>
                  </a:lnTo>
                  <a:lnTo>
                    <a:pt x="144" y="378"/>
                  </a:lnTo>
                  <a:lnTo>
                    <a:pt x="144" y="378"/>
                  </a:lnTo>
                  <a:lnTo>
                    <a:pt x="143" y="379"/>
                  </a:lnTo>
                  <a:lnTo>
                    <a:pt x="143" y="380"/>
                  </a:lnTo>
                  <a:lnTo>
                    <a:pt x="141" y="380"/>
                  </a:lnTo>
                  <a:lnTo>
                    <a:pt x="137" y="380"/>
                  </a:lnTo>
                  <a:lnTo>
                    <a:pt x="137" y="380"/>
                  </a:lnTo>
                  <a:lnTo>
                    <a:pt x="137" y="379"/>
                  </a:lnTo>
                  <a:lnTo>
                    <a:pt x="137" y="379"/>
                  </a:lnTo>
                  <a:lnTo>
                    <a:pt x="137" y="378"/>
                  </a:lnTo>
                  <a:lnTo>
                    <a:pt x="138" y="378"/>
                  </a:lnTo>
                  <a:lnTo>
                    <a:pt x="138" y="378"/>
                  </a:lnTo>
                  <a:lnTo>
                    <a:pt x="139" y="378"/>
                  </a:lnTo>
                  <a:lnTo>
                    <a:pt x="141" y="376"/>
                  </a:lnTo>
                  <a:lnTo>
                    <a:pt x="142" y="376"/>
                  </a:lnTo>
                  <a:lnTo>
                    <a:pt x="143" y="375"/>
                  </a:lnTo>
                  <a:lnTo>
                    <a:pt x="144" y="374"/>
                  </a:lnTo>
                  <a:lnTo>
                    <a:pt x="145" y="372"/>
                  </a:lnTo>
                  <a:lnTo>
                    <a:pt x="144" y="372"/>
                  </a:lnTo>
                  <a:lnTo>
                    <a:pt x="142" y="374"/>
                  </a:lnTo>
                  <a:lnTo>
                    <a:pt x="139" y="376"/>
                  </a:lnTo>
                  <a:lnTo>
                    <a:pt x="138" y="376"/>
                  </a:lnTo>
                  <a:lnTo>
                    <a:pt x="136" y="376"/>
                  </a:lnTo>
                  <a:lnTo>
                    <a:pt x="135" y="376"/>
                  </a:lnTo>
                  <a:lnTo>
                    <a:pt x="132" y="375"/>
                  </a:lnTo>
                  <a:lnTo>
                    <a:pt x="131" y="375"/>
                  </a:lnTo>
                  <a:lnTo>
                    <a:pt x="131" y="376"/>
                  </a:lnTo>
                  <a:lnTo>
                    <a:pt x="130" y="376"/>
                  </a:lnTo>
                  <a:lnTo>
                    <a:pt x="129" y="376"/>
                  </a:lnTo>
                  <a:lnTo>
                    <a:pt x="128" y="376"/>
                  </a:lnTo>
                  <a:lnTo>
                    <a:pt x="127" y="376"/>
                  </a:lnTo>
                  <a:lnTo>
                    <a:pt x="127" y="375"/>
                  </a:lnTo>
                  <a:lnTo>
                    <a:pt x="128" y="375"/>
                  </a:lnTo>
                  <a:lnTo>
                    <a:pt x="128" y="374"/>
                  </a:lnTo>
                  <a:lnTo>
                    <a:pt x="124" y="374"/>
                  </a:lnTo>
                  <a:lnTo>
                    <a:pt x="122" y="372"/>
                  </a:lnTo>
                  <a:lnTo>
                    <a:pt x="124" y="369"/>
                  </a:lnTo>
                  <a:lnTo>
                    <a:pt x="124" y="368"/>
                  </a:lnTo>
                  <a:lnTo>
                    <a:pt x="123" y="367"/>
                  </a:lnTo>
                  <a:lnTo>
                    <a:pt x="122" y="367"/>
                  </a:lnTo>
                  <a:lnTo>
                    <a:pt x="121" y="367"/>
                  </a:lnTo>
                  <a:lnTo>
                    <a:pt x="119" y="367"/>
                  </a:lnTo>
                  <a:lnTo>
                    <a:pt x="119" y="368"/>
                  </a:lnTo>
                  <a:lnTo>
                    <a:pt x="117" y="368"/>
                  </a:lnTo>
                  <a:lnTo>
                    <a:pt x="117" y="371"/>
                  </a:lnTo>
                  <a:lnTo>
                    <a:pt x="116" y="371"/>
                  </a:lnTo>
                  <a:lnTo>
                    <a:pt x="116" y="372"/>
                  </a:lnTo>
                  <a:lnTo>
                    <a:pt x="113" y="373"/>
                  </a:lnTo>
                  <a:lnTo>
                    <a:pt x="113" y="374"/>
                  </a:lnTo>
                  <a:lnTo>
                    <a:pt x="112" y="374"/>
                  </a:lnTo>
                  <a:lnTo>
                    <a:pt x="110" y="373"/>
                  </a:lnTo>
                  <a:lnTo>
                    <a:pt x="107" y="371"/>
                  </a:lnTo>
                  <a:lnTo>
                    <a:pt x="105" y="371"/>
                  </a:lnTo>
                  <a:lnTo>
                    <a:pt x="103" y="369"/>
                  </a:lnTo>
                  <a:lnTo>
                    <a:pt x="103" y="368"/>
                  </a:lnTo>
                  <a:lnTo>
                    <a:pt x="102" y="368"/>
                  </a:lnTo>
                  <a:lnTo>
                    <a:pt x="102" y="366"/>
                  </a:lnTo>
                  <a:lnTo>
                    <a:pt x="95" y="360"/>
                  </a:lnTo>
                  <a:lnTo>
                    <a:pt x="93" y="362"/>
                  </a:lnTo>
                  <a:lnTo>
                    <a:pt x="92" y="364"/>
                  </a:lnTo>
                  <a:lnTo>
                    <a:pt x="89" y="364"/>
                  </a:lnTo>
                  <a:lnTo>
                    <a:pt x="87" y="364"/>
                  </a:lnTo>
                  <a:lnTo>
                    <a:pt x="87" y="366"/>
                  </a:lnTo>
                  <a:lnTo>
                    <a:pt x="86" y="371"/>
                  </a:lnTo>
                  <a:lnTo>
                    <a:pt x="86" y="372"/>
                  </a:lnTo>
                  <a:lnTo>
                    <a:pt x="88" y="374"/>
                  </a:lnTo>
                  <a:lnTo>
                    <a:pt x="88" y="375"/>
                  </a:lnTo>
                  <a:lnTo>
                    <a:pt x="86" y="375"/>
                  </a:lnTo>
                  <a:lnTo>
                    <a:pt x="86" y="375"/>
                  </a:lnTo>
                  <a:lnTo>
                    <a:pt x="85" y="376"/>
                  </a:lnTo>
                  <a:lnTo>
                    <a:pt x="86" y="378"/>
                  </a:lnTo>
                  <a:lnTo>
                    <a:pt x="85" y="378"/>
                  </a:lnTo>
                  <a:lnTo>
                    <a:pt x="85" y="379"/>
                  </a:lnTo>
                  <a:lnTo>
                    <a:pt x="84" y="379"/>
                  </a:lnTo>
                  <a:lnTo>
                    <a:pt x="85" y="380"/>
                  </a:lnTo>
                  <a:lnTo>
                    <a:pt x="87" y="382"/>
                  </a:lnTo>
                  <a:lnTo>
                    <a:pt x="87" y="383"/>
                  </a:lnTo>
                  <a:lnTo>
                    <a:pt x="87" y="385"/>
                  </a:lnTo>
                  <a:lnTo>
                    <a:pt x="86" y="386"/>
                  </a:lnTo>
                  <a:lnTo>
                    <a:pt x="86" y="385"/>
                  </a:lnTo>
                  <a:lnTo>
                    <a:pt x="85" y="383"/>
                  </a:lnTo>
                  <a:lnTo>
                    <a:pt x="84" y="385"/>
                  </a:lnTo>
                  <a:lnTo>
                    <a:pt x="84" y="386"/>
                  </a:lnTo>
                  <a:lnTo>
                    <a:pt x="85" y="387"/>
                  </a:lnTo>
                  <a:lnTo>
                    <a:pt x="85" y="388"/>
                  </a:lnTo>
                  <a:lnTo>
                    <a:pt x="84" y="389"/>
                  </a:lnTo>
                  <a:lnTo>
                    <a:pt x="81" y="389"/>
                  </a:lnTo>
                  <a:lnTo>
                    <a:pt x="80" y="388"/>
                  </a:lnTo>
                  <a:lnTo>
                    <a:pt x="79" y="387"/>
                  </a:lnTo>
                  <a:lnTo>
                    <a:pt x="78" y="386"/>
                  </a:lnTo>
                  <a:lnTo>
                    <a:pt x="77" y="383"/>
                  </a:lnTo>
                  <a:lnTo>
                    <a:pt x="74" y="381"/>
                  </a:lnTo>
                  <a:lnTo>
                    <a:pt x="72" y="376"/>
                  </a:lnTo>
                  <a:lnTo>
                    <a:pt x="72" y="378"/>
                  </a:lnTo>
                  <a:lnTo>
                    <a:pt x="71" y="379"/>
                  </a:lnTo>
                  <a:lnTo>
                    <a:pt x="70" y="380"/>
                  </a:lnTo>
                  <a:lnTo>
                    <a:pt x="70" y="379"/>
                  </a:lnTo>
                  <a:lnTo>
                    <a:pt x="69" y="376"/>
                  </a:lnTo>
                  <a:lnTo>
                    <a:pt x="67" y="375"/>
                  </a:lnTo>
                  <a:lnTo>
                    <a:pt x="66" y="374"/>
                  </a:lnTo>
                  <a:lnTo>
                    <a:pt x="65" y="373"/>
                  </a:lnTo>
                  <a:lnTo>
                    <a:pt x="65" y="371"/>
                  </a:lnTo>
                  <a:lnTo>
                    <a:pt x="64" y="369"/>
                  </a:lnTo>
                  <a:lnTo>
                    <a:pt x="64" y="368"/>
                  </a:lnTo>
                  <a:lnTo>
                    <a:pt x="63" y="368"/>
                  </a:lnTo>
                  <a:lnTo>
                    <a:pt x="59" y="365"/>
                  </a:lnTo>
                  <a:lnTo>
                    <a:pt x="58" y="362"/>
                  </a:lnTo>
                  <a:lnTo>
                    <a:pt x="57" y="360"/>
                  </a:lnTo>
                  <a:lnTo>
                    <a:pt x="57" y="360"/>
                  </a:lnTo>
                  <a:lnTo>
                    <a:pt x="56" y="361"/>
                  </a:lnTo>
                  <a:lnTo>
                    <a:pt x="56" y="361"/>
                  </a:lnTo>
                  <a:lnTo>
                    <a:pt x="55" y="361"/>
                  </a:lnTo>
                  <a:lnTo>
                    <a:pt x="55" y="362"/>
                  </a:lnTo>
                  <a:lnTo>
                    <a:pt x="56" y="362"/>
                  </a:lnTo>
                  <a:lnTo>
                    <a:pt x="56" y="364"/>
                  </a:lnTo>
                  <a:lnTo>
                    <a:pt x="55" y="364"/>
                  </a:lnTo>
                  <a:lnTo>
                    <a:pt x="53" y="365"/>
                  </a:lnTo>
                  <a:lnTo>
                    <a:pt x="53" y="365"/>
                  </a:lnTo>
                  <a:lnTo>
                    <a:pt x="52" y="366"/>
                  </a:lnTo>
                  <a:lnTo>
                    <a:pt x="52" y="366"/>
                  </a:lnTo>
                  <a:lnTo>
                    <a:pt x="52" y="367"/>
                  </a:lnTo>
                  <a:lnTo>
                    <a:pt x="51" y="367"/>
                  </a:lnTo>
                  <a:lnTo>
                    <a:pt x="51" y="367"/>
                  </a:lnTo>
                  <a:lnTo>
                    <a:pt x="49" y="366"/>
                  </a:lnTo>
                  <a:lnTo>
                    <a:pt x="50" y="365"/>
                  </a:lnTo>
                  <a:lnTo>
                    <a:pt x="52" y="362"/>
                  </a:lnTo>
                  <a:lnTo>
                    <a:pt x="57" y="354"/>
                  </a:lnTo>
                  <a:lnTo>
                    <a:pt x="57" y="352"/>
                  </a:lnTo>
                  <a:lnTo>
                    <a:pt x="56" y="346"/>
                  </a:lnTo>
                  <a:lnTo>
                    <a:pt x="57" y="347"/>
                  </a:lnTo>
                  <a:lnTo>
                    <a:pt x="60" y="352"/>
                  </a:lnTo>
                  <a:lnTo>
                    <a:pt x="60" y="353"/>
                  </a:lnTo>
                  <a:lnTo>
                    <a:pt x="60" y="355"/>
                  </a:lnTo>
                  <a:lnTo>
                    <a:pt x="62" y="358"/>
                  </a:lnTo>
                  <a:lnTo>
                    <a:pt x="63" y="360"/>
                  </a:lnTo>
                  <a:lnTo>
                    <a:pt x="64" y="362"/>
                  </a:lnTo>
                  <a:lnTo>
                    <a:pt x="64" y="360"/>
                  </a:lnTo>
                  <a:lnTo>
                    <a:pt x="64" y="358"/>
                  </a:lnTo>
                  <a:lnTo>
                    <a:pt x="62" y="354"/>
                  </a:lnTo>
                  <a:lnTo>
                    <a:pt x="59" y="347"/>
                  </a:lnTo>
                  <a:lnTo>
                    <a:pt x="58" y="345"/>
                  </a:lnTo>
                  <a:lnTo>
                    <a:pt x="57" y="344"/>
                  </a:lnTo>
                  <a:lnTo>
                    <a:pt x="57" y="343"/>
                  </a:lnTo>
                  <a:lnTo>
                    <a:pt x="57" y="342"/>
                  </a:lnTo>
                  <a:lnTo>
                    <a:pt x="57" y="340"/>
                  </a:lnTo>
                  <a:lnTo>
                    <a:pt x="53" y="337"/>
                  </a:lnTo>
                  <a:lnTo>
                    <a:pt x="52" y="338"/>
                  </a:lnTo>
                  <a:lnTo>
                    <a:pt x="52" y="339"/>
                  </a:lnTo>
                  <a:lnTo>
                    <a:pt x="52" y="337"/>
                  </a:lnTo>
                  <a:lnTo>
                    <a:pt x="52" y="333"/>
                  </a:lnTo>
                  <a:lnTo>
                    <a:pt x="51" y="331"/>
                  </a:lnTo>
                  <a:lnTo>
                    <a:pt x="51" y="325"/>
                  </a:lnTo>
                  <a:lnTo>
                    <a:pt x="49" y="323"/>
                  </a:lnTo>
                  <a:lnTo>
                    <a:pt x="42" y="317"/>
                  </a:lnTo>
                  <a:lnTo>
                    <a:pt x="40" y="314"/>
                  </a:lnTo>
                  <a:lnTo>
                    <a:pt x="31" y="296"/>
                  </a:lnTo>
                  <a:lnTo>
                    <a:pt x="30" y="294"/>
                  </a:lnTo>
                  <a:lnTo>
                    <a:pt x="28" y="292"/>
                  </a:lnTo>
                  <a:lnTo>
                    <a:pt x="27" y="289"/>
                  </a:lnTo>
                  <a:lnTo>
                    <a:pt x="26" y="288"/>
                  </a:lnTo>
                  <a:lnTo>
                    <a:pt x="26" y="287"/>
                  </a:lnTo>
                  <a:lnTo>
                    <a:pt x="22" y="283"/>
                  </a:lnTo>
                  <a:lnTo>
                    <a:pt x="19" y="276"/>
                  </a:lnTo>
                  <a:lnTo>
                    <a:pt x="17" y="273"/>
                  </a:lnTo>
                  <a:lnTo>
                    <a:pt x="17" y="271"/>
                  </a:lnTo>
                  <a:lnTo>
                    <a:pt x="19" y="269"/>
                  </a:lnTo>
                  <a:lnTo>
                    <a:pt x="20" y="269"/>
                  </a:lnTo>
                  <a:lnTo>
                    <a:pt x="21" y="268"/>
                  </a:lnTo>
                  <a:lnTo>
                    <a:pt x="22" y="266"/>
                  </a:lnTo>
                  <a:lnTo>
                    <a:pt x="22" y="265"/>
                  </a:lnTo>
                  <a:lnTo>
                    <a:pt x="22" y="262"/>
                  </a:lnTo>
                  <a:lnTo>
                    <a:pt x="22" y="262"/>
                  </a:lnTo>
                  <a:lnTo>
                    <a:pt x="22" y="259"/>
                  </a:lnTo>
                  <a:lnTo>
                    <a:pt x="22" y="258"/>
                  </a:lnTo>
                  <a:lnTo>
                    <a:pt x="21" y="252"/>
                  </a:lnTo>
                  <a:lnTo>
                    <a:pt x="21" y="251"/>
                  </a:lnTo>
                  <a:lnTo>
                    <a:pt x="20" y="249"/>
                  </a:lnTo>
                  <a:lnTo>
                    <a:pt x="20" y="244"/>
                  </a:lnTo>
                  <a:lnTo>
                    <a:pt x="20" y="242"/>
                  </a:lnTo>
                  <a:lnTo>
                    <a:pt x="20" y="240"/>
                  </a:lnTo>
                  <a:lnTo>
                    <a:pt x="19" y="240"/>
                  </a:lnTo>
                  <a:lnTo>
                    <a:pt x="20" y="238"/>
                  </a:lnTo>
                  <a:lnTo>
                    <a:pt x="19" y="235"/>
                  </a:lnTo>
                  <a:lnTo>
                    <a:pt x="21" y="232"/>
                  </a:lnTo>
                  <a:lnTo>
                    <a:pt x="22" y="226"/>
                  </a:lnTo>
                  <a:lnTo>
                    <a:pt x="24" y="223"/>
                  </a:lnTo>
                  <a:lnTo>
                    <a:pt x="26" y="221"/>
                  </a:lnTo>
                  <a:lnTo>
                    <a:pt x="27" y="221"/>
                  </a:lnTo>
                  <a:lnTo>
                    <a:pt x="27" y="219"/>
                  </a:lnTo>
                  <a:lnTo>
                    <a:pt x="27" y="214"/>
                  </a:lnTo>
                  <a:lnTo>
                    <a:pt x="28" y="208"/>
                  </a:lnTo>
                  <a:lnTo>
                    <a:pt x="28" y="207"/>
                  </a:lnTo>
                  <a:lnTo>
                    <a:pt x="28" y="206"/>
                  </a:lnTo>
                  <a:lnTo>
                    <a:pt x="27" y="204"/>
                  </a:lnTo>
                  <a:lnTo>
                    <a:pt x="27" y="204"/>
                  </a:lnTo>
                  <a:lnTo>
                    <a:pt x="27" y="203"/>
                  </a:lnTo>
                  <a:lnTo>
                    <a:pt x="26" y="203"/>
                  </a:lnTo>
                  <a:lnTo>
                    <a:pt x="26" y="202"/>
                  </a:lnTo>
                  <a:lnTo>
                    <a:pt x="26" y="200"/>
                  </a:lnTo>
                  <a:lnTo>
                    <a:pt x="26" y="195"/>
                  </a:lnTo>
                  <a:lnTo>
                    <a:pt x="26" y="194"/>
                  </a:lnTo>
                  <a:lnTo>
                    <a:pt x="20" y="178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5" y="174"/>
                  </a:lnTo>
                  <a:lnTo>
                    <a:pt x="15" y="173"/>
                  </a:lnTo>
                  <a:lnTo>
                    <a:pt x="15" y="173"/>
                  </a:lnTo>
                  <a:lnTo>
                    <a:pt x="15" y="171"/>
                  </a:lnTo>
                  <a:lnTo>
                    <a:pt x="15" y="169"/>
                  </a:lnTo>
                  <a:lnTo>
                    <a:pt x="13" y="166"/>
                  </a:lnTo>
                  <a:lnTo>
                    <a:pt x="13" y="164"/>
                  </a:lnTo>
                  <a:lnTo>
                    <a:pt x="9" y="161"/>
                  </a:lnTo>
                  <a:lnTo>
                    <a:pt x="1" y="151"/>
                  </a:lnTo>
                  <a:lnTo>
                    <a:pt x="1" y="150"/>
                  </a:lnTo>
                  <a:lnTo>
                    <a:pt x="0" y="149"/>
                  </a:lnTo>
                  <a:lnTo>
                    <a:pt x="0" y="147"/>
                  </a:lnTo>
                  <a:lnTo>
                    <a:pt x="2" y="143"/>
                  </a:lnTo>
                  <a:lnTo>
                    <a:pt x="2" y="140"/>
                  </a:lnTo>
                  <a:lnTo>
                    <a:pt x="1" y="136"/>
                  </a:lnTo>
                  <a:lnTo>
                    <a:pt x="0" y="133"/>
                  </a:lnTo>
                  <a:lnTo>
                    <a:pt x="0" y="132"/>
                  </a:lnTo>
                  <a:lnTo>
                    <a:pt x="1" y="131"/>
                  </a:lnTo>
                  <a:lnTo>
                    <a:pt x="2" y="129"/>
                  </a:lnTo>
                  <a:lnTo>
                    <a:pt x="2" y="128"/>
                  </a:lnTo>
                  <a:lnTo>
                    <a:pt x="3" y="126"/>
                  </a:lnTo>
                  <a:lnTo>
                    <a:pt x="5" y="124"/>
                  </a:lnTo>
                  <a:lnTo>
                    <a:pt x="6" y="122"/>
                  </a:lnTo>
                  <a:lnTo>
                    <a:pt x="7" y="121"/>
                  </a:lnTo>
                  <a:lnTo>
                    <a:pt x="9" y="118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12" y="113"/>
                  </a:lnTo>
                  <a:lnTo>
                    <a:pt x="14" y="111"/>
                  </a:lnTo>
                  <a:lnTo>
                    <a:pt x="16" y="109"/>
                  </a:lnTo>
                  <a:lnTo>
                    <a:pt x="16" y="110"/>
                  </a:lnTo>
                  <a:lnTo>
                    <a:pt x="15" y="111"/>
                  </a:lnTo>
                  <a:lnTo>
                    <a:pt x="15" y="111"/>
                  </a:lnTo>
                  <a:lnTo>
                    <a:pt x="15" y="113"/>
                  </a:lnTo>
                  <a:lnTo>
                    <a:pt x="17" y="114"/>
                  </a:lnTo>
                  <a:lnTo>
                    <a:pt x="17" y="113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2" y="106"/>
                  </a:lnTo>
                  <a:lnTo>
                    <a:pt x="23" y="104"/>
                  </a:lnTo>
                  <a:lnTo>
                    <a:pt x="26" y="104"/>
                  </a:lnTo>
                  <a:lnTo>
                    <a:pt x="27" y="104"/>
                  </a:lnTo>
                  <a:lnTo>
                    <a:pt x="28" y="103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29" y="101"/>
                  </a:lnTo>
                  <a:lnTo>
                    <a:pt x="28" y="101"/>
                  </a:lnTo>
                  <a:lnTo>
                    <a:pt x="26" y="101"/>
                  </a:lnTo>
                  <a:lnTo>
                    <a:pt x="26" y="101"/>
                  </a:lnTo>
                  <a:lnTo>
                    <a:pt x="21" y="106"/>
                  </a:lnTo>
                  <a:lnTo>
                    <a:pt x="20" y="107"/>
                  </a:lnTo>
                  <a:lnTo>
                    <a:pt x="19" y="107"/>
                  </a:lnTo>
                  <a:lnTo>
                    <a:pt x="20" y="106"/>
                  </a:lnTo>
                  <a:lnTo>
                    <a:pt x="23" y="101"/>
                  </a:lnTo>
                  <a:lnTo>
                    <a:pt x="30" y="89"/>
                  </a:lnTo>
                  <a:lnTo>
                    <a:pt x="30" y="87"/>
                  </a:lnTo>
                  <a:lnTo>
                    <a:pt x="30" y="85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8"/>
                  </a:lnTo>
                  <a:lnTo>
                    <a:pt x="30" y="75"/>
                  </a:lnTo>
                  <a:lnTo>
                    <a:pt x="31" y="75"/>
                  </a:lnTo>
                  <a:lnTo>
                    <a:pt x="33" y="72"/>
                  </a:lnTo>
                  <a:lnTo>
                    <a:pt x="35" y="70"/>
                  </a:lnTo>
                  <a:lnTo>
                    <a:pt x="37" y="64"/>
                  </a:lnTo>
                  <a:lnTo>
                    <a:pt x="40" y="59"/>
                  </a:lnTo>
                  <a:lnTo>
                    <a:pt x="42" y="54"/>
                  </a:lnTo>
                  <a:lnTo>
                    <a:pt x="42" y="52"/>
                  </a:lnTo>
                  <a:lnTo>
                    <a:pt x="43" y="46"/>
                  </a:lnTo>
                  <a:lnTo>
                    <a:pt x="43" y="44"/>
                  </a:lnTo>
                  <a:lnTo>
                    <a:pt x="44" y="43"/>
                  </a:lnTo>
                  <a:lnTo>
                    <a:pt x="43" y="42"/>
                  </a:lnTo>
                  <a:lnTo>
                    <a:pt x="43" y="42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8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2" y="35"/>
                  </a:lnTo>
                  <a:lnTo>
                    <a:pt x="42" y="32"/>
                  </a:lnTo>
                  <a:lnTo>
                    <a:pt x="42" y="30"/>
                  </a:lnTo>
                  <a:lnTo>
                    <a:pt x="42" y="29"/>
                  </a:lnTo>
                  <a:lnTo>
                    <a:pt x="42" y="27"/>
                  </a:lnTo>
                  <a:lnTo>
                    <a:pt x="41" y="23"/>
                  </a:lnTo>
                  <a:lnTo>
                    <a:pt x="37" y="20"/>
                  </a:lnTo>
                  <a:lnTo>
                    <a:pt x="35" y="18"/>
                  </a:lnTo>
                  <a:lnTo>
                    <a:pt x="36" y="18"/>
                  </a:lnTo>
                  <a:lnTo>
                    <a:pt x="38" y="16"/>
                  </a:lnTo>
                  <a:lnTo>
                    <a:pt x="41" y="13"/>
                  </a:lnTo>
                  <a:lnTo>
                    <a:pt x="41" y="11"/>
                  </a:lnTo>
                  <a:lnTo>
                    <a:pt x="43" y="4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>
              <a:off x="1449388" y="2638425"/>
              <a:ext cx="371475" cy="431800"/>
            </a:xfrm>
            <a:custGeom>
              <a:avLst/>
              <a:gdLst>
                <a:gd name="T0" fmla="*/ 177 w 468"/>
                <a:gd name="T1" fmla="*/ 8 h 545"/>
                <a:gd name="T2" fmla="*/ 256 w 468"/>
                <a:gd name="T3" fmla="*/ 18 h 545"/>
                <a:gd name="T4" fmla="*/ 333 w 468"/>
                <a:gd name="T5" fmla="*/ 26 h 545"/>
                <a:gd name="T6" fmla="*/ 412 w 468"/>
                <a:gd name="T7" fmla="*/ 33 h 545"/>
                <a:gd name="T8" fmla="*/ 466 w 468"/>
                <a:gd name="T9" fmla="*/ 69 h 545"/>
                <a:gd name="T10" fmla="*/ 457 w 468"/>
                <a:gd name="T11" fmla="*/ 180 h 545"/>
                <a:gd name="T12" fmla="*/ 447 w 468"/>
                <a:gd name="T13" fmla="*/ 291 h 545"/>
                <a:gd name="T14" fmla="*/ 439 w 468"/>
                <a:gd name="T15" fmla="*/ 402 h 545"/>
                <a:gd name="T16" fmla="*/ 430 w 468"/>
                <a:gd name="T17" fmla="*/ 513 h 545"/>
                <a:gd name="T18" fmla="*/ 416 w 468"/>
                <a:gd name="T19" fmla="*/ 544 h 545"/>
                <a:gd name="T20" fmla="*/ 393 w 468"/>
                <a:gd name="T21" fmla="*/ 542 h 545"/>
                <a:gd name="T22" fmla="*/ 369 w 468"/>
                <a:gd name="T23" fmla="*/ 541 h 545"/>
                <a:gd name="T24" fmla="*/ 346 w 468"/>
                <a:gd name="T25" fmla="*/ 538 h 545"/>
                <a:gd name="T26" fmla="*/ 324 w 468"/>
                <a:gd name="T27" fmla="*/ 536 h 545"/>
                <a:gd name="T28" fmla="*/ 301 w 468"/>
                <a:gd name="T29" fmla="*/ 534 h 545"/>
                <a:gd name="T30" fmla="*/ 277 w 468"/>
                <a:gd name="T31" fmla="*/ 532 h 545"/>
                <a:gd name="T32" fmla="*/ 251 w 468"/>
                <a:gd name="T33" fmla="*/ 520 h 545"/>
                <a:gd name="T34" fmla="*/ 121 w 468"/>
                <a:gd name="T35" fmla="*/ 456 h 545"/>
                <a:gd name="T36" fmla="*/ 1 w 468"/>
                <a:gd name="T37" fmla="*/ 392 h 545"/>
                <a:gd name="T38" fmla="*/ 7 w 468"/>
                <a:gd name="T39" fmla="*/ 380 h 545"/>
                <a:gd name="T40" fmla="*/ 24 w 468"/>
                <a:gd name="T41" fmla="*/ 375 h 545"/>
                <a:gd name="T42" fmla="*/ 31 w 468"/>
                <a:gd name="T43" fmla="*/ 365 h 545"/>
                <a:gd name="T44" fmla="*/ 30 w 468"/>
                <a:gd name="T45" fmla="*/ 350 h 545"/>
                <a:gd name="T46" fmla="*/ 20 w 468"/>
                <a:gd name="T47" fmla="*/ 332 h 545"/>
                <a:gd name="T48" fmla="*/ 20 w 468"/>
                <a:gd name="T49" fmla="*/ 316 h 545"/>
                <a:gd name="T50" fmla="*/ 24 w 468"/>
                <a:gd name="T51" fmla="*/ 313 h 545"/>
                <a:gd name="T52" fmla="*/ 35 w 468"/>
                <a:gd name="T53" fmla="*/ 301 h 545"/>
                <a:gd name="T54" fmla="*/ 36 w 468"/>
                <a:gd name="T55" fmla="*/ 293 h 545"/>
                <a:gd name="T56" fmla="*/ 39 w 468"/>
                <a:gd name="T57" fmla="*/ 284 h 545"/>
                <a:gd name="T58" fmla="*/ 39 w 468"/>
                <a:gd name="T59" fmla="*/ 276 h 545"/>
                <a:gd name="T60" fmla="*/ 39 w 468"/>
                <a:gd name="T61" fmla="*/ 268 h 545"/>
                <a:gd name="T62" fmla="*/ 50 w 468"/>
                <a:gd name="T63" fmla="*/ 256 h 545"/>
                <a:gd name="T64" fmla="*/ 70 w 468"/>
                <a:gd name="T65" fmla="*/ 243 h 545"/>
                <a:gd name="T66" fmla="*/ 70 w 468"/>
                <a:gd name="T67" fmla="*/ 234 h 545"/>
                <a:gd name="T68" fmla="*/ 59 w 468"/>
                <a:gd name="T69" fmla="*/ 223 h 545"/>
                <a:gd name="T70" fmla="*/ 57 w 468"/>
                <a:gd name="T71" fmla="*/ 221 h 545"/>
                <a:gd name="T72" fmla="*/ 57 w 468"/>
                <a:gd name="T73" fmla="*/ 215 h 545"/>
                <a:gd name="T74" fmla="*/ 55 w 468"/>
                <a:gd name="T75" fmla="*/ 207 h 545"/>
                <a:gd name="T76" fmla="*/ 48 w 468"/>
                <a:gd name="T77" fmla="*/ 190 h 545"/>
                <a:gd name="T78" fmla="*/ 44 w 468"/>
                <a:gd name="T79" fmla="*/ 172 h 545"/>
                <a:gd name="T80" fmla="*/ 45 w 468"/>
                <a:gd name="T81" fmla="*/ 162 h 545"/>
                <a:gd name="T82" fmla="*/ 50 w 468"/>
                <a:gd name="T83" fmla="*/ 160 h 545"/>
                <a:gd name="T84" fmla="*/ 51 w 468"/>
                <a:gd name="T85" fmla="*/ 139 h 545"/>
                <a:gd name="T86" fmla="*/ 50 w 468"/>
                <a:gd name="T87" fmla="*/ 114 h 545"/>
                <a:gd name="T88" fmla="*/ 52 w 468"/>
                <a:gd name="T89" fmla="*/ 94 h 545"/>
                <a:gd name="T90" fmla="*/ 50 w 468"/>
                <a:gd name="T91" fmla="*/ 80 h 545"/>
                <a:gd name="T92" fmla="*/ 51 w 468"/>
                <a:gd name="T93" fmla="*/ 73 h 545"/>
                <a:gd name="T94" fmla="*/ 63 w 468"/>
                <a:gd name="T95" fmla="*/ 70 h 545"/>
                <a:gd name="T96" fmla="*/ 71 w 468"/>
                <a:gd name="T97" fmla="*/ 73 h 545"/>
                <a:gd name="T98" fmla="*/ 76 w 468"/>
                <a:gd name="T99" fmla="*/ 72 h 545"/>
                <a:gd name="T100" fmla="*/ 80 w 468"/>
                <a:gd name="T101" fmla="*/ 77 h 545"/>
                <a:gd name="T102" fmla="*/ 91 w 468"/>
                <a:gd name="T103" fmla="*/ 85 h 545"/>
                <a:gd name="T104" fmla="*/ 101 w 468"/>
                <a:gd name="T105" fmla="*/ 70 h 545"/>
                <a:gd name="T106" fmla="*/ 103 w 468"/>
                <a:gd name="T107" fmla="*/ 50 h 545"/>
                <a:gd name="T108" fmla="*/ 109 w 468"/>
                <a:gd name="T109" fmla="*/ 1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8" h="545">
                  <a:moveTo>
                    <a:pt x="110" y="0"/>
                  </a:moveTo>
                  <a:lnTo>
                    <a:pt x="121" y="1"/>
                  </a:lnTo>
                  <a:lnTo>
                    <a:pt x="132" y="3"/>
                  </a:lnTo>
                  <a:lnTo>
                    <a:pt x="144" y="4"/>
                  </a:lnTo>
                  <a:lnTo>
                    <a:pt x="155" y="5"/>
                  </a:lnTo>
                  <a:lnTo>
                    <a:pt x="166" y="7"/>
                  </a:lnTo>
                  <a:lnTo>
                    <a:pt x="177" y="8"/>
                  </a:lnTo>
                  <a:lnTo>
                    <a:pt x="188" y="10"/>
                  </a:lnTo>
                  <a:lnTo>
                    <a:pt x="200" y="11"/>
                  </a:lnTo>
                  <a:lnTo>
                    <a:pt x="210" y="12"/>
                  </a:lnTo>
                  <a:lnTo>
                    <a:pt x="222" y="13"/>
                  </a:lnTo>
                  <a:lnTo>
                    <a:pt x="234" y="14"/>
                  </a:lnTo>
                  <a:lnTo>
                    <a:pt x="244" y="15"/>
                  </a:lnTo>
                  <a:lnTo>
                    <a:pt x="256" y="18"/>
                  </a:lnTo>
                  <a:lnTo>
                    <a:pt x="267" y="19"/>
                  </a:lnTo>
                  <a:lnTo>
                    <a:pt x="278" y="20"/>
                  </a:lnTo>
                  <a:lnTo>
                    <a:pt x="289" y="21"/>
                  </a:lnTo>
                  <a:lnTo>
                    <a:pt x="300" y="22"/>
                  </a:lnTo>
                  <a:lnTo>
                    <a:pt x="311" y="24"/>
                  </a:lnTo>
                  <a:lnTo>
                    <a:pt x="323" y="25"/>
                  </a:lnTo>
                  <a:lnTo>
                    <a:pt x="333" y="26"/>
                  </a:lnTo>
                  <a:lnTo>
                    <a:pt x="345" y="27"/>
                  </a:lnTo>
                  <a:lnTo>
                    <a:pt x="357" y="28"/>
                  </a:lnTo>
                  <a:lnTo>
                    <a:pt x="367" y="28"/>
                  </a:lnTo>
                  <a:lnTo>
                    <a:pt x="379" y="29"/>
                  </a:lnTo>
                  <a:lnTo>
                    <a:pt x="390" y="30"/>
                  </a:lnTo>
                  <a:lnTo>
                    <a:pt x="401" y="32"/>
                  </a:lnTo>
                  <a:lnTo>
                    <a:pt x="412" y="33"/>
                  </a:lnTo>
                  <a:lnTo>
                    <a:pt x="424" y="34"/>
                  </a:lnTo>
                  <a:lnTo>
                    <a:pt x="435" y="35"/>
                  </a:lnTo>
                  <a:lnTo>
                    <a:pt x="446" y="36"/>
                  </a:lnTo>
                  <a:lnTo>
                    <a:pt x="458" y="36"/>
                  </a:lnTo>
                  <a:lnTo>
                    <a:pt x="468" y="37"/>
                  </a:lnTo>
                  <a:lnTo>
                    <a:pt x="467" y="54"/>
                  </a:lnTo>
                  <a:lnTo>
                    <a:pt x="466" y="69"/>
                  </a:lnTo>
                  <a:lnTo>
                    <a:pt x="465" y="85"/>
                  </a:lnTo>
                  <a:lnTo>
                    <a:pt x="464" y="101"/>
                  </a:lnTo>
                  <a:lnTo>
                    <a:pt x="462" y="117"/>
                  </a:lnTo>
                  <a:lnTo>
                    <a:pt x="461" y="133"/>
                  </a:lnTo>
                  <a:lnTo>
                    <a:pt x="459" y="148"/>
                  </a:lnTo>
                  <a:lnTo>
                    <a:pt x="458" y="164"/>
                  </a:lnTo>
                  <a:lnTo>
                    <a:pt x="457" y="180"/>
                  </a:lnTo>
                  <a:lnTo>
                    <a:pt x="455" y="196"/>
                  </a:lnTo>
                  <a:lnTo>
                    <a:pt x="454" y="212"/>
                  </a:lnTo>
                  <a:lnTo>
                    <a:pt x="453" y="228"/>
                  </a:lnTo>
                  <a:lnTo>
                    <a:pt x="452" y="243"/>
                  </a:lnTo>
                  <a:lnTo>
                    <a:pt x="451" y="259"/>
                  </a:lnTo>
                  <a:lnTo>
                    <a:pt x="450" y="276"/>
                  </a:lnTo>
                  <a:lnTo>
                    <a:pt x="447" y="291"/>
                  </a:lnTo>
                  <a:lnTo>
                    <a:pt x="446" y="307"/>
                  </a:lnTo>
                  <a:lnTo>
                    <a:pt x="445" y="322"/>
                  </a:lnTo>
                  <a:lnTo>
                    <a:pt x="444" y="339"/>
                  </a:lnTo>
                  <a:lnTo>
                    <a:pt x="443" y="355"/>
                  </a:lnTo>
                  <a:lnTo>
                    <a:pt x="441" y="370"/>
                  </a:lnTo>
                  <a:lnTo>
                    <a:pt x="440" y="386"/>
                  </a:lnTo>
                  <a:lnTo>
                    <a:pt x="439" y="402"/>
                  </a:lnTo>
                  <a:lnTo>
                    <a:pt x="437" y="418"/>
                  </a:lnTo>
                  <a:lnTo>
                    <a:pt x="436" y="434"/>
                  </a:lnTo>
                  <a:lnTo>
                    <a:pt x="435" y="450"/>
                  </a:lnTo>
                  <a:lnTo>
                    <a:pt x="433" y="465"/>
                  </a:lnTo>
                  <a:lnTo>
                    <a:pt x="432" y="482"/>
                  </a:lnTo>
                  <a:lnTo>
                    <a:pt x="431" y="498"/>
                  </a:lnTo>
                  <a:lnTo>
                    <a:pt x="430" y="513"/>
                  </a:lnTo>
                  <a:lnTo>
                    <a:pt x="429" y="529"/>
                  </a:lnTo>
                  <a:lnTo>
                    <a:pt x="428" y="545"/>
                  </a:lnTo>
                  <a:lnTo>
                    <a:pt x="428" y="545"/>
                  </a:lnTo>
                  <a:lnTo>
                    <a:pt x="425" y="545"/>
                  </a:lnTo>
                  <a:lnTo>
                    <a:pt x="422" y="545"/>
                  </a:lnTo>
                  <a:lnTo>
                    <a:pt x="418" y="544"/>
                  </a:lnTo>
                  <a:lnTo>
                    <a:pt x="416" y="544"/>
                  </a:lnTo>
                  <a:lnTo>
                    <a:pt x="412" y="544"/>
                  </a:lnTo>
                  <a:lnTo>
                    <a:pt x="409" y="544"/>
                  </a:lnTo>
                  <a:lnTo>
                    <a:pt x="405" y="543"/>
                  </a:lnTo>
                  <a:lnTo>
                    <a:pt x="402" y="543"/>
                  </a:lnTo>
                  <a:lnTo>
                    <a:pt x="399" y="543"/>
                  </a:lnTo>
                  <a:lnTo>
                    <a:pt x="396" y="543"/>
                  </a:lnTo>
                  <a:lnTo>
                    <a:pt x="393" y="542"/>
                  </a:lnTo>
                  <a:lnTo>
                    <a:pt x="389" y="542"/>
                  </a:lnTo>
                  <a:lnTo>
                    <a:pt x="386" y="542"/>
                  </a:lnTo>
                  <a:lnTo>
                    <a:pt x="382" y="542"/>
                  </a:lnTo>
                  <a:lnTo>
                    <a:pt x="380" y="541"/>
                  </a:lnTo>
                  <a:lnTo>
                    <a:pt x="376" y="541"/>
                  </a:lnTo>
                  <a:lnTo>
                    <a:pt x="373" y="541"/>
                  </a:lnTo>
                  <a:lnTo>
                    <a:pt x="369" y="541"/>
                  </a:lnTo>
                  <a:lnTo>
                    <a:pt x="366" y="540"/>
                  </a:lnTo>
                  <a:lnTo>
                    <a:pt x="364" y="540"/>
                  </a:lnTo>
                  <a:lnTo>
                    <a:pt x="360" y="540"/>
                  </a:lnTo>
                  <a:lnTo>
                    <a:pt x="357" y="540"/>
                  </a:lnTo>
                  <a:lnTo>
                    <a:pt x="353" y="538"/>
                  </a:lnTo>
                  <a:lnTo>
                    <a:pt x="350" y="538"/>
                  </a:lnTo>
                  <a:lnTo>
                    <a:pt x="346" y="538"/>
                  </a:lnTo>
                  <a:lnTo>
                    <a:pt x="344" y="538"/>
                  </a:lnTo>
                  <a:lnTo>
                    <a:pt x="340" y="537"/>
                  </a:lnTo>
                  <a:lnTo>
                    <a:pt x="337" y="537"/>
                  </a:lnTo>
                  <a:lnTo>
                    <a:pt x="333" y="537"/>
                  </a:lnTo>
                  <a:lnTo>
                    <a:pt x="330" y="537"/>
                  </a:lnTo>
                  <a:lnTo>
                    <a:pt x="328" y="536"/>
                  </a:lnTo>
                  <a:lnTo>
                    <a:pt x="324" y="536"/>
                  </a:lnTo>
                  <a:lnTo>
                    <a:pt x="321" y="536"/>
                  </a:lnTo>
                  <a:lnTo>
                    <a:pt x="317" y="536"/>
                  </a:lnTo>
                  <a:lnTo>
                    <a:pt x="314" y="535"/>
                  </a:lnTo>
                  <a:lnTo>
                    <a:pt x="311" y="535"/>
                  </a:lnTo>
                  <a:lnTo>
                    <a:pt x="308" y="535"/>
                  </a:lnTo>
                  <a:lnTo>
                    <a:pt x="304" y="535"/>
                  </a:lnTo>
                  <a:lnTo>
                    <a:pt x="301" y="534"/>
                  </a:lnTo>
                  <a:lnTo>
                    <a:pt x="297" y="534"/>
                  </a:lnTo>
                  <a:lnTo>
                    <a:pt x="294" y="534"/>
                  </a:lnTo>
                  <a:lnTo>
                    <a:pt x="292" y="533"/>
                  </a:lnTo>
                  <a:lnTo>
                    <a:pt x="288" y="533"/>
                  </a:lnTo>
                  <a:lnTo>
                    <a:pt x="285" y="533"/>
                  </a:lnTo>
                  <a:lnTo>
                    <a:pt x="281" y="533"/>
                  </a:lnTo>
                  <a:lnTo>
                    <a:pt x="277" y="532"/>
                  </a:lnTo>
                  <a:lnTo>
                    <a:pt x="273" y="530"/>
                  </a:lnTo>
                  <a:lnTo>
                    <a:pt x="271" y="529"/>
                  </a:lnTo>
                  <a:lnTo>
                    <a:pt x="267" y="528"/>
                  </a:lnTo>
                  <a:lnTo>
                    <a:pt x="263" y="526"/>
                  </a:lnTo>
                  <a:lnTo>
                    <a:pt x="259" y="525"/>
                  </a:lnTo>
                  <a:lnTo>
                    <a:pt x="256" y="522"/>
                  </a:lnTo>
                  <a:lnTo>
                    <a:pt x="251" y="520"/>
                  </a:lnTo>
                  <a:lnTo>
                    <a:pt x="247" y="519"/>
                  </a:lnTo>
                  <a:lnTo>
                    <a:pt x="244" y="516"/>
                  </a:lnTo>
                  <a:lnTo>
                    <a:pt x="240" y="514"/>
                  </a:lnTo>
                  <a:lnTo>
                    <a:pt x="210" y="500"/>
                  </a:lnTo>
                  <a:lnTo>
                    <a:pt x="180" y="485"/>
                  </a:lnTo>
                  <a:lnTo>
                    <a:pt x="151" y="470"/>
                  </a:lnTo>
                  <a:lnTo>
                    <a:pt x="121" y="456"/>
                  </a:lnTo>
                  <a:lnTo>
                    <a:pt x="91" y="441"/>
                  </a:lnTo>
                  <a:lnTo>
                    <a:pt x="62" y="426"/>
                  </a:lnTo>
                  <a:lnTo>
                    <a:pt x="33" y="411"/>
                  </a:lnTo>
                  <a:lnTo>
                    <a:pt x="3" y="394"/>
                  </a:lnTo>
                  <a:lnTo>
                    <a:pt x="0" y="393"/>
                  </a:lnTo>
                  <a:lnTo>
                    <a:pt x="0" y="393"/>
                  </a:lnTo>
                  <a:lnTo>
                    <a:pt x="1" y="392"/>
                  </a:lnTo>
                  <a:lnTo>
                    <a:pt x="2" y="389"/>
                  </a:lnTo>
                  <a:lnTo>
                    <a:pt x="3" y="387"/>
                  </a:lnTo>
                  <a:lnTo>
                    <a:pt x="2" y="385"/>
                  </a:lnTo>
                  <a:lnTo>
                    <a:pt x="5" y="383"/>
                  </a:lnTo>
                  <a:lnTo>
                    <a:pt x="5" y="382"/>
                  </a:lnTo>
                  <a:lnTo>
                    <a:pt x="7" y="380"/>
                  </a:lnTo>
                  <a:lnTo>
                    <a:pt x="7" y="380"/>
                  </a:lnTo>
                  <a:lnTo>
                    <a:pt x="8" y="379"/>
                  </a:lnTo>
                  <a:lnTo>
                    <a:pt x="9" y="377"/>
                  </a:lnTo>
                  <a:lnTo>
                    <a:pt x="10" y="376"/>
                  </a:lnTo>
                  <a:lnTo>
                    <a:pt x="10" y="375"/>
                  </a:lnTo>
                  <a:lnTo>
                    <a:pt x="14" y="372"/>
                  </a:lnTo>
                  <a:lnTo>
                    <a:pt x="21" y="375"/>
                  </a:lnTo>
                  <a:lnTo>
                    <a:pt x="24" y="375"/>
                  </a:lnTo>
                  <a:lnTo>
                    <a:pt x="26" y="373"/>
                  </a:lnTo>
                  <a:lnTo>
                    <a:pt x="26" y="372"/>
                  </a:lnTo>
                  <a:lnTo>
                    <a:pt x="26" y="370"/>
                  </a:lnTo>
                  <a:lnTo>
                    <a:pt x="27" y="369"/>
                  </a:lnTo>
                  <a:lnTo>
                    <a:pt x="28" y="368"/>
                  </a:lnTo>
                  <a:lnTo>
                    <a:pt x="30" y="366"/>
                  </a:lnTo>
                  <a:lnTo>
                    <a:pt x="31" y="365"/>
                  </a:lnTo>
                  <a:lnTo>
                    <a:pt x="31" y="363"/>
                  </a:lnTo>
                  <a:lnTo>
                    <a:pt x="31" y="357"/>
                  </a:lnTo>
                  <a:lnTo>
                    <a:pt x="31" y="356"/>
                  </a:lnTo>
                  <a:lnTo>
                    <a:pt x="31" y="356"/>
                  </a:lnTo>
                  <a:lnTo>
                    <a:pt x="33" y="355"/>
                  </a:lnTo>
                  <a:lnTo>
                    <a:pt x="31" y="354"/>
                  </a:lnTo>
                  <a:lnTo>
                    <a:pt x="30" y="350"/>
                  </a:lnTo>
                  <a:lnTo>
                    <a:pt x="28" y="348"/>
                  </a:lnTo>
                  <a:lnTo>
                    <a:pt x="21" y="347"/>
                  </a:lnTo>
                  <a:lnTo>
                    <a:pt x="19" y="346"/>
                  </a:lnTo>
                  <a:lnTo>
                    <a:pt x="16" y="342"/>
                  </a:lnTo>
                  <a:lnTo>
                    <a:pt x="17" y="339"/>
                  </a:lnTo>
                  <a:lnTo>
                    <a:pt x="19" y="335"/>
                  </a:lnTo>
                  <a:lnTo>
                    <a:pt x="20" y="332"/>
                  </a:lnTo>
                  <a:lnTo>
                    <a:pt x="20" y="327"/>
                  </a:lnTo>
                  <a:lnTo>
                    <a:pt x="20" y="326"/>
                  </a:lnTo>
                  <a:lnTo>
                    <a:pt x="17" y="322"/>
                  </a:lnTo>
                  <a:lnTo>
                    <a:pt x="17" y="321"/>
                  </a:lnTo>
                  <a:lnTo>
                    <a:pt x="19" y="319"/>
                  </a:lnTo>
                  <a:lnTo>
                    <a:pt x="20" y="318"/>
                  </a:lnTo>
                  <a:lnTo>
                    <a:pt x="20" y="316"/>
                  </a:lnTo>
                  <a:lnTo>
                    <a:pt x="20" y="316"/>
                  </a:lnTo>
                  <a:lnTo>
                    <a:pt x="19" y="315"/>
                  </a:lnTo>
                  <a:lnTo>
                    <a:pt x="19" y="314"/>
                  </a:lnTo>
                  <a:lnTo>
                    <a:pt x="19" y="313"/>
                  </a:lnTo>
                  <a:lnTo>
                    <a:pt x="19" y="313"/>
                  </a:lnTo>
                  <a:lnTo>
                    <a:pt x="22" y="313"/>
                  </a:lnTo>
                  <a:lnTo>
                    <a:pt x="24" y="313"/>
                  </a:lnTo>
                  <a:lnTo>
                    <a:pt x="26" y="312"/>
                  </a:lnTo>
                  <a:lnTo>
                    <a:pt x="29" y="307"/>
                  </a:lnTo>
                  <a:lnTo>
                    <a:pt x="30" y="305"/>
                  </a:lnTo>
                  <a:lnTo>
                    <a:pt x="31" y="304"/>
                  </a:lnTo>
                  <a:lnTo>
                    <a:pt x="33" y="303"/>
                  </a:lnTo>
                  <a:lnTo>
                    <a:pt x="34" y="301"/>
                  </a:lnTo>
                  <a:lnTo>
                    <a:pt x="35" y="301"/>
                  </a:lnTo>
                  <a:lnTo>
                    <a:pt x="35" y="300"/>
                  </a:lnTo>
                  <a:lnTo>
                    <a:pt x="35" y="298"/>
                  </a:lnTo>
                  <a:lnTo>
                    <a:pt x="35" y="297"/>
                  </a:lnTo>
                  <a:lnTo>
                    <a:pt x="36" y="296"/>
                  </a:lnTo>
                  <a:lnTo>
                    <a:pt x="36" y="296"/>
                  </a:lnTo>
                  <a:lnTo>
                    <a:pt x="36" y="294"/>
                  </a:lnTo>
                  <a:lnTo>
                    <a:pt x="36" y="293"/>
                  </a:lnTo>
                  <a:lnTo>
                    <a:pt x="37" y="291"/>
                  </a:lnTo>
                  <a:lnTo>
                    <a:pt x="38" y="290"/>
                  </a:lnTo>
                  <a:lnTo>
                    <a:pt x="38" y="289"/>
                  </a:lnTo>
                  <a:lnTo>
                    <a:pt x="39" y="287"/>
                  </a:lnTo>
                  <a:lnTo>
                    <a:pt x="39" y="285"/>
                  </a:lnTo>
                  <a:lnTo>
                    <a:pt x="38" y="285"/>
                  </a:lnTo>
                  <a:lnTo>
                    <a:pt x="39" y="284"/>
                  </a:lnTo>
                  <a:lnTo>
                    <a:pt x="39" y="284"/>
                  </a:lnTo>
                  <a:lnTo>
                    <a:pt x="39" y="283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38" y="280"/>
                  </a:lnTo>
                  <a:lnTo>
                    <a:pt x="38" y="278"/>
                  </a:lnTo>
                  <a:lnTo>
                    <a:pt x="39" y="276"/>
                  </a:lnTo>
                  <a:lnTo>
                    <a:pt x="39" y="275"/>
                  </a:lnTo>
                  <a:lnTo>
                    <a:pt x="41" y="273"/>
                  </a:lnTo>
                  <a:lnTo>
                    <a:pt x="42" y="272"/>
                  </a:lnTo>
                  <a:lnTo>
                    <a:pt x="42" y="272"/>
                  </a:lnTo>
                  <a:lnTo>
                    <a:pt x="41" y="270"/>
                  </a:lnTo>
                  <a:lnTo>
                    <a:pt x="39" y="269"/>
                  </a:lnTo>
                  <a:lnTo>
                    <a:pt x="39" y="268"/>
                  </a:lnTo>
                  <a:lnTo>
                    <a:pt x="41" y="265"/>
                  </a:lnTo>
                  <a:lnTo>
                    <a:pt x="42" y="264"/>
                  </a:lnTo>
                  <a:lnTo>
                    <a:pt x="45" y="263"/>
                  </a:lnTo>
                  <a:lnTo>
                    <a:pt x="46" y="262"/>
                  </a:lnTo>
                  <a:lnTo>
                    <a:pt x="48" y="261"/>
                  </a:lnTo>
                  <a:lnTo>
                    <a:pt x="49" y="259"/>
                  </a:lnTo>
                  <a:lnTo>
                    <a:pt x="50" y="256"/>
                  </a:lnTo>
                  <a:lnTo>
                    <a:pt x="51" y="254"/>
                  </a:lnTo>
                  <a:lnTo>
                    <a:pt x="52" y="253"/>
                  </a:lnTo>
                  <a:lnTo>
                    <a:pt x="55" y="253"/>
                  </a:lnTo>
                  <a:lnTo>
                    <a:pt x="63" y="248"/>
                  </a:lnTo>
                  <a:lnTo>
                    <a:pt x="65" y="248"/>
                  </a:lnTo>
                  <a:lnTo>
                    <a:pt x="67" y="244"/>
                  </a:lnTo>
                  <a:lnTo>
                    <a:pt x="70" y="243"/>
                  </a:lnTo>
                  <a:lnTo>
                    <a:pt x="73" y="241"/>
                  </a:lnTo>
                  <a:lnTo>
                    <a:pt x="73" y="240"/>
                  </a:lnTo>
                  <a:lnTo>
                    <a:pt x="73" y="239"/>
                  </a:lnTo>
                  <a:lnTo>
                    <a:pt x="73" y="237"/>
                  </a:lnTo>
                  <a:lnTo>
                    <a:pt x="71" y="235"/>
                  </a:lnTo>
                  <a:lnTo>
                    <a:pt x="71" y="234"/>
                  </a:lnTo>
                  <a:lnTo>
                    <a:pt x="70" y="234"/>
                  </a:lnTo>
                  <a:lnTo>
                    <a:pt x="69" y="233"/>
                  </a:lnTo>
                  <a:lnTo>
                    <a:pt x="63" y="227"/>
                  </a:lnTo>
                  <a:lnTo>
                    <a:pt x="63" y="226"/>
                  </a:lnTo>
                  <a:lnTo>
                    <a:pt x="62" y="226"/>
                  </a:lnTo>
                  <a:lnTo>
                    <a:pt x="60" y="225"/>
                  </a:lnTo>
                  <a:lnTo>
                    <a:pt x="60" y="223"/>
                  </a:lnTo>
                  <a:lnTo>
                    <a:pt x="59" y="223"/>
                  </a:lnTo>
                  <a:lnTo>
                    <a:pt x="59" y="223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58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1"/>
                  </a:lnTo>
                  <a:lnTo>
                    <a:pt x="57" y="220"/>
                  </a:lnTo>
                  <a:lnTo>
                    <a:pt x="57" y="219"/>
                  </a:lnTo>
                  <a:lnTo>
                    <a:pt x="57" y="219"/>
                  </a:lnTo>
                  <a:lnTo>
                    <a:pt x="57" y="218"/>
                  </a:lnTo>
                  <a:lnTo>
                    <a:pt x="58" y="21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14"/>
                  </a:lnTo>
                  <a:lnTo>
                    <a:pt x="57" y="213"/>
                  </a:lnTo>
                  <a:lnTo>
                    <a:pt x="56" y="212"/>
                  </a:lnTo>
                  <a:lnTo>
                    <a:pt x="55" y="211"/>
                  </a:lnTo>
                  <a:lnTo>
                    <a:pt x="55" y="210"/>
                  </a:lnTo>
                  <a:lnTo>
                    <a:pt x="55" y="207"/>
                  </a:lnTo>
                  <a:lnTo>
                    <a:pt x="55" y="207"/>
                  </a:lnTo>
                  <a:lnTo>
                    <a:pt x="55" y="206"/>
                  </a:lnTo>
                  <a:lnTo>
                    <a:pt x="55" y="206"/>
                  </a:lnTo>
                  <a:lnTo>
                    <a:pt x="51" y="196"/>
                  </a:lnTo>
                  <a:lnTo>
                    <a:pt x="49" y="196"/>
                  </a:lnTo>
                  <a:lnTo>
                    <a:pt x="48" y="194"/>
                  </a:lnTo>
                  <a:lnTo>
                    <a:pt x="48" y="192"/>
                  </a:lnTo>
                  <a:lnTo>
                    <a:pt x="48" y="190"/>
                  </a:lnTo>
                  <a:lnTo>
                    <a:pt x="48" y="189"/>
                  </a:lnTo>
                  <a:lnTo>
                    <a:pt x="46" y="187"/>
                  </a:lnTo>
                  <a:lnTo>
                    <a:pt x="46" y="185"/>
                  </a:lnTo>
                  <a:lnTo>
                    <a:pt x="45" y="185"/>
                  </a:lnTo>
                  <a:lnTo>
                    <a:pt x="44" y="184"/>
                  </a:lnTo>
                  <a:lnTo>
                    <a:pt x="44" y="183"/>
                  </a:lnTo>
                  <a:lnTo>
                    <a:pt x="44" y="172"/>
                  </a:lnTo>
                  <a:lnTo>
                    <a:pt x="44" y="172"/>
                  </a:lnTo>
                  <a:lnTo>
                    <a:pt x="44" y="171"/>
                  </a:lnTo>
                  <a:lnTo>
                    <a:pt x="44" y="168"/>
                  </a:lnTo>
                  <a:lnTo>
                    <a:pt x="46" y="166"/>
                  </a:lnTo>
                  <a:lnTo>
                    <a:pt x="46" y="165"/>
                  </a:lnTo>
                  <a:lnTo>
                    <a:pt x="46" y="164"/>
                  </a:lnTo>
                  <a:lnTo>
                    <a:pt x="45" y="162"/>
                  </a:lnTo>
                  <a:lnTo>
                    <a:pt x="45" y="162"/>
                  </a:lnTo>
                  <a:lnTo>
                    <a:pt x="45" y="160"/>
                  </a:lnTo>
                  <a:lnTo>
                    <a:pt x="46" y="160"/>
                  </a:lnTo>
                  <a:lnTo>
                    <a:pt x="48" y="160"/>
                  </a:lnTo>
                  <a:lnTo>
                    <a:pt x="48" y="160"/>
                  </a:lnTo>
                  <a:lnTo>
                    <a:pt x="49" y="160"/>
                  </a:lnTo>
                  <a:lnTo>
                    <a:pt x="50" y="160"/>
                  </a:lnTo>
                  <a:lnTo>
                    <a:pt x="51" y="156"/>
                  </a:lnTo>
                  <a:lnTo>
                    <a:pt x="51" y="154"/>
                  </a:lnTo>
                  <a:lnTo>
                    <a:pt x="51" y="150"/>
                  </a:lnTo>
                  <a:lnTo>
                    <a:pt x="51" y="146"/>
                  </a:lnTo>
                  <a:lnTo>
                    <a:pt x="51" y="143"/>
                  </a:lnTo>
                  <a:lnTo>
                    <a:pt x="51" y="141"/>
                  </a:lnTo>
                  <a:lnTo>
                    <a:pt x="51" y="139"/>
                  </a:lnTo>
                  <a:lnTo>
                    <a:pt x="49" y="134"/>
                  </a:lnTo>
                  <a:lnTo>
                    <a:pt x="49" y="129"/>
                  </a:lnTo>
                  <a:lnTo>
                    <a:pt x="48" y="126"/>
                  </a:lnTo>
                  <a:lnTo>
                    <a:pt x="50" y="122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0" y="114"/>
                  </a:lnTo>
                  <a:lnTo>
                    <a:pt x="49" y="107"/>
                  </a:lnTo>
                  <a:lnTo>
                    <a:pt x="49" y="106"/>
                  </a:lnTo>
                  <a:lnTo>
                    <a:pt x="49" y="104"/>
                  </a:lnTo>
                  <a:lnTo>
                    <a:pt x="49" y="99"/>
                  </a:lnTo>
                  <a:lnTo>
                    <a:pt x="50" y="97"/>
                  </a:lnTo>
                  <a:lnTo>
                    <a:pt x="51" y="96"/>
                  </a:lnTo>
                  <a:lnTo>
                    <a:pt x="52" y="94"/>
                  </a:lnTo>
                  <a:lnTo>
                    <a:pt x="52" y="93"/>
                  </a:lnTo>
                  <a:lnTo>
                    <a:pt x="51" y="92"/>
                  </a:lnTo>
                  <a:lnTo>
                    <a:pt x="49" y="89"/>
                  </a:lnTo>
                  <a:lnTo>
                    <a:pt x="49" y="86"/>
                  </a:lnTo>
                  <a:lnTo>
                    <a:pt x="48" y="84"/>
                  </a:lnTo>
                  <a:lnTo>
                    <a:pt x="48" y="82"/>
                  </a:lnTo>
                  <a:lnTo>
                    <a:pt x="50" y="80"/>
                  </a:lnTo>
                  <a:lnTo>
                    <a:pt x="50" y="79"/>
                  </a:lnTo>
                  <a:lnTo>
                    <a:pt x="50" y="78"/>
                  </a:lnTo>
                  <a:lnTo>
                    <a:pt x="50" y="76"/>
                  </a:lnTo>
                  <a:lnTo>
                    <a:pt x="50" y="75"/>
                  </a:lnTo>
                  <a:lnTo>
                    <a:pt x="50" y="75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2" y="72"/>
                  </a:lnTo>
                  <a:lnTo>
                    <a:pt x="55" y="72"/>
                  </a:lnTo>
                  <a:lnTo>
                    <a:pt x="57" y="71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0"/>
                  </a:lnTo>
                  <a:lnTo>
                    <a:pt x="64" y="70"/>
                  </a:lnTo>
                  <a:lnTo>
                    <a:pt x="67" y="71"/>
                  </a:lnTo>
                  <a:lnTo>
                    <a:pt x="67" y="72"/>
                  </a:lnTo>
                  <a:lnTo>
                    <a:pt x="69" y="72"/>
                  </a:lnTo>
                  <a:lnTo>
                    <a:pt x="69" y="72"/>
                  </a:lnTo>
                  <a:lnTo>
                    <a:pt x="70" y="73"/>
                  </a:lnTo>
                  <a:lnTo>
                    <a:pt x="71" y="73"/>
                  </a:lnTo>
                  <a:lnTo>
                    <a:pt x="71" y="73"/>
                  </a:lnTo>
                  <a:lnTo>
                    <a:pt x="72" y="73"/>
                  </a:lnTo>
                  <a:lnTo>
                    <a:pt x="72" y="73"/>
                  </a:lnTo>
                  <a:lnTo>
                    <a:pt x="72" y="73"/>
                  </a:lnTo>
                  <a:lnTo>
                    <a:pt x="74" y="73"/>
                  </a:lnTo>
                  <a:lnTo>
                    <a:pt x="74" y="72"/>
                  </a:lnTo>
                  <a:lnTo>
                    <a:pt x="76" y="72"/>
                  </a:lnTo>
                  <a:lnTo>
                    <a:pt x="77" y="72"/>
                  </a:lnTo>
                  <a:lnTo>
                    <a:pt x="77" y="72"/>
                  </a:lnTo>
                  <a:lnTo>
                    <a:pt x="78" y="73"/>
                  </a:lnTo>
                  <a:lnTo>
                    <a:pt x="78" y="73"/>
                  </a:lnTo>
                  <a:lnTo>
                    <a:pt x="79" y="75"/>
                  </a:lnTo>
                  <a:lnTo>
                    <a:pt x="79" y="76"/>
                  </a:lnTo>
                  <a:lnTo>
                    <a:pt x="80" y="77"/>
                  </a:lnTo>
                  <a:lnTo>
                    <a:pt x="81" y="80"/>
                  </a:lnTo>
                  <a:lnTo>
                    <a:pt x="81" y="82"/>
                  </a:lnTo>
                  <a:lnTo>
                    <a:pt x="82" y="83"/>
                  </a:lnTo>
                  <a:lnTo>
                    <a:pt x="84" y="84"/>
                  </a:lnTo>
                  <a:lnTo>
                    <a:pt x="85" y="85"/>
                  </a:lnTo>
                  <a:lnTo>
                    <a:pt x="87" y="85"/>
                  </a:lnTo>
                  <a:lnTo>
                    <a:pt x="91" y="85"/>
                  </a:lnTo>
                  <a:lnTo>
                    <a:pt x="93" y="84"/>
                  </a:lnTo>
                  <a:lnTo>
                    <a:pt x="94" y="80"/>
                  </a:lnTo>
                  <a:lnTo>
                    <a:pt x="96" y="77"/>
                  </a:lnTo>
                  <a:lnTo>
                    <a:pt x="98" y="75"/>
                  </a:lnTo>
                  <a:lnTo>
                    <a:pt x="99" y="73"/>
                  </a:lnTo>
                  <a:lnTo>
                    <a:pt x="101" y="71"/>
                  </a:lnTo>
                  <a:lnTo>
                    <a:pt x="101" y="70"/>
                  </a:lnTo>
                  <a:lnTo>
                    <a:pt x="101" y="69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102" y="63"/>
                  </a:lnTo>
                  <a:lnTo>
                    <a:pt x="102" y="60"/>
                  </a:lnTo>
                  <a:lnTo>
                    <a:pt x="102" y="55"/>
                  </a:lnTo>
                  <a:lnTo>
                    <a:pt x="103" y="50"/>
                  </a:lnTo>
                  <a:lnTo>
                    <a:pt x="105" y="44"/>
                  </a:lnTo>
                  <a:lnTo>
                    <a:pt x="105" y="39"/>
                  </a:lnTo>
                  <a:lnTo>
                    <a:pt x="106" y="33"/>
                  </a:lnTo>
                  <a:lnTo>
                    <a:pt x="107" y="27"/>
                  </a:lnTo>
                  <a:lnTo>
                    <a:pt x="107" y="21"/>
                  </a:lnTo>
                  <a:lnTo>
                    <a:pt x="108" y="15"/>
                  </a:lnTo>
                  <a:lnTo>
                    <a:pt x="109" y="10"/>
                  </a:lnTo>
                  <a:lnTo>
                    <a:pt x="109" y="6"/>
                  </a:lnTo>
                  <a:lnTo>
                    <a:pt x="109" y="3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2649538" y="2698750"/>
              <a:ext cx="288925" cy="265113"/>
            </a:xfrm>
            <a:custGeom>
              <a:avLst/>
              <a:gdLst>
                <a:gd name="T0" fmla="*/ 325 w 363"/>
                <a:gd name="T1" fmla="*/ 3 h 334"/>
                <a:gd name="T2" fmla="*/ 326 w 363"/>
                <a:gd name="T3" fmla="*/ 7 h 334"/>
                <a:gd name="T4" fmla="*/ 329 w 363"/>
                <a:gd name="T5" fmla="*/ 9 h 334"/>
                <a:gd name="T6" fmla="*/ 331 w 363"/>
                <a:gd name="T7" fmla="*/ 13 h 334"/>
                <a:gd name="T8" fmla="*/ 331 w 363"/>
                <a:gd name="T9" fmla="*/ 20 h 334"/>
                <a:gd name="T10" fmla="*/ 328 w 363"/>
                <a:gd name="T11" fmla="*/ 22 h 334"/>
                <a:gd name="T12" fmla="*/ 327 w 363"/>
                <a:gd name="T13" fmla="*/ 26 h 334"/>
                <a:gd name="T14" fmla="*/ 321 w 363"/>
                <a:gd name="T15" fmla="*/ 29 h 334"/>
                <a:gd name="T16" fmla="*/ 320 w 363"/>
                <a:gd name="T17" fmla="*/ 31 h 334"/>
                <a:gd name="T18" fmla="*/ 319 w 363"/>
                <a:gd name="T19" fmla="*/ 34 h 334"/>
                <a:gd name="T20" fmla="*/ 316 w 363"/>
                <a:gd name="T21" fmla="*/ 36 h 334"/>
                <a:gd name="T22" fmla="*/ 311 w 363"/>
                <a:gd name="T23" fmla="*/ 48 h 334"/>
                <a:gd name="T24" fmla="*/ 348 w 363"/>
                <a:gd name="T25" fmla="*/ 43 h 334"/>
                <a:gd name="T26" fmla="*/ 360 w 363"/>
                <a:gd name="T27" fmla="*/ 45 h 334"/>
                <a:gd name="T28" fmla="*/ 357 w 363"/>
                <a:gd name="T29" fmla="*/ 50 h 334"/>
                <a:gd name="T30" fmla="*/ 360 w 363"/>
                <a:gd name="T31" fmla="*/ 57 h 334"/>
                <a:gd name="T32" fmla="*/ 348 w 363"/>
                <a:gd name="T33" fmla="*/ 74 h 334"/>
                <a:gd name="T34" fmla="*/ 347 w 363"/>
                <a:gd name="T35" fmla="*/ 81 h 334"/>
                <a:gd name="T36" fmla="*/ 341 w 363"/>
                <a:gd name="T37" fmla="*/ 87 h 334"/>
                <a:gd name="T38" fmla="*/ 335 w 363"/>
                <a:gd name="T39" fmla="*/ 100 h 334"/>
                <a:gd name="T40" fmla="*/ 339 w 363"/>
                <a:gd name="T41" fmla="*/ 117 h 334"/>
                <a:gd name="T42" fmla="*/ 332 w 363"/>
                <a:gd name="T43" fmla="*/ 124 h 334"/>
                <a:gd name="T44" fmla="*/ 326 w 363"/>
                <a:gd name="T45" fmla="*/ 134 h 334"/>
                <a:gd name="T46" fmla="*/ 327 w 363"/>
                <a:gd name="T47" fmla="*/ 142 h 334"/>
                <a:gd name="T48" fmla="*/ 314 w 363"/>
                <a:gd name="T49" fmla="*/ 156 h 334"/>
                <a:gd name="T50" fmla="*/ 309 w 363"/>
                <a:gd name="T51" fmla="*/ 159 h 334"/>
                <a:gd name="T52" fmla="*/ 307 w 363"/>
                <a:gd name="T53" fmla="*/ 182 h 334"/>
                <a:gd name="T54" fmla="*/ 298 w 363"/>
                <a:gd name="T55" fmla="*/ 194 h 334"/>
                <a:gd name="T56" fmla="*/ 296 w 363"/>
                <a:gd name="T57" fmla="*/ 196 h 334"/>
                <a:gd name="T58" fmla="*/ 295 w 363"/>
                <a:gd name="T59" fmla="*/ 202 h 334"/>
                <a:gd name="T60" fmla="*/ 289 w 363"/>
                <a:gd name="T61" fmla="*/ 210 h 334"/>
                <a:gd name="T62" fmla="*/ 288 w 363"/>
                <a:gd name="T63" fmla="*/ 220 h 334"/>
                <a:gd name="T64" fmla="*/ 282 w 363"/>
                <a:gd name="T65" fmla="*/ 227 h 334"/>
                <a:gd name="T66" fmla="*/ 276 w 363"/>
                <a:gd name="T67" fmla="*/ 232 h 334"/>
                <a:gd name="T68" fmla="*/ 277 w 363"/>
                <a:gd name="T69" fmla="*/ 244 h 334"/>
                <a:gd name="T70" fmla="*/ 273 w 363"/>
                <a:gd name="T71" fmla="*/ 250 h 334"/>
                <a:gd name="T72" fmla="*/ 266 w 363"/>
                <a:gd name="T73" fmla="*/ 258 h 334"/>
                <a:gd name="T74" fmla="*/ 271 w 363"/>
                <a:gd name="T75" fmla="*/ 267 h 334"/>
                <a:gd name="T76" fmla="*/ 268 w 363"/>
                <a:gd name="T77" fmla="*/ 272 h 334"/>
                <a:gd name="T78" fmla="*/ 275 w 363"/>
                <a:gd name="T79" fmla="*/ 281 h 334"/>
                <a:gd name="T80" fmla="*/ 274 w 363"/>
                <a:gd name="T81" fmla="*/ 293 h 334"/>
                <a:gd name="T82" fmla="*/ 280 w 363"/>
                <a:gd name="T83" fmla="*/ 305 h 334"/>
                <a:gd name="T84" fmla="*/ 275 w 363"/>
                <a:gd name="T85" fmla="*/ 319 h 334"/>
                <a:gd name="T86" fmla="*/ 206 w 363"/>
                <a:gd name="T87" fmla="*/ 324 h 334"/>
                <a:gd name="T88" fmla="*/ 126 w 363"/>
                <a:gd name="T89" fmla="*/ 329 h 334"/>
                <a:gd name="T90" fmla="*/ 58 w 363"/>
                <a:gd name="T91" fmla="*/ 322 h 334"/>
                <a:gd name="T92" fmla="*/ 54 w 363"/>
                <a:gd name="T93" fmla="*/ 285 h 334"/>
                <a:gd name="T94" fmla="*/ 45 w 363"/>
                <a:gd name="T95" fmla="*/ 281 h 334"/>
                <a:gd name="T96" fmla="*/ 36 w 363"/>
                <a:gd name="T97" fmla="*/ 284 h 334"/>
                <a:gd name="T98" fmla="*/ 30 w 363"/>
                <a:gd name="T99" fmla="*/ 285 h 334"/>
                <a:gd name="T100" fmla="*/ 24 w 363"/>
                <a:gd name="T101" fmla="*/ 280 h 334"/>
                <a:gd name="T102" fmla="*/ 20 w 363"/>
                <a:gd name="T103" fmla="*/ 200 h 334"/>
                <a:gd name="T104" fmla="*/ 13 w 363"/>
                <a:gd name="T105" fmla="*/ 96 h 334"/>
                <a:gd name="T106" fmla="*/ 0 w 363"/>
                <a:gd name="T107" fmla="*/ 22 h 334"/>
                <a:gd name="T108" fmla="*/ 119 w 363"/>
                <a:gd name="T109" fmla="*/ 16 h 334"/>
                <a:gd name="T110" fmla="*/ 238 w 363"/>
                <a:gd name="T111" fmla="*/ 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3" h="334">
                  <a:moveTo>
                    <a:pt x="323" y="0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324" y="1"/>
                  </a:lnTo>
                  <a:lnTo>
                    <a:pt x="324" y="3"/>
                  </a:lnTo>
                  <a:lnTo>
                    <a:pt x="325" y="3"/>
                  </a:lnTo>
                  <a:lnTo>
                    <a:pt x="325" y="3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6" y="5"/>
                  </a:lnTo>
                  <a:lnTo>
                    <a:pt x="326" y="5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8"/>
                  </a:lnTo>
                  <a:lnTo>
                    <a:pt x="327" y="8"/>
                  </a:lnTo>
                  <a:lnTo>
                    <a:pt x="329" y="9"/>
                  </a:lnTo>
                  <a:lnTo>
                    <a:pt x="329" y="9"/>
                  </a:lnTo>
                  <a:lnTo>
                    <a:pt x="329" y="10"/>
                  </a:lnTo>
                  <a:lnTo>
                    <a:pt x="331" y="10"/>
                  </a:lnTo>
                  <a:lnTo>
                    <a:pt x="331" y="10"/>
                  </a:lnTo>
                  <a:lnTo>
                    <a:pt x="331" y="10"/>
                  </a:lnTo>
                  <a:lnTo>
                    <a:pt x="331" y="12"/>
                  </a:lnTo>
                  <a:lnTo>
                    <a:pt x="331" y="13"/>
                  </a:lnTo>
                  <a:lnTo>
                    <a:pt x="331" y="15"/>
                  </a:lnTo>
                  <a:lnTo>
                    <a:pt x="331" y="15"/>
                  </a:lnTo>
                  <a:lnTo>
                    <a:pt x="331" y="17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31" y="20"/>
                  </a:lnTo>
                  <a:lnTo>
                    <a:pt x="331" y="20"/>
                  </a:lnTo>
                  <a:lnTo>
                    <a:pt x="331" y="20"/>
                  </a:lnTo>
                  <a:lnTo>
                    <a:pt x="331" y="21"/>
                  </a:lnTo>
                  <a:lnTo>
                    <a:pt x="331" y="21"/>
                  </a:lnTo>
                  <a:lnTo>
                    <a:pt x="329" y="21"/>
                  </a:lnTo>
                  <a:lnTo>
                    <a:pt x="328" y="22"/>
                  </a:lnTo>
                  <a:lnTo>
                    <a:pt x="327" y="22"/>
                  </a:lnTo>
                  <a:lnTo>
                    <a:pt x="327" y="22"/>
                  </a:lnTo>
                  <a:lnTo>
                    <a:pt x="327" y="22"/>
                  </a:lnTo>
                  <a:lnTo>
                    <a:pt x="327" y="24"/>
                  </a:lnTo>
                  <a:lnTo>
                    <a:pt x="327" y="24"/>
                  </a:lnTo>
                  <a:lnTo>
                    <a:pt x="327" y="26"/>
                  </a:lnTo>
                  <a:lnTo>
                    <a:pt x="327" y="26"/>
                  </a:lnTo>
                  <a:lnTo>
                    <a:pt x="326" y="26"/>
                  </a:lnTo>
                  <a:lnTo>
                    <a:pt x="324" y="28"/>
                  </a:lnTo>
                  <a:lnTo>
                    <a:pt x="323" y="28"/>
                  </a:lnTo>
                  <a:lnTo>
                    <a:pt x="321" y="29"/>
                  </a:lnTo>
                  <a:lnTo>
                    <a:pt x="321" y="29"/>
                  </a:lnTo>
                  <a:lnTo>
                    <a:pt x="320" y="29"/>
                  </a:lnTo>
                  <a:lnTo>
                    <a:pt x="320" y="30"/>
                  </a:lnTo>
                  <a:lnTo>
                    <a:pt x="320" y="30"/>
                  </a:lnTo>
                  <a:lnTo>
                    <a:pt x="320" y="30"/>
                  </a:lnTo>
                  <a:lnTo>
                    <a:pt x="320" y="31"/>
                  </a:lnTo>
                  <a:lnTo>
                    <a:pt x="320" y="31"/>
                  </a:lnTo>
                  <a:lnTo>
                    <a:pt x="320" y="33"/>
                  </a:lnTo>
                  <a:lnTo>
                    <a:pt x="320" y="33"/>
                  </a:lnTo>
                  <a:lnTo>
                    <a:pt x="319" y="34"/>
                  </a:lnTo>
                  <a:lnTo>
                    <a:pt x="319" y="34"/>
                  </a:lnTo>
                  <a:lnTo>
                    <a:pt x="319" y="34"/>
                  </a:lnTo>
                  <a:lnTo>
                    <a:pt x="319" y="34"/>
                  </a:lnTo>
                  <a:lnTo>
                    <a:pt x="318" y="35"/>
                  </a:lnTo>
                  <a:lnTo>
                    <a:pt x="317" y="35"/>
                  </a:lnTo>
                  <a:lnTo>
                    <a:pt x="317" y="35"/>
                  </a:lnTo>
                  <a:lnTo>
                    <a:pt x="316" y="36"/>
                  </a:lnTo>
                  <a:lnTo>
                    <a:pt x="316" y="36"/>
                  </a:lnTo>
                  <a:lnTo>
                    <a:pt x="316" y="36"/>
                  </a:lnTo>
                  <a:lnTo>
                    <a:pt x="314" y="37"/>
                  </a:lnTo>
                  <a:lnTo>
                    <a:pt x="313" y="40"/>
                  </a:lnTo>
                  <a:lnTo>
                    <a:pt x="313" y="41"/>
                  </a:lnTo>
                  <a:lnTo>
                    <a:pt x="311" y="45"/>
                  </a:lnTo>
                  <a:lnTo>
                    <a:pt x="311" y="46"/>
                  </a:lnTo>
                  <a:lnTo>
                    <a:pt x="311" y="48"/>
                  </a:lnTo>
                  <a:lnTo>
                    <a:pt x="311" y="48"/>
                  </a:lnTo>
                  <a:lnTo>
                    <a:pt x="311" y="48"/>
                  </a:lnTo>
                  <a:lnTo>
                    <a:pt x="317" y="46"/>
                  </a:lnTo>
                  <a:lnTo>
                    <a:pt x="327" y="45"/>
                  </a:lnTo>
                  <a:lnTo>
                    <a:pt x="338" y="44"/>
                  </a:lnTo>
                  <a:lnTo>
                    <a:pt x="348" y="43"/>
                  </a:lnTo>
                  <a:lnTo>
                    <a:pt x="357" y="42"/>
                  </a:lnTo>
                  <a:lnTo>
                    <a:pt x="359" y="42"/>
                  </a:lnTo>
                  <a:lnTo>
                    <a:pt x="359" y="42"/>
                  </a:lnTo>
                  <a:lnTo>
                    <a:pt x="359" y="42"/>
                  </a:lnTo>
                  <a:lnTo>
                    <a:pt x="359" y="43"/>
                  </a:lnTo>
                  <a:lnTo>
                    <a:pt x="360" y="45"/>
                  </a:lnTo>
                  <a:lnTo>
                    <a:pt x="362" y="46"/>
                  </a:lnTo>
                  <a:lnTo>
                    <a:pt x="363" y="49"/>
                  </a:lnTo>
                  <a:lnTo>
                    <a:pt x="363" y="51"/>
                  </a:lnTo>
                  <a:lnTo>
                    <a:pt x="362" y="51"/>
                  </a:lnTo>
                  <a:lnTo>
                    <a:pt x="360" y="49"/>
                  </a:lnTo>
                  <a:lnTo>
                    <a:pt x="357" y="50"/>
                  </a:lnTo>
                  <a:lnTo>
                    <a:pt x="356" y="50"/>
                  </a:lnTo>
                  <a:lnTo>
                    <a:pt x="356" y="52"/>
                  </a:lnTo>
                  <a:lnTo>
                    <a:pt x="355" y="53"/>
                  </a:lnTo>
                  <a:lnTo>
                    <a:pt x="357" y="55"/>
                  </a:lnTo>
                  <a:lnTo>
                    <a:pt x="360" y="56"/>
                  </a:lnTo>
                  <a:lnTo>
                    <a:pt x="360" y="57"/>
                  </a:lnTo>
                  <a:lnTo>
                    <a:pt x="356" y="62"/>
                  </a:lnTo>
                  <a:lnTo>
                    <a:pt x="345" y="67"/>
                  </a:lnTo>
                  <a:lnTo>
                    <a:pt x="345" y="69"/>
                  </a:lnTo>
                  <a:lnTo>
                    <a:pt x="345" y="70"/>
                  </a:lnTo>
                  <a:lnTo>
                    <a:pt x="346" y="72"/>
                  </a:lnTo>
                  <a:lnTo>
                    <a:pt x="348" y="74"/>
                  </a:lnTo>
                  <a:lnTo>
                    <a:pt x="348" y="76"/>
                  </a:lnTo>
                  <a:lnTo>
                    <a:pt x="347" y="77"/>
                  </a:lnTo>
                  <a:lnTo>
                    <a:pt x="346" y="78"/>
                  </a:lnTo>
                  <a:lnTo>
                    <a:pt x="345" y="79"/>
                  </a:lnTo>
                  <a:lnTo>
                    <a:pt x="346" y="80"/>
                  </a:lnTo>
                  <a:lnTo>
                    <a:pt x="347" y="81"/>
                  </a:lnTo>
                  <a:lnTo>
                    <a:pt x="348" y="84"/>
                  </a:lnTo>
                  <a:lnTo>
                    <a:pt x="347" y="85"/>
                  </a:lnTo>
                  <a:lnTo>
                    <a:pt x="346" y="86"/>
                  </a:lnTo>
                  <a:lnTo>
                    <a:pt x="343" y="86"/>
                  </a:lnTo>
                  <a:lnTo>
                    <a:pt x="342" y="87"/>
                  </a:lnTo>
                  <a:lnTo>
                    <a:pt x="341" y="87"/>
                  </a:lnTo>
                  <a:lnTo>
                    <a:pt x="341" y="89"/>
                  </a:lnTo>
                  <a:lnTo>
                    <a:pt x="341" y="92"/>
                  </a:lnTo>
                  <a:lnTo>
                    <a:pt x="341" y="93"/>
                  </a:lnTo>
                  <a:lnTo>
                    <a:pt x="340" y="94"/>
                  </a:lnTo>
                  <a:lnTo>
                    <a:pt x="340" y="96"/>
                  </a:lnTo>
                  <a:lnTo>
                    <a:pt x="335" y="100"/>
                  </a:lnTo>
                  <a:lnTo>
                    <a:pt x="335" y="101"/>
                  </a:lnTo>
                  <a:lnTo>
                    <a:pt x="335" y="103"/>
                  </a:lnTo>
                  <a:lnTo>
                    <a:pt x="335" y="107"/>
                  </a:lnTo>
                  <a:lnTo>
                    <a:pt x="335" y="109"/>
                  </a:lnTo>
                  <a:lnTo>
                    <a:pt x="338" y="113"/>
                  </a:lnTo>
                  <a:lnTo>
                    <a:pt x="339" y="117"/>
                  </a:lnTo>
                  <a:lnTo>
                    <a:pt x="339" y="121"/>
                  </a:lnTo>
                  <a:lnTo>
                    <a:pt x="338" y="123"/>
                  </a:lnTo>
                  <a:lnTo>
                    <a:pt x="336" y="123"/>
                  </a:lnTo>
                  <a:lnTo>
                    <a:pt x="334" y="123"/>
                  </a:lnTo>
                  <a:lnTo>
                    <a:pt x="332" y="123"/>
                  </a:lnTo>
                  <a:lnTo>
                    <a:pt x="332" y="124"/>
                  </a:lnTo>
                  <a:lnTo>
                    <a:pt x="332" y="127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29" y="130"/>
                  </a:lnTo>
                  <a:lnTo>
                    <a:pt x="327" y="133"/>
                  </a:lnTo>
                  <a:lnTo>
                    <a:pt x="326" y="134"/>
                  </a:lnTo>
                  <a:lnTo>
                    <a:pt x="324" y="134"/>
                  </a:lnTo>
                  <a:lnTo>
                    <a:pt x="324" y="135"/>
                  </a:lnTo>
                  <a:lnTo>
                    <a:pt x="324" y="135"/>
                  </a:lnTo>
                  <a:lnTo>
                    <a:pt x="325" y="136"/>
                  </a:lnTo>
                  <a:lnTo>
                    <a:pt x="327" y="138"/>
                  </a:lnTo>
                  <a:lnTo>
                    <a:pt x="327" y="142"/>
                  </a:lnTo>
                  <a:lnTo>
                    <a:pt x="325" y="145"/>
                  </a:lnTo>
                  <a:lnTo>
                    <a:pt x="321" y="148"/>
                  </a:lnTo>
                  <a:lnTo>
                    <a:pt x="313" y="152"/>
                  </a:lnTo>
                  <a:lnTo>
                    <a:pt x="313" y="153"/>
                  </a:lnTo>
                  <a:lnTo>
                    <a:pt x="313" y="155"/>
                  </a:lnTo>
                  <a:lnTo>
                    <a:pt x="314" y="156"/>
                  </a:lnTo>
                  <a:lnTo>
                    <a:pt x="314" y="158"/>
                  </a:lnTo>
                  <a:lnTo>
                    <a:pt x="314" y="159"/>
                  </a:lnTo>
                  <a:lnTo>
                    <a:pt x="313" y="160"/>
                  </a:lnTo>
                  <a:lnTo>
                    <a:pt x="312" y="160"/>
                  </a:lnTo>
                  <a:lnTo>
                    <a:pt x="310" y="160"/>
                  </a:lnTo>
                  <a:lnTo>
                    <a:pt x="309" y="159"/>
                  </a:lnTo>
                  <a:lnTo>
                    <a:pt x="307" y="160"/>
                  </a:lnTo>
                  <a:lnTo>
                    <a:pt x="307" y="162"/>
                  </a:lnTo>
                  <a:lnTo>
                    <a:pt x="306" y="165"/>
                  </a:lnTo>
                  <a:lnTo>
                    <a:pt x="305" y="170"/>
                  </a:lnTo>
                  <a:lnTo>
                    <a:pt x="307" y="176"/>
                  </a:lnTo>
                  <a:lnTo>
                    <a:pt x="307" y="182"/>
                  </a:lnTo>
                  <a:lnTo>
                    <a:pt x="307" y="186"/>
                  </a:lnTo>
                  <a:lnTo>
                    <a:pt x="307" y="188"/>
                  </a:lnTo>
                  <a:lnTo>
                    <a:pt x="305" y="192"/>
                  </a:lnTo>
                  <a:lnTo>
                    <a:pt x="303" y="193"/>
                  </a:lnTo>
                  <a:lnTo>
                    <a:pt x="300" y="194"/>
                  </a:lnTo>
                  <a:lnTo>
                    <a:pt x="298" y="194"/>
                  </a:lnTo>
                  <a:lnTo>
                    <a:pt x="297" y="194"/>
                  </a:lnTo>
                  <a:lnTo>
                    <a:pt x="296" y="194"/>
                  </a:lnTo>
                  <a:lnTo>
                    <a:pt x="296" y="194"/>
                  </a:lnTo>
                  <a:lnTo>
                    <a:pt x="295" y="194"/>
                  </a:lnTo>
                  <a:lnTo>
                    <a:pt x="295" y="195"/>
                  </a:lnTo>
                  <a:lnTo>
                    <a:pt x="296" y="196"/>
                  </a:lnTo>
                  <a:lnTo>
                    <a:pt x="296" y="198"/>
                  </a:lnTo>
                  <a:lnTo>
                    <a:pt x="297" y="199"/>
                  </a:lnTo>
                  <a:lnTo>
                    <a:pt x="296" y="200"/>
                  </a:lnTo>
                  <a:lnTo>
                    <a:pt x="296" y="201"/>
                  </a:lnTo>
                  <a:lnTo>
                    <a:pt x="295" y="202"/>
                  </a:lnTo>
                  <a:lnTo>
                    <a:pt x="295" y="202"/>
                  </a:lnTo>
                  <a:lnTo>
                    <a:pt x="295" y="202"/>
                  </a:lnTo>
                  <a:lnTo>
                    <a:pt x="292" y="202"/>
                  </a:lnTo>
                  <a:lnTo>
                    <a:pt x="292" y="202"/>
                  </a:lnTo>
                  <a:lnTo>
                    <a:pt x="291" y="202"/>
                  </a:lnTo>
                  <a:lnTo>
                    <a:pt x="291" y="203"/>
                  </a:lnTo>
                  <a:lnTo>
                    <a:pt x="289" y="210"/>
                  </a:lnTo>
                  <a:lnTo>
                    <a:pt x="288" y="210"/>
                  </a:lnTo>
                  <a:lnTo>
                    <a:pt x="286" y="212"/>
                  </a:lnTo>
                  <a:lnTo>
                    <a:pt x="283" y="214"/>
                  </a:lnTo>
                  <a:lnTo>
                    <a:pt x="282" y="215"/>
                  </a:lnTo>
                  <a:lnTo>
                    <a:pt x="283" y="217"/>
                  </a:lnTo>
                  <a:lnTo>
                    <a:pt x="288" y="220"/>
                  </a:lnTo>
                  <a:lnTo>
                    <a:pt x="289" y="223"/>
                  </a:lnTo>
                  <a:lnTo>
                    <a:pt x="288" y="224"/>
                  </a:lnTo>
                  <a:lnTo>
                    <a:pt x="286" y="226"/>
                  </a:lnTo>
                  <a:lnTo>
                    <a:pt x="285" y="226"/>
                  </a:lnTo>
                  <a:lnTo>
                    <a:pt x="283" y="226"/>
                  </a:lnTo>
                  <a:lnTo>
                    <a:pt x="282" y="227"/>
                  </a:lnTo>
                  <a:lnTo>
                    <a:pt x="278" y="229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4" y="232"/>
                  </a:lnTo>
                  <a:lnTo>
                    <a:pt x="275" y="232"/>
                  </a:lnTo>
                  <a:lnTo>
                    <a:pt x="276" y="232"/>
                  </a:lnTo>
                  <a:lnTo>
                    <a:pt x="276" y="234"/>
                  </a:lnTo>
                  <a:lnTo>
                    <a:pt x="278" y="236"/>
                  </a:lnTo>
                  <a:lnTo>
                    <a:pt x="277" y="238"/>
                  </a:lnTo>
                  <a:lnTo>
                    <a:pt x="276" y="239"/>
                  </a:lnTo>
                  <a:lnTo>
                    <a:pt x="276" y="243"/>
                  </a:lnTo>
                  <a:lnTo>
                    <a:pt x="277" y="244"/>
                  </a:lnTo>
                  <a:lnTo>
                    <a:pt x="278" y="246"/>
                  </a:lnTo>
                  <a:lnTo>
                    <a:pt x="277" y="248"/>
                  </a:lnTo>
                  <a:lnTo>
                    <a:pt x="276" y="249"/>
                  </a:lnTo>
                  <a:lnTo>
                    <a:pt x="275" y="249"/>
                  </a:lnTo>
                  <a:lnTo>
                    <a:pt x="274" y="249"/>
                  </a:lnTo>
                  <a:lnTo>
                    <a:pt x="273" y="250"/>
                  </a:lnTo>
                  <a:lnTo>
                    <a:pt x="271" y="251"/>
                  </a:lnTo>
                  <a:lnTo>
                    <a:pt x="271" y="251"/>
                  </a:lnTo>
                  <a:lnTo>
                    <a:pt x="270" y="252"/>
                  </a:lnTo>
                  <a:lnTo>
                    <a:pt x="268" y="257"/>
                  </a:lnTo>
                  <a:lnTo>
                    <a:pt x="267" y="258"/>
                  </a:lnTo>
                  <a:lnTo>
                    <a:pt x="266" y="258"/>
                  </a:lnTo>
                  <a:lnTo>
                    <a:pt x="266" y="259"/>
                  </a:lnTo>
                  <a:lnTo>
                    <a:pt x="267" y="260"/>
                  </a:lnTo>
                  <a:lnTo>
                    <a:pt x="270" y="262"/>
                  </a:lnTo>
                  <a:lnTo>
                    <a:pt x="271" y="263"/>
                  </a:lnTo>
                  <a:lnTo>
                    <a:pt x="273" y="265"/>
                  </a:lnTo>
                  <a:lnTo>
                    <a:pt x="271" y="267"/>
                  </a:lnTo>
                  <a:lnTo>
                    <a:pt x="270" y="269"/>
                  </a:lnTo>
                  <a:lnTo>
                    <a:pt x="269" y="269"/>
                  </a:lnTo>
                  <a:lnTo>
                    <a:pt x="267" y="269"/>
                  </a:lnTo>
                  <a:lnTo>
                    <a:pt x="266" y="270"/>
                  </a:lnTo>
                  <a:lnTo>
                    <a:pt x="267" y="271"/>
                  </a:lnTo>
                  <a:lnTo>
                    <a:pt x="268" y="272"/>
                  </a:lnTo>
                  <a:lnTo>
                    <a:pt x="269" y="273"/>
                  </a:lnTo>
                  <a:lnTo>
                    <a:pt x="270" y="273"/>
                  </a:lnTo>
                  <a:lnTo>
                    <a:pt x="271" y="274"/>
                  </a:lnTo>
                  <a:lnTo>
                    <a:pt x="275" y="277"/>
                  </a:lnTo>
                  <a:lnTo>
                    <a:pt x="275" y="278"/>
                  </a:lnTo>
                  <a:lnTo>
                    <a:pt x="275" y="281"/>
                  </a:lnTo>
                  <a:lnTo>
                    <a:pt x="275" y="284"/>
                  </a:lnTo>
                  <a:lnTo>
                    <a:pt x="275" y="285"/>
                  </a:lnTo>
                  <a:lnTo>
                    <a:pt x="273" y="289"/>
                  </a:lnTo>
                  <a:lnTo>
                    <a:pt x="271" y="292"/>
                  </a:lnTo>
                  <a:lnTo>
                    <a:pt x="273" y="293"/>
                  </a:lnTo>
                  <a:lnTo>
                    <a:pt x="274" y="293"/>
                  </a:lnTo>
                  <a:lnTo>
                    <a:pt x="276" y="294"/>
                  </a:lnTo>
                  <a:lnTo>
                    <a:pt x="277" y="294"/>
                  </a:lnTo>
                  <a:lnTo>
                    <a:pt x="277" y="295"/>
                  </a:lnTo>
                  <a:lnTo>
                    <a:pt x="278" y="300"/>
                  </a:lnTo>
                  <a:lnTo>
                    <a:pt x="280" y="303"/>
                  </a:lnTo>
                  <a:lnTo>
                    <a:pt x="280" y="305"/>
                  </a:lnTo>
                  <a:lnTo>
                    <a:pt x="280" y="306"/>
                  </a:lnTo>
                  <a:lnTo>
                    <a:pt x="278" y="307"/>
                  </a:lnTo>
                  <a:lnTo>
                    <a:pt x="276" y="307"/>
                  </a:lnTo>
                  <a:lnTo>
                    <a:pt x="275" y="308"/>
                  </a:lnTo>
                  <a:lnTo>
                    <a:pt x="275" y="309"/>
                  </a:lnTo>
                  <a:lnTo>
                    <a:pt x="275" y="319"/>
                  </a:lnTo>
                  <a:lnTo>
                    <a:pt x="274" y="319"/>
                  </a:lnTo>
                  <a:lnTo>
                    <a:pt x="261" y="320"/>
                  </a:lnTo>
                  <a:lnTo>
                    <a:pt x="247" y="321"/>
                  </a:lnTo>
                  <a:lnTo>
                    <a:pt x="233" y="322"/>
                  </a:lnTo>
                  <a:lnTo>
                    <a:pt x="220" y="323"/>
                  </a:lnTo>
                  <a:lnTo>
                    <a:pt x="206" y="324"/>
                  </a:lnTo>
                  <a:lnTo>
                    <a:pt x="194" y="324"/>
                  </a:lnTo>
                  <a:lnTo>
                    <a:pt x="180" y="325"/>
                  </a:lnTo>
                  <a:lnTo>
                    <a:pt x="166" y="327"/>
                  </a:lnTo>
                  <a:lnTo>
                    <a:pt x="153" y="328"/>
                  </a:lnTo>
                  <a:lnTo>
                    <a:pt x="139" y="329"/>
                  </a:lnTo>
                  <a:lnTo>
                    <a:pt x="126" y="329"/>
                  </a:lnTo>
                  <a:lnTo>
                    <a:pt x="112" y="330"/>
                  </a:lnTo>
                  <a:lnTo>
                    <a:pt x="99" y="331"/>
                  </a:lnTo>
                  <a:lnTo>
                    <a:pt x="85" y="331"/>
                  </a:lnTo>
                  <a:lnTo>
                    <a:pt x="72" y="332"/>
                  </a:lnTo>
                  <a:lnTo>
                    <a:pt x="59" y="334"/>
                  </a:lnTo>
                  <a:lnTo>
                    <a:pt x="58" y="322"/>
                  </a:lnTo>
                  <a:lnTo>
                    <a:pt x="58" y="312"/>
                  </a:lnTo>
                  <a:lnTo>
                    <a:pt x="56" y="301"/>
                  </a:lnTo>
                  <a:lnTo>
                    <a:pt x="55" y="291"/>
                  </a:lnTo>
                  <a:lnTo>
                    <a:pt x="55" y="285"/>
                  </a:lnTo>
                  <a:lnTo>
                    <a:pt x="55" y="285"/>
                  </a:lnTo>
                  <a:lnTo>
                    <a:pt x="54" y="285"/>
                  </a:lnTo>
                  <a:lnTo>
                    <a:pt x="53" y="284"/>
                  </a:lnTo>
                  <a:lnTo>
                    <a:pt x="52" y="282"/>
                  </a:lnTo>
                  <a:lnTo>
                    <a:pt x="49" y="284"/>
                  </a:lnTo>
                  <a:lnTo>
                    <a:pt x="48" y="284"/>
                  </a:lnTo>
                  <a:lnTo>
                    <a:pt x="47" y="282"/>
                  </a:lnTo>
                  <a:lnTo>
                    <a:pt x="45" y="281"/>
                  </a:lnTo>
                  <a:lnTo>
                    <a:pt x="44" y="282"/>
                  </a:lnTo>
                  <a:lnTo>
                    <a:pt x="43" y="282"/>
                  </a:lnTo>
                  <a:lnTo>
                    <a:pt x="41" y="284"/>
                  </a:lnTo>
                  <a:lnTo>
                    <a:pt x="38" y="281"/>
                  </a:lnTo>
                  <a:lnTo>
                    <a:pt x="37" y="282"/>
                  </a:lnTo>
                  <a:lnTo>
                    <a:pt x="36" y="284"/>
                  </a:lnTo>
                  <a:lnTo>
                    <a:pt x="36" y="285"/>
                  </a:lnTo>
                  <a:lnTo>
                    <a:pt x="34" y="285"/>
                  </a:lnTo>
                  <a:lnTo>
                    <a:pt x="33" y="285"/>
                  </a:lnTo>
                  <a:lnTo>
                    <a:pt x="31" y="286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4"/>
                  </a:lnTo>
                  <a:lnTo>
                    <a:pt x="30" y="282"/>
                  </a:lnTo>
                  <a:lnTo>
                    <a:pt x="29" y="284"/>
                  </a:lnTo>
                  <a:lnTo>
                    <a:pt x="26" y="282"/>
                  </a:lnTo>
                  <a:lnTo>
                    <a:pt x="25" y="281"/>
                  </a:lnTo>
                  <a:lnTo>
                    <a:pt x="24" y="280"/>
                  </a:lnTo>
                  <a:lnTo>
                    <a:pt x="24" y="278"/>
                  </a:lnTo>
                  <a:lnTo>
                    <a:pt x="23" y="278"/>
                  </a:lnTo>
                  <a:lnTo>
                    <a:pt x="22" y="258"/>
                  </a:lnTo>
                  <a:lnTo>
                    <a:pt x="22" y="238"/>
                  </a:lnTo>
                  <a:lnTo>
                    <a:pt x="20" y="220"/>
                  </a:lnTo>
                  <a:lnTo>
                    <a:pt x="20" y="200"/>
                  </a:lnTo>
                  <a:lnTo>
                    <a:pt x="19" y="180"/>
                  </a:lnTo>
                  <a:lnTo>
                    <a:pt x="19" y="160"/>
                  </a:lnTo>
                  <a:lnTo>
                    <a:pt x="18" y="142"/>
                  </a:lnTo>
                  <a:lnTo>
                    <a:pt x="18" y="122"/>
                  </a:lnTo>
                  <a:lnTo>
                    <a:pt x="16" y="109"/>
                  </a:lnTo>
                  <a:lnTo>
                    <a:pt x="13" y="96"/>
                  </a:lnTo>
                  <a:lnTo>
                    <a:pt x="11" y="85"/>
                  </a:lnTo>
                  <a:lnTo>
                    <a:pt x="9" y="72"/>
                  </a:lnTo>
                  <a:lnTo>
                    <a:pt x="6" y="59"/>
                  </a:lnTo>
                  <a:lnTo>
                    <a:pt x="4" y="48"/>
                  </a:lnTo>
                  <a:lnTo>
                    <a:pt x="2" y="35"/>
                  </a:lnTo>
                  <a:lnTo>
                    <a:pt x="0" y="22"/>
                  </a:lnTo>
                  <a:lnTo>
                    <a:pt x="19" y="22"/>
                  </a:lnTo>
                  <a:lnTo>
                    <a:pt x="39" y="21"/>
                  </a:lnTo>
                  <a:lnTo>
                    <a:pt x="60" y="20"/>
                  </a:lnTo>
                  <a:lnTo>
                    <a:pt x="80" y="19"/>
                  </a:lnTo>
                  <a:lnTo>
                    <a:pt x="99" y="17"/>
                  </a:lnTo>
                  <a:lnTo>
                    <a:pt x="119" y="16"/>
                  </a:lnTo>
                  <a:lnTo>
                    <a:pt x="139" y="15"/>
                  </a:lnTo>
                  <a:lnTo>
                    <a:pt x="159" y="13"/>
                  </a:lnTo>
                  <a:lnTo>
                    <a:pt x="178" y="12"/>
                  </a:lnTo>
                  <a:lnTo>
                    <a:pt x="198" y="10"/>
                  </a:lnTo>
                  <a:lnTo>
                    <a:pt x="218" y="9"/>
                  </a:lnTo>
                  <a:lnTo>
                    <a:pt x="238" y="7"/>
                  </a:lnTo>
                  <a:lnTo>
                    <a:pt x="259" y="6"/>
                  </a:lnTo>
                  <a:lnTo>
                    <a:pt x="278" y="5"/>
                  </a:lnTo>
                  <a:lnTo>
                    <a:pt x="298" y="2"/>
                  </a:lnTo>
                  <a:lnTo>
                    <a:pt x="318" y="1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4"/>
            <p:cNvSpPr>
              <a:spLocks noEditPoints="1"/>
            </p:cNvSpPr>
            <p:nvPr/>
          </p:nvSpPr>
          <p:spPr bwMode="auto">
            <a:xfrm>
              <a:off x="3030538" y="2776538"/>
              <a:ext cx="223837" cy="355600"/>
            </a:xfrm>
            <a:custGeom>
              <a:avLst/>
              <a:gdLst>
                <a:gd name="T0" fmla="*/ 38 w 283"/>
                <a:gd name="T1" fmla="*/ 448 h 448"/>
                <a:gd name="T2" fmla="*/ 189 w 283"/>
                <a:gd name="T3" fmla="*/ 0 h 448"/>
                <a:gd name="T4" fmla="*/ 196 w 283"/>
                <a:gd name="T5" fmla="*/ 22 h 448"/>
                <a:gd name="T6" fmla="*/ 211 w 283"/>
                <a:gd name="T7" fmla="*/ 72 h 448"/>
                <a:gd name="T8" fmla="*/ 228 w 283"/>
                <a:gd name="T9" fmla="*/ 128 h 448"/>
                <a:gd name="T10" fmla="*/ 241 w 283"/>
                <a:gd name="T11" fmla="*/ 168 h 448"/>
                <a:gd name="T12" fmla="*/ 248 w 283"/>
                <a:gd name="T13" fmla="*/ 186 h 448"/>
                <a:gd name="T14" fmla="*/ 251 w 283"/>
                <a:gd name="T15" fmla="*/ 193 h 448"/>
                <a:gd name="T16" fmla="*/ 255 w 283"/>
                <a:gd name="T17" fmla="*/ 202 h 448"/>
                <a:gd name="T18" fmla="*/ 264 w 283"/>
                <a:gd name="T19" fmla="*/ 215 h 448"/>
                <a:gd name="T20" fmla="*/ 268 w 283"/>
                <a:gd name="T21" fmla="*/ 224 h 448"/>
                <a:gd name="T22" fmla="*/ 272 w 283"/>
                <a:gd name="T23" fmla="*/ 233 h 448"/>
                <a:gd name="T24" fmla="*/ 275 w 283"/>
                <a:gd name="T25" fmla="*/ 237 h 448"/>
                <a:gd name="T26" fmla="*/ 271 w 283"/>
                <a:gd name="T27" fmla="*/ 240 h 448"/>
                <a:gd name="T28" fmla="*/ 268 w 283"/>
                <a:gd name="T29" fmla="*/ 245 h 448"/>
                <a:gd name="T30" fmla="*/ 265 w 283"/>
                <a:gd name="T31" fmla="*/ 255 h 448"/>
                <a:gd name="T32" fmla="*/ 264 w 283"/>
                <a:gd name="T33" fmla="*/ 267 h 448"/>
                <a:gd name="T34" fmla="*/ 263 w 283"/>
                <a:gd name="T35" fmla="*/ 280 h 448"/>
                <a:gd name="T36" fmla="*/ 272 w 283"/>
                <a:gd name="T37" fmla="*/ 300 h 448"/>
                <a:gd name="T38" fmla="*/ 272 w 283"/>
                <a:gd name="T39" fmla="*/ 314 h 448"/>
                <a:gd name="T40" fmla="*/ 272 w 283"/>
                <a:gd name="T41" fmla="*/ 330 h 448"/>
                <a:gd name="T42" fmla="*/ 280 w 283"/>
                <a:gd name="T43" fmla="*/ 343 h 448"/>
                <a:gd name="T44" fmla="*/ 270 w 283"/>
                <a:gd name="T45" fmla="*/ 352 h 448"/>
                <a:gd name="T46" fmla="*/ 185 w 283"/>
                <a:gd name="T47" fmla="*/ 362 h 448"/>
                <a:gd name="T48" fmla="*/ 100 w 283"/>
                <a:gd name="T49" fmla="*/ 373 h 448"/>
                <a:gd name="T50" fmla="*/ 83 w 283"/>
                <a:gd name="T51" fmla="*/ 386 h 448"/>
                <a:gd name="T52" fmla="*/ 90 w 283"/>
                <a:gd name="T53" fmla="*/ 393 h 448"/>
                <a:gd name="T54" fmla="*/ 103 w 283"/>
                <a:gd name="T55" fmla="*/ 403 h 448"/>
                <a:gd name="T56" fmla="*/ 100 w 283"/>
                <a:gd name="T57" fmla="*/ 413 h 448"/>
                <a:gd name="T58" fmla="*/ 104 w 283"/>
                <a:gd name="T59" fmla="*/ 422 h 448"/>
                <a:gd name="T60" fmla="*/ 101 w 283"/>
                <a:gd name="T61" fmla="*/ 430 h 448"/>
                <a:gd name="T62" fmla="*/ 93 w 283"/>
                <a:gd name="T63" fmla="*/ 436 h 448"/>
                <a:gd name="T64" fmla="*/ 90 w 283"/>
                <a:gd name="T65" fmla="*/ 433 h 448"/>
                <a:gd name="T66" fmla="*/ 93 w 283"/>
                <a:gd name="T67" fmla="*/ 436 h 448"/>
                <a:gd name="T68" fmla="*/ 60 w 283"/>
                <a:gd name="T69" fmla="*/ 447 h 448"/>
                <a:gd name="T70" fmla="*/ 70 w 283"/>
                <a:gd name="T71" fmla="*/ 445 h 448"/>
                <a:gd name="T72" fmla="*/ 72 w 283"/>
                <a:gd name="T73" fmla="*/ 432 h 448"/>
                <a:gd name="T74" fmla="*/ 71 w 283"/>
                <a:gd name="T75" fmla="*/ 431 h 448"/>
                <a:gd name="T76" fmla="*/ 65 w 283"/>
                <a:gd name="T77" fmla="*/ 430 h 448"/>
                <a:gd name="T78" fmla="*/ 63 w 283"/>
                <a:gd name="T79" fmla="*/ 424 h 448"/>
                <a:gd name="T80" fmla="*/ 61 w 283"/>
                <a:gd name="T81" fmla="*/ 408 h 448"/>
                <a:gd name="T82" fmla="*/ 55 w 283"/>
                <a:gd name="T83" fmla="*/ 404 h 448"/>
                <a:gd name="T84" fmla="*/ 53 w 283"/>
                <a:gd name="T85" fmla="*/ 407 h 448"/>
                <a:gd name="T86" fmla="*/ 51 w 283"/>
                <a:gd name="T87" fmla="*/ 415 h 448"/>
                <a:gd name="T88" fmla="*/ 50 w 283"/>
                <a:gd name="T89" fmla="*/ 422 h 448"/>
                <a:gd name="T90" fmla="*/ 49 w 283"/>
                <a:gd name="T91" fmla="*/ 440 h 448"/>
                <a:gd name="T92" fmla="*/ 45 w 283"/>
                <a:gd name="T93" fmla="*/ 439 h 448"/>
                <a:gd name="T94" fmla="*/ 35 w 283"/>
                <a:gd name="T95" fmla="*/ 436 h 448"/>
                <a:gd name="T96" fmla="*/ 28 w 283"/>
                <a:gd name="T97" fmla="*/ 436 h 448"/>
                <a:gd name="T98" fmla="*/ 18 w 283"/>
                <a:gd name="T99" fmla="*/ 369 h 448"/>
                <a:gd name="T100" fmla="*/ 7 w 283"/>
                <a:gd name="T101" fmla="*/ 303 h 448"/>
                <a:gd name="T102" fmla="*/ 8 w 283"/>
                <a:gd name="T103" fmla="*/ 261 h 448"/>
                <a:gd name="T104" fmla="*/ 8 w 283"/>
                <a:gd name="T105" fmla="*/ 181 h 448"/>
                <a:gd name="T106" fmla="*/ 8 w 283"/>
                <a:gd name="T107" fmla="*/ 86 h 448"/>
                <a:gd name="T108" fmla="*/ 0 w 283"/>
                <a:gd name="T109" fmla="*/ 21 h 448"/>
                <a:gd name="T110" fmla="*/ 62 w 283"/>
                <a:gd name="T111" fmla="*/ 14 h 448"/>
                <a:gd name="T112" fmla="*/ 142 w 283"/>
                <a:gd name="T113" fmla="*/ 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448">
                  <a:moveTo>
                    <a:pt x="51" y="444"/>
                  </a:moveTo>
                  <a:lnTo>
                    <a:pt x="55" y="445"/>
                  </a:lnTo>
                  <a:lnTo>
                    <a:pt x="55" y="446"/>
                  </a:lnTo>
                  <a:lnTo>
                    <a:pt x="54" y="446"/>
                  </a:lnTo>
                  <a:lnTo>
                    <a:pt x="54" y="446"/>
                  </a:lnTo>
                  <a:lnTo>
                    <a:pt x="36" y="448"/>
                  </a:lnTo>
                  <a:lnTo>
                    <a:pt x="38" y="448"/>
                  </a:lnTo>
                  <a:lnTo>
                    <a:pt x="45" y="446"/>
                  </a:lnTo>
                  <a:lnTo>
                    <a:pt x="49" y="446"/>
                  </a:lnTo>
                  <a:lnTo>
                    <a:pt x="50" y="445"/>
                  </a:lnTo>
                  <a:lnTo>
                    <a:pt x="50" y="445"/>
                  </a:lnTo>
                  <a:lnTo>
                    <a:pt x="51" y="444"/>
                  </a:lnTo>
                  <a:lnTo>
                    <a:pt x="51" y="444"/>
                  </a:lnTo>
                  <a:close/>
                  <a:moveTo>
                    <a:pt x="189" y="0"/>
                  </a:moveTo>
                  <a:lnTo>
                    <a:pt x="189" y="1"/>
                  </a:lnTo>
                  <a:lnTo>
                    <a:pt x="190" y="2"/>
                  </a:lnTo>
                  <a:lnTo>
                    <a:pt x="190" y="4"/>
                  </a:lnTo>
                  <a:lnTo>
                    <a:pt x="191" y="8"/>
                  </a:lnTo>
                  <a:lnTo>
                    <a:pt x="192" y="11"/>
                  </a:lnTo>
                  <a:lnTo>
                    <a:pt x="193" y="16"/>
                  </a:lnTo>
                  <a:lnTo>
                    <a:pt x="196" y="22"/>
                  </a:lnTo>
                  <a:lnTo>
                    <a:pt x="197" y="28"/>
                  </a:lnTo>
                  <a:lnTo>
                    <a:pt x="199" y="33"/>
                  </a:lnTo>
                  <a:lnTo>
                    <a:pt x="201" y="40"/>
                  </a:lnTo>
                  <a:lnTo>
                    <a:pt x="204" y="47"/>
                  </a:lnTo>
                  <a:lnTo>
                    <a:pt x="206" y="55"/>
                  </a:lnTo>
                  <a:lnTo>
                    <a:pt x="208" y="64"/>
                  </a:lnTo>
                  <a:lnTo>
                    <a:pt x="211" y="72"/>
                  </a:lnTo>
                  <a:lnTo>
                    <a:pt x="213" y="80"/>
                  </a:lnTo>
                  <a:lnTo>
                    <a:pt x="215" y="88"/>
                  </a:lnTo>
                  <a:lnTo>
                    <a:pt x="219" y="96"/>
                  </a:lnTo>
                  <a:lnTo>
                    <a:pt x="221" y="104"/>
                  </a:lnTo>
                  <a:lnTo>
                    <a:pt x="223" y="112"/>
                  </a:lnTo>
                  <a:lnTo>
                    <a:pt x="226" y="119"/>
                  </a:lnTo>
                  <a:lnTo>
                    <a:pt x="228" y="128"/>
                  </a:lnTo>
                  <a:lnTo>
                    <a:pt x="230" y="134"/>
                  </a:lnTo>
                  <a:lnTo>
                    <a:pt x="233" y="141"/>
                  </a:lnTo>
                  <a:lnTo>
                    <a:pt x="235" y="148"/>
                  </a:lnTo>
                  <a:lnTo>
                    <a:pt x="236" y="154"/>
                  </a:lnTo>
                  <a:lnTo>
                    <a:pt x="239" y="159"/>
                  </a:lnTo>
                  <a:lnTo>
                    <a:pt x="240" y="164"/>
                  </a:lnTo>
                  <a:lnTo>
                    <a:pt x="241" y="168"/>
                  </a:lnTo>
                  <a:lnTo>
                    <a:pt x="242" y="171"/>
                  </a:lnTo>
                  <a:lnTo>
                    <a:pt x="243" y="173"/>
                  </a:lnTo>
                  <a:lnTo>
                    <a:pt x="243" y="175"/>
                  </a:lnTo>
                  <a:lnTo>
                    <a:pt x="243" y="175"/>
                  </a:lnTo>
                  <a:lnTo>
                    <a:pt x="244" y="179"/>
                  </a:lnTo>
                  <a:lnTo>
                    <a:pt x="244" y="180"/>
                  </a:lnTo>
                  <a:lnTo>
                    <a:pt x="248" y="186"/>
                  </a:lnTo>
                  <a:lnTo>
                    <a:pt x="248" y="188"/>
                  </a:lnTo>
                  <a:lnTo>
                    <a:pt x="248" y="189"/>
                  </a:lnTo>
                  <a:lnTo>
                    <a:pt x="248" y="189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51" y="193"/>
                  </a:lnTo>
                  <a:lnTo>
                    <a:pt x="251" y="193"/>
                  </a:lnTo>
                  <a:lnTo>
                    <a:pt x="251" y="194"/>
                  </a:lnTo>
                  <a:lnTo>
                    <a:pt x="251" y="195"/>
                  </a:lnTo>
                  <a:lnTo>
                    <a:pt x="252" y="195"/>
                  </a:lnTo>
                  <a:lnTo>
                    <a:pt x="252" y="196"/>
                  </a:lnTo>
                  <a:lnTo>
                    <a:pt x="254" y="200"/>
                  </a:lnTo>
                  <a:lnTo>
                    <a:pt x="255" y="201"/>
                  </a:lnTo>
                  <a:lnTo>
                    <a:pt x="255" y="202"/>
                  </a:lnTo>
                  <a:lnTo>
                    <a:pt x="255" y="204"/>
                  </a:lnTo>
                  <a:lnTo>
                    <a:pt x="256" y="204"/>
                  </a:lnTo>
                  <a:lnTo>
                    <a:pt x="256" y="205"/>
                  </a:lnTo>
                  <a:lnTo>
                    <a:pt x="257" y="205"/>
                  </a:lnTo>
                  <a:lnTo>
                    <a:pt x="257" y="207"/>
                  </a:lnTo>
                  <a:lnTo>
                    <a:pt x="263" y="212"/>
                  </a:lnTo>
                  <a:lnTo>
                    <a:pt x="264" y="215"/>
                  </a:lnTo>
                  <a:lnTo>
                    <a:pt x="264" y="216"/>
                  </a:lnTo>
                  <a:lnTo>
                    <a:pt x="265" y="218"/>
                  </a:lnTo>
                  <a:lnTo>
                    <a:pt x="266" y="219"/>
                  </a:lnTo>
                  <a:lnTo>
                    <a:pt x="268" y="221"/>
                  </a:lnTo>
                  <a:lnTo>
                    <a:pt x="268" y="222"/>
                  </a:lnTo>
                  <a:lnTo>
                    <a:pt x="268" y="223"/>
                  </a:lnTo>
                  <a:lnTo>
                    <a:pt x="268" y="224"/>
                  </a:lnTo>
                  <a:lnTo>
                    <a:pt x="268" y="225"/>
                  </a:lnTo>
                  <a:lnTo>
                    <a:pt x="268" y="226"/>
                  </a:lnTo>
                  <a:lnTo>
                    <a:pt x="268" y="227"/>
                  </a:lnTo>
                  <a:lnTo>
                    <a:pt x="266" y="229"/>
                  </a:lnTo>
                  <a:lnTo>
                    <a:pt x="268" y="231"/>
                  </a:lnTo>
                  <a:lnTo>
                    <a:pt x="269" y="232"/>
                  </a:lnTo>
                  <a:lnTo>
                    <a:pt x="272" y="233"/>
                  </a:lnTo>
                  <a:lnTo>
                    <a:pt x="273" y="234"/>
                  </a:lnTo>
                  <a:lnTo>
                    <a:pt x="275" y="236"/>
                  </a:lnTo>
                  <a:lnTo>
                    <a:pt x="275" y="236"/>
                  </a:lnTo>
                  <a:lnTo>
                    <a:pt x="275" y="236"/>
                  </a:lnTo>
                  <a:lnTo>
                    <a:pt x="275" y="236"/>
                  </a:lnTo>
                  <a:lnTo>
                    <a:pt x="275" y="237"/>
                  </a:lnTo>
                  <a:lnTo>
                    <a:pt x="275" y="237"/>
                  </a:lnTo>
                  <a:lnTo>
                    <a:pt x="273" y="238"/>
                  </a:lnTo>
                  <a:lnTo>
                    <a:pt x="273" y="238"/>
                  </a:lnTo>
                  <a:lnTo>
                    <a:pt x="273" y="239"/>
                  </a:lnTo>
                  <a:lnTo>
                    <a:pt x="273" y="239"/>
                  </a:lnTo>
                  <a:lnTo>
                    <a:pt x="273" y="240"/>
                  </a:lnTo>
                  <a:lnTo>
                    <a:pt x="272" y="240"/>
                  </a:lnTo>
                  <a:lnTo>
                    <a:pt x="271" y="240"/>
                  </a:lnTo>
                  <a:lnTo>
                    <a:pt x="270" y="241"/>
                  </a:lnTo>
                  <a:lnTo>
                    <a:pt x="270" y="241"/>
                  </a:lnTo>
                  <a:lnTo>
                    <a:pt x="271" y="243"/>
                  </a:lnTo>
                  <a:lnTo>
                    <a:pt x="271" y="243"/>
                  </a:lnTo>
                  <a:lnTo>
                    <a:pt x="269" y="244"/>
                  </a:lnTo>
                  <a:lnTo>
                    <a:pt x="268" y="245"/>
                  </a:lnTo>
                  <a:lnTo>
                    <a:pt x="268" y="245"/>
                  </a:lnTo>
                  <a:lnTo>
                    <a:pt x="266" y="245"/>
                  </a:lnTo>
                  <a:lnTo>
                    <a:pt x="266" y="246"/>
                  </a:lnTo>
                  <a:lnTo>
                    <a:pt x="265" y="250"/>
                  </a:lnTo>
                  <a:lnTo>
                    <a:pt x="265" y="250"/>
                  </a:lnTo>
                  <a:lnTo>
                    <a:pt x="265" y="252"/>
                  </a:lnTo>
                  <a:lnTo>
                    <a:pt x="265" y="253"/>
                  </a:lnTo>
                  <a:lnTo>
                    <a:pt x="265" y="255"/>
                  </a:lnTo>
                  <a:lnTo>
                    <a:pt x="265" y="257"/>
                  </a:lnTo>
                  <a:lnTo>
                    <a:pt x="266" y="259"/>
                  </a:lnTo>
                  <a:lnTo>
                    <a:pt x="266" y="261"/>
                  </a:lnTo>
                  <a:lnTo>
                    <a:pt x="266" y="261"/>
                  </a:lnTo>
                  <a:lnTo>
                    <a:pt x="265" y="262"/>
                  </a:lnTo>
                  <a:lnTo>
                    <a:pt x="265" y="264"/>
                  </a:lnTo>
                  <a:lnTo>
                    <a:pt x="264" y="267"/>
                  </a:lnTo>
                  <a:lnTo>
                    <a:pt x="263" y="270"/>
                  </a:lnTo>
                  <a:lnTo>
                    <a:pt x="263" y="274"/>
                  </a:lnTo>
                  <a:lnTo>
                    <a:pt x="262" y="275"/>
                  </a:lnTo>
                  <a:lnTo>
                    <a:pt x="262" y="275"/>
                  </a:lnTo>
                  <a:lnTo>
                    <a:pt x="262" y="276"/>
                  </a:lnTo>
                  <a:lnTo>
                    <a:pt x="262" y="277"/>
                  </a:lnTo>
                  <a:lnTo>
                    <a:pt x="263" y="280"/>
                  </a:lnTo>
                  <a:lnTo>
                    <a:pt x="266" y="289"/>
                  </a:lnTo>
                  <a:lnTo>
                    <a:pt x="266" y="290"/>
                  </a:lnTo>
                  <a:lnTo>
                    <a:pt x="270" y="294"/>
                  </a:lnTo>
                  <a:lnTo>
                    <a:pt x="271" y="296"/>
                  </a:lnTo>
                  <a:lnTo>
                    <a:pt x="271" y="297"/>
                  </a:lnTo>
                  <a:lnTo>
                    <a:pt x="271" y="300"/>
                  </a:lnTo>
                  <a:lnTo>
                    <a:pt x="272" y="300"/>
                  </a:lnTo>
                  <a:lnTo>
                    <a:pt x="272" y="302"/>
                  </a:lnTo>
                  <a:lnTo>
                    <a:pt x="273" y="303"/>
                  </a:lnTo>
                  <a:lnTo>
                    <a:pt x="273" y="305"/>
                  </a:lnTo>
                  <a:lnTo>
                    <a:pt x="272" y="307"/>
                  </a:lnTo>
                  <a:lnTo>
                    <a:pt x="272" y="309"/>
                  </a:lnTo>
                  <a:lnTo>
                    <a:pt x="273" y="311"/>
                  </a:lnTo>
                  <a:lnTo>
                    <a:pt x="272" y="314"/>
                  </a:lnTo>
                  <a:lnTo>
                    <a:pt x="272" y="317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1" y="326"/>
                  </a:lnTo>
                  <a:lnTo>
                    <a:pt x="271" y="327"/>
                  </a:lnTo>
                  <a:lnTo>
                    <a:pt x="271" y="327"/>
                  </a:lnTo>
                  <a:lnTo>
                    <a:pt x="272" y="330"/>
                  </a:lnTo>
                  <a:lnTo>
                    <a:pt x="272" y="330"/>
                  </a:lnTo>
                  <a:lnTo>
                    <a:pt x="272" y="333"/>
                  </a:lnTo>
                  <a:lnTo>
                    <a:pt x="273" y="334"/>
                  </a:lnTo>
                  <a:lnTo>
                    <a:pt x="273" y="336"/>
                  </a:lnTo>
                  <a:lnTo>
                    <a:pt x="276" y="337"/>
                  </a:lnTo>
                  <a:lnTo>
                    <a:pt x="278" y="339"/>
                  </a:lnTo>
                  <a:lnTo>
                    <a:pt x="280" y="343"/>
                  </a:lnTo>
                  <a:lnTo>
                    <a:pt x="282" y="346"/>
                  </a:lnTo>
                  <a:lnTo>
                    <a:pt x="283" y="347"/>
                  </a:lnTo>
                  <a:lnTo>
                    <a:pt x="283" y="348"/>
                  </a:lnTo>
                  <a:lnTo>
                    <a:pt x="283" y="348"/>
                  </a:lnTo>
                  <a:lnTo>
                    <a:pt x="283" y="350"/>
                  </a:lnTo>
                  <a:lnTo>
                    <a:pt x="283" y="350"/>
                  </a:lnTo>
                  <a:lnTo>
                    <a:pt x="270" y="352"/>
                  </a:lnTo>
                  <a:lnTo>
                    <a:pt x="258" y="353"/>
                  </a:lnTo>
                  <a:lnTo>
                    <a:pt x="245" y="355"/>
                  </a:lnTo>
                  <a:lnTo>
                    <a:pt x="234" y="357"/>
                  </a:lnTo>
                  <a:lnTo>
                    <a:pt x="221" y="358"/>
                  </a:lnTo>
                  <a:lnTo>
                    <a:pt x="209" y="360"/>
                  </a:lnTo>
                  <a:lnTo>
                    <a:pt x="198" y="361"/>
                  </a:lnTo>
                  <a:lnTo>
                    <a:pt x="185" y="362"/>
                  </a:lnTo>
                  <a:lnTo>
                    <a:pt x="173" y="365"/>
                  </a:lnTo>
                  <a:lnTo>
                    <a:pt x="161" y="366"/>
                  </a:lnTo>
                  <a:lnTo>
                    <a:pt x="149" y="367"/>
                  </a:lnTo>
                  <a:lnTo>
                    <a:pt x="136" y="368"/>
                  </a:lnTo>
                  <a:lnTo>
                    <a:pt x="125" y="370"/>
                  </a:lnTo>
                  <a:lnTo>
                    <a:pt x="112" y="372"/>
                  </a:lnTo>
                  <a:lnTo>
                    <a:pt x="100" y="373"/>
                  </a:lnTo>
                  <a:lnTo>
                    <a:pt x="87" y="374"/>
                  </a:lnTo>
                  <a:lnTo>
                    <a:pt x="84" y="375"/>
                  </a:lnTo>
                  <a:lnTo>
                    <a:pt x="84" y="376"/>
                  </a:lnTo>
                  <a:lnTo>
                    <a:pt x="85" y="380"/>
                  </a:lnTo>
                  <a:lnTo>
                    <a:pt x="85" y="381"/>
                  </a:lnTo>
                  <a:lnTo>
                    <a:pt x="83" y="384"/>
                  </a:lnTo>
                  <a:lnTo>
                    <a:pt x="83" y="386"/>
                  </a:lnTo>
                  <a:lnTo>
                    <a:pt x="83" y="386"/>
                  </a:lnTo>
                  <a:lnTo>
                    <a:pt x="83" y="387"/>
                  </a:lnTo>
                  <a:lnTo>
                    <a:pt x="83" y="387"/>
                  </a:lnTo>
                  <a:lnTo>
                    <a:pt x="84" y="388"/>
                  </a:lnTo>
                  <a:lnTo>
                    <a:pt x="85" y="389"/>
                  </a:lnTo>
                  <a:lnTo>
                    <a:pt x="85" y="390"/>
                  </a:lnTo>
                  <a:lnTo>
                    <a:pt x="90" y="393"/>
                  </a:lnTo>
                  <a:lnTo>
                    <a:pt x="90" y="394"/>
                  </a:lnTo>
                  <a:lnTo>
                    <a:pt x="92" y="396"/>
                  </a:lnTo>
                  <a:lnTo>
                    <a:pt x="93" y="398"/>
                  </a:lnTo>
                  <a:lnTo>
                    <a:pt x="94" y="398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03" y="403"/>
                  </a:lnTo>
                  <a:lnTo>
                    <a:pt x="103" y="403"/>
                  </a:lnTo>
                  <a:lnTo>
                    <a:pt x="103" y="404"/>
                  </a:lnTo>
                  <a:lnTo>
                    <a:pt x="103" y="408"/>
                  </a:lnTo>
                  <a:lnTo>
                    <a:pt x="103" y="410"/>
                  </a:lnTo>
                  <a:lnTo>
                    <a:pt x="101" y="412"/>
                  </a:lnTo>
                  <a:lnTo>
                    <a:pt x="100" y="413"/>
                  </a:lnTo>
                  <a:lnTo>
                    <a:pt x="100" y="413"/>
                  </a:lnTo>
                  <a:lnTo>
                    <a:pt x="101" y="416"/>
                  </a:lnTo>
                  <a:lnTo>
                    <a:pt x="103" y="419"/>
                  </a:lnTo>
                  <a:lnTo>
                    <a:pt x="103" y="419"/>
                  </a:lnTo>
                  <a:lnTo>
                    <a:pt x="103" y="419"/>
                  </a:lnTo>
                  <a:lnTo>
                    <a:pt x="103" y="420"/>
                  </a:lnTo>
                  <a:lnTo>
                    <a:pt x="103" y="420"/>
                  </a:lnTo>
                  <a:lnTo>
                    <a:pt x="104" y="422"/>
                  </a:lnTo>
                  <a:lnTo>
                    <a:pt x="105" y="422"/>
                  </a:lnTo>
                  <a:lnTo>
                    <a:pt x="105" y="422"/>
                  </a:lnTo>
                  <a:lnTo>
                    <a:pt x="105" y="422"/>
                  </a:lnTo>
                  <a:lnTo>
                    <a:pt x="105" y="423"/>
                  </a:lnTo>
                  <a:lnTo>
                    <a:pt x="101" y="426"/>
                  </a:lnTo>
                  <a:lnTo>
                    <a:pt x="101" y="429"/>
                  </a:lnTo>
                  <a:lnTo>
                    <a:pt x="101" y="430"/>
                  </a:lnTo>
                  <a:lnTo>
                    <a:pt x="100" y="431"/>
                  </a:lnTo>
                  <a:lnTo>
                    <a:pt x="98" y="432"/>
                  </a:lnTo>
                  <a:lnTo>
                    <a:pt x="97" y="432"/>
                  </a:lnTo>
                  <a:lnTo>
                    <a:pt x="97" y="433"/>
                  </a:lnTo>
                  <a:lnTo>
                    <a:pt x="96" y="434"/>
                  </a:lnTo>
                  <a:lnTo>
                    <a:pt x="94" y="436"/>
                  </a:lnTo>
                  <a:lnTo>
                    <a:pt x="93" y="436"/>
                  </a:lnTo>
                  <a:lnTo>
                    <a:pt x="92" y="434"/>
                  </a:lnTo>
                  <a:lnTo>
                    <a:pt x="92" y="434"/>
                  </a:lnTo>
                  <a:lnTo>
                    <a:pt x="92" y="433"/>
                  </a:lnTo>
                  <a:lnTo>
                    <a:pt x="90" y="432"/>
                  </a:lnTo>
                  <a:lnTo>
                    <a:pt x="90" y="432"/>
                  </a:lnTo>
                  <a:lnTo>
                    <a:pt x="90" y="432"/>
                  </a:lnTo>
                  <a:lnTo>
                    <a:pt x="90" y="433"/>
                  </a:lnTo>
                  <a:lnTo>
                    <a:pt x="91" y="434"/>
                  </a:lnTo>
                  <a:lnTo>
                    <a:pt x="91" y="436"/>
                  </a:lnTo>
                  <a:lnTo>
                    <a:pt x="91" y="437"/>
                  </a:lnTo>
                  <a:lnTo>
                    <a:pt x="91" y="437"/>
                  </a:lnTo>
                  <a:lnTo>
                    <a:pt x="92" y="437"/>
                  </a:lnTo>
                  <a:lnTo>
                    <a:pt x="93" y="437"/>
                  </a:lnTo>
                  <a:lnTo>
                    <a:pt x="93" y="436"/>
                  </a:lnTo>
                  <a:lnTo>
                    <a:pt x="92" y="439"/>
                  </a:lnTo>
                  <a:lnTo>
                    <a:pt x="87" y="443"/>
                  </a:lnTo>
                  <a:lnTo>
                    <a:pt x="77" y="445"/>
                  </a:lnTo>
                  <a:lnTo>
                    <a:pt x="68" y="446"/>
                  </a:lnTo>
                  <a:lnTo>
                    <a:pt x="61" y="447"/>
                  </a:lnTo>
                  <a:lnTo>
                    <a:pt x="58" y="447"/>
                  </a:lnTo>
                  <a:lnTo>
                    <a:pt x="60" y="447"/>
                  </a:lnTo>
                  <a:lnTo>
                    <a:pt x="61" y="446"/>
                  </a:lnTo>
                  <a:lnTo>
                    <a:pt x="64" y="445"/>
                  </a:lnTo>
                  <a:lnTo>
                    <a:pt x="64" y="444"/>
                  </a:lnTo>
                  <a:lnTo>
                    <a:pt x="65" y="444"/>
                  </a:lnTo>
                  <a:lnTo>
                    <a:pt x="65" y="444"/>
                  </a:lnTo>
                  <a:lnTo>
                    <a:pt x="68" y="445"/>
                  </a:lnTo>
                  <a:lnTo>
                    <a:pt x="70" y="445"/>
                  </a:lnTo>
                  <a:lnTo>
                    <a:pt x="74" y="444"/>
                  </a:lnTo>
                  <a:lnTo>
                    <a:pt x="77" y="443"/>
                  </a:lnTo>
                  <a:lnTo>
                    <a:pt x="78" y="440"/>
                  </a:lnTo>
                  <a:lnTo>
                    <a:pt x="77" y="438"/>
                  </a:lnTo>
                  <a:lnTo>
                    <a:pt x="74" y="434"/>
                  </a:lnTo>
                  <a:lnTo>
                    <a:pt x="72" y="433"/>
                  </a:lnTo>
                  <a:lnTo>
                    <a:pt x="72" y="432"/>
                  </a:lnTo>
                  <a:lnTo>
                    <a:pt x="74" y="431"/>
                  </a:lnTo>
                  <a:lnTo>
                    <a:pt x="72" y="430"/>
                  </a:lnTo>
                  <a:lnTo>
                    <a:pt x="72" y="429"/>
                  </a:lnTo>
                  <a:lnTo>
                    <a:pt x="71" y="430"/>
                  </a:lnTo>
                  <a:lnTo>
                    <a:pt x="71" y="430"/>
                  </a:lnTo>
                  <a:lnTo>
                    <a:pt x="71" y="431"/>
                  </a:lnTo>
                  <a:lnTo>
                    <a:pt x="71" y="431"/>
                  </a:lnTo>
                  <a:lnTo>
                    <a:pt x="71" y="432"/>
                  </a:lnTo>
                  <a:lnTo>
                    <a:pt x="70" y="432"/>
                  </a:lnTo>
                  <a:lnTo>
                    <a:pt x="69" y="432"/>
                  </a:lnTo>
                  <a:lnTo>
                    <a:pt x="68" y="431"/>
                  </a:lnTo>
                  <a:lnTo>
                    <a:pt x="68" y="431"/>
                  </a:lnTo>
                  <a:lnTo>
                    <a:pt x="67" y="431"/>
                  </a:lnTo>
                  <a:lnTo>
                    <a:pt x="65" y="430"/>
                  </a:lnTo>
                  <a:lnTo>
                    <a:pt x="65" y="429"/>
                  </a:lnTo>
                  <a:lnTo>
                    <a:pt x="65" y="429"/>
                  </a:lnTo>
                  <a:lnTo>
                    <a:pt x="65" y="427"/>
                  </a:lnTo>
                  <a:lnTo>
                    <a:pt x="64" y="426"/>
                  </a:lnTo>
                  <a:lnTo>
                    <a:pt x="64" y="425"/>
                  </a:lnTo>
                  <a:lnTo>
                    <a:pt x="63" y="424"/>
                  </a:lnTo>
                  <a:lnTo>
                    <a:pt x="63" y="424"/>
                  </a:lnTo>
                  <a:lnTo>
                    <a:pt x="63" y="423"/>
                  </a:lnTo>
                  <a:lnTo>
                    <a:pt x="63" y="420"/>
                  </a:lnTo>
                  <a:lnTo>
                    <a:pt x="64" y="419"/>
                  </a:lnTo>
                  <a:lnTo>
                    <a:pt x="64" y="418"/>
                  </a:lnTo>
                  <a:lnTo>
                    <a:pt x="64" y="416"/>
                  </a:lnTo>
                  <a:lnTo>
                    <a:pt x="64" y="415"/>
                  </a:lnTo>
                  <a:lnTo>
                    <a:pt x="61" y="408"/>
                  </a:lnTo>
                  <a:lnTo>
                    <a:pt x="60" y="407"/>
                  </a:lnTo>
                  <a:lnTo>
                    <a:pt x="58" y="407"/>
                  </a:lnTo>
                  <a:lnTo>
                    <a:pt x="57" y="407"/>
                  </a:lnTo>
                  <a:lnTo>
                    <a:pt x="56" y="407"/>
                  </a:lnTo>
                  <a:lnTo>
                    <a:pt x="56" y="407"/>
                  </a:lnTo>
                  <a:lnTo>
                    <a:pt x="55" y="405"/>
                  </a:lnTo>
                  <a:lnTo>
                    <a:pt x="55" y="404"/>
                  </a:lnTo>
                  <a:lnTo>
                    <a:pt x="55" y="403"/>
                  </a:lnTo>
                  <a:lnTo>
                    <a:pt x="55" y="402"/>
                  </a:lnTo>
                  <a:lnTo>
                    <a:pt x="54" y="402"/>
                  </a:lnTo>
                  <a:lnTo>
                    <a:pt x="54" y="403"/>
                  </a:lnTo>
                  <a:lnTo>
                    <a:pt x="54" y="404"/>
                  </a:lnTo>
                  <a:lnTo>
                    <a:pt x="54" y="405"/>
                  </a:lnTo>
                  <a:lnTo>
                    <a:pt x="53" y="407"/>
                  </a:lnTo>
                  <a:lnTo>
                    <a:pt x="54" y="408"/>
                  </a:lnTo>
                  <a:lnTo>
                    <a:pt x="54" y="409"/>
                  </a:lnTo>
                  <a:lnTo>
                    <a:pt x="53" y="409"/>
                  </a:lnTo>
                  <a:lnTo>
                    <a:pt x="53" y="411"/>
                  </a:lnTo>
                  <a:lnTo>
                    <a:pt x="53" y="412"/>
                  </a:lnTo>
                  <a:lnTo>
                    <a:pt x="53" y="413"/>
                  </a:lnTo>
                  <a:lnTo>
                    <a:pt x="51" y="415"/>
                  </a:lnTo>
                  <a:lnTo>
                    <a:pt x="51" y="416"/>
                  </a:lnTo>
                  <a:lnTo>
                    <a:pt x="50" y="417"/>
                  </a:lnTo>
                  <a:lnTo>
                    <a:pt x="50" y="417"/>
                  </a:lnTo>
                  <a:lnTo>
                    <a:pt x="51" y="419"/>
                  </a:lnTo>
                  <a:lnTo>
                    <a:pt x="51" y="419"/>
                  </a:lnTo>
                  <a:lnTo>
                    <a:pt x="50" y="420"/>
                  </a:lnTo>
                  <a:lnTo>
                    <a:pt x="50" y="422"/>
                  </a:lnTo>
                  <a:lnTo>
                    <a:pt x="50" y="423"/>
                  </a:lnTo>
                  <a:lnTo>
                    <a:pt x="50" y="426"/>
                  </a:lnTo>
                  <a:lnTo>
                    <a:pt x="50" y="427"/>
                  </a:lnTo>
                  <a:lnTo>
                    <a:pt x="50" y="432"/>
                  </a:lnTo>
                  <a:lnTo>
                    <a:pt x="50" y="438"/>
                  </a:lnTo>
                  <a:lnTo>
                    <a:pt x="50" y="439"/>
                  </a:lnTo>
                  <a:lnTo>
                    <a:pt x="49" y="440"/>
                  </a:lnTo>
                  <a:lnTo>
                    <a:pt x="49" y="440"/>
                  </a:lnTo>
                  <a:lnTo>
                    <a:pt x="49" y="439"/>
                  </a:lnTo>
                  <a:lnTo>
                    <a:pt x="48" y="439"/>
                  </a:lnTo>
                  <a:lnTo>
                    <a:pt x="47" y="439"/>
                  </a:lnTo>
                  <a:lnTo>
                    <a:pt x="47" y="439"/>
                  </a:lnTo>
                  <a:lnTo>
                    <a:pt x="46" y="439"/>
                  </a:lnTo>
                  <a:lnTo>
                    <a:pt x="45" y="439"/>
                  </a:lnTo>
                  <a:lnTo>
                    <a:pt x="45" y="438"/>
                  </a:lnTo>
                  <a:lnTo>
                    <a:pt x="45" y="437"/>
                  </a:lnTo>
                  <a:lnTo>
                    <a:pt x="42" y="436"/>
                  </a:lnTo>
                  <a:lnTo>
                    <a:pt x="38" y="434"/>
                  </a:lnTo>
                  <a:lnTo>
                    <a:pt x="35" y="434"/>
                  </a:lnTo>
                  <a:lnTo>
                    <a:pt x="35" y="434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3" y="434"/>
                  </a:lnTo>
                  <a:lnTo>
                    <a:pt x="32" y="434"/>
                  </a:lnTo>
                  <a:lnTo>
                    <a:pt x="31" y="436"/>
                  </a:lnTo>
                  <a:lnTo>
                    <a:pt x="28" y="436"/>
                  </a:lnTo>
                  <a:lnTo>
                    <a:pt x="26" y="419"/>
                  </a:lnTo>
                  <a:lnTo>
                    <a:pt x="25" y="411"/>
                  </a:lnTo>
                  <a:lnTo>
                    <a:pt x="24" y="403"/>
                  </a:lnTo>
                  <a:lnTo>
                    <a:pt x="21" y="395"/>
                  </a:lnTo>
                  <a:lnTo>
                    <a:pt x="20" y="386"/>
                  </a:lnTo>
                  <a:lnTo>
                    <a:pt x="19" y="377"/>
                  </a:lnTo>
                  <a:lnTo>
                    <a:pt x="18" y="369"/>
                  </a:lnTo>
                  <a:lnTo>
                    <a:pt x="15" y="353"/>
                  </a:lnTo>
                  <a:lnTo>
                    <a:pt x="14" y="344"/>
                  </a:lnTo>
                  <a:lnTo>
                    <a:pt x="13" y="336"/>
                  </a:lnTo>
                  <a:lnTo>
                    <a:pt x="12" y="327"/>
                  </a:lnTo>
                  <a:lnTo>
                    <a:pt x="11" y="319"/>
                  </a:lnTo>
                  <a:lnTo>
                    <a:pt x="8" y="311"/>
                  </a:lnTo>
                  <a:lnTo>
                    <a:pt x="7" y="303"/>
                  </a:lnTo>
                  <a:lnTo>
                    <a:pt x="7" y="300"/>
                  </a:lnTo>
                  <a:lnTo>
                    <a:pt x="7" y="296"/>
                  </a:lnTo>
                  <a:lnTo>
                    <a:pt x="7" y="291"/>
                  </a:lnTo>
                  <a:lnTo>
                    <a:pt x="7" y="284"/>
                  </a:lnTo>
                  <a:lnTo>
                    <a:pt x="8" y="277"/>
                  </a:lnTo>
                  <a:lnTo>
                    <a:pt x="8" y="269"/>
                  </a:lnTo>
                  <a:lnTo>
                    <a:pt x="8" y="261"/>
                  </a:lnTo>
                  <a:lnTo>
                    <a:pt x="8" y="251"/>
                  </a:lnTo>
                  <a:lnTo>
                    <a:pt x="8" y="240"/>
                  </a:lnTo>
                  <a:lnTo>
                    <a:pt x="8" y="229"/>
                  </a:lnTo>
                  <a:lnTo>
                    <a:pt x="8" y="218"/>
                  </a:lnTo>
                  <a:lnTo>
                    <a:pt x="8" y="205"/>
                  </a:lnTo>
                  <a:lnTo>
                    <a:pt x="8" y="194"/>
                  </a:lnTo>
                  <a:lnTo>
                    <a:pt x="8" y="181"/>
                  </a:lnTo>
                  <a:lnTo>
                    <a:pt x="8" y="155"/>
                  </a:lnTo>
                  <a:lnTo>
                    <a:pt x="8" y="144"/>
                  </a:lnTo>
                  <a:lnTo>
                    <a:pt x="8" y="131"/>
                  </a:lnTo>
                  <a:lnTo>
                    <a:pt x="8" y="119"/>
                  </a:lnTo>
                  <a:lnTo>
                    <a:pt x="8" y="108"/>
                  </a:lnTo>
                  <a:lnTo>
                    <a:pt x="8" y="96"/>
                  </a:lnTo>
                  <a:lnTo>
                    <a:pt x="8" y="86"/>
                  </a:lnTo>
                  <a:lnTo>
                    <a:pt x="8" y="76"/>
                  </a:lnTo>
                  <a:lnTo>
                    <a:pt x="8" y="30"/>
                  </a:lnTo>
                  <a:lnTo>
                    <a:pt x="7" y="30"/>
                  </a:lnTo>
                  <a:lnTo>
                    <a:pt x="5" y="29"/>
                  </a:lnTo>
                  <a:lnTo>
                    <a:pt x="3" y="25"/>
                  </a:lnTo>
                  <a:lnTo>
                    <a:pt x="2" y="22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15" y="18"/>
                  </a:lnTo>
                  <a:lnTo>
                    <a:pt x="27" y="17"/>
                  </a:lnTo>
                  <a:lnTo>
                    <a:pt x="39" y="16"/>
                  </a:lnTo>
                  <a:lnTo>
                    <a:pt x="50" y="15"/>
                  </a:lnTo>
                  <a:lnTo>
                    <a:pt x="62" y="14"/>
                  </a:lnTo>
                  <a:lnTo>
                    <a:pt x="74" y="12"/>
                  </a:lnTo>
                  <a:lnTo>
                    <a:pt x="85" y="11"/>
                  </a:lnTo>
                  <a:lnTo>
                    <a:pt x="96" y="10"/>
                  </a:lnTo>
                  <a:lnTo>
                    <a:pt x="107" y="9"/>
                  </a:lnTo>
                  <a:lnTo>
                    <a:pt x="119" y="8"/>
                  </a:lnTo>
                  <a:lnTo>
                    <a:pt x="130" y="7"/>
                  </a:lnTo>
                  <a:lnTo>
                    <a:pt x="142" y="5"/>
                  </a:lnTo>
                  <a:lnTo>
                    <a:pt x="154" y="4"/>
                  </a:lnTo>
                  <a:lnTo>
                    <a:pt x="165" y="2"/>
                  </a:lnTo>
                  <a:lnTo>
                    <a:pt x="177" y="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105400" y="1782482"/>
            <a:ext cx="33528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Rounded Rectangle 14"/>
          <p:cNvSpPr/>
          <p:nvPr/>
        </p:nvSpPr>
        <p:spPr>
          <a:xfrm rot="5400000">
            <a:off x="5105399" y="3396483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798740" y="3358575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125K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65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Map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4" name="Straight Connector 3"/>
          <p:cNvCxnSpPr>
            <a:stCxn id="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Mexico Map Slide</a:t>
            </a:r>
            <a:endParaRPr lang="en-US" sz="2800" dirty="0"/>
          </a:p>
        </p:txBody>
      </p:sp>
      <p:grpSp>
        <p:nvGrpSpPr>
          <p:cNvPr id="7" name="Group 6"/>
          <p:cNvGrpSpPr/>
          <p:nvPr/>
        </p:nvGrpSpPr>
        <p:grpSpPr>
          <a:xfrm>
            <a:off x="602105" y="1743838"/>
            <a:ext cx="3878705" cy="2430514"/>
            <a:chOff x="244475" y="1657350"/>
            <a:chExt cx="4017963" cy="2517776"/>
          </a:xfrm>
          <a:solidFill>
            <a:schemeClr val="bg1">
              <a:lumMod val="75000"/>
            </a:schemeClr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025650" y="2747963"/>
              <a:ext cx="444500" cy="565150"/>
            </a:xfrm>
            <a:custGeom>
              <a:avLst/>
              <a:gdLst>
                <a:gd name="T0" fmla="*/ 409 w 560"/>
                <a:gd name="T1" fmla="*/ 40 h 714"/>
                <a:gd name="T2" fmla="*/ 431 w 560"/>
                <a:gd name="T3" fmla="*/ 62 h 714"/>
                <a:gd name="T4" fmla="*/ 467 w 560"/>
                <a:gd name="T5" fmla="*/ 68 h 714"/>
                <a:gd name="T6" fmla="*/ 507 w 560"/>
                <a:gd name="T7" fmla="*/ 74 h 714"/>
                <a:gd name="T8" fmla="*/ 550 w 560"/>
                <a:gd name="T9" fmla="*/ 100 h 714"/>
                <a:gd name="T10" fmla="*/ 506 w 560"/>
                <a:gd name="T11" fmla="*/ 186 h 714"/>
                <a:gd name="T12" fmla="*/ 440 w 560"/>
                <a:gd name="T13" fmla="*/ 248 h 714"/>
                <a:gd name="T14" fmla="*/ 391 w 560"/>
                <a:gd name="T15" fmla="*/ 288 h 714"/>
                <a:gd name="T16" fmla="*/ 351 w 560"/>
                <a:gd name="T17" fmla="*/ 308 h 714"/>
                <a:gd name="T18" fmla="*/ 326 w 560"/>
                <a:gd name="T19" fmla="*/ 332 h 714"/>
                <a:gd name="T20" fmla="*/ 332 w 560"/>
                <a:gd name="T21" fmla="*/ 377 h 714"/>
                <a:gd name="T22" fmla="*/ 372 w 560"/>
                <a:gd name="T23" fmla="*/ 435 h 714"/>
                <a:gd name="T24" fmla="*/ 411 w 560"/>
                <a:gd name="T25" fmla="*/ 474 h 714"/>
                <a:gd name="T26" fmla="*/ 458 w 560"/>
                <a:gd name="T27" fmla="*/ 446 h 714"/>
                <a:gd name="T28" fmla="*/ 475 w 560"/>
                <a:gd name="T29" fmla="*/ 478 h 714"/>
                <a:gd name="T30" fmla="*/ 477 w 560"/>
                <a:gd name="T31" fmla="*/ 540 h 714"/>
                <a:gd name="T32" fmla="*/ 431 w 560"/>
                <a:gd name="T33" fmla="*/ 561 h 714"/>
                <a:gd name="T34" fmla="*/ 398 w 560"/>
                <a:gd name="T35" fmla="*/ 548 h 714"/>
                <a:gd name="T36" fmla="*/ 369 w 560"/>
                <a:gd name="T37" fmla="*/ 502 h 714"/>
                <a:gd name="T38" fmla="*/ 343 w 560"/>
                <a:gd name="T39" fmla="*/ 488 h 714"/>
                <a:gd name="T40" fmla="*/ 312 w 560"/>
                <a:gd name="T41" fmla="*/ 483 h 714"/>
                <a:gd name="T42" fmla="*/ 297 w 560"/>
                <a:gd name="T43" fmla="*/ 494 h 714"/>
                <a:gd name="T44" fmla="*/ 266 w 560"/>
                <a:gd name="T45" fmla="*/ 523 h 714"/>
                <a:gd name="T46" fmla="*/ 235 w 560"/>
                <a:gd name="T47" fmla="*/ 572 h 714"/>
                <a:gd name="T48" fmla="*/ 252 w 560"/>
                <a:gd name="T49" fmla="*/ 618 h 714"/>
                <a:gd name="T50" fmla="*/ 263 w 560"/>
                <a:gd name="T51" fmla="*/ 654 h 714"/>
                <a:gd name="T52" fmla="*/ 243 w 560"/>
                <a:gd name="T53" fmla="*/ 672 h 714"/>
                <a:gd name="T54" fmla="*/ 205 w 560"/>
                <a:gd name="T55" fmla="*/ 672 h 714"/>
                <a:gd name="T56" fmla="*/ 182 w 560"/>
                <a:gd name="T57" fmla="*/ 711 h 714"/>
                <a:gd name="T58" fmla="*/ 140 w 560"/>
                <a:gd name="T59" fmla="*/ 694 h 714"/>
                <a:gd name="T60" fmla="*/ 108 w 560"/>
                <a:gd name="T61" fmla="*/ 677 h 714"/>
                <a:gd name="T62" fmla="*/ 100 w 560"/>
                <a:gd name="T63" fmla="*/ 658 h 714"/>
                <a:gd name="T64" fmla="*/ 122 w 560"/>
                <a:gd name="T65" fmla="*/ 623 h 714"/>
                <a:gd name="T66" fmla="*/ 145 w 560"/>
                <a:gd name="T67" fmla="*/ 566 h 714"/>
                <a:gd name="T68" fmla="*/ 183 w 560"/>
                <a:gd name="T69" fmla="*/ 554 h 714"/>
                <a:gd name="T70" fmla="*/ 192 w 560"/>
                <a:gd name="T71" fmla="*/ 526 h 714"/>
                <a:gd name="T72" fmla="*/ 203 w 560"/>
                <a:gd name="T73" fmla="*/ 498 h 714"/>
                <a:gd name="T74" fmla="*/ 183 w 560"/>
                <a:gd name="T75" fmla="*/ 486 h 714"/>
                <a:gd name="T76" fmla="*/ 149 w 560"/>
                <a:gd name="T77" fmla="*/ 468 h 714"/>
                <a:gd name="T78" fmla="*/ 156 w 560"/>
                <a:gd name="T79" fmla="*/ 489 h 714"/>
                <a:gd name="T80" fmla="*/ 134 w 560"/>
                <a:gd name="T81" fmla="*/ 528 h 714"/>
                <a:gd name="T82" fmla="*/ 105 w 560"/>
                <a:gd name="T83" fmla="*/ 522 h 714"/>
                <a:gd name="T84" fmla="*/ 116 w 560"/>
                <a:gd name="T85" fmla="*/ 466 h 714"/>
                <a:gd name="T86" fmla="*/ 105 w 560"/>
                <a:gd name="T87" fmla="*/ 449 h 714"/>
                <a:gd name="T88" fmla="*/ 77 w 560"/>
                <a:gd name="T89" fmla="*/ 517 h 714"/>
                <a:gd name="T90" fmla="*/ 71 w 560"/>
                <a:gd name="T91" fmla="*/ 489 h 714"/>
                <a:gd name="T92" fmla="*/ 76 w 560"/>
                <a:gd name="T93" fmla="*/ 455 h 714"/>
                <a:gd name="T94" fmla="*/ 56 w 560"/>
                <a:gd name="T95" fmla="*/ 431 h 714"/>
                <a:gd name="T96" fmla="*/ 62 w 560"/>
                <a:gd name="T97" fmla="*/ 486 h 714"/>
                <a:gd name="T98" fmla="*/ 2 w 560"/>
                <a:gd name="T99" fmla="*/ 500 h 714"/>
                <a:gd name="T100" fmla="*/ 22 w 560"/>
                <a:gd name="T101" fmla="*/ 359 h 714"/>
                <a:gd name="T102" fmla="*/ 36 w 560"/>
                <a:gd name="T103" fmla="*/ 300 h 714"/>
                <a:gd name="T104" fmla="*/ 76 w 560"/>
                <a:gd name="T105" fmla="*/ 268 h 714"/>
                <a:gd name="T106" fmla="*/ 74 w 560"/>
                <a:gd name="T107" fmla="*/ 228 h 714"/>
                <a:gd name="T108" fmla="*/ 96 w 560"/>
                <a:gd name="T109" fmla="*/ 182 h 714"/>
                <a:gd name="T110" fmla="*/ 126 w 560"/>
                <a:gd name="T111" fmla="*/ 154 h 714"/>
                <a:gd name="T112" fmla="*/ 149 w 560"/>
                <a:gd name="T113" fmla="*/ 131 h 714"/>
                <a:gd name="T114" fmla="*/ 274 w 560"/>
                <a:gd name="T115" fmla="*/ 128 h 714"/>
                <a:gd name="T116" fmla="*/ 294 w 560"/>
                <a:gd name="T117" fmla="*/ 60 h 714"/>
                <a:gd name="T118" fmla="*/ 303 w 560"/>
                <a:gd name="T119" fmla="*/ 7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0" h="714">
                  <a:moveTo>
                    <a:pt x="340" y="0"/>
                  </a:moveTo>
                  <a:lnTo>
                    <a:pt x="345" y="2"/>
                  </a:lnTo>
                  <a:lnTo>
                    <a:pt x="352" y="3"/>
                  </a:lnTo>
                  <a:lnTo>
                    <a:pt x="358" y="5"/>
                  </a:lnTo>
                  <a:lnTo>
                    <a:pt x="365" y="8"/>
                  </a:lnTo>
                  <a:lnTo>
                    <a:pt x="372" y="10"/>
                  </a:lnTo>
                  <a:lnTo>
                    <a:pt x="377" y="11"/>
                  </a:lnTo>
                  <a:lnTo>
                    <a:pt x="383" y="13"/>
                  </a:lnTo>
                  <a:lnTo>
                    <a:pt x="395" y="17"/>
                  </a:lnTo>
                  <a:lnTo>
                    <a:pt x="398" y="20"/>
                  </a:lnTo>
                  <a:lnTo>
                    <a:pt x="401" y="25"/>
                  </a:lnTo>
                  <a:lnTo>
                    <a:pt x="403" y="31"/>
                  </a:lnTo>
                  <a:lnTo>
                    <a:pt x="406" y="36"/>
                  </a:lnTo>
                  <a:lnTo>
                    <a:pt x="409" y="40"/>
                  </a:lnTo>
                  <a:lnTo>
                    <a:pt x="415" y="45"/>
                  </a:lnTo>
                  <a:lnTo>
                    <a:pt x="421" y="47"/>
                  </a:lnTo>
                  <a:lnTo>
                    <a:pt x="427" y="47"/>
                  </a:lnTo>
                  <a:lnTo>
                    <a:pt x="431" y="47"/>
                  </a:lnTo>
                  <a:lnTo>
                    <a:pt x="434" y="48"/>
                  </a:lnTo>
                  <a:lnTo>
                    <a:pt x="435" y="50"/>
                  </a:lnTo>
                  <a:lnTo>
                    <a:pt x="438" y="51"/>
                  </a:lnTo>
                  <a:lnTo>
                    <a:pt x="440" y="53"/>
                  </a:lnTo>
                  <a:lnTo>
                    <a:pt x="440" y="57"/>
                  </a:lnTo>
                  <a:lnTo>
                    <a:pt x="440" y="60"/>
                  </a:lnTo>
                  <a:lnTo>
                    <a:pt x="441" y="63"/>
                  </a:lnTo>
                  <a:lnTo>
                    <a:pt x="437" y="63"/>
                  </a:lnTo>
                  <a:lnTo>
                    <a:pt x="434" y="63"/>
                  </a:lnTo>
                  <a:lnTo>
                    <a:pt x="431" y="62"/>
                  </a:lnTo>
                  <a:lnTo>
                    <a:pt x="427" y="60"/>
                  </a:lnTo>
                  <a:lnTo>
                    <a:pt x="429" y="63"/>
                  </a:lnTo>
                  <a:lnTo>
                    <a:pt x="431" y="68"/>
                  </a:lnTo>
                  <a:lnTo>
                    <a:pt x="432" y="71"/>
                  </a:lnTo>
                  <a:lnTo>
                    <a:pt x="434" y="73"/>
                  </a:lnTo>
                  <a:lnTo>
                    <a:pt x="438" y="73"/>
                  </a:lnTo>
                  <a:lnTo>
                    <a:pt x="443" y="73"/>
                  </a:lnTo>
                  <a:lnTo>
                    <a:pt x="447" y="74"/>
                  </a:lnTo>
                  <a:lnTo>
                    <a:pt x="452" y="74"/>
                  </a:lnTo>
                  <a:lnTo>
                    <a:pt x="455" y="74"/>
                  </a:lnTo>
                  <a:lnTo>
                    <a:pt x="458" y="74"/>
                  </a:lnTo>
                  <a:lnTo>
                    <a:pt x="461" y="74"/>
                  </a:lnTo>
                  <a:lnTo>
                    <a:pt x="464" y="71"/>
                  </a:lnTo>
                  <a:lnTo>
                    <a:pt x="467" y="68"/>
                  </a:lnTo>
                  <a:lnTo>
                    <a:pt x="471" y="65"/>
                  </a:lnTo>
                  <a:lnTo>
                    <a:pt x="474" y="62"/>
                  </a:lnTo>
                  <a:lnTo>
                    <a:pt x="477" y="59"/>
                  </a:lnTo>
                  <a:lnTo>
                    <a:pt x="477" y="60"/>
                  </a:lnTo>
                  <a:lnTo>
                    <a:pt x="478" y="60"/>
                  </a:lnTo>
                  <a:lnTo>
                    <a:pt x="478" y="62"/>
                  </a:lnTo>
                  <a:lnTo>
                    <a:pt x="478" y="63"/>
                  </a:lnTo>
                  <a:lnTo>
                    <a:pt x="484" y="62"/>
                  </a:lnTo>
                  <a:lnTo>
                    <a:pt x="490" y="62"/>
                  </a:lnTo>
                  <a:lnTo>
                    <a:pt x="495" y="62"/>
                  </a:lnTo>
                  <a:lnTo>
                    <a:pt x="501" y="66"/>
                  </a:lnTo>
                  <a:lnTo>
                    <a:pt x="503" y="68"/>
                  </a:lnTo>
                  <a:lnTo>
                    <a:pt x="506" y="71"/>
                  </a:lnTo>
                  <a:lnTo>
                    <a:pt x="507" y="74"/>
                  </a:lnTo>
                  <a:lnTo>
                    <a:pt x="509" y="77"/>
                  </a:lnTo>
                  <a:lnTo>
                    <a:pt x="510" y="79"/>
                  </a:lnTo>
                  <a:lnTo>
                    <a:pt x="510" y="82"/>
                  </a:lnTo>
                  <a:lnTo>
                    <a:pt x="512" y="85"/>
                  </a:lnTo>
                  <a:lnTo>
                    <a:pt x="514" y="88"/>
                  </a:lnTo>
                  <a:lnTo>
                    <a:pt x="517" y="93"/>
                  </a:lnTo>
                  <a:lnTo>
                    <a:pt x="523" y="97"/>
                  </a:lnTo>
                  <a:lnTo>
                    <a:pt x="529" y="100"/>
                  </a:lnTo>
                  <a:lnTo>
                    <a:pt x="535" y="100"/>
                  </a:lnTo>
                  <a:lnTo>
                    <a:pt x="538" y="99"/>
                  </a:lnTo>
                  <a:lnTo>
                    <a:pt x="541" y="99"/>
                  </a:lnTo>
                  <a:lnTo>
                    <a:pt x="544" y="99"/>
                  </a:lnTo>
                  <a:lnTo>
                    <a:pt x="547" y="99"/>
                  </a:lnTo>
                  <a:lnTo>
                    <a:pt x="550" y="100"/>
                  </a:lnTo>
                  <a:lnTo>
                    <a:pt x="553" y="103"/>
                  </a:lnTo>
                  <a:lnTo>
                    <a:pt x="557" y="105"/>
                  </a:lnTo>
                  <a:lnTo>
                    <a:pt x="560" y="106"/>
                  </a:lnTo>
                  <a:lnTo>
                    <a:pt x="558" y="114"/>
                  </a:lnTo>
                  <a:lnTo>
                    <a:pt x="557" y="119"/>
                  </a:lnTo>
                  <a:lnTo>
                    <a:pt x="553" y="123"/>
                  </a:lnTo>
                  <a:lnTo>
                    <a:pt x="547" y="126"/>
                  </a:lnTo>
                  <a:lnTo>
                    <a:pt x="541" y="130"/>
                  </a:lnTo>
                  <a:lnTo>
                    <a:pt x="537" y="134"/>
                  </a:lnTo>
                  <a:lnTo>
                    <a:pt x="533" y="140"/>
                  </a:lnTo>
                  <a:lnTo>
                    <a:pt x="530" y="146"/>
                  </a:lnTo>
                  <a:lnTo>
                    <a:pt x="521" y="160"/>
                  </a:lnTo>
                  <a:lnTo>
                    <a:pt x="514" y="173"/>
                  </a:lnTo>
                  <a:lnTo>
                    <a:pt x="506" y="186"/>
                  </a:lnTo>
                  <a:lnTo>
                    <a:pt x="498" y="200"/>
                  </a:lnTo>
                  <a:lnTo>
                    <a:pt x="497" y="205"/>
                  </a:lnTo>
                  <a:lnTo>
                    <a:pt x="494" y="206"/>
                  </a:lnTo>
                  <a:lnTo>
                    <a:pt x="489" y="206"/>
                  </a:lnTo>
                  <a:lnTo>
                    <a:pt x="486" y="208"/>
                  </a:lnTo>
                  <a:lnTo>
                    <a:pt x="481" y="209"/>
                  </a:lnTo>
                  <a:lnTo>
                    <a:pt x="478" y="214"/>
                  </a:lnTo>
                  <a:lnTo>
                    <a:pt x="475" y="217"/>
                  </a:lnTo>
                  <a:lnTo>
                    <a:pt x="474" y="220"/>
                  </a:lnTo>
                  <a:lnTo>
                    <a:pt x="467" y="228"/>
                  </a:lnTo>
                  <a:lnTo>
                    <a:pt x="460" y="234"/>
                  </a:lnTo>
                  <a:lnTo>
                    <a:pt x="454" y="240"/>
                  </a:lnTo>
                  <a:lnTo>
                    <a:pt x="446" y="245"/>
                  </a:lnTo>
                  <a:lnTo>
                    <a:pt x="440" y="248"/>
                  </a:lnTo>
                  <a:lnTo>
                    <a:pt x="432" y="253"/>
                  </a:lnTo>
                  <a:lnTo>
                    <a:pt x="426" y="256"/>
                  </a:lnTo>
                  <a:lnTo>
                    <a:pt x="421" y="262"/>
                  </a:lnTo>
                  <a:lnTo>
                    <a:pt x="420" y="263"/>
                  </a:lnTo>
                  <a:lnTo>
                    <a:pt x="418" y="266"/>
                  </a:lnTo>
                  <a:lnTo>
                    <a:pt x="418" y="269"/>
                  </a:lnTo>
                  <a:lnTo>
                    <a:pt x="417" y="271"/>
                  </a:lnTo>
                  <a:lnTo>
                    <a:pt x="414" y="272"/>
                  </a:lnTo>
                  <a:lnTo>
                    <a:pt x="411" y="272"/>
                  </a:lnTo>
                  <a:lnTo>
                    <a:pt x="408" y="272"/>
                  </a:lnTo>
                  <a:lnTo>
                    <a:pt x="406" y="274"/>
                  </a:lnTo>
                  <a:lnTo>
                    <a:pt x="400" y="277"/>
                  </a:lnTo>
                  <a:lnTo>
                    <a:pt x="395" y="283"/>
                  </a:lnTo>
                  <a:lnTo>
                    <a:pt x="391" y="288"/>
                  </a:lnTo>
                  <a:lnTo>
                    <a:pt x="386" y="294"/>
                  </a:lnTo>
                  <a:lnTo>
                    <a:pt x="383" y="300"/>
                  </a:lnTo>
                  <a:lnTo>
                    <a:pt x="378" y="305"/>
                  </a:lnTo>
                  <a:lnTo>
                    <a:pt x="372" y="309"/>
                  </a:lnTo>
                  <a:lnTo>
                    <a:pt x="368" y="314"/>
                  </a:lnTo>
                  <a:lnTo>
                    <a:pt x="365" y="316"/>
                  </a:lnTo>
                  <a:lnTo>
                    <a:pt x="361" y="317"/>
                  </a:lnTo>
                  <a:lnTo>
                    <a:pt x="357" y="319"/>
                  </a:lnTo>
                  <a:lnTo>
                    <a:pt x="354" y="319"/>
                  </a:lnTo>
                  <a:lnTo>
                    <a:pt x="352" y="317"/>
                  </a:lnTo>
                  <a:lnTo>
                    <a:pt x="351" y="316"/>
                  </a:lnTo>
                  <a:lnTo>
                    <a:pt x="352" y="312"/>
                  </a:lnTo>
                  <a:lnTo>
                    <a:pt x="352" y="309"/>
                  </a:lnTo>
                  <a:lnTo>
                    <a:pt x="351" y="308"/>
                  </a:lnTo>
                  <a:lnTo>
                    <a:pt x="348" y="308"/>
                  </a:lnTo>
                  <a:lnTo>
                    <a:pt x="345" y="308"/>
                  </a:lnTo>
                  <a:lnTo>
                    <a:pt x="341" y="308"/>
                  </a:lnTo>
                  <a:lnTo>
                    <a:pt x="341" y="309"/>
                  </a:lnTo>
                  <a:lnTo>
                    <a:pt x="340" y="314"/>
                  </a:lnTo>
                  <a:lnTo>
                    <a:pt x="338" y="317"/>
                  </a:lnTo>
                  <a:lnTo>
                    <a:pt x="338" y="320"/>
                  </a:lnTo>
                  <a:lnTo>
                    <a:pt x="337" y="323"/>
                  </a:lnTo>
                  <a:lnTo>
                    <a:pt x="337" y="326"/>
                  </a:lnTo>
                  <a:lnTo>
                    <a:pt x="335" y="331"/>
                  </a:lnTo>
                  <a:lnTo>
                    <a:pt x="334" y="332"/>
                  </a:lnTo>
                  <a:lnTo>
                    <a:pt x="331" y="332"/>
                  </a:lnTo>
                  <a:lnTo>
                    <a:pt x="329" y="332"/>
                  </a:lnTo>
                  <a:lnTo>
                    <a:pt x="326" y="332"/>
                  </a:lnTo>
                  <a:lnTo>
                    <a:pt x="325" y="336"/>
                  </a:lnTo>
                  <a:lnTo>
                    <a:pt x="325" y="339"/>
                  </a:lnTo>
                  <a:lnTo>
                    <a:pt x="326" y="340"/>
                  </a:lnTo>
                  <a:lnTo>
                    <a:pt x="328" y="342"/>
                  </a:lnTo>
                  <a:lnTo>
                    <a:pt x="331" y="343"/>
                  </a:lnTo>
                  <a:lnTo>
                    <a:pt x="332" y="346"/>
                  </a:lnTo>
                  <a:lnTo>
                    <a:pt x="334" y="349"/>
                  </a:lnTo>
                  <a:lnTo>
                    <a:pt x="334" y="352"/>
                  </a:lnTo>
                  <a:lnTo>
                    <a:pt x="335" y="356"/>
                  </a:lnTo>
                  <a:lnTo>
                    <a:pt x="335" y="362"/>
                  </a:lnTo>
                  <a:lnTo>
                    <a:pt x="337" y="365"/>
                  </a:lnTo>
                  <a:lnTo>
                    <a:pt x="335" y="369"/>
                  </a:lnTo>
                  <a:lnTo>
                    <a:pt x="334" y="372"/>
                  </a:lnTo>
                  <a:lnTo>
                    <a:pt x="332" y="377"/>
                  </a:lnTo>
                  <a:lnTo>
                    <a:pt x="332" y="382"/>
                  </a:lnTo>
                  <a:lnTo>
                    <a:pt x="334" y="385"/>
                  </a:lnTo>
                  <a:lnTo>
                    <a:pt x="337" y="389"/>
                  </a:lnTo>
                  <a:lnTo>
                    <a:pt x="338" y="394"/>
                  </a:lnTo>
                  <a:lnTo>
                    <a:pt x="340" y="397"/>
                  </a:lnTo>
                  <a:lnTo>
                    <a:pt x="341" y="402"/>
                  </a:lnTo>
                  <a:lnTo>
                    <a:pt x="343" y="405"/>
                  </a:lnTo>
                  <a:lnTo>
                    <a:pt x="348" y="414"/>
                  </a:lnTo>
                  <a:lnTo>
                    <a:pt x="354" y="420"/>
                  </a:lnTo>
                  <a:lnTo>
                    <a:pt x="360" y="426"/>
                  </a:lnTo>
                  <a:lnTo>
                    <a:pt x="368" y="432"/>
                  </a:lnTo>
                  <a:lnTo>
                    <a:pt x="369" y="434"/>
                  </a:lnTo>
                  <a:lnTo>
                    <a:pt x="371" y="435"/>
                  </a:lnTo>
                  <a:lnTo>
                    <a:pt x="372" y="435"/>
                  </a:lnTo>
                  <a:lnTo>
                    <a:pt x="374" y="435"/>
                  </a:lnTo>
                  <a:lnTo>
                    <a:pt x="380" y="439"/>
                  </a:lnTo>
                  <a:lnTo>
                    <a:pt x="384" y="446"/>
                  </a:lnTo>
                  <a:lnTo>
                    <a:pt x="389" y="454"/>
                  </a:lnTo>
                  <a:lnTo>
                    <a:pt x="394" y="460"/>
                  </a:lnTo>
                  <a:lnTo>
                    <a:pt x="394" y="460"/>
                  </a:lnTo>
                  <a:lnTo>
                    <a:pt x="394" y="460"/>
                  </a:lnTo>
                  <a:lnTo>
                    <a:pt x="394" y="460"/>
                  </a:lnTo>
                  <a:lnTo>
                    <a:pt x="394" y="460"/>
                  </a:lnTo>
                  <a:lnTo>
                    <a:pt x="397" y="465"/>
                  </a:lnTo>
                  <a:lnTo>
                    <a:pt x="400" y="468"/>
                  </a:lnTo>
                  <a:lnTo>
                    <a:pt x="403" y="471"/>
                  </a:lnTo>
                  <a:lnTo>
                    <a:pt x="406" y="472"/>
                  </a:lnTo>
                  <a:lnTo>
                    <a:pt x="411" y="474"/>
                  </a:lnTo>
                  <a:lnTo>
                    <a:pt x="414" y="472"/>
                  </a:lnTo>
                  <a:lnTo>
                    <a:pt x="418" y="469"/>
                  </a:lnTo>
                  <a:lnTo>
                    <a:pt x="421" y="466"/>
                  </a:lnTo>
                  <a:lnTo>
                    <a:pt x="423" y="466"/>
                  </a:lnTo>
                  <a:lnTo>
                    <a:pt x="424" y="466"/>
                  </a:lnTo>
                  <a:lnTo>
                    <a:pt x="426" y="466"/>
                  </a:lnTo>
                  <a:lnTo>
                    <a:pt x="426" y="466"/>
                  </a:lnTo>
                  <a:lnTo>
                    <a:pt x="432" y="465"/>
                  </a:lnTo>
                  <a:lnTo>
                    <a:pt x="435" y="460"/>
                  </a:lnTo>
                  <a:lnTo>
                    <a:pt x="437" y="455"/>
                  </a:lnTo>
                  <a:lnTo>
                    <a:pt x="440" y="449"/>
                  </a:lnTo>
                  <a:lnTo>
                    <a:pt x="444" y="446"/>
                  </a:lnTo>
                  <a:lnTo>
                    <a:pt x="451" y="446"/>
                  </a:lnTo>
                  <a:lnTo>
                    <a:pt x="458" y="446"/>
                  </a:lnTo>
                  <a:lnTo>
                    <a:pt x="463" y="446"/>
                  </a:lnTo>
                  <a:lnTo>
                    <a:pt x="467" y="446"/>
                  </a:lnTo>
                  <a:lnTo>
                    <a:pt x="471" y="446"/>
                  </a:lnTo>
                  <a:lnTo>
                    <a:pt x="474" y="446"/>
                  </a:lnTo>
                  <a:lnTo>
                    <a:pt x="477" y="449"/>
                  </a:lnTo>
                  <a:lnTo>
                    <a:pt x="478" y="454"/>
                  </a:lnTo>
                  <a:lnTo>
                    <a:pt x="480" y="459"/>
                  </a:lnTo>
                  <a:lnTo>
                    <a:pt x="483" y="463"/>
                  </a:lnTo>
                  <a:lnTo>
                    <a:pt x="484" y="468"/>
                  </a:lnTo>
                  <a:lnTo>
                    <a:pt x="484" y="471"/>
                  </a:lnTo>
                  <a:lnTo>
                    <a:pt x="483" y="474"/>
                  </a:lnTo>
                  <a:lnTo>
                    <a:pt x="480" y="475"/>
                  </a:lnTo>
                  <a:lnTo>
                    <a:pt x="477" y="477"/>
                  </a:lnTo>
                  <a:lnTo>
                    <a:pt x="475" y="478"/>
                  </a:lnTo>
                  <a:lnTo>
                    <a:pt x="472" y="482"/>
                  </a:lnTo>
                  <a:lnTo>
                    <a:pt x="472" y="485"/>
                  </a:lnTo>
                  <a:lnTo>
                    <a:pt x="472" y="489"/>
                  </a:lnTo>
                  <a:lnTo>
                    <a:pt x="474" y="494"/>
                  </a:lnTo>
                  <a:lnTo>
                    <a:pt x="475" y="500"/>
                  </a:lnTo>
                  <a:lnTo>
                    <a:pt x="477" y="506"/>
                  </a:lnTo>
                  <a:lnTo>
                    <a:pt x="478" y="512"/>
                  </a:lnTo>
                  <a:lnTo>
                    <a:pt x="480" y="517"/>
                  </a:lnTo>
                  <a:lnTo>
                    <a:pt x="480" y="523"/>
                  </a:lnTo>
                  <a:lnTo>
                    <a:pt x="480" y="528"/>
                  </a:lnTo>
                  <a:lnTo>
                    <a:pt x="481" y="534"/>
                  </a:lnTo>
                  <a:lnTo>
                    <a:pt x="480" y="535"/>
                  </a:lnTo>
                  <a:lnTo>
                    <a:pt x="478" y="538"/>
                  </a:lnTo>
                  <a:lnTo>
                    <a:pt x="477" y="540"/>
                  </a:lnTo>
                  <a:lnTo>
                    <a:pt x="475" y="542"/>
                  </a:lnTo>
                  <a:lnTo>
                    <a:pt x="469" y="551"/>
                  </a:lnTo>
                  <a:lnTo>
                    <a:pt x="463" y="560"/>
                  </a:lnTo>
                  <a:lnTo>
                    <a:pt x="455" y="569"/>
                  </a:lnTo>
                  <a:lnTo>
                    <a:pt x="449" y="578"/>
                  </a:lnTo>
                  <a:lnTo>
                    <a:pt x="449" y="574"/>
                  </a:lnTo>
                  <a:lnTo>
                    <a:pt x="447" y="572"/>
                  </a:lnTo>
                  <a:lnTo>
                    <a:pt x="446" y="571"/>
                  </a:lnTo>
                  <a:lnTo>
                    <a:pt x="443" y="572"/>
                  </a:lnTo>
                  <a:lnTo>
                    <a:pt x="440" y="571"/>
                  </a:lnTo>
                  <a:lnTo>
                    <a:pt x="438" y="568"/>
                  </a:lnTo>
                  <a:lnTo>
                    <a:pt x="435" y="565"/>
                  </a:lnTo>
                  <a:lnTo>
                    <a:pt x="432" y="563"/>
                  </a:lnTo>
                  <a:lnTo>
                    <a:pt x="431" y="561"/>
                  </a:lnTo>
                  <a:lnTo>
                    <a:pt x="429" y="560"/>
                  </a:lnTo>
                  <a:lnTo>
                    <a:pt x="426" y="558"/>
                  </a:lnTo>
                  <a:lnTo>
                    <a:pt x="424" y="557"/>
                  </a:lnTo>
                  <a:lnTo>
                    <a:pt x="421" y="557"/>
                  </a:lnTo>
                  <a:lnTo>
                    <a:pt x="420" y="557"/>
                  </a:lnTo>
                  <a:lnTo>
                    <a:pt x="417" y="557"/>
                  </a:lnTo>
                  <a:lnTo>
                    <a:pt x="414" y="558"/>
                  </a:lnTo>
                  <a:lnTo>
                    <a:pt x="411" y="557"/>
                  </a:lnTo>
                  <a:lnTo>
                    <a:pt x="406" y="554"/>
                  </a:lnTo>
                  <a:lnTo>
                    <a:pt x="403" y="551"/>
                  </a:lnTo>
                  <a:lnTo>
                    <a:pt x="400" y="549"/>
                  </a:lnTo>
                  <a:lnTo>
                    <a:pt x="400" y="548"/>
                  </a:lnTo>
                  <a:lnTo>
                    <a:pt x="398" y="548"/>
                  </a:lnTo>
                  <a:lnTo>
                    <a:pt x="398" y="548"/>
                  </a:lnTo>
                  <a:lnTo>
                    <a:pt x="397" y="548"/>
                  </a:lnTo>
                  <a:lnTo>
                    <a:pt x="395" y="545"/>
                  </a:lnTo>
                  <a:lnTo>
                    <a:pt x="394" y="542"/>
                  </a:lnTo>
                  <a:lnTo>
                    <a:pt x="391" y="538"/>
                  </a:lnTo>
                  <a:lnTo>
                    <a:pt x="388" y="535"/>
                  </a:lnTo>
                  <a:lnTo>
                    <a:pt x="384" y="534"/>
                  </a:lnTo>
                  <a:lnTo>
                    <a:pt x="380" y="532"/>
                  </a:lnTo>
                  <a:lnTo>
                    <a:pt x="375" y="529"/>
                  </a:lnTo>
                  <a:lnTo>
                    <a:pt x="374" y="525"/>
                  </a:lnTo>
                  <a:lnTo>
                    <a:pt x="374" y="520"/>
                  </a:lnTo>
                  <a:lnTo>
                    <a:pt x="375" y="514"/>
                  </a:lnTo>
                  <a:lnTo>
                    <a:pt x="375" y="508"/>
                  </a:lnTo>
                  <a:lnTo>
                    <a:pt x="372" y="503"/>
                  </a:lnTo>
                  <a:lnTo>
                    <a:pt x="369" y="502"/>
                  </a:lnTo>
                  <a:lnTo>
                    <a:pt x="366" y="502"/>
                  </a:lnTo>
                  <a:lnTo>
                    <a:pt x="363" y="502"/>
                  </a:lnTo>
                  <a:lnTo>
                    <a:pt x="360" y="500"/>
                  </a:lnTo>
                  <a:lnTo>
                    <a:pt x="358" y="498"/>
                  </a:lnTo>
                  <a:lnTo>
                    <a:pt x="357" y="497"/>
                  </a:lnTo>
                  <a:lnTo>
                    <a:pt x="354" y="495"/>
                  </a:lnTo>
                  <a:lnTo>
                    <a:pt x="351" y="495"/>
                  </a:lnTo>
                  <a:lnTo>
                    <a:pt x="349" y="494"/>
                  </a:lnTo>
                  <a:lnTo>
                    <a:pt x="349" y="491"/>
                  </a:lnTo>
                  <a:lnTo>
                    <a:pt x="348" y="488"/>
                  </a:lnTo>
                  <a:lnTo>
                    <a:pt x="346" y="486"/>
                  </a:lnTo>
                  <a:lnTo>
                    <a:pt x="345" y="486"/>
                  </a:lnTo>
                  <a:lnTo>
                    <a:pt x="343" y="488"/>
                  </a:lnTo>
                  <a:lnTo>
                    <a:pt x="343" y="488"/>
                  </a:lnTo>
                  <a:lnTo>
                    <a:pt x="341" y="489"/>
                  </a:lnTo>
                  <a:lnTo>
                    <a:pt x="338" y="489"/>
                  </a:lnTo>
                  <a:lnTo>
                    <a:pt x="335" y="488"/>
                  </a:lnTo>
                  <a:lnTo>
                    <a:pt x="334" y="483"/>
                  </a:lnTo>
                  <a:lnTo>
                    <a:pt x="332" y="480"/>
                  </a:lnTo>
                  <a:lnTo>
                    <a:pt x="331" y="475"/>
                  </a:lnTo>
                  <a:lnTo>
                    <a:pt x="329" y="472"/>
                  </a:lnTo>
                  <a:lnTo>
                    <a:pt x="326" y="471"/>
                  </a:lnTo>
                  <a:lnTo>
                    <a:pt x="323" y="474"/>
                  </a:lnTo>
                  <a:lnTo>
                    <a:pt x="321" y="477"/>
                  </a:lnTo>
                  <a:lnTo>
                    <a:pt x="320" y="480"/>
                  </a:lnTo>
                  <a:lnTo>
                    <a:pt x="317" y="483"/>
                  </a:lnTo>
                  <a:lnTo>
                    <a:pt x="314" y="482"/>
                  </a:lnTo>
                  <a:lnTo>
                    <a:pt x="312" y="483"/>
                  </a:lnTo>
                  <a:lnTo>
                    <a:pt x="311" y="485"/>
                  </a:lnTo>
                  <a:lnTo>
                    <a:pt x="309" y="486"/>
                  </a:lnTo>
                  <a:lnTo>
                    <a:pt x="308" y="488"/>
                  </a:lnTo>
                  <a:lnTo>
                    <a:pt x="306" y="489"/>
                  </a:lnTo>
                  <a:lnTo>
                    <a:pt x="305" y="488"/>
                  </a:lnTo>
                  <a:lnTo>
                    <a:pt x="303" y="488"/>
                  </a:lnTo>
                  <a:lnTo>
                    <a:pt x="302" y="488"/>
                  </a:lnTo>
                  <a:lnTo>
                    <a:pt x="302" y="488"/>
                  </a:lnTo>
                  <a:lnTo>
                    <a:pt x="300" y="488"/>
                  </a:lnTo>
                  <a:lnTo>
                    <a:pt x="300" y="489"/>
                  </a:lnTo>
                  <a:lnTo>
                    <a:pt x="300" y="489"/>
                  </a:lnTo>
                  <a:lnTo>
                    <a:pt x="298" y="491"/>
                  </a:lnTo>
                  <a:lnTo>
                    <a:pt x="298" y="492"/>
                  </a:lnTo>
                  <a:lnTo>
                    <a:pt x="297" y="494"/>
                  </a:lnTo>
                  <a:lnTo>
                    <a:pt x="295" y="497"/>
                  </a:lnTo>
                  <a:lnTo>
                    <a:pt x="294" y="497"/>
                  </a:lnTo>
                  <a:lnTo>
                    <a:pt x="291" y="498"/>
                  </a:lnTo>
                  <a:lnTo>
                    <a:pt x="288" y="498"/>
                  </a:lnTo>
                  <a:lnTo>
                    <a:pt x="285" y="498"/>
                  </a:lnTo>
                  <a:lnTo>
                    <a:pt x="280" y="497"/>
                  </a:lnTo>
                  <a:lnTo>
                    <a:pt x="274" y="498"/>
                  </a:lnTo>
                  <a:lnTo>
                    <a:pt x="268" y="500"/>
                  </a:lnTo>
                  <a:lnTo>
                    <a:pt x="265" y="506"/>
                  </a:lnTo>
                  <a:lnTo>
                    <a:pt x="265" y="509"/>
                  </a:lnTo>
                  <a:lnTo>
                    <a:pt x="268" y="511"/>
                  </a:lnTo>
                  <a:lnTo>
                    <a:pt x="269" y="514"/>
                  </a:lnTo>
                  <a:lnTo>
                    <a:pt x="268" y="518"/>
                  </a:lnTo>
                  <a:lnTo>
                    <a:pt x="266" y="523"/>
                  </a:lnTo>
                  <a:lnTo>
                    <a:pt x="263" y="526"/>
                  </a:lnTo>
                  <a:lnTo>
                    <a:pt x="260" y="531"/>
                  </a:lnTo>
                  <a:lnTo>
                    <a:pt x="257" y="534"/>
                  </a:lnTo>
                  <a:lnTo>
                    <a:pt x="254" y="537"/>
                  </a:lnTo>
                  <a:lnTo>
                    <a:pt x="251" y="542"/>
                  </a:lnTo>
                  <a:lnTo>
                    <a:pt x="249" y="546"/>
                  </a:lnTo>
                  <a:lnTo>
                    <a:pt x="246" y="549"/>
                  </a:lnTo>
                  <a:lnTo>
                    <a:pt x="245" y="552"/>
                  </a:lnTo>
                  <a:lnTo>
                    <a:pt x="242" y="555"/>
                  </a:lnTo>
                  <a:lnTo>
                    <a:pt x="240" y="558"/>
                  </a:lnTo>
                  <a:lnTo>
                    <a:pt x="239" y="561"/>
                  </a:lnTo>
                  <a:lnTo>
                    <a:pt x="237" y="566"/>
                  </a:lnTo>
                  <a:lnTo>
                    <a:pt x="235" y="569"/>
                  </a:lnTo>
                  <a:lnTo>
                    <a:pt x="235" y="572"/>
                  </a:lnTo>
                  <a:lnTo>
                    <a:pt x="235" y="577"/>
                  </a:lnTo>
                  <a:lnTo>
                    <a:pt x="237" y="583"/>
                  </a:lnTo>
                  <a:lnTo>
                    <a:pt x="240" y="588"/>
                  </a:lnTo>
                  <a:lnTo>
                    <a:pt x="246" y="591"/>
                  </a:lnTo>
                  <a:lnTo>
                    <a:pt x="251" y="594"/>
                  </a:lnTo>
                  <a:lnTo>
                    <a:pt x="251" y="595"/>
                  </a:lnTo>
                  <a:lnTo>
                    <a:pt x="251" y="597"/>
                  </a:lnTo>
                  <a:lnTo>
                    <a:pt x="249" y="600"/>
                  </a:lnTo>
                  <a:lnTo>
                    <a:pt x="249" y="601"/>
                  </a:lnTo>
                  <a:lnTo>
                    <a:pt x="248" y="605"/>
                  </a:lnTo>
                  <a:lnTo>
                    <a:pt x="248" y="609"/>
                  </a:lnTo>
                  <a:lnTo>
                    <a:pt x="248" y="614"/>
                  </a:lnTo>
                  <a:lnTo>
                    <a:pt x="248" y="618"/>
                  </a:lnTo>
                  <a:lnTo>
                    <a:pt x="252" y="618"/>
                  </a:lnTo>
                  <a:lnTo>
                    <a:pt x="254" y="620"/>
                  </a:lnTo>
                  <a:lnTo>
                    <a:pt x="257" y="621"/>
                  </a:lnTo>
                  <a:lnTo>
                    <a:pt x="259" y="623"/>
                  </a:lnTo>
                  <a:lnTo>
                    <a:pt x="262" y="623"/>
                  </a:lnTo>
                  <a:lnTo>
                    <a:pt x="265" y="623"/>
                  </a:lnTo>
                  <a:lnTo>
                    <a:pt x="268" y="623"/>
                  </a:lnTo>
                  <a:lnTo>
                    <a:pt x="271" y="625"/>
                  </a:lnTo>
                  <a:lnTo>
                    <a:pt x="271" y="631"/>
                  </a:lnTo>
                  <a:lnTo>
                    <a:pt x="269" y="638"/>
                  </a:lnTo>
                  <a:lnTo>
                    <a:pt x="266" y="646"/>
                  </a:lnTo>
                  <a:lnTo>
                    <a:pt x="263" y="652"/>
                  </a:lnTo>
                  <a:lnTo>
                    <a:pt x="263" y="652"/>
                  </a:lnTo>
                  <a:lnTo>
                    <a:pt x="263" y="654"/>
                  </a:lnTo>
                  <a:lnTo>
                    <a:pt x="263" y="654"/>
                  </a:lnTo>
                  <a:lnTo>
                    <a:pt x="262" y="654"/>
                  </a:lnTo>
                  <a:lnTo>
                    <a:pt x="260" y="655"/>
                  </a:lnTo>
                  <a:lnTo>
                    <a:pt x="259" y="657"/>
                  </a:lnTo>
                  <a:lnTo>
                    <a:pt x="257" y="657"/>
                  </a:lnTo>
                  <a:lnTo>
                    <a:pt x="255" y="657"/>
                  </a:lnTo>
                  <a:lnTo>
                    <a:pt x="254" y="658"/>
                  </a:lnTo>
                  <a:lnTo>
                    <a:pt x="254" y="660"/>
                  </a:lnTo>
                  <a:lnTo>
                    <a:pt x="252" y="661"/>
                  </a:lnTo>
                  <a:lnTo>
                    <a:pt x="251" y="661"/>
                  </a:lnTo>
                  <a:lnTo>
                    <a:pt x="249" y="663"/>
                  </a:lnTo>
                  <a:lnTo>
                    <a:pt x="249" y="666"/>
                  </a:lnTo>
                  <a:lnTo>
                    <a:pt x="249" y="669"/>
                  </a:lnTo>
                  <a:lnTo>
                    <a:pt x="246" y="671"/>
                  </a:lnTo>
                  <a:lnTo>
                    <a:pt x="243" y="672"/>
                  </a:lnTo>
                  <a:lnTo>
                    <a:pt x="243" y="669"/>
                  </a:lnTo>
                  <a:lnTo>
                    <a:pt x="243" y="668"/>
                  </a:lnTo>
                  <a:lnTo>
                    <a:pt x="245" y="664"/>
                  </a:lnTo>
                  <a:lnTo>
                    <a:pt x="242" y="663"/>
                  </a:lnTo>
                  <a:lnTo>
                    <a:pt x="240" y="664"/>
                  </a:lnTo>
                  <a:lnTo>
                    <a:pt x="237" y="666"/>
                  </a:lnTo>
                  <a:lnTo>
                    <a:pt x="234" y="668"/>
                  </a:lnTo>
                  <a:lnTo>
                    <a:pt x="231" y="671"/>
                  </a:lnTo>
                  <a:lnTo>
                    <a:pt x="226" y="674"/>
                  </a:lnTo>
                  <a:lnTo>
                    <a:pt x="222" y="674"/>
                  </a:lnTo>
                  <a:lnTo>
                    <a:pt x="217" y="674"/>
                  </a:lnTo>
                  <a:lnTo>
                    <a:pt x="212" y="672"/>
                  </a:lnTo>
                  <a:lnTo>
                    <a:pt x="209" y="672"/>
                  </a:lnTo>
                  <a:lnTo>
                    <a:pt x="205" y="672"/>
                  </a:lnTo>
                  <a:lnTo>
                    <a:pt x="203" y="677"/>
                  </a:lnTo>
                  <a:lnTo>
                    <a:pt x="203" y="678"/>
                  </a:lnTo>
                  <a:lnTo>
                    <a:pt x="203" y="681"/>
                  </a:lnTo>
                  <a:lnTo>
                    <a:pt x="205" y="684"/>
                  </a:lnTo>
                  <a:lnTo>
                    <a:pt x="205" y="688"/>
                  </a:lnTo>
                  <a:lnTo>
                    <a:pt x="205" y="692"/>
                  </a:lnTo>
                  <a:lnTo>
                    <a:pt x="205" y="701"/>
                  </a:lnTo>
                  <a:lnTo>
                    <a:pt x="205" y="709"/>
                  </a:lnTo>
                  <a:lnTo>
                    <a:pt x="203" y="714"/>
                  </a:lnTo>
                  <a:lnTo>
                    <a:pt x="200" y="714"/>
                  </a:lnTo>
                  <a:lnTo>
                    <a:pt x="196" y="712"/>
                  </a:lnTo>
                  <a:lnTo>
                    <a:pt x="191" y="709"/>
                  </a:lnTo>
                  <a:lnTo>
                    <a:pt x="186" y="709"/>
                  </a:lnTo>
                  <a:lnTo>
                    <a:pt x="182" y="711"/>
                  </a:lnTo>
                  <a:lnTo>
                    <a:pt x="176" y="708"/>
                  </a:lnTo>
                  <a:lnTo>
                    <a:pt x="169" y="704"/>
                  </a:lnTo>
                  <a:lnTo>
                    <a:pt x="165" y="701"/>
                  </a:lnTo>
                  <a:lnTo>
                    <a:pt x="163" y="701"/>
                  </a:lnTo>
                  <a:lnTo>
                    <a:pt x="162" y="700"/>
                  </a:lnTo>
                  <a:lnTo>
                    <a:pt x="162" y="700"/>
                  </a:lnTo>
                  <a:lnTo>
                    <a:pt x="160" y="698"/>
                  </a:lnTo>
                  <a:lnTo>
                    <a:pt x="157" y="697"/>
                  </a:lnTo>
                  <a:lnTo>
                    <a:pt x="154" y="695"/>
                  </a:lnTo>
                  <a:lnTo>
                    <a:pt x="151" y="695"/>
                  </a:lnTo>
                  <a:lnTo>
                    <a:pt x="148" y="694"/>
                  </a:lnTo>
                  <a:lnTo>
                    <a:pt x="146" y="694"/>
                  </a:lnTo>
                  <a:lnTo>
                    <a:pt x="143" y="694"/>
                  </a:lnTo>
                  <a:lnTo>
                    <a:pt x="140" y="694"/>
                  </a:lnTo>
                  <a:lnTo>
                    <a:pt x="139" y="694"/>
                  </a:lnTo>
                  <a:lnTo>
                    <a:pt x="136" y="692"/>
                  </a:lnTo>
                  <a:lnTo>
                    <a:pt x="134" y="689"/>
                  </a:lnTo>
                  <a:lnTo>
                    <a:pt x="131" y="688"/>
                  </a:lnTo>
                  <a:lnTo>
                    <a:pt x="128" y="688"/>
                  </a:lnTo>
                  <a:lnTo>
                    <a:pt x="125" y="688"/>
                  </a:lnTo>
                  <a:lnTo>
                    <a:pt x="122" y="689"/>
                  </a:lnTo>
                  <a:lnTo>
                    <a:pt x="119" y="689"/>
                  </a:lnTo>
                  <a:lnTo>
                    <a:pt x="116" y="688"/>
                  </a:lnTo>
                  <a:lnTo>
                    <a:pt x="113" y="686"/>
                  </a:lnTo>
                  <a:lnTo>
                    <a:pt x="113" y="683"/>
                  </a:lnTo>
                  <a:lnTo>
                    <a:pt x="113" y="681"/>
                  </a:lnTo>
                  <a:lnTo>
                    <a:pt x="111" y="678"/>
                  </a:lnTo>
                  <a:lnTo>
                    <a:pt x="108" y="677"/>
                  </a:lnTo>
                  <a:lnTo>
                    <a:pt x="105" y="677"/>
                  </a:lnTo>
                  <a:lnTo>
                    <a:pt x="102" y="678"/>
                  </a:lnTo>
                  <a:lnTo>
                    <a:pt x="99" y="681"/>
                  </a:lnTo>
                  <a:lnTo>
                    <a:pt x="96" y="683"/>
                  </a:lnTo>
                  <a:lnTo>
                    <a:pt x="93" y="683"/>
                  </a:lnTo>
                  <a:lnTo>
                    <a:pt x="93" y="680"/>
                  </a:lnTo>
                  <a:lnTo>
                    <a:pt x="93" y="677"/>
                  </a:lnTo>
                  <a:lnTo>
                    <a:pt x="93" y="672"/>
                  </a:lnTo>
                  <a:lnTo>
                    <a:pt x="93" y="671"/>
                  </a:lnTo>
                  <a:lnTo>
                    <a:pt x="94" y="669"/>
                  </a:lnTo>
                  <a:lnTo>
                    <a:pt x="97" y="668"/>
                  </a:lnTo>
                  <a:lnTo>
                    <a:pt x="99" y="666"/>
                  </a:lnTo>
                  <a:lnTo>
                    <a:pt x="100" y="663"/>
                  </a:lnTo>
                  <a:lnTo>
                    <a:pt x="100" y="658"/>
                  </a:lnTo>
                  <a:lnTo>
                    <a:pt x="100" y="655"/>
                  </a:lnTo>
                  <a:lnTo>
                    <a:pt x="100" y="649"/>
                  </a:lnTo>
                  <a:lnTo>
                    <a:pt x="99" y="645"/>
                  </a:lnTo>
                  <a:lnTo>
                    <a:pt x="97" y="638"/>
                  </a:lnTo>
                  <a:lnTo>
                    <a:pt x="96" y="632"/>
                  </a:lnTo>
                  <a:lnTo>
                    <a:pt x="99" y="634"/>
                  </a:lnTo>
                  <a:lnTo>
                    <a:pt x="102" y="637"/>
                  </a:lnTo>
                  <a:lnTo>
                    <a:pt x="106" y="638"/>
                  </a:lnTo>
                  <a:lnTo>
                    <a:pt x="109" y="638"/>
                  </a:lnTo>
                  <a:lnTo>
                    <a:pt x="113" y="637"/>
                  </a:lnTo>
                  <a:lnTo>
                    <a:pt x="114" y="634"/>
                  </a:lnTo>
                  <a:lnTo>
                    <a:pt x="117" y="629"/>
                  </a:lnTo>
                  <a:lnTo>
                    <a:pt x="119" y="626"/>
                  </a:lnTo>
                  <a:lnTo>
                    <a:pt x="122" y="623"/>
                  </a:lnTo>
                  <a:lnTo>
                    <a:pt x="126" y="621"/>
                  </a:lnTo>
                  <a:lnTo>
                    <a:pt x="129" y="618"/>
                  </a:lnTo>
                  <a:lnTo>
                    <a:pt x="129" y="615"/>
                  </a:lnTo>
                  <a:lnTo>
                    <a:pt x="129" y="609"/>
                  </a:lnTo>
                  <a:lnTo>
                    <a:pt x="129" y="603"/>
                  </a:lnTo>
                  <a:lnTo>
                    <a:pt x="129" y="595"/>
                  </a:lnTo>
                  <a:lnTo>
                    <a:pt x="128" y="591"/>
                  </a:lnTo>
                  <a:lnTo>
                    <a:pt x="126" y="586"/>
                  </a:lnTo>
                  <a:lnTo>
                    <a:pt x="128" y="581"/>
                  </a:lnTo>
                  <a:lnTo>
                    <a:pt x="133" y="577"/>
                  </a:lnTo>
                  <a:lnTo>
                    <a:pt x="137" y="574"/>
                  </a:lnTo>
                  <a:lnTo>
                    <a:pt x="139" y="571"/>
                  </a:lnTo>
                  <a:lnTo>
                    <a:pt x="142" y="568"/>
                  </a:lnTo>
                  <a:lnTo>
                    <a:pt x="145" y="566"/>
                  </a:lnTo>
                  <a:lnTo>
                    <a:pt x="148" y="563"/>
                  </a:lnTo>
                  <a:lnTo>
                    <a:pt x="151" y="561"/>
                  </a:lnTo>
                  <a:lnTo>
                    <a:pt x="153" y="561"/>
                  </a:lnTo>
                  <a:lnTo>
                    <a:pt x="154" y="561"/>
                  </a:lnTo>
                  <a:lnTo>
                    <a:pt x="157" y="561"/>
                  </a:lnTo>
                  <a:lnTo>
                    <a:pt x="159" y="561"/>
                  </a:lnTo>
                  <a:lnTo>
                    <a:pt x="160" y="560"/>
                  </a:lnTo>
                  <a:lnTo>
                    <a:pt x="162" y="560"/>
                  </a:lnTo>
                  <a:lnTo>
                    <a:pt x="163" y="557"/>
                  </a:lnTo>
                  <a:lnTo>
                    <a:pt x="166" y="552"/>
                  </a:lnTo>
                  <a:lnTo>
                    <a:pt x="171" y="552"/>
                  </a:lnTo>
                  <a:lnTo>
                    <a:pt x="176" y="554"/>
                  </a:lnTo>
                  <a:lnTo>
                    <a:pt x="180" y="554"/>
                  </a:lnTo>
                  <a:lnTo>
                    <a:pt x="183" y="554"/>
                  </a:lnTo>
                  <a:lnTo>
                    <a:pt x="186" y="552"/>
                  </a:lnTo>
                  <a:lnTo>
                    <a:pt x="188" y="551"/>
                  </a:lnTo>
                  <a:lnTo>
                    <a:pt x="189" y="548"/>
                  </a:lnTo>
                  <a:lnTo>
                    <a:pt x="191" y="543"/>
                  </a:lnTo>
                  <a:lnTo>
                    <a:pt x="192" y="542"/>
                  </a:lnTo>
                  <a:lnTo>
                    <a:pt x="194" y="540"/>
                  </a:lnTo>
                  <a:lnTo>
                    <a:pt x="199" y="538"/>
                  </a:lnTo>
                  <a:lnTo>
                    <a:pt x="199" y="535"/>
                  </a:lnTo>
                  <a:lnTo>
                    <a:pt x="200" y="534"/>
                  </a:lnTo>
                  <a:lnTo>
                    <a:pt x="200" y="531"/>
                  </a:lnTo>
                  <a:lnTo>
                    <a:pt x="199" y="529"/>
                  </a:lnTo>
                  <a:lnTo>
                    <a:pt x="196" y="528"/>
                  </a:lnTo>
                  <a:lnTo>
                    <a:pt x="194" y="528"/>
                  </a:lnTo>
                  <a:lnTo>
                    <a:pt x="192" y="526"/>
                  </a:lnTo>
                  <a:lnTo>
                    <a:pt x="192" y="523"/>
                  </a:lnTo>
                  <a:lnTo>
                    <a:pt x="192" y="520"/>
                  </a:lnTo>
                  <a:lnTo>
                    <a:pt x="194" y="520"/>
                  </a:lnTo>
                  <a:lnTo>
                    <a:pt x="196" y="520"/>
                  </a:lnTo>
                  <a:lnTo>
                    <a:pt x="199" y="520"/>
                  </a:lnTo>
                  <a:lnTo>
                    <a:pt x="200" y="517"/>
                  </a:lnTo>
                  <a:lnTo>
                    <a:pt x="202" y="515"/>
                  </a:lnTo>
                  <a:lnTo>
                    <a:pt x="203" y="512"/>
                  </a:lnTo>
                  <a:lnTo>
                    <a:pt x="205" y="509"/>
                  </a:lnTo>
                  <a:lnTo>
                    <a:pt x="205" y="508"/>
                  </a:lnTo>
                  <a:lnTo>
                    <a:pt x="206" y="505"/>
                  </a:lnTo>
                  <a:lnTo>
                    <a:pt x="206" y="502"/>
                  </a:lnTo>
                  <a:lnTo>
                    <a:pt x="206" y="498"/>
                  </a:lnTo>
                  <a:lnTo>
                    <a:pt x="203" y="498"/>
                  </a:lnTo>
                  <a:lnTo>
                    <a:pt x="202" y="498"/>
                  </a:lnTo>
                  <a:lnTo>
                    <a:pt x="200" y="498"/>
                  </a:lnTo>
                  <a:lnTo>
                    <a:pt x="199" y="500"/>
                  </a:lnTo>
                  <a:lnTo>
                    <a:pt x="197" y="497"/>
                  </a:lnTo>
                  <a:lnTo>
                    <a:pt x="197" y="495"/>
                  </a:lnTo>
                  <a:lnTo>
                    <a:pt x="197" y="494"/>
                  </a:lnTo>
                  <a:lnTo>
                    <a:pt x="194" y="492"/>
                  </a:lnTo>
                  <a:lnTo>
                    <a:pt x="191" y="492"/>
                  </a:lnTo>
                  <a:lnTo>
                    <a:pt x="188" y="494"/>
                  </a:lnTo>
                  <a:lnTo>
                    <a:pt x="185" y="494"/>
                  </a:lnTo>
                  <a:lnTo>
                    <a:pt x="182" y="495"/>
                  </a:lnTo>
                  <a:lnTo>
                    <a:pt x="183" y="492"/>
                  </a:lnTo>
                  <a:lnTo>
                    <a:pt x="183" y="489"/>
                  </a:lnTo>
                  <a:lnTo>
                    <a:pt x="183" y="486"/>
                  </a:lnTo>
                  <a:lnTo>
                    <a:pt x="183" y="485"/>
                  </a:lnTo>
                  <a:lnTo>
                    <a:pt x="180" y="483"/>
                  </a:lnTo>
                  <a:lnTo>
                    <a:pt x="179" y="482"/>
                  </a:lnTo>
                  <a:lnTo>
                    <a:pt x="176" y="480"/>
                  </a:lnTo>
                  <a:lnTo>
                    <a:pt x="174" y="478"/>
                  </a:lnTo>
                  <a:lnTo>
                    <a:pt x="168" y="474"/>
                  </a:lnTo>
                  <a:lnTo>
                    <a:pt x="163" y="471"/>
                  </a:lnTo>
                  <a:lnTo>
                    <a:pt x="159" y="466"/>
                  </a:lnTo>
                  <a:lnTo>
                    <a:pt x="153" y="462"/>
                  </a:lnTo>
                  <a:lnTo>
                    <a:pt x="153" y="463"/>
                  </a:lnTo>
                  <a:lnTo>
                    <a:pt x="153" y="463"/>
                  </a:lnTo>
                  <a:lnTo>
                    <a:pt x="153" y="463"/>
                  </a:lnTo>
                  <a:lnTo>
                    <a:pt x="151" y="465"/>
                  </a:lnTo>
                  <a:lnTo>
                    <a:pt x="149" y="468"/>
                  </a:lnTo>
                  <a:lnTo>
                    <a:pt x="148" y="471"/>
                  </a:lnTo>
                  <a:lnTo>
                    <a:pt x="146" y="474"/>
                  </a:lnTo>
                  <a:lnTo>
                    <a:pt x="145" y="477"/>
                  </a:lnTo>
                  <a:lnTo>
                    <a:pt x="145" y="478"/>
                  </a:lnTo>
                  <a:lnTo>
                    <a:pt x="145" y="480"/>
                  </a:lnTo>
                  <a:lnTo>
                    <a:pt x="145" y="482"/>
                  </a:lnTo>
                  <a:lnTo>
                    <a:pt x="148" y="482"/>
                  </a:lnTo>
                  <a:lnTo>
                    <a:pt x="149" y="483"/>
                  </a:lnTo>
                  <a:lnTo>
                    <a:pt x="149" y="485"/>
                  </a:lnTo>
                  <a:lnTo>
                    <a:pt x="149" y="486"/>
                  </a:lnTo>
                  <a:lnTo>
                    <a:pt x="151" y="486"/>
                  </a:lnTo>
                  <a:lnTo>
                    <a:pt x="154" y="486"/>
                  </a:lnTo>
                  <a:lnTo>
                    <a:pt x="156" y="488"/>
                  </a:lnTo>
                  <a:lnTo>
                    <a:pt x="156" y="489"/>
                  </a:lnTo>
                  <a:lnTo>
                    <a:pt x="156" y="491"/>
                  </a:lnTo>
                  <a:lnTo>
                    <a:pt x="154" y="491"/>
                  </a:lnTo>
                  <a:lnTo>
                    <a:pt x="153" y="492"/>
                  </a:lnTo>
                  <a:lnTo>
                    <a:pt x="151" y="494"/>
                  </a:lnTo>
                  <a:lnTo>
                    <a:pt x="149" y="494"/>
                  </a:lnTo>
                  <a:lnTo>
                    <a:pt x="148" y="498"/>
                  </a:lnTo>
                  <a:lnTo>
                    <a:pt x="148" y="503"/>
                  </a:lnTo>
                  <a:lnTo>
                    <a:pt x="148" y="506"/>
                  </a:lnTo>
                  <a:lnTo>
                    <a:pt x="145" y="508"/>
                  </a:lnTo>
                  <a:lnTo>
                    <a:pt x="142" y="509"/>
                  </a:lnTo>
                  <a:lnTo>
                    <a:pt x="139" y="514"/>
                  </a:lnTo>
                  <a:lnTo>
                    <a:pt x="137" y="518"/>
                  </a:lnTo>
                  <a:lnTo>
                    <a:pt x="136" y="523"/>
                  </a:lnTo>
                  <a:lnTo>
                    <a:pt x="134" y="528"/>
                  </a:lnTo>
                  <a:lnTo>
                    <a:pt x="133" y="529"/>
                  </a:lnTo>
                  <a:lnTo>
                    <a:pt x="133" y="528"/>
                  </a:lnTo>
                  <a:lnTo>
                    <a:pt x="131" y="526"/>
                  </a:lnTo>
                  <a:lnTo>
                    <a:pt x="129" y="526"/>
                  </a:lnTo>
                  <a:lnTo>
                    <a:pt x="128" y="526"/>
                  </a:lnTo>
                  <a:lnTo>
                    <a:pt x="122" y="525"/>
                  </a:lnTo>
                  <a:lnTo>
                    <a:pt x="120" y="525"/>
                  </a:lnTo>
                  <a:lnTo>
                    <a:pt x="117" y="528"/>
                  </a:lnTo>
                  <a:lnTo>
                    <a:pt x="116" y="529"/>
                  </a:lnTo>
                  <a:lnTo>
                    <a:pt x="114" y="531"/>
                  </a:lnTo>
                  <a:lnTo>
                    <a:pt x="109" y="531"/>
                  </a:lnTo>
                  <a:lnTo>
                    <a:pt x="108" y="531"/>
                  </a:lnTo>
                  <a:lnTo>
                    <a:pt x="105" y="528"/>
                  </a:lnTo>
                  <a:lnTo>
                    <a:pt x="105" y="522"/>
                  </a:lnTo>
                  <a:lnTo>
                    <a:pt x="105" y="518"/>
                  </a:lnTo>
                  <a:lnTo>
                    <a:pt x="106" y="512"/>
                  </a:lnTo>
                  <a:lnTo>
                    <a:pt x="106" y="509"/>
                  </a:lnTo>
                  <a:lnTo>
                    <a:pt x="106" y="506"/>
                  </a:lnTo>
                  <a:lnTo>
                    <a:pt x="105" y="503"/>
                  </a:lnTo>
                  <a:lnTo>
                    <a:pt x="105" y="500"/>
                  </a:lnTo>
                  <a:lnTo>
                    <a:pt x="103" y="497"/>
                  </a:lnTo>
                  <a:lnTo>
                    <a:pt x="103" y="495"/>
                  </a:lnTo>
                  <a:lnTo>
                    <a:pt x="103" y="494"/>
                  </a:lnTo>
                  <a:lnTo>
                    <a:pt x="105" y="491"/>
                  </a:lnTo>
                  <a:lnTo>
                    <a:pt x="106" y="485"/>
                  </a:lnTo>
                  <a:lnTo>
                    <a:pt x="108" y="475"/>
                  </a:lnTo>
                  <a:lnTo>
                    <a:pt x="111" y="468"/>
                  </a:lnTo>
                  <a:lnTo>
                    <a:pt x="116" y="466"/>
                  </a:lnTo>
                  <a:lnTo>
                    <a:pt x="116" y="465"/>
                  </a:lnTo>
                  <a:lnTo>
                    <a:pt x="116" y="462"/>
                  </a:lnTo>
                  <a:lnTo>
                    <a:pt x="116" y="460"/>
                  </a:lnTo>
                  <a:lnTo>
                    <a:pt x="116" y="459"/>
                  </a:lnTo>
                  <a:lnTo>
                    <a:pt x="114" y="459"/>
                  </a:lnTo>
                  <a:lnTo>
                    <a:pt x="113" y="459"/>
                  </a:lnTo>
                  <a:lnTo>
                    <a:pt x="111" y="459"/>
                  </a:lnTo>
                  <a:lnTo>
                    <a:pt x="109" y="457"/>
                  </a:lnTo>
                  <a:lnTo>
                    <a:pt x="109" y="455"/>
                  </a:lnTo>
                  <a:lnTo>
                    <a:pt x="109" y="454"/>
                  </a:lnTo>
                  <a:lnTo>
                    <a:pt x="111" y="451"/>
                  </a:lnTo>
                  <a:lnTo>
                    <a:pt x="109" y="449"/>
                  </a:lnTo>
                  <a:lnTo>
                    <a:pt x="108" y="449"/>
                  </a:lnTo>
                  <a:lnTo>
                    <a:pt x="105" y="449"/>
                  </a:lnTo>
                  <a:lnTo>
                    <a:pt x="102" y="449"/>
                  </a:lnTo>
                  <a:lnTo>
                    <a:pt x="99" y="449"/>
                  </a:lnTo>
                  <a:lnTo>
                    <a:pt x="97" y="448"/>
                  </a:lnTo>
                  <a:lnTo>
                    <a:pt x="97" y="446"/>
                  </a:lnTo>
                  <a:lnTo>
                    <a:pt x="96" y="446"/>
                  </a:lnTo>
                  <a:lnTo>
                    <a:pt x="94" y="448"/>
                  </a:lnTo>
                  <a:lnTo>
                    <a:pt x="91" y="454"/>
                  </a:lnTo>
                  <a:lnTo>
                    <a:pt x="90" y="463"/>
                  </a:lnTo>
                  <a:lnTo>
                    <a:pt x="88" y="472"/>
                  </a:lnTo>
                  <a:lnTo>
                    <a:pt x="86" y="480"/>
                  </a:lnTo>
                  <a:lnTo>
                    <a:pt x="83" y="489"/>
                  </a:lnTo>
                  <a:lnTo>
                    <a:pt x="82" y="498"/>
                  </a:lnTo>
                  <a:lnTo>
                    <a:pt x="79" y="508"/>
                  </a:lnTo>
                  <a:lnTo>
                    <a:pt x="77" y="517"/>
                  </a:lnTo>
                  <a:lnTo>
                    <a:pt x="77" y="517"/>
                  </a:lnTo>
                  <a:lnTo>
                    <a:pt x="77" y="518"/>
                  </a:lnTo>
                  <a:lnTo>
                    <a:pt x="77" y="518"/>
                  </a:lnTo>
                  <a:lnTo>
                    <a:pt x="76" y="520"/>
                  </a:lnTo>
                  <a:lnTo>
                    <a:pt x="76" y="518"/>
                  </a:lnTo>
                  <a:lnTo>
                    <a:pt x="73" y="515"/>
                  </a:lnTo>
                  <a:lnTo>
                    <a:pt x="73" y="511"/>
                  </a:lnTo>
                  <a:lnTo>
                    <a:pt x="71" y="508"/>
                  </a:lnTo>
                  <a:lnTo>
                    <a:pt x="71" y="505"/>
                  </a:lnTo>
                  <a:lnTo>
                    <a:pt x="71" y="502"/>
                  </a:lnTo>
                  <a:lnTo>
                    <a:pt x="70" y="498"/>
                  </a:lnTo>
                  <a:lnTo>
                    <a:pt x="70" y="495"/>
                  </a:lnTo>
                  <a:lnTo>
                    <a:pt x="71" y="491"/>
                  </a:lnTo>
                  <a:lnTo>
                    <a:pt x="71" y="489"/>
                  </a:lnTo>
                  <a:lnTo>
                    <a:pt x="73" y="486"/>
                  </a:lnTo>
                  <a:lnTo>
                    <a:pt x="74" y="483"/>
                  </a:lnTo>
                  <a:lnTo>
                    <a:pt x="74" y="480"/>
                  </a:lnTo>
                  <a:lnTo>
                    <a:pt x="73" y="478"/>
                  </a:lnTo>
                  <a:lnTo>
                    <a:pt x="73" y="475"/>
                  </a:lnTo>
                  <a:lnTo>
                    <a:pt x="71" y="472"/>
                  </a:lnTo>
                  <a:lnTo>
                    <a:pt x="71" y="471"/>
                  </a:lnTo>
                  <a:lnTo>
                    <a:pt x="73" y="469"/>
                  </a:lnTo>
                  <a:lnTo>
                    <a:pt x="74" y="468"/>
                  </a:lnTo>
                  <a:lnTo>
                    <a:pt x="76" y="466"/>
                  </a:lnTo>
                  <a:lnTo>
                    <a:pt x="77" y="463"/>
                  </a:lnTo>
                  <a:lnTo>
                    <a:pt x="77" y="462"/>
                  </a:lnTo>
                  <a:lnTo>
                    <a:pt x="77" y="459"/>
                  </a:lnTo>
                  <a:lnTo>
                    <a:pt x="76" y="455"/>
                  </a:lnTo>
                  <a:lnTo>
                    <a:pt x="77" y="452"/>
                  </a:lnTo>
                  <a:lnTo>
                    <a:pt x="77" y="451"/>
                  </a:lnTo>
                  <a:lnTo>
                    <a:pt x="80" y="449"/>
                  </a:lnTo>
                  <a:lnTo>
                    <a:pt x="83" y="448"/>
                  </a:lnTo>
                  <a:lnTo>
                    <a:pt x="85" y="443"/>
                  </a:lnTo>
                  <a:lnTo>
                    <a:pt x="86" y="437"/>
                  </a:lnTo>
                  <a:lnTo>
                    <a:pt x="88" y="429"/>
                  </a:lnTo>
                  <a:lnTo>
                    <a:pt x="88" y="425"/>
                  </a:lnTo>
                  <a:lnTo>
                    <a:pt x="80" y="423"/>
                  </a:lnTo>
                  <a:lnTo>
                    <a:pt x="71" y="422"/>
                  </a:lnTo>
                  <a:lnTo>
                    <a:pt x="63" y="420"/>
                  </a:lnTo>
                  <a:lnTo>
                    <a:pt x="56" y="419"/>
                  </a:lnTo>
                  <a:lnTo>
                    <a:pt x="56" y="425"/>
                  </a:lnTo>
                  <a:lnTo>
                    <a:pt x="56" y="431"/>
                  </a:lnTo>
                  <a:lnTo>
                    <a:pt x="54" y="437"/>
                  </a:lnTo>
                  <a:lnTo>
                    <a:pt x="54" y="443"/>
                  </a:lnTo>
                  <a:lnTo>
                    <a:pt x="54" y="448"/>
                  </a:lnTo>
                  <a:lnTo>
                    <a:pt x="54" y="452"/>
                  </a:lnTo>
                  <a:lnTo>
                    <a:pt x="56" y="455"/>
                  </a:lnTo>
                  <a:lnTo>
                    <a:pt x="59" y="459"/>
                  </a:lnTo>
                  <a:lnTo>
                    <a:pt x="63" y="462"/>
                  </a:lnTo>
                  <a:lnTo>
                    <a:pt x="65" y="463"/>
                  </a:lnTo>
                  <a:lnTo>
                    <a:pt x="65" y="466"/>
                  </a:lnTo>
                  <a:lnTo>
                    <a:pt x="63" y="471"/>
                  </a:lnTo>
                  <a:lnTo>
                    <a:pt x="63" y="475"/>
                  </a:lnTo>
                  <a:lnTo>
                    <a:pt x="62" y="478"/>
                  </a:lnTo>
                  <a:lnTo>
                    <a:pt x="62" y="482"/>
                  </a:lnTo>
                  <a:lnTo>
                    <a:pt x="62" y="486"/>
                  </a:lnTo>
                  <a:lnTo>
                    <a:pt x="60" y="488"/>
                  </a:lnTo>
                  <a:lnTo>
                    <a:pt x="59" y="488"/>
                  </a:lnTo>
                  <a:lnTo>
                    <a:pt x="57" y="488"/>
                  </a:lnTo>
                  <a:lnTo>
                    <a:pt x="56" y="489"/>
                  </a:lnTo>
                  <a:lnTo>
                    <a:pt x="48" y="491"/>
                  </a:lnTo>
                  <a:lnTo>
                    <a:pt x="40" y="491"/>
                  </a:lnTo>
                  <a:lnTo>
                    <a:pt x="31" y="492"/>
                  </a:lnTo>
                  <a:lnTo>
                    <a:pt x="23" y="494"/>
                  </a:lnTo>
                  <a:lnTo>
                    <a:pt x="17" y="497"/>
                  </a:lnTo>
                  <a:lnTo>
                    <a:pt x="13" y="500"/>
                  </a:lnTo>
                  <a:lnTo>
                    <a:pt x="7" y="502"/>
                  </a:lnTo>
                  <a:lnTo>
                    <a:pt x="0" y="505"/>
                  </a:lnTo>
                  <a:lnTo>
                    <a:pt x="0" y="503"/>
                  </a:lnTo>
                  <a:lnTo>
                    <a:pt x="2" y="500"/>
                  </a:lnTo>
                  <a:lnTo>
                    <a:pt x="2" y="498"/>
                  </a:lnTo>
                  <a:lnTo>
                    <a:pt x="3" y="495"/>
                  </a:lnTo>
                  <a:lnTo>
                    <a:pt x="5" y="488"/>
                  </a:lnTo>
                  <a:lnTo>
                    <a:pt x="8" y="478"/>
                  </a:lnTo>
                  <a:lnTo>
                    <a:pt x="11" y="469"/>
                  </a:lnTo>
                  <a:lnTo>
                    <a:pt x="13" y="460"/>
                  </a:lnTo>
                  <a:lnTo>
                    <a:pt x="16" y="454"/>
                  </a:lnTo>
                  <a:lnTo>
                    <a:pt x="17" y="446"/>
                  </a:lnTo>
                  <a:lnTo>
                    <a:pt x="19" y="440"/>
                  </a:lnTo>
                  <a:lnTo>
                    <a:pt x="20" y="432"/>
                  </a:lnTo>
                  <a:lnTo>
                    <a:pt x="20" y="414"/>
                  </a:lnTo>
                  <a:lnTo>
                    <a:pt x="22" y="395"/>
                  </a:lnTo>
                  <a:lnTo>
                    <a:pt x="22" y="377"/>
                  </a:lnTo>
                  <a:lnTo>
                    <a:pt x="22" y="359"/>
                  </a:lnTo>
                  <a:lnTo>
                    <a:pt x="23" y="354"/>
                  </a:lnTo>
                  <a:lnTo>
                    <a:pt x="25" y="351"/>
                  </a:lnTo>
                  <a:lnTo>
                    <a:pt x="27" y="349"/>
                  </a:lnTo>
                  <a:lnTo>
                    <a:pt x="30" y="348"/>
                  </a:lnTo>
                  <a:lnTo>
                    <a:pt x="31" y="346"/>
                  </a:lnTo>
                  <a:lnTo>
                    <a:pt x="33" y="342"/>
                  </a:lnTo>
                  <a:lnTo>
                    <a:pt x="33" y="337"/>
                  </a:lnTo>
                  <a:lnTo>
                    <a:pt x="33" y="334"/>
                  </a:lnTo>
                  <a:lnTo>
                    <a:pt x="33" y="328"/>
                  </a:lnTo>
                  <a:lnTo>
                    <a:pt x="34" y="320"/>
                  </a:lnTo>
                  <a:lnTo>
                    <a:pt x="34" y="314"/>
                  </a:lnTo>
                  <a:lnTo>
                    <a:pt x="34" y="308"/>
                  </a:lnTo>
                  <a:lnTo>
                    <a:pt x="36" y="303"/>
                  </a:lnTo>
                  <a:lnTo>
                    <a:pt x="36" y="300"/>
                  </a:lnTo>
                  <a:lnTo>
                    <a:pt x="39" y="299"/>
                  </a:lnTo>
                  <a:lnTo>
                    <a:pt x="42" y="296"/>
                  </a:lnTo>
                  <a:lnTo>
                    <a:pt x="47" y="292"/>
                  </a:lnTo>
                  <a:lnTo>
                    <a:pt x="51" y="289"/>
                  </a:lnTo>
                  <a:lnTo>
                    <a:pt x="56" y="286"/>
                  </a:lnTo>
                  <a:lnTo>
                    <a:pt x="60" y="283"/>
                  </a:lnTo>
                  <a:lnTo>
                    <a:pt x="62" y="280"/>
                  </a:lnTo>
                  <a:lnTo>
                    <a:pt x="63" y="277"/>
                  </a:lnTo>
                  <a:lnTo>
                    <a:pt x="63" y="274"/>
                  </a:lnTo>
                  <a:lnTo>
                    <a:pt x="63" y="271"/>
                  </a:lnTo>
                  <a:lnTo>
                    <a:pt x="66" y="265"/>
                  </a:lnTo>
                  <a:lnTo>
                    <a:pt x="70" y="263"/>
                  </a:lnTo>
                  <a:lnTo>
                    <a:pt x="73" y="265"/>
                  </a:lnTo>
                  <a:lnTo>
                    <a:pt x="76" y="268"/>
                  </a:lnTo>
                  <a:lnTo>
                    <a:pt x="79" y="269"/>
                  </a:lnTo>
                  <a:lnTo>
                    <a:pt x="82" y="266"/>
                  </a:lnTo>
                  <a:lnTo>
                    <a:pt x="83" y="262"/>
                  </a:lnTo>
                  <a:lnTo>
                    <a:pt x="83" y="259"/>
                  </a:lnTo>
                  <a:lnTo>
                    <a:pt x="82" y="254"/>
                  </a:lnTo>
                  <a:lnTo>
                    <a:pt x="77" y="251"/>
                  </a:lnTo>
                  <a:lnTo>
                    <a:pt x="74" y="248"/>
                  </a:lnTo>
                  <a:lnTo>
                    <a:pt x="73" y="245"/>
                  </a:lnTo>
                  <a:lnTo>
                    <a:pt x="73" y="242"/>
                  </a:lnTo>
                  <a:lnTo>
                    <a:pt x="74" y="240"/>
                  </a:lnTo>
                  <a:lnTo>
                    <a:pt x="76" y="237"/>
                  </a:lnTo>
                  <a:lnTo>
                    <a:pt x="77" y="236"/>
                  </a:lnTo>
                  <a:lnTo>
                    <a:pt x="77" y="231"/>
                  </a:lnTo>
                  <a:lnTo>
                    <a:pt x="74" y="228"/>
                  </a:lnTo>
                  <a:lnTo>
                    <a:pt x="73" y="225"/>
                  </a:lnTo>
                  <a:lnTo>
                    <a:pt x="70" y="222"/>
                  </a:lnTo>
                  <a:lnTo>
                    <a:pt x="68" y="219"/>
                  </a:lnTo>
                  <a:lnTo>
                    <a:pt x="73" y="217"/>
                  </a:lnTo>
                  <a:lnTo>
                    <a:pt x="79" y="214"/>
                  </a:lnTo>
                  <a:lnTo>
                    <a:pt x="79" y="209"/>
                  </a:lnTo>
                  <a:lnTo>
                    <a:pt x="77" y="205"/>
                  </a:lnTo>
                  <a:lnTo>
                    <a:pt x="79" y="200"/>
                  </a:lnTo>
                  <a:lnTo>
                    <a:pt x="79" y="196"/>
                  </a:lnTo>
                  <a:lnTo>
                    <a:pt x="77" y="193"/>
                  </a:lnTo>
                  <a:lnTo>
                    <a:pt x="79" y="189"/>
                  </a:lnTo>
                  <a:lnTo>
                    <a:pt x="85" y="186"/>
                  </a:lnTo>
                  <a:lnTo>
                    <a:pt x="91" y="183"/>
                  </a:lnTo>
                  <a:lnTo>
                    <a:pt x="96" y="182"/>
                  </a:lnTo>
                  <a:lnTo>
                    <a:pt x="97" y="182"/>
                  </a:lnTo>
                  <a:lnTo>
                    <a:pt x="99" y="182"/>
                  </a:lnTo>
                  <a:lnTo>
                    <a:pt x="99" y="180"/>
                  </a:lnTo>
                  <a:lnTo>
                    <a:pt x="100" y="180"/>
                  </a:lnTo>
                  <a:lnTo>
                    <a:pt x="105" y="177"/>
                  </a:lnTo>
                  <a:lnTo>
                    <a:pt x="109" y="173"/>
                  </a:lnTo>
                  <a:lnTo>
                    <a:pt x="111" y="168"/>
                  </a:lnTo>
                  <a:lnTo>
                    <a:pt x="116" y="163"/>
                  </a:lnTo>
                  <a:lnTo>
                    <a:pt x="116" y="160"/>
                  </a:lnTo>
                  <a:lnTo>
                    <a:pt x="117" y="159"/>
                  </a:lnTo>
                  <a:lnTo>
                    <a:pt x="119" y="156"/>
                  </a:lnTo>
                  <a:lnTo>
                    <a:pt x="120" y="154"/>
                  </a:lnTo>
                  <a:lnTo>
                    <a:pt x="123" y="154"/>
                  </a:lnTo>
                  <a:lnTo>
                    <a:pt x="126" y="154"/>
                  </a:lnTo>
                  <a:lnTo>
                    <a:pt x="128" y="153"/>
                  </a:lnTo>
                  <a:lnTo>
                    <a:pt x="129" y="151"/>
                  </a:lnTo>
                  <a:lnTo>
                    <a:pt x="129" y="148"/>
                  </a:lnTo>
                  <a:lnTo>
                    <a:pt x="129" y="145"/>
                  </a:lnTo>
                  <a:lnTo>
                    <a:pt x="133" y="145"/>
                  </a:lnTo>
                  <a:lnTo>
                    <a:pt x="134" y="143"/>
                  </a:lnTo>
                  <a:lnTo>
                    <a:pt x="137" y="143"/>
                  </a:lnTo>
                  <a:lnTo>
                    <a:pt x="140" y="143"/>
                  </a:lnTo>
                  <a:lnTo>
                    <a:pt x="145" y="143"/>
                  </a:lnTo>
                  <a:lnTo>
                    <a:pt x="146" y="142"/>
                  </a:lnTo>
                  <a:lnTo>
                    <a:pt x="148" y="140"/>
                  </a:lnTo>
                  <a:lnTo>
                    <a:pt x="148" y="137"/>
                  </a:lnTo>
                  <a:lnTo>
                    <a:pt x="148" y="134"/>
                  </a:lnTo>
                  <a:lnTo>
                    <a:pt x="149" y="131"/>
                  </a:lnTo>
                  <a:lnTo>
                    <a:pt x="154" y="126"/>
                  </a:lnTo>
                  <a:lnTo>
                    <a:pt x="160" y="123"/>
                  </a:lnTo>
                  <a:lnTo>
                    <a:pt x="168" y="120"/>
                  </a:lnTo>
                  <a:lnTo>
                    <a:pt x="174" y="119"/>
                  </a:lnTo>
                  <a:lnTo>
                    <a:pt x="188" y="122"/>
                  </a:lnTo>
                  <a:lnTo>
                    <a:pt x="202" y="125"/>
                  </a:lnTo>
                  <a:lnTo>
                    <a:pt x="215" y="128"/>
                  </a:lnTo>
                  <a:lnTo>
                    <a:pt x="229" y="131"/>
                  </a:lnTo>
                  <a:lnTo>
                    <a:pt x="237" y="133"/>
                  </a:lnTo>
                  <a:lnTo>
                    <a:pt x="245" y="134"/>
                  </a:lnTo>
                  <a:lnTo>
                    <a:pt x="251" y="134"/>
                  </a:lnTo>
                  <a:lnTo>
                    <a:pt x="259" y="133"/>
                  </a:lnTo>
                  <a:lnTo>
                    <a:pt x="266" y="130"/>
                  </a:lnTo>
                  <a:lnTo>
                    <a:pt x="274" y="128"/>
                  </a:lnTo>
                  <a:lnTo>
                    <a:pt x="280" y="126"/>
                  </a:lnTo>
                  <a:lnTo>
                    <a:pt x="288" y="126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4" y="122"/>
                  </a:lnTo>
                  <a:lnTo>
                    <a:pt x="294" y="117"/>
                  </a:lnTo>
                  <a:lnTo>
                    <a:pt x="294" y="114"/>
                  </a:lnTo>
                  <a:lnTo>
                    <a:pt x="294" y="111"/>
                  </a:lnTo>
                  <a:lnTo>
                    <a:pt x="294" y="110"/>
                  </a:lnTo>
                  <a:lnTo>
                    <a:pt x="294" y="106"/>
                  </a:lnTo>
                  <a:lnTo>
                    <a:pt x="294" y="94"/>
                  </a:lnTo>
                  <a:lnTo>
                    <a:pt x="294" y="83"/>
                  </a:lnTo>
                  <a:lnTo>
                    <a:pt x="294" y="73"/>
                  </a:lnTo>
                  <a:lnTo>
                    <a:pt x="294" y="60"/>
                  </a:lnTo>
                  <a:lnTo>
                    <a:pt x="292" y="54"/>
                  </a:lnTo>
                  <a:lnTo>
                    <a:pt x="288" y="48"/>
                  </a:lnTo>
                  <a:lnTo>
                    <a:pt x="283" y="42"/>
                  </a:lnTo>
                  <a:lnTo>
                    <a:pt x="278" y="37"/>
                  </a:lnTo>
                  <a:lnTo>
                    <a:pt x="275" y="31"/>
                  </a:lnTo>
                  <a:lnTo>
                    <a:pt x="272" y="27"/>
                  </a:lnTo>
                  <a:lnTo>
                    <a:pt x="268" y="22"/>
                  </a:lnTo>
                  <a:lnTo>
                    <a:pt x="266" y="16"/>
                  </a:lnTo>
                  <a:lnTo>
                    <a:pt x="269" y="13"/>
                  </a:lnTo>
                  <a:lnTo>
                    <a:pt x="271" y="10"/>
                  </a:lnTo>
                  <a:lnTo>
                    <a:pt x="274" y="8"/>
                  </a:lnTo>
                  <a:lnTo>
                    <a:pt x="280" y="8"/>
                  </a:lnTo>
                  <a:lnTo>
                    <a:pt x="291" y="7"/>
                  </a:lnTo>
                  <a:lnTo>
                    <a:pt x="303" y="7"/>
                  </a:lnTo>
                  <a:lnTo>
                    <a:pt x="315" y="5"/>
                  </a:lnTo>
                  <a:lnTo>
                    <a:pt x="326" y="3"/>
                  </a:lnTo>
                  <a:lnTo>
                    <a:pt x="331" y="2"/>
                  </a:lnTo>
                  <a:lnTo>
                    <a:pt x="335" y="2"/>
                  </a:lnTo>
                  <a:lnTo>
                    <a:pt x="34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3787775" y="3105150"/>
              <a:ext cx="369888" cy="396875"/>
            </a:xfrm>
            <a:custGeom>
              <a:avLst/>
              <a:gdLst>
                <a:gd name="T0" fmla="*/ 392 w 466"/>
                <a:gd name="T1" fmla="*/ 167 h 499"/>
                <a:gd name="T2" fmla="*/ 427 w 466"/>
                <a:gd name="T3" fmla="*/ 177 h 499"/>
                <a:gd name="T4" fmla="*/ 435 w 466"/>
                <a:gd name="T5" fmla="*/ 181 h 499"/>
                <a:gd name="T6" fmla="*/ 426 w 466"/>
                <a:gd name="T7" fmla="*/ 178 h 499"/>
                <a:gd name="T8" fmla="*/ 421 w 466"/>
                <a:gd name="T9" fmla="*/ 181 h 499"/>
                <a:gd name="T10" fmla="*/ 447 w 466"/>
                <a:gd name="T11" fmla="*/ 186 h 499"/>
                <a:gd name="T12" fmla="*/ 443 w 466"/>
                <a:gd name="T13" fmla="*/ 183 h 499"/>
                <a:gd name="T14" fmla="*/ 460 w 466"/>
                <a:gd name="T15" fmla="*/ 184 h 499"/>
                <a:gd name="T16" fmla="*/ 464 w 466"/>
                <a:gd name="T17" fmla="*/ 187 h 499"/>
                <a:gd name="T18" fmla="*/ 457 w 466"/>
                <a:gd name="T19" fmla="*/ 246 h 499"/>
                <a:gd name="T20" fmla="*/ 455 w 466"/>
                <a:gd name="T21" fmla="*/ 298 h 499"/>
                <a:gd name="T22" fmla="*/ 447 w 466"/>
                <a:gd name="T23" fmla="*/ 320 h 499"/>
                <a:gd name="T24" fmla="*/ 420 w 466"/>
                <a:gd name="T25" fmla="*/ 347 h 499"/>
                <a:gd name="T26" fmla="*/ 378 w 466"/>
                <a:gd name="T27" fmla="*/ 366 h 499"/>
                <a:gd name="T28" fmla="*/ 360 w 466"/>
                <a:gd name="T29" fmla="*/ 364 h 499"/>
                <a:gd name="T30" fmla="*/ 347 w 466"/>
                <a:gd name="T31" fmla="*/ 383 h 499"/>
                <a:gd name="T32" fmla="*/ 343 w 466"/>
                <a:gd name="T33" fmla="*/ 390 h 499"/>
                <a:gd name="T34" fmla="*/ 326 w 466"/>
                <a:gd name="T35" fmla="*/ 401 h 499"/>
                <a:gd name="T36" fmla="*/ 292 w 466"/>
                <a:gd name="T37" fmla="*/ 419 h 499"/>
                <a:gd name="T38" fmla="*/ 268 w 466"/>
                <a:gd name="T39" fmla="*/ 433 h 499"/>
                <a:gd name="T40" fmla="*/ 260 w 466"/>
                <a:gd name="T41" fmla="*/ 439 h 499"/>
                <a:gd name="T42" fmla="*/ 241 w 466"/>
                <a:gd name="T43" fmla="*/ 450 h 499"/>
                <a:gd name="T44" fmla="*/ 206 w 466"/>
                <a:gd name="T45" fmla="*/ 458 h 499"/>
                <a:gd name="T46" fmla="*/ 175 w 466"/>
                <a:gd name="T47" fmla="*/ 469 h 499"/>
                <a:gd name="T48" fmla="*/ 169 w 466"/>
                <a:gd name="T49" fmla="*/ 487 h 499"/>
                <a:gd name="T50" fmla="*/ 158 w 466"/>
                <a:gd name="T51" fmla="*/ 478 h 499"/>
                <a:gd name="T52" fmla="*/ 120 w 466"/>
                <a:gd name="T53" fmla="*/ 430 h 499"/>
                <a:gd name="T54" fmla="*/ 91 w 466"/>
                <a:gd name="T55" fmla="*/ 395 h 499"/>
                <a:gd name="T56" fmla="*/ 77 w 466"/>
                <a:gd name="T57" fmla="*/ 375 h 499"/>
                <a:gd name="T58" fmla="*/ 60 w 466"/>
                <a:gd name="T59" fmla="*/ 370 h 499"/>
                <a:gd name="T60" fmla="*/ 46 w 466"/>
                <a:gd name="T61" fmla="*/ 367 h 499"/>
                <a:gd name="T62" fmla="*/ 33 w 466"/>
                <a:gd name="T63" fmla="*/ 353 h 499"/>
                <a:gd name="T64" fmla="*/ 8 w 466"/>
                <a:gd name="T65" fmla="*/ 347 h 499"/>
                <a:gd name="T66" fmla="*/ 13 w 466"/>
                <a:gd name="T67" fmla="*/ 290 h 499"/>
                <a:gd name="T68" fmla="*/ 13 w 466"/>
                <a:gd name="T69" fmla="*/ 284 h 499"/>
                <a:gd name="T70" fmla="*/ 6 w 466"/>
                <a:gd name="T71" fmla="*/ 301 h 499"/>
                <a:gd name="T72" fmla="*/ 3 w 466"/>
                <a:gd name="T73" fmla="*/ 301 h 499"/>
                <a:gd name="T74" fmla="*/ 36 w 466"/>
                <a:gd name="T75" fmla="*/ 253 h 499"/>
                <a:gd name="T76" fmla="*/ 59 w 466"/>
                <a:gd name="T77" fmla="*/ 241 h 499"/>
                <a:gd name="T78" fmla="*/ 83 w 466"/>
                <a:gd name="T79" fmla="*/ 229 h 499"/>
                <a:gd name="T80" fmla="*/ 122 w 466"/>
                <a:gd name="T81" fmla="*/ 220 h 499"/>
                <a:gd name="T82" fmla="*/ 200 w 466"/>
                <a:gd name="T83" fmla="*/ 209 h 499"/>
                <a:gd name="T84" fmla="*/ 214 w 466"/>
                <a:gd name="T85" fmla="*/ 209 h 499"/>
                <a:gd name="T86" fmla="*/ 243 w 466"/>
                <a:gd name="T87" fmla="*/ 201 h 499"/>
                <a:gd name="T88" fmla="*/ 278 w 466"/>
                <a:gd name="T89" fmla="*/ 192 h 499"/>
                <a:gd name="T90" fmla="*/ 306 w 466"/>
                <a:gd name="T91" fmla="*/ 177 h 499"/>
                <a:gd name="T92" fmla="*/ 332 w 466"/>
                <a:gd name="T93" fmla="*/ 172 h 499"/>
                <a:gd name="T94" fmla="*/ 346 w 466"/>
                <a:gd name="T95" fmla="*/ 175 h 499"/>
                <a:gd name="T96" fmla="*/ 364 w 466"/>
                <a:gd name="T97" fmla="*/ 170 h 499"/>
                <a:gd name="T98" fmla="*/ 370 w 466"/>
                <a:gd name="T99" fmla="*/ 167 h 499"/>
                <a:gd name="T100" fmla="*/ 352 w 466"/>
                <a:gd name="T101" fmla="*/ 172 h 499"/>
                <a:gd name="T102" fmla="*/ 364 w 466"/>
                <a:gd name="T103" fmla="*/ 167 h 499"/>
                <a:gd name="T104" fmla="*/ 120 w 466"/>
                <a:gd name="T105" fmla="*/ 1 h 499"/>
                <a:gd name="T106" fmla="*/ 131 w 466"/>
                <a:gd name="T107" fmla="*/ 29 h 499"/>
                <a:gd name="T108" fmla="*/ 122 w 466"/>
                <a:gd name="T109" fmla="*/ 34 h 499"/>
                <a:gd name="T110" fmla="*/ 120 w 466"/>
                <a:gd name="T111" fmla="*/ 26 h 499"/>
                <a:gd name="T112" fmla="*/ 123 w 466"/>
                <a:gd name="T113" fmla="*/ 15 h 499"/>
                <a:gd name="T114" fmla="*/ 112 w 466"/>
                <a:gd name="T115" fmla="*/ 4 h 499"/>
                <a:gd name="T116" fmla="*/ 108 w 466"/>
                <a:gd name="T117" fmla="*/ 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6" h="499">
                  <a:moveTo>
                    <a:pt x="369" y="166"/>
                  </a:moveTo>
                  <a:lnTo>
                    <a:pt x="372" y="166"/>
                  </a:lnTo>
                  <a:lnTo>
                    <a:pt x="380" y="167"/>
                  </a:lnTo>
                  <a:lnTo>
                    <a:pt x="392" y="167"/>
                  </a:lnTo>
                  <a:lnTo>
                    <a:pt x="397" y="167"/>
                  </a:lnTo>
                  <a:lnTo>
                    <a:pt x="406" y="172"/>
                  </a:lnTo>
                  <a:lnTo>
                    <a:pt x="414" y="174"/>
                  </a:lnTo>
                  <a:lnTo>
                    <a:pt x="427" y="177"/>
                  </a:lnTo>
                  <a:lnTo>
                    <a:pt x="437" y="178"/>
                  </a:lnTo>
                  <a:lnTo>
                    <a:pt x="438" y="180"/>
                  </a:lnTo>
                  <a:lnTo>
                    <a:pt x="437" y="181"/>
                  </a:lnTo>
                  <a:lnTo>
                    <a:pt x="435" y="181"/>
                  </a:lnTo>
                  <a:lnTo>
                    <a:pt x="432" y="181"/>
                  </a:lnTo>
                  <a:lnTo>
                    <a:pt x="430" y="181"/>
                  </a:lnTo>
                  <a:lnTo>
                    <a:pt x="429" y="180"/>
                  </a:lnTo>
                  <a:lnTo>
                    <a:pt x="426" y="178"/>
                  </a:lnTo>
                  <a:lnTo>
                    <a:pt x="415" y="177"/>
                  </a:lnTo>
                  <a:lnTo>
                    <a:pt x="412" y="175"/>
                  </a:lnTo>
                  <a:lnTo>
                    <a:pt x="415" y="180"/>
                  </a:lnTo>
                  <a:lnTo>
                    <a:pt x="421" y="181"/>
                  </a:lnTo>
                  <a:lnTo>
                    <a:pt x="426" y="183"/>
                  </a:lnTo>
                  <a:lnTo>
                    <a:pt x="430" y="184"/>
                  </a:lnTo>
                  <a:lnTo>
                    <a:pt x="443" y="184"/>
                  </a:lnTo>
                  <a:lnTo>
                    <a:pt x="447" y="186"/>
                  </a:lnTo>
                  <a:lnTo>
                    <a:pt x="450" y="186"/>
                  </a:lnTo>
                  <a:lnTo>
                    <a:pt x="452" y="184"/>
                  </a:lnTo>
                  <a:lnTo>
                    <a:pt x="446" y="184"/>
                  </a:lnTo>
                  <a:lnTo>
                    <a:pt x="443" y="183"/>
                  </a:lnTo>
                  <a:lnTo>
                    <a:pt x="440" y="181"/>
                  </a:lnTo>
                  <a:lnTo>
                    <a:pt x="441" y="180"/>
                  </a:lnTo>
                  <a:lnTo>
                    <a:pt x="452" y="181"/>
                  </a:lnTo>
                  <a:lnTo>
                    <a:pt x="460" y="184"/>
                  </a:lnTo>
                  <a:lnTo>
                    <a:pt x="464" y="186"/>
                  </a:lnTo>
                  <a:lnTo>
                    <a:pt x="464" y="186"/>
                  </a:lnTo>
                  <a:lnTo>
                    <a:pt x="464" y="186"/>
                  </a:lnTo>
                  <a:lnTo>
                    <a:pt x="464" y="187"/>
                  </a:lnTo>
                  <a:lnTo>
                    <a:pt x="466" y="220"/>
                  </a:lnTo>
                  <a:lnTo>
                    <a:pt x="466" y="226"/>
                  </a:lnTo>
                  <a:lnTo>
                    <a:pt x="460" y="235"/>
                  </a:lnTo>
                  <a:lnTo>
                    <a:pt x="457" y="246"/>
                  </a:lnTo>
                  <a:lnTo>
                    <a:pt x="457" y="252"/>
                  </a:lnTo>
                  <a:lnTo>
                    <a:pt x="464" y="267"/>
                  </a:lnTo>
                  <a:lnTo>
                    <a:pt x="464" y="278"/>
                  </a:lnTo>
                  <a:lnTo>
                    <a:pt x="455" y="298"/>
                  </a:lnTo>
                  <a:lnTo>
                    <a:pt x="455" y="303"/>
                  </a:lnTo>
                  <a:lnTo>
                    <a:pt x="453" y="309"/>
                  </a:lnTo>
                  <a:lnTo>
                    <a:pt x="449" y="313"/>
                  </a:lnTo>
                  <a:lnTo>
                    <a:pt x="447" y="320"/>
                  </a:lnTo>
                  <a:lnTo>
                    <a:pt x="443" y="330"/>
                  </a:lnTo>
                  <a:lnTo>
                    <a:pt x="432" y="336"/>
                  </a:lnTo>
                  <a:lnTo>
                    <a:pt x="424" y="343"/>
                  </a:lnTo>
                  <a:lnTo>
                    <a:pt x="420" y="347"/>
                  </a:lnTo>
                  <a:lnTo>
                    <a:pt x="406" y="358"/>
                  </a:lnTo>
                  <a:lnTo>
                    <a:pt x="392" y="366"/>
                  </a:lnTo>
                  <a:lnTo>
                    <a:pt x="389" y="367"/>
                  </a:lnTo>
                  <a:lnTo>
                    <a:pt x="378" y="366"/>
                  </a:lnTo>
                  <a:lnTo>
                    <a:pt x="374" y="367"/>
                  </a:lnTo>
                  <a:lnTo>
                    <a:pt x="369" y="366"/>
                  </a:lnTo>
                  <a:lnTo>
                    <a:pt x="364" y="363"/>
                  </a:lnTo>
                  <a:lnTo>
                    <a:pt x="360" y="364"/>
                  </a:lnTo>
                  <a:lnTo>
                    <a:pt x="355" y="367"/>
                  </a:lnTo>
                  <a:lnTo>
                    <a:pt x="354" y="372"/>
                  </a:lnTo>
                  <a:lnTo>
                    <a:pt x="349" y="376"/>
                  </a:lnTo>
                  <a:lnTo>
                    <a:pt x="347" y="383"/>
                  </a:lnTo>
                  <a:lnTo>
                    <a:pt x="349" y="389"/>
                  </a:lnTo>
                  <a:lnTo>
                    <a:pt x="349" y="396"/>
                  </a:lnTo>
                  <a:lnTo>
                    <a:pt x="344" y="395"/>
                  </a:lnTo>
                  <a:lnTo>
                    <a:pt x="343" y="390"/>
                  </a:lnTo>
                  <a:lnTo>
                    <a:pt x="340" y="387"/>
                  </a:lnTo>
                  <a:lnTo>
                    <a:pt x="335" y="386"/>
                  </a:lnTo>
                  <a:lnTo>
                    <a:pt x="331" y="389"/>
                  </a:lnTo>
                  <a:lnTo>
                    <a:pt x="326" y="401"/>
                  </a:lnTo>
                  <a:lnTo>
                    <a:pt x="320" y="409"/>
                  </a:lnTo>
                  <a:lnTo>
                    <a:pt x="311" y="412"/>
                  </a:lnTo>
                  <a:lnTo>
                    <a:pt x="301" y="416"/>
                  </a:lnTo>
                  <a:lnTo>
                    <a:pt x="292" y="419"/>
                  </a:lnTo>
                  <a:lnTo>
                    <a:pt x="288" y="421"/>
                  </a:lnTo>
                  <a:lnTo>
                    <a:pt x="281" y="424"/>
                  </a:lnTo>
                  <a:lnTo>
                    <a:pt x="277" y="427"/>
                  </a:lnTo>
                  <a:lnTo>
                    <a:pt x="268" y="433"/>
                  </a:lnTo>
                  <a:lnTo>
                    <a:pt x="264" y="436"/>
                  </a:lnTo>
                  <a:lnTo>
                    <a:pt x="266" y="441"/>
                  </a:lnTo>
                  <a:lnTo>
                    <a:pt x="264" y="444"/>
                  </a:lnTo>
                  <a:lnTo>
                    <a:pt x="260" y="439"/>
                  </a:lnTo>
                  <a:lnTo>
                    <a:pt x="257" y="438"/>
                  </a:lnTo>
                  <a:lnTo>
                    <a:pt x="246" y="447"/>
                  </a:lnTo>
                  <a:lnTo>
                    <a:pt x="245" y="449"/>
                  </a:lnTo>
                  <a:lnTo>
                    <a:pt x="241" y="450"/>
                  </a:lnTo>
                  <a:lnTo>
                    <a:pt x="240" y="452"/>
                  </a:lnTo>
                  <a:lnTo>
                    <a:pt x="221" y="452"/>
                  </a:lnTo>
                  <a:lnTo>
                    <a:pt x="217" y="455"/>
                  </a:lnTo>
                  <a:lnTo>
                    <a:pt x="206" y="458"/>
                  </a:lnTo>
                  <a:lnTo>
                    <a:pt x="203" y="463"/>
                  </a:lnTo>
                  <a:lnTo>
                    <a:pt x="198" y="467"/>
                  </a:lnTo>
                  <a:lnTo>
                    <a:pt x="182" y="469"/>
                  </a:lnTo>
                  <a:lnTo>
                    <a:pt x="175" y="469"/>
                  </a:lnTo>
                  <a:lnTo>
                    <a:pt x="172" y="470"/>
                  </a:lnTo>
                  <a:lnTo>
                    <a:pt x="172" y="476"/>
                  </a:lnTo>
                  <a:lnTo>
                    <a:pt x="171" y="481"/>
                  </a:lnTo>
                  <a:lnTo>
                    <a:pt x="169" y="487"/>
                  </a:lnTo>
                  <a:lnTo>
                    <a:pt x="168" y="493"/>
                  </a:lnTo>
                  <a:lnTo>
                    <a:pt x="165" y="499"/>
                  </a:lnTo>
                  <a:lnTo>
                    <a:pt x="160" y="490"/>
                  </a:lnTo>
                  <a:lnTo>
                    <a:pt x="158" y="478"/>
                  </a:lnTo>
                  <a:lnTo>
                    <a:pt x="151" y="467"/>
                  </a:lnTo>
                  <a:lnTo>
                    <a:pt x="142" y="459"/>
                  </a:lnTo>
                  <a:lnTo>
                    <a:pt x="129" y="436"/>
                  </a:lnTo>
                  <a:lnTo>
                    <a:pt x="120" y="430"/>
                  </a:lnTo>
                  <a:lnTo>
                    <a:pt x="109" y="426"/>
                  </a:lnTo>
                  <a:lnTo>
                    <a:pt x="102" y="416"/>
                  </a:lnTo>
                  <a:lnTo>
                    <a:pt x="97" y="406"/>
                  </a:lnTo>
                  <a:lnTo>
                    <a:pt x="91" y="395"/>
                  </a:lnTo>
                  <a:lnTo>
                    <a:pt x="82" y="389"/>
                  </a:lnTo>
                  <a:lnTo>
                    <a:pt x="80" y="386"/>
                  </a:lnTo>
                  <a:lnTo>
                    <a:pt x="77" y="378"/>
                  </a:lnTo>
                  <a:lnTo>
                    <a:pt x="77" y="375"/>
                  </a:lnTo>
                  <a:lnTo>
                    <a:pt x="74" y="370"/>
                  </a:lnTo>
                  <a:lnTo>
                    <a:pt x="68" y="361"/>
                  </a:lnTo>
                  <a:lnTo>
                    <a:pt x="63" y="364"/>
                  </a:lnTo>
                  <a:lnTo>
                    <a:pt x="60" y="370"/>
                  </a:lnTo>
                  <a:lnTo>
                    <a:pt x="56" y="372"/>
                  </a:lnTo>
                  <a:lnTo>
                    <a:pt x="52" y="369"/>
                  </a:lnTo>
                  <a:lnTo>
                    <a:pt x="49" y="366"/>
                  </a:lnTo>
                  <a:lnTo>
                    <a:pt x="46" y="367"/>
                  </a:lnTo>
                  <a:lnTo>
                    <a:pt x="43" y="369"/>
                  </a:lnTo>
                  <a:lnTo>
                    <a:pt x="40" y="364"/>
                  </a:lnTo>
                  <a:lnTo>
                    <a:pt x="37" y="358"/>
                  </a:lnTo>
                  <a:lnTo>
                    <a:pt x="33" y="353"/>
                  </a:lnTo>
                  <a:lnTo>
                    <a:pt x="26" y="353"/>
                  </a:lnTo>
                  <a:lnTo>
                    <a:pt x="19" y="353"/>
                  </a:lnTo>
                  <a:lnTo>
                    <a:pt x="11" y="352"/>
                  </a:lnTo>
                  <a:lnTo>
                    <a:pt x="8" y="347"/>
                  </a:lnTo>
                  <a:lnTo>
                    <a:pt x="9" y="306"/>
                  </a:lnTo>
                  <a:lnTo>
                    <a:pt x="9" y="301"/>
                  </a:lnTo>
                  <a:lnTo>
                    <a:pt x="9" y="300"/>
                  </a:lnTo>
                  <a:lnTo>
                    <a:pt x="13" y="290"/>
                  </a:lnTo>
                  <a:lnTo>
                    <a:pt x="16" y="281"/>
                  </a:lnTo>
                  <a:lnTo>
                    <a:pt x="17" y="275"/>
                  </a:lnTo>
                  <a:lnTo>
                    <a:pt x="16" y="275"/>
                  </a:lnTo>
                  <a:lnTo>
                    <a:pt x="13" y="284"/>
                  </a:lnTo>
                  <a:lnTo>
                    <a:pt x="11" y="290"/>
                  </a:lnTo>
                  <a:lnTo>
                    <a:pt x="9" y="292"/>
                  </a:lnTo>
                  <a:lnTo>
                    <a:pt x="9" y="297"/>
                  </a:lnTo>
                  <a:lnTo>
                    <a:pt x="6" y="301"/>
                  </a:lnTo>
                  <a:lnTo>
                    <a:pt x="3" y="306"/>
                  </a:lnTo>
                  <a:lnTo>
                    <a:pt x="0" y="307"/>
                  </a:lnTo>
                  <a:lnTo>
                    <a:pt x="0" y="306"/>
                  </a:lnTo>
                  <a:lnTo>
                    <a:pt x="3" y="301"/>
                  </a:lnTo>
                  <a:lnTo>
                    <a:pt x="13" y="270"/>
                  </a:lnTo>
                  <a:lnTo>
                    <a:pt x="14" y="267"/>
                  </a:lnTo>
                  <a:lnTo>
                    <a:pt x="17" y="264"/>
                  </a:lnTo>
                  <a:lnTo>
                    <a:pt x="36" y="253"/>
                  </a:lnTo>
                  <a:lnTo>
                    <a:pt x="39" y="250"/>
                  </a:lnTo>
                  <a:lnTo>
                    <a:pt x="49" y="247"/>
                  </a:lnTo>
                  <a:lnTo>
                    <a:pt x="54" y="243"/>
                  </a:lnTo>
                  <a:lnTo>
                    <a:pt x="59" y="241"/>
                  </a:lnTo>
                  <a:lnTo>
                    <a:pt x="60" y="240"/>
                  </a:lnTo>
                  <a:lnTo>
                    <a:pt x="65" y="240"/>
                  </a:lnTo>
                  <a:lnTo>
                    <a:pt x="74" y="237"/>
                  </a:lnTo>
                  <a:lnTo>
                    <a:pt x="83" y="229"/>
                  </a:lnTo>
                  <a:lnTo>
                    <a:pt x="86" y="229"/>
                  </a:lnTo>
                  <a:lnTo>
                    <a:pt x="89" y="227"/>
                  </a:lnTo>
                  <a:lnTo>
                    <a:pt x="105" y="223"/>
                  </a:lnTo>
                  <a:lnTo>
                    <a:pt x="122" y="220"/>
                  </a:lnTo>
                  <a:lnTo>
                    <a:pt x="135" y="220"/>
                  </a:lnTo>
                  <a:lnTo>
                    <a:pt x="157" y="215"/>
                  </a:lnTo>
                  <a:lnTo>
                    <a:pt x="188" y="212"/>
                  </a:lnTo>
                  <a:lnTo>
                    <a:pt x="200" y="209"/>
                  </a:lnTo>
                  <a:lnTo>
                    <a:pt x="208" y="207"/>
                  </a:lnTo>
                  <a:lnTo>
                    <a:pt x="211" y="209"/>
                  </a:lnTo>
                  <a:lnTo>
                    <a:pt x="212" y="209"/>
                  </a:lnTo>
                  <a:lnTo>
                    <a:pt x="214" y="209"/>
                  </a:lnTo>
                  <a:lnTo>
                    <a:pt x="217" y="207"/>
                  </a:lnTo>
                  <a:lnTo>
                    <a:pt x="218" y="206"/>
                  </a:lnTo>
                  <a:lnTo>
                    <a:pt x="232" y="204"/>
                  </a:lnTo>
                  <a:lnTo>
                    <a:pt x="243" y="201"/>
                  </a:lnTo>
                  <a:lnTo>
                    <a:pt x="251" y="200"/>
                  </a:lnTo>
                  <a:lnTo>
                    <a:pt x="254" y="200"/>
                  </a:lnTo>
                  <a:lnTo>
                    <a:pt x="258" y="197"/>
                  </a:lnTo>
                  <a:lnTo>
                    <a:pt x="278" y="192"/>
                  </a:lnTo>
                  <a:lnTo>
                    <a:pt x="283" y="189"/>
                  </a:lnTo>
                  <a:lnTo>
                    <a:pt x="294" y="180"/>
                  </a:lnTo>
                  <a:lnTo>
                    <a:pt x="297" y="178"/>
                  </a:lnTo>
                  <a:lnTo>
                    <a:pt x="306" y="177"/>
                  </a:lnTo>
                  <a:lnTo>
                    <a:pt x="309" y="177"/>
                  </a:lnTo>
                  <a:lnTo>
                    <a:pt x="315" y="174"/>
                  </a:lnTo>
                  <a:lnTo>
                    <a:pt x="318" y="172"/>
                  </a:lnTo>
                  <a:lnTo>
                    <a:pt x="332" y="172"/>
                  </a:lnTo>
                  <a:lnTo>
                    <a:pt x="334" y="174"/>
                  </a:lnTo>
                  <a:lnTo>
                    <a:pt x="340" y="175"/>
                  </a:lnTo>
                  <a:lnTo>
                    <a:pt x="343" y="175"/>
                  </a:lnTo>
                  <a:lnTo>
                    <a:pt x="346" y="175"/>
                  </a:lnTo>
                  <a:lnTo>
                    <a:pt x="351" y="174"/>
                  </a:lnTo>
                  <a:lnTo>
                    <a:pt x="360" y="174"/>
                  </a:lnTo>
                  <a:lnTo>
                    <a:pt x="363" y="172"/>
                  </a:lnTo>
                  <a:lnTo>
                    <a:pt x="364" y="170"/>
                  </a:lnTo>
                  <a:lnTo>
                    <a:pt x="366" y="169"/>
                  </a:lnTo>
                  <a:lnTo>
                    <a:pt x="377" y="170"/>
                  </a:lnTo>
                  <a:lnTo>
                    <a:pt x="374" y="169"/>
                  </a:lnTo>
                  <a:lnTo>
                    <a:pt x="370" y="167"/>
                  </a:lnTo>
                  <a:lnTo>
                    <a:pt x="366" y="167"/>
                  </a:lnTo>
                  <a:lnTo>
                    <a:pt x="361" y="170"/>
                  </a:lnTo>
                  <a:lnTo>
                    <a:pt x="354" y="172"/>
                  </a:lnTo>
                  <a:lnTo>
                    <a:pt x="352" y="172"/>
                  </a:lnTo>
                  <a:lnTo>
                    <a:pt x="354" y="170"/>
                  </a:lnTo>
                  <a:lnTo>
                    <a:pt x="357" y="169"/>
                  </a:lnTo>
                  <a:lnTo>
                    <a:pt x="360" y="167"/>
                  </a:lnTo>
                  <a:lnTo>
                    <a:pt x="364" y="167"/>
                  </a:lnTo>
                  <a:lnTo>
                    <a:pt x="367" y="166"/>
                  </a:lnTo>
                  <a:lnTo>
                    <a:pt x="369" y="166"/>
                  </a:lnTo>
                  <a:close/>
                  <a:moveTo>
                    <a:pt x="114" y="0"/>
                  </a:moveTo>
                  <a:lnTo>
                    <a:pt x="120" y="1"/>
                  </a:lnTo>
                  <a:lnTo>
                    <a:pt x="125" y="6"/>
                  </a:lnTo>
                  <a:lnTo>
                    <a:pt x="131" y="14"/>
                  </a:lnTo>
                  <a:lnTo>
                    <a:pt x="132" y="20"/>
                  </a:lnTo>
                  <a:lnTo>
                    <a:pt x="131" y="29"/>
                  </a:lnTo>
                  <a:lnTo>
                    <a:pt x="129" y="35"/>
                  </a:lnTo>
                  <a:lnTo>
                    <a:pt x="126" y="37"/>
                  </a:lnTo>
                  <a:lnTo>
                    <a:pt x="125" y="35"/>
                  </a:lnTo>
                  <a:lnTo>
                    <a:pt x="122" y="34"/>
                  </a:lnTo>
                  <a:lnTo>
                    <a:pt x="120" y="34"/>
                  </a:lnTo>
                  <a:lnTo>
                    <a:pt x="120" y="31"/>
                  </a:lnTo>
                  <a:lnTo>
                    <a:pt x="119" y="27"/>
                  </a:lnTo>
                  <a:lnTo>
                    <a:pt x="120" y="26"/>
                  </a:lnTo>
                  <a:lnTo>
                    <a:pt x="122" y="26"/>
                  </a:lnTo>
                  <a:lnTo>
                    <a:pt x="126" y="23"/>
                  </a:lnTo>
                  <a:lnTo>
                    <a:pt x="126" y="18"/>
                  </a:lnTo>
                  <a:lnTo>
                    <a:pt x="123" y="15"/>
                  </a:lnTo>
                  <a:lnTo>
                    <a:pt x="120" y="12"/>
                  </a:lnTo>
                  <a:lnTo>
                    <a:pt x="120" y="9"/>
                  </a:lnTo>
                  <a:lnTo>
                    <a:pt x="117" y="6"/>
                  </a:lnTo>
                  <a:lnTo>
                    <a:pt x="112" y="4"/>
                  </a:lnTo>
                  <a:lnTo>
                    <a:pt x="109" y="6"/>
                  </a:lnTo>
                  <a:lnTo>
                    <a:pt x="109" y="9"/>
                  </a:lnTo>
                  <a:lnTo>
                    <a:pt x="108" y="8"/>
                  </a:lnTo>
                  <a:lnTo>
                    <a:pt x="108" y="6"/>
                  </a:lnTo>
                  <a:lnTo>
                    <a:pt x="109" y="3"/>
                  </a:lnTo>
                  <a:lnTo>
                    <a:pt x="111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2747963" y="3117850"/>
              <a:ext cx="639763" cy="715963"/>
            </a:xfrm>
            <a:custGeom>
              <a:avLst/>
              <a:gdLst>
                <a:gd name="T0" fmla="*/ 87 w 806"/>
                <a:gd name="T1" fmla="*/ 18 h 901"/>
                <a:gd name="T2" fmla="*/ 127 w 806"/>
                <a:gd name="T3" fmla="*/ 43 h 901"/>
                <a:gd name="T4" fmla="*/ 207 w 806"/>
                <a:gd name="T5" fmla="*/ 180 h 901"/>
                <a:gd name="T6" fmla="*/ 203 w 806"/>
                <a:gd name="T7" fmla="*/ 164 h 901"/>
                <a:gd name="T8" fmla="*/ 143 w 806"/>
                <a:gd name="T9" fmla="*/ 81 h 901"/>
                <a:gd name="T10" fmla="*/ 197 w 806"/>
                <a:gd name="T11" fmla="*/ 212 h 901"/>
                <a:gd name="T12" fmla="*/ 304 w 806"/>
                <a:gd name="T13" fmla="*/ 386 h 901"/>
                <a:gd name="T14" fmla="*/ 373 w 806"/>
                <a:gd name="T15" fmla="*/ 525 h 901"/>
                <a:gd name="T16" fmla="*/ 428 w 806"/>
                <a:gd name="T17" fmla="*/ 596 h 901"/>
                <a:gd name="T18" fmla="*/ 438 w 806"/>
                <a:gd name="T19" fmla="*/ 622 h 901"/>
                <a:gd name="T20" fmla="*/ 458 w 806"/>
                <a:gd name="T21" fmla="*/ 635 h 901"/>
                <a:gd name="T22" fmla="*/ 573 w 806"/>
                <a:gd name="T23" fmla="*/ 658 h 901"/>
                <a:gd name="T24" fmla="*/ 671 w 806"/>
                <a:gd name="T25" fmla="*/ 735 h 901"/>
                <a:gd name="T26" fmla="*/ 728 w 806"/>
                <a:gd name="T27" fmla="*/ 745 h 901"/>
                <a:gd name="T28" fmla="*/ 734 w 806"/>
                <a:gd name="T29" fmla="*/ 782 h 901"/>
                <a:gd name="T30" fmla="*/ 768 w 806"/>
                <a:gd name="T31" fmla="*/ 808 h 901"/>
                <a:gd name="T32" fmla="*/ 799 w 806"/>
                <a:gd name="T33" fmla="*/ 853 h 901"/>
                <a:gd name="T34" fmla="*/ 765 w 806"/>
                <a:gd name="T35" fmla="*/ 899 h 901"/>
                <a:gd name="T36" fmla="*/ 584 w 806"/>
                <a:gd name="T37" fmla="*/ 879 h 901"/>
                <a:gd name="T38" fmla="*/ 545 w 806"/>
                <a:gd name="T39" fmla="*/ 834 h 901"/>
                <a:gd name="T40" fmla="*/ 544 w 806"/>
                <a:gd name="T41" fmla="*/ 805 h 901"/>
                <a:gd name="T42" fmla="*/ 513 w 806"/>
                <a:gd name="T43" fmla="*/ 821 h 901"/>
                <a:gd name="T44" fmla="*/ 482 w 806"/>
                <a:gd name="T45" fmla="*/ 839 h 901"/>
                <a:gd name="T46" fmla="*/ 436 w 806"/>
                <a:gd name="T47" fmla="*/ 796 h 901"/>
                <a:gd name="T48" fmla="*/ 439 w 806"/>
                <a:gd name="T49" fmla="*/ 736 h 901"/>
                <a:gd name="T50" fmla="*/ 407 w 806"/>
                <a:gd name="T51" fmla="*/ 731 h 901"/>
                <a:gd name="T52" fmla="*/ 381 w 806"/>
                <a:gd name="T53" fmla="*/ 711 h 901"/>
                <a:gd name="T54" fmla="*/ 321 w 806"/>
                <a:gd name="T55" fmla="*/ 652 h 901"/>
                <a:gd name="T56" fmla="*/ 296 w 806"/>
                <a:gd name="T57" fmla="*/ 679 h 901"/>
                <a:gd name="T58" fmla="*/ 255 w 806"/>
                <a:gd name="T59" fmla="*/ 679 h 901"/>
                <a:gd name="T60" fmla="*/ 240 w 806"/>
                <a:gd name="T61" fmla="*/ 650 h 901"/>
                <a:gd name="T62" fmla="*/ 209 w 806"/>
                <a:gd name="T63" fmla="*/ 624 h 901"/>
                <a:gd name="T64" fmla="*/ 223 w 806"/>
                <a:gd name="T65" fmla="*/ 599 h 901"/>
                <a:gd name="T66" fmla="*/ 220 w 806"/>
                <a:gd name="T67" fmla="*/ 565 h 901"/>
                <a:gd name="T68" fmla="*/ 253 w 806"/>
                <a:gd name="T69" fmla="*/ 558 h 901"/>
                <a:gd name="T70" fmla="*/ 256 w 806"/>
                <a:gd name="T71" fmla="*/ 539 h 901"/>
                <a:gd name="T72" fmla="*/ 218 w 806"/>
                <a:gd name="T73" fmla="*/ 524 h 901"/>
                <a:gd name="T74" fmla="*/ 209 w 806"/>
                <a:gd name="T75" fmla="*/ 507 h 901"/>
                <a:gd name="T76" fmla="*/ 206 w 806"/>
                <a:gd name="T77" fmla="*/ 479 h 901"/>
                <a:gd name="T78" fmla="*/ 224 w 806"/>
                <a:gd name="T79" fmla="*/ 424 h 901"/>
                <a:gd name="T80" fmla="*/ 209 w 806"/>
                <a:gd name="T81" fmla="*/ 384 h 901"/>
                <a:gd name="T82" fmla="*/ 170 w 806"/>
                <a:gd name="T83" fmla="*/ 402 h 901"/>
                <a:gd name="T84" fmla="*/ 149 w 806"/>
                <a:gd name="T85" fmla="*/ 386 h 901"/>
                <a:gd name="T86" fmla="*/ 138 w 806"/>
                <a:gd name="T87" fmla="*/ 361 h 901"/>
                <a:gd name="T88" fmla="*/ 163 w 806"/>
                <a:gd name="T89" fmla="*/ 352 h 901"/>
                <a:gd name="T90" fmla="*/ 149 w 806"/>
                <a:gd name="T91" fmla="*/ 321 h 901"/>
                <a:gd name="T92" fmla="*/ 120 w 806"/>
                <a:gd name="T93" fmla="*/ 284 h 901"/>
                <a:gd name="T94" fmla="*/ 110 w 806"/>
                <a:gd name="T95" fmla="*/ 319 h 901"/>
                <a:gd name="T96" fmla="*/ 98 w 806"/>
                <a:gd name="T97" fmla="*/ 318 h 901"/>
                <a:gd name="T98" fmla="*/ 60 w 806"/>
                <a:gd name="T99" fmla="*/ 336 h 901"/>
                <a:gd name="T100" fmla="*/ 11 w 806"/>
                <a:gd name="T101" fmla="*/ 339 h 901"/>
                <a:gd name="T102" fmla="*/ 28 w 806"/>
                <a:gd name="T103" fmla="*/ 299 h 901"/>
                <a:gd name="T104" fmla="*/ 41 w 806"/>
                <a:gd name="T105" fmla="*/ 275 h 901"/>
                <a:gd name="T106" fmla="*/ 72 w 806"/>
                <a:gd name="T107" fmla="*/ 255 h 901"/>
                <a:gd name="T108" fmla="*/ 71 w 806"/>
                <a:gd name="T109" fmla="*/ 233 h 901"/>
                <a:gd name="T110" fmla="*/ 37 w 806"/>
                <a:gd name="T111" fmla="*/ 223 h 901"/>
                <a:gd name="T112" fmla="*/ 20 w 806"/>
                <a:gd name="T113" fmla="*/ 186 h 901"/>
                <a:gd name="T114" fmla="*/ 14 w 806"/>
                <a:gd name="T115" fmla="*/ 133 h 901"/>
                <a:gd name="T116" fmla="*/ 24 w 806"/>
                <a:gd name="T117" fmla="*/ 112 h 901"/>
                <a:gd name="T118" fmla="*/ 18 w 806"/>
                <a:gd name="T119" fmla="*/ 86 h 901"/>
                <a:gd name="T120" fmla="*/ 38 w 806"/>
                <a:gd name="T121" fmla="*/ 34 h 901"/>
                <a:gd name="T122" fmla="*/ 29 w 806"/>
                <a:gd name="T123" fmla="*/ 9 h 901"/>
                <a:gd name="T124" fmla="*/ 58 w 806"/>
                <a:gd name="T125" fmla="*/ 3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6" h="901">
                  <a:moveTo>
                    <a:pt x="152" y="106"/>
                  </a:moveTo>
                  <a:lnTo>
                    <a:pt x="155" y="109"/>
                  </a:lnTo>
                  <a:lnTo>
                    <a:pt x="155" y="112"/>
                  </a:lnTo>
                  <a:lnTo>
                    <a:pt x="157" y="115"/>
                  </a:lnTo>
                  <a:lnTo>
                    <a:pt x="158" y="120"/>
                  </a:lnTo>
                  <a:lnTo>
                    <a:pt x="164" y="123"/>
                  </a:lnTo>
                  <a:lnTo>
                    <a:pt x="166" y="126"/>
                  </a:lnTo>
                  <a:lnTo>
                    <a:pt x="164" y="127"/>
                  </a:lnTo>
                  <a:lnTo>
                    <a:pt x="160" y="126"/>
                  </a:lnTo>
                  <a:lnTo>
                    <a:pt x="155" y="121"/>
                  </a:lnTo>
                  <a:lnTo>
                    <a:pt x="153" y="113"/>
                  </a:lnTo>
                  <a:lnTo>
                    <a:pt x="152" y="106"/>
                  </a:lnTo>
                  <a:close/>
                  <a:moveTo>
                    <a:pt x="71" y="0"/>
                  </a:moveTo>
                  <a:lnTo>
                    <a:pt x="74" y="1"/>
                  </a:lnTo>
                  <a:lnTo>
                    <a:pt x="75" y="4"/>
                  </a:lnTo>
                  <a:lnTo>
                    <a:pt x="77" y="9"/>
                  </a:lnTo>
                  <a:lnTo>
                    <a:pt x="80" y="12"/>
                  </a:lnTo>
                  <a:lnTo>
                    <a:pt x="81" y="14"/>
                  </a:lnTo>
                  <a:lnTo>
                    <a:pt x="84" y="17"/>
                  </a:lnTo>
                  <a:lnTo>
                    <a:pt x="87" y="18"/>
                  </a:lnTo>
                  <a:lnTo>
                    <a:pt x="91" y="20"/>
                  </a:lnTo>
                  <a:lnTo>
                    <a:pt x="94" y="20"/>
                  </a:lnTo>
                  <a:lnTo>
                    <a:pt x="97" y="20"/>
                  </a:lnTo>
                  <a:lnTo>
                    <a:pt x="101" y="21"/>
                  </a:lnTo>
                  <a:lnTo>
                    <a:pt x="106" y="21"/>
                  </a:lnTo>
                  <a:lnTo>
                    <a:pt x="107" y="23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7" y="27"/>
                  </a:lnTo>
                  <a:lnTo>
                    <a:pt x="118" y="30"/>
                  </a:lnTo>
                  <a:lnTo>
                    <a:pt x="118" y="32"/>
                  </a:lnTo>
                  <a:lnTo>
                    <a:pt x="115" y="34"/>
                  </a:lnTo>
                  <a:lnTo>
                    <a:pt x="115" y="37"/>
                  </a:lnTo>
                  <a:lnTo>
                    <a:pt x="118" y="38"/>
                  </a:lnTo>
                  <a:lnTo>
                    <a:pt x="120" y="40"/>
                  </a:lnTo>
                  <a:lnTo>
                    <a:pt x="121" y="41"/>
                  </a:lnTo>
                  <a:lnTo>
                    <a:pt x="123" y="43"/>
                  </a:lnTo>
                  <a:lnTo>
                    <a:pt x="124" y="44"/>
                  </a:lnTo>
                  <a:lnTo>
                    <a:pt x="126" y="44"/>
                  </a:lnTo>
                  <a:lnTo>
                    <a:pt x="127" y="43"/>
                  </a:lnTo>
                  <a:lnTo>
                    <a:pt x="129" y="41"/>
                  </a:lnTo>
                  <a:lnTo>
                    <a:pt x="130" y="40"/>
                  </a:lnTo>
                  <a:lnTo>
                    <a:pt x="132" y="40"/>
                  </a:lnTo>
                  <a:lnTo>
                    <a:pt x="135" y="37"/>
                  </a:lnTo>
                  <a:lnTo>
                    <a:pt x="137" y="35"/>
                  </a:lnTo>
                  <a:lnTo>
                    <a:pt x="137" y="35"/>
                  </a:lnTo>
                  <a:lnTo>
                    <a:pt x="138" y="40"/>
                  </a:lnTo>
                  <a:lnTo>
                    <a:pt x="138" y="60"/>
                  </a:lnTo>
                  <a:lnTo>
                    <a:pt x="140" y="66"/>
                  </a:lnTo>
                  <a:lnTo>
                    <a:pt x="164" y="110"/>
                  </a:lnTo>
                  <a:lnTo>
                    <a:pt x="181" y="130"/>
                  </a:lnTo>
                  <a:lnTo>
                    <a:pt x="183" y="132"/>
                  </a:lnTo>
                  <a:lnTo>
                    <a:pt x="192" y="140"/>
                  </a:lnTo>
                  <a:lnTo>
                    <a:pt x="193" y="141"/>
                  </a:lnTo>
                  <a:lnTo>
                    <a:pt x="195" y="143"/>
                  </a:lnTo>
                  <a:lnTo>
                    <a:pt x="207" y="150"/>
                  </a:lnTo>
                  <a:lnTo>
                    <a:pt x="212" y="158"/>
                  </a:lnTo>
                  <a:lnTo>
                    <a:pt x="210" y="164"/>
                  </a:lnTo>
                  <a:lnTo>
                    <a:pt x="209" y="172"/>
                  </a:lnTo>
                  <a:lnTo>
                    <a:pt x="207" y="180"/>
                  </a:lnTo>
                  <a:lnTo>
                    <a:pt x="206" y="183"/>
                  </a:lnTo>
                  <a:lnTo>
                    <a:pt x="201" y="190"/>
                  </a:lnTo>
                  <a:lnTo>
                    <a:pt x="200" y="192"/>
                  </a:lnTo>
                  <a:lnTo>
                    <a:pt x="198" y="195"/>
                  </a:lnTo>
                  <a:lnTo>
                    <a:pt x="197" y="200"/>
                  </a:lnTo>
                  <a:lnTo>
                    <a:pt x="197" y="207"/>
                  </a:lnTo>
                  <a:lnTo>
                    <a:pt x="195" y="207"/>
                  </a:lnTo>
                  <a:lnTo>
                    <a:pt x="193" y="195"/>
                  </a:lnTo>
                  <a:lnTo>
                    <a:pt x="189" y="187"/>
                  </a:lnTo>
                  <a:lnTo>
                    <a:pt x="187" y="181"/>
                  </a:lnTo>
                  <a:lnTo>
                    <a:pt x="186" y="180"/>
                  </a:lnTo>
                  <a:lnTo>
                    <a:pt x="186" y="178"/>
                  </a:lnTo>
                  <a:lnTo>
                    <a:pt x="189" y="177"/>
                  </a:lnTo>
                  <a:lnTo>
                    <a:pt x="192" y="173"/>
                  </a:lnTo>
                  <a:lnTo>
                    <a:pt x="195" y="172"/>
                  </a:lnTo>
                  <a:lnTo>
                    <a:pt x="198" y="172"/>
                  </a:lnTo>
                  <a:lnTo>
                    <a:pt x="200" y="173"/>
                  </a:lnTo>
                  <a:lnTo>
                    <a:pt x="201" y="170"/>
                  </a:lnTo>
                  <a:lnTo>
                    <a:pt x="203" y="167"/>
                  </a:lnTo>
                  <a:lnTo>
                    <a:pt x="203" y="164"/>
                  </a:lnTo>
                  <a:lnTo>
                    <a:pt x="203" y="161"/>
                  </a:lnTo>
                  <a:lnTo>
                    <a:pt x="201" y="160"/>
                  </a:lnTo>
                  <a:lnTo>
                    <a:pt x="198" y="157"/>
                  </a:lnTo>
                  <a:lnTo>
                    <a:pt x="192" y="152"/>
                  </a:lnTo>
                  <a:lnTo>
                    <a:pt x="184" y="144"/>
                  </a:lnTo>
                  <a:lnTo>
                    <a:pt x="181" y="141"/>
                  </a:lnTo>
                  <a:lnTo>
                    <a:pt x="173" y="132"/>
                  </a:lnTo>
                  <a:lnTo>
                    <a:pt x="166" y="121"/>
                  </a:lnTo>
                  <a:lnTo>
                    <a:pt x="161" y="118"/>
                  </a:lnTo>
                  <a:lnTo>
                    <a:pt x="161" y="117"/>
                  </a:lnTo>
                  <a:lnTo>
                    <a:pt x="161" y="113"/>
                  </a:lnTo>
                  <a:lnTo>
                    <a:pt x="158" y="103"/>
                  </a:lnTo>
                  <a:lnTo>
                    <a:pt x="157" y="98"/>
                  </a:lnTo>
                  <a:lnTo>
                    <a:pt x="152" y="95"/>
                  </a:lnTo>
                  <a:lnTo>
                    <a:pt x="140" y="72"/>
                  </a:lnTo>
                  <a:lnTo>
                    <a:pt x="137" y="66"/>
                  </a:lnTo>
                  <a:lnTo>
                    <a:pt x="138" y="70"/>
                  </a:lnTo>
                  <a:lnTo>
                    <a:pt x="140" y="77"/>
                  </a:lnTo>
                  <a:lnTo>
                    <a:pt x="141" y="78"/>
                  </a:lnTo>
                  <a:lnTo>
                    <a:pt x="143" y="81"/>
                  </a:lnTo>
                  <a:lnTo>
                    <a:pt x="147" y="90"/>
                  </a:lnTo>
                  <a:lnTo>
                    <a:pt x="147" y="98"/>
                  </a:lnTo>
                  <a:lnTo>
                    <a:pt x="149" y="112"/>
                  </a:lnTo>
                  <a:lnTo>
                    <a:pt x="152" y="124"/>
                  </a:lnTo>
                  <a:lnTo>
                    <a:pt x="153" y="138"/>
                  </a:lnTo>
                  <a:lnTo>
                    <a:pt x="157" y="144"/>
                  </a:lnTo>
                  <a:lnTo>
                    <a:pt x="169" y="167"/>
                  </a:lnTo>
                  <a:lnTo>
                    <a:pt x="172" y="170"/>
                  </a:lnTo>
                  <a:lnTo>
                    <a:pt x="175" y="172"/>
                  </a:lnTo>
                  <a:lnTo>
                    <a:pt x="177" y="172"/>
                  </a:lnTo>
                  <a:lnTo>
                    <a:pt x="180" y="172"/>
                  </a:lnTo>
                  <a:lnTo>
                    <a:pt x="181" y="169"/>
                  </a:lnTo>
                  <a:lnTo>
                    <a:pt x="184" y="172"/>
                  </a:lnTo>
                  <a:lnTo>
                    <a:pt x="183" y="175"/>
                  </a:lnTo>
                  <a:lnTo>
                    <a:pt x="181" y="181"/>
                  </a:lnTo>
                  <a:lnTo>
                    <a:pt x="183" y="186"/>
                  </a:lnTo>
                  <a:lnTo>
                    <a:pt x="193" y="207"/>
                  </a:lnTo>
                  <a:lnTo>
                    <a:pt x="193" y="209"/>
                  </a:lnTo>
                  <a:lnTo>
                    <a:pt x="197" y="210"/>
                  </a:lnTo>
                  <a:lnTo>
                    <a:pt x="197" y="212"/>
                  </a:lnTo>
                  <a:lnTo>
                    <a:pt x="198" y="218"/>
                  </a:lnTo>
                  <a:lnTo>
                    <a:pt x="207" y="244"/>
                  </a:lnTo>
                  <a:lnTo>
                    <a:pt x="220" y="266"/>
                  </a:lnTo>
                  <a:lnTo>
                    <a:pt x="230" y="286"/>
                  </a:lnTo>
                  <a:lnTo>
                    <a:pt x="232" y="292"/>
                  </a:lnTo>
                  <a:lnTo>
                    <a:pt x="233" y="295"/>
                  </a:lnTo>
                  <a:lnTo>
                    <a:pt x="232" y="295"/>
                  </a:lnTo>
                  <a:lnTo>
                    <a:pt x="232" y="296"/>
                  </a:lnTo>
                  <a:lnTo>
                    <a:pt x="230" y="298"/>
                  </a:lnTo>
                  <a:lnTo>
                    <a:pt x="238" y="313"/>
                  </a:lnTo>
                  <a:lnTo>
                    <a:pt x="256" y="336"/>
                  </a:lnTo>
                  <a:lnTo>
                    <a:pt x="261" y="341"/>
                  </a:lnTo>
                  <a:lnTo>
                    <a:pt x="269" y="344"/>
                  </a:lnTo>
                  <a:lnTo>
                    <a:pt x="272" y="347"/>
                  </a:lnTo>
                  <a:lnTo>
                    <a:pt x="273" y="353"/>
                  </a:lnTo>
                  <a:lnTo>
                    <a:pt x="276" y="356"/>
                  </a:lnTo>
                  <a:lnTo>
                    <a:pt x="281" y="361"/>
                  </a:lnTo>
                  <a:lnTo>
                    <a:pt x="292" y="375"/>
                  </a:lnTo>
                  <a:lnTo>
                    <a:pt x="301" y="383"/>
                  </a:lnTo>
                  <a:lnTo>
                    <a:pt x="304" y="386"/>
                  </a:lnTo>
                  <a:lnTo>
                    <a:pt x="306" y="390"/>
                  </a:lnTo>
                  <a:lnTo>
                    <a:pt x="307" y="392"/>
                  </a:lnTo>
                  <a:lnTo>
                    <a:pt x="310" y="393"/>
                  </a:lnTo>
                  <a:lnTo>
                    <a:pt x="310" y="395"/>
                  </a:lnTo>
                  <a:lnTo>
                    <a:pt x="312" y="395"/>
                  </a:lnTo>
                  <a:lnTo>
                    <a:pt x="313" y="396"/>
                  </a:lnTo>
                  <a:lnTo>
                    <a:pt x="319" y="406"/>
                  </a:lnTo>
                  <a:lnTo>
                    <a:pt x="330" y="419"/>
                  </a:lnTo>
                  <a:lnTo>
                    <a:pt x="339" y="435"/>
                  </a:lnTo>
                  <a:lnTo>
                    <a:pt x="349" y="446"/>
                  </a:lnTo>
                  <a:lnTo>
                    <a:pt x="352" y="450"/>
                  </a:lnTo>
                  <a:lnTo>
                    <a:pt x="356" y="467"/>
                  </a:lnTo>
                  <a:lnTo>
                    <a:pt x="359" y="482"/>
                  </a:lnTo>
                  <a:lnTo>
                    <a:pt x="364" y="501"/>
                  </a:lnTo>
                  <a:lnTo>
                    <a:pt x="365" y="504"/>
                  </a:lnTo>
                  <a:lnTo>
                    <a:pt x="372" y="510"/>
                  </a:lnTo>
                  <a:lnTo>
                    <a:pt x="372" y="515"/>
                  </a:lnTo>
                  <a:lnTo>
                    <a:pt x="370" y="518"/>
                  </a:lnTo>
                  <a:lnTo>
                    <a:pt x="370" y="521"/>
                  </a:lnTo>
                  <a:lnTo>
                    <a:pt x="373" y="525"/>
                  </a:lnTo>
                  <a:lnTo>
                    <a:pt x="373" y="532"/>
                  </a:lnTo>
                  <a:lnTo>
                    <a:pt x="375" y="536"/>
                  </a:lnTo>
                  <a:lnTo>
                    <a:pt x="378" y="539"/>
                  </a:lnTo>
                  <a:lnTo>
                    <a:pt x="381" y="541"/>
                  </a:lnTo>
                  <a:lnTo>
                    <a:pt x="395" y="553"/>
                  </a:lnTo>
                  <a:lnTo>
                    <a:pt x="396" y="555"/>
                  </a:lnTo>
                  <a:lnTo>
                    <a:pt x="401" y="552"/>
                  </a:lnTo>
                  <a:lnTo>
                    <a:pt x="402" y="555"/>
                  </a:lnTo>
                  <a:lnTo>
                    <a:pt x="402" y="559"/>
                  </a:lnTo>
                  <a:lnTo>
                    <a:pt x="404" y="562"/>
                  </a:lnTo>
                  <a:lnTo>
                    <a:pt x="405" y="564"/>
                  </a:lnTo>
                  <a:lnTo>
                    <a:pt x="407" y="573"/>
                  </a:lnTo>
                  <a:lnTo>
                    <a:pt x="409" y="576"/>
                  </a:lnTo>
                  <a:lnTo>
                    <a:pt x="412" y="579"/>
                  </a:lnTo>
                  <a:lnTo>
                    <a:pt x="415" y="581"/>
                  </a:lnTo>
                  <a:lnTo>
                    <a:pt x="419" y="582"/>
                  </a:lnTo>
                  <a:lnTo>
                    <a:pt x="422" y="582"/>
                  </a:lnTo>
                  <a:lnTo>
                    <a:pt x="425" y="582"/>
                  </a:lnTo>
                  <a:lnTo>
                    <a:pt x="427" y="584"/>
                  </a:lnTo>
                  <a:lnTo>
                    <a:pt x="428" y="596"/>
                  </a:lnTo>
                  <a:lnTo>
                    <a:pt x="432" y="602"/>
                  </a:lnTo>
                  <a:lnTo>
                    <a:pt x="433" y="607"/>
                  </a:lnTo>
                  <a:lnTo>
                    <a:pt x="438" y="612"/>
                  </a:lnTo>
                  <a:lnTo>
                    <a:pt x="442" y="618"/>
                  </a:lnTo>
                  <a:lnTo>
                    <a:pt x="447" y="619"/>
                  </a:lnTo>
                  <a:lnTo>
                    <a:pt x="450" y="621"/>
                  </a:lnTo>
                  <a:lnTo>
                    <a:pt x="452" y="621"/>
                  </a:lnTo>
                  <a:lnTo>
                    <a:pt x="456" y="622"/>
                  </a:lnTo>
                  <a:lnTo>
                    <a:pt x="459" y="624"/>
                  </a:lnTo>
                  <a:lnTo>
                    <a:pt x="461" y="625"/>
                  </a:lnTo>
                  <a:lnTo>
                    <a:pt x="461" y="627"/>
                  </a:lnTo>
                  <a:lnTo>
                    <a:pt x="461" y="632"/>
                  </a:lnTo>
                  <a:lnTo>
                    <a:pt x="458" y="628"/>
                  </a:lnTo>
                  <a:lnTo>
                    <a:pt x="450" y="624"/>
                  </a:lnTo>
                  <a:lnTo>
                    <a:pt x="441" y="621"/>
                  </a:lnTo>
                  <a:lnTo>
                    <a:pt x="435" y="615"/>
                  </a:lnTo>
                  <a:lnTo>
                    <a:pt x="432" y="615"/>
                  </a:lnTo>
                  <a:lnTo>
                    <a:pt x="428" y="616"/>
                  </a:lnTo>
                  <a:lnTo>
                    <a:pt x="432" y="619"/>
                  </a:lnTo>
                  <a:lnTo>
                    <a:pt x="438" y="622"/>
                  </a:lnTo>
                  <a:lnTo>
                    <a:pt x="441" y="622"/>
                  </a:lnTo>
                  <a:lnTo>
                    <a:pt x="442" y="625"/>
                  </a:lnTo>
                  <a:lnTo>
                    <a:pt x="445" y="628"/>
                  </a:lnTo>
                  <a:lnTo>
                    <a:pt x="453" y="633"/>
                  </a:lnTo>
                  <a:lnTo>
                    <a:pt x="453" y="635"/>
                  </a:lnTo>
                  <a:lnTo>
                    <a:pt x="450" y="635"/>
                  </a:lnTo>
                  <a:lnTo>
                    <a:pt x="445" y="633"/>
                  </a:lnTo>
                  <a:lnTo>
                    <a:pt x="442" y="633"/>
                  </a:lnTo>
                  <a:lnTo>
                    <a:pt x="441" y="633"/>
                  </a:lnTo>
                  <a:lnTo>
                    <a:pt x="442" y="636"/>
                  </a:lnTo>
                  <a:lnTo>
                    <a:pt x="444" y="638"/>
                  </a:lnTo>
                  <a:lnTo>
                    <a:pt x="445" y="639"/>
                  </a:lnTo>
                  <a:lnTo>
                    <a:pt x="448" y="639"/>
                  </a:lnTo>
                  <a:lnTo>
                    <a:pt x="450" y="639"/>
                  </a:lnTo>
                  <a:lnTo>
                    <a:pt x="453" y="638"/>
                  </a:lnTo>
                  <a:lnTo>
                    <a:pt x="455" y="636"/>
                  </a:lnTo>
                  <a:lnTo>
                    <a:pt x="455" y="636"/>
                  </a:lnTo>
                  <a:lnTo>
                    <a:pt x="455" y="635"/>
                  </a:lnTo>
                  <a:lnTo>
                    <a:pt x="456" y="635"/>
                  </a:lnTo>
                  <a:lnTo>
                    <a:pt x="458" y="635"/>
                  </a:lnTo>
                  <a:lnTo>
                    <a:pt x="475" y="639"/>
                  </a:lnTo>
                  <a:lnTo>
                    <a:pt x="478" y="641"/>
                  </a:lnTo>
                  <a:lnTo>
                    <a:pt x="481" y="642"/>
                  </a:lnTo>
                  <a:lnTo>
                    <a:pt x="484" y="645"/>
                  </a:lnTo>
                  <a:lnTo>
                    <a:pt x="488" y="647"/>
                  </a:lnTo>
                  <a:lnTo>
                    <a:pt x="490" y="645"/>
                  </a:lnTo>
                  <a:lnTo>
                    <a:pt x="484" y="641"/>
                  </a:lnTo>
                  <a:lnTo>
                    <a:pt x="473" y="638"/>
                  </a:lnTo>
                  <a:lnTo>
                    <a:pt x="465" y="633"/>
                  </a:lnTo>
                  <a:lnTo>
                    <a:pt x="464" y="625"/>
                  </a:lnTo>
                  <a:lnTo>
                    <a:pt x="475" y="633"/>
                  </a:lnTo>
                  <a:lnTo>
                    <a:pt x="488" y="639"/>
                  </a:lnTo>
                  <a:lnTo>
                    <a:pt x="502" y="641"/>
                  </a:lnTo>
                  <a:lnTo>
                    <a:pt x="524" y="642"/>
                  </a:lnTo>
                  <a:lnTo>
                    <a:pt x="538" y="641"/>
                  </a:lnTo>
                  <a:lnTo>
                    <a:pt x="548" y="641"/>
                  </a:lnTo>
                  <a:lnTo>
                    <a:pt x="551" y="641"/>
                  </a:lnTo>
                  <a:lnTo>
                    <a:pt x="554" y="642"/>
                  </a:lnTo>
                  <a:lnTo>
                    <a:pt x="559" y="648"/>
                  </a:lnTo>
                  <a:lnTo>
                    <a:pt x="573" y="658"/>
                  </a:lnTo>
                  <a:lnTo>
                    <a:pt x="576" y="659"/>
                  </a:lnTo>
                  <a:lnTo>
                    <a:pt x="576" y="662"/>
                  </a:lnTo>
                  <a:lnTo>
                    <a:pt x="577" y="665"/>
                  </a:lnTo>
                  <a:lnTo>
                    <a:pt x="581" y="667"/>
                  </a:lnTo>
                  <a:lnTo>
                    <a:pt x="602" y="670"/>
                  </a:lnTo>
                  <a:lnTo>
                    <a:pt x="605" y="672"/>
                  </a:lnTo>
                  <a:lnTo>
                    <a:pt x="613" y="672"/>
                  </a:lnTo>
                  <a:lnTo>
                    <a:pt x="616" y="675"/>
                  </a:lnTo>
                  <a:lnTo>
                    <a:pt x="619" y="679"/>
                  </a:lnTo>
                  <a:lnTo>
                    <a:pt x="624" y="691"/>
                  </a:lnTo>
                  <a:lnTo>
                    <a:pt x="627" y="696"/>
                  </a:lnTo>
                  <a:lnTo>
                    <a:pt x="637" y="707"/>
                  </a:lnTo>
                  <a:lnTo>
                    <a:pt x="640" y="711"/>
                  </a:lnTo>
                  <a:lnTo>
                    <a:pt x="648" y="728"/>
                  </a:lnTo>
                  <a:lnTo>
                    <a:pt x="650" y="728"/>
                  </a:lnTo>
                  <a:lnTo>
                    <a:pt x="654" y="731"/>
                  </a:lnTo>
                  <a:lnTo>
                    <a:pt x="656" y="733"/>
                  </a:lnTo>
                  <a:lnTo>
                    <a:pt x="662" y="733"/>
                  </a:lnTo>
                  <a:lnTo>
                    <a:pt x="667" y="736"/>
                  </a:lnTo>
                  <a:lnTo>
                    <a:pt x="671" y="735"/>
                  </a:lnTo>
                  <a:lnTo>
                    <a:pt x="676" y="735"/>
                  </a:lnTo>
                  <a:lnTo>
                    <a:pt x="679" y="733"/>
                  </a:lnTo>
                  <a:lnTo>
                    <a:pt x="685" y="731"/>
                  </a:lnTo>
                  <a:lnTo>
                    <a:pt x="708" y="728"/>
                  </a:lnTo>
                  <a:lnTo>
                    <a:pt x="719" y="725"/>
                  </a:lnTo>
                  <a:lnTo>
                    <a:pt x="719" y="725"/>
                  </a:lnTo>
                  <a:lnTo>
                    <a:pt x="720" y="727"/>
                  </a:lnTo>
                  <a:lnTo>
                    <a:pt x="720" y="728"/>
                  </a:lnTo>
                  <a:lnTo>
                    <a:pt x="720" y="730"/>
                  </a:lnTo>
                  <a:lnTo>
                    <a:pt x="722" y="731"/>
                  </a:lnTo>
                  <a:lnTo>
                    <a:pt x="723" y="733"/>
                  </a:lnTo>
                  <a:lnTo>
                    <a:pt x="725" y="733"/>
                  </a:lnTo>
                  <a:lnTo>
                    <a:pt x="726" y="733"/>
                  </a:lnTo>
                  <a:lnTo>
                    <a:pt x="726" y="736"/>
                  </a:lnTo>
                  <a:lnTo>
                    <a:pt x="726" y="738"/>
                  </a:lnTo>
                  <a:lnTo>
                    <a:pt x="726" y="739"/>
                  </a:lnTo>
                  <a:lnTo>
                    <a:pt x="726" y="742"/>
                  </a:lnTo>
                  <a:lnTo>
                    <a:pt x="728" y="744"/>
                  </a:lnTo>
                  <a:lnTo>
                    <a:pt x="730" y="745"/>
                  </a:lnTo>
                  <a:lnTo>
                    <a:pt x="728" y="745"/>
                  </a:lnTo>
                  <a:lnTo>
                    <a:pt x="728" y="747"/>
                  </a:lnTo>
                  <a:lnTo>
                    <a:pt x="726" y="747"/>
                  </a:lnTo>
                  <a:lnTo>
                    <a:pt x="728" y="748"/>
                  </a:lnTo>
                  <a:lnTo>
                    <a:pt x="728" y="750"/>
                  </a:lnTo>
                  <a:lnTo>
                    <a:pt x="730" y="750"/>
                  </a:lnTo>
                  <a:lnTo>
                    <a:pt x="730" y="751"/>
                  </a:lnTo>
                  <a:lnTo>
                    <a:pt x="730" y="753"/>
                  </a:lnTo>
                  <a:lnTo>
                    <a:pt x="730" y="755"/>
                  </a:lnTo>
                  <a:lnTo>
                    <a:pt x="731" y="758"/>
                  </a:lnTo>
                  <a:lnTo>
                    <a:pt x="731" y="758"/>
                  </a:lnTo>
                  <a:lnTo>
                    <a:pt x="733" y="761"/>
                  </a:lnTo>
                  <a:lnTo>
                    <a:pt x="733" y="762"/>
                  </a:lnTo>
                  <a:lnTo>
                    <a:pt x="730" y="765"/>
                  </a:lnTo>
                  <a:lnTo>
                    <a:pt x="730" y="768"/>
                  </a:lnTo>
                  <a:lnTo>
                    <a:pt x="730" y="771"/>
                  </a:lnTo>
                  <a:lnTo>
                    <a:pt x="728" y="776"/>
                  </a:lnTo>
                  <a:lnTo>
                    <a:pt x="730" y="779"/>
                  </a:lnTo>
                  <a:lnTo>
                    <a:pt x="731" y="782"/>
                  </a:lnTo>
                  <a:lnTo>
                    <a:pt x="733" y="782"/>
                  </a:lnTo>
                  <a:lnTo>
                    <a:pt x="734" y="782"/>
                  </a:lnTo>
                  <a:lnTo>
                    <a:pt x="736" y="782"/>
                  </a:lnTo>
                  <a:lnTo>
                    <a:pt x="736" y="782"/>
                  </a:lnTo>
                  <a:lnTo>
                    <a:pt x="737" y="782"/>
                  </a:lnTo>
                  <a:lnTo>
                    <a:pt x="737" y="784"/>
                  </a:lnTo>
                  <a:lnTo>
                    <a:pt x="737" y="785"/>
                  </a:lnTo>
                  <a:lnTo>
                    <a:pt x="737" y="785"/>
                  </a:lnTo>
                  <a:lnTo>
                    <a:pt x="740" y="785"/>
                  </a:lnTo>
                  <a:lnTo>
                    <a:pt x="742" y="787"/>
                  </a:lnTo>
                  <a:lnTo>
                    <a:pt x="743" y="787"/>
                  </a:lnTo>
                  <a:lnTo>
                    <a:pt x="746" y="788"/>
                  </a:lnTo>
                  <a:lnTo>
                    <a:pt x="750" y="791"/>
                  </a:lnTo>
                  <a:lnTo>
                    <a:pt x="750" y="796"/>
                  </a:lnTo>
                  <a:lnTo>
                    <a:pt x="751" y="801"/>
                  </a:lnTo>
                  <a:lnTo>
                    <a:pt x="757" y="802"/>
                  </a:lnTo>
                  <a:lnTo>
                    <a:pt x="760" y="802"/>
                  </a:lnTo>
                  <a:lnTo>
                    <a:pt x="763" y="802"/>
                  </a:lnTo>
                  <a:lnTo>
                    <a:pt x="765" y="804"/>
                  </a:lnTo>
                  <a:lnTo>
                    <a:pt x="765" y="807"/>
                  </a:lnTo>
                  <a:lnTo>
                    <a:pt x="766" y="808"/>
                  </a:lnTo>
                  <a:lnTo>
                    <a:pt x="768" y="808"/>
                  </a:lnTo>
                  <a:lnTo>
                    <a:pt x="770" y="808"/>
                  </a:lnTo>
                  <a:lnTo>
                    <a:pt x="771" y="808"/>
                  </a:lnTo>
                  <a:lnTo>
                    <a:pt x="776" y="810"/>
                  </a:lnTo>
                  <a:lnTo>
                    <a:pt x="780" y="811"/>
                  </a:lnTo>
                  <a:lnTo>
                    <a:pt x="783" y="814"/>
                  </a:lnTo>
                  <a:lnTo>
                    <a:pt x="786" y="819"/>
                  </a:lnTo>
                  <a:lnTo>
                    <a:pt x="788" y="821"/>
                  </a:lnTo>
                  <a:lnTo>
                    <a:pt x="791" y="825"/>
                  </a:lnTo>
                  <a:lnTo>
                    <a:pt x="794" y="828"/>
                  </a:lnTo>
                  <a:lnTo>
                    <a:pt x="797" y="830"/>
                  </a:lnTo>
                  <a:lnTo>
                    <a:pt x="802" y="833"/>
                  </a:lnTo>
                  <a:lnTo>
                    <a:pt x="803" y="836"/>
                  </a:lnTo>
                  <a:lnTo>
                    <a:pt x="802" y="839"/>
                  </a:lnTo>
                  <a:lnTo>
                    <a:pt x="802" y="842"/>
                  </a:lnTo>
                  <a:lnTo>
                    <a:pt x="800" y="844"/>
                  </a:lnTo>
                  <a:lnTo>
                    <a:pt x="800" y="847"/>
                  </a:lnTo>
                  <a:lnTo>
                    <a:pt x="800" y="848"/>
                  </a:lnTo>
                  <a:lnTo>
                    <a:pt x="800" y="850"/>
                  </a:lnTo>
                  <a:lnTo>
                    <a:pt x="800" y="851"/>
                  </a:lnTo>
                  <a:lnTo>
                    <a:pt x="799" y="853"/>
                  </a:lnTo>
                  <a:lnTo>
                    <a:pt x="799" y="854"/>
                  </a:lnTo>
                  <a:lnTo>
                    <a:pt x="799" y="856"/>
                  </a:lnTo>
                  <a:lnTo>
                    <a:pt x="799" y="859"/>
                  </a:lnTo>
                  <a:lnTo>
                    <a:pt x="802" y="862"/>
                  </a:lnTo>
                  <a:lnTo>
                    <a:pt x="803" y="862"/>
                  </a:lnTo>
                  <a:lnTo>
                    <a:pt x="806" y="864"/>
                  </a:lnTo>
                  <a:lnTo>
                    <a:pt x="806" y="865"/>
                  </a:lnTo>
                  <a:lnTo>
                    <a:pt x="805" y="867"/>
                  </a:lnTo>
                  <a:lnTo>
                    <a:pt x="805" y="868"/>
                  </a:lnTo>
                  <a:lnTo>
                    <a:pt x="805" y="870"/>
                  </a:lnTo>
                  <a:lnTo>
                    <a:pt x="802" y="874"/>
                  </a:lnTo>
                  <a:lnTo>
                    <a:pt x="799" y="876"/>
                  </a:lnTo>
                  <a:lnTo>
                    <a:pt x="796" y="879"/>
                  </a:lnTo>
                  <a:lnTo>
                    <a:pt x="793" y="881"/>
                  </a:lnTo>
                  <a:lnTo>
                    <a:pt x="786" y="885"/>
                  </a:lnTo>
                  <a:lnTo>
                    <a:pt x="782" y="888"/>
                  </a:lnTo>
                  <a:lnTo>
                    <a:pt x="776" y="893"/>
                  </a:lnTo>
                  <a:lnTo>
                    <a:pt x="770" y="896"/>
                  </a:lnTo>
                  <a:lnTo>
                    <a:pt x="768" y="897"/>
                  </a:lnTo>
                  <a:lnTo>
                    <a:pt x="765" y="899"/>
                  </a:lnTo>
                  <a:lnTo>
                    <a:pt x="763" y="901"/>
                  </a:lnTo>
                  <a:lnTo>
                    <a:pt x="762" y="901"/>
                  </a:lnTo>
                  <a:lnTo>
                    <a:pt x="737" y="901"/>
                  </a:lnTo>
                  <a:lnTo>
                    <a:pt x="711" y="899"/>
                  </a:lnTo>
                  <a:lnTo>
                    <a:pt x="687" y="897"/>
                  </a:lnTo>
                  <a:lnTo>
                    <a:pt x="662" y="896"/>
                  </a:lnTo>
                  <a:lnTo>
                    <a:pt x="657" y="894"/>
                  </a:lnTo>
                  <a:lnTo>
                    <a:pt x="653" y="894"/>
                  </a:lnTo>
                  <a:lnTo>
                    <a:pt x="648" y="894"/>
                  </a:lnTo>
                  <a:lnTo>
                    <a:pt x="642" y="894"/>
                  </a:lnTo>
                  <a:lnTo>
                    <a:pt x="637" y="893"/>
                  </a:lnTo>
                  <a:lnTo>
                    <a:pt x="631" y="893"/>
                  </a:lnTo>
                  <a:lnTo>
                    <a:pt x="621" y="891"/>
                  </a:lnTo>
                  <a:lnTo>
                    <a:pt x="613" y="891"/>
                  </a:lnTo>
                  <a:lnTo>
                    <a:pt x="602" y="891"/>
                  </a:lnTo>
                  <a:lnTo>
                    <a:pt x="591" y="890"/>
                  </a:lnTo>
                  <a:lnTo>
                    <a:pt x="587" y="887"/>
                  </a:lnTo>
                  <a:lnTo>
                    <a:pt x="585" y="884"/>
                  </a:lnTo>
                  <a:lnTo>
                    <a:pt x="585" y="882"/>
                  </a:lnTo>
                  <a:lnTo>
                    <a:pt x="584" y="879"/>
                  </a:lnTo>
                  <a:lnTo>
                    <a:pt x="582" y="876"/>
                  </a:lnTo>
                  <a:lnTo>
                    <a:pt x="584" y="876"/>
                  </a:lnTo>
                  <a:lnTo>
                    <a:pt x="584" y="876"/>
                  </a:lnTo>
                  <a:lnTo>
                    <a:pt x="585" y="874"/>
                  </a:lnTo>
                  <a:lnTo>
                    <a:pt x="585" y="874"/>
                  </a:lnTo>
                  <a:lnTo>
                    <a:pt x="585" y="873"/>
                  </a:lnTo>
                  <a:lnTo>
                    <a:pt x="585" y="871"/>
                  </a:lnTo>
                  <a:lnTo>
                    <a:pt x="584" y="870"/>
                  </a:lnTo>
                  <a:lnTo>
                    <a:pt x="584" y="870"/>
                  </a:lnTo>
                  <a:lnTo>
                    <a:pt x="582" y="867"/>
                  </a:lnTo>
                  <a:lnTo>
                    <a:pt x="577" y="864"/>
                  </a:lnTo>
                  <a:lnTo>
                    <a:pt x="573" y="862"/>
                  </a:lnTo>
                  <a:lnTo>
                    <a:pt x="570" y="861"/>
                  </a:lnTo>
                  <a:lnTo>
                    <a:pt x="567" y="859"/>
                  </a:lnTo>
                  <a:lnTo>
                    <a:pt x="565" y="856"/>
                  </a:lnTo>
                  <a:lnTo>
                    <a:pt x="564" y="853"/>
                  </a:lnTo>
                  <a:lnTo>
                    <a:pt x="561" y="851"/>
                  </a:lnTo>
                  <a:lnTo>
                    <a:pt x="556" y="847"/>
                  </a:lnTo>
                  <a:lnTo>
                    <a:pt x="550" y="841"/>
                  </a:lnTo>
                  <a:lnTo>
                    <a:pt x="545" y="834"/>
                  </a:lnTo>
                  <a:lnTo>
                    <a:pt x="541" y="830"/>
                  </a:lnTo>
                  <a:lnTo>
                    <a:pt x="541" y="827"/>
                  </a:lnTo>
                  <a:lnTo>
                    <a:pt x="541" y="825"/>
                  </a:lnTo>
                  <a:lnTo>
                    <a:pt x="542" y="824"/>
                  </a:lnTo>
                  <a:lnTo>
                    <a:pt x="542" y="822"/>
                  </a:lnTo>
                  <a:lnTo>
                    <a:pt x="544" y="821"/>
                  </a:lnTo>
                  <a:lnTo>
                    <a:pt x="545" y="821"/>
                  </a:lnTo>
                  <a:lnTo>
                    <a:pt x="547" y="819"/>
                  </a:lnTo>
                  <a:lnTo>
                    <a:pt x="548" y="818"/>
                  </a:lnTo>
                  <a:lnTo>
                    <a:pt x="548" y="818"/>
                  </a:lnTo>
                  <a:lnTo>
                    <a:pt x="550" y="816"/>
                  </a:lnTo>
                  <a:lnTo>
                    <a:pt x="550" y="813"/>
                  </a:lnTo>
                  <a:lnTo>
                    <a:pt x="550" y="813"/>
                  </a:lnTo>
                  <a:lnTo>
                    <a:pt x="550" y="810"/>
                  </a:lnTo>
                  <a:lnTo>
                    <a:pt x="550" y="808"/>
                  </a:lnTo>
                  <a:lnTo>
                    <a:pt x="550" y="805"/>
                  </a:lnTo>
                  <a:lnTo>
                    <a:pt x="548" y="804"/>
                  </a:lnTo>
                  <a:lnTo>
                    <a:pt x="547" y="804"/>
                  </a:lnTo>
                  <a:lnTo>
                    <a:pt x="545" y="805"/>
                  </a:lnTo>
                  <a:lnTo>
                    <a:pt x="544" y="805"/>
                  </a:lnTo>
                  <a:lnTo>
                    <a:pt x="542" y="805"/>
                  </a:lnTo>
                  <a:lnTo>
                    <a:pt x="542" y="805"/>
                  </a:lnTo>
                  <a:lnTo>
                    <a:pt x="542" y="807"/>
                  </a:lnTo>
                  <a:lnTo>
                    <a:pt x="544" y="808"/>
                  </a:lnTo>
                  <a:lnTo>
                    <a:pt x="542" y="810"/>
                  </a:lnTo>
                  <a:lnTo>
                    <a:pt x="541" y="808"/>
                  </a:lnTo>
                  <a:lnTo>
                    <a:pt x="539" y="808"/>
                  </a:lnTo>
                  <a:lnTo>
                    <a:pt x="538" y="807"/>
                  </a:lnTo>
                  <a:lnTo>
                    <a:pt x="536" y="808"/>
                  </a:lnTo>
                  <a:lnTo>
                    <a:pt x="534" y="811"/>
                  </a:lnTo>
                  <a:lnTo>
                    <a:pt x="533" y="814"/>
                  </a:lnTo>
                  <a:lnTo>
                    <a:pt x="530" y="816"/>
                  </a:lnTo>
                  <a:lnTo>
                    <a:pt x="525" y="816"/>
                  </a:lnTo>
                  <a:lnTo>
                    <a:pt x="524" y="818"/>
                  </a:lnTo>
                  <a:lnTo>
                    <a:pt x="524" y="818"/>
                  </a:lnTo>
                  <a:lnTo>
                    <a:pt x="524" y="818"/>
                  </a:lnTo>
                  <a:lnTo>
                    <a:pt x="524" y="819"/>
                  </a:lnTo>
                  <a:lnTo>
                    <a:pt x="519" y="819"/>
                  </a:lnTo>
                  <a:lnTo>
                    <a:pt x="516" y="819"/>
                  </a:lnTo>
                  <a:lnTo>
                    <a:pt x="513" y="821"/>
                  </a:lnTo>
                  <a:lnTo>
                    <a:pt x="510" y="822"/>
                  </a:lnTo>
                  <a:lnTo>
                    <a:pt x="508" y="824"/>
                  </a:lnTo>
                  <a:lnTo>
                    <a:pt x="507" y="827"/>
                  </a:lnTo>
                  <a:lnTo>
                    <a:pt x="505" y="828"/>
                  </a:lnTo>
                  <a:lnTo>
                    <a:pt x="504" y="828"/>
                  </a:lnTo>
                  <a:lnTo>
                    <a:pt x="501" y="828"/>
                  </a:lnTo>
                  <a:lnTo>
                    <a:pt x="499" y="830"/>
                  </a:lnTo>
                  <a:lnTo>
                    <a:pt x="496" y="831"/>
                  </a:lnTo>
                  <a:lnTo>
                    <a:pt x="493" y="833"/>
                  </a:lnTo>
                  <a:lnTo>
                    <a:pt x="493" y="833"/>
                  </a:lnTo>
                  <a:lnTo>
                    <a:pt x="493" y="834"/>
                  </a:lnTo>
                  <a:lnTo>
                    <a:pt x="491" y="834"/>
                  </a:lnTo>
                  <a:lnTo>
                    <a:pt x="491" y="836"/>
                  </a:lnTo>
                  <a:lnTo>
                    <a:pt x="491" y="838"/>
                  </a:lnTo>
                  <a:lnTo>
                    <a:pt x="490" y="838"/>
                  </a:lnTo>
                  <a:lnTo>
                    <a:pt x="488" y="838"/>
                  </a:lnTo>
                  <a:lnTo>
                    <a:pt x="488" y="838"/>
                  </a:lnTo>
                  <a:lnTo>
                    <a:pt x="485" y="841"/>
                  </a:lnTo>
                  <a:lnTo>
                    <a:pt x="484" y="841"/>
                  </a:lnTo>
                  <a:lnTo>
                    <a:pt x="482" y="839"/>
                  </a:lnTo>
                  <a:lnTo>
                    <a:pt x="479" y="839"/>
                  </a:lnTo>
                  <a:lnTo>
                    <a:pt x="476" y="839"/>
                  </a:lnTo>
                  <a:lnTo>
                    <a:pt x="473" y="839"/>
                  </a:lnTo>
                  <a:lnTo>
                    <a:pt x="470" y="841"/>
                  </a:lnTo>
                  <a:lnTo>
                    <a:pt x="467" y="842"/>
                  </a:lnTo>
                  <a:lnTo>
                    <a:pt x="465" y="842"/>
                  </a:lnTo>
                  <a:lnTo>
                    <a:pt x="465" y="842"/>
                  </a:lnTo>
                  <a:lnTo>
                    <a:pt x="465" y="842"/>
                  </a:lnTo>
                  <a:lnTo>
                    <a:pt x="464" y="842"/>
                  </a:lnTo>
                  <a:lnTo>
                    <a:pt x="461" y="841"/>
                  </a:lnTo>
                  <a:lnTo>
                    <a:pt x="458" y="841"/>
                  </a:lnTo>
                  <a:lnTo>
                    <a:pt x="456" y="839"/>
                  </a:lnTo>
                  <a:lnTo>
                    <a:pt x="455" y="838"/>
                  </a:lnTo>
                  <a:lnTo>
                    <a:pt x="450" y="830"/>
                  </a:lnTo>
                  <a:lnTo>
                    <a:pt x="447" y="824"/>
                  </a:lnTo>
                  <a:lnTo>
                    <a:pt x="444" y="816"/>
                  </a:lnTo>
                  <a:lnTo>
                    <a:pt x="441" y="810"/>
                  </a:lnTo>
                  <a:lnTo>
                    <a:pt x="438" y="805"/>
                  </a:lnTo>
                  <a:lnTo>
                    <a:pt x="436" y="801"/>
                  </a:lnTo>
                  <a:lnTo>
                    <a:pt x="436" y="796"/>
                  </a:lnTo>
                  <a:lnTo>
                    <a:pt x="438" y="790"/>
                  </a:lnTo>
                  <a:lnTo>
                    <a:pt x="438" y="790"/>
                  </a:lnTo>
                  <a:lnTo>
                    <a:pt x="439" y="788"/>
                  </a:lnTo>
                  <a:lnTo>
                    <a:pt x="439" y="788"/>
                  </a:lnTo>
                  <a:lnTo>
                    <a:pt x="439" y="787"/>
                  </a:lnTo>
                  <a:lnTo>
                    <a:pt x="445" y="781"/>
                  </a:lnTo>
                  <a:lnTo>
                    <a:pt x="450" y="775"/>
                  </a:lnTo>
                  <a:lnTo>
                    <a:pt x="455" y="768"/>
                  </a:lnTo>
                  <a:lnTo>
                    <a:pt x="458" y="761"/>
                  </a:lnTo>
                  <a:lnTo>
                    <a:pt x="455" y="755"/>
                  </a:lnTo>
                  <a:lnTo>
                    <a:pt x="453" y="750"/>
                  </a:lnTo>
                  <a:lnTo>
                    <a:pt x="450" y="744"/>
                  </a:lnTo>
                  <a:lnTo>
                    <a:pt x="447" y="739"/>
                  </a:lnTo>
                  <a:lnTo>
                    <a:pt x="447" y="739"/>
                  </a:lnTo>
                  <a:lnTo>
                    <a:pt x="445" y="738"/>
                  </a:lnTo>
                  <a:lnTo>
                    <a:pt x="444" y="738"/>
                  </a:lnTo>
                  <a:lnTo>
                    <a:pt x="442" y="738"/>
                  </a:lnTo>
                  <a:lnTo>
                    <a:pt x="441" y="736"/>
                  </a:lnTo>
                  <a:lnTo>
                    <a:pt x="441" y="736"/>
                  </a:lnTo>
                  <a:lnTo>
                    <a:pt x="439" y="736"/>
                  </a:lnTo>
                  <a:lnTo>
                    <a:pt x="438" y="736"/>
                  </a:lnTo>
                  <a:lnTo>
                    <a:pt x="436" y="736"/>
                  </a:lnTo>
                  <a:lnTo>
                    <a:pt x="433" y="735"/>
                  </a:lnTo>
                  <a:lnTo>
                    <a:pt x="432" y="735"/>
                  </a:lnTo>
                  <a:lnTo>
                    <a:pt x="430" y="733"/>
                  </a:lnTo>
                  <a:lnTo>
                    <a:pt x="428" y="731"/>
                  </a:lnTo>
                  <a:lnTo>
                    <a:pt x="427" y="731"/>
                  </a:lnTo>
                  <a:lnTo>
                    <a:pt x="425" y="731"/>
                  </a:lnTo>
                  <a:lnTo>
                    <a:pt x="424" y="733"/>
                  </a:lnTo>
                  <a:lnTo>
                    <a:pt x="424" y="733"/>
                  </a:lnTo>
                  <a:lnTo>
                    <a:pt x="422" y="733"/>
                  </a:lnTo>
                  <a:lnTo>
                    <a:pt x="422" y="733"/>
                  </a:lnTo>
                  <a:lnTo>
                    <a:pt x="422" y="733"/>
                  </a:lnTo>
                  <a:lnTo>
                    <a:pt x="421" y="733"/>
                  </a:lnTo>
                  <a:lnTo>
                    <a:pt x="418" y="733"/>
                  </a:lnTo>
                  <a:lnTo>
                    <a:pt x="416" y="733"/>
                  </a:lnTo>
                  <a:lnTo>
                    <a:pt x="413" y="731"/>
                  </a:lnTo>
                  <a:lnTo>
                    <a:pt x="410" y="731"/>
                  </a:lnTo>
                  <a:lnTo>
                    <a:pt x="409" y="731"/>
                  </a:lnTo>
                  <a:lnTo>
                    <a:pt x="407" y="731"/>
                  </a:lnTo>
                  <a:lnTo>
                    <a:pt x="405" y="735"/>
                  </a:lnTo>
                  <a:lnTo>
                    <a:pt x="404" y="736"/>
                  </a:lnTo>
                  <a:lnTo>
                    <a:pt x="402" y="736"/>
                  </a:lnTo>
                  <a:lnTo>
                    <a:pt x="399" y="736"/>
                  </a:lnTo>
                  <a:lnTo>
                    <a:pt x="398" y="736"/>
                  </a:lnTo>
                  <a:lnTo>
                    <a:pt x="396" y="735"/>
                  </a:lnTo>
                  <a:lnTo>
                    <a:pt x="395" y="733"/>
                  </a:lnTo>
                  <a:lnTo>
                    <a:pt x="395" y="731"/>
                  </a:lnTo>
                  <a:lnTo>
                    <a:pt x="395" y="730"/>
                  </a:lnTo>
                  <a:lnTo>
                    <a:pt x="395" y="728"/>
                  </a:lnTo>
                  <a:lnTo>
                    <a:pt x="393" y="728"/>
                  </a:lnTo>
                  <a:lnTo>
                    <a:pt x="392" y="728"/>
                  </a:lnTo>
                  <a:lnTo>
                    <a:pt x="389" y="728"/>
                  </a:lnTo>
                  <a:lnTo>
                    <a:pt x="389" y="728"/>
                  </a:lnTo>
                  <a:lnTo>
                    <a:pt x="387" y="727"/>
                  </a:lnTo>
                  <a:lnTo>
                    <a:pt x="387" y="727"/>
                  </a:lnTo>
                  <a:lnTo>
                    <a:pt x="385" y="725"/>
                  </a:lnTo>
                  <a:lnTo>
                    <a:pt x="384" y="721"/>
                  </a:lnTo>
                  <a:lnTo>
                    <a:pt x="382" y="716"/>
                  </a:lnTo>
                  <a:lnTo>
                    <a:pt x="381" y="711"/>
                  </a:lnTo>
                  <a:lnTo>
                    <a:pt x="379" y="710"/>
                  </a:lnTo>
                  <a:lnTo>
                    <a:pt x="378" y="707"/>
                  </a:lnTo>
                  <a:lnTo>
                    <a:pt x="376" y="705"/>
                  </a:lnTo>
                  <a:lnTo>
                    <a:pt x="373" y="704"/>
                  </a:lnTo>
                  <a:lnTo>
                    <a:pt x="373" y="702"/>
                  </a:lnTo>
                  <a:lnTo>
                    <a:pt x="372" y="702"/>
                  </a:lnTo>
                  <a:lnTo>
                    <a:pt x="370" y="701"/>
                  </a:lnTo>
                  <a:lnTo>
                    <a:pt x="369" y="701"/>
                  </a:lnTo>
                  <a:lnTo>
                    <a:pt x="364" y="695"/>
                  </a:lnTo>
                  <a:lnTo>
                    <a:pt x="361" y="688"/>
                  </a:lnTo>
                  <a:lnTo>
                    <a:pt x="359" y="681"/>
                  </a:lnTo>
                  <a:lnTo>
                    <a:pt x="358" y="673"/>
                  </a:lnTo>
                  <a:lnTo>
                    <a:pt x="356" y="670"/>
                  </a:lnTo>
                  <a:lnTo>
                    <a:pt x="353" y="667"/>
                  </a:lnTo>
                  <a:lnTo>
                    <a:pt x="350" y="665"/>
                  </a:lnTo>
                  <a:lnTo>
                    <a:pt x="346" y="664"/>
                  </a:lnTo>
                  <a:lnTo>
                    <a:pt x="338" y="662"/>
                  </a:lnTo>
                  <a:lnTo>
                    <a:pt x="332" y="661"/>
                  </a:lnTo>
                  <a:lnTo>
                    <a:pt x="326" y="658"/>
                  </a:lnTo>
                  <a:lnTo>
                    <a:pt x="321" y="652"/>
                  </a:lnTo>
                  <a:lnTo>
                    <a:pt x="319" y="652"/>
                  </a:lnTo>
                  <a:lnTo>
                    <a:pt x="318" y="650"/>
                  </a:lnTo>
                  <a:lnTo>
                    <a:pt x="316" y="648"/>
                  </a:lnTo>
                  <a:lnTo>
                    <a:pt x="315" y="647"/>
                  </a:lnTo>
                  <a:lnTo>
                    <a:pt x="316" y="653"/>
                  </a:lnTo>
                  <a:lnTo>
                    <a:pt x="318" y="658"/>
                  </a:lnTo>
                  <a:lnTo>
                    <a:pt x="319" y="664"/>
                  </a:lnTo>
                  <a:lnTo>
                    <a:pt x="321" y="670"/>
                  </a:lnTo>
                  <a:lnTo>
                    <a:pt x="319" y="675"/>
                  </a:lnTo>
                  <a:lnTo>
                    <a:pt x="315" y="679"/>
                  </a:lnTo>
                  <a:lnTo>
                    <a:pt x="312" y="684"/>
                  </a:lnTo>
                  <a:lnTo>
                    <a:pt x="307" y="688"/>
                  </a:lnTo>
                  <a:lnTo>
                    <a:pt x="307" y="688"/>
                  </a:lnTo>
                  <a:lnTo>
                    <a:pt x="307" y="690"/>
                  </a:lnTo>
                  <a:lnTo>
                    <a:pt x="306" y="690"/>
                  </a:lnTo>
                  <a:lnTo>
                    <a:pt x="306" y="691"/>
                  </a:lnTo>
                  <a:lnTo>
                    <a:pt x="304" y="688"/>
                  </a:lnTo>
                  <a:lnTo>
                    <a:pt x="301" y="685"/>
                  </a:lnTo>
                  <a:lnTo>
                    <a:pt x="298" y="682"/>
                  </a:lnTo>
                  <a:lnTo>
                    <a:pt x="296" y="679"/>
                  </a:lnTo>
                  <a:lnTo>
                    <a:pt x="295" y="676"/>
                  </a:lnTo>
                  <a:lnTo>
                    <a:pt x="295" y="670"/>
                  </a:lnTo>
                  <a:lnTo>
                    <a:pt x="293" y="667"/>
                  </a:lnTo>
                  <a:lnTo>
                    <a:pt x="290" y="668"/>
                  </a:lnTo>
                  <a:lnTo>
                    <a:pt x="289" y="668"/>
                  </a:lnTo>
                  <a:lnTo>
                    <a:pt x="289" y="668"/>
                  </a:lnTo>
                  <a:lnTo>
                    <a:pt x="289" y="668"/>
                  </a:lnTo>
                  <a:lnTo>
                    <a:pt x="289" y="668"/>
                  </a:lnTo>
                  <a:lnTo>
                    <a:pt x="284" y="668"/>
                  </a:lnTo>
                  <a:lnTo>
                    <a:pt x="281" y="670"/>
                  </a:lnTo>
                  <a:lnTo>
                    <a:pt x="276" y="670"/>
                  </a:lnTo>
                  <a:lnTo>
                    <a:pt x="272" y="672"/>
                  </a:lnTo>
                  <a:lnTo>
                    <a:pt x="270" y="672"/>
                  </a:lnTo>
                  <a:lnTo>
                    <a:pt x="269" y="673"/>
                  </a:lnTo>
                  <a:lnTo>
                    <a:pt x="266" y="673"/>
                  </a:lnTo>
                  <a:lnTo>
                    <a:pt x="264" y="673"/>
                  </a:lnTo>
                  <a:lnTo>
                    <a:pt x="261" y="675"/>
                  </a:lnTo>
                  <a:lnTo>
                    <a:pt x="259" y="678"/>
                  </a:lnTo>
                  <a:lnTo>
                    <a:pt x="258" y="679"/>
                  </a:lnTo>
                  <a:lnTo>
                    <a:pt x="255" y="679"/>
                  </a:lnTo>
                  <a:lnTo>
                    <a:pt x="253" y="678"/>
                  </a:lnTo>
                  <a:lnTo>
                    <a:pt x="250" y="679"/>
                  </a:lnTo>
                  <a:lnTo>
                    <a:pt x="247" y="679"/>
                  </a:lnTo>
                  <a:lnTo>
                    <a:pt x="246" y="678"/>
                  </a:lnTo>
                  <a:lnTo>
                    <a:pt x="244" y="676"/>
                  </a:lnTo>
                  <a:lnTo>
                    <a:pt x="244" y="673"/>
                  </a:lnTo>
                  <a:lnTo>
                    <a:pt x="246" y="670"/>
                  </a:lnTo>
                  <a:lnTo>
                    <a:pt x="247" y="667"/>
                  </a:lnTo>
                  <a:lnTo>
                    <a:pt x="246" y="665"/>
                  </a:lnTo>
                  <a:lnTo>
                    <a:pt x="244" y="662"/>
                  </a:lnTo>
                  <a:lnTo>
                    <a:pt x="243" y="661"/>
                  </a:lnTo>
                  <a:lnTo>
                    <a:pt x="243" y="656"/>
                  </a:lnTo>
                  <a:lnTo>
                    <a:pt x="243" y="656"/>
                  </a:lnTo>
                  <a:lnTo>
                    <a:pt x="241" y="655"/>
                  </a:lnTo>
                  <a:lnTo>
                    <a:pt x="241" y="653"/>
                  </a:lnTo>
                  <a:lnTo>
                    <a:pt x="241" y="652"/>
                  </a:lnTo>
                  <a:lnTo>
                    <a:pt x="241" y="652"/>
                  </a:lnTo>
                  <a:lnTo>
                    <a:pt x="241" y="652"/>
                  </a:lnTo>
                  <a:lnTo>
                    <a:pt x="240" y="652"/>
                  </a:lnTo>
                  <a:lnTo>
                    <a:pt x="240" y="650"/>
                  </a:lnTo>
                  <a:lnTo>
                    <a:pt x="238" y="650"/>
                  </a:lnTo>
                  <a:lnTo>
                    <a:pt x="236" y="650"/>
                  </a:lnTo>
                  <a:lnTo>
                    <a:pt x="235" y="650"/>
                  </a:lnTo>
                  <a:lnTo>
                    <a:pt x="233" y="648"/>
                  </a:lnTo>
                  <a:lnTo>
                    <a:pt x="232" y="648"/>
                  </a:lnTo>
                  <a:lnTo>
                    <a:pt x="230" y="647"/>
                  </a:lnTo>
                  <a:lnTo>
                    <a:pt x="229" y="647"/>
                  </a:lnTo>
                  <a:lnTo>
                    <a:pt x="226" y="647"/>
                  </a:lnTo>
                  <a:lnTo>
                    <a:pt x="224" y="647"/>
                  </a:lnTo>
                  <a:lnTo>
                    <a:pt x="221" y="648"/>
                  </a:lnTo>
                  <a:lnTo>
                    <a:pt x="218" y="650"/>
                  </a:lnTo>
                  <a:lnTo>
                    <a:pt x="216" y="648"/>
                  </a:lnTo>
                  <a:lnTo>
                    <a:pt x="215" y="647"/>
                  </a:lnTo>
                  <a:lnTo>
                    <a:pt x="213" y="647"/>
                  </a:lnTo>
                  <a:lnTo>
                    <a:pt x="212" y="645"/>
                  </a:lnTo>
                  <a:lnTo>
                    <a:pt x="212" y="644"/>
                  </a:lnTo>
                  <a:lnTo>
                    <a:pt x="209" y="639"/>
                  </a:lnTo>
                  <a:lnTo>
                    <a:pt x="207" y="633"/>
                  </a:lnTo>
                  <a:lnTo>
                    <a:pt x="207" y="628"/>
                  </a:lnTo>
                  <a:lnTo>
                    <a:pt x="209" y="624"/>
                  </a:lnTo>
                  <a:lnTo>
                    <a:pt x="209" y="624"/>
                  </a:lnTo>
                  <a:lnTo>
                    <a:pt x="209" y="624"/>
                  </a:lnTo>
                  <a:lnTo>
                    <a:pt x="209" y="624"/>
                  </a:lnTo>
                  <a:lnTo>
                    <a:pt x="209" y="624"/>
                  </a:lnTo>
                  <a:lnTo>
                    <a:pt x="210" y="622"/>
                  </a:lnTo>
                  <a:lnTo>
                    <a:pt x="212" y="622"/>
                  </a:lnTo>
                  <a:lnTo>
                    <a:pt x="213" y="621"/>
                  </a:lnTo>
                  <a:lnTo>
                    <a:pt x="213" y="619"/>
                  </a:lnTo>
                  <a:lnTo>
                    <a:pt x="215" y="618"/>
                  </a:lnTo>
                  <a:lnTo>
                    <a:pt x="216" y="616"/>
                  </a:lnTo>
                  <a:lnTo>
                    <a:pt x="216" y="615"/>
                  </a:lnTo>
                  <a:lnTo>
                    <a:pt x="218" y="613"/>
                  </a:lnTo>
                  <a:lnTo>
                    <a:pt x="221" y="612"/>
                  </a:lnTo>
                  <a:lnTo>
                    <a:pt x="224" y="612"/>
                  </a:lnTo>
                  <a:lnTo>
                    <a:pt x="226" y="610"/>
                  </a:lnTo>
                  <a:lnTo>
                    <a:pt x="226" y="607"/>
                  </a:lnTo>
                  <a:lnTo>
                    <a:pt x="226" y="604"/>
                  </a:lnTo>
                  <a:lnTo>
                    <a:pt x="224" y="602"/>
                  </a:lnTo>
                  <a:lnTo>
                    <a:pt x="224" y="601"/>
                  </a:lnTo>
                  <a:lnTo>
                    <a:pt x="223" y="599"/>
                  </a:lnTo>
                  <a:lnTo>
                    <a:pt x="223" y="598"/>
                  </a:lnTo>
                  <a:lnTo>
                    <a:pt x="223" y="598"/>
                  </a:lnTo>
                  <a:lnTo>
                    <a:pt x="223" y="596"/>
                  </a:lnTo>
                  <a:lnTo>
                    <a:pt x="223" y="596"/>
                  </a:lnTo>
                  <a:lnTo>
                    <a:pt x="223" y="596"/>
                  </a:lnTo>
                  <a:lnTo>
                    <a:pt x="223" y="595"/>
                  </a:lnTo>
                  <a:lnTo>
                    <a:pt x="223" y="595"/>
                  </a:lnTo>
                  <a:lnTo>
                    <a:pt x="223" y="595"/>
                  </a:lnTo>
                  <a:lnTo>
                    <a:pt x="223" y="593"/>
                  </a:lnTo>
                  <a:lnTo>
                    <a:pt x="223" y="593"/>
                  </a:lnTo>
                  <a:lnTo>
                    <a:pt x="223" y="592"/>
                  </a:lnTo>
                  <a:lnTo>
                    <a:pt x="223" y="592"/>
                  </a:lnTo>
                  <a:lnTo>
                    <a:pt x="223" y="590"/>
                  </a:lnTo>
                  <a:lnTo>
                    <a:pt x="221" y="587"/>
                  </a:lnTo>
                  <a:lnTo>
                    <a:pt x="221" y="585"/>
                  </a:lnTo>
                  <a:lnTo>
                    <a:pt x="221" y="584"/>
                  </a:lnTo>
                  <a:lnTo>
                    <a:pt x="220" y="579"/>
                  </a:lnTo>
                  <a:lnTo>
                    <a:pt x="218" y="575"/>
                  </a:lnTo>
                  <a:lnTo>
                    <a:pt x="218" y="569"/>
                  </a:lnTo>
                  <a:lnTo>
                    <a:pt x="220" y="565"/>
                  </a:lnTo>
                  <a:lnTo>
                    <a:pt x="221" y="564"/>
                  </a:lnTo>
                  <a:lnTo>
                    <a:pt x="223" y="564"/>
                  </a:lnTo>
                  <a:lnTo>
                    <a:pt x="226" y="564"/>
                  </a:lnTo>
                  <a:lnTo>
                    <a:pt x="227" y="564"/>
                  </a:lnTo>
                  <a:lnTo>
                    <a:pt x="229" y="562"/>
                  </a:lnTo>
                  <a:lnTo>
                    <a:pt x="230" y="561"/>
                  </a:lnTo>
                  <a:lnTo>
                    <a:pt x="233" y="559"/>
                  </a:lnTo>
                  <a:lnTo>
                    <a:pt x="235" y="559"/>
                  </a:lnTo>
                  <a:lnTo>
                    <a:pt x="238" y="559"/>
                  </a:lnTo>
                  <a:lnTo>
                    <a:pt x="241" y="561"/>
                  </a:lnTo>
                  <a:lnTo>
                    <a:pt x="244" y="562"/>
                  </a:lnTo>
                  <a:lnTo>
                    <a:pt x="246" y="561"/>
                  </a:lnTo>
                  <a:lnTo>
                    <a:pt x="247" y="559"/>
                  </a:lnTo>
                  <a:lnTo>
                    <a:pt x="247" y="558"/>
                  </a:lnTo>
                  <a:lnTo>
                    <a:pt x="249" y="556"/>
                  </a:lnTo>
                  <a:lnTo>
                    <a:pt x="250" y="556"/>
                  </a:lnTo>
                  <a:lnTo>
                    <a:pt x="250" y="556"/>
                  </a:lnTo>
                  <a:lnTo>
                    <a:pt x="252" y="556"/>
                  </a:lnTo>
                  <a:lnTo>
                    <a:pt x="252" y="556"/>
                  </a:lnTo>
                  <a:lnTo>
                    <a:pt x="253" y="558"/>
                  </a:lnTo>
                  <a:lnTo>
                    <a:pt x="253" y="556"/>
                  </a:lnTo>
                  <a:lnTo>
                    <a:pt x="255" y="556"/>
                  </a:lnTo>
                  <a:lnTo>
                    <a:pt x="256" y="555"/>
                  </a:lnTo>
                  <a:lnTo>
                    <a:pt x="256" y="555"/>
                  </a:lnTo>
                  <a:lnTo>
                    <a:pt x="258" y="553"/>
                  </a:lnTo>
                  <a:lnTo>
                    <a:pt x="258" y="553"/>
                  </a:lnTo>
                  <a:lnTo>
                    <a:pt x="258" y="552"/>
                  </a:lnTo>
                  <a:lnTo>
                    <a:pt x="259" y="552"/>
                  </a:lnTo>
                  <a:lnTo>
                    <a:pt x="259" y="550"/>
                  </a:lnTo>
                  <a:lnTo>
                    <a:pt x="261" y="549"/>
                  </a:lnTo>
                  <a:lnTo>
                    <a:pt x="263" y="549"/>
                  </a:lnTo>
                  <a:lnTo>
                    <a:pt x="263" y="547"/>
                  </a:lnTo>
                  <a:lnTo>
                    <a:pt x="264" y="547"/>
                  </a:lnTo>
                  <a:lnTo>
                    <a:pt x="264" y="545"/>
                  </a:lnTo>
                  <a:lnTo>
                    <a:pt x="264" y="544"/>
                  </a:lnTo>
                  <a:lnTo>
                    <a:pt x="264" y="544"/>
                  </a:lnTo>
                  <a:lnTo>
                    <a:pt x="263" y="542"/>
                  </a:lnTo>
                  <a:lnTo>
                    <a:pt x="261" y="541"/>
                  </a:lnTo>
                  <a:lnTo>
                    <a:pt x="258" y="541"/>
                  </a:lnTo>
                  <a:lnTo>
                    <a:pt x="256" y="539"/>
                  </a:lnTo>
                  <a:lnTo>
                    <a:pt x="253" y="538"/>
                  </a:lnTo>
                  <a:lnTo>
                    <a:pt x="252" y="538"/>
                  </a:lnTo>
                  <a:lnTo>
                    <a:pt x="250" y="538"/>
                  </a:lnTo>
                  <a:lnTo>
                    <a:pt x="247" y="539"/>
                  </a:lnTo>
                  <a:lnTo>
                    <a:pt x="247" y="539"/>
                  </a:lnTo>
                  <a:lnTo>
                    <a:pt x="247" y="539"/>
                  </a:lnTo>
                  <a:lnTo>
                    <a:pt x="247" y="539"/>
                  </a:lnTo>
                  <a:lnTo>
                    <a:pt x="247" y="541"/>
                  </a:lnTo>
                  <a:lnTo>
                    <a:pt x="244" y="541"/>
                  </a:lnTo>
                  <a:lnTo>
                    <a:pt x="240" y="539"/>
                  </a:lnTo>
                  <a:lnTo>
                    <a:pt x="235" y="538"/>
                  </a:lnTo>
                  <a:lnTo>
                    <a:pt x="232" y="536"/>
                  </a:lnTo>
                  <a:lnTo>
                    <a:pt x="230" y="536"/>
                  </a:lnTo>
                  <a:lnTo>
                    <a:pt x="230" y="536"/>
                  </a:lnTo>
                  <a:lnTo>
                    <a:pt x="229" y="536"/>
                  </a:lnTo>
                  <a:lnTo>
                    <a:pt x="229" y="536"/>
                  </a:lnTo>
                  <a:lnTo>
                    <a:pt x="226" y="535"/>
                  </a:lnTo>
                  <a:lnTo>
                    <a:pt x="223" y="532"/>
                  </a:lnTo>
                  <a:lnTo>
                    <a:pt x="221" y="527"/>
                  </a:lnTo>
                  <a:lnTo>
                    <a:pt x="218" y="524"/>
                  </a:lnTo>
                  <a:lnTo>
                    <a:pt x="216" y="524"/>
                  </a:lnTo>
                  <a:lnTo>
                    <a:pt x="215" y="525"/>
                  </a:lnTo>
                  <a:lnTo>
                    <a:pt x="213" y="525"/>
                  </a:lnTo>
                  <a:lnTo>
                    <a:pt x="212" y="527"/>
                  </a:lnTo>
                  <a:lnTo>
                    <a:pt x="210" y="525"/>
                  </a:lnTo>
                  <a:lnTo>
                    <a:pt x="209" y="524"/>
                  </a:lnTo>
                  <a:lnTo>
                    <a:pt x="209" y="522"/>
                  </a:lnTo>
                  <a:lnTo>
                    <a:pt x="207" y="521"/>
                  </a:lnTo>
                  <a:lnTo>
                    <a:pt x="206" y="521"/>
                  </a:lnTo>
                  <a:lnTo>
                    <a:pt x="203" y="521"/>
                  </a:lnTo>
                  <a:lnTo>
                    <a:pt x="200" y="521"/>
                  </a:lnTo>
                  <a:lnTo>
                    <a:pt x="198" y="519"/>
                  </a:lnTo>
                  <a:lnTo>
                    <a:pt x="197" y="516"/>
                  </a:lnTo>
                  <a:lnTo>
                    <a:pt x="198" y="516"/>
                  </a:lnTo>
                  <a:lnTo>
                    <a:pt x="201" y="516"/>
                  </a:lnTo>
                  <a:lnTo>
                    <a:pt x="203" y="516"/>
                  </a:lnTo>
                  <a:lnTo>
                    <a:pt x="206" y="515"/>
                  </a:lnTo>
                  <a:lnTo>
                    <a:pt x="209" y="513"/>
                  </a:lnTo>
                  <a:lnTo>
                    <a:pt x="210" y="512"/>
                  </a:lnTo>
                  <a:lnTo>
                    <a:pt x="209" y="507"/>
                  </a:lnTo>
                  <a:lnTo>
                    <a:pt x="209" y="507"/>
                  </a:lnTo>
                  <a:lnTo>
                    <a:pt x="207" y="505"/>
                  </a:lnTo>
                  <a:lnTo>
                    <a:pt x="206" y="505"/>
                  </a:lnTo>
                  <a:lnTo>
                    <a:pt x="206" y="504"/>
                  </a:lnTo>
                  <a:lnTo>
                    <a:pt x="204" y="504"/>
                  </a:lnTo>
                  <a:lnTo>
                    <a:pt x="204" y="502"/>
                  </a:lnTo>
                  <a:lnTo>
                    <a:pt x="204" y="501"/>
                  </a:lnTo>
                  <a:lnTo>
                    <a:pt x="204" y="499"/>
                  </a:lnTo>
                  <a:lnTo>
                    <a:pt x="203" y="498"/>
                  </a:lnTo>
                  <a:lnTo>
                    <a:pt x="201" y="496"/>
                  </a:lnTo>
                  <a:lnTo>
                    <a:pt x="200" y="495"/>
                  </a:lnTo>
                  <a:lnTo>
                    <a:pt x="200" y="492"/>
                  </a:lnTo>
                  <a:lnTo>
                    <a:pt x="200" y="492"/>
                  </a:lnTo>
                  <a:lnTo>
                    <a:pt x="200" y="492"/>
                  </a:lnTo>
                  <a:lnTo>
                    <a:pt x="200" y="490"/>
                  </a:lnTo>
                  <a:lnTo>
                    <a:pt x="200" y="490"/>
                  </a:lnTo>
                  <a:lnTo>
                    <a:pt x="200" y="487"/>
                  </a:lnTo>
                  <a:lnTo>
                    <a:pt x="201" y="482"/>
                  </a:lnTo>
                  <a:lnTo>
                    <a:pt x="203" y="479"/>
                  </a:lnTo>
                  <a:lnTo>
                    <a:pt x="206" y="479"/>
                  </a:lnTo>
                  <a:lnTo>
                    <a:pt x="210" y="475"/>
                  </a:lnTo>
                  <a:lnTo>
                    <a:pt x="212" y="466"/>
                  </a:lnTo>
                  <a:lnTo>
                    <a:pt x="213" y="456"/>
                  </a:lnTo>
                  <a:lnTo>
                    <a:pt x="213" y="449"/>
                  </a:lnTo>
                  <a:lnTo>
                    <a:pt x="212" y="447"/>
                  </a:lnTo>
                  <a:lnTo>
                    <a:pt x="212" y="446"/>
                  </a:lnTo>
                  <a:lnTo>
                    <a:pt x="212" y="444"/>
                  </a:lnTo>
                  <a:lnTo>
                    <a:pt x="212" y="442"/>
                  </a:lnTo>
                  <a:lnTo>
                    <a:pt x="212" y="442"/>
                  </a:lnTo>
                  <a:lnTo>
                    <a:pt x="212" y="441"/>
                  </a:lnTo>
                  <a:lnTo>
                    <a:pt x="213" y="439"/>
                  </a:lnTo>
                  <a:lnTo>
                    <a:pt x="213" y="439"/>
                  </a:lnTo>
                  <a:lnTo>
                    <a:pt x="213" y="438"/>
                  </a:lnTo>
                  <a:lnTo>
                    <a:pt x="215" y="438"/>
                  </a:lnTo>
                  <a:lnTo>
                    <a:pt x="215" y="436"/>
                  </a:lnTo>
                  <a:lnTo>
                    <a:pt x="215" y="436"/>
                  </a:lnTo>
                  <a:lnTo>
                    <a:pt x="216" y="433"/>
                  </a:lnTo>
                  <a:lnTo>
                    <a:pt x="220" y="430"/>
                  </a:lnTo>
                  <a:lnTo>
                    <a:pt x="221" y="427"/>
                  </a:lnTo>
                  <a:lnTo>
                    <a:pt x="224" y="424"/>
                  </a:lnTo>
                  <a:lnTo>
                    <a:pt x="226" y="422"/>
                  </a:lnTo>
                  <a:lnTo>
                    <a:pt x="226" y="421"/>
                  </a:lnTo>
                  <a:lnTo>
                    <a:pt x="227" y="419"/>
                  </a:lnTo>
                  <a:lnTo>
                    <a:pt x="229" y="418"/>
                  </a:lnTo>
                  <a:lnTo>
                    <a:pt x="230" y="416"/>
                  </a:lnTo>
                  <a:lnTo>
                    <a:pt x="233" y="415"/>
                  </a:lnTo>
                  <a:lnTo>
                    <a:pt x="235" y="412"/>
                  </a:lnTo>
                  <a:lnTo>
                    <a:pt x="236" y="410"/>
                  </a:lnTo>
                  <a:lnTo>
                    <a:pt x="240" y="402"/>
                  </a:lnTo>
                  <a:lnTo>
                    <a:pt x="238" y="398"/>
                  </a:lnTo>
                  <a:lnTo>
                    <a:pt x="232" y="396"/>
                  </a:lnTo>
                  <a:lnTo>
                    <a:pt x="226" y="395"/>
                  </a:lnTo>
                  <a:lnTo>
                    <a:pt x="224" y="393"/>
                  </a:lnTo>
                  <a:lnTo>
                    <a:pt x="223" y="393"/>
                  </a:lnTo>
                  <a:lnTo>
                    <a:pt x="221" y="392"/>
                  </a:lnTo>
                  <a:lnTo>
                    <a:pt x="220" y="392"/>
                  </a:lnTo>
                  <a:lnTo>
                    <a:pt x="216" y="390"/>
                  </a:lnTo>
                  <a:lnTo>
                    <a:pt x="213" y="389"/>
                  </a:lnTo>
                  <a:lnTo>
                    <a:pt x="210" y="387"/>
                  </a:lnTo>
                  <a:lnTo>
                    <a:pt x="209" y="384"/>
                  </a:lnTo>
                  <a:lnTo>
                    <a:pt x="204" y="381"/>
                  </a:lnTo>
                  <a:lnTo>
                    <a:pt x="201" y="379"/>
                  </a:lnTo>
                  <a:lnTo>
                    <a:pt x="197" y="379"/>
                  </a:lnTo>
                  <a:lnTo>
                    <a:pt x="193" y="381"/>
                  </a:lnTo>
                  <a:lnTo>
                    <a:pt x="192" y="381"/>
                  </a:lnTo>
                  <a:lnTo>
                    <a:pt x="192" y="381"/>
                  </a:lnTo>
                  <a:lnTo>
                    <a:pt x="190" y="381"/>
                  </a:lnTo>
                  <a:lnTo>
                    <a:pt x="190" y="381"/>
                  </a:lnTo>
                  <a:lnTo>
                    <a:pt x="187" y="383"/>
                  </a:lnTo>
                  <a:lnTo>
                    <a:pt x="184" y="386"/>
                  </a:lnTo>
                  <a:lnTo>
                    <a:pt x="184" y="390"/>
                  </a:lnTo>
                  <a:lnTo>
                    <a:pt x="181" y="393"/>
                  </a:lnTo>
                  <a:lnTo>
                    <a:pt x="180" y="395"/>
                  </a:lnTo>
                  <a:lnTo>
                    <a:pt x="178" y="396"/>
                  </a:lnTo>
                  <a:lnTo>
                    <a:pt x="177" y="398"/>
                  </a:lnTo>
                  <a:lnTo>
                    <a:pt x="175" y="399"/>
                  </a:lnTo>
                  <a:lnTo>
                    <a:pt x="173" y="401"/>
                  </a:lnTo>
                  <a:lnTo>
                    <a:pt x="173" y="401"/>
                  </a:lnTo>
                  <a:lnTo>
                    <a:pt x="172" y="402"/>
                  </a:lnTo>
                  <a:lnTo>
                    <a:pt x="170" y="402"/>
                  </a:lnTo>
                  <a:lnTo>
                    <a:pt x="170" y="402"/>
                  </a:lnTo>
                  <a:lnTo>
                    <a:pt x="170" y="402"/>
                  </a:lnTo>
                  <a:lnTo>
                    <a:pt x="169" y="402"/>
                  </a:lnTo>
                  <a:lnTo>
                    <a:pt x="169" y="402"/>
                  </a:lnTo>
                  <a:lnTo>
                    <a:pt x="167" y="402"/>
                  </a:lnTo>
                  <a:lnTo>
                    <a:pt x="167" y="401"/>
                  </a:lnTo>
                  <a:lnTo>
                    <a:pt x="167" y="401"/>
                  </a:lnTo>
                  <a:lnTo>
                    <a:pt x="166" y="399"/>
                  </a:lnTo>
                  <a:lnTo>
                    <a:pt x="166" y="395"/>
                  </a:lnTo>
                  <a:lnTo>
                    <a:pt x="164" y="392"/>
                  </a:lnTo>
                  <a:lnTo>
                    <a:pt x="163" y="390"/>
                  </a:lnTo>
                  <a:lnTo>
                    <a:pt x="158" y="392"/>
                  </a:lnTo>
                  <a:lnTo>
                    <a:pt x="158" y="393"/>
                  </a:lnTo>
                  <a:lnTo>
                    <a:pt x="157" y="393"/>
                  </a:lnTo>
                  <a:lnTo>
                    <a:pt x="157" y="393"/>
                  </a:lnTo>
                  <a:lnTo>
                    <a:pt x="157" y="393"/>
                  </a:lnTo>
                  <a:lnTo>
                    <a:pt x="153" y="393"/>
                  </a:lnTo>
                  <a:lnTo>
                    <a:pt x="152" y="392"/>
                  </a:lnTo>
                  <a:lnTo>
                    <a:pt x="150" y="389"/>
                  </a:lnTo>
                  <a:lnTo>
                    <a:pt x="149" y="386"/>
                  </a:lnTo>
                  <a:lnTo>
                    <a:pt x="149" y="386"/>
                  </a:lnTo>
                  <a:lnTo>
                    <a:pt x="149" y="386"/>
                  </a:lnTo>
                  <a:lnTo>
                    <a:pt x="149" y="384"/>
                  </a:lnTo>
                  <a:lnTo>
                    <a:pt x="149" y="384"/>
                  </a:lnTo>
                  <a:lnTo>
                    <a:pt x="149" y="384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6" y="381"/>
                  </a:lnTo>
                  <a:lnTo>
                    <a:pt x="144" y="381"/>
                  </a:lnTo>
                  <a:lnTo>
                    <a:pt x="141" y="379"/>
                  </a:lnTo>
                  <a:lnTo>
                    <a:pt x="138" y="376"/>
                  </a:lnTo>
                  <a:lnTo>
                    <a:pt x="137" y="375"/>
                  </a:lnTo>
                  <a:lnTo>
                    <a:pt x="138" y="372"/>
                  </a:lnTo>
                  <a:lnTo>
                    <a:pt x="140" y="370"/>
                  </a:lnTo>
                  <a:lnTo>
                    <a:pt x="140" y="369"/>
                  </a:lnTo>
                  <a:lnTo>
                    <a:pt x="140" y="366"/>
                  </a:lnTo>
                  <a:lnTo>
                    <a:pt x="140" y="366"/>
                  </a:lnTo>
                  <a:lnTo>
                    <a:pt x="140" y="364"/>
                  </a:lnTo>
                  <a:lnTo>
                    <a:pt x="138" y="363"/>
                  </a:lnTo>
                  <a:lnTo>
                    <a:pt x="138" y="361"/>
                  </a:lnTo>
                  <a:lnTo>
                    <a:pt x="138" y="361"/>
                  </a:lnTo>
                  <a:lnTo>
                    <a:pt x="138" y="361"/>
                  </a:lnTo>
                  <a:lnTo>
                    <a:pt x="138" y="361"/>
                  </a:lnTo>
                  <a:lnTo>
                    <a:pt x="138" y="361"/>
                  </a:lnTo>
                  <a:lnTo>
                    <a:pt x="140" y="358"/>
                  </a:lnTo>
                  <a:lnTo>
                    <a:pt x="140" y="356"/>
                  </a:lnTo>
                  <a:lnTo>
                    <a:pt x="138" y="353"/>
                  </a:lnTo>
                  <a:lnTo>
                    <a:pt x="138" y="350"/>
                  </a:lnTo>
                  <a:lnTo>
                    <a:pt x="138" y="349"/>
                  </a:lnTo>
                  <a:lnTo>
                    <a:pt x="141" y="349"/>
                  </a:lnTo>
                  <a:lnTo>
                    <a:pt x="143" y="349"/>
                  </a:lnTo>
                  <a:lnTo>
                    <a:pt x="146" y="349"/>
                  </a:lnTo>
                  <a:lnTo>
                    <a:pt x="147" y="347"/>
                  </a:lnTo>
                  <a:lnTo>
                    <a:pt x="149" y="344"/>
                  </a:lnTo>
                  <a:lnTo>
                    <a:pt x="150" y="344"/>
                  </a:lnTo>
                  <a:lnTo>
                    <a:pt x="153" y="347"/>
                  </a:lnTo>
                  <a:lnTo>
                    <a:pt x="155" y="349"/>
                  </a:lnTo>
                  <a:lnTo>
                    <a:pt x="157" y="352"/>
                  </a:lnTo>
                  <a:lnTo>
                    <a:pt x="160" y="353"/>
                  </a:lnTo>
                  <a:lnTo>
                    <a:pt x="163" y="352"/>
                  </a:lnTo>
                  <a:lnTo>
                    <a:pt x="164" y="350"/>
                  </a:lnTo>
                  <a:lnTo>
                    <a:pt x="166" y="347"/>
                  </a:lnTo>
                  <a:lnTo>
                    <a:pt x="169" y="343"/>
                  </a:lnTo>
                  <a:lnTo>
                    <a:pt x="170" y="341"/>
                  </a:lnTo>
                  <a:lnTo>
                    <a:pt x="170" y="339"/>
                  </a:lnTo>
                  <a:lnTo>
                    <a:pt x="172" y="339"/>
                  </a:lnTo>
                  <a:lnTo>
                    <a:pt x="172" y="339"/>
                  </a:lnTo>
                  <a:lnTo>
                    <a:pt x="172" y="338"/>
                  </a:lnTo>
                  <a:lnTo>
                    <a:pt x="172" y="333"/>
                  </a:lnTo>
                  <a:lnTo>
                    <a:pt x="170" y="329"/>
                  </a:lnTo>
                  <a:lnTo>
                    <a:pt x="167" y="324"/>
                  </a:lnTo>
                  <a:lnTo>
                    <a:pt x="164" y="323"/>
                  </a:lnTo>
                  <a:lnTo>
                    <a:pt x="163" y="323"/>
                  </a:lnTo>
                  <a:lnTo>
                    <a:pt x="160" y="321"/>
                  </a:lnTo>
                  <a:lnTo>
                    <a:pt x="158" y="321"/>
                  </a:lnTo>
                  <a:lnTo>
                    <a:pt x="157" y="321"/>
                  </a:lnTo>
                  <a:lnTo>
                    <a:pt x="153" y="321"/>
                  </a:lnTo>
                  <a:lnTo>
                    <a:pt x="152" y="321"/>
                  </a:lnTo>
                  <a:lnTo>
                    <a:pt x="150" y="321"/>
                  </a:lnTo>
                  <a:lnTo>
                    <a:pt x="149" y="321"/>
                  </a:lnTo>
                  <a:lnTo>
                    <a:pt x="146" y="319"/>
                  </a:lnTo>
                  <a:lnTo>
                    <a:pt x="146" y="318"/>
                  </a:lnTo>
                  <a:lnTo>
                    <a:pt x="147" y="316"/>
                  </a:lnTo>
                  <a:lnTo>
                    <a:pt x="150" y="313"/>
                  </a:lnTo>
                  <a:lnTo>
                    <a:pt x="149" y="310"/>
                  </a:lnTo>
                  <a:lnTo>
                    <a:pt x="146" y="309"/>
                  </a:lnTo>
                  <a:lnTo>
                    <a:pt x="144" y="306"/>
                  </a:lnTo>
                  <a:lnTo>
                    <a:pt x="143" y="303"/>
                  </a:lnTo>
                  <a:lnTo>
                    <a:pt x="143" y="298"/>
                  </a:lnTo>
                  <a:lnTo>
                    <a:pt x="143" y="295"/>
                  </a:lnTo>
                  <a:lnTo>
                    <a:pt x="143" y="292"/>
                  </a:lnTo>
                  <a:lnTo>
                    <a:pt x="141" y="289"/>
                  </a:lnTo>
                  <a:lnTo>
                    <a:pt x="137" y="286"/>
                  </a:lnTo>
                  <a:lnTo>
                    <a:pt x="135" y="284"/>
                  </a:lnTo>
                  <a:lnTo>
                    <a:pt x="132" y="286"/>
                  </a:lnTo>
                  <a:lnTo>
                    <a:pt x="127" y="286"/>
                  </a:lnTo>
                  <a:lnTo>
                    <a:pt x="126" y="284"/>
                  </a:lnTo>
                  <a:lnTo>
                    <a:pt x="124" y="283"/>
                  </a:lnTo>
                  <a:lnTo>
                    <a:pt x="121" y="283"/>
                  </a:lnTo>
                  <a:lnTo>
                    <a:pt x="120" y="284"/>
                  </a:lnTo>
                  <a:lnTo>
                    <a:pt x="118" y="287"/>
                  </a:lnTo>
                  <a:lnTo>
                    <a:pt x="118" y="289"/>
                  </a:lnTo>
                  <a:lnTo>
                    <a:pt x="118" y="292"/>
                  </a:lnTo>
                  <a:lnTo>
                    <a:pt x="118" y="295"/>
                  </a:lnTo>
                  <a:lnTo>
                    <a:pt x="117" y="296"/>
                  </a:lnTo>
                  <a:lnTo>
                    <a:pt x="115" y="296"/>
                  </a:lnTo>
                  <a:lnTo>
                    <a:pt x="114" y="298"/>
                  </a:lnTo>
                  <a:lnTo>
                    <a:pt x="112" y="299"/>
                  </a:lnTo>
                  <a:lnTo>
                    <a:pt x="112" y="301"/>
                  </a:lnTo>
                  <a:lnTo>
                    <a:pt x="112" y="304"/>
                  </a:lnTo>
                  <a:lnTo>
                    <a:pt x="110" y="306"/>
                  </a:lnTo>
                  <a:lnTo>
                    <a:pt x="109" y="307"/>
                  </a:lnTo>
                  <a:lnTo>
                    <a:pt x="107" y="307"/>
                  </a:lnTo>
                  <a:lnTo>
                    <a:pt x="107" y="309"/>
                  </a:lnTo>
                  <a:lnTo>
                    <a:pt x="109" y="310"/>
                  </a:lnTo>
                  <a:lnTo>
                    <a:pt x="110" y="312"/>
                  </a:lnTo>
                  <a:lnTo>
                    <a:pt x="110" y="313"/>
                  </a:lnTo>
                  <a:lnTo>
                    <a:pt x="110" y="315"/>
                  </a:lnTo>
                  <a:lnTo>
                    <a:pt x="110" y="318"/>
                  </a:lnTo>
                  <a:lnTo>
                    <a:pt x="110" y="319"/>
                  </a:lnTo>
                  <a:lnTo>
                    <a:pt x="110" y="323"/>
                  </a:lnTo>
                  <a:lnTo>
                    <a:pt x="110" y="327"/>
                  </a:lnTo>
                  <a:lnTo>
                    <a:pt x="110" y="330"/>
                  </a:lnTo>
                  <a:lnTo>
                    <a:pt x="109" y="333"/>
                  </a:lnTo>
                  <a:lnTo>
                    <a:pt x="107" y="336"/>
                  </a:lnTo>
                  <a:lnTo>
                    <a:pt x="106" y="338"/>
                  </a:lnTo>
                  <a:lnTo>
                    <a:pt x="104" y="339"/>
                  </a:lnTo>
                  <a:lnTo>
                    <a:pt x="101" y="341"/>
                  </a:lnTo>
                  <a:lnTo>
                    <a:pt x="100" y="339"/>
                  </a:lnTo>
                  <a:lnTo>
                    <a:pt x="98" y="336"/>
                  </a:lnTo>
                  <a:lnTo>
                    <a:pt x="98" y="335"/>
                  </a:lnTo>
                  <a:lnTo>
                    <a:pt x="98" y="332"/>
                  </a:lnTo>
                  <a:lnTo>
                    <a:pt x="100" y="329"/>
                  </a:lnTo>
                  <a:lnTo>
                    <a:pt x="101" y="327"/>
                  </a:lnTo>
                  <a:lnTo>
                    <a:pt x="101" y="324"/>
                  </a:lnTo>
                  <a:lnTo>
                    <a:pt x="101" y="323"/>
                  </a:lnTo>
                  <a:lnTo>
                    <a:pt x="101" y="321"/>
                  </a:lnTo>
                  <a:lnTo>
                    <a:pt x="100" y="321"/>
                  </a:lnTo>
                  <a:lnTo>
                    <a:pt x="100" y="319"/>
                  </a:lnTo>
                  <a:lnTo>
                    <a:pt x="98" y="318"/>
                  </a:lnTo>
                  <a:lnTo>
                    <a:pt x="98" y="316"/>
                  </a:lnTo>
                  <a:lnTo>
                    <a:pt x="98" y="315"/>
                  </a:lnTo>
                  <a:lnTo>
                    <a:pt x="98" y="313"/>
                  </a:lnTo>
                  <a:lnTo>
                    <a:pt x="98" y="312"/>
                  </a:lnTo>
                  <a:lnTo>
                    <a:pt x="97" y="309"/>
                  </a:lnTo>
                  <a:lnTo>
                    <a:pt x="95" y="309"/>
                  </a:lnTo>
                  <a:lnTo>
                    <a:pt x="92" y="309"/>
                  </a:lnTo>
                  <a:lnTo>
                    <a:pt x="91" y="306"/>
                  </a:lnTo>
                  <a:lnTo>
                    <a:pt x="91" y="306"/>
                  </a:lnTo>
                  <a:lnTo>
                    <a:pt x="91" y="306"/>
                  </a:lnTo>
                  <a:lnTo>
                    <a:pt x="89" y="306"/>
                  </a:lnTo>
                  <a:lnTo>
                    <a:pt x="89" y="306"/>
                  </a:lnTo>
                  <a:lnTo>
                    <a:pt x="84" y="307"/>
                  </a:lnTo>
                  <a:lnTo>
                    <a:pt x="78" y="312"/>
                  </a:lnTo>
                  <a:lnTo>
                    <a:pt x="74" y="319"/>
                  </a:lnTo>
                  <a:lnTo>
                    <a:pt x="69" y="324"/>
                  </a:lnTo>
                  <a:lnTo>
                    <a:pt x="67" y="327"/>
                  </a:lnTo>
                  <a:lnTo>
                    <a:pt x="64" y="330"/>
                  </a:lnTo>
                  <a:lnTo>
                    <a:pt x="61" y="333"/>
                  </a:lnTo>
                  <a:lnTo>
                    <a:pt x="60" y="336"/>
                  </a:lnTo>
                  <a:lnTo>
                    <a:pt x="57" y="339"/>
                  </a:lnTo>
                  <a:lnTo>
                    <a:pt x="55" y="341"/>
                  </a:lnTo>
                  <a:lnTo>
                    <a:pt x="54" y="344"/>
                  </a:lnTo>
                  <a:lnTo>
                    <a:pt x="51" y="346"/>
                  </a:lnTo>
                  <a:lnTo>
                    <a:pt x="47" y="350"/>
                  </a:lnTo>
                  <a:lnTo>
                    <a:pt x="46" y="349"/>
                  </a:lnTo>
                  <a:lnTo>
                    <a:pt x="44" y="347"/>
                  </a:lnTo>
                  <a:lnTo>
                    <a:pt x="41" y="344"/>
                  </a:lnTo>
                  <a:lnTo>
                    <a:pt x="40" y="346"/>
                  </a:lnTo>
                  <a:lnTo>
                    <a:pt x="38" y="349"/>
                  </a:lnTo>
                  <a:lnTo>
                    <a:pt x="38" y="352"/>
                  </a:lnTo>
                  <a:lnTo>
                    <a:pt x="37" y="355"/>
                  </a:lnTo>
                  <a:lnTo>
                    <a:pt x="32" y="361"/>
                  </a:lnTo>
                  <a:lnTo>
                    <a:pt x="28" y="364"/>
                  </a:lnTo>
                  <a:lnTo>
                    <a:pt x="21" y="363"/>
                  </a:lnTo>
                  <a:lnTo>
                    <a:pt x="18" y="355"/>
                  </a:lnTo>
                  <a:lnTo>
                    <a:pt x="17" y="352"/>
                  </a:lnTo>
                  <a:lnTo>
                    <a:pt x="14" y="347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2" y="338"/>
                  </a:lnTo>
                  <a:lnTo>
                    <a:pt x="14" y="336"/>
                  </a:lnTo>
                  <a:lnTo>
                    <a:pt x="15" y="335"/>
                  </a:lnTo>
                  <a:lnTo>
                    <a:pt x="17" y="333"/>
                  </a:lnTo>
                  <a:lnTo>
                    <a:pt x="18" y="330"/>
                  </a:lnTo>
                  <a:lnTo>
                    <a:pt x="18" y="327"/>
                  </a:lnTo>
                  <a:lnTo>
                    <a:pt x="18" y="324"/>
                  </a:lnTo>
                  <a:lnTo>
                    <a:pt x="18" y="321"/>
                  </a:lnTo>
                  <a:lnTo>
                    <a:pt x="21" y="318"/>
                  </a:lnTo>
                  <a:lnTo>
                    <a:pt x="24" y="315"/>
                  </a:lnTo>
                  <a:lnTo>
                    <a:pt x="29" y="312"/>
                  </a:lnTo>
                  <a:lnTo>
                    <a:pt x="32" y="309"/>
                  </a:lnTo>
                  <a:lnTo>
                    <a:pt x="34" y="306"/>
                  </a:lnTo>
                  <a:lnTo>
                    <a:pt x="35" y="303"/>
                  </a:lnTo>
                  <a:lnTo>
                    <a:pt x="35" y="299"/>
                  </a:lnTo>
                  <a:lnTo>
                    <a:pt x="35" y="296"/>
                  </a:lnTo>
                  <a:lnTo>
                    <a:pt x="34" y="296"/>
                  </a:lnTo>
                  <a:lnTo>
                    <a:pt x="32" y="296"/>
                  </a:lnTo>
                  <a:lnTo>
                    <a:pt x="29" y="298"/>
                  </a:lnTo>
                  <a:lnTo>
                    <a:pt x="28" y="299"/>
                  </a:lnTo>
                  <a:lnTo>
                    <a:pt x="24" y="299"/>
                  </a:lnTo>
                  <a:lnTo>
                    <a:pt x="23" y="298"/>
                  </a:lnTo>
                  <a:lnTo>
                    <a:pt x="23" y="295"/>
                  </a:lnTo>
                  <a:lnTo>
                    <a:pt x="24" y="292"/>
                  </a:lnTo>
                  <a:lnTo>
                    <a:pt x="26" y="292"/>
                  </a:lnTo>
                  <a:lnTo>
                    <a:pt x="29" y="292"/>
                  </a:lnTo>
                  <a:lnTo>
                    <a:pt x="31" y="292"/>
                  </a:lnTo>
                  <a:lnTo>
                    <a:pt x="34" y="290"/>
                  </a:lnTo>
                  <a:lnTo>
                    <a:pt x="35" y="290"/>
                  </a:lnTo>
                  <a:lnTo>
                    <a:pt x="35" y="289"/>
                  </a:lnTo>
                  <a:lnTo>
                    <a:pt x="35" y="287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5" y="281"/>
                  </a:lnTo>
                  <a:lnTo>
                    <a:pt x="34" y="280"/>
                  </a:lnTo>
                  <a:lnTo>
                    <a:pt x="34" y="278"/>
                  </a:lnTo>
                  <a:lnTo>
                    <a:pt x="34" y="276"/>
                  </a:lnTo>
                  <a:lnTo>
                    <a:pt x="37" y="275"/>
                  </a:lnTo>
                  <a:lnTo>
                    <a:pt x="40" y="275"/>
                  </a:lnTo>
                  <a:lnTo>
                    <a:pt x="41" y="275"/>
                  </a:lnTo>
                  <a:lnTo>
                    <a:pt x="43" y="275"/>
                  </a:lnTo>
                  <a:lnTo>
                    <a:pt x="46" y="275"/>
                  </a:lnTo>
                  <a:lnTo>
                    <a:pt x="47" y="276"/>
                  </a:lnTo>
                  <a:lnTo>
                    <a:pt x="49" y="276"/>
                  </a:lnTo>
                  <a:lnTo>
                    <a:pt x="54" y="280"/>
                  </a:lnTo>
                  <a:lnTo>
                    <a:pt x="57" y="281"/>
                  </a:lnTo>
                  <a:lnTo>
                    <a:pt x="60" y="283"/>
                  </a:lnTo>
                  <a:lnTo>
                    <a:pt x="64" y="283"/>
                  </a:lnTo>
                  <a:lnTo>
                    <a:pt x="66" y="283"/>
                  </a:lnTo>
                  <a:lnTo>
                    <a:pt x="66" y="281"/>
                  </a:lnTo>
                  <a:lnTo>
                    <a:pt x="66" y="281"/>
                  </a:lnTo>
                  <a:lnTo>
                    <a:pt x="66" y="280"/>
                  </a:lnTo>
                  <a:lnTo>
                    <a:pt x="64" y="275"/>
                  </a:lnTo>
                  <a:lnTo>
                    <a:pt x="64" y="270"/>
                  </a:lnTo>
                  <a:lnTo>
                    <a:pt x="64" y="264"/>
                  </a:lnTo>
                  <a:lnTo>
                    <a:pt x="67" y="261"/>
                  </a:lnTo>
                  <a:lnTo>
                    <a:pt x="67" y="260"/>
                  </a:lnTo>
                  <a:lnTo>
                    <a:pt x="69" y="258"/>
                  </a:lnTo>
                  <a:lnTo>
                    <a:pt x="71" y="256"/>
                  </a:lnTo>
                  <a:lnTo>
                    <a:pt x="72" y="255"/>
                  </a:lnTo>
                  <a:lnTo>
                    <a:pt x="72" y="253"/>
                  </a:lnTo>
                  <a:lnTo>
                    <a:pt x="74" y="252"/>
                  </a:lnTo>
                  <a:lnTo>
                    <a:pt x="74" y="250"/>
                  </a:lnTo>
                  <a:lnTo>
                    <a:pt x="75" y="250"/>
                  </a:lnTo>
                  <a:lnTo>
                    <a:pt x="75" y="250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78" y="249"/>
                  </a:lnTo>
                  <a:lnTo>
                    <a:pt x="78" y="247"/>
                  </a:lnTo>
                  <a:lnTo>
                    <a:pt x="80" y="246"/>
                  </a:lnTo>
                  <a:lnTo>
                    <a:pt x="81" y="243"/>
                  </a:lnTo>
                  <a:lnTo>
                    <a:pt x="81" y="241"/>
                  </a:lnTo>
                  <a:lnTo>
                    <a:pt x="80" y="240"/>
                  </a:lnTo>
                  <a:lnTo>
                    <a:pt x="78" y="240"/>
                  </a:lnTo>
                  <a:lnTo>
                    <a:pt x="77" y="238"/>
                  </a:lnTo>
                  <a:lnTo>
                    <a:pt x="77" y="238"/>
                  </a:lnTo>
                  <a:lnTo>
                    <a:pt x="75" y="235"/>
                  </a:lnTo>
                  <a:lnTo>
                    <a:pt x="74" y="235"/>
                  </a:lnTo>
                  <a:lnTo>
                    <a:pt x="74" y="233"/>
                  </a:lnTo>
                  <a:lnTo>
                    <a:pt x="71" y="233"/>
                  </a:lnTo>
                  <a:lnTo>
                    <a:pt x="67" y="227"/>
                  </a:lnTo>
                  <a:lnTo>
                    <a:pt x="66" y="229"/>
                  </a:lnTo>
                  <a:lnTo>
                    <a:pt x="63" y="232"/>
                  </a:lnTo>
                  <a:lnTo>
                    <a:pt x="58" y="232"/>
                  </a:lnTo>
                  <a:lnTo>
                    <a:pt x="55" y="229"/>
                  </a:lnTo>
                  <a:lnTo>
                    <a:pt x="57" y="224"/>
                  </a:lnTo>
                  <a:lnTo>
                    <a:pt x="60" y="220"/>
                  </a:lnTo>
                  <a:lnTo>
                    <a:pt x="60" y="215"/>
                  </a:lnTo>
                  <a:lnTo>
                    <a:pt x="58" y="213"/>
                  </a:lnTo>
                  <a:lnTo>
                    <a:pt x="57" y="212"/>
                  </a:lnTo>
                  <a:lnTo>
                    <a:pt x="55" y="212"/>
                  </a:lnTo>
                  <a:lnTo>
                    <a:pt x="55" y="215"/>
                  </a:lnTo>
                  <a:lnTo>
                    <a:pt x="55" y="218"/>
                  </a:lnTo>
                  <a:lnTo>
                    <a:pt x="52" y="221"/>
                  </a:lnTo>
                  <a:lnTo>
                    <a:pt x="47" y="224"/>
                  </a:lnTo>
                  <a:lnTo>
                    <a:pt x="44" y="227"/>
                  </a:lnTo>
                  <a:lnTo>
                    <a:pt x="43" y="227"/>
                  </a:lnTo>
                  <a:lnTo>
                    <a:pt x="40" y="226"/>
                  </a:lnTo>
                  <a:lnTo>
                    <a:pt x="38" y="224"/>
                  </a:lnTo>
                  <a:lnTo>
                    <a:pt x="37" y="223"/>
                  </a:lnTo>
                  <a:lnTo>
                    <a:pt x="34" y="220"/>
                  </a:lnTo>
                  <a:lnTo>
                    <a:pt x="31" y="216"/>
                  </a:lnTo>
                  <a:lnTo>
                    <a:pt x="29" y="213"/>
                  </a:lnTo>
                  <a:lnTo>
                    <a:pt x="24" y="212"/>
                  </a:lnTo>
                  <a:lnTo>
                    <a:pt x="24" y="212"/>
                  </a:lnTo>
                  <a:lnTo>
                    <a:pt x="23" y="210"/>
                  </a:lnTo>
                  <a:lnTo>
                    <a:pt x="23" y="210"/>
                  </a:lnTo>
                  <a:lnTo>
                    <a:pt x="23" y="209"/>
                  </a:lnTo>
                  <a:lnTo>
                    <a:pt x="23" y="204"/>
                  </a:lnTo>
                  <a:lnTo>
                    <a:pt x="26" y="200"/>
                  </a:lnTo>
                  <a:lnTo>
                    <a:pt x="29" y="196"/>
                  </a:lnTo>
                  <a:lnTo>
                    <a:pt x="31" y="193"/>
                  </a:lnTo>
                  <a:lnTo>
                    <a:pt x="29" y="192"/>
                  </a:lnTo>
                  <a:lnTo>
                    <a:pt x="26" y="189"/>
                  </a:lnTo>
                  <a:lnTo>
                    <a:pt x="23" y="187"/>
                  </a:lnTo>
                  <a:lnTo>
                    <a:pt x="20" y="186"/>
                  </a:lnTo>
                  <a:lnTo>
                    <a:pt x="20" y="186"/>
                  </a:lnTo>
                  <a:lnTo>
                    <a:pt x="20" y="186"/>
                  </a:lnTo>
                  <a:lnTo>
                    <a:pt x="20" y="186"/>
                  </a:lnTo>
                  <a:lnTo>
                    <a:pt x="20" y="186"/>
                  </a:lnTo>
                  <a:lnTo>
                    <a:pt x="20" y="183"/>
                  </a:lnTo>
                  <a:lnTo>
                    <a:pt x="20" y="180"/>
                  </a:lnTo>
                  <a:lnTo>
                    <a:pt x="20" y="177"/>
                  </a:lnTo>
                  <a:lnTo>
                    <a:pt x="20" y="173"/>
                  </a:lnTo>
                  <a:lnTo>
                    <a:pt x="18" y="167"/>
                  </a:lnTo>
                  <a:lnTo>
                    <a:pt x="17" y="164"/>
                  </a:lnTo>
                  <a:lnTo>
                    <a:pt x="14" y="161"/>
                  </a:lnTo>
                  <a:lnTo>
                    <a:pt x="9" y="160"/>
                  </a:lnTo>
                  <a:lnTo>
                    <a:pt x="6" y="158"/>
                  </a:lnTo>
                  <a:lnTo>
                    <a:pt x="3" y="155"/>
                  </a:lnTo>
                  <a:lnTo>
                    <a:pt x="1" y="153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1" y="146"/>
                  </a:lnTo>
                  <a:lnTo>
                    <a:pt x="1" y="144"/>
                  </a:lnTo>
                  <a:lnTo>
                    <a:pt x="1" y="141"/>
                  </a:lnTo>
                  <a:lnTo>
                    <a:pt x="1" y="137"/>
                  </a:lnTo>
                  <a:lnTo>
                    <a:pt x="4" y="135"/>
                  </a:lnTo>
                  <a:lnTo>
                    <a:pt x="11" y="135"/>
                  </a:lnTo>
                  <a:lnTo>
                    <a:pt x="14" y="133"/>
                  </a:lnTo>
                  <a:lnTo>
                    <a:pt x="12" y="132"/>
                  </a:lnTo>
                  <a:lnTo>
                    <a:pt x="12" y="130"/>
                  </a:lnTo>
                  <a:lnTo>
                    <a:pt x="12" y="129"/>
                  </a:lnTo>
                  <a:lnTo>
                    <a:pt x="14" y="129"/>
                  </a:lnTo>
                  <a:lnTo>
                    <a:pt x="15" y="129"/>
                  </a:lnTo>
                  <a:lnTo>
                    <a:pt x="17" y="129"/>
                  </a:lnTo>
                  <a:lnTo>
                    <a:pt x="18" y="129"/>
                  </a:lnTo>
                  <a:lnTo>
                    <a:pt x="18" y="129"/>
                  </a:lnTo>
                  <a:lnTo>
                    <a:pt x="18" y="129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4" y="124"/>
                  </a:lnTo>
                  <a:lnTo>
                    <a:pt x="26" y="123"/>
                  </a:lnTo>
                  <a:lnTo>
                    <a:pt x="28" y="121"/>
                  </a:lnTo>
                  <a:lnTo>
                    <a:pt x="28" y="120"/>
                  </a:lnTo>
                  <a:lnTo>
                    <a:pt x="29" y="118"/>
                  </a:lnTo>
                  <a:lnTo>
                    <a:pt x="29" y="115"/>
                  </a:lnTo>
                  <a:lnTo>
                    <a:pt x="26" y="113"/>
                  </a:lnTo>
                  <a:lnTo>
                    <a:pt x="24" y="113"/>
                  </a:lnTo>
                  <a:lnTo>
                    <a:pt x="24" y="112"/>
                  </a:lnTo>
                  <a:lnTo>
                    <a:pt x="24" y="109"/>
                  </a:lnTo>
                  <a:lnTo>
                    <a:pt x="23" y="107"/>
                  </a:lnTo>
                  <a:lnTo>
                    <a:pt x="17" y="109"/>
                  </a:lnTo>
                  <a:lnTo>
                    <a:pt x="15" y="107"/>
                  </a:lnTo>
                  <a:lnTo>
                    <a:pt x="12" y="103"/>
                  </a:lnTo>
                  <a:lnTo>
                    <a:pt x="12" y="100"/>
                  </a:lnTo>
                  <a:lnTo>
                    <a:pt x="15" y="98"/>
                  </a:lnTo>
                  <a:lnTo>
                    <a:pt x="14" y="95"/>
                  </a:lnTo>
                  <a:lnTo>
                    <a:pt x="15" y="92"/>
                  </a:lnTo>
                  <a:lnTo>
                    <a:pt x="18" y="90"/>
                  </a:lnTo>
                  <a:lnTo>
                    <a:pt x="17" y="89"/>
                  </a:lnTo>
                  <a:lnTo>
                    <a:pt x="14" y="90"/>
                  </a:lnTo>
                  <a:lnTo>
                    <a:pt x="11" y="90"/>
                  </a:lnTo>
                  <a:lnTo>
                    <a:pt x="8" y="90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9" y="86"/>
                  </a:lnTo>
                  <a:lnTo>
                    <a:pt x="15" y="87"/>
                  </a:lnTo>
                  <a:lnTo>
                    <a:pt x="17" y="87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1" y="86"/>
                  </a:lnTo>
                  <a:lnTo>
                    <a:pt x="23" y="86"/>
                  </a:lnTo>
                  <a:lnTo>
                    <a:pt x="24" y="87"/>
                  </a:lnTo>
                  <a:lnTo>
                    <a:pt x="26" y="87"/>
                  </a:lnTo>
                  <a:lnTo>
                    <a:pt x="28" y="84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31" y="83"/>
                  </a:lnTo>
                  <a:lnTo>
                    <a:pt x="32" y="81"/>
                  </a:lnTo>
                  <a:lnTo>
                    <a:pt x="32" y="78"/>
                  </a:lnTo>
                  <a:lnTo>
                    <a:pt x="34" y="75"/>
                  </a:lnTo>
                  <a:lnTo>
                    <a:pt x="37" y="69"/>
                  </a:lnTo>
                  <a:lnTo>
                    <a:pt x="41" y="63"/>
                  </a:lnTo>
                  <a:lnTo>
                    <a:pt x="44" y="57"/>
                  </a:lnTo>
                  <a:lnTo>
                    <a:pt x="46" y="49"/>
                  </a:lnTo>
                  <a:lnTo>
                    <a:pt x="46" y="44"/>
                  </a:lnTo>
                  <a:lnTo>
                    <a:pt x="44" y="41"/>
                  </a:lnTo>
                  <a:lnTo>
                    <a:pt x="43" y="37"/>
                  </a:lnTo>
                  <a:lnTo>
                    <a:pt x="38" y="34"/>
                  </a:lnTo>
                  <a:lnTo>
                    <a:pt x="34" y="30"/>
                  </a:lnTo>
                  <a:lnTo>
                    <a:pt x="29" y="29"/>
                  </a:lnTo>
                  <a:lnTo>
                    <a:pt x="24" y="26"/>
                  </a:lnTo>
                  <a:lnTo>
                    <a:pt x="20" y="23"/>
                  </a:lnTo>
                  <a:lnTo>
                    <a:pt x="17" y="20"/>
                  </a:lnTo>
                  <a:lnTo>
                    <a:pt x="14" y="18"/>
                  </a:lnTo>
                  <a:lnTo>
                    <a:pt x="11" y="15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3" y="10"/>
                  </a:lnTo>
                  <a:lnTo>
                    <a:pt x="9" y="10"/>
                  </a:lnTo>
                  <a:lnTo>
                    <a:pt x="15" y="9"/>
                  </a:lnTo>
                  <a:lnTo>
                    <a:pt x="20" y="7"/>
                  </a:lnTo>
                  <a:lnTo>
                    <a:pt x="24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8" y="7"/>
                  </a:lnTo>
                  <a:lnTo>
                    <a:pt x="29" y="9"/>
                  </a:lnTo>
                  <a:lnTo>
                    <a:pt x="29" y="10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2" y="9"/>
                  </a:lnTo>
                  <a:lnTo>
                    <a:pt x="34" y="10"/>
                  </a:lnTo>
                  <a:lnTo>
                    <a:pt x="35" y="12"/>
                  </a:lnTo>
                  <a:lnTo>
                    <a:pt x="38" y="12"/>
                  </a:lnTo>
                  <a:lnTo>
                    <a:pt x="40" y="9"/>
                  </a:lnTo>
                  <a:lnTo>
                    <a:pt x="41" y="9"/>
                  </a:lnTo>
                  <a:lnTo>
                    <a:pt x="43" y="12"/>
                  </a:lnTo>
                  <a:lnTo>
                    <a:pt x="44" y="14"/>
                  </a:lnTo>
                  <a:lnTo>
                    <a:pt x="46" y="12"/>
                  </a:lnTo>
                  <a:lnTo>
                    <a:pt x="47" y="14"/>
                  </a:lnTo>
                  <a:lnTo>
                    <a:pt x="51" y="14"/>
                  </a:lnTo>
                  <a:lnTo>
                    <a:pt x="52" y="14"/>
                  </a:lnTo>
                  <a:lnTo>
                    <a:pt x="54" y="12"/>
                  </a:lnTo>
                  <a:lnTo>
                    <a:pt x="55" y="10"/>
                  </a:lnTo>
                  <a:lnTo>
                    <a:pt x="55" y="6"/>
                  </a:lnTo>
                  <a:lnTo>
                    <a:pt x="55" y="3"/>
                  </a:lnTo>
                  <a:lnTo>
                    <a:pt x="58" y="3"/>
                  </a:lnTo>
                  <a:lnTo>
                    <a:pt x="60" y="3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4" y="3"/>
                  </a:lnTo>
                  <a:lnTo>
                    <a:pt x="66" y="3"/>
                  </a:lnTo>
                  <a:lnTo>
                    <a:pt x="66" y="1"/>
                  </a:lnTo>
                  <a:lnTo>
                    <a:pt x="69" y="1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2740025" y="3490913"/>
              <a:ext cx="138113" cy="84138"/>
            </a:xfrm>
            <a:custGeom>
              <a:avLst/>
              <a:gdLst>
                <a:gd name="T0" fmla="*/ 108 w 175"/>
                <a:gd name="T1" fmla="*/ 12 h 106"/>
                <a:gd name="T2" fmla="*/ 112 w 175"/>
                <a:gd name="T3" fmla="*/ 17 h 106"/>
                <a:gd name="T4" fmla="*/ 123 w 175"/>
                <a:gd name="T5" fmla="*/ 26 h 106"/>
                <a:gd name="T6" fmla="*/ 137 w 175"/>
                <a:gd name="T7" fmla="*/ 36 h 106"/>
                <a:gd name="T8" fmla="*/ 132 w 175"/>
                <a:gd name="T9" fmla="*/ 38 h 106"/>
                <a:gd name="T10" fmla="*/ 135 w 175"/>
                <a:gd name="T11" fmla="*/ 43 h 106"/>
                <a:gd name="T12" fmla="*/ 140 w 175"/>
                <a:gd name="T13" fmla="*/ 49 h 106"/>
                <a:gd name="T14" fmla="*/ 152 w 175"/>
                <a:gd name="T15" fmla="*/ 47 h 106"/>
                <a:gd name="T16" fmla="*/ 158 w 175"/>
                <a:gd name="T17" fmla="*/ 55 h 106"/>
                <a:gd name="T18" fmla="*/ 166 w 175"/>
                <a:gd name="T19" fmla="*/ 61 h 106"/>
                <a:gd name="T20" fmla="*/ 174 w 175"/>
                <a:gd name="T21" fmla="*/ 69 h 106"/>
                <a:gd name="T22" fmla="*/ 157 w 175"/>
                <a:gd name="T23" fmla="*/ 73 h 106"/>
                <a:gd name="T24" fmla="*/ 157 w 175"/>
                <a:gd name="T25" fmla="*/ 72 h 106"/>
                <a:gd name="T26" fmla="*/ 140 w 175"/>
                <a:gd name="T27" fmla="*/ 70 h 106"/>
                <a:gd name="T28" fmla="*/ 138 w 175"/>
                <a:gd name="T29" fmla="*/ 73 h 106"/>
                <a:gd name="T30" fmla="*/ 132 w 175"/>
                <a:gd name="T31" fmla="*/ 78 h 106"/>
                <a:gd name="T32" fmla="*/ 131 w 175"/>
                <a:gd name="T33" fmla="*/ 78 h 106"/>
                <a:gd name="T34" fmla="*/ 137 w 175"/>
                <a:gd name="T35" fmla="*/ 90 h 106"/>
                <a:gd name="T36" fmla="*/ 131 w 175"/>
                <a:gd name="T37" fmla="*/ 95 h 106"/>
                <a:gd name="T38" fmla="*/ 117 w 175"/>
                <a:gd name="T39" fmla="*/ 93 h 106"/>
                <a:gd name="T40" fmla="*/ 114 w 175"/>
                <a:gd name="T41" fmla="*/ 92 h 106"/>
                <a:gd name="T42" fmla="*/ 111 w 175"/>
                <a:gd name="T43" fmla="*/ 90 h 106"/>
                <a:gd name="T44" fmla="*/ 108 w 175"/>
                <a:gd name="T45" fmla="*/ 89 h 106"/>
                <a:gd name="T46" fmla="*/ 98 w 175"/>
                <a:gd name="T47" fmla="*/ 96 h 106"/>
                <a:gd name="T48" fmla="*/ 85 w 175"/>
                <a:gd name="T49" fmla="*/ 104 h 106"/>
                <a:gd name="T50" fmla="*/ 75 w 175"/>
                <a:gd name="T51" fmla="*/ 101 h 106"/>
                <a:gd name="T52" fmla="*/ 72 w 175"/>
                <a:gd name="T53" fmla="*/ 96 h 106"/>
                <a:gd name="T54" fmla="*/ 72 w 175"/>
                <a:gd name="T55" fmla="*/ 95 h 106"/>
                <a:gd name="T56" fmla="*/ 69 w 175"/>
                <a:gd name="T57" fmla="*/ 93 h 106"/>
                <a:gd name="T58" fmla="*/ 68 w 175"/>
                <a:gd name="T59" fmla="*/ 92 h 106"/>
                <a:gd name="T60" fmla="*/ 66 w 175"/>
                <a:gd name="T61" fmla="*/ 90 h 106"/>
                <a:gd name="T62" fmla="*/ 65 w 175"/>
                <a:gd name="T63" fmla="*/ 89 h 106"/>
                <a:gd name="T64" fmla="*/ 60 w 175"/>
                <a:gd name="T65" fmla="*/ 86 h 106"/>
                <a:gd name="T66" fmla="*/ 57 w 175"/>
                <a:gd name="T67" fmla="*/ 83 h 106"/>
                <a:gd name="T68" fmla="*/ 55 w 175"/>
                <a:gd name="T69" fmla="*/ 78 h 106"/>
                <a:gd name="T70" fmla="*/ 49 w 175"/>
                <a:gd name="T71" fmla="*/ 69 h 106"/>
                <a:gd name="T72" fmla="*/ 46 w 175"/>
                <a:gd name="T73" fmla="*/ 66 h 106"/>
                <a:gd name="T74" fmla="*/ 43 w 175"/>
                <a:gd name="T75" fmla="*/ 61 h 106"/>
                <a:gd name="T76" fmla="*/ 39 w 175"/>
                <a:gd name="T77" fmla="*/ 53 h 106"/>
                <a:gd name="T78" fmla="*/ 39 w 175"/>
                <a:gd name="T79" fmla="*/ 50 h 106"/>
                <a:gd name="T80" fmla="*/ 32 w 175"/>
                <a:gd name="T81" fmla="*/ 47 h 106"/>
                <a:gd name="T82" fmla="*/ 15 w 175"/>
                <a:gd name="T83" fmla="*/ 46 h 106"/>
                <a:gd name="T84" fmla="*/ 9 w 175"/>
                <a:gd name="T85" fmla="*/ 38 h 106"/>
                <a:gd name="T86" fmla="*/ 0 w 175"/>
                <a:gd name="T87" fmla="*/ 30 h 106"/>
                <a:gd name="T88" fmla="*/ 6 w 175"/>
                <a:gd name="T89" fmla="*/ 24 h 106"/>
                <a:gd name="T90" fmla="*/ 11 w 175"/>
                <a:gd name="T91" fmla="*/ 21 h 106"/>
                <a:gd name="T92" fmla="*/ 17 w 175"/>
                <a:gd name="T93" fmla="*/ 18 h 106"/>
                <a:gd name="T94" fmla="*/ 26 w 175"/>
                <a:gd name="T95" fmla="*/ 20 h 106"/>
                <a:gd name="T96" fmla="*/ 35 w 175"/>
                <a:gd name="T97" fmla="*/ 15 h 106"/>
                <a:gd name="T98" fmla="*/ 39 w 175"/>
                <a:gd name="T99" fmla="*/ 18 h 106"/>
                <a:gd name="T100" fmla="*/ 49 w 175"/>
                <a:gd name="T101" fmla="*/ 20 h 106"/>
                <a:gd name="T102" fmla="*/ 54 w 175"/>
                <a:gd name="T103" fmla="*/ 21 h 106"/>
                <a:gd name="T104" fmla="*/ 62 w 175"/>
                <a:gd name="T105" fmla="*/ 17 h 106"/>
                <a:gd name="T106" fmla="*/ 68 w 175"/>
                <a:gd name="T107" fmla="*/ 7 h 106"/>
                <a:gd name="T108" fmla="*/ 71 w 175"/>
                <a:gd name="T109" fmla="*/ 3 h 106"/>
                <a:gd name="T110" fmla="*/ 74 w 175"/>
                <a:gd name="T111" fmla="*/ 4 h 106"/>
                <a:gd name="T112" fmla="*/ 86 w 175"/>
                <a:gd name="T113" fmla="*/ 10 h 106"/>
                <a:gd name="T114" fmla="*/ 97 w 175"/>
                <a:gd name="T115" fmla="*/ 10 h 106"/>
                <a:gd name="T116" fmla="*/ 102 w 175"/>
                <a:gd name="T117" fmla="*/ 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06">
                  <a:moveTo>
                    <a:pt x="103" y="0"/>
                  </a:moveTo>
                  <a:lnTo>
                    <a:pt x="106" y="1"/>
                  </a:lnTo>
                  <a:lnTo>
                    <a:pt x="108" y="6"/>
                  </a:lnTo>
                  <a:lnTo>
                    <a:pt x="108" y="12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1" y="17"/>
                  </a:lnTo>
                  <a:lnTo>
                    <a:pt x="112" y="17"/>
                  </a:lnTo>
                  <a:lnTo>
                    <a:pt x="115" y="18"/>
                  </a:lnTo>
                  <a:lnTo>
                    <a:pt x="118" y="21"/>
                  </a:lnTo>
                  <a:lnTo>
                    <a:pt x="120" y="23"/>
                  </a:lnTo>
                  <a:lnTo>
                    <a:pt x="123" y="26"/>
                  </a:lnTo>
                  <a:lnTo>
                    <a:pt x="126" y="27"/>
                  </a:lnTo>
                  <a:lnTo>
                    <a:pt x="134" y="29"/>
                  </a:lnTo>
                  <a:lnTo>
                    <a:pt x="138" y="32"/>
                  </a:lnTo>
                  <a:lnTo>
                    <a:pt x="137" y="36"/>
                  </a:lnTo>
                  <a:lnTo>
                    <a:pt x="135" y="36"/>
                  </a:lnTo>
                  <a:lnTo>
                    <a:pt x="134" y="36"/>
                  </a:lnTo>
                  <a:lnTo>
                    <a:pt x="132" y="36"/>
                  </a:lnTo>
                  <a:lnTo>
                    <a:pt x="132" y="38"/>
                  </a:lnTo>
                  <a:lnTo>
                    <a:pt x="132" y="40"/>
                  </a:lnTo>
                  <a:lnTo>
                    <a:pt x="132" y="41"/>
                  </a:lnTo>
                  <a:lnTo>
                    <a:pt x="134" y="43"/>
                  </a:lnTo>
                  <a:lnTo>
                    <a:pt x="135" y="43"/>
                  </a:lnTo>
                  <a:lnTo>
                    <a:pt x="135" y="44"/>
                  </a:lnTo>
                  <a:lnTo>
                    <a:pt x="137" y="47"/>
                  </a:lnTo>
                  <a:lnTo>
                    <a:pt x="138" y="49"/>
                  </a:lnTo>
                  <a:lnTo>
                    <a:pt x="140" y="49"/>
                  </a:lnTo>
                  <a:lnTo>
                    <a:pt x="143" y="47"/>
                  </a:lnTo>
                  <a:lnTo>
                    <a:pt x="146" y="46"/>
                  </a:lnTo>
                  <a:lnTo>
                    <a:pt x="149" y="46"/>
                  </a:lnTo>
                  <a:lnTo>
                    <a:pt x="152" y="47"/>
                  </a:lnTo>
                  <a:lnTo>
                    <a:pt x="154" y="49"/>
                  </a:lnTo>
                  <a:lnTo>
                    <a:pt x="155" y="52"/>
                  </a:lnTo>
                  <a:lnTo>
                    <a:pt x="157" y="53"/>
                  </a:lnTo>
                  <a:lnTo>
                    <a:pt x="158" y="55"/>
                  </a:lnTo>
                  <a:lnTo>
                    <a:pt x="160" y="58"/>
                  </a:lnTo>
                  <a:lnTo>
                    <a:pt x="161" y="60"/>
                  </a:lnTo>
                  <a:lnTo>
                    <a:pt x="164" y="60"/>
                  </a:lnTo>
                  <a:lnTo>
                    <a:pt x="166" y="61"/>
                  </a:lnTo>
                  <a:lnTo>
                    <a:pt x="171" y="60"/>
                  </a:lnTo>
                  <a:lnTo>
                    <a:pt x="174" y="61"/>
                  </a:lnTo>
                  <a:lnTo>
                    <a:pt x="175" y="64"/>
                  </a:lnTo>
                  <a:lnTo>
                    <a:pt x="174" y="69"/>
                  </a:lnTo>
                  <a:lnTo>
                    <a:pt x="171" y="73"/>
                  </a:lnTo>
                  <a:lnTo>
                    <a:pt x="166" y="75"/>
                  </a:lnTo>
                  <a:lnTo>
                    <a:pt x="161" y="75"/>
                  </a:lnTo>
                  <a:lnTo>
                    <a:pt x="157" y="73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4" y="73"/>
                  </a:lnTo>
                  <a:lnTo>
                    <a:pt x="149" y="73"/>
                  </a:lnTo>
                  <a:lnTo>
                    <a:pt x="145" y="72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38" y="72"/>
                  </a:lnTo>
                  <a:lnTo>
                    <a:pt x="138" y="73"/>
                  </a:lnTo>
                  <a:lnTo>
                    <a:pt x="138" y="73"/>
                  </a:lnTo>
                  <a:lnTo>
                    <a:pt x="135" y="75"/>
                  </a:lnTo>
                  <a:lnTo>
                    <a:pt x="134" y="75"/>
                  </a:lnTo>
                  <a:lnTo>
                    <a:pt x="132" y="76"/>
                  </a:lnTo>
                  <a:lnTo>
                    <a:pt x="132" y="78"/>
                  </a:lnTo>
                  <a:lnTo>
                    <a:pt x="132" y="78"/>
                  </a:lnTo>
                  <a:lnTo>
                    <a:pt x="132" y="78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32" y="81"/>
                  </a:lnTo>
                  <a:lnTo>
                    <a:pt x="135" y="84"/>
                  </a:lnTo>
                  <a:lnTo>
                    <a:pt x="137" y="87"/>
                  </a:lnTo>
                  <a:lnTo>
                    <a:pt x="137" y="90"/>
                  </a:lnTo>
                  <a:lnTo>
                    <a:pt x="135" y="92"/>
                  </a:lnTo>
                  <a:lnTo>
                    <a:pt x="134" y="93"/>
                  </a:lnTo>
                  <a:lnTo>
                    <a:pt x="132" y="93"/>
                  </a:lnTo>
                  <a:lnTo>
                    <a:pt x="131" y="95"/>
                  </a:lnTo>
                  <a:lnTo>
                    <a:pt x="128" y="96"/>
                  </a:lnTo>
                  <a:lnTo>
                    <a:pt x="125" y="96"/>
                  </a:lnTo>
                  <a:lnTo>
                    <a:pt x="120" y="95"/>
                  </a:lnTo>
                  <a:lnTo>
                    <a:pt x="117" y="93"/>
                  </a:lnTo>
                  <a:lnTo>
                    <a:pt x="117" y="92"/>
                  </a:lnTo>
                  <a:lnTo>
                    <a:pt x="115" y="92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12" y="90"/>
                  </a:lnTo>
                  <a:lnTo>
                    <a:pt x="112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09" y="89"/>
                  </a:lnTo>
                  <a:lnTo>
                    <a:pt x="108" y="89"/>
                  </a:lnTo>
                  <a:lnTo>
                    <a:pt x="106" y="89"/>
                  </a:lnTo>
                  <a:lnTo>
                    <a:pt x="105" y="87"/>
                  </a:lnTo>
                  <a:lnTo>
                    <a:pt x="102" y="92"/>
                  </a:lnTo>
                  <a:lnTo>
                    <a:pt x="98" y="96"/>
                  </a:lnTo>
                  <a:lnTo>
                    <a:pt x="95" y="100"/>
                  </a:lnTo>
                  <a:lnTo>
                    <a:pt x="92" y="101"/>
                  </a:lnTo>
                  <a:lnTo>
                    <a:pt x="88" y="103"/>
                  </a:lnTo>
                  <a:lnTo>
                    <a:pt x="85" y="104"/>
                  </a:lnTo>
                  <a:lnTo>
                    <a:pt x="82" y="106"/>
                  </a:lnTo>
                  <a:lnTo>
                    <a:pt x="78" y="104"/>
                  </a:lnTo>
                  <a:lnTo>
                    <a:pt x="77" y="103"/>
                  </a:lnTo>
                  <a:lnTo>
                    <a:pt x="75" y="101"/>
                  </a:lnTo>
                  <a:lnTo>
                    <a:pt x="74" y="98"/>
                  </a:lnTo>
                  <a:lnTo>
                    <a:pt x="74" y="96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2" y="95"/>
                  </a:lnTo>
                  <a:lnTo>
                    <a:pt x="72" y="95"/>
                  </a:lnTo>
                  <a:lnTo>
                    <a:pt x="72" y="95"/>
                  </a:lnTo>
                  <a:lnTo>
                    <a:pt x="72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69" y="92"/>
                  </a:lnTo>
                  <a:lnTo>
                    <a:pt x="68" y="92"/>
                  </a:lnTo>
                  <a:lnTo>
                    <a:pt x="68" y="92"/>
                  </a:lnTo>
                  <a:lnTo>
                    <a:pt x="68" y="92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5" y="89"/>
                  </a:lnTo>
                  <a:lnTo>
                    <a:pt x="65" y="89"/>
                  </a:lnTo>
                  <a:lnTo>
                    <a:pt x="65" y="89"/>
                  </a:lnTo>
                  <a:lnTo>
                    <a:pt x="65" y="89"/>
                  </a:lnTo>
                  <a:lnTo>
                    <a:pt x="63" y="89"/>
                  </a:lnTo>
                  <a:lnTo>
                    <a:pt x="63" y="87"/>
                  </a:lnTo>
                  <a:lnTo>
                    <a:pt x="62" y="87"/>
                  </a:lnTo>
                  <a:lnTo>
                    <a:pt x="60" y="86"/>
                  </a:lnTo>
                  <a:lnTo>
                    <a:pt x="58" y="86"/>
                  </a:lnTo>
                  <a:lnTo>
                    <a:pt x="58" y="84"/>
                  </a:lnTo>
                  <a:lnTo>
                    <a:pt x="57" y="84"/>
                  </a:lnTo>
                  <a:lnTo>
                    <a:pt x="57" y="83"/>
                  </a:lnTo>
                  <a:lnTo>
                    <a:pt x="55" y="81"/>
                  </a:lnTo>
                  <a:lnTo>
                    <a:pt x="55" y="80"/>
                  </a:lnTo>
                  <a:lnTo>
                    <a:pt x="55" y="78"/>
                  </a:lnTo>
                  <a:lnTo>
                    <a:pt x="55" y="78"/>
                  </a:lnTo>
                  <a:lnTo>
                    <a:pt x="54" y="76"/>
                  </a:lnTo>
                  <a:lnTo>
                    <a:pt x="52" y="73"/>
                  </a:lnTo>
                  <a:lnTo>
                    <a:pt x="51" y="70"/>
                  </a:lnTo>
                  <a:lnTo>
                    <a:pt x="49" y="69"/>
                  </a:lnTo>
                  <a:lnTo>
                    <a:pt x="46" y="67"/>
                  </a:lnTo>
                  <a:lnTo>
                    <a:pt x="46" y="67"/>
                  </a:lnTo>
                  <a:lnTo>
                    <a:pt x="46" y="67"/>
                  </a:lnTo>
                  <a:lnTo>
                    <a:pt x="46" y="66"/>
                  </a:lnTo>
                  <a:lnTo>
                    <a:pt x="45" y="66"/>
                  </a:lnTo>
                  <a:lnTo>
                    <a:pt x="43" y="66"/>
                  </a:lnTo>
                  <a:lnTo>
                    <a:pt x="43" y="63"/>
                  </a:lnTo>
                  <a:lnTo>
                    <a:pt x="43" y="61"/>
                  </a:lnTo>
                  <a:lnTo>
                    <a:pt x="42" y="60"/>
                  </a:lnTo>
                  <a:lnTo>
                    <a:pt x="40" y="58"/>
                  </a:lnTo>
                  <a:lnTo>
                    <a:pt x="40" y="55"/>
                  </a:lnTo>
                  <a:lnTo>
                    <a:pt x="39" y="53"/>
                  </a:lnTo>
                  <a:lnTo>
                    <a:pt x="39" y="52"/>
                  </a:lnTo>
                  <a:lnTo>
                    <a:pt x="39" y="50"/>
                  </a:lnTo>
                  <a:lnTo>
                    <a:pt x="39" y="50"/>
                  </a:lnTo>
                  <a:lnTo>
                    <a:pt x="39" y="50"/>
                  </a:lnTo>
                  <a:lnTo>
                    <a:pt x="39" y="49"/>
                  </a:lnTo>
                  <a:lnTo>
                    <a:pt x="35" y="47"/>
                  </a:lnTo>
                  <a:lnTo>
                    <a:pt x="34" y="46"/>
                  </a:lnTo>
                  <a:lnTo>
                    <a:pt x="32" y="47"/>
                  </a:lnTo>
                  <a:lnTo>
                    <a:pt x="29" y="49"/>
                  </a:lnTo>
                  <a:lnTo>
                    <a:pt x="25" y="49"/>
                  </a:lnTo>
                  <a:lnTo>
                    <a:pt x="20" y="47"/>
                  </a:lnTo>
                  <a:lnTo>
                    <a:pt x="15" y="46"/>
                  </a:lnTo>
                  <a:lnTo>
                    <a:pt x="11" y="46"/>
                  </a:lnTo>
                  <a:lnTo>
                    <a:pt x="11" y="43"/>
                  </a:lnTo>
                  <a:lnTo>
                    <a:pt x="9" y="41"/>
                  </a:lnTo>
                  <a:lnTo>
                    <a:pt x="9" y="38"/>
                  </a:lnTo>
                  <a:lnTo>
                    <a:pt x="9" y="36"/>
                  </a:lnTo>
                  <a:lnTo>
                    <a:pt x="5" y="35"/>
                  </a:lnTo>
                  <a:lnTo>
                    <a:pt x="2" y="33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3" y="24"/>
                  </a:lnTo>
                  <a:lnTo>
                    <a:pt x="6" y="24"/>
                  </a:lnTo>
                  <a:lnTo>
                    <a:pt x="8" y="24"/>
                  </a:lnTo>
                  <a:lnTo>
                    <a:pt x="9" y="24"/>
                  </a:lnTo>
                  <a:lnTo>
                    <a:pt x="11" y="23"/>
                  </a:lnTo>
                  <a:lnTo>
                    <a:pt x="11" y="21"/>
                  </a:lnTo>
                  <a:lnTo>
                    <a:pt x="12" y="20"/>
                  </a:lnTo>
                  <a:lnTo>
                    <a:pt x="14" y="21"/>
                  </a:lnTo>
                  <a:lnTo>
                    <a:pt x="15" y="20"/>
                  </a:lnTo>
                  <a:lnTo>
                    <a:pt x="17" y="18"/>
                  </a:lnTo>
                  <a:lnTo>
                    <a:pt x="19" y="17"/>
                  </a:lnTo>
                  <a:lnTo>
                    <a:pt x="22" y="17"/>
                  </a:lnTo>
                  <a:lnTo>
                    <a:pt x="23" y="18"/>
                  </a:lnTo>
                  <a:lnTo>
                    <a:pt x="26" y="20"/>
                  </a:lnTo>
                  <a:lnTo>
                    <a:pt x="28" y="20"/>
                  </a:lnTo>
                  <a:lnTo>
                    <a:pt x="31" y="18"/>
                  </a:lnTo>
                  <a:lnTo>
                    <a:pt x="32" y="15"/>
                  </a:lnTo>
                  <a:lnTo>
                    <a:pt x="35" y="15"/>
                  </a:lnTo>
                  <a:lnTo>
                    <a:pt x="37" y="17"/>
                  </a:lnTo>
                  <a:lnTo>
                    <a:pt x="39" y="17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2" y="20"/>
                  </a:lnTo>
                  <a:lnTo>
                    <a:pt x="46" y="20"/>
                  </a:lnTo>
                  <a:lnTo>
                    <a:pt x="49" y="20"/>
                  </a:lnTo>
                  <a:lnTo>
                    <a:pt x="52" y="20"/>
                  </a:lnTo>
                  <a:lnTo>
                    <a:pt x="52" y="20"/>
                  </a:lnTo>
                  <a:lnTo>
                    <a:pt x="54" y="21"/>
                  </a:lnTo>
                  <a:lnTo>
                    <a:pt x="54" y="21"/>
                  </a:lnTo>
                  <a:lnTo>
                    <a:pt x="54" y="21"/>
                  </a:lnTo>
                  <a:lnTo>
                    <a:pt x="57" y="23"/>
                  </a:lnTo>
                  <a:lnTo>
                    <a:pt x="60" y="21"/>
                  </a:lnTo>
                  <a:lnTo>
                    <a:pt x="62" y="17"/>
                  </a:lnTo>
                  <a:lnTo>
                    <a:pt x="63" y="13"/>
                  </a:lnTo>
                  <a:lnTo>
                    <a:pt x="65" y="10"/>
                  </a:lnTo>
                  <a:lnTo>
                    <a:pt x="66" y="9"/>
                  </a:lnTo>
                  <a:lnTo>
                    <a:pt x="68" y="7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9" y="3"/>
                  </a:lnTo>
                  <a:lnTo>
                    <a:pt x="71" y="3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4" y="3"/>
                  </a:lnTo>
                  <a:lnTo>
                    <a:pt x="74" y="4"/>
                  </a:lnTo>
                  <a:lnTo>
                    <a:pt x="75" y="4"/>
                  </a:lnTo>
                  <a:lnTo>
                    <a:pt x="78" y="6"/>
                  </a:lnTo>
                  <a:lnTo>
                    <a:pt x="82" y="9"/>
                  </a:lnTo>
                  <a:lnTo>
                    <a:pt x="86" y="10"/>
                  </a:lnTo>
                  <a:lnTo>
                    <a:pt x="91" y="9"/>
                  </a:lnTo>
                  <a:lnTo>
                    <a:pt x="92" y="10"/>
                  </a:lnTo>
                  <a:lnTo>
                    <a:pt x="94" y="10"/>
                  </a:lnTo>
                  <a:lnTo>
                    <a:pt x="97" y="10"/>
                  </a:lnTo>
                  <a:lnTo>
                    <a:pt x="98" y="10"/>
                  </a:lnTo>
                  <a:lnTo>
                    <a:pt x="102" y="9"/>
                  </a:lnTo>
                  <a:lnTo>
                    <a:pt x="102" y="7"/>
                  </a:lnTo>
                  <a:lnTo>
                    <a:pt x="102" y="6"/>
                  </a:lnTo>
                  <a:lnTo>
                    <a:pt x="102" y="3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2559050" y="2395538"/>
              <a:ext cx="379413" cy="758825"/>
            </a:xfrm>
            <a:custGeom>
              <a:avLst/>
              <a:gdLst>
                <a:gd name="T0" fmla="*/ 67 w 478"/>
                <a:gd name="T1" fmla="*/ 2 h 956"/>
                <a:gd name="T2" fmla="*/ 98 w 478"/>
                <a:gd name="T3" fmla="*/ 14 h 956"/>
                <a:gd name="T4" fmla="*/ 103 w 478"/>
                <a:gd name="T5" fmla="*/ 49 h 956"/>
                <a:gd name="T6" fmla="*/ 106 w 478"/>
                <a:gd name="T7" fmla="*/ 71 h 956"/>
                <a:gd name="T8" fmla="*/ 106 w 478"/>
                <a:gd name="T9" fmla="*/ 109 h 956"/>
                <a:gd name="T10" fmla="*/ 127 w 478"/>
                <a:gd name="T11" fmla="*/ 135 h 956"/>
                <a:gd name="T12" fmla="*/ 164 w 478"/>
                <a:gd name="T13" fmla="*/ 208 h 956"/>
                <a:gd name="T14" fmla="*/ 178 w 478"/>
                <a:gd name="T15" fmla="*/ 228 h 956"/>
                <a:gd name="T16" fmla="*/ 209 w 478"/>
                <a:gd name="T17" fmla="*/ 232 h 956"/>
                <a:gd name="T18" fmla="*/ 227 w 478"/>
                <a:gd name="T19" fmla="*/ 249 h 956"/>
                <a:gd name="T20" fmla="*/ 272 w 478"/>
                <a:gd name="T21" fmla="*/ 260 h 956"/>
                <a:gd name="T22" fmla="*/ 324 w 478"/>
                <a:gd name="T23" fmla="*/ 285 h 956"/>
                <a:gd name="T24" fmla="*/ 391 w 478"/>
                <a:gd name="T25" fmla="*/ 292 h 956"/>
                <a:gd name="T26" fmla="*/ 430 w 478"/>
                <a:gd name="T27" fmla="*/ 318 h 956"/>
                <a:gd name="T28" fmla="*/ 445 w 478"/>
                <a:gd name="T29" fmla="*/ 320 h 956"/>
                <a:gd name="T30" fmla="*/ 474 w 478"/>
                <a:gd name="T31" fmla="*/ 335 h 956"/>
                <a:gd name="T32" fmla="*/ 385 w 478"/>
                <a:gd name="T33" fmla="*/ 641 h 956"/>
                <a:gd name="T34" fmla="*/ 381 w 478"/>
                <a:gd name="T35" fmla="*/ 704 h 956"/>
                <a:gd name="T36" fmla="*/ 372 w 478"/>
                <a:gd name="T37" fmla="*/ 858 h 956"/>
                <a:gd name="T38" fmla="*/ 361 w 478"/>
                <a:gd name="T39" fmla="*/ 893 h 956"/>
                <a:gd name="T40" fmla="*/ 368 w 478"/>
                <a:gd name="T41" fmla="*/ 926 h 956"/>
                <a:gd name="T42" fmla="*/ 362 w 478"/>
                <a:gd name="T43" fmla="*/ 956 h 956"/>
                <a:gd name="T44" fmla="*/ 344 w 478"/>
                <a:gd name="T45" fmla="*/ 933 h 956"/>
                <a:gd name="T46" fmla="*/ 307 w 478"/>
                <a:gd name="T47" fmla="*/ 913 h 956"/>
                <a:gd name="T48" fmla="*/ 289 w 478"/>
                <a:gd name="T49" fmla="*/ 926 h 956"/>
                <a:gd name="T50" fmla="*/ 267 w 478"/>
                <a:gd name="T51" fmla="*/ 922 h 956"/>
                <a:gd name="T52" fmla="*/ 235 w 478"/>
                <a:gd name="T53" fmla="*/ 918 h 956"/>
                <a:gd name="T54" fmla="*/ 190 w 478"/>
                <a:gd name="T55" fmla="*/ 930 h 956"/>
                <a:gd name="T56" fmla="*/ 147 w 478"/>
                <a:gd name="T57" fmla="*/ 919 h 956"/>
                <a:gd name="T58" fmla="*/ 120 w 478"/>
                <a:gd name="T59" fmla="*/ 878 h 956"/>
                <a:gd name="T60" fmla="*/ 93 w 478"/>
                <a:gd name="T61" fmla="*/ 869 h 956"/>
                <a:gd name="T62" fmla="*/ 84 w 478"/>
                <a:gd name="T63" fmla="*/ 886 h 956"/>
                <a:gd name="T64" fmla="*/ 23 w 478"/>
                <a:gd name="T65" fmla="*/ 861 h 956"/>
                <a:gd name="T66" fmla="*/ 27 w 478"/>
                <a:gd name="T67" fmla="*/ 836 h 956"/>
                <a:gd name="T68" fmla="*/ 20 w 478"/>
                <a:gd name="T69" fmla="*/ 793 h 956"/>
                <a:gd name="T70" fmla="*/ 12 w 478"/>
                <a:gd name="T71" fmla="*/ 769 h 956"/>
                <a:gd name="T72" fmla="*/ 32 w 478"/>
                <a:gd name="T73" fmla="*/ 744 h 956"/>
                <a:gd name="T74" fmla="*/ 44 w 478"/>
                <a:gd name="T75" fmla="*/ 697 h 956"/>
                <a:gd name="T76" fmla="*/ 87 w 478"/>
                <a:gd name="T77" fmla="*/ 687 h 956"/>
                <a:gd name="T78" fmla="*/ 106 w 478"/>
                <a:gd name="T79" fmla="*/ 657 h 956"/>
                <a:gd name="T80" fmla="*/ 81 w 478"/>
                <a:gd name="T81" fmla="*/ 624 h 956"/>
                <a:gd name="T82" fmla="*/ 86 w 478"/>
                <a:gd name="T83" fmla="*/ 572 h 956"/>
                <a:gd name="T84" fmla="*/ 66 w 478"/>
                <a:gd name="T85" fmla="*/ 563 h 956"/>
                <a:gd name="T86" fmla="*/ 89 w 478"/>
                <a:gd name="T87" fmla="*/ 535 h 956"/>
                <a:gd name="T88" fmla="*/ 101 w 478"/>
                <a:gd name="T89" fmla="*/ 521 h 956"/>
                <a:gd name="T90" fmla="*/ 123 w 478"/>
                <a:gd name="T91" fmla="*/ 512 h 956"/>
                <a:gd name="T92" fmla="*/ 153 w 478"/>
                <a:gd name="T93" fmla="*/ 512 h 956"/>
                <a:gd name="T94" fmla="*/ 155 w 478"/>
                <a:gd name="T95" fmla="*/ 480 h 956"/>
                <a:gd name="T96" fmla="*/ 166 w 478"/>
                <a:gd name="T97" fmla="*/ 461 h 956"/>
                <a:gd name="T98" fmla="*/ 204 w 478"/>
                <a:gd name="T99" fmla="*/ 454 h 956"/>
                <a:gd name="T100" fmla="*/ 269 w 478"/>
                <a:gd name="T101" fmla="*/ 394 h 956"/>
                <a:gd name="T102" fmla="*/ 252 w 478"/>
                <a:gd name="T103" fmla="*/ 346 h 956"/>
                <a:gd name="T104" fmla="*/ 226 w 478"/>
                <a:gd name="T105" fmla="*/ 292 h 956"/>
                <a:gd name="T106" fmla="*/ 181 w 478"/>
                <a:gd name="T107" fmla="*/ 286 h 956"/>
                <a:gd name="T108" fmla="*/ 161 w 478"/>
                <a:gd name="T109" fmla="*/ 285 h 956"/>
                <a:gd name="T110" fmla="*/ 144 w 478"/>
                <a:gd name="T111" fmla="*/ 248 h 956"/>
                <a:gd name="T112" fmla="*/ 118 w 478"/>
                <a:gd name="T113" fmla="*/ 234 h 956"/>
                <a:gd name="T114" fmla="*/ 118 w 478"/>
                <a:gd name="T115" fmla="*/ 192 h 956"/>
                <a:gd name="T116" fmla="*/ 78 w 478"/>
                <a:gd name="T117" fmla="*/ 174 h 956"/>
                <a:gd name="T118" fmla="*/ 83 w 478"/>
                <a:gd name="T119" fmla="*/ 143 h 956"/>
                <a:gd name="T120" fmla="*/ 67 w 478"/>
                <a:gd name="T121" fmla="*/ 109 h 956"/>
                <a:gd name="T122" fmla="*/ 55 w 478"/>
                <a:gd name="T123" fmla="*/ 34 h 956"/>
                <a:gd name="T124" fmla="*/ 66 w 478"/>
                <a:gd name="T125" fmla="*/ 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8" h="956">
                  <a:moveTo>
                    <a:pt x="373" y="861"/>
                  </a:moveTo>
                  <a:lnTo>
                    <a:pt x="375" y="864"/>
                  </a:lnTo>
                  <a:lnTo>
                    <a:pt x="373" y="870"/>
                  </a:lnTo>
                  <a:lnTo>
                    <a:pt x="368" y="875"/>
                  </a:lnTo>
                  <a:lnTo>
                    <a:pt x="365" y="876"/>
                  </a:lnTo>
                  <a:lnTo>
                    <a:pt x="365" y="875"/>
                  </a:lnTo>
                  <a:lnTo>
                    <a:pt x="368" y="872"/>
                  </a:lnTo>
                  <a:lnTo>
                    <a:pt x="370" y="870"/>
                  </a:lnTo>
                  <a:lnTo>
                    <a:pt x="372" y="864"/>
                  </a:lnTo>
                  <a:lnTo>
                    <a:pt x="373" y="861"/>
                  </a:lnTo>
                  <a:close/>
                  <a:moveTo>
                    <a:pt x="66" y="0"/>
                  </a:moveTo>
                  <a:lnTo>
                    <a:pt x="67" y="2"/>
                  </a:lnTo>
                  <a:lnTo>
                    <a:pt x="67" y="2"/>
                  </a:lnTo>
                  <a:lnTo>
                    <a:pt x="73" y="2"/>
                  </a:lnTo>
                  <a:lnTo>
                    <a:pt x="75" y="3"/>
                  </a:lnTo>
                  <a:lnTo>
                    <a:pt x="77" y="6"/>
                  </a:lnTo>
                  <a:lnTo>
                    <a:pt x="77" y="6"/>
                  </a:lnTo>
                  <a:lnTo>
                    <a:pt x="78" y="6"/>
                  </a:lnTo>
                  <a:lnTo>
                    <a:pt x="83" y="5"/>
                  </a:lnTo>
                  <a:lnTo>
                    <a:pt x="84" y="5"/>
                  </a:lnTo>
                  <a:lnTo>
                    <a:pt x="86" y="5"/>
                  </a:lnTo>
                  <a:lnTo>
                    <a:pt x="87" y="9"/>
                  </a:lnTo>
                  <a:lnTo>
                    <a:pt x="89" y="9"/>
                  </a:lnTo>
                  <a:lnTo>
                    <a:pt x="92" y="11"/>
                  </a:lnTo>
                  <a:lnTo>
                    <a:pt x="95" y="12"/>
                  </a:lnTo>
                  <a:lnTo>
                    <a:pt x="98" y="14"/>
                  </a:lnTo>
                  <a:lnTo>
                    <a:pt x="100" y="17"/>
                  </a:lnTo>
                  <a:lnTo>
                    <a:pt x="100" y="25"/>
                  </a:lnTo>
                  <a:lnTo>
                    <a:pt x="98" y="29"/>
                  </a:lnTo>
                  <a:lnTo>
                    <a:pt x="98" y="31"/>
                  </a:lnTo>
                  <a:lnTo>
                    <a:pt x="100" y="31"/>
                  </a:lnTo>
                  <a:lnTo>
                    <a:pt x="103" y="31"/>
                  </a:lnTo>
                  <a:lnTo>
                    <a:pt x="103" y="32"/>
                  </a:lnTo>
                  <a:lnTo>
                    <a:pt x="104" y="34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4" y="43"/>
                  </a:lnTo>
                  <a:lnTo>
                    <a:pt x="104" y="46"/>
                  </a:lnTo>
                  <a:lnTo>
                    <a:pt x="103" y="49"/>
                  </a:lnTo>
                  <a:lnTo>
                    <a:pt x="103" y="54"/>
                  </a:lnTo>
                  <a:lnTo>
                    <a:pt x="101" y="55"/>
                  </a:lnTo>
                  <a:lnTo>
                    <a:pt x="101" y="59"/>
                  </a:lnTo>
                  <a:lnTo>
                    <a:pt x="101" y="60"/>
                  </a:lnTo>
                  <a:lnTo>
                    <a:pt x="98" y="63"/>
                  </a:lnTo>
                  <a:lnTo>
                    <a:pt x="97" y="65"/>
                  </a:lnTo>
                  <a:lnTo>
                    <a:pt x="101" y="66"/>
                  </a:lnTo>
                  <a:lnTo>
                    <a:pt x="103" y="66"/>
                  </a:lnTo>
                  <a:lnTo>
                    <a:pt x="103" y="68"/>
                  </a:lnTo>
                  <a:lnTo>
                    <a:pt x="103" y="69"/>
                  </a:lnTo>
                  <a:lnTo>
                    <a:pt x="103" y="69"/>
                  </a:lnTo>
                  <a:lnTo>
                    <a:pt x="106" y="71"/>
                  </a:lnTo>
                  <a:lnTo>
                    <a:pt x="106" y="71"/>
                  </a:lnTo>
                  <a:lnTo>
                    <a:pt x="107" y="74"/>
                  </a:lnTo>
                  <a:lnTo>
                    <a:pt x="109" y="77"/>
                  </a:lnTo>
                  <a:lnTo>
                    <a:pt x="110" y="80"/>
                  </a:lnTo>
                  <a:lnTo>
                    <a:pt x="110" y="83"/>
                  </a:lnTo>
                  <a:lnTo>
                    <a:pt x="110" y="86"/>
                  </a:lnTo>
                  <a:lnTo>
                    <a:pt x="109" y="94"/>
                  </a:lnTo>
                  <a:lnTo>
                    <a:pt x="107" y="99"/>
                  </a:lnTo>
                  <a:lnTo>
                    <a:pt x="109" y="99"/>
                  </a:lnTo>
                  <a:lnTo>
                    <a:pt x="109" y="100"/>
                  </a:lnTo>
                  <a:lnTo>
                    <a:pt x="109" y="102"/>
                  </a:lnTo>
                  <a:lnTo>
                    <a:pt x="110" y="103"/>
                  </a:lnTo>
                  <a:lnTo>
                    <a:pt x="109" y="105"/>
                  </a:lnTo>
                  <a:lnTo>
                    <a:pt x="106" y="109"/>
                  </a:lnTo>
                  <a:lnTo>
                    <a:pt x="109" y="114"/>
                  </a:lnTo>
                  <a:lnTo>
                    <a:pt x="110" y="115"/>
                  </a:lnTo>
                  <a:lnTo>
                    <a:pt x="112" y="117"/>
                  </a:lnTo>
                  <a:lnTo>
                    <a:pt x="113" y="117"/>
                  </a:lnTo>
                  <a:lnTo>
                    <a:pt x="115" y="117"/>
                  </a:lnTo>
                  <a:lnTo>
                    <a:pt x="117" y="118"/>
                  </a:lnTo>
                  <a:lnTo>
                    <a:pt x="118" y="118"/>
                  </a:lnTo>
                  <a:lnTo>
                    <a:pt x="118" y="122"/>
                  </a:lnTo>
                  <a:lnTo>
                    <a:pt x="118" y="125"/>
                  </a:lnTo>
                  <a:lnTo>
                    <a:pt x="118" y="126"/>
                  </a:lnTo>
                  <a:lnTo>
                    <a:pt x="120" y="128"/>
                  </a:lnTo>
                  <a:lnTo>
                    <a:pt x="126" y="134"/>
                  </a:lnTo>
                  <a:lnTo>
                    <a:pt x="127" y="135"/>
                  </a:lnTo>
                  <a:lnTo>
                    <a:pt x="133" y="142"/>
                  </a:lnTo>
                  <a:lnTo>
                    <a:pt x="135" y="145"/>
                  </a:lnTo>
                  <a:lnTo>
                    <a:pt x="138" y="148"/>
                  </a:lnTo>
                  <a:lnTo>
                    <a:pt x="141" y="151"/>
                  </a:lnTo>
                  <a:lnTo>
                    <a:pt x="143" y="158"/>
                  </a:lnTo>
                  <a:lnTo>
                    <a:pt x="144" y="168"/>
                  </a:lnTo>
                  <a:lnTo>
                    <a:pt x="152" y="186"/>
                  </a:lnTo>
                  <a:lnTo>
                    <a:pt x="152" y="189"/>
                  </a:lnTo>
                  <a:lnTo>
                    <a:pt x="153" y="198"/>
                  </a:lnTo>
                  <a:lnTo>
                    <a:pt x="153" y="202"/>
                  </a:lnTo>
                  <a:lnTo>
                    <a:pt x="158" y="203"/>
                  </a:lnTo>
                  <a:lnTo>
                    <a:pt x="161" y="205"/>
                  </a:lnTo>
                  <a:lnTo>
                    <a:pt x="164" y="208"/>
                  </a:lnTo>
                  <a:lnTo>
                    <a:pt x="166" y="212"/>
                  </a:lnTo>
                  <a:lnTo>
                    <a:pt x="166" y="214"/>
                  </a:lnTo>
                  <a:lnTo>
                    <a:pt x="166" y="217"/>
                  </a:lnTo>
                  <a:lnTo>
                    <a:pt x="164" y="218"/>
                  </a:lnTo>
                  <a:lnTo>
                    <a:pt x="163" y="221"/>
                  </a:lnTo>
                  <a:lnTo>
                    <a:pt x="163" y="223"/>
                  </a:lnTo>
                  <a:lnTo>
                    <a:pt x="166" y="226"/>
                  </a:lnTo>
                  <a:lnTo>
                    <a:pt x="169" y="226"/>
                  </a:lnTo>
                  <a:lnTo>
                    <a:pt x="172" y="226"/>
                  </a:lnTo>
                  <a:lnTo>
                    <a:pt x="175" y="226"/>
                  </a:lnTo>
                  <a:lnTo>
                    <a:pt x="176" y="226"/>
                  </a:lnTo>
                  <a:lnTo>
                    <a:pt x="178" y="228"/>
                  </a:lnTo>
                  <a:lnTo>
                    <a:pt x="178" y="228"/>
                  </a:lnTo>
                  <a:lnTo>
                    <a:pt x="179" y="228"/>
                  </a:lnTo>
                  <a:lnTo>
                    <a:pt x="183" y="228"/>
                  </a:lnTo>
                  <a:lnTo>
                    <a:pt x="186" y="228"/>
                  </a:lnTo>
                  <a:lnTo>
                    <a:pt x="187" y="228"/>
                  </a:lnTo>
                  <a:lnTo>
                    <a:pt x="189" y="231"/>
                  </a:lnTo>
                  <a:lnTo>
                    <a:pt x="192" y="228"/>
                  </a:lnTo>
                  <a:lnTo>
                    <a:pt x="198" y="232"/>
                  </a:lnTo>
                  <a:lnTo>
                    <a:pt x="201" y="232"/>
                  </a:lnTo>
                  <a:lnTo>
                    <a:pt x="203" y="232"/>
                  </a:lnTo>
                  <a:lnTo>
                    <a:pt x="204" y="234"/>
                  </a:lnTo>
                  <a:lnTo>
                    <a:pt x="206" y="234"/>
                  </a:lnTo>
                  <a:lnTo>
                    <a:pt x="206" y="232"/>
                  </a:lnTo>
                  <a:lnTo>
                    <a:pt x="209" y="232"/>
                  </a:lnTo>
                  <a:lnTo>
                    <a:pt x="209" y="232"/>
                  </a:lnTo>
                  <a:lnTo>
                    <a:pt x="210" y="232"/>
                  </a:lnTo>
                  <a:lnTo>
                    <a:pt x="212" y="232"/>
                  </a:lnTo>
                  <a:lnTo>
                    <a:pt x="213" y="232"/>
                  </a:lnTo>
                  <a:lnTo>
                    <a:pt x="215" y="235"/>
                  </a:lnTo>
                  <a:lnTo>
                    <a:pt x="221" y="238"/>
                  </a:lnTo>
                  <a:lnTo>
                    <a:pt x="223" y="241"/>
                  </a:lnTo>
                  <a:lnTo>
                    <a:pt x="221" y="245"/>
                  </a:lnTo>
                  <a:lnTo>
                    <a:pt x="224" y="245"/>
                  </a:lnTo>
                  <a:lnTo>
                    <a:pt x="226" y="245"/>
                  </a:lnTo>
                  <a:lnTo>
                    <a:pt x="227" y="245"/>
                  </a:lnTo>
                  <a:lnTo>
                    <a:pt x="229" y="246"/>
                  </a:lnTo>
                  <a:lnTo>
                    <a:pt x="227" y="249"/>
                  </a:lnTo>
                  <a:lnTo>
                    <a:pt x="227" y="249"/>
                  </a:lnTo>
                  <a:lnTo>
                    <a:pt x="229" y="251"/>
                  </a:lnTo>
                  <a:lnTo>
                    <a:pt x="230" y="251"/>
                  </a:lnTo>
                  <a:lnTo>
                    <a:pt x="233" y="254"/>
                  </a:lnTo>
                  <a:lnTo>
                    <a:pt x="235" y="255"/>
                  </a:lnTo>
                  <a:lnTo>
                    <a:pt x="238" y="255"/>
                  </a:lnTo>
                  <a:lnTo>
                    <a:pt x="247" y="251"/>
                  </a:lnTo>
                  <a:lnTo>
                    <a:pt x="252" y="254"/>
                  </a:lnTo>
                  <a:lnTo>
                    <a:pt x="256" y="255"/>
                  </a:lnTo>
                  <a:lnTo>
                    <a:pt x="261" y="257"/>
                  </a:lnTo>
                  <a:lnTo>
                    <a:pt x="264" y="261"/>
                  </a:lnTo>
                  <a:lnTo>
                    <a:pt x="267" y="258"/>
                  </a:lnTo>
                  <a:lnTo>
                    <a:pt x="272" y="260"/>
                  </a:lnTo>
                  <a:lnTo>
                    <a:pt x="276" y="263"/>
                  </a:lnTo>
                  <a:lnTo>
                    <a:pt x="281" y="263"/>
                  </a:lnTo>
                  <a:lnTo>
                    <a:pt x="279" y="268"/>
                  </a:lnTo>
                  <a:lnTo>
                    <a:pt x="279" y="269"/>
                  </a:lnTo>
                  <a:lnTo>
                    <a:pt x="281" y="269"/>
                  </a:lnTo>
                  <a:lnTo>
                    <a:pt x="285" y="269"/>
                  </a:lnTo>
                  <a:lnTo>
                    <a:pt x="287" y="271"/>
                  </a:lnTo>
                  <a:lnTo>
                    <a:pt x="290" y="277"/>
                  </a:lnTo>
                  <a:lnTo>
                    <a:pt x="292" y="278"/>
                  </a:lnTo>
                  <a:lnTo>
                    <a:pt x="304" y="285"/>
                  </a:lnTo>
                  <a:lnTo>
                    <a:pt x="310" y="286"/>
                  </a:lnTo>
                  <a:lnTo>
                    <a:pt x="316" y="286"/>
                  </a:lnTo>
                  <a:lnTo>
                    <a:pt x="324" y="285"/>
                  </a:lnTo>
                  <a:lnTo>
                    <a:pt x="327" y="286"/>
                  </a:lnTo>
                  <a:lnTo>
                    <a:pt x="329" y="289"/>
                  </a:lnTo>
                  <a:lnTo>
                    <a:pt x="330" y="291"/>
                  </a:lnTo>
                  <a:lnTo>
                    <a:pt x="333" y="289"/>
                  </a:lnTo>
                  <a:lnTo>
                    <a:pt x="338" y="286"/>
                  </a:lnTo>
                  <a:lnTo>
                    <a:pt x="341" y="286"/>
                  </a:lnTo>
                  <a:lnTo>
                    <a:pt x="348" y="288"/>
                  </a:lnTo>
                  <a:lnTo>
                    <a:pt x="359" y="286"/>
                  </a:lnTo>
                  <a:lnTo>
                    <a:pt x="372" y="286"/>
                  </a:lnTo>
                  <a:lnTo>
                    <a:pt x="375" y="288"/>
                  </a:lnTo>
                  <a:lnTo>
                    <a:pt x="375" y="291"/>
                  </a:lnTo>
                  <a:lnTo>
                    <a:pt x="378" y="291"/>
                  </a:lnTo>
                  <a:lnTo>
                    <a:pt x="391" y="292"/>
                  </a:lnTo>
                  <a:lnTo>
                    <a:pt x="395" y="292"/>
                  </a:lnTo>
                  <a:lnTo>
                    <a:pt x="398" y="294"/>
                  </a:lnTo>
                  <a:lnTo>
                    <a:pt x="401" y="297"/>
                  </a:lnTo>
                  <a:lnTo>
                    <a:pt x="402" y="298"/>
                  </a:lnTo>
                  <a:lnTo>
                    <a:pt x="404" y="301"/>
                  </a:lnTo>
                  <a:lnTo>
                    <a:pt x="405" y="305"/>
                  </a:lnTo>
                  <a:lnTo>
                    <a:pt x="410" y="306"/>
                  </a:lnTo>
                  <a:lnTo>
                    <a:pt x="416" y="314"/>
                  </a:lnTo>
                  <a:lnTo>
                    <a:pt x="419" y="315"/>
                  </a:lnTo>
                  <a:lnTo>
                    <a:pt x="422" y="317"/>
                  </a:lnTo>
                  <a:lnTo>
                    <a:pt x="425" y="317"/>
                  </a:lnTo>
                  <a:lnTo>
                    <a:pt x="428" y="317"/>
                  </a:lnTo>
                  <a:lnTo>
                    <a:pt x="430" y="318"/>
                  </a:lnTo>
                  <a:lnTo>
                    <a:pt x="430" y="321"/>
                  </a:lnTo>
                  <a:lnTo>
                    <a:pt x="431" y="323"/>
                  </a:lnTo>
                  <a:lnTo>
                    <a:pt x="435" y="324"/>
                  </a:lnTo>
                  <a:lnTo>
                    <a:pt x="436" y="323"/>
                  </a:lnTo>
                  <a:lnTo>
                    <a:pt x="436" y="323"/>
                  </a:lnTo>
                  <a:lnTo>
                    <a:pt x="436" y="321"/>
                  </a:lnTo>
                  <a:lnTo>
                    <a:pt x="438" y="321"/>
                  </a:lnTo>
                  <a:lnTo>
                    <a:pt x="439" y="323"/>
                  </a:lnTo>
                  <a:lnTo>
                    <a:pt x="439" y="324"/>
                  </a:lnTo>
                  <a:lnTo>
                    <a:pt x="439" y="324"/>
                  </a:lnTo>
                  <a:lnTo>
                    <a:pt x="441" y="326"/>
                  </a:lnTo>
                  <a:lnTo>
                    <a:pt x="445" y="324"/>
                  </a:lnTo>
                  <a:lnTo>
                    <a:pt x="445" y="320"/>
                  </a:lnTo>
                  <a:lnTo>
                    <a:pt x="444" y="317"/>
                  </a:lnTo>
                  <a:lnTo>
                    <a:pt x="444" y="314"/>
                  </a:lnTo>
                  <a:lnTo>
                    <a:pt x="444" y="312"/>
                  </a:lnTo>
                  <a:lnTo>
                    <a:pt x="447" y="309"/>
                  </a:lnTo>
                  <a:lnTo>
                    <a:pt x="450" y="312"/>
                  </a:lnTo>
                  <a:lnTo>
                    <a:pt x="454" y="311"/>
                  </a:lnTo>
                  <a:lnTo>
                    <a:pt x="456" y="308"/>
                  </a:lnTo>
                  <a:lnTo>
                    <a:pt x="458" y="305"/>
                  </a:lnTo>
                  <a:lnTo>
                    <a:pt x="459" y="305"/>
                  </a:lnTo>
                  <a:lnTo>
                    <a:pt x="467" y="305"/>
                  </a:lnTo>
                  <a:lnTo>
                    <a:pt x="478" y="305"/>
                  </a:lnTo>
                  <a:lnTo>
                    <a:pt x="473" y="328"/>
                  </a:lnTo>
                  <a:lnTo>
                    <a:pt x="474" y="335"/>
                  </a:lnTo>
                  <a:lnTo>
                    <a:pt x="473" y="338"/>
                  </a:lnTo>
                  <a:lnTo>
                    <a:pt x="473" y="348"/>
                  </a:lnTo>
                  <a:lnTo>
                    <a:pt x="471" y="351"/>
                  </a:lnTo>
                  <a:lnTo>
                    <a:pt x="470" y="354"/>
                  </a:lnTo>
                  <a:lnTo>
                    <a:pt x="468" y="360"/>
                  </a:lnTo>
                  <a:lnTo>
                    <a:pt x="464" y="371"/>
                  </a:lnTo>
                  <a:lnTo>
                    <a:pt x="458" y="386"/>
                  </a:lnTo>
                  <a:lnTo>
                    <a:pt x="448" y="406"/>
                  </a:lnTo>
                  <a:lnTo>
                    <a:pt x="427" y="443"/>
                  </a:lnTo>
                  <a:lnTo>
                    <a:pt x="411" y="501"/>
                  </a:lnTo>
                  <a:lnTo>
                    <a:pt x="396" y="560"/>
                  </a:lnTo>
                  <a:lnTo>
                    <a:pt x="387" y="635"/>
                  </a:lnTo>
                  <a:lnTo>
                    <a:pt x="385" y="641"/>
                  </a:lnTo>
                  <a:lnTo>
                    <a:pt x="385" y="647"/>
                  </a:lnTo>
                  <a:lnTo>
                    <a:pt x="384" y="683"/>
                  </a:lnTo>
                  <a:lnTo>
                    <a:pt x="382" y="686"/>
                  </a:lnTo>
                  <a:lnTo>
                    <a:pt x="379" y="687"/>
                  </a:lnTo>
                  <a:lnTo>
                    <a:pt x="368" y="686"/>
                  </a:lnTo>
                  <a:lnTo>
                    <a:pt x="368" y="687"/>
                  </a:lnTo>
                  <a:lnTo>
                    <a:pt x="373" y="687"/>
                  </a:lnTo>
                  <a:lnTo>
                    <a:pt x="376" y="687"/>
                  </a:lnTo>
                  <a:lnTo>
                    <a:pt x="379" y="689"/>
                  </a:lnTo>
                  <a:lnTo>
                    <a:pt x="379" y="693"/>
                  </a:lnTo>
                  <a:lnTo>
                    <a:pt x="378" y="709"/>
                  </a:lnTo>
                  <a:lnTo>
                    <a:pt x="379" y="709"/>
                  </a:lnTo>
                  <a:lnTo>
                    <a:pt x="381" y="704"/>
                  </a:lnTo>
                  <a:lnTo>
                    <a:pt x="381" y="693"/>
                  </a:lnTo>
                  <a:lnTo>
                    <a:pt x="382" y="689"/>
                  </a:lnTo>
                  <a:lnTo>
                    <a:pt x="384" y="695"/>
                  </a:lnTo>
                  <a:lnTo>
                    <a:pt x="381" y="729"/>
                  </a:lnTo>
                  <a:lnTo>
                    <a:pt x="379" y="746"/>
                  </a:lnTo>
                  <a:lnTo>
                    <a:pt x="378" y="778"/>
                  </a:lnTo>
                  <a:lnTo>
                    <a:pt x="381" y="827"/>
                  </a:lnTo>
                  <a:lnTo>
                    <a:pt x="379" y="849"/>
                  </a:lnTo>
                  <a:lnTo>
                    <a:pt x="379" y="838"/>
                  </a:lnTo>
                  <a:lnTo>
                    <a:pt x="379" y="836"/>
                  </a:lnTo>
                  <a:lnTo>
                    <a:pt x="378" y="838"/>
                  </a:lnTo>
                  <a:lnTo>
                    <a:pt x="373" y="855"/>
                  </a:lnTo>
                  <a:lnTo>
                    <a:pt x="372" y="858"/>
                  </a:lnTo>
                  <a:lnTo>
                    <a:pt x="367" y="864"/>
                  </a:lnTo>
                  <a:lnTo>
                    <a:pt x="365" y="866"/>
                  </a:lnTo>
                  <a:lnTo>
                    <a:pt x="365" y="867"/>
                  </a:lnTo>
                  <a:lnTo>
                    <a:pt x="365" y="869"/>
                  </a:lnTo>
                  <a:lnTo>
                    <a:pt x="364" y="869"/>
                  </a:lnTo>
                  <a:lnTo>
                    <a:pt x="359" y="867"/>
                  </a:lnTo>
                  <a:lnTo>
                    <a:pt x="362" y="870"/>
                  </a:lnTo>
                  <a:lnTo>
                    <a:pt x="364" y="875"/>
                  </a:lnTo>
                  <a:lnTo>
                    <a:pt x="358" y="887"/>
                  </a:lnTo>
                  <a:lnTo>
                    <a:pt x="358" y="890"/>
                  </a:lnTo>
                  <a:lnTo>
                    <a:pt x="358" y="892"/>
                  </a:lnTo>
                  <a:lnTo>
                    <a:pt x="359" y="893"/>
                  </a:lnTo>
                  <a:lnTo>
                    <a:pt x="361" y="893"/>
                  </a:lnTo>
                  <a:lnTo>
                    <a:pt x="362" y="893"/>
                  </a:lnTo>
                  <a:lnTo>
                    <a:pt x="364" y="890"/>
                  </a:lnTo>
                  <a:lnTo>
                    <a:pt x="364" y="889"/>
                  </a:lnTo>
                  <a:lnTo>
                    <a:pt x="364" y="884"/>
                  </a:lnTo>
                  <a:lnTo>
                    <a:pt x="364" y="881"/>
                  </a:lnTo>
                  <a:lnTo>
                    <a:pt x="365" y="879"/>
                  </a:lnTo>
                  <a:lnTo>
                    <a:pt x="367" y="879"/>
                  </a:lnTo>
                  <a:lnTo>
                    <a:pt x="367" y="881"/>
                  </a:lnTo>
                  <a:lnTo>
                    <a:pt x="367" y="884"/>
                  </a:lnTo>
                  <a:lnTo>
                    <a:pt x="367" y="889"/>
                  </a:lnTo>
                  <a:lnTo>
                    <a:pt x="364" y="903"/>
                  </a:lnTo>
                  <a:lnTo>
                    <a:pt x="368" y="919"/>
                  </a:lnTo>
                  <a:lnTo>
                    <a:pt x="368" y="926"/>
                  </a:lnTo>
                  <a:lnTo>
                    <a:pt x="368" y="927"/>
                  </a:lnTo>
                  <a:lnTo>
                    <a:pt x="370" y="936"/>
                  </a:lnTo>
                  <a:lnTo>
                    <a:pt x="372" y="938"/>
                  </a:lnTo>
                  <a:lnTo>
                    <a:pt x="372" y="939"/>
                  </a:lnTo>
                  <a:lnTo>
                    <a:pt x="375" y="947"/>
                  </a:lnTo>
                  <a:lnTo>
                    <a:pt x="375" y="947"/>
                  </a:lnTo>
                  <a:lnTo>
                    <a:pt x="373" y="949"/>
                  </a:lnTo>
                  <a:lnTo>
                    <a:pt x="370" y="952"/>
                  </a:lnTo>
                  <a:lnTo>
                    <a:pt x="368" y="952"/>
                  </a:lnTo>
                  <a:lnTo>
                    <a:pt x="367" y="953"/>
                  </a:lnTo>
                  <a:lnTo>
                    <a:pt x="365" y="955"/>
                  </a:lnTo>
                  <a:lnTo>
                    <a:pt x="364" y="956"/>
                  </a:lnTo>
                  <a:lnTo>
                    <a:pt x="362" y="956"/>
                  </a:lnTo>
                  <a:lnTo>
                    <a:pt x="361" y="955"/>
                  </a:lnTo>
                  <a:lnTo>
                    <a:pt x="359" y="953"/>
                  </a:lnTo>
                  <a:lnTo>
                    <a:pt x="358" y="952"/>
                  </a:lnTo>
                  <a:lnTo>
                    <a:pt x="356" y="950"/>
                  </a:lnTo>
                  <a:lnTo>
                    <a:pt x="353" y="949"/>
                  </a:lnTo>
                  <a:lnTo>
                    <a:pt x="353" y="946"/>
                  </a:lnTo>
                  <a:lnTo>
                    <a:pt x="356" y="944"/>
                  </a:lnTo>
                  <a:lnTo>
                    <a:pt x="356" y="942"/>
                  </a:lnTo>
                  <a:lnTo>
                    <a:pt x="355" y="939"/>
                  </a:lnTo>
                  <a:lnTo>
                    <a:pt x="352" y="938"/>
                  </a:lnTo>
                  <a:lnTo>
                    <a:pt x="348" y="936"/>
                  </a:lnTo>
                  <a:lnTo>
                    <a:pt x="345" y="935"/>
                  </a:lnTo>
                  <a:lnTo>
                    <a:pt x="344" y="933"/>
                  </a:lnTo>
                  <a:lnTo>
                    <a:pt x="339" y="933"/>
                  </a:lnTo>
                  <a:lnTo>
                    <a:pt x="335" y="932"/>
                  </a:lnTo>
                  <a:lnTo>
                    <a:pt x="332" y="932"/>
                  </a:lnTo>
                  <a:lnTo>
                    <a:pt x="329" y="932"/>
                  </a:lnTo>
                  <a:lnTo>
                    <a:pt x="325" y="930"/>
                  </a:lnTo>
                  <a:lnTo>
                    <a:pt x="322" y="929"/>
                  </a:lnTo>
                  <a:lnTo>
                    <a:pt x="319" y="926"/>
                  </a:lnTo>
                  <a:lnTo>
                    <a:pt x="318" y="924"/>
                  </a:lnTo>
                  <a:lnTo>
                    <a:pt x="315" y="921"/>
                  </a:lnTo>
                  <a:lnTo>
                    <a:pt x="313" y="916"/>
                  </a:lnTo>
                  <a:lnTo>
                    <a:pt x="312" y="913"/>
                  </a:lnTo>
                  <a:lnTo>
                    <a:pt x="309" y="912"/>
                  </a:lnTo>
                  <a:lnTo>
                    <a:pt x="307" y="913"/>
                  </a:lnTo>
                  <a:lnTo>
                    <a:pt x="304" y="913"/>
                  </a:lnTo>
                  <a:lnTo>
                    <a:pt x="304" y="915"/>
                  </a:lnTo>
                  <a:lnTo>
                    <a:pt x="302" y="915"/>
                  </a:lnTo>
                  <a:lnTo>
                    <a:pt x="299" y="916"/>
                  </a:lnTo>
                  <a:lnTo>
                    <a:pt x="299" y="916"/>
                  </a:lnTo>
                  <a:lnTo>
                    <a:pt x="298" y="915"/>
                  </a:lnTo>
                  <a:lnTo>
                    <a:pt x="296" y="915"/>
                  </a:lnTo>
                  <a:lnTo>
                    <a:pt x="293" y="915"/>
                  </a:lnTo>
                  <a:lnTo>
                    <a:pt x="293" y="918"/>
                  </a:lnTo>
                  <a:lnTo>
                    <a:pt x="293" y="922"/>
                  </a:lnTo>
                  <a:lnTo>
                    <a:pt x="292" y="924"/>
                  </a:lnTo>
                  <a:lnTo>
                    <a:pt x="290" y="926"/>
                  </a:lnTo>
                  <a:lnTo>
                    <a:pt x="289" y="926"/>
                  </a:lnTo>
                  <a:lnTo>
                    <a:pt x="285" y="926"/>
                  </a:lnTo>
                  <a:lnTo>
                    <a:pt x="284" y="924"/>
                  </a:lnTo>
                  <a:lnTo>
                    <a:pt x="282" y="926"/>
                  </a:lnTo>
                  <a:lnTo>
                    <a:pt x="281" y="924"/>
                  </a:lnTo>
                  <a:lnTo>
                    <a:pt x="279" y="921"/>
                  </a:lnTo>
                  <a:lnTo>
                    <a:pt x="278" y="921"/>
                  </a:lnTo>
                  <a:lnTo>
                    <a:pt x="276" y="924"/>
                  </a:lnTo>
                  <a:lnTo>
                    <a:pt x="273" y="924"/>
                  </a:lnTo>
                  <a:lnTo>
                    <a:pt x="272" y="922"/>
                  </a:lnTo>
                  <a:lnTo>
                    <a:pt x="270" y="921"/>
                  </a:lnTo>
                  <a:lnTo>
                    <a:pt x="269" y="921"/>
                  </a:lnTo>
                  <a:lnTo>
                    <a:pt x="269" y="921"/>
                  </a:lnTo>
                  <a:lnTo>
                    <a:pt x="267" y="922"/>
                  </a:lnTo>
                  <a:lnTo>
                    <a:pt x="267" y="921"/>
                  </a:lnTo>
                  <a:lnTo>
                    <a:pt x="266" y="919"/>
                  </a:lnTo>
                  <a:lnTo>
                    <a:pt x="264" y="919"/>
                  </a:lnTo>
                  <a:lnTo>
                    <a:pt x="264" y="919"/>
                  </a:lnTo>
                  <a:lnTo>
                    <a:pt x="262" y="919"/>
                  </a:lnTo>
                  <a:lnTo>
                    <a:pt x="258" y="919"/>
                  </a:lnTo>
                  <a:lnTo>
                    <a:pt x="253" y="921"/>
                  </a:lnTo>
                  <a:lnTo>
                    <a:pt x="247" y="922"/>
                  </a:lnTo>
                  <a:lnTo>
                    <a:pt x="241" y="922"/>
                  </a:lnTo>
                  <a:lnTo>
                    <a:pt x="239" y="922"/>
                  </a:lnTo>
                  <a:lnTo>
                    <a:pt x="238" y="921"/>
                  </a:lnTo>
                  <a:lnTo>
                    <a:pt x="236" y="919"/>
                  </a:lnTo>
                  <a:lnTo>
                    <a:pt x="235" y="918"/>
                  </a:lnTo>
                  <a:lnTo>
                    <a:pt x="232" y="922"/>
                  </a:lnTo>
                  <a:lnTo>
                    <a:pt x="227" y="924"/>
                  </a:lnTo>
                  <a:lnTo>
                    <a:pt x="223" y="924"/>
                  </a:lnTo>
                  <a:lnTo>
                    <a:pt x="218" y="926"/>
                  </a:lnTo>
                  <a:lnTo>
                    <a:pt x="215" y="926"/>
                  </a:lnTo>
                  <a:lnTo>
                    <a:pt x="213" y="929"/>
                  </a:lnTo>
                  <a:lnTo>
                    <a:pt x="212" y="930"/>
                  </a:lnTo>
                  <a:lnTo>
                    <a:pt x="210" y="932"/>
                  </a:lnTo>
                  <a:lnTo>
                    <a:pt x="207" y="933"/>
                  </a:lnTo>
                  <a:lnTo>
                    <a:pt x="203" y="933"/>
                  </a:lnTo>
                  <a:lnTo>
                    <a:pt x="198" y="932"/>
                  </a:lnTo>
                  <a:lnTo>
                    <a:pt x="195" y="932"/>
                  </a:lnTo>
                  <a:lnTo>
                    <a:pt x="190" y="930"/>
                  </a:lnTo>
                  <a:lnTo>
                    <a:pt x="184" y="929"/>
                  </a:lnTo>
                  <a:lnTo>
                    <a:pt x="179" y="927"/>
                  </a:lnTo>
                  <a:lnTo>
                    <a:pt x="175" y="926"/>
                  </a:lnTo>
                  <a:lnTo>
                    <a:pt x="175" y="926"/>
                  </a:lnTo>
                  <a:lnTo>
                    <a:pt x="173" y="926"/>
                  </a:lnTo>
                  <a:lnTo>
                    <a:pt x="173" y="926"/>
                  </a:lnTo>
                  <a:lnTo>
                    <a:pt x="173" y="926"/>
                  </a:lnTo>
                  <a:lnTo>
                    <a:pt x="169" y="924"/>
                  </a:lnTo>
                  <a:lnTo>
                    <a:pt x="164" y="922"/>
                  </a:lnTo>
                  <a:lnTo>
                    <a:pt x="160" y="921"/>
                  </a:lnTo>
                  <a:lnTo>
                    <a:pt x="155" y="921"/>
                  </a:lnTo>
                  <a:lnTo>
                    <a:pt x="150" y="919"/>
                  </a:lnTo>
                  <a:lnTo>
                    <a:pt x="147" y="919"/>
                  </a:lnTo>
                  <a:lnTo>
                    <a:pt x="144" y="918"/>
                  </a:lnTo>
                  <a:lnTo>
                    <a:pt x="141" y="916"/>
                  </a:lnTo>
                  <a:lnTo>
                    <a:pt x="138" y="912"/>
                  </a:lnTo>
                  <a:lnTo>
                    <a:pt x="135" y="909"/>
                  </a:lnTo>
                  <a:lnTo>
                    <a:pt x="133" y="904"/>
                  </a:lnTo>
                  <a:lnTo>
                    <a:pt x="132" y="899"/>
                  </a:lnTo>
                  <a:lnTo>
                    <a:pt x="130" y="895"/>
                  </a:lnTo>
                  <a:lnTo>
                    <a:pt x="127" y="890"/>
                  </a:lnTo>
                  <a:lnTo>
                    <a:pt x="124" y="886"/>
                  </a:lnTo>
                  <a:lnTo>
                    <a:pt x="121" y="881"/>
                  </a:lnTo>
                  <a:lnTo>
                    <a:pt x="121" y="879"/>
                  </a:lnTo>
                  <a:lnTo>
                    <a:pt x="121" y="879"/>
                  </a:lnTo>
                  <a:lnTo>
                    <a:pt x="120" y="878"/>
                  </a:lnTo>
                  <a:lnTo>
                    <a:pt x="120" y="876"/>
                  </a:lnTo>
                  <a:lnTo>
                    <a:pt x="118" y="879"/>
                  </a:lnTo>
                  <a:lnTo>
                    <a:pt x="115" y="883"/>
                  </a:lnTo>
                  <a:lnTo>
                    <a:pt x="113" y="884"/>
                  </a:lnTo>
                  <a:lnTo>
                    <a:pt x="110" y="886"/>
                  </a:lnTo>
                  <a:lnTo>
                    <a:pt x="109" y="884"/>
                  </a:lnTo>
                  <a:lnTo>
                    <a:pt x="106" y="879"/>
                  </a:lnTo>
                  <a:lnTo>
                    <a:pt x="103" y="876"/>
                  </a:lnTo>
                  <a:lnTo>
                    <a:pt x="100" y="873"/>
                  </a:lnTo>
                  <a:lnTo>
                    <a:pt x="100" y="872"/>
                  </a:lnTo>
                  <a:lnTo>
                    <a:pt x="97" y="870"/>
                  </a:lnTo>
                  <a:lnTo>
                    <a:pt x="95" y="869"/>
                  </a:lnTo>
                  <a:lnTo>
                    <a:pt x="93" y="869"/>
                  </a:lnTo>
                  <a:lnTo>
                    <a:pt x="92" y="869"/>
                  </a:lnTo>
                  <a:lnTo>
                    <a:pt x="92" y="870"/>
                  </a:lnTo>
                  <a:lnTo>
                    <a:pt x="93" y="870"/>
                  </a:lnTo>
                  <a:lnTo>
                    <a:pt x="93" y="873"/>
                  </a:lnTo>
                  <a:lnTo>
                    <a:pt x="93" y="875"/>
                  </a:lnTo>
                  <a:lnTo>
                    <a:pt x="95" y="878"/>
                  </a:lnTo>
                  <a:lnTo>
                    <a:pt x="95" y="879"/>
                  </a:lnTo>
                  <a:lnTo>
                    <a:pt x="95" y="883"/>
                  </a:lnTo>
                  <a:lnTo>
                    <a:pt x="95" y="887"/>
                  </a:lnTo>
                  <a:lnTo>
                    <a:pt x="95" y="889"/>
                  </a:lnTo>
                  <a:lnTo>
                    <a:pt x="92" y="887"/>
                  </a:lnTo>
                  <a:lnTo>
                    <a:pt x="87" y="886"/>
                  </a:lnTo>
                  <a:lnTo>
                    <a:pt x="84" y="886"/>
                  </a:lnTo>
                  <a:lnTo>
                    <a:pt x="81" y="884"/>
                  </a:lnTo>
                  <a:lnTo>
                    <a:pt x="78" y="884"/>
                  </a:lnTo>
                  <a:lnTo>
                    <a:pt x="75" y="883"/>
                  </a:lnTo>
                  <a:lnTo>
                    <a:pt x="67" y="879"/>
                  </a:lnTo>
                  <a:lnTo>
                    <a:pt x="58" y="875"/>
                  </a:lnTo>
                  <a:lnTo>
                    <a:pt x="50" y="872"/>
                  </a:lnTo>
                  <a:lnTo>
                    <a:pt x="41" y="869"/>
                  </a:lnTo>
                  <a:lnTo>
                    <a:pt x="38" y="867"/>
                  </a:lnTo>
                  <a:lnTo>
                    <a:pt x="34" y="866"/>
                  </a:lnTo>
                  <a:lnTo>
                    <a:pt x="30" y="864"/>
                  </a:lnTo>
                  <a:lnTo>
                    <a:pt x="27" y="863"/>
                  </a:lnTo>
                  <a:lnTo>
                    <a:pt x="24" y="861"/>
                  </a:lnTo>
                  <a:lnTo>
                    <a:pt x="23" y="861"/>
                  </a:lnTo>
                  <a:lnTo>
                    <a:pt x="20" y="859"/>
                  </a:lnTo>
                  <a:lnTo>
                    <a:pt x="20" y="858"/>
                  </a:lnTo>
                  <a:lnTo>
                    <a:pt x="20" y="855"/>
                  </a:lnTo>
                  <a:lnTo>
                    <a:pt x="18" y="853"/>
                  </a:lnTo>
                  <a:lnTo>
                    <a:pt x="18" y="852"/>
                  </a:lnTo>
                  <a:lnTo>
                    <a:pt x="17" y="850"/>
                  </a:lnTo>
                  <a:lnTo>
                    <a:pt x="15" y="847"/>
                  </a:lnTo>
                  <a:lnTo>
                    <a:pt x="14" y="846"/>
                  </a:lnTo>
                  <a:lnTo>
                    <a:pt x="14" y="843"/>
                  </a:lnTo>
                  <a:lnTo>
                    <a:pt x="17" y="841"/>
                  </a:lnTo>
                  <a:lnTo>
                    <a:pt x="20" y="839"/>
                  </a:lnTo>
                  <a:lnTo>
                    <a:pt x="24" y="838"/>
                  </a:lnTo>
                  <a:lnTo>
                    <a:pt x="27" y="836"/>
                  </a:lnTo>
                  <a:lnTo>
                    <a:pt x="30" y="833"/>
                  </a:lnTo>
                  <a:lnTo>
                    <a:pt x="32" y="832"/>
                  </a:lnTo>
                  <a:lnTo>
                    <a:pt x="34" y="830"/>
                  </a:lnTo>
                  <a:lnTo>
                    <a:pt x="35" y="827"/>
                  </a:lnTo>
                  <a:lnTo>
                    <a:pt x="35" y="826"/>
                  </a:lnTo>
                  <a:lnTo>
                    <a:pt x="34" y="819"/>
                  </a:lnTo>
                  <a:lnTo>
                    <a:pt x="30" y="815"/>
                  </a:lnTo>
                  <a:lnTo>
                    <a:pt x="26" y="810"/>
                  </a:lnTo>
                  <a:lnTo>
                    <a:pt x="23" y="807"/>
                  </a:lnTo>
                  <a:lnTo>
                    <a:pt x="20" y="803"/>
                  </a:lnTo>
                  <a:lnTo>
                    <a:pt x="20" y="801"/>
                  </a:lnTo>
                  <a:lnTo>
                    <a:pt x="20" y="796"/>
                  </a:lnTo>
                  <a:lnTo>
                    <a:pt x="20" y="793"/>
                  </a:lnTo>
                  <a:lnTo>
                    <a:pt x="17" y="793"/>
                  </a:lnTo>
                  <a:lnTo>
                    <a:pt x="12" y="795"/>
                  </a:lnTo>
                  <a:lnTo>
                    <a:pt x="9" y="800"/>
                  </a:lnTo>
                  <a:lnTo>
                    <a:pt x="6" y="801"/>
                  </a:lnTo>
                  <a:lnTo>
                    <a:pt x="7" y="796"/>
                  </a:lnTo>
                  <a:lnTo>
                    <a:pt x="9" y="792"/>
                  </a:lnTo>
                  <a:lnTo>
                    <a:pt x="11" y="786"/>
                  </a:lnTo>
                  <a:lnTo>
                    <a:pt x="11" y="781"/>
                  </a:lnTo>
                  <a:lnTo>
                    <a:pt x="12" y="778"/>
                  </a:lnTo>
                  <a:lnTo>
                    <a:pt x="12" y="776"/>
                  </a:lnTo>
                  <a:lnTo>
                    <a:pt x="12" y="773"/>
                  </a:lnTo>
                  <a:lnTo>
                    <a:pt x="14" y="770"/>
                  </a:lnTo>
                  <a:lnTo>
                    <a:pt x="12" y="769"/>
                  </a:lnTo>
                  <a:lnTo>
                    <a:pt x="7" y="766"/>
                  </a:lnTo>
                  <a:lnTo>
                    <a:pt x="3" y="763"/>
                  </a:lnTo>
                  <a:lnTo>
                    <a:pt x="0" y="761"/>
                  </a:lnTo>
                  <a:lnTo>
                    <a:pt x="4" y="756"/>
                  </a:lnTo>
                  <a:lnTo>
                    <a:pt x="9" y="753"/>
                  </a:lnTo>
                  <a:lnTo>
                    <a:pt x="14" y="750"/>
                  </a:lnTo>
                  <a:lnTo>
                    <a:pt x="18" y="752"/>
                  </a:lnTo>
                  <a:lnTo>
                    <a:pt x="23" y="753"/>
                  </a:lnTo>
                  <a:lnTo>
                    <a:pt x="27" y="755"/>
                  </a:lnTo>
                  <a:lnTo>
                    <a:pt x="30" y="756"/>
                  </a:lnTo>
                  <a:lnTo>
                    <a:pt x="35" y="758"/>
                  </a:lnTo>
                  <a:lnTo>
                    <a:pt x="34" y="750"/>
                  </a:lnTo>
                  <a:lnTo>
                    <a:pt x="32" y="744"/>
                  </a:lnTo>
                  <a:lnTo>
                    <a:pt x="30" y="738"/>
                  </a:lnTo>
                  <a:lnTo>
                    <a:pt x="27" y="730"/>
                  </a:lnTo>
                  <a:lnTo>
                    <a:pt x="27" y="729"/>
                  </a:lnTo>
                  <a:lnTo>
                    <a:pt x="29" y="727"/>
                  </a:lnTo>
                  <a:lnTo>
                    <a:pt x="30" y="726"/>
                  </a:lnTo>
                  <a:lnTo>
                    <a:pt x="30" y="724"/>
                  </a:lnTo>
                  <a:lnTo>
                    <a:pt x="32" y="720"/>
                  </a:lnTo>
                  <a:lnTo>
                    <a:pt x="35" y="715"/>
                  </a:lnTo>
                  <a:lnTo>
                    <a:pt x="37" y="710"/>
                  </a:lnTo>
                  <a:lnTo>
                    <a:pt x="38" y="706"/>
                  </a:lnTo>
                  <a:lnTo>
                    <a:pt x="40" y="703"/>
                  </a:lnTo>
                  <a:lnTo>
                    <a:pt x="41" y="700"/>
                  </a:lnTo>
                  <a:lnTo>
                    <a:pt x="44" y="697"/>
                  </a:lnTo>
                  <a:lnTo>
                    <a:pt x="46" y="693"/>
                  </a:lnTo>
                  <a:lnTo>
                    <a:pt x="47" y="693"/>
                  </a:lnTo>
                  <a:lnTo>
                    <a:pt x="49" y="693"/>
                  </a:lnTo>
                  <a:lnTo>
                    <a:pt x="50" y="692"/>
                  </a:lnTo>
                  <a:lnTo>
                    <a:pt x="52" y="692"/>
                  </a:lnTo>
                  <a:lnTo>
                    <a:pt x="57" y="692"/>
                  </a:lnTo>
                  <a:lnTo>
                    <a:pt x="61" y="692"/>
                  </a:lnTo>
                  <a:lnTo>
                    <a:pt x="66" y="692"/>
                  </a:lnTo>
                  <a:lnTo>
                    <a:pt x="70" y="690"/>
                  </a:lnTo>
                  <a:lnTo>
                    <a:pt x="75" y="690"/>
                  </a:lnTo>
                  <a:lnTo>
                    <a:pt x="80" y="690"/>
                  </a:lnTo>
                  <a:lnTo>
                    <a:pt x="84" y="689"/>
                  </a:lnTo>
                  <a:lnTo>
                    <a:pt x="87" y="687"/>
                  </a:lnTo>
                  <a:lnTo>
                    <a:pt x="90" y="683"/>
                  </a:lnTo>
                  <a:lnTo>
                    <a:pt x="93" y="678"/>
                  </a:lnTo>
                  <a:lnTo>
                    <a:pt x="97" y="673"/>
                  </a:lnTo>
                  <a:lnTo>
                    <a:pt x="100" y="667"/>
                  </a:lnTo>
                  <a:lnTo>
                    <a:pt x="101" y="667"/>
                  </a:lnTo>
                  <a:lnTo>
                    <a:pt x="104" y="667"/>
                  </a:lnTo>
                  <a:lnTo>
                    <a:pt x="106" y="669"/>
                  </a:lnTo>
                  <a:lnTo>
                    <a:pt x="107" y="667"/>
                  </a:lnTo>
                  <a:lnTo>
                    <a:pt x="109" y="666"/>
                  </a:lnTo>
                  <a:lnTo>
                    <a:pt x="107" y="664"/>
                  </a:lnTo>
                  <a:lnTo>
                    <a:pt x="107" y="661"/>
                  </a:lnTo>
                  <a:lnTo>
                    <a:pt x="107" y="660"/>
                  </a:lnTo>
                  <a:lnTo>
                    <a:pt x="106" y="657"/>
                  </a:lnTo>
                  <a:lnTo>
                    <a:pt x="104" y="653"/>
                  </a:lnTo>
                  <a:lnTo>
                    <a:pt x="101" y="652"/>
                  </a:lnTo>
                  <a:lnTo>
                    <a:pt x="98" y="649"/>
                  </a:lnTo>
                  <a:lnTo>
                    <a:pt x="95" y="647"/>
                  </a:lnTo>
                  <a:lnTo>
                    <a:pt x="93" y="644"/>
                  </a:lnTo>
                  <a:lnTo>
                    <a:pt x="90" y="643"/>
                  </a:lnTo>
                  <a:lnTo>
                    <a:pt x="87" y="640"/>
                  </a:lnTo>
                  <a:lnTo>
                    <a:pt x="87" y="640"/>
                  </a:lnTo>
                  <a:lnTo>
                    <a:pt x="86" y="638"/>
                  </a:lnTo>
                  <a:lnTo>
                    <a:pt x="86" y="638"/>
                  </a:lnTo>
                  <a:lnTo>
                    <a:pt x="86" y="638"/>
                  </a:lnTo>
                  <a:lnTo>
                    <a:pt x="83" y="633"/>
                  </a:lnTo>
                  <a:lnTo>
                    <a:pt x="81" y="624"/>
                  </a:lnTo>
                  <a:lnTo>
                    <a:pt x="81" y="617"/>
                  </a:lnTo>
                  <a:lnTo>
                    <a:pt x="83" y="610"/>
                  </a:lnTo>
                  <a:lnTo>
                    <a:pt x="84" y="606"/>
                  </a:lnTo>
                  <a:lnTo>
                    <a:pt x="84" y="601"/>
                  </a:lnTo>
                  <a:lnTo>
                    <a:pt x="86" y="597"/>
                  </a:lnTo>
                  <a:lnTo>
                    <a:pt x="87" y="592"/>
                  </a:lnTo>
                  <a:lnTo>
                    <a:pt x="89" y="589"/>
                  </a:lnTo>
                  <a:lnTo>
                    <a:pt x="89" y="586"/>
                  </a:lnTo>
                  <a:lnTo>
                    <a:pt x="87" y="583"/>
                  </a:lnTo>
                  <a:lnTo>
                    <a:pt x="87" y="578"/>
                  </a:lnTo>
                  <a:lnTo>
                    <a:pt x="87" y="577"/>
                  </a:lnTo>
                  <a:lnTo>
                    <a:pt x="86" y="574"/>
                  </a:lnTo>
                  <a:lnTo>
                    <a:pt x="86" y="572"/>
                  </a:lnTo>
                  <a:lnTo>
                    <a:pt x="86" y="569"/>
                  </a:lnTo>
                  <a:lnTo>
                    <a:pt x="86" y="569"/>
                  </a:lnTo>
                  <a:lnTo>
                    <a:pt x="86" y="569"/>
                  </a:lnTo>
                  <a:lnTo>
                    <a:pt x="86" y="569"/>
                  </a:lnTo>
                  <a:lnTo>
                    <a:pt x="84" y="567"/>
                  </a:lnTo>
                  <a:lnTo>
                    <a:pt x="84" y="566"/>
                  </a:lnTo>
                  <a:lnTo>
                    <a:pt x="84" y="564"/>
                  </a:lnTo>
                  <a:lnTo>
                    <a:pt x="84" y="561"/>
                  </a:lnTo>
                  <a:lnTo>
                    <a:pt x="83" y="560"/>
                  </a:lnTo>
                  <a:lnTo>
                    <a:pt x="80" y="561"/>
                  </a:lnTo>
                  <a:lnTo>
                    <a:pt x="75" y="563"/>
                  </a:lnTo>
                  <a:lnTo>
                    <a:pt x="67" y="566"/>
                  </a:lnTo>
                  <a:lnTo>
                    <a:pt x="66" y="563"/>
                  </a:lnTo>
                  <a:lnTo>
                    <a:pt x="63" y="558"/>
                  </a:lnTo>
                  <a:lnTo>
                    <a:pt x="63" y="554"/>
                  </a:lnTo>
                  <a:lnTo>
                    <a:pt x="63" y="549"/>
                  </a:lnTo>
                  <a:lnTo>
                    <a:pt x="66" y="547"/>
                  </a:lnTo>
                  <a:lnTo>
                    <a:pt x="67" y="544"/>
                  </a:lnTo>
                  <a:lnTo>
                    <a:pt x="70" y="541"/>
                  </a:lnTo>
                  <a:lnTo>
                    <a:pt x="73" y="540"/>
                  </a:lnTo>
                  <a:lnTo>
                    <a:pt x="77" y="538"/>
                  </a:lnTo>
                  <a:lnTo>
                    <a:pt x="80" y="537"/>
                  </a:lnTo>
                  <a:lnTo>
                    <a:pt x="83" y="535"/>
                  </a:lnTo>
                  <a:lnTo>
                    <a:pt x="86" y="534"/>
                  </a:lnTo>
                  <a:lnTo>
                    <a:pt x="87" y="534"/>
                  </a:lnTo>
                  <a:lnTo>
                    <a:pt x="89" y="535"/>
                  </a:lnTo>
                  <a:lnTo>
                    <a:pt x="90" y="537"/>
                  </a:lnTo>
                  <a:lnTo>
                    <a:pt x="90" y="537"/>
                  </a:lnTo>
                  <a:lnTo>
                    <a:pt x="92" y="537"/>
                  </a:lnTo>
                  <a:lnTo>
                    <a:pt x="93" y="535"/>
                  </a:lnTo>
                  <a:lnTo>
                    <a:pt x="95" y="534"/>
                  </a:lnTo>
                  <a:lnTo>
                    <a:pt x="97" y="534"/>
                  </a:lnTo>
                  <a:lnTo>
                    <a:pt x="98" y="532"/>
                  </a:lnTo>
                  <a:lnTo>
                    <a:pt x="100" y="532"/>
                  </a:lnTo>
                  <a:lnTo>
                    <a:pt x="100" y="530"/>
                  </a:lnTo>
                  <a:lnTo>
                    <a:pt x="101" y="529"/>
                  </a:lnTo>
                  <a:lnTo>
                    <a:pt x="101" y="526"/>
                  </a:lnTo>
                  <a:lnTo>
                    <a:pt x="101" y="524"/>
                  </a:lnTo>
                  <a:lnTo>
                    <a:pt x="101" y="521"/>
                  </a:lnTo>
                  <a:lnTo>
                    <a:pt x="104" y="520"/>
                  </a:lnTo>
                  <a:lnTo>
                    <a:pt x="104" y="520"/>
                  </a:lnTo>
                  <a:lnTo>
                    <a:pt x="106" y="520"/>
                  </a:lnTo>
                  <a:lnTo>
                    <a:pt x="107" y="518"/>
                  </a:lnTo>
                  <a:lnTo>
                    <a:pt x="109" y="518"/>
                  </a:lnTo>
                  <a:lnTo>
                    <a:pt x="109" y="518"/>
                  </a:lnTo>
                  <a:lnTo>
                    <a:pt x="110" y="517"/>
                  </a:lnTo>
                  <a:lnTo>
                    <a:pt x="110" y="517"/>
                  </a:lnTo>
                  <a:lnTo>
                    <a:pt x="110" y="515"/>
                  </a:lnTo>
                  <a:lnTo>
                    <a:pt x="113" y="514"/>
                  </a:lnTo>
                  <a:lnTo>
                    <a:pt x="117" y="512"/>
                  </a:lnTo>
                  <a:lnTo>
                    <a:pt x="120" y="512"/>
                  </a:lnTo>
                  <a:lnTo>
                    <a:pt x="123" y="512"/>
                  </a:lnTo>
                  <a:lnTo>
                    <a:pt x="124" y="512"/>
                  </a:lnTo>
                  <a:lnTo>
                    <a:pt x="126" y="510"/>
                  </a:lnTo>
                  <a:lnTo>
                    <a:pt x="127" y="510"/>
                  </a:lnTo>
                  <a:lnTo>
                    <a:pt x="129" y="509"/>
                  </a:lnTo>
                  <a:lnTo>
                    <a:pt x="132" y="506"/>
                  </a:lnTo>
                  <a:lnTo>
                    <a:pt x="133" y="504"/>
                  </a:lnTo>
                  <a:lnTo>
                    <a:pt x="135" y="506"/>
                  </a:lnTo>
                  <a:lnTo>
                    <a:pt x="138" y="507"/>
                  </a:lnTo>
                  <a:lnTo>
                    <a:pt x="141" y="509"/>
                  </a:lnTo>
                  <a:lnTo>
                    <a:pt x="146" y="510"/>
                  </a:lnTo>
                  <a:lnTo>
                    <a:pt x="150" y="512"/>
                  </a:lnTo>
                  <a:lnTo>
                    <a:pt x="153" y="514"/>
                  </a:lnTo>
                  <a:lnTo>
                    <a:pt x="153" y="512"/>
                  </a:lnTo>
                  <a:lnTo>
                    <a:pt x="153" y="510"/>
                  </a:lnTo>
                  <a:lnTo>
                    <a:pt x="153" y="509"/>
                  </a:lnTo>
                  <a:lnTo>
                    <a:pt x="153" y="507"/>
                  </a:lnTo>
                  <a:lnTo>
                    <a:pt x="150" y="503"/>
                  </a:lnTo>
                  <a:lnTo>
                    <a:pt x="149" y="500"/>
                  </a:lnTo>
                  <a:lnTo>
                    <a:pt x="149" y="495"/>
                  </a:lnTo>
                  <a:lnTo>
                    <a:pt x="152" y="492"/>
                  </a:lnTo>
                  <a:lnTo>
                    <a:pt x="153" y="491"/>
                  </a:lnTo>
                  <a:lnTo>
                    <a:pt x="155" y="487"/>
                  </a:lnTo>
                  <a:lnTo>
                    <a:pt x="156" y="486"/>
                  </a:lnTo>
                  <a:lnTo>
                    <a:pt x="158" y="484"/>
                  </a:lnTo>
                  <a:lnTo>
                    <a:pt x="156" y="481"/>
                  </a:lnTo>
                  <a:lnTo>
                    <a:pt x="155" y="480"/>
                  </a:lnTo>
                  <a:lnTo>
                    <a:pt x="152" y="477"/>
                  </a:lnTo>
                  <a:lnTo>
                    <a:pt x="150" y="475"/>
                  </a:lnTo>
                  <a:lnTo>
                    <a:pt x="150" y="474"/>
                  </a:lnTo>
                  <a:lnTo>
                    <a:pt x="152" y="472"/>
                  </a:lnTo>
                  <a:lnTo>
                    <a:pt x="155" y="472"/>
                  </a:lnTo>
                  <a:lnTo>
                    <a:pt x="158" y="472"/>
                  </a:lnTo>
                  <a:lnTo>
                    <a:pt x="156" y="469"/>
                  </a:lnTo>
                  <a:lnTo>
                    <a:pt x="156" y="466"/>
                  </a:lnTo>
                  <a:lnTo>
                    <a:pt x="156" y="464"/>
                  </a:lnTo>
                  <a:lnTo>
                    <a:pt x="160" y="466"/>
                  </a:lnTo>
                  <a:lnTo>
                    <a:pt x="163" y="466"/>
                  </a:lnTo>
                  <a:lnTo>
                    <a:pt x="164" y="463"/>
                  </a:lnTo>
                  <a:lnTo>
                    <a:pt x="166" y="461"/>
                  </a:lnTo>
                  <a:lnTo>
                    <a:pt x="169" y="460"/>
                  </a:lnTo>
                  <a:lnTo>
                    <a:pt x="170" y="457"/>
                  </a:lnTo>
                  <a:lnTo>
                    <a:pt x="173" y="454"/>
                  </a:lnTo>
                  <a:lnTo>
                    <a:pt x="175" y="454"/>
                  </a:lnTo>
                  <a:lnTo>
                    <a:pt x="176" y="457"/>
                  </a:lnTo>
                  <a:lnTo>
                    <a:pt x="179" y="460"/>
                  </a:lnTo>
                  <a:lnTo>
                    <a:pt x="183" y="461"/>
                  </a:lnTo>
                  <a:lnTo>
                    <a:pt x="187" y="461"/>
                  </a:lnTo>
                  <a:lnTo>
                    <a:pt x="192" y="461"/>
                  </a:lnTo>
                  <a:lnTo>
                    <a:pt x="195" y="460"/>
                  </a:lnTo>
                  <a:lnTo>
                    <a:pt x="198" y="458"/>
                  </a:lnTo>
                  <a:lnTo>
                    <a:pt x="201" y="457"/>
                  </a:lnTo>
                  <a:lnTo>
                    <a:pt x="204" y="454"/>
                  </a:lnTo>
                  <a:lnTo>
                    <a:pt x="213" y="446"/>
                  </a:lnTo>
                  <a:lnTo>
                    <a:pt x="221" y="440"/>
                  </a:lnTo>
                  <a:lnTo>
                    <a:pt x="230" y="432"/>
                  </a:lnTo>
                  <a:lnTo>
                    <a:pt x="239" y="424"/>
                  </a:lnTo>
                  <a:lnTo>
                    <a:pt x="244" y="420"/>
                  </a:lnTo>
                  <a:lnTo>
                    <a:pt x="250" y="415"/>
                  </a:lnTo>
                  <a:lnTo>
                    <a:pt x="256" y="411"/>
                  </a:lnTo>
                  <a:lnTo>
                    <a:pt x="261" y="406"/>
                  </a:lnTo>
                  <a:lnTo>
                    <a:pt x="264" y="404"/>
                  </a:lnTo>
                  <a:lnTo>
                    <a:pt x="267" y="403"/>
                  </a:lnTo>
                  <a:lnTo>
                    <a:pt x="269" y="400"/>
                  </a:lnTo>
                  <a:lnTo>
                    <a:pt x="269" y="397"/>
                  </a:lnTo>
                  <a:lnTo>
                    <a:pt x="269" y="394"/>
                  </a:lnTo>
                  <a:lnTo>
                    <a:pt x="269" y="392"/>
                  </a:lnTo>
                  <a:lnTo>
                    <a:pt x="267" y="391"/>
                  </a:lnTo>
                  <a:lnTo>
                    <a:pt x="264" y="391"/>
                  </a:lnTo>
                  <a:lnTo>
                    <a:pt x="261" y="391"/>
                  </a:lnTo>
                  <a:lnTo>
                    <a:pt x="258" y="391"/>
                  </a:lnTo>
                  <a:lnTo>
                    <a:pt x="253" y="391"/>
                  </a:lnTo>
                  <a:lnTo>
                    <a:pt x="252" y="391"/>
                  </a:lnTo>
                  <a:lnTo>
                    <a:pt x="250" y="386"/>
                  </a:lnTo>
                  <a:lnTo>
                    <a:pt x="250" y="378"/>
                  </a:lnTo>
                  <a:lnTo>
                    <a:pt x="250" y="371"/>
                  </a:lnTo>
                  <a:lnTo>
                    <a:pt x="252" y="364"/>
                  </a:lnTo>
                  <a:lnTo>
                    <a:pt x="252" y="355"/>
                  </a:lnTo>
                  <a:lnTo>
                    <a:pt x="252" y="346"/>
                  </a:lnTo>
                  <a:lnTo>
                    <a:pt x="252" y="338"/>
                  </a:lnTo>
                  <a:lnTo>
                    <a:pt x="250" y="329"/>
                  </a:lnTo>
                  <a:lnTo>
                    <a:pt x="252" y="321"/>
                  </a:lnTo>
                  <a:lnTo>
                    <a:pt x="252" y="312"/>
                  </a:lnTo>
                  <a:lnTo>
                    <a:pt x="252" y="303"/>
                  </a:lnTo>
                  <a:lnTo>
                    <a:pt x="249" y="298"/>
                  </a:lnTo>
                  <a:lnTo>
                    <a:pt x="246" y="297"/>
                  </a:lnTo>
                  <a:lnTo>
                    <a:pt x="241" y="295"/>
                  </a:lnTo>
                  <a:lnTo>
                    <a:pt x="236" y="295"/>
                  </a:lnTo>
                  <a:lnTo>
                    <a:pt x="233" y="294"/>
                  </a:lnTo>
                  <a:lnTo>
                    <a:pt x="230" y="294"/>
                  </a:lnTo>
                  <a:lnTo>
                    <a:pt x="227" y="292"/>
                  </a:lnTo>
                  <a:lnTo>
                    <a:pt x="226" y="292"/>
                  </a:lnTo>
                  <a:lnTo>
                    <a:pt x="223" y="291"/>
                  </a:lnTo>
                  <a:lnTo>
                    <a:pt x="219" y="291"/>
                  </a:lnTo>
                  <a:lnTo>
                    <a:pt x="215" y="289"/>
                  </a:lnTo>
                  <a:lnTo>
                    <a:pt x="210" y="288"/>
                  </a:lnTo>
                  <a:lnTo>
                    <a:pt x="207" y="288"/>
                  </a:lnTo>
                  <a:lnTo>
                    <a:pt x="204" y="291"/>
                  </a:lnTo>
                  <a:lnTo>
                    <a:pt x="203" y="295"/>
                  </a:lnTo>
                  <a:lnTo>
                    <a:pt x="199" y="300"/>
                  </a:lnTo>
                  <a:lnTo>
                    <a:pt x="198" y="303"/>
                  </a:lnTo>
                  <a:lnTo>
                    <a:pt x="193" y="298"/>
                  </a:lnTo>
                  <a:lnTo>
                    <a:pt x="190" y="295"/>
                  </a:lnTo>
                  <a:lnTo>
                    <a:pt x="186" y="291"/>
                  </a:lnTo>
                  <a:lnTo>
                    <a:pt x="181" y="286"/>
                  </a:lnTo>
                  <a:lnTo>
                    <a:pt x="179" y="285"/>
                  </a:lnTo>
                  <a:lnTo>
                    <a:pt x="176" y="281"/>
                  </a:lnTo>
                  <a:lnTo>
                    <a:pt x="175" y="280"/>
                  </a:lnTo>
                  <a:lnTo>
                    <a:pt x="170" y="280"/>
                  </a:lnTo>
                  <a:lnTo>
                    <a:pt x="170" y="281"/>
                  </a:lnTo>
                  <a:lnTo>
                    <a:pt x="169" y="283"/>
                  </a:lnTo>
                  <a:lnTo>
                    <a:pt x="169" y="283"/>
                  </a:lnTo>
                  <a:lnTo>
                    <a:pt x="167" y="285"/>
                  </a:lnTo>
                  <a:lnTo>
                    <a:pt x="166" y="285"/>
                  </a:lnTo>
                  <a:lnTo>
                    <a:pt x="164" y="285"/>
                  </a:lnTo>
                  <a:lnTo>
                    <a:pt x="164" y="283"/>
                  </a:lnTo>
                  <a:lnTo>
                    <a:pt x="163" y="283"/>
                  </a:lnTo>
                  <a:lnTo>
                    <a:pt x="161" y="285"/>
                  </a:lnTo>
                  <a:lnTo>
                    <a:pt x="161" y="286"/>
                  </a:lnTo>
                  <a:lnTo>
                    <a:pt x="160" y="288"/>
                  </a:lnTo>
                  <a:lnTo>
                    <a:pt x="160" y="288"/>
                  </a:lnTo>
                  <a:lnTo>
                    <a:pt x="156" y="283"/>
                  </a:lnTo>
                  <a:lnTo>
                    <a:pt x="155" y="272"/>
                  </a:lnTo>
                  <a:lnTo>
                    <a:pt x="155" y="261"/>
                  </a:lnTo>
                  <a:lnTo>
                    <a:pt x="153" y="254"/>
                  </a:lnTo>
                  <a:lnTo>
                    <a:pt x="153" y="251"/>
                  </a:lnTo>
                  <a:lnTo>
                    <a:pt x="152" y="249"/>
                  </a:lnTo>
                  <a:lnTo>
                    <a:pt x="152" y="246"/>
                  </a:lnTo>
                  <a:lnTo>
                    <a:pt x="149" y="246"/>
                  </a:lnTo>
                  <a:lnTo>
                    <a:pt x="147" y="246"/>
                  </a:lnTo>
                  <a:lnTo>
                    <a:pt x="144" y="248"/>
                  </a:lnTo>
                  <a:lnTo>
                    <a:pt x="141" y="246"/>
                  </a:lnTo>
                  <a:lnTo>
                    <a:pt x="140" y="246"/>
                  </a:lnTo>
                  <a:lnTo>
                    <a:pt x="138" y="243"/>
                  </a:lnTo>
                  <a:lnTo>
                    <a:pt x="136" y="241"/>
                  </a:lnTo>
                  <a:lnTo>
                    <a:pt x="135" y="238"/>
                  </a:lnTo>
                  <a:lnTo>
                    <a:pt x="132" y="237"/>
                  </a:lnTo>
                  <a:lnTo>
                    <a:pt x="130" y="235"/>
                  </a:lnTo>
                  <a:lnTo>
                    <a:pt x="129" y="232"/>
                  </a:lnTo>
                  <a:lnTo>
                    <a:pt x="129" y="231"/>
                  </a:lnTo>
                  <a:lnTo>
                    <a:pt x="127" y="228"/>
                  </a:lnTo>
                  <a:lnTo>
                    <a:pt x="124" y="228"/>
                  </a:lnTo>
                  <a:lnTo>
                    <a:pt x="121" y="231"/>
                  </a:lnTo>
                  <a:lnTo>
                    <a:pt x="118" y="234"/>
                  </a:lnTo>
                  <a:lnTo>
                    <a:pt x="115" y="231"/>
                  </a:lnTo>
                  <a:lnTo>
                    <a:pt x="113" y="228"/>
                  </a:lnTo>
                  <a:lnTo>
                    <a:pt x="112" y="225"/>
                  </a:lnTo>
                  <a:lnTo>
                    <a:pt x="112" y="221"/>
                  </a:lnTo>
                  <a:lnTo>
                    <a:pt x="112" y="218"/>
                  </a:lnTo>
                  <a:lnTo>
                    <a:pt x="112" y="215"/>
                  </a:lnTo>
                  <a:lnTo>
                    <a:pt x="113" y="214"/>
                  </a:lnTo>
                  <a:lnTo>
                    <a:pt x="113" y="212"/>
                  </a:lnTo>
                  <a:lnTo>
                    <a:pt x="115" y="211"/>
                  </a:lnTo>
                  <a:lnTo>
                    <a:pt x="118" y="208"/>
                  </a:lnTo>
                  <a:lnTo>
                    <a:pt x="118" y="202"/>
                  </a:lnTo>
                  <a:lnTo>
                    <a:pt x="118" y="197"/>
                  </a:lnTo>
                  <a:lnTo>
                    <a:pt x="118" y="192"/>
                  </a:lnTo>
                  <a:lnTo>
                    <a:pt x="113" y="188"/>
                  </a:lnTo>
                  <a:lnTo>
                    <a:pt x="109" y="185"/>
                  </a:lnTo>
                  <a:lnTo>
                    <a:pt x="103" y="182"/>
                  </a:lnTo>
                  <a:lnTo>
                    <a:pt x="98" y="180"/>
                  </a:lnTo>
                  <a:lnTo>
                    <a:pt x="95" y="178"/>
                  </a:lnTo>
                  <a:lnTo>
                    <a:pt x="93" y="177"/>
                  </a:lnTo>
                  <a:lnTo>
                    <a:pt x="90" y="177"/>
                  </a:lnTo>
                  <a:lnTo>
                    <a:pt x="89" y="175"/>
                  </a:lnTo>
                  <a:lnTo>
                    <a:pt x="86" y="177"/>
                  </a:lnTo>
                  <a:lnTo>
                    <a:pt x="83" y="177"/>
                  </a:lnTo>
                  <a:lnTo>
                    <a:pt x="80" y="177"/>
                  </a:lnTo>
                  <a:lnTo>
                    <a:pt x="75" y="177"/>
                  </a:lnTo>
                  <a:lnTo>
                    <a:pt x="78" y="174"/>
                  </a:lnTo>
                  <a:lnTo>
                    <a:pt x="81" y="171"/>
                  </a:lnTo>
                  <a:lnTo>
                    <a:pt x="83" y="168"/>
                  </a:lnTo>
                  <a:lnTo>
                    <a:pt x="83" y="163"/>
                  </a:lnTo>
                  <a:lnTo>
                    <a:pt x="83" y="160"/>
                  </a:lnTo>
                  <a:lnTo>
                    <a:pt x="86" y="155"/>
                  </a:lnTo>
                  <a:lnTo>
                    <a:pt x="87" y="152"/>
                  </a:lnTo>
                  <a:lnTo>
                    <a:pt x="90" y="149"/>
                  </a:lnTo>
                  <a:lnTo>
                    <a:pt x="89" y="149"/>
                  </a:lnTo>
                  <a:lnTo>
                    <a:pt x="87" y="148"/>
                  </a:lnTo>
                  <a:lnTo>
                    <a:pt x="87" y="146"/>
                  </a:lnTo>
                  <a:lnTo>
                    <a:pt x="87" y="145"/>
                  </a:lnTo>
                  <a:lnTo>
                    <a:pt x="84" y="145"/>
                  </a:lnTo>
                  <a:lnTo>
                    <a:pt x="83" y="143"/>
                  </a:lnTo>
                  <a:lnTo>
                    <a:pt x="81" y="143"/>
                  </a:lnTo>
                  <a:lnTo>
                    <a:pt x="80" y="142"/>
                  </a:lnTo>
                  <a:lnTo>
                    <a:pt x="78" y="140"/>
                  </a:lnTo>
                  <a:lnTo>
                    <a:pt x="77" y="140"/>
                  </a:lnTo>
                  <a:lnTo>
                    <a:pt x="73" y="140"/>
                  </a:lnTo>
                  <a:lnTo>
                    <a:pt x="73" y="140"/>
                  </a:lnTo>
                  <a:lnTo>
                    <a:pt x="72" y="140"/>
                  </a:lnTo>
                  <a:lnTo>
                    <a:pt x="70" y="138"/>
                  </a:lnTo>
                  <a:lnTo>
                    <a:pt x="70" y="138"/>
                  </a:lnTo>
                  <a:lnTo>
                    <a:pt x="67" y="138"/>
                  </a:lnTo>
                  <a:lnTo>
                    <a:pt x="63" y="132"/>
                  </a:lnTo>
                  <a:lnTo>
                    <a:pt x="64" y="122"/>
                  </a:lnTo>
                  <a:lnTo>
                    <a:pt x="67" y="109"/>
                  </a:lnTo>
                  <a:lnTo>
                    <a:pt x="70" y="102"/>
                  </a:lnTo>
                  <a:lnTo>
                    <a:pt x="72" y="95"/>
                  </a:lnTo>
                  <a:lnTo>
                    <a:pt x="72" y="92"/>
                  </a:lnTo>
                  <a:lnTo>
                    <a:pt x="70" y="89"/>
                  </a:lnTo>
                  <a:lnTo>
                    <a:pt x="67" y="86"/>
                  </a:lnTo>
                  <a:lnTo>
                    <a:pt x="66" y="85"/>
                  </a:lnTo>
                  <a:lnTo>
                    <a:pt x="66" y="80"/>
                  </a:lnTo>
                  <a:lnTo>
                    <a:pt x="64" y="75"/>
                  </a:lnTo>
                  <a:lnTo>
                    <a:pt x="64" y="72"/>
                  </a:lnTo>
                  <a:lnTo>
                    <a:pt x="64" y="65"/>
                  </a:lnTo>
                  <a:lnTo>
                    <a:pt x="61" y="51"/>
                  </a:lnTo>
                  <a:lnTo>
                    <a:pt x="60" y="40"/>
                  </a:lnTo>
                  <a:lnTo>
                    <a:pt x="55" y="34"/>
                  </a:lnTo>
                  <a:lnTo>
                    <a:pt x="50" y="32"/>
                  </a:lnTo>
                  <a:lnTo>
                    <a:pt x="46" y="32"/>
                  </a:lnTo>
                  <a:lnTo>
                    <a:pt x="41" y="31"/>
                  </a:lnTo>
                  <a:lnTo>
                    <a:pt x="35" y="31"/>
                  </a:lnTo>
                  <a:lnTo>
                    <a:pt x="35" y="29"/>
                  </a:lnTo>
                  <a:lnTo>
                    <a:pt x="34" y="25"/>
                  </a:lnTo>
                  <a:lnTo>
                    <a:pt x="34" y="20"/>
                  </a:lnTo>
                  <a:lnTo>
                    <a:pt x="35" y="17"/>
                  </a:lnTo>
                  <a:lnTo>
                    <a:pt x="43" y="12"/>
                  </a:lnTo>
                  <a:lnTo>
                    <a:pt x="50" y="8"/>
                  </a:lnTo>
                  <a:lnTo>
                    <a:pt x="58" y="3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3317875" y="3633788"/>
              <a:ext cx="400050" cy="185738"/>
            </a:xfrm>
            <a:custGeom>
              <a:avLst/>
              <a:gdLst>
                <a:gd name="T0" fmla="*/ 275 w 504"/>
                <a:gd name="T1" fmla="*/ 25 h 234"/>
                <a:gd name="T2" fmla="*/ 287 w 504"/>
                <a:gd name="T3" fmla="*/ 32 h 234"/>
                <a:gd name="T4" fmla="*/ 318 w 504"/>
                <a:gd name="T5" fmla="*/ 55 h 234"/>
                <a:gd name="T6" fmla="*/ 330 w 504"/>
                <a:gd name="T7" fmla="*/ 94 h 234"/>
                <a:gd name="T8" fmla="*/ 347 w 504"/>
                <a:gd name="T9" fmla="*/ 108 h 234"/>
                <a:gd name="T10" fmla="*/ 393 w 504"/>
                <a:gd name="T11" fmla="*/ 118 h 234"/>
                <a:gd name="T12" fmla="*/ 405 w 504"/>
                <a:gd name="T13" fmla="*/ 100 h 234"/>
                <a:gd name="T14" fmla="*/ 421 w 504"/>
                <a:gd name="T15" fmla="*/ 92 h 234"/>
                <a:gd name="T16" fmla="*/ 439 w 504"/>
                <a:gd name="T17" fmla="*/ 97 h 234"/>
                <a:gd name="T18" fmla="*/ 462 w 504"/>
                <a:gd name="T19" fmla="*/ 108 h 234"/>
                <a:gd name="T20" fmla="*/ 482 w 504"/>
                <a:gd name="T21" fmla="*/ 114 h 234"/>
                <a:gd name="T22" fmla="*/ 504 w 504"/>
                <a:gd name="T23" fmla="*/ 234 h 234"/>
                <a:gd name="T24" fmla="*/ 435 w 504"/>
                <a:gd name="T25" fmla="*/ 223 h 234"/>
                <a:gd name="T26" fmla="*/ 430 w 504"/>
                <a:gd name="T27" fmla="*/ 212 h 234"/>
                <a:gd name="T28" fmla="*/ 421 w 504"/>
                <a:gd name="T29" fmla="*/ 198 h 234"/>
                <a:gd name="T30" fmla="*/ 407 w 504"/>
                <a:gd name="T31" fmla="*/ 194 h 234"/>
                <a:gd name="T32" fmla="*/ 398 w 504"/>
                <a:gd name="T33" fmla="*/ 180 h 234"/>
                <a:gd name="T34" fmla="*/ 376 w 504"/>
                <a:gd name="T35" fmla="*/ 157 h 234"/>
                <a:gd name="T36" fmla="*/ 376 w 504"/>
                <a:gd name="T37" fmla="*/ 140 h 234"/>
                <a:gd name="T38" fmla="*/ 358 w 504"/>
                <a:gd name="T39" fmla="*/ 128 h 234"/>
                <a:gd name="T40" fmla="*/ 347 w 504"/>
                <a:gd name="T41" fmla="*/ 125 h 234"/>
                <a:gd name="T42" fmla="*/ 324 w 504"/>
                <a:gd name="T43" fmla="*/ 146 h 234"/>
                <a:gd name="T44" fmla="*/ 287 w 504"/>
                <a:gd name="T45" fmla="*/ 157 h 234"/>
                <a:gd name="T46" fmla="*/ 266 w 504"/>
                <a:gd name="T47" fmla="*/ 180 h 234"/>
                <a:gd name="T48" fmla="*/ 244 w 504"/>
                <a:gd name="T49" fmla="*/ 200 h 234"/>
                <a:gd name="T50" fmla="*/ 232 w 504"/>
                <a:gd name="T51" fmla="*/ 212 h 234"/>
                <a:gd name="T52" fmla="*/ 206 w 504"/>
                <a:gd name="T53" fmla="*/ 204 h 234"/>
                <a:gd name="T54" fmla="*/ 184 w 504"/>
                <a:gd name="T55" fmla="*/ 183 h 234"/>
                <a:gd name="T56" fmla="*/ 183 w 504"/>
                <a:gd name="T57" fmla="*/ 144 h 234"/>
                <a:gd name="T58" fmla="*/ 183 w 504"/>
                <a:gd name="T59" fmla="*/ 128 h 234"/>
                <a:gd name="T60" fmla="*/ 163 w 504"/>
                <a:gd name="T61" fmla="*/ 123 h 234"/>
                <a:gd name="T62" fmla="*/ 137 w 504"/>
                <a:gd name="T63" fmla="*/ 112 h 234"/>
                <a:gd name="T64" fmla="*/ 120 w 504"/>
                <a:gd name="T65" fmla="*/ 158 h 234"/>
                <a:gd name="T66" fmla="*/ 107 w 504"/>
                <a:gd name="T67" fmla="*/ 177 h 234"/>
                <a:gd name="T68" fmla="*/ 100 w 504"/>
                <a:gd name="T69" fmla="*/ 186 h 234"/>
                <a:gd name="T70" fmla="*/ 87 w 504"/>
                <a:gd name="T71" fmla="*/ 214 h 234"/>
                <a:gd name="T72" fmla="*/ 81 w 504"/>
                <a:gd name="T73" fmla="*/ 200 h 234"/>
                <a:gd name="T74" fmla="*/ 78 w 504"/>
                <a:gd name="T75" fmla="*/ 180 h 234"/>
                <a:gd name="T76" fmla="*/ 52 w 504"/>
                <a:gd name="T77" fmla="*/ 158 h 234"/>
                <a:gd name="T78" fmla="*/ 38 w 504"/>
                <a:gd name="T79" fmla="*/ 152 h 234"/>
                <a:gd name="T80" fmla="*/ 18 w 504"/>
                <a:gd name="T81" fmla="*/ 135 h 234"/>
                <a:gd name="T82" fmla="*/ 12 w 504"/>
                <a:gd name="T83" fmla="*/ 132 h 234"/>
                <a:gd name="T84" fmla="*/ 12 w 504"/>
                <a:gd name="T85" fmla="*/ 108 h 234"/>
                <a:gd name="T86" fmla="*/ 7 w 504"/>
                <a:gd name="T87" fmla="*/ 97 h 234"/>
                <a:gd name="T88" fmla="*/ 7 w 504"/>
                <a:gd name="T89" fmla="*/ 86 h 234"/>
                <a:gd name="T90" fmla="*/ 0 w 504"/>
                <a:gd name="T91" fmla="*/ 75 h 234"/>
                <a:gd name="T92" fmla="*/ 44 w 504"/>
                <a:gd name="T93" fmla="*/ 58 h 234"/>
                <a:gd name="T94" fmla="*/ 60 w 504"/>
                <a:gd name="T95" fmla="*/ 63 h 234"/>
                <a:gd name="T96" fmla="*/ 64 w 504"/>
                <a:gd name="T97" fmla="*/ 52 h 234"/>
                <a:gd name="T98" fmla="*/ 89 w 504"/>
                <a:gd name="T99" fmla="*/ 51 h 234"/>
                <a:gd name="T100" fmla="*/ 81 w 504"/>
                <a:gd name="T101" fmla="*/ 45 h 234"/>
                <a:gd name="T102" fmla="*/ 51 w 504"/>
                <a:gd name="T103" fmla="*/ 57 h 234"/>
                <a:gd name="T104" fmla="*/ 87 w 504"/>
                <a:gd name="T105" fmla="*/ 40 h 234"/>
                <a:gd name="T106" fmla="*/ 153 w 504"/>
                <a:gd name="T107" fmla="*/ 41 h 234"/>
                <a:gd name="T108" fmla="*/ 163 w 504"/>
                <a:gd name="T109" fmla="*/ 48 h 234"/>
                <a:gd name="T110" fmla="*/ 167 w 504"/>
                <a:gd name="T111" fmla="*/ 45 h 234"/>
                <a:gd name="T112" fmla="*/ 206 w 504"/>
                <a:gd name="T113" fmla="*/ 32 h 234"/>
                <a:gd name="T114" fmla="*/ 230 w 504"/>
                <a:gd name="T115" fmla="*/ 12 h 234"/>
                <a:gd name="T116" fmla="*/ 235 w 504"/>
                <a:gd name="T117" fmla="*/ 17 h 234"/>
                <a:gd name="T118" fmla="*/ 266 w 504"/>
                <a:gd name="T119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4" h="234">
                  <a:moveTo>
                    <a:pt x="266" y="0"/>
                  </a:moveTo>
                  <a:lnTo>
                    <a:pt x="266" y="5"/>
                  </a:lnTo>
                  <a:lnTo>
                    <a:pt x="267" y="8"/>
                  </a:lnTo>
                  <a:lnTo>
                    <a:pt x="270" y="11"/>
                  </a:lnTo>
                  <a:lnTo>
                    <a:pt x="272" y="14"/>
                  </a:lnTo>
                  <a:lnTo>
                    <a:pt x="273" y="17"/>
                  </a:lnTo>
                  <a:lnTo>
                    <a:pt x="275" y="22"/>
                  </a:lnTo>
                  <a:lnTo>
                    <a:pt x="275" y="25"/>
                  </a:lnTo>
                  <a:lnTo>
                    <a:pt x="278" y="28"/>
                  </a:lnTo>
                  <a:lnTo>
                    <a:pt x="279" y="29"/>
                  </a:lnTo>
                  <a:lnTo>
                    <a:pt x="281" y="31"/>
                  </a:lnTo>
                  <a:lnTo>
                    <a:pt x="282" y="31"/>
                  </a:lnTo>
                  <a:lnTo>
                    <a:pt x="282" y="32"/>
                  </a:lnTo>
                  <a:lnTo>
                    <a:pt x="286" y="34"/>
                  </a:lnTo>
                  <a:lnTo>
                    <a:pt x="286" y="32"/>
                  </a:lnTo>
                  <a:lnTo>
                    <a:pt x="287" y="32"/>
                  </a:lnTo>
                  <a:lnTo>
                    <a:pt x="289" y="32"/>
                  </a:lnTo>
                  <a:lnTo>
                    <a:pt x="296" y="32"/>
                  </a:lnTo>
                  <a:lnTo>
                    <a:pt x="304" y="32"/>
                  </a:lnTo>
                  <a:lnTo>
                    <a:pt x="312" y="32"/>
                  </a:lnTo>
                  <a:lnTo>
                    <a:pt x="318" y="32"/>
                  </a:lnTo>
                  <a:lnTo>
                    <a:pt x="318" y="40"/>
                  </a:lnTo>
                  <a:lnTo>
                    <a:pt x="318" y="48"/>
                  </a:lnTo>
                  <a:lnTo>
                    <a:pt x="318" y="55"/>
                  </a:lnTo>
                  <a:lnTo>
                    <a:pt x="318" y="63"/>
                  </a:lnTo>
                  <a:lnTo>
                    <a:pt x="318" y="68"/>
                  </a:lnTo>
                  <a:lnTo>
                    <a:pt x="316" y="75"/>
                  </a:lnTo>
                  <a:lnTo>
                    <a:pt x="318" y="81"/>
                  </a:lnTo>
                  <a:lnTo>
                    <a:pt x="319" y="85"/>
                  </a:lnTo>
                  <a:lnTo>
                    <a:pt x="324" y="88"/>
                  </a:lnTo>
                  <a:lnTo>
                    <a:pt x="327" y="91"/>
                  </a:lnTo>
                  <a:lnTo>
                    <a:pt x="330" y="94"/>
                  </a:lnTo>
                  <a:lnTo>
                    <a:pt x="335" y="97"/>
                  </a:lnTo>
                  <a:lnTo>
                    <a:pt x="336" y="98"/>
                  </a:lnTo>
                  <a:lnTo>
                    <a:pt x="338" y="98"/>
                  </a:lnTo>
                  <a:lnTo>
                    <a:pt x="341" y="100"/>
                  </a:lnTo>
                  <a:lnTo>
                    <a:pt x="342" y="101"/>
                  </a:lnTo>
                  <a:lnTo>
                    <a:pt x="345" y="103"/>
                  </a:lnTo>
                  <a:lnTo>
                    <a:pt x="347" y="105"/>
                  </a:lnTo>
                  <a:lnTo>
                    <a:pt x="347" y="108"/>
                  </a:lnTo>
                  <a:lnTo>
                    <a:pt x="350" y="109"/>
                  </a:lnTo>
                  <a:lnTo>
                    <a:pt x="355" y="112"/>
                  </a:lnTo>
                  <a:lnTo>
                    <a:pt x="359" y="115"/>
                  </a:lnTo>
                  <a:lnTo>
                    <a:pt x="364" y="117"/>
                  </a:lnTo>
                  <a:lnTo>
                    <a:pt x="370" y="118"/>
                  </a:lnTo>
                  <a:lnTo>
                    <a:pt x="378" y="118"/>
                  </a:lnTo>
                  <a:lnTo>
                    <a:pt x="385" y="118"/>
                  </a:lnTo>
                  <a:lnTo>
                    <a:pt x="393" y="118"/>
                  </a:lnTo>
                  <a:lnTo>
                    <a:pt x="401" y="118"/>
                  </a:lnTo>
                  <a:lnTo>
                    <a:pt x="402" y="115"/>
                  </a:lnTo>
                  <a:lnTo>
                    <a:pt x="404" y="112"/>
                  </a:lnTo>
                  <a:lnTo>
                    <a:pt x="405" y="108"/>
                  </a:lnTo>
                  <a:lnTo>
                    <a:pt x="405" y="105"/>
                  </a:lnTo>
                  <a:lnTo>
                    <a:pt x="405" y="105"/>
                  </a:lnTo>
                  <a:lnTo>
                    <a:pt x="405" y="101"/>
                  </a:lnTo>
                  <a:lnTo>
                    <a:pt x="405" y="100"/>
                  </a:lnTo>
                  <a:lnTo>
                    <a:pt x="405" y="98"/>
                  </a:lnTo>
                  <a:lnTo>
                    <a:pt x="405" y="97"/>
                  </a:lnTo>
                  <a:lnTo>
                    <a:pt x="407" y="95"/>
                  </a:lnTo>
                  <a:lnTo>
                    <a:pt x="407" y="94"/>
                  </a:lnTo>
                  <a:lnTo>
                    <a:pt x="408" y="94"/>
                  </a:lnTo>
                  <a:lnTo>
                    <a:pt x="412" y="92"/>
                  </a:lnTo>
                  <a:lnTo>
                    <a:pt x="416" y="92"/>
                  </a:lnTo>
                  <a:lnTo>
                    <a:pt x="421" y="92"/>
                  </a:lnTo>
                  <a:lnTo>
                    <a:pt x="424" y="92"/>
                  </a:lnTo>
                  <a:lnTo>
                    <a:pt x="425" y="92"/>
                  </a:lnTo>
                  <a:lnTo>
                    <a:pt x="427" y="92"/>
                  </a:lnTo>
                  <a:lnTo>
                    <a:pt x="430" y="94"/>
                  </a:lnTo>
                  <a:lnTo>
                    <a:pt x="431" y="94"/>
                  </a:lnTo>
                  <a:lnTo>
                    <a:pt x="435" y="95"/>
                  </a:lnTo>
                  <a:lnTo>
                    <a:pt x="436" y="97"/>
                  </a:lnTo>
                  <a:lnTo>
                    <a:pt x="439" y="97"/>
                  </a:lnTo>
                  <a:lnTo>
                    <a:pt x="442" y="97"/>
                  </a:lnTo>
                  <a:lnTo>
                    <a:pt x="445" y="97"/>
                  </a:lnTo>
                  <a:lnTo>
                    <a:pt x="448" y="98"/>
                  </a:lnTo>
                  <a:lnTo>
                    <a:pt x="451" y="100"/>
                  </a:lnTo>
                  <a:lnTo>
                    <a:pt x="455" y="101"/>
                  </a:lnTo>
                  <a:lnTo>
                    <a:pt x="456" y="105"/>
                  </a:lnTo>
                  <a:lnTo>
                    <a:pt x="459" y="106"/>
                  </a:lnTo>
                  <a:lnTo>
                    <a:pt x="462" y="108"/>
                  </a:lnTo>
                  <a:lnTo>
                    <a:pt x="465" y="109"/>
                  </a:lnTo>
                  <a:lnTo>
                    <a:pt x="468" y="108"/>
                  </a:lnTo>
                  <a:lnTo>
                    <a:pt x="471" y="108"/>
                  </a:lnTo>
                  <a:lnTo>
                    <a:pt x="475" y="109"/>
                  </a:lnTo>
                  <a:lnTo>
                    <a:pt x="478" y="109"/>
                  </a:lnTo>
                  <a:lnTo>
                    <a:pt x="479" y="111"/>
                  </a:lnTo>
                  <a:lnTo>
                    <a:pt x="481" y="112"/>
                  </a:lnTo>
                  <a:lnTo>
                    <a:pt x="482" y="114"/>
                  </a:lnTo>
                  <a:lnTo>
                    <a:pt x="484" y="114"/>
                  </a:lnTo>
                  <a:lnTo>
                    <a:pt x="488" y="114"/>
                  </a:lnTo>
                  <a:lnTo>
                    <a:pt x="493" y="115"/>
                  </a:lnTo>
                  <a:lnTo>
                    <a:pt x="504" y="115"/>
                  </a:lnTo>
                  <a:lnTo>
                    <a:pt x="504" y="134"/>
                  </a:lnTo>
                  <a:lnTo>
                    <a:pt x="504" y="143"/>
                  </a:lnTo>
                  <a:lnTo>
                    <a:pt x="504" y="189"/>
                  </a:lnTo>
                  <a:lnTo>
                    <a:pt x="504" y="234"/>
                  </a:lnTo>
                  <a:lnTo>
                    <a:pt x="433" y="234"/>
                  </a:lnTo>
                  <a:lnTo>
                    <a:pt x="433" y="234"/>
                  </a:lnTo>
                  <a:lnTo>
                    <a:pt x="431" y="234"/>
                  </a:lnTo>
                  <a:lnTo>
                    <a:pt x="431" y="231"/>
                  </a:lnTo>
                  <a:lnTo>
                    <a:pt x="431" y="229"/>
                  </a:lnTo>
                  <a:lnTo>
                    <a:pt x="433" y="226"/>
                  </a:lnTo>
                  <a:lnTo>
                    <a:pt x="433" y="224"/>
                  </a:lnTo>
                  <a:lnTo>
                    <a:pt x="435" y="223"/>
                  </a:lnTo>
                  <a:lnTo>
                    <a:pt x="438" y="224"/>
                  </a:lnTo>
                  <a:lnTo>
                    <a:pt x="439" y="223"/>
                  </a:lnTo>
                  <a:lnTo>
                    <a:pt x="439" y="221"/>
                  </a:lnTo>
                  <a:lnTo>
                    <a:pt x="439" y="220"/>
                  </a:lnTo>
                  <a:lnTo>
                    <a:pt x="436" y="214"/>
                  </a:lnTo>
                  <a:lnTo>
                    <a:pt x="435" y="212"/>
                  </a:lnTo>
                  <a:lnTo>
                    <a:pt x="433" y="212"/>
                  </a:lnTo>
                  <a:lnTo>
                    <a:pt x="430" y="212"/>
                  </a:lnTo>
                  <a:lnTo>
                    <a:pt x="427" y="212"/>
                  </a:lnTo>
                  <a:lnTo>
                    <a:pt x="425" y="211"/>
                  </a:lnTo>
                  <a:lnTo>
                    <a:pt x="424" y="209"/>
                  </a:lnTo>
                  <a:lnTo>
                    <a:pt x="422" y="208"/>
                  </a:lnTo>
                  <a:lnTo>
                    <a:pt x="424" y="203"/>
                  </a:lnTo>
                  <a:lnTo>
                    <a:pt x="424" y="200"/>
                  </a:lnTo>
                  <a:lnTo>
                    <a:pt x="422" y="200"/>
                  </a:lnTo>
                  <a:lnTo>
                    <a:pt x="421" y="198"/>
                  </a:lnTo>
                  <a:lnTo>
                    <a:pt x="419" y="197"/>
                  </a:lnTo>
                  <a:lnTo>
                    <a:pt x="416" y="197"/>
                  </a:lnTo>
                  <a:lnTo>
                    <a:pt x="413" y="195"/>
                  </a:lnTo>
                  <a:lnTo>
                    <a:pt x="410" y="194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8" y="194"/>
                  </a:lnTo>
                  <a:lnTo>
                    <a:pt x="407" y="194"/>
                  </a:lnTo>
                  <a:lnTo>
                    <a:pt x="405" y="192"/>
                  </a:lnTo>
                  <a:lnTo>
                    <a:pt x="401" y="191"/>
                  </a:lnTo>
                  <a:lnTo>
                    <a:pt x="399" y="189"/>
                  </a:lnTo>
                  <a:lnTo>
                    <a:pt x="398" y="186"/>
                  </a:lnTo>
                  <a:lnTo>
                    <a:pt x="398" y="184"/>
                  </a:lnTo>
                  <a:lnTo>
                    <a:pt x="398" y="183"/>
                  </a:lnTo>
                  <a:lnTo>
                    <a:pt x="398" y="181"/>
                  </a:lnTo>
                  <a:lnTo>
                    <a:pt x="398" y="180"/>
                  </a:lnTo>
                  <a:lnTo>
                    <a:pt x="396" y="174"/>
                  </a:lnTo>
                  <a:lnTo>
                    <a:pt x="395" y="168"/>
                  </a:lnTo>
                  <a:lnTo>
                    <a:pt x="393" y="161"/>
                  </a:lnTo>
                  <a:lnTo>
                    <a:pt x="390" y="157"/>
                  </a:lnTo>
                  <a:lnTo>
                    <a:pt x="387" y="157"/>
                  </a:lnTo>
                  <a:lnTo>
                    <a:pt x="384" y="157"/>
                  </a:lnTo>
                  <a:lnTo>
                    <a:pt x="381" y="157"/>
                  </a:lnTo>
                  <a:lnTo>
                    <a:pt x="376" y="157"/>
                  </a:lnTo>
                  <a:lnTo>
                    <a:pt x="375" y="155"/>
                  </a:lnTo>
                  <a:lnTo>
                    <a:pt x="375" y="152"/>
                  </a:lnTo>
                  <a:lnTo>
                    <a:pt x="376" y="149"/>
                  </a:lnTo>
                  <a:lnTo>
                    <a:pt x="378" y="148"/>
                  </a:lnTo>
                  <a:lnTo>
                    <a:pt x="378" y="141"/>
                  </a:lnTo>
                  <a:lnTo>
                    <a:pt x="376" y="141"/>
                  </a:lnTo>
                  <a:lnTo>
                    <a:pt x="376" y="140"/>
                  </a:lnTo>
                  <a:lnTo>
                    <a:pt x="376" y="140"/>
                  </a:lnTo>
                  <a:lnTo>
                    <a:pt x="376" y="137"/>
                  </a:lnTo>
                  <a:lnTo>
                    <a:pt x="376" y="135"/>
                  </a:lnTo>
                  <a:lnTo>
                    <a:pt x="375" y="131"/>
                  </a:lnTo>
                  <a:lnTo>
                    <a:pt x="372" y="129"/>
                  </a:lnTo>
                  <a:lnTo>
                    <a:pt x="367" y="128"/>
                  </a:lnTo>
                  <a:lnTo>
                    <a:pt x="364" y="131"/>
                  </a:lnTo>
                  <a:lnTo>
                    <a:pt x="361" y="129"/>
                  </a:lnTo>
                  <a:lnTo>
                    <a:pt x="358" y="128"/>
                  </a:lnTo>
                  <a:lnTo>
                    <a:pt x="356" y="128"/>
                  </a:lnTo>
                  <a:lnTo>
                    <a:pt x="353" y="129"/>
                  </a:lnTo>
                  <a:lnTo>
                    <a:pt x="353" y="131"/>
                  </a:lnTo>
                  <a:lnTo>
                    <a:pt x="352" y="132"/>
                  </a:lnTo>
                  <a:lnTo>
                    <a:pt x="352" y="134"/>
                  </a:lnTo>
                  <a:lnTo>
                    <a:pt x="350" y="132"/>
                  </a:lnTo>
                  <a:lnTo>
                    <a:pt x="350" y="126"/>
                  </a:lnTo>
                  <a:lnTo>
                    <a:pt x="347" y="125"/>
                  </a:lnTo>
                  <a:lnTo>
                    <a:pt x="347" y="125"/>
                  </a:lnTo>
                  <a:lnTo>
                    <a:pt x="342" y="126"/>
                  </a:lnTo>
                  <a:lnTo>
                    <a:pt x="338" y="129"/>
                  </a:lnTo>
                  <a:lnTo>
                    <a:pt x="333" y="134"/>
                  </a:lnTo>
                  <a:lnTo>
                    <a:pt x="330" y="137"/>
                  </a:lnTo>
                  <a:lnTo>
                    <a:pt x="332" y="143"/>
                  </a:lnTo>
                  <a:lnTo>
                    <a:pt x="329" y="144"/>
                  </a:lnTo>
                  <a:lnTo>
                    <a:pt x="324" y="146"/>
                  </a:lnTo>
                  <a:lnTo>
                    <a:pt x="318" y="144"/>
                  </a:lnTo>
                  <a:lnTo>
                    <a:pt x="315" y="148"/>
                  </a:lnTo>
                  <a:lnTo>
                    <a:pt x="312" y="149"/>
                  </a:lnTo>
                  <a:lnTo>
                    <a:pt x="307" y="152"/>
                  </a:lnTo>
                  <a:lnTo>
                    <a:pt x="304" y="154"/>
                  </a:lnTo>
                  <a:lnTo>
                    <a:pt x="298" y="154"/>
                  </a:lnTo>
                  <a:lnTo>
                    <a:pt x="293" y="155"/>
                  </a:lnTo>
                  <a:lnTo>
                    <a:pt x="287" y="157"/>
                  </a:lnTo>
                  <a:lnTo>
                    <a:pt x="282" y="160"/>
                  </a:lnTo>
                  <a:lnTo>
                    <a:pt x="282" y="166"/>
                  </a:lnTo>
                  <a:lnTo>
                    <a:pt x="282" y="169"/>
                  </a:lnTo>
                  <a:lnTo>
                    <a:pt x="281" y="172"/>
                  </a:lnTo>
                  <a:lnTo>
                    <a:pt x="275" y="174"/>
                  </a:lnTo>
                  <a:lnTo>
                    <a:pt x="272" y="175"/>
                  </a:lnTo>
                  <a:lnTo>
                    <a:pt x="269" y="178"/>
                  </a:lnTo>
                  <a:lnTo>
                    <a:pt x="266" y="180"/>
                  </a:lnTo>
                  <a:lnTo>
                    <a:pt x="263" y="183"/>
                  </a:lnTo>
                  <a:lnTo>
                    <a:pt x="259" y="186"/>
                  </a:lnTo>
                  <a:lnTo>
                    <a:pt x="256" y="189"/>
                  </a:lnTo>
                  <a:lnTo>
                    <a:pt x="253" y="192"/>
                  </a:lnTo>
                  <a:lnTo>
                    <a:pt x="249" y="195"/>
                  </a:lnTo>
                  <a:lnTo>
                    <a:pt x="247" y="197"/>
                  </a:lnTo>
                  <a:lnTo>
                    <a:pt x="246" y="198"/>
                  </a:lnTo>
                  <a:lnTo>
                    <a:pt x="244" y="200"/>
                  </a:lnTo>
                  <a:lnTo>
                    <a:pt x="243" y="201"/>
                  </a:lnTo>
                  <a:lnTo>
                    <a:pt x="241" y="203"/>
                  </a:lnTo>
                  <a:lnTo>
                    <a:pt x="238" y="206"/>
                  </a:lnTo>
                  <a:lnTo>
                    <a:pt x="236" y="208"/>
                  </a:lnTo>
                  <a:lnTo>
                    <a:pt x="233" y="211"/>
                  </a:lnTo>
                  <a:lnTo>
                    <a:pt x="233" y="211"/>
                  </a:lnTo>
                  <a:lnTo>
                    <a:pt x="232" y="211"/>
                  </a:lnTo>
                  <a:lnTo>
                    <a:pt x="232" y="212"/>
                  </a:lnTo>
                  <a:lnTo>
                    <a:pt x="230" y="212"/>
                  </a:lnTo>
                  <a:lnTo>
                    <a:pt x="226" y="215"/>
                  </a:lnTo>
                  <a:lnTo>
                    <a:pt x="221" y="215"/>
                  </a:lnTo>
                  <a:lnTo>
                    <a:pt x="216" y="214"/>
                  </a:lnTo>
                  <a:lnTo>
                    <a:pt x="212" y="212"/>
                  </a:lnTo>
                  <a:lnTo>
                    <a:pt x="209" y="209"/>
                  </a:lnTo>
                  <a:lnTo>
                    <a:pt x="207" y="208"/>
                  </a:lnTo>
                  <a:lnTo>
                    <a:pt x="206" y="204"/>
                  </a:lnTo>
                  <a:lnTo>
                    <a:pt x="204" y="201"/>
                  </a:lnTo>
                  <a:lnTo>
                    <a:pt x="201" y="197"/>
                  </a:lnTo>
                  <a:lnTo>
                    <a:pt x="200" y="192"/>
                  </a:lnTo>
                  <a:lnTo>
                    <a:pt x="196" y="189"/>
                  </a:lnTo>
                  <a:lnTo>
                    <a:pt x="192" y="188"/>
                  </a:lnTo>
                  <a:lnTo>
                    <a:pt x="187" y="188"/>
                  </a:lnTo>
                  <a:lnTo>
                    <a:pt x="184" y="186"/>
                  </a:lnTo>
                  <a:lnTo>
                    <a:pt x="184" y="183"/>
                  </a:lnTo>
                  <a:lnTo>
                    <a:pt x="184" y="178"/>
                  </a:lnTo>
                  <a:lnTo>
                    <a:pt x="184" y="172"/>
                  </a:lnTo>
                  <a:lnTo>
                    <a:pt x="183" y="164"/>
                  </a:lnTo>
                  <a:lnTo>
                    <a:pt x="181" y="158"/>
                  </a:lnTo>
                  <a:lnTo>
                    <a:pt x="181" y="152"/>
                  </a:lnTo>
                  <a:lnTo>
                    <a:pt x="181" y="149"/>
                  </a:lnTo>
                  <a:lnTo>
                    <a:pt x="183" y="146"/>
                  </a:lnTo>
                  <a:lnTo>
                    <a:pt x="183" y="144"/>
                  </a:lnTo>
                  <a:lnTo>
                    <a:pt x="184" y="141"/>
                  </a:lnTo>
                  <a:lnTo>
                    <a:pt x="184" y="138"/>
                  </a:lnTo>
                  <a:lnTo>
                    <a:pt x="184" y="135"/>
                  </a:lnTo>
                  <a:lnTo>
                    <a:pt x="183" y="132"/>
                  </a:lnTo>
                  <a:lnTo>
                    <a:pt x="183" y="129"/>
                  </a:lnTo>
                  <a:lnTo>
                    <a:pt x="183" y="129"/>
                  </a:lnTo>
                  <a:lnTo>
                    <a:pt x="183" y="129"/>
                  </a:lnTo>
                  <a:lnTo>
                    <a:pt x="183" y="128"/>
                  </a:lnTo>
                  <a:lnTo>
                    <a:pt x="183" y="125"/>
                  </a:lnTo>
                  <a:lnTo>
                    <a:pt x="183" y="123"/>
                  </a:lnTo>
                  <a:lnTo>
                    <a:pt x="183" y="121"/>
                  </a:lnTo>
                  <a:lnTo>
                    <a:pt x="181" y="125"/>
                  </a:lnTo>
                  <a:lnTo>
                    <a:pt x="176" y="123"/>
                  </a:lnTo>
                  <a:lnTo>
                    <a:pt x="173" y="128"/>
                  </a:lnTo>
                  <a:lnTo>
                    <a:pt x="169" y="126"/>
                  </a:lnTo>
                  <a:lnTo>
                    <a:pt x="163" y="123"/>
                  </a:lnTo>
                  <a:lnTo>
                    <a:pt x="160" y="118"/>
                  </a:lnTo>
                  <a:lnTo>
                    <a:pt x="155" y="117"/>
                  </a:lnTo>
                  <a:lnTo>
                    <a:pt x="152" y="114"/>
                  </a:lnTo>
                  <a:lnTo>
                    <a:pt x="150" y="114"/>
                  </a:lnTo>
                  <a:lnTo>
                    <a:pt x="146" y="112"/>
                  </a:lnTo>
                  <a:lnTo>
                    <a:pt x="141" y="111"/>
                  </a:lnTo>
                  <a:lnTo>
                    <a:pt x="138" y="111"/>
                  </a:lnTo>
                  <a:lnTo>
                    <a:pt x="137" y="112"/>
                  </a:lnTo>
                  <a:lnTo>
                    <a:pt x="135" y="114"/>
                  </a:lnTo>
                  <a:lnTo>
                    <a:pt x="133" y="115"/>
                  </a:lnTo>
                  <a:lnTo>
                    <a:pt x="132" y="115"/>
                  </a:lnTo>
                  <a:lnTo>
                    <a:pt x="132" y="120"/>
                  </a:lnTo>
                  <a:lnTo>
                    <a:pt x="127" y="129"/>
                  </a:lnTo>
                  <a:lnTo>
                    <a:pt x="124" y="138"/>
                  </a:lnTo>
                  <a:lnTo>
                    <a:pt x="123" y="149"/>
                  </a:lnTo>
                  <a:lnTo>
                    <a:pt x="120" y="158"/>
                  </a:lnTo>
                  <a:lnTo>
                    <a:pt x="118" y="161"/>
                  </a:lnTo>
                  <a:lnTo>
                    <a:pt x="118" y="164"/>
                  </a:lnTo>
                  <a:lnTo>
                    <a:pt x="117" y="168"/>
                  </a:lnTo>
                  <a:lnTo>
                    <a:pt x="117" y="171"/>
                  </a:lnTo>
                  <a:lnTo>
                    <a:pt x="113" y="172"/>
                  </a:lnTo>
                  <a:lnTo>
                    <a:pt x="112" y="174"/>
                  </a:lnTo>
                  <a:lnTo>
                    <a:pt x="109" y="175"/>
                  </a:lnTo>
                  <a:lnTo>
                    <a:pt x="107" y="177"/>
                  </a:lnTo>
                  <a:lnTo>
                    <a:pt x="107" y="178"/>
                  </a:lnTo>
                  <a:lnTo>
                    <a:pt x="107" y="181"/>
                  </a:lnTo>
                  <a:lnTo>
                    <a:pt x="106" y="181"/>
                  </a:lnTo>
                  <a:lnTo>
                    <a:pt x="106" y="181"/>
                  </a:lnTo>
                  <a:lnTo>
                    <a:pt x="104" y="181"/>
                  </a:lnTo>
                  <a:lnTo>
                    <a:pt x="104" y="183"/>
                  </a:lnTo>
                  <a:lnTo>
                    <a:pt x="101" y="184"/>
                  </a:lnTo>
                  <a:lnTo>
                    <a:pt x="100" y="186"/>
                  </a:lnTo>
                  <a:lnTo>
                    <a:pt x="100" y="188"/>
                  </a:lnTo>
                  <a:lnTo>
                    <a:pt x="98" y="188"/>
                  </a:lnTo>
                  <a:lnTo>
                    <a:pt x="98" y="191"/>
                  </a:lnTo>
                  <a:lnTo>
                    <a:pt x="97" y="195"/>
                  </a:lnTo>
                  <a:lnTo>
                    <a:pt x="95" y="200"/>
                  </a:lnTo>
                  <a:lnTo>
                    <a:pt x="92" y="204"/>
                  </a:lnTo>
                  <a:lnTo>
                    <a:pt x="90" y="209"/>
                  </a:lnTo>
                  <a:lnTo>
                    <a:pt x="87" y="214"/>
                  </a:lnTo>
                  <a:lnTo>
                    <a:pt x="84" y="212"/>
                  </a:lnTo>
                  <a:lnTo>
                    <a:pt x="83" y="212"/>
                  </a:lnTo>
                  <a:lnTo>
                    <a:pt x="80" y="209"/>
                  </a:lnTo>
                  <a:lnTo>
                    <a:pt x="80" y="206"/>
                  </a:lnTo>
                  <a:lnTo>
                    <a:pt x="80" y="204"/>
                  </a:lnTo>
                  <a:lnTo>
                    <a:pt x="80" y="203"/>
                  </a:lnTo>
                  <a:lnTo>
                    <a:pt x="81" y="201"/>
                  </a:lnTo>
                  <a:lnTo>
                    <a:pt x="81" y="200"/>
                  </a:lnTo>
                  <a:lnTo>
                    <a:pt x="81" y="198"/>
                  </a:lnTo>
                  <a:lnTo>
                    <a:pt x="81" y="197"/>
                  </a:lnTo>
                  <a:lnTo>
                    <a:pt x="81" y="194"/>
                  </a:lnTo>
                  <a:lnTo>
                    <a:pt x="83" y="192"/>
                  </a:lnTo>
                  <a:lnTo>
                    <a:pt x="83" y="189"/>
                  </a:lnTo>
                  <a:lnTo>
                    <a:pt x="84" y="186"/>
                  </a:lnTo>
                  <a:lnTo>
                    <a:pt x="83" y="183"/>
                  </a:lnTo>
                  <a:lnTo>
                    <a:pt x="78" y="180"/>
                  </a:lnTo>
                  <a:lnTo>
                    <a:pt x="75" y="178"/>
                  </a:lnTo>
                  <a:lnTo>
                    <a:pt x="72" y="175"/>
                  </a:lnTo>
                  <a:lnTo>
                    <a:pt x="69" y="171"/>
                  </a:lnTo>
                  <a:lnTo>
                    <a:pt x="67" y="169"/>
                  </a:lnTo>
                  <a:lnTo>
                    <a:pt x="64" y="164"/>
                  </a:lnTo>
                  <a:lnTo>
                    <a:pt x="61" y="161"/>
                  </a:lnTo>
                  <a:lnTo>
                    <a:pt x="57" y="160"/>
                  </a:lnTo>
                  <a:lnTo>
                    <a:pt x="52" y="158"/>
                  </a:lnTo>
                  <a:lnTo>
                    <a:pt x="51" y="158"/>
                  </a:lnTo>
                  <a:lnTo>
                    <a:pt x="49" y="158"/>
                  </a:lnTo>
                  <a:lnTo>
                    <a:pt x="47" y="158"/>
                  </a:lnTo>
                  <a:lnTo>
                    <a:pt x="46" y="157"/>
                  </a:lnTo>
                  <a:lnTo>
                    <a:pt x="46" y="154"/>
                  </a:lnTo>
                  <a:lnTo>
                    <a:pt x="44" y="152"/>
                  </a:lnTo>
                  <a:lnTo>
                    <a:pt x="41" y="152"/>
                  </a:lnTo>
                  <a:lnTo>
                    <a:pt x="38" y="152"/>
                  </a:lnTo>
                  <a:lnTo>
                    <a:pt x="32" y="151"/>
                  </a:lnTo>
                  <a:lnTo>
                    <a:pt x="31" y="146"/>
                  </a:lnTo>
                  <a:lnTo>
                    <a:pt x="31" y="141"/>
                  </a:lnTo>
                  <a:lnTo>
                    <a:pt x="27" y="138"/>
                  </a:lnTo>
                  <a:lnTo>
                    <a:pt x="24" y="137"/>
                  </a:lnTo>
                  <a:lnTo>
                    <a:pt x="23" y="137"/>
                  </a:lnTo>
                  <a:lnTo>
                    <a:pt x="21" y="135"/>
                  </a:lnTo>
                  <a:lnTo>
                    <a:pt x="18" y="135"/>
                  </a:lnTo>
                  <a:lnTo>
                    <a:pt x="18" y="135"/>
                  </a:lnTo>
                  <a:lnTo>
                    <a:pt x="18" y="134"/>
                  </a:lnTo>
                  <a:lnTo>
                    <a:pt x="18" y="132"/>
                  </a:lnTo>
                  <a:lnTo>
                    <a:pt x="17" y="132"/>
                  </a:lnTo>
                  <a:lnTo>
                    <a:pt x="17" y="132"/>
                  </a:lnTo>
                  <a:lnTo>
                    <a:pt x="15" y="132"/>
                  </a:lnTo>
                  <a:lnTo>
                    <a:pt x="14" y="132"/>
                  </a:lnTo>
                  <a:lnTo>
                    <a:pt x="12" y="132"/>
                  </a:lnTo>
                  <a:lnTo>
                    <a:pt x="11" y="129"/>
                  </a:lnTo>
                  <a:lnTo>
                    <a:pt x="9" y="126"/>
                  </a:lnTo>
                  <a:lnTo>
                    <a:pt x="11" y="121"/>
                  </a:lnTo>
                  <a:lnTo>
                    <a:pt x="11" y="118"/>
                  </a:lnTo>
                  <a:lnTo>
                    <a:pt x="11" y="115"/>
                  </a:lnTo>
                  <a:lnTo>
                    <a:pt x="14" y="112"/>
                  </a:lnTo>
                  <a:lnTo>
                    <a:pt x="14" y="111"/>
                  </a:lnTo>
                  <a:lnTo>
                    <a:pt x="12" y="108"/>
                  </a:lnTo>
                  <a:lnTo>
                    <a:pt x="12" y="108"/>
                  </a:lnTo>
                  <a:lnTo>
                    <a:pt x="11" y="105"/>
                  </a:lnTo>
                  <a:lnTo>
                    <a:pt x="11" y="103"/>
                  </a:lnTo>
                  <a:lnTo>
                    <a:pt x="11" y="101"/>
                  </a:lnTo>
                  <a:lnTo>
                    <a:pt x="11" y="100"/>
                  </a:lnTo>
                  <a:lnTo>
                    <a:pt x="9" y="100"/>
                  </a:lnTo>
                  <a:lnTo>
                    <a:pt x="9" y="98"/>
                  </a:lnTo>
                  <a:lnTo>
                    <a:pt x="7" y="97"/>
                  </a:lnTo>
                  <a:lnTo>
                    <a:pt x="9" y="97"/>
                  </a:lnTo>
                  <a:lnTo>
                    <a:pt x="9" y="95"/>
                  </a:lnTo>
                  <a:lnTo>
                    <a:pt x="11" y="95"/>
                  </a:lnTo>
                  <a:lnTo>
                    <a:pt x="9" y="94"/>
                  </a:lnTo>
                  <a:lnTo>
                    <a:pt x="7" y="92"/>
                  </a:lnTo>
                  <a:lnTo>
                    <a:pt x="7" y="89"/>
                  </a:lnTo>
                  <a:lnTo>
                    <a:pt x="7" y="88"/>
                  </a:lnTo>
                  <a:lnTo>
                    <a:pt x="7" y="86"/>
                  </a:lnTo>
                  <a:lnTo>
                    <a:pt x="7" y="83"/>
                  </a:lnTo>
                  <a:lnTo>
                    <a:pt x="6" y="83"/>
                  </a:lnTo>
                  <a:lnTo>
                    <a:pt x="4" y="83"/>
                  </a:lnTo>
                  <a:lnTo>
                    <a:pt x="3" y="81"/>
                  </a:lnTo>
                  <a:lnTo>
                    <a:pt x="1" y="80"/>
                  </a:lnTo>
                  <a:lnTo>
                    <a:pt x="1" y="78"/>
                  </a:lnTo>
                  <a:lnTo>
                    <a:pt x="1" y="77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1" y="75"/>
                  </a:lnTo>
                  <a:lnTo>
                    <a:pt x="4" y="72"/>
                  </a:lnTo>
                  <a:lnTo>
                    <a:pt x="9" y="71"/>
                  </a:lnTo>
                  <a:lnTo>
                    <a:pt x="21" y="68"/>
                  </a:lnTo>
                  <a:lnTo>
                    <a:pt x="23" y="66"/>
                  </a:lnTo>
                  <a:lnTo>
                    <a:pt x="26" y="65"/>
                  </a:lnTo>
                  <a:lnTo>
                    <a:pt x="44" y="58"/>
                  </a:lnTo>
                  <a:lnTo>
                    <a:pt x="43" y="60"/>
                  </a:lnTo>
                  <a:lnTo>
                    <a:pt x="41" y="61"/>
                  </a:lnTo>
                  <a:lnTo>
                    <a:pt x="41" y="63"/>
                  </a:lnTo>
                  <a:lnTo>
                    <a:pt x="40" y="66"/>
                  </a:lnTo>
                  <a:lnTo>
                    <a:pt x="41" y="66"/>
                  </a:lnTo>
                  <a:lnTo>
                    <a:pt x="55" y="65"/>
                  </a:lnTo>
                  <a:lnTo>
                    <a:pt x="57" y="65"/>
                  </a:lnTo>
                  <a:lnTo>
                    <a:pt x="60" y="63"/>
                  </a:lnTo>
                  <a:lnTo>
                    <a:pt x="61" y="60"/>
                  </a:lnTo>
                  <a:lnTo>
                    <a:pt x="61" y="58"/>
                  </a:lnTo>
                  <a:lnTo>
                    <a:pt x="60" y="58"/>
                  </a:lnTo>
                  <a:lnTo>
                    <a:pt x="60" y="57"/>
                  </a:lnTo>
                  <a:lnTo>
                    <a:pt x="60" y="55"/>
                  </a:lnTo>
                  <a:lnTo>
                    <a:pt x="61" y="54"/>
                  </a:lnTo>
                  <a:lnTo>
                    <a:pt x="63" y="54"/>
                  </a:lnTo>
                  <a:lnTo>
                    <a:pt x="64" y="52"/>
                  </a:lnTo>
                  <a:lnTo>
                    <a:pt x="66" y="54"/>
                  </a:lnTo>
                  <a:lnTo>
                    <a:pt x="69" y="52"/>
                  </a:lnTo>
                  <a:lnTo>
                    <a:pt x="70" y="52"/>
                  </a:lnTo>
                  <a:lnTo>
                    <a:pt x="74" y="51"/>
                  </a:lnTo>
                  <a:lnTo>
                    <a:pt x="74" y="54"/>
                  </a:lnTo>
                  <a:lnTo>
                    <a:pt x="77" y="54"/>
                  </a:lnTo>
                  <a:lnTo>
                    <a:pt x="87" y="52"/>
                  </a:lnTo>
                  <a:lnTo>
                    <a:pt x="89" y="51"/>
                  </a:lnTo>
                  <a:lnTo>
                    <a:pt x="92" y="45"/>
                  </a:lnTo>
                  <a:lnTo>
                    <a:pt x="90" y="40"/>
                  </a:lnTo>
                  <a:lnTo>
                    <a:pt x="89" y="40"/>
                  </a:lnTo>
                  <a:lnTo>
                    <a:pt x="87" y="40"/>
                  </a:lnTo>
                  <a:lnTo>
                    <a:pt x="86" y="41"/>
                  </a:lnTo>
                  <a:lnTo>
                    <a:pt x="84" y="41"/>
                  </a:lnTo>
                  <a:lnTo>
                    <a:pt x="83" y="43"/>
                  </a:lnTo>
                  <a:lnTo>
                    <a:pt x="81" y="45"/>
                  </a:lnTo>
                  <a:lnTo>
                    <a:pt x="69" y="48"/>
                  </a:lnTo>
                  <a:lnTo>
                    <a:pt x="69" y="49"/>
                  </a:lnTo>
                  <a:lnTo>
                    <a:pt x="67" y="51"/>
                  </a:lnTo>
                  <a:lnTo>
                    <a:pt x="66" y="51"/>
                  </a:lnTo>
                  <a:lnTo>
                    <a:pt x="60" y="52"/>
                  </a:lnTo>
                  <a:lnTo>
                    <a:pt x="54" y="57"/>
                  </a:lnTo>
                  <a:lnTo>
                    <a:pt x="52" y="57"/>
                  </a:lnTo>
                  <a:lnTo>
                    <a:pt x="51" y="57"/>
                  </a:lnTo>
                  <a:lnTo>
                    <a:pt x="49" y="58"/>
                  </a:lnTo>
                  <a:lnTo>
                    <a:pt x="46" y="60"/>
                  </a:lnTo>
                  <a:lnTo>
                    <a:pt x="47" y="57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2"/>
                  </a:lnTo>
                  <a:lnTo>
                    <a:pt x="57" y="51"/>
                  </a:lnTo>
                  <a:lnTo>
                    <a:pt x="87" y="40"/>
                  </a:lnTo>
                  <a:lnTo>
                    <a:pt x="94" y="38"/>
                  </a:lnTo>
                  <a:lnTo>
                    <a:pt x="110" y="35"/>
                  </a:lnTo>
                  <a:lnTo>
                    <a:pt x="133" y="37"/>
                  </a:lnTo>
                  <a:lnTo>
                    <a:pt x="157" y="35"/>
                  </a:lnTo>
                  <a:lnTo>
                    <a:pt x="157" y="37"/>
                  </a:lnTo>
                  <a:lnTo>
                    <a:pt x="155" y="38"/>
                  </a:lnTo>
                  <a:lnTo>
                    <a:pt x="155" y="40"/>
                  </a:lnTo>
                  <a:lnTo>
                    <a:pt x="153" y="41"/>
                  </a:lnTo>
                  <a:lnTo>
                    <a:pt x="153" y="43"/>
                  </a:lnTo>
                  <a:lnTo>
                    <a:pt x="153" y="46"/>
                  </a:lnTo>
                  <a:lnTo>
                    <a:pt x="155" y="48"/>
                  </a:lnTo>
                  <a:lnTo>
                    <a:pt x="157" y="48"/>
                  </a:lnTo>
                  <a:lnTo>
                    <a:pt x="160" y="48"/>
                  </a:lnTo>
                  <a:lnTo>
                    <a:pt x="161" y="46"/>
                  </a:lnTo>
                  <a:lnTo>
                    <a:pt x="163" y="45"/>
                  </a:lnTo>
                  <a:lnTo>
                    <a:pt x="163" y="48"/>
                  </a:lnTo>
                  <a:lnTo>
                    <a:pt x="161" y="51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4" y="49"/>
                  </a:lnTo>
                  <a:lnTo>
                    <a:pt x="166" y="48"/>
                  </a:lnTo>
                  <a:lnTo>
                    <a:pt x="164" y="46"/>
                  </a:lnTo>
                  <a:lnTo>
                    <a:pt x="167" y="46"/>
                  </a:lnTo>
                  <a:lnTo>
                    <a:pt x="167" y="45"/>
                  </a:lnTo>
                  <a:lnTo>
                    <a:pt x="167" y="41"/>
                  </a:lnTo>
                  <a:lnTo>
                    <a:pt x="163" y="40"/>
                  </a:lnTo>
                  <a:lnTo>
                    <a:pt x="160" y="40"/>
                  </a:lnTo>
                  <a:lnTo>
                    <a:pt x="160" y="38"/>
                  </a:lnTo>
                  <a:lnTo>
                    <a:pt x="163" y="37"/>
                  </a:lnTo>
                  <a:lnTo>
                    <a:pt x="166" y="35"/>
                  </a:lnTo>
                  <a:lnTo>
                    <a:pt x="192" y="35"/>
                  </a:lnTo>
                  <a:lnTo>
                    <a:pt x="206" y="32"/>
                  </a:lnTo>
                  <a:lnTo>
                    <a:pt x="213" y="26"/>
                  </a:lnTo>
                  <a:lnTo>
                    <a:pt x="221" y="20"/>
                  </a:lnTo>
                  <a:lnTo>
                    <a:pt x="224" y="15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7" y="11"/>
                  </a:lnTo>
                  <a:lnTo>
                    <a:pt x="229" y="11"/>
                  </a:lnTo>
                  <a:lnTo>
                    <a:pt x="230" y="12"/>
                  </a:lnTo>
                  <a:lnTo>
                    <a:pt x="232" y="17"/>
                  </a:lnTo>
                  <a:lnTo>
                    <a:pt x="233" y="34"/>
                  </a:lnTo>
                  <a:lnTo>
                    <a:pt x="235" y="38"/>
                  </a:lnTo>
                  <a:lnTo>
                    <a:pt x="236" y="32"/>
                  </a:lnTo>
                  <a:lnTo>
                    <a:pt x="235" y="31"/>
                  </a:lnTo>
                  <a:lnTo>
                    <a:pt x="235" y="26"/>
                  </a:lnTo>
                  <a:lnTo>
                    <a:pt x="236" y="20"/>
                  </a:lnTo>
                  <a:lnTo>
                    <a:pt x="235" y="17"/>
                  </a:lnTo>
                  <a:lnTo>
                    <a:pt x="232" y="9"/>
                  </a:lnTo>
                  <a:lnTo>
                    <a:pt x="230" y="6"/>
                  </a:lnTo>
                  <a:lnTo>
                    <a:pt x="233" y="5"/>
                  </a:lnTo>
                  <a:lnTo>
                    <a:pt x="236" y="5"/>
                  </a:lnTo>
                  <a:lnTo>
                    <a:pt x="244" y="6"/>
                  </a:lnTo>
                  <a:lnTo>
                    <a:pt x="247" y="5"/>
                  </a:lnTo>
                  <a:lnTo>
                    <a:pt x="264" y="2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666750" y="1689100"/>
              <a:ext cx="833438" cy="908050"/>
            </a:xfrm>
            <a:custGeom>
              <a:avLst/>
              <a:gdLst>
                <a:gd name="T0" fmla="*/ 923 w 1050"/>
                <a:gd name="T1" fmla="*/ 1137 h 1143"/>
                <a:gd name="T2" fmla="*/ 929 w 1050"/>
                <a:gd name="T3" fmla="*/ 1126 h 1143"/>
                <a:gd name="T4" fmla="*/ 711 w 1050"/>
                <a:gd name="T5" fmla="*/ 940 h 1143"/>
                <a:gd name="T6" fmla="*/ 583 w 1050"/>
                <a:gd name="T7" fmla="*/ 834 h 1143"/>
                <a:gd name="T8" fmla="*/ 454 w 1050"/>
                <a:gd name="T9" fmla="*/ 644 h 1143"/>
                <a:gd name="T10" fmla="*/ 440 w 1050"/>
                <a:gd name="T11" fmla="*/ 691 h 1143"/>
                <a:gd name="T12" fmla="*/ 407 w 1050"/>
                <a:gd name="T13" fmla="*/ 678 h 1143"/>
                <a:gd name="T14" fmla="*/ 407 w 1050"/>
                <a:gd name="T15" fmla="*/ 650 h 1143"/>
                <a:gd name="T16" fmla="*/ 439 w 1050"/>
                <a:gd name="T17" fmla="*/ 607 h 1143"/>
                <a:gd name="T18" fmla="*/ 39 w 1050"/>
                <a:gd name="T19" fmla="*/ 139 h 1143"/>
                <a:gd name="T20" fmla="*/ 589 w 1050"/>
                <a:gd name="T21" fmla="*/ 201 h 1143"/>
                <a:gd name="T22" fmla="*/ 970 w 1050"/>
                <a:gd name="T23" fmla="*/ 219 h 1143"/>
                <a:gd name="T24" fmla="*/ 989 w 1050"/>
                <a:gd name="T25" fmla="*/ 339 h 1143"/>
                <a:gd name="T26" fmla="*/ 1033 w 1050"/>
                <a:gd name="T27" fmla="*/ 387 h 1143"/>
                <a:gd name="T28" fmla="*/ 1036 w 1050"/>
                <a:gd name="T29" fmla="*/ 465 h 1143"/>
                <a:gd name="T30" fmla="*/ 1029 w 1050"/>
                <a:gd name="T31" fmla="*/ 550 h 1143"/>
                <a:gd name="T32" fmla="*/ 1015 w 1050"/>
                <a:gd name="T33" fmla="*/ 602 h 1143"/>
                <a:gd name="T34" fmla="*/ 1027 w 1050"/>
                <a:gd name="T35" fmla="*/ 693 h 1143"/>
                <a:gd name="T36" fmla="*/ 1036 w 1050"/>
                <a:gd name="T37" fmla="*/ 759 h 1143"/>
                <a:gd name="T38" fmla="*/ 993 w 1050"/>
                <a:gd name="T39" fmla="*/ 777 h 1143"/>
                <a:gd name="T40" fmla="*/ 957 w 1050"/>
                <a:gd name="T41" fmla="*/ 833 h 1143"/>
                <a:gd name="T42" fmla="*/ 995 w 1050"/>
                <a:gd name="T43" fmla="*/ 880 h 1143"/>
                <a:gd name="T44" fmla="*/ 1021 w 1050"/>
                <a:gd name="T45" fmla="*/ 923 h 1143"/>
                <a:gd name="T46" fmla="*/ 1020 w 1050"/>
                <a:gd name="T47" fmla="*/ 979 h 1143"/>
                <a:gd name="T48" fmla="*/ 1050 w 1050"/>
                <a:gd name="T49" fmla="*/ 1010 h 1143"/>
                <a:gd name="T50" fmla="*/ 997 w 1050"/>
                <a:gd name="T51" fmla="*/ 1083 h 1143"/>
                <a:gd name="T52" fmla="*/ 935 w 1050"/>
                <a:gd name="T53" fmla="*/ 1122 h 1143"/>
                <a:gd name="T54" fmla="*/ 889 w 1050"/>
                <a:gd name="T55" fmla="*/ 1066 h 1143"/>
                <a:gd name="T56" fmla="*/ 884 w 1050"/>
                <a:gd name="T57" fmla="*/ 1053 h 1143"/>
                <a:gd name="T58" fmla="*/ 869 w 1050"/>
                <a:gd name="T59" fmla="*/ 1062 h 1143"/>
                <a:gd name="T60" fmla="*/ 820 w 1050"/>
                <a:gd name="T61" fmla="*/ 1017 h 1143"/>
                <a:gd name="T62" fmla="*/ 801 w 1050"/>
                <a:gd name="T63" fmla="*/ 988 h 1143"/>
                <a:gd name="T64" fmla="*/ 742 w 1050"/>
                <a:gd name="T65" fmla="*/ 965 h 1143"/>
                <a:gd name="T66" fmla="*/ 731 w 1050"/>
                <a:gd name="T67" fmla="*/ 940 h 1143"/>
                <a:gd name="T68" fmla="*/ 706 w 1050"/>
                <a:gd name="T69" fmla="*/ 893 h 1143"/>
                <a:gd name="T70" fmla="*/ 712 w 1050"/>
                <a:gd name="T71" fmla="*/ 874 h 1143"/>
                <a:gd name="T72" fmla="*/ 725 w 1050"/>
                <a:gd name="T73" fmla="*/ 856 h 1143"/>
                <a:gd name="T74" fmla="*/ 672 w 1050"/>
                <a:gd name="T75" fmla="*/ 844 h 1143"/>
                <a:gd name="T76" fmla="*/ 668 w 1050"/>
                <a:gd name="T77" fmla="*/ 847 h 1143"/>
                <a:gd name="T78" fmla="*/ 651 w 1050"/>
                <a:gd name="T79" fmla="*/ 845 h 1143"/>
                <a:gd name="T80" fmla="*/ 626 w 1050"/>
                <a:gd name="T81" fmla="*/ 834 h 1143"/>
                <a:gd name="T82" fmla="*/ 588 w 1050"/>
                <a:gd name="T83" fmla="*/ 790 h 1143"/>
                <a:gd name="T84" fmla="*/ 553 w 1050"/>
                <a:gd name="T85" fmla="*/ 754 h 1143"/>
                <a:gd name="T86" fmla="*/ 503 w 1050"/>
                <a:gd name="T87" fmla="*/ 688 h 1143"/>
                <a:gd name="T88" fmla="*/ 485 w 1050"/>
                <a:gd name="T89" fmla="*/ 674 h 1143"/>
                <a:gd name="T90" fmla="*/ 460 w 1050"/>
                <a:gd name="T91" fmla="*/ 651 h 1143"/>
                <a:gd name="T92" fmla="*/ 450 w 1050"/>
                <a:gd name="T93" fmla="*/ 613 h 1143"/>
                <a:gd name="T94" fmla="*/ 420 w 1050"/>
                <a:gd name="T95" fmla="*/ 585 h 1143"/>
                <a:gd name="T96" fmla="*/ 400 w 1050"/>
                <a:gd name="T97" fmla="*/ 522 h 1143"/>
                <a:gd name="T98" fmla="*/ 367 w 1050"/>
                <a:gd name="T99" fmla="*/ 481 h 1143"/>
                <a:gd name="T100" fmla="*/ 357 w 1050"/>
                <a:gd name="T101" fmla="*/ 418 h 1143"/>
                <a:gd name="T102" fmla="*/ 308 w 1050"/>
                <a:gd name="T103" fmla="*/ 321 h 1143"/>
                <a:gd name="T104" fmla="*/ 318 w 1050"/>
                <a:gd name="T105" fmla="*/ 275 h 1143"/>
                <a:gd name="T106" fmla="*/ 293 w 1050"/>
                <a:gd name="T107" fmla="*/ 233 h 1143"/>
                <a:gd name="T108" fmla="*/ 238 w 1050"/>
                <a:gd name="T109" fmla="*/ 221 h 1143"/>
                <a:gd name="T110" fmla="*/ 190 w 1050"/>
                <a:gd name="T111" fmla="*/ 172 h 1143"/>
                <a:gd name="T112" fmla="*/ 173 w 1050"/>
                <a:gd name="T113" fmla="*/ 172 h 1143"/>
                <a:gd name="T114" fmla="*/ 133 w 1050"/>
                <a:gd name="T115" fmla="*/ 184 h 1143"/>
                <a:gd name="T116" fmla="*/ 73 w 1050"/>
                <a:gd name="T117" fmla="*/ 138 h 1143"/>
                <a:gd name="T118" fmla="*/ 26 w 1050"/>
                <a:gd name="T119" fmla="*/ 118 h 1143"/>
                <a:gd name="T120" fmla="*/ 10 w 1050"/>
                <a:gd name="T121" fmla="*/ 76 h 1143"/>
                <a:gd name="T122" fmla="*/ 12 w 1050"/>
                <a:gd name="T123" fmla="*/ 18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50" h="1143">
                  <a:moveTo>
                    <a:pt x="924" y="1133"/>
                  </a:moveTo>
                  <a:lnTo>
                    <a:pt x="924" y="1133"/>
                  </a:lnTo>
                  <a:lnTo>
                    <a:pt x="926" y="1134"/>
                  </a:lnTo>
                  <a:lnTo>
                    <a:pt x="924" y="1139"/>
                  </a:lnTo>
                  <a:lnTo>
                    <a:pt x="923" y="1139"/>
                  </a:lnTo>
                  <a:lnTo>
                    <a:pt x="921" y="1140"/>
                  </a:lnTo>
                  <a:lnTo>
                    <a:pt x="921" y="1142"/>
                  </a:lnTo>
                  <a:lnTo>
                    <a:pt x="920" y="1143"/>
                  </a:lnTo>
                  <a:lnTo>
                    <a:pt x="920" y="1143"/>
                  </a:lnTo>
                  <a:lnTo>
                    <a:pt x="920" y="1143"/>
                  </a:lnTo>
                  <a:lnTo>
                    <a:pt x="918" y="1143"/>
                  </a:lnTo>
                  <a:lnTo>
                    <a:pt x="918" y="1143"/>
                  </a:lnTo>
                  <a:lnTo>
                    <a:pt x="918" y="1143"/>
                  </a:lnTo>
                  <a:lnTo>
                    <a:pt x="920" y="1143"/>
                  </a:lnTo>
                  <a:lnTo>
                    <a:pt x="923" y="1137"/>
                  </a:lnTo>
                  <a:lnTo>
                    <a:pt x="923" y="1134"/>
                  </a:lnTo>
                  <a:lnTo>
                    <a:pt x="924" y="1133"/>
                  </a:lnTo>
                  <a:close/>
                  <a:moveTo>
                    <a:pt x="930" y="1125"/>
                  </a:moveTo>
                  <a:lnTo>
                    <a:pt x="934" y="1125"/>
                  </a:lnTo>
                  <a:lnTo>
                    <a:pt x="938" y="1126"/>
                  </a:lnTo>
                  <a:lnTo>
                    <a:pt x="940" y="1126"/>
                  </a:lnTo>
                  <a:lnTo>
                    <a:pt x="941" y="1131"/>
                  </a:lnTo>
                  <a:lnTo>
                    <a:pt x="941" y="1131"/>
                  </a:lnTo>
                  <a:lnTo>
                    <a:pt x="938" y="1133"/>
                  </a:lnTo>
                  <a:lnTo>
                    <a:pt x="935" y="1134"/>
                  </a:lnTo>
                  <a:lnTo>
                    <a:pt x="932" y="1137"/>
                  </a:lnTo>
                  <a:lnTo>
                    <a:pt x="929" y="1139"/>
                  </a:lnTo>
                  <a:lnTo>
                    <a:pt x="929" y="1139"/>
                  </a:lnTo>
                  <a:lnTo>
                    <a:pt x="929" y="1136"/>
                  </a:lnTo>
                  <a:lnTo>
                    <a:pt x="929" y="1126"/>
                  </a:lnTo>
                  <a:lnTo>
                    <a:pt x="930" y="1125"/>
                  </a:lnTo>
                  <a:close/>
                  <a:moveTo>
                    <a:pt x="800" y="993"/>
                  </a:moveTo>
                  <a:lnTo>
                    <a:pt x="803" y="993"/>
                  </a:lnTo>
                  <a:lnTo>
                    <a:pt x="808" y="996"/>
                  </a:lnTo>
                  <a:lnTo>
                    <a:pt x="812" y="999"/>
                  </a:lnTo>
                  <a:lnTo>
                    <a:pt x="815" y="1005"/>
                  </a:lnTo>
                  <a:lnTo>
                    <a:pt x="814" y="1005"/>
                  </a:lnTo>
                  <a:lnTo>
                    <a:pt x="811" y="999"/>
                  </a:lnTo>
                  <a:lnTo>
                    <a:pt x="808" y="997"/>
                  </a:lnTo>
                  <a:lnTo>
                    <a:pt x="803" y="994"/>
                  </a:lnTo>
                  <a:lnTo>
                    <a:pt x="800" y="994"/>
                  </a:lnTo>
                  <a:lnTo>
                    <a:pt x="798" y="993"/>
                  </a:lnTo>
                  <a:lnTo>
                    <a:pt x="800" y="993"/>
                  </a:lnTo>
                  <a:close/>
                  <a:moveTo>
                    <a:pt x="711" y="934"/>
                  </a:moveTo>
                  <a:lnTo>
                    <a:pt x="711" y="940"/>
                  </a:lnTo>
                  <a:lnTo>
                    <a:pt x="711" y="948"/>
                  </a:lnTo>
                  <a:lnTo>
                    <a:pt x="714" y="953"/>
                  </a:lnTo>
                  <a:lnTo>
                    <a:pt x="722" y="954"/>
                  </a:lnTo>
                  <a:lnTo>
                    <a:pt x="720" y="957"/>
                  </a:lnTo>
                  <a:lnTo>
                    <a:pt x="712" y="954"/>
                  </a:lnTo>
                  <a:lnTo>
                    <a:pt x="709" y="951"/>
                  </a:lnTo>
                  <a:lnTo>
                    <a:pt x="709" y="943"/>
                  </a:lnTo>
                  <a:lnTo>
                    <a:pt x="709" y="940"/>
                  </a:lnTo>
                  <a:lnTo>
                    <a:pt x="711" y="936"/>
                  </a:lnTo>
                  <a:lnTo>
                    <a:pt x="711" y="934"/>
                  </a:lnTo>
                  <a:close/>
                  <a:moveTo>
                    <a:pt x="583" y="831"/>
                  </a:moveTo>
                  <a:lnTo>
                    <a:pt x="586" y="834"/>
                  </a:lnTo>
                  <a:lnTo>
                    <a:pt x="588" y="837"/>
                  </a:lnTo>
                  <a:lnTo>
                    <a:pt x="585" y="836"/>
                  </a:lnTo>
                  <a:lnTo>
                    <a:pt x="583" y="834"/>
                  </a:lnTo>
                  <a:lnTo>
                    <a:pt x="583" y="833"/>
                  </a:lnTo>
                  <a:lnTo>
                    <a:pt x="583" y="831"/>
                  </a:lnTo>
                  <a:close/>
                  <a:moveTo>
                    <a:pt x="444" y="602"/>
                  </a:moveTo>
                  <a:lnTo>
                    <a:pt x="444" y="604"/>
                  </a:lnTo>
                  <a:lnTo>
                    <a:pt x="440" y="607"/>
                  </a:lnTo>
                  <a:lnTo>
                    <a:pt x="442" y="610"/>
                  </a:lnTo>
                  <a:lnTo>
                    <a:pt x="444" y="611"/>
                  </a:lnTo>
                  <a:lnTo>
                    <a:pt x="444" y="613"/>
                  </a:lnTo>
                  <a:lnTo>
                    <a:pt x="444" y="614"/>
                  </a:lnTo>
                  <a:lnTo>
                    <a:pt x="444" y="616"/>
                  </a:lnTo>
                  <a:lnTo>
                    <a:pt x="442" y="618"/>
                  </a:lnTo>
                  <a:lnTo>
                    <a:pt x="444" y="619"/>
                  </a:lnTo>
                  <a:lnTo>
                    <a:pt x="442" y="622"/>
                  </a:lnTo>
                  <a:lnTo>
                    <a:pt x="448" y="630"/>
                  </a:lnTo>
                  <a:lnTo>
                    <a:pt x="454" y="644"/>
                  </a:lnTo>
                  <a:lnTo>
                    <a:pt x="451" y="650"/>
                  </a:lnTo>
                  <a:lnTo>
                    <a:pt x="451" y="656"/>
                  </a:lnTo>
                  <a:lnTo>
                    <a:pt x="450" y="665"/>
                  </a:lnTo>
                  <a:lnTo>
                    <a:pt x="447" y="668"/>
                  </a:lnTo>
                  <a:lnTo>
                    <a:pt x="448" y="670"/>
                  </a:lnTo>
                  <a:lnTo>
                    <a:pt x="445" y="673"/>
                  </a:lnTo>
                  <a:lnTo>
                    <a:pt x="445" y="678"/>
                  </a:lnTo>
                  <a:lnTo>
                    <a:pt x="442" y="679"/>
                  </a:lnTo>
                  <a:lnTo>
                    <a:pt x="442" y="684"/>
                  </a:lnTo>
                  <a:lnTo>
                    <a:pt x="442" y="687"/>
                  </a:lnTo>
                  <a:lnTo>
                    <a:pt x="445" y="688"/>
                  </a:lnTo>
                  <a:lnTo>
                    <a:pt x="445" y="690"/>
                  </a:lnTo>
                  <a:lnTo>
                    <a:pt x="444" y="691"/>
                  </a:lnTo>
                  <a:lnTo>
                    <a:pt x="442" y="690"/>
                  </a:lnTo>
                  <a:lnTo>
                    <a:pt x="440" y="691"/>
                  </a:lnTo>
                  <a:lnTo>
                    <a:pt x="436" y="694"/>
                  </a:lnTo>
                  <a:lnTo>
                    <a:pt x="434" y="691"/>
                  </a:lnTo>
                  <a:lnTo>
                    <a:pt x="431" y="690"/>
                  </a:lnTo>
                  <a:lnTo>
                    <a:pt x="428" y="691"/>
                  </a:lnTo>
                  <a:lnTo>
                    <a:pt x="428" y="690"/>
                  </a:lnTo>
                  <a:lnTo>
                    <a:pt x="425" y="688"/>
                  </a:lnTo>
                  <a:lnTo>
                    <a:pt x="422" y="685"/>
                  </a:lnTo>
                  <a:lnTo>
                    <a:pt x="420" y="684"/>
                  </a:lnTo>
                  <a:lnTo>
                    <a:pt x="417" y="685"/>
                  </a:lnTo>
                  <a:lnTo>
                    <a:pt x="416" y="684"/>
                  </a:lnTo>
                  <a:lnTo>
                    <a:pt x="413" y="684"/>
                  </a:lnTo>
                  <a:lnTo>
                    <a:pt x="411" y="684"/>
                  </a:lnTo>
                  <a:lnTo>
                    <a:pt x="411" y="681"/>
                  </a:lnTo>
                  <a:lnTo>
                    <a:pt x="407" y="681"/>
                  </a:lnTo>
                  <a:lnTo>
                    <a:pt x="407" y="678"/>
                  </a:lnTo>
                  <a:lnTo>
                    <a:pt x="402" y="676"/>
                  </a:lnTo>
                  <a:lnTo>
                    <a:pt x="399" y="673"/>
                  </a:lnTo>
                  <a:lnTo>
                    <a:pt x="396" y="671"/>
                  </a:lnTo>
                  <a:lnTo>
                    <a:pt x="394" y="671"/>
                  </a:lnTo>
                  <a:lnTo>
                    <a:pt x="393" y="670"/>
                  </a:lnTo>
                  <a:lnTo>
                    <a:pt x="397" y="667"/>
                  </a:lnTo>
                  <a:lnTo>
                    <a:pt x="402" y="664"/>
                  </a:lnTo>
                  <a:lnTo>
                    <a:pt x="405" y="661"/>
                  </a:lnTo>
                  <a:lnTo>
                    <a:pt x="405" y="661"/>
                  </a:lnTo>
                  <a:lnTo>
                    <a:pt x="407" y="659"/>
                  </a:lnTo>
                  <a:lnTo>
                    <a:pt x="407" y="656"/>
                  </a:lnTo>
                  <a:lnTo>
                    <a:pt x="408" y="654"/>
                  </a:lnTo>
                  <a:lnTo>
                    <a:pt x="408" y="653"/>
                  </a:lnTo>
                  <a:lnTo>
                    <a:pt x="408" y="651"/>
                  </a:lnTo>
                  <a:lnTo>
                    <a:pt x="407" y="650"/>
                  </a:lnTo>
                  <a:lnTo>
                    <a:pt x="405" y="642"/>
                  </a:lnTo>
                  <a:lnTo>
                    <a:pt x="407" y="634"/>
                  </a:lnTo>
                  <a:lnTo>
                    <a:pt x="407" y="627"/>
                  </a:lnTo>
                  <a:lnTo>
                    <a:pt x="410" y="619"/>
                  </a:lnTo>
                  <a:lnTo>
                    <a:pt x="410" y="618"/>
                  </a:lnTo>
                  <a:lnTo>
                    <a:pt x="411" y="614"/>
                  </a:lnTo>
                  <a:lnTo>
                    <a:pt x="414" y="613"/>
                  </a:lnTo>
                  <a:lnTo>
                    <a:pt x="416" y="611"/>
                  </a:lnTo>
                  <a:lnTo>
                    <a:pt x="419" y="613"/>
                  </a:lnTo>
                  <a:lnTo>
                    <a:pt x="422" y="613"/>
                  </a:lnTo>
                  <a:lnTo>
                    <a:pt x="425" y="610"/>
                  </a:lnTo>
                  <a:lnTo>
                    <a:pt x="428" y="608"/>
                  </a:lnTo>
                  <a:lnTo>
                    <a:pt x="431" y="607"/>
                  </a:lnTo>
                  <a:lnTo>
                    <a:pt x="436" y="607"/>
                  </a:lnTo>
                  <a:lnTo>
                    <a:pt x="439" y="607"/>
                  </a:lnTo>
                  <a:lnTo>
                    <a:pt x="440" y="605"/>
                  </a:lnTo>
                  <a:lnTo>
                    <a:pt x="442" y="604"/>
                  </a:lnTo>
                  <a:lnTo>
                    <a:pt x="444" y="602"/>
                  </a:lnTo>
                  <a:close/>
                  <a:moveTo>
                    <a:pt x="41" y="130"/>
                  </a:moveTo>
                  <a:lnTo>
                    <a:pt x="46" y="132"/>
                  </a:lnTo>
                  <a:lnTo>
                    <a:pt x="53" y="138"/>
                  </a:lnTo>
                  <a:lnTo>
                    <a:pt x="59" y="146"/>
                  </a:lnTo>
                  <a:lnTo>
                    <a:pt x="63" y="152"/>
                  </a:lnTo>
                  <a:lnTo>
                    <a:pt x="59" y="152"/>
                  </a:lnTo>
                  <a:lnTo>
                    <a:pt x="58" y="150"/>
                  </a:lnTo>
                  <a:lnTo>
                    <a:pt x="56" y="149"/>
                  </a:lnTo>
                  <a:lnTo>
                    <a:pt x="55" y="147"/>
                  </a:lnTo>
                  <a:lnTo>
                    <a:pt x="52" y="150"/>
                  </a:lnTo>
                  <a:lnTo>
                    <a:pt x="44" y="147"/>
                  </a:lnTo>
                  <a:lnTo>
                    <a:pt x="39" y="139"/>
                  </a:lnTo>
                  <a:lnTo>
                    <a:pt x="41" y="130"/>
                  </a:lnTo>
                  <a:close/>
                  <a:moveTo>
                    <a:pt x="35" y="0"/>
                  </a:moveTo>
                  <a:lnTo>
                    <a:pt x="36" y="0"/>
                  </a:lnTo>
                  <a:lnTo>
                    <a:pt x="41" y="1"/>
                  </a:lnTo>
                  <a:lnTo>
                    <a:pt x="107" y="26"/>
                  </a:lnTo>
                  <a:lnTo>
                    <a:pt x="173" y="49"/>
                  </a:lnTo>
                  <a:lnTo>
                    <a:pt x="238" y="73"/>
                  </a:lnTo>
                  <a:lnTo>
                    <a:pt x="304" y="96"/>
                  </a:lnTo>
                  <a:lnTo>
                    <a:pt x="368" y="121"/>
                  </a:lnTo>
                  <a:lnTo>
                    <a:pt x="434" y="144"/>
                  </a:lnTo>
                  <a:lnTo>
                    <a:pt x="499" y="169"/>
                  </a:lnTo>
                  <a:lnTo>
                    <a:pt x="565" y="192"/>
                  </a:lnTo>
                  <a:lnTo>
                    <a:pt x="573" y="195"/>
                  </a:lnTo>
                  <a:lnTo>
                    <a:pt x="582" y="198"/>
                  </a:lnTo>
                  <a:lnTo>
                    <a:pt x="589" y="201"/>
                  </a:lnTo>
                  <a:lnTo>
                    <a:pt x="597" y="204"/>
                  </a:lnTo>
                  <a:lnTo>
                    <a:pt x="606" y="207"/>
                  </a:lnTo>
                  <a:lnTo>
                    <a:pt x="614" y="210"/>
                  </a:lnTo>
                  <a:lnTo>
                    <a:pt x="623" y="213"/>
                  </a:lnTo>
                  <a:lnTo>
                    <a:pt x="631" y="216"/>
                  </a:lnTo>
                  <a:lnTo>
                    <a:pt x="636" y="218"/>
                  </a:lnTo>
                  <a:lnTo>
                    <a:pt x="645" y="219"/>
                  </a:lnTo>
                  <a:lnTo>
                    <a:pt x="654" y="219"/>
                  </a:lnTo>
                  <a:lnTo>
                    <a:pt x="662" y="219"/>
                  </a:lnTo>
                  <a:lnTo>
                    <a:pt x="811" y="219"/>
                  </a:lnTo>
                  <a:lnTo>
                    <a:pt x="818" y="219"/>
                  </a:lnTo>
                  <a:lnTo>
                    <a:pt x="824" y="219"/>
                  </a:lnTo>
                  <a:lnTo>
                    <a:pt x="927" y="219"/>
                  </a:lnTo>
                  <a:lnTo>
                    <a:pt x="934" y="219"/>
                  </a:lnTo>
                  <a:lnTo>
                    <a:pt x="970" y="219"/>
                  </a:lnTo>
                  <a:lnTo>
                    <a:pt x="969" y="235"/>
                  </a:lnTo>
                  <a:lnTo>
                    <a:pt x="967" y="250"/>
                  </a:lnTo>
                  <a:lnTo>
                    <a:pt x="964" y="266"/>
                  </a:lnTo>
                  <a:lnTo>
                    <a:pt x="963" y="281"/>
                  </a:lnTo>
                  <a:lnTo>
                    <a:pt x="963" y="287"/>
                  </a:lnTo>
                  <a:lnTo>
                    <a:pt x="961" y="293"/>
                  </a:lnTo>
                  <a:lnTo>
                    <a:pt x="961" y="299"/>
                  </a:lnTo>
                  <a:lnTo>
                    <a:pt x="960" y="305"/>
                  </a:lnTo>
                  <a:lnTo>
                    <a:pt x="960" y="309"/>
                  </a:lnTo>
                  <a:lnTo>
                    <a:pt x="958" y="312"/>
                  </a:lnTo>
                  <a:lnTo>
                    <a:pt x="960" y="315"/>
                  </a:lnTo>
                  <a:lnTo>
                    <a:pt x="961" y="318"/>
                  </a:lnTo>
                  <a:lnTo>
                    <a:pt x="970" y="324"/>
                  </a:lnTo>
                  <a:lnTo>
                    <a:pt x="980" y="332"/>
                  </a:lnTo>
                  <a:lnTo>
                    <a:pt x="989" y="339"/>
                  </a:lnTo>
                  <a:lnTo>
                    <a:pt x="998" y="347"/>
                  </a:lnTo>
                  <a:lnTo>
                    <a:pt x="1000" y="350"/>
                  </a:lnTo>
                  <a:lnTo>
                    <a:pt x="1003" y="350"/>
                  </a:lnTo>
                  <a:lnTo>
                    <a:pt x="1006" y="352"/>
                  </a:lnTo>
                  <a:lnTo>
                    <a:pt x="1009" y="353"/>
                  </a:lnTo>
                  <a:lnTo>
                    <a:pt x="1015" y="355"/>
                  </a:lnTo>
                  <a:lnTo>
                    <a:pt x="1018" y="356"/>
                  </a:lnTo>
                  <a:lnTo>
                    <a:pt x="1023" y="359"/>
                  </a:lnTo>
                  <a:lnTo>
                    <a:pt x="1026" y="362"/>
                  </a:lnTo>
                  <a:lnTo>
                    <a:pt x="1030" y="365"/>
                  </a:lnTo>
                  <a:lnTo>
                    <a:pt x="1032" y="369"/>
                  </a:lnTo>
                  <a:lnTo>
                    <a:pt x="1032" y="372"/>
                  </a:lnTo>
                  <a:lnTo>
                    <a:pt x="1033" y="376"/>
                  </a:lnTo>
                  <a:lnTo>
                    <a:pt x="1033" y="382"/>
                  </a:lnTo>
                  <a:lnTo>
                    <a:pt x="1033" y="387"/>
                  </a:lnTo>
                  <a:lnTo>
                    <a:pt x="1035" y="393"/>
                  </a:lnTo>
                  <a:lnTo>
                    <a:pt x="1035" y="399"/>
                  </a:lnTo>
                  <a:lnTo>
                    <a:pt x="1035" y="401"/>
                  </a:lnTo>
                  <a:lnTo>
                    <a:pt x="1035" y="402"/>
                  </a:lnTo>
                  <a:lnTo>
                    <a:pt x="1035" y="404"/>
                  </a:lnTo>
                  <a:lnTo>
                    <a:pt x="1035" y="405"/>
                  </a:lnTo>
                  <a:lnTo>
                    <a:pt x="1036" y="418"/>
                  </a:lnTo>
                  <a:lnTo>
                    <a:pt x="1036" y="428"/>
                  </a:lnTo>
                  <a:lnTo>
                    <a:pt x="1038" y="441"/>
                  </a:lnTo>
                  <a:lnTo>
                    <a:pt x="1040" y="453"/>
                  </a:lnTo>
                  <a:lnTo>
                    <a:pt x="1040" y="455"/>
                  </a:lnTo>
                  <a:lnTo>
                    <a:pt x="1040" y="458"/>
                  </a:lnTo>
                  <a:lnTo>
                    <a:pt x="1040" y="459"/>
                  </a:lnTo>
                  <a:lnTo>
                    <a:pt x="1038" y="462"/>
                  </a:lnTo>
                  <a:lnTo>
                    <a:pt x="1036" y="465"/>
                  </a:lnTo>
                  <a:lnTo>
                    <a:pt x="1036" y="468"/>
                  </a:lnTo>
                  <a:lnTo>
                    <a:pt x="1036" y="472"/>
                  </a:lnTo>
                  <a:lnTo>
                    <a:pt x="1035" y="475"/>
                  </a:lnTo>
                  <a:lnTo>
                    <a:pt x="1035" y="475"/>
                  </a:lnTo>
                  <a:lnTo>
                    <a:pt x="1035" y="476"/>
                  </a:lnTo>
                  <a:lnTo>
                    <a:pt x="1035" y="476"/>
                  </a:lnTo>
                  <a:lnTo>
                    <a:pt x="1035" y="476"/>
                  </a:lnTo>
                  <a:lnTo>
                    <a:pt x="1035" y="481"/>
                  </a:lnTo>
                  <a:lnTo>
                    <a:pt x="1035" y="484"/>
                  </a:lnTo>
                  <a:lnTo>
                    <a:pt x="1035" y="487"/>
                  </a:lnTo>
                  <a:lnTo>
                    <a:pt x="1033" y="492"/>
                  </a:lnTo>
                  <a:lnTo>
                    <a:pt x="1033" y="507"/>
                  </a:lnTo>
                  <a:lnTo>
                    <a:pt x="1032" y="521"/>
                  </a:lnTo>
                  <a:lnTo>
                    <a:pt x="1030" y="536"/>
                  </a:lnTo>
                  <a:lnTo>
                    <a:pt x="1029" y="550"/>
                  </a:lnTo>
                  <a:lnTo>
                    <a:pt x="1029" y="555"/>
                  </a:lnTo>
                  <a:lnTo>
                    <a:pt x="1029" y="559"/>
                  </a:lnTo>
                  <a:lnTo>
                    <a:pt x="1029" y="564"/>
                  </a:lnTo>
                  <a:lnTo>
                    <a:pt x="1027" y="568"/>
                  </a:lnTo>
                  <a:lnTo>
                    <a:pt x="1027" y="571"/>
                  </a:lnTo>
                  <a:lnTo>
                    <a:pt x="1027" y="573"/>
                  </a:lnTo>
                  <a:lnTo>
                    <a:pt x="1026" y="575"/>
                  </a:lnTo>
                  <a:lnTo>
                    <a:pt x="1024" y="575"/>
                  </a:lnTo>
                  <a:lnTo>
                    <a:pt x="1021" y="575"/>
                  </a:lnTo>
                  <a:lnTo>
                    <a:pt x="1018" y="575"/>
                  </a:lnTo>
                  <a:lnTo>
                    <a:pt x="1015" y="575"/>
                  </a:lnTo>
                  <a:lnTo>
                    <a:pt x="1012" y="575"/>
                  </a:lnTo>
                  <a:lnTo>
                    <a:pt x="1013" y="584"/>
                  </a:lnTo>
                  <a:lnTo>
                    <a:pt x="1015" y="593"/>
                  </a:lnTo>
                  <a:lnTo>
                    <a:pt x="1015" y="602"/>
                  </a:lnTo>
                  <a:lnTo>
                    <a:pt x="1017" y="611"/>
                  </a:lnTo>
                  <a:lnTo>
                    <a:pt x="1018" y="621"/>
                  </a:lnTo>
                  <a:lnTo>
                    <a:pt x="1018" y="631"/>
                  </a:lnTo>
                  <a:lnTo>
                    <a:pt x="1020" y="641"/>
                  </a:lnTo>
                  <a:lnTo>
                    <a:pt x="1021" y="651"/>
                  </a:lnTo>
                  <a:lnTo>
                    <a:pt x="1023" y="659"/>
                  </a:lnTo>
                  <a:lnTo>
                    <a:pt x="1023" y="667"/>
                  </a:lnTo>
                  <a:lnTo>
                    <a:pt x="1024" y="673"/>
                  </a:lnTo>
                  <a:lnTo>
                    <a:pt x="1024" y="681"/>
                  </a:lnTo>
                  <a:lnTo>
                    <a:pt x="1024" y="684"/>
                  </a:lnTo>
                  <a:lnTo>
                    <a:pt x="1026" y="685"/>
                  </a:lnTo>
                  <a:lnTo>
                    <a:pt x="1026" y="687"/>
                  </a:lnTo>
                  <a:lnTo>
                    <a:pt x="1026" y="690"/>
                  </a:lnTo>
                  <a:lnTo>
                    <a:pt x="1026" y="691"/>
                  </a:lnTo>
                  <a:lnTo>
                    <a:pt x="1027" y="693"/>
                  </a:lnTo>
                  <a:lnTo>
                    <a:pt x="1027" y="694"/>
                  </a:lnTo>
                  <a:lnTo>
                    <a:pt x="1027" y="696"/>
                  </a:lnTo>
                  <a:lnTo>
                    <a:pt x="1026" y="702"/>
                  </a:lnTo>
                  <a:lnTo>
                    <a:pt x="1024" y="708"/>
                  </a:lnTo>
                  <a:lnTo>
                    <a:pt x="1023" y="714"/>
                  </a:lnTo>
                  <a:lnTo>
                    <a:pt x="1023" y="719"/>
                  </a:lnTo>
                  <a:lnTo>
                    <a:pt x="1024" y="724"/>
                  </a:lnTo>
                  <a:lnTo>
                    <a:pt x="1026" y="730"/>
                  </a:lnTo>
                  <a:lnTo>
                    <a:pt x="1027" y="734"/>
                  </a:lnTo>
                  <a:lnTo>
                    <a:pt x="1029" y="741"/>
                  </a:lnTo>
                  <a:lnTo>
                    <a:pt x="1030" y="744"/>
                  </a:lnTo>
                  <a:lnTo>
                    <a:pt x="1032" y="748"/>
                  </a:lnTo>
                  <a:lnTo>
                    <a:pt x="1033" y="751"/>
                  </a:lnTo>
                  <a:lnTo>
                    <a:pt x="1035" y="756"/>
                  </a:lnTo>
                  <a:lnTo>
                    <a:pt x="1036" y="759"/>
                  </a:lnTo>
                  <a:lnTo>
                    <a:pt x="1038" y="764"/>
                  </a:lnTo>
                  <a:lnTo>
                    <a:pt x="1040" y="768"/>
                  </a:lnTo>
                  <a:lnTo>
                    <a:pt x="1040" y="771"/>
                  </a:lnTo>
                  <a:lnTo>
                    <a:pt x="1035" y="774"/>
                  </a:lnTo>
                  <a:lnTo>
                    <a:pt x="1032" y="777"/>
                  </a:lnTo>
                  <a:lnTo>
                    <a:pt x="1029" y="781"/>
                  </a:lnTo>
                  <a:lnTo>
                    <a:pt x="1026" y="785"/>
                  </a:lnTo>
                  <a:lnTo>
                    <a:pt x="1023" y="785"/>
                  </a:lnTo>
                  <a:lnTo>
                    <a:pt x="1021" y="785"/>
                  </a:lnTo>
                  <a:lnTo>
                    <a:pt x="1018" y="785"/>
                  </a:lnTo>
                  <a:lnTo>
                    <a:pt x="1015" y="784"/>
                  </a:lnTo>
                  <a:lnTo>
                    <a:pt x="1009" y="782"/>
                  </a:lnTo>
                  <a:lnTo>
                    <a:pt x="1004" y="781"/>
                  </a:lnTo>
                  <a:lnTo>
                    <a:pt x="998" y="779"/>
                  </a:lnTo>
                  <a:lnTo>
                    <a:pt x="993" y="777"/>
                  </a:lnTo>
                  <a:lnTo>
                    <a:pt x="984" y="776"/>
                  </a:lnTo>
                  <a:lnTo>
                    <a:pt x="977" y="776"/>
                  </a:lnTo>
                  <a:lnTo>
                    <a:pt x="970" y="776"/>
                  </a:lnTo>
                  <a:lnTo>
                    <a:pt x="961" y="777"/>
                  </a:lnTo>
                  <a:lnTo>
                    <a:pt x="958" y="777"/>
                  </a:lnTo>
                  <a:lnTo>
                    <a:pt x="955" y="779"/>
                  </a:lnTo>
                  <a:lnTo>
                    <a:pt x="952" y="781"/>
                  </a:lnTo>
                  <a:lnTo>
                    <a:pt x="949" y="784"/>
                  </a:lnTo>
                  <a:lnTo>
                    <a:pt x="946" y="787"/>
                  </a:lnTo>
                  <a:lnTo>
                    <a:pt x="943" y="790"/>
                  </a:lnTo>
                  <a:lnTo>
                    <a:pt x="941" y="793"/>
                  </a:lnTo>
                  <a:lnTo>
                    <a:pt x="943" y="797"/>
                  </a:lnTo>
                  <a:lnTo>
                    <a:pt x="947" y="808"/>
                  </a:lnTo>
                  <a:lnTo>
                    <a:pt x="952" y="820"/>
                  </a:lnTo>
                  <a:lnTo>
                    <a:pt x="957" y="833"/>
                  </a:lnTo>
                  <a:lnTo>
                    <a:pt x="963" y="845"/>
                  </a:lnTo>
                  <a:lnTo>
                    <a:pt x="963" y="848"/>
                  </a:lnTo>
                  <a:lnTo>
                    <a:pt x="966" y="850"/>
                  </a:lnTo>
                  <a:lnTo>
                    <a:pt x="967" y="851"/>
                  </a:lnTo>
                  <a:lnTo>
                    <a:pt x="969" y="853"/>
                  </a:lnTo>
                  <a:lnTo>
                    <a:pt x="972" y="854"/>
                  </a:lnTo>
                  <a:lnTo>
                    <a:pt x="975" y="856"/>
                  </a:lnTo>
                  <a:lnTo>
                    <a:pt x="978" y="857"/>
                  </a:lnTo>
                  <a:lnTo>
                    <a:pt x="981" y="859"/>
                  </a:lnTo>
                  <a:lnTo>
                    <a:pt x="983" y="860"/>
                  </a:lnTo>
                  <a:lnTo>
                    <a:pt x="983" y="865"/>
                  </a:lnTo>
                  <a:lnTo>
                    <a:pt x="984" y="870"/>
                  </a:lnTo>
                  <a:lnTo>
                    <a:pt x="986" y="873"/>
                  </a:lnTo>
                  <a:lnTo>
                    <a:pt x="990" y="876"/>
                  </a:lnTo>
                  <a:lnTo>
                    <a:pt x="995" y="880"/>
                  </a:lnTo>
                  <a:lnTo>
                    <a:pt x="1000" y="884"/>
                  </a:lnTo>
                  <a:lnTo>
                    <a:pt x="1004" y="887"/>
                  </a:lnTo>
                  <a:lnTo>
                    <a:pt x="1003" y="890"/>
                  </a:lnTo>
                  <a:lnTo>
                    <a:pt x="1001" y="891"/>
                  </a:lnTo>
                  <a:lnTo>
                    <a:pt x="1001" y="894"/>
                  </a:lnTo>
                  <a:lnTo>
                    <a:pt x="1001" y="897"/>
                  </a:lnTo>
                  <a:lnTo>
                    <a:pt x="1004" y="900"/>
                  </a:lnTo>
                  <a:lnTo>
                    <a:pt x="1007" y="905"/>
                  </a:lnTo>
                  <a:lnTo>
                    <a:pt x="1012" y="908"/>
                  </a:lnTo>
                  <a:lnTo>
                    <a:pt x="1017" y="910"/>
                  </a:lnTo>
                  <a:lnTo>
                    <a:pt x="1018" y="911"/>
                  </a:lnTo>
                  <a:lnTo>
                    <a:pt x="1020" y="914"/>
                  </a:lnTo>
                  <a:lnTo>
                    <a:pt x="1021" y="917"/>
                  </a:lnTo>
                  <a:lnTo>
                    <a:pt x="1021" y="920"/>
                  </a:lnTo>
                  <a:lnTo>
                    <a:pt x="1021" y="923"/>
                  </a:lnTo>
                  <a:lnTo>
                    <a:pt x="1021" y="928"/>
                  </a:lnTo>
                  <a:lnTo>
                    <a:pt x="1020" y="931"/>
                  </a:lnTo>
                  <a:lnTo>
                    <a:pt x="1020" y="934"/>
                  </a:lnTo>
                  <a:lnTo>
                    <a:pt x="1020" y="937"/>
                  </a:lnTo>
                  <a:lnTo>
                    <a:pt x="1020" y="940"/>
                  </a:lnTo>
                  <a:lnTo>
                    <a:pt x="1021" y="943"/>
                  </a:lnTo>
                  <a:lnTo>
                    <a:pt x="1023" y="947"/>
                  </a:lnTo>
                  <a:lnTo>
                    <a:pt x="1024" y="953"/>
                  </a:lnTo>
                  <a:lnTo>
                    <a:pt x="1021" y="956"/>
                  </a:lnTo>
                  <a:lnTo>
                    <a:pt x="1020" y="959"/>
                  </a:lnTo>
                  <a:lnTo>
                    <a:pt x="1017" y="963"/>
                  </a:lnTo>
                  <a:lnTo>
                    <a:pt x="1015" y="968"/>
                  </a:lnTo>
                  <a:lnTo>
                    <a:pt x="1015" y="971"/>
                  </a:lnTo>
                  <a:lnTo>
                    <a:pt x="1017" y="976"/>
                  </a:lnTo>
                  <a:lnTo>
                    <a:pt x="1020" y="979"/>
                  </a:lnTo>
                  <a:lnTo>
                    <a:pt x="1023" y="985"/>
                  </a:lnTo>
                  <a:lnTo>
                    <a:pt x="1026" y="990"/>
                  </a:lnTo>
                  <a:lnTo>
                    <a:pt x="1030" y="996"/>
                  </a:lnTo>
                  <a:lnTo>
                    <a:pt x="1033" y="1000"/>
                  </a:lnTo>
                  <a:lnTo>
                    <a:pt x="1036" y="1002"/>
                  </a:lnTo>
                  <a:lnTo>
                    <a:pt x="1038" y="1003"/>
                  </a:lnTo>
                  <a:lnTo>
                    <a:pt x="1040" y="1003"/>
                  </a:lnTo>
                  <a:lnTo>
                    <a:pt x="1043" y="1003"/>
                  </a:lnTo>
                  <a:lnTo>
                    <a:pt x="1044" y="1003"/>
                  </a:lnTo>
                  <a:lnTo>
                    <a:pt x="1046" y="1003"/>
                  </a:lnTo>
                  <a:lnTo>
                    <a:pt x="1046" y="1003"/>
                  </a:lnTo>
                  <a:lnTo>
                    <a:pt x="1047" y="1003"/>
                  </a:lnTo>
                  <a:lnTo>
                    <a:pt x="1047" y="1006"/>
                  </a:lnTo>
                  <a:lnTo>
                    <a:pt x="1049" y="1008"/>
                  </a:lnTo>
                  <a:lnTo>
                    <a:pt x="1050" y="1010"/>
                  </a:lnTo>
                  <a:lnTo>
                    <a:pt x="1050" y="1010"/>
                  </a:lnTo>
                  <a:lnTo>
                    <a:pt x="1050" y="1011"/>
                  </a:lnTo>
                  <a:lnTo>
                    <a:pt x="1050" y="1016"/>
                  </a:lnTo>
                  <a:lnTo>
                    <a:pt x="1049" y="1020"/>
                  </a:lnTo>
                  <a:lnTo>
                    <a:pt x="1047" y="1025"/>
                  </a:lnTo>
                  <a:lnTo>
                    <a:pt x="1046" y="1030"/>
                  </a:lnTo>
                  <a:lnTo>
                    <a:pt x="1046" y="1033"/>
                  </a:lnTo>
                  <a:lnTo>
                    <a:pt x="1046" y="1037"/>
                  </a:lnTo>
                  <a:lnTo>
                    <a:pt x="1046" y="1040"/>
                  </a:lnTo>
                  <a:lnTo>
                    <a:pt x="1044" y="1043"/>
                  </a:lnTo>
                  <a:lnTo>
                    <a:pt x="1036" y="1050"/>
                  </a:lnTo>
                  <a:lnTo>
                    <a:pt x="1029" y="1057"/>
                  </a:lnTo>
                  <a:lnTo>
                    <a:pt x="1021" y="1063"/>
                  </a:lnTo>
                  <a:lnTo>
                    <a:pt x="1012" y="1070"/>
                  </a:lnTo>
                  <a:lnTo>
                    <a:pt x="997" y="1083"/>
                  </a:lnTo>
                  <a:lnTo>
                    <a:pt x="981" y="1096"/>
                  </a:lnTo>
                  <a:lnTo>
                    <a:pt x="966" y="1108"/>
                  </a:lnTo>
                  <a:lnTo>
                    <a:pt x="949" y="1120"/>
                  </a:lnTo>
                  <a:lnTo>
                    <a:pt x="947" y="1122"/>
                  </a:lnTo>
                  <a:lnTo>
                    <a:pt x="947" y="1122"/>
                  </a:lnTo>
                  <a:lnTo>
                    <a:pt x="946" y="1123"/>
                  </a:lnTo>
                  <a:lnTo>
                    <a:pt x="944" y="1125"/>
                  </a:lnTo>
                  <a:lnTo>
                    <a:pt x="943" y="1126"/>
                  </a:lnTo>
                  <a:lnTo>
                    <a:pt x="941" y="1122"/>
                  </a:lnTo>
                  <a:lnTo>
                    <a:pt x="937" y="1119"/>
                  </a:lnTo>
                  <a:lnTo>
                    <a:pt x="937" y="1119"/>
                  </a:lnTo>
                  <a:lnTo>
                    <a:pt x="937" y="1120"/>
                  </a:lnTo>
                  <a:lnTo>
                    <a:pt x="938" y="1122"/>
                  </a:lnTo>
                  <a:lnTo>
                    <a:pt x="938" y="1122"/>
                  </a:lnTo>
                  <a:lnTo>
                    <a:pt x="935" y="1122"/>
                  </a:lnTo>
                  <a:lnTo>
                    <a:pt x="934" y="1120"/>
                  </a:lnTo>
                  <a:lnTo>
                    <a:pt x="932" y="1122"/>
                  </a:lnTo>
                  <a:lnTo>
                    <a:pt x="927" y="1126"/>
                  </a:lnTo>
                  <a:lnTo>
                    <a:pt x="926" y="1126"/>
                  </a:lnTo>
                  <a:lnTo>
                    <a:pt x="926" y="1123"/>
                  </a:lnTo>
                  <a:lnTo>
                    <a:pt x="927" y="1111"/>
                  </a:lnTo>
                  <a:lnTo>
                    <a:pt x="926" y="1105"/>
                  </a:lnTo>
                  <a:lnTo>
                    <a:pt x="924" y="1097"/>
                  </a:lnTo>
                  <a:lnTo>
                    <a:pt x="921" y="1093"/>
                  </a:lnTo>
                  <a:lnTo>
                    <a:pt x="915" y="1085"/>
                  </a:lnTo>
                  <a:lnTo>
                    <a:pt x="909" y="1080"/>
                  </a:lnTo>
                  <a:lnTo>
                    <a:pt x="904" y="1073"/>
                  </a:lnTo>
                  <a:lnTo>
                    <a:pt x="898" y="1068"/>
                  </a:lnTo>
                  <a:lnTo>
                    <a:pt x="894" y="1066"/>
                  </a:lnTo>
                  <a:lnTo>
                    <a:pt x="889" y="1066"/>
                  </a:lnTo>
                  <a:lnTo>
                    <a:pt x="889" y="1065"/>
                  </a:lnTo>
                  <a:lnTo>
                    <a:pt x="891" y="1065"/>
                  </a:lnTo>
                  <a:lnTo>
                    <a:pt x="894" y="1065"/>
                  </a:lnTo>
                  <a:lnTo>
                    <a:pt x="897" y="1066"/>
                  </a:lnTo>
                  <a:lnTo>
                    <a:pt x="897" y="1063"/>
                  </a:lnTo>
                  <a:lnTo>
                    <a:pt x="895" y="1063"/>
                  </a:lnTo>
                  <a:lnTo>
                    <a:pt x="897" y="1060"/>
                  </a:lnTo>
                  <a:lnTo>
                    <a:pt x="895" y="1059"/>
                  </a:lnTo>
                  <a:lnTo>
                    <a:pt x="892" y="1059"/>
                  </a:lnTo>
                  <a:lnTo>
                    <a:pt x="891" y="1059"/>
                  </a:lnTo>
                  <a:lnTo>
                    <a:pt x="889" y="1057"/>
                  </a:lnTo>
                  <a:lnTo>
                    <a:pt x="889" y="1054"/>
                  </a:lnTo>
                  <a:lnTo>
                    <a:pt x="886" y="1056"/>
                  </a:lnTo>
                  <a:lnTo>
                    <a:pt x="884" y="1056"/>
                  </a:lnTo>
                  <a:lnTo>
                    <a:pt x="884" y="1053"/>
                  </a:lnTo>
                  <a:lnTo>
                    <a:pt x="881" y="1053"/>
                  </a:lnTo>
                  <a:lnTo>
                    <a:pt x="880" y="1054"/>
                  </a:lnTo>
                  <a:lnTo>
                    <a:pt x="878" y="1057"/>
                  </a:lnTo>
                  <a:lnTo>
                    <a:pt x="877" y="1059"/>
                  </a:lnTo>
                  <a:lnTo>
                    <a:pt x="878" y="1059"/>
                  </a:lnTo>
                  <a:lnTo>
                    <a:pt x="880" y="1060"/>
                  </a:lnTo>
                  <a:lnTo>
                    <a:pt x="883" y="1060"/>
                  </a:lnTo>
                  <a:lnTo>
                    <a:pt x="883" y="1062"/>
                  </a:lnTo>
                  <a:lnTo>
                    <a:pt x="883" y="1062"/>
                  </a:lnTo>
                  <a:lnTo>
                    <a:pt x="881" y="1063"/>
                  </a:lnTo>
                  <a:lnTo>
                    <a:pt x="884" y="1065"/>
                  </a:lnTo>
                  <a:lnTo>
                    <a:pt x="887" y="1066"/>
                  </a:lnTo>
                  <a:lnTo>
                    <a:pt x="886" y="1066"/>
                  </a:lnTo>
                  <a:lnTo>
                    <a:pt x="881" y="1065"/>
                  </a:lnTo>
                  <a:lnTo>
                    <a:pt x="869" y="1062"/>
                  </a:lnTo>
                  <a:lnTo>
                    <a:pt x="861" y="1063"/>
                  </a:lnTo>
                  <a:lnTo>
                    <a:pt x="860" y="1065"/>
                  </a:lnTo>
                  <a:lnTo>
                    <a:pt x="860" y="1066"/>
                  </a:lnTo>
                  <a:lnTo>
                    <a:pt x="855" y="1065"/>
                  </a:lnTo>
                  <a:lnTo>
                    <a:pt x="849" y="1063"/>
                  </a:lnTo>
                  <a:lnTo>
                    <a:pt x="843" y="1060"/>
                  </a:lnTo>
                  <a:lnTo>
                    <a:pt x="840" y="1059"/>
                  </a:lnTo>
                  <a:lnTo>
                    <a:pt x="832" y="1050"/>
                  </a:lnTo>
                  <a:lnTo>
                    <a:pt x="829" y="1043"/>
                  </a:lnTo>
                  <a:lnTo>
                    <a:pt x="828" y="1037"/>
                  </a:lnTo>
                  <a:lnTo>
                    <a:pt x="826" y="1031"/>
                  </a:lnTo>
                  <a:lnTo>
                    <a:pt x="824" y="1028"/>
                  </a:lnTo>
                  <a:lnTo>
                    <a:pt x="821" y="1022"/>
                  </a:lnTo>
                  <a:lnTo>
                    <a:pt x="821" y="1019"/>
                  </a:lnTo>
                  <a:lnTo>
                    <a:pt x="820" y="1017"/>
                  </a:lnTo>
                  <a:lnTo>
                    <a:pt x="814" y="1008"/>
                  </a:lnTo>
                  <a:lnTo>
                    <a:pt x="815" y="1006"/>
                  </a:lnTo>
                  <a:lnTo>
                    <a:pt x="817" y="1010"/>
                  </a:lnTo>
                  <a:lnTo>
                    <a:pt x="821" y="1016"/>
                  </a:lnTo>
                  <a:lnTo>
                    <a:pt x="824" y="1019"/>
                  </a:lnTo>
                  <a:lnTo>
                    <a:pt x="820" y="1008"/>
                  </a:lnTo>
                  <a:lnTo>
                    <a:pt x="820" y="1005"/>
                  </a:lnTo>
                  <a:lnTo>
                    <a:pt x="818" y="997"/>
                  </a:lnTo>
                  <a:lnTo>
                    <a:pt x="814" y="991"/>
                  </a:lnTo>
                  <a:lnTo>
                    <a:pt x="811" y="988"/>
                  </a:lnTo>
                  <a:lnTo>
                    <a:pt x="809" y="988"/>
                  </a:lnTo>
                  <a:lnTo>
                    <a:pt x="806" y="987"/>
                  </a:lnTo>
                  <a:lnTo>
                    <a:pt x="803" y="987"/>
                  </a:lnTo>
                  <a:lnTo>
                    <a:pt x="801" y="987"/>
                  </a:lnTo>
                  <a:lnTo>
                    <a:pt x="801" y="988"/>
                  </a:lnTo>
                  <a:lnTo>
                    <a:pt x="800" y="990"/>
                  </a:lnTo>
                  <a:lnTo>
                    <a:pt x="798" y="990"/>
                  </a:lnTo>
                  <a:lnTo>
                    <a:pt x="797" y="993"/>
                  </a:lnTo>
                  <a:lnTo>
                    <a:pt x="795" y="994"/>
                  </a:lnTo>
                  <a:lnTo>
                    <a:pt x="791" y="990"/>
                  </a:lnTo>
                  <a:lnTo>
                    <a:pt x="781" y="987"/>
                  </a:lnTo>
                  <a:lnTo>
                    <a:pt x="775" y="985"/>
                  </a:lnTo>
                  <a:lnTo>
                    <a:pt x="771" y="983"/>
                  </a:lnTo>
                  <a:lnTo>
                    <a:pt x="768" y="983"/>
                  </a:lnTo>
                  <a:lnTo>
                    <a:pt x="763" y="982"/>
                  </a:lnTo>
                  <a:lnTo>
                    <a:pt x="760" y="982"/>
                  </a:lnTo>
                  <a:lnTo>
                    <a:pt x="754" y="979"/>
                  </a:lnTo>
                  <a:lnTo>
                    <a:pt x="752" y="977"/>
                  </a:lnTo>
                  <a:lnTo>
                    <a:pt x="746" y="971"/>
                  </a:lnTo>
                  <a:lnTo>
                    <a:pt x="742" y="965"/>
                  </a:lnTo>
                  <a:lnTo>
                    <a:pt x="734" y="959"/>
                  </a:lnTo>
                  <a:lnTo>
                    <a:pt x="731" y="957"/>
                  </a:lnTo>
                  <a:lnTo>
                    <a:pt x="726" y="956"/>
                  </a:lnTo>
                  <a:lnTo>
                    <a:pt x="722" y="956"/>
                  </a:lnTo>
                  <a:lnTo>
                    <a:pt x="722" y="954"/>
                  </a:lnTo>
                  <a:lnTo>
                    <a:pt x="726" y="954"/>
                  </a:lnTo>
                  <a:lnTo>
                    <a:pt x="731" y="956"/>
                  </a:lnTo>
                  <a:lnTo>
                    <a:pt x="735" y="956"/>
                  </a:lnTo>
                  <a:lnTo>
                    <a:pt x="738" y="954"/>
                  </a:lnTo>
                  <a:lnTo>
                    <a:pt x="734" y="951"/>
                  </a:lnTo>
                  <a:lnTo>
                    <a:pt x="731" y="947"/>
                  </a:lnTo>
                  <a:lnTo>
                    <a:pt x="729" y="943"/>
                  </a:lnTo>
                  <a:lnTo>
                    <a:pt x="729" y="943"/>
                  </a:lnTo>
                  <a:lnTo>
                    <a:pt x="731" y="942"/>
                  </a:lnTo>
                  <a:lnTo>
                    <a:pt x="731" y="940"/>
                  </a:lnTo>
                  <a:lnTo>
                    <a:pt x="728" y="940"/>
                  </a:lnTo>
                  <a:lnTo>
                    <a:pt x="728" y="939"/>
                  </a:lnTo>
                  <a:lnTo>
                    <a:pt x="726" y="937"/>
                  </a:lnTo>
                  <a:lnTo>
                    <a:pt x="723" y="940"/>
                  </a:lnTo>
                  <a:lnTo>
                    <a:pt x="722" y="942"/>
                  </a:lnTo>
                  <a:lnTo>
                    <a:pt x="720" y="942"/>
                  </a:lnTo>
                  <a:lnTo>
                    <a:pt x="717" y="940"/>
                  </a:lnTo>
                  <a:lnTo>
                    <a:pt x="717" y="939"/>
                  </a:lnTo>
                  <a:lnTo>
                    <a:pt x="717" y="934"/>
                  </a:lnTo>
                  <a:lnTo>
                    <a:pt x="717" y="930"/>
                  </a:lnTo>
                  <a:lnTo>
                    <a:pt x="712" y="928"/>
                  </a:lnTo>
                  <a:lnTo>
                    <a:pt x="712" y="916"/>
                  </a:lnTo>
                  <a:lnTo>
                    <a:pt x="711" y="911"/>
                  </a:lnTo>
                  <a:lnTo>
                    <a:pt x="706" y="899"/>
                  </a:lnTo>
                  <a:lnTo>
                    <a:pt x="706" y="893"/>
                  </a:lnTo>
                  <a:lnTo>
                    <a:pt x="708" y="890"/>
                  </a:lnTo>
                  <a:lnTo>
                    <a:pt x="709" y="890"/>
                  </a:lnTo>
                  <a:lnTo>
                    <a:pt x="714" y="888"/>
                  </a:lnTo>
                  <a:lnTo>
                    <a:pt x="715" y="887"/>
                  </a:lnTo>
                  <a:lnTo>
                    <a:pt x="714" y="884"/>
                  </a:lnTo>
                  <a:lnTo>
                    <a:pt x="712" y="882"/>
                  </a:lnTo>
                  <a:lnTo>
                    <a:pt x="711" y="884"/>
                  </a:lnTo>
                  <a:lnTo>
                    <a:pt x="709" y="887"/>
                  </a:lnTo>
                  <a:lnTo>
                    <a:pt x="711" y="880"/>
                  </a:lnTo>
                  <a:lnTo>
                    <a:pt x="712" y="879"/>
                  </a:lnTo>
                  <a:lnTo>
                    <a:pt x="714" y="877"/>
                  </a:lnTo>
                  <a:lnTo>
                    <a:pt x="715" y="877"/>
                  </a:lnTo>
                  <a:lnTo>
                    <a:pt x="717" y="877"/>
                  </a:lnTo>
                  <a:lnTo>
                    <a:pt x="718" y="874"/>
                  </a:lnTo>
                  <a:lnTo>
                    <a:pt x="712" y="874"/>
                  </a:lnTo>
                  <a:lnTo>
                    <a:pt x="709" y="873"/>
                  </a:lnTo>
                  <a:lnTo>
                    <a:pt x="709" y="871"/>
                  </a:lnTo>
                  <a:lnTo>
                    <a:pt x="712" y="867"/>
                  </a:lnTo>
                  <a:lnTo>
                    <a:pt x="709" y="867"/>
                  </a:lnTo>
                  <a:lnTo>
                    <a:pt x="708" y="865"/>
                  </a:lnTo>
                  <a:lnTo>
                    <a:pt x="708" y="862"/>
                  </a:lnTo>
                  <a:lnTo>
                    <a:pt x="708" y="860"/>
                  </a:lnTo>
                  <a:lnTo>
                    <a:pt x="709" y="862"/>
                  </a:lnTo>
                  <a:lnTo>
                    <a:pt x="711" y="862"/>
                  </a:lnTo>
                  <a:lnTo>
                    <a:pt x="711" y="862"/>
                  </a:lnTo>
                  <a:lnTo>
                    <a:pt x="712" y="857"/>
                  </a:lnTo>
                  <a:lnTo>
                    <a:pt x="712" y="857"/>
                  </a:lnTo>
                  <a:lnTo>
                    <a:pt x="714" y="857"/>
                  </a:lnTo>
                  <a:lnTo>
                    <a:pt x="723" y="857"/>
                  </a:lnTo>
                  <a:lnTo>
                    <a:pt x="725" y="856"/>
                  </a:lnTo>
                  <a:lnTo>
                    <a:pt x="723" y="851"/>
                  </a:lnTo>
                  <a:lnTo>
                    <a:pt x="720" y="853"/>
                  </a:lnTo>
                  <a:lnTo>
                    <a:pt x="711" y="850"/>
                  </a:lnTo>
                  <a:lnTo>
                    <a:pt x="708" y="850"/>
                  </a:lnTo>
                  <a:lnTo>
                    <a:pt x="709" y="851"/>
                  </a:lnTo>
                  <a:lnTo>
                    <a:pt x="708" y="851"/>
                  </a:lnTo>
                  <a:lnTo>
                    <a:pt x="706" y="851"/>
                  </a:lnTo>
                  <a:lnTo>
                    <a:pt x="702" y="848"/>
                  </a:lnTo>
                  <a:lnTo>
                    <a:pt x="699" y="847"/>
                  </a:lnTo>
                  <a:lnTo>
                    <a:pt x="688" y="844"/>
                  </a:lnTo>
                  <a:lnTo>
                    <a:pt x="682" y="844"/>
                  </a:lnTo>
                  <a:lnTo>
                    <a:pt x="675" y="844"/>
                  </a:lnTo>
                  <a:lnTo>
                    <a:pt x="669" y="845"/>
                  </a:lnTo>
                  <a:lnTo>
                    <a:pt x="669" y="844"/>
                  </a:lnTo>
                  <a:lnTo>
                    <a:pt x="672" y="844"/>
                  </a:lnTo>
                  <a:lnTo>
                    <a:pt x="677" y="842"/>
                  </a:lnTo>
                  <a:lnTo>
                    <a:pt x="675" y="839"/>
                  </a:lnTo>
                  <a:lnTo>
                    <a:pt x="674" y="837"/>
                  </a:lnTo>
                  <a:lnTo>
                    <a:pt x="674" y="836"/>
                  </a:lnTo>
                  <a:lnTo>
                    <a:pt x="674" y="834"/>
                  </a:lnTo>
                  <a:lnTo>
                    <a:pt x="674" y="831"/>
                  </a:lnTo>
                  <a:lnTo>
                    <a:pt x="672" y="831"/>
                  </a:lnTo>
                  <a:lnTo>
                    <a:pt x="669" y="831"/>
                  </a:lnTo>
                  <a:lnTo>
                    <a:pt x="669" y="833"/>
                  </a:lnTo>
                  <a:lnTo>
                    <a:pt x="669" y="837"/>
                  </a:lnTo>
                  <a:lnTo>
                    <a:pt x="668" y="840"/>
                  </a:lnTo>
                  <a:lnTo>
                    <a:pt x="666" y="844"/>
                  </a:lnTo>
                  <a:lnTo>
                    <a:pt x="663" y="847"/>
                  </a:lnTo>
                  <a:lnTo>
                    <a:pt x="666" y="847"/>
                  </a:lnTo>
                  <a:lnTo>
                    <a:pt x="668" y="847"/>
                  </a:lnTo>
                  <a:lnTo>
                    <a:pt x="668" y="848"/>
                  </a:lnTo>
                  <a:lnTo>
                    <a:pt x="668" y="851"/>
                  </a:lnTo>
                  <a:lnTo>
                    <a:pt x="668" y="853"/>
                  </a:lnTo>
                  <a:lnTo>
                    <a:pt x="666" y="856"/>
                  </a:lnTo>
                  <a:lnTo>
                    <a:pt x="665" y="857"/>
                  </a:lnTo>
                  <a:lnTo>
                    <a:pt x="663" y="856"/>
                  </a:lnTo>
                  <a:lnTo>
                    <a:pt x="663" y="856"/>
                  </a:lnTo>
                  <a:lnTo>
                    <a:pt x="659" y="850"/>
                  </a:lnTo>
                  <a:lnTo>
                    <a:pt x="659" y="850"/>
                  </a:lnTo>
                  <a:lnTo>
                    <a:pt x="656" y="850"/>
                  </a:lnTo>
                  <a:lnTo>
                    <a:pt x="654" y="850"/>
                  </a:lnTo>
                  <a:lnTo>
                    <a:pt x="654" y="848"/>
                  </a:lnTo>
                  <a:lnTo>
                    <a:pt x="654" y="847"/>
                  </a:lnTo>
                  <a:lnTo>
                    <a:pt x="652" y="847"/>
                  </a:lnTo>
                  <a:lnTo>
                    <a:pt x="651" y="845"/>
                  </a:lnTo>
                  <a:lnTo>
                    <a:pt x="654" y="844"/>
                  </a:lnTo>
                  <a:lnTo>
                    <a:pt x="654" y="844"/>
                  </a:lnTo>
                  <a:lnTo>
                    <a:pt x="656" y="844"/>
                  </a:lnTo>
                  <a:lnTo>
                    <a:pt x="652" y="840"/>
                  </a:lnTo>
                  <a:lnTo>
                    <a:pt x="649" y="837"/>
                  </a:lnTo>
                  <a:lnTo>
                    <a:pt x="646" y="836"/>
                  </a:lnTo>
                  <a:lnTo>
                    <a:pt x="643" y="836"/>
                  </a:lnTo>
                  <a:lnTo>
                    <a:pt x="640" y="837"/>
                  </a:lnTo>
                  <a:lnTo>
                    <a:pt x="637" y="840"/>
                  </a:lnTo>
                  <a:lnTo>
                    <a:pt x="632" y="840"/>
                  </a:lnTo>
                  <a:lnTo>
                    <a:pt x="629" y="840"/>
                  </a:lnTo>
                  <a:lnTo>
                    <a:pt x="629" y="839"/>
                  </a:lnTo>
                  <a:lnTo>
                    <a:pt x="631" y="837"/>
                  </a:lnTo>
                  <a:lnTo>
                    <a:pt x="629" y="836"/>
                  </a:lnTo>
                  <a:lnTo>
                    <a:pt x="626" y="834"/>
                  </a:lnTo>
                  <a:lnTo>
                    <a:pt x="625" y="834"/>
                  </a:lnTo>
                  <a:lnTo>
                    <a:pt x="623" y="831"/>
                  </a:lnTo>
                  <a:lnTo>
                    <a:pt x="619" y="831"/>
                  </a:lnTo>
                  <a:lnTo>
                    <a:pt x="617" y="828"/>
                  </a:lnTo>
                  <a:lnTo>
                    <a:pt x="614" y="825"/>
                  </a:lnTo>
                  <a:lnTo>
                    <a:pt x="611" y="820"/>
                  </a:lnTo>
                  <a:lnTo>
                    <a:pt x="606" y="819"/>
                  </a:lnTo>
                  <a:lnTo>
                    <a:pt x="603" y="816"/>
                  </a:lnTo>
                  <a:lnTo>
                    <a:pt x="600" y="813"/>
                  </a:lnTo>
                  <a:lnTo>
                    <a:pt x="597" y="805"/>
                  </a:lnTo>
                  <a:lnTo>
                    <a:pt x="593" y="800"/>
                  </a:lnTo>
                  <a:lnTo>
                    <a:pt x="591" y="791"/>
                  </a:lnTo>
                  <a:lnTo>
                    <a:pt x="589" y="790"/>
                  </a:lnTo>
                  <a:lnTo>
                    <a:pt x="589" y="790"/>
                  </a:lnTo>
                  <a:lnTo>
                    <a:pt x="588" y="790"/>
                  </a:lnTo>
                  <a:lnTo>
                    <a:pt x="586" y="790"/>
                  </a:lnTo>
                  <a:lnTo>
                    <a:pt x="586" y="788"/>
                  </a:lnTo>
                  <a:lnTo>
                    <a:pt x="585" y="788"/>
                  </a:lnTo>
                  <a:lnTo>
                    <a:pt x="585" y="785"/>
                  </a:lnTo>
                  <a:lnTo>
                    <a:pt x="583" y="781"/>
                  </a:lnTo>
                  <a:lnTo>
                    <a:pt x="583" y="779"/>
                  </a:lnTo>
                  <a:lnTo>
                    <a:pt x="576" y="773"/>
                  </a:lnTo>
                  <a:lnTo>
                    <a:pt x="574" y="770"/>
                  </a:lnTo>
                  <a:lnTo>
                    <a:pt x="573" y="767"/>
                  </a:lnTo>
                  <a:lnTo>
                    <a:pt x="574" y="764"/>
                  </a:lnTo>
                  <a:lnTo>
                    <a:pt x="576" y="762"/>
                  </a:lnTo>
                  <a:lnTo>
                    <a:pt x="576" y="759"/>
                  </a:lnTo>
                  <a:lnTo>
                    <a:pt x="569" y="761"/>
                  </a:lnTo>
                  <a:lnTo>
                    <a:pt x="563" y="757"/>
                  </a:lnTo>
                  <a:lnTo>
                    <a:pt x="553" y="754"/>
                  </a:lnTo>
                  <a:lnTo>
                    <a:pt x="542" y="748"/>
                  </a:lnTo>
                  <a:lnTo>
                    <a:pt x="539" y="747"/>
                  </a:lnTo>
                  <a:lnTo>
                    <a:pt x="534" y="747"/>
                  </a:lnTo>
                  <a:lnTo>
                    <a:pt x="533" y="745"/>
                  </a:lnTo>
                  <a:lnTo>
                    <a:pt x="530" y="737"/>
                  </a:lnTo>
                  <a:lnTo>
                    <a:pt x="528" y="731"/>
                  </a:lnTo>
                  <a:lnTo>
                    <a:pt x="525" y="724"/>
                  </a:lnTo>
                  <a:lnTo>
                    <a:pt x="499" y="699"/>
                  </a:lnTo>
                  <a:lnTo>
                    <a:pt x="496" y="694"/>
                  </a:lnTo>
                  <a:lnTo>
                    <a:pt x="494" y="691"/>
                  </a:lnTo>
                  <a:lnTo>
                    <a:pt x="494" y="691"/>
                  </a:lnTo>
                  <a:lnTo>
                    <a:pt x="497" y="691"/>
                  </a:lnTo>
                  <a:lnTo>
                    <a:pt x="499" y="690"/>
                  </a:lnTo>
                  <a:lnTo>
                    <a:pt x="502" y="688"/>
                  </a:lnTo>
                  <a:lnTo>
                    <a:pt x="503" y="688"/>
                  </a:lnTo>
                  <a:lnTo>
                    <a:pt x="503" y="690"/>
                  </a:lnTo>
                  <a:lnTo>
                    <a:pt x="505" y="691"/>
                  </a:lnTo>
                  <a:lnTo>
                    <a:pt x="506" y="693"/>
                  </a:lnTo>
                  <a:lnTo>
                    <a:pt x="508" y="693"/>
                  </a:lnTo>
                  <a:lnTo>
                    <a:pt x="508" y="693"/>
                  </a:lnTo>
                  <a:lnTo>
                    <a:pt x="510" y="691"/>
                  </a:lnTo>
                  <a:lnTo>
                    <a:pt x="510" y="688"/>
                  </a:lnTo>
                  <a:lnTo>
                    <a:pt x="510" y="687"/>
                  </a:lnTo>
                  <a:lnTo>
                    <a:pt x="506" y="684"/>
                  </a:lnTo>
                  <a:lnTo>
                    <a:pt x="505" y="684"/>
                  </a:lnTo>
                  <a:lnTo>
                    <a:pt x="502" y="684"/>
                  </a:lnTo>
                  <a:lnTo>
                    <a:pt x="497" y="684"/>
                  </a:lnTo>
                  <a:lnTo>
                    <a:pt x="494" y="679"/>
                  </a:lnTo>
                  <a:lnTo>
                    <a:pt x="491" y="676"/>
                  </a:lnTo>
                  <a:lnTo>
                    <a:pt x="485" y="674"/>
                  </a:lnTo>
                  <a:lnTo>
                    <a:pt x="482" y="673"/>
                  </a:lnTo>
                  <a:lnTo>
                    <a:pt x="480" y="670"/>
                  </a:lnTo>
                  <a:lnTo>
                    <a:pt x="479" y="668"/>
                  </a:lnTo>
                  <a:lnTo>
                    <a:pt x="479" y="667"/>
                  </a:lnTo>
                  <a:lnTo>
                    <a:pt x="476" y="664"/>
                  </a:lnTo>
                  <a:lnTo>
                    <a:pt x="473" y="662"/>
                  </a:lnTo>
                  <a:lnTo>
                    <a:pt x="471" y="659"/>
                  </a:lnTo>
                  <a:lnTo>
                    <a:pt x="470" y="656"/>
                  </a:lnTo>
                  <a:lnTo>
                    <a:pt x="470" y="656"/>
                  </a:lnTo>
                  <a:lnTo>
                    <a:pt x="468" y="654"/>
                  </a:lnTo>
                  <a:lnTo>
                    <a:pt x="465" y="654"/>
                  </a:lnTo>
                  <a:lnTo>
                    <a:pt x="462" y="654"/>
                  </a:lnTo>
                  <a:lnTo>
                    <a:pt x="459" y="654"/>
                  </a:lnTo>
                  <a:lnTo>
                    <a:pt x="459" y="653"/>
                  </a:lnTo>
                  <a:lnTo>
                    <a:pt x="460" y="651"/>
                  </a:lnTo>
                  <a:lnTo>
                    <a:pt x="462" y="650"/>
                  </a:lnTo>
                  <a:lnTo>
                    <a:pt x="462" y="648"/>
                  </a:lnTo>
                  <a:lnTo>
                    <a:pt x="460" y="647"/>
                  </a:lnTo>
                  <a:lnTo>
                    <a:pt x="459" y="639"/>
                  </a:lnTo>
                  <a:lnTo>
                    <a:pt x="459" y="634"/>
                  </a:lnTo>
                  <a:lnTo>
                    <a:pt x="456" y="634"/>
                  </a:lnTo>
                  <a:lnTo>
                    <a:pt x="457" y="633"/>
                  </a:lnTo>
                  <a:lnTo>
                    <a:pt x="459" y="630"/>
                  </a:lnTo>
                  <a:lnTo>
                    <a:pt x="460" y="628"/>
                  </a:lnTo>
                  <a:lnTo>
                    <a:pt x="459" y="625"/>
                  </a:lnTo>
                  <a:lnTo>
                    <a:pt x="457" y="622"/>
                  </a:lnTo>
                  <a:lnTo>
                    <a:pt x="454" y="619"/>
                  </a:lnTo>
                  <a:lnTo>
                    <a:pt x="456" y="618"/>
                  </a:lnTo>
                  <a:lnTo>
                    <a:pt x="453" y="614"/>
                  </a:lnTo>
                  <a:lnTo>
                    <a:pt x="450" y="613"/>
                  </a:lnTo>
                  <a:lnTo>
                    <a:pt x="451" y="607"/>
                  </a:lnTo>
                  <a:lnTo>
                    <a:pt x="453" y="602"/>
                  </a:lnTo>
                  <a:lnTo>
                    <a:pt x="450" y="596"/>
                  </a:lnTo>
                  <a:lnTo>
                    <a:pt x="448" y="590"/>
                  </a:lnTo>
                  <a:lnTo>
                    <a:pt x="444" y="587"/>
                  </a:lnTo>
                  <a:lnTo>
                    <a:pt x="436" y="587"/>
                  </a:lnTo>
                  <a:lnTo>
                    <a:pt x="434" y="588"/>
                  </a:lnTo>
                  <a:lnTo>
                    <a:pt x="433" y="590"/>
                  </a:lnTo>
                  <a:lnTo>
                    <a:pt x="433" y="590"/>
                  </a:lnTo>
                  <a:lnTo>
                    <a:pt x="433" y="591"/>
                  </a:lnTo>
                  <a:lnTo>
                    <a:pt x="433" y="593"/>
                  </a:lnTo>
                  <a:lnTo>
                    <a:pt x="431" y="593"/>
                  </a:lnTo>
                  <a:lnTo>
                    <a:pt x="430" y="590"/>
                  </a:lnTo>
                  <a:lnTo>
                    <a:pt x="424" y="587"/>
                  </a:lnTo>
                  <a:lnTo>
                    <a:pt x="420" y="585"/>
                  </a:lnTo>
                  <a:lnTo>
                    <a:pt x="419" y="579"/>
                  </a:lnTo>
                  <a:lnTo>
                    <a:pt x="420" y="575"/>
                  </a:lnTo>
                  <a:lnTo>
                    <a:pt x="425" y="567"/>
                  </a:lnTo>
                  <a:lnTo>
                    <a:pt x="425" y="564"/>
                  </a:lnTo>
                  <a:lnTo>
                    <a:pt x="425" y="559"/>
                  </a:lnTo>
                  <a:lnTo>
                    <a:pt x="424" y="556"/>
                  </a:lnTo>
                  <a:lnTo>
                    <a:pt x="420" y="556"/>
                  </a:lnTo>
                  <a:lnTo>
                    <a:pt x="419" y="555"/>
                  </a:lnTo>
                  <a:lnTo>
                    <a:pt x="417" y="553"/>
                  </a:lnTo>
                  <a:lnTo>
                    <a:pt x="417" y="548"/>
                  </a:lnTo>
                  <a:lnTo>
                    <a:pt x="417" y="545"/>
                  </a:lnTo>
                  <a:lnTo>
                    <a:pt x="411" y="541"/>
                  </a:lnTo>
                  <a:lnTo>
                    <a:pt x="405" y="535"/>
                  </a:lnTo>
                  <a:lnTo>
                    <a:pt x="400" y="524"/>
                  </a:lnTo>
                  <a:lnTo>
                    <a:pt x="400" y="522"/>
                  </a:lnTo>
                  <a:lnTo>
                    <a:pt x="399" y="521"/>
                  </a:lnTo>
                  <a:lnTo>
                    <a:pt x="396" y="521"/>
                  </a:lnTo>
                  <a:lnTo>
                    <a:pt x="393" y="516"/>
                  </a:lnTo>
                  <a:lnTo>
                    <a:pt x="393" y="515"/>
                  </a:lnTo>
                  <a:lnTo>
                    <a:pt x="391" y="507"/>
                  </a:lnTo>
                  <a:lnTo>
                    <a:pt x="388" y="502"/>
                  </a:lnTo>
                  <a:lnTo>
                    <a:pt x="385" y="499"/>
                  </a:lnTo>
                  <a:lnTo>
                    <a:pt x="384" y="496"/>
                  </a:lnTo>
                  <a:lnTo>
                    <a:pt x="381" y="487"/>
                  </a:lnTo>
                  <a:lnTo>
                    <a:pt x="379" y="484"/>
                  </a:lnTo>
                  <a:lnTo>
                    <a:pt x="376" y="482"/>
                  </a:lnTo>
                  <a:lnTo>
                    <a:pt x="376" y="482"/>
                  </a:lnTo>
                  <a:lnTo>
                    <a:pt x="373" y="481"/>
                  </a:lnTo>
                  <a:lnTo>
                    <a:pt x="370" y="482"/>
                  </a:lnTo>
                  <a:lnTo>
                    <a:pt x="367" y="481"/>
                  </a:lnTo>
                  <a:lnTo>
                    <a:pt x="365" y="479"/>
                  </a:lnTo>
                  <a:lnTo>
                    <a:pt x="368" y="476"/>
                  </a:lnTo>
                  <a:lnTo>
                    <a:pt x="367" y="473"/>
                  </a:lnTo>
                  <a:lnTo>
                    <a:pt x="368" y="467"/>
                  </a:lnTo>
                  <a:lnTo>
                    <a:pt x="370" y="462"/>
                  </a:lnTo>
                  <a:lnTo>
                    <a:pt x="368" y="459"/>
                  </a:lnTo>
                  <a:lnTo>
                    <a:pt x="367" y="458"/>
                  </a:lnTo>
                  <a:lnTo>
                    <a:pt x="365" y="455"/>
                  </a:lnTo>
                  <a:lnTo>
                    <a:pt x="365" y="452"/>
                  </a:lnTo>
                  <a:lnTo>
                    <a:pt x="365" y="441"/>
                  </a:lnTo>
                  <a:lnTo>
                    <a:pt x="365" y="430"/>
                  </a:lnTo>
                  <a:lnTo>
                    <a:pt x="364" y="425"/>
                  </a:lnTo>
                  <a:lnTo>
                    <a:pt x="362" y="422"/>
                  </a:lnTo>
                  <a:lnTo>
                    <a:pt x="359" y="419"/>
                  </a:lnTo>
                  <a:lnTo>
                    <a:pt x="357" y="418"/>
                  </a:lnTo>
                  <a:lnTo>
                    <a:pt x="353" y="415"/>
                  </a:lnTo>
                  <a:lnTo>
                    <a:pt x="353" y="415"/>
                  </a:lnTo>
                  <a:lnTo>
                    <a:pt x="351" y="415"/>
                  </a:lnTo>
                  <a:lnTo>
                    <a:pt x="350" y="416"/>
                  </a:lnTo>
                  <a:lnTo>
                    <a:pt x="348" y="415"/>
                  </a:lnTo>
                  <a:lnTo>
                    <a:pt x="350" y="412"/>
                  </a:lnTo>
                  <a:lnTo>
                    <a:pt x="351" y="405"/>
                  </a:lnTo>
                  <a:lnTo>
                    <a:pt x="350" y="398"/>
                  </a:lnTo>
                  <a:lnTo>
                    <a:pt x="350" y="392"/>
                  </a:lnTo>
                  <a:lnTo>
                    <a:pt x="347" y="385"/>
                  </a:lnTo>
                  <a:lnTo>
                    <a:pt x="339" y="378"/>
                  </a:lnTo>
                  <a:lnTo>
                    <a:pt x="328" y="367"/>
                  </a:lnTo>
                  <a:lnTo>
                    <a:pt x="319" y="353"/>
                  </a:lnTo>
                  <a:lnTo>
                    <a:pt x="313" y="341"/>
                  </a:lnTo>
                  <a:lnTo>
                    <a:pt x="308" y="321"/>
                  </a:lnTo>
                  <a:lnTo>
                    <a:pt x="305" y="315"/>
                  </a:lnTo>
                  <a:lnTo>
                    <a:pt x="308" y="309"/>
                  </a:lnTo>
                  <a:lnTo>
                    <a:pt x="310" y="298"/>
                  </a:lnTo>
                  <a:lnTo>
                    <a:pt x="311" y="290"/>
                  </a:lnTo>
                  <a:lnTo>
                    <a:pt x="310" y="284"/>
                  </a:lnTo>
                  <a:lnTo>
                    <a:pt x="305" y="270"/>
                  </a:lnTo>
                  <a:lnTo>
                    <a:pt x="305" y="269"/>
                  </a:lnTo>
                  <a:lnTo>
                    <a:pt x="307" y="267"/>
                  </a:lnTo>
                  <a:lnTo>
                    <a:pt x="308" y="270"/>
                  </a:lnTo>
                  <a:lnTo>
                    <a:pt x="308" y="272"/>
                  </a:lnTo>
                  <a:lnTo>
                    <a:pt x="310" y="275"/>
                  </a:lnTo>
                  <a:lnTo>
                    <a:pt x="311" y="281"/>
                  </a:lnTo>
                  <a:lnTo>
                    <a:pt x="313" y="282"/>
                  </a:lnTo>
                  <a:lnTo>
                    <a:pt x="314" y="281"/>
                  </a:lnTo>
                  <a:lnTo>
                    <a:pt x="318" y="275"/>
                  </a:lnTo>
                  <a:lnTo>
                    <a:pt x="318" y="266"/>
                  </a:lnTo>
                  <a:lnTo>
                    <a:pt x="318" y="258"/>
                  </a:lnTo>
                  <a:lnTo>
                    <a:pt x="319" y="252"/>
                  </a:lnTo>
                  <a:lnTo>
                    <a:pt x="314" y="249"/>
                  </a:lnTo>
                  <a:lnTo>
                    <a:pt x="311" y="242"/>
                  </a:lnTo>
                  <a:lnTo>
                    <a:pt x="307" y="239"/>
                  </a:lnTo>
                  <a:lnTo>
                    <a:pt x="302" y="239"/>
                  </a:lnTo>
                  <a:lnTo>
                    <a:pt x="304" y="241"/>
                  </a:lnTo>
                  <a:lnTo>
                    <a:pt x="305" y="242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4" y="244"/>
                  </a:lnTo>
                  <a:lnTo>
                    <a:pt x="301" y="242"/>
                  </a:lnTo>
                  <a:lnTo>
                    <a:pt x="294" y="238"/>
                  </a:lnTo>
                  <a:lnTo>
                    <a:pt x="293" y="233"/>
                  </a:lnTo>
                  <a:lnTo>
                    <a:pt x="291" y="232"/>
                  </a:lnTo>
                  <a:lnTo>
                    <a:pt x="288" y="227"/>
                  </a:lnTo>
                  <a:lnTo>
                    <a:pt x="287" y="227"/>
                  </a:lnTo>
                  <a:lnTo>
                    <a:pt x="284" y="229"/>
                  </a:lnTo>
                  <a:lnTo>
                    <a:pt x="282" y="229"/>
                  </a:lnTo>
                  <a:lnTo>
                    <a:pt x="284" y="232"/>
                  </a:lnTo>
                  <a:lnTo>
                    <a:pt x="285" y="232"/>
                  </a:lnTo>
                  <a:lnTo>
                    <a:pt x="288" y="233"/>
                  </a:lnTo>
                  <a:lnTo>
                    <a:pt x="290" y="235"/>
                  </a:lnTo>
                  <a:lnTo>
                    <a:pt x="288" y="235"/>
                  </a:lnTo>
                  <a:lnTo>
                    <a:pt x="282" y="233"/>
                  </a:lnTo>
                  <a:lnTo>
                    <a:pt x="256" y="229"/>
                  </a:lnTo>
                  <a:lnTo>
                    <a:pt x="248" y="227"/>
                  </a:lnTo>
                  <a:lnTo>
                    <a:pt x="239" y="226"/>
                  </a:lnTo>
                  <a:lnTo>
                    <a:pt x="238" y="221"/>
                  </a:lnTo>
                  <a:lnTo>
                    <a:pt x="233" y="219"/>
                  </a:lnTo>
                  <a:lnTo>
                    <a:pt x="227" y="219"/>
                  </a:lnTo>
                  <a:lnTo>
                    <a:pt x="224" y="216"/>
                  </a:lnTo>
                  <a:lnTo>
                    <a:pt x="224" y="215"/>
                  </a:lnTo>
                  <a:lnTo>
                    <a:pt x="227" y="216"/>
                  </a:lnTo>
                  <a:lnTo>
                    <a:pt x="228" y="215"/>
                  </a:lnTo>
                  <a:lnTo>
                    <a:pt x="227" y="209"/>
                  </a:lnTo>
                  <a:lnTo>
                    <a:pt x="224" y="199"/>
                  </a:lnTo>
                  <a:lnTo>
                    <a:pt x="225" y="193"/>
                  </a:lnTo>
                  <a:lnTo>
                    <a:pt x="221" y="187"/>
                  </a:lnTo>
                  <a:lnTo>
                    <a:pt x="212" y="181"/>
                  </a:lnTo>
                  <a:lnTo>
                    <a:pt x="205" y="178"/>
                  </a:lnTo>
                  <a:lnTo>
                    <a:pt x="202" y="175"/>
                  </a:lnTo>
                  <a:lnTo>
                    <a:pt x="198" y="175"/>
                  </a:lnTo>
                  <a:lnTo>
                    <a:pt x="190" y="172"/>
                  </a:lnTo>
                  <a:lnTo>
                    <a:pt x="187" y="169"/>
                  </a:lnTo>
                  <a:lnTo>
                    <a:pt x="185" y="166"/>
                  </a:lnTo>
                  <a:lnTo>
                    <a:pt x="181" y="167"/>
                  </a:lnTo>
                  <a:lnTo>
                    <a:pt x="178" y="169"/>
                  </a:lnTo>
                  <a:lnTo>
                    <a:pt x="176" y="169"/>
                  </a:lnTo>
                  <a:lnTo>
                    <a:pt x="173" y="166"/>
                  </a:lnTo>
                  <a:lnTo>
                    <a:pt x="172" y="158"/>
                  </a:lnTo>
                  <a:lnTo>
                    <a:pt x="170" y="156"/>
                  </a:lnTo>
                  <a:lnTo>
                    <a:pt x="170" y="159"/>
                  </a:lnTo>
                  <a:lnTo>
                    <a:pt x="170" y="169"/>
                  </a:lnTo>
                  <a:lnTo>
                    <a:pt x="170" y="170"/>
                  </a:lnTo>
                  <a:lnTo>
                    <a:pt x="170" y="172"/>
                  </a:lnTo>
                  <a:lnTo>
                    <a:pt x="172" y="173"/>
                  </a:lnTo>
                  <a:lnTo>
                    <a:pt x="173" y="172"/>
                  </a:lnTo>
                  <a:lnTo>
                    <a:pt x="173" y="172"/>
                  </a:lnTo>
                  <a:lnTo>
                    <a:pt x="175" y="175"/>
                  </a:lnTo>
                  <a:lnTo>
                    <a:pt x="173" y="175"/>
                  </a:lnTo>
                  <a:lnTo>
                    <a:pt x="172" y="175"/>
                  </a:lnTo>
                  <a:lnTo>
                    <a:pt x="170" y="178"/>
                  </a:lnTo>
                  <a:lnTo>
                    <a:pt x="169" y="181"/>
                  </a:lnTo>
                  <a:lnTo>
                    <a:pt x="167" y="183"/>
                  </a:lnTo>
                  <a:lnTo>
                    <a:pt x="165" y="183"/>
                  </a:lnTo>
                  <a:lnTo>
                    <a:pt x="165" y="184"/>
                  </a:lnTo>
                  <a:lnTo>
                    <a:pt x="164" y="186"/>
                  </a:lnTo>
                  <a:lnTo>
                    <a:pt x="164" y="186"/>
                  </a:lnTo>
                  <a:lnTo>
                    <a:pt x="162" y="189"/>
                  </a:lnTo>
                  <a:lnTo>
                    <a:pt x="155" y="189"/>
                  </a:lnTo>
                  <a:lnTo>
                    <a:pt x="147" y="189"/>
                  </a:lnTo>
                  <a:lnTo>
                    <a:pt x="141" y="189"/>
                  </a:lnTo>
                  <a:lnTo>
                    <a:pt x="133" y="184"/>
                  </a:lnTo>
                  <a:lnTo>
                    <a:pt x="129" y="181"/>
                  </a:lnTo>
                  <a:lnTo>
                    <a:pt x="126" y="179"/>
                  </a:lnTo>
                  <a:lnTo>
                    <a:pt x="121" y="178"/>
                  </a:lnTo>
                  <a:lnTo>
                    <a:pt x="119" y="175"/>
                  </a:lnTo>
                  <a:lnTo>
                    <a:pt x="116" y="173"/>
                  </a:lnTo>
                  <a:lnTo>
                    <a:pt x="115" y="172"/>
                  </a:lnTo>
                  <a:lnTo>
                    <a:pt x="115" y="169"/>
                  </a:lnTo>
                  <a:lnTo>
                    <a:pt x="109" y="167"/>
                  </a:lnTo>
                  <a:lnTo>
                    <a:pt x="101" y="161"/>
                  </a:lnTo>
                  <a:lnTo>
                    <a:pt x="98" y="159"/>
                  </a:lnTo>
                  <a:lnTo>
                    <a:pt x="95" y="159"/>
                  </a:lnTo>
                  <a:lnTo>
                    <a:pt x="93" y="156"/>
                  </a:lnTo>
                  <a:lnTo>
                    <a:pt x="87" y="153"/>
                  </a:lnTo>
                  <a:lnTo>
                    <a:pt x="79" y="146"/>
                  </a:lnTo>
                  <a:lnTo>
                    <a:pt x="73" y="138"/>
                  </a:lnTo>
                  <a:lnTo>
                    <a:pt x="70" y="138"/>
                  </a:lnTo>
                  <a:lnTo>
                    <a:pt x="58" y="138"/>
                  </a:lnTo>
                  <a:lnTo>
                    <a:pt x="56" y="138"/>
                  </a:lnTo>
                  <a:lnTo>
                    <a:pt x="55" y="136"/>
                  </a:lnTo>
                  <a:lnTo>
                    <a:pt x="52" y="133"/>
                  </a:lnTo>
                  <a:lnTo>
                    <a:pt x="52" y="132"/>
                  </a:lnTo>
                  <a:lnTo>
                    <a:pt x="50" y="132"/>
                  </a:lnTo>
                  <a:lnTo>
                    <a:pt x="47" y="129"/>
                  </a:lnTo>
                  <a:lnTo>
                    <a:pt x="46" y="129"/>
                  </a:lnTo>
                  <a:lnTo>
                    <a:pt x="39" y="127"/>
                  </a:lnTo>
                  <a:lnTo>
                    <a:pt x="38" y="127"/>
                  </a:lnTo>
                  <a:lnTo>
                    <a:pt x="36" y="126"/>
                  </a:lnTo>
                  <a:lnTo>
                    <a:pt x="32" y="119"/>
                  </a:lnTo>
                  <a:lnTo>
                    <a:pt x="30" y="118"/>
                  </a:lnTo>
                  <a:lnTo>
                    <a:pt x="26" y="118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06"/>
                  </a:lnTo>
                  <a:lnTo>
                    <a:pt x="16" y="103"/>
                  </a:lnTo>
                  <a:lnTo>
                    <a:pt x="16" y="98"/>
                  </a:lnTo>
                  <a:lnTo>
                    <a:pt x="16" y="92"/>
                  </a:lnTo>
                  <a:lnTo>
                    <a:pt x="16" y="90"/>
                  </a:lnTo>
                  <a:lnTo>
                    <a:pt x="16" y="87"/>
                  </a:lnTo>
                  <a:lnTo>
                    <a:pt x="16" y="86"/>
                  </a:lnTo>
                  <a:lnTo>
                    <a:pt x="15" y="83"/>
                  </a:lnTo>
                  <a:lnTo>
                    <a:pt x="13" y="83"/>
                  </a:lnTo>
                  <a:lnTo>
                    <a:pt x="12" y="81"/>
                  </a:lnTo>
                  <a:lnTo>
                    <a:pt x="10" y="81"/>
                  </a:lnTo>
                  <a:lnTo>
                    <a:pt x="10" y="80"/>
                  </a:lnTo>
                  <a:lnTo>
                    <a:pt x="10" y="76"/>
                  </a:lnTo>
                  <a:lnTo>
                    <a:pt x="12" y="73"/>
                  </a:lnTo>
                  <a:lnTo>
                    <a:pt x="13" y="70"/>
                  </a:lnTo>
                  <a:lnTo>
                    <a:pt x="13" y="67"/>
                  </a:lnTo>
                  <a:lnTo>
                    <a:pt x="12" y="60"/>
                  </a:lnTo>
                  <a:lnTo>
                    <a:pt x="9" y="53"/>
                  </a:lnTo>
                  <a:lnTo>
                    <a:pt x="6" y="47"/>
                  </a:lnTo>
                  <a:lnTo>
                    <a:pt x="1" y="43"/>
                  </a:lnTo>
                  <a:lnTo>
                    <a:pt x="0" y="41"/>
                  </a:lnTo>
                  <a:lnTo>
                    <a:pt x="1" y="38"/>
                  </a:lnTo>
                  <a:lnTo>
                    <a:pt x="3" y="35"/>
                  </a:lnTo>
                  <a:lnTo>
                    <a:pt x="7" y="33"/>
                  </a:lnTo>
                  <a:lnTo>
                    <a:pt x="9" y="29"/>
                  </a:lnTo>
                  <a:lnTo>
                    <a:pt x="10" y="26"/>
                  </a:lnTo>
                  <a:lnTo>
                    <a:pt x="12" y="21"/>
                  </a:lnTo>
                  <a:lnTo>
                    <a:pt x="12" y="18"/>
                  </a:lnTo>
                  <a:lnTo>
                    <a:pt x="12" y="15"/>
                  </a:lnTo>
                  <a:lnTo>
                    <a:pt x="13" y="10"/>
                  </a:lnTo>
                  <a:lnTo>
                    <a:pt x="15" y="6"/>
                  </a:lnTo>
                  <a:lnTo>
                    <a:pt x="18" y="3"/>
                  </a:lnTo>
                  <a:lnTo>
                    <a:pt x="21" y="1"/>
                  </a:lnTo>
                  <a:lnTo>
                    <a:pt x="30" y="1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1377950" y="2479675"/>
              <a:ext cx="514350" cy="642938"/>
            </a:xfrm>
            <a:custGeom>
              <a:avLst/>
              <a:gdLst>
                <a:gd name="T0" fmla="*/ 83 w 648"/>
                <a:gd name="T1" fmla="*/ 294 h 812"/>
                <a:gd name="T2" fmla="*/ 198 w 648"/>
                <a:gd name="T3" fmla="*/ 19 h 812"/>
                <a:gd name="T4" fmla="*/ 251 w 648"/>
                <a:gd name="T5" fmla="*/ 74 h 812"/>
                <a:gd name="T6" fmla="*/ 275 w 648"/>
                <a:gd name="T7" fmla="*/ 159 h 812"/>
                <a:gd name="T8" fmla="*/ 340 w 648"/>
                <a:gd name="T9" fmla="*/ 194 h 812"/>
                <a:gd name="T10" fmla="*/ 349 w 648"/>
                <a:gd name="T11" fmla="*/ 215 h 812"/>
                <a:gd name="T12" fmla="*/ 401 w 648"/>
                <a:gd name="T13" fmla="*/ 255 h 812"/>
                <a:gd name="T14" fmla="*/ 370 w 648"/>
                <a:gd name="T15" fmla="*/ 326 h 812"/>
                <a:gd name="T16" fmla="*/ 396 w 648"/>
                <a:gd name="T17" fmla="*/ 389 h 812"/>
                <a:gd name="T18" fmla="*/ 418 w 648"/>
                <a:gd name="T19" fmla="*/ 412 h 812"/>
                <a:gd name="T20" fmla="*/ 449 w 648"/>
                <a:gd name="T21" fmla="*/ 455 h 812"/>
                <a:gd name="T22" fmla="*/ 472 w 648"/>
                <a:gd name="T23" fmla="*/ 492 h 812"/>
                <a:gd name="T24" fmla="*/ 519 w 648"/>
                <a:gd name="T25" fmla="*/ 475 h 812"/>
                <a:gd name="T26" fmla="*/ 553 w 648"/>
                <a:gd name="T27" fmla="*/ 521 h 812"/>
                <a:gd name="T28" fmla="*/ 565 w 648"/>
                <a:gd name="T29" fmla="*/ 581 h 812"/>
                <a:gd name="T30" fmla="*/ 582 w 648"/>
                <a:gd name="T31" fmla="*/ 620 h 812"/>
                <a:gd name="T32" fmla="*/ 596 w 648"/>
                <a:gd name="T33" fmla="*/ 649 h 812"/>
                <a:gd name="T34" fmla="*/ 610 w 648"/>
                <a:gd name="T35" fmla="*/ 675 h 812"/>
                <a:gd name="T36" fmla="*/ 648 w 648"/>
                <a:gd name="T37" fmla="*/ 710 h 812"/>
                <a:gd name="T38" fmla="*/ 633 w 648"/>
                <a:gd name="T39" fmla="*/ 738 h 812"/>
                <a:gd name="T40" fmla="*/ 625 w 648"/>
                <a:gd name="T41" fmla="*/ 767 h 812"/>
                <a:gd name="T42" fmla="*/ 638 w 648"/>
                <a:gd name="T43" fmla="*/ 786 h 812"/>
                <a:gd name="T44" fmla="*/ 602 w 648"/>
                <a:gd name="T45" fmla="*/ 797 h 812"/>
                <a:gd name="T46" fmla="*/ 590 w 648"/>
                <a:gd name="T47" fmla="*/ 797 h 812"/>
                <a:gd name="T48" fmla="*/ 550 w 648"/>
                <a:gd name="T49" fmla="*/ 741 h 812"/>
                <a:gd name="T50" fmla="*/ 481 w 648"/>
                <a:gd name="T51" fmla="*/ 684 h 812"/>
                <a:gd name="T52" fmla="*/ 461 w 648"/>
                <a:gd name="T53" fmla="*/ 643 h 812"/>
                <a:gd name="T54" fmla="*/ 420 w 648"/>
                <a:gd name="T55" fmla="*/ 595 h 812"/>
                <a:gd name="T56" fmla="*/ 327 w 648"/>
                <a:gd name="T57" fmla="*/ 501 h 812"/>
                <a:gd name="T58" fmla="*/ 267 w 648"/>
                <a:gd name="T59" fmla="*/ 457 h 812"/>
                <a:gd name="T60" fmla="*/ 310 w 648"/>
                <a:gd name="T61" fmla="*/ 480 h 812"/>
                <a:gd name="T62" fmla="*/ 300 w 648"/>
                <a:gd name="T63" fmla="*/ 451 h 812"/>
                <a:gd name="T64" fmla="*/ 278 w 648"/>
                <a:gd name="T65" fmla="*/ 457 h 812"/>
                <a:gd name="T66" fmla="*/ 255 w 648"/>
                <a:gd name="T67" fmla="*/ 440 h 812"/>
                <a:gd name="T68" fmla="*/ 231 w 648"/>
                <a:gd name="T69" fmla="*/ 429 h 812"/>
                <a:gd name="T70" fmla="*/ 228 w 648"/>
                <a:gd name="T71" fmla="*/ 408 h 812"/>
                <a:gd name="T72" fmla="*/ 232 w 648"/>
                <a:gd name="T73" fmla="*/ 377 h 812"/>
                <a:gd name="T74" fmla="*/ 221 w 648"/>
                <a:gd name="T75" fmla="*/ 398 h 812"/>
                <a:gd name="T76" fmla="*/ 178 w 648"/>
                <a:gd name="T77" fmla="*/ 349 h 812"/>
                <a:gd name="T78" fmla="*/ 209 w 648"/>
                <a:gd name="T79" fmla="*/ 372 h 812"/>
                <a:gd name="T80" fmla="*/ 214 w 648"/>
                <a:gd name="T81" fmla="*/ 363 h 812"/>
                <a:gd name="T82" fmla="*/ 204 w 648"/>
                <a:gd name="T83" fmla="*/ 349 h 812"/>
                <a:gd name="T84" fmla="*/ 174 w 648"/>
                <a:gd name="T85" fmla="*/ 332 h 812"/>
                <a:gd name="T86" fmla="*/ 168 w 648"/>
                <a:gd name="T87" fmla="*/ 331 h 812"/>
                <a:gd name="T88" fmla="*/ 126 w 648"/>
                <a:gd name="T89" fmla="*/ 298 h 812"/>
                <a:gd name="T90" fmla="*/ 106 w 648"/>
                <a:gd name="T91" fmla="*/ 292 h 812"/>
                <a:gd name="T92" fmla="*/ 94 w 648"/>
                <a:gd name="T93" fmla="*/ 271 h 812"/>
                <a:gd name="T94" fmla="*/ 85 w 648"/>
                <a:gd name="T95" fmla="*/ 286 h 812"/>
                <a:gd name="T96" fmla="*/ 60 w 648"/>
                <a:gd name="T97" fmla="*/ 283 h 812"/>
                <a:gd name="T98" fmla="*/ 74 w 648"/>
                <a:gd name="T99" fmla="*/ 272 h 812"/>
                <a:gd name="T100" fmla="*/ 88 w 648"/>
                <a:gd name="T101" fmla="*/ 249 h 812"/>
                <a:gd name="T102" fmla="*/ 80 w 648"/>
                <a:gd name="T103" fmla="*/ 249 h 812"/>
                <a:gd name="T104" fmla="*/ 34 w 648"/>
                <a:gd name="T105" fmla="*/ 251 h 812"/>
                <a:gd name="T106" fmla="*/ 5 w 648"/>
                <a:gd name="T107" fmla="*/ 254 h 812"/>
                <a:gd name="T108" fmla="*/ 22 w 648"/>
                <a:gd name="T109" fmla="*/ 238 h 812"/>
                <a:gd name="T110" fmla="*/ 2 w 648"/>
                <a:gd name="T111" fmla="*/ 231 h 812"/>
                <a:gd name="T112" fmla="*/ 8 w 648"/>
                <a:gd name="T113" fmla="*/ 179 h 812"/>
                <a:gd name="T114" fmla="*/ 25 w 648"/>
                <a:gd name="T115" fmla="*/ 157 h 812"/>
                <a:gd name="T116" fmla="*/ 46 w 648"/>
                <a:gd name="T117" fmla="*/ 137 h 812"/>
                <a:gd name="T118" fmla="*/ 57 w 648"/>
                <a:gd name="T119" fmla="*/ 140 h 812"/>
                <a:gd name="T120" fmla="*/ 134 w 648"/>
                <a:gd name="T121" fmla="*/ 63 h 812"/>
                <a:gd name="T122" fmla="*/ 171 w 648"/>
                <a:gd name="T123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48" h="812">
                  <a:moveTo>
                    <a:pt x="68" y="289"/>
                  </a:moveTo>
                  <a:lnTo>
                    <a:pt x="86" y="289"/>
                  </a:lnTo>
                  <a:lnTo>
                    <a:pt x="89" y="291"/>
                  </a:lnTo>
                  <a:lnTo>
                    <a:pt x="97" y="294"/>
                  </a:lnTo>
                  <a:lnTo>
                    <a:pt x="100" y="294"/>
                  </a:lnTo>
                  <a:lnTo>
                    <a:pt x="103" y="298"/>
                  </a:lnTo>
                  <a:lnTo>
                    <a:pt x="105" y="300"/>
                  </a:lnTo>
                  <a:lnTo>
                    <a:pt x="102" y="303"/>
                  </a:lnTo>
                  <a:lnTo>
                    <a:pt x="97" y="300"/>
                  </a:lnTo>
                  <a:lnTo>
                    <a:pt x="91" y="297"/>
                  </a:lnTo>
                  <a:lnTo>
                    <a:pt x="86" y="294"/>
                  </a:lnTo>
                  <a:lnTo>
                    <a:pt x="86" y="294"/>
                  </a:lnTo>
                  <a:lnTo>
                    <a:pt x="85" y="294"/>
                  </a:lnTo>
                  <a:lnTo>
                    <a:pt x="83" y="294"/>
                  </a:lnTo>
                  <a:lnTo>
                    <a:pt x="82" y="292"/>
                  </a:lnTo>
                  <a:lnTo>
                    <a:pt x="71" y="294"/>
                  </a:lnTo>
                  <a:lnTo>
                    <a:pt x="69" y="292"/>
                  </a:lnTo>
                  <a:lnTo>
                    <a:pt x="68" y="289"/>
                  </a:lnTo>
                  <a:close/>
                  <a:moveTo>
                    <a:pt x="171" y="0"/>
                  </a:moveTo>
                  <a:lnTo>
                    <a:pt x="172" y="3"/>
                  </a:lnTo>
                  <a:lnTo>
                    <a:pt x="177" y="5"/>
                  </a:lnTo>
                  <a:lnTo>
                    <a:pt x="180" y="5"/>
                  </a:lnTo>
                  <a:lnTo>
                    <a:pt x="184" y="5"/>
                  </a:lnTo>
                  <a:lnTo>
                    <a:pt x="188" y="5"/>
                  </a:lnTo>
                  <a:lnTo>
                    <a:pt x="189" y="6"/>
                  </a:lnTo>
                  <a:lnTo>
                    <a:pt x="192" y="9"/>
                  </a:lnTo>
                  <a:lnTo>
                    <a:pt x="194" y="12"/>
                  </a:lnTo>
                  <a:lnTo>
                    <a:pt x="198" y="19"/>
                  </a:lnTo>
                  <a:lnTo>
                    <a:pt x="206" y="23"/>
                  </a:lnTo>
                  <a:lnTo>
                    <a:pt x="215" y="25"/>
                  </a:lnTo>
                  <a:lnTo>
                    <a:pt x="223" y="26"/>
                  </a:lnTo>
                  <a:lnTo>
                    <a:pt x="228" y="28"/>
                  </a:lnTo>
                  <a:lnTo>
                    <a:pt x="228" y="32"/>
                  </a:lnTo>
                  <a:lnTo>
                    <a:pt x="228" y="37"/>
                  </a:lnTo>
                  <a:lnTo>
                    <a:pt x="228" y="42"/>
                  </a:lnTo>
                  <a:lnTo>
                    <a:pt x="231" y="48"/>
                  </a:lnTo>
                  <a:lnTo>
                    <a:pt x="234" y="52"/>
                  </a:lnTo>
                  <a:lnTo>
                    <a:pt x="238" y="57"/>
                  </a:lnTo>
                  <a:lnTo>
                    <a:pt x="241" y="63"/>
                  </a:lnTo>
                  <a:lnTo>
                    <a:pt x="244" y="66"/>
                  </a:lnTo>
                  <a:lnTo>
                    <a:pt x="247" y="69"/>
                  </a:lnTo>
                  <a:lnTo>
                    <a:pt x="251" y="74"/>
                  </a:lnTo>
                  <a:lnTo>
                    <a:pt x="254" y="77"/>
                  </a:lnTo>
                  <a:lnTo>
                    <a:pt x="257" y="85"/>
                  </a:lnTo>
                  <a:lnTo>
                    <a:pt x="258" y="96"/>
                  </a:lnTo>
                  <a:lnTo>
                    <a:pt x="258" y="106"/>
                  </a:lnTo>
                  <a:lnTo>
                    <a:pt x="260" y="117"/>
                  </a:lnTo>
                  <a:lnTo>
                    <a:pt x="261" y="125"/>
                  </a:lnTo>
                  <a:lnTo>
                    <a:pt x="261" y="132"/>
                  </a:lnTo>
                  <a:lnTo>
                    <a:pt x="263" y="140"/>
                  </a:lnTo>
                  <a:lnTo>
                    <a:pt x="264" y="148"/>
                  </a:lnTo>
                  <a:lnTo>
                    <a:pt x="264" y="154"/>
                  </a:lnTo>
                  <a:lnTo>
                    <a:pt x="266" y="155"/>
                  </a:lnTo>
                  <a:lnTo>
                    <a:pt x="269" y="157"/>
                  </a:lnTo>
                  <a:lnTo>
                    <a:pt x="274" y="159"/>
                  </a:lnTo>
                  <a:lnTo>
                    <a:pt x="275" y="159"/>
                  </a:lnTo>
                  <a:lnTo>
                    <a:pt x="277" y="159"/>
                  </a:lnTo>
                  <a:lnTo>
                    <a:pt x="280" y="160"/>
                  </a:lnTo>
                  <a:lnTo>
                    <a:pt x="281" y="160"/>
                  </a:lnTo>
                  <a:lnTo>
                    <a:pt x="292" y="162"/>
                  </a:lnTo>
                  <a:lnTo>
                    <a:pt x="303" y="165"/>
                  </a:lnTo>
                  <a:lnTo>
                    <a:pt x="324" y="169"/>
                  </a:lnTo>
                  <a:lnTo>
                    <a:pt x="329" y="171"/>
                  </a:lnTo>
                  <a:lnTo>
                    <a:pt x="332" y="172"/>
                  </a:lnTo>
                  <a:lnTo>
                    <a:pt x="335" y="177"/>
                  </a:lnTo>
                  <a:lnTo>
                    <a:pt x="337" y="182"/>
                  </a:lnTo>
                  <a:lnTo>
                    <a:pt x="337" y="185"/>
                  </a:lnTo>
                  <a:lnTo>
                    <a:pt x="338" y="188"/>
                  </a:lnTo>
                  <a:lnTo>
                    <a:pt x="338" y="191"/>
                  </a:lnTo>
                  <a:lnTo>
                    <a:pt x="340" y="194"/>
                  </a:lnTo>
                  <a:lnTo>
                    <a:pt x="340" y="194"/>
                  </a:lnTo>
                  <a:lnTo>
                    <a:pt x="340" y="195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1" y="200"/>
                  </a:lnTo>
                  <a:lnTo>
                    <a:pt x="344" y="200"/>
                  </a:lnTo>
                  <a:lnTo>
                    <a:pt x="346" y="202"/>
                  </a:lnTo>
                  <a:lnTo>
                    <a:pt x="347" y="203"/>
                  </a:lnTo>
                  <a:lnTo>
                    <a:pt x="347" y="205"/>
                  </a:lnTo>
                  <a:lnTo>
                    <a:pt x="347" y="208"/>
                  </a:lnTo>
                  <a:lnTo>
                    <a:pt x="349" y="209"/>
                  </a:lnTo>
                  <a:lnTo>
                    <a:pt x="349" y="212"/>
                  </a:lnTo>
                  <a:lnTo>
                    <a:pt x="349" y="215"/>
                  </a:lnTo>
                  <a:lnTo>
                    <a:pt x="349" y="215"/>
                  </a:lnTo>
                  <a:lnTo>
                    <a:pt x="350" y="217"/>
                  </a:lnTo>
                  <a:lnTo>
                    <a:pt x="353" y="217"/>
                  </a:lnTo>
                  <a:lnTo>
                    <a:pt x="358" y="220"/>
                  </a:lnTo>
                  <a:lnTo>
                    <a:pt x="363" y="222"/>
                  </a:lnTo>
                  <a:lnTo>
                    <a:pt x="366" y="225"/>
                  </a:lnTo>
                  <a:lnTo>
                    <a:pt x="370" y="228"/>
                  </a:lnTo>
                  <a:lnTo>
                    <a:pt x="373" y="232"/>
                  </a:lnTo>
                  <a:lnTo>
                    <a:pt x="375" y="235"/>
                  </a:lnTo>
                  <a:lnTo>
                    <a:pt x="378" y="240"/>
                  </a:lnTo>
                  <a:lnTo>
                    <a:pt x="381" y="243"/>
                  </a:lnTo>
                  <a:lnTo>
                    <a:pt x="386" y="246"/>
                  </a:lnTo>
                  <a:lnTo>
                    <a:pt x="392" y="248"/>
                  </a:lnTo>
                  <a:lnTo>
                    <a:pt x="396" y="251"/>
                  </a:lnTo>
                  <a:lnTo>
                    <a:pt x="401" y="255"/>
                  </a:lnTo>
                  <a:lnTo>
                    <a:pt x="398" y="258"/>
                  </a:lnTo>
                  <a:lnTo>
                    <a:pt x="395" y="262"/>
                  </a:lnTo>
                  <a:lnTo>
                    <a:pt x="392" y="265"/>
                  </a:lnTo>
                  <a:lnTo>
                    <a:pt x="390" y="268"/>
                  </a:lnTo>
                  <a:lnTo>
                    <a:pt x="389" y="271"/>
                  </a:lnTo>
                  <a:lnTo>
                    <a:pt x="386" y="274"/>
                  </a:lnTo>
                  <a:lnTo>
                    <a:pt x="383" y="277"/>
                  </a:lnTo>
                  <a:lnTo>
                    <a:pt x="381" y="280"/>
                  </a:lnTo>
                  <a:lnTo>
                    <a:pt x="377" y="286"/>
                  </a:lnTo>
                  <a:lnTo>
                    <a:pt x="375" y="294"/>
                  </a:lnTo>
                  <a:lnTo>
                    <a:pt x="373" y="303"/>
                  </a:lnTo>
                  <a:lnTo>
                    <a:pt x="372" y="311"/>
                  </a:lnTo>
                  <a:lnTo>
                    <a:pt x="372" y="318"/>
                  </a:lnTo>
                  <a:lnTo>
                    <a:pt x="370" y="326"/>
                  </a:lnTo>
                  <a:lnTo>
                    <a:pt x="370" y="335"/>
                  </a:lnTo>
                  <a:lnTo>
                    <a:pt x="372" y="343"/>
                  </a:lnTo>
                  <a:lnTo>
                    <a:pt x="375" y="351"/>
                  </a:lnTo>
                  <a:lnTo>
                    <a:pt x="377" y="358"/>
                  </a:lnTo>
                  <a:lnTo>
                    <a:pt x="378" y="365"/>
                  </a:lnTo>
                  <a:lnTo>
                    <a:pt x="381" y="372"/>
                  </a:lnTo>
                  <a:lnTo>
                    <a:pt x="383" y="375"/>
                  </a:lnTo>
                  <a:lnTo>
                    <a:pt x="383" y="378"/>
                  </a:lnTo>
                  <a:lnTo>
                    <a:pt x="384" y="383"/>
                  </a:lnTo>
                  <a:lnTo>
                    <a:pt x="386" y="385"/>
                  </a:lnTo>
                  <a:lnTo>
                    <a:pt x="389" y="386"/>
                  </a:lnTo>
                  <a:lnTo>
                    <a:pt x="392" y="388"/>
                  </a:lnTo>
                  <a:lnTo>
                    <a:pt x="393" y="388"/>
                  </a:lnTo>
                  <a:lnTo>
                    <a:pt x="396" y="389"/>
                  </a:lnTo>
                  <a:lnTo>
                    <a:pt x="398" y="392"/>
                  </a:lnTo>
                  <a:lnTo>
                    <a:pt x="398" y="394"/>
                  </a:lnTo>
                  <a:lnTo>
                    <a:pt x="398" y="397"/>
                  </a:lnTo>
                  <a:lnTo>
                    <a:pt x="398" y="398"/>
                  </a:lnTo>
                  <a:lnTo>
                    <a:pt x="400" y="401"/>
                  </a:lnTo>
                  <a:lnTo>
                    <a:pt x="401" y="403"/>
                  </a:lnTo>
                  <a:lnTo>
                    <a:pt x="404" y="404"/>
                  </a:lnTo>
                  <a:lnTo>
                    <a:pt x="406" y="404"/>
                  </a:lnTo>
                  <a:lnTo>
                    <a:pt x="409" y="404"/>
                  </a:lnTo>
                  <a:lnTo>
                    <a:pt x="412" y="404"/>
                  </a:lnTo>
                  <a:lnTo>
                    <a:pt x="413" y="404"/>
                  </a:lnTo>
                  <a:lnTo>
                    <a:pt x="415" y="408"/>
                  </a:lnTo>
                  <a:lnTo>
                    <a:pt x="418" y="411"/>
                  </a:lnTo>
                  <a:lnTo>
                    <a:pt x="418" y="412"/>
                  </a:lnTo>
                  <a:lnTo>
                    <a:pt x="421" y="415"/>
                  </a:lnTo>
                  <a:lnTo>
                    <a:pt x="424" y="417"/>
                  </a:lnTo>
                  <a:lnTo>
                    <a:pt x="429" y="420"/>
                  </a:lnTo>
                  <a:lnTo>
                    <a:pt x="432" y="426"/>
                  </a:lnTo>
                  <a:lnTo>
                    <a:pt x="435" y="432"/>
                  </a:lnTo>
                  <a:lnTo>
                    <a:pt x="438" y="438"/>
                  </a:lnTo>
                  <a:lnTo>
                    <a:pt x="441" y="440"/>
                  </a:lnTo>
                  <a:lnTo>
                    <a:pt x="443" y="441"/>
                  </a:lnTo>
                  <a:lnTo>
                    <a:pt x="444" y="444"/>
                  </a:lnTo>
                  <a:lnTo>
                    <a:pt x="446" y="448"/>
                  </a:lnTo>
                  <a:lnTo>
                    <a:pt x="446" y="449"/>
                  </a:lnTo>
                  <a:lnTo>
                    <a:pt x="447" y="452"/>
                  </a:lnTo>
                  <a:lnTo>
                    <a:pt x="449" y="454"/>
                  </a:lnTo>
                  <a:lnTo>
                    <a:pt x="449" y="455"/>
                  </a:lnTo>
                  <a:lnTo>
                    <a:pt x="450" y="458"/>
                  </a:lnTo>
                  <a:lnTo>
                    <a:pt x="452" y="461"/>
                  </a:lnTo>
                  <a:lnTo>
                    <a:pt x="452" y="464"/>
                  </a:lnTo>
                  <a:lnTo>
                    <a:pt x="453" y="468"/>
                  </a:lnTo>
                  <a:lnTo>
                    <a:pt x="453" y="471"/>
                  </a:lnTo>
                  <a:lnTo>
                    <a:pt x="453" y="474"/>
                  </a:lnTo>
                  <a:lnTo>
                    <a:pt x="453" y="477"/>
                  </a:lnTo>
                  <a:lnTo>
                    <a:pt x="455" y="478"/>
                  </a:lnTo>
                  <a:lnTo>
                    <a:pt x="458" y="481"/>
                  </a:lnTo>
                  <a:lnTo>
                    <a:pt x="461" y="484"/>
                  </a:lnTo>
                  <a:lnTo>
                    <a:pt x="463" y="488"/>
                  </a:lnTo>
                  <a:lnTo>
                    <a:pt x="466" y="489"/>
                  </a:lnTo>
                  <a:lnTo>
                    <a:pt x="469" y="492"/>
                  </a:lnTo>
                  <a:lnTo>
                    <a:pt x="472" y="492"/>
                  </a:lnTo>
                  <a:lnTo>
                    <a:pt x="473" y="494"/>
                  </a:lnTo>
                  <a:lnTo>
                    <a:pt x="478" y="492"/>
                  </a:lnTo>
                  <a:lnTo>
                    <a:pt x="479" y="492"/>
                  </a:lnTo>
                  <a:lnTo>
                    <a:pt x="483" y="492"/>
                  </a:lnTo>
                  <a:lnTo>
                    <a:pt x="486" y="492"/>
                  </a:lnTo>
                  <a:lnTo>
                    <a:pt x="489" y="492"/>
                  </a:lnTo>
                  <a:lnTo>
                    <a:pt x="490" y="489"/>
                  </a:lnTo>
                  <a:lnTo>
                    <a:pt x="492" y="488"/>
                  </a:lnTo>
                  <a:lnTo>
                    <a:pt x="493" y="484"/>
                  </a:lnTo>
                  <a:lnTo>
                    <a:pt x="495" y="481"/>
                  </a:lnTo>
                  <a:lnTo>
                    <a:pt x="501" y="478"/>
                  </a:lnTo>
                  <a:lnTo>
                    <a:pt x="506" y="475"/>
                  </a:lnTo>
                  <a:lnTo>
                    <a:pt x="512" y="474"/>
                  </a:lnTo>
                  <a:lnTo>
                    <a:pt x="519" y="475"/>
                  </a:lnTo>
                  <a:lnTo>
                    <a:pt x="521" y="475"/>
                  </a:lnTo>
                  <a:lnTo>
                    <a:pt x="522" y="477"/>
                  </a:lnTo>
                  <a:lnTo>
                    <a:pt x="524" y="478"/>
                  </a:lnTo>
                  <a:lnTo>
                    <a:pt x="526" y="480"/>
                  </a:lnTo>
                  <a:lnTo>
                    <a:pt x="530" y="483"/>
                  </a:lnTo>
                  <a:lnTo>
                    <a:pt x="533" y="486"/>
                  </a:lnTo>
                  <a:lnTo>
                    <a:pt x="538" y="491"/>
                  </a:lnTo>
                  <a:lnTo>
                    <a:pt x="541" y="494"/>
                  </a:lnTo>
                  <a:lnTo>
                    <a:pt x="544" y="497"/>
                  </a:lnTo>
                  <a:lnTo>
                    <a:pt x="547" y="503"/>
                  </a:lnTo>
                  <a:lnTo>
                    <a:pt x="549" y="507"/>
                  </a:lnTo>
                  <a:lnTo>
                    <a:pt x="550" y="512"/>
                  </a:lnTo>
                  <a:lnTo>
                    <a:pt x="552" y="517"/>
                  </a:lnTo>
                  <a:lnTo>
                    <a:pt x="553" y="521"/>
                  </a:lnTo>
                  <a:lnTo>
                    <a:pt x="556" y="526"/>
                  </a:lnTo>
                  <a:lnTo>
                    <a:pt x="558" y="531"/>
                  </a:lnTo>
                  <a:lnTo>
                    <a:pt x="561" y="534"/>
                  </a:lnTo>
                  <a:lnTo>
                    <a:pt x="564" y="534"/>
                  </a:lnTo>
                  <a:lnTo>
                    <a:pt x="569" y="534"/>
                  </a:lnTo>
                  <a:lnTo>
                    <a:pt x="572" y="532"/>
                  </a:lnTo>
                  <a:lnTo>
                    <a:pt x="570" y="538"/>
                  </a:lnTo>
                  <a:lnTo>
                    <a:pt x="569" y="543"/>
                  </a:lnTo>
                  <a:lnTo>
                    <a:pt x="565" y="547"/>
                  </a:lnTo>
                  <a:lnTo>
                    <a:pt x="564" y="554"/>
                  </a:lnTo>
                  <a:lnTo>
                    <a:pt x="562" y="560"/>
                  </a:lnTo>
                  <a:lnTo>
                    <a:pt x="562" y="567"/>
                  </a:lnTo>
                  <a:lnTo>
                    <a:pt x="564" y="574"/>
                  </a:lnTo>
                  <a:lnTo>
                    <a:pt x="565" y="581"/>
                  </a:lnTo>
                  <a:lnTo>
                    <a:pt x="565" y="584"/>
                  </a:lnTo>
                  <a:lnTo>
                    <a:pt x="565" y="587"/>
                  </a:lnTo>
                  <a:lnTo>
                    <a:pt x="565" y="591"/>
                  </a:lnTo>
                  <a:lnTo>
                    <a:pt x="567" y="592"/>
                  </a:lnTo>
                  <a:lnTo>
                    <a:pt x="567" y="595"/>
                  </a:lnTo>
                  <a:lnTo>
                    <a:pt x="569" y="598"/>
                  </a:lnTo>
                  <a:lnTo>
                    <a:pt x="570" y="601"/>
                  </a:lnTo>
                  <a:lnTo>
                    <a:pt x="572" y="604"/>
                  </a:lnTo>
                  <a:lnTo>
                    <a:pt x="573" y="607"/>
                  </a:lnTo>
                  <a:lnTo>
                    <a:pt x="573" y="612"/>
                  </a:lnTo>
                  <a:lnTo>
                    <a:pt x="575" y="617"/>
                  </a:lnTo>
                  <a:lnTo>
                    <a:pt x="578" y="618"/>
                  </a:lnTo>
                  <a:lnTo>
                    <a:pt x="581" y="620"/>
                  </a:lnTo>
                  <a:lnTo>
                    <a:pt x="582" y="620"/>
                  </a:lnTo>
                  <a:lnTo>
                    <a:pt x="585" y="621"/>
                  </a:lnTo>
                  <a:lnTo>
                    <a:pt x="587" y="621"/>
                  </a:lnTo>
                  <a:lnTo>
                    <a:pt x="589" y="624"/>
                  </a:lnTo>
                  <a:lnTo>
                    <a:pt x="592" y="629"/>
                  </a:lnTo>
                  <a:lnTo>
                    <a:pt x="595" y="632"/>
                  </a:lnTo>
                  <a:lnTo>
                    <a:pt x="596" y="637"/>
                  </a:lnTo>
                  <a:lnTo>
                    <a:pt x="595" y="638"/>
                  </a:lnTo>
                  <a:lnTo>
                    <a:pt x="595" y="640"/>
                  </a:lnTo>
                  <a:lnTo>
                    <a:pt x="595" y="641"/>
                  </a:lnTo>
                  <a:lnTo>
                    <a:pt x="596" y="641"/>
                  </a:lnTo>
                  <a:lnTo>
                    <a:pt x="596" y="643"/>
                  </a:lnTo>
                  <a:lnTo>
                    <a:pt x="598" y="644"/>
                  </a:lnTo>
                  <a:lnTo>
                    <a:pt x="598" y="647"/>
                  </a:lnTo>
                  <a:lnTo>
                    <a:pt x="596" y="649"/>
                  </a:lnTo>
                  <a:lnTo>
                    <a:pt x="596" y="650"/>
                  </a:lnTo>
                  <a:lnTo>
                    <a:pt x="596" y="654"/>
                  </a:lnTo>
                  <a:lnTo>
                    <a:pt x="598" y="655"/>
                  </a:lnTo>
                  <a:lnTo>
                    <a:pt x="599" y="657"/>
                  </a:lnTo>
                  <a:lnTo>
                    <a:pt x="599" y="660"/>
                  </a:lnTo>
                  <a:lnTo>
                    <a:pt x="599" y="661"/>
                  </a:lnTo>
                  <a:lnTo>
                    <a:pt x="599" y="663"/>
                  </a:lnTo>
                  <a:lnTo>
                    <a:pt x="599" y="664"/>
                  </a:lnTo>
                  <a:lnTo>
                    <a:pt x="602" y="667"/>
                  </a:lnTo>
                  <a:lnTo>
                    <a:pt x="604" y="669"/>
                  </a:lnTo>
                  <a:lnTo>
                    <a:pt x="607" y="670"/>
                  </a:lnTo>
                  <a:lnTo>
                    <a:pt x="608" y="672"/>
                  </a:lnTo>
                  <a:lnTo>
                    <a:pt x="610" y="674"/>
                  </a:lnTo>
                  <a:lnTo>
                    <a:pt x="610" y="675"/>
                  </a:lnTo>
                  <a:lnTo>
                    <a:pt x="610" y="677"/>
                  </a:lnTo>
                  <a:lnTo>
                    <a:pt x="612" y="678"/>
                  </a:lnTo>
                  <a:lnTo>
                    <a:pt x="615" y="680"/>
                  </a:lnTo>
                  <a:lnTo>
                    <a:pt x="616" y="683"/>
                  </a:lnTo>
                  <a:lnTo>
                    <a:pt x="619" y="686"/>
                  </a:lnTo>
                  <a:lnTo>
                    <a:pt x="622" y="689"/>
                  </a:lnTo>
                  <a:lnTo>
                    <a:pt x="627" y="690"/>
                  </a:lnTo>
                  <a:lnTo>
                    <a:pt x="635" y="692"/>
                  </a:lnTo>
                  <a:lnTo>
                    <a:pt x="641" y="690"/>
                  </a:lnTo>
                  <a:lnTo>
                    <a:pt x="647" y="690"/>
                  </a:lnTo>
                  <a:lnTo>
                    <a:pt x="647" y="695"/>
                  </a:lnTo>
                  <a:lnTo>
                    <a:pt x="647" y="701"/>
                  </a:lnTo>
                  <a:lnTo>
                    <a:pt x="648" y="706"/>
                  </a:lnTo>
                  <a:lnTo>
                    <a:pt x="648" y="710"/>
                  </a:lnTo>
                  <a:lnTo>
                    <a:pt x="644" y="710"/>
                  </a:lnTo>
                  <a:lnTo>
                    <a:pt x="641" y="710"/>
                  </a:lnTo>
                  <a:lnTo>
                    <a:pt x="638" y="712"/>
                  </a:lnTo>
                  <a:lnTo>
                    <a:pt x="636" y="715"/>
                  </a:lnTo>
                  <a:lnTo>
                    <a:pt x="635" y="720"/>
                  </a:lnTo>
                  <a:lnTo>
                    <a:pt x="635" y="721"/>
                  </a:lnTo>
                  <a:lnTo>
                    <a:pt x="635" y="723"/>
                  </a:lnTo>
                  <a:lnTo>
                    <a:pt x="636" y="726"/>
                  </a:lnTo>
                  <a:lnTo>
                    <a:pt x="638" y="727"/>
                  </a:lnTo>
                  <a:lnTo>
                    <a:pt x="639" y="730"/>
                  </a:lnTo>
                  <a:lnTo>
                    <a:pt x="639" y="732"/>
                  </a:lnTo>
                  <a:lnTo>
                    <a:pt x="638" y="733"/>
                  </a:lnTo>
                  <a:lnTo>
                    <a:pt x="636" y="737"/>
                  </a:lnTo>
                  <a:lnTo>
                    <a:pt x="633" y="738"/>
                  </a:lnTo>
                  <a:lnTo>
                    <a:pt x="630" y="741"/>
                  </a:lnTo>
                  <a:lnTo>
                    <a:pt x="627" y="743"/>
                  </a:lnTo>
                  <a:lnTo>
                    <a:pt x="624" y="746"/>
                  </a:lnTo>
                  <a:lnTo>
                    <a:pt x="621" y="749"/>
                  </a:lnTo>
                  <a:lnTo>
                    <a:pt x="619" y="752"/>
                  </a:lnTo>
                  <a:lnTo>
                    <a:pt x="618" y="757"/>
                  </a:lnTo>
                  <a:lnTo>
                    <a:pt x="618" y="758"/>
                  </a:lnTo>
                  <a:lnTo>
                    <a:pt x="619" y="760"/>
                  </a:lnTo>
                  <a:lnTo>
                    <a:pt x="621" y="760"/>
                  </a:lnTo>
                  <a:lnTo>
                    <a:pt x="622" y="761"/>
                  </a:lnTo>
                  <a:lnTo>
                    <a:pt x="624" y="763"/>
                  </a:lnTo>
                  <a:lnTo>
                    <a:pt x="624" y="763"/>
                  </a:lnTo>
                  <a:lnTo>
                    <a:pt x="625" y="764"/>
                  </a:lnTo>
                  <a:lnTo>
                    <a:pt x="625" y="767"/>
                  </a:lnTo>
                  <a:lnTo>
                    <a:pt x="627" y="769"/>
                  </a:lnTo>
                  <a:lnTo>
                    <a:pt x="628" y="769"/>
                  </a:lnTo>
                  <a:lnTo>
                    <a:pt x="630" y="770"/>
                  </a:lnTo>
                  <a:lnTo>
                    <a:pt x="632" y="770"/>
                  </a:lnTo>
                  <a:lnTo>
                    <a:pt x="632" y="772"/>
                  </a:lnTo>
                  <a:lnTo>
                    <a:pt x="632" y="773"/>
                  </a:lnTo>
                  <a:lnTo>
                    <a:pt x="632" y="775"/>
                  </a:lnTo>
                  <a:lnTo>
                    <a:pt x="632" y="775"/>
                  </a:lnTo>
                  <a:lnTo>
                    <a:pt x="632" y="777"/>
                  </a:lnTo>
                  <a:lnTo>
                    <a:pt x="633" y="777"/>
                  </a:lnTo>
                  <a:lnTo>
                    <a:pt x="633" y="777"/>
                  </a:lnTo>
                  <a:lnTo>
                    <a:pt x="635" y="777"/>
                  </a:lnTo>
                  <a:lnTo>
                    <a:pt x="636" y="781"/>
                  </a:lnTo>
                  <a:lnTo>
                    <a:pt x="638" y="786"/>
                  </a:lnTo>
                  <a:lnTo>
                    <a:pt x="638" y="790"/>
                  </a:lnTo>
                  <a:lnTo>
                    <a:pt x="639" y="793"/>
                  </a:lnTo>
                  <a:lnTo>
                    <a:pt x="639" y="800"/>
                  </a:lnTo>
                  <a:lnTo>
                    <a:pt x="636" y="804"/>
                  </a:lnTo>
                  <a:lnTo>
                    <a:pt x="630" y="804"/>
                  </a:lnTo>
                  <a:lnTo>
                    <a:pt x="625" y="803"/>
                  </a:lnTo>
                  <a:lnTo>
                    <a:pt x="622" y="801"/>
                  </a:lnTo>
                  <a:lnTo>
                    <a:pt x="621" y="798"/>
                  </a:lnTo>
                  <a:lnTo>
                    <a:pt x="618" y="797"/>
                  </a:lnTo>
                  <a:lnTo>
                    <a:pt x="616" y="795"/>
                  </a:lnTo>
                  <a:lnTo>
                    <a:pt x="612" y="795"/>
                  </a:lnTo>
                  <a:lnTo>
                    <a:pt x="608" y="795"/>
                  </a:lnTo>
                  <a:lnTo>
                    <a:pt x="605" y="797"/>
                  </a:lnTo>
                  <a:lnTo>
                    <a:pt x="602" y="797"/>
                  </a:lnTo>
                  <a:lnTo>
                    <a:pt x="602" y="800"/>
                  </a:lnTo>
                  <a:lnTo>
                    <a:pt x="604" y="803"/>
                  </a:lnTo>
                  <a:lnTo>
                    <a:pt x="604" y="806"/>
                  </a:lnTo>
                  <a:lnTo>
                    <a:pt x="604" y="809"/>
                  </a:lnTo>
                  <a:lnTo>
                    <a:pt x="601" y="812"/>
                  </a:lnTo>
                  <a:lnTo>
                    <a:pt x="599" y="809"/>
                  </a:lnTo>
                  <a:lnTo>
                    <a:pt x="596" y="804"/>
                  </a:lnTo>
                  <a:lnTo>
                    <a:pt x="595" y="801"/>
                  </a:lnTo>
                  <a:lnTo>
                    <a:pt x="595" y="801"/>
                  </a:lnTo>
                  <a:lnTo>
                    <a:pt x="595" y="800"/>
                  </a:lnTo>
                  <a:lnTo>
                    <a:pt x="595" y="798"/>
                  </a:lnTo>
                  <a:lnTo>
                    <a:pt x="593" y="795"/>
                  </a:lnTo>
                  <a:lnTo>
                    <a:pt x="592" y="795"/>
                  </a:lnTo>
                  <a:lnTo>
                    <a:pt x="590" y="797"/>
                  </a:lnTo>
                  <a:lnTo>
                    <a:pt x="589" y="797"/>
                  </a:lnTo>
                  <a:lnTo>
                    <a:pt x="587" y="787"/>
                  </a:lnTo>
                  <a:lnTo>
                    <a:pt x="582" y="778"/>
                  </a:lnTo>
                  <a:lnTo>
                    <a:pt x="569" y="766"/>
                  </a:lnTo>
                  <a:lnTo>
                    <a:pt x="562" y="757"/>
                  </a:lnTo>
                  <a:lnTo>
                    <a:pt x="559" y="753"/>
                  </a:lnTo>
                  <a:lnTo>
                    <a:pt x="553" y="750"/>
                  </a:lnTo>
                  <a:lnTo>
                    <a:pt x="552" y="749"/>
                  </a:lnTo>
                  <a:lnTo>
                    <a:pt x="552" y="749"/>
                  </a:lnTo>
                  <a:lnTo>
                    <a:pt x="550" y="747"/>
                  </a:lnTo>
                  <a:lnTo>
                    <a:pt x="550" y="747"/>
                  </a:lnTo>
                  <a:lnTo>
                    <a:pt x="550" y="746"/>
                  </a:lnTo>
                  <a:lnTo>
                    <a:pt x="553" y="741"/>
                  </a:lnTo>
                  <a:lnTo>
                    <a:pt x="550" y="741"/>
                  </a:lnTo>
                  <a:lnTo>
                    <a:pt x="549" y="743"/>
                  </a:lnTo>
                  <a:lnTo>
                    <a:pt x="547" y="744"/>
                  </a:lnTo>
                  <a:lnTo>
                    <a:pt x="546" y="746"/>
                  </a:lnTo>
                  <a:lnTo>
                    <a:pt x="515" y="707"/>
                  </a:lnTo>
                  <a:lnTo>
                    <a:pt x="513" y="706"/>
                  </a:lnTo>
                  <a:lnTo>
                    <a:pt x="510" y="706"/>
                  </a:lnTo>
                  <a:lnTo>
                    <a:pt x="509" y="704"/>
                  </a:lnTo>
                  <a:lnTo>
                    <a:pt x="506" y="701"/>
                  </a:lnTo>
                  <a:lnTo>
                    <a:pt x="490" y="684"/>
                  </a:lnTo>
                  <a:lnTo>
                    <a:pt x="489" y="683"/>
                  </a:lnTo>
                  <a:lnTo>
                    <a:pt x="486" y="684"/>
                  </a:lnTo>
                  <a:lnTo>
                    <a:pt x="484" y="684"/>
                  </a:lnTo>
                  <a:lnTo>
                    <a:pt x="483" y="686"/>
                  </a:lnTo>
                  <a:lnTo>
                    <a:pt x="481" y="684"/>
                  </a:lnTo>
                  <a:lnTo>
                    <a:pt x="481" y="683"/>
                  </a:lnTo>
                  <a:lnTo>
                    <a:pt x="481" y="677"/>
                  </a:lnTo>
                  <a:lnTo>
                    <a:pt x="481" y="674"/>
                  </a:lnTo>
                  <a:lnTo>
                    <a:pt x="475" y="666"/>
                  </a:lnTo>
                  <a:lnTo>
                    <a:pt x="472" y="663"/>
                  </a:lnTo>
                  <a:lnTo>
                    <a:pt x="472" y="663"/>
                  </a:lnTo>
                  <a:lnTo>
                    <a:pt x="473" y="661"/>
                  </a:lnTo>
                  <a:lnTo>
                    <a:pt x="473" y="660"/>
                  </a:lnTo>
                  <a:lnTo>
                    <a:pt x="473" y="658"/>
                  </a:lnTo>
                  <a:lnTo>
                    <a:pt x="473" y="658"/>
                  </a:lnTo>
                  <a:lnTo>
                    <a:pt x="472" y="658"/>
                  </a:lnTo>
                  <a:lnTo>
                    <a:pt x="467" y="646"/>
                  </a:lnTo>
                  <a:lnTo>
                    <a:pt x="464" y="644"/>
                  </a:lnTo>
                  <a:lnTo>
                    <a:pt x="461" y="643"/>
                  </a:lnTo>
                  <a:lnTo>
                    <a:pt x="459" y="641"/>
                  </a:lnTo>
                  <a:lnTo>
                    <a:pt x="452" y="635"/>
                  </a:lnTo>
                  <a:lnTo>
                    <a:pt x="452" y="635"/>
                  </a:lnTo>
                  <a:lnTo>
                    <a:pt x="450" y="634"/>
                  </a:lnTo>
                  <a:lnTo>
                    <a:pt x="449" y="629"/>
                  </a:lnTo>
                  <a:lnTo>
                    <a:pt x="447" y="627"/>
                  </a:lnTo>
                  <a:lnTo>
                    <a:pt x="444" y="624"/>
                  </a:lnTo>
                  <a:lnTo>
                    <a:pt x="441" y="621"/>
                  </a:lnTo>
                  <a:lnTo>
                    <a:pt x="438" y="617"/>
                  </a:lnTo>
                  <a:lnTo>
                    <a:pt x="433" y="612"/>
                  </a:lnTo>
                  <a:lnTo>
                    <a:pt x="430" y="609"/>
                  </a:lnTo>
                  <a:lnTo>
                    <a:pt x="423" y="607"/>
                  </a:lnTo>
                  <a:lnTo>
                    <a:pt x="421" y="603"/>
                  </a:lnTo>
                  <a:lnTo>
                    <a:pt x="420" y="595"/>
                  </a:lnTo>
                  <a:lnTo>
                    <a:pt x="418" y="592"/>
                  </a:lnTo>
                  <a:lnTo>
                    <a:pt x="415" y="589"/>
                  </a:lnTo>
                  <a:lnTo>
                    <a:pt x="412" y="586"/>
                  </a:lnTo>
                  <a:lnTo>
                    <a:pt x="410" y="578"/>
                  </a:lnTo>
                  <a:lnTo>
                    <a:pt x="406" y="569"/>
                  </a:lnTo>
                  <a:lnTo>
                    <a:pt x="384" y="546"/>
                  </a:lnTo>
                  <a:lnTo>
                    <a:pt x="377" y="540"/>
                  </a:lnTo>
                  <a:lnTo>
                    <a:pt x="373" y="540"/>
                  </a:lnTo>
                  <a:lnTo>
                    <a:pt x="372" y="538"/>
                  </a:lnTo>
                  <a:lnTo>
                    <a:pt x="363" y="529"/>
                  </a:lnTo>
                  <a:lnTo>
                    <a:pt x="340" y="514"/>
                  </a:lnTo>
                  <a:lnTo>
                    <a:pt x="330" y="507"/>
                  </a:lnTo>
                  <a:lnTo>
                    <a:pt x="329" y="504"/>
                  </a:lnTo>
                  <a:lnTo>
                    <a:pt x="327" y="501"/>
                  </a:lnTo>
                  <a:lnTo>
                    <a:pt x="326" y="498"/>
                  </a:lnTo>
                  <a:lnTo>
                    <a:pt x="320" y="497"/>
                  </a:lnTo>
                  <a:lnTo>
                    <a:pt x="314" y="492"/>
                  </a:lnTo>
                  <a:lnTo>
                    <a:pt x="303" y="483"/>
                  </a:lnTo>
                  <a:lnTo>
                    <a:pt x="266" y="460"/>
                  </a:lnTo>
                  <a:lnTo>
                    <a:pt x="264" y="457"/>
                  </a:lnTo>
                  <a:lnTo>
                    <a:pt x="263" y="454"/>
                  </a:lnTo>
                  <a:lnTo>
                    <a:pt x="263" y="452"/>
                  </a:lnTo>
                  <a:lnTo>
                    <a:pt x="264" y="452"/>
                  </a:lnTo>
                  <a:lnTo>
                    <a:pt x="266" y="452"/>
                  </a:lnTo>
                  <a:lnTo>
                    <a:pt x="266" y="454"/>
                  </a:lnTo>
                  <a:lnTo>
                    <a:pt x="267" y="454"/>
                  </a:lnTo>
                  <a:lnTo>
                    <a:pt x="267" y="455"/>
                  </a:lnTo>
                  <a:lnTo>
                    <a:pt x="267" y="457"/>
                  </a:lnTo>
                  <a:lnTo>
                    <a:pt x="267" y="458"/>
                  </a:lnTo>
                  <a:lnTo>
                    <a:pt x="280" y="464"/>
                  </a:lnTo>
                  <a:lnTo>
                    <a:pt x="281" y="464"/>
                  </a:lnTo>
                  <a:lnTo>
                    <a:pt x="304" y="480"/>
                  </a:lnTo>
                  <a:lnTo>
                    <a:pt x="306" y="480"/>
                  </a:lnTo>
                  <a:lnTo>
                    <a:pt x="307" y="481"/>
                  </a:lnTo>
                  <a:lnTo>
                    <a:pt x="310" y="483"/>
                  </a:lnTo>
                  <a:lnTo>
                    <a:pt x="309" y="481"/>
                  </a:lnTo>
                  <a:lnTo>
                    <a:pt x="304" y="478"/>
                  </a:lnTo>
                  <a:lnTo>
                    <a:pt x="301" y="477"/>
                  </a:lnTo>
                  <a:lnTo>
                    <a:pt x="303" y="475"/>
                  </a:lnTo>
                  <a:lnTo>
                    <a:pt x="306" y="477"/>
                  </a:lnTo>
                  <a:lnTo>
                    <a:pt x="310" y="481"/>
                  </a:lnTo>
                  <a:lnTo>
                    <a:pt x="310" y="480"/>
                  </a:lnTo>
                  <a:lnTo>
                    <a:pt x="312" y="478"/>
                  </a:lnTo>
                  <a:lnTo>
                    <a:pt x="312" y="478"/>
                  </a:lnTo>
                  <a:lnTo>
                    <a:pt x="310" y="478"/>
                  </a:lnTo>
                  <a:lnTo>
                    <a:pt x="310" y="478"/>
                  </a:lnTo>
                  <a:lnTo>
                    <a:pt x="309" y="478"/>
                  </a:lnTo>
                  <a:lnTo>
                    <a:pt x="310" y="477"/>
                  </a:lnTo>
                  <a:lnTo>
                    <a:pt x="312" y="475"/>
                  </a:lnTo>
                  <a:lnTo>
                    <a:pt x="314" y="474"/>
                  </a:lnTo>
                  <a:lnTo>
                    <a:pt x="314" y="471"/>
                  </a:lnTo>
                  <a:lnTo>
                    <a:pt x="314" y="468"/>
                  </a:lnTo>
                  <a:lnTo>
                    <a:pt x="307" y="454"/>
                  </a:lnTo>
                  <a:lnTo>
                    <a:pt x="306" y="452"/>
                  </a:lnTo>
                  <a:lnTo>
                    <a:pt x="303" y="451"/>
                  </a:lnTo>
                  <a:lnTo>
                    <a:pt x="300" y="451"/>
                  </a:lnTo>
                  <a:lnTo>
                    <a:pt x="298" y="451"/>
                  </a:lnTo>
                  <a:lnTo>
                    <a:pt x="295" y="452"/>
                  </a:lnTo>
                  <a:lnTo>
                    <a:pt x="294" y="454"/>
                  </a:lnTo>
                  <a:lnTo>
                    <a:pt x="297" y="455"/>
                  </a:lnTo>
                  <a:lnTo>
                    <a:pt x="301" y="454"/>
                  </a:lnTo>
                  <a:lnTo>
                    <a:pt x="301" y="454"/>
                  </a:lnTo>
                  <a:lnTo>
                    <a:pt x="301" y="455"/>
                  </a:lnTo>
                  <a:lnTo>
                    <a:pt x="297" y="460"/>
                  </a:lnTo>
                  <a:lnTo>
                    <a:pt x="295" y="461"/>
                  </a:lnTo>
                  <a:lnTo>
                    <a:pt x="290" y="463"/>
                  </a:lnTo>
                  <a:lnTo>
                    <a:pt x="287" y="461"/>
                  </a:lnTo>
                  <a:lnTo>
                    <a:pt x="286" y="458"/>
                  </a:lnTo>
                  <a:lnTo>
                    <a:pt x="283" y="455"/>
                  </a:lnTo>
                  <a:lnTo>
                    <a:pt x="278" y="457"/>
                  </a:lnTo>
                  <a:lnTo>
                    <a:pt x="278" y="458"/>
                  </a:lnTo>
                  <a:lnTo>
                    <a:pt x="277" y="458"/>
                  </a:lnTo>
                  <a:lnTo>
                    <a:pt x="275" y="457"/>
                  </a:lnTo>
                  <a:lnTo>
                    <a:pt x="272" y="454"/>
                  </a:lnTo>
                  <a:lnTo>
                    <a:pt x="271" y="454"/>
                  </a:lnTo>
                  <a:lnTo>
                    <a:pt x="271" y="452"/>
                  </a:lnTo>
                  <a:lnTo>
                    <a:pt x="271" y="449"/>
                  </a:lnTo>
                  <a:lnTo>
                    <a:pt x="271" y="448"/>
                  </a:lnTo>
                  <a:lnTo>
                    <a:pt x="269" y="448"/>
                  </a:lnTo>
                  <a:lnTo>
                    <a:pt x="267" y="446"/>
                  </a:lnTo>
                  <a:lnTo>
                    <a:pt x="266" y="446"/>
                  </a:lnTo>
                  <a:lnTo>
                    <a:pt x="260" y="440"/>
                  </a:lnTo>
                  <a:lnTo>
                    <a:pt x="257" y="438"/>
                  </a:lnTo>
                  <a:lnTo>
                    <a:pt x="255" y="440"/>
                  </a:lnTo>
                  <a:lnTo>
                    <a:pt x="252" y="437"/>
                  </a:lnTo>
                  <a:lnTo>
                    <a:pt x="247" y="434"/>
                  </a:lnTo>
                  <a:lnTo>
                    <a:pt x="244" y="432"/>
                  </a:lnTo>
                  <a:lnTo>
                    <a:pt x="240" y="432"/>
                  </a:lnTo>
                  <a:lnTo>
                    <a:pt x="241" y="434"/>
                  </a:lnTo>
                  <a:lnTo>
                    <a:pt x="243" y="435"/>
                  </a:lnTo>
                  <a:lnTo>
                    <a:pt x="244" y="437"/>
                  </a:lnTo>
                  <a:lnTo>
                    <a:pt x="251" y="441"/>
                  </a:lnTo>
                  <a:lnTo>
                    <a:pt x="252" y="444"/>
                  </a:lnTo>
                  <a:lnTo>
                    <a:pt x="260" y="448"/>
                  </a:lnTo>
                  <a:lnTo>
                    <a:pt x="261" y="451"/>
                  </a:lnTo>
                  <a:lnTo>
                    <a:pt x="257" y="449"/>
                  </a:lnTo>
                  <a:lnTo>
                    <a:pt x="244" y="441"/>
                  </a:lnTo>
                  <a:lnTo>
                    <a:pt x="231" y="429"/>
                  </a:lnTo>
                  <a:lnTo>
                    <a:pt x="229" y="428"/>
                  </a:lnTo>
                  <a:lnTo>
                    <a:pt x="229" y="424"/>
                  </a:lnTo>
                  <a:lnTo>
                    <a:pt x="229" y="418"/>
                  </a:lnTo>
                  <a:lnTo>
                    <a:pt x="228" y="415"/>
                  </a:lnTo>
                  <a:lnTo>
                    <a:pt x="226" y="412"/>
                  </a:lnTo>
                  <a:lnTo>
                    <a:pt x="224" y="409"/>
                  </a:lnTo>
                  <a:lnTo>
                    <a:pt x="223" y="409"/>
                  </a:lnTo>
                  <a:lnTo>
                    <a:pt x="221" y="408"/>
                  </a:lnTo>
                  <a:lnTo>
                    <a:pt x="221" y="408"/>
                  </a:lnTo>
                  <a:lnTo>
                    <a:pt x="221" y="406"/>
                  </a:lnTo>
                  <a:lnTo>
                    <a:pt x="221" y="404"/>
                  </a:lnTo>
                  <a:lnTo>
                    <a:pt x="223" y="404"/>
                  </a:lnTo>
                  <a:lnTo>
                    <a:pt x="224" y="406"/>
                  </a:lnTo>
                  <a:lnTo>
                    <a:pt x="228" y="408"/>
                  </a:lnTo>
                  <a:lnTo>
                    <a:pt x="229" y="409"/>
                  </a:lnTo>
                  <a:lnTo>
                    <a:pt x="231" y="411"/>
                  </a:lnTo>
                  <a:lnTo>
                    <a:pt x="234" y="411"/>
                  </a:lnTo>
                  <a:lnTo>
                    <a:pt x="235" y="408"/>
                  </a:lnTo>
                  <a:lnTo>
                    <a:pt x="234" y="404"/>
                  </a:lnTo>
                  <a:lnTo>
                    <a:pt x="232" y="401"/>
                  </a:lnTo>
                  <a:lnTo>
                    <a:pt x="231" y="398"/>
                  </a:lnTo>
                  <a:lnTo>
                    <a:pt x="229" y="397"/>
                  </a:lnTo>
                  <a:lnTo>
                    <a:pt x="231" y="395"/>
                  </a:lnTo>
                  <a:lnTo>
                    <a:pt x="231" y="392"/>
                  </a:lnTo>
                  <a:lnTo>
                    <a:pt x="229" y="386"/>
                  </a:lnTo>
                  <a:lnTo>
                    <a:pt x="229" y="383"/>
                  </a:lnTo>
                  <a:lnTo>
                    <a:pt x="231" y="381"/>
                  </a:lnTo>
                  <a:lnTo>
                    <a:pt x="232" y="377"/>
                  </a:lnTo>
                  <a:lnTo>
                    <a:pt x="231" y="374"/>
                  </a:lnTo>
                  <a:lnTo>
                    <a:pt x="224" y="369"/>
                  </a:lnTo>
                  <a:lnTo>
                    <a:pt x="223" y="368"/>
                  </a:lnTo>
                  <a:lnTo>
                    <a:pt x="223" y="371"/>
                  </a:lnTo>
                  <a:lnTo>
                    <a:pt x="224" y="380"/>
                  </a:lnTo>
                  <a:lnTo>
                    <a:pt x="224" y="381"/>
                  </a:lnTo>
                  <a:lnTo>
                    <a:pt x="226" y="383"/>
                  </a:lnTo>
                  <a:lnTo>
                    <a:pt x="226" y="385"/>
                  </a:lnTo>
                  <a:lnTo>
                    <a:pt x="224" y="391"/>
                  </a:lnTo>
                  <a:lnTo>
                    <a:pt x="224" y="397"/>
                  </a:lnTo>
                  <a:lnTo>
                    <a:pt x="223" y="398"/>
                  </a:lnTo>
                  <a:lnTo>
                    <a:pt x="223" y="400"/>
                  </a:lnTo>
                  <a:lnTo>
                    <a:pt x="221" y="398"/>
                  </a:lnTo>
                  <a:lnTo>
                    <a:pt x="221" y="398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7"/>
                  </a:lnTo>
                  <a:lnTo>
                    <a:pt x="217" y="397"/>
                  </a:lnTo>
                  <a:lnTo>
                    <a:pt x="217" y="398"/>
                  </a:lnTo>
                  <a:lnTo>
                    <a:pt x="217" y="400"/>
                  </a:lnTo>
                  <a:lnTo>
                    <a:pt x="211" y="395"/>
                  </a:lnTo>
                  <a:lnTo>
                    <a:pt x="206" y="389"/>
                  </a:lnTo>
                  <a:lnTo>
                    <a:pt x="194" y="363"/>
                  </a:lnTo>
                  <a:lnTo>
                    <a:pt x="189" y="358"/>
                  </a:lnTo>
                  <a:lnTo>
                    <a:pt x="183" y="354"/>
                  </a:lnTo>
                  <a:lnTo>
                    <a:pt x="180" y="352"/>
                  </a:lnTo>
                  <a:lnTo>
                    <a:pt x="178" y="351"/>
                  </a:lnTo>
                  <a:lnTo>
                    <a:pt x="178" y="349"/>
                  </a:lnTo>
                  <a:lnTo>
                    <a:pt x="181" y="349"/>
                  </a:lnTo>
                  <a:lnTo>
                    <a:pt x="184" y="349"/>
                  </a:lnTo>
                  <a:lnTo>
                    <a:pt x="188" y="351"/>
                  </a:lnTo>
                  <a:lnTo>
                    <a:pt x="189" y="354"/>
                  </a:lnTo>
                  <a:lnTo>
                    <a:pt x="198" y="366"/>
                  </a:lnTo>
                  <a:lnTo>
                    <a:pt x="201" y="371"/>
                  </a:lnTo>
                  <a:lnTo>
                    <a:pt x="201" y="371"/>
                  </a:lnTo>
                  <a:lnTo>
                    <a:pt x="201" y="372"/>
                  </a:lnTo>
                  <a:lnTo>
                    <a:pt x="203" y="371"/>
                  </a:lnTo>
                  <a:lnTo>
                    <a:pt x="204" y="371"/>
                  </a:lnTo>
                  <a:lnTo>
                    <a:pt x="204" y="371"/>
                  </a:lnTo>
                  <a:lnTo>
                    <a:pt x="208" y="372"/>
                  </a:lnTo>
                  <a:lnTo>
                    <a:pt x="208" y="372"/>
                  </a:lnTo>
                  <a:lnTo>
                    <a:pt x="209" y="372"/>
                  </a:lnTo>
                  <a:lnTo>
                    <a:pt x="211" y="371"/>
                  </a:lnTo>
                  <a:lnTo>
                    <a:pt x="211" y="368"/>
                  </a:lnTo>
                  <a:lnTo>
                    <a:pt x="209" y="365"/>
                  </a:lnTo>
                  <a:lnTo>
                    <a:pt x="208" y="365"/>
                  </a:lnTo>
                  <a:lnTo>
                    <a:pt x="206" y="365"/>
                  </a:lnTo>
                  <a:lnTo>
                    <a:pt x="204" y="365"/>
                  </a:lnTo>
                  <a:lnTo>
                    <a:pt x="204" y="363"/>
                  </a:lnTo>
                  <a:lnTo>
                    <a:pt x="206" y="360"/>
                  </a:lnTo>
                  <a:lnTo>
                    <a:pt x="206" y="360"/>
                  </a:lnTo>
                  <a:lnTo>
                    <a:pt x="208" y="358"/>
                  </a:lnTo>
                  <a:lnTo>
                    <a:pt x="209" y="358"/>
                  </a:lnTo>
                  <a:lnTo>
                    <a:pt x="209" y="358"/>
                  </a:lnTo>
                  <a:lnTo>
                    <a:pt x="211" y="360"/>
                  </a:lnTo>
                  <a:lnTo>
                    <a:pt x="214" y="363"/>
                  </a:lnTo>
                  <a:lnTo>
                    <a:pt x="217" y="365"/>
                  </a:lnTo>
                  <a:lnTo>
                    <a:pt x="223" y="366"/>
                  </a:lnTo>
                  <a:lnTo>
                    <a:pt x="229" y="368"/>
                  </a:lnTo>
                  <a:lnTo>
                    <a:pt x="229" y="366"/>
                  </a:lnTo>
                  <a:lnTo>
                    <a:pt x="231" y="365"/>
                  </a:lnTo>
                  <a:lnTo>
                    <a:pt x="231" y="363"/>
                  </a:lnTo>
                  <a:lnTo>
                    <a:pt x="214" y="348"/>
                  </a:lnTo>
                  <a:lnTo>
                    <a:pt x="211" y="346"/>
                  </a:lnTo>
                  <a:lnTo>
                    <a:pt x="209" y="346"/>
                  </a:lnTo>
                  <a:lnTo>
                    <a:pt x="211" y="348"/>
                  </a:lnTo>
                  <a:lnTo>
                    <a:pt x="209" y="349"/>
                  </a:lnTo>
                  <a:lnTo>
                    <a:pt x="209" y="349"/>
                  </a:lnTo>
                  <a:lnTo>
                    <a:pt x="206" y="349"/>
                  </a:lnTo>
                  <a:lnTo>
                    <a:pt x="204" y="349"/>
                  </a:lnTo>
                  <a:lnTo>
                    <a:pt x="203" y="348"/>
                  </a:lnTo>
                  <a:lnTo>
                    <a:pt x="200" y="345"/>
                  </a:lnTo>
                  <a:lnTo>
                    <a:pt x="197" y="338"/>
                  </a:lnTo>
                  <a:lnTo>
                    <a:pt x="195" y="338"/>
                  </a:lnTo>
                  <a:lnTo>
                    <a:pt x="194" y="338"/>
                  </a:lnTo>
                  <a:lnTo>
                    <a:pt x="192" y="340"/>
                  </a:lnTo>
                  <a:lnTo>
                    <a:pt x="191" y="340"/>
                  </a:lnTo>
                  <a:lnTo>
                    <a:pt x="188" y="338"/>
                  </a:lnTo>
                  <a:lnTo>
                    <a:pt x="186" y="340"/>
                  </a:lnTo>
                  <a:lnTo>
                    <a:pt x="181" y="340"/>
                  </a:lnTo>
                  <a:lnTo>
                    <a:pt x="177" y="340"/>
                  </a:lnTo>
                  <a:lnTo>
                    <a:pt x="174" y="338"/>
                  </a:lnTo>
                  <a:lnTo>
                    <a:pt x="174" y="332"/>
                  </a:lnTo>
                  <a:lnTo>
                    <a:pt x="174" y="332"/>
                  </a:lnTo>
                  <a:lnTo>
                    <a:pt x="175" y="332"/>
                  </a:lnTo>
                  <a:lnTo>
                    <a:pt x="178" y="335"/>
                  </a:lnTo>
                  <a:lnTo>
                    <a:pt x="180" y="335"/>
                  </a:lnTo>
                  <a:lnTo>
                    <a:pt x="180" y="334"/>
                  </a:lnTo>
                  <a:lnTo>
                    <a:pt x="180" y="328"/>
                  </a:lnTo>
                  <a:lnTo>
                    <a:pt x="180" y="326"/>
                  </a:lnTo>
                  <a:lnTo>
                    <a:pt x="178" y="325"/>
                  </a:lnTo>
                  <a:lnTo>
                    <a:pt x="174" y="321"/>
                  </a:lnTo>
                  <a:lnTo>
                    <a:pt x="172" y="321"/>
                  </a:lnTo>
                  <a:lnTo>
                    <a:pt x="169" y="340"/>
                  </a:lnTo>
                  <a:lnTo>
                    <a:pt x="166" y="343"/>
                  </a:lnTo>
                  <a:lnTo>
                    <a:pt x="166" y="341"/>
                  </a:lnTo>
                  <a:lnTo>
                    <a:pt x="168" y="334"/>
                  </a:lnTo>
                  <a:lnTo>
                    <a:pt x="168" y="331"/>
                  </a:lnTo>
                  <a:lnTo>
                    <a:pt x="166" y="328"/>
                  </a:lnTo>
                  <a:lnTo>
                    <a:pt x="163" y="325"/>
                  </a:lnTo>
                  <a:lnTo>
                    <a:pt x="161" y="323"/>
                  </a:lnTo>
                  <a:lnTo>
                    <a:pt x="158" y="321"/>
                  </a:lnTo>
                  <a:lnTo>
                    <a:pt x="141" y="314"/>
                  </a:lnTo>
                  <a:lnTo>
                    <a:pt x="132" y="308"/>
                  </a:lnTo>
                  <a:lnTo>
                    <a:pt x="126" y="306"/>
                  </a:lnTo>
                  <a:lnTo>
                    <a:pt x="118" y="305"/>
                  </a:lnTo>
                  <a:lnTo>
                    <a:pt x="114" y="305"/>
                  </a:lnTo>
                  <a:lnTo>
                    <a:pt x="117" y="303"/>
                  </a:lnTo>
                  <a:lnTo>
                    <a:pt x="123" y="303"/>
                  </a:lnTo>
                  <a:lnTo>
                    <a:pt x="135" y="306"/>
                  </a:lnTo>
                  <a:lnTo>
                    <a:pt x="132" y="305"/>
                  </a:lnTo>
                  <a:lnTo>
                    <a:pt x="126" y="298"/>
                  </a:lnTo>
                  <a:lnTo>
                    <a:pt x="120" y="298"/>
                  </a:lnTo>
                  <a:lnTo>
                    <a:pt x="112" y="301"/>
                  </a:lnTo>
                  <a:lnTo>
                    <a:pt x="108" y="301"/>
                  </a:lnTo>
                  <a:lnTo>
                    <a:pt x="106" y="298"/>
                  </a:lnTo>
                  <a:lnTo>
                    <a:pt x="112" y="298"/>
                  </a:lnTo>
                  <a:lnTo>
                    <a:pt x="114" y="297"/>
                  </a:lnTo>
                  <a:lnTo>
                    <a:pt x="112" y="294"/>
                  </a:lnTo>
                  <a:lnTo>
                    <a:pt x="111" y="292"/>
                  </a:lnTo>
                  <a:lnTo>
                    <a:pt x="111" y="291"/>
                  </a:lnTo>
                  <a:lnTo>
                    <a:pt x="111" y="289"/>
                  </a:lnTo>
                  <a:lnTo>
                    <a:pt x="109" y="289"/>
                  </a:lnTo>
                  <a:lnTo>
                    <a:pt x="109" y="289"/>
                  </a:lnTo>
                  <a:lnTo>
                    <a:pt x="108" y="291"/>
                  </a:lnTo>
                  <a:lnTo>
                    <a:pt x="106" y="292"/>
                  </a:lnTo>
                  <a:lnTo>
                    <a:pt x="108" y="286"/>
                  </a:lnTo>
                  <a:lnTo>
                    <a:pt x="108" y="285"/>
                  </a:lnTo>
                  <a:lnTo>
                    <a:pt x="108" y="275"/>
                  </a:lnTo>
                  <a:lnTo>
                    <a:pt x="108" y="274"/>
                  </a:lnTo>
                  <a:lnTo>
                    <a:pt x="106" y="272"/>
                  </a:lnTo>
                  <a:lnTo>
                    <a:pt x="105" y="274"/>
                  </a:lnTo>
                  <a:lnTo>
                    <a:pt x="103" y="274"/>
                  </a:lnTo>
                  <a:lnTo>
                    <a:pt x="98" y="271"/>
                  </a:lnTo>
                  <a:lnTo>
                    <a:pt x="98" y="271"/>
                  </a:lnTo>
                  <a:lnTo>
                    <a:pt x="97" y="271"/>
                  </a:lnTo>
                  <a:lnTo>
                    <a:pt x="97" y="269"/>
                  </a:lnTo>
                  <a:lnTo>
                    <a:pt x="97" y="269"/>
                  </a:lnTo>
                  <a:lnTo>
                    <a:pt x="95" y="269"/>
                  </a:lnTo>
                  <a:lnTo>
                    <a:pt x="94" y="271"/>
                  </a:lnTo>
                  <a:lnTo>
                    <a:pt x="94" y="271"/>
                  </a:lnTo>
                  <a:lnTo>
                    <a:pt x="91" y="269"/>
                  </a:lnTo>
                  <a:lnTo>
                    <a:pt x="88" y="269"/>
                  </a:lnTo>
                  <a:lnTo>
                    <a:pt x="88" y="269"/>
                  </a:lnTo>
                  <a:lnTo>
                    <a:pt x="88" y="272"/>
                  </a:lnTo>
                  <a:lnTo>
                    <a:pt x="88" y="274"/>
                  </a:lnTo>
                  <a:lnTo>
                    <a:pt x="89" y="275"/>
                  </a:lnTo>
                  <a:lnTo>
                    <a:pt x="89" y="277"/>
                  </a:lnTo>
                  <a:lnTo>
                    <a:pt x="89" y="278"/>
                  </a:lnTo>
                  <a:lnTo>
                    <a:pt x="89" y="282"/>
                  </a:lnTo>
                  <a:lnTo>
                    <a:pt x="89" y="282"/>
                  </a:lnTo>
                  <a:lnTo>
                    <a:pt x="88" y="283"/>
                  </a:lnTo>
                  <a:lnTo>
                    <a:pt x="86" y="285"/>
                  </a:lnTo>
                  <a:lnTo>
                    <a:pt x="85" y="286"/>
                  </a:lnTo>
                  <a:lnTo>
                    <a:pt x="82" y="286"/>
                  </a:lnTo>
                  <a:lnTo>
                    <a:pt x="80" y="285"/>
                  </a:lnTo>
                  <a:lnTo>
                    <a:pt x="78" y="283"/>
                  </a:lnTo>
                  <a:lnTo>
                    <a:pt x="78" y="283"/>
                  </a:lnTo>
                  <a:lnTo>
                    <a:pt x="80" y="282"/>
                  </a:lnTo>
                  <a:lnTo>
                    <a:pt x="80" y="282"/>
                  </a:lnTo>
                  <a:lnTo>
                    <a:pt x="80" y="280"/>
                  </a:lnTo>
                  <a:lnTo>
                    <a:pt x="78" y="280"/>
                  </a:lnTo>
                  <a:lnTo>
                    <a:pt x="71" y="280"/>
                  </a:lnTo>
                  <a:lnTo>
                    <a:pt x="68" y="282"/>
                  </a:lnTo>
                  <a:lnTo>
                    <a:pt x="68" y="283"/>
                  </a:lnTo>
                  <a:lnTo>
                    <a:pt x="69" y="286"/>
                  </a:lnTo>
                  <a:lnTo>
                    <a:pt x="65" y="286"/>
                  </a:lnTo>
                  <a:lnTo>
                    <a:pt x="60" y="283"/>
                  </a:lnTo>
                  <a:lnTo>
                    <a:pt x="52" y="274"/>
                  </a:lnTo>
                  <a:lnTo>
                    <a:pt x="55" y="272"/>
                  </a:lnTo>
                  <a:lnTo>
                    <a:pt x="57" y="271"/>
                  </a:lnTo>
                  <a:lnTo>
                    <a:pt x="57" y="269"/>
                  </a:lnTo>
                  <a:lnTo>
                    <a:pt x="59" y="268"/>
                  </a:lnTo>
                  <a:lnTo>
                    <a:pt x="60" y="266"/>
                  </a:lnTo>
                  <a:lnTo>
                    <a:pt x="62" y="265"/>
                  </a:lnTo>
                  <a:lnTo>
                    <a:pt x="66" y="268"/>
                  </a:lnTo>
                  <a:lnTo>
                    <a:pt x="68" y="268"/>
                  </a:lnTo>
                  <a:lnTo>
                    <a:pt x="69" y="266"/>
                  </a:lnTo>
                  <a:lnTo>
                    <a:pt x="71" y="268"/>
                  </a:lnTo>
                  <a:lnTo>
                    <a:pt x="72" y="271"/>
                  </a:lnTo>
                  <a:lnTo>
                    <a:pt x="74" y="272"/>
                  </a:lnTo>
                  <a:lnTo>
                    <a:pt x="74" y="272"/>
                  </a:lnTo>
                  <a:lnTo>
                    <a:pt x="74" y="271"/>
                  </a:lnTo>
                  <a:lnTo>
                    <a:pt x="75" y="269"/>
                  </a:lnTo>
                  <a:lnTo>
                    <a:pt x="75" y="268"/>
                  </a:lnTo>
                  <a:lnTo>
                    <a:pt x="75" y="266"/>
                  </a:lnTo>
                  <a:lnTo>
                    <a:pt x="75" y="265"/>
                  </a:lnTo>
                  <a:lnTo>
                    <a:pt x="75" y="265"/>
                  </a:lnTo>
                  <a:lnTo>
                    <a:pt x="77" y="265"/>
                  </a:lnTo>
                  <a:lnTo>
                    <a:pt x="86" y="255"/>
                  </a:lnTo>
                  <a:lnTo>
                    <a:pt x="88" y="254"/>
                  </a:lnTo>
                  <a:lnTo>
                    <a:pt x="88" y="252"/>
                  </a:lnTo>
                  <a:lnTo>
                    <a:pt x="88" y="252"/>
                  </a:lnTo>
                  <a:lnTo>
                    <a:pt x="86" y="251"/>
                  </a:lnTo>
                  <a:lnTo>
                    <a:pt x="88" y="249"/>
                  </a:lnTo>
                  <a:lnTo>
                    <a:pt x="88" y="249"/>
                  </a:lnTo>
                  <a:lnTo>
                    <a:pt x="89" y="249"/>
                  </a:lnTo>
                  <a:lnTo>
                    <a:pt x="89" y="249"/>
                  </a:lnTo>
                  <a:lnTo>
                    <a:pt x="89" y="248"/>
                  </a:lnTo>
                  <a:lnTo>
                    <a:pt x="89" y="242"/>
                  </a:lnTo>
                  <a:lnTo>
                    <a:pt x="91" y="238"/>
                  </a:lnTo>
                  <a:lnTo>
                    <a:pt x="97" y="232"/>
                  </a:lnTo>
                  <a:lnTo>
                    <a:pt x="98" y="229"/>
                  </a:lnTo>
                  <a:lnTo>
                    <a:pt x="97" y="226"/>
                  </a:lnTo>
                  <a:lnTo>
                    <a:pt x="94" y="229"/>
                  </a:lnTo>
                  <a:lnTo>
                    <a:pt x="91" y="235"/>
                  </a:lnTo>
                  <a:lnTo>
                    <a:pt x="89" y="240"/>
                  </a:lnTo>
                  <a:lnTo>
                    <a:pt x="86" y="245"/>
                  </a:lnTo>
                  <a:lnTo>
                    <a:pt x="83" y="248"/>
                  </a:lnTo>
                  <a:lnTo>
                    <a:pt x="80" y="249"/>
                  </a:lnTo>
                  <a:lnTo>
                    <a:pt x="72" y="251"/>
                  </a:lnTo>
                  <a:lnTo>
                    <a:pt x="69" y="254"/>
                  </a:lnTo>
                  <a:lnTo>
                    <a:pt x="65" y="262"/>
                  </a:lnTo>
                  <a:lnTo>
                    <a:pt x="60" y="265"/>
                  </a:lnTo>
                  <a:lnTo>
                    <a:pt x="57" y="263"/>
                  </a:lnTo>
                  <a:lnTo>
                    <a:pt x="52" y="265"/>
                  </a:lnTo>
                  <a:lnTo>
                    <a:pt x="49" y="266"/>
                  </a:lnTo>
                  <a:lnTo>
                    <a:pt x="48" y="263"/>
                  </a:lnTo>
                  <a:lnTo>
                    <a:pt x="46" y="260"/>
                  </a:lnTo>
                  <a:lnTo>
                    <a:pt x="45" y="255"/>
                  </a:lnTo>
                  <a:lnTo>
                    <a:pt x="43" y="254"/>
                  </a:lnTo>
                  <a:lnTo>
                    <a:pt x="42" y="254"/>
                  </a:lnTo>
                  <a:lnTo>
                    <a:pt x="40" y="252"/>
                  </a:lnTo>
                  <a:lnTo>
                    <a:pt x="34" y="251"/>
                  </a:lnTo>
                  <a:lnTo>
                    <a:pt x="31" y="248"/>
                  </a:lnTo>
                  <a:lnTo>
                    <a:pt x="29" y="248"/>
                  </a:lnTo>
                  <a:lnTo>
                    <a:pt x="31" y="251"/>
                  </a:lnTo>
                  <a:lnTo>
                    <a:pt x="31" y="252"/>
                  </a:lnTo>
                  <a:lnTo>
                    <a:pt x="32" y="254"/>
                  </a:lnTo>
                  <a:lnTo>
                    <a:pt x="43" y="263"/>
                  </a:lnTo>
                  <a:lnTo>
                    <a:pt x="46" y="266"/>
                  </a:lnTo>
                  <a:lnTo>
                    <a:pt x="46" y="271"/>
                  </a:lnTo>
                  <a:lnTo>
                    <a:pt x="42" y="266"/>
                  </a:lnTo>
                  <a:lnTo>
                    <a:pt x="39" y="262"/>
                  </a:lnTo>
                  <a:lnTo>
                    <a:pt x="34" y="257"/>
                  </a:lnTo>
                  <a:lnTo>
                    <a:pt x="28" y="255"/>
                  </a:lnTo>
                  <a:lnTo>
                    <a:pt x="11" y="255"/>
                  </a:lnTo>
                  <a:lnTo>
                    <a:pt x="5" y="254"/>
                  </a:lnTo>
                  <a:lnTo>
                    <a:pt x="9" y="252"/>
                  </a:lnTo>
                  <a:lnTo>
                    <a:pt x="12" y="251"/>
                  </a:lnTo>
                  <a:lnTo>
                    <a:pt x="19" y="251"/>
                  </a:lnTo>
                  <a:lnTo>
                    <a:pt x="23" y="252"/>
                  </a:lnTo>
                  <a:lnTo>
                    <a:pt x="22" y="249"/>
                  </a:lnTo>
                  <a:lnTo>
                    <a:pt x="23" y="246"/>
                  </a:lnTo>
                  <a:lnTo>
                    <a:pt x="23" y="245"/>
                  </a:lnTo>
                  <a:lnTo>
                    <a:pt x="25" y="245"/>
                  </a:lnTo>
                  <a:lnTo>
                    <a:pt x="25" y="243"/>
                  </a:lnTo>
                  <a:lnTo>
                    <a:pt x="25" y="242"/>
                  </a:lnTo>
                  <a:lnTo>
                    <a:pt x="25" y="242"/>
                  </a:lnTo>
                  <a:lnTo>
                    <a:pt x="23" y="242"/>
                  </a:lnTo>
                  <a:lnTo>
                    <a:pt x="23" y="240"/>
                  </a:lnTo>
                  <a:lnTo>
                    <a:pt x="22" y="238"/>
                  </a:lnTo>
                  <a:lnTo>
                    <a:pt x="19" y="237"/>
                  </a:lnTo>
                  <a:lnTo>
                    <a:pt x="16" y="234"/>
                  </a:lnTo>
                  <a:lnTo>
                    <a:pt x="12" y="234"/>
                  </a:lnTo>
                  <a:lnTo>
                    <a:pt x="11" y="234"/>
                  </a:lnTo>
                  <a:lnTo>
                    <a:pt x="8" y="235"/>
                  </a:lnTo>
                  <a:lnTo>
                    <a:pt x="8" y="237"/>
                  </a:lnTo>
                  <a:lnTo>
                    <a:pt x="8" y="248"/>
                  </a:lnTo>
                  <a:lnTo>
                    <a:pt x="6" y="249"/>
                  </a:lnTo>
                  <a:lnTo>
                    <a:pt x="5" y="246"/>
                  </a:lnTo>
                  <a:lnTo>
                    <a:pt x="6" y="243"/>
                  </a:lnTo>
                  <a:lnTo>
                    <a:pt x="6" y="238"/>
                  </a:lnTo>
                  <a:lnTo>
                    <a:pt x="6" y="234"/>
                  </a:lnTo>
                  <a:lnTo>
                    <a:pt x="5" y="232"/>
                  </a:lnTo>
                  <a:lnTo>
                    <a:pt x="2" y="231"/>
                  </a:lnTo>
                  <a:lnTo>
                    <a:pt x="0" y="228"/>
                  </a:lnTo>
                  <a:lnTo>
                    <a:pt x="0" y="225"/>
                  </a:lnTo>
                  <a:lnTo>
                    <a:pt x="3" y="218"/>
                  </a:lnTo>
                  <a:lnTo>
                    <a:pt x="3" y="217"/>
                  </a:lnTo>
                  <a:lnTo>
                    <a:pt x="3" y="217"/>
                  </a:lnTo>
                  <a:lnTo>
                    <a:pt x="3" y="212"/>
                  </a:lnTo>
                  <a:lnTo>
                    <a:pt x="3" y="211"/>
                  </a:lnTo>
                  <a:lnTo>
                    <a:pt x="3" y="209"/>
                  </a:lnTo>
                  <a:lnTo>
                    <a:pt x="2" y="206"/>
                  </a:lnTo>
                  <a:lnTo>
                    <a:pt x="0" y="202"/>
                  </a:lnTo>
                  <a:lnTo>
                    <a:pt x="0" y="199"/>
                  </a:lnTo>
                  <a:lnTo>
                    <a:pt x="0" y="191"/>
                  </a:lnTo>
                  <a:lnTo>
                    <a:pt x="2" y="188"/>
                  </a:lnTo>
                  <a:lnTo>
                    <a:pt x="8" y="179"/>
                  </a:lnTo>
                  <a:lnTo>
                    <a:pt x="12" y="172"/>
                  </a:lnTo>
                  <a:lnTo>
                    <a:pt x="16" y="168"/>
                  </a:lnTo>
                  <a:lnTo>
                    <a:pt x="19" y="162"/>
                  </a:lnTo>
                  <a:lnTo>
                    <a:pt x="23" y="149"/>
                  </a:lnTo>
                  <a:lnTo>
                    <a:pt x="23" y="149"/>
                  </a:lnTo>
                  <a:lnTo>
                    <a:pt x="23" y="149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5" y="152"/>
                  </a:lnTo>
                  <a:lnTo>
                    <a:pt x="25" y="155"/>
                  </a:lnTo>
                  <a:lnTo>
                    <a:pt x="25" y="157"/>
                  </a:lnTo>
                  <a:lnTo>
                    <a:pt x="23" y="160"/>
                  </a:lnTo>
                  <a:lnTo>
                    <a:pt x="23" y="162"/>
                  </a:lnTo>
                  <a:lnTo>
                    <a:pt x="25" y="163"/>
                  </a:lnTo>
                  <a:lnTo>
                    <a:pt x="26" y="163"/>
                  </a:lnTo>
                  <a:lnTo>
                    <a:pt x="26" y="162"/>
                  </a:lnTo>
                  <a:lnTo>
                    <a:pt x="28" y="160"/>
                  </a:lnTo>
                  <a:lnTo>
                    <a:pt x="29" y="154"/>
                  </a:lnTo>
                  <a:lnTo>
                    <a:pt x="34" y="145"/>
                  </a:lnTo>
                  <a:lnTo>
                    <a:pt x="34" y="145"/>
                  </a:lnTo>
                  <a:lnTo>
                    <a:pt x="34" y="145"/>
                  </a:lnTo>
                  <a:lnTo>
                    <a:pt x="37" y="143"/>
                  </a:lnTo>
                  <a:lnTo>
                    <a:pt x="40" y="140"/>
                  </a:lnTo>
                  <a:lnTo>
                    <a:pt x="43" y="139"/>
                  </a:lnTo>
                  <a:lnTo>
                    <a:pt x="46" y="137"/>
                  </a:lnTo>
                  <a:lnTo>
                    <a:pt x="45" y="140"/>
                  </a:lnTo>
                  <a:lnTo>
                    <a:pt x="45" y="143"/>
                  </a:lnTo>
                  <a:lnTo>
                    <a:pt x="42" y="145"/>
                  </a:lnTo>
                  <a:lnTo>
                    <a:pt x="42" y="145"/>
                  </a:lnTo>
                  <a:lnTo>
                    <a:pt x="46" y="146"/>
                  </a:lnTo>
                  <a:lnTo>
                    <a:pt x="52" y="154"/>
                  </a:lnTo>
                  <a:lnTo>
                    <a:pt x="55" y="154"/>
                  </a:lnTo>
                  <a:lnTo>
                    <a:pt x="55" y="152"/>
                  </a:lnTo>
                  <a:lnTo>
                    <a:pt x="54" y="148"/>
                  </a:lnTo>
                  <a:lnTo>
                    <a:pt x="54" y="145"/>
                  </a:lnTo>
                  <a:lnTo>
                    <a:pt x="54" y="145"/>
                  </a:lnTo>
                  <a:lnTo>
                    <a:pt x="57" y="143"/>
                  </a:lnTo>
                  <a:lnTo>
                    <a:pt x="57" y="143"/>
                  </a:lnTo>
                  <a:lnTo>
                    <a:pt x="57" y="140"/>
                  </a:lnTo>
                  <a:lnTo>
                    <a:pt x="52" y="140"/>
                  </a:lnTo>
                  <a:lnTo>
                    <a:pt x="48" y="132"/>
                  </a:lnTo>
                  <a:lnTo>
                    <a:pt x="48" y="132"/>
                  </a:lnTo>
                  <a:lnTo>
                    <a:pt x="49" y="131"/>
                  </a:lnTo>
                  <a:lnTo>
                    <a:pt x="51" y="129"/>
                  </a:lnTo>
                  <a:lnTo>
                    <a:pt x="52" y="128"/>
                  </a:lnTo>
                  <a:lnTo>
                    <a:pt x="52" y="128"/>
                  </a:lnTo>
                  <a:lnTo>
                    <a:pt x="54" y="126"/>
                  </a:lnTo>
                  <a:lnTo>
                    <a:pt x="71" y="114"/>
                  </a:lnTo>
                  <a:lnTo>
                    <a:pt x="86" y="102"/>
                  </a:lnTo>
                  <a:lnTo>
                    <a:pt x="102" y="89"/>
                  </a:lnTo>
                  <a:lnTo>
                    <a:pt x="117" y="76"/>
                  </a:lnTo>
                  <a:lnTo>
                    <a:pt x="126" y="69"/>
                  </a:lnTo>
                  <a:lnTo>
                    <a:pt x="134" y="63"/>
                  </a:lnTo>
                  <a:lnTo>
                    <a:pt x="141" y="56"/>
                  </a:lnTo>
                  <a:lnTo>
                    <a:pt x="149" y="49"/>
                  </a:lnTo>
                  <a:lnTo>
                    <a:pt x="151" y="46"/>
                  </a:lnTo>
                  <a:lnTo>
                    <a:pt x="151" y="43"/>
                  </a:lnTo>
                  <a:lnTo>
                    <a:pt x="151" y="39"/>
                  </a:lnTo>
                  <a:lnTo>
                    <a:pt x="151" y="36"/>
                  </a:lnTo>
                  <a:lnTo>
                    <a:pt x="152" y="31"/>
                  </a:lnTo>
                  <a:lnTo>
                    <a:pt x="154" y="26"/>
                  </a:lnTo>
                  <a:lnTo>
                    <a:pt x="155" y="22"/>
                  </a:lnTo>
                  <a:lnTo>
                    <a:pt x="155" y="17"/>
                  </a:lnTo>
                  <a:lnTo>
                    <a:pt x="160" y="14"/>
                  </a:lnTo>
                  <a:lnTo>
                    <a:pt x="163" y="9"/>
                  </a:lnTo>
                  <a:lnTo>
                    <a:pt x="168" y="5"/>
                  </a:lnTo>
                  <a:lnTo>
                    <a:pt x="17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2282825" y="2832100"/>
              <a:ext cx="501650" cy="465138"/>
            </a:xfrm>
            <a:custGeom>
              <a:avLst/>
              <a:gdLst>
                <a:gd name="T0" fmla="*/ 270 w 631"/>
                <a:gd name="T1" fmla="*/ 56 h 586"/>
                <a:gd name="T2" fmla="*/ 290 w 631"/>
                <a:gd name="T3" fmla="*/ 136 h 586"/>
                <a:gd name="T4" fmla="*/ 295 w 631"/>
                <a:gd name="T5" fmla="*/ 186 h 586"/>
                <a:gd name="T6" fmla="*/ 295 w 631"/>
                <a:gd name="T7" fmla="*/ 217 h 586"/>
                <a:gd name="T8" fmla="*/ 299 w 631"/>
                <a:gd name="T9" fmla="*/ 236 h 586"/>
                <a:gd name="T10" fmla="*/ 325 w 631"/>
                <a:gd name="T11" fmla="*/ 228 h 586"/>
                <a:gd name="T12" fmla="*/ 367 w 631"/>
                <a:gd name="T13" fmla="*/ 243 h 586"/>
                <a:gd name="T14" fmla="*/ 379 w 631"/>
                <a:gd name="T15" fmla="*/ 282 h 586"/>
                <a:gd name="T16" fmla="*/ 365 w 631"/>
                <a:gd name="T17" fmla="*/ 303 h 586"/>
                <a:gd name="T18" fmla="*/ 397 w 631"/>
                <a:gd name="T19" fmla="*/ 322 h 586"/>
                <a:gd name="T20" fmla="*/ 442 w 631"/>
                <a:gd name="T21" fmla="*/ 333 h 586"/>
                <a:gd name="T22" fmla="*/ 447 w 631"/>
                <a:gd name="T23" fmla="*/ 322 h 586"/>
                <a:gd name="T24" fmla="*/ 468 w 631"/>
                <a:gd name="T25" fmla="*/ 329 h 586"/>
                <a:gd name="T26" fmla="*/ 491 w 631"/>
                <a:gd name="T27" fmla="*/ 368 h 586"/>
                <a:gd name="T28" fmla="*/ 522 w 631"/>
                <a:gd name="T29" fmla="*/ 376 h 586"/>
                <a:gd name="T30" fmla="*/ 562 w 631"/>
                <a:gd name="T31" fmla="*/ 376 h 586"/>
                <a:gd name="T32" fmla="*/ 591 w 631"/>
                <a:gd name="T33" fmla="*/ 374 h 586"/>
                <a:gd name="T34" fmla="*/ 628 w 631"/>
                <a:gd name="T35" fmla="*/ 399 h 586"/>
                <a:gd name="T36" fmla="*/ 614 w 631"/>
                <a:gd name="T37" fmla="*/ 448 h 586"/>
                <a:gd name="T38" fmla="*/ 594 w 631"/>
                <a:gd name="T39" fmla="*/ 448 h 586"/>
                <a:gd name="T40" fmla="*/ 597 w 631"/>
                <a:gd name="T41" fmla="*/ 462 h 586"/>
                <a:gd name="T42" fmla="*/ 613 w 631"/>
                <a:gd name="T43" fmla="*/ 482 h 586"/>
                <a:gd name="T44" fmla="*/ 599 w 631"/>
                <a:gd name="T45" fmla="*/ 491 h 586"/>
                <a:gd name="T46" fmla="*/ 585 w 631"/>
                <a:gd name="T47" fmla="*/ 511 h 586"/>
                <a:gd name="T48" fmla="*/ 605 w 631"/>
                <a:gd name="T49" fmla="*/ 542 h 586"/>
                <a:gd name="T50" fmla="*/ 593 w 631"/>
                <a:gd name="T51" fmla="*/ 562 h 586"/>
                <a:gd name="T52" fmla="*/ 582 w 631"/>
                <a:gd name="T53" fmla="*/ 582 h 586"/>
                <a:gd name="T54" fmla="*/ 553 w 631"/>
                <a:gd name="T55" fmla="*/ 585 h 586"/>
                <a:gd name="T56" fmla="*/ 539 w 631"/>
                <a:gd name="T57" fmla="*/ 568 h 586"/>
                <a:gd name="T58" fmla="*/ 510 w 631"/>
                <a:gd name="T59" fmla="*/ 563 h 586"/>
                <a:gd name="T60" fmla="*/ 502 w 631"/>
                <a:gd name="T61" fmla="*/ 525 h 586"/>
                <a:gd name="T62" fmla="*/ 488 w 631"/>
                <a:gd name="T63" fmla="*/ 514 h 586"/>
                <a:gd name="T64" fmla="*/ 477 w 631"/>
                <a:gd name="T65" fmla="*/ 523 h 586"/>
                <a:gd name="T66" fmla="*/ 468 w 631"/>
                <a:gd name="T67" fmla="*/ 539 h 586"/>
                <a:gd name="T68" fmla="*/ 453 w 631"/>
                <a:gd name="T69" fmla="*/ 543 h 586"/>
                <a:gd name="T70" fmla="*/ 430 w 631"/>
                <a:gd name="T71" fmla="*/ 545 h 586"/>
                <a:gd name="T72" fmla="*/ 416 w 631"/>
                <a:gd name="T73" fmla="*/ 529 h 586"/>
                <a:gd name="T74" fmla="*/ 374 w 631"/>
                <a:gd name="T75" fmla="*/ 537 h 586"/>
                <a:gd name="T76" fmla="*/ 330 w 631"/>
                <a:gd name="T77" fmla="*/ 512 h 586"/>
                <a:gd name="T78" fmla="*/ 305 w 631"/>
                <a:gd name="T79" fmla="*/ 502 h 586"/>
                <a:gd name="T80" fmla="*/ 291 w 631"/>
                <a:gd name="T81" fmla="*/ 511 h 586"/>
                <a:gd name="T82" fmla="*/ 261 w 631"/>
                <a:gd name="T83" fmla="*/ 526 h 586"/>
                <a:gd name="T84" fmla="*/ 208 w 631"/>
                <a:gd name="T85" fmla="*/ 486 h 586"/>
                <a:gd name="T86" fmla="*/ 162 w 631"/>
                <a:gd name="T87" fmla="*/ 480 h 586"/>
                <a:gd name="T88" fmla="*/ 147 w 631"/>
                <a:gd name="T89" fmla="*/ 469 h 586"/>
                <a:gd name="T90" fmla="*/ 153 w 631"/>
                <a:gd name="T91" fmla="*/ 432 h 586"/>
                <a:gd name="T92" fmla="*/ 147 w 631"/>
                <a:gd name="T93" fmla="*/ 379 h 586"/>
                <a:gd name="T94" fmla="*/ 152 w 631"/>
                <a:gd name="T95" fmla="*/ 343 h 586"/>
                <a:gd name="T96" fmla="*/ 107 w 631"/>
                <a:gd name="T97" fmla="*/ 359 h 586"/>
                <a:gd name="T98" fmla="*/ 75 w 631"/>
                <a:gd name="T99" fmla="*/ 362 h 586"/>
                <a:gd name="T100" fmla="*/ 47 w 631"/>
                <a:gd name="T101" fmla="*/ 329 h 586"/>
                <a:gd name="T102" fmla="*/ 12 w 631"/>
                <a:gd name="T103" fmla="*/ 283 h 586"/>
                <a:gd name="T104" fmla="*/ 7 w 631"/>
                <a:gd name="T105" fmla="*/ 240 h 586"/>
                <a:gd name="T106" fmla="*/ 12 w 631"/>
                <a:gd name="T107" fmla="*/ 220 h 586"/>
                <a:gd name="T108" fmla="*/ 27 w 631"/>
                <a:gd name="T109" fmla="*/ 206 h 586"/>
                <a:gd name="T110" fmla="*/ 61 w 631"/>
                <a:gd name="T111" fmla="*/ 188 h 586"/>
                <a:gd name="T112" fmla="*/ 95 w 631"/>
                <a:gd name="T113" fmla="*/ 157 h 586"/>
                <a:gd name="T114" fmla="*/ 153 w 631"/>
                <a:gd name="T115" fmla="*/ 108 h 586"/>
                <a:gd name="T116" fmla="*/ 208 w 631"/>
                <a:gd name="T117" fmla="*/ 34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586">
                  <a:moveTo>
                    <a:pt x="235" y="0"/>
                  </a:moveTo>
                  <a:lnTo>
                    <a:pt x="241" y="8"/>
                  </a:lnTo>
                  <a:lnTo>
                    <a:pt x="247" y="16"/>
                  </a:lnTo>
                  <a:lnTo>
                    <a:pt x="252" y="24"/>
                  </a:lnTo>
                  <a:lnTo>
                    <a:pt x="258" y="31"/>
                  </a:lnTo>
                  <a:lnTo>
                    <a:pt x="261" y="34"/>
                  </a:lnTo>
                  <a:lnTo>
                    <a:pt x="264" y="37"/>
                  </a:lnTo>
                  <a:lnTo>
                    <a:pt x="267" y="42"/>
                  </a:lnTo>
                  <a:lnTo>
                    <a:pt x="268" y="45"/>
                  </a:lnTo>
                  <a:lnTo>
                    <a:pt x="270" y="50"/>
                  </a:lnTo>
                  <a:lnTo>
                    <a:pt x="270" y="56"/>
                  </a:lnTo>
                  <a:lnTo>
                    <a:pt x="270" y="62"/>
                  </a:lnTo>
                  <a:lnTo>
                    <a:pt x="270" y="67"/>
                  </a:lnTo>
                  <a:lnTo>
                    <a:pt x="270" y="76"/>
                  </a:lnTo>
                  <a:lnTo>
                    <a:pt x="270" y="85"/>
                  </a:lnTo>
                  <a:lnTo>
                    <a:pt x="270" y="94"/>
                  </a:lnTo>
                  <a:lnTo>
                    <a:pt x="271" y="103"/>
                  </a:lnTo>
                  <a:lnTo>
                    <a:pt x="275" y="111"/>
                  </a:lnTo>
                  <a:lnTo>
                    <a:pt x="279" y="117"/>
                  </a:lnTo>
                  <a:lnTo>
                    <a:pt x="284" y="123"/>
                  </a:lnTo>
                  <a:lnTo>
                    <a:pt x="290" y="130"/>
                  </a:lnTo>
                  <a:lnTo>
                    <a:pt x="290" y="136"/>
                  </a:lnTo>
                  <a:lnTo>
                    <a:pt x="291" y="140"/>
                  </a:lnTo>
                  <a:lnTo>
                    <a:pt x="290" y="147"/>
                  </a:lnTo>
                  <a:lnTo>
                    <a:pt x="288" y="151"/>
                  </a:lnTo>
                  <a:lnTo>
                    <a:pt x="288" y="157"/>
                  </a:lnTo>
                  <a:lnTo>
                    <a:pt x="288" y="163"/>
                  </a:lnTo>
                  <a:lnTo>
                    <a:pt x="291" y="171"/>
                  </a:lnTo>
                  <a:lnTo>
                    <a:pt x="293" y="176"/>
                  </a:lnTo>
                  <a:lnTo>
                    <a:pt x="293" y="179"/>
                  </a:lnTo>
                  <a:lnTo>
                    <a:pt x="295" y="180"/>
                  </a:lnTo>
                  <a:lnTo>
                    <a:pt x="295" y="183"/>
                  </a:lnTo>
                  <a:lnTo>
                    <a:pt x="295" y="186"/>
                  </a:lnTo>
                  <a:lnTo>
                    <a:pt x="295" y="190"/>
                  </a:lnTo>
                  <a:lnTo>
                    <a:pt x="293" y="191"/>
                  </a:lnTo>
                  <a:lnTo>
                    <a:pt x="293" y="194"/>
                  </a:lnTo>
                  <a:lnTo>
                    <a:pt x="291" y="197"/>
                  </a:lnTo>
                  <a:lnTo>
                    <a:pt x="291" y="200"/>
                  </a:lnTo>
                  <a:lnTo>
                    <a:pt x="293" y="202"/>
                  </a:lnTo>
                  <a:lnTo>
                    <a:pt x="293" y="205"/>
                  </a:lnTo>
                  <a:lnTo>
                    <a:pt x="295" y="208"/>
                  </a:lnTo>
                  <a:lnTo>
                    <a:pt x="295" y="211"/>
                  </a:lnTo>
                  <a:lnTo>
                    <a:pt x="295" y="214"/>
                  </a:lnTo>
                  <a:lnTo>
                    <a:pt x="295" y="217"/>
                  </a:lnTo>
                  <a:lnTo>
                    <a:pt x="295" y="220"/>
                  </a:lnTo>
                  <a:lnTo>
                    <a:pt x="295" y="220"/>
                  </a:lnTo>
                  <a:lnTo>
                    <a:pt x="295" y="222"/>
                  </a:lnTo>
                  <a:lnTo>
                    <a:pt x="295" y="223"/>
                  </a:lnTo>
                  <a:lnTo>
                    <a:pt x="295" y="223"/>
                  </a:lnTo>
                  <a:lnTo>
                    <a:pt x="295" y="225"/>
                  </a:lnTo>
                  <a:lnTo>
                    <a:pt x="295" y="226"/>
                  </a:lnTo>
                  <a:lnTo>
                    <a:pt x="295" y="226"/>
                  </a:lnTo>
                  <a:lnTo>
                    <a:pt x="295" y="228"/>
                  </a:lnTo>
                  <a:lnTo>
                    <a:pt x="298" y="233"/>
                  </a:lnTo>
                  <a:lnTo>
                    <a:pt x="299" y="236"/>
                  </a:lnTo>
                  <a:lnTo>
                    <a:pt x="304" y="237"/>
                  </a:lnTo>
                  <a:lnTo>
                    <a:pt x="308" y="239"/>
                  </a:lnTo>
                  <a:lnTo>
                    <a:pt x="310" y="239"/>
                  </a:lnTo>
                  <a:lnTo>
                    <a:pt x="313" y="240"/>
                  </a:lnTo>
                  <a:lnTo>
                    <a:pt x="314" y="239"/>
                  </a:lnTo>
                  <a:lnTo>
                    <a:pt x="314" y="237"/>
                  </a:lnTo>
                  <a:lnTo>
                    <a:pt x="314" y="236"/>
                  </a:lnTo>
                  <a:lnTo>
                    <a:pt x="314" y="233"/>
                  </a:lnTo>
                  <a:lnTo>
                    <a:pt x="314" y="231"/>
                  </a:lnTo>
                  <a:lnTo>
                    <a:pt x="314" y="228"/>
                  </a:lnTo>
                  <a:lnTo>
                    <a:pt x="325" y="228"/>
                  </a:lnTo>
                  <a:lnTo>
                    <a:pt x="336" y="230"/>
                  </a:lnTo>
                  <a:lnTo>
                    <a:pt x="347" y="230"/>
                  </a:lnTo>
                  <a:lnTo>
                    <a:pt x="358" y="231"/>
                  </a:lnTo>
                  <a:lnTo>
                    <a:pt x="358" y="236"/>
                  </a:lnTo>
                  <a:lnTo>
                    <a:pt x="356" y="242"/>
                  </a:lnTo>
                  <a:lnTo>
                    <a:pt x="354" y="246"/>
                  </a:lnTo>
                  <a:lnTo>
                    <a:pt x="353" y="251"/>
                  </a:lnTo>
                  <a:lnTo>
                    <a:pt x="356" y="250"/>
                  </a:lnTo>
                  <a:lnTo>
                    <a:pt x="359" y="245"/>
                  </a:lnTo>
                  <a:lnTo>
                    <a:pt x="364" y="243"/>
                  </a:lnTo>
                  <a:lnTo>
                    <a:pt x="367" y="243"/>
                  </a:lnTo>
                  <a:lnTo>
                    <a:pt x="367" y="246"/>
                  </a:lnTo>
                  <a:lnTo>
                    <a:pt x="367" y="251"/>
                  </a:lnTo>
                  <a:lnTo>
                    <a:pt x="367" y="253"/>
                  </a:lnTo>
                  <a:lnTo>
                    <a:pt x="370" y="257"/>
                  </a:lnTo>
                  <a:lnTo>
                    <a:pt x="373" y="260"/>
                  </a:lnTo>
                  <a:lnTo>
                    <a:pt x="377" y="265"/>
                  </a:lnTo>
                  <a:lnTo>
                    <a:pt x="381" y="269"/>
                  </a:lnTo>
                  <a:lnTo>
                    <a:pt x="382" y="276"/>
                  </a:lnTo>
                  <a:lnTo>
                    <a:pt x="382" y="277"/>
                  </a:lnTo>
                  <a:lnTo>
                    <a:pt x="381" y="280"/>
                  </a:lnTo>
                  <a:lnTo>
                    <a:pt x="379" y="282"/>
                  </a:lnTo>
                  <a:lnTo>
                    <a:pt x="377" y="283"/>
                  </a:lnTo>
                  <a:lnTo>
                    <a:pt x="374" y="286"/>
                  </a:lnTo>
                  <a:lnTo>
                    <a:pt x="371" y="288"/>
                  </a:lnTo>
                  <a:lnTo>
                    <a:pt x="367" y="289"/>
                  </a:lnTo>
                  <a:lnTo>
                    <a:pt x="364" y="291"/>
                  </a:lnTo>
                  <a:lnTo>
                    <a:pt x="361" y="293"/>
                  </a:lnTo>
                  <a:lnTo>
                    <a:pt x="361" y="296"/>
                  </a:lnTo>
                  <a:lnTo>
                    <a:pt x="362" y="297"/>
                  </a:lnTo>
                  <a:lnTo>
                    <a:pt x="364" y="300"/>
                  </a:lnTo>
                  <a:lnTo>
                    <a:pt x="365" y="302"/>
                  </a:lnTo>
                  <a:lnTo>
                    <a:pt x="365" y="303"/>
                  </a:lnTo>
                  <a:lnTo>
                    <a:pt x="367" y="305"/>
                  </a:lnTo>
                  <a:lnTo>
                    <a:pt x="367" y="308"/>
                  </a:lnTo>
                  <a:lnTo>
                    <a:pt x="367" y="309"/>
                  </a:lnTo>
                  <a:lnTo>
                    <a:pt x="370" y="311"/>
                  </a:lnTo>
                  <a:lnTo>
                    <a:pt x="371" y="311"/>
                  </a:lnTo>
                  <a:lnTo>
                    <a:pt x="374" y="313"/>
                  </a:lnTo>
                  <a:lnTo>
                    <a:pt x="377" y="314"/>
                  </a:lnTo>
                  <a:lnTo>
                    <a:pt x="381" y="316"/>
                  </a:lnTo>
                  <a:lnTo>
                    <a:pt x="385" y="317"/>
                  </a:lnTo>
                  <a:lnTo>
                    <a:pt x="388" y="319"/>
                  </a:lnTo>
                  <a:lnTo>
                    <a:pt x="397" y="322"/>
                  </a:lnTo>
                  <a:lnTo>
                    <a:pt x="405" y="325"/>
                  </a:lnTo>
                  <a:lnTo>
                    <a:pt x="414" y="329"/>
                  </a:lnTo>
                  <a:lnTo>
                    <a:pt x="422" y="333"/>
                  </a:lnTo>
                  <a:lnTo>
                    <a:pt x="425" y="334"/>
                  </a:lnTo>
                  <a:lnTo>
                    <a:pt x="428" y="334"/>
                  </a:lnTo>
                  <a:lnTo>
                    <a:pt x="431" y="336"/>
                  </a:lnTo>
                  <a:lnTo>
                    <a:pt x="434" y="336"/>
                  </a:lnTo>
                  <a:lnTo>
                    <a:pt x="439" y="337"/>
                  </a:lnTo>
                  <a:lnTo>
                    <a:pt x="442" y="339"/>
                  </a:lnTo>
                  <a:lnTo>
                    <a:pt x="442" y="337"/>
                  </a:lnTo>
                  <a:lnTo>
                    <a:pt x="442" y="333"/>
                  </a:lnTo>
                  <a:lnTo>
                    <a:pt x="442" y="329"/>
                  </a:lnTo>
                  <a:lnTo>
                    <a:pt x="442" y="328"/>
                  </a:lnTo>
                  <a:lnTo>
                    <a:pt x="440" y="325"/>
                  </a:lnTo>
                  <a:lnTo>
                    <a:pt x="440" y="323"/>
                  </a:lnTo>
                  <a:lnTo>
                    <a:pt x="440" y="320"/>
                  </a:lnTo>
                  <a:lnTo>
                    <a:pt x="439" y="320"/>
                  </a:lnTo>
                  <a:lnTo>
                    <a:pt x="439" y="319"/>
                  </a:lnTo>
                  <a:lnTo>
                    <a:pt x="440" y="319"/>
                  </a:lnTo>
                  <a:lnTo>
                    <a:pt x="442" y="319"/>
                  </a:lnTo>
                  <a:lnTo>
                    <a:pt x="444" y="320"/>
                  </a:lnTo>
                  <a:lnTo>
                    <a:pt x="447" y="322"/>
                  </a:lnTo>
                  <a:lnTo>
                    <a:pt x="447" y="323"/>
                  </a:lnTo>
                  <a:lnTo>
                    <a:pt x="450" y="326"/>
                  </a:lnTo>
                  <a:lnTo>
                    <a:pt x="453" y="329"/>
                  </a:lnTo>
                  <a:lnTo>
                    <a:pt x="456" y="334"/>
                  </a:lnTo>
                  <a:lnTo>
                    <a:pt x="457" y="336"/>
                  </a:lnTo>
                  <a:lnTo>
                    <a:pt x="460" y="334"/>
                  </a:lnTo>
                  <a:lnTo>
                    <a:pt x="462" y="333"/>
                  </a:lnTo>
                  <a:lnTo>
                    <a:pt x="465" y="329"/>
                  </a:lnTo>
                  <a:lnTo>
                    <a:pt x="467" y="326"/>
                  </a:lnTo>
                  <a:lnTo>
                    <a:pt x="467" y="328"/>
                  </a:lnTo>
                  <a:lnTo>
                    <a:pt x="468" y="329"/>
                  </a:lnTo>
                  <a:lnTo>
                    <a:pt x="468" y="329"/>
                  </a:lnTo>
                  <a:lnTo>
                    <a:pt x="468" y="331"/>
                  </a:lnTo>
                  <a:lnTo>
                    <a:pt x="471" y="336"/>
                  </a:lnTo>
                  <a:lnTo>
                    <a:pt x="474" y="340"/>
                  </a:lnTo>
                  <a:lnTo>
                    <a:pt x="477" y="345"/>
                  </a:lnTo>
                  <a:lnTo>
                    <a:pt x="479" y="349"/>
                  </a:lnTo>
                  <a:lnTo>
                    <a:pt x="480" y="354"/>
                  </a:lnTo>
                  <a:lnTo>
                    <a:pt x="482" y="359"/>
                  </a:lnTo>
                  <a:lnTo>
                    <a:pt x="485" y="362"/>
                  </a:lnTo>
                  <a:lnTo>
                    <a:pt x="488" y="366"/>
                  </a:lnTo>
                  <a:lnTo>
                    <a:pt x="491" y="368"/>
                  </a:lnTo>
                  <a:lnTo>
                    <a:pt x="494" y="369"/>
                  </a:lnTo>
                  <a:lnTo>
                    <a:pt x="497" y="369"/>
                  </a:lnTo>
                  <a:lnTo>
                    <a:pt x="502" y="371"/>
                  </a:lnTo>
                  <a:lnTo>
                    <a:pt x="507" y="371"/>
                  </a:lnTo>
                  <a:lnTo>
                    <a:pt x="511" y="372"/>
                  </a:lnTo>
                  <a:lnTo>
                    <a:pt x="516" y="374"/>
                  </a:lnTo>
                  <a:lnTo>
                    <a:pt x="520" y="376"/>
                  </a:lnTo>
                  <a:lnTo>
                    <a:pt x="520" y="376"/>
                  </a:lnTo>
                  <a:lnTo>
                    <a:pt x="520" y="376"/>
                  </a:lnTo>
                  <a:lnTo>
                    <a:pt x="522" y="376"/>
                  </a:lnTo>
                  <a:lnTo>
                    <a:pt x="522" y="376"/>
                  </a:lnTo>
                  <a:lnTo>
                    <a:pt x="526" y="377"/>
                  </a:lnTo>
                  <a:lnTo>
                    <a:pt x="531" y="379"/>
                  </a:lnTo>
                  <a:lnTo>
                    <a:pt x="537" y="380"/>
                  </a:lnTo>
                  <a:lnTo>
                    <a:pt x="542" y="382"/>
                  </a:lnTo>
                  <a:lnTo>
                    <a:pt x="545" y="382"/>
                  </a:lnTo>
                  <a:lnTo>
                    <a:pt x="550" y="383"/>
                  </a:lnTo>
                  <a:lnTo>
                    <a:pt x="554" y="383"/>
                  </a:lnTo>
                  <a:lnTo>
                    <a:pt x="557" y="382"/>
                  </a:lnTo>
                  <a:lnTo>
                    <a:pt x="559" y="380"/>
                  </a:lnTo>
                  <a:lnTo>
                    <a:pt x="560" y="379"/>
                  </a:lnTo>
                  <a:lnTo>
                    <a:pt x="562" y="376"/>
                  </a:lnTo>
                  <a:lnTo>
                    <a:pt x="565" y="376"/>
                  </a:lnTo>
                  <a:lnTo>
                    <a:pt x="570" y="374"/>
                  </a:lnTo>
                  <a:lnTo>
                    <a:pt x="574" y="374"/>
                  </a:lnTo>
                  <a:lnTo>
                    <a:pt x="579" y="372"/>
                  </a:lnTo>
                  <a:lnTo>
                    <a:pt x="582" y="368"/>
                  </a:lnTo>
                  <a:lnTo>
                    <a:pt x="583" y="369"/>
                  </a:lnTo>
                  <a:lnTo>
                    <a:pt x="585" y="371"/>
                  </a:lnTo>
                  <a:lnTo>
                    <a:pt x="586" y="372"/>
                  </a:lnTo>
                  <a:lnTo>
                    <a:pt x="588" y="372"/>
                  </a:lnTo>
                  <a:lnTo>
                    <a:pt x="589" y="374"/>
                  </a:lnTo>
                  <a:lnTo>
                    <a:pt x="591" y="374"/>
                  </a:lnTo>
                  <a:lnTo>
                    <a:pt x="591" y="374"/>
                  </a:lnTo>
                  <a:lnTo>
                    <a:pt x="593" y="376"/>
                  </a:lnTo>
                  <a:lnTo>
                    <a:pt x="596" y="377"/>
                  </a:lnTo>
                  <a:lnTo>
                    <a:pt x="599" y="380"/>
                  </a:lnTo>
                  <a:lnTo>
                    <a:pt x="602" y="382"/>
                  </a:lnTo>
                  <a:lnTo>
                    <a:pt x="605" y="385"/>
                  </a:lnTo>
                  <a:lnTo>
                    <a:pt x="609" y="388"/>
                  </a:lnTo>
                  <a:lnTo>
                    <a:pt x="614" y="391"/>
                  </a:lnTo>
                  <a:lnTo>
                    <a:pt x="619" y="392"/>
                  </a:lnTo>
                  <a:lnTo>
                    <a:pt x="623" y="396"/>
                  </a:lnTo>
                  <a:lnTo>
                    <a:pt x="628" y="399"/>
                  </a:lnTo>
                  <a:lnTo>
                    <a:pt x="629" y="403"/>
                  </a:lnTo>
                  <a:lnTo>
                    <a:pt x="631" y="406"/>
                  </a:lnTo>
                  <a:lnTo>
                    <a:pt x="631" y="411"/>
                  </a:lnTo>
                  <a:lnTo>
                    <a:pt x="629" y="419"/>
                  </a:lnTo>
                  <a:lnTo>
                    <a:pt x="626" y="425"/>
                  </a:lnTo>
                  <a:lnTo>
                    <a:pt x="622" y="431"/>
                  </a:lnTo>
                  <a:lnTo>
                    <a:pt x="619" y="437"/>
                  </a:lnTo>
                  <a:lnTo>
                    <a:pt x="617" y="440"/>
                  </a:lnTo>
                  <a:lnTo>
                    <a:pt x="617" y="443"/>
                  </a:lnTo>
                  <a:lnTo>
                    <a:pt x="616" y="445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3" y="446"/>
                  </a:lnTo>
                  <a:lnTo>
                    <a:pt x="611" y="449"/>
                  </a:lnTo>
                  <a:lnTo>
                    <a:pt x="609" y="449"/>
                  </a:lnTo>
                  <a:lnTo>
                    <a:pt x="608" y="448"/>
                  </a:lnTo>
                  <a:lnTo>
                    <a:pt x="606" y="448"/>
                  </a:lnTo>
                  <a:lnTo>
                    <a:pt x="605" y="448"/>
                  </a:lnTo>
                  <a:lnTo>
                    <a:pt x="603" y="448"/>
                  </a:lnTo>
                  <a:lnTo>
                    <a:pt x="602" y="449"/>
                  </a:lnTo>
                  <a:lnTo>
                    <a:pt x="600" y="449"/>
                  </a:lnTo>
                  <a:lnTo>
                    <a:pt x="594" y="448"/>
                  </a:lnTo>
                  <a:lnTo>
                    <a:pt x="593" y="448"/>
                  </a:lnTo>
                  <a:lnTo>
                    <a:pt x="593" y="448"/>
                  </a:lnTo>
                  <a:lnTo>
                    <a:pt x="593" y="452"/>
                  </a:lnTo>
                  <a:lnTo>
                    <a:pt x="596" y="452"/>
                  </a:lnTo>
                  <a:lnTo>
                    <a:pt x="599" y="452"/>
                  </a:lnTo>
                  <a:lnTo>
                    <a:pt x="602" y="451"/>
                  </a:lnTo>
                  <a:lnTo>
                    <a:pt x="603" y="452"/>
                  </a:lnTo>
                  <a:lnTo>
                    <a:pt x="600" y="454"/>
                  </a:lnTo>
                  <a:lnTo>
                    <a:pt x="599" y="457"/>
                  </a:lnTo>
                  <a:lnTo>
                    <a:pt x="600" y="460"/>
                  </a:lnTo>
                  <a:lnTo>
                    <a:pt x="597" y="462"/>
                  </a:lnTo>
                  <a:lnTo>
                    <a:pt x="597" y="465"/>
                  </a:lnTo>
                  <a:lnTo>
                    <a:pt x="600" y="469"/>
                  </a:lnTo>
                  <a:lnTo>
                    <a:pt x="602" y="471"/>
                  </a:lnTo>
                  <a:lnTo>
                    <a:pt x="608" y="469"/>
                  </a:lnTo>
                  <a:lnTo>
                    <a:pt x="609" y="471"/>
                  </a:lnTo>
                  <a:lnTo>
                    <a:pt x="609" y="474"/>
                  </a:lnTo>
                  <a:lnTo>
                    <a:pt x="609" y="475"/>
                  </a:lnTo>
                  <a:lnTo>
                    <a:pt x="611" y="475"/>
                  </a:lnTo>
                  <a:lnTo>
                    <a:pt x="614" y="477"/>
                  </a:lnTo>
                  <a:lnTo>
                    <a:pt x="614" y="480"/>
                  </a:lnTo>
                  <a:lnTo>
                    <a:pt x="613" y="482"/>
                  </a:lnTo>
                  <a:lnTo>
                    <a:pt x="613" y="483"/>
                  </a:lnTo>
                  <a:lnTo>
                    <a:pt x="611" y="485"/>
                  </a:lnTo>
                  <a:lnTo>
                    <a:pt x="609" y="486"/>
                  </a:lnTo>
                  <a:lnTo>
                    <a:pt x="605" y="489"/>
                  </a:lnTo>
                  <a:lnTo>
                    <a:pt x="605" y="489"/>
                  </a:lnTo>
                  <a:lnTo>
                    <a:pt x="603" y="491"/>
                  </a:lnTo>
                  <a:lnTo>
                    <a:pt x="603" y="491"/>
                  </a:lnTo>
                  <a:lnTo>
                    <a:pt x="603" y="491"/>
                  </a:lnTo>
                  <a:lnTo>
                    <a:pt x="602" y="491"/>
                  </a:lnTo>
                  <a:lnTo>
                    <a:pt x="600" y="491"/>
                  </a:lnTo>
                  <a:lnTo>
                    <a:pt x="599" y="491"/>
                  </a:lnTo>
                  <a:lnTo>
                    <a:pt x="597" y="491"/>
                  </a:lnTo>
                  <a:lnTo>
                    <a:pt x="597" y="492"/>
                  </a:lnTo>
                  <a:lnTo>
                    <a:pt x="597" y="494"/>
                  </a:lnTo>
                  <a:lnTo>
                    <a:pt x="599" y="495"/>
                  </a:lnTo>
                  <a:lnTo>
                    <a:pt x="596" y="497"/>
                  </a:lnTo>
                  <a:lnTo>
                    <a:pt x="589" y="497"/>
                  </a:lnTo>
                  <a:lnTo>
                    <a:pt x="586" y="499"/>
                  </a:lnTo>
                  <a:lnTo>
                    <a:pt x="586" y="503"/>
                  </a:lnTo>
                  <a:lnTo>
                    <a:pt x="586" y="506"/>
                  </a:lnTo>
                  <a:lnTo>
                    <a:pt x="586" y="508"/>
                  </a:lnTo>
                  <a:lnTo>
                    <a:pt x="585" y="511"/>
                  </a:lnTo>
                  <a:lnTo>
                    <a:pt x="585" y="511"/>
                  </a:lnTo>
                  <a:lnTo>
                    <a:pt x="586" y="515"/>
                  </a:lnTo>
                  <a:lnTo>
                    <a:pt x="588" y="517"/>
                  </a:lnTo>
                  <a:lnTo>
                    <a:pt x="591" y="520"/>
                  </a:lnTo>
                  <a:lnTo>
                    <a:pt x="594" y="522"/>
                  </a:lnTo>
                  <a:lnTo>
                    <a:pt x="599" y="523"/>
                  </a:lnTo>
                  <a:lnTo>
                    <a:pt x="602" y="526"/>
                  </a:lnTo>
                  <a:lnTo>
                    <a:pt x="603" y="529"/>
                  </a:lnTo>
                  <a:lnTo>
                    <a:pt x="605" y="535"/>
                  </a:lnTo>
                  <a:lnTo>
                    <a:pt x="605" y="539"/>
                  </a:lnTo>
                  <a:lnTo>
                    <a:pt x="605" y="542"/>
                  </a:lnTo>
                  <a:lnTo>
                    <a:pt x="605" y="545"/>
                  </a:lnTo>
                  <a:lnTo>
                    <a:pt x="605" y="548"/>
                  </a:lnTo>
                  <a:lnTo>
                    <a:pt x="602" y="548"/>
                  </a:lnTo>
                  <a:lnTo>
                    <a:pt x="600" y="549"/>
                  </a:lnTo>
                  <a:lnTo>
                    <a:pt x="597" y="549"/>
                  </a:lnTo>
                  <a:lnTo>
                    <a:pt x="596" y="551"/>
                  </a:lnTo>
                  <a:lnTo>
                    <a:pt x="594" y="551"/>
                  </a:lnTo>
                  <a:lnTo>
                    <a:pt x="593" y="552"/>
                  </a:lnTo>
                  <a:lnTo>
                    <a:pt x="593" y="554"/>
                  </a:lnTo>
                  <a:lnTo>
                    <a:pt x="593" y="555"/>
                  </a:lnTo>
                  <a:lnTo>
                    <a:pt x="593" y="562"/>
                  </a:lnTo>
                  <a:lnTo>
                    <a:pt x="593" y="568"/>
                  </a:lnTo>
                  <a:lnTo>
                    <a:pt x="593" y="574"/>
                  </a:lnTo>
                  <a:lnTo>
                    <a:pt x="593" y="580"/>
                  </a:lnTo>
                  <a:lnTo>
                    <a:pt x="591" y="578"/>
                  </a:lnTo>
                  <a:lnTo>
                    <a:pt x="589" y="578"/>
                  </a:lnTo>
                  <a:lnTo>
                    <a:pt x="588" y="578"/>
                  </a:lnTo>
                  <a:lnTo>
                    <a:pt x="586" y="580"/>
                  </a:lnTo>
                  <a:lnTo>
                    <a:pt x="585" y="582"/>
                  </a:lnTo>
                  <a:lnTo>
                    <a:pt x="583" y="582"/>
                  </a:lnTo>
                  <a:lnTo>
                    <a:pt x="583" y="582"/>
                  </a:lnTo>
                  <a:lnTo>
                    <a:pt x="582" y="582"/>
                  </a:lnTo>
                  <a:lnTo>
                    <a:pt x="580" y="580"/>
                  </a:lnTo>
                  <a:lnTo>
                    <a:pt x="579" y="580"/>
                  </a:lnTo>
                  <a:lnTo>
                    <a:pt x="577" y="580"/>
                  </a:lnTo>
                  <a:lnTo>
                    <a:pt x="577" y="580"/>
                  </a:lnTo>
                  <a:lnTo>
                    <a:pt x="573" y="580"/>
                  </a:lnTo>
                  <a:lnTo>
                    <a:pt x="568" y="582"/>
                  </a:lnTo>
                  <a:lnTo>
                    <a:pt x="565" y="583"/>
                  </a:lnTo>
                  <a:lnTo>
                    <a:pt x="560" y="585"/>
                  </a:lnTo>
                  <a:lnTo>
                    <a:pt x="557" y="586"/>
                  </a:lnTo>
                  <a:lnTo>
                    <a:pt x="556" y="585"/>
                  </a:lnTo>
                  <a:lnTo>
                    <a:pt x="553" y="585"/>
                  </a:lnTo>
                  <a:lnTo>
                    <a:pt x="550" y="583"/>
                  </a:lnTo>
                  <a:lnTo>
                    <a:pt x="548" y="582"/>
                  </a:lnTo>
                  <a:lnTo>
                    <a:pt x="546" y="582"/>
                  </a:lnTo>
                  <a:lnTo>
                    <a:pt x="543" y="580"/>
                  </a:lnTo>
                  <a:lnTo>
                    <a:pt x="542" y="578"/>
                  </a:lnTo>
                  <a:lnTo>
                    <a:pt x="542" y="577"/>
                  </a:lnTo>
                  <a:lnTo>
                    <a:pt x="540" y="575"/>
                  </a:lnTo>
                  <a:lnTo>
                    <a:pt x="540" y="572"/>
                  </a:lnTo>
                  <a:lnTo>
                    <a:pt x="540" y="571"/>
                  </a:lnTo>
                  <a:lnTo>
                    <a:pt x="539" y="569"/>
                  </a:lnTo>
                  <a:lnTo>
                    <a:pt x="539" y="568"/>
                  </a:lnTo>
                  <a:lnTo>
                    <a:pt x="537" y="566"/>
                  </a:lnTo>
                  <a:lnTo>
                    <a:pt x="537" y="566"/>
                  </a:lnTo>
                  <a:lnTo>
                    <a:pt x="533" y="565"/>
                  </a:lnTo>
                  <a:lnTo>
                    <a:pt x="528" y="565"/>
                  </a:lnTo>
                  <a:lnTo>
                    <a:pt x="523" y="566"/>
                  </a:lnTo>
                  <a:lnTo>
                    <a:pt x="520" y="569"/>
                  </a:lnTo>
                  <a:lnTo>
                    <a:pt x="517" y="568"/>
                  </a:lnTo>
                  <a:lnTo>
                    <a:pt x="516" y="566"/>
                  </a:lnTo>
                  <a:lnTo>
                    <a:pt x="513" y="566"/>
                  </a:lnTo>
                  <a:lnTo>
                    <a:pt x="510" y="566"/>
                  </a:lnTo>
                  <a:lnTo>
                    <a:pt x="510" y="563"/>
                  </a:lnTo>
                  <a:lnTo>
                    <a:pt x="510" y="560"/>
                  </a:lnTo>
                  <a:lnTo>
                    <a:pt x="511" y="555"/>
                  </a:lnTo>
                  <a:lnTo>
                    <a:pt x="511" y="552"/>
                  </a:lnTo>
                  <a:lnTo>
                    <a:pt x="511" y="551"/>
                  </a:lnTo>
                  <a:lnTo>
                    <a:pt x="510" y="548"/>
                  </a:lnTo>
                  <a:lnTo>
                    <a:pt x="508" y="545"/>
                  </a:lnTo>
                  <a:lnTo>
                    <a:pt x="508" y="543"/>
                  </a:lnTo>
                  <a:lnTo>
                    <a:pt x="505" y="539"/>
                  </a:lnTo>
                  <a:lnTo>
                    <a:pt x="503" y="534"/>
                  </a:lnTo>
                  <a:lnTo>
                    <a:pt x="502" y="529"/>
                  </a:lnTo>
                  <a:lnTo>
                    <a:pt x="502" y="525"/>
                  </a:lnTo>
                  <a:lnTo>
                    <a:pt x="500" y="522"/>
                  </a:lnTo>
                  <a:lnTo>
                    <a:pt x="499" y="517"/>
                  </a:lnTo>
                  <a:lnTo>
                    <a:pt x="497" y="512"/>
                  </a:lnTo>
                  <a:lnTo>
                    <a:pt x="496" y="509"/>
                  </a:lnTo>
                  <a:lnTo>
                    <a:pt x="496" y="508"/>
                  </a:lnTo>
                  <a:lnTo>
                    <a:pt x="496" y="506"/>
                  </a:lnTo>
                  <a:lnTo>
                    <a:pt x="496" y="506"/>
                  </a:lnTo>
                  <a:lnTo>
                    <a:pt x="496" y="505"/>
                  </a:lnTo>
                  <a:lnTo>
                    <a:pt x="496" y="509"/>
                  </a:lnTo>
                  <a:lnTo>
                    <a:pt x="493" y="512"/>
                  </a:lnTo>
                  <a:lnTo>
                    <a:pt x="488" y="514"/>
                  </a:lnTo>
                  <a:lnTo>
                    <a:pt x="487" y="517"/>
                  </a:lnTo>
                  <a:lnTo>
                    <a:pt x="487" y="519"/>
                  </a:lnTo>
                  <a:lnTo>
                    <a:pt x="487" y="520"/>
                  </a:lnTo>
                  <a:lnTo>
                    <a:pt x="487" y="522"/>
                  </a:lnTo>
                  <a:lnTo>
                    <a:pt x="485" y="523"/>
                  </a:lnTo>
                  <a:lnTo>
                    <a:pt x="483" y="525"/>
                  </a:lnTo>
                  <a:lnTo>
                    <a:pt x="482" y="525"/>
                  </a:lnTo>
                  <a:lnTo>
                    <a:pt x="480" y="525"/>
                  </a:lnTo>
                  <a:lnTo>
                    <a:pt x="479" y="525"/>
                  </a:lnTo>
                  <a:lnTo>
                    <a:pt x="477" y="523"/>
                  </a:lnTo>
                  <a:lnTo>
                    <a:pt x="477" y="523"/>
                  </a:lnTo>
                  <a:lnTo>
                    <a:pt x="476" y="523"/>
                  </a:lnTo>
                  <a:lnTo>
                    <a:pt x="476" y="525"/>
                  </a:lnTo>
                  <a:lnTo>
                    <a:pt x="474" y="526"/>
                  </a:lnTo>
                  <a:lnTo>
                    <a:pt x="474" y="529"/>
                  </a:lnTo>
                  <a:lnTo>
                    <a:pt x="473" y="531"/>
                  </a:lnTo>
                  <a:lnTo>
                    <a:pt x="473" y="532"/>
                  </a:lnTo>
                  <a:lnTo>
                    <a:pt x="471" y="534"/>
                  </a:lnTo>
                  <a:lnTo>
                    <a:pt x="471" y="534"/>
                  </a:lnTo>
                  <a:lnTo>
                    <a:pt x="470" y="535"/>
                  </a:lnTo>
                  <a:lnTo>
                    <a:pt x="470" y="537"/>
                  </a:lnTo>
                  <a:lnTo>
                    <a:pt x="468" y="539"/>
                  </a:lnTo>
                  <a:lnTo>
                    <a:pt x="468" y="540"/>
                  </a:lnTo>
                  <a:lnTo>
                    <a:pt x="467" y="542"/>
                  </a:lnTo>
                  <a:lnTo>
                    <a:pt x="467" y="542"/>
                  </a:lnTo>
                  <a:lnTo>
                    <a:pt x="464" y="542"/>
                  </a:lnTo>
                  <a:lnTo>
                    <a:pt x="462" y="542"/>
                  </a:lnTo>
                  <a:lnTo>
                    <a:pt x="460" y="542"/>
                  </a:lnTo>
                  <a:lnTo>
                    <a:pt x="457" y="542"/>
                  </a:lnTo>
                  <a:lnTo>
                    <a:pt x="457" y="542"/>
                  </a:lnTo>
                  <a:lnTo>
                    <a:pt x="456" y="542"/>
                  </a:lnTo>
                  <a:lnTo>
                    <a:pt x="454" y="543"/>
                  </a:lnTo>
                  <a:lnTo>
                    <a:pt x="453" y="543"/>
                  </a:lnTo>
                  <a:lnTo>
                    <a:pt x="451" y="546"/>
                  </a:lnTo>
                  <a:lnTo>
                    <a:pt x="447" y="546"/>
                  </a:lnTo>
                  <a:lnTo>
                    <a:pt x="442" y="546"/>
                  </a:lnTo>
                  <a:lnTo>
                    <a:pt x="439" y="546"/>
                  </a:lnTo>
                  <a:lnTo>
                    <a:pt x="437" y="548"/>
                  </a:lnTo>
                  <a:lnTo>
                    <a:pt x="437" y="548"/>
                  </a:lnTo>
                  <a:lnTo>
                    <a:pt x="436" y="549"/>
                  </a:lnTo>
                  <a:lnTo>
                    <a:pt x="434" y="548"/>
                  </a:lnTo>
                  <a:lnTo>
                    <a:pt x="433" y="548"/>
                  </a:lnTo>
                  <a:lnTo>
                    <a:pt x="431" y="546"/>
                  </a:lnTo>
                  <a:lnTo>
                    <a:pt x="430" y="545"/>
                  </a:lnTo>
                  <a:lnTo>
                    <a:pt x="428" y="543"/>
                  </a:lnTo>
                  <a:lnTo>
                    <a:pt x="427" y="543"/>
                  </a:lnTo>
                  <a:lnTo>
                    <a:pt x="427" y="540"/>
                  </a:lnTo>
                  <a:lnTo>
                    <a:pt x="425" y="539"/>
                  </a:lnTo>
                  <a:lnTo>
                    <a:pt x="425" y="537"/>
                  </a:lnTo>
                  <a:lnTo>
                    <a:pt x="424" y="535"/>
                  </a:lnTo>
                  <a:lnTo>
                    <a:pt x="422" y="535"/>
                  </a:lnTo>
                  <a:lnTo>
                    <a:pt x="420" y="534"/>
                  </a:lnTo>
                  <a:lnTo>
                    <a:pt x="420" y="532"/>
                  </a:lnTo>
                  <a:lnTo>
                    <a:pt x="419" y="531"/>
                  </a:lnTo>
                  <a:lnTo>
                    <a:pt x="416" y="529"/>
                  </a:lnTo>
                  <a:lnTo>
                    <a:pt x="414" y="529"/>
                  </a:lnTo>
                  <a:lnTo>
                    <a:pt x="411" y="528"/>
                  </a:lnTo>
                  <a:lnTo>
                    <a:pt x="407" y="529"/>
                  </a:lnTo>
                  <a:lnTo>
                    <a:pt x="405" y="534"/>
                  </a:lnTo>
                  <a:lnTo>
                    <a:pt x="402" y="539"/>
                  </a:lnTo>
                  <a:lnTo>
                    <a:pt x="401" y="545"/>
                  </a:lnTo>
                  <a:lnTo>
                    <a:pt x="396" y="542"/>
                  </a:lnTo>
                  <a:lnTo>
                    <a:pt x="391" y="540"/>
                  </a:lnTo>
                  <a:lnTo>
                    <a:pt x="387" y="537"/>
                  </a:lnTo>
                  <a:lnTo>
                    <a:pt x="381" y="539"/>
                  </a:lnTo>
                  <a:lnTo>
                    <a:pt x="374" y="537"/>
                  </a:lnTo>
                  <a:lnTo>
                    <a:pt x="367" y="532"/>
                  </a:lnTo>
                  <a:lnTo>
                    <a:pt x="361" y="526"/>
                  </a:lnTo>
                  <a:lnTo>
                    <a:pt x="354" y="522"/>
                  </a:lnTo>
                  <a:lnTo>
                    <a:pt x="354" y="520"/>
                  </a:lnTo>
                  <a:lnTo>
                    <a:pt x="354" y="520"/>
                  </a:lnTo>
                  <a:lnTo>
                    <a:pt x="353" y="520"/>
                  </a:lnTo>
                  <a:lnTo>
                    <a:pt x="348" y="519"/>
                  </a:lnTo>
                  <a:lnTo>
                    <a:pt x="344" y="517"/>
                  </a:lnTo>
                  <a:lnTo>
                    <a:pt x="338" y="515"/>
                  </a:lnTo>
                  <a:lnTo>
                    <a:pt x="333" y="514"/>
                  </a:lnTo>
                  <a:lnTo>
                    <a:pt x="330" y="512"/>
                  </a:lnTo>
                  <a:lnTo>
                    <a:pt x="328" y="512"/>
                  </a:lnTo>
                  <a:lnTo>
                    <a:pt x="327" y="511"/>
                  </a:lnTo>
                  <a:lnTo>
                    <a:pt x="325" y="511"/>
                  </a:lnTo>
                  <a:lnTo>
                    <a:pt x="322" y="509"/>
                  </a:lnTo>
                  <a:lnTo>
                    <a:pt x="319" y="508"/>
                  </a:lnTo>
                  <a:lnTo>
                    <a:pt x="316" y="506"/>
                  </a:lnTo>
                  <a:lnTo>
                    <a:pt x="313" y="505"/>
                  </a:lnTo>
                  <a:lnTo>
                    <a:pt x="311" y="505"/>
                  </a:lnTo>
                  <a:lnTo>
                    <a:pt x="310" y="503"/>
                  </a:lnTo>
                  <a:lnTo>
                    <a:pt x="308" y="503"/>
                  </a:lnTo>
                  <a:lnTo>
                    <a:pt x="305" y="502"/>
                  </a:lnTo>
                  <a:lnTo>
                    <a:pt x="305" y="502"/>
                  </a:lnTo>
                  <a:lnTo>
                    <a:pt x="304" y="500"/>
                  </a:lnTo>
                  <a:lnTo>
                    <a:pt x="302" y="500"/>
                  </a:lnTo>
                  <a:lnTo>
                    <a:pt x="301" y="500"/>
                  </a:lnTo>
                  <a:lnTo>
                    <a:pt x="299" y="500"/>
                  </a:lnTo>
                  <a:lnTo>
                    <a:pt x="298" y="502"/>
                  </a:lnTo>
                  <a:lnTo>
                    <a:pt x="296" y="503"/>
                  </a:lnTo>
                  <a:lnTo>
                    <a:pt x="295" y="505"/>
                  </a:lnTo>
                  <a:lnTo>
                    <a:pt x="293" y="506"/>
                  </a:lnTo>
                  <a:lnTo>
                    <a:pt x="293" y="509"/>
                  </a:lnTo>
                  <a:lnTo>
                    <a:pt x="291" y="511"/>
                  </a:lnTo>
                  <a:lnTo>
                    <a:pt x="291" y="514"/>
                  </a:lnTo>
                  <a:lnTo>
                    <a:pt x="290" y="517"/>
                  </a:lnTo>
                  <a:lnTo>
                    <a:pt x="290" y="522"/>
                  </a:lnTo>
                  <a:lnTo>
                    <a:pt x="288" y="525"/>
                  </a:lnTo>
                  <a:lnTo>
                    <a:pt x="287" y="528"/>
                  </a:lnTo>
                  <a:lnTo>
                    <a:pt x="284" y="531"/>
                  </a:lnTo>
                  <a:lnTo>
                    <a:pt x="278" y="531"/>
                  </a:lnTo>
                  <a:lnTo>
                    <a:pt x="273" y="531"/>
                  </a:lnTo>
                  <a:lnTo>
                    <a:pt x="267" y="531"/>
                  </a:lnTo>
                  <a:lnTo>
                    <a:pt x="264" y="529"/>
                  </a:lnTo>
                  <a:lnTo>
                    <a:pt x="261" y="526"/>
                  </a:lnTo>
                  <a:lnTo>
                    <a:pt x="256" y="523"/>
                  </a:lnTo>
                  <a:lnTo>
                    <a:pt x="253" y="520"/>
                  </a:lnTo>
                  <a:lnTo>
                    <a:pt x="247" y="515"/>
                  </a:lnTo>
                  <a:lnTo>
                    <a:pt x="239" y="509"/>
                  </a:lnTo>
                  <a:lnTo>
                    <a:pt x="232" y="503"/>
                  </a:lnTo>
                  <a:lnTo>
                    <a:pt x="224" y="497"/>
                  </a:lnTo>
                  <a:lnTo>
                    <a:pt x="221" y="494"/>
                  </a:lnTo>
                  <a:lnTo>
                    <a:pt x="219" y="492"/>
                  </a:lnTo>
                  <a:lnTo>
                    <a:pt x="216" y="489"/>
                  </a:lnTo>
                  <a:lnTo>
                    <a:pt x="213" y="488"/>
                  </a:lnTo>
                  <a:lnTo>
                    <a:pt x="208" y="486"/>
                  </a:lnTo>
                  <a:lnTo>
                    <a:pt x="204" y="485"/>
                  </a:lnTo>
                  <a:lnTo>
                    <a:pt x="198" y="483"/>
                  </a:lnTo>
                  <a:lnTo>
                    <a:pt x="193" y="483"/>
                  </a:lnTo>
                  <a:lnTo>
                    <a:pt x="187" y="485"/>
                  </a:lnTo>
                  <a:lnTo>
                    <a:pt x="181" y="486"/>
                  </a:lnTo>
                  <a:lnTo>
                    <a:pt x="175" y="486"/>
                  </a:lnTo>
                  <a:lnTo>
                    <a:pt x="170" y="486"/>
                  </a:lnTo>
                  <a:lnTo>
                    <a:pt x="167" y="485"/>
                  </a:lnTo>
                  <a:lnTo>
                    <a:pt x="165" y="483"/>
                  </a:lnTo>
                  <a:lnTo>
                    <a:pt x="164" y="482"/>
                  </a:lnTo>
                  <a:lnTo>
                    <a:pt x="162" y="480"/>
                  </a:lnTo>
                  <a:lnTo>
                    <a:pt x="162" y="479"/>
                  </a:lnTo>
                  <a:lnTo>
                    <a:pt x="161" y="475"/>
                  </a:lnTo>
                  <a:lnTo>
                    <a:pt x="162" y="472"/>
                  </a:lnTo>
                  <a:lnTo>
                    <a:pt x="161" y="471"/>
                  </a:lnTo>
                  <a:lnTo>
                    <a:pt x="159" y="468"/>
                  </a:lnTo>
                  <a:lnTo>
                    <a:pt x="155" y="466"/>
                  </a:lnTo>
                  <a:lnTo>
                    <a:pt x="152" y="466"/>
                  </a:lnTo>
                  <a:lnTo>
                    <a:pt x="147" y="468"/>
                  </a:lnTo>
                  <a:lnTo>
                    <a:pt x="147" y="469"/>
                  </a:lnTo>
                  <a:lnTo>
                    <a:pt x="147" y="469"/>
                  </a:lnTo>
                  <a:lnTo>
                    <a:pt x="147" y="469"/>
                  </a:lnTo>
                  <a:lnTo>
                    <a:pt x="146" y="469"/>
                  </a:lnTo>
                  <a:lnTo>
                    <a:pt x="141" y="472"/>
                  </a:lnTo>
                  <a:lnTo>
                    <a:pt x="136" y="475"/>
                  </a:lnTo>
                  <a:lnTo>
                    <a:pt x="130" y="475"/>
                  </a:lnTo>
                  <a:lnTo>
                    <a:pt x="124" y="472"/>
                  </a:lnTo>
                  <a:lnTo>
                    <a:pt x="130" y="463"/>
                  </a:lnTo>
                  <a:lnTo>
                    <a:pt x="138" y="454"/>
                  </a:lnTo>
                  <a:lnTo>
                    <a:pt x="144" y="445"/>
                  </a:lnTo>
                  <a:lnTo>
                    <a:pt x="150" y="436"/>
                  </a:lnTo>
                  <a:lnTo>
                    <a:pt x="152" y="434"/>
                  </a:lnTo>
                  <a:lnTo>
                    <a:pt x="153" y="432"/>
                  </a:lnTo>
                  <a:lnTo>
                    <a:pt x="155" y="429"/>
                  </a:lnTo>
                  <a:lnTo>
                    <a:pt x="156" y="428"/>
                  </a:lnTo>
                  <a:lnTo>
                    <a:pt x="155" y="422"/>
                  </a:lnTo>
                  <a:lnTo>
                    <a:pt x="155" y="417"/>
                  </a:lnTo>
                  <a:lnTo>
                    <a:pt x="155" y="411"/>
                  </a:lnTo>
                  <a:lnTo>
                    <a:pt x="153" y="406"/>
                  </a:lnTo>
                  <a:lnTo>
                    <a:pt x="152" y="400"/>
                  </a:lnTo>
                  <a:lnTo>
                    <a:pt x="150" y="394"/>
                  </a:lnTo>
                  <a:lnTo>
                    <a:pt x="149" y="388"/>
                  </a:lnTo>
                  <a:lnTo>
                    <a:pt x="147" y="383"/>
                  </a:lnTo>
                  <a:lnTo>
                    <a:pt x="147" y="379"/>
                  </a:lnTo>
                  <a:lnTo>
                    <a:pt x="147" y="376"/>
                  </a:lnTo>
                  <a:lnTo>
                    <a:pt x="150" y="372"/>
                  </a:lnTo>
                  <a:lnTo>
                    <a:pt x="152" y="371"/>
                  </a:lnTo>
                  <a:lnTo>
                    <a:pt x="155" y="369"/>
                  </a:lnTo>
                  <a:lnTo>
                    <a:pt x="158" y="368"/>
                  </a:lnTo>
                  <a:lnTo>
                    <a:pt x="159" y="365"/>
                  </a:lnTo>
                  <a:lnTo>
                    <a:pt x="159" y="362"/>
                  </a:lnTo>
                  <a:lnTo>
                    <a:pt x="158" y="357"/>
                  </a:lnTo>
                  <a:lnTo>
                    <a:pt x="155" y="353"/>
                  </a:lnTo>
                  <a:lnTo>
                    <a:pt x="153" y="348"/>
                  </a:lnTo>
                  <a:lnTo>
                    <a:pt x="152" y="343"/>
                  </a:lnTo>
                  <a:lnTo>
                    <a:pt x="149" y="340"/>
                  </a:lnTo>
                  <a:lnTo>
                    <a:pt x="146" y="340"/>
                  </a:lnTo>
                  <a:lnTo>
                    <a:pt x="142" y="340"/>
                  </a:lnTo>
                  <a:lnTo>
                    <a:pt x="138" y="340"/>
                  </a:lnTo>
                  <a:lnTo>
                    <a:pt x="133" y="340"/>
                  </a:lnTo>
                  <a:lnTo>
                    <a:pt x="126" y="340"/>
                  </a:lnTo>
                  <a:lnTo>
                    <a:pt x="119" y="340"/>
                  </a:lnTo>
                  <a:lnTo>
                    <a:pt x="115" y="343"/>
                  </a:lnTo>
                  <a:lnTo>
                    <a:pt x="112" y="349"/>
                  </a:lnTo>
                  <a:lnTo>
                    <a:pt x="110" y="354"/>
                  </a:lnTo>
                  <a:lnTo>
                    <a:pt x="107" y="359"/>
                  </a:lnTo>
                  <a:lnTo>
                    <a:pt x="101" y="360"/>
                  </a:lnTo>
                  <a:lnTo>
                    <a:pt x="101" y="360"/>
                  </a:lnTo>
                  <a:lnTo>
                    <a:pt x="99" y="360"/>
                  </a:lnTo>
                  <a:lnTo>
                    <a:pt x="98" y="360"/>
                  </a:lnTo>
                  <a:lnTo>
                    <a:pt x="96" y="360"/>
                  </a:lnTo>
                  <a:lnTo>
                    <a:pt x="93" y="363"/>
                  </a:lnTo>
                  <a:lnTo>
                    <a:pt x="89" y="366"/>
                  </a:lnTo>
                  <a:lnTo>
                    <a:pt x="86" y="368"/>
                  </a:lnTo>
                  <a:lnTo>
                    <a:pt x="81" y="366"/>
                  </a:lnTo>
                  <a:lnTo>
                    <a:pt x="78" y="365"/>
                  </a:lnTo>
                  <a:lnTo>
                    <a:pt x="75" y="362"/>
                  </a:lnTo>
                  <a:lnTo>
                    <a:pt x="72" y="359"/>
                  </a:lnTo>
                  <a:lnTo>
                    <a:pt x="69" y="354"/>
                  </a:lnTo>
                  <a:lnTo>
                    <a:pt x="69" y="354"/>
                  </a:lnTo>
                  <a:lnTo>
                    <a:pt x="69" y="354"/>
                  </a:lnTo>
                  <a:lnTo>
                    <a:pt x="69" y="354"/>
                  </a:lnTo>
                  <a:lnTo>
                    <a:pt x="69" y="354"/>
                  </a:lnTo>
                  <a:lnTo>
                    <a:pt x="64" y="348"/>
                  </a:lnTo>
                  <a:lnTo>
                    <a:pt x="59" y="340"/>
                  </a:lnTo>
                  <a:lnTo>
                    <a:pt x="55" y="333"/>
                  </a:lnTo>
                  <a:lnTo>
                    <a:pt x="49" y="329"/>
                  </a:lnTo>
                  <a:lnTo>
                    <a:pt x="47" y="329"/>
                  </a:lnTo>
                  <a:lnTo>
                    <a:pt x="46" y="329"/>
                  </a:lnTo>
                  <a:lnTo>
                    <a:pt x="44" y="328"/>
                  </a:lnTo>
                  <a:lnTo>
                    <a:pt x="43" y="326"/>
                  </a:lnTo>
                  <a:lnTo>
                    <a:pt x="35" y="320"/>
                  </a:lnTo>
                  <a:lnTo>
                    <a:pt x="29" y="314"/>
                  </a:lnTo>
                  <a:lnTo>
                    <a:pt x="23" y="308"/>
                  </a:lnTo>
                  <a:lnTo>
                    <a:pt x="18" y="299"/>
                  </a:lnTo>
                  <a:lnTo>
                    <a:pt x="16" y="296"/>
                  </a:lnTo>
                  <a:lnTo>
                    <a:pt x="15" y="291"/>
                  </a:lnTo>
                  <a:lnTo>
                    <a:pt x="13" y="288"/>
                  </a:lnTo>
                  <a:lnTo>
                    <a:pt x="12" y="283"/>
                  </a:lnTo>
                  <a:lnTo>
                    <a:pt x="9" y="279"/>
                  </a:lnTo>
                  <a:lnTo>
                    <a:pt x="7" y="276"/>
                  </a:lnTo>
                  <a:lnTo>
                    <a:pt x="7" y="271"/>
                  </a:lnTo>
                  <a:lnTo>
                    <a:pt x="9" y="266"/>
                  </a:lnTo>
                  <a:lnTo>
                    <a:pt x="10" y="263"/>
                  </a:lnTo>
                  <a:lnTo>
                    <a:pt x="12" y="259"/>
                  </a:lnTo>
                  <a:lnTo>
                    <a:pt x="10" y="256"/>
                  </a:lnTo>
                  <a:lnTo>
                    <a:pt x="10" y="250"/>
                  </a:lnTo>
                  <a:lnTo>
                    <a:pt x="9" y="246"/>
                  </a:lnTo>
                  <a:lnTo>
                    <a:pt x="9" y="243"/>
                  </a:lnTo>
                  <a:lnTo>
                    <a:pt x="7" y="240"/>
                  </a:lnTo>
                  <a:lnTo>
                    <a:pt x="6" y="237"/>
                  </a:lnTo>
                  <a:lnTo>
                    <a:pt x="3" y="236"/>
                  </a:lnTo>
                  <a:lnTo>
                    <a:pt x="1" y="234"/>
                  </a:lnTo>
                  <a:lnTo>
                    <a:pt x="0" y="233"/>
                  </a:lnTo>
                  <a:lnTo>
                    <a:pt x="0" y="230"/>
                  </a:lnTo>
                  <a:lnTo>
                    <a:pt x="1" y="226"/>
                  </a:lnTo>
                  <a:lnTo>
                    <a:pt x="4" y="226"/>
                  </a:lnTo>
                  <a:lnTo>
                    <a:pt x="6" y="226"/>
                  </a:lnTo>
                  <a:lnTo>
                    <a:pt x="9" y="226"/>
                  </a:lnTo>
                  <a:lnTo>
                    <a:pt x="10" y="225"/>
                  </a:lnTo>
                  <a:lnTo>
                    <a:pt x="12" y="220"/>
                  </a:lnTo>
                  <a:lnTo>
                    <a:pt x="12" y="217"/>
                  </a:lnTo>
                  <a:lnTo>
                    <a:pt x="13" y="214"/>
                  </a:lnTo>
                  <a:lnTo>
                    <a:pt x="13" y="211"/>
                  </a:lnTo>
                  <a:lnTo>
                    <a:pt x="15" y="208"/>
                  </a:lnTo>
                  <a:lnTo>
                    <a:pt x="16" y="203"/>
                  </a:lnTo>
                  <a:lnTo>
                    <a:pt x="16" y="202"/>
                  </a:lnTo>
                  <a:lnTo>
                    <a:pt x="20" y="202"/>
                  </a:lnTo>
                  <a:lnTo>
                    <a:pt x="23" y="202"/>
                  </a:lnTo>
                  <a:lnTo>
                    <a:pt x="26" y="202"/>
                  </a:lnTo>
                  <a:lnTo>
                    <a:pt x="27" y="203"/>
                  </a:lnTo>
                  <a:lnTo>
                    <a:pt x="27" y="206"/>
                  </a:lnTo>
                  <a:lnTo>
                    <a:pt x="26" y="210"/>
                  </a:lnTo>
                  <a:lnTo>
                    <a:pt x="27" y="211"/>
                  </a:lnTo>
                  <a:lnTo>
                    <a:pt x="29" y="213"/>
                  </a:lnTo>
                  <a:lnTo>
                    <a:pt x="32" y="213"/>
                  </a:lnTo>
                  <a:lnTo>
                    <a:pt x="36" y="211"/>
                  </a:lnTo>
                  <a:lnTo>
                    <a:pt x="40" y="210"/>
                  </a:lnTo>
                  <a:lnTo>
                    <a:pt x="43" y="208"/>
                  </a:lnTo>
                  <a:lnTo>
                    <a:pt x="47" y="203"/>
                  </a:lnTo>
                  <a:lnTo>
                    <a:pt x="53" y="199"/>
                  </a:lnTo>
                  <a:lnTo>
                    <a:pt x="58" y="194"/>
                  </a:lnTo>
                  <a:lnTo>
                    <a:pt x="61" y="188"/>
                  </a:lnTo>
                  <a:lnTo>
                    <a:pt x="66" y="182"/>
                  </a:lnTo>
                  <a:lnTo>
                    <a:pt x="70" y="177"/>
                  </a:lnTo>
                  <a:lnTo>
                    <a:pt x="75" y="171"/>
                  </a:lnTo>
                  <a:lnTo>
                    <a:pt x="81" y="168"/>
                  </a:lnTo>
                  <a:lnTo>
                    <a:pt x="83" y="166"/>
                  </a:lnTo>
                  <a:lnTo>
                    <a:pt x="86" y="166"/>
                  </a:lnTo>
                  <a:lnTo>
                    <a:pt x="89" y="166"/>
                  </a:lnTo>
                  <a:lnTo>
                    <a:pt x="92" y="165"/>
                  </a:lnTo>
                  <a:lnTo>
                    <a:pt x="93" y="163"/>
                  </a:lnTo>
                  <a:lnTo>
                    <a:pt x="93" y="160"/>
                  </a:lnTo>
                  <a:lnTo>
                    <a:pt x="95" y="157"/>
                  </a:lnTo>
                  <a:lnTo>
                    <a:pt x="96" y="156"/>
                  </a:lnTo>
                  <a:lnTo>
                    <a:pt x="101" y="150"/>
                  </a:lnTo>
                  <a:lnTo>
                    <a:pt x="107" y="147"/>
                  </a:lnTo>
                  <a:lnTo>
                    <a:pt x="115" y="142"/>
                  </a:lnTo>
                  <a:lnTo>
                    <a:pt x="121" y="139"/>
                  </a:lnTo>
                  <a:lnTo>
                    <a:pt x="129" y="134"/>
                  </a:lnTo>
                  <a:lnTo>
                    <a:pt x="135" y="128"/>
                  </a:lnTo>
                  <a:lnTo>
                    <a:pt x="142" y="122"/>
                  </a:lnTo>
                  <a:lnTo>
                    <a:pt x="149" y="114"/>
                  </a:lnTo>
                  <a:lnTo>
                    <a:pt x="150" y="111"/>
                  </a:lnTo>
                  <a:lnTo>
                    <a:pt x="153" y="108"/>
                  </a:lnTo>
                  <a:lnTo>
                    <a:pt x="156" y="103"/>
                  </a:lnTo>
                  <a:lnTo>
                    <a:pt x="161" y="102"/>
                  </a:lnTo>
                  <a:lnTo>
                    <a:pt x="164" y="100"/>
                  </a:lnTo>
                  <a:lnTo>
                    <a:pt x="169" y="100"/>
                  </a:lnTo>
                  <a:lnTo>
                    <a:pt x="172" y="99"/>
                  </a:lnTo>
                  <a:lnTo>
                    <a:pt x="173" y="94"/>
                  </a:lnTo>
                  <a:lnTo>
                    <a:pt x="181" y="80"/>
                  </a:lnTo>
                  <a:lnTo>
                    <a:pt x="189" y="67"/>
                  </a:lnTo>
                  <a:lnTo>
                    <a:pt x="196" y="54"/>
                  </a:lnTo>
                  <a:lnTo>
                    <a:pt x="205" y="40"/>
                  </a:lnTo>
                  <a:lnTo>
                    <a:pt x="208" y="34"/>
                  </a:lnTo>
                  <a:lnTo>
                    <a:pt x="212" y="28"/>
                  </a:lnTo>
                  <a:lnTo>
                    <a:pt x="216" y="24"/>
                  </a:lnTo>
                  <a:lnTo>
                    <a:pt x="222" y="20"/>
                  </a:lnTo>
                  <a:lnTo>
                    <a:pt x="228" y="17"/>
                  </a:lnTo>
                  <a:lnTo>
                    <a:pt x="232" y="13"/>
                  </a:lnTo>
                  <a:lnTo>
                    <a:pt x="233" y="8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2503488" y="3232150"/>
              <a:ext cx="193675" cy="230188"/>
            </a:xfrm>
            <a:custGeom>
              <a:avLst/>
              <a:gdLst>
                <a:gd name="T0" fmla="*/ 221 w 244"/>
                <a:gd name="T1" fmla="*/ 7 h 290"/>
                <a:gd name="T2" fmla="*/ 229 w 244"/>
                <a:gd name="T3" fmla="*/ 34 h 290"/>
                <a:gd name="T4" fmla="*/ 235 w 244"/>
                <a:gd name="T5" fmla="*/ 50 h 290"/>
                <a:gd name="T6" fmla="*/ 241 w 244"/>
                <a:gd name="T7" fmla="*/ 63 h 290"/>
                <a:gd name="T8" fmla="*/ 244 w 244"/>
                <a:gd name="T9" fmla="*/ 73 h 290"/>
                <a:gd name="T10" fmla="*/ 238 w 244"/>
                <a:gd name="T11" fmla="*/ 81 h 290"/>
                <a:gd name="T12" fmla="*/ 215 w 244"/>
                <a:gd name="T13" fmla="*/ 90 h 290"/>
                <a:gd name="T14" fmla="*/ 197 w 244"/>
                <a:gd name="T15" fmla="*/ 90 h 290"/>
                <a:gd name="T16" fmla="*/ 195 w 244"/>
                <a:gd name="T17" fmla="*/ 106 h 290"/>
                <a:gd name="T18" fmla="*/ 186 w 244"/>
                <a:gd name="T19" fmla="*/ 127 h 290"/>
                <a:gd name="T20" fmla="*/ 168 w 244"/>
                <a:gd name="T21" fmla="*/ 156 h 290"/>
                <a:gd name="T22" fmla="*/ 171 w 244"/>
                <a:gd name="T23" fmla="*/ 169 h 290"/>
                <a:gd name="T24" fmla="*/ 161 w 244"/>
                <a:gd name="T25" fmla="*/ 173 h 290"/>
                <a:gd name="T26" fmla="*/ 158 w 244"/>
                <a:gd name="T27" fmla="*/ 178 h 290"/>
                <a:gd name="T28" fmla="*/ 152 w 244"/>
                <a:gd name="T29" fmla="*/ 180 h 290"/>
                <a:gd name="T30" fmla="*/ 143 w 244"/>
                <a:gd name="T31" fmla="*/ 184 h 290"/>
                <a:gd name="T32" fmla="*/ 126 w 244"/>
                <a:gd name="T33" fmla="*/ 190 h 290"/>
                <a:gd name="T34" fmla="*/ 120 w 244"/>
                <a:gd name="T35" fmla="*/ 201 h 290"/>
                <a:gd name="T36" fmla="*/ 117 w 244"/>
                <a:gd name="T37" fmla="*/ 224 h 290"/>
                <a:gd name="T38" fmla="*/ 103 w 244"/>
                <a:gd name="T39" fmla="*/ 240 h 290"/>
                <a:gd name="T40" fmla="*/ 98 w 244"/>
                <a:gd name="T41" fmla="*/ 252 h 290"/>
                <a:gd name="T42" fmla="*/ 86 w 244"/>
                <a:gd name="T43" fmla="*/ 267 h 290"/>
                <a:gd name="T44" fmla="*/ 78 w 244"/>
                <a:gd name="T45" fmla="*/ 279 h 290"/>
                <a:gd name="T46" fmla="*/ 68 w 244"/>
                <a:gd name="T47" fmla="*/ 289 h 290"/>
                <a:gd name="T48" fmla="*/ 63 w 244"/>
                <a:gd name="T49" fmla="*/ 276 h 290"/>
                <a:gd name="T50" fmla="*/ 45 w 244"/>
                <a:gd name="T51" fmla="*/ 243 h 290"/>
                <a:gd name="T52" fmla="*/ 31 w 244"/>
                <a:gd name="T53" fmla="*/ 233 h 290"/>
                <a:gd name="T54" fmla="*/ 19 w 244"/>
                <a:gd name="T55" fmla="*/ 215 h 290"/>
                <a:gd name="T56" fmla="*/ 14 w 244"/>
                <a:gd name="T57" fmla="*/ 195 h 290"/>
                <a:gd name="T58" fmla="*/ 2 w 244"/>
                <a:gd name="T59" fmla="*/ 169 h 290"/>
                <a:gd name="T60" fmla="*/ 8 w 244"/>
                <a:gd name="T61" fmla="*/ 140 h 290"/>
                <a:gd name="T62" fmla="*/ 14 w 244"/>
                <a:gd name="T63" fmla="*/ 123 h 290"/>
                <a:gd name="T64" fmla="*/ 26 w 244"/>
                <a:gd name="T65" fmla="*/ 126 h 290"/>
                <a:gd name="T66" fmla="*/ 45 w 244"/>
                <a:gd name="T67" fmla="*/ 126 h 290"/>
                <a:gd name="T68" fmla="*/ 55 w 244"/>
                <a:gd name="T69" fmla="*/ 123 h 290"/>
                <a:gd name="T70" fmla="*/ 66 w 244"/>
                <a:gd name="T71" fmla="*/ 130 h 290"/>
                <a:gd name="T72" fmla="*/ 74 w 244"/>
                <a:gd name="T73" fmla="*/ 124 h 290"/>
                <a:gd name="T74" fmla="*/ 78 w 244"/>
                <a:gd name="T75" fmla="*/ 101 h 290"/>
                <a:gd name="T76" fmla="*/ 94 w 244"/>
                <a:gd name="T77" fmla="*/ 77 h 290"/>
                <a:gd name="T78" fmla="*/ 109 w 244"/>
                <a:gd name="T79" fmla="*/ 83 h 290"/>
                <a:gd name="T80" fmla="*/ 126 w 244"/>
                <a:gd name="T81" fmla="*/ 78 h 290"/>
                <a:gd name="T82" fmla="*/ 137 w 244"/>
                <a:gd name="T83" fmla="*/ 70 h 290"/>
                <a:gd name="T84" fmla="*/ 125 w 244"/>
                <a:gd name="T85" fmla="*/ 61 h 290"/>
                <a:gd name="T86" fmla="*/ 123 w 244"/>
                <a:gd name="T87" fmla="*/ 46 h 290"/>
                <a:gd name="T88" fmla="*/ 131 w 244"/>
                <a:gd name="T89" fmla="*/ 24 h 290"/>
                <a:gd name="T90" fmla="*/ 144 w 244"/>
                <a:gd name="T91" fmla="*/ 29 h 290"/>
                <a:gd name="T92" fmla="*/ 151 w 244"/>
                <a:gd name="T93" fmla="*/ 38 h 290"/>
                <a:gd name="T94" fmla="*/ 160 w 244"/>
                <a:gd name="T95" fmla="*/ 44 h 290"/>
                <a:gd name="T96" fmla="*/ 175 w 244"/>
                <a:gd name="T97" fmla="*/ 41 h 290"/>
                <a:gd name="T98" fmla="*/ 184 w 244"/>
                <a:gd name="T99" fmla="*/ 37 h 290"/>
                <a:gd name="T100" fmla="*/ 192 w 244"/>
                <a:gd name="T101" fmla="*/ 34 h 290"/>
                <a:gd name="T102" fmla="*/ 197 w 244"/>
                <a:gd name="T103" fmla="*/ 26 h 290"/>
                <a:gd name="T104" fmla="*/ 201 w 244"/>
                <a:gd name="T105" fmla="*/ 18 h 290"/>
                <a:gd name="T106" fmla="*/ 211 w 244"/>
                <a:gd name="T107" fmla="*/ 17 h 290"/>
                <a:gd name="T108" fmla="*/ 220 w 244"/>
                <a:gd name="T109" fmla="*/ 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4" h="290">
                  <a:moveTo>
                    <a:pt x="220" y="0"/>
                  </a:moveTo>
                  <a:lnTo>
                    <a:pt x="220" y="1"/>
                  </a:lnTo>
                  <a:lnTo>
                    <a:pt x="220" y="1"/>
                  </a:lnTo>
                  <a:lnTo>
                    <a:pt x="220" y="3"/>
                  </a:lnTo>
                  <a:lnTo>
                    <a:pt x="220" y="4"/>
                  </a:lnTo>
                  <a:lnTo>
                    <a:pt x="221" y="7"/>
                  </a:lnTo>
                  <a:lnTo>
                    <a:pt x="223" y="12"/>
                  </a:lnTo>
                  <a:lnTo>
                    <a:pt x="224" y="17"/>
                  </a:lnTo>
                  <a:lnTo>
                    <a:pt x="226" y="20"/>
                  </a:lnTo>
                  <a:lnTo>
                    <a:pt x="226" y="24"/>
                  </a:lnTo>
                  <a:lnTo>
                    <a:pt x="227" y="29"/>
                  </a:lnTo>
                  <a:lnTo>
                    <a:pt x="229" y="34"/>
                  </a:lnTo>
                  <a:lnTo>
                    <a:pt x="232" y="38"/>
                  </a:lnTo>
                  <a:lnTo>
                    <a:pt x="232" y="40"/>
                  </a:lnTo>
                  <a:lnTo>
                    <a:pt x="234" y="43"/>
                  </a:lnTo>
                  <a:lnTo>
                    <a:pt x="235" y="46"/>
                  </a:lnTo>
                  <a:lnTo>
                    <a:pt x="235" y="47"/>
                  </a:lnTo>
                  <a:lnTo>
                    <a:pt x="235" y="50"/>
                  </a:lnTo>
                  <a:lnTo>
                    <a:pt x="234" y="55"/>
                  </a:lnTo>
                  <a:lnTo>
                    <a:pt x="234" y="58"/>
                  </a:lnTo>
                  <a:lnTo>
                    <a:pt x="234" y="61"/>
                  </a:lnTo>
                  <a:lnTo>
                    <a:pt x="237" y="61"/>
                  </a:lnTo>
                  <a:lnTo>
                    <a:pt x="240" y="61"/>
                  </a:lnTo>
                  <a:lnTo>
                    <a:pt x="241" y="63"/>
                  </a:lnTo>
                  <a:lnTo>
                    <a:pt x="244" y="64"/>
                  </a:lnTo>
                  <a:lnTo>
                    <a:pt x="244" y="66"/>
                  </a:lnTo>
                  <a:lnTo>
                    <a:pt x="244" y="67"/>
                  </a:lnTo>
                  <a:lnTo>
                    <a:pt x="244" y="67"/>
                  </a:lnTo>
                  <a:lnTo>
                    <a:pt x="244" y="69"/>
                  </a:lnTo>
                  <a:lnTo>
                    <a:pt x="244" y="73"/>
                  </a:lnTo>
                  <a:lnTo>
                    <a:pt x="244" y="77"/>
                  </a:lnTo>
                  <a:lnTo>
                    <a:pt x="244" y="81"/>
                  </a:lnTo>
                  <a:lnTo>
                    <a:pt x="243" y="81"/>
                  </a:lnTo>
                  <a:lnTo>
                    <a:pt x="240" y="80"/>
                  </a:lnTo>
                  <a:lnTo>
                    <a:pt x="240" y="80"/>
                  </a:lnTo>
                  <a:lnTo>
                    <a:pt x="238" y="81"/>
                  </a:lnTo>
                  <a:lnTo>
                    <a:pt x="237" y="81"/>
                  </a:lnTo>
                  <a:lnTo>
                    <a:pt x="235" y="81"/>
                  </a:lnTo>
                  <a:lnTo>
                    <a:pt x="232" y="81"/>
                  </a:lnTo>
                  <a:lnTo>
                    <a:pt x="227" y="83"/>
                  </a:lnTo>
                  <a:lnTo>
                    <a:pt x="220" y="89"/>
                  </a:lnTo>
                  <a:lnTo>
                    <a:pt x="215" y="90"/>
                  </a:lnTo>
                  <a:lnTo>
                    <a:pt x="212" y="89"/>
                  </a:lnTo>
                  <a:lnTo>
                    <a:pt x="206" y="86"/>
                  </a:lnTo>
                  <a:lnTo>
                    <a:pt x="203" y="86"/>
                  </a:lnTo>
                  <a:lnTo>
                    <a:pt x="201" y="86"/>
                  </a:lnTo>
                  <a:lnTo>
                    <a:pt x="198" y="89"/>
                  </a:lnTo>
                  <a:lnTo>
                    <a:pt x="197" y="90"/>
                  </a:lnTo>
                  <a:lnTo>
                    <a:pt x="194" y="90"/>
                  </a:lnTo>
                  <a:lnTo>
                    <a:pt x="192" y="92"/>
                  </a:lnTo>
                  <a:lnTo>
                    <a:pt x="191" y="93"/>
                  </a:lnTo>
                  <a:lnTo>
                    <a:pt x="191" y="97"/>
                  </a:lnTo>
                  <a:lnTo>
                    <a:pt x="194" y="103"/>
                  </a:lnTo>
                  <a:lnTo>
                    <a:pt x="195" y="106"/>
                  </a:lnTo>
                  <a:lnTo>
                    <a:pt x="194" y="109"/>
                  </a:lnTo>
                  <a:lnTo>
                    <a:pt x="191" y="113"/>
                  </a:lnTo>
                  <a:lnTo>
                    <a:pt x="189" y="117"/>
                  </a:lnTo>
                  <a:lnTo>
                    <a:pt x="189" y="123"/>
                  </a:lnTo>
                  <a:lnTo>
                    <a:pt x="188" y="126"/>
                  </a:lnTo>
                  <a:lnTo>
                    <a:pt x="186" y="127"/>
                  </a:lnTo>
                  <a:lnTo>
                    <a:pt x="184" y="129"/>
                  </a:lnTo>
                  <a:lnTo>
                    <a:pt x="175" y="133"/>
                  </a:lnTo>
                  <a:lnTo>
                    <a:pt x="172" y="138"/>
                  </a:lnTo>
                  <a:lnTo>
                    <a:pt x="171" y="144"/>
                  </a:lnTo>
                  <a:lnTo>
                    <a:pt x="168" y="155"/>
                  </a:lnTo>
                  <a:lnTo>
                    <a:pt x="168" y="156"/>
                  </a:lnTo>
                  <a:lnTo>
                    <a:pt x="168" y="161"/>
                  </a:lnTo>
                  <a:lnTo>
                    <a:pt x="169" y="164"/>
                  </a:lnTo>
                  <a:lnTo>
                    <a:pt x="171" y="166"/>
                  </a:lnTo>
                  <a:lnTo>
                    <a:pt x="172" y="167"/>
                  </a:lnTo>
                  <a:lnTo>
                    <a:pt x="172" y="169"/>
                  </a:lnTo>
                  <a:lnTo>
                    <a:pt x="171" y="169"/>
                  </a:lnTo>
                  <a:lnTo>
                    <a:pt x="169" y="169"/>
                  </a:lnTo>
                  <a:lnTo>
                    <a:pt x="168" y="170"/>
                  </a:lnTo>
                  <a:lnTo>
                    <a:pt x="166" y="172"/>
                  </a:lnTo>
                  <a:lnTo>
                    <a:pt x="164" y="172"/>
                  </a:lnTo>
                  <a:lnTo>
                    <a:pt x="163" y="172"/>
                  </a:lnTo>
                  <a:lnTo>
                    <a:pt x="161" y="173"/>
                  </a:lnTo>
                  <a:lnTo>
                    <a:pt x="161" y="173"/>
                  </a:lnTo>
                  <a:lnTo>
                    <a:pt x="160" y="175"/>
                  </a:lnTo>
                  <a:lnTo>
                    <a:pt x="160" y="176"/>
                  </a:lnTo>
                  <a:lnTo>
                    <a:pt x="160" y="176"/>
                  </a:lnTo>
                  <a:lnTo>
                    <a:pt x="158" y="178"/>
                  </a:lnTo>
                  <a:lnTo>
                    <a:pt x="158" y="178"/>
                  </a:lnTo>
                  <a:lnTo>
                    <a:pt x="157" y="176"/>
                  </a:lnTo>
                  <a:lnTo>
                    <a:pt x="157" y="176"/>
                  </a:lnTo>
                  <a:lnTo>
                    <a:pt x="155" y="176"/>
                  </a:lnTo>
                  <a:lnTo>
                    <a:pt x="154" y="178"/>
                  </a:lnTo>
                  <a:lnTo>
                    <a:pt x="154" y="180"/>
                  </a:lnTo>
                  <a:lnTo>
                    <a:pt x="152" y="180"/>
                  </a:lnTo>
                  <a:lnTo>
                    <a:pt x="152" y="181"/>
                  </a:lnTo>
                  <a:lnTo>
                    <a:pt x="151" y="184"/>
                  </a:lnTo>
                  <a:lnTo>
                    <a:pt x="148" y="186"/>
                  </a:lnTo>
                  <a:lnTo>
                    <a:pt x="146" y="186"/>
                  </a:lnTo>
                  <a:lnTo>
                    <a:pt x="143" y="184"/>
                  </a:lnTo>
                  <a:lnTo>
                    <a:pt x="143" y="184"/>
                  </a:lnTo>
                  <a:lnTo>
                    <a:pt x="143" y="186"/>
                  </a:lnTo>
                  <a:lnTo>
                    <a:pt x="143" y="186"/>
                  </a:lnTo>
                  <a:lnTo>
                    <a:pt x="143" y="186"/>
                  </a:lnTo>
                  <a:lnTo>
                    <a:pt x="137" y="186"/>
                  </a:lnTo>
                  <a:lnTo>
                    <a:pt x="131" y="189"/>
                  </a:lnTo>
                  <a:lnTo>
                    <a:pt x="126" y="190"/>
                  </a:lnTo>
                  <a:lnTo>
                    <a:pt x="120" y="193"/>
                  </a:lnTo>
                  <a:lnTo>
                    <a:pt x="120" y="195"/>
                  </a:lnTo>
                  <a:lnTo>
                    <a:pt x="120" y="195"/>
                  </a:lnTo>
                  <a:lnTo>
                    <a:pt x="120" y="196"/>
                  </a:lnTo>
                  <a:lnTo>
                    <a:pt x="120" y="196"/>
                  </a:lnTo>
                  <a:lnTo>
                    <a:pt x="120" y="201"/>
                  </a:lnTo>
                  <a:lnTo>
                    <a:pt x="120" y="204"/>
                  </a:lnTo>
                  <a:lnTo>
                    <a:pt x="118" y="209"/>
                  </a:lnTo>
                  <a:lnTo>
                    <a:pt x="118" y="212"/>
                  </a:lnTo>
                  <a:lnTo>
                    <a:pt x="118" y="216"/>
                  </a:lnTo>
                  <a:lnTo>
                    <a:pt x="117" y="220"/>
                  </a:lnTo>
                  <a:lnTo>
                    <a:pt x="117" y="224"/>
                  </a:lnTo>
                  <a:lnTo>
                    <a:pt x="117" y="227"/>
                  </a:lnTo>
                  <a:lnTo>
                    <a:pt x="112" y="230"/>
                  </a:lnTo>
                  <a:lnTo>
                    <a:pt x="109" y="233"/>
                  </a:lnTo>
                  <a:lnTo>
                    <a:pt x="105" y="235"/>
                  </a:lnTo>
                  <a:lnTo>
                    <a:pt x="101" y="238"/>
                  </a:lnTo>
                  <a:lnTo>
                    <a:pt x="103" y="240"/>
                  </a:lnTo>
                  <a:lnTo>
                    <a:pt x="105" y="243"/>
                  </a:lnTo>
                  <a:lnTo>
                    <a:pt x="108" y="246"/>
                  </a:lnTo>
                  <a:lnTo>
                    <a:pt x="109" y="249"/>
                  </a:lnTo>
                  <a:lnTo>
                    <a:pt x="105" y="249"/>
                  </a:lnTo>
                  <a:lnTo>
                    <a:pt x="101" y="249"/>
                  </a:lnTo>
                  <a:lnTo>
                    <a:pt x="98" y="252"/>
                  </a:lnTo>
                  <a:lnTo>
                    <a:pt x="97" y="255"/>
                  </a:lnTo>
                  <a:lnTo>
                    <a:pt x="94" y="256"/>
                  </a:lnTo>
                  <a:lnTo>
                    <a:pt x="92" y="259"/>
                  </a:lnTo>
                  <a:lnTo>
                    <a:pt x="91" y="261"/>
                  </a:lnTo>
                  <a:lnTo>
                    <a:pt x="89" y="264"/>
                  </a:lnTo>
                  <a:lnTo>
                    <a:pt x="86" y="267"/>
                  </a:lnTo>
                  <a:lnTo>
                    <a:pt x="85" y="272"/>
                  </a:lnTo>
                  <a:lnTo>
                    <a:pt x="82" y="275"/>
                  </a:lnTo>
                  <a:lnTo>
                    <a:pt x="78" y="278"/>
                  </a:lnTo>
                  <a:lnTo>
                    <a:pt x="78" y="279"/>
                  </a:lnTo>
                  <a:lnTo>
                    <a:pt x="78" y="279"/>
                  </a:lnTo>
                  <a:lnTo>
                    <a:pt x="78" y="279"/>
                  </a:lnTo>
                  <a:lnTo>
                    <a:pt x="78" y="281"/>
                  </a:lnTo>
                  <a:lnTo>
                    <a:pt x="75" y="283"/>
                  </a:lnTo>
                  <a:lnTo>
                    <a:pt x="74" y="286"/>
                  </a:lnTo>
                  <a:lnTo>
                    <a:pt x="74" y="289"/>
                  </a:lnTo>
                  <a:lnTo>
                    <a:pt x="72" y="290"/>
                  </a:lnTo>
                  <a:lnTo>
                    <a:pt x="68" y="289"/>
                  </a:lnTo>
                  <a:lnTo>
                    <a:pt x="65" y="287"/>
                  </a:lnTo>
                  <a:lnTo>
                    <a:pt x="63" y="284"/>
                  </a:lnTo>
                  <a:lnTo>
                    <a:pt x="63" y="279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3" y="275"/>
                  </a:lnTo>
                  <a:lnTo>
                    <a:pt x="63" y="266"/>
                  </a:lnTo>
                  <a:lnTo>
                    <a:pt x="60" y="256"/>
                  </a:lnTo>
                  <a:lnTo>
                    <a:pt x="54" y="247"/>
                  </a:lnTo>
                  <a:lnTo>
                    <a:pt x="46" y="244"/>
                  </a:lnTo>
                  <a:lnTo>
                    <a:pt x="45" y="243"/>
                  </a:lnTo>
                  <a:lnTo>
                    <a:pt x="43" y="243"/>
                  </a:lnTo>
                  <a:lnTo>
                    <a:pt x="40" y="243"/>
                  </a:lnTo>
                  <a:lnTo>
                    <a:pt x="38" y="241"/>
                  </a:lnTo>
                  <a:lnTo>
                    <a:pt x="37" y="238"/>
                  </a:lnTo>
                  <a:lnTo>
                    <a:pt x="34" y="236"/>
                  </a:lnTo>
                  <a:lnTo>
                    <a:pt x="31" y="233"/>
                  </a:lnTo>
                  <a:lnTo>
                    <a:pt x="29" y="230"/>
                  </a:lnTo>
                  <a:lnTo>
                    <a:pt x="28" y="226"/>
                  </a:lnTo>
                  <a:lnTo>
                    <a:pt x="25" y="223"/>
                  </a:lnTo>
                  <a:lnTo>
                    <a:pt x="22" y="218"/>
                  </a:lnTo>
                  <a:lnTo>
                    <a:pt x="19" y="215"/>
                  </a:lnTo>
                  <a:lnTo>
                    <a:pt x="19" y="215"/>
                  </a:lnTo>
                  <a:lnTo>
                    <a:pt x="17" y="213"/>
                  </a:lnTo>
                  <a:lnTo>
                    <a:pt x="17" y="213"/>
                  </a:lnTo>
                  <a:lnTo>
                    <a:pt x="17" y="212"/>
                  </a:lnTo>
                  <a:lnTo>
                    <a:pt x="14" y="206"/>
                  </a:lnTo>
                  <a:lnTo>
                    <a:pt x="14" y="201"/>
                  </a:lnTo>
                  <a:lnTo>
                    <a:pt x="14" y="195"/>
                  </a:lnTo>
                  <a:lnTo>
                    <a:pt x="12" y="189"/>
                  </a:lnTo>
                  <a:lnTo>
                    <a:pt x="11" y="184"/>
                  </a:lnTo>
                  <a:lnTo>
                    <a:pt x="9" y="181"/>
                  </a:lnTo>
                  <a:lnTo>
                    <a:pt x="8" y="178"/>
                  </a:lnTo>
                  <a:lnTo>
                    <a:pt x="5" y="175"/>
                  </a:lnTo>
                  <a:lnTo>
                    <a:pt x="2" y="169"/>
                  </a:lnTo>
                  <a:lnTo>
                    <a:pt x="0" y="161"/>
                  </a:lnTo>
                  <a:lnTo>
                    <a:pt x="2" y="155"/>
                  </a:lnTo>
                  <a:lnTo>
                    <a:pt x="5" y="147"/>
                  </a:lnTo>
                  <a:lnTo>
                    <a:pt x="6" y="146"/>
                  </a:lnTo>
                  <a:lnTo>
                    <a:pt x="6" y="143"/>
                  </a:lnTo>
                  <a:lnTo>
                    <a:pt x="8" y="140"/>
                  </a:lnTo>
                  <a:lnTo>
                    <a:pt x="9" y="137"/>
                  </a:lnTo>
                  <a:lnTo>
                    <a:pt x="9" y="133"/>
                  </a:lnTo>
                  <a:lnTo>
                    <a:pt x="9" y="130"/>
                  </a:lnTo>
                  <a:lnTo>
                    <a:pt x="9" y="129"/>
                  </a:lnTo>
                  <a:lnTo>
                    <a:pt x="12" y="126"/>
                  </a:lnTo>
                  <a:lnTo>
                    <a:pt x="14" y="123"/>
                  </a:lnTo>
                  <a:lnTo>
                    <a:pt x="15" y="120"/>
                  </a:lnTo>
                  <a:lnTo>
                    <a:pt x="17" y="117"/>
                  </a:lnTo>
                  <a:lnTo>
                    <a:pt x="22" y="115"/>
                  </a:lnTo>
                  <a:lnTo>
                    <a:pt x="23" y="118"/>
                  </a:lnTo>
                  <a:lnTo>
                    <a:pt x="25" y="123"/>
                  </a:lnTo>
                  <a:lnTo>
                    <a:pt x="26" y="126"/>
                  </a:lnTo>
                  <a:lnTo>
                    <a:pt x="29" y="127"/>
                  </a:lnTo>
                  <a:lnTo>
                    <a:pt x="34" y="127"/>
                  </a:lnTo>
                  <a:lnTo>
                    <a:pt x="37" y="127"/>
                  </a:lnTo>
                  <a:lnTo>
                    <a:pt x="40" y="129"/>
                  </a:lnTo>
                  <a:lnTo>
                    <a:pt x="43" y="127"/>
                  </a:lnTo>
                  <a:lnTo>
                    <a:pt x="45" y="126"/>
                  </a:lnTo>
                  <a:lnTo>
                    <a:pt x="48" y="123"/>
                  </a:lnTo>
                  <a:lnTo>
                    <a:pt x="51" y="123"/>
                  </a:lnTo>
                  <a:lnTo>
                    <a:pt x="54" y="123"/>
                  </a:lnTo>
                  <a:lnTo>
                    <a:pt x="54" y="123"/>
                  </a:lnTo>
                  <a:lnTo>
                    <a:pt x="55" y="123"/>
                  </a:lnTo>
                  <a:lnTo>
                    <a:pt x="55" y="123"/>
                  </a:lnTo>
                  <a:lnTo>
                    <a:pt x="55" y="123"/>
                  </a:lnTo>
                  <a:lnTo>
                    <a:pt x="57" y="126"/>
                  </a:lnTo>
                  <a:lnTo>
                    <a:pt x="60" y="129"/>
                  </a:lnTo>
                  <a:lnTo>
                    <a:pt x="62" y="130"/>
                  </a:lnTo>
                  <a:lnTo>
                    <a:pt x="65" y="130"/>
                  </a:lnTo>
                  <a:lnTo>
                    <a:pt x="66" y="130"/>
                  </a:lnTo>
                  <a:lnTo>
                    <a:pt x="68" y="129"/>
                  </a:lnTo>
                  <a:lnTo>
                    <a:pt x="69" y="127"/>
                  </a:lnTo>
                  <a:lnTo>
                    <a:pt x="69" y="126"/>
                  </a:lnTo>
                  <a:lnTo>
                    <a:pt x="71" y="126"/>
                  </a:lnTo>
                  <a:lnTo>
                    <a:pt x="72" y="126"/>
                  </a:lnTo>
                  <a:lnTo>
                    <a:pt x="74" y="124"/>
                  </a:lnTo>
                  <a:lnTo>
                    <a:pt x="75" y="123"/>
                  </a:lnTo>
                  <a:lnTo>
                    <a:pt x="77" y="120"/>
                  </a:lnTo>
                  <a:lnTo>
                    <a:pt x="78" y="117"/>
                  </a:lnTo>
                  <a:lnTo>
                    <a:pt x="78" y="112"/>
                  </a:lnTo>
                  <a:lnTo>
                    <a:pt x="78" y="107"/>
                  </a:lnTo>
                  <a:lnTo>
                    <a:pt x="78" y="101"/>
                  </a:lnTo>
                  <a:lnTo>
                    <a:pt x="80" y="95"/>
                  </a:lnTo>
                  <a:lnTo>
                    <a:pt x="80" y="89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9" y="78"/>
                  </a:lnTo>
                  <a:lnTo>
                    <a:pt x="94" y="77"/>
                  </a:lnTo>
                  <a:lnTo>
                    <a:pt x="97" y="77"/>
                  </a:lnTo>
                  <a:lnTo>
                    <a:pt x="100" y="77"/>
                  </a:lnTo>
                  <a:lnTo>
                    <a:pt x="103" y="77"/>
                  </a:lnTo>
                  <a:lnTo>
                    <a:pt x="105" y="78"/>
                  </a:lnTo>
                  <a:lnTo>
                    <a:pt x="108" y="80"/>
                  </a:lnTo>
                  <a:lnTo>
                    <a:pt x="109" y="83"/>
                  </a:lnTo>
                  <a:lnTo>
                    <a:pt x="114" y="84"/>
                  </a:lnTo>
                  <a:lnTo>
                    <a:pt x="118" y="84"/>
                  </a:lnTo>
                  <a:lnTo>
                    <a:pt x="123" y="83"/>
                  </a:lnTo>
                  <a:lnTo>
                    <a:pt x="125" y="81"/>
                  </a:lnTo>
                  <a:lnTo>
                    <a:pt x="126" y="80"/>
                  </a:lnTo>
                  <a:lnTo>
                    <a:pt x="126" y="78"/>
                  </a:lnTo>
                  <a:lnTo>
                    <a:pt x="128" y="77"/>
                  </a:lnTo>
                  <a:lnTo>
                    <a:pt x="129" y="75"/>
                  </a:lnTo>
                  <a:lnTo>
                    <a:pt x="131" y="73"/>
                  </a:lnTo>
                  <a:lnTo>
                    <a:pt x="134" y="73"/>
                  </a:lnTo>
                  <a:lnTo>
                    <a:pt x="135" y="72"/>
                  </a:lnTo>
                  <a:lnTo>
                    <a:pt x="137" y="70"/>
                  </a:lnTo>
                  <a:lnTo>
                    <a:pt x="138" y="69"/>
                  </a:lnTo>
                  <a:lnTo>
                    <a:pt x="138" y="66"/>
                  </a:lnTo>
                  <a:lnTo>
                    <a:pt x="135" y="64"/>
                  </a:lnTo>
                  <a:lnTo>
                    <a:pt x="131" y="64"/>
                  </a:lnTo>
                  <a:lnTo>
                    <a:pt x="128" y="63"/>
                  </a:lnTo>
                  <a:lnTo>
                    <a:pt x="125" y="61"/>
                  </a:lnTo>
                  <a:lnTo>
                    <a:pt x="125" y="55"/>
                  </a:lnTo>
                  <a:lnTo>
                    <a:pt x="125" y="53"/>
                  </a:lnTo>
                  <a:lnTo>
                    <a:pt x="125" y="52"/>
                  </a:lnTo>
                  <a:lnTo>
                    <a:pt x="125" y="50"/>
                  </a:lnTo>
                  <a:lnTo>
                    <a:pt x="125" y="47"/>
                  </a:lnTo>
                  <a:lnTo>
                    <a:pt x="123" y="46"/>
                  </a:lnTo>
                  <a:lnTo>
                    <a:pt x="125" y="43"/>
                  </a:lnTo>
                  <a:lnTo>
                    <a:pt x="125" y="41"/>
                  </a:lnTo>
                  <a:lnTo>
                    <a:pt x="125" y="40"/>
                  </a:lnTo>
                  <a:lnTo>
                    <a:pt x="126" y="34"/>
                  </a:lnTo>
                  <a:lnTo>
                    <a:pt x="129" y="29"/>
                  </a:lnTo>
                  <a:lnTo>
                    <a:pt x="131" y="24"/>
                  </a:lnTo>
                  <a:lnTo>
                    <a:pt x="135" y="23"/>
                  </a:lnTo>
                  <a:lnTo>
                    <a:pt x="138" y="24"/>
                  </a:lnTo>
                  <a:lnTo>
                    <a:pt x="140" y="24"/>
                  </a:lnTo>
                  <a:lnTo>
                    <a:pt x="143" y="26"/>
                  </a:lnTo>
                  <a:lnTo>
                    <a:pt x="144" y="27"/>
                  </a:lnTo>
                  <a:lnTo>
                    <a:pt x="144" y="29"/>
                  </a:lnTo>
                  <a:lnTo>
                    <a:pt x="146" y="30"/>
                  </a:lnTo>
                  <a:lnTo>
                    <a:pt x="148" y="30"/>
                  </a:lnTo>
                  <a:lnTo>
                    <a:pt x="149" y="32"/>
                  </a:lnTo>
                  <a:lnTo>
                    <a:pt x="149" y="34"/>
                  </a:lnTo>
                  <a:lnTo>
                    <a:pt x="151" y="35"/>
                  </a:lnTo>
                  <a:lnTo>
                    <a:pt x="151" y="38"/>
                  </a:lnTo>
                  <a:lnTo>
                    <a:pt x="152" y="38"/>
                  </a:lnTo>
                  <a:lnTo>
                    <a:pt x="154" y="40"/>
                  </a:lnTo>
                  <a:lnTo>
                    <a:pt x="155" y="41"/>
                  </a:lnTo>
                  <a:lnTo>
                    <a:pt x="157" y="43"/>
                  </a:lnTo>
                  <a:lnTo>
                    <a:pt x="158" y="43"/>
                  </a:lnTo>
                  <a:lnTo>
                    <a:pt x="160" y="44"/>
                  </a:lnTo>
                  <a:lnTo>
                    <a:pt x="161" y="43"/>
                  </a:lnTo>
                  <a:lnTo>
                    <a:pt x="161" y="43"/>
                  </a:lnTo>
                  <a:lnTo>
                    <a:pt x="163" y="41"/>
                  </a:lnTo>
                  <a:lnTo>
                    <a:pt x="166" y="41"/>
                  </a:lnTo>
                  <a:lnTo>
                    <a:pt x="171" y="41"/>
                  </a:lnTo>
                  <a:lnTo>
                    <a:pt x="175" y="41"/>
                  </a:lnTo>
                  <a:lnTo>
                    <a:pt x="177" y="38"/>
                  </a:lnTo>
                  <a:lnTo>
                    <a:pt x="178" y="38"/>
                  </a:lnTo>
                  <a:lnTo>
                    <a:pt x="180" y="37"/>
                  </a:lnTo>
                  <a:lnTo>
                    <a:pt x="181" y="37"/>
                  </a:lnTo>
                  <a:lnTo>
                    <a:pt x="181" y="37"/>
                  </a:lnTo>
                  <a:lnTo>
                    <a:pt x="184" y="37"/>
                  </a:lnTo>
                  <a:lnTo>
                    <a:pt x="186" y="37"/>
                  </a:lnTo>
                  <a:lnTo>
                    <a:pt x="188" y="37"/>
                  </a:lnTo>
                  <a:lnTo>
                    <a:pt x="191" y="37"/>
                  </a:lnTo>
                  <a:lnTo>
                    <a:pt x="191" y="37"/>
                  </a:lnTo>
                  <a:lnTo>
                    <a:pt x="192" y="35"/>
                  </a:lnTo>
                  <a:lnTo>
                    <a:pt x="192" y="34"/>
                  </a:lnTo>
                  <a:lnTo>
                    <a:pt x="194" y="32"/>
                  </a:lnTo>
                  <a:lnTo>
                    <a:pt x="194" y="30"/>
                  </a:lnTo>
                  <a:lnTo>
                    <a:pt x="195" y="29"/>
                  </a:lnTo>
                  <a:lnTo>
                    <a:pt x="195" y="29"/>
                  </a:lnTo>
                  <a:lnTo>
                    <a:pt x="197" y="27"/>
                  </a:lnTo>
                  <a:lnTo>
                    <a:pt x="197" y="26"/>
                  </a:lnTo>
                  <a:lnTo>
                    <a:pt x="198" y="24"/>
                  </a:lnTo>
                  <a:lnTo>
                    <a:pt x="198" y="21"/>
                  </a:lnTo>
                  <a:lnTo>
                    <a:pt x="200" y="20"/>
                  </a:lnTo>
                  <a:lnTo>
                    <a:pt x="200" y="18"/>
                  </a:lnTo>
                  <a:lnTo>
                    <a:pt x="201" y="18"/>
                  </a:lnTo>
                  <a:lnTo>
                    <a:pt x="201" y="18"/>
                  </a:lnTo>
                  <a:lnTo>
                    <a:pt x="203" y="20"/>
                  </a:lnTo>
                  <a:lnTo>
                    <a:pt x="204" y="20"/>
                  </a:lnTo>
                  <a:lnTo>
                    <a:pt x="206" y="20"/>
                  </a:lnTo>
                  <a:lnTo>
                    <a:pt x="207" y="20"/>
                  </a:lnTo>
                  <a:lnTo>
                    <a:pt x="209" y="18"/>
                  </a:lnTo>
                  <a:lnTo>
                    <a:pt x="211" y="17"/>
                  </a:lnTo>
                  <a:lnTo>
                    <a:pt x="211" y="15"/>
                  </a:lnTo>
                  <a:lnTo>
                    <a:pt x="211" y="14"/>
                  </a:lnTo>
                  <a:lnTo>
                    <a:pt x="211" y="12"/>
                  </a:lnTo>
                  <a:lnTo>
                    <a:pt x="212" y="9"/>
                  </a:lnTo>
                  <a:lnTo>
                    <a:pt x="217" y="7"/>
                  </a:lnTo>
                  <a:lnTo>
                    <a:pt x="220" y="4"/>
                  </a:lnTo>
                  <a:lnTo>
                    <a:pt x="22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3917950" y="3235325"/>
              <a:ext cx="344488" cy="500063"/>
            </a:xfrm>
            <a:custGeom>
              <a:avLst/>
              <a:gdLst>
                <a:gd name="T0" fmla="*/ 331 w 433"/>
                <a:gd name="T1" fmla="*/ 532 h 631"/>
                <a:gd name="T2" fmla="*/ 344 w 433"/>
                <a:gd name="T3" fmla="*/ 503 h 631"/>
                <a:gd name="T4" fmla="*/ 410 w 433"/>
                <a:gd name="T5" fmla="*/ 202 h 631"/>
                <a:gd name="T6" fmla="*/ 385 w 433"/>
                <a:gd name="T7" fmla="*/ 232 h 631"/>
                <a:gd name="T8" fmla="*/ 401 w 433"/>
                <a:gd name="T9" fmla="*/ 180 h 631"/>
                <a:gd name="T10" fmla="*/ 422 w 433"/>
                <a:gd name="T11" fmla="*/ 180 h 631"/>
                <a:gd name="T12" fmla="*/ 427 w 433"/>
                <a:gd name="T13" fmla="*/ 57 h 631"/>
                <a:gd name="T14" fmla="*/ 399 w 433"/>
                <a:gd name="T15" fmla="*/ 33 h 631"/>
                <a:gd name="T16" fmla="*/ 413 w 433"/>
                <a:gd name="T17" fmla="*/ 53 h 631"/>
                <a:gd name="T18" fmla="*/ 419 w 433"/>
                <a:gd name="T19" fmla="*/ 97 h 631"/>
                <a:gd name="T20" fmla="*/ 413 w 433"/>
                <a:gd name="T21" fmla="*/ 106 h 631"/>
                <a:gd name="T22" fmla="*/ 364 w 433"/>
                <a:gd name="T23" fmla="*/ 179 h 631"/>
                <a:gd name="T24" fmla="*/ 315 w 433"/>
                <a:gd name="T25" fmla="*/ 243 h 631"/>
                <a:gd name="T26" fmla="*/ 311 w 433"/>
                <a:gd name="T27" fmla="*/ 303 h 631"/>
                <a:gd name="T28" fmla="*/ 315 w 433"/>
                <a:gd name="T29" fmla="*/ 291 h 631"/>
                <a:gd name="T30" fmla="*/ 310 w 433"/>
                <a:gd name="T31" fmla="*/ 294 h 631"/>
                <a:gd name="T32" fmla="*/ 301 w 433"/>
                <a:gd name="T33" fmla="*/ 309 h 631"/>
                <a:gd name="T34" fmla="*/ 279 w 433"/>
                <a:gd name="T35" fmla="*/ 339 h 631"/>
                <a:gd name="T36" fmla="*/ 267 w 433"/>
                <a:gd name="T37" fmla="*/ 339 h 631"/>
                <a:gd name="T38" fmla="*/ 278 w 433"/>
                <a:gd name="T39" fmla="*/ 360 h 631"/>
                <a:gd name="T40" fmla="*/ 305 w 433"/>
                <a:gd name="T41" fmla="*/ 352 h 631"/>
                <a:gd name="T42" fmla="*/ 313 w 433"/>
                <a:gd name="T43" fmla="*/ 351 h 631"/>
                <a:gd name="T44" fmla="*/ 305 w 433"/>
                <a:gd name="T45" fmla="*/ 348 h 631"/>
                <a:gd name="T46" fmla="*/ 319 w 433"/>
                <a:gd name="T47" fmla="*/ 349 h 631"/>
                <a:gd name="T48" fmla="*/ 298 w 433"/>
                <a:gd name="T49" fmla="*/ 377 h 631"/>
                <a:gd name="T50" fmla="*/ 281 w 433"/>
                <a:gd name="T51" fmla="*/ 388 h 631"/>
                <a:gd name="T52" fmla="*/ 290 w 433"/>
                <a:gd name="T53" fmla="*/ 400 h 631"/>
                <a:gd name="T54" fmla="*/ 311 w 433"/>
                <a:gd name="T55" fmla="*/ 392 h 631"/>
                <a:gd name="T56" fmla="*/ 285 w 433"/>
                <a:gd name="T57" fmla="*/ 463 h 631"/>
                <a:gd name="T58" fmla="*/ 264 w 433"/>
                <a:gd name="T59" fmla="*/ 541 h 631"/>
                <a:gd name="T60" fmla="*/ 245 w 433"/>
                <a:gd name="T61" fmla="*/ 575 h 631"/>
                <a:gd name="T62" fmla="*/ 244 w 433"/>
                <a:gd name="T63" fmla="*/ 563 h 631"/>
                <a:gd name="T64" fmla="*/ 236 w 433"/>
                <a:gd name="T65" fmla="*/ 546 h 631"/>
                <a:gd name="T66" fmla="*/ 218 w 433"/>
                <a:gd name="T67" fmla="*/ 531 h 631"/>
                <a:gd name="T68" fmla="*/ 222 w 433"/>
                <a:gd name="T69" fmla="*/ 501 h 631"/>
                <a:gd name="T70" fmla="*/ 225 w 433"/>
                <a:gd name="T71" fmla="*/ 485 h 631"/>
                <a:gd name="T72" fmla="*/ 207 w 433"/>
                <a:gd name="T73" fmla="*/ 488 h 631"/>
                <a:gd name="T74" fmla="*/ 187 w 433"/>
                <a:gd name="T75" fmla="*/ 495 h 631"/>
                <a:gd name="T76" fmla="*/ 195 w 433"/>
                <a:gd name="T77" fmla="*/ 500 h 631"/>
                <a:gd name="T78" fmla="*/ 186 w 433"/>
                <a:gd name="T79" fmla="*/ 520 h 631"/>
                <a:gd name="T80" fmla="*/ 164 w 433"/>
                <a:gd name="T81" fmla="*/ 532 h 631"/>
                <a:gd name="T82" fmla="*/ 147 w 433"/>
                <a:gd name="T83" fmla="*/ 532 h 631"/>
                <a:gd name="T84" fmla="*/ 127 w 433"/>
                <a:gd name="T85" fmla="*/ 568 h 631"/>
                <a:gd name="T86" fmla="*/ 110 w 433"/>
                <a:gd name="T87" fmla="*/ 594 h 631"/>
                <a:gd name="T88" fmla="*/ 89 w 433"/>
                <a:gd name="T89" fmla="*/ 624 h 631"/>
                <a:gd name="T90" fmla="*/ 66 w 433"/>
                <a:gd name="T91" fmla="*/ 618 h 631"/>
                <a:gd name="T92" fmla="*/ 60 w 433"/>
                <a:gd name="T93" fmla="*/ 557 h 631"/>
                <a:gd name="T94" fmla="*/ 49 w 433"/>
                <a:gd name="T95" fmla="*/ 497 h 631"/>
                <a:gd name="T96" fmla="*/ 24 w 433"/>
                <a:gd name="T97" fmla="*/ 360 h 631"/>
                <a:gd name="T98" fmla="*/ 33 w 433"/>
                <a:gd name="T99" fmla="*/ 303 h 631"/>
                <a:gd name="T100" fmla="*/ 99 w 433"/>
                <a:gd name="T101" fmla="*/ 280 h 631"/>
                <a:gd name="T102" fmla="*/ 161 w 433"/>
                <a:gd name="T103" fmla="*/ 237 h 631"/>
                <a:gd name="T104" fmla="*/ 190 w 433"/>
                <a:gd name="T105" fmla="*/ 203 h 631"/>
                <a:gd name="T106" fmla="*/ 267 w 433"/>
                <a:gd name="T107" fmla="*/ 172 h 631"/>
                <a:gd name="T108" fmla="*/ 295 w 433"/>
                <a:gd name="T109" fmla="*/ 71 h 631"/>
                <a:gd name="T110" fmla="*/ 310 w 433"/>
                <a:gd name="T111" fmla="*/ 25 h 631"/>
                <a:gd name="T112" fmla="*/ 339 w 433"/>
                <a:gd name="T113" fmla="*/ 30 h 631"/>
                <a:gd name="T114" fmla="*/ 364 w 433"/>
                <a:gd name="T115" fmla="*/ 14 h 631"/>
                <a:gd name="T116" fmla="*/ 336 w 433"/>
                <a:gd name="T117" fmla="*/ 16 h 631"/>
                <a:gd name="T118" fmla="*/ 322 w 433"/>
                <a:gd name="T119" fmla="*/ 19 h 631"/>
                <a:gd name="T120" fmla="*/ 339 w 433"/>
                <a:gd name="T121" fmla="*/ 1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3" h="631">
                  <a:moveTo>
                    <a:pt x="336" y="518"/>
                  </a:moveTo>
                  <a:lnTo>
                    <a:pt x="333" y="523"/>
                  </a:lnTo>
                  <a:lnTo>
                    <a:pt x="333" y="531"/>
                  </a:lnTo>
                  <a:lnTo>
                    <a:pt x="331" y="537"/>
                  </a:lnTo>
                  <a:lnTo>
                    <a:pt x="325" y="544"/>
                  </a:lnTo>
                  <a:lnTo>
                    <a:pt x="325" y="544"/>
                  </a:lnTo>
                  <a:lnTo>
                    <a:pt x="325" y="544"/>
                  </a:lnTo>
                  <a:lnTo>
                    <a:pt x="328" y="541"/>
                  </a:lnTo>
                  <a:lnTo>
                    <a:pt x="330" y="538"/>
                  </a:lnTo>
                  <a:lnTo>
                    <a:pt x="330" y="537"/>
                  </a:lnTo>
                  <a:lnTo>
                    <a:pt x="331" y="532"/>
                  </a:lnTo>
                  <a:lnTo>
                    <a:pt x="333" y="523"/>
                  </a:lnTo>
                  <a:lnTo>
                    <a:pt x="333" y="521"/>
                  </a:lnTo>
                  <a:lnTo>
                    <a:pt x="333" y="520"/>
                  </a:lnTo>
                  <a:lnTo>
                    <a:pt x="335" y="518"/>
                  </a:lnTo>
                  <a:lnTo>
                    <a:pt x="336" y="518"/>
                  </a:lnTo>
                  <a:close/>
                  <a:moveTo>
                    <a:pt x="342" y="489"/>
                  </a:moveTo>
                  <a:lnTo>
                    <a:pt x="344" y="491"/>
                  </a:lnTo>
                  <a:lnTo>
                    <a:pt x="345" y="500"/>
                  </a:lnTo>
                  <a:lnTo>
                    <a:pt x="345" y="503"/>
                  </a:lnTo>
                  <a:lnTo>
                    <a:pt x="344" y="508"/>
                  </a:lnTo>
                  <a:lnTo>
                    <a:pt x="344" y="503"/>
                  </a:lnTo>
                  <a:lnTo>
                    <a:pt x="342" y="489"/>
                  </a:lnTo>
                  <a:close/>
                  <a:moveTo>
                    <a:pt x="425" y="176"/>
                  </a:moveTo>
                  <a:lnTo>
                    <a:pt x="427" y="176"/>
                  </a:lnTo>
                  <a:lnTo>
                    <a:pt x="427" y="176"/>
                  </a:lnTo>
                  <a:lnTo>
                    <a:pt x="428" y="177"/>
                  </a:lnTo>
                  <a:lnTo>
                    <a:pt x="427" y="177"/>
                  </a:lnTo>
                  <a:lnTo>
                    <a:pt x="425" y="180"/>
                  </a:lnTo>
                  <a:lnTo>
                    <a:pt x="419" y="189"/>
                  </a:lnTo>
                  <a:lnTo>
                    <a:pt x="417" y="196"/>
                  </a:lnTo>
                  <a:lnTo>
                    <a:pt x="414" y="199"/>
                  </a:lnTo>
                  <a:lnTo>
                    <a:pt x="410" y="202"/>
                  </a:lnTo>
                  <a:lnTo>
                    <a:pt x="408" y="205"/>
                  </a:lnTo>
                  <a:lnTo>
                    <a:pt x="404" y="212"/>
                  </a:lnTo>
                  <a:lnTo>
                    <a:pt x="404" y="216"/>
                  </a:lnTo>
                  <a:lnTo>
                    <a:pt x="402" y="217"/>
                  </a:lnTo>
                  <a:lnTo>
                    <a:pt x="401" y="217"/>
                  </a:lnTo>
                  <a:lnTo>
                    <a:pt x="401" y="219"/>
                  </a:lnTo>
                  <a:lnTo>
                    <a:pt x="399" y="220"/>
                  </a:lnTo>
                  <a:lnTo>
                    <a:pt x="399" y="222"/>
                  </a:lnTo>
                  <a:lnTo>
                    <a:pt x="398" y="223"/>
                  </a:lnTo>
                  <a:lnTo>
                    <a:pt x="388" y="231"/>
                  </a:lnTo>
                  <a:lnTo>
                    <a:pt x="385" y="232"/>
                  </a:lnTo>
                  <a:lnTo>
                    <a:pt x="385" y="231"/>
                  </a:lnTo>
                  <a:lnTo>
                    <a:pt x="384" y="228"/>
                  </a:lnTo>
                  <a:lnTo>
                    <a:pt x="382" y="220"/>
                  </a:lnTo>
                  <a:lnTo>
                    <a:pt x="382" y="216"/>
                  </a:lnTo>
                  <a:lnTo>
                    <a:pt x="382" y="209"/>
                  </a:lnTo>
                  <a:lnTo>
                    <a:pt x="384" y="202"/>
                  </a:lnTo>
                  <a:lnTo>
                    <a:pt x="390" y="191"/>
                  </a:lnTo>
                  <a:lnTo>
                    <a:pt x="396" y="183"/>
                  </a:lnTo>
                  <a:lnTo>
                    <a:pt x="396" y="183"/>
                  </a:lnTo>
                  <a:lnTo>
                    <a:pt x="399" y="180"/>
                  </a:lnTo>
                  <a:lnTo>
                    <a:pt x="401" y="180"/>
                  </a:lnTo>
                  <a:lnTo>
                    <a:pt x="402" y="180"/>
                  </a:lnTo>
                  <a:lnTo>
                    <a:pt x="402" y="180"/>
                  </a:lnTo>
                  <a:lnTo>
                    <a:pt x="404" y="180"/>
                  </a:lnTo>
                  <a:lnTo>
                    <a:pt x="404" y="182"/>
                  </a:lnTo>
                  <a:lnTo>
                    <a:pt x="405" y="182"/>
                  </a:lnTo>
                  <a:lnTo>
                    <a:pt x="410" y="183"/>
                  </a:lnTo>
                  <a:lnTo>
                    <a:pt x="411" y="183"/>
                  </a:lnTo>
                  <a:lnTo>
                    <a:pt x="413" y="183"/>
                  </a:lnTo>
                  <a:lnTo>
                    <a:pt x="417" y="180"/>
                  </a:lnTo>
                  <a:lnTo>
                    <a:pt x="419" y="182"/>
                  </a:lnTo>
                  <a:lnTo>
                    <a:pt x="422" y="180"/>
                  </a:lnTo>
                  <a:lnTo>
                    <a:pt x="424" y="179"/>
                  </a:lnTo>
                  <a:lnTo>
                    <a:pt x="425" y="176"/>
                  </a:lnTo>
                  <a:lnTo>
                    <a:pt x="425" y="176"/>
                  </a:lnTo>
                  <a:close/>
                  <a:moveTo>
                    <a:pt x="427" y="57"/>
                  </a:moveTo>
                  <a:lnTo>
                    <a:pt x="427" y="60"/>
                  </a:lnTo>
                  <a:lnTo>
                    <a:pt x="428" y="65"/>
                  </a:lnTo>
                  <a:lnTo>
                    <a:pt x="433" y="73"/>
                  </a:lnTo>
                  <a:lnTo>
                    <a:pt x="430" y="69"/>
                  </a:lnTo>
                  <a:lnTo>
                    <a:pt x="427" y="65"/>
                  </a:lnTo>
                  <a:lnTo>
                    <a:pt x="425" y="60"/>
                  </a:lnTo>
                  <a:lnTo>
                    <a:pt x="427" y="57"/>
                  </a:lnTo>
                  <a:close/>
                  <a:moveTo>
                    <a:pt x="367" y="0"/>
                  </a:moveTo>
                  <a:lnTo>
                    <a:pt x="378" y="3"/>
                  </a:lnTo>
                  <a:lnTo>
                    <a:pt x="381" y="5"/>
                  </a:lnTo>
                  <a:lnTo>
                    <a:pt x="385" y="10"/>
                  </a:lnTo>
                  <a:lnTo>
                    <a:pt x="394" y="22"/>
                  </a:lnTo>
                  <a:lnTo>
                    <a:pt x="394" y="23"/>
                  </a:lnTo>
                  <a:lnTo>
                    <a:pt x="396" y="25"/>
                  </a:lnTo>
                  <a:lnTo>
                    <a:pt x="396" y="26"/>
                  </a:lnTo>
                  <a:lnTo>
                    <a:pt x="398" y="31"/>
                  </a:lnTo>
                  <a:lnTo>
                    <a:pt x="398" y="31"/>
                  </a:lnTo>
                  <a:lnTo>
                    <a:pt x="399" y="33"/>
                  </a:lnTo>
                  <a:lnTo>
                    <a:pt x="402" y="33"/>
                  </a:lnTo>
                  <a:lnTo>
                    <a:pt x="402" y="31"/>
                  </a:lnTo>
                  <a:lnTo>
                    <a:pt x="404" y="31"/>
                  </a:lnTo>
                  <a:lnTo>
                    <a:pt x="407" y="31"/>
                  </a:lnTo>
                  <a:lnTo>
                    <a:pt x="411" y="31"/>
                  </a:lnTo>
                  <a:lnTo>
                    <a:pt x="413" y="33"/>
                  </a:lnTo>
                  <a:lnTo>
                    <a:pt x="416" y="42"/>
                  </a:lnTo>
                  <a:lnTo>
                    <a:pt x="416" y="43"/>
                  </a:lnTo>
                  <a:lnTo>
                    <a:pt x="416" y="46"/>
                  </a:lnTo>
                  <a:lnTo>
                    <a:pt x="414" y="49"/>
                  </a:lnTo>
                  <a:lnTo>
                    <a:pt x="413" y="53"/>
                  </a:lnTo>
                  <a:lnTo>
                    <a:pt x="413" y="60"/>
                  </a:lnTo>
                  <a:lnTo>
                    <a:pt x="414" y="71"/>
                  </a:lnTo>
                  <a:lnTo>
                    <a:pt x="419" y="80"/>
                  </a:lnTo>
                  <a:lnTo>
                    <a:pt x="427" y="79"/>
                  </a:lnTo>
                  <a:lnTo>
                    <a:pt x="427" y="80"/>
                  </a:lnTo>
                  <a:lnTo>
                    <a:pt x="425" y="82"/>
                  </a:lnTo>
                  <a:lnTo>
                    <a:pt x="425" y="82"/>
                  </a:lnTo>
                  <a:lnTo>
                    <a:pt x="422" y="89"/>
                  </a:lnTo>
                  <a:lnTo>
                    <a:pt x="421" y="91"/>
                  </a:lnTo>
                  <a:lnTo>
                    <a:pt x="419" y="96"/>
                  </a:lnTo>
                  <a:lnTo>
                    <a:pt x="419" y="97"/>
                  </a:lnTo>
                  <a:lnTo>
                    <a:pt x="421" y="99"/>
                  </a:lnTo>
                  <a:lnTo>
                    <a:pt x="421" y="99"/>
                  </a:lnTo>
                  <a:lnTo>
                    <a:pt x="421" y="100"/>
                  </a:lnTo>
                  <a:lnTo>
                    <a:pt x="419" y="100"/>
                  </a:lnTo>
                  <a:lnTo>
                    <a:pt x="419" y="100"/>
                  </a:lnTo>
                  <a:lnTo>
                    <a:pt x="417" y="100"/>
                  </a:lnTo>
                  <a:lnTo>
                    <a:pt x="417" y="102"/>
                  </a:lnTo>
                  <a:lnTo>
                    <a:pt x="414" y="102"/>
                  </a:lnTo>
                  <a:lnTo>
                    <a:pt x="413" y="103"/>
                  </a:lnTo>
                  <a:lnTo>
                    <a:pt x="413" y="105"/>
                  </a:lnTo>
                  <a:lnTo>
                    <a:pt x="413" y="106"/>
                  </a:lnTo>
                  <a:lnTo>
                    <a:pt x="413" y="109"/>
                  </a:lnTo>
                  <a:lnTo>
                    <a:pt x="411" y="111"/>
                  </a:lnTo>
                  <a:lnTo>
                    <a:pt x="410" y="120"/>
                  </a:lnTo>
                  <a:lnTo>
                    <a:pt x="405" y="129"/>
                  </a:lnTo>
                  <a:lnTo>
                    <a:pt x="405" y="131"/>
                  </a:lnTo>
                  <a:lnTo>
                    <a:pt x="394" y="146"/>
                  </a:lnTo>
                  <a:lnTo>
                    <a:pt x="379" y="163"/>
                  </a:lnTo>
                  <a:lnTo>
                    <a:pt x="376" y="169"/>
                  </a:lnTo>
                  <a:lnTo>
                    <a:pt x="374" y="171"/>
                  </a:lnTo>
                  <a:lnTo>
                    <a:pt x="365" y="177"/>
                  </a:lnTo>
                  <a:lnTo>
                    <a:pt x="364" y="179"/>
                  </a:lnTo>
                  <a:lnTo>
                    <a:pt x="356" y="183"/>
                  </a:lnTo>
                  <a:lnTo>
                    <a:pt x="348" y="192"/>
                  </a:lnTo>
                  <a:lnTo>
                    <a:pt x="328" y="220"/>
                  </a:lnTo>
                  <a:lnTo>
                    <a:pt x="327" y="226"/>
                  </a:lnTo>
                  <a:lnTo>
                    <a:pt x="325" y="226"/>
                  </a:lnTo>
                  <a:lnTo>
                    <a:pt x="324" y="228"/>
                  </a:lnTo>
                  <a:lnTo>
                    <a:pt x="324" y="229"/>
                  </a:lnTo>
                  <a:lnTo>
                    <a:pt x="325" y="231"/>
                  </a:lnTo>
                  <a:lnTo>
                    <a:pt x="319" y="234"/>
                  </a:lnTo>
                  <a:lnTo>
                    <a:pt x="316" y="239"/>
                  </a:lnTo>
                  <a:lnTo>
                    <a:pt x="315" y="243"/>
                  </a:lnTo>
                  <a:lnTo>
                    <a:pt x="311" y="257"/>
                  </a:lnTo>
                  <a:lnTo>
                    <a:pt x="310" y="265"/>
                  </a:lnTo>
                  <a:lnTo>
                    <a:pt x="310" y="279"/>
                  </a:lnTo>
                  <a:lnTo>
                    <a:pt x="311" y="283"/>
                  </a:lnTo>
                  <a:lnTo>
                    <a:pt x="315" y="289"/>
                  </a:lnTo>
                  <a:lnTo>
                    <a:pt x="316" y="294"/>
                  </a:lnTo>
                  <a:lnTo>
                    <a:pt x="316" y="295"/>
                  </a:lnTo>
                  <a:lnTo>
                    <a:pt x="315" y="302"/>
                  </a:lnTo>
                  <a:lnTo>
                    <a:pt x="313" y="302"/>
                  </a:lnTo>
                  <a:lnTo>
                    <a:pt x="313" y="302"/>
                  </a:lnTo>
                  <a:lnTo>
                    <a:pt x="311" y="303"/>
                  </a:lnTo>
                  <a:lnTo>
                    <a:pt x="310" y="311"/>
                  </a:lnTo>
                  <a:lnTo>
                    <a:pt x="308" y="312"/>
                  </a:lnTo>
                  <a:lnTo>
                    <a:pt x="308" y="306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10" y="303"/>
                  </a:lnTo>
                  <a:lnTo>
                    <a:pt x="311" y="302"/>
                  </a:lnTo>
                  <a:lnTo>
                    <a:pt x="313" y="302"/>
                  </a:lnTo>
                  <a:lnTo>
                    <a:pt x="313" y="300"/>
                  </a:lnTo>
                  <a:lnTo>
                    <a:pt x="315" y="297"/>
                  </a:lnTo>
                  <a:lnTo>
                    <a:pt x="315" y="291"/>
                  </a:lnTo>
                  <a:lnTo>
                    <a:pt x="311" y="288"/>
                  </a:lnTo>
                  <a:lnTo>
                    <a:pt x="310" y="286"/>
                  </a:lnTo>
                  <a:lnTo>
                    <a:pt x="310" y="285"/>
                  </a:lnTo>
                  <a:lnTo>
                    <a:pt x="310" y="283"/>
                  </a:lnTo>
                  <a:lnTo>
                    <a:pt x="308" y="282"/>
                  </a:lnTo>
                  <a:lnTo>
                    <a:pt x="308" y="283"/>
                  </a:lnTo>
                  <a:lnTo>
                    <a:pt x="307" y="285"/>
                  </a:lnTo>
                  <a:lnTo>
                    <a:pt x="307" y="285"/>
                  </a:lnTo>
                  <a:lnTo>
                    <a:pt x="308" y="286"/>
                  </a:lnTo>
                  <a:lnTo>
                    <a:pt x="310" y="288"/>
                  </a:lnTo>
                  <a:lnTo>
                    <a:pt x="310" y="294"/>
                  </a:lnTo>
                  <a:lnTo>
                    <a:pt x="310" y="295"/>
                  </a:lnTo>
                  <a:lnTo>
                    <a:pt x="310" y="297"/>
                  </a:lnTo>
                  <a:lnTo>
                    <a:pt x="310" y="297"/>
                  </a:lnTo>
                  <a:lnTo>
                    <a:pt x="311" y="295"/>
                  </a:lnTo>
                  <a:lnTo>
                    <a:pt x="313" y="295"/>
                  </a:lnTo>
                  <a:lnTo>
                    <a:pt x="305" y="305"/>
                  </a:lnTo>
                  <a:lnTo>
                    <a:pt x="304" y="306"/>
                  </a:lnTo>
                  <a:lnTo>
                    <a:pt x="304" y="308"/>
                  </a:lnTo>
                  <a:lnTo>
                    <a:pt x="302" y="308"/>
                  </a:lnTo>
                  <a:lnTo>
                    <a:pt x="301" y="309"/>
                  </a:lnTo>
                  <a:lnTo>
                    <a:pt x="301" y="309"/>
                  </a:lnTo>
                  <a:lnTo>
                    <a:pt x="299" y="308"/>
                  </a:lnTo>
                  <a:lnTo>
                    <a:pt x="298" y="308"/>
                  </a:lnTo>
                  <a:lnTo>
                    <a:pt x="296" y="308"/>
                  </a:lnTo>
                  <a:lnTo>
                    <a:pt x="295" y="309"/>
                  </a:lnTo>
                  <a:lnTo>
                    <a:pt x="293" y="311"/>
                  </a:lnTo>
                  <a:lnTo>
                    <a:pt x="290" y="315"/>
                  </a:lnTo>
                  <a:lnTo>
                    <a:pt x="287" y="320"/>
                  </a:lnTo>
                  <a:lnTo>
                    <a:pt x="285" y="326"/>
                  </a:lnTo>
                  <a:lnTo>
                    <a:pt x="282" y="331"/>
                  </a:lnTo>
                  <a:lnTo>
                    <a:pt x="281" y="337"/>
                  </a:lnTo>
                  <a:lnTo>
                    <a:pt x="279" y="339"/>
                  </a:lnTo>
                  <a:lnTo>
                    <a:pt x="276" y="339"/>
                  </a:lnTo>
                  <a:lnTo>
                    <a:pt x="278" y="337"/>
                  </a:lnTo>
                  <a:lnTo>
                    <a:pt x="279" y="334"/>
                  </a:lnTo>
                  <a:lnTo>
                    <a:pt x="281" y="332"/>
                  </a:lnTo>
                  <a:lnTo>
                    <a:pt x="279" y="329"/>
                  </a:lnTo>
                  <a:lnTo>
                    <a:pt x="278" y="329"/>
                  </a:lnTo>
                  <a:lnTo>
                    <a:pt x="270" y="329"/>
                  </a:lnTo>
                  <a:lnTo>
                    <a:pt x="268" y="329"/>
                  </a:lnTo>
                  <a:lnTo>
                    <a:pt x="267" y="332"/>
                  </a:lnTo>
                  <a:lnTo>
                    <a:pt x="267" y="335"/>
                  </a:lnTo>
                  <a:lnTo>
                    <a:pt x="267" y="339"/>
                  </a:lnTo>
                  <a:lnTo>
                    <a:pt x="267" y="342"/>
                  </a:lnTo>
                  <a:lnTo>
                    <a:pt x="268" y="343"/>
                  </a:lnTo>
                  <a:lnTo>
                    <a:pt x="273" y="346"/>
                  </a:lnTo>
                  <a:lnTo>
                    <a:pt x="273" y="348"/>
                  </a:lnTo>
                  <a:lnTo>
                    <a:pt x="275" y="349"/>
                  </a:lnTo>
                  <a:lnTo>
                    <a:pt x="276" y="349"/>
                  </a:lnTo>
                  <a:lnTo>
                    <a:pt x="278" y="349"/>
                  </a:lnTo>
                  <a:lnTo>
                    <a:pt x="279" y="349"/>
                  </a:lnTo>
                  <a:lnTo>
                    <a:pt x="279" y="352"/>
                  </a:lnTo>
                  <a:lnTo>
                    <a:pt x="278" y="357"/>
                  </a:lnTo>
                  <a:lnTo>
                    <a:pt x="278" y="360"/>
                  </a:lnTo>
                  <a:lnTo>
                    <a:pt x="281" y="360"/>
                  </a:lnTo>
                  <a:lnTo>
                    <a:pt x="282" y="357"/>
                  </a:lnTo>
                  <a:lnTo>
                    <a:pt x="284" y="355"/>
                  </a:lnTo>
                  <a:lnTo>
                    <a:pt x="287" y="352"/>
                  </a:lnTo>
                  <a:lnTo>
                    <a:pt x="288" y="352"/>
                  </a:lnTo>
                  <a:lnTo>
                    <a:pt x="293" y="351"/>
                  </a:lnTo>
                  <a:lnTo>
                    <a:pt x="295" y="349"/>
                  </a:lnTo>
                  <a:lnTo>
                    <a:pt x="299" y="351"/>
                  </a:lnTo>
                  <a:lnTo>
                    <a:pt x="302" y="352"/>
                  </a:lnTo>
                  <a:lnTo>
                    <a:pt x="304" y="352"/>
                  </a:lnTo>
                  <a:lnTo>
                    <a:pt x="305" y="352"/>
                  </a:lnTo>
                  <a:lnTo>
                    <a:pt x="305" y="351"/>
                  </a:lnTo>
                  <a:lnTo>
                    <a:pt x="305" y="351"/>
                  </a:lnTo>
                  <a:lnTo>
                    <a:pt x="305" y="349"/>
                  </a:lnTo>
                  <a:lnTo>
                    <a:pt x="307" y="349"/>
                  </a:lnTo>
                  <a:lnTo>
                    <a:pt x="308" y="351"/>
                  </a:lnTo>
                  <a:lnTo>
                    <a:pt x="310" y="351"/>
                  </a:lnTo>
                  <a:lnTo>
                    <a:pt x="310" y="349"/>
                  </a:lnTo>
                  <a:lnTo>
                    <a:pt x="311" y="349"/>
                  </a:lnTo>
                  <a:lnTo>
                    <a:pt x="311" y="351"/>
                  </a:lnTo>
                  <a:lnTo>
                    <a:pt x="311" y="351"/>
                  </a:lnTo>
                  <a:lnTo>
                    <a:pt x="313" y="351"/>
                  </a:lnTo>
                  <a:lnTo>
                    <a:pt x="310" y="352"/>
                  </a:lnTo>
                  <a:lnTo>
                    <a:pt x="310" y="352"/>
                  </a:lnTo>
                  <a:lnTo>
                    <a:pt x="315" y="352"/>
                  </a:lnTo>
                  <a:lnTo>
                    <a:pt x="318" y="348"/>
                  </a:lnTo>
                  <a:lnTo>
                    <a:pt x="318" y="345"/>
                  </a:lnTo>
                  <a:lnTo>
                    <a:pt x="315" y="345"/>
                  </a:lnTo>
                  <a:lnTo>
                    <a:pt x="316" y="346"/>
                  </a:lnTo>
                  <a:lnTo>
                    <a:pt x="316" y="348"/>
                  </a:lnTo>
                  <a:lnTo>
                    <a:pt x="315" y="348"/>
                  </a:lnTo>
                  <a:lnTo>
                    <a:pt x="310" y="348"/>
                  </a:lnTo>
                  <a:lnTo>
                    <a:pt x="305" y="348"/>
                  </a:lnTo>
                  <a:lnTo>
                    <a:pt x="302" y="346"/>
                  </a:lnTo>
                  <a:lnTo>
                    <a:pt x="301" y="346"/>
                  </a:lnTo>
                  <a:lnTo>
                    <a:pt x="304" y="346"/>
                  </a:lnTo>
                  <a:lnTo>
                    <a:pt x="313" y="348"/>
                  </a:lnTo>
                  <a:lnTo>
                    <a:pt x="313" y="346"/>
                  </a:lnTo>
                  <a:lnTo>
                    <a:pt x="313" y="345"/>
                  </a:lnTo>
                  <a:lnTo>
                    <a:pt x="315" y="340"/>
                  </a:lnTo>
                  <a:lnTo>
                    <a:pt x="315" y="339"/>
                  </a:lnTo>
                  <a:lnTo>
                    <a:pt x="318" y="343"/>
                  </a:lnTo>
                  <a:lnTo>
                    <a:pt x="319" y="348"/>
                  </a:lnTo>
                  <a:lnTo>
                    <a:pt x="319" y="349"/>
                  </a:lnTo>
                  <a:lnTo>
                    <a:pt x="318" y="351"/>
                  </a:lnTo>
                  <a:lnTo>
                    <a:pt x="316" y="362"/>
                  </a:lnTo>
                  <a:lnTo>
                    <a:pt x="315" y="365"/>
                  </a:lnTo>
                  <a:lnTo>
                    <a:pt x="311" y="368"/>
                  </a:lnTo>
                  <a:lnTo>
                    <a:pt x="310" y="371"/>
                  </a:lnTo>
                  <a:lnTo>
                    <a:pt x="307" y="371"/>
                  </a:lnTo>
                  <a:lnTo>
                    <a:pt x="305" y="372"/>
                  </a:lnTo>
                  <a:lnTo>
                    <a:pt x="301" y="377"/>
                  </a:lnTo>
                  <a:lnTo>
                    <a:pt x="299" y="377"/>
                  </a:lnTo>
                  <a:lnTo>
                    <a:pt x="295" y="378"/>
                  </a:lnTo>
                  <a:lnTo>
                    <a:pt x="298" y="377"/>
                  </a:lnTo>
                  <a:lnTo>
                    <a:pt x="298" y="375"/>
                  </a:lnTo>
                  <a:lnTo>
                    <a:pt x="299" y="374"/>
                  </a:lnTo>
                  <a:lnTo>
                    <a:pt x="299" y="371"/>
                  </a:lnTo>
                  <a:lnTo>
                    <a:pt x="295" y="372"/>
                  </a:lnTo>
                  <a:lnTo>
                    <a:pt x="287" y="377"/>
                  </a:lnTo>
                  <a:lnTo>
                    <a:pt x="281" y="382"/>
                  </a:lnTo>
                  <a:lnTo>
                    <a:pt x="279" y="389"/>
                  </a:lnTo>
                  <a:lnTo>
                    <a:pt x="279" y="389"/>
                  </a:lnTo>
                  <a:lnTo>
                    <a:pt x="281" y="385"/>
                  </a:lnTo>
                  <a:lnTo>
                    <a:pt x="282" y="385"/>
                  </a:lnTo>
                  <a:lnTo>
                    <a:pt x="281" y="388"/>
                  </a:lnTo>
                  <a:lnTo>
                    <a:pt x="278" y="391"/>
                  </a:lnTo>
                  <a:lnTo>
                    <a:pt x="278" y="392"/>
                  </a:lnTo>
                  <a:lnTo>
                    <a:pt x="279" y="394"/>
                  </a:lnTo>
                  <a:lnTo>
                    <a:pt x="276" y="400"/>
                  </a:lnTo>
                  <a:lnTo>
                    <a:pt x="275" y="405"/>
                  </a:lnTo>
                  <a:lnTo>
                    <a:pt x="278" y="406"/>
                  </a:lnTo>
                  <a:lnTo>
                    <a:pt x="279" y="406"/>
                  </a:lnTo>
                  <a:lnTo>
                    <a:pt x="281" y="408"/>
                  </a:lnTo>
                  <a:lnTo>
                    <a:pt x="284" y="408"/>
                  </a:lnTo>
                  <a:lnTo>
                    <a:pt x="287" y="405"/>
                  </a:lnTo>
                  <a:lnTo>
                    <a:pt x="290" y="400"/>
                  </a:lnTo>
                  <a:lnTo>
                    <a:pt x="292" y="397"/>
                  </a:lnTo>
                  <a:lnTo>
                    <a:pt x="293" y="394"/>
                  </a:lnTo>
                  <a:lnTo>
                    <a:pt x="295" y="391"/>
                  </a:lnTo>
                  <a:lnTo>
                    <a:pt x="299" y="391"/>
                  </a:lnTo>
                  <a:lnTo>
                    <a:pt x="305" y="389"/>
                  </a:lnTo>
                  <a:lnTo>
                    <a:pt x="302" y="397"/>
                  </a:lnTo>
                  <a:lnTo>
                    <a:pt x="305" y="395"/>
                  </a:lnTo>
                  <a:lnTo>
                    <a:pt x="307" y="392"/>
                  </a:lnTo>
                  <a:lnTo>
                    <a:pt x="308" y="391"/>
                  </a:lnTo>
                  <a:lnTo>
                    <a:pt x="311" y="391"/>
                  </a:lnTo>
                  <a:lnTo>
                    <a:pt x="311" y="392"/>
                  </a:lnTo>
                  <a:lnTo>
                    <a:pt x="308" y="394"/>
                  </a:lnTo>
                  <a:lnTo>
                    <a:pt x="305" y="397"/>
                  </a:lnTo>
                  <a:lnTo>
                    <a:pt x="302" y="403"/>
                  </a:lnTo>
                  <a:lnTo>
                    <a:pt x="299" y="406"/>
                  </a:lnTo>
                  <a:lnTo>
                    <a:pt x="298" y="415"/>
                  </a:lnTo>
                  <a:lnTo>
                    <a:pt x="296" y="418"/>
                  </a:lnTo>
                  <a:lnTo>
                    <a:pt x="298" y="423"/>
                  </a:lnTo>
                  <a:lnTo>
                    <a:pt x="295" y="428"/>
                  </a:lnTo>
                  <a:lnTo>
                    <a:pt x="292" y="435"/>
                  </a:lnTo>
                  <a:lnTo>
                    <a:pt x="288" y="441"/>
                  </a:lnTo>
                  <a:lnTo>
                    <a:pt x="285" y="463"/>
                  </a:lnTo>
                  <a:lnTo>
                    <a:pt x="279" y="485"/>
                  </a:lnTo>
                  <a:lnTo>
                    <a:pt x="276" y="489"/>
                  </a:lnTo>
                  <a:lnTo>
                    <a:pt x="273" y="494"/>
                  </a:lnTo>
                  <a:lnTo>
                    <a:pt x="270" y="498"/>
                  </a:lnTo>
                  <a:lnTo>
                    <a:pt x="267" y="505"/>
                  </a:lnTo>
                  <a:lnTo>
                    <a:pt x="267" y="512"/>
                  </a:lnTo>
                  <a:lnTo>
                    <a:pt x="267" y="520"/>
                  </a:lnTo>
                  <a:lnTo>
                    <a:pt x="267" y="523"/>
                  </a:lnTo>
                  <a:lnTo>
                    <a:pt x="265" y="526"/>
                  </a:lnTo>
                  <a:lnTo>
                    <a:pt x="264" y="529"/>
                  </a:lnTo>
                  <a:lnTo>
                    <a:pt x="264" y="541"/>
                  </a:lnTo>
                  <a:lnTo>
                    <a:pt x="262" y="544"/>
                  </a:lnTo>
                  <a:lnTo>
                    <a:pt x="255" y="555"/>
                  </a:lnTo>
                  <a:lnTo>
                    <a:pt x="253" y="558"/>
                  </a:lnTo>
                  <a:lnTo>
                    <a:pt x="253" y="561"/>
                  </a:lnTo>
                  <a:lnTo>
                    <a:pt x="250" y="566"/>
                  </a:lnTo>
                  <a:lnTo>
                    <a:pt x="250" y="569"/>
                  </a:lnTo>
                  <a:lnTo>
                    <a:pt x="250" y="580"/>
                  </a:lnTo>
                  <a:lnTo>
                    <a:pt x="249" y="580"/>
                  </a:lnTo>
                  <a:lnTo>
                    <a:pt x="249" y="575"/>
                  </a:lnTo>
                  <a:lnTo>
                    <a:pt x="249" y="572"/>
                  </a:lnTo>
                  <a:lnTo>
                    <a:pt x="245" y="575"/>
                  </a:lnTo>
                  <a:lnTo>
                    <a:pt x="244" y="574"/>
                  </a:lnTo>
                  <a:lnTo>
                    <a:pt x="242" y="572"/>
                  </a:lnTo>
                  <a:lnTo>
                    <a:pt x="244" y="571"/>
                  </a:lnTo>
                  <a:lnTo>
                    <a:pt x="245" y="569"/>
                  </a:lnTo>
                  <a:lnTo>
                    <a:pt x="247" y="564"/>
                  </a:lnTo>
                  <a:lnTo>
                    <a:pt x="247" y="560"/>
                  </a:lnTo>
                  <a:lnTo>
                    <a:pt x="247" y="558"/>
                  </a:lnTo>
                  <a:lnTo>
                    <a:pt x="247" y="560"/>
                  </a:lnTo>
                  <a:lnTo>
                    <a:pt x="245" y="561"/>
                  </a:lnTo>
                  <a:lnTo>
                    <a:pt x="244" y="563"/>
                  </a:lnTo>
                  <a:lnTo>
                    <a:pt x="244" y="563"/>
                  </a:lnTo>
                  <a:lnTo>
                    <a:pt x="242" y="561"/>
                  </a:lnTo>
                  <a:lnTo>
                    <a:pt x="244" y="560"/>
                  </a:lnTo>
                  <a:lnTo>
                    <a:pt x="244" y="558"/>
                  </a:lnTo>
                  <a:lnTo>
                    <a:pt x="245" y="555"/>
                  </a:lnTo>
                  <a:lnTo>
                    <a:pt x="244" y="555"/>
                  </a:lnTo>
                  <a:lnTo>
                    <a:pt x="242" y="552"/>
                  </a:lnTo>
                  <a:lnTo>
                    <a:pt x="242" y="552"/>
                  </a:lnTo>
                  <a:lnTo>
                    <a:pt x="242" y="551"/>
                  </a:lnTo>
                  <a:lnTo>
                    <a:pt x="242" y="549"/>
                  </a:lnTo>
                  <a:lnTo>
                    <a:pt x="241" y="548"/>
                  </a:lnTo>
                  <a:lnTo>
                    <a:pt x="236" y="546"/>
                  </a:lnTo>
                  <a:lnTo>
                    <a:pt x="236" y="546"/>
                  </a:lnTo>
                  <a:lnTo>
                    <a:pt x="236" y="546"/>
                  </a:lnTo>
                  <a:lnTo>
                    <a:pt x="236" y="544"/>
                  </a:lnTo>
                  <a:lnTo>
                    <a:pt x="236" y="543"/>
                  </a:lnTo>
                  <a:lnTo>
                    <a:pt x="238" y="543"/>
                  </a:lnTo>
                  <a:lnTo>
                    <a:pt x="236" y="540"/>
                  </a:lnTo>
                  <a:lnTo>
                    <a:pt x="236" y="538"/>
                  </a:lnTo>
                  <a:lnTo>
                    <a:pt x="235" y="537"/>
                  </a:lnTo>
                  <a:lnTo>
                    <a:pt x="232" y="537"/>
                  </a:lnTo>
                  <a:lnTo>
                    <a:pt x="227" y="537"/>
                  </a:lnTo>
                  <a:lnTo>
                    <a:pt x="218" y="531"/>
                  </a:lnTo>
                  <a:lnTo>
                    <a:pt x="215" y="531"/>
                  </a:lnTo>
                  <a:lnTo>
                    <a:pt x="213" y="529"/>
                  </a:lnTo>
                  <a:lnTo>
                    <a:pt x="213" y="526"/>
                  </a:lnTo>
                  <a:lnTo>
                    <a:pt x="213" y="525"/>
                  </a:lnTo>
                  <a:lnTo>
                    <a:pt x="213" y="523"/>
                  </a:lnTo>
                  <a:lnTo>
                    <a:pt x="218" y="517"/>
                  </a:lnTo>
                  <a:lnTo>
                    <a:pt x="218" y="512"/>
                  </a:lnTo>
                  <a:lnTo>
                    <a:pt x="219" y="509"/>
                  </a:lnTo>
                  <a:lnTo>
                    <a:pt x="221" y="506"/>
                  </a:lnTo>
                  <a:lnTo>
                    <a:pt x="222" y="503"/>
                  </a:lnTo>
                  <a:lnTo>
                    <a:pt x="222" y="501"/>
                  </a:lnTo>
                  <a:lnTo>
                    <a:pt x="224" y="498"/>
                  </a:lnTo>
                  <a:lnTo>
                    <a:pt x="225" y="497"/>
                  </a:lnTo>
                  <a:lnTo>
                    <a:pt x="224" y="497"/>
                  </a:lnTo>
                  <a:lnTo>
                    <a:pt x="224" y="495"/>
                  </a:lnTo>
                  <a:lnTo>
                    <a:pt x="222" y="495"/>
                  </a:lnTo>
                  <a:lnTo>
                    <a:pt x="222" y="494"/>
                  </a:lnTo>
                  <a:lnTo>
                    <a:pt x="222" y="494"/>
                  </a:lnTo>
                  <a:lnTo>
                    <a:pt x="224" y="492"/>
                  </a:lnTo>
                  <a:lnTo>
                    <a:pt x="224" y="491"/>
                  </a:lnTo>
                  <a:lnTo>
                    <a:pt x="224" y="491"/>
                  </a:lnTo>
                  <a:lnTo>
                    <a:pt x="225" y="485"/>
                  </a:lnTo>
                  <a:lnTo>
                    <a:pt x="224" y="481"/>
                  </a:lnTo>
                  <a:lnTo>
                    <a:pt x="224" y="478"/>
                  </a:lnTo>
                  <a:lnTo>
                    <a:pt x="222" y="475"/>
                  </a:lnTo>
                  <a:lnTo>
                    <a:pt x="221" y="472"/>
                  </a:lnTo>
                  <a:lnTo>
                    <a:pt x="219" y="466"/>
                  </a:lnTo>
                  <a:lnTo>
                    <a:pt x="216" y="469"/>
                  </a:lnTo>
                  <a:lnTo>
                    <a:pt x="212" y="474"/>
                  </a:lnTo>
                  <a:lnTo>
                    <a:pt x="209" y="478"/>
                  </a:lnTo>
                  <a:lnTo>
                    <a:pt x="207" y="483"/>
                  </a:lnTo>
                  <a:lnTo>
                    <a:pt x="207" y="485"/>
                  </a:lnTo>
                  <a:lnTo>
                    <a:pt x="207" y="488"/>
                  </a:lnTo>
                  <a:lnTo>
                    <a:pt x="205" y="491"/>
                  </a:lnTo>
                  <a:lnTo>
                    <a:pt x="204" y="491"/>
                  </a:lnTo>
                  <a:lnTo>
                    <a:pt x="202" y="491"/>
                  </a:lnTo>
                  <a:lnTo>
                    <a:pt x="202" y="488"/>
                  </a:lnTo>
                  <a:lnTo>
                    <a:pt x="204" y="483"/>
                  </a:lnTo>
                  <a:lnTo>
                    <a:pt x="204" y="485"/>
                  </a:lnTo>
                  <a:lnTo>
                    <a:pt x="201" y="488"/>
                  </a:lnTo>
                  <a:lnTo>
                    <a:pt x="199" y="488"/>
                  </a:lnTo>
                  <a:lnTo>
                    <a:pt x="195" y="488"/>
                  </a:lnTo>
                  <a:lnTo>
                    <a:pt x="193" y="489"/>
                  </a:lnTo>
                  <a:lnTo>
                    <a:pt x="187" y="495"/>
                  </a:lnTo>
                  <a:lnTo>
                    <a:pt x="186" y="495"/>
                  </a:lnTo>
                  <a:lnTo>
                    <a:pt x="186" y="497"/>
                  </a:lnTo>
                  <a:lnTo>
                    <a:pt x="184" y="500"/>
                  </a:lnTo>
                  <a:lnTo>
                    <a:pt x="187" y="498"/>
                  </a:lnTo>
                  <a:lnTo>
                    <a:pt x="190" y="495"/>
                  </a:lnTo>
                  <a:lnTo>
                    <a:pt x="193" y="492"/>
                  </a:lnTo>
                  <a:lnTo>
                    <a:pt x="195" y="489"/>
                  </a:lnTo>
                  <a:lnTo>
                    <a:pt x="196" y="492"/>
                  </a:lnTo>
                  <a:lnTo>
                    <a:pt x="196" y="494"/>
                  </a:lnTo>
                  <a:lnTo>
                    <a:pt x="195" y="497"/>
                  </a:lnTo>
                  <a:lnTo>
                    <a:pt x="195" y="500"/>
                  </a:lnTo>
                  <a:lnTo>
                    <a:pt x="195" y="498"/>
                  </a:lnTo>
                  <a:lnTo>
                    <a:pt x="196" y="497"/>
                  </a:lnTo>
                  <a:lnTo>
                    <a:pt x="198" y="495"/>
                  </a:lnTo>
                  <a:lnTo>
                    <a:pt x="199" y="495"/>
                  </a:lnTo>
                  <a:lnTo>
                    <a:pt x="201" y="495"/>
                  </a:lnTo>
                  <a:lnTo>
                    <a:pt x="201" y="497"/>
                  </a:lnTo>
                  <a:lnTo>
                    <a:pt x="198" y="498"/>
                  </a:lnTo>
                  <a:lnTo>
                    <a:pt x="198" y="498"/>
                  </a:lnTo>
                  <a:lnTo>
                    <a:pt x="193" y="506"/>
                  </a:lnTo>
                  <a:lnTo>
                    <a:pt x="190" y="511"/>
                  </a:lnTo>
                  <a:lnTo>
                    <a:pt x="186" y="520"/>
                  </a:lnTo>
                  <a:lnTo>
                    <a:pt x="186" y="521"/>
                  </a:lnTo>
                  <a:lnTo>
                    <a:pt x="181" y="528"/>
                  </a:lnTo>
                  <a:lnTo>
                    <a:pt x="179" y="531"/>
                  </a:lnTo>
                  <a:lnTo>
                    <a:pt x="178" y="531"/>
                  </a:lnTo>
                  <a:lnTo>
                    <a:pt x="178" y="531"/>
                  </a:lnTo>
                  <a:lnTo>
                    <a:pt x="176" y="532"/>
                  </a:lnTo>
                  <a:lnTo>
                    <a:pt x="176" y="532"/>
                  </a:lnTo>
                  <a:lnTo>
                    <a:pt x="176" y="532"/>
                  </a:lnTo>
                  <a:lnTo>
                    <a:pt x="166" y="532"/>
                  </a:lnTo>
                  <a:lnTo>
                    <a:pt x="166" y="532"/>
                  </a:lnTo>
                  <a:lnTo>
                    <a:pt x="164" y="532"/>
                  </a:lnTo>
                  <a:lnTo>
                    <a:pt x="162" y="532"/>
                  </a:lnTo>
                  <a:lnTo>
                    <a:pt x="162" y="532"/>
                  </a:lnTo>
                  <a:lnTo>
                    <a:pt x="161" y="531"/>
                  </a:lnTo>
                  <a:lnTo>
                    <a:pt x="159" y="531"/>
                  </a:lnTo>
                  <a:lnTo>
                    <a:pt x="158" y="531"/>
                  </a:lnTo>
                  <a:lnTo>
                    <a:pt x="156" y="532"/>
                  </a:lnTo>
                  <a:lnTo>
                    <a:pt x="153" y="532"/>
                  </a:lnTo>
                  <a:lnTo>
                    <a:pt x="152" y="532"/>
                  </a:lnTo>
                  <a:lnTo>
                    <a:pt x="150" y="532"/>
                  </a:lnTo>
                  <a:lnTo>
                    <a:pt x="149" y="532"/>
                  </a:lnTo>
                  <a:lnTo>
                    <a:pt x="147" y="532"/>
                  </a:lnTo>
                  <a:lnTo>
                    <a:pt x="143" y="535"/>
                  </a:lnTo>
                  <a:lnTo>
                    <a:pt x="141" y="537"/>
                  </a:lnTo>
                  <a:lnTo>
                    <a:pt x="139" y="538"/>
                  </a:lnTo>
                  <a:lnTo>
                    <a:pt x="139" y="543"/>
                  </a:lnTo>
                  <a:lnTo>
                    <a:pt x="138" y="548"/>
                  </a:lnTo>
                  <a:lnTo>
                    <a:pt x="138" y="552"/>
                  </a:lnTo>
                  <a:lnTo>
                    <a:pt x="136" y="554"/>
                  </a:lnTo>
                  <a:lnTo>
                    <a:pt x="135" y="557"/>
                  </a:lnTo>
                  <a:lnTo>
                    <a:pt x="130" y="563"/>
                  </a:lnTo>
                  <a:lnTo>
                    <a:pt x="129" y="564"/>
                  </a:lnTo>
                  <a:lnTo>
                    <a:pt x="127" y="568"/>
                  </a:lnTo>
                  <a:lnTo>
                    <a:pt x="127" y="571"/>
                  </a:lnTo>
                  <a:lnTo>
                    <a:pt x="127" y="571"/>
                  </a:lnTo>
                  <a:lnTo>
                    <a:pt x="127" y="574"/>
                  </a:lnTo>
                  <a:lnTo>
                    <a:pt x="126" y="575"/>
                  </a:lnTo>
                  <a:lnTo>
                    <a:pt x="123" y="577"/>
                  </a:lnTo>
                  <a:lnTo>
                    <a:pt x="118" y="580"/>
                  </a:lnTo>
                  <a:lnTo>
                    <a:pt x="113" y="583"/>
                  </a:lnTo>
                  <a:lnTo>
                    <a:pt x="115" y="583"/>
                  </a:lnTo>
                  <a:lnTo>
                    <a:pt x="115" y="586"/>
                  </a:lnTo>
                  <a:lnTo>
                    <a:pt x="115" y="588"/>
                  </a:lnTo>
                  <a:lnTo>
                    <a:pt x="110" y="594"/>
                  </a:lnTo>
                  <a:lnTo>
                    <a:pt x="110" y="595"/>
                  </a:lnTo>
                  <a:lnTo>
                    <a:pt x="110" y="600"/>
                  </a:lnTo>
                  <a:lnTo>
                    <a:pt x="109" y="601"/>
                  </a:lnTo>
                  <a:lnTo>
                    <a:pt x="107" y="604"/>
                  </a:lnTo>
                  <a:lnTo>
                    <a:pt x="106" y="606"/>
                  </a:lnTo>
                  <a:lnTo>
                    <a:pt x="104" y="606"/>
                  </a:lnTo>
                  <a:lnTo>
                    <a:pt x="101" y="609"/>
                  </a:lnTo>
                  <a:lnTo>
                    <a:pt x="101" y="611"/>
                  </a:lnTo>
                  <a:lnTo>
                    <a:pt x="98" y="617"/>
                  </a:lnTo>
                  <a:lnTo>
                    <a:pt x="96" y="618"/>
                  </a:lnTo>
                  <a:lnTo>
                    <a:pt x="89" y="624"/>
                  </a:lnTo>
                  <a:lnTo>
                    <a:pt x="87" y="626"/>
                  </a:lnTo>
                  <a:lnTo>
                    <a:pt x="87" y="629"/>
                  </a:lnTo>
                  <a:lnTo>
                    <a:pt x="86" y="631"/>
                  </a:lnTo>
                  <a:lnTo>
                    <a:pt x="84" y="631"/>
                  </a:lnTo>
                  <a:lnTo>
                    <a:pt x="78" y="628"/>
                  </a:lnTo>
                  <a:lnTo>
                    <a:pt x="76" y="626"/>
                  </a:lnTo>
                  <a:lnTo>
                    <a:pt x="73" y="621"/>
                  </a:lnTo>
                  <a:lnTo>
                    <a:pt x="72" y="621"/>
                  </a:lnTo>
                  <a:lnTo>
                    <a:pt x="70" y="621"/>
                  </a:lnTo>
                  <a:lnTo>
                    <a:pt x="69" y="621"/>
                  </a:lnTo>
                  <a:lnTo>
                    <a:pt x="66" y="618"/>
                  </a:lnTo>
                  <a:lnTo>
                    <a:pt x="64" y="617"/>
                  </a:lnTo>
                  <a:lnTo>
                    <a:pt x="61" y="614"/>
                  </a:lnTo>
                  <a:lnTo>
                    <a:pt x="58" y="612"/>
                  </a:lnTo>
                  <a:lnTo>
                    <a:pt x="44" y="618"/>
                  </a:lnTo>
                  <a:lnTo>
                    <a:pt x="43" y="621"/>
                  </a:lnTo>
                  <a:lnTo>
                    <a:pt x="41" y="608"/>
                  </a:lnTo>
                  <a:lnTo>
                    <a:pt x="43" y="604"/>
                  </a:lnTo>
                  <a:lnTo>
                    <a:pt x="56" y="589"/>
                  </a:lnTo>
                  <a:lnTo>
                    <a:pt x="60" y="578"/>
                  </a:lnTo>
                  <a:lnTo>
                    <a:pt x="60" y="568"/>
                  </a:lnTo>
                  <a:lnTo>
                    <a:pt x="60" y="557"/>
                  </a:lnTo>
                  <a:lnTo>
                    <a:pt x="56" y="541"/>
                  </a:lnTo>
                  <a:lnTo>
                    <a:pt x="56" y="538"/>
                  </a:lnTo>
                  <a:lnTo>
                    <a:pt x="58" y="534"/>
                  </a:lnTo>
                  <a:lnTo>
                    <a:pt x="58" y="531"/>
                  </a:lnTo>
                  <a:lnTo>
                    <a:pt x="56" y="529"/>
                  </a:lnTo>
                  <a:lnTo>
                    <a:pt x="53" y="528"/>
                  </a:lnTo>
                  <a:lnTo>
                    <a:pt x="53" y="525"/>
                  </a:lnTo>
                  <a:lnTo>
                    <a:pt x="56" y="523"/>
                  </a:lnTo>
                  <a:lnTo>
                    <a:pt x="55" y="514"/>
                  </a:lnTo>
                  <a:lnTo>
                    <a:pt x="49" y="506"/>
                  </a:lnTo>
                  <a:lnTo>
                    <a:pt x="49" y="497"/>
                  </a:lnTo>
                  <a:lnTo>
                    <a:pt x="53" y="465"/>
                  </a:lnTo>
                  <a:lnTo>
                    <a:pt x="52" y="451"/>
                  </a:lnTo>
                  <a:lnTo>
                    <a:pt x="60" y="443"/>
                  </a:lnTo>
                  <a:lnTo>
                    <a:pt x="63" y="440"/>
                  </a:lnTo>
                  <a:lnTo>
                    <a:pt x="61" y="434"/>
                  </a:lnTo>
                  <a:lnTo>
                    <a:pt x="63" y="431"/>
                  </a:lnTo>
                  <a:lnTo>
                    <a:pt x="63" y="418"/>
                  </a:lnTo>
                  <a:lnTo>
                    <a:pt x="63" y="408"/>
                  </a:lnTo>
                  <a:lnTo>
                    <a:pt x="60" y="397"/>
                  </a:lnTo>
                  <a:lnTo>
                    <a:pt x="44" y="377"/>
                  </a:lnTo>
                  <a:lnTo>
                    <a:pt x="24" y="360"/>
                  </a:lnTo>
                  <a:lnTo>
                    <a:pt x="15" y="352"/>
                  </a:lnTo>
                  <a:lnTo>
                    <a:pt x="6" y="345"/>
                  </a:lnTo>
                  <a:lnTo>
                    <a:pt x="0" y="335"/>
                  </a:lnTo>
                  <a:lnTo>
                    <a:pt x="3" y="329"/>
                  </a:lnTo>
                  <a:lnTo>
                    <a:pt x="4" y="323"/>
                  </a:lnTo>
                  <a:lnTo>
                    <a:pt x="6" y="317"/>
                  </a:lnTo>
                  <a:lnTo>
                    <a:pt x="7" y="312"/>
                  </a:lnTo>
                  <a:lnTo>
                    <a:pt x="7" y="306"/>
                  </a:lnTo>
                  <a:lnTo>
                    <a:pt x="10" y="305"/>
                  </a:lnTo>
                  <a:lnTo>
                    <a:pt x="17" y="305"/>
                  </a:lnTo>
                  <a:lnTo>
                    <a:pt x="33" y="303"/>
                  </a:lnTo>
                  <a:lnTo>
                    <a:pt x="38" y="299"/>
                  </a:lnTo>
                  <a:lnTo>
                    <a:pt x="41" y="294"/>
                  </a:lnTo>
                  <a:lnTo>
                    <a:pt x="52" y="291"/>
                  </a:lnTo>
                  <a:lnTo>
                    <a:pt x="56" y="288"/>
                  </a:lnTo>
                  <a:lnTo>
                    <a:pt x="75" y="288"/>
                  </a:lnTo>
                  <a:lnTo>
                    <a:pt x="76" y="286"/>
                  </a:lnTo>
                  <a:lnTo>
                    <a:pt x="80" y="285"/>
                  </a:lnTo>
                  <a:lnTo>
                    <a:pt x="81" y="283"/>
                  </a:lnTo>
                  <a:lnTo>
                    <a:pt x="92" y="274"/>
                  </a:lnTo>
                  <a:lnTo>
                    <a:pt x="95" y="275"/>
                  </a:lnTo>
                  <a:lnTo>
                    <a:pt x="99" y="280"/>
                  </a:lnTo>
                  <a:lnTo>
                    <a:pt x="101" y="277"/>
                  </a:lnTo>
                  <a:lnTo>
                    <a:pt x="99" y="272"/>
                  </a:lnTo>
                  <a:lnTo>
                    <a:pt x="103" y="269"/>
                  </a:lnTo>
                  <a:lnTo>
                    <a:pt x="112" y="263"/>
                  </a:lnTo>
                  <a:lnTo>
                    <a:pt x="116" y="260"/>
                  </a:lnTo>
                  <a:lnTo>
                    <a:pt x="123" y="257"/>
                  </a:lnTo>
                  <a:lnTo>
                    <a:pt x="127" y="255"/>
                  </a:lnTo>
                  <a:lnTo>
                    <a:pt x="136" y="252"/>
                  </a:lnTo>
                  <a:lnTo>
                    <a:pt x="146" y="248"/>
                  </a:lnTo>
                  <a:lnTo>
                    <a:pt x="155" y="245"/>
                  </a:lnTo>
                  <a:lnTo>
                    <a:pt x="161" y="237"/>
                  </a:lnTo>
                  <a:lnTo>
                    <a:pt x="166" y="225"/>
                  </a:lnTo>
                  <a:lnTo>
                    <a:pt x="170" y="222"/>
                  </a:lnTo>
                  <a:lnTo>
                    <a:pt x="175" y="223"/>
                  </a:lnTo>
                  <a:lnTo>
                    <a:pt x="178" y="226"/>
                  </a:lnTo>
                  <a:lnTo>
                    <a:pt x="179" y="231"/>
                  </a:lnTo>
                  <a:lnTo>
                    <a:pt x="184" y="232"/>
                  </a:lnTo>
                  <a:lnTo>
                    <a:pt x="184" y="225"/>
                  </a:lnTo>
                  <a:lnTo>
                    <a:pt x="182" y="219"/>
                  </a:lnTo>
                  <a:lnTo>
                    <a:pt x="184" y="212"/>
                  </a:lnTo>
                  <a:lnTo>
                    <a:pt x="189" y="208"/>
                  </a:lnTo>
                  <a:lnTo>
                    <a:pt x="190" y="203"/>
                  </a:lnTo>
                  <a:lnTo>
                    <a:pt x="195" y="200"/>
                  </a:lnTo>
                  <a:lnTo>
                    <a:pt x="199" y="199"/>
                  </a:lnTo>
                  <a:lnTo>
                    <a:pt x="204" y="202"/>
                  </a:lnTo>
                  <a:lnTo>
                    <a:pt x="209" y="203"/>
                  </a:lnTo>
                  <a:lnTo>
                    <a:pt x="213" y="202"/>
                  </a:lnTo>
                  <a:lnTo>
                    <a:pt x="224" y="203"/>
                  </a:lnTo>
                  <a:lnTo>
                    <a:pt x="227" y="202"/>
                  </a:lnTo>
                  <a:lnTo>
                    <a:pt x="241" y="194"/>
                  </a:lnTo>
                  <a:lnTo>
                    <a:pt x="255" y="183"/>
                  </a:lnTo>
                  <a:lnTo>
                    <a:pt x="259" y="179"/>
                  </a:lnTo>
                  <a:lnTo>
                    <a:pt x="267" y="172"/>
                  </a:lnTo>
                  <a:lnTo>
                    <a:pt x="278" y="166"/>
                  </a:lnTo>
                  <a:lnTo>
                    <a:pt x="282" y="156"/>
                  </a:lnTo>
                  <a:lnTo>
                    <a:pt x="284" y="149"/>
                  </a:lnTo>
                  <a:lnTo>
                    <a:pt x="288" y="145"/>
                  </a:lnTo>
                  <a:lnTo>
                    <a:pt x="290" y="139"/>
                  </a:lnTo>
                  <a:lnTo>
                    <a:pt x="290" y="134"/>
                  </a:lnTo>
                  <a:lnTo>
                    <a:pt x="299" y="114"/>
                  </a:lnTo>
                  <a:lnTo>
                    <a:pt x="299" y="103"/>
                  </a:lnTo>
                  <a:lnTo>
                    <a:pt x="292" y="88"/>
                  </a:lnTo>
                  <a:lnTo>
                    <a:pt x="292" y="82"/>
                  </a:lnTo>
                  <a:lnTo>
                    <a:pt x="295" y="71"/>
                  </a:lnTo>
                  <a:lnTo>
                    <a:pt x="301" y="62"/>
                  </a:lnTo>
                  <a:lnTo>
                    <a:pt x="301" y="56"/>
                  </a:lnTo>
                  <a:lnTo>
                    <a:pt x="299" y="23"/>
                  </a:lnTo>
                  <a:lnTo>
                    <a:pt x="299" y="22"/>
                  </a:lnTo>
                  <a:lnTo>
                    <a:pt x="299" y="22"/>
                  </a:lnTo>
                  <a:lnTo>
                    <a:pt x="304" y="20"/>
                  </a:lnTo>
                  <a:lnTo>
                    <a:pt x="305" y="22"/>
                  </a:lnTo>
                  <a:lnTo>
                    <a:pt x="305" y="22"/>
                  </a:lnTo>
                  <a:lnTo>
                    <a:pt x="307" y="23"/>
                  </a:lnTo>
                  <a:lnTo>
                    <a:pt x="307" y="25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7" y="26"/>
                  </a:lnTo>
                  <a:lnTo>
                    <a:pt x="307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7" y="26"/>
                  </a:lnTo>
                  <a:lnTo>
                    <a:pt x="310" y="26"/>
                  </a:lnTo>
                  <a:lnTo>
                    <a:pt x="316" y="26"/>
                  </a:lnTo>
                  <a:lnTo>
                    <a:pt x="321" y="26"/>
                  </a:lnTo>
                  <a:lnTo>
                    <a:pt x="328" y="30"/>
                  </a:lnTo>
                  <a:lnTo>
                    <a:pt x="339" y="30"/>
                  </a:lnTo>
                  <a:lnTo>
                    <a:pt x="342" y="30"/>
                  </a:lnTo>
                  <a:lnTo>
                    <a:pt x="344" y="31"/>
                  </a:lnTo>
                  <a:lnTo>
                    <a:pt x="347" y="31"/>
                  </a:lnTo>
                  <a:lnTo>
                    <a:pt x="359" y="26"/>
                  </a:lnTo>
                  <a:lnTo>
                    <a:pt x="361" y="25"/>
                  </a:lnTo>
                  <a:lnTo>
                    <a:pt x="362" y="20"/>
                  </a:lnTo>
                  <a:lnTo>
                    <a:pt x="364" y="19"/>
                  </a:lnTo>
                  <a:lnTo>
                    <a:pt x="364" y="17"/>
                  </a:lnTo>
                  <a:lnTo>
                    <a:pt x="364" y="16"/>
                  </a:lnTo>
                  <a:lnTo>
                    <a:pt x="364" y="14"/>
                  </a:lnTo>
                  <a:lnTo>
                    <a:pt x="364" y="14"/>
                  </a:lnTo>
                  <a:lnTo>
                    <a:pt x="364" y="13"/>
                  </a:lnTo>
                  <a:lnTo>
                    <a:pt x="364" y="11"/>
                  </a:lnTo>
                  <a:lnTo>
                    <a:pt x="364" y="11"/>
                  </a:lnTo>
                  <a:lnTo>
                    <a:pt x="361" y="10"/>
                  </a:lnTo>
                  <a:lnTo>
                    <a:pt x="358" y="10"/>
                  </a:lnTo>
                  <a:lnTo>
                    <a:pt x="353" y="11"/>
                  </a:lnTo>
                  <a:lnTo>
                    <a:pt x="350" y="13"/>
                  </a:lnTo>
                  <a:lnTo>
                    <a:pt x="347" y="14"/>
                  </a:lnTo>
                  <a:lnTo>
                    <a:pt x="344" y="16"/>
                  </a:lnTo>
                  <a:lnTo>
                    <a:pt x="341" y="16"/>
                  </a:lnTo>
                  <a:lnTo>
                    <a:pt x="336" y="16"/>
                  </a:lnTo>
                  <a:lnTo>
                    <a:pt x="333" y="14"/>
                  </a:lnTo>
                  <a:lnTo>
                    <a:pt x="333" y="16"/>
                  </a:lnTo>
                  <a:lnTo>
                    <a:pt x="331" y="13"/>
                  </a:lnTo>
                  <a:lnTo>
                    <a:pt x="331" y="11"/>
                  </a:lnTo>
                  <a:lnTo>
                    <a:pt x="328" y="13"/>
                  </a:lnTo>
                  <a:lnTo>
                    <a:pt x="325" y="17"/>
                  </a:lnTo>
                  <a:lnTo>
                    <a:pt x="321" y="17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1" y="20"/>
                  </a:lnTo>
                  <a:lnTo>
                    <a:pt x="319" y="19"/>
                  </a:lnTo>
                  <a:lnTo>
                    <a:pt x="319" y="17"/>
                  </a:lnTo>
                  <a:lnTo>
                    <a:pt x="319" y="16"/>
                  </a:lnTo>
                  <a:lnTo>
                    <a:pt x="324" y="11"/>
                  </a:lnTo>
                  <a:lnTo>
                    <a:pt x="325" y="10"/>
                  </a:lnTo>
                  <a:lnTo>
                    <a:pt x="327" y="8"/>
                  </a:lnTo>
                  <a:lnTo>
                    <a:pt x="328" y="8"/>
                  </a:lnTo>
                  <a:lnTo>
                    <a:pt x="331" y="8"/>
                  </a:lnTo>
                  <a:lnTo>
                    <a:pt x="338" y="10"/>
                  </a:lnTo>
                  <a:lnTo>
                    <a:pt x="339" y="10"/>
                  </a:lnTo>
                  <a:lnTo>
                    <a:pt x="342" y="11"/>
                  </a:lnTo>
                  <a:lnTo>
                    <a:pt x="347" y="10"/>
                  </a:lnTo>
                  <a:lnTo>
                    <a:pt x="364" y="0"/>
                  </a:lnTo>
                  <a:lnTo>
                    <a:pt x="36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2695575" y="3343275"/>
              <a:ext cx="295275" cy="392113"/>
            </a:xfrm>
            <a:custGeom>
              <a:avLst/>
              <a:gdLst>
                <a:gd name="T0" fmla="*/ 216 w 372"/>
                <a:gd name="T1" fmla="*/ 30 h 495"/>
                <a:gd name="T2" fmla="*/ 238 w 372"/>
                <a:gd name="T3" fmla="*/ 55 h 495"/>
                <a:gd name="T4" fmla="*/ 212 w 372"/>
                <a:gd name="T5" fmla="*/ 66 h 495"/>
                <a:gd name="T6" fmla="*/ 206 w 372"/>
                <a:gd name="T7" fmla="*/ 83 h 495"/>
                <a:gd name="T8" fmla="*/ 215 w 372"/>
                <a:gd name="T9" fmla="*/ 103 h 495"/>
                <a:gd name="T10" fmla="*/ 235 w 372"/>
                <a:gd name="T11" fmla="*/ 119 h 495"/>
                <a:gd name="T12" fmla="*/ 256 w 372"/>
                <a:gd name="T13" fmla="*/ 98 h 495"/>
                <a:gd name="T14" fmla="*/ 292 w 372"/>
                <a:gd name="T15" fmla="*/ 112 h 495"/>
                <a:gd name="T16" fmla="*/ 281 w 372"/>
                <a:gd name="T17" fmla="*/ 153 h 495"/>
                <a:gd name="T18" fmla="*/ 272 w 372"/>
                <a:gd name="T19" fmla="*/ 196 h 495"/>
                <a:gd name="T20" fmla="*/ 272 w 372"/>
                <a:gd name="T21" fmla="*/ 221 h 495"/>
                <a:gd name="T22" fmla="*/ 273 w 372"/>
                <a:gd name="T23" fmla="*/ 238 h 495"/>
                <a:gd name="T24" fmla="*/ 298 w 372"/>
                <a:gd name="T25" fmla="*/ 253 h 495"/>
                <a:gd name="T26" fmla="*/ 330 w 372"/>
                <a:gd name="T27" fmla="*/ 261 h 495"/>
                <a:gd name="T28" fmla="*/ 319 w 372"/>
                <a:gd name="T29" fmla="*/ 275 h 495"/>
                <a:gd name="T30" fmla="*/ 293 w 372"/>
                <a:gd name="T31" fmla="*/ 281 h 495"/>
                <a:gd name="T32" fmla="*/ 289 w 372"/>
                <a:gd name="T33" fmla="*/ 312 h 495"/>
                <a:gd name="T34" fmla="*/ 284 w 372"/>
                <a:gd name="T35" fmla="*/ 330 h 495"/>
                <a:gd name="T36" fmla="*/ 278 w 372"/>
                <a:gd name="T37" fmla="*/ 361 h 495"/>
                <a:gd name="T38" fmla="*/ 306 w 372"/>
                <a:gd name="T39" fmla="*/ 367 h 495"/>
                <a:gd name="T40" fmla="*/ 312 w 372"/>
                <a:gd name="T41" fmla="*/ 395 h 495"/>
                <a:gd name="T42" fmla="*/ 355 w 372"/>
                <a:gd name="T43" fmla="*/ 385 h 495"/>
                <a:gd name="T44" fmla="*/ 365 w 372"/>
                <a:gd name="T45" fmla="*/ 419 h 495"/>
                <a:gd name="T46" fmla="*/ 342 w 372"/>
                <a:gd name="T47" fmla="*/ 439 h 495"/>
                <a:gd name="T48" fmla="*/ 333 w 372"/>
                <a:gd name="T49" fmla="*/ 453 h 495"/>
                <a:gd name="T50" fmla="*/ 287 w 372"/>
                <a:gd name="T51" fmla="*/ 448 h 495"/>
                <a:gd name="T52" fmla="*/ 247 w 372"/>
                <a:gd name="T53" fmla="*/ 473 h 495"/>
                <a:gd name="T54" fmla="*/ 226 w 372"/>
                <a:gd name="T55" fmla="*/ 442 h 495"/>
                <a:gd name="T56" fmla="*/ 201 w 372"/>
                <a:gd name="T57" fmla="*/ 445 h 495"/>
                <a:gd name="T58" fmla="*/ 210 w 372"/>
                <a:gd name="T59" fmla="*/ 472 h 495"/>
                <a:gd name="T60" fmla="*/ 189 w 372"/>
                <a:gd name="T61" fmla="*/ 490 h 495"/>
                <a:gd name="T62" fmla="*/ 173 w 372"/>
                <a:gd name="T63" fmla="*/ 472 h 495"/>
                <a:gd name="T64" fmla="*/ 143 w 372"/>
                <a:gd name="T65" fmla="*/ 473 h 495"/>
                <a:gd name="T66" fmla="*/ 113 w 372"/>
                <a:gd name="T67" fmla="*/ 493 h 495"/>
                <a:gd name="T68" fmla="*/ 70 w 372"/>
                <a:gd name="T69" fmla="*/ 482 h 495"/>
                <a:gd name="T70" fmla="*/ 20 w 372"/>
                <a:gd name="T71" fmla="*/ 450 h 495"/>
                <a:gd name="T72" fmla="*/ 3 w 372"/>
                <a:gd name="T73" fmla="*/ 432 h 495"/>
                <a:gd name="T74" fmla="*/ 21 w 372"/>
                <a:gd name="T75" fmla="*/ 401 h 495"/>
                <a:gd name="T76" fmla="*/ 54 w 372"/>
                <a:gd name="T77" fmla="*/ 404 h 495"/>
                <a:gd name="T78" fmla="*/ 51 w 372"/>
                <a:gd name="T79" fmla="*/ 373 h 495"/>
                <a:gd name="T80" fmla="*/ 60 w 372"/>
                <a:gd name="T81" fmla="*/ 355 h 495"/>
                <a:gd name="T82" fmla="*/ 52 w 372"/>
                <a:gd name="T83" fmla="*/ 342 h 495"/>
                <a:gd name="T84" fmla="*/ 64 w 372"/>
                <a:gd name="T85" fmla="*/ 310 h 495"/>
                <a:gd name="T86" fmla="*/ 64 w 372"/>
                <a:gd name="T87" fmla="*/ 286 h 495"/>
                <a:gd name="T88" fmla="*/ 64 w 372"/>
                <a:gd name="T89" fmla="*/ 258 h 495"/>
                <a:gd name="T90" fmla="*/ 89 w 372"/>
                <a:gd name="T91" fmla="*/ 232 h 495"/>
                <a:gd name="T92" fmla="*/ 101 w 372"/>
                <a:gd name="T93" fmla="*/ 253 h 495"/>
                <a:gd name="T94" fmla="*/ 117 w 372"/>
                <a:gd name="T95" fmla="*/ 273 h 495"/>
                <a:gd name="T96" fmla="*/ 126 w 372"/>
                <a:gd name="T97" fmla="*/ 279 h 495"/>
                <a:gd name="T98" fmla="*/ 143 w 372"/>
                <a:gd name="T99" fmla="*/ 289 h 495"/>
                <a:gd name="T100" fmla="*/ 169 w 372"/>
                <a:gd name="T101" fmla="*/ 278 h 495"/>
                <a:gd name="T102" fmla="*/ 186 w 372"/>
                <a:gd name="T103" fmla="*/ 264 h 495"/>
                <a:gd name="T104" fmla="*/ 212 w 372"/>
                <a:gd name="T105" fmla="*/ 258 h 495"/>
                <a:gd name="T106" fmla="*/ 212 w 372"/>
                <a:gd name="T107" fmla="*/ 239 h 495"/>
                <a:gd name="T108" fmla="*/ 187 w 372"/>
                <a:gd name="T109" fmla="*/ 222 h 495"/>
                <a:gd name="T110" fmla="*/ 163 w 372"/>
                <a:gd name="T111" fmla="*/ 192 h 495"/>
                <a:gd name="T112" fmla="*/ 127 w 372"/>
                <a:gd name="T113" fmla="*/ 166 h 495"/>
                <a:gd name="T114" fmla="*/ 152 w 372"/>
                <a:gd name="T115" fmla="*/ 126 h 495"/>
                <a:gd name="T116" fmla="*/ 124 w 372"/>
                <a:gd name="T117" fmla="*/ 103 h 495"/>
                <a:gd name="T118" fmla="*/ 144 w 372"/>
                <a:gd name="T119" fmla="*/ 83 h 495"/>
                <a:gd name="T120" fmla="*/ 167 w 372"/>
                <a:gd name="T121" fmla="*/ 58 h 495"/>
                <a:gd name="T122" fmla="*/ 175 w 372"/>
                <a:gd name="T123" fmla="*/ 27 h 495"/>
                <a:gd name="T124" fmla="*/ 187 w 372"/>
                <a:gd name="T125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2" h="495">
                  <a:moveTo>
                    <a:pt x="187" y="0"/>
                  </a:moveTo>
                  <a:lnTo>
                    <a:pt x="190" y="0"/>
                  </a:lnTo>
                  <a:lnTo>
                    <a:pt x="192" y="1"/>
                  </a:lnTo>
                  <a:lnTo>
                    <a:pt x="193" y="3"/>
                  </a:lnTo>
                  <a:lnTo>
                    <a:pt x="198" y="3"/>
                  </a:lnTo>
                  <a:lnTo>
                    <a:pt x="201" y="1"/>
                  </a:lnTo>
                  <a:lnTo>
                    <a:pt x="203" y="3"/>
                  </a:lnTo>
                  <a:lnTo>
                    <a:pt x="207" y="6"/>
                  </a:lnTo>
                  <a:lnTo>
                    <a:pt x="209" y="9"/>
                  </a:lnTo>
                  <a:lnTo>
                    <a:pt x="209" y="12"/>
                  </a:lnTo>
                  <a:lnTo>
                    <a:pt x="209" y="15"/>
                  </a:lnTo>
                  <a:lnTo>
                    <a:pt x="209" y="20"/>
                  </a:lnTo>
                  <a:lnTo>
                    <a:pt x="210" y="23"/>
                  </a:lnTo>
                  <a:lnTo>
                    <a:pt x="212" y="26"/>
                  </a:lnTo>
                  <a:lnTo>
                    <a:pt x="215" y="27"/>
                  </a:lnTo>
                  <a:lnTo>
                    <a:pt x="216" y="30"/>
                  </a:lnTo>
                  <a:lnTo>
                    <a:pt x="213" y="33"/>
                  </a:lnTo>
                  <a:lnTo>
                    <a:pt x="212" y="35"/>
                  </a:lnTo>
                  <a:lnTo>
                    <a:pt x="212" y="36"/>
                  </a:lnTo>
                  <a:lnTo>
                    <a:pt x="215" y="38"/>
                  </a:lnTo>
                  <a:lnTo>
                    <a:pt x="216" y="38"/>
                  </a:lnTo>
                  <a:lnTo>
                    <a:pt x="218" y="38"/>
                  </a:lnTo>
                  <a:lnTo>
                    <a:pt x="219" y="38"/>
                  </a:lnTo>
                  <a:lnTo>
                    <a:pt x="223" y="38"/>
                  </a:lnTo>
                  <a:lnTo>
                    <a:pt x="224" y="38"/>
                  </a:lnTo>
                  <a:lnTo>
                    <a:pt x="226" y="38"/>
                  </a:lnTo>
                  <a:lnTo>
                    <a:pt x="229" y="40"/>
                  </a:lnTo>
                  <a:lnTo>
                    <a:pt x="230" y="40"/>
                  </a:lnTo>
                  <a:lnTo>
                    <a:pt x="233" y="41"/>
                  </a:lnTo>
                  <a:lnTo>
                    <a:pt x="236" y="46"/>
                  </a:lnTo>
                  <a:lnTo>
                    <a:pt x="238" y="50"/>
                  </a:lnTo>
                  <a:lnTo>
                    <a:pt x="238" y="55"/>
                  </a:lnTo>
                  <a:lnTo>
                    <a:pt x="238" y="56"/>
                  </a:lnTo>
                  <a:lnTo>
                    <a:pt x="238" y="56"/>
                  </a:lnTo>
                  <a:lnTo>
                    <a:pt x="236" y="56"/>
                  </a:lnTo>
                  <a:lnTo>
                    <a:pt x="236" y="58"/>
                  </a:lnTo>
                  <a:lnTo>
                    <a:pt x="235" y="60"/>
                  </a:lnTo>
                  <a:lnTo>
                    <a:pt x="232" y="64"/>
                  </a:lnTo>
                  <a:lnTo>
                    <a:pt x="230" y="67"/>
                  </a:lnTo>
                  <a:lnTo>
                    <a:pt x="229" y="69"/>
                  </a:lnTo>
                  <a:lnTo>
                    <a:pt x="226" y="70"/>
                  </a:lnTo>
                  <a:lnTo>
                    <a:pt x="223" y="69"/>
                  </a:lnTo>
                  <a:lnTo>
                    <a:pt x="221" y="66"/>
                  </a:lnTo>
                  <a:lnTo>
                    <a:pt x="219" y="64"/>
                  </a:lnTo>
                  <a:lnTo>
                    <a:pt x="216" y="61"/>
                  </a:lnTo>
                  <a:lnTo>
                    <a:pt x="215" y="61"/>
                  </a:lnTo>
                  <a:lnTo>
                    <a:pt x="213" y="64"/>
                  </a:lnTo>
                  <a:lnTo>
                    <a:pt x="212" y="66"/>
                  </a:lnTo>
                  <a:lnTo>
                    <a:pt x="209" y="66"/>
                  </a:lnTo>
                  <a:lnTo>
                    <a:pt x="207" y="66"/>
                  </a:lnTo>
                  <a:lnTo>
                    <a:pt x="204" y="66"/>
                  </a:lnTo>
                  <a:lnTo>
                    <a:pt x="204" y="67"/>
                  </a:lnTo>
                  <a:lnTo>
                    <a:pt x="204" y="70"/>
                  </a:lnTo>
                  <a:lnTo>
                    <a:pt x="206" y="73"/>
                  </a:lnTo>
                  <a:lnTo>
                    <a:pt x="206" y="75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80"/>
                  </a:lnTo>
                  <a:lnTo>
                    <a:pt x="206" y="81"/>
                  </a:lnTo>
                  <a:lnTo>
                    <a:pt x="206" y="83"/>
                  </a:lnTo>
                  <a:lnTo>
                    <a:pt x="206" y="83"/>
                  </a:lnTo>
                  <a:lnTo>
                    <a:pt x="206" y="86"/>
                  </a:lnTo>
                  <a:lnTo>
                    <a:pt x="206" y="87"/>
                  </a:lnTo>
                  <a:lnTo>
                    <a:pt x="204" y="89"/>
                  </a:lnTo>
                  <a:lnTo>
                    <a:pt x="203" y="92"/>
                  </a:lnTo>
                  <a:lnTo>
                    <a:pt x="204" y="93"/>
                  </a:lnTo>
                  <a:lnTo>
                    <a:pt x="207" y="96"/>
                  </a:lnTo>
                  <a:lnTo>
                    <a:pt x="210" y="98"/>
                  </a:lnTo>
                  <a:lnTo>
                    <a:pt x="212" y="98"/>
                  </a:lnTo>
                  <a:lnTo>
                    <a:pt x="213" y="100"/>
                  </a:lnTo>
                  <a:lnTo>
                    <a:pt x="213" y="100"/>
                  </a:lnTo>
                  <a:lnTo>
                    <a:pt x="215" y="101"/>
                  </a:lnTo>
                  <a:lnTo>
                    <a:pt x="215" y="101"/>
                  </a:lnTo>
                  <a:lnTo>
                    <a:pt x="215" y="101"/>
                  </a:lnTo>
                  <a:lnTo>
                    <a:pt x="215" y="103"/>
                  </a:lnTo>
                  <a:lnTo>
                    <a:pt x="215" y="103"/>
                  </a:lnTo>
                  <a:lnTo>
                    <a:pt x="215" y="103"/>
                  </a:lnTo>
                  <a:lnTo>
                    <a:pt x="216" y="106"/>
                  </a:lnTo>
                  <a:lnTo>
                    <a:pt x="218" y="109"/>
                  </a:lnTo>
                  <a:lnTo>
                    <a:pt x="219" y="110"/>
                  </a:lnTo>
                  <a:lnTo>
                    <a:pt x="223" y="110"/>
                  </a:lnTo>
                  <a:lnTo>
                    <a:pt x="223" y="110"/>
                  </a:lnTo>
                  <a:lnTo>
                    <a:pt x="223" y="110"/>
                  </a:lnTo>
                  <a:lnTo>
                    <a:pt x="224" y="110"/>
                  </a:lnTo>
                  <a:lnTo>
                    <a:pt x="224" y="109"/>
                  </a:lnTo>
                  <a:lnTo>
                    <a:pt x="229" y="107"/>
                  </a:lnTo>
                  <a:lnTo>
                    <a:pt x="230" y="109"/>
                  </a:lnTo>
                  <a:lnTo>
                    <a:pt x="232" y="112"/>
                  </a:lnTo>
                  <a:lnTo>
                    <a:pt x="232" y="116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9"/>
                  </a:lnTo>
                  <a:lnTo>
                    <a:pt x="235" y="119"/>
                  </a:lnTo>
                  <a:lnTo>
                    <a:pt x="235" y="119"/>
                  </a:lnTo>
                  <a:lnTo>
                    <a:pt x="236" y="119"/>
                  </a:lnTo>
                  <a:lnTo>
                    <a:pt x="236" y="119"/>
                  </a:lnTo>
                  <a:lnTo>
                    <a:pt x="236" y="119"/>
                  </a:lnTo>
                  <a:lnTo>
                    <a:pt x="238" y="119"/>
                  </a:lnTo>
                  <a:lnTo>
                    <a:pt x="239" y="118"/>
                  </a:lnTo>
                  <a:lnTo>
                    <a:pt x="239" y="118"/>
                  </a:lnTo>
                  <a:lnTo>
                    <a:pt x="241" y="116"/>
                  </a:lnTo>
                  <a:lnTo>
                    <a:pt x="243" y="115"/>
                  </a:lnTo>
                  <a:lnTo>
                    <a:pt x="244" y="113"/>
                  </a:lnTo>
                  <a:lnTo>
                    <a:pt x="246" y="112"/>
                  </a:lnTo>
                  <a:lnTo>
                    <a:pt x="247" y="110"/>
                  </a:lnTo>
                  <a:lnTo>
                    <a:pt x="250" y="107"/>
                  </a:lnTo>
                  <a:lnTo>
                    <a:pt x="250" y="103"/>
                  </a:lnTo>
                  <a:lnTo>
                    <a:pt x="253" y="100"/>
                  </a:lnTo>
                  <a:lnTo>
                    <a:pt x="256" y="98"/>
                  </a:lnTo>
                  <a:lnTo>
                    <a:pt x="256" y="98"/>
                  </a:lnTo>
                  <a:lnTo>
                    <a:pt x="258" y="98"/>
                  </a:lnTo>
                  <a:lnTo>
                    <a:pt x="258" y="98"/>
                  </a:lnTo>
                  <a:lnTo>
                    <a:pt x="259" y="98"/>
                  </a:lnTo>
                  <a:lnTo>
                    <a:pt x="263" y="96"/>
                  </a:lnTo>
                  <a:lnTo>
                    <a:pt x="267" y="96"/>
                  </a:lnTo>
                  <a:lnTo>
                    <a:pt x="270" y="98"/>
                  </a:lnTo>
                  <a:lnTo>
                    <a:pt x="275" y="101"/>
                  </a:lnTo>
                  <a:lnTo>
                    <a:pt x="276" y="104"/>
                  </a:lnTo>
                  <a:lnTo>
                    <a:pt x="279" y="106"/>
                  </a:lnTo>
                  <a:lnTo>
                    <a:pt x="282" y="107"/>
                  </a:lnTo>
                  <a:lnTo>
                    <a:pt x="286" y="109"/>
                  </a:lnTo>
                  <a:lnTo>
                    <a:pt x="287" y="109"/>
                  </a:lnTo>
                  <a:lnTo>
                    <a:pt x="289" y="110"/>
                  </a:lnTo>
                  <a:lnTo>
                    <a:pt x="290" y="110"/>
                  </a:lnTo>
                  <a:lnTo>
                    <a:pt x="292" y="112"/>
                  </a:lnTo>
                  <a:lnTo>
                    <a:pt x="298" y="113"/>
                  </a:lnTo>
                  <a:lnTo>
                    <a:pt x="304" y="115"/>
                  </a:lnTo>
                  <a:lnTo>
                    <a:pt x="306" y="119"/>
                  </a:lnTo>
                  <a:lnTo>
                    <a:pt x="302" y="127"/>
                  </a:lnTo>
                  <a:lnTo>
                    <a:pt x="301" y="129"/>
                  </a:lnTo>
                  <a:lnTo>
                    <a:pt x="299" y="132"/>
                  </a:lnTo>
                  <a:lnTo>
                    <a:pt x="296" y="133"/>
                  </a:lnTo>
                  <a:lnTo>
                    <a:pt x="295" y="135"/>
                  </a:lnTo>
                  <a:lnTo>
                    <a:pt x="293" y="136"/>
                  </a:lnTo>
                  <a:lnTo>
                    <a:pt x="292" y="138"/>
                  </a:lnTo>
                  <a:lnTo>
                    <a:pt x="292" y="139"/>
                  </a:lnTo>
                  <a:lnTo>
                    <a:pt x="290" y="141"/>
                  </a:lnTo>
                  <a:lnTo>
                    <a:pt x="287" y="144"/>
                  </a:lnTo>
                  <a:lnTo>
                    <a:pt x="286" y="147"/>
                  </a:lnTo>
                  <a:lnTo>
                    <a:pt x="282" y="150"/>
                  </a:lnTo>
                  <a:lnTo>
                    <a:pt x="281" y="153"/>
                  </a:lnTo>
                  <a:lnTo>
                    <a:pt x="281" y="153"/>
                  </a:lnTo>
                  <a:lnTo>
                    <a:pt x="281" y="155"/>
                  </a:lnTo>
                  <a:lnTo>
                    <a:pt x="279" y="155"/>
                  </a:lnTo>
                  <a:lnTo>
                    <a:pt x="279" y="156"/>
                  </a:lnTo>
                  <a:lnTo>
                    <a:pt x="279" y="156"/>
                  </a:lnTo>
                  <a:lnTo>
                    <a:pt x="278" y="158"/>
                  </a:lnTo>
                  <a:lnTo>
                    <a:pt x="278" y="159"/>
                  </a:lnTo>
                  <a:lnTo>
                    <a:pt x="278" y="159"/>
                  </a:lnTo>
                  <a:lnTo>
                    <a:pt x="278" y="161"/>
                  </a:lnTo>
                  <a:lnTo>
                    <a:pt x="278" y="163"/>
                  </a:lnTo>
                  <a:lnTo>
                    <a:pt x="278" y="164"/>
                  </a:lnTo>
                  <a:lnTo>
                    <a:pt x="279" y="166"/>
                  </a:lnTo>
                  <a:lnTo>
                    <a:pt x="279" y="173"/>
                  </a:lnTo>
                  <a:lnTo>
                    <a:pt x="278" y="183"/>
                  </a:lnTo>
                  <a:lnTo>
                    <a:pt x="276" y="192"/>
                  </a:lnTo>
                  <a:lnTo>
                    <a:pt x="272" y="196"/>
                  </a:lnTo>
                  <a:lnTo>
                    <a:pt x="269" y="196"/>
                  </a:lnTo>
                  <a:lnTo>
                    <a:pt x="267" y="199"/>
                  </a:lnTo>
                  <a:lnTo>
                    <a:pt x="266" y="204"/>
                  </a:lnTo>
                  <a:lnTo>
                    <a:pt x="266" y="207"/>
                  </a:lnTo>
                  <a:lnTo>
                    <a:pt x="266" y="207"/>
                  </a:lnTo>
                  <a:lnTo>
                    <a:pt x="266" y="209"/>
                  </a:lnTo>
                  <a:lnTo>
                    <a:pt x="266" y="209"/>
                  </a:lnTo>
                  <a:lnTo>
                    <a:pt x="266" y="209"/>
                  </a:lnTo>
                  <a:lnTo>
                    <a:pt x="266" y="212"/>
                  </a:lnTo>
                  <a:lnTo>
                    <a:pt x="267" y="213"/>
                  </a:lnTo>
                  <a:lnTo>
                    <a:pt x="269" y="215"/>
                  </a:lnTo>
                  <a:lnTo>
                    <a:pt x="270" y="216"/>
                  </a:lnTo>
                  <a:lnTo>
                    <a:pt x="270" y="218"/>
                  </a:lnTo>
                  <a:lnTo>
                    <a:pt x="270" y="219"/>
                  </a:lnTo>
                  <a:lnTo>
                    <a:pt x="270" y="221"/>
                  </a:lnTo>
                  <a:lnTo>
                    <a:pt x="272" y="221"/>
                  </a:lnTo>
                  <a:lnTo>
                    <a:pt x="272" y="222"/>
                  </a:lnTo>
                  <a:lnTo>
                    <a:pt x="273" y="222"/>
                  </a:lnTo>
                  <a:lnTo>
                    <a:pt x="275" y="224"/>
                  </a:lnTo>
                  <a:lnTo>
                    <a:pt x="275" y="224"/>
                  </a:lnTo>
                  <a:lnTo>
                    <a:pt x="276" y="229"/>
                  </a:lnTo>
                  <a:lnTo>
                    <a:pt x="275" y="230"/>
                  </a:lnTo>
                  <a:lnTo>
                    <a:pt x="272" y="232"/>
                  </a:lnTo>
                  <a:lnTo>
                    <a:pt x="269" y="233"/>
                  </a:lnTo>
                  <a:lnTo>
                    <a:pt x="267" y="233"/>
                  </a:lnTo>
                  <a:lnTo>
                    <a:pt x="264" y="233"/>
                  </a:lnTo>
                  <a:lnTo>
                    <a:pt x="263" y="233"/>
                  </a:lnTo>
                  <a:lnTo>
                    <a:pt x="264" y="236"/>
                  </a:lnTo>
                  <a:lnTo>
                    <a:pt x="266" y="238"/>
                  </a:lnTo>
                  <a:lnTo>
                    <a:pt x="269" y="238"/>
                  </a:lnTo>
                  <a:lnTo>
                    <a:pt x="272" y="238"/>
                  </a:lnTo>
                  <a:lnTo>
                    <a:pt x="273" y="238"/>
                  </a:lnTo>
                  <a:lnTo>
                    <a:pt x="275" y="239"/>
                  </a:lnTo>
                  <a:lnTo>
                    <a:pt x="275" y="241"/>
                  </a:lnTo>
                  <a:lnTo>
                    <a:pt x="276" y="242"/>
                  </a:lnTo>
                  <a:lnTo>
                    <a:pt x="278" y="244"/>
                  </a:lnTo>
                  <a:lnTo>
                    <a:pt x="279" y="242"/>
                  </a:lnTo>
                  <a:lnTo>
                    <a:pt x="281" y="242"/>
                  </a:lnTo>
                  <a:lnTo>
                    <a:pt x="282" y="241"/>
                  </a:lnTo>
                  <a:lnTo>
                    <a:pt x="284" y="241"/>
                  </a:lnTo>
                  <a:lnTo>
                    <a:pt x="287" y="244"/>
                  </a:lnTo>
                  <a:lnTo>
                    <a:pt x="289" y="249"/>
                  </a:lnTo>
                  <a:lnTo>
                    <a:pt x="292" y="252"/>
                  </a:lnTo>
                  <a:lnTo>
                    <a:pt x="295" y="253"/>
                  </a:lnTo>
                  <a:lnTo>
                    <a:pt x="295" y="253"/>
                  </a:lnTo>
                  <a:lnTo>
                    <a:pt x="296" y="253"/>
                  </a:lnTo>
                  <a:lnTo>
                    <a:pt x="296" y="253"/>
                  </a:lnTo>
                  <a:lnTo>
                    <a:pt x="298" y="253"/>
                  </a:lnTo>
                  <a:lnTo>
                    <a:pt x="301" y="255"/>
                  </a:lnTo>
                  <a:lnTo>
                    <a:pt x="306" y="256"/>
                  </a:lnTo>
                  <a:lnTo>
                    <a:pt x="310" y="258"/>
                  </a:lnTo>
                  <a:lnTo>
                    <a:pt x="313" y="258"/>
                  </a:lnTo>
                  <a:lnTo>
                    <a:pt x="313" y="256"/>
                  </a:lnTo>
                  <a:lnTo>
                    <a:pt x="313" y="256"/>
                  </a:lnTo>
                  <a:lnTo>
                    <a:pt x="313" y="256"/>
                  </a:lnTo>
                  <a:lnTo>
                    <a:pt x="313" y="256"/>
                  </a:lnTo>
                  <a:lnTo>
                    <a:pt x="316" y="255"/>
                  </a:lnTo>
                  <a:lnTo>
                    <a:pt x="318" y="255"/>
                  </a:lnTo>
                  <a:lnTo>
                    <a:pt x="319" y="255"/>
                  </a:lnTo>
                  <a:lnTo>
                    <a:pt x="322" y="256"/>
                  </a:lnTo>
                  <a:lnTo>
                    <a:pt x="324" y="258"/>
                  </a:lnTo>
                  <a:lnTo>
                    <a:pt x="327" y="258"/>
                  </a:lnTo>
                  <a:lnTo>
                    <a:pt x="329" y="259"/>
                  </a:lnTo>
                  <a:lnTo>
                    <a:pt x="330" y="261"/>
                  </a:lnTo>
                  <a:lnTo>
                    <a:pt x="330" y="261"/>
                  </a:lnTo>
                  <a:lnTo>
                    <a:pt x="330" y="262"/>
                  </a:lnTo>
                  <a:lnTo>
                    <a:pt x="330" y="264"/>
                  </a:lnTo>
                  <a:lnTo>
                    <a:pt x="329" y="264"/>
                  </a:lnTo>
                  <a:lnTo>
                    <a:pt x="329" y="266"/>
                  </a:lnTo>
                  <a:lnTo>
                    <a:pt x="327" y="266"/>
                  </a:lnTo>
                  <a:lnTo>
                    <a:pt x="325" y="267"/>
                  </a:lnTo>
                  <a:lnTo>
                    <a:pt x="325" y="269"/>
                  </a:lnTo>
                  <a:lnTo>
                    <a:pt x="324" y="269"/>
                  </a:lnTo>
                  <a:lnTo>
                    <a:pt x="324" y="270"/>
                  </a:lnTo>
                  <a:lnTo>
                    <a:pt x="324" y="270"/>
                  </a:lnTo>
                  <a:lnTo>
                    <a:pt x="322" y="272"/>
                  </a:lnTo>
                  <a:lnTo>
                    <a:pt x="322" y="272"/>
                  </a:lnTo>
                  <a:lnTo>
                    <a:pt x="321" y="273"/>
                  </a:lnTo>
                  <a:lnTo>
                    <a:pt x="319" y="273"/>
                  </a:lnTo>
                  <a:lnTo>
                    <a:pt x="319" y="275"/>
                  </a:lnTo>
                  <a:lnTo>
                    <a:pt x="318" y="273"/>
                  </a:lnTo>
                  <a:lnTo>
                    <a:pt x="318" y="273"/>
                  </a:lnTo>
                  <a:lnTo>
                    <a:pt x="316" y="273"/>
                  </a:lnTo>
                  <a:lnTo>
                    <a:pt x="316" y="273"/>
                  </a:lnTo>
                  <a:lnTo>
                    <a:pt x="315" y="273"/>
                  </a:lnTo>
                  <a:lnTo>
                    <a:pt x="313" y="275"/>
                  </a:lnTo>
                  <a:lnTo>
                    <a:pt x="313" y="276"/>
                  </a:lnTo>
                  <a:lnTo>
                    <a:pt x="312" y="278"/>
                  </a:lnTo>
                  <a:lnTo>
                    <a:pt x="310" y="279"/>
                  </a:lnTo>
                  <a:lnTo>
                    <a:pt x="307" y="278"/>
                  </a:lnTo>
                  <a:lnTo>
                    <a:pt x="304" y="276"/>
                  </a:lnTo>
                  <a:lnTo>
                    <a:pt x="301" y="276"/>
                  </a:lnTo>
                  <a:lnTo>
                    <a:pt x="299" y="276"/>
                  </a:lnTo>
                  <a:lnTo>
                    <a:pt x="296" y="278"/>
                  </a:lnTo>
                  <a:lnTo>
                    <a:pt x="295" y="279"/>
                  </a:lnTo>
                  <a:lnTo>
                    <a:pt x="293" y="281"/>
                  </a:lnTo>
                  <a:lnTo>
                    <a:pt x="292" y="281"/>
                  </a:lnTo>
                  <a:lnTo>
                    <a:pt x="289" y="281"/>
                  </a:lnTo>
                  <a:lnTo>
                    <a:pt x="287" y="281"/>
                  </a:lnTo>
                  <a:lnTo>
                    <a:pt x="286" y="282"/>
                  </a:lnTo>
                  <a:lnTo>
                    <a:pt x="284" y="286"/>
                  </a:lnTo>
                  <a:lnTo>
                    <a:pt x="284" y="292"/>
                  </a:lnTo>
                  <a:lnTo>
                    <a:pt x="286" y="296"/>
                  </a:lnTo>
                  <a:lnTo>
                    <a:pt x="287" y="301"/>
                  </a:lnTo>
                  <a:lnTo>
                    <a:pt x="287" y="302"/>
                  </a:lnTo>
                  <a:lnTo>
                    <a:pt x="287" y="304"/>
                  </a:lnTo>
                  <a:lnTo>
                    <a:pt x="289" y="307"/>
                  </a:lnTo>
                  <a:lnTo>
                    <a:pt x="289" y="309"/>
                  </a:lnTo>
                  <a:lnTo>
                    <a:pt x="289" y="309"/>
                  </a:lnTo>
                  <a:lnTo>
                    <a:pt x="289" y="310"/>
                  </a:lnTo>
                  <a:lnTo>
                    <a:pt x="289" y="310"/>
                  </a:lnTo>
                  <a:lnTo>
                    <a:pt x="289" y="312"/>
                  </a:lnTo>
                  <a:lnTo>
                    <a:pt x="289" y="312"/>
                  </a:lnTo>
                  <a:lnTo>
                    <a:pt x="289" y="312"/>
                  </a:lnTo>
                  <a:lnTo>
                    <a:pt x="289" y="313"/>
                  </a:lnTo>
                  <a:lnTo>
                    <a:pt x="289" y="313"/>
                  </a:lnTo>
                  <a:lnTo>
                    <a:pt x="289" y="313"/>
                  </a:lnTo>
                  <a:lnTo>
                    <a:pt x="289" y="315"/>
                  </a:lnTo>
                  <a:lnTo>
                    <a:pt x="289" y="315"/>
                  </a:lnTo>
                  <a:lnTo>
                    <a:pt x="289" y="316"/>
                  </a:lnTo>
                  <a:lnTo>
                    <a:pt x="290" y="318"/>
                  </a:lnTo>
                  <a:lnTo>
                    <a:pt x="290" y="319"/>
                  </a:lnTo>
                  <a:lnTo>
                    <a:pt x="292" y="321"/>
                  </a:lnTo>
                  <a:lnTo>
                    <a:pt x="292" y="324"/>
                  </a:lnTo>
                  <a:lnTo>
                    <a:pt x="292" y="327"/>
                  </a:lnTo>
                  <a:lnTo>
                    <a:pt x="290" y="329"/>
                  </a:lnTo>
                  <a:lnTo>
                    <a:pt x="287" y="329"/>
                  </a:lnTo>
                  <a:lnTo>
                    <a:pt x="284" y="330"/>
                  </a:lnTo>
                  <a:lnTo>
                    <a:pt x="282" y="332"/>
                  </a:lnTo>
                  <a:lnTo>
                    <a:pt x="282" y="333"/>
                  </a:lnTo>
                  <a:lnTo>
                    <a:pt x="281" y="335"/>
                  </a:lnTo>
                  <a:lnTo>
                    <a:pt x="279" y="336"/>
                  </a:lnTo>
                  <a:lnTo>
                    <a:pt x="279" y="338"/>
                  </a:lnTo>
                  <a:lnTo>
                    <a:pt x="278" y="339"/>
                  </a:lnTo>
                  <a:lnTo>
                    <a:pt x="276" y="339"/>
                  </a:lnTo>
                  <a:lnTo>
                    <a:pt x="275" y="341"/>
                  </a:lnTo>
                  <a:lnTo>
                    <a:pt x="275" y="341"/>
                  </a:lnTo>
                  <a:lnTo>
                    <a:pt x="275" y="341"/>
                  </a:lnTo>
                  <a:lnTo>
                    <a:pt x="275" y="341"/>
                  </a:lnTo>
                  <a:lnTo>
                    <a:pt x="275" y="341"/>
                  </a:lnTo>
                  <a:lnTo>
                    <a:pt x="273" y="345"/>
                  </a:lnTo>
                  <a:lnTo>
                    <a:pt x="273" y="350"/>
                  </a:lnTo>
                  <a:lnTo>
                    <a:pt x="275" y="356"/>
                  </a:lnTo>
                  <a:lnTo>
                    <a:pt x="278" y="361"/>
                  </a:lnTo>
                  <a:lnTo>
                    <a:pt x="278" y="362"/>
                  </a:lnTo>
                  <a:lnTo>
                    <a:pt x="279" y="364"/>
                  </a:lnTo>
                  <a:lnTo>
                    <a:pt x="281" y="364"/>
                  </a:lnTo>
                  <a:lnTo>
                    <a:pt x="282" y="365"/>
                  </a:lnTo>
                  <a:lnTo>
                    <a:pt x="284" y="367"/>
                  </a:lnTo>
                  <a:lnTo>
                    <a:pt x="287" y="365"/>
                  </a:lnTo>
                  <a:lnTo>
                    <a:pt x="290" y="364"/>
                  </a:lnTo>
                  <a:lnTo>
                    <a:pt x="292" y="364"/>
                  </a:lnTo>
                  <a:lnTo>
                    <a:pt x="295" y="364"/>
                  </a:lnTo>
                  <a:lnTo>
                    <a:pt x="296" y="364"/>
                  </a:lnTo>
                  <a:lnTo>
                    <a:pt x="298" y="365"/>
                  </a:lnTo>
                  <a:lnTo>
                    <a:pt x="299" y="365"/>
                  </a:lnTo>
                  <a:lnTo>
                    <a:pt x="301" y="367"/>
                  </a:lnTo>
                  <a:lnTo>
                    <a:pt x="302" y="367"/>
                  </a:lnTo>
                  <a:lnTo>
                    <a:pt x="304" y="367"/>
                  </a:lnTo>
                  <a:lnTo>
                    <a:pt x="306" y="367"/>
                  </a:lnTo>
                  <a:lnTo>
                    <a:pt x="306" y="369"/>
                  </a:lnTo>
                  <a:lnTo>
                    <a:pt x="307" y="369"/>
                  </a:lnTo>
                  <a:lnTo>
                    <a:pt x="307" y="369"/>
                  </a:lnTo>
                  <a:lnTo>
                    <a:pt x="307" y="369"/>
                  </a:lnTo>
                  <a:lnTo>
                    <a:pt x="307" y="370"/>
                  </a:lnTo>
                  <a:lnTo>
                    <a:pt x="307" y="372"/>
                  </a:lnTo>
                  <a:lnTo>
                    <a:pt x="309" y="373"/>
                  </a:lnTo>
                  <a:lnTo>
                    <a:pt x="309" y="373"/>
                  </a:lnTo>
                  <a:lnTo>
                    <a:pt x="309" y="378"/>
                  </a:lnTo>
                  <a:lnTo>
                    <a:pt x="310" y="379"/>
                  </a:lnTo>
                  <a:lnTo>
                    <a:pt x="312" y="382"/>
                  </a:lnTo>
                  <a:lnTo>
                    <a:pt x="313" y="384"/>
                  </a:lnTo>
                  <a:lnTo>
                    <a:pt x="312" y="387"/>
                  </a:lnTo>
                  <a:lnTo>
                    <a:pt x="310" y="390"/>
                  </a:lnTo>
                  <a:lnTo>
                    <a:pt x="310" y="393"/>
                  </a:lnTo>
                  <a:lnTo>
                    <a:pt x="312" y="395"/>
                  </a:lnTo>
                  <a:lnTo>
                    <a:pt x="313" y="396"/>
                  </a:lnTo>
                  <a:lnTo>
                    <a:pt x="316" y="396"/>
                  </a:lnTo>
                  <a:lnTo>
                    <a:pt x="319" y="395"/>
                  </a:lnTo>
                  <a:lnTo>
                    <a:pt x="321" y="396"/>
                  </a:lnTo>
                  <a:lnTo>
                    <a:pt x="324" y="396"/>
                  </a:lnTo>
                  <a:lnTo>
                    <a:pt x="325" y="395"/>
                  </a:lnTo>
                  <a:lnTo>
                    <a:pt x="327" y="392"/>
                  </a:lnTo>
                  <a:lnTo>
                    <a:pt x="330" y="390"/>
                  </a:lnTo>
                  <a:lnTo>
                    <a:pt x="332" y="390"/>
                  </a:lnTo>
                  <a:lnTo>
                    <a:pt x="335" y="390"/>
                  </a:lnTo>
                  <a:lnTo>
                    <a:pt x="336" y="389"/>
                  </a:lnTo>
                  <a:lnTo>
                    <a:pt x="338" y="389"/>
                  </a:lnTo>
                  <a:lnTo>
                    <a:pt x="342" y="387"/>
                  </a:lnTo>
                  <a:lnTo>
                    <a:pt x="347" y="387"/>
                  </a:lnTo>
                  <a:lnTo>
                    <a:pt x="350" y="385"/>
                  </a:lnTo>
                  <a:lnTo>
                    <a:pt x="355" y="385"/>
                  </a:lnTo>
                  <a:lnTo>
                    <a:pt x="355" y="385"/>
                  </a:lnTo>
                  <a:lnTo>
                    <a:pt x="355" y="385"/>
                  </a:lnTo>
                  <a:lnTo>
                    <a:pt x="355" y="385"/>
                  </a:lnTo>
                  <a:lnTo>
                    <a:pt x="356" y="385"/>
                  </a:lnTo>
                  <a:lnTo>
                    <a:pt x="359" y="384"/>
                  </a:lnTo>
                  <a:lnTo>
                    <a:pt x="361" y="387"/>
                  </a:lnTo>
                  <a:lnTo>
                    <a:pt x="361" y="393"/>
                  </a:lnTo>
                  <a:lnTo>
                    <a:pt x="362" y="396"/>
                  </a:lnTo>
                  <a:lnTo>
                    <a:pt x="364" y="399"/>
                  </a:lnTo>
                  <a:lnTo>
                    <a:pt x="367" y="402"/>
                  </a:lnTo>
                  <a:lnTo>
                    <a:pt x="370" y="405"/>
                  </a:lnTo>
                  <a:lnTo>
                    <a:pt x="372" y="408"/>
                  </a:lnTo>
                  <a:lnTo>
                    <a:pt x="370" y="412"/>
                  </a:lnTo>
                  <a:lnTo>
                    <a:pt x="370" y="415"/>
                  </a:lnTo>
                  <a:lnTo>
                    <a:pt x="369" y="416"/>
                  </a:lnTo>
                  <a:lnTo>
                    <a:pt x="365" y="419"/>
                  </a:lnTo>
                  <a:lnTo>
                    <a:pt x="365" y="424"/>
                  </a:lnTo>
                  <a:lnTo>
                    <a:pt x="364" y="427"/>
                  </a:lnTo>
                  <a:lnTo>
                    <a:pt x="361" y="428"/>
                  </a:lnTo>
                  <a:lnTo>
                    <a:pt x="358" y="432"/>
                  </a:lnTo>
                  <a:lnTo>
                    <a:pt x="358" y="432"/>
                  </a:lnTo>
                  <a:lnTo>
                    <a:pt x="356" y="433"/>
                  </a:lnTo>
                  <a:lnTo>
                    <a:pt x="355" y="433"/>
                  </a:lnTo>
                  <a:lnTo>
                    <a:pt x="355" y="433"/>
                  </a:lnTo>
                  <a:lnTo>
                    <a:pt x="352" y="435"/>
                  </a:lnTo>
                  <a:lnTo>
                    <a:pt x="349" y="435"/>
                  </a:lnTo>
                  <a:lnTo>
                    <a:pt x="347" y="436"/>
                  </a:lnTo>
                  <a:lnTo>
                    <a:pt x="344" y="438"/>
                  </a:lnTo>
                  <a:lnTo>
                    <a:pt x="344" y="438"/>
                  </a:lnTo>
                  <a:lnTo>
                    <a:pt x="344" y="439"/>
                  </a:lnTo>
                  <a:lnTo>
                    <a:pt x="342" y="439"/>
                  </a:lnTo>
                  <a:lnTo>
                    <a:pt x="342" y="439"/>
                  </a:lnTo>
                  <a:lnTo>
                    <a:pt x="342" y="441"/>
                  </a:lnTo>
                  <a:lnTo>
                    <a:pt x="341" y="441"/>
                  </a:lnTo>
                  <a:lnTo>
                    <a:pt x="341" y="442"/>
                  </a:lnTo>
                  <a:lnTo>
                    <a:pt x="339" y="442"/>
                  </a:lnTo>
                  <a:lnTo>
                    <a:pt x="339" y="444"/>
                  </a:lnTo>
                  <a:lnTo>
                    <a:pt x="338" y="445"/>
                  </a:lnTo>
                  <a:lnTo>
                    <a:pt x="338" y="445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35" y="448"/>
                  </a:lnTo>
                  <a:lnTo>
                    <a:pt x="335" y="450"/>
                  </a:lnTo>
                  <a:lnTo>
                    <a:pt x="333" y="452"/>
                  </a:lnTo>
                  <a:lnTo>
                    <a:pt x="333" y="453"/>
                  </a:lnTo>
                  <a:lnTo>
                    <a:pt x="329" y="456"/>
                  </a:lnTo>
                  <a:lnTo>
                    <a:pt x="324" y="456"/>
                  </a:lnTo>
                  <a:lnTo>
                    <a:pt x="318" y="455"/>
                  </a:lnTo>
                  <a:lnTo>
                    <a:pt x="313" y="453"/>
                  </a:lnTo>
                  <a:lnTo>
                    <a:pt x="313" y="453"/>
                  </a:lnTo>
                  <a:lnTo>
                    <a:pt x="312" y="453"/>
                  </a:lnTo>
                  <a:lnTo>
                    <a:pt x="312" y="453"/>
                  </a:lnTo>
                  <a:lnTo>
                    <a:pt x="309" y="452"/>
                  </a:lnTo>
                  <a:lnTo>
                    <a:pt x="306" y="452"/>
                  </a:lnTo>
                  <a:lnTo>
                    <a:pt x="304" y="450"/>
                  </a:lnTo>
                  <a:lnTo>
                    <a:pt x="301" y="448"/>
                  </a:lnTo>
                  <a:lnTo>
                    <a:pt x="298" y="447"/>
                  </a:lnTo>
                  <a:lnTo>
                    <a:pt x="295" y="447"/>
                  </a:lnTo>
                  <a:lnTo>
                    <a:pt x="292" y="447"/>
                  </a:lnTo>
                  <a:lnTo>
                    <a:pt x="287" y="448"/>
                  </a:lnTo>
                  <a:lnTo>
                    <a:pt x="287" y="448"/>
                  </a:lnTo>
                  <a:lnTo>
                    <a:pt x="287" y="448"/>
                  </a:lnTo>
                  <a:lnTo>
                    <a:pt x="287" y="448"/>
                  </a:lnTo>
                  <a:lnTo>
                    <a:pt x="286" y="448"/>
                  </a:lnTo>
                  <a:lnTo>
                    <a:pt x="278" y="453"/>
                  </a:lnTo>
                  <a:lnTo>
                    <a:pt x="270" y="458"/>
                  </a:lnTo>
                  <a:lnTo>
                    <a:pt x="266" y="465"/>
                  </a:lnTo>
                  <a:lnTo>
                    <a:pt x="261" y="473"/>
                  </a:lnTo>
                  <a:lnTo>
                    <a:pt x="261" y="476"/>
                  </a:lnTo>
                  <a:lnTo>
                    <a:pt x="259" y="478"/>
                  </a:lnTo>
                  <a:lnTo>
                    <a:pt x="258" y="479"/>
                  </a:lnTo>
                  <a:lnTo>
                    <a:pt x="255" y="481"/>
                  </a:lnTo>
                  <a:lnTo>
                    <a:pt x="253" y="479"/>
                  </a:lnTo>
                  <a:lnTo>
                    <a:pt x="250" y="479"/>
                  </a:lnTo>
                  <a:lnTo>
                    <a:pt x="249" y="478"/>
                  </a:lnTo>
                  <a:lnTo>
                    <a:pt x="247" y="476"/>
                  </a:lnTo>
                  <a:lnTo>
                    <a:pt x="247" y="473"/>
                  </a:lnTo>
                  <a:lnTo>
                    <a:pt x="246" y="472"/>
                  </a:lnTo>
                  <a:lnTo>
                    <a:pt x="244" y="470"/>
                  </a:lnTo>
                  <a:lnTo>
                    <a:pt x="243" y="468"/>
                  </a:lnTo>
                  <a:lnTo>
                    <a:pt x="243" y="465"/>
                  </a:lnTo>
                  <a:lnTo>
                    <a:pt x="243" y="464"/>
                  </a:lnTo>
                  <a:lnTo>
                    <a:pt x="243" y="461"/>
                  </a:lnTo>
                  <a:lnTo>
                    <a:pt x="241" y="459"/>
                  </a:lnTo>
                  <a:lnTo>
                    <a:pt x="239" y="458"/>
                  </a:lnTo>
                  <a:lnTo>
                    <a:pt x="238" y="458"/>
                  </a:lnTo>
                  <a:lnTo>
                    <a:pt x="236" y="456"/>
                  </a:lnTo>
                  <a:lnTo>
                    <a:pt x="235" y="455"/>
                  </a:lnTo>
                  <a:lnTo>
                    <a:pt x="232" y="453"/>
                  </a:lnTo>
                  <a:lnTo>
                    <a:pt x="230" y="452"/>
                  </a:lnTo>
                  <a:lnTo>
                    <a:pt x="227" y="450"/>
                  </a:lnTo>
                  <a:lnTo>
                    <a:pt x="226" y="448"/>
                  </a:lnTo>
                  <a:lnTo>
                    <a:pt x="226" y="442"/>
                  </a:lnTo>
                  <a:lnTo>
                    <a:pt x="227" y="436"/>
                  </a:lnTo>
                  <a:lnTo>
                    <a:pt x="229" y="428"/>
                  </a:lnTo>
                  <a:lnTo>
                    <a:pt x="230" y="422"/>
                  </a:lnTo>
                  <a:lnTo>
                    <a:pt x="230" y="416"/>
                  </a:lnTo>
                  <a:lnTo>
                    <a:pt x="226" y="418"/>
                  </a:lnTo>
                  <a:lnTo>
                    <a:pt x="219" y="424"/>
                  </a:lnTo>
                  <a:lnTo>
                    <a:pt x="216" y="424"/>
                  </a:lnTo>
                  <a:lnTo>
                    <a:pt x="213" y="424"/>
                  </a:lnTo>
                  <a:lnTo>
                    <a:pt x="212" y="425"/>
                  </a:lnTo>
                  <a:lnTo>
                    <a:pt x="210" y="428"/>
                  </a:lnTo>
                  <a:lnTo>
                    <a:pt x="209" y="432"/>
                  </a:lnTo>
                  <a:lnTo>
                    <a:pt x="207" y="435"/>
                  </a:lnTo>
                  <a:lnTo>
                    <a:pt x="206" y="438"/>
                  </a:lnTo>
                  <a:lnTo>
                    <a:pt x="204" y="441"/>
                  </a:lnTo>
                  <a:lnTo>
                    <a:pt x="203" y="442"/>
                  </a:lnTo>
                  <a:lnTo>
                    <a:pt x="201" y="445"/>
                  </a:lnTo>
                  <a:lnTo>
                    <a:pt x="200" y="447"/>
                  </a:lnTo>
                  <a:lnTo>
                    <a:pt x="200" y="448"/>
                  </a:lnTo>
                  <a:lnTo>
                    <a:pt x="198" y="450"/>
                  </a:lnTo>
                  <a:lnTo>
                    <a:pt x="196" y="453"/>
                  </a:lnTo>
                  <a:lnTo>
                    <a:pt x="198" y="456"/>
                  </a:lnTo>
                  <a:lnTo>
                    <a:pt x="200" y="459"/>
                  </a:lnTo>
                  <a:lnTo>
                    <a:pt x="203" y="461"/>
                  </a:lnTo>
                  <a:lnTo>
                    <a:pt x="203" y="461"/>
                  </a:lnTo>
                  <a:lnTo>
                    <a:pt x="203" y="461"/>
                  </a:lnTo>
                  <a:lnTo>
                    <a:pt x="203" y="461"/>
                  </a:lnTo>
                  <a:lnTo>
                    <a:pt x="204" y="462"/>
                  </a:lnTo>
                  <a:lnTo>
                    <a:pt x="206" y="464"/>
                  </a:lnTo>
                  <a:lnTo>
                    <a:pt x="207" y="465"/>
                  </a:lnTo>
                  <a:lnTo>
                    <a:pt x="209" y="467"/>
                  </a:lnTo>
                  <a:lnTo>
                    <a:pt x="210" y="470"/>
                  </a:lnTo>
                  <a:lnTo>
                    <a:pt x="210" y="472"/>
                  </a:lnTo>
                  <a:lnTo>
                    <a:pt x="210" y="473"/>
                  </a:lnTo>
                  <a:lnTo>
                    <a:pt x="210" y="475"/>
                  </a:lnTo>
                  <a:lnTo>
                    <a:pt x="210" y="476"/>
                  </a:lnTo>
                  <a:lnTo>
                    <a:pt x="210" y="478"/>
                  </a:lnTo>
                  <a:lnTo>
                    <a:pt x="209" y="479"/>
                  </a:lnTo>
                  <a:lnTo>
                    <a:pt x="207" y="481"/>
                  </a:lnTo>
                  <a:lnTo>
                    <a:pt x="206" y="481"/>
                  </a:lnTo>
                  <a:lnTo>
                    <a:pt x="204" y="484"/>
                  </a:lnTo>
                  <a:lnTo>
                    <a:pt x="203" y="485"/>
                  </a:lnTo>
                  <a:lnTo>
                    <a:pt x="201" y="487"/>
                  </a:lnTo>
                  <a:lnTo>
                    <a:pt x="198" y="487"/>
                  </a:lnTo>
                  <a:lnTo>
                    <a:pt x="196" y="488"/>
                  </a:lnTo>
                  <a:lnTo>
                    <a:pt x="195" y="488"/>
                  </a:lnTo>
                  <a:lnTo>
                    <a:pt x="193" y="490"/>
                  </a:lnTo>
                  <a:lnTo>
                    <a:pt x="190" y="490"/>
                  </a:lnTo>
                  <a:lnTo>
                    <a:pt x="189" y="490"/>
                  </a:lnTo>
                  <a:lnTo>
                    <a:pt x="186" y="488"/>
                  </a:lnTo>
                  <a:lnTo>
                    <a:pt x="186" y="487"/>
                  </a:lnTo>
                  <a:lnTo>
                    <a:pt x="184" y="484"/>
                  </a:lnTo>
                  <a:lnTo>
                    <a:pt x="184" y="484"/>
                  </a:lnTo>
                  <a:lnTo>
                    <a:pt x="184" y="482"/>
                  </a:lnTo>
                  <a:lnTo>
                    <a:pt x="184" y="481"/>
                  </a:lnTo>
                  <a:lnTo>
                    <a:pt x="184" y="479"/>
                  </a:lnTo>
                  <a:lnTo>
                    <a:pt x="184" y="478"/>
                  </a:lnTo>
                  <a:lnTo>
                    <a:pt x="183" y="475"/>
                  </a:lnTo>
                  <a:lnTo>
                    <a:pt x="183" y="473"/>
                  </a:lnTo>
                  <a:lnTo>
                    <a:pt x="181" y="472"/>
                  </a:lnTo>
                  <a:lnTo>
                    <a:pt x="180" y="470"/>
                  </a:lnTo>
                  <a:lnTo>
                    <a:pt x="178" y="470"/>
                  </a:lnTo>
                  <a:lnTo>
                    <a:pt x="176" y="472"/>
                  </a:lnTo>
                  <a:lnTo>
                    <a:pt x="175" y="472"/>
                  </a:lnTo>
                  <a:lnTo>
                    <a:pt x="173" y="472"/>
                  </a:lnTo>
                  <a:lnTo>
                    <a:pt x="172" y="472"/>
                  </a:lnTo>
                  <a:lnTo>
                    <a:pt x="170" y="473"/>
                  </a:lnTo>
                  <a:lnTo>
                    <a:pt x="169" y="473"/>
                  </a:lnTo>
                  <a:lnTo>
                    <a:pt x="167" y="473"/>
                  </a:lnTo>
                  <a:lnTo>
                    <a:pt x="166" y="473"/>
                  </a:lnTo>
                  <a:lnTo>
                    <a:pt x="164" y="473"/>
                  </a:lnTo>
                  <a:lnTo>
                    <a:pt x="163" y="473"/>
                  </a:lnTo>
                  <a:lnTo>
                    <a:pt x="158" y="473"/>
                  </a:lnTo>
                  <a:lnTo>
                    <a:pt x="155" y="473"/>
                  </a:lnTo>
                  <a:lnTo>
                    <a:pt x="152" y="473"/>
                  </a:lnTo>
                  <a:lnTo>
                    <a:pt x="150" y="473"/>
                  </a:lnTo>
                  <a:lnTo>
                    <a:pt x="149" y="472"/>
                  </a:lnTo>
                  <a:lnTo>
                    <a:pt x="147" y="472"/>
                  </a:lnTo>
                  <a:lnTo>
                    <a:pt x="146" y="472"/>
                  </a:lnTo>
                  <a:lnTo>
                    <a:pt x="144" y="472"/>
                  </a:lnTo>
                  <a:lnTo>
                    <a:pt x="143" y="473"/>
                  </a:lnTo>
                  <a:lnTo>
                    <a:pt x="140" y="473"/>
                  </a:lnTo>
                  <a:lnTo>
                    <a:pt x="140" y="476"/>
                  </a:lnTo>
                  <a:lnTo>
                    <a:pt x="137" y="481"/>
                  </a:lnTo>
                  <a:lnTo>
                    <a:pt x="133" y="487"/>
                  </a:lnTo>
                  <a:lnTo>
                    <a:pt x="129" y="492"/>
                  </a:lnTo>
                  <a:lnTo>
                    <a:pt x="124" y="492"/>
                  </a:lnTo>
                  <a:lnTo>
                    <a:pt x="123" y="492"/>
                  </a:lnTo>
                  <a:lnTo>
                    <a:pt x="121" y="490"/>
                  </a:lnTo>
                  <a:lnTo>
                    <a:pt x="120" y="490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7" y="490"/>
                  </a:lnTo>
                  <a:lnTo>
                    <a:pt x="117" y="492"/>
                  </a:lnTo>
                  <a:lnTo>
                    <a:pt x="115" y="492"/>
                  </a:lnTo>
                  <a:lnTo>
                    <a:pt x="115" y="493"/>
                  </a:lnTo>
                  <a:lnTo>
                    <a:pt x="113" y="493"/>
                  </a:lnTo>
                  <a:lnTo>
                    <a:pt x="113" y="495"/>
                  </a:lnTo>
                  <a:lnTo>
                    <a:pt x="112" y="495"/>
                  </a:lnTo>
                  <a:lnTo>
                    <a:pt x="110" y="492"/>
                  </a:lnTo>
                  <a:lnTo>
                    <a:pt x="107" y="490"/>
                  </a:lnTo>
                  <a:lnTo>
                    <a:pt x="106" y="487"/>
                  </a:lnTo>
                  <a:lnTo>
                    <a:pt x="103" y="485"/>
                  </a:lnTo>
                  <a:lnTo>
                    <a:pt x="101" y="484"/>
                  </a:lnTo>
                  <a:lnTo>
                    <a:pt x="100" y="482"/>
                  </a:lnTo>
                  <a:lnTo>
                    <a:pt x="98" y="482"/>
                  </a:lnTo>
                  <a:lnTo>
                    <a:pt x="95" y="484"/>
                  </a:lnTo>
                  <a:lnTo>
                    <a:pt x="90" y="485"/>
                  </a:lnTo>
                  <a:lnTo>
                    <a:pt x="84" y="485"/>
                  </a:lnTo>
                  <a:lnTo>
                    <a:pt x="80" y="485"/>
                  </a:lnTo>
                  <a:lnTo>
                    <a:pt x="74" y="484"/>
                  </a:lnTo>
                  <a:lnTo>
                    <a:pt x="72" y="484"/>
                  </a:lnTo>
                  <a:lnTo>
                    <a:pt x="70" y="482"/>
                  </a:lnTo>
                  <a:lnTo>
                    <a:pt x="69" y="482"/>
                  </a:lnTo>
                  <a:lnTo>
                    <a:pt x="67" y="481"/>
                  </a:lnTo>
                  <a:lnTo>
                    <a:pt x="64" y="481"/>
                  </a:lnTo>
                  <a:lnTo>
                    <a:pt x="61" y="479"/>
                  </a:lnTo>
                  <a:lnTo>
                    <a:pt x="58" y="479"/>
                  </a:lnTo>
                  <a:lnTo>
                    <a:pt x="55" y="478"/>
                  </a:lnTo>
                  <a:lnTo>
                    <a:pt x="47" y="475"/>
                  </a:lnTo>
                  <a:lnTo>
                    <a:pt x="41" y="472"/>
                  </a:lnTo>
                  <a:lnTo>
                    <a:pt x="38" y="465"/>
                  </a:lnTo>
                  <a:lnTo>
                    <a:pt x="35" y="458"/>
                  </a:lnTo>
                  <a:lnTo>
                    <a:pt x="34" y="456"/>
                  </a:lnTo>
                  <a:lnTo>
                    <a:pt x="31" y="456"/>
                  </a:lnTo>
                  <a:lnTo>
                    <a:pt x="26" y="455"/>
                  </a:lnTo>
                  <a:lnTo>
                    <a:pt x="23" y="455"/>
                  </a:lnTo>
                  <a:lnTo>
                    <a:pt x="21" y="453"/>
                  </a:lnTo>
                  <a:lnTo>
                    <a:pt x="20" y="450"/>
                  </a:lnTo>
                  <a:lnTo>
                    <a:pt x="20" y="447"/>
                  </a:lnTo>
                  <a:lnTo>
                    <a:pt x="20" y="444"/>
                  </a:lnTo>
                  <a:lnTo>
                    <a:pt x="17" y="442"/>
                  </a:lnTo>
                  <a:lnTo>
                    <a:pt x="15" y="444"/>
                  </a:lnTo>
                  <a:lnTo>
                    <a:pt x="14" y="445"/>
                  </a:lnTo>
                  <a:lnTo>
                    <a:pt x="11" y="444"/>
                  </a:lnTo>
                  <a:lnTo>
                    <a:pt x="9" y="442"/>
                  </a:lnTo>
                  <a:lnTo>
                    <a:pt x="7" y="441"/>
                  </a:lnTo>
                  <a:lnTo>
                    <a:pt x="7" y="438"/>
                  </a:lnTo>
                  <a:lnTo>
                    <a:pt x="7" y="436"/>
                  </a:lnTo>
                  <a:lnTo>
                    <a:pt x="6" y="436"/>
                  </a:lnTo>
                  <a:lnTo>
                    <a:pt x="6" y="436"/>
                  </a:lnTo>
                  <a:lnTo>
                    <a:pt x="4" y="436"/>
                  </a:lnTo>
                  <a:lnTo>
                    <a:pt x="3" y="436"/>
                  </a:lnTo>
                  <a:lnTo>
                    <a:pt x="3" y="435"/>
                  </a:lnTo>
                  <a:lnTo>
                    <a:pt x="3" y="432"/>
                  </a:lnTo>
                  <a:lnTo>
                    <a:pt x="1" y="430"/>
                  </a:lnTo>
                  <a:lnTo>
                    <a:pt x="0" y="428"/>
                  </a:lnTo>
                  <a:lnTo>
                    <a:pt x="0" y="425"/>
                  </a:lnTo>
                  <a:lnTo>
                    <a:pt x="0" y="424"/>
                  </a:lnTo>
                  <a:lnTo>
                    <a:pt x="1" y="421"/>
                  </a:lnTo>
                  <a:lnTo>
                    <a:pt x="0" y="418"/>
                  </a:lnTo>
                  <a:lnTo>
                    <a:pt x="3" y="415"/>
                  </a:lnTo>
                  <a:lnTo>
                    <a:pt x="7" y="413"/>
                  </a:lnTo>
                  <a:lnTo>
                    <a:pt x="11" y="412"/>
                  </a:lnTo>
                  <a:lnTo>
                    <a:pt x="15" y="412"/>
                  </a:lnTo>
                  <a:lnTo>
                    <a:pt x="18" y="408"/>
                  </a:lnTo>
                  <a:lnTo>
                    <a:pt x="18" y="407"/>
                  </a:lnTo>
                  <a:lnTo>
                    <a:pt x="20" y="404"/>
                  </a:lnTo>
                  <a:lnTo>
                    <a:pt x="21" y="401"/>
                  </a:lnTo>
                  <a:lnTo>
                    <a:pt x="21" y="401"/>
                  </a:lnTo>
                  <a:lnTo>
                    <a:pt x="21" y="401"/>
                  </a:lnTo>
                  <a:lnTo>
                    <a:pt x="23" y="401"/>
                  </a:lnTo>
                  <a:lnTo>
                    <a:pt x="23" y="401"/>
                  </a:lnTo>
                  <a:lnTo>
                    <a:pt x="24" y="401"/>
                  </a:lnTo>
                  <a:lnTo>
                    <a:pt x="26" y="399"/>
                  </a:lnTo>
                  <a:lnTo>
                    <a:pt x="26" y="398"/>
                  </a:lnTo>
                  <a:lnTo>
                    <a:pt x="27" y="396"/>
                  </a:lnTo>
                  <a:lnTo>
                    <a:pt x="29" y="395"/>
                  </a:lnTo>
                  <a:lnTo>
                    <a:pt x="32" y="395"/>
                  </a:lnTo>
                  <a:lnTo>
                    <a:pt x="34" y="395"/>
                  </a:lnTo>
                  <a:lnTo>
                    <a:pt x="37" y="395"/>
                  </a:lnTo>
                  <a:lnTo>
                    <a:pt x="38" y="393"/>
                  </a:lnTo>
                  <a:lnTo>
                    <a:pt x="41" y="395"/>
                  </a:lnTo>
                  <a:lnTo>
                    <a:pt x="44" y="396"/>
                  </a:lnTo>
                  <a:lnTo>
                    <a:pt x="47" y="398"/>
                  </a:lnTo>
                  <a:lnTo>
                    <a:pt x="49" y="401"/>
                  </a:lnTo>
                  <a:lnTo>
                    <a:pt x="54" y="404"/>
                  </a:lnTo>
                  <a:lnTo>
                    <a:pt x="57" y="405"/>
                  </a:lnTo>
                  <a:lnTo>
                    <a:pt x="60" y="405"/>
                  </a:lnTo>
                  <a:lnTo>
                    <a:pt x="60" y="402"/>
                  </a:lnTo>
                  <a:lnTo>
                    <a:pt x="60" y="399"/>
                  </a:lnTo>
                  <a:lnTo>
                    <a:pt x="58" y="396"/>
                  </a:lnTo>
                  <a:lnTo>
                    <a:pt x="58" y="393"/>
                  </a:lnTo>
                  <a:lnTo>
                    <a:pt x="57" y="390"/>
                  </a:lnTo>
                  <a:lnTo>
                    <a:pt x="55" y="385"/>
                  </a:lnTo>
                  <a:lnTo>
                    <a:pt x="54" y="382"/>
                  </a:lnTo>
                  <a:lnTo>
                    <a:pt x="52" y="379"/>
                  </a:lnTo>
                  <a:lnTo>
                    <a:pt x="52" y="379"/>
                  </a:lnTo>
                  <a:lnTo>
                    <a:pt x="52" y="378"/>
                  </a:lnTo>
                  <a:lnTo>
                    <a:pt x="52" y="378"/>
                  </a:lnTo>
                  <a:lnTo>
                    <a:pt x="51" y="378"/>
                  </a:lnTo>
                  <a:lnTo>
                    <a:pt x="51" y="375"/>
                  </a:lnTo>
                  <a:lnTo>
                    <a:pt x="51" y="373"/>
                  </a:lnTo>
                  <a:lnTo>
                    <a:pt x="51" y="370"/>
                  </a:lnTo>
                  <a:lnTo>
                    <a:pt x="49" y="367"/>
                  </a:lnTo>
                  <a:lnTo>
                    <a:pt x="49" y="365"/>
                  </a:lnTo>
                  <a:lnTo>
                    <a:pt x="49" y="364"/>
                  </a:lnTo>
                  <a:lnTo>
                    <a:pt x="49" y="362"/>
                  </a:lnTo>
                  <a:lnTo>
                    <a:pt x="47" y="361"/>
                  </a:lnTo>
                  <a:lnTo>
                    <a:pt x="51" y="361"/>
                  </a:lnTo>
                  <a:lnTo>
                    <a:pt x="54" y="362"/>
                  </a:lnTo>
                  <a:lnTo>
                    <a:pt x="57" y="362"/>
                  </a:lnTo>
                  <a:lnTo>
                    <a:pt x="60" y="362"/>
                  </a:lnTo>
                  <a:lnTo>
                    <a:pt x="61" y="361"/>
                  </a:lnTo>
                  <a:lnTo>
                    <a:pt x="61" y="361"/>
                  </a:lnTo>
                  <a:lnTo>
                    <a:pt x="61" y="359"/>
                  </a:lnTo>
                  <a:lnTo>
                    <a:pt x="61" y="359"/>
                  </a:lnTo>
                  <a:lnTo>
                    <a:pt x="61" y="356"/>
                  </a:lnTo>
                  <a:lnTo>
                    <a:pt x="60" y="355"/>
                  </a:lnTo>
                  <a:lnTo>
                    <a:pt x="58" y="352"/>
                  </a:lnTo>
                  <a:lnTo>
                    <a:pt x="57" y="350"/>
                  </a:lnTo>
                  <a:lnTo>
                    <a:pt x="57" y="350"/>
                  </a:lnTo>
                  <a:lnTo>
                    <a:pt x="55" y="349"/>
                  </a:lnTo>
                  <a:lnTo>
                    <a:pt x="55" y="349"/>
                  </a:lnTo>
                  <a:lnTo>
                    <a:pt x="55" y="349"/>
                  </a:lnTo>
                  <a:lnTo>
                    <a:pt x="54" y="347"/>
                  </a:lnTo>
                  <a:lnTo>
                    <a:pt x="54" y="347"/>
                  </a:lnTo>
                  <a:lnTo>
                    <a:pt x="54" y="345"/>
                  </a:lnTo>
                  <a:lnTo>
                    <a:pt x="54" y="344"/>
                  </a:lnTo>
                  <a:lnTo>
                    <a:pt x="54" y="344"/>
                  </a:lnTo>
                  <a:lnTo>
                    <a:pt x="54" y="344"/>
                  </a:lnTo>
                  <a:lnTo>
                    <a:pt x="54" y="342"/>
                  </a:lnTo>
                  <a:lnTo>
                    <a:pt x="55" y="342"/>
                  </a:lnTo>
                  <a:lnTo>
                    <a:pt x="54" y="342"/>
                  </a:lnTo>
                  <a:lnTo>
                    <a:pt x="52" y="342"/>
                  </a:lnTo>
                  <a:lnTo>
                    <a:pt x="52" y="341"/>
                  </a:lnTo>
                  <a:lnTo>
                    <a:pt x="51" y="341"/>
                  </a:lnTo>
                  <a:lnTo>
                    <a:pt x="54" y="338"/>
                  </a:lnTo>
                  <a:lnTo>
                    <a:pt x="55" y="335"/>
                  </a:lnTo>
                  <a:lnTo>
                    <a:pt x="57" y="332"/>
                  </a:lnTo>
                  <a:lnTo>
                    <a:pt x="60" y="330"/>
                  </a:lnTo>
                  <a:lnTo>
                    <a:pt x="63" y="327"/>
                  </a:lnTo>
                  <a:lnTo>
                    <a:pt x="61" y="325"/>
                  </a:lnTo>
                  <a:lnTo>
                    <a:pt x="60" y="322"/>
                  </a:lnTo>
                  <a:lnTo>
                    <a:pt x="60" y="319"/>
                  </a:lnTo>
                  <a:lnTo>
                    <a:pt x="61" y="318"/>
                  </a:lnTo>
                  <a:lnTo>
                    <a:pt x="63" y="318"/>
                  </a:lnTo>
                  <a:lnTo>
                    <a:pt x="63" y="318"/>
                  </a:lnTo>
                  <a:lnTo>
                    <a:pt x="64" y="316"/>
                  </a:lnTo>
                  <a:lnTo>
                    <a:pt x="64" y="313"/>
                  </a:lnTo>
                  <a:lnTo>
                    <a:pt x="64" y="310"/>
                  </a:lnTo>
                  <a:lnTo>
                    <a:pt x="64" y="307"/>
                  </a:lnTo>
                  <a:lnTo>
                    <a:pt x="64" y="305"/>
                  </a:lnTo>
                  <a:lnTo>
                    <a:pt x="64" y="304"/>
                  </a:lnTo>
                  <a:lnTo>
                    <a:pt x="64" y="304"/>
                  </a:lnTo>
                  <a:lnTo>
                    <a:pt x="64" y="302"/>
                  </a:lnTo>
                  <a:lnTo>
                    <a:pt x="66" y="302"/>
                  </a:lnTo>
                  <a:lnTo>
                    <a:pt x="66" y="301"/>
                  </a:lnTo>
                  <a:lnTo>
                    <a:pt x="66" y="299"/>
                  </a:lnTo>
                  <a:lnTo>
                    <a:pt x="64" y="298"/>
                  </a:lnTo>
                  <a:lnTo>
                    <a:pt x="64" y="298"/>
                  </a:lnTo>
                  <a:lnTo>
                    <a:pt x="63" y="295"/>
                  </a:lnTo>
                  <a:lnTo>
                    <a:pt x="63" y="293"/>
                  </a:lnTo>
                  <a:lnTo>
                    <a:pt x="63" y="290"/>
                  </a:lnTo>
                  <a:lnTo>
                    <a:pt x="64" y="289"/>
                  </a:lnTo>
                  <a:lnTo>
                    <a:pt x="64" y="287"/>
                  </a:lnTo>
                  <a:lnTo>
                    <a:pt x="64" y="286"/>
                  </a:lnTo>
                  <a:lnTo>
                    <a:pt x="64" y="284"/>
                  </a:lnTo>
                  <a:lnTo>
                    <a:pt x="64" y="282"/>
                  </a:lnTo>
                  <a:lnTo>
                    <a:pt x="64" y="281"/>
                  </a:lnTo>
                  <a:lnTo>
                    <a:pt x="64" y="279"/>
                  </a:lnTo>
                  <a:lnTo>
                    <a:pt x="66" y="278"/>
                  </a:lnTo>
                  <a:lnTo>
                    <a:pt x="67" y="276"/>
                  </a:lnTo>
                  <a:lnTo>
                    <a:pt x="66" y="275"/>
                  </a:lnTo>
                  <a:lnTo>
                    <a:pt x="66" y="273"/>
                  </a:lnTo>
                  <a:lnTo>
                    <a:pt x="66" y="270"/>
                  </a:lnTo>
                  <a:lnTo>
                    <a:pt x="66" y="269"/>
                  </a:lnTo>
                  <a:lnTo>
                    <a:pt x="66" y="267"/>
                  </a:lnTo>
                  <a:lnTo>
                    <a:pt x="64" y="264"/>
                  </a:lnTo>
                  <a:lnTo>
                    <a:pt x="64" y="261"/>
                  </a:lnTo>
                  <a:lnTo>
                    <a:pt x="64" y="259"/>
                  </a:lnTo>
                  <a:lnTo>
                    <a:pt x="64" y="259"/>
                  </a:lnTo>
                  <a:lnTo>
                    <a:pt x="64" y="258"/>
                  </a:lnTo>
                  <a:lnTo>
                    <a:pt x="64" y="258"/>
                  </a:lnTo>
                  <a:lnTo>
                    <a:pt x="64" y="258"/>
                  </a:lnTo>
                  <a:lnTo>
                    <a:pt x="63" y="253"/>
                  </a:lnTo>
                  <a:lnTo>
                    <a:pt x="61" y="249"/>
                  </a:lnTo>
                  <a:lnTo>
                    <a:pt x="61" y="244"/>
                  </a:lnTo>
                  <a:lnTo>
                    <a:pt x="61" y="239"/>
                  </a:lnTo>
                  <a:lnTo>
                    <a:pt x="63" y="236"/>
                  </a:lnTo>
                  <a:lnTo>
                    <a:pt x="63" y="235"/>
                  </a:lnTo>
                  <a:lnTo>
                    <a:pt x="64" y="233"/>
                  </a:lnTo>
                  <a:lnTo>
                    <a:pt x="66" y="232"/>
                  </a:lnTo>
                  <a:lnTo>
                    <a:pt x="70" y="232"/>
                  </a:lnTo>
                  <a:lnTo>
                    <a:pt x="75" y="233"/>
                  </a:lnTo>
                  <a:lnTo>
                    <a:pt x="80" y="235"/>
                  </a:lnTo>
                  <a:lnTo>
                    <a:pt x="84" y="235"/>
                  </a:lnTo>
                  <a:lnTo>
                    <a:pt x="87" y="233"/>
                  </a:lnTo>
                  <a:lnTo>
                    <a:pt x="89" y="232"/>
                  </a:lnTo>
                  <a:lnTo>
                    <a:pt x="90" y="233"/>
                  </a:lnTo>
                  <a:lnTo>
                    <a:pt x="94" y="235"/>
                  </a:lnTo>
                  <a:lnTo>
                    <a:pt x="94" y="236"/>
                  </a:lnTo>
                  <a:lnTo>
                    <a:pt x="94" y="236"/>
                  </a:lnTo>
                  <a:lnTo>
                    <a:pt x="94" y="236"/>
                  </a:lnTo>
                  <a:lnTo>
                    <a:pt x="94" y="238"/>
                  </a:lnTo>
                  <a:lnTo>
                    <a:pt x="94" y="239"/>
                  </a:lnTo>
                  <a:lnTo>
                    <a:pt x="95" y="241"/>
                  </a:lnTo>
                  <a:lnTo>
                    <a:pt x="95" y="244"/>
                  </a:lnTo>
                  <a:lnTo>
                    <a:pt x="97" y="246"/>
                  </a:lnTo>
                  <a:lnTo>
                    <a:pt x="98" y="247"/>
                  </a:lnTo>
                  <a:lnTo>
                    <a:pt x="98" y="249"/>
                  </a:lnTo>
                  <a:lnTo>
                    <a:pt x="98" y="252"/>
                  </a:lnTo>
                  <a:lnTo>
                    <a:pt x="100" y="252"/>
                  </a:lnTo>
                  <a:lnTo>
                    <a:pt x="101" y="252"/>
                  </a:lnTo>
                  <a:lnTo>
                    <a:pt x="101" y="253"/>
                  </a:lnTo>
                  <a:lnTo>
                    <a:pt x="101" y="253"/>
                  </a:lnTo>
                  <a:lnTo>
                    <a:pt x="101" y="253"/>
                  </a:lnTo>
                  <a:lnTo>
                    <a:pt x="104" y="255"/>
                  </a:lnTo>
                  <a:lnTo>
                    <a:pt x="106" y="256"/>
                  </a:lnTo>
                  <a:lnTo>
                    <a:pt x="107" y="259"/>
                  </a:lnTo>
                  <a:lnTo>
                    <a:pt x="109" y="262"/>
                  </a:lnTo>
                  <a:lnTo>
                    <a:pt x="110" y="264"/>
                  </a:lnTo>
                  <a:lnTo>
                    <a:pt x="110" y="264"/>
                  </a:lnTo>
                  <a:lnTo>
                    <a:pt x="110" y="266"/>
                  </a:lnTo>
                  <a:lnTo>
                    <a:pt x="110" y="267"/>
                  </a:lnTo>
                  <a:lnTo>
                    <a:pt x="112" y="269"/>
                  </a:lnTo>
                  <a:lnTo>
                    <a:pt x="112" y="270"/>
                  </a:lnTo>
                  <a:lnTo>
                    <a:pt x="113" y="270"/>
                  </a:lnTo>
                  <a:lnTo>
                    <a:pt x="113" y="272"/>
                  </a:lnTo>
                  <a:lnTo>
                    <a:pt x="115" y="272"/>
                  </a:lnTo>
                  <a:lnTo>
                    <a:pt x="117" y="273"/>
                  </a:lnTo>
                  <a:lnTo>
                    <a:pt x="118" y="273"/>
                  </a:lnTo>
                  <a:lnTo>
                    <a:pt x="118" y="275"/>
                  </a:lnTo>
                  <a:lnTo>
                    <a:pt x="120" y="275"/>
                  </a:lnTo>
                  <a:lnTo>
                    <a:pt x="120" y="275"/>
                  </a:lnTo>
                  <a:lnTo>
                    <a:pt x="120" y="275"/>
                  </a:lnTo>
                  <a:lnTo>
                    <a:pt x="120" y="275"/>
                  </a:lnTo>
                  <a:lnTo>
                    <a:pt x="121" y="276"/>
                  </a:lnTo>
                  <a:lnTo>
                    <a:pt x="121" y="276"/>
                  </a:lnTo>
                  <a:lnTo>
                    <a:pt x="121" y="276"/>
                  </a:lnTo>
                  <a:lnTo>
                    <a:pt x="123" y="278"/>
                  </a:lnTo>
                  <a:lnTo>
                    <a:pt x="123" y="278"/>
                  </a:lnTo>
                  <a:lnTo>
                    <a:pt x="123" y="278"/>
                  </a:lnTo>
                  <a:lnTo>
                    <a:pt x="124" y="278"/>
                  </a:lnTo>
                  <a:lnTo>
                    <a:pt x="124" y="279"/>
                  </a:lnTo>
                  <a:lnTo>
                    <a:pt x="124" y="279"/>
                  </a:lnTo>
                  <a:lnTo>
                    <a:pt x="126" y="279"/>
                  </a:lnTo>
                  <a:lnTo>
                    <a:pt x="126" y="281"/>
                  </a:lnTo>
                  <a:lnTo>
                    <a:pt x="127" y="281"/>
                  </a:lnTo>
                  <a:lnTo>
                    <a:pt x="127" y="281"/>
                  </a:lnTo>
                  <a:lnTo>
                    <a:pt x="127" y="281"/>
                  </a:lnTo>
                  <a:lnTo>
                    <a:pt x="127" y="281"/>
                  </a:lnTo>
                  <a:lnTo>
                    <a:pt x="127" y="282"/>
                  </a:lnTo>
                  <a:lnTo>
                    <a:pt x="127" y="282"/>
                  </a:lnTo>
                  <a:lnTo>
                    <a:pt x="127" y="282"/>
                  </a:lnTo>
                  <a:lnTo>
                    <a:pt x="129" y="282"/>
                  </a:lnTo>
                  <a:lnTo>
                    <a:pt x="129" y="284"/>
                  </a:lnTo>
                  <a:lnTo>
                    <a:pt x="130" y="287"/>
                  </a:lnTo>
                  <a:lnTo>
                    <a:pt x="132" y="289"/>
                  </a:lnTo>
                  <a:lnTo>
                    <a:pt x="133" y="290"/>
                  </a:lnTo>
                  <a:lnTo>
                    <a:pt x="137" y="292"/>
                  </a:lnTo>
                  <a:lnTo>
                    <a:pt x="140" y="290"/>
                  </a:lnTo>
                  <a:lnTo>
                    <a:pt x="143" y="289"/>
                  </a:lnTo>
                  <a:lnTo>
                    <a:pt x="147" y="287"/>
                  </a:lnTo>
                  <a:lnTo>
                    <a:pt x="150" y="286"/>
                  </a:lnTo>
                  <a:lnTo>
                    <a:pt x="153" y="282"/>
                  </a:lnTo>
                  <a:lnTo>
                    <a:pt x="157" y="278"/>
                  </a:lnTo>
                  <a:lnTo>
                    <a:pt x="160" y="273"/>
                  </a:lnTo>
                  <a:lnTo>
                    <a:pt x="161" y="275"/>
                  </a:lnTo>
                  <a:lnTo>
                    <a:pt x="163" y="275"/>
                  </a:lnTo>
                  <a:lnTo>
                    <a:pt x="164" y="275"/>
                  </a:lnTo>
                  <a:lnTo>
                    <a:pt x="166" y="276"/>
                  </a:lnTo>
                  <a:lnTo>
                    <a:pt x="166" y="276"/>
                  </a:lnTo>
                  <a:lnTo>
                    <a:pt x="166" y="276"/>
                  </a:lnTo>
                  <a:lnTo>
                    <a:pt x="166" y="276"/>
                  </a:lnTo>
                  <a:lnTo>
                    <a:pt x="167" y="276"/>
                  </a:lnTo>
                  <a:lnTo>
                    <a:pt x="167" y="276"/>
                  </a:lnTo>
                  <a:lnTo>
                    <a:pt x="169" y="278"/>
                  </a:lnTo>
                  <a:lnTo>
                    <a:pt x="169" y="278"/>
                  </a:lnTo>
                  <a:lnTo>
                    <a:pt x="170" y="278"/>
                  </a:lnTo>
                  <a:lnTo>
                    <a:pt x="172" y="278"/>
                  </a:lnTo>
                  <a:lnTo>
                    <a:pt x="172" y="279"/>
                  </a:lnTo>
                  <a:lnTo>
                    <a:pt x="175" y="281"/>
                  </a:lnTo>
                  <a:lnTo>
                    <a:pt x="180" y="282"/>
                  </a:lnTo>
                  <a:lnTo>
                    <a:pt x="183" y="282"/>
                  </a:lnTo>
                  <a:lnTo>
                    <a:pt x="186" y="281"/>
                  </a:lnTo>
                  <a:lnTo>
                    <a:pt x="187" y="279"/>
                  </a:lnTo>
                  <a:lnTo>
                    <a:pt x="189" y="279"/>
                  </a:lnTo>
                  <a:lnTo>
                    <a:pt x="190" y="278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90" y="270"/>
                  </a:lnTo>
                  <a:lnTo>
                    <a:pt x="187" y="267"/>
                  </a:lnTo>
                  <a:lnTo>
                    <a:pt x="186" y="264"/>
                  </a:lnTo>
                  <a:lnTo>
                    <a:pt x="186" y="264"/>
                  </a:lnTo>
                  <a:lnTo>
                    <a:pt x="187" y="264"/>
                  </a:lnTo>
                  <a:lnTo>
                    <a:pt x="187" y="264"/>
                  </a:lnTo>
                  <a:lnTo>
                    <a:pt x="187" y="264"/>
                  </a:lnTo>
                  <a:lnTo>
                    <a:pt x="187" y="262"/>
                  </a:lnTo>
                  <a:lnTo>
                    <a:pt x="189" y="261"/>
                  </a:lnTo>
                  <a:lnTo>
                    <a:pt x="190" y="261"/>
                  </a:lnTo>
                  <a:lnTo>
                    <a:pt x="193" y="259"/>
                  </a:lnTo>
                  <a:lnTo>
                    <a:pt x="193" y="259"/>
                  </a:lnTo>
                  <a:lnTo>
                    <a:pt x="193" y="258"/>
                  </a:lnTo>
                  <a:lnTo>
                    <a:pt x="195" y="258"/>
                  </a:lnTo>
                  <a:lnTo>
                    <a:pt x="195" y="256"/>
                  </a:lnTo>
                  <a:lnTo>
                    <a:pt x="200" y="258"/>
                  </a:lnTo>
                  <a:lnTo>
                    <a:pt x="204" y="259"/>
                  </a:lnTo>
                  <a:lnTo>
                    <a:pt x="209" y="259"/>
                  </a:lnTo>
                  <a:lnTo>
                    <a:pt x="212" y="258"/>
                  </a:lnTo>
                  <a:lnTo>
                    <a:pt x="212" y="258"/>
                  </a:lnTo>
                  <a:lnTo>
                    <a:pt x="212" y="258"/>
                  </a:lnTo>
                  <a:lnTo>
                    <a:pt x="212" y="258"/>
                  </a:lnTo>
                  <a:lnTo>
                    <a:pt x="212" y="259"/>
                  </a:lnTo>
                  <a:lnTo>
                    <a:pt x="216" y="261"/>
                  </a:lnTo>
                  <a:lnTo>
                    <a:pt x="221" y="261"/>
                  </a:lnTo>
                  <a:lnTo>
                    <a:pt x="226" y="259"/>
                  </a:lnTo>
                  <a:lnTo>
                    <a:pt x="229" y="255"/>
                  </a:lnTo>
                  <a:lnTo>
                    <a:pt x="230" y="250"/>
                  </a:lnTo>
                  <a:lnTo>
                    <a:pt x="229" y="247"/>
                  </a:lnTo>
                  <a:lnTo>
                    <a:pt x="226" y="246"/>
                  </a:lnTo>
                  <a:lnTo>
                    <a:pt x="221" y="247"/>
                  </a:lnTo>
                  <a:lnTo>
                    <a:pt x="219" y="246"/>
                  </a:lnTo>
                  <a:lnTo>
                    <a:pt x="216" y="246"/>
                  </a:lnTo>
                  <a:lnTo>
                    <a:pt x="215" y="244"/>
                  </a:lnTo>
                  <a:lnTo>
                    <a:pt x="213" y="241"/>
                  </a:lnTo>
                  <a:lnTo>
                    <a:pt x="212" y="239"/>
                  </a:lnTo>
                  <a:lnTo>
                    <a:pt x="210" y="238"/>
                  </a:lnTo>
                  <a:lnTo>
                    <a:pt x="209" y="235"/>
                  </a:lnTo>
                  <a:lnTo>
                    <a:pt x="207" y="233"/>
                  </a:lnTo>
                  <a:lnTo>
                    <a:pt x="204" y="232"/>
                  </a:lnTo>
                  <a:lnTo>
                    <a:pt x="201" y="232"/>
                  </a:lnTo>
                  <a:lnTo>
                    <a:pt x="198" y="233"/>
                  </a:lnTo>
                  <a:lnTo>
                    <a:pt x="195" y="235"/>
                  </a:lnTo>
                  <a:lnTo>
                    <a:pt x="193" y="235"/>
                  </a:lnTo>
                  <a:lnTo>
                    <a:pt x="192" y="233"/>
                  </a:lnTo>
                  <a:lnTo>
                    <a:pt x="190" y="230"/>
                  </a:lnTo>
                  <a:lnTo>
                    <a:pt x="190" y="229"/>
                  </a:lnTo>
                  <a:lnTo>
                    <a:pt x="189" y="229"/>
                  </a:lnTo>
                  <a:lnTo>
                    <a:pt x="187" y="227"/>
                  </a:lnTo>
                  <a:lnTo>
                    <a:pt x="187" y="226"/>
                  </a:lnTo>
                  <a:lnTo>
                    <a:pt x="187" y="224"/>
                  </a:lnTo>
                  <a:lnTo>
                    <a:pt x="187" y="222"/>
                  </a:lnTo>
                  <a:lnTo>
                    <a:pt x="189" y="222"/>
                  </a:lnTo>
                  <a:lnTo>
                    <a:pt x="190" y="222"/>
                  </a:lnTo>
                  <a:lnTo>
                    <a:pt x="192" y="222"/>
                  </a:lnTo>
                  <a:lnTo>
                    <a:pt x="193" y="218"/>
                  </a:lnTo>
                  <a:lnTo>
                    <a:pt x="189" y="215"/>
                  </a:lnTo>
                  <a:lnTo>
                    <a:pt x="181" y="213"/>
                  </a:lnTo>
                  <a:lnTo>
                    <a:pt x="178" y="212"/>
                  </a:lnTo>
                  <a:lnTo>
                    <a:pt x="175" y="209"/>
                  </a:lnTo>
                  <a:lnTo>
                    <a:pt x="173" y="207"/>
                  </a:lnTo>
                  <a:lnTo>
                    <a:pt x="170" y="204"/>
                  </a:lnTo>
                  <a:lnTo>
                    <a:pt x="167" y="203"/>
                  </a:lnTo>
                  <a:lnTo>
                    <a:pt x="166" y="203"/>
                  </a:lnTo>
                  <a:lnTo>
                    <a:pt x="163" y="203"/>
                  </a:lnTo>
                  <a:lnTo>
                    <a:pt x="161" y="201"/>
                  </a:lnTo>
                  <a:lnTo>
                    <a:pt x="163" y="198"/>
                  </a:lnTo>
                  <a:lnTo>
                    <a:pt x="163" y="192"/>
                  </a:lnTo>
                  <a:lnTo>
                    <a:pt x="161" y="187"/>
                  </a:lnTo>
                  <a:lnTo>
                    <a:pt x="158" y="186"/>
                  </a:lnTo>
                  <a:lnTo>
                    <a:pt x="157" y="189"/>
                  </a:lnTo>
                  <a:lnTo>
                    <a:pt x="157" y="192"/>
                  </a:lnTo>
                  <a:lnTo>
                    <a:pt x="157" y="193"/>
                  </a:lnTo>
                  <a:lnTo>
                    <a:pt x="157" y="195"/>
                  </a:lnTo>
                  <a:lnTo>
                    <a:pt x="153" y="196"/>
                  </a:lnTo>
                  <a:lnTo>
                    <a:pt x="152" y="196"/>
                  </a:lnTo>
                  <a:lnTo>
                    <a:pt x="149" y="196"/>
                  </a:lnTo>
                  <a:lnTo>
                    <a:pt x="147" y="196"/>
                  </a:lnTo>
                  <a:lnTo>
                    <a:pt x="146" y="195"/>
                  </a:lnTo>
                  <a:lnTo>
                    <a:pt x="141" y="190"/>
                  </a:lnTo>
                  <a:lnTo>
                    <a:pt x="137" y="183"/>
                  </a:lnTo>
                  <a:lnTo>
                    <a:pt x="133" y="176"/>
                  </a:lnTo>
                  <a:lnTo>
                    <a:pt x="129" y="170"/>
                  </a:lnTo>
                  <a:lnTo>
                    <a:pt x="127" y="166"/>
                  </a:lnTo>
                  <a:lnTo>
                    <a:pt x="129" y="163"/>
                  </a:lnTo>
                  <a:lnTo>
                    <a:pt x="130" y="158"/>
                  </a:lnTo>
                  <a:lnTo>
                    <a:pt x="133" y="155"/>
                  </a:lnTo>
                  <a:lnTo>
                    <a:pt x="133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35" y="152"/>
                  </a:lnTo>
                  <a:lnTo>
                    <a:pt x="137" y="150"/>
                  </a:lnTo>
                  <a:lnTo>
                    <a:pt x="138" y="149"/>
                  </a:lnTo>
                  <a:lnTo>
                    <a:pt x="140" y="147"/>
                  </a:lnTo>
                  <a:lnTo>
                    <a:pt x="140" y="146"/>
                  </a:lnTo>
                  <a:lnTo>
                    <a:pt x="141" y="139"/>
                  </a:lnTo>
                  <a:lnTo>
                    <a:pt x="143" y="135"/>
                  </a:lnTo>
                  <a:lnTo>
                    <a:pt x="146" y="132"/>
                  </a:lnTo>
                  <a:lnTo>
                    <a:pt x="149" y="129"/>
                  </a:lnTo>
                  <a:lnTo>
                    <a:pt x="152" y="126"/>
                  </a:lnTo>
                  <a:lnTo>
                    <a:pt x="152" y="123"/>
                  </a:lnTo>
                  <a:lnTo>
                    <a:pt x="150" y="119"/>
                  </a:lnTo>
                  <a:lnTo>
                    <a:pt x="149" y="116"/>
                  </a:lnTo>
                  <a:lnTo>
                    <a:pt x="149" y="115"/>
                  </a:lnTo>
                  <a:lnTo>
                    <a:pt x="149" y="113"/>
                  </a:lnTo>
                  <a:lnTo>
                    <a:pt x="149" y="112"/>
                  </a:lnTo>
                  <a:lnTo>
                    <a:pt x="149" y="112"/>
                  </a:lnTo>
                  <a:lnTo>
                    <a:pt x="146" y="104"/>
                  </a:lnTo>
                  <a:lnTo>
                    <a:pt x="143" y="103"/>
                  </a:lnTo>
                  <a:lnTo>
                    <a:pt x="137" y="104"/>
                  </a:lnTo>
                  <a:lnTo>
                    <a:pt x="132" y="106"/>
                  </a:lnTo>
                  <a:lnTo>
                    <a:pt x="130" y="106"/>
                  </a:lnTo>
                  <a:lnTo>
                    <a:pt x="129" y="106"/>
                  </a:lnTo>
                  <a:lnTo>
                    <a:pt x="127" y="106"/>
                  </a:lnTo>
                  <a:lnTo>
                    <a:pt x="127" y="104"/>
                  </a:lnTo>
                  <a:lnTo>
                    <a:pt x="124" y="103"/>
                  </a:lnTo>
                  <a:lnTo>
                    <a:pt x="124" y="101"/>
                  </a:lnTo>
                  <a:lnTo>
                    <a:pt x="124" y="100"/>
                  </a:lnTo>
                  <a:lnTo>
                    <a:pt x="124" y="98"/>
                  </a:lnTo>
                  <a:lnTo>
                    <a:pt x="126" y="95"/>
                  </a:lnTo>
                  <a:lnTo>
                    <a:pt x="127" y="92"/>
                  </a:lnTo>
                  <a:lnTo>
                    <a:pt x="127" y="89"/>
                  </a:lnTo>
                  <a:lnTo>
                    <a:pt x="130" y="87"/>
                  </a:lnTo>
                  <a:lnTo>
                    <a:pt x="130" y="87"/>
                  </a:lnTo>
                  <a:lnTo>
                    <a:pt x="132" y="87"/>
                  </a:lnTo>
                  <a:lnTo>
                    <a:pt x="132" y="87"/>
                  </a:lnTo>
                  <a:lnTo>
                    <a:pt x="133" y="86"/>
                  </a:lnTo>
                  <a:lnTo>
                    <a:pt x="135" y="86"/>
                  </a:lnTo>
                  <a:lnTo>
                    <a:pt x="138" y="86"/>
                  </a:lnTo>
                  <a:lnTo>
                    <a:pt x="141" y="86"/>
                  </a:lnTo>
                  <a:lnTo>
                    <a:pt x="143" y="84"/>
                  </a:lnTo>
                  <a:lnTo>
                    <a:pt x="144" y="83"/>
                  </a:lnTo>
                  <a:lnTo>
                    <a:pt x="144" y="81"/>
                  </a:lnTo>
                  <a:lnTo>
                    <a:pt x="146" y="78"/>
                  </a:lnTo>
                  <a:lnTo>
                    <a:pt x="147" y="76"/>
                  </a:lnTo>
                  <a:lnTo>
                    <a:pt x="149" y="73"/>
                  </a:lnTo>
                  <a:lnTo>
                    <a:pt x="153" y="72"/>
                  </a:lnTo>
                  <a:lnTo>
                    <a:pt x="157" y="69"/>
                  </a:lnTo>
                  <a:lnTo>
                    <a:pt x="160" y="67"/>
                  </a:lnTo>
                  <a:lnTo>
                    <a:pt x="161" y="67"/>
                  </a:lnTo>
                  <a:lnTo>
                    <a:pt x="161" y="66"/>
                  </a:lnTo>
                  <a:lnTo>
                    <a:pt x="163" y="64"/>
                  </a:lnTo>
                  <a:lnTo>
                    <a:pt x="163" y="64"/>
                  </a:lnTo>
                  <a:lnTo>
                    <a:pt x="164" y="63"/>
                  </a:lnTo>
                  <a:lnTo>
                    <a:pt x="166" y="61"/>
                  </a:lnTo>
                  <a:lnTo>
                    <a:pt x="166" y="60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70" y="56"/>
                  </a:lnTo>
                  <a:lnTo>
                    <a:pt x="172" y="55"/>
                  </a:lnTo>
                  <a:lnTo>
                    <a:pt x="173" y="53"/>
                  </a:lnTo>
                  <a:lnTo>
                    <a:pt x="175" y="50"/>
                  </a:lnTo>
                  <a:lnTo>
                    <a:pt x="176" y="47"/>
                  </a:lnTo>
                  <a:lnTo>
                    <a:pt x="176" y="44"/>
                  </a:lnTo>
                  <a:lnTo>
                    <a:pt x="176" y="40"/>
                  </a:lnTo>
                  <a:lnTo>
                    <a:pt x="176" y="36"/>
                  </a:lnTo>
                  <a:lnTo>
                    <a:pt x="176" y="35"/>
                  </a:lnTo>
                  <a:lnTo>
                    <a:pt x="176" y="32"/>
                  </a:lnTo>
                  <a:lnTo>
                    <a:pt x="176" y="30"/>
                  </a:lnTo>
                  <a:lnTo>
                    <a:pt x="176" y="29"/>
                  </a:lnTo>
                  <a:lnTo>
                    <a:pt x="175" y="27"/>
                  </a:lnTo>
                  <a:lnTo>
                    <a:pt x="173" y="26"/>
                  </a:lnTo>
                  <a:lnTo>
                    <a:pt x="173" y="24"/>
                  </a:lnTo>
                  <a:lnTo>
                    <a:pt x="175" y="24"/>
                  </a:lnTo>
                  <a:lnTo>
                    <a:pt x="176" y="23"/>
                  </a:lnTo>
                  <a:lnTo>
                    <a:pt x="178" y="21"/>
                  </a:lnTo>
                  <a:lnTo>
                    <a:pt x="178" y="18"/>
                  </a:lnTo>
                  <a:lnTo>
                    <a:pt x="178" y="16"/>
                  </a:lnTo>
                  <a:lnTo>
                    <a:pt x="180" y="15"/>
                  </a:lnTo>
                  <a:lnTo>
                    <a:pt x="181" y="13"/>
                  </a:lnTo>
                  <a:lnTo>
                    <a:pt x="183" y="13"/>
                  </a:lnTo>
                  <a:lnTo>
                    <a:pt x="184" y="12"/>
                  </a:lnTo>
                  <a:lnTo>
                    <a:pt x="184" y="9"/>
                  </a:lnTo>
                  <a:lnTo>
                    <a:pt x="184" y="6"/>
                  </a:lnTo>
                  <a:lnTo>
                    <a:pt x="184" y="4"/>
                  </a:lnTo>
                  <a:lnTo>
                    <a:pt x="186" y="1"/>
                  </a:lnTo>
                  <a:lnTo>
                    <a:pt x="18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2759075" y="3632200"/>
              <a:ext cx="595313" cy="398463"/>
            </a:xfrm>
            <a:custGeom>
              <a:avLst/>
              <a:gdLst>
                <a:gd name="T0" fmla="*/ 345 w 749"/>
                <a:gd name="T1" fmla="*/ 34 h 501"/>
                <a:gd name="T2" fmla="*/ 371 w 749"/>
                <a:gd name="T3" fmla="*/ 78 h 501"/>
                <a:gd name="T4" fmla="*/ 388 w 749"/>
                <a:gd name="T5" fmla="*/ 89 h 501"/>
                <a:gd name="T6" fmla="*/ 410 w 749"/>
                <a:gd name="T7" fmla="*/ 86 h 501"/>
                <a:gd name="T8" fmla="*/ 431 w 749"/>
                <a:gd name="T9" fmla="*/ 91 h 501"/>
                <a:gd name="T10" fmla="*/ 424 w 749"/>
                <a:gd name="T11" fmla="*/ 143 h 501"/>
                <a:gd name="T12" fmla="*/ 451 w 749"/>
                <a:gd name="T13" fmla="*/ 195 h 501"/>
                <a:gd name="T14" fmla="*/ 477 w 749"/>
                <a:gd name="T15" fmla="*/ 189 h 501"/>
                <a:gd name="T16" fmla="*/ 502 w 749"/>
                <a:gd name="T17" fmla="*/ 172 h 501"/>
                <a:gd name="T18" fmla="*/ 528 w 749"/>
                <a:gd name="T19" fmla="*/ 163 h 501"/>
                <a:gd name="T20" fmla="*/ 536 w 749"/>
                <a:gd name="T21" fmla="*/ 169 h 501"/>
                <a:gd name="T22" fmla="*/ 547 w 749"/>
                <a:gd name="T23" fmla="*/ 204 h 501"/>
                <a:gd name="T24" fmla="*/ 570 w 749"/>
                <a:gd name="T25" fmla="*/ 229 h 501"/>
                <a:gd name="T26" fmla="*/ 634 w 749"/>
                <a:gd name="T27" fmla="*/ 247 h 501"/>
                <a:gd name="T28" fmla="*/ 748 w 749"/>
                <a:gd name="T29" fmla="*/ 277 h 501"/>
                <a:gd name="T30" fmla="*/ 726 w 749"/>
                <a:gd name="T31" fmla="*/ 309 h 501"/>
                <a:gd name="T32" fmla="*/ 709 w 749"/>
                <a:gd name="T33" fmla="*/ 367 h 501"/>
                <a:gd name="T34" fmla="*/ 716 w 749"/>
                <a:gd name="T35" fmla="*/ 417 h 501"/>
                <a:gd name="T36" fmla="*/ 669 w 749"/>
                <a:gd name="T37" fmla="*/ 398 h 501"/>
                <a:gd name="T38" fmla="*/ 660 w 749"/>
                <a:gd name="T39" fmla="*/ 409 h 501"/>
                <a:gd name="T40" fmla="*/ 700 w 749"/>
                <a:gd name="T41" fmla="*/ 424 h 501"/>
                <a:gd name="T42" fmla="*/ 628 w 749"/>
                <a:gd name="T43" fmla="*/ 412 h 501"/>
                <a:gd name="T44" fmla="*/ 623 w 749"/>
                <a:gd name="T45" fmla="*/ 384 h 501"/>
                <a:gd name="T46" fmla="*/ 602 w 749"/>
                <a:gd name="T47" fmla="*/ 401 h 501"/>
                <a:gd name="T48" fmla="*/ 596 w 749"/>
                <a:gd name="T49" fmla="*/ 377 h 501"/>
                <a:gd name="T50" fmla="*/ 557 w 749"/>
                <a:gd name="T51" fmla="*/ 401 h 501"/>
                <a:gd name="T52" fmla="*/ 579 w 749"/>
                <a:gd name="T53" fmla="*/ 404 h 501"/>
                <a:gd name="T54" fmla="*/ 545 w 749"/>
                <a:gd name="T55" fmla="*/ 413 h 501"/>
                <a:gd name="T56" fmla="*/ 522 w 749"/>
                <a:gd name="T57" fmla="*/ 427 h 501"/>
                <a:gd name="T58" fmla="*/ 488 w 749"/>
                <a:gd name="T59" fmla="*/ 450 h 501"/>
                <a:gd name="T60" fmla="*/ 431 w 749"/>
                <a:gd name="T61" fmla="*/ 469 h 501"/>
                <a:gd name="T62" fmla="*/ 387 w 749"/>
                <a:gd name="T63" fmla="*/ 489 h 501"/>
                <a:gd name="T64" fmla="*/ 310 w 749"/>
                <a:gd name="T65" fmla="*/ 498 h 501"/>
                <a:gd name="T66" fmla="*/ 206 w 749"/>
                <a:gd name="T67" fmla="*/ 455 h 501"/>
                <a:gd name="T68" fmla="*/ 118 w 749"/>
                <a:gd name="T69" fmla="*/ 444 h 501"/>
                <a:gd name="T70" fmla="*/ 77 w 749"/>
                <a:gd name="T71" fmla="*/ 412 h 501"/>
                <a:gd name="T72" fmla="*/ 57 w 749"/>
                <a:gd name="T73" fmla="*/ 409 h 501"/>
                <a:gd name="T74" fmla="*/ 17 w 749"/>
                <a:gd name="T75" fmla="*/ 384 h 501"/>
                <a:gd name="T76" fmla="*/ 47 w 749"/>
                <a:gd name="T77" fmla="*/ 350 h 501"/>
                <a:gd name="T78" fmla="*/ 60 w 749"/>
                <a:gd name="T79" fmla="*/ 329 h 501"/>
                <a:gd name="T80" fmla="*/ 77 w 749"/>
                <a:gd name="T81" fmla="*/ 317 h 501"/>
                <a:gd name="T82" fmla="*/ 86 w 749"/>
                <a:gd name="T83" fmla="*/ 284 h 501"/>
                <a:gd name="T84" fmla="*/ 64 w 749"/>
                <a:gd name="T85" fmla="*/ 244 h 501"/>
                <a:gd name="T86" fmla="*/ 35 w 749"/>
                <a:gd name="T87" fmla="*/ 220 h 501"/>
                <a:gd name="T88" fmla="*/ 32 w 749"/>
                <a:gd name="T89" fmla="*/ 195 h 501"/>
                <a:gd name="T90" fmla="*/ 30 w 749"/>
                <a:gd name="T91" fmla="*/ 181 h 501"/>
                <a:gd name="T92" fmla="*/ 32 w 749"/>
                <a:gd name="T93" fmla="*/ 146 h 501"/>
                <a:gd name="T94" fmla="*/ 40 w 749"/>
                <a:gd name="T95" fmla="*/ 126 h 501"/>
                <a:gd name="T96" fmla="*/ 70 w 749"/>
                <a:gd name="T97" fmla="*/ 109 h 501"/>
                <a:gd name="T98" fmla="*/ 98 w 749"/>
                <a:gd name="T99" fmla="*/ 106 h 501"/>
                <a:gd name="T100" fmla="*/ 110 w 749"/>
                <a:gd name="T101" fmla="*/ 126 h 501"/>
                <a:gd name="T102" fmla="*/ 130 w 749"/>
                <a:gd name="T103" fmla="*/ 109 h 501"/>
                <a:gd name="T104" fmla="*/ 118 w 749"/>
                <a:gd name="T105" fmla="*/ 86 h 501"/>
                <a:gd name="T106" fmla="*/ 146 w 749"/>
                <a:gd name="T107" fmla="*/ 54 h 501"/>
                <a:gd name="T108" fmla="*/ 161 w 749"/>
                <a:gd name="T109" fmla="*/ 95 h 501"/>
                <a:gd name="T110" fmla="*/ 179 w 749"/>
                <a:gd name="T111" fmla="*/ 114 h 501"/>
                <a:gd name="T112" fmla="*/ 221 w 749"/>
                <a:gd name="T113" fmla="*/ 84 h 501"/>
                <a:gd name="T114" fmla="*/ 255 w 749"/>
                <a:gd name="T115" fmla="*/ 84 h 501"/>
                <a:gd name="T116" fmla="*/ 262 w 749"/>
                <a:gd name="T117" fmla="*/ 75 h 501"/>
                <a:gd name="T118" fmla="*/ 285 w 749"/>
                <a:gd name="T119" fmla="*/ 60 h 501"/>
                <a:gd name="T120" fmla="*/ 305 w 749"/>
                <a:gd name="T121" fmla="*/ 1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49" h="501">
                  <a:moveTo>
                    <a:pt x="301" y="0"/>
                  </a:moveTo>
                  <a:lnTo>
                    <a:pt x="302" y="1"/>
                  </a:lnTo>
                  <a:lnTo>
                    <a:pt x="304" y="3"/>
                  </a:lnTo>
                  <a:lnTo>
                    <a:pt x="305" y="5"/>
                  </a:lnTo>
                  <a:lnTo>
                    <a:pt x="307" y="5"/>
                  </a:lnTo>
                  <a:lnTo>
                    <a:pt x="312" y="11"/>
                  </a:lnTo>
                  <a:lnTo>
                    <a:pt x="318" y="14"/>
                  </a:lnTo>
                  <a:lnTo>
                    <a:pt x="324" y="15"/>
                  </a:lnTo>
                  <a:lnTo>
                    <a:pt x="332" y="17"/>
                  </a:lnTo>
                  <a:lnTo>
                    <a:pt x="336" y="18"/>
                  </a:lnTo>
                  <a:lnTo>
                    <a:pt x="339" y="20"/>
                  </a:lnTo>
                  <a:lnTo>
                    <a:pt x="342" y="23"/>
                  </a:lnTo>
                  <a:lnTo>
                    <a:pt x="344" y="26"/>
                  </a:lnTo>
                  <a:lnTo>
                    <a:pt x="345" y="34"/>
                  </a:lnTo>
                  <a:lnTo>
                    <a:pt x="347" y="41"/>
                  </a:lnTo>
                  <a:lnTo>
                    <a:pt x="350" y="48"/>
                  </a:lnTo>
                  <a:lnTo>
                    <a:pt x="355" y="54"/>
                  </a:lnTo>
                  <a:lnTo>
                    <a:pt x="356" y="54"/>
                  </a:lnTo>
                  <a:lnTo>
                    <a:pt x="358" y="55"/>
                  </a:lnTo>
                  <a:lnTo>
                    <a:pt x="359" y="55"/>
                  </a:lnTo>
                  <a:lnTo>
                    <a:pt x="359" y="57"/>
                  </a:lnTo>
                  <a:lnTo>
                    <a:pt x="362" y="58"/>
                  </a:lnTo>
                  <a:lnTo>
                    <a:pt x="364" y="60"/>
                  </a:lnTo>
                  <a:lnTo>
                    <a:pt x="365" y="63"/>
                  </a:lnTo>
                  <a:lnTo>
                    <a:pt x="367" y="64"/>
                  </a:lnTo>
                  <a:lnTo>
                    <a:pt x="368" y="69"/>
                  </a:lnTo>
                  <a:lnTo>
                    <a:pt x="370" y="74"/>
                  </a:lnTo>
                  <a:lnTo>
                    <a:pt x="371" y="78"/>
                  </a:lnTo>
                  <a:lnTo>
                    <a:pt x="373" y="80"/>
                  </a:lnTo>
                  <a:lnTo>
                    <a:pt x="373" y="80"/>
                  </a:lnTo>
                  <a:lnTo>
                    <a:pt x="375" y="81"/>
                  </a:lnTo>
                  <a:lnTo>
                    <a:pt x="375" y="81"/>
                  </a:lnTo>
                  <a:lnTo>
                    <a:pt x="378" y="81"/>
                  </a:lnTo>
                  <a:lnTo>
                    <a:pt x="379" y="81"/>
                  </a:lnTo>
                  <a:lnTo>
                    <a:pt x="381" y="81"/>
                  </a:lnTo>
                  <a:lnTo>
                    <a:pt x="381" y="83"/>
                  </a:lnTo>
                  <a:lnTo>
                    <a:pt x="381" y="84"/>
                  </a:lnTo>
                  <a:lnTo>
                    <a:pt x="381" y="86"/>
                  </a:lnTo>
                  <a:lnTo>
                    <a:pt x="382" y="88"/>
                  </a:lnTo>
                  <a:lnTo>
                    <a:pt x="384" y="89"/>
                  </a:lnTo>
                  <a:lnTo>
                    <a:pt x="385" y="89"/>
                  </a:lnTo>
                  <a:lnTo>
                    <a:pt x="388" y="89"/>
                  </a:lnTo>
                  <a:lnTo>
                    <a:pt x="390" y="89"/>
                  </a:lnTo>
                  <a:lnTo>
                    <a:pt x="391" y="88"/>
                  </a:lnTo>
                  <a:lnTo>
                    <a:pt x="393" y="84"/>
                  </a:lnTo>
                  <a:lnTo>
                    <a:pt x="395" y="84"/>
                  </a:lnTo>
                  <a:lnTo>
                    <a:pt x="396" y="84"/>
                  </a:lnTo>
                  <a:lnTo>
                    <a:pt x="399" y="84"/>
                  </a:lnTo>
                  <a:lnTo>
                    <a:pt x="402" y="86"/>
                  </a:lnTo>
                  <a:lnTo>
                    <a:pt x="404" y="86"/>
                  </a:lnTo>
                  <a:lnTo>
                    <a:pt x="407" y="86"/>
                  </a:lnTo>
                  <a:lnTo>
                    <a:pt x="408" y="86"/>
                  </a:lnTo>
                  <a:lnTo>
                    <a:pt x="408" y="86"/>
                  </a:lnTo>
                  <a:lnTo>
                    <a:pt x="408" y="86"/>
                  </a:lnTo>
                  <a:lnTo>
                    <a:pt x="410" y="86"/>
                  </a:lnTo>
                  <a:lnTo>
                    <a:pt x="410" y="86"/>
                  </a:lnTo>
                  <a:lnTo>
                    <a:pt x="411" y="84"/>
                  </a:lnTo>
                  <a:lnTo>
                    <a:pt x="413" y="84"/>
                  </a:lnTo>
                  <a:lnTo>
                    <a:pt x="414" y="84"/>
                  </a:lnTo>
                  <a:lnTo>
                    <a:pt x="416" y="86"/>
                  </a:lnTo>
                  <a:lnTo>
                    <a:pt x="418" y="88"/>
                  </a:lnTo>
                  <a:lnTo>
                    <a:pt x="419" y="88"/>
                  </a:lnTo>
                  <a:lnTo>
                    <a:pt x="422" y="89"/>
                  </a:lnTo>
                  <a:lnTo>
                    <a:pt x="424" y="89"/>
                  </a:lnTo>
                  <a:lnTo>
                    <a:pt x="425" y="89"/>
                  </a:lnTo>
                  <a:lnTo>
                    <a:pt x="427" y="89"/>
                  </a:lnTo>
                  <a:lnTo>
                    <a:pt x="427" y="89"/>
                  </a:lnTo>
                  <a:lnTo>
                    <a:pt x="428" y="91"/>
                  </a:lnTo>
                  <a:lnTo>
                    <a:pt x="430" y="91"/>
                  </a:lnTo>
                  <a:lnTo>
                    <a:pt x="431" y="91"/>
                  </a:lnTo>
                  <a:lnTo>
                    <a:pt x="433" y="92"/>
                  </a:lnTo>
                  <a:lnTo>
                    <a:pt x="433" y="92"/>
                  </a:lnTo>
                  <a:lnTo>
                    <a:pt x="436" y="97"/>
                  </a:lnTo>
                  <a:lnTo>
                    <a:pt x="439" y="103"/>
                  </a:lnTo>
                  <a:lnTo>
                    <a:pt x="441" y="108"/>
                  </a:lnTo>
                  <a:lnTo>
                    <a:pt x="444" y="114"/>
                  </a:lnTo>
                  <a:lnTo>
                    <a:pt x="441" y="121"/>
                  </a:lnTo>
                  <a:lnTo>
                    <a:pt x="436" y="128"/>
                  </a:lnTo>
                  <a:lnTo>
                    <a:pt x="431" y="134"/>
                  </a:lnTo>
                  <a:lnTo>
                    <a:pt x="425" y="140"/>
                  </a:lnTo>
                  <a:lnTo>
                    <a:pt x="425" y="141"/>
                  </a:lnTo>
                  <a:lnTo>
                    <a:pt x="425" y="141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2" y="149"/>
                  </a:lnTo>
                  <a:lnTo>
                    <a:pt x="422" y="154"/>
                  </a:lnTo>
                  <a:lnTo>
                    <a:pt x="424" y="158"/>
                  </a:lnTo>
                  <a:lnTo>
                    <a:pt x="427" y="163"/>
                  </a:lnTo>
                  <a:lnTo>
                    <a:pt x="430" y="169"/>
                  </a:lnTo>
                  <a:lnTo>
                    <a:pt x="433" y="177"/>
                  </a:lnTo>
                  <a:lnTo>
                    <a:pt x="436" y="183"/>
                  </a:lnTo>
                  <a:lnTo>
                    <a:pt x="441" y="191"/>
                  </a:lnTo>
                  <a:lnTo>
                    <a:pt x="442" y="192"/>
                  </a:lnTo>
                  <a:lnTo>
                    <a:pt x="444" y="194"/>
                  </a:lnTo>
                  <a:lnTo>
                    <a:pt x="447" y="194"/>
                  </a:lnTo>
                  <a:lnTo>
                    <a:pt x="450" y="195"/>
                  </a:lnTo>
                  <a:lnTo>
                    <a:pt x="451" y="195"/>
                  </a:lnTo>
                  <a:lnTo>
                    <a:pt x="451" y="195"/>
                  </a:lnTo>
                  <a:lnTo>
                    <a:pt x="451" y="195"/>
                  </a:lnTo>
                  <a:lnTo>
                    <a:pt x="453" y="195"/>
                  </a:lnTo>
                  <a:lnTo>
                    <a:pt x="456" y="194"/>
                  </a:lnTo>
                  <a:lnTo>
                    <a:pt x="459" y="192"/>
                  </a:lnTo>
                  <a:lnTo>
                    <a:pt x="462" y="192"/>
                  </a:lnTo>
                  <a:lnTo>
                    <a:pt x="465" y="192"/>
                  </a:lnTo>
                  <a:lnTo>
                    <a:pt x="468" y="192"/>
                  </a:lnTo>
                  <a:lnTo>
                    <a:pt x="470" y="194"/>
                  </a:lnTo>
                  <a:lnTo>
                    <a:pt x="471" y="194"/>
                  </a:lnTo>
                  <a:lnTo>
                    <a:pt x="474" y="191"/>
                  </a:lnTo>
                  <a:lnTo>
                    <a:pt x="474" y="191"/>
                  </a:lnTo>
                  <a:lnTo>
                    <a:pt x="476" y="191"/>
                  </a:lnTo>
                  <a:lnTo>
                    <a:pt x="477" y="191"/>
                  </a:lnTo>
                  <a:lnTo>
                    <a:pt x="477" y="189"/>
                  </a:lnTo>
                  <a:lnTo>
                    <a:pt x="477" y="187"/>
                  </a:lnTo>
                  <a:lnTo>
                    <a:pt x="479" y="187"/>
                  </a:lnTo>
                  <a:lnTo>
                    <a:pt x="479" y="186"/>
                  </a:lnTo>
                  <a:lnTo>
                    <a:pt x="479" y="186"/>
                  </a:lnTo>
                  <a:lnTo>
                    <a:pt x="482" y="184"/>
                  </a:lnTo>
                  <a:lnTo>
                    <a:pt x="485" y="183"/>
                  </a:lnTo>
                  <a:lnTo>
                    <a:pt x="487" y="181"/>
                  </a:lnTo>
                  <a:lnTo>
                    <a:pt x="490" y="181"/>
                  </a:lnTo>
                  <a:lnTo>
                    <a:pt x="491" y="181"/>
                  </a:lnTo>
                  <a:lnTo>
                    <a:pt x="493" y="180"/>
                  </a:lnTo>
                  <a:lnTo>
                    <a:pt x="494" y="177"/>
                  </a:lnTo>
                  <a:lnTo>
                    <a:pt x="496" y="175"/>
                  </a:lnTo>
                  <a:lnTo>
                    <a:pt x="499" y="174"/>
                  </a:lnTo>
                  <a:lnTo>
                    <a:pt x="502" y="172"/>
                  </a:lnTo>
                  <a:lnTo>
                    <a:pt x="505" y="172"/>
                  </a:lnTo>
                  <a:lnTo>
                    <a:pt x="510" y="172"/>
                  </a:lnTo>
                  <a:lnTo>
                    <a:pt x="510" y="171"/>
                  </a:lnTo>
                  <a:lnTo>
                    <a:pt x="510" y="171"/>
                  </a:lnTo>
                  <a:lnTo>
                    <a:pt x="510" y="171"/>
                  </a:lnTo>
                  <a:lnTo>
                    <a:pt x="511" y="169"/>
                  </a:lnTo>
                  <a:lnTo>
                    <a:pt x="516" y="169"/>
                  </a:lnTo>
                  <a:lnTo>
                    <a:pt x="519" y="167"/>
                  </a:lnTo>
                  <a:lnTo>
                    <a:pt x="520" y="164"/>
                  </a:lnTo>
                  <a:lnTo>
                    <a:pt x="522" y="161"/>
                  </a:lnTo>
                  <a:lnTo>
                    <a:pt x="524" y="160"/>
                  </a:lnTo>
                  <a:lnTo>
                    <a:pt x="525" y="161"/>
                  </a:lnTo>
                  <a:lnTo>
                    <a:pt x="527" y="161"/>
                  </a:lnTo>
                  <a:lnTo>
                    <a:pt x="528" y="163"/>
                  </a:lnTo>
                  <a:lnTo>
                    <a:pt x="530" y="161"/>
                  </a:lnTo>
                  <a:lnTo>
                    <a:pt x="528" y="160"/>
                  </a:lnTo>
                  <a:lnTo>
                    <a:pt x="528" y="158"/>
                  </a:lnTo>
                  <a:lnTo>
                    <a:pt x="528" y="158"/>
                  </a:lnTo>
                  <a:lnTo>
                    <a:pt x="530" y="158"/>
                  </a:lnTo>
                  <a:lnTo>
                    <a:pt x="531" y="158"/>
                  </a:lnTo>
                  <a:lnTo>
                    <a:pt x="533" y="157"/>
                  </a:lnTo>
                  <a:lnTo>
                    <a:pt x="534" y="157"/>
                  </a:lnTo>
                  <a:lnTo>
                    <a:pt x="536" y="158"/>
                  </a:lnTo>
                  <a:lnTo>
                    <a:pt x="536" y="161"/>
                  </a:lnTo>
                  <a:lnTo>
                    <a:pt x="536" y="163"/>
                  </a:lnTo>
                  <a:lnTo>
                    <a:pt x="536" y="166"/>
                  </a:lnTo>
                  <a:lnTo>
                    <a:pt x="536" y="166"/>
                  </a:lnTo>
                  <a:lnTo>
                    <a:pt x="536" y="169"/>
                  </a:lnTo>
                  <a:lnTo>
                    <a:pt x="534" y="171"/>
                  </a:lnTo>
                  <a:lnTo>
                    <a:pt x="534" y="171"/>
                  </a:lnTo>
                  <a:lnTo>
                    <a:pt x="533" y="172"/>
                  </a:lnTo>
                  <a:lnTo>
                    <a:pt x="531" y="174"/>
                  </a:lnTo>
                  <a:lnTo>
                    <a:pt x="530" y="174"/>
                  </a:lnTo>
                  <a:lnTo>
                    <a:pt x="528" y="175"/>
                  </a:lnTo>
                  <a:lnTo>
                    <a:pt x="528" y="177"/>
                  </a:lnTo>
                  <a:lnTo>
                    <a:pt x="527" y="178"/>
                  </a:lnTo>
                  <a:lnTo>
                    <a:pt x="527" y="180"/>
                  </a:lnTo>
                  <a:lnTo>
                    <a:pt x="527" y="183"/>
                  </a:lnTo>
                  <a:lnTo>
                    <a:pt x="531" y="187"/>
                  </a:lnTo>
                  <a:lnTo>
                    <a:pt x="536" y="194"/>
                  </a:lnTo>
                  <a:lnTo>
                    <a:pt x="542" y="200"/>
                  </a:lnTo>
                  <a:lnTo>
                    <a:pt x="547" y="204"/>
                  </a:lnTo>
                  <a:lnTo>
                    <a:pt x="550" y="206"/>
                  </a:lnTo>
                  <a:lnTo>
                    <a:pt x="551" y="209"/>
                  </a:lnTo>
                  <a:lnTo>
                    <a:pt x="553" y="212"/>
                  </a:lnTo>
                  <a:lnTo>
                    <a:pt x="556" y="214"/>
                  </a:lnTo>
                  <a:lnTo>
                    <a:pt x="559" y="215"/>
                  </a:lnTo>
                  <a:lnTo>
                    <a:pt x="563" y="217"/>
                  </a:lnTo>
                  <a:lnTo>
                    <a:pt x="568" y="220"/>
                  </a:lnTo>
                  <a:lnTo>
                    <a:pt x="570" y="223"/>
                  </a:lnTo>
                  <a:lnTo>
                    <a:pt x="570" y="223"/>
                  </a:lnTo>
                  <a:lnTo>
                    <a:pt x="571" y="224"/>
                  </a:lnTo>
                  <a:lnTo>
                    <a:pt x="571" y="226"/>
                  </a:lnTo>
                  <a:lnTo>
                    <a:pt x="571" y="227"/>
                  </a:lnTo>
                  <a:lnTo>
                    <a:pt x="571" y="227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68" y="229"/>
                  </a:lnTo>
                  <a:lnTo>
                    <a:pt x="570" y="232"/>
                  </a:lnTo>
                  <a:lnTo>
                    <a:pt x="571" y="235"/>
                  </a:lnTo>
                  <a:lnTo>
                    <a:pt x="571" y="237"/>
                  </a:lnTo>
                  <a:lnTo>
                    <a:pt x="573" y="240"/>
                  </a:lnTo>
                  <a:lnTo>
                    <a:pt x="577" y="243"/>
                  </a:lnTo>
                  <a:lnTo>
                    <a:pt x="588" y="244"/>
                  </a:lnTo>
                  <a:lnTo>
                    <a:pt x="599" y="244"/>
                  </a:lnTo>
                  <a:lnTo>
                    <a:pt x="607" y="244"/>
                  </a:lnTo>
                  <a:lnTo>
                    <a:pt x="617" y="246"/>
                  </a:lnTo>
                  <a:lnTo>
                    <a:pt x="623" y="246"/>
                  </a:lnTo>
                  <a:lnTo>
                    <a:pt x="628" y="247"/>
                  </a:lnTo>
                  <a:lnTo>
                    <a:pt x="634" y="247"/>
                  </a:lnTo>
                  <a:lnTo>
                    <a:pt x="639" y="247"/>
                  </a:lnTo>
                  <a:lnTo>
                    <a:pt x="643" y="247"/>
                  </a:lnTo>
                  <a:lnTo>
                    <a:pt x="648" y="249"/>
                  </a:lnTo>
                  <a:lnTo>
                    <a:pt x="673" y="250"/>
                  </a:lnTo>
                  <a:lnTo>
                    <a:pt x="697" y="252"/>
                  </a:lnTo>
                  <a:lnTo>
                    <a:pt x="723" y="254"/>
                  </a:lnTo>
                  <a:lnTo>
                    <a:pt x="748" y="254"/>
                  </a:lnTo>
                  <a:lnTo>
                    <a:pt x="749" y="258"/>
                  </a:lnTo>
                  <a:lnTo>
                    <a:pt x="749" y="263"/>
                  </a:lnTo>
                  <a:lnTo>
                    <a:pt x="749" y="267"/>
                  </a:lnTo>
                  <a:lnTo>
                    <a:pt x="748" y="272"/>
                  </a:lnTo>
                  <a:lnTo>
                    <a:pt x="748" y="274"/>
                  </a:lnTo>
                  <a:lnTo>
                    <a:pt x="748" y="275"/>
                  </a:lnTo>
                  <a:lnTo>
                    <a:pt x="748" y="277"/>
                  </a:lnTo>
                  <a:lnTo>
                    <a:pt x="748" y="277"/>
                  </a:lnTo>
                  <a:lnTo>
                    <a:pt x="745" y="277"/>
                  </a:lnTo>
                  <a:lnTo>
                    <a:pt x="742" y="280"/>
                  </a:lnTo>
                  <a:lnTo>
                    <a:pt x="742" y="284"/>
                  </a:lnTo>
                  <a:lnTo>
                    <a:pt x="742" y="287"/>
                  </a:lnTo>
                  <a:lnTo>
                    <a:pt x="742" y="290"/>
                  </a:lnTo>
                  <a:lnTo>
                    <a:pt x="742" y="294"/>
                  </a:lnTo>
                  <a:lnTo>
                    <a:pt x="742" y="297"/>
                  </a:lnTo>
                  <a:lnTo>
                    <a:pt x="742" y="300"/>
                  </a:lnTo>
                  <a:lnTo>
                    <a:pt x="739" y="301"/>
                  </a:lnTo>
                  <a:lnTo>
                    <a:pt x="734" y="303"/>
                  </a:lnTo>
                  <a:lnTo>
                    <a:pt x="732" y="304"/>
                  </a:lnTo>
                  <a:lnTo>
                    <a:pt x="729" y="306"/>
                  </a:lnTo>
                  <a:lnTo>
                    <a:pt x="726" y="309"/>
                  </a:lnTo>
                  <a:lnTo>
                    <a:pt x="723" y="310"/>
                  </a:lnTo>
                  <a:lnTo>
                    <a:pt x="720" y="312"/>
                  </a:lnTo>
                  <a:lnTo>
                    <a:pt x="720" y="315"/>
                  </a:lnTo>
                  <a:lnTo>
                    <a:pt x="720" y="320"/>
                  </a:lnTo>
                  <a:lnTo>
                    <a:pt x="722" y="324"/>
                  </a:lnTo>
                  <a:lnTo>
                    <a:pt x="722" y="329"/>
                  </a:lnTo>
                  <a:lnTo>
                    <a:pt x="722" y="332"/>
                  </a:lnTo>
                  <a:lnTo>
                    <a:pt x="722" y="335"/>
                  </a:lnTo>
                  <a:lnTo>
                    <a:pt x="720" y="338"/>
                  </a:lnTo>
                  <a:lnTo>
                    <a:pt x="720" y="341"/>
                  </a:lnTo>
                  <a:lnTo>
                    <a:pt x="716" y="347"/>
                  </a:lnTo>
                  <a:lnTo>
                    <a:pt x="711" y="353"/>
                  </a:lnTo>
                  <a:lnTo>
                    <a:pt x="708" y="361"/>
                  </a:lnTo>
                  <a:lnTo>
                    <a:pt x="709" y="367"/>
                  </a:lnTo>
                  <a:lnTo>
                    <a:pt x="711" y="370"/>
                  </a:lnTo>
                  <a:lnTo>
                    <a:pt x="712" y="373"/>
                  </a:lnTo>
                  <a:lnTo>
                    <a:pt x="712" y="377"/>
                  </a:lnTo>
                  <a:lnTo>
                    <a:pt x="714" y="380"/>
                  </a:lnTo>
                  <a:lnTo>
                    <a:pt x="717" y="384"/>
                  </a:lnTo>
                  <a:lnTo>
                    <a:pt x="719" y="389"/>
                  </a:lnTo>
                  <a:lnTo>
                    <a:pt x="720" y="395"/>
                  </a:lnTo>
                  <a:lnTo>
                    <a:pt x="722" y="400"/>
                  </a:lnTo>
                  <a:lnTo>
                    <a:pt x="722" y="403"/>
                  </a:lnTo>
                  <a:lnTo>
                    <a:pt x="720" y="406"/>
                  </a:lnTo>
                  <a:lnTo>
                    <a:pt x="720" y="409"/>
                  </a:lnTo>
                  <a:lnTo>
                    <a:pt x="719" y="412"/>
                  </a:lnTo>
                  <a:lnTo>
                    <a:pt x="717" y="415"/>
                  </a:lnTo>
                  <a:lnTo>
                    <a:pt x="716" y="417"/>
                  </a:lnTo>
                  <a:lnTo>
                    <a:pt x="716" y="418"/>
                  </a:lnTo>
                  <a:lnTo>
                    <a:pt x="714" y="421"/>
                  </a:lnTo>
                  <a:lnTo>
                    <a:pt x="711" y="418"/>
                  </a:lnTo>
                  <a:lnTo>
                    <a:pt x="709" y="415"/>
                  </a:lnTo>
                  <a:lnTo>
                    <a:pt x="708" y="413"/>
                  </a:lnTo>
                  <a:lnTo>
                    <a:pt x="706" y="409"/>
                  </a:lnTo>
                  <a:lnTo>
                    <a:pt x="705" y="407"/>
                  </a:lnTo>
                  <a:lnTo>
                    <a:pt x="702" y="409"/>
                  </a:lnTo>
                  <a:lnTo>
                    <a:pt x="699" y="410"/>
                  </a:lnTo>
                  <a:lnTo>
                    <a:pt x="691" y="412"/>
                  </a:lnTo>
                  <a:lnTo>
                    <a:pt x="685" y="409"/>
                  </a:lnTo>
                  <a:lnTo>
                    <a:pt x="679" y="406"/>
                  </a:lnTo>
                  <a:lnTo>
                    <a:pt x="673" y="401"/>
                  </a:lnTo>
                  <a:lnTo>
                    <a:pt x="669" y="398"/>
                  </a:lnTo>
                  <a:lnTo>
                    <a:pt x="666" y="397"/>
                  </a:lnTo>
                  <a:lnTo>
                    <a:pt x="663" y="395"/>
                  </a:lnTo>
                  <a:lnTo>
                    <a:pt x="660" y="397"/>
                  </a:lnTo>
                  <a:lnTo>
                    <a:pt x="660" y="400"/>
                  </a:lnTo>
                  <a:lnTo>
                    <a:pt x="660" y="403"/>
                  </a:lnTo>
                  <a:lnTo>
                    <a:pt x="660" y="404"/>
                  </a:lnTo>
                  <a:lnTo>
                    <a:pt x="660" y="404"/>
                  </a:lnTo>
                  <a:lnTo>
                    <a:pt x="659" y="404"/>
                  </a:lnTo>
                  <a:lnTo>
                    <a:pt x="657" y="404"/>
                  </a:lnTo>
                  <a:lnTo>
                    <a:pt x="657" y="406"/>
                  </a:lnTo>
                  <a:lnTo>
                    <a:pt x="659" y="406"/>
                  </a:lnTo>
                  <a:lnTo>
                    <a:pt x="662" y="406"/>
                  </a:lnTo>
                  <a:lnTo>
                    <a:pt x="662" y="407"/>
                  </a:lnTo>
                  <a:lnTo>
                    <a:pt x="660" y="409"/>
                  </a:lnTo>
                  <a:lnTo>
                    <a:pt x="657" y="409"/>
                  </a:lnTo>
                  <a:lnTo>
                    <a:pt x="673" y="418"/>
                  </a:lnTo>
                  <a:lnTo>
                    <a:pt x="680" y="421"/>
                  </a:lnTo>
                  <a:lnTo>
                    <a:pt x="685" y="421"/>
                  </a:lnTo>
                  <a:lnTo>
                    <a:pt x="673" y="417"/>
                  </a:lnTo>
                  <a:lnTo>
                    <a:pt x="673" y="415"/>
                  </a:lnTo>
                  <a:lnTo>
                    <a:pt x="677" y="415"/>
                  </a:lnTo>
                  <a:lnTo>
                    <a:pt x="683" y="418"/>
                  </a:lnTo>
                  <a:lnTo>
                    <a:pt x="686" y="418"/>
                  </a:lnTo>
                  <a:lnTo>
                    <a:pt x="691" y="418"/>
                  </a:lnTo>
                  <a:lnTo>
                    <a:pt x="693" y="418"/>
                  </a:lnTo>
                  <a:lnTo>
                    <a:pt x="694" y="420"/>
                  </a:lnTo>
                  <a:lnTo>
                    <a:pt x="700" y="423"/>
                  </a:lnTo>
                  <a:lnTo>
                    <a:pt x="700" y="424"/>
                  </a:lnTo>
                  <a:lnTo>
                    <a:pt x="699" y="424"/>
                  </a:lnTo>
                  <a:lnTo>
                    <a:pt x="699" y="426"/>
                  </a:lnTo>
                  <a:lnTo>
                    <a:pt x="709" y="427"/>
                  </a:lnTo>
                  <a:lnTo>
                    <a:pt x="712" y="429"/>
                  </a:lnTo>
                  <a:lnTo>
                    <a:pt x="709" y="435"/>
                  </a:lnTo>
                  <a:lnTo>
                    <a:pt x="673" y="421"/>
                  </a:lnTo>
                  <a:lnTo>
                    <a:pt x="669" y="420"/>
                  </a:lnTo>
                  <a:lnTo>
                    <a:pt x="665" y="415"/>
                  </a:lnTo>
                  <a:lnTo>
                    <a:pt x="657" y="413"/>
                  </a:lnTo>
                  <a:lnTo>
                    <a:pt x="642" y="413"/>
                  </a:lnTo>
                  <a:lnTo>
                    <a:pt x="643" y="413"/>
                  </a:lnTo>
                  <a:lnTo>
                    <a:pt x="634" y="413"/>
                  </a:lnTo>
                  <a:lnTo>
                    <a:pt x="631" y="413"/>
                  </a:lnTo>
                  <a:lnTo>
                    <a:pt x="628" y="412"/>
                  </a:lnTo>
                  <a:lnTo>
                    <a:pt x="625" y="413"/>
                  </a:lnTo>
                  <a:lnTo>
                    <a:pt x="622" y="413"/>
                  </a:lnTo>
                  <a:lnTo>
                    <a:pt x="616" y="413"/>
                  </a:lnTo>
                  <a:lnTo>
                    <a:pt x="611" y="412"/>
                  </a:lnTo>
                  <a:lnTo>
                    <a:pt x="611" y="410"/>
                  </a:lnTo>
                  <a:lnTo>
                    <a:pt x="611" y="409"/>
                  </a:lnTo>
                  <a:lnTo>
                    <a:pt x="614" y="407"/>
                  </a:lnTo>
                  <a:lnTo>
                    <a:pt x="628" y="403"/>
                  </a:lnTo>
                  <a:lnTo>
                    <a:pt x="634" y="398"/>
                  </a:lnTo>
                  <a:lnTo>
                    <a:pt x="634" y="390"/>
                  </a:lnTo>
                  <a:lnTo>
                    <a:pt x="633" y="389"/>
                  </a:lnTo>
                  <a:lnTo>
                    <a:pt x="626" y="387"/>
                  </a:lnTo>
                  <a:lnTo>
                    <a:pt x="623" y="386"/>
                  </a:lnTo>
                  <a:lnTo>
                    <a:pt x="623" y="384"/>
                  </a:lnTo>
                  <a:lnTo>
                    <a:pt x="622" y="384"/>
                  </a:lnTo>
                  <a:lnTo>
                    <a:pt x="620" y="384"/>
                  </a:lnTo>
                  <a:lnTo>
                    <a:pt x="619" y="386"/>
                  </a:lnTo>
                  <a:lnTo>
                    <a:pt x="619" y="387"/>
                  </a:lnTo>
                  <a:lnTo>
                    <a:pt x="619" y="389"/>
                  </a:lnTo>
                  <a:lnTo>
                    <a:pt x="617" y="389"/>
                  </a:lnTo>
                  <a:lnTo>
                    <a:pt x="616" y="390"/>
                  </a:lnTo>
                  <a:lnTo>
                    <a:pt x="614" y="390"/>
                  </a:lnTo>
                  <a:lnTo>
                    <a:pt x="613" y="392"/>
                  </a:lnTo>
                  <a:lnTo>
                    <a:pt x="611" y="393"/>
                  </a:lnTo>
                  <a:lnTo>
                    <a:pt x="613" y="393"/>
                  </a:lnTo>
                  <a:lnTo>
                    <a:pt x="608" y="395"/>
                  </a:lnTo>
                  <a:lnTo>
                    <a:pt x="605" y="397"/>
                  </a:lnTo>
                  <a:lnTo>
                    <a:pt x="602" y="401"/>
                  </a:lnTo>
                  <a:lnTo>
                    <a:pt x="600" y="403"/>
                  </a:lnTo>
                  <a:lnTo>
                    <a:pt x="599" y="400"/>
                  </a:lnTo>
                  <a:lnTo>
                    <a:pt x="599" y="398"/>
                  </a:lnTo>
                  <a:lnTo>
                    <a:pt x="599" y="395"/>
                  </a:lnTo>
                  <a:lnTo>
                    <a:pt x="600" y="393"/>
                  </a:lnTo>
                  <a:lnTo>
                    <a:pt x="602" y="393"/>
                  </a:lnTo>
                  <a:lnTo>
                    <a:pt x="603" y="390"/>
                  </a:lnTo>
                  <a:lnTo>
                    <a:pt x="602" y="389"/>
                  </a:lnTo>
                  <a:lnTo>
                    <a:pt x="600" y="386"/>
                  </a:lnTo>
                  <a:lnTo>
                    <a:pt x="599" y="384"/>
                  </a:lnTo>
                  <a:lnTo>
                    <a:pt x="599" y="383"/>
                  </a:lnTo>
                  <a:lnTo>
                    <a:pt x="599" y="380"/>
                  </a:lnTo>
                  <a:lnTo>
                    <a:pt x="597" y="378"/>
                  </a:lnTo>
                  <a:lnTo>
                    <a:pt x="596" y="377"/>
                  </a:lnTo>
                  <a:lnTo>
                    <a:pt x="593" y="375"/>
                  </a:lnTo>
                  <a:lnTo>
                    <a:pt x="591" y="373"/>
                  </a:lnTo>
                  <a:lnTo>
                    <a:pt x="587" y="375"/>
                  </a:lnTo>
                  <a:lnTo>
                    <a:pt x="583" y="377"/>
                  </a:lnTo>
                  <a:lnTo>
                    <a:pt x="580" y="380"/>
                  </a:lnTo>
                  <a:lnTo>
                    <a:pt x="573" y="390"/>
                  </a:lnTo>
                  <a:lnTo>
                    <a:pt x="571" y="390"/>
                  </a:lnTo>
                  <a:lnTo>
                    <a:pt x="562" y="390"/>
                  </a:lnTo>
                  <a:lnTo>
                    <a:pt x="563" y="393"/>
                  </a:lnTo>
                  <a:lnTo>
                    <a:pt x="562" y="395"/>
                  </a:lnTo>
                  <a:lnTo>
                    <a:pt x="560" y="395"/>
                  </a:lnTo>
                  <a:lnTo>
                    <a:pt x="559" y="397"/>
                  </a:lnTo>
                  <a:lnTo>
                    <a:pt x="557" y="400"/>
                  </a:lnTo>
                  <a:lnTo>
                    <a:pt x="557" y="401"/>
                  </a:lnTo>
                  <a:lnTo>
                    <a:pt x="560" y="401"/>
                  </a:lnTo>
                  <a:lnTo>
                    <a:pt x="568" y="404"/>
                  </a:lnTo>
                  <a:lnTo>
                    <a:pt x="573" y="404"/>
                  </a:lnTo>
                  <a:lnTo>
                    <a:pt x="579" y="404"/>
                  </a:lnTo>
                  <a:lnTo>
                    <a:pt x="583" y="403"/>
                  </a:lnTo>
                  <a:lnTo>
                    <a:pt x="585" y="403"/>
                  </a:lnTo>
                  <a:lnTo>
                    <a:pt x="588" y="403"/>
                  </a:lnTo>
                  <a:lnTo>
                    <a:pt x="590" y="401"/>
                  </a:lnTo>
                  <a:lnTo>
                    <a:pt x="593" y="398"/>
                  </a:lnTo>
                  <a:lnTo>
                    <a:pt x="594" y="398"/>
                  </a:lnTo>
                  <a:lnTo>
                    <a:pt x="594" y="400"/>
                  </a:lnTo>
                  <a:lnTo>
                    <a:pt x="590" y="403"/>
                  </a:lnTo>
                  <a:lnTo>
                    <a:pt x="583" y="404"/>
                  </a:lnTo>
                  <a:lnTo>
                    <a:pt x="579" y="404"/>
                  </a:lnTo>
                  <a:lnTo>
                    <a:pt x="583" y="406"/>
                  </a:lnTo>
                  <a:lnTo>
                    <a:pt x="599" y="406"/>
                  </a:lnTo>
                  <a:lnTo>
                    <a:pt x="603" y="407"/>
                  </a:lnTo>
                  <a:lnTo>
                    <a:pt x="605" y="412"/>
                  </a:lnTo>
                  <a:lnTo>
                    <a:pt x="605" y="412"/>
                  </a:lnTo>
                  <a:lnTo>
                    <a:pt x="596" y="410"/>
                  </a:lnTo>
                  <a:lnTo>
                    <a:pt x="583" y="410"/>
                  </a:lnTo>
                  <a:lnTo>
                    <a:pt x="576" y="412"/>
                  </a:lnTo>
                  <a:lnTo>
                    <a:pt x="568" y="412"/>
                  </a:lnTo>
                  <a:lnTo>
                    <a:pt x="565" y="413"/>
                  </a:lnTo>
                  <a:lnTo>
                    <a:pt x="557" y="415"/>
                  </a:lnTo>
                  <a:lnTo>
                    <a:pt x="551" y="415"/>
                  </a:lnTo>
                  <a:lnTo>
                    <a:pt x="548" y="413"/>
                  </a:lnTo>
                  <a:lnTo>
                    <a:pt x="545" y="413"/>
                  </a:lnTo>
                  <a:lnTo>
                    <a:pt x="544" y="413"/>
                  </a:lnTo>
                  <a:lnTo>
                    <a:pt x="542" y="415"/>
                  </a:lnTo>
                  <a:lnTo>
                    <a:pt x="544" y="417"/>
                  </a:lnTo>
                  <a:lnTo>
                    <a:pt x="544" y="417"/>
                  </a:lnTo>
                  <a:lnTo>
                    <a:pt x="542" y="418"/>
                  </a:lnTo>
                  <a:lnTo>
                    <a:pt x="537" y="418"/>
                  </a:lnTo>
                  <a:lnTo>
                    <a:pt x="536" y="420"/>
                  </a:lnTo>
                  <a:lnTo>
                    <a:pt x="533" y="420"/>
                  </a:lnTo>
                  <a:lnTo>
                    <a:pt x="530" y="420"/>
                  </a:lnTo>
                  <a:lnTo>
                    <a:pt x="528" y="421"/>
                  </a:lnTo>
                  <a:lnTo>
                    <a:pt x="528" y="423"/>
                  </a:lnTo>
                  <a:lnTo>
                    <a:pt x="525" y="424"/>
                  </a:lnTo>
                  <a:lnTo>
                    <a:pt x="522" y="426"/>
                  </a:lnTo>
                  <a:lnTo>
                    <a:pt x="522" y="427"/>
                  </a:lnTo>
                  <a:lnTo>
                    <a:pt x="522" y="427"/>
                  </a:lnTo>
                  <a:lnTo>
                    <a:pt x="520" y="429"/>
                  </a:lnTo>
                  <a:lnTo>
                    <a:pt x="519" y="430"/>
                  </a:lnTo>
                  <a:lnTo>
                    <a:pt x="513" y="430"/>
                  </a:lnTo>
                  <a:lnTo>
                    <a:pt x="511" y="432"/>
                  </a:lnTo>
                  <a:lnTo>
                    <a:pt x="507" y="436"/>
                  </a:lnTo>
                  <a:lnTo>
                    <a:pt x="508" y="441"/>
                  </a:lnTo>
                  <a:lnTo>
                    <a:pt x="507" y="441"/>
                  </a:lnTo>
                  <a:lnTo>
                    <a:pt x="504" y="444"/>
                  </a:lnTo>
                  <a:lnTo>
                    <a:pt x="499" y="446"/>
                  </a:lnTo>
                  <a:lnTo>
                    <a:pt x="499" y="447"/>
                  </a:lnTo>
                  <a:lnTo>
                    <a:pt x="497" y="449"/>
                  </a:lnTo>
                  <a:lnTo>
                    <a:pt x="488" y="449"/>
                  </a:lnTo>
                  <a:lnTo>
                    <a:pt x="488" y="450"/>
                  </a:lnTo>
                  <a:lnTo>
                    <a:pt x="476" y="452"/>
                  </a:lnTo>
                  <a:lnTo>
                    <a:pt x="474" y="453"/>
                  </a:lnTo>
                  <a:lnTo>
                    <a:pt x="470" y="455"/>
                  </a:lnTo>
                  <a:lnTo>
                    <a:pt x="470" y="456"/>
                  </a:lnTo>
                  <a:lnTo>
                    <a:pt x="462" y="460"/>
                  </a:lnTo>
                  <a:lnTo>
                    <a:pt x="454" y="460"/>
                  </a:lnTo>
                  <a:lnTo>
                    <a:pt x="450" y="461"/>
                  </a:lnTo>
                  <a:lnTo>
                    <a:pt x="447" y="461"/>
                  </a:lnTo>
                  <a:lnTo>
                    <a:pt x="444" y="463"/>
                  </a:lnTo>
                  <a:lnTo>
                    <a:pt x="444" y="464"/>
                  </a:lnTo>
                  <a:lnTo>
                    <a:pt x="444" y="466"/>
                  </a:lnTo>
                  <a:lnTo>
                    <a:pt x="439" y="467"/>
                  </a:lnTo>
                  <a:lnTo>
                    <a:pt x="436" y="467"/>
                  </a:lnTo>
                  <a:lnTo>
                    <a:pt x="431" y="469"/>
                  </a:lnTo>
                  <a:lnTo>
                    <a:pt x="427" y="470"/>
                  </a:lnTo>
                  <a:lnTo>
                    <a:pt x="425" y="470"/>
                  </a:lnTo>
                  <a:lnTo>
                    <a:pt x="414" y="473"/>
                  </a:lnTo>
                  <a:lnTo>
                    <a:pt x="413" y="475"/>
                  </a:lnTo>
                  <a:lnTo>
                    <a:pt x="407" y="476"/>
                  </a:lnTo>
                  <a:lnTo>
                    <a:pt x="402" y="480"/>
                  </a:lnTo>
                  <a:lnTo>
                    <a:pt x="399" y="480"/>
                  </a:lnTo>
                  <a:lnTo>
                    <a:pt x="395" y="483"/>
                  </a:lnTo>
                  <a:lnTo>
                    <a:pt x="393" y="483"/>
                  </a:lnTo>
                  <a:lnTo>
                    <a:pt x="393" y="484"/>
                  </a:lnTo>
                  <a:lnTo>
                    <a:pt x="390" y="486"/>
                  </a:lnTo>
                  <a:lnTo>
                    <a:pt x="388" y="484"/>
                  </a:lnTo>
                  <a:lnTo>
                    <a:pt x="387" y="486"/>
                  </a:lnTo>
                  <a:lnTo>
                    <a:pt x="387" y="489"/>
                  </a:lnTo>
                  <a:lnTo>
                    <a:pt x="375" y="493"/>
                  </a:lnTo>
                  <a:lnTo>
                    <a:pt x="370" y="498"/>
                  </a:lnTo>
                  <a:lnTo>
                    <a:pt x="362" y="496"/>
                  </a:lnTo>
                  <a:lnTo>
                    <a:pt x="350" y="498"/>
                  </a:lnTo>
                  <a:lnTo>
                    <a:pt x="344" y="496"/>
                  </a:lnTo>
                  <a:lnTo>
                    <a:pt x="339" y="495"/>
                  </a:lnTo>
                  <a:lnTo>
                    <a:pt x="336" y="498"/>
                  </a:lnTo>
                  <a:lnTo>
                    <a:pt x="333" y="500"/>
                  </a:lnTo>
                  <a:lnTo>
                    <a:pt x="330" y="501"/>
                  </a:lnTo>
                  <a:lnTo>
                    <a:pt x="327" y="501"/>
                  </a:lnTo>
                  <a:lnTo>
                    <a:pt x="324" y="501"/>
                  </a:lnTo>
                  <a:lnTo>
                    <a:pt x="319" y="501"/>
                  </a:lnTo>
                  <a:lnTo>
                    <a:pt x="319" y="501"/>
                  </a:lnTo>
                  <a:lnTo>
                    <a:pt x="310" y="498"/>
                  </a:lnTo>
                  <a:lnTo>
                    <a:pt x="299" y="493"/>
                  </a:lnTo>
                  <a:lnTo>
                    <a:pt x="279" y="489"/>
                  </a:lnTo>
                  <a:lnTo>
                    <a:pt x="273" y="489"/>
                  </a:lnTo>
                  <a:lnTo>
                    <a:pt x="259" y="481"/>
                  </a:lnTo>
                  <a:lnTo>
                    <a:pt x="249" y="478"/>
                  </a:lnTo>
                  <a:lnTo>
                    <a:pt x="244" y="476"/>
                  </a:lnTo>
                  <a:lnTo>
                    <a:pt x="239" y="473"/>
                  </a:lnTo>
                  <a:lnTo>
                    <a:pt x="241" y="473"/>
                  </a:lnTo>
                  <a:lnTo>
                    <a:pt x="238" y="469"/>
                  </a:lnTo>
                  <a:lnTo>
                    <a:pt x="236" y="469"/>
                  </a:lnTo>
                  <a:lnTo>
                    <a:pt x="232" y="467"/>
                  </a:lnTo>
                  <a:lnTo>
                    <a:pt x="222" y="461"/>
                  </a:lnTo>
                  <a:lnTo>
                    <a:pt x="215" y="458"/>
                  </a:lnTo>
                  <a:lnTo>
                    <a:pt x="206" y="455"/>
                  </a:lnTo>
                  <a:lnTo>
                    <a:pt x="202" y="456"/>
                  </a:lnTo>
                  <a:lnTo>
                    <a:pt x="193" y="453"/>
                  </a:lnTo>
                  <a:lnTo>
                    <a:pt x="189" y="456"/>
                  </a:lnTo>
                  <a:lnTo>
                    <a:pt x="175" y="455"/>
                  </a:lnTo>
                  <a:lnTo>
                    <a:pt x="163" y="450"/>
                  </a:lnTo>
                  <a:lnTo>
                    <a:pt x="158" y="452"/>
                  </a:lnTo>
                  <a:lnTo>
                    <a:pt x="149" y="449"/>
                  </a:lnTo>
                  <a:lnTo>
                    <a:pt x="143" y="449"/>
                  </a:lnTo>
                  <a:lnTo>
                    <a:pt x="139" y="450"/>
                  </a:lnTo>
                  <a:lnTo>
                    <a:pt x="139" y="452"/>
                  </a:lnTo>
                  <a:lnTo>
                    <a:pt x="133" y="450"/>
                  </a:lnTo>
                  <a:lnTo>
                    <a:pt x="124" y="449"/>
                  </a:lnTo>
                  <a:lnTo>
                    <a:pt x="121" y="447"/>
                  </a:lnTo>
                  <a:lnTo>
                    <a:pt x="118" y="444"/>
                  </a:lnTo>
                  <a:lnTo>
                    <a:pt x="115" y="443"/>
                  </a:lnTo>
                  <a:lnTo>
                    <a:pt x="112" y="443"/>
                  </a:lnTo>
                  <a:lnTo>
                    <a:pt x="112" y="441"/>
                  </a:lnTo>
                  <a:lnTo>
                    <a:pt x="110" y="440"/>
                  </a:lnTo>
                  <a:lnTo>
                    <a:pt x="107" y="438"/>
                  </a:lnTo>
                  <a:lnTo>
                    <a:pt x="96" y="430"/>
                  </a:lnTo>
                  <a:lnTo>
                    <a:pt x="90" y="427"/>
                  </a:lnTo>
                  <a:lnTo>
                    <a:pt x="75" y="418"/>
                  </a:lnTo>
                  <a:lnTo>
                    <a:pt x="69" y="417"/>
                  </a:lnTo>
                  <a:lnTo>
                    <a:pt x="63" y="413"/>
                  </a:lnTo>
                  <a:lnTo>
                    <a:pt x="61" y="410"/>
                  </a:lnTo>
                  <a:lnTo>
                    <a:pt x="70" y="413"/>
                  </a:lnTo>
                  <a:lnTo>
                    <a:pt x="75" y="413"/>
                  </a:lnTo>
                  <a:lnTo>
                    <a:pt x="77" y="412"/>
                  </a:lnTo>
                  <a:lnTo>
                    <a:pt x="75" y="412"/>
                  </a:lnTo>
                  <a:lnTo>
                    <a:pt x="72" y="410"/>
                  </a:lnTo>
                  <a:lnTo>
                    <a:pt x="70" y="409"/>
                  </a:lnTo>
                  <a:lnTo>
                    <a:pt x="69" y="410"/>
                  </a:lnTo>
                  <a:lnTo>
                    <a:pt x="64" y="409"/>
                  </a:lnTo>
                  <a:lnTo>
                    <a:pt x="61" y="409"/>
                  </a:lnTo>
                  <a:lnTo>
                    <a:pt x="61" y="407"/>
                  </a:lnTo>
                  <a:lnTo>
                    <a:pt x="61" y="407"/>
                  </a:lnTo>
                  <a:lnTo>
                    <a:pt x="60" y="406"/>
                  </a:lnTo>
                  <a:lnTo>
                    <a:pt x="60" y="406"/>
                  </a:lnTo>
                  <a:lnTo>
                    <a:pt x="60" y="406"/>
                  </a:lnTo>
                  <a:lnTo>
                    <a:pt x="58" y="407"/>
                  </a:lnTo>
                  <a:lnTo>
                    <a:pt x="58" y="407"/>
                  </a:lnTo>
                  <a:lnTo>
                    <a:pt x="57" y="409"/>
                  </a:lnTo>
                  <a:lnTo>
                    <a:pt x="53" y="407"/>
                  </a:lnTo>
                  <a:lnTo>
                    <a:pt x="38" y="403"/>
                  </a:lnTo>
                  <a:lnTo>
                    <a:pt x="17" y="400"/>
                  </a:lnTo>
                  <a:lnTo>
                    <a:pt x="7" y="395"/>
                  </a:lnTo>
                  <a:lnTo>
                    <a:pt x="3" y="393"/>
                  </a:lnTo>
                  <a:lnTo>
                    <a:pt x="1" y="393"/>
                  </a:lnTo>
                  <a:lnTo>
                    <a:pt x="0" y="393"/>
                  </a:lnTo>
                  <a:lnTo>
                    <a:pt x="0" y="392"/>
                  </a:lnTo>
                  <a:lnTo>
                    <a:pt x="0" y="392"/>
                  </a:lnTo>
                  <a:lnTo>
                    <a:pt x="3" y="389"/>
                  </a:lnTo>
                  <a:lnTo>
                    <a:pt x="4" y="387"/>
                  </a:lnTo>
                  <a:lnTo>
                    <a:pt x="7" y="386"/>
                  </a:lnTo>
                  <a:lnTo>
                    <a:pt x="12" y="384"/>
                  </a:lnTo>
                  <a:lnTo>
                    <a:pt x="17" y="384"/>
                  </a:lnTo>
                  <a:lnTo>
                    <a:pt x="21" y="384"/>
                  </a:lnTo>
                  <a:lnTo>
                    <a:pt x="26" y="384"/>
                  </a:lnTo>
                  <a:lnTo>
                    <a:pt x="29" y="381"/>
                  </a:lnTo>
                  <a:lnTo>
                    <a:pt x="33" y="377"/>
                  </a:lnTo>
                  <a:lnTo>
                    <a:pt x="37" y="373"/>
                  </a:lnTo>
                  <a:lnTo>
                    <a:pt x="38" y="367"/>
                  </a:lnTo>
                  <a:lnTo>
                    <a:pt x="35" y="363"/>
                  </a:lnTo>
                  <a:lnTo>
                    <a:pt x="32" y="358"/>
                  </a:lnTo>
                  <a:lnTo>
                    <a:pt x="32" y="355"/>
                  </a:lnTo>
                  <a:lnTo>
                    <a:pt x="35" y="352"/>
                  </a:lnTo>
                  <a:lnTo>
                    <a:pt x="38" y="349"/>
                  </a:lnTo>
                  <a:lnTo>
                    <a:pt x="41" y="349"/>
                  </a:lnTo>
                  <a:lnTo>
                    <a:pt x="44" y="350"/>
                  </a:lnTo>
                  <a:lnTo>
                    <a:pt x="47" y="350"/>
                  </a:lnTo>
                  <a:lnTo>
                    <a:pt x="50" y="349"/>
                  </a:lnTo>
                  <a:lnTo>
                    <a:pt x="50" y="349"/>
                  </a:lnTo>
                  <a:lnTo>
                    <a:pt x="50" y="349"/>
                  </a:lnTo>
                  <a:lnTo>
                    <a:pt x="50" y="347"/>
                  </a:lnTo>
                  <a:lnTo>
                    <a:pt x="52" y="347"/>
                  </a:lnTo>
                  <a:lnTo>
                    <a:pt x="53" y="343"/>
                  </a:lnTo>
                  <a:lnTo>
                    <a:pt x="52" y="338"/>
                  </a:lnTo>
                  <a:lnTo>
                    <a:pt x="50" y="334"/>
                  </a:lnTo>
                  <a:lnTo>
                    <a:pt x="49" y="329"/>
                  </a:lnTo>
                  <a:lnTo>
                    <a:pt x="52" y="327"/>
                  </a:lnTo>
                  <a:lnTo>
                    <a:pt x="53" y="327"/>
                  </a:lnTo>
                  <a:lnTo>
                    <a:pt x="55" y="327"/>
                  </a:lnTo>
                  <a:lnTo>
                    <a:pt x="58" y="329"/>
                  </a:lnTo>
                  <a:lnTo>
                    <a:pt x="60" y="329"/>
                  </a:lnTo>
                  <a:lnTo>
                    <a:pt x="63" y="329"/>
                  </a:lnTo>
                  <a:lnTo>
                    <a:pt x="64" y="327"/>
                  </a:lnTo>
                  <a:lnTo>
                    <a:pt x="66" y="326"/>
                  </a:lnTo>
                  <a:lnTo>
                    <a:pt x="67" y="326"/>
                  </a:lnTo>
                  <a:lnTo>
                    <a:pt x="69" y="326"/>
                  </a:lnTo>
                  <a:lnTo>
                    <a:pt x="69" y="324"/>
                  </a:lnTo>
                  <a:lnTo>
                    <a:pt x="70" y="324"/>
                  </a:lnTo>
                  <a:lnTo>
                    <a:pt x="70" y="323"/>
                  </a:lnTo>
                  <a:lnTo>
                    <a:pt x="70" y="323"/>
                  </a:lnTo>
                  <a:lnTo>
                    <a:pt x="72" y="323"/>
                  </a:lnTo>
                  <a:lnTo>
                    <a:pt x="72" y="321"/>
                  </a:lnTo>
                  <a:lnTo>
                    <a:pt x="73" y="320"/>
                  </a:lnTo>
                  <a:lnTo>
                    <a:pt x="75" y="318"/>
                  </a:lnTo>
                  <a:lnTo>
                    <a:pt x="77" y="317"/>
                  </a:lnTo>
                  <a:lnTo>
                    <a:pt x="77" y="314"/>
                  </a:lnTo>
                  <a:lnTo>
                    <a:pt x="77" y="310"/>
                  </a:lnTo>
                  <a:lnTo>
                    <a:pt x="78" y="307"/>
                  </a:lnTo>
                  <a:lnTo>
                    <a:pt x="78" y="304"/>
                  </a:lnTo>
                  <a:lnTo>
                    <a:pt x="78" y="301"/>
                  </a:lnTo>
                  <a:lnTo>
                    <a:pt x="78" y="300"/>
                  </a:lnTo>
                  <a:lnTo>
                    <a:pt x="78" y="298"/>
                  </a:lnTo>
                  <a:lnTo>
                    <a:pt x="78" y="297"/>
                  </a:lnTo>
                  <a:lnTo>
                    <a:pt x="80" y="294"/>
                  </a:lnTo>
                  <a:lnTo>
                    <a:pt x="81" y="292"/>
                  </a:lnTo>
                  <a:lnTo>
                    <a:pt x="83" y="290"/>
                  </a:lnTo>
                  <a:lnTo>
                    <a:pt x="84" y="287"/>
                  </a:lnTo>
                  <a:lnTo>
                    <a:pt x="86" y="286"/>
                  </a:lnTo>
                  <a:lnTo>
                    <a:pt x="86" y="284"/>
                  </a:lnTo>
                  <a:lnTo>
                    <a:pt x="86" y="283"/>
                  </a:lnTo>
                  <a:lnTo>
                    <a:pt x="87" y="280"/>
                  </a:lnTo>
                  <a:lnTo>
                    <a:pt x="87" y="278"/>
                  </a:lnTo>
                  <a:lnTo>
                    <a:pt x="87" y="277"/>
                  </a:lnTo>
                  <a:lnTo>
                    <a:pt x="87" y="275"/>
                  </a:lnTo>
                  <a:lnTo>
                    <a:pt x="87" y="274"/>
                  </a:lnTo>
                  <a:lnTo>
                    <a:pt x="86" y="272"/>
                  </a:lnTo>
                  <a:lnTo>
                    <a:pt x="81" y="264"/>
                  </a:lnTo>
                  <a:lnTo>
                    <a:pt x="77" y="258"/>
                  </a:lnTo>
                  <a:lnTo>
                    <a:pt x="72" y="252"/>
                  </a:lnTo>
                  <a:lnTo>
                    <a:pt x="66" y="246"/>
                  </a:lnTo>
                  <a:lnTo>
                    <a:pt x="66" y="246"/>
                  </a:lnTo>
                  <a:lnTo>
                    <a:pt x="66" y="244"/>
                  </a:lnTo>
                  <a:lnTo>
                    <a:pt x="64" y="244"/>
                  </a:lnTo>
                  <a:lnTo>
                    <a:pt x="64" y="243"/>
                  </a:lnTo>
                  <a:lnTo>
                    <a:pt x="63" y="243"/>
                  </a:lnTo>
                  <a:lnTo>
                    <a:pt x="60" y="243"/>
                  </a:lnTo>
                  <a:lnTo>
                    <a:pt x="58" y="243"/>
                  </a:lnTo>
                  <a:lnTo>
                    <a:pt x="55" y="243"/>
                  </a:lnTo>
                  <a:lnTo>
                    <a:pt x="52" y="243"/>
                  </a:lnTo>
                  <a:lnTo>
                    <a:pt x="49" y="238"/>
                  </a:lnTo>
                  <a:lnTo>
                    <a:pt x="47" y="234"/>
                  </a:lnTo>
                  <a:lnTo>
                    <a:pt x="44" y="231"/>
                  </a:lnTo>
                  <a:lnTo>
                    <a:pt x="41" y="229"/>
                  </a:lnTo>
                  <a:lnTo>
                    <a:pt x="38" y="227"/>
                  </a:lnTo>
                  <a:lnTo>
                    <a:pt x="37" y="226"/>
                  </a:lnTo>
                  <a:lnTo>
                    <a:pt x="35" y="223"/>
                  </a:lnTo>
                  <a:lnTo>
                    <a:pt x="35" y="220"/>
                  </a:lnTo>
                  <a:lnTo>
                    <a:pt x="37" y="217"/>
                  </a:lnTo>
                  <a:lnTo>
                    <a:pt x="37" y="214"/>
                  </a:lnTo>
                  <a:lnTo>
                    <a:pt x="35" y="211"/>
                  </a:lnTo>
                  <a:lnTo>
                    <a:pt x="35" y="209"/>
                  </a:lnTo>
                  <a:lnTo>
                    <a:pt x="35" y="209"/>
                  </a:lnTo>
                  <a:lnTo>
                    <a:pt x="35" y="209"/>
                  </a:lnTo>
                  <a:lnTo>
                    <a:pt x="35" y="209"/>
                  </a:lnTo>
                  <a:lnTo>
                    <a:pt x="35" y="206"/>
                  </a:lnTo>
                  <a:lnTo>
                    <a:pt x="37" y="204"/>
                  </a:lnTo>
                  <a:lnTo>
                    <a:pt x="37" y="201"/>
                  </a:lnTo>
                  <a:lnTo>
                    <a:pt x="35" y="200"/>
                  </a:lnTo>
                  <a:lnTo>
                    <a:pt x="35" y="198"/>
                  </a:lnTo>
                  <a:lnTo>
                    <a:pt x="33" y="197"/>
                  </a:lnTo>
                  <a:lnTo>
                    <a:pt x="32" y="195"/>
                  </a:lnTo>
                  <a:lnTo>
                    <a:pt x="32" y="195"/>
                  </a:lnTo>
                  <a:lnTo>
                    <a:pt x="30" y="194"/>
                  </a:lnTo>
                  <a:lnTo>
                    <a:pt x="30" y="194"/>
                  </a:lnTo>
                  <a:lnTo>
                    <a:pt x="30" y="194"/>
                  </a:lnTo>
                  <a:lnTo>
                    <a:pt x="30" y="194"/>
                  </a:lnTo>
                  <a:lnTo>
                    <a:pt x="29" y="194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7" y="189"/>
                  </a:lnTo>
                  <a:lnTo>
                    <a:pt x="27" y="187"/>
                  </a:lnTo>
                  <a:lnTo>
                    <a:pt x="27" y="184"/>
                  </a:lnTo>
                  <a:lnTo>
                    <a:pt x="29" y="183"/>
                  </a:lnTo>
                  <a:lnTo>
                    <a:pt x="30" y="181"/>
                  </a:lnTo>
                  <a:lnTo>
                    <a:pt x="30" y="181"/>
                  </a:lnTo>
                  <a:lnTo>
                    <a:pt x="29" y="180"/>
                  </a:lnTo>
                  <a:lnTo>
                    <a:pt x="29" y="180"/>
                  </a:lnTo>
                  <a:lnTo>
                    <a:pt x="26" y="177"/>
                  </a:lnTo>
                  <a:lnTo>
                    <a:pt x="26" y="172"/>
                  </a:lnTo>
                  <a:lnTo>
                    <a:pt x="26" y="169"/>
                  </a:lnTo>
                  <a:lnTo>
                    <a:pt x="27" y="164"/>
                  </a:lnTo>
                  <a:lnTo>
                    <a:pt x="27" y="161"/>
                  </a:lnTo>
                  <a:lnTo>
                    <a:pt x="29" y="160"/>
                  </a:lnTo>
                  <a:lnTo>
                    <a:pt x="29" y="158"/>
                  </a:lnTo>
                  <a:lnTo>
                    <a:pt x="29" y="155"/>
                  </a:lnTo>
                  <a:lnTo>
                    <a:pt x="30" y="152"/>
                  </a:lnTo>
                  <a:lnTo>
                    <a:pt x="30" y="149"/>
                  </a:lnTo>
                  <a:lnTo>
                    <a:pt x="32" y="146"/>
                  </a:lnTo>
                  <a:lnTo>
                    <a:pt x="33" y="143"/>
                  </a:lnTo>
                  <a:lnTo>
                    <a:pt x="35" y="138"/>
                  </a:lnTo>
                  <a:lnTo>
                    <a:pt x="35" y="137"/>
                  </a:lnTo>
                  <a:lnTo>
                    <a:pt x="35" y="134"/>
                  </a:lnTo>
                  <a:lnTo>
                    <a:pt x="32" y="131"/>
                  </a:lnTo>
                  <a:lnTo>
                    <a:pt x="33" y="131"/>
                  </a:lnTo>
                  <a:lnTo>
                    <a:pt x="33" y="129"/>
                  </a:lnTo>
                  <a:lnTo>
                    <a:pt x="35" y="129"/>
                  </a:lnTo>
                  <a:lnTo>
                    <a:pt x="35" y="128"/>
                  </a:lnTo>
                  <a:lnTo>
                    <a:pt x="37" y="128"/>
                  </a:lnTo>
                  <a:lnTo>
                    <a:pt x="37" y="126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40" y="126"/>
                  </a:lnTo>
                  <a:lnTo>
                    <a:pt x="41" y="126"/>
                  </a:lnTo>
                  <a:lnTo>
                    <a:pt x="43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3"/>
                  </a:lnTo>
                  <a:lnTo>
                    <a:pt x="57" y="117"/>
                  </a:lnTo>
                  <a:lnTo>
                    <a:pt x="60" y="112"/>
                  </a:lnTo>
                  <a:lnTo>
                    <a:pt x="60" y="109"/>
                  </a:lnTo>
                  <a:lnTo>
                    <a:pt x="63" y="109"/>
                  </a:lnTo>
                  <a:lnTo>
                    <a:pt x="64" y="108"/>
                  </a:lnTo>
                  <a:lnTo>
                    <a:pt x="66" y="108"/>
                  </a:lnTo>
                  <a:lnTo>
                    <a:pt x="67" y="108"/>
                  </a:lnTo>
                  <a:lnTo>
                    <a:pt x="69" y="108"/>
                  </a:lnTo>
                  <a:lnTo>
                    <a:pt x="70" y="109"/>
                  </a:lnTo>
                  <a:lnTo>
                    <a:pt x="72" y="109"/>
                  </a:lnTo>
                  <a:lnTo>
                    <a:pt x="75" y="109"/>
                  </a:lnTo>
                  <a:lnTo>
                    <a:pt x="78" y="109"/>
                  </a:lnTo>
                  <a:lnTo>
                    <a:pt x="83" y="109"/>
                  </a:lnTo>
                  <a:lnTo>
                    <a:pt x="84" y="109"/>
                  </a:lnTo>
                  <a:lnTo>
                    <a:pt x="86" y="109"/>
                  </a:lnTo>
                  <a:lnTo>
                    <a:pt x="87" y="109"/>
                  </a:lnTo>
                  <a:lnTo>
                    <a:pt x="89" y="109"/>
                  </a:lnTo>
                  <a:lnTo>
                    <a:pt x="90" y="109"/>
                  </a:lnTo>
                  <a:lnTo>
                    <a:pt x="92" y="108"/>
                  </a:lnTo>
                  <a:lnTo>
                    <a:pt x="93" y="108"/>
                  </a:lnTo>
                  <a:lnTo>
                    <a:pt x="95" y="108"/>
                  </a:lnTo>
                  <a:lnTo>
                    <a:pt x="96" y="108"/>
                  </a:lnTo>
                  <a:lnTo>
                    <a:pt x="98" y="106"/>
                  </a:lnTo>
                  <a:lnTo>
                    <a:pt x="100" y="106"/>
                  </a:lnTo>
                  <a:lnTo>
                    <a:pt x="101" y="108"/>
                  </a:lnTo>
                  <a:lnTo>
                    <a:pt x="103" y="109"/>
                  </a:lnTo>
                  <a:lnTo>
                    <a:pt x="103" y="111"/>
                  </a:lnTo>
                  <a:lnTo>
                    <a:pt x="104" y="114"/>
                  </a:lnTo>
                  <a:lnTo>
                    <a:pt x="104" y="115"/>
                  </a:lnTo>
                  <a:lnTo>
                    <a:pt x="104" y="117"/>
                  </a:lnTo>
                  <a:lnTo>
                    <a:pt x="104" y="118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06" y="123"/>
                  </a:lnTo>
                  <a:lnTo>
                    <a:pt x="106" y="124"/>
                  </a:lnTo>
                  <a:lnTo>
                    <a:pt x="109" y="126"/>
                  </a:lnTo>
                  <a:lnTo>
                    <a:pt x="110" y="126"/>
                  </a:lnTo>
                  <a:lnTo>
                    <a:pt x="113" y="126"/>
                  </a:lnTo>
                  <a:lnTo>
                    <a:pt x="115" y="124"/>
                  </a:lnTo>
                  <a:lnTo>
                    <a:pt x="116" y="124"/>
                  </a:lnTo>
                  <a:lnTo>
                    <a:pt x="118" y="123"/>
                  </a:lnTo>
                  <a:lnTo>
                    <a:pt x="121" y="123"/>
                  </a:lnTo>
                  <a:lnTo>
                    <a:pt x="123" y="121"/>
                  </a:lnTo>
                  <a:lnTo>
                    <a:pt x="124" y="120"/>
                  </a:lnTo>
                  <a:lnTo>
                    <a:pt x="126" y="117"/>
                  </a:lnTo>
                  <a:lnTo>
                    <a:pt x="127" y="117"/>
                  </a:lnTo>
                  <a:lnTo>
                    <a:pt x="129" y="115"/>
                  </a:lnTo>
                  <a:lnTo>
                    <a:pt x="130" y="114"/>
                  </a:lnTo>
                  <a:lnTo>
                    <a:pt x="130" y="112"/>
                  </a:lnTo>
                  <a:lnTo>
                    <a:pt x="130" y="111"/>
                  </a:lnTo>
                  <a:lnTo>
                    <a:pt x="130" y="109"/>
                  </a:lnTo>
                  <a:lnTo>
                    <a:pt x="130" y="108"/>
                  </a:lnTo>
                  <a:lnTo>
                    <a:pt x="130" y="106"/>
                  </a:lnTo>
                  <a:lnTo>
                    <a:pt x="129" y="103"/>
                  </a:lnTo>
                  <a:lnTo>
                    <a:pt x="127" y="101"/>
                  </a:lnTo>
                  <a:lnTo>
                    <a:pt x="126" y="100"/>
                  </a:lnTo>
                  <a:lnTo>
                    <a:pt x="124" y="98"/>
                  </a:lnTo>
                  <a:lnTo>
                    <a:pt x="123" y="97"/>
                  </a:lnTo>
                  <a:lnTo>
                    <a:pt x="123" y="97"/>
                  </a:lnTo>
                  <a:lnTo>
                    <a:pt x="123" y="97"/>
                  </a:lnTo>
                  <a:lnTo>
                    <a:pt x="123" y="97"/>
                  </a:lnTo>
                  <a:lnTo>
                    <a:pt x="120" y="95"/>
                  </a:lnTo>
                  <a:lnTo>
                    <a:pt x="118" y="92"/>
                  </a:lnTo>
                  <a:lnTo>
                    <a:pt x="116" y="89"/>
                  </a:lnTo>
                  <a:lnTo>
                    <a:pt x="118" y="86"/>
                  </a:lnTo>
                  <a:lnTo>
                    <a:pt x="120" y="84"/>
                  </a:lnTo>
                  <a:lnTo>
                    <a:pt x="120" y="83"/>
                  </a:lnTo>
                  <a:lnTo>
                    <a:pt x="121" y="81"/>
                  </a:lnTo>
                  <a:lnTo>
                    <a:pt x="123" y="78"/>
                  </a:lnTo>
                  <a:lnTo>
                    <a:pt x="124" y="77"/>
                  </a:lnTo>
                  <a:lnTo>
                    <a:pt x="126" y="74"/>
                  </a:lnTo>
                  <a:lnTo>
                    <a:pt x="127" y="71"/>
                  </a:lnTo>
                  <a:lnTo>
                    <a:pt x="129" y="68"/>
                  </a:lnTo>
                  <a:lnTo>
                    <a:pt x="130" y="64"/>
                  </a:lnTo>
                  <a:lnTo>
                    <a:pt x="132" y="61"/>
                  </a:lnTo>
                  <a:lnTo>
                    <a:pt x="133" y="60"/>
                  </a:lnTo>
                  <a:lnTo>
                    <a:pt x="136" y="60"/>
                  </a:lnTo>
                  <a:lnTo>
                    <a:pt x="139" y="60"/>
                  </a:lnTo>
                  <a:lnTo>
                    <a:pt x="146" y="54"/>
                  </a:lnTo>
                  <a:lnTo>
                    <a:pt x="150" y="52"/>
                  </a:lnTo>
                  <a:lnTo>
                    <a:pt x="150" y="58"/>
                  </a:lnTo>
                  <a:lnTo>
                    <a:pt x="149" y="64"/>
                  </a:lnTo>
                  <a:lnTo>
                    <a:pt x="147" y="72"/>
                  </a:lnTo>
                  <a:lnTo>
                    <a:pt x="146" y="78"/>
                  </a:lnTo>
                  <a:lnTo>
                    <a:pt x="146" y="84"/>
                  </a:lnTo>
                  <a:lnTo>
                    <a:pt x="147" y="86"/>
                  </a:lnTo>
                  <a:lnTo>
                    <a:pt x="150" y="88"/>
                  </a:lnTo>
                  <a:lnTo>
                    <a:pt x="152" y="89"/>
                  </a:lnTo>
                  <a:lnTo>
                    <a:pt x="155" y="91"/>
                  </a:lnTo>
                  <a:lnTo>
                    <a:pt x="156" y="92"/>
                  </a:lnTo>
                  <a:lnTo>
                    <a:pt x="158" y="94"/>
                  </a:lnTo>
                  <a:lnTo>
                    <a:pt x="159" y="94"/>
                  </a:lnTo>
                  <a:lnTo>
                    <a:pt x="161" y="95"/>
                  </a:lnTo>
                  <a:lnTo>
                    <a:pt x="163" y="97"/>
                  </a:lnTo>
                  <a:lnTo>
                    <a:pt x="163" y="100"/>
                  </a:lnTo>
                  <a:lnTo>
                    <a:pt x="163" y="101"/>
                  </a:lnTo>
                  <a:lnTo>
                    <a:pt x="163" y="104"/>
                  </a:lnTo>
                  <a:lnTo>
                    <a:pt x="164" y="106"/>
                  </a:lnTo>
                  <a:lnTo>
                    <a:pt x="166" y="108"/>
                  </a:lnTo>
                  <a:lnTo>
                    <a:pt x="167" y="109"/>
                  </a:lnTo>
                  <a:lnTo>
                    <a:pt x="167" y="112"/>
                  </a:lnTo>
                  <a:lnTo>
                    <a:pt x="169" y="114"/>
                  </a:lnTo>
                  <a:lnTo>
                    <a:pt x="170" y="115"/>
                  </a:lnTo>
                  <a:lnTo>
                    <a:pt x="173" y="115"/>
                  </a:lnTo>
                  <a:lnTo>
                    <a:pt x="175" y="117"/>
                  </a:lnTo>
                  <a:lnTo>
                    <a:pt x="178" y="115"/>
                  </a:lnTo>
                  <a:lnTo>
                    <a:pt x="179" y="114"/>
                  </a:lnTo>
                  <a:lnTo>
                    <a:pt x="181" y="112"/>
                  </a:lnTo>
                  <a:lnTo>
                    <a:pt x="181" y="109"/>
                  </a:lnTo>
                  <a:lnTo>
                    <a:pt x="186" y="101"/>
                  </a:lnTo>
                  <a:lnTo>
                    <a:pt x="190" y="94"/>
                  </a:lnTo>
                  <a:lnTo>
                    <a:pt x="198" y="89"/>
                  </a:lnTo>
                  <a:lnTo>
                    <a:pt x="206" y="84"/>
                  </a:lnTo>
                  <a:lnTo>
                    <a:pt x="207" y="84"/>
                  </a:lnTo>
                  <a:lnTo>
                    <a:pt x="207" y="84"/>
                  </a:lnTo>
                  <a:lnTo>
                    <a:pt x="207" y="84"/>
                  </a:lnTo>
                  <a:lnTo>
                    <a:pt x="207" y="84"/>
                  </a:lnTo>
                  <a:lnTo>
                    <a:pt x="212" y="83"/>
                  </a:lnTo>
                  <a:lnTo>
                    <a:pt x="215" y="83"/>
                  </a:lnTo>
                  <a:lnTo>
                    <a:pt x="218" y="83"/>
                  </a:lnTo>
                  <a:lnTo>
                    <a:pt x="221" y="84"/>
                  </a:lnTo>
                  <a:lnTo>
                    <a:pt x="224" y="86"/>
                  </a:lnTo>
                  <a:lnTo>
                    <a:pt x="226" y="88"/>
                  </a:lnTo>
                  <a:lnTo>
                    <a:pt x="229" y="88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3" y="89"/>
                  </a:lnTo>
                  <a:lnTo>
                    <a:pt x="233" y="89"/>
                  </a:lnTo>
                  <a:lnTo>
                    <a:pt x="238" y="91"/>
                  </a:lnTo>
                  <a:lnTo>
                    <a:pt x="244" y="92"/>
                  </a:lnTo>
                  <a:lnTo>
                    <a:pt x="249" y="92"/>
                  </a:lnTo>
                  <a:lnTo>
                    <a:pt x="253" y="89"/>
                  </a:lnTo>
                  <a:lnTo>
                    <a:pt x="253" y="88"/>
                  </a:lnTo>
                  <a:lnTo>
                    <a:pt x="255" y="86"/>
                  </a:lnTo>
                  <a:lnTo>
                    <a:pt x="255" y="84"/>
                  </a:lnTo>
                  <a:lnTo>
                    <a:pt x="256" y="83"/>
                  </a:lnTo>
                  <a:lnTo>
                    <a:pt x="256" y="83"/>
                  </a:lnTo>
                  <a:lnTo>
                    <a:pt x="256" y="83"/>
                  </a:lnTo>
                  <a:lnTo>
                    <a:pt x="256" y="83"/>
                  </a:lnTo>
                  <a:lnTo>
                    <a:pt x="256" y="83"/>
                  </a:lnTo>
                  <a:lnTo>
                    <a:pt x="258" y="81"/>
                  </a:lnTo>
                  <a:lnTo>
                    <a:pt x="258" y="81"/>
                  </a:lnTo>
                  <a:lnTo>
                    <a:pt x="259" y="80"/>
                  </a:lnTo>
                  <a:lnTo>
                    <a:pt x="259" y="78"/>
                  </a:lnTo>
                  <a:lnTo>
                    <a:pt x="261" y="78"/>
                  </a:lnTo>
                  <a:lnTo>
                    <a:pt x="261" y="77"/>
                  </a:lnTo>
                  <a:lnTo>
                    <a:pt x="262" y="77"/>
                  </a:lnTo>
                  <a:lnTo>
                    <a:pt x="262" y="75"/>
                  </a:lnTo>
                  <a:lnTo>
                    <a:pt x="262" y="75"/>
                  </a:lnTo>
                  <a:lnTo>
                    <a:pt x="264" y="75"/>
                  </a:lnTo>
                  <a:lnTo>
                    <a:pt x="264" y="74"/>
                  </a:lnTo>
                  <a:lnTo>
                    <a:pt x="264" y="74"/>
                  </a:lnTo>
                  <a:lnTo>
                    <a:pt x="267" y="72"/>
                  </a:lnTo>
                  <a:lnTo>
                    <a:pt x="269" y="71"/>
                  </a:lnTo>
                  <a:lnTo>
                    <a:pt x="272" y="71"/>
                  </a:lnTo>
                  <a:lnTo>
                    <a:pt x="275" y="69"/>
                  </a:lnTo>
                  <a:lnTo>
                    <a:pt x="275" y="69"/>
                  </a:lnTo>
                  <a:lnTo>
                    <a:pt x="276" y="69"/>
                  </a:lnTo>
                  <a:lnTo>
                    <a:pt x="278" y="68"/>
                  </a:lnTo>
                  <a:lnTo>
                    <a:pt x="278" y="68"/>
                  </a:lnTo>
                  <a:lnTo>
                    <a:pt x="281" y="64"/>
                  </a:lnTo>
                  <a:lnTo>
                    <a:pt x="284" y="63"/>
                  </a:lnTo>
                  <a:lnTo>
                    <a:pt x="285" y="60"/>
                  </a:lnTo>
                  <a:lnTo>
                    <a:pt x="285" y="55"/>
                  </a:lnTo>
                  <a:lnTo>
                    <a:pt x="289" y="52"/>
                  </a:lnTo>
                  <a:lnTo>
                    <a:pt x="290" y="51"/>
                  </a:lnTo>
                  <a:lnTo>
                    <a:pt x="290" y="48"/>
                  </a:lnTo>
                  <a:lnTo>
                    <a:pt x="292" y="44"/>
                  </a:lnTo>
                  <a:lnTo>
                    <a:pt x="292" y="43"/>
                  </a:lnTo>
                  <a:lnTo>
                    <a:pt x="293" y="43"/>
                  </a:lnTo>
                  <a:lnTo>
                    <a:pt x="293" y="41"/>
                  </a:lnTo>
                  <a:lnTo>
                    <a:pt x="293" y="41"/>
                  </a:lnTo>
                  <a:lnTo>
                    <a:pt x="298" y="37"/>
                  </a:lnTo>
                  <a:lnTo>
                    <a:pt x="301" y="32"/>
                  </a:lnTo>
                  <a:lnTo>
                    <a:pt x="305" y="28"/>
                  </a:lnTo>
                  <a:lnTo>
                    <a:pt x="307" y="23"/>
                  </a:lnTo>
                  <a:lnTo>
                    <a:pt x="305" y="17"/>
                  </a:lnTo>
                  <a:lnTo>
                    <a:pt x="304" y="11"/>
                  </a:lnTo>
                  <a:lnTo>
                    <a:pt x="302" y="6"/>
                  </a:lnTo>
                  <a:lnTo>
                    <a:pt x="30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 noEditPoints="1"/>
            </p:cNvSpPr>
            <p:nvPr/>
          </p:nvSpPr>
          <p:spPr bwMode="auto">
            <a:xfrm>
              <a:off x="1725613" y="3043238"/>
              <a:ext cx="349250" cy="319088"/>
            </a:xfrm>
            <a:custGeom>
              <a:avLst/>
              <a:gdLst>
                <a:gd name="T0" fmla="*/ 70 w 439"/>
                <a:gd name="T1" fmla="*/ 300 h 403"/>
                <a:gd name="T2" fmla="*/ 43 w 439"/>
                <a:gd name="T3" fmla="*/ 266 h 403"/>
                <a:gd name="T4" fmla="*/ 49 w 439"/>
                <a:gd name="T5" fmla="*/ 273 h 403"/>
                <a:gd name="T6" fmla="*/ 33 w 439"/>
                <a:gd name="T7" fmla="*/ 273 h 403"/>
                <a:gd name="T8" fmla="*/ 10 w 439"/>
                <a:gd name="T9" fmla="*/ 231 h 403"/>
                <a:gd name="T10" fmla="*/ 26 w 439"/>
                <a:gd name="T11" fmla="*/ 243 h 403"/>
                <a:gd name="T12" fmla="*/ 29 w 439"/>
                <a:gd name="T13" fmla="*/ 251 h 403"/>
                <a:gd name="T14" fmla="*/ 24 w 439"/>
                <a:gd name="T15" fmla="*/ 257 h 403"/>
                <a:gd name="T16" fmla="*/ 9 w 439"/>
                <a:gd name="T17" fmla="*/ 246 h 403"/>
                <a:gd name="T18" fmla="*/ 6 w 439"/>
                <a:gd name="T19" fmla="*/ 237 h 403"/>
                <a:gd name="T20" fmla="*/ 4 w 439"/>
                <a:gd name="T21" fmla="*/ 219 h 403"/>
                <a:gd name="T22" fmla="*/ 1 w 439"/>
                <a:gd name="T23" fmla="*/ 220 h 403"/>
                <a:gd name="T24" fmla="*/ 256 w 439"/>
                <a:gd name="T25" fmla="*/ 7 h 403"/>
                <a:gd name="T26" fmla="*/ 282 w 439"/>
                <a:gd name="T27" fmla="*/ 30 h 403"/>
                <a:gd name="T28" fmla="*/ 276 w 439"/>
                <a:gd name="T29" fmla="*/ 54 h 403"/>
                <a:gd name="T30" fmla="*/ 270 w 439"/>
                <a:gd name="T31" fmla="*/ 82 h 403"/>
                <a:gd name="T32" fmla="*/ 296 w 439"/>
                <a:gd name="T33" fmla="*/ 70 h 403"/>
                <a:gd name="T34" fmla="*/ 325 w 439"/>
                <a:gd name="T35" fmla="*/ 73 h 403"/>
                <a:gd name="T36" fmla="*/ 336 w 439"/>
                <a:gd name="T37" fmla="*/ 100 h 403"/>
                <a:gd name="T38" fmla="*/ 371 w 439"/>
                <a:gd name="T39" fmla="*/ 99 h 403"/>
                <a:gd name="T40" fmla="*/ 379 w 439"/>
                <a:gd name="T41" fmla="*/ 128 h 403"/>
                <a:gd name="T42" fmla="*/ 367 w 439"/>
                <a:gd name="T43" fmla="*/ 160 h 403"/>
                <a:gd name="T44" fmla="*/ 396 w 439"/>
                <a:gd name="T45" fmla="*/ 193 h 403"/>
                <a:gd name="T46" fmla="*/ 410 w 439"/>
                <a:gd name="T47" fmla="*/ 228 h 403"/>
                <a:gd name="T48" fmla="*/ 402 w 439"/>
                <a:gd name="T49" fmla="*/ 253 h 403"/>
                <a:gd name="T50" fmla="*/ 439 w 439"/>
                <a:gd name="T51" fmla="*/ 285 h 403"/>
                <a:gd name="T52" fmla="*/ 420 w 439"/>
                <a:gd name="T53" fmla="*/ 314 h 403"/>
                <a:gd name="T54" fmla="*/ 394 w 439"/>
                <a:gd name="T55" fmla="*/ 323 h 403"/>
                <a:gd name="T56" fmla="*/ 397 w 439"/>
                <a:gd name="T57" fmla="*/ 342 h 403"/>
                <a:gd name="T58" fmla="*/ 393 w 439"/>
                <a:gd name="T59" fmla="*/ 359 h 403"/>
                <a:gd name="T60" fmla="*/ 385 w 439"/>
                <a:gd name="T61" fmla="*/ 383 h 403"/>
                <a:gd name="T62" fmla="*/ 384 w 439"/>
                <a:gd name="T63" fmla="*/ 399 h 403"/>
                <a:gd name="T64" fmla="*/ 362 w 439"/>
                <a:gd name="T65" fmla="*/ 382 h 403"/>
                <a:gd name="T66" fmla="*/ 344 w 439"/>
                <a:gd name="T67" fmla="*/ 363 h 403"/>
                <a:gd name="T68" fmla="*/ 321 w 439"/>
                <a:gd name="T69" fmla="*/ 354 h 403"/>
                <a:gd name="T70" fmla="*/ 308 w 439"/>
                <a:gd name="T71" fmla="*/ 346 h 403"/>
                <a:gd name="T72" fmla="*/ 282 w 439"/>
                <a:gd name="T73" fmla="*/ 362 h 403"/>
                <a:gd name="T74" fmla="*/ 267 w 439"/>
                <a:gd name="T75" fmla="*/ 363 h 403"/>
                <a:gd name="T76" fmla="*/ 255 w 439"/>
                <a:gd name="T77" fmla="*/ 363 h 403"/>
                <a:gd name="T78" fmla="*/ 227 w 439"/>
                <a:gd name="T79" fmla="*/ 400 h 403"/>
                <a:gd name="T80" fmla="*/ 208 w 439"/>
                <a:gd name="T81" fmla="*/ 394 h 403"/>
                <a:gd name="T82" fmla="*/ 184 w 439"/>
                <a:gd name="T83" fmla="*/ 388 h 403"/>
                <a:gd name="T84" fmla="*/ 196 w 439"/>
                <a:gd name="T85" fmla="*/ 374 h 403"/>
                <a:gd name="T86" fmla="*/ 213 w 439"/>
                <a:gd name="T87" fmla="*/ 357 h 403"/>
                <a:gd name="T88" fmla="*/ 224 w 439"/>
                <a:gd name="T89" fmla="*/ 345 h 403"/>
                <a:gd name="T90" fmla="*/ 231 w 439"/>
                <a:gd name="T91" fmla="*/ 328 h 403"/>
                <a:gd name="T92" fmla="*/ 235 w 439"/>
                <a:gd name="T93" fmla="*/ 280 h 403"/>
                <a:gd name="T94" fmla="*/ 235 w 439"/>
                <a:gd name="T95" fmla="*/ 262 h 403"/>
                <a:gd name="T96" fmla="*/ 207 w 439"/>
                <a:gd name="T97" fmla="*/ 249 h 403"/>
                <a:gd name="T98" fmla="*/ 165 w 439"/>
                <a:gd name="T99" fmla="*/ 171 h 403"/>
                <a:gd name="T100" fmla="*/ 155 w 439"/>
                <a:gd name="T101" fmla="*/ 91 h 403"/>
                <a:gd name="T102" fmla="*/ 164 w 439"/>
                <a:gd name="T103" fmla="*/ 93 h 403"/>
                <a:gd name="T104" fmla="*/ 178 w 439"/>
                <a:gd name="T105" fmla="*/ 87 h 403"/>
                <a:gd name="T106" fmla="*/ 199 w 439"/>
                <a:gd name="T107" fmla="*/ 83 h 403"/>
                <a:gd name="T108" fmla="*/ 192 w 439"/>
                <a:gd name="T109" fmla="*/ 67 h 403"/>
                <a:gd name="T110" fmla="*/ 188 w 439"/>
                <a:gd name="T111" fmla="*/ 59 h 403"/>
                <a:gd name="T112" fmla="*/ 181 w 439"/>
                <a:gd name="T113" fmla="*/ 50 h 403"/>
                <a:gd name="T114" fmla="*/ 187 w 439"/>
                <a:gd name="T115" fmla="*/ 33 h 403"/>
                <a:gd name="T116" fmla="*/ 198 w 439"/>
                <a:gd name="T117" fmla="*/ 17 h 403"/>
                <a:gd name="T118" fmla="*/ 201 w 439"/>
                <a:gd name="T11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39" h="403">
                  <a:moveTo>
                    <a:pt x="73" y="292"/>
                  </a:moveTo>
                  <a:lnTo>
                    <a:pt x="73" y="292"/>
                  </a:lnTo>
                  <a:lnTo>
                    <a:pt x="75" y="294"/>
                  </a:lnTo>
                  <a:lnTo>
                    <a:pt x="75" y="297"/>
                  </a:lnTo>
                  <a:lnTo>
                    <a:pt x="73" y="300"/>
                  </a:lnTo>
                  <a:lnTo>
                    <a:pt x="72" y="299"/>
                  </a:lnTo>
                  <a:lnTo>
                    <a:pt x="70" y="300"/>
                  </a:lnTo>
                  <a:lnTo>
                    <a:pt x="67" y="299"/>
                  </a:lnTo>
                  <a:lnTo>
                    <a:pt x="66" y="296"/>
                  </a:lnTo>
                  <a:lnTo>
                    <a:pt x="69" y="292"/>
                  </a:lnTo>
                  <a:lnTo>
                    <a:pt x="72" y="292"/>
                  </a:lnTo>
                  <a:lnTo>
                    <a:pt x="73" y="292"/>
                  </a:lnTo>
                  <a:close/>
                  <a:moveTo>
                    <a:pt x="41" y="265"/>
                  </a:moveTo>
                  <a:lnTo>
                    <a:pt x="43" y="266"/>
                  </a:lnTo>
                  <a:lnTo>
                    <a:pt x="46" y="266"/>
                  </a:lnTo>
                  <a:lnTo>
                    <a:pt x="49" y="266"/>
                  </a:lnTo>
                  <a:lnTo>
                    <a:pt x="50" y="268"/>
                  </a:lnTo>
                  <a:lnTo>
                    <a:pt x="50" y="269"/>
                  </a:lnTo>
                  <a:lnTo>
                    <a:pt x="52" y="271"/>
                  </a:lnTo>
                  <a:lnTo>
                    <a:pt x="52" y="273"/>
                  </a:lnTo>
                  <a:lnTo>
                    <a:pt x="49" y="273"/>
                  </a:lnTo>
                  <a:lnTo>
                    <a:pt x="49" y="276"/>
                  </a:lnTo>
                  <a:lnTo>
                    <a:pt x="49" y="277"/>
                  </a:lnTo>
                  <a:lnTo>
                    <a:pt x="46" y="277"/>
                  </a:lnTo>
                  <a:lnTo>
                    <a:pt x="41" y="276"/>
                  </a:lnTo>
                  <a:lnTo>
                    <a:pt x="39" y="276"/>
                  </a:lnTo>
                  <a:lnTo>
                    <a:pt x="36" y="273"/>
                  </a:lnTo>
                  <a:lnTo>
                    <a:pt x="33" y="273"/>
                  </a:lnTo>
                  <a:lnTo>
                    <a:pt x="32" y="269"/>
                  </a:lnTo>
                  <a:lnTo>
                    <a:pt x="35" y="266"/>
                  </a:lnTo>
                  <a:lnTo>
                    <a:pt x="36" y="265"/>
                  </a:lnTo>
                  <a:lnTo>
                    <a:pt x="38" y="265"/>
                  </a:lnTo>
                  <a:lnTo>
                    <a:pt x="41" y="265"/>
                  </a:lnTo>
                  <a:close/>
                  <a:moveTo>
                    <a:pt x="7" y="231"/>
                  </a:moveTo>
                  <a:lnTo>
                    <a:pt x="10" y="231"/>
                  </a:lnTo>
                  <a:lnTo>
                    <a:pt x="15" y="231"/>
                  </a:lnTo>
                  <a:lnTo>
                    <a:pt x="16" y="233"/>
                  </a:lnTo>
                  <a:lnTo>
                    <a:pt x="23" y="236"/>
                  </a:lnTo>
                  <a:lnTo>
                    <a:pt x="24" y="237"/>
                  </a:lnTo>
                  <a:lnTo>
                    <a:pt x="24" y="239"/>
                  </a:lnTo>
                  <a:lnTo>
                    <a:pt x="24" y="240"/>
                  </a:lnTo>
                  <a:lnTo>
                    <a:pt x="26" y="243"/>
                  </a:lnTo>
                  <a:lnTo>
                    <a:pt x="27" y="245"/>
                  </a:lnTo>
                  <a:lnTo>
                    <a:pt x="29" y="245"/>
                  </a:lnTo>
                  <a:lnTo>
                    <a:pt x="29" y="246"/>
                  </a:lnTo>
                  <a:lnTo>
                    <a:pt x="29" y="246"/>
                  </a:lnTo>
                  <a:lnTo>
                    <a:pt x="29" y="248"/>
                  </a:lnTo>
                  <a:lnTo>
                    <a:pt x="27" y="249"/>
                  </a:lnTo>
                  <a:lnTo>
                    <a:pt x="29" y="251"/>
                  </a:lnTo>
                  <a:lnTo>
                    <a:pt x="29" y="253"/>
                  </a:lnTo>
                  <a:lnTo>
                    <a:pt x="27" y="253"/>
                  </a:lnTo>
                  <a:lnTo>
                    <a:pt x="27" y="254"/>
                  </a:lnTo>
                  <a:lnTo>
                    <a:pt x="26" y="254"/>
                  </a:lnTo>
                  <a:lnTo>
                    <a:pt x="26" y="256"/>
                  </a:lnTo>
                  <a:lnTo>
                    <a:pt x="26" y="257"/>
                  </a:lnTo>
                  <a:lnTo>
                    <a:pt x="24" y="257"/>
                  </a:lnTo>
                  <a:lnTo>
                    <a:pt x="24" y="257"/>
                  </a:lnTo>
                  <a:lnTo>
                    <a:pt x="24" y="256"/>
                  </a:lnTo>
                  <a:lnTo>
                    <a:pt x="24" y="254"/>
                  </a:lnTo>
                  <a:lnTo>
                    <a:pt x="23" y="254"/>
                  </a:lnTo>
                  <a:lnTo>
                    <a:pt x="23" y="253"/>
                  </a:lnTo>
                  <a:lnTo>
                    <a:pt x="15" y="251"/>
                  </a:lnTo>
                  <a:lnTo>
                    <a:pt x="9" y="246"/>
                  </a:lnTo>
                  <a:lnTo>
                    <a:pt x="9" y="246"/>
                  </a:lnTo>
                  <a:lnTo>
                    <a:pt x="10" y="245"/>
                  </a:lnTo>
                  <a:lnTo>
                    <a:pt x="10" y="245"/>
                  </a:lnTo>
                  <a:lnTo>
                    <a:pt x="9" y="243"/>
                  </a:lnTo>
                  <a:lnTo>
                    <a:pt x="7" y="240"/>
                  </a:lnTo>
                  <a:lnTo>
                    <a:pt x="6" y="239"/>
                  </a:lnTo>
                  <a:lnTo>
                    <a:pt x="6" y="237"/>
                  </a:lnTo>
                  <a:lnTo>
                    <a:pt x="6" y="236"/>
                  </a:lnTo>
                  <a:lnTo>
                    <a:pt x="6" y="234"/>
                  </a:lnTo>
                  <a:lnTo>
                    <a:pt x="6" y="233"/>
                  </a:lnTo>
                  <a:lnTo>
                    <a:pt x="4" y="231"/>
                  </a:lnTo>
                  <a:lnTo>
                    <a:pt x="7" y="231"/>
                  </a:lnTo>
                  <a:close/>
                  <a:moveTo>
                    <a:pt x="4" y="217"/>
                  </a:moveTo>
                  <a:lnTo>
                    <a:pt x="4" y="219"/>
                  </a:lnTo>
                  <a:lnTo>
                    <a:pt x="6" y="219"/>
                  </a:lnTo>
                  <a:lnTo>
                    <a:pt x="6" y="220"/>
                  </a:lnTo>
                  <a:lnTo>
                    <a:pt x="4" y="222"/>
                  </a:lnTo>
                  <a:lnTo>
                    <a:pt x="6" y="223"/>
                  </a:lnTo>
                  <a:lnTo>
                    <a:pt x="1" y="225"/>
                  </a:lnTo>
                  <a:lnTo>
                    <a:pt x="0" y="222"/>
                  </a:lnTo>
                  <a:lnTo>
                    <a:pt x="1" y="220"/>
                  </a:lnTo>
                  <a:lnTo>
                    <a:pt x="1" y="217"/>
                  </a:lnTo>
                  <a:lnTo>
                    <a:pt x="3" y="217"/>
                  </a:lnTo>
                  <a:lnTo>
                    <a:pt x="4" y="217"/>
                  </a:lnTo>
                  <a:close/>
                  <a:moveTo>
                    <a:pt x="233" y="0"/>
                  </a:moveTo>
                  <a:lnTo>
                    <a:pt x="241" y="0"/>
                  </a:lnTo>
                  <a:lnTo>
                    <a:pt x="248" y="3"/>
                  </a:lnTo>
                  <a:lnTo>
                    <a:pt x="256" y="7"/>
                  </a:lnTo>
                  <a:lnTo>
                    <a:pt x="264" y="11"/>
                  </a:lnTo>
                  <a:lnTo>
                    <a:pt x="271" y="16"/>
                  </a:lnTo>
                  <a:lnTo>
                    <a:pt x="274" y="17"/>
                  </a:lnTo>
                  <a:lnTo>
                    <a:pt x="278" y="19"/>
                  </a:lnTo>
                  <a:lnTo>
                    <a:pt x="279" y="20"/>
                  </a:lnTo>
                  <a:lnTo>
                    <a:pt x="281" y="25"/>
                  </a:lnTo>
                  <a:lnTo>
                    <a:pt x="282" y="30"/>
                  </a:lnTo>
                  <a:lnTo>
                    <a:pt x="284" y="34"/>
                  </a:lnTo>
                  <a:lnTo>
                    <a:pt x="285" y="37"/>
                  </a:lnTo>
                  <a:lnTo>
                    <a:pt x="288" y="42"/>
                  </a:lnTo>
                  <a:lnTo>
                    <a:pt x="287" y="45"/>
                  </a:lnTo>
                  <a:lnTo>
                    <a:pt x="282" y="48"/>
                  </a:lnTo>
                  <a:lnTo>
                    <a:pt x="279" y="53"/>
                  </a:lnTo>
                  <a:lnTo>
                    <a:pt x="276" y="54"/>
                  </a:lnTo>
                  <a:lnTo>
                    <a:pt x="273" y="57"/>
                  </a:lnTo>
                  <a:lnTo>
                    <a:pt x="271" y="60"/>
                  </a:lnTo>
                  <a:lnTo>
                    <a:pt x="271" y="62"/>
                  </a:lnTo>
                  <a:lnTo>
                    <a:pt x="270" y="67"/>
                  </a:lnTo>
                  <a:lnTo>
                    <a:pt x="270" y="71"/>
                  </a:lnTo>
                  <a:lnTo>
                    <a:pt x="270" y="77"/>
                  </a:lnTo>
                  <a:lnTo>
                    <a:pt x="270" y="82"/>
                  </a:lnTo>
                  <a:lnTo>
                    <a:pt x="270" y="85"/>
                  </a:lnTo>
                  <a:lnTo>
                    <a:pt x="274" y="85"/>
                  </a:lnTo>
                  <a:lnTo>
                    <a:pt x="279" y="83"/>
                  </a:lnTo>
                  <a:lnTo>
                    <a:pt x="284" y="79"/>
                  </a:lnTo>
                  <a:lnTo>
                    <a:pt x="287" y="76"/>
                  </a:lnTo>
                  <a:lnTo>
                    <a:pt x="291" y="73"/>
                  </a:lnTo>
                  <a:lnTo>
                    <a:pt x="296" y="70"/>
                  </a:lnTo>
                  <a:lnTo>
                    <a:pt x="301" y="67"/>
                  </a:lnTo>
                  <a:lnTo>
                    <a:pt x="307" y="62"/>
                  </a:lnTo>
                  <a:lnTo>
                    <a:pt x="310" y="62"/>
                  </a:lnTo>
                  <a:lnTo>
                    <a:pt x="314" y="65"/>
                  </a:lnTo>
                  <a:lnTo>
                    <a:pt x="319" y="68"/>
                  </a:lnTo>
                  <a:lnTo>
                    <a:pt x="324" y="71"/>
                  </a:lnTo>
                  <a:lnTo>
                    <a:pt x="325" y="73"/>
                  </a:lnTo>
                  <a:lnTo>
                    <a:pt x="325" y="74"/>
                  </a:lnTo>
                  <a:lnTo>
                    <a:pt x="325" y="77"/>
                  </a:lnTo>
                  <a:lnTo>
                    <a:pt x="327" y="79"/>
                  </a:lnTo>
                  <a:lnTo>
                    <a:pt x="328" y="85"/>
                  </a:lnTo>
                  <a:lnTo>
                    <a:pt x="330" y="91"/>
                  </a:lnTo>
                  <a:lnTo>
                    <a:pt x="331" y="96"/>
                  </a:lnTo>
                  <a:lnTo>
                    <a:pt x="336" y="100"/>
                  </a:lnTo>
                  <a:lnTo>
                    <a:pt x="341" y="102"/>
                  </a:lnTo>
                  <a:lnTo>
                    <a:pt x="345" y="105"/>
                  </a:lnTo>
                  <a:lnTo>
                    <a:pt x="350" y="106"/>
                  </a:lnTo>
                  <a:lnTo>
                    <a:pt x="353" y="106"/>
                  </a:lnTo>
                  <a:lnTo>
                    <a:pt x="359" y="105"/>
                  </a:lnTo>
                  <a:lnTo>
                    <a:pt x="365" y="102"/>
                  </a:lnTo>
                  <a:lnTo>
                    <a:pt x="371" y="99"/>
                  </a:lnTo>
                  <a:lnTo>
                    <a:pt x="376" y="97"/>
                  </a:lnTo>
                  <a:lnTo>
                    <a:pt x="377" y="103"/>
                  </a:lnTo>
                  <a:lnTo>
                    <a:pt x="377" y="111"/>
                  </a:lnTo>
                  <a:lnTo>
                    <a:pt x="379" y="117"/>
                  </a:lnTo>
                  <a:lnTo>
                    <a:pt x="380" y="123"/>
                  </a:lnTo>
                  <a:lnTo>
                    <a:pt x="379" y="126"/>
                  </a:lnTo>
                  <a:lnTo>
                    <a:pt x="379" y="128"/>
                  </a:lnTo>
                  <a:lnTo>
                    <a:pt x="377" y="131"/>
                  </a:lnTo>
                  <a:lnTo>
                    <a:pt x="377" y="133"/>
                  </a:lnTo>
                  <a:lnTo>
                    <a:pt x="374" y="139"/>
                  </a:lnTo>
                  <a:lnTo>
                    <a:pt x="373" y="145"/>
                  </a:lnTo>
                  <a:lnTo>
                    <a:pt x="371" y="150"/>
                  </a:lnTo>
                  <a:lnTo>
                    <a:pt x="368" y="156"/>
                  </a:lnTo>
                  <a:lnTo>
                    <a:pt x="367" y="160"/>
                  </a:lnTo>
                  <a:lnTo>
                    <a:pt x="367" y="163"/>
                  </a:lnTo>
                  <a:lnTo>
                    <a:pt x="367" y="166"/>
                  </a:lnTo>
                  <a:lnTo>
                    <a:pt x="370" y="170"/>
                  </a:lnTo>
                  <a:lnTo>
                    <a:pt x="377" y="176"/>
                  </a:lnTo>
                  <a:lnTo>
                    <a:pt x="384" y="182"/>
                  </a:lnTo>
                  <a:lnTo>
                    <a:pt x="390" y="186"/>
                  </a:lnTo>
                  <a:lnTo>
                    <a:pt x="396" y="193"/>
                  </a:lnTo>
                  <a:lnTo>
                    <a:pt x="400" y="199"/>
                  </a:lnTo>
                  <a:lnTo>
                    <a:pt x="405" y="203"/>
                  </a:lnTo>
                  <a:lnTo>
                    <a:pt x="410" y="209"/>
                  </a:lnTo>
                  <a:lnTo>
                    <a:pt x="414" y="216"/>
                  </a:lnTo>
                  <a:lnTo>
                    <a:pt x="413" y="217"/>
                  </a:lnTo>
                  <a:lnTo>
                    <a:pt x="411" y="223"/>
                  </a:lnTo>
                  <a:lnTo>
                    <a:pt x="410" y="228"/>
                  </a:lnTo>
                  <a:lnTo>
                    <a:pt x="408" y="231"/>
                  </a:lnTo>
                  <a:lnTo>
                    <a:pt x="408" y="234"/>
                  </a:lnTo>
                  <a:lnTo>
                    <a:pt x="407" y="237"/>
                  </a:lnTo>
                  <a:lnTo>
                    <a:pt x="407" y="239"/>
                  </a:lnTo>
                  <a:lnTo>
                    <a:pt x="405" y="242"/>
                  </a:lnTo>
                  <a:lnTo>
                    <a:pt x="405" y="248"/>
                  </a:lnTo>
                  <a:lnTo>
                    <a:pt x="402" y="253"/>
                  </a:lnTo>
                  <a:lnTo>
                    <a:pt x="400" y="257"/>
                  </a:lnTo>
                  <a:lnTo>
                    <a:pt x="396" y="260"/>
                  </a:lnTo>
                  <a:lnTo>
                    <a:pt x="407" y="268"/>
                  </a:lnTo>
                  <a:lnTo>
                    <a:pt x="417" y="274"/>
                  </a:lnTo>
                  <a:lnTo>
                    <a:pt x="428" y="280"/>
                  </a:lnTo>
                  <a:lnTo>
                    <a:pt x="437" y="285"/>
                  </a:lnTo>
                  <a:lnTo>
                    <a:pt x="439" y="285"/>
                  </a:lnTo>
                  <a:lnTo>
                    <a:pt x="437" y="288"/>
                  </a:lnTo>
                  <a:lnTo>
                    <a:pt x="436" y="291"/>
                  </a:lnTo>
                  <a:lnTo>
                    <a:pt x="436" y="297"/>
                  </a:lnTo>
                  <a:lnTo>
                    <a:pt x="434" y="300"/>
                  </a:lnTo>
                  <a:lnTo>
                    <a:pt x="433" y="303"/>
                  </a:lnTo>
                  <a:lnTo>
                    <a:pt x="424" y="312"/>
                  </a:lnTo>
                  <a:lnTo>
                    <a:pt x="420" y="314"/>
                  </a:lnTo>
                  <a:lnTo>
                    <a:pt x="417" y="314"/>
                  </a:lnTo>
                  <a:lnTo>
                    <a:pt x="404" y="314"/>
                  </a:lnTo>
                  <a:lnTo>
                    <a:pt x="399" y="316"/>
                  </a:lnTo>
                  <a:lnTo>
                    <a:pt x="397" y="316"/>
                  </a:lnTo>
                  <a:lnTo>
                    <a:pt x="396" y="319"/>
                  </a:lnTo>
                  <a:lnTo>
                    <a:pt x="394" y="320"/>
                  </a:lnTo>
                  <a:lnTo>
                    <a:pt x="394" y="323"/>
                  </a:lnTo>
                  <a:lnTo>
                    <a:pt x="396" y="328"/>
                  </a:lnTo>
                  <a:lnTo>
                    <a:pt x="396" y="331"/>
                  </a:lnTo>
                  <a:lnTo>
                    <a:pt x="397" y="334"/>
                  </a:lnTo>
                  <a:lnTo>
                    <a:pt x="397" y="337"/>
                  </a:lnTo>
                  <a:lnTo>
                    <a:pt x="397" y="340"/>
                  </a:lnTo>
                  <a:lnTo>
                    <a:pt x="397" y="342"/>
                  </a:lnTo>
                  <a:lnTo>
                    <a:pt x="397" y="342"/>
                  </a:lnTo>
                  <a:lnTo>
                    <a:pt x="397" y="343"/>
                  </a:lnTo>
                  <a:lnTo>
                    <a:pt x="397" y="343"/>
                  </a:lnTo>
                  <a:lnTo>
                    <a:pt x="397" y="346"/>
                  </a:lnTo>
                  <a:lnTo>
                    <a:pt x="396" y="351"/>
                  </a:lnTo>
                  <a:lnTo>
                    <a:pt x="396" y="354"/>
                  </a:lnTo>
                  <a:lnTo>
                    <a:pt x="394" y="357"/>
                  </a:lnTo>
                  <a:lnTo>
                    <a:pt x="393" y="359"/>
                  </a:lnTo>
                  <a:lnTo>
                    <a:pt x="393" y="360"/>
                  </a:lnTo>
                  <a:lnTo>
                    <a:pt x="391" y="362"/>
                  </a:lnTo>
                  <a:lnTo>
                    <a:pt x="391" y="363"/>
                  </a:lnTo>
                  <a:lnTo>
                    <a:pt x="388" y="368"/>
                  </a:lnTo>
                  <a:lnTo>
                    <a:pt x="387" y="372"/>
                  </a:lnTo>
                  <a:lnTo>
                    <a:pt x="385" y="379"/>
                  </a:lnTo>
                  <a:lnTo>
                    <a:pt x="385" y="383"/>
                  </a:lnTo>
                  <a:lnTo>
                    <a:pt x="385" y="389"/>
                  </a:lnTo>
                  <a:lnTo>
                    <a:pt x="385" y="392"/>
                  </a:lnTo>
                  <a:lnTo>
                    <a:pt x="385" y="394"/>
                  </a:lnTo>
                  <a:lnTo>
                    <a:pt x="385" y="395"/>
                  </a:lnTo>
                  <a:lnTo>
                    <a:pt x="385" y="397"/>
                  </a:lnTo>
                  <a:lnTo>
                    <a:pt x="385" y="399"/>
                  </a:lnTo>
                  <a:lnTo>
                    <a:pt x="384" y="399"/>
                  </a:lnTo>
                  <a:lnTo>
                    <a:pt x="380" y="397"/>
                  </a:lnTo>
                  <a:lnTo>
                    <a:pt x="377" y="395"/>
                  </a:lnTo>
                  <a:lnTo>
                    <a:pt x="373" y="392"/>
                  </a:lnTo>
                  <a:lnTo>
                    <a:pt x="371" y="391"/>
                  </a:lnTo>
                  <a:lnTo>
                    <a:pt x="370" y="386"/>
                  </a:lnTo>
                  <a:lnTo>
                    <a:pt x="367" y="385"/>
                  </a:lnTo>
                  <a:lnTo>
                    <a:pt x="362" y="382"/>
                  </a:lnTo>
                  <a:lnTo>
                    <a:pt x="359" y="380"/>
                  </a:lnTo>
                  <a:lnTo>
                    <a:pt x="356" y="379"/>
                  </a:lnTo>
                  <a:lnTo>
                    <a:pt x="353" y="376"/>
                  </a:lnTo>
                  <a:lnTo>
                    <a:pt x="351" y="374"/>
                  </a:lnTo>
                  <a:lnTo>
                    <a:pt x="350" y="369"/>
                  </a:lnTo>
                  <a:lnTo>
                    <a:pt x="347" y="365"/>
                  </a:lnTo>
                  <a:lnTo>
                    <a:pt x="344" y="363"/>
                  </a:lnTo>
                  <a:lnTo>
                    <a:pt x="339" y="363"/>
                  </a:lnTo>
                  <a:lnTo>
                    <a:pt x="334" y="363"/>
                  </a:lnTo>
                  <a:lnTo>
                    <a:pt x="330" y="363"/>
                  </a:lnTo>
                  <a:lnTo>
                    <a:pt x="328" y="360"/>
                  </a:lnTo>
                  <a:lnTo>
                    <a:pt x="325" y="359"/>
                  </a:lnTo>
                  <a:lnTo>
                    <a:pt x="322" y="356"/>
                  </a:lnTo>
                  <a:lnTo>
                    <a:pt x="321" y="354"/>
                  </a:lnTo>
                  <a:lnTo>
                    <a:pt x="319" y="354"/>
                  </a:lnTo>
                  <a:lnTo>
                    <a:pt x="319" y="352"/>
                  </a:lnTo>
                  <a:lnTo>
                    <a:pt x="318" y="351"/>
                  </a:lnTo>
                  <a:lnTo>
                    <a:pt x="314" y="349"/>
                  </a:lnTo>
                  <a:lnTo>
                    <a:pt x="313" y="348"/>
                  </a:lnTo>
                  <a:lnTo>
                    <a:pt x="311" y="346"/>
                  </a:lnTo>
                  <a:lnTo>
                    <a:pt x="308" y="346"/>
                  </a:lnTo>
                  <a:lnTo>
                    <a:pt x="307" y="346"/>
                  </a:lnTo>
                  <a:lnTo>
                    <a:pt x="305" y="346"/>
                  </a:lnTo>
                  <a:lnTo>
                    <a:pt x="304" y="346"/>
                  </a:lnTo>
                  <a:lnTo>
                    <a:pt x="302" y="346"/>
                  </a:lnTo>
                  <a:lnTo>
                    <a:pt x="296" y="351"/>
                  </a:lnTo>
                  <a:lnTo>
                    <a:pt x="288" y="357"/>
                  </a:lnTo>
                  <a:lnTo>
                    <a:pt x="282" y="362"/>
                  </a:lnTo>
                  <a:lnTo>
                    <a:pt x="274" y="363"/>
                  </a:lnTo>
                  <a:lnTo>
                    <a:pt x="273" y="362"/>
                  </a:lnTo>
                  <a:lnTo>
                    <a:pt x="271" y="362"/>
                  </a:lnTo>
                  <a:lnTo>
                    <a:pt x="270" y="362"/>
                  </a:lnTo>
                  <a:lnTo>
                    <a:pt x="268" y="362"/>
                  </a:lnTo>
                  <a:lnTo>
                    <a:pt x="267" y="363"/>
                  </a:lnTo>
                  <a:lnTo>
                    <a:pt x="267" y="363"/>
                  </a:lnTo>
                  <a:lnTo>
                    <a:pt x="265" y="363"/>
                  </a:lnTo>
                  <a:lnTo>
                    <a:pt x="265" y="363"/>
                  </a:lnTo>
                  <a:lnTo>
                    <a:pt x="264" y="363"/>
                  </a:lnTo>
                  <a:lnTo>
                    <a:pt x="264" y="362"/>
                  </a:lnTo>
                  <a:lnTo>
                    <a:pt x="262" y="360"/>
                  </a:lnTo>
                  <a:lnTo>
                    <a:pt x="261" y="360"/>
                  </a:lnTo>
                  <a:lnTo>
                    <a:pt x="255" y="363"/>
                  </a:lnTo>
                  <a:lnTo>
                    <a:pt x="250" y="368"/>
                  </a:lnTo>
                  <a:lnTo>
                    <a:pt x="245" y="374"/>
                  </a:lnTo>
                  <a:lnTo>
                    <a:pt x="242" y="380"/>
                  </a:lnTo>
                  <a:lnTo>
                    <a:pt x="239" y="385"/>
                  </a:lnTo>
                  <a:lnTo>
                    <a:pt x="235" y="389"/>
                  </a:lnTo>
                  <a:lnTo>
                    <a:pt x="230" y="395"/>
                  </a:lnTo>
                  <a:lnTo>
                    <a:pt x="227" y="400"/>
                  </a:lnTo>
                  <a:lnTo>
                    <a:pt x="225" y="402"/>
                  </a:lnTo>
                  <a:lnTo>
                    <a:pt x="224" y="403"/>
                  </a:lnTo>
                  <a:lnTo>
                    <a:pt x="221" y="395"/>
                  </a:lnTo>
                  <a:lnTo>
                    <a:pt x="216" y="391"/>
                  </a:lnTo>
                  <a:lnTo>
                    <a:pt x="212" y="389"/>
                  </a:lnTo>
                  <a:lnTo>
                    <a:pt x="212" y="391"/>
                  </a:lnTo>
                  <a:lnTo>
                    <a:pt x="208" y="394"/>
                  </a:lnTo>
                  <a:lnTo>
                    <a:pt x="204" y="395"/>
                  </a:lnTo>
                  <a:lnTo>
                    <a:pt x="199" y="392"/>
                  </a:lnTo>
                  <a:lnTo>
                    <a:pt x="193" y="392"/>
                  </a:lnTo>
                  <a:lnTo>
                    <a:pt x="188" y="389"/>
                  </a:lnTo>
                  <a:lnTo>
                    <a:pt x="185" y="391"/>
                  </a:lnTo>
                  <a:lnTo>
                    <a:pt x="182" y="389"/>
                  </a:lnTo>
                  <a:lnTo>
                    <a:pt x="184" y="388"/>
                  </a:lnTo>
                  <a:lnTo>
                    <a:pt x="187" y="385"/>
                  </a:lnTo>
                  <a:lnTo>
                    <a:pt x="188" y="386"/>
                  </a:lnTo>
                  <a:lnTo>
                    <a:pt x="190" y="386"/>
                  </a:lnTo>
                  <a:lnTo>
                    <a:pt x="192" y="385"/>
                  </a:lnTo>
                  <a:lnTo>
                    <a:pt x="195" y="380"/>
                  </a:lnTo>
                  <a:lnTo>
                    <a:pt x="196" y="377"/>
                  </a:lnTo>
                  <a:lnTo>
                    <a:pt x="196" y="374"/>
                  </a:lnTo>
                  <a:lnTo>
                    <a:pt x="198" y="372"/>
                  </a:lnTo>
                  <a:lnTo>
                    <a:pt x="198" y="371"/>
                  </a:lnTo>
                  <a:lnTo>
                    <a:pt x="199" y="371"/>
                  </a:lnTo>
                  <a:lnTo>
                    <a:pt x="202" y="368"/>
                  </a:lnTo>
                  <a:lnTo>
                    <a:pt x="205" y="362"/>
                  </a:lnTo>
                  <a:lnTo>
                    <a:pt x="210" y="357"/>
                  </a:lnTo>
                  <a:lnTo>
                    <a:pt x="213" y="357"/>
                  </a:lnTo>
                  <a:lnTo>
                    <a:pt x="215" y="354"/>
                  </a:lnTo>
                  <a:lnTo>
                    <a:pt x="216" y="352"/>
                  </a:lnTo>
                  <a:lnTo>
                    <a:pt x="218" y="349"/>
                  </a:lnTo>
                  <a:lnTo>
                    <a:pt x="219" y="346"/>
                  </a:lnTo>
                  <a:lnTo>
                    <a:pt x="221" y="345"/>
                  </a:lnTo>
                  <a:lnTo>
                    <a:pt x="222" y="343"/>
                  </a:lnTo>
                  <a:lnTo>
                    <a:pt x="224" y="345"/>
                  </a:lnTo>
                  <a:lnTo>
                    <a:pt x="225" y="345"/>
                  </a:lnTo>
                  <a:lnTo>
                    <a:pt x="227" y="345"/>
                  </a:lnTo>
                  <a:lnTo>
                    <a:pt x="230" y="342"/>
                  </a:lnTo>
                  <a:lnTo>
                    <a:pt x="233" y="339"/>
                  </a:lnTo>
                  <a:lnTo>
                    <a:pt x="233" y="334"/>
                  </a:lnTo>
                  <a:lnTo>
                    <a:pt x="233" y="329"/>
                  </a:lnTo>
                  <a:lnTo>
                    <a:pt x="231" y="328"/>
                  </a:lnTo>
                  <a:lnTo>
                    <a:pt x="233" y="323"/>
                  </a:lnTo>
                  <a:lnTo>
                    <a:pt x="233" y="319"/>
                  </a:lnTo>
                  <a:lnTo>
                    <a:pt x="236" y="314"/>
                  </a:lnTo>
                  <a:lnTo>
                    <a:pt x="235" y="302"/>
                  </a:lnTo>
                  <a:lnTo>
                    <a:pt x="231" y="291"/>
                  </a:lnTo>
                  <a:lnTo>
                    <a:pt x="233" y="283"/>
                  </a:lnTo>
                  <a:lnTo>
                    <a:pt x="235" y="280"/>
                  </a:lnTo>
                  <a:lnTo>
                    <a:pt x="238" y="276"/>
                  </a:lnTo>
                  <a:lnTo>
                    <a:pt x="241" y="274"/>
                  </a:lnTo>
                  <a:lnTo>
                    <a:pt x="241" y="273"/>
                  </a:lnTo>
                  <a:lnTo>
                    <a:pt x="239" y="269"/>
                  </a:lnTo>
                  <a:lnTo>
                    <a:pt x="238" y="265"/>
                  </a:lnTo>
                  <a:lnTo>
                    <a:pt x="236" y="263"/>
                  </a:lnTo>
                  <a:lnTo>
                    <a:pt x="235" y="262"/>
                  </a:lnTo>
                  <a:lnTo>
                    <a:pt x="233" y="260"/>
                  </a:lnTo>
                  <a:lnTo>
                    <a:pt x="231" y="260"/>
                  </a:lnTo>
                  <a:lnTo>
                    <a:pt x="230" y="262"/>
                  </a:lnTo>
                  <a:lnTo>
                    <a:pt x="228" y="262"/>
                  </a:lnTo>
                  <a:lnTo>
                    <a:pt x="225" y="259"/>
                  </a:lnTo>
                  <a:lnTo>
                    <a:pt x="219" y="257"/>
                  </a:lnTo>
                  <a:lnTo>
                    <a:pt x="207" y="249"/>
                  </a:lnTo>
                  <a:lnTo>
                    <a:pt x="204" y="246"/>
                  </a:lnTo>
                  <a:lnTo>
                    <a:pt x="198" y="242"/>
                  </a:lnTo>
                  <a:lnTo>
                    <a:pt x="196" y="234"/>
                  </a:lnTo>
                  <a:lnTo>
                    <a:pt x="182" y="208"/>
                  </a:lnTo>
                  <a:lnTo>
                    <a:pt x="168" y="186"/>
                  </a:lnTo>
                  <a:lnTo>
                    <a:pt x="167" y="180"/>
                  </a:lnTo>
                  <a:lnTo>
                    <a:pt x="165" y="171"/>
                  </a:lnTo>
                  <a:lnTo>
                    <a:pt x="167" y="146"/>
                  </a:lnTo>
                  <a:lnTo>
                    <a:pt x="165" y="134"/>
                  </a:lnTo>
                  <a:lnTo>
                    <a:pt x="161" y="119"/>
                  </a:lnTo>
                  <a:lnTo>
                    <a:pt x="158" y="106"/>
                  </a:lnTo>
                  <a:lnTo>
                    <a:pt x="155" y="97"/>
                  </a:lnTo>
                  <a:lnTo>
                    <a:pt x="153" y="93"/>
                  </a:lnTo>
                  <a:lnTo>
                    <a:pt x="155" y="91"/>
                  </a:lnTo>
                  <a:lnTo>
                    <a:pt x="155" y="91"/>
                  </a:lnTo>
                  <a:lnTo>
                    <a:pt x="156" y="94"/>
                  </a:lnTo>
                  <a:lnTo>
                    <a:pt x="159" y="99"/>
                  </a:lnTo>
                  <a:lnTo>
                    <a:pt x="161" y="102"/>
                  </a:lnTo>
                  <a:lnTo>
                    <a:pt x="164" y="99"/>
                  </a:lnTo>
                  <a:lnTo>
                    <a:pt x="164" y="96"/>
                  </a:lnTo>
                  <a:lnTo>
                    <a:pt x="164" y="93"/>
                  </a:lnTo>
                  <a:lnTo>
                    <a:pt x="162" y="90"/>
                  </a:lnTo>
                  <a:lnTo>
                    <a:pt x="162" y="87"/>
                  </a:lnTo>
                  <a:lnTo>
                    <a:pt x="165" y="87"/>
                  </a:lnTo>
                  <a:lnTo>
                    <a:pt x="168" y="85"/>
                  </a:lnTo>
                  <a:lnTo>
                    <a:pt x="172" y="85"/>
                  </a:lnTo>
                  <a:lnTo>
                    <a:pt x="176" y="85"/>
                  </a:lnTo>
                  <a:lnTo>
                    <a:pt x="178" y="87"/>
                  </a:lnTo>
                  <a:lnTo>
                    <a:pt x="181" y="88"/>
                  </a:lnTo>
                  <a:lnTo>
                    <a:pt x="182" y="91"/>
                  </a:lnTo>
                  <a:lnTo>
                    <a:pt x="185" y="93"/>
                  </a:lnTo>
                  <a:lnTo>
                    <a:pt x="190" y="94"/>
                  </a:lnTo>
                  <a:lnTo>
                    <a:pt x="196" y="94"/>
                  </a:lnTo>
                  <a:lnTo>
                    <a:pt x="199" y="90"/>
                  </a:lnTo>
                  <a:lnTo>
                    <a:pt x="199" y="83"/>
                  </a:lnTo>
                  <a:lnTo>
                    <a:pt x="198" y="80"/>
                  </a:lnTo>
                  <a:lnTo>
                    <a:pt x="198" y="76"/>
                  </a:lnTo>
                  <a:lnTo>
                    <a:pt x="196" y="71"/>
                  </a:lnTo>
                  <a:lnTo>
                    <a:pt x="195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3"/>
                  </a:lnTo>
                  <a:lnTo>
                    <a:pt x="192" y="62"/>
                  </a:lnTo>
                  <a:lnTo>
                    <a:pt x="192" y="60"/>
                  </a:lnTo>
                  <a:lnTo>
                    <a:pt x="190" y="60"/>
                  </a:lnTo>
                  <a:lnTo>
                    <a:pt x="188" y="59"/>
                  </a:lnTo>
                  <a:lnTo>
                    <a:pt x="187" y="59"/>
                  </a:lnTo>
                  <a:lnTo>
                    <a:pt x="185" y="57"/>
                  </a:lnTo>
                  <a:lnTo>
                    <a:pt x="185" y="54"/>
                  </a:lnTo>
                  <a:lnTo>
                    <a:pt x="184" y="53"/>
                  </a:lnTo>
                  <a:lnTo>
                    <a:pt x="184" y="53"/>
                  </a:lnTo>
                  <a:lnTo>
                    <a:pt x="182" y="51"/>
                  </a:lnTo>
                  <a:lnTo>
                    <a:pt x="181" y="50"/>
                  </a:lnTo>
                  <a:lnTo>
                    <a:pt x="179" y="50"/>
                  </a:lnTo>
                  <a:lnTo>
                    <a:pt x="178" y="48"/>
                  </a:lnTo>
                  <a:lnTo>
                    <a:pt x="178" y="47"/>
                  </a:lnTo>
                  <a:lnTo>
                    <a:pt x="179" y="42"/>
                  </a:lnTo>
                  <a:lnTo>
                    <a:pt x="181" y="39"/>
                  </a:lnTo>
                  <a:lnTo>
                    <a:pt x="184" y="36"/>
                  </a:lnTo>
                  <a:lnTo>
                    <a:pt x="187" y="33"/>
                  </a:lnTo>
                  <a:lnTo>
                    <a:pt x="190" y="31"/>
                  </a:lnTo>
                  <a:lnTo>
                    <a:pt x="193" y="28"/>
                  </a:lnTo>
                  <a:lnTo>
                    <a:pt x="196" y="27"/>
                  </a:lnTo>
                  <a:lnTo>
                    <a:pt x="198" y="23"/>
                  </a:lnTo>
                  <a:lnTo>
                    <a:pt x="199" y="22"/>
                  </a:lnTo>
                  <a:lnTo>
                    <a:pt x="199" y="20"/>
                  </a:lnTo>
                  <a:lnTo>
                    <a:pt x="198" y="17"/>
                  </a:lnTo>
                  <a:lnTo>
                    <a:pt x="196" y="16"/>
                  </a:lnTo>
                  <a:lnTo>
                    <a:pt x="195" y="13"/>
                  </a:lnTo>
                  <a:lnTo>
                    <a:pt x="195" y="11"/>
                  </a:lnTo>
                  <a:lnTo>
                    <a:pt x="195" y="10"/>
                  </a:lnTo>
                  <a:lnTo>
                    <a:pt x="196" y="5"/>
                  </a:lnTo>
                  <a:lnTo>
                    <a:pt x="198" y="2"/>
                  </a:lnTo>
                  <a:lnTo>
                    <a:pt x="201" y="0"/>
                  </a:lnTo>
                  <a:lnTo>
                    <a:pt x="204" y="0"/>
                  </a:lnTo>
                  <a:lnTo>
                    <a:pt x="208" y="0"/>
                  </a:lnTo>
                  <a:lnTo>
                    <a:pt x="216" y="0"/>
                  </a:lnTo>
                  <a:lnTo>
                    <a:pt x="225" y="0"/>
                  </a:lnTo>
                  <a:lnTo>
                    <a:pt x="23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2636838" y="3570288"/>
              <a:ext cx="109538" cy="104775"/>
            </a:xfrm>
            <a:custGeom>
              <a:avLst/>
              <a:gdLst>
                <a:gd name="T0" fmla="*/ 51 w 138"/>
                <a:gd name="T1" fmla="*/ 6 h 132"/>
                <a:gd name="T2" fmla="*/ 60 w 138"/>
                <a:gd name="T3" fmla="*/ 7 h 132"/>
                <a:gd name="T4" fmla="*/ 71 w 138"/>
                <a:gd name="T5" fmla="*/ 10 h 132"/>
                <a:gd name="T6" fmla="*/ 78 w 138"/>
                <a:gd name="T7" fmla="*/ 10 h 132"/>
                <a:gd name="T8" fmla="*/ 86 w 138"/>
                <a:gd name="T9" fmla="*/ 9 h 132"/>
                <a:gd name="T10" fmla="*/ 95 w 138"/>
                <a:gd name="T11" fmla="*/ 9 h 132"/>
                <a:gd name="T12" fmla="*/ 98 w 138"/>
                <a:gd name="T13" fmla="*/ 10 h 132"/>
                <a:gd name="T14" fmla="*/ 103 w 138"/>
                <a:gd name="T15" fmla="*/ 15 h 132"/>
                <a:gd name="T16" fmla="*/ 108 w 138"/>
                <a:gd name="T17" fmla="*/ 15 h 132"/>
                <a:gd name="T18" fmla="*/ 109 w 138"/>
                <a:gd name="T19" fmla="*/ 18 h 132"/>
                <a:gd name="T20" fmla="*/ 111 w 138"/>
                <a:gd name="T21" fmla="*/ 23 h 132"/>
                <a:gd name="T22" fmla="*/ 111 w 138"/>
                <a:gd name="T23" fmla="*/ 26 h 132"/>
                <a:gd name="T24" fmla="*/ 114 w 138"/>
                <a:gd name="T25" fmla="*/ 29 h 132"/>
                <a:gd name="T26" fmla="*/ 120 w 138"/>
                <a:gd name="T27" fmla="*/ 29 h 132"/>
                <a:gd name="T28" fmla="*/ 129 w 138"/>
                <a:gd name="T29" fmla="*/ 29 h 132"/>
                <a:gd name="T30" fmla="*/ 134 w 138"/>
                <a:gd name="T31" fmla="*/ 21 h 132"/>
                <a:gd name="T32" fmla="*/ 138 w 138"/>
                <a:gd name="T33" fmla="*/ 19 h 132"/>
                <a:gd name="T34" fmla="*/ 138 w 138"/>
                <a:gd name="T35" fmla="*/ 27 h 132"/>
                <a:gd name="T36" fmla="*/ 135 w 138"/>
                <a:gd name="T37" fmla="*/ 32 h 132"/>
                <a:gd name="T38" fmla="*/ 137 w 138"/>
                <a:gd name="T39" fmla="*/ 41 h 132"/>
                <a:gd name="T40" fmla="*/ 128 w 138"/>
                <a:gd name="T41" fmla="*/ 52 h 132"/>
                <a:gd name="T42" fmla="*/ 128 w 138"/>
                <a:gd name="T43" fmla="*/ 56 h 132"/>
                <a:gd name="T44" fmla="*/ 128 w 138"/>
                <a:gd name="T45" fmla="*/ 58 h 132"/>
                <a:gd name="T46" fmla="*/ 128 w 138"/>
                <a:gd name="T47" fmla="*/ 61 h 132"/>
                <a:gd name="T48" fmla="*/ 131 w 138"/>
                <a:gd name="T49" fmla="*/ 64 h 132"/>
                <a:gd name="T50" fmla="*/ 135 w 138"/>
                <a:gd name="T51" fmla="*/ 70 h 132"/>
                <a:gd name="T52" fmla="*/ 135 w 138"/>
                <a:gd name="T53" fmla="*/ 75 h 132"/>
                <a:gd name="T54" fmla="*/ 125 w 138"/>
                <a:gd name="T55" fmla="*/ 75 h 132"/>
                <a:gd name="T56" fmla="*/ 123 w 138"/>
                <a:gd name="T57" fmla="*/ 79 h 132"/>
                <a:gd name="T58" fmla="*/ 125 w 138"/>
                <a:gd name="T59" fmla="*/ 89 h 132"/>
                <a:gd name="T60" fmla="*/ 126 w 138"/>
                <a:gd name="T61" fmla="*/ 93 h 132"/>
                <a:gd name="T62" fmla="*/ 131 w 138"/>
                <a:gd name="T63" fmla="*/ 104 h 132"/>
                <a:gd name="T64" fmla="*/ 134 w 138"/>
                <a:gd name="T65" fmla="*/ 116 h 132"/>
                <a:gd name="T66" fmla="*/ 123 w 138"/>
                <a:gd name="T67" fmla="*/ 115 h 132"/>
                <a:gd name="T68" fmla="*/ 112 w 138"/>
                <a:gd name="T69" fmla="*/ 107 h 132"/>
                <a:gd name="T70" fmla="*/ 103 w 138"/>
                <a:gd name="T71" fmla="*/ 109 h 132"/>
                <a:gd name="T72" fmla="*/ 98 w 138"/>
                <a:gd name="T73" fmla="*/ 115 h 132"/>
                <a:gd name="T74" fmla="*/ 95 w 138"/>
                <a:gd name="T75" fmla="*/ 115 h 132"/>
                <a:gd name="T76" fmla="*/ 92 w 138"/>
                <a:gd name="T77" fmla="*/ 122 h 132"/>
                <a:gd name="T78" fmla="*/ 77 w 138"/>
                <a:gd name="T79" fmla="*/ 129 h 132"/>
                <a:gd name="T80" fmla="*/ 66 w 138"/>
                <a:gd name="T81" fmla="*/ 119 h 132"/>
                <a:gd name="T82" fmla="*/ 62 w 138"/>
                <a:gd name="T83" fmla="*/ 110 h 132"/>
                <a:gd name="T84" fmla="*/ 58 w 138"/>
                <a:gd name="T85" fmla="*/ 104 h 132"/>
                <a:gd name="T86" fmla="*/ 57 w 138"/>
                <a:gd name="T87" fmla="*/ 98 h 132"/>
                <a:gd name="T88" fmla="*/ 46 w 138"/>
                <a:gd name="T89" fmla="*/ 103 h 132"/>
                <a:gd name="T90" fmla="*/ 43 w 138"/>
                <a:gd name="T91" fmla="*/ 113 h 132"/>
                <a:gd name="T92" fmla="*/ 32 w 138"/>
                <a:gd name="T93" fmla="*/ 115 h 132"/>
                <a:gd name="T94" fmla="*/ 28 w 138"/>
                <a:gd name="T95" fmla="*/ 107 h 132"/>
                <a:gd name="T96" fmla="*/ 19 w 138"/>
                <a:gd name="T97" fmla="*/ 104 h 132"/>
                <a:gd name="T98" fmla="*/ 14 w 138"/>
                <a:gd name="T99" fmla="*/ 96 h 132"/>
                <a:gd name="T100" fmla="*/ 8 w 138"/>
                <a:gd name="T101" fmla="*/ 87 h 132"/>
                <a:gd name="T102" fmla="*/ 2 w 138"/>
                <a:gd name="T103" fmla="*/ 81 h 132"/>
                <a:gd name="T104" fmla="*/ 3 w 138"/>
                <a:gd name="T105" fmla="*/ 78 h 132"/>
                <a:gd name="T106" fmla="*/ 6 w 138"/>
                <a:gd name="T107" fmla="*/ 63 h 132"/>
                <a:gd name="T108" fmla="*/ 6 w 138"/>
                <a:gd name="T109" fmla="*/ 56 h 132"/>
                <a:gd name="T110" fmla="*/ 12 w 138"/>
                <a:gd name="T111" fmla="*/ 52 h 132"/>
                <a:gd name="T112" fmla="*/ 17 w 138"/>
                <a:gd name="T113" fmla="*/ 43 h 132"/>
                <a:gd name="T114" fmla="*/ 25 w 138"/>
                <a:gd name="T115" fmla="*/ 38 h 132"/>
                <a:gd name="T116" fmla="*/ 34 w 138"/>
                <a:gd name="T117" fmla="*/ 30 h 132"/>
                <a:gd name="T118" fmla="*/ 31 w 138"/>
                <a:gd name="T119" fmla="*/ 24 h 132"/>
                <a:gd name="T120" fmla="*/ 31 w 138"/>
                <a:gd name="T121" fmla="*/ 16 h 132"/>
                <a:gd name="T122" fmla="*/ 29 w 138"/>
                <a:gd name="T123" fmla="*/ 9 h 132"/>
                <a:gd name="T124" fmla="*/ 35 w 138"/>
                <a:gd name="T125" fmla="*/ 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8" h="132">
                  <a:moveTo>
                    <a:pt x="37" y="0"/>
                  </a:moveTo>
                  <a:lnTo>
                    <a:pt x="40" y="3"/>
                  </a:lnTo>
                  <a:lnTo>
                    <a:pt x="46" y="4"/>
                  </a:lnTo>
                  <a:lnTo>
                    <a:pt x="51" y="6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58" y="7"/>
                  </a:lnTo>
                  <a:lnTo>
                    <a:pt x="60" y="7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1" y="10"/>
                  </a:lnTo>
                  <a:lnTo>
                    <a:pt x="74" y="12"/>
                  </a:lnTo>
                  <a:lnTo>
                    <a:pt x="75" y="13"/>
                  </a:lnTo>
                  <a:lnTo>
                    <a:pt x="77" y="12"/>
                  </a:lnTo>
                  <a:lnTo>
                    <a:pt x="78" y="10"/>
                  </a:lnTo>
                  <a:lnTo>
                    <a:pt x="80" y="9"/>
                  </a:lnTo>
                  <a:lnTo>
                    <a:pt x="81" y="7"/>
                  </a:lnTo>
                  <a:lnTo>
                    <a:pt x="83" y="7"/>
                  </a:lnTo>
                  <a:lnTo>
                    <a:pt x="86" y="9"/>
                  </a:lnTo>
                  <a:lnTo>
                    <a:pt x="88" y="7"/>
                  </a:lnTo>
                  <a:lnTo>
                    <a:pt x="91" y="9"/>
                  </a:lnTo>
                  <a:lnTo>
                    <a:pt x="92" y="9"/>
                  </a:lnTo>
                  <a:lnTo>
                    <a:pt x="95" y="9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100" y="12"/>
                  </a:lnTo>
                  <a:lnTo>
                    <a:pt x="101" y="13"/>
                  </a:lnTo>
                  <a:lnTo>
                    <a:pt x="103" y="15"/>
                  </a:lnTo>
                  <a:lnTo>
                    <a:pt x="105" y="16"/>
                  </a:lnTo>
                  <a:lnTo>
                    <a:pt x="106" y="16"/>
                  </a:lnTo>
                  <a:lnTo>
                    <a:pt x="106" y="15"/>
                  </a:lnTo>
                  <a:lnTo>
                    <a:pt x="108" y="15"/>
                  </a:lnTo>
                  <a:lnTo>
                    <a:pt x="109" y="16"/>
                  </a:lnTo>
                  <a:lnTo>
                    <a:pt x="109" y="18"/>
                  </a:lnTo>
                  <a:lnTo>
                    <a:pt x="109" y="18"/>
                  </a:lnTo>
                  <a:lnTo>
                    <a:pt x="109" y="18"/>
                  </a:lnTo>
                  <a:lnTo>
                    <a:pt x="109" y="19"/>
                  </a:lnTo>
                  <a:lnTo>
                    <a:pt x="109" y="21"/>
                  </a:lnTo>
                  <a:lnTo>
                    <a:pt x="109" y="21"/>
                  </a:lnTo>
                  <a:lnTo>
                    <a:pt x="111" y="23"/>
                  </a:lnTo>
                  <a:lnTo>
                    <a:pt x="111" y="24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2" y="27"/>
                  </a:lnTo>
                  <a:lnTo>
                    <a:pt x="112" y="29"/>
                  </a:lnTo>
                  <a:lnTo>
                    <a:pt x="114" y="29"/>
                  </a:lnTo>
                  <a:lnTo>
                    <a:pt x="115" y="29"/>
                  </a:lnTo>
                  <a:lnTo>
                    <a:pt x="117" y="29"/>
                  </a:lnTo>
                  <a:lnTo>
                    <a:pt x="118" y="29"/>
                  </a:lnTo>
                  <a:lnTo>
                    <a:pt x="120" y="29"/>
                  </a:lnTo>
                  <a:lnTo>
                    <a:pt x="121" y="29"/>
                  </a:lnTo>
                  <a:lnTo>
                    <a:pt x="125" y="29"/>
                  </a:lnTo>
                  <a:lnTo>
                    <a:pt x="126" y="29"/>
                  </a:lnTo>
                  <a:lnTo>
                    <a:pt x="129" y="29"/>
                  </a:lnTo>
                  <a:lnTo>
                    <a:pt x="129" y="26"/>
                  </a:lnTo>
                  <a:lnTo>
                    <a:pt x="131" y="24"/>
                  </a:lnTo>
                  <a:lnTo>
                    <a:pt x="132" y="23"/>
                  </a:lnTo>
                  <a:lnTo>
                    <a:pt x="134" y="21"/>
                  </a:lnTo>
                  <a:lnTo>
                    <a:pt x="135" y="21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8" y="19"/>
                  </a:lnTo>
                  <a:lnTo>
                    <a:pt x="138" y="19"/>
                  </a:lnTo>
                  <a:lnTo>
                    <a:pt x="138" y="21"/>
                  </a:lnTo>
                  <a:lnTo>
                    <a:pt x="138" y="24"/>
                  </a:lnTo>
                  <a:lnTo>
                    <a:pt x="138" y="27"/>
                  </a:lnTo>
                  <a:lnTo>
                    <a:pt x="138" y="30"/>
                  </a:lnTo>
                  <a:lnTo>
                    <a:pt x="137" y="32"/>
                  </a:lnTo>
                  <a:lnTo>
                    <a:pt x="137" y="32"/>
                  </a:lnTo>
                  <a:lnTo>
                    <a:pt x="135" y="32"/>
                  </a:lnTo>
                  <a:lnTo>
                    <a:pt x="134" y="33"/>
                  </a:lnTo>
                  <a:lnTo>
                    <a:pt x="134" y="36"/>
                  </a:lnTo>
                  <a:lnTo>
                    <a:pt x="135" y="39"/>
                  </a:lnTo>
                  <a:lnTo>
                    <a:pt x="137" y="41"/>
                  </a:lnTo>
                  <a:lnTo>
                    <a:pt x="134" y="44"/>
                  </a:lnTo>
                  <a:lnTo>
                    <a:pt x="131" y="46"/>
                  </a:lnTo>
                  <a:lnTo>
                    <a:pt x="129" y="49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5"/>
                  </a:lnTo>
                  <a:lnTo>
                    <a:pt x="126" y="56"/>
                  </a:lnTo>
                  <a:lnTo>
                    <a:pt x="128" y="56"/>
                  </a:lnTo>
                  <a:lnTo>
                    <a:pt x="129" y="56"/>
                  </a:lnTo>
                  <a:lnTo>
                    <a:pt x="128" y="56"/>
                  </a:lnTo>
                  <a:lnTo>
                    <a:pt x="128" y="58"/>
                  </a:lnTo>
                  <a:lnTo>
                    <a:pt x="128" y="58"/>
                  </a:lnTo>
                  <a:lnTo>
                    <a:pt x="128" y="58"/>
                  </a:lnTo>
                  <a:lnTo>
                    <a:pt x="128" y="59"/>
                  </a:lnTo>
                  <a:lnTo>
                    <a:pt x="128" y="61"/>
                  </a:lnTo>
                  <a:lnTo>
                    <a:pt x="128" y="61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31" y="64"/>
                  </a:lnTo>
                  <a:lnTo>
                    <a:pt x="131" y="64"/>
                  </a:lnTo>
                  <a:lnTo>
                    <a:pt x="132" y="66"/>
                  </a:lnTo>
                  <a:lnTo>
                    <a:pt x="134" y="69"/>
                  </a:lnTo>
                  <a:lnTo>
                    <a:pt x="135" y="70"/>
                  </a:lnTo>
                  <a:lnTo>
                    <a:pt x="135" y="73"/>
                  </a:lnTo>
                  <a:lnTo>
                    <a:pt x="135" y="73"/>
                  </a:lnTo>
                  <a:lnTo>
                    <a:pt x="135" y="75"/>
                  </a:lnTo>
                  <a:lnTo>
                    <a:pt x="135" y="75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5" y="75"/>
                  </a:lnTo>
                  <a:lnTo>
                    <a:pt x="121" y="75"/>
                  </a:lnTo>
                  <a:lnTo>
                    <a:pt x="123" y="76"/>
                  </a:lnTo>
                  <a:lnTo>
                    <a:pt x="123" y="78"/>
                  </a:lnTo>
                  <a:lnTo>
                    <a:pt x="123" y="79"/>
                  </a:lnTo>
                  <a:lnTo>
                    <a:pt x="123" y="81"/>
                  </a:lnTo>
                  <a:lnTo>
                    <a:pt x="125" y="84"/>
                  </a:lnTo>
                  <a:lnTo>
                    <a:pt x="125" y="87"/>
                  </a:lnTo>
                  <a:lnTo>
                    <a:pt x="125" y="89"/>
                  </a:lnTo>
                  <a:lnTo>
                    <a:pt x="125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6" y="93"/>
                  </a:lnTo>
                  <a:lnTo>
                    <a:pt x="126" y="93"/>
                  </a:lnTo>
                  <a:lnTo>
                    <a:pt x="128" y="96"/>
                  </a:lnTo>
                  <a:lnTo>
                    <a:pt x="129" y="99"/>
                  </a:lnTo>
                  <a:lnTo>
                    <a:pt x="131" y="104"/>
                  </a:lnTo>
                  <a:lnTo>
                    <a:pt x="132" y="107"/>
                  </a:lnTo>
                  <a:lnTo>
                    <a:pt x="132" y="110"/>
                  </a:lnTo>
                  <a:lnTo>
                    <a:pt x="134" y="113"/>
                  </a:lnTo>
                  <a:lnTo>
                    <a:pt x="134" y="116"/>
                  </a:lnTo>
                  <a:lnTo>
                    <a:pt x="134" y="119"/>
                  </a:lnTo>
                  <a:lnTo>
                    <a:pt x="131" y="119"/>
                  </a:lnTo>
                  <a:lnTo>
                    <a:pt x="128" y="118"/>
                  </a:lnTo>
                  <a:lnTo>
                    <a:pt x="123" y="115"/>
                  </a:lnTo>
                  <a:lnTo>
                    <a:pt x="121" y="112"/>
                  </a:lnTo>
                  <a:lnTo>
                    <a:pt x="118" y="110"/>
                  </a:lnTo>
                  <a:lnTo>
                    <a:pt x="115" y="109"/>
                  </a:lnTo>
                  <a:lnTo>
                    <a:pt x="112" y="107"/>
                  </a:lnTo>
                  <a:lnTo>
                    <a:pt x="111" y="109"/>
                  </a:lnTo>
                  <a:lnTo>
                    <a:pt x="108" y="109"/>
                  </a:lnTo>
                  <a:lnTo>
                    <a:pt x="106" y="109"/>
                  </a:lnTo>
                  <a:lnTo>
                    <a:pt x="103" y="109"/>
                  </a:lnTo>
                  <a:lnTo>
                    <a:pt x="101" y="110"/>
                  </a:lnTo>
                  <a:lnTo>
                    <a:pt x="100" y="112"/>
                  </a:lnTo>
                  <a:lnTo>
                    <a:pt x="100" y="113"/>
                  </a:lnTo>
                  <a:lnTo>
                    <a:pt x="98" y="115"/>
                  </a:lnTo>
                  <a:lnTo>
                    <a:pt x="97" y="115"/>
                  </a:lnTo>
                  <a:lnTo>
                    <a:pt x="97" y="115"/>
                  </a:lnTo>
                  <a:lnTo>
                    <a:pt x="95" y="115"/>
                  </a:lnTo>
                  <a:lnTo>
                    <a:pt x="95" y="115"/>
                  </a:lnTo>
                  <a:lnTo>
                    <a:pt x="95" y="115"/>
                  </a:lnTo>
                  <a:lnTo>
                    <a:pt x="94" y="118"/>
                  </a:lnTo>
                  <a:lnTo>
                    <a:pt x="92" y="121"/>
                  </a:lnTo>
                  <a:lnTo>
                    <a:pt x="92" y="122"/>
                  </a:lnTo>
                  <a:lnTo>
                    <a:pt x="89" y="126"/>
                  </a:lnTo>
                  <a:lnTo>
                    <a:pt x="85" y="126"/>
                  </a:lnTo>
                  <a:lnTo>
                    <a:pt x="81" y="127"/>
                  </a:lnTo>
                  <a:lnTo>
                    <a:pt x="77" y="129"/>
                  </a:lnTo>
                  <a:lnTo>
                    <a:pt x="74" y="132"/>
                  </a:lnTo>
                  <a:lnTo>
                    <a:pt x="72" y="126"/>
                  </a:lnTo>
                  <a:lnTo>
                    <a:pt x="69" y="122"/>
                  </a:lnTo>
                  <a:lnTo>
                    <a:pt x="66" y="119"/>
                  </a:lnTo>
                  <a:lnTo>
                    <a:pt x="63" y="115"/>
                  </a:lnTo>
                  <a:lnTo>
                    <a:pt x="63" y="113"/>
                  </a:lnTo>
                  <a:lnTo>
                    <a:pt x="63" y="112"/>
                  </a:lnTo>
                  <a:lnTo>
                    <a:pt x="62" y="110"/>
                  </a:lnTo>
                  <a:lnTo>
                    <a:pt x="60" y="109"/>
                  </a:lnTo>
                  <a:lnTo>
                    <a:pt x="60" y="107"/>
                  </a:lnTo>
                  <a:lnTo>
                    <a:pt x="58" y="106"/>
                  </a:lnTo>
                  <a:lnTo>
                    <a:pt x="58" y="104"/>
                  </a:lnTo>
                  <a:lnTo>
                    <a:pt x="58" y="101"/>
                  </a:lnTo>
                  <a:lnTo>
                    <a:pt x="58" y="99"/>
                  </a:lnTo>
                  <a:lnTo>
                    <a:pt x="57" y="98"/>
                  </a:lnTo>
                  <a:lnTo>
                    <a:pt x="57" y="98"/>
                  </a:lnTo>
                  <a:lnTo>
                    <a:pt x="55" y="98"/>
                  </a:lnTo>
                  <a:lnTo>
                    <a:pt x="51" y="98"/>
                  </a:lnTo>
                  <a:lnTo>
                    <a:pt x="48" y="99"/>
                  </a:lnTo>
                  <a:lnTo>
                    <a:pt x="46" y="103"/>
                  </a:lnTo>
                  <a:lnTo>
                    <a:pt x="45" y="107"/>
                  </a:lnTo>
                  <a:lnTo>
                    <a:pt x="45" y="109"/>
                  </a:lnTo>
                  <a:lnTo>
                    <a:pt x="45" y="110"/>
                  </a:lnTo>
                  <a:lnTo>
                    <a:pt x="43" y="113"/>
                  </a:lnTo>
                  <a:lnTo>
                    <a:pt x="43" y="115"/>
                  </a:lnTo>
                  <a:lnTo>
                    <a:pt x="40" y="115"/>
                  </a:lnTo>
                  <a:lnTo>
                    <a:pt x="35" y="115"/>
                  </a:lnTo>
                  <a:lnTo>
                    <a:pt x="32" y="115"/>
                  </a:lnTo>
                  <a:lnTo>
                    <a:pt x="29" y="115"/>
                  </a:lnTo>
                  <a:lnTo>
                    <a:pt x="28" y="113"/>
                  </a:lnTo>
                  <a:lnTo>
                    <a:pt x="28" y="110"/>
                  </a:lnTo>
                  <a:lnTo>
                    <a:pt x="28" y="107"/>
                  </a:lnTo>
                  <a:lnTo>
                    <a:pt x="25" y="107"/>
                  </a:lnTo>
                  <a:lnTo>
                    <a:pt x="22" y="107"/>
                  </a:lnTo>
                  <a:lnTo>
                    <a:pt x="20" y="106"/>
                  </a:lnTo>
                  <a:lnTo>
                    <a:pt x="19" y="104"/>
                  </a:lnTo>
                  <a:lnTo>
                    <a:pt x="17" y="103"/>
                  </a:lnTo>
                  <a:lnTo>
                    <a:pt x="15" y="99"/>
                  </a:lnTo>
                  <a:lnTo>
                    <a:pt x="14" y="98"/>
                  </a:lnTo>
                  <a:lnTo>
                    <a:pt x="14" y="96"/>
                  </a:lnTo>
                  <a:lnTo>
                    <a:pt x="12" y="95"/>
                  </a:lnTo>
                  <a:lnTo>
                    <a:pt x="9" y="93"/>
                  </a:lnTo>
                  <a:lnTo>
                    <a:pt x="8" y="90"/>
                  </a:lnTo>
                  <a:lnTo>
                    <a:pt x="8" y="87"/>
                  </a:lnTo>
                  <a:lnTo>
                    <a:pt x="5" y="87"/>
                  </a:lnTo>
                  <a:lnTo>
                    <a:pt x="2" y="86"/>
                  </a:lnTo>
                  <a:lnTo>
                    <a:pt x="0" y="84"/>
                  </a:lnTo>
                  <a:lnTo>
                    <a:pt x="2" y="81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3" y="76"/>
                  </a:lnTo>
                  <a:lnTo>
                    <a:pt x="5" y="72"/>
                  </a:lnTo>
                  <a:lnTo>
                    <a:pt x="5" y="67"/>
                  </a:lnTo>
                  <a:lnTo>
                    <a:pt x="6" y="63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6" y="56"/>
                  </a:lnTo>
                  <a:lnTo>
                    <a:pt x="6" y="56"/>
                  </a:lnTo>
                  <a:lnTo>
                    <a:pt x="6" y="56"/>
                  </a:lnTo>
                  <a:lnTo>
                    <a:pt x="8" y="55"/>
                  </a:lnTo>
                  <a:lnTo>
                    <a:pt x="11" y="53"/>
                  </a:lnTo>
                  <a:lnTo>
                    <a:pt x="12" y="52"/>
                  </a:lnTo>
                  <a:lnTo>
                    <a:pt x="14" y="50"/>
                  </a:lnTo>
                  <a:lnTo>
                    <a:pt x="15" y="47"/>
                  </a:lnTo>
                  <a:lnTo>
                    <a:pt x="15" y="46"/>
                  </a:lnTo>
                  <a:lnTo>
                    <a:pt x="17" y="43"/>
                  </a:lnTo>
                  <a:lnTo>
                    <a:pt x="20" y="41"/>
                  </a:lnTo>
                  <a:lnTo>
                    <a:pt x="22" y="39"/>
                  </a:lnTo>
                  <a:lnTo>
                    <a:pt x="23" y="39"/>
                  </a:lnTo>
                  <a:lnTo>
                    <a:pt x="25" y="38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2" y="33"/>
                  </a:lnTo>
                  <a:lnTo>
                    <a:pt x="34" y="30"/>
                  </a:lnTo>
                  <a:lnTo>
                    <a:pt x="34" y="27"/>
                  </a:lnTo>
                  <a:lnTo>
                    <a:pt x="32" y="2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3"/>
                  </a:lnTo>
                  <a:lnTo>
                    <a:pt x="28" y="19"/>
                  </a:lnTo>
                  <a:lnTo>
                    <a:pt x="29" y="18"/>
                  </a:lnTo>
                  <a:lnTo>
                    <a:pt x="31" y="16"/>
                  </a:lnTo>
                  <a:lnTo>
                    <a:pt x="34" y="15"/>
                  </a:lnTo>
                  <a:lnTo>
                    <a:pt x="31" y="13"/>
                  </a:lnTo>
                  <a:lnTo>
                    <a:pt x="29" y="10"/>
                  </a:lnTo>
                  <a:lnTo>
                    <a:pt x="29" y="9"/>
                  </a:lnTo>
                  <a:lnTo>
                    <a:pt x="31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5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2100263" y="3400425"/>
              <a:ext cx="460375" cy="331788"/>
            </a:xfrm>
            <a:custGeom>
              <a:avLst/>
              <a:gdLst>
                <a:gd name="T0" fmla="*/ 290 w 579"/>
                <a:gd name="T1" fmla="*/ 28 h 418"/>
                <a:gd name="T2" fmla="*/ 310 w 579"/>
                <a:gd name="T3" fmla="*/ 34 h 418"/>
                <a:gd name="T4" fmla="*/ 340 w 579"/>
                <a:gd name="T5" fmla="*/ 23 h 418"/>
                <a:gd name="T6" fmla="*/ 361 w 579"/>
                <a:gd name="T7" fmla="*/ 12 h 418"/>
                <a:gd name="T8" fmla="*/ 370 w 579"/>
                <a:gd name="T9" fmla="*/ 28 h 418"/>
                <a:gd name="T10" fmla="*/ 370 w 579"/>
                <a:gd name="T11" fmla="*/ 40 h 418"/>
                <a:gd name="T12" fmla="*/ 381 w 579"/>
                <a:gd name="T13" fmla="*/ 60 h 418"/>
                <a:gd name="T14" fmla="*/ 404 w 579"/>
                <a:gd name="T15" fmla="*/ 63 h 418"/>
                <a:gd name="T16" fmla="*/ 435 w 579"/>
                <a:gd name="T17" fmla="*/ 52 h 418"/>
                <a:gd name="T18" fmla="*/ 433 w 579"/>
                <a:gd name="T19" fmla="*/ 67 h 418"/>
                <a:gd name="T20" fmla="*/ 463 w 579"/>
                <a:gd name="T21" fmla="*/ 75 h 418"/>
                <a:gd name="T22" fmla="*/ 484 w 579"/>
                <a:gd name="T23" fmla="*/ 78 h 418"/>
                <a:gd name="T24" fmla="*/ 512 w 579"/>
                <a:gd name="T25" fmla="*/ 83 h 418"/>
                <a:gd name="T26" fmla="*/ 536 w 579"/>
                <a:gd name="T27" fmla="*/ 61 h 418"/>
                <a:gd name="T28" fmla="*/ 539 w 579"/>
                <a:gd name="T29" fmla="*/ 47 h 418"/>
                <a:gd name="T30" fmla="*/ 570 w 579"/>
                <a:gd name="T31" fmla="*/ 54 h 418"/>
                <a:gd name="T32" fmla="*/ 578 w 579"/>
                <a:gd name="T33" fmla="*/ 86 h 418"/>
                <a:gd name="T34" fmla="*/ 572 w 579"/>
                <a:gd name="T35" fmla="*/ 117 h 418"/>
                <a:gd name="T36" fmla="*/ 564 w 579"/>
                <a:gd name="T37" fmla="*/ 141 h 418"/>
                <a:gd name="T38" fmla="*/ 575 w 579"/>
                <a:gd name="T39" fmla="*/ 164 h 418"/>
                <a:gd name="T40" fmla="*/ 547 w 579"/>
                <a:gd name="T41" fmla="*/ 186 h 418"/>
                <a:gd name="T42" fmla="*/ 544 w 579"/>
                <a:gd name="T43" fmla="*/ 201 h 418"/>
                <a:gd name="T44" fmla="*/ 524 w 579"/>
                <a:gd name="T45" fmla="*/ 227 h 418"/>
                <a:gd name="T46" fmla="*/ 509 w 579"/>
                <a:gd name="T47" fmla="*/ 249 h 418"/>
                <a:gd name="T48" fmla="*/ 495 w 579"/>
                <a:gd name="T49" fmla="*/ 261 h 418"/>
                <a:gd name="T50" fmla="*/ 476 w 579"/>
                <a:gd name="T51" fmla="*/ 266 h 418"/>
                <a:gd name="T52" fmla="*/ 478 w 579"/>
                <a:gd name="T53" fmla="*/ 301 h 418"/>
                <a:gd name="T54" fmla="*/ 501 w 579"/>
                <a:gd name="T55" fmla="*/ 341 h 418"/>
                <a:gd name="T56" fmla="*/ 487 w 579"/>
                <a:gd name="T57" fmla="*/ 336 h 418"/>
                <a:gd name="T58" fmla="*/ 478 w 579"/>
                <a:gd name="T59" fmla="*/ 330 h 418"/>
                <a:gd name="T60" fmla="*/ 439 w 579"/>
                <a:gd name="T61" fmla="*/ 321 h 418"/>
                <a:gd name="T62" fmla="*/ 369 w 579"/>
                <a:gd name="T63" fmla="*/ 323 h 418"/>
                <a:gd name="T64" fmla="*/ 332 w 579"/>
                <a:gd name="T65" fmla="*/ 307 h 418"/>
                <a:gd name="T66" fmla="*/ 294 w 579"/>
                <a:gd name="T67" fmla="*/ 363 h 418"/>
                <a:gd name="T68" fmla="*/ 275 w 579"/>
                <a:gd name="T69" fmla="*/ 372 h 418"/>
                <a:gd name="T70" fmla="*/ 252 w 579"/>
                <a:gd name="T71" fmla="*/ 381 h 418"/>
                <a:gd name="T72" fmla="*/ 252 w 579"/>
                <a:gd name="T73" fmla="*/ 416 h 418"/>
                <a:gd name="T74" fmla="*/ 160 w 579"/>
                <a:gd name="T75" fmla="*/ 393 h 418"/>
                <a:gd name="T76" fmla="*/ 63 w 579"/>
                <a:gd name="T77" fmla="*/ 360 h 418"/>
                <a:gd name="T78" fmla="*/ 8 w 579"/>
                <a:gd name="T79" fmla="*/ 306 h 418"/>
                <a:gd name="T80" fmla="*/ 8 w 579"/>
                <a:gd name="T81" fmla="*/ 278 h 418"/>
                <a:gd name="T82" fmla="*/ 20 w 579"/>
                <a:gd name="T83" fmla="*/ 260 h 418"/>
                <a:gd name="T84" fmla="*/ 32 w 579"/>
                <a:gd name="T85" fmla="*/ 252 h 418"/>
                <a:gd name="T86" fmla="*/ 40 w 579"/>
                <a:gd name="T87" fmla="*/ 243 h 418"/>
                <a:gd name="T88" fmla="*/ 66 w 579"/>
                <a:gd name="T89" fmla="*/ 237 h 418"/>
                <a:gd name="T90" fmla="*/ 92 w 579"/>
                <a:gd name="T91" fmla="*/ 243 h 418"/>
                <a:gd name="T92" fmla="*/ 117 w 579"/>
                <a:gd name="T93" fmla="*/ 229 h 418"/>
                <a:gd name="T94" fmla="*/ 148 w 579"/>
                <a:gd name="T95" fmla="*/ 200 h 418"/>
                <a:gd name="T96" fmla="*/ 169 w 579"/>
                <a:gd name="T97" fmla="*/ 198 h 418"/>
                <a:gd name="T98" fmla="*/ 183 w 579"/>
                <a:gd name="T99" fmla="*/ 181 h 418"/>
                <a:gd name="T100" fmla="*/ 184 w 579"/>
                <a:gd name="T101" fmla="*/ 163 h 418"/>
                <a:gd name="T102" fmla="*/ 160 w 579"/>
                <a:gd name="T103" fmla="*/ 147 h 418"/>
                <a:gd name="T104" fmla="*/ 155 w 579"/>
                <a:gd name="T105" fmla="*/ 126 h 418"/>
                <a:gd name="T106" fmla="*/ 152 w 579"/>
                <a:gd name="T107" fmla="*/ 97 h 418"/>
                <a:gd name="T108" fmla="*/ 157 w 579"/>
                <a:gd name="T109" fmla="*/ 83 h 418"/>
                <a:gd name="T110" fmla="*/ 140 w 579"/>
                <a:gd name="T111" fmla="*/ 75 h 418"/>
                <a:gd name="T112" fmla="*/ 117 w 579"/>
                <a:gd name="T113" fmla="*/ 74 h 418"/>
                <a:gd name="T114" fmla="*/ 111 w 579"/>
                <a:gd name="T115" fmla="*/ 47 h 418"/>
                <a:gd name="T116" fmla="*/ 149 w 579"/>
                <a:gd name="T117" fmla="*/ 38 h 418"/>
                <a:gd name="T118" fmla="*/ 195 w 579"/>
                <a:gd name="T119" fmla="*/ 20 h 418"/>
                <a:gd name="T120" fmla="*/ 244 w 579"/>
                <a:gd name="T121" fmla="*/ 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9" h="418">
                  <a:moveTo>
                    <a:pt x="280" y="0"/>
                  </a:moveTo>
                  <a:lnTo>
                    <a:pt x="277" y="6"/>
                  </a:lnTo>
                  <a:lnTo>
                    <a:pt x="277" y="11"/>
                  </a:lnTo>
                  <a:lnTo>
                    <a:pt x="278" y="12"/>
                  </a:lnTo>
                  <a:lnTo>
                    <a:pt x="280" y="11"/>
                  </a:lnTo>
                  <a:lnTo>
                    <a:pt x="281" y="6"/>
                  </a:lnTo>
                  <a:lnTo>
                    <a:pt x="284" y="4"/>
                  </a:lnTo>
                  <a:lnTo>
                    <a:pt x="286" y="6"/>
                  </a:lnTo>
                  <a:lnTo>
                    <a:pt x="287" y="11"/>
                  </a:lnTo>
                  <a:lnTo>
                    <a:pt x="289" y="26"/>
                  </a:lnTo>
                  <a:lnTo>
                    <a:pt x="290" y="26"/>
                  </a:lnTo>
                  <a:lnTo>
                    <a:pt x="290" y="28"/>
                  </a:lnTo>
                  <a:lnTo>
                    <a:pt x="292" y="28"/>
                  </a:lnTo>
                  <a:lnTo>
                    <a:pt x="292" y="32"/>
                  </a:lnTo>
                  <a:lnTo>
                    <a:pt x="294" y="34"/>
                  </a:lnTo>
                  <a:lnTo>
                    <a:pt x="295" y="35"/>
                  </a:lnTo>
                  <a:lnTo>
                    <a:pt x="300" y="35"/>
                  </a:lnTo>
                  <a:lnTo>
                    <a:pt x="301" y="34"/>
                  </a:lnTo>
                  <a:lnTo>
                    <a:pt x="303" y="32"/>
                  </a:lnTo>
                  <a:lnTo>
                    <a:pt x="304" y="32"/>
                  </a:lnTo>
                  <a:lnTo>
                    <a:pt x="306" y="32"/>
                  </a:lnTo>
                  <a:lnTo>
                    <a:pt x="309" y="34"/>
                  </a:lnTo>
                  <a:lnTo>
                    <a:pt x="309" y="35"/>
                  </a:lnTo>
                  <a:lnTo>
                    <a:pt x="310" y="34"/>
                  </a:lnTo>
                  <a:lnTo>
                    <a:pt x="312" y="32"/>
                  </a:lnTo>
                  <a:lnTo>
                    <a:pt x="314" y="32"/>
                  </a:lnTo>
                  <a:lnTo>
                    <a:pt x="315" y="32"/>
                  </a:lnTo>
                  <a:lnTo>
                    <a:pt x="320" y="34"/>
                  </a:lnTo>
                  <a:lnTo>
                    <a:pt x="326" y="34"/>
                  </a:lnTo>
                  <a:lnTo>
                    <a:pt x="329" y="34"/>
                  </a:lnTo>
                  <a:lnTo>
                    <a:pt x="330" y="35"/>
                  </a:lnTo>
                  <a:lnTo>
                    <a:pt x="332" y="34"/>
                  </a:lnTo>
                  <a:lnTo>
                    <a:pt x="337" y="29"/>
                  </a:lnTo>
                  <a:lnTo>
                    <a:pt x="337" y="26"/>
                  </a:lnTo>
                  <a:lnTo>
                    <a:pt x="338" y="24"/>
                  </a:lnTo>
                  <a:lnTo>
                    <a:pt x="340" y="23"/>
                  </a:lnTo>
                  <a:lnTo>
                    <a:pt x="340" y="21"/>
                  </a:lnTo>
                  <a:lnTo>
                    <a:pt x="340" y="20"/>
                  </a:lnTo>
                  <a:lnTo>
                    <a:pt x="340" y="17"/>
                  </a:lnTo>
                  <a:lnTo>
                    <a:pt x="340" y="15"/>
                  </a:lnTo>
                  <a:lnTo>
                    <a:pt x="340" y="14"/>
                  </a:lnTo>
                  <a:lnTo>
                    <a:pt x="341" y="14"/>
                  </a:lnTo>
                  <a:lnTo>
                    <a:pt x="346" y="14"/>
                  </a:lnTo>
                  <a:lnTo>
                    <a:pt x="347" y="14"/>
                  </a:lnTo>
                  <a:lnTo>
                    <a:pt x="350" y="12"/>
                  </a:lnTo>
                  <a:lnTo>
                    <a:pt x="352" y="12"/>
                  </a:lnTo>
                  <a:lnTo>
                    <a:pt x="357" y="12"/>
                  </a:lnTo>
                  <a:lnTo>
                    <a:pt x="361" y="12"/>
                  </a:lnTo>
                  <a:lnTo>
                    <a:pt x="364" y="12"/>
                  </a:lnTo>
                  <a:lnTo>
                    <a:pt x="364" y="14"/>
                  </a:lnTo>
                  <a:lnTo>
                    <a:pt x="364" y="15"/>
                  </a:lnTo>
                  <a:lnTo>
                    <a:pt x="366" y="17"/>
                  </a:lnTo>
                  <a:lnTo>
                    <a:pt x="367" y="17"/>
                  </a:lnTo>
                  <a:lnTo>
                    <a:pt x="370" y="17"/>
                  </a:lnTo>
                  <a:lnTo>
                    <a:pt x="375" y="18"/>
                  </a:lnTo>
                  <a:lnTo>
                    <a:pt x="377" y="20"/>
                  </a:lnTo>
                  <a:lnTo>
                    <a:pt x="378" y="23"/>
                  </a:lnTo>
                  <a:lnTo>
                    <a:pt x="377" y="24"/>
                  </a:lnTo>
                  <a:lnTo>
                    <a:pt x="373" y="26"/>
                  </a:lnTo>
                  <a:lnTo>
                    <a:pt x="370" y="28"/>
                  </a:lnTo>
                  <a:lnTo>
                    <a:pt x="369" y="31"/>
                  </a:lnTo>
                  <a:lnTo>
                    <a:pt x="369" y="32"/>
                  </a:lnTo>
                  <a:lnTo>
                    <a:pt x="370" y="32"/>
                  </a:lnTo>
                  <a:lnTo>
                    <a:pt x="372" y="34"/>
                  </a:lnTo>
                  <a:lnTo>
                    <a:pt x="372" y="34"/>
                  </a:lnTo>
                  <a:lnTo>
                    <a:pt x="372" y="35"/>
                  </a:lnTo>
                  <a:lnTo>
                    <a:pt x="372" y="37"/>
                  </a:lnTo>
                  <a:lnTo>
                    <a:pt x="372" y="37"/>
                  </a:lnTo>
                  <a:lnTo>
                    <a:pt x="372" y="38"/>
                  </a:lnTo>
                  <a:lnTo>
                    <a:pt x="372" y="40"/>
                  </a:lnTo>
                  <a:lnTo>
                    <a:pt x="370" y="40"/>
                  </a:lnTo>
                  <a:lnTo>
                    <a:pt x="370" y="40"/>
                  </a:lnTo>
                  <a:lnTo>
                    <a:pt x="370" y="41"/>
                  </a:lnTo>
                  <a:lnTo>
                    <a:pt x="372" y="41"/>
                  </a:lnTo>
                  <a:lnTo>
                    <a:pt x="372" y="43"/>
                  </a:lnTo>
                  <a:lnTo>
                    <a:pt x="373" y="44"/>
                  </a:lnTo>
                  <a:lnTo>
                    <a:pt x="373" y="46"/>
                  </a:lnTo>
                  <a:lnTo>
                    <a:pt x="372" y="51"/>
                  </a:lnTo>
                  <a:lnTo>
                    <a:pt x="370" y="55"/>
                  </a:lnTo>
                  <a:lnTo>
                    <a:pt x="372" y="60"/>
                  </a:lnTo>
                  <a:lnTo>
                    <a:pt x="375" y="61"/>
                  </a:lnTo>
                  <a:lnTo>
                    <a:pt x="377" y="61"/>
                  </a:lnTo>
                  <a:lnTo>
                    <a:pt x="380" y="60"/>
                  </a:lnTo>
                  <a:lnTo>
                    <a:pt x="381" y="60"/>
                  </a:lnTo>
                  <a:lnTo>
                    <a:pt x="381" y="58"/>
                  </a:lnTo>
                  <a:lnTo>
                    <a:pt x="383" y="60"/>
                  </a:lnTo>
                  <a:lnTo>
                    <a:pt x="384" y="60"/>
                  </a:lnTo>
                  <a:lnTo>
                    <a:pt x="386" y="61"/>
                  </a:lnTo>
                  <a:lnTo>
                    <a:pt x="387" y="61"/>
                  </a:lnTo>
                  <a:lnTo>
                    <a:pt x="389" y="61"/>
                  </a:lnTo>
                  <a:lnTo>
                    <a:pt x="390" y="61"/>
                  </a:lnTo>
                  <a:lnTo>
                    <a:pt x="392" y="60"/>
                  </a:lnTo>
                  <a:lnTo>
                    <a:pt x="395" y="61"/>
                  </a:lnTo>
                  <a:lnTo>
                    <a:pt x="398" y="63"/>
                  </a:lnTo>
                  <a:lnTo>
                    <a:pt x="401" y="63"/>
                  </a:lnTo>
                  <a:lnTo>
                    <a:pt x="404" y="63"/>
                  </a:lnTo>
                  <a:lnTo>
                    <a:pt x="407" y="63"/>
                  </a:lnTo>
                  <a:lnTo>
                    <a:pt x="409" y="60"/>
                  </a:lnTo>
                  <a:lnTo>
                    <a:pt x="410" y="55"/>
                  </a:lnTo>
                  <a:lnTo>
                    <a:pt x="412" y="51"/>
                  </a:lnTo>
                  <a:lnTo>
                    <a:pt x="416" y="51"/>
                  </a:lnTo>
                  <a:lnTo>
                    <a:pt x="418" y="52"/>
                  </a:lnTo>
                  <a:lnTo>
                    <a:pt x="420" y="54"/>
                  </a:lnTo>
                  <a:lnTo>
                    <a:pt x="421" y="54"/>
                  </a:lnTo>
                  <a:lnTo>
                    <a:pt x="424" y="54"/>
                  </a:lnTo>
                  <a:lnTo>
                    <a:pt x="427" y="52"/>
                  </a:lnTo>
                  <a:lnTo>
                    <a:pt x="432" y="52"/>
                  </a:lnTo>
                  <a:lnTo>
                    <a:pt x="435" y="52"/>
                  </a:lnTo>
                  <a:lnTo>
                    <a:pt x="438" y="54"/>
                  </a:lnTo>
                  <a:lnTo>
                    <a:pt x="439" y="54"/>
                  </a:lnTo>
                  <a:lnTo>
                    <a:pt x="439" y="55"/>
                  </a:lnTo>
                  <a:lnTo>
                    <a:pt x="439" y="57"/>
                  </a:lnTo>
                  <a:lnTo>
                    <a:pt x="438" y="58"/>
                  </a:lnTo>
                  <a:lnTo>
                    <a:pt x="439" y="58"/>
                  </a:lnTo>
                  <a:lnTo>
                    <a:pt x="439" y="60"/>
                  </a:lnTo>
                  <a:lnTo>
                    <a:pt x="441" y="60"/>
                  </a:lnTo>
                  <a:lnTo>
                    <a:pt x="441" y="61"/>
                  </a:lnTo>
                  <a:lnTo>
                    <a:pt x="441" y="64"/>
                  </a:lnTo>
                  <a:lnTo>
                    <a:pt x="438" y="66"/>
                  </a:lnTo>
                  <a:lnTo>
                    <a:pt x="433" y="67"/>
                  </a:lnTo>
                  <a:lnTo>
                    <a:pt x="432" y="69"/>
                  </a:lnTo>
                  <a:lnTo>
                    <a:pt x="432" y="74"/>
                  </a:lnTo>
                  <a:lnTo>
                    <a:pt x="435" y="77"/>
                  </a:lnTo>
                  <a:lnTo>
                    <a:pt x="439" y="78"/>
                  </a:lnTo>
                  <a:lnTo>
                    <a:pt x="444" y="80"/>
                  </a:lnTo>
                  <a:lnTo>
                    <a:pt x="447" y="81"/>
                  </a:lnTo>
                  <a:lnTo>
                    <a:pt x="449" y="81"/>
                  </a:lnTo>
                  <a:lnTo>
                    <a:pt x="452" y="81"/>
                  </a:lnTo>
                  <a:lnTo>
                    <a:pt x="455" y="80"/>
                  </a:lnTo>
                  <a:lnTo>
                    <a:pt x="458" y="80"/>
                  </a:lnTo>
                  <a:lnTo>
                    <a:pt x="461" y="78"/>
                  </a:lnTo>
                  <a:lnTo>
                    <a:pt x="463" y="75"/>
                  </a:lnTo>
                  <a:lnTo>
                    <a:pt x="466" y="72"/>
                  </a:lnTo>
                  <a:lnTo>
                    <a:pt x="467" y="75"/>
                  </a:lnTo>
                  <a:lnTo>
                    <a:pt x="469" y="75"/>
                  </a:lnTo>
                  <a:lnTo>
                    <a:pt x="470" y="77"/>
                  </a:lnTo>
                  <a:lnTo>
                    <a:pt x="472" y="78"/>
                  </a:lnTo>
                  <a:lnTo>
                    <a:pt x="472" y="81"/>
                  </a:lnTo>
                  <a:lnTo>
                    <a:pt x="475" y="83"/>
                  </a:lnTo>
                  <a:lnTo>
                    <a:pt x="478" y="84"/>
                  </a:lnTo>
                  <a:lnTo>
                    <a:pt x="481" y="84"/>
                  </a:lnTo>
                  <a:lnTo>
                    <a:pt x="481" y="80"/>
                  </a:lnTo>
                  <a:lnTo>
                    <a:pt x="483" y="78"/>
                  </a:lnTo>
                  <a:lnTo>
                    <a:pt x="484" y="78"/>
                  </a:lnTo>
                  <a:lnTo>
                    <a:pt x="487" y="78"/>
                  </a:lnTo>
                  <a:lnTo>
                    <a:pt x="490" y="78"/>
                  </a:lnTo>
                  <a:lnTo>
                    <a:pt x="493" y="78"/>
                  </a:lnTo>
                  <a:lnTo>
                    <a:pt x="495" y="78"/>
                  </a:lnTo>
                  <a:lnTo>
                    <a:pt x="498" y="78"/>
                  </a:lnTo>
                  <a:lnTo>
                    <a:pt x="501" y="78"/>
                  </a:lnTo>
                  <a:lnTo>
                    <a:pt x="504" y="77"/>
                  </a:lnTo>
                  <a:lnTo>
                    <a:pt x="509" y="77"/>
                  </a:lnTo>
                  <a:lnTo>
                    <a:pt x="512" y="78"/>
                  </a:lnTo>
                  <a:lnTo>
                    <a:pt x="512" y="80"/>
                  </a:lnTo>
                  <a:lnTo>
                    <a:pt x="512" y="81"/>
                  </a:lnTo>
                  <a:lnTo>
                    <a:pt x="512" y="83"/>
                  </a:lnTo>
                  <a:lnTo>
                    <a:pt x="513" y="84"/>
                  </a:lnTo>
                  <a:lnTo>
                    <a:pt x="515" y="84"/>
                  </a:lnTo>
                  <a:lnTo>
                    <a:pt x="516" y="81"/>
                  </a:lnTo>
                  <a:lnTo>
                    <a:pt x="518" y="78"/>
                  </a:lnTo>
                  <a:lnTo>
                    <a:pt x="519" y="77"/>
                  </a:lnTo>
                  <a:lnTo>
                    <a:pt x="524" y="75"/>
                  </a:lnTo>
                  <a:lnTo>
                    <a:pt x="527" y="75"/>
                  </a:lnTo>
                  <a:lnTo>
                    <a:pt x="532" y="75"/>
                  </a:lnTo>
                  <a:lnTo>
                    <a:pt x="535" y="74"/>
                  </a:lnTo>
                  <a:lnTo>
                    <a:pt x="538" y="72"/>
                  </a:lnTo>
                  <a:lnTo>
                    <a:pt x="538" y="67"/>
                  </a:lnTo>
                  <a:lnTo>
                    <a:pt x="536" y="61"/>
                  </a:lnTo>
                  <a:lnTo>
                    <a:pt x="535" y="57"/>
                  </a:lnTo>
                  <a:lnTo>
                    <a:pt x="535" y="55"/>
                  </a:lnTo>
                  <a:lnTo>
                    <a:pt x="535" y="54"/>
                  </a:lnTo>
                  <a:lnTo>
                    <a:pt x="536" y="52"/>
                  </a:lnTo>
                  <a:lnTo>
                    <a:pt x="536" y="51"/>
                  </a:lnTo>
                  <a:lnTo>
                    <a:pt x="536" y="51"/>
                  </a:lnTo>
                  <a:lnTo>
                    <a:pt x="536" y="51"/>
                  </a:lnTo>
                  <a:lnTo>
                    <a:pt x="536" y="49"/>
                  </a:lnTo>
                  <a:lnTo>
                    <a:pt x="536" y="47"/>
                  </a:lnTo>
                  <a:lnTo>
                    <a:pt x="538" y="47"/>
                  </a:lnTo>
                  <a:lnTo>
                    <a:pt x="539" y="47"/>
                  </a:lnTo>
                  <a:lnTo>
                    <a:pt x="539" y="47"/>
                  </a:lnTo>
                  <a:lnTo>
                    <a:pt x="541" y="49"/>
                  </a:lnTo>
                  <a:lnTo>
                    <a:pt x="542" y="47"/>
                  </a:lnTo>
                  <a:lnTo>
                    <a:pt x="544" y="46"/>
                  </a:lnTo>
                  <a:lnTo>
                    <a:pt x="545" y="43"/>
                  </a:lnTo>
                  <a:lnTo>
                    <a:pt x="545" y="41"/>
                  </a:lnTo>
                  <a:lnTo>
                    <a:pt x="547" y="38"/>
                  </a:lnTo>
                  <a:lnTo>
                    <a:pt x="549" y="37"/>
                  </a:lnTo>
                  <a:lnTo>
                    <a:pt x="550" y="35"/>
                  </a:lnTo>
                  <a:lnTo>
                    <a:pt x="553" y="32"/>
                  </a:lnTo>
                  <a:lnTo>
                    <a:pt x="561" y="35"/>
                  </a:lnTo>
                  <a:lnTo>
                    <a:pt x="567" y="44"/>
                  </a:lnTo>
                  <a:lnTo>
                    <a:pt x="570" y="54"/>
                  </a:lnTo>
                  <a:lnTo>
                    <a:pt x="570" y="63"/>
                  </a:lnTo>
                  <a:lnTo>
                    <a:pt x="570" y="64"/>
                  </a:lnTo>
                  <a:lnTo>
                    <a:pt x="570" y="64"/>
                  </a:lnTo>
                  <a:lnTo>
                    <a:pt x="570" y="66"/>
                  </a:lnTo>
                  <a:lnTo>
                    <a:pt x="570" y="67"/>
                  </a:lnTo>
                  <a:lnTo>
                    <a:pt x="570" y="72"/>
                  </a:lnTo>
                  <a:lnTo>
                    <a:pt x="572" y="75"/>
                  </a:lnTo>
                  <a:lnTo>
                    <a:pt x="575" y="77"/>
                  </a:lnTo>
                  <a:lnTo>
                    <a:pt x="579" y="78"/>
                  </a:lnTo>
                  <a:lnTo>
                    <a:pt x="578" y="81"/>
                  </a:lnTo>
                  <a:lnTo>
                    <a:pt x="578" y="83"/>
                  </a:lnTo>
                  <a:lnTo>
                    <a:pt x="578" y="86"/>
                  </a:lnTo>
                  <a:lnTo>
                    <a:pt x="578" y="87"/>
                  </a:lnTo>
                  <a:lnTo>
                    <a:pt x="576" y="91"/>
                  </a:lnTo>
                  <a:lnTo>
                    <a:pt x="576" y="94"/>
                  </a:lnTo>
                  <a:lnTo>
                    <a:pt x="575" y="98"/>
                  </a:lnTo>
                  <a:lnTo>
                    <a:pt x="573" y="101"/>
                  </a:lnTo>
                  <a:lnTo>
                    <a:pt x="573" y="104"/>
                  </a:lnTo>
                  <a:lnTo>
                    <a:pt x="572" y="107"/>
                  </a:lnTo>
                  <a:lnTo>
                    <a:pt x="572" y="109"/>
                  </a:lnTo>
                  <a:lnTo>
                    <a:pt x="570" y="112"/>
                  </a:lnTo>
                  <a:lnTo>
                    <a:pt x="572" y="114"/>
                  </a:lnTo>
                  <a:lnTo>
                    <a:pt x="572" y="115"/>
                  </a:lnTo>
                  <a:lnTo>
                    <a:pt x="572" y="117"/>
                  </a:lnTo>
                  <a:lnTo>
                    <a:pt x="572" y="120"/>
                  </a:lnTo>
                  <a:lnTo>
                    <a:pt x="570" y="121"/>
                  </a:lnTo>
                  <a:lnTo>
                    <a:pt x="570" y="123"/>
                  </a:lnTo>
                  <a:lnTo>
                    <a:pt x="569" y="124"/>
                  </a:lnTo>
                  <a:lnTo>
                    <a:pt x="569" y="126"/>
                  </a:lnTo>
                  <a:lnTo>
                    <a:pt x="569" y="127"/>
                  </a:lnTo>
                  <a:lnTo>
                    <a:pt x="567" y="129"/>
                  </a:lnTo>
                  <a:lnTo>
                    <a:pt x="567" y="131"/>
                  </a:lnTo>
                  <a:lnTo>
                    <a:pt x="567" y="134"/>
                  </a:lnTo>
                  <a:lnTo>
                    <a:pt x="565" y="137"/>
                  </a:lnTo>
                  <a:lnTo>
                    <a:pt x="565" y="138"/>
                  </a:lnTo>
                  <a:lnTo>
                    <a:pt x="564" y="141"/>
                  </a:lnTo>
                  <a:lnTo>
                    <a:pt x="564" y="143"/>
                  </a:lnTo>
                  <a:lnTo>
                    <a:pt x="565" y="144"/>
                  </a:lnTo>
                  <a:lnTo>
                    <a:pt x="565" y="146"/>
                  </a:lnTo>
                  <a:lnTo>
                    <a:pt x="565" y="147"/>
                  </a:lnTo>
                  <a:lnTo>
                    <a:pt x="565" y="149"/>
                  </a:lnTo>
                  <a:lnTo>
                    <a:pt x="567" y="149"/>
                  </a:lnTo>
                  <a:lnTo>
                    <a:pt x="567" y="150"/>
                  </a:lnTo>
                  <a:lnTo>
                    <a:pt x="569" y="154"/>
                  </a:lnTo>
                  <a:lnTo>
                    <a:pt x="569" y="157"/>
                  </a:lnTo>
                  <a:lnTo>
                    <a:pt x="570" y="158"/>
                  </a:lnTo>
                  <a:lnTo>
                    <a:pt x="572" y="161"/>
                  </a:lnTo>
                  <a:lnTo>
                    <a:pt x="575" y="164"/>
                  </a:lnTo>
                  <a:lnTo>
                    <a:pt x="573" y="166"/>
                  </a:lnTo>
                  <a:lnTo>
                    <a:pt x="569" y="169"/>
                  </a:lnTo>
                  <a:lnTo>
                    <a:pt x="567" y="170"/>
                  </a:lnTo>
                  <a:lnTo>
                    <a:pt x="562" y="172"/>
                  </a:lnTo>
                  <a:lnTo>
                    <a:pt x="558" y="175"/>
                  </a:lnTo>
                  <a:lnTo>
                    <a:pt x="553" y="178"/>
                  </a:lnTo>
                  <a:lnTo>
                    <a:pt x="550" y="180"/>
                  </a:lnTo>
                  <a:lnTo>
                    <a:pt x="549" y="181"/>
                  </a:lnTo>
                  <a:lnTo>
                    <a:pt x="547" y="181"/>
                  </a:lnTo>
                  <a:lnTo>
                    <a:pt x="547" y="181"/>
                  </a:lnTo>
                  <a:lnTo>
                    <a:pt x="545" y="183"/>
                  </a:lnTo>
                  <a:lnTo>
                    <a:pt x="547" y="186"/>
                  </a:lnTo>
                  <a:lnTo>
                    <a:pt x="549" y="187"/>
                  </a:lnTo>
                  <a:lnTo>
                    <a:pt x="549" y="189"/>
                  </a:lnTo>
                  <a:lnTo>
                    <a:pt x="550" y="189"/>
                  </a:lnTo>
                  <a:lnTo>
                    <a:pt x="550" y="189"/>
                  </a:lnTo>
                  <a:lnTo>
                    <a:pt x="550" y="189"/>
                  </a:lnTo>
                  <a:lnTo>
                    <a:pt x="550" y="190"/>
                  </a:lnTo>
                  <a:lnTo>
                    <a:pt x="552" y="192"/>
                  </a:lnTo>
                  <a:lnTo>
                    <a:pt x="550" y="194"/>
                  </a:lnTo>
                  <a:lnTo>
                    <a:pt x="549" y="195"/>
                  </a:lnTo>
                  <a:lnTo>
                    <a:pt x="549" y="197"/>
                  </a:lnTo>
                  <a:lnTo>
                    <a:pt x="545" y="200"/>
                  </a:lnTo>
                  <a:lnTo>
                    <a:pt x="544" y="201"/>
                  </a:lnTo>
                  <a:lnTo>
                    <a:pt x="542" y="204"/>
                  </a:lnTo>
                  <a:lnTo>
                    <a:pt x="539" y="207"/>
                  </a:lnTo>
                  <a:lnTo>
                    <a:pt x="538" y="209"/>
                  </a:lnTo>
                  <a:lnTo>
                    <a:pt x="538" y="210"/>
                  </a:lnTo>
                  <a:lnTo>
                    <a:pt x="536" y="212"/>
                  </a:lnTo>
                  <a:lnTo>
                    <a:pt x="535" y="214"/>
                  </a:lnTo>
                  <a:lnTo>
                    <a:pt x="533" y="217"/>
                  </a:lnTo>
                  <a:lnTo>
                    <a:pt x="532" y="218"/>
                  </a:lnTo>
                  <a:lnTo>
                    <a:pt x="530" y="221"/>
                  </a:lnTo>
                  <a:lnTo>
                    <a:pt x="529" y="223"/>
                  </a:lnTo>
                  <a:lnTo>
                    <a:pt x="527" y="226"/>
                  </a:lnTo>
                  <a:lnTo>
                    <a:pt x="524" y="227"/>
                  </a:lnTo>
                  <a:lnTo>
                    <a:pt x="522" y="229"/>
                  </a:lnTo>
                  <a:lnTo>
                    <a:pt x="521" y="230"/>
                  </a:lnTo>
                  <a:lnTo>
                    <a:pt x="519" y="232"/>
                  </a:lnTo>
                  <a:lnTo>
                    <a:pt x="518" y="235"/>
                  </a:lnTo>
                  <a:lnTo>
                    <a:pt x="516" y="237"/>
                  </a:lnTo>
                  <a:lnTo>
                    <a:pt x="515" y="238"/>
                  </a:lnTo>
                  <a:lnTo>
                    <a:pt x="515" y="241"/>
                  </a:lnTo>
                  <a:lnTo>
                    <a:pt x="515" y="243"/>
                  </a:lnTo>
                  <a:lnTo>
                    <a:pt x="513" y="246"/>
                  </a:lnTo>
                  <a:lnTo>
                    <a:pt x="512" y="247"/>
                  </a:lnTo>
                  <a:lnTo>
                    <a:pt x="510" y="247"/>
                  </a:lnTo>
                  <a:lnTo>
                    <a:pt x="509" y="249"/>
                  </a:lnTo>
                  <a:lnTo>
                    <a:pt x="506" y="250"/>
                  </a:lnTo>
                  <a:lnTo>
                    <a:pt x="504" y="252"/>
                  </a:lnTo>
                  <a:lnTo>
                    <a:pt x="504" y="253"/>
                  </a:lnTo>
                  <a:lnTo>
                    <a:pt x="502" y="253"/>
                  </a:lnTo>
                  <a:lnTo>
                    <a:pt x="502" y="253"/>
                  </a:lnTo>
                  <a:lnTo>
                    <a:pt x="501" y="255"/>
                  </a:lnTo>
                  <a:lnTo>
                    <a:pt x="501" y="255"/>
                  </a:lnTo>
                  <a:lnTo>
                    <a:pt x="499" y="257"/>
                  </a:lnTo>
                  <a:lnTo>
                    <a:pt x="499" y="258"/>
                  </a:lnTo>
                  <a:lnTo>
                    <a:pt x="498" y="258"/>
                  </a:lnTo>
                  <a:lnTo>
                    <a:pt x="498" y="260"/>
                  </a:lnTo>
                  <a:lnTo>
                    <a:pt x="495" y="261"/>
                  </a:lnTo>
                  <a:lnTo>
                    <a:pt x="495" y="263"/>
                  </a:lnTo>
                  <a:lnTo>
                    <a:pt x="493" y="264"/>
                  </a:lnTo>
                  <a:lnTo>
                    <a:pt x="493" y="267"/>
                  </a:lnTo>
                  <a:lnTo>
                    <a:pt x="492" y="269"/>
                  </a:lnTo>
                  <a:lnTo>
                    <a:pt x="490" y="270"/>
                  </a:lnTo>
                  <a:lnTo>
                    <a:pt x="489" y="272"/>
                  </a:lnTo>
                  <a:lnTo>
                    <a:pt x="489" y="267"/>
                  </a:lnTo>
                  <a:lnTo>
                    <a:pt x="487" y="264"/>
                  </a:lnTo>
                  <a:lnTo>
                    <a:pt x="484" y="261"/>
                  </a:lnTo>
                  <a:lnTo>
                    <a:pt x="481" y="261"/>
                  </a:lnTo>
                  <a:lnTo>
                    <a:pt x="478" y="263"/>
                  </a:lnTo>
                  <a:lnTo>
                    <a:pt x="476" y="266"/>
                  </a:lnTo>
                  <a:lnTo>
                    <a:pt x="475" y="267"/>
                  </a:lnTo>
                  <a:lnTo>
                    <a:pt x="472" y="270"/>
                  </a:lnTo>
                  <a:lnTo>
                    <a:pt x="472" y="273"/>
                  </a:lnTo>
                  <a:lnTo>
                    <a:pt x="475" y="277"/>
                  </a:lnTo>
                  <a:lnTo>
                    <a:pt x="478" y="278"/>
                  </a:lnTo>
                  <a:lnTo>
                    <a:pt x="479" y="281"/>
                  </a:lnTo>
                  <a:lnTo>
                    <a:pt x="478" y="286"/>
                  </a:lnTo>
                  <a:lnTo>
                    <a:pt x="476" y="287"/>
                  </a:lnTo>
                  <a:lnTo>
                    <a:pt x="475" y="290"/>
                  </a:lnTo>
                  <a:lnTo>
                    <a:pt x="475" y="293"/>
                  </a:lnTo>
                  <a:lnTo>
                    <a:pt x="476" y="298"/>
                  </a:lnTo>
                  <a:lnTo>
                    <a:pt x="478" y="301"/>
                  </a:lnTo>
                  <a:lnTo>
                    <a:pt x="479" y="304"/>
                  </a:lnTo>
                  <a:lnTo>
                    <a:pt x="479" y="309"/>
                  </a:lnTo>
                  <a:lnTo>
                    <a:pt x="479" y="313"/>
                  </a:lnTo>
                  <a:lnTo>
                    <a:pt x="479" y="317"/>
                  </a:lnTo>
                  <a:lnTo>
                    <a:pt x="481" y="320"/>
                  </a:lnTo>
                  <a:lnTo>
                    <a:pt x="484" y="323"/>
                  </a:lnTo>
                  <a:lnTo>
                    <a:pt x="489" y="326"/>
                  </a:lnTo>
                  <a:lnTo>
                    <a:pt x="493" y="329"/>
                  </a:lnTo>
                  <a:lnTo>
                    <a:pt x="496" y="332"/>
                  </a:lnTo>
                  <a:lnTo>
                    <a:pt x="501" y="335"/>
                  </a:lnTo>
                  <a:lnTo>
                    <a:pt x="502" y="338"/>
                  </a:lnTo>
                  <a:lnTo>
                    <a:pt x="501" y="341"/>
                  </a:lnTo>
                  <a:lnTo>
                    <a:pt x="499" y="344"/>
                  </a:lnTo>
                  <a:lnTo>
                    <a:pt x="498" y="349"/>
                  </a:lnTo>
                  <a:lnTo>
                    <a:pt x="496" y="346"/>
                  </a:lnTo>
                  <a:lnTo>
                    <a:pt x="495" y="344"/>
                  </a:lnTo>
                  <a:lnTo>
                    <a:pt x="493" y="344"/>
                  </a:lnTo>
                  <a:lnTo>
                    <a:pt x="489" y="350"/>
                  </a:lnTo>
                  <a:lnTo>
                    <a:pt x="484" y="346"/>
                  </a:lnTo>
                  <a:lnTo>
                    <a:pt x="484" y="344"/>
                  </a:lnTo>
                  <a:lnTo>
                    <a:pt x="483" y="341"/>
                  </a:lnTo>
                  <a:lnTo>
                    <a:pt x="484" y="340"/>
                  </a:lnTo>
                  <a:lnTo>
                    <a:pt x="486" y="338"/>
                  </a:lnTo>
                  <a:lnTo>
                    <a:pt x="487" y="336"/>
                  </a:lnTo>
                  <a:lnTo>
                    <a:pt x="487" y="335"/>
                  </a:lnTo>
                  <a:lnTo>
                    <a:pt x="487" y="332"/>
                  </a:lnTo>
                  <a:lnTo>
                    <a:pt x="487" y="330"/>
                  </a:lnTo>
                  <a:lnTo>
                    <a:pt x="486" y="330"/>
                  </a:lnTo>
                  <a:lnTo>
                    <a:pt x="486" y="330"/>
                  </a:lnTo>
                  <a:lnTo>
                    <a:pt x="484" y="329"/>
                  </a:lnTo>
                  <a:lnTo>
                    <a:pt x="483" y="329"/>
                  </a:lnTo>
                  <a:lnTo>
                    <a:pt x="483" y="329"/>
                  </a:lnTo>
                  <a:lnTo>
                    <a:pt x="483" y="332"/>
                  </a:lnTo>
                  <a:lnTo>
                    <a:pt x="483" y="332"/>
                  </a:lnTo>
                  <a:lnTo>
                    <a:pt x="479" y="332"/>
                  </a:lnTo>
                  <a:lnTo>
                    <a:pt x="478" y="330"/>
                  </a:lnTo>
                  <a:lnTo>
                    <a:pt x="475" y="329"/>
                  </a:lnTo>
                  <a:lnTo>
                    <a:pt x="470" y="323"/>
                  </a:lnTo>
                  <a:lnTo>
                    <a:pt x="467" y="321"/>
                  </a:lnTo>
                  <a:lnTo>
                    <a:pt x="450" y="321"/>
                  </a:lnTo>
                  <a:lnTo>
                    <a:pt x="452" y="323"/>
                  </a:lnTo>
                  <a:lnTo>
                    <a:pt x="452" y="324"/>
                  </a:lnTo>
                  <a:lnTo>
                    <a:pt x="446" y="327"/>
                  </a:lnTo>
                  <a:lnTo>
                    <a:pt x="444" y="323"/>
                  </a:lnTo>
                  <a:lnTo>
                    <a:pt x="444" y="321"/>
                  </a:lnTo>
                  <a:lnTo>
                    <a:pt x="443" y="320"/>
                  </a:lnTo>
                  <a:lnTo>
                    <a:pt x="441" y="320"/>
                  </a:lnTo>
                  <a:lnTo>
                    <a:pt x="439" y="321"/>
                  </a:lnTo>
                  <a:lnTo>
                    <a:pt x="439" y="321"/>
                  </a:lnTo>
                  <a:lnTo>
                    <a:pt x="438" y="320"/>
                  </a:lnTo>
                  <a:lnTo>
                    <a:pt x="438" y="317"/>
                  </a:lnTo>
                  <a:lnTo>
                    <a:pt x="438" y="317"/>
                  </a:lnTo>
                  <a:lnTo>
                    <a:pt x="435" y="315"/>
                  </a:lnTo>
                  <a:lnTo>
                    <a:pt x="430" y="315"/>
                  </a:lnTo>
                  <a:lnTo>
                    <a:pt x="423" y="317"/>
                  </a:lnTo>
                  <a:lnTo>
                    <a:pt x="398" y="315"/>
                  </a:lnTo>
                  <a:lnTo>
                    <a:pt x="393" y="317"/>
                  </a:lnTo>
                  <a:lnTo>
                    <a:pt x="386" y="318"/>
                  </a:lnTo>
                  <a:lnTo>
                    <a:pt x="377" y="321"/>
                  </a:lnTo>
                  <a:lnTo>
                    <a:pt x="369" y="323"/>
                  </a:lnTo>
                  <a:lnTo>
                    <a:pt x="360" y="324"/>
                  </a:lnTo>
                  <a:lnTo>
                    <a:pt x="357" y="324"/>
                  </a:lnTo>
                  <a:lnTo>
                    <a:pt x="352" y="323"/>
                  </a:lnTo>
                  <a:lnTo>
                    <a:pt x="349" y="321"/>
                  </a:lnTo>
                  <a:lnTo>
                    <a:pt x="346" y="320"/>
                  </a:lnTo>
                  <a:lnTo>
                    <a:pt x="344" y="318"/>
                  </a:lnTo>
                  <a:lnTo>
                    <a:pt x="343" y="315"/>
                  </a:lnTo>
                  <a:lnTo>
                    <a:pt x="341" y="313"/>
                  </a:lnTo>
                  <a:lnTo>
                    <a:pt x="340" y="310"/>
                  </a:lnTo>
                  <a:lnTo>
                    <a:pt x="338" y="309"/>
                  </a:lnTo>
                  <a:lnTo>
                    <a:pt x="335" y="307"/>
                  </a:lnTo>
                  <a:lnTo>
                    <a:pt x="332" y="307"/>
                  </a:lnTo>
                  <a:lnTo>
                    <a:pt x="330" y="307"/>
                  </a:lnTo>
                  <a:lnTo>
                    <a:pt x="324" y="306"/>
                  </a:lnTo>
                  <a:lnTo>
                    <a:pt x="317" y="306"/>
                  </a:lnTo>
                  <a:lnTo>
                    <a:pt x="310" y="306"/>
                  </a:lnTo>
                  <a:lnTo>
                    <a:pt x="304" y="307"/>
                  </a:lnTo>
                  <a:lnTo>
                    <a:pt x="298" y="317"/>
                  </a:lnTo>
                  <a:lnTo>
                    <a:pt x="295" y="327"/>
                  </a:lnTo>
                  <a:lnTo>
                    <a:pt x="297" y="340"/>
                  </a:lnTo>
                  <a:lnTo>
                    <a:pt x="298" y="350"/>
                  </a:lnTo>
                  <a:lnTo>
                    <a:pt x="298" y="355"/>
                  </a:lnTo>
                  <a:lnTo>
                    <a:pt x="297" y="360"/>
                  </a:lnTo>
                  <a:lnTo>
                    <a:pt x="294" y="363"/>
                  </a:lnTo>
                  <a:lnTo>
                    <a:pt x="290" y="366"/>
                  </a:lnTo>
                  <a:lnTo>
                    <a:pt x="290" y="367"/>
                  </a:lnTo>
                  <a:lnTo>
                    <a:pt x="290" y="369"/>
                  </a:lnTo>
                  <a:lnTo>
                    <a:pt x="289" y="370"/>
                  </a:lnTo>
                  <a:lnTo>
                    <a:pt x="287" y="370"/>
                  </a:lnTo>
                  <a:lnTo>
                    <a:pt x="286" y="370"/>
                  </a:lnTo>
                  <a:lnTo>
                    <a:pt x="284" y="370"/>
                  </a:lnTo>
                  <a:lnTo>
                    <a:pt x="283" y="369"/>
                  </a:lnTo>
                  <a:lnTo>
                    <a:pt x="281" y="370"/>
                  </a:lnTo>
                  <a:lnTo>
                    <a:pt x="280" y="372"/>
                  </a:lnTo>
                  <a:lnTo>
                    <a:pt x="277" y="372"/>
                  </a:lnTo>
                  <a:lnTo>
                    <a:pt x="275" y="372"/>
                  </a:lnTo>
                  <a:lnTo>
                    <a:pt x="272" y="372"/>
                  </a:lnTo>
                  <a:lnTo>
                    <a:pt x="269" y="372"/>
                  </a:lnTo>
                  <a:lnTo>
                    <a:pt x="267" y="373"/>
                  </a:lnTo>
                  <a:lnTo>
                    <a:pt x="264" y="373"/>
                  </a:lnTo>
                  <a:lnTo>
                    <a:pt x="261" y="373"/>
                  </a:lnTo>
                  <a:lnTo>
                    <a:pt x="258" y="373"/>
                  </a:lnTo>
                  <a:lnTo>
                    <a:pt x="257" y="373"/>
                  </a:lnTo>
                  <a:lnTo>
                    <a:pt x="257" y="375"/>
                  </a:lnTo>
                  <a:lnTo>
                    <a:pt x="255" y="376"/>
                  </a:lnTo>
                  <a:lnTo>
                    <a:pt x="254" y="378"/>
                  </a:lnTo>
                  <a:lnTo>
                    <a:pt x="252" y="380"/>
                  </a:lnTo>
                  <a:lnTo>
                    <a:pt x="252" y="381"/>
                  </a:lnTo>
                  <a:lnTo>
                    <a:pt x="252" y="383"/>
                  </a:lnTo>
                  <a:lnTo>
                    <a:pt x="251" y="387"/>
                  </a:lnTo>
                  <a:lnTo>
                    <a:pt x="251" y="392"/>
                  </a:lnTo>
                  <a:lnTo>
                    <a:pt x="251" y="396"/>
                  </a:lnTo>
                  <a:lnTo>
                    <a:pt x="251" y="401"/>
                  </a:lnTo>
                  <a:lnTo>
                    <a:pt x="251" y="404"/>
                  </a:lnTo>
                  <a:lnTo>
                    <a:pt x="252" y="407"/>
                  </a:lnTo>
                  <a:lnTo>
                    <a:pt x="254" y="409"/>
                  </a:lnTo>
                  <a:lnTo>
                    <a:pt x="254" y="412"/>
                  </a:lnTo>
                  <a:lnTo>
                    <a:pt x="254" y="413"/>
                  </a:lnTo>
                  <a:lnTo>
                    <a:pt x="254" y="415"/>
                  </a:lnTo>
                  <a:lnTo>
                    <a:pt x="252" y="416"/>
                  </a:lnTo>
                  <a:lnTo>
                    <a:pt x="252" y="418"/>
                  </a:lnTo>
                  <a:lnTo>
                    <a:pt x="252" y="418"/>
                  </a:lnTo>
                  <a:lnTo>
                    <a:pt x="251" y="418"/>
                  </a:lnTo>
                  <a:lnTo>
                    <a:pt x="247" y="418"/>
                  </a:lnTo>
                  <a:lnTo>
                    <a:pt x="241" y="416"/>
                  </a:lnTo>
                  <a:lnTo>
                    <a:pt x="232" y="410"/>
                  </a:lnTo>
                  <a:lnTo>
                    <a:pt x="211" y="406"/>
                  </a:lnTo>
                  <a:lnTo>
                    <a:pt x="203" y="401"/>
                  </a:lnTo>
                  <a:lnTo>
                    <a:pt x="195" y="401"/>
                  </a:lnTo>
                  <a:lnTo>
                    <a:pt x="183" y="396"/>
                  </a:lnTo>
                  <a:lnTo>
                    <a:pt x="168" y="395"/>
                  </a:lnTo>
                  <a:lnTo>
                    <a:pt x="160" y="393"/>
                  </a:lnTo>
                  <a:lnTo>
                    <a:pt x="138" y="384"/>
                  </a:lnTo>
                  <a:lnTo>
                    <a:pt x="123" y="376"/>
                  </a:lnTo>
                  <a:lnTo>
                    <a:pt x="115" y="373"/>
                  </a:lnTo>
                  <a:lnTo>
                    <a:pt x="109" y="373"/>
                  </a:lnTo>
                  <a:lnTo>
                    <a:pt x="100" y="372"/>
                  </a:lnTo>
                  <a:lnTo>
                    <a:pt x="98" y="370"/>
                  </a:lnTo>
                  <a:lnTo>
                    <a:pt x="95" y="370"/>
                  </a:lnTo>
                  <a:lnTo>
                    <a:pt x="83" y="366"/>
                  </a:lnTo>
                  <a:lnTo>
                    <a:pt x="80" y="366"/>
                  </a:lnTo>
                  <a:lnTo>
                    <a:pt x="72" y="363"/>
                  </a:lnTo>
                  <a:lnTo>
                    <a:pt x="69" y="361"/>
                  </a:lnTo>
                  <a:lnTo>
                    <a:pt x="63" y="360"/>
                  </a:lnTo>
                  <a:lnTo>
                    <a:pt x="62" y="360"/>
                  </a:lnTo>
                  <a:lnTo>
                    <a:pt x="59" y="358"/>
                  </a:lnTo>
                  <a:lnTo>
                    <a:pt x="51" y="353"/>
                  </a:lnTo>
                  <a:lnTo>
                    <a:pt x="39" y="349"/>
                  </a:lnTo>
                  <a:lnTo>
                    <a:pt x="35" y="341"/>
                  </a:lnTo>
                  <a:lnTo>
                    <a:pt x="26" y="323"/>
                  </a:lnTo>
                  <a:lnTo>
                    <a:pt x="22" y="315"/>
                  </a:lnTo>
                  <a:lnTo>
                    <a:pt x="20" y="315"/>
                  </a:lnTo>
                  <a:lnTo>
                    <a:pt x="19" y="313"/>
                  </a:lnTo>
                  <a:lnTo>
                    <a:pt x="15" y="310"/>
                  </a:lnTo>
                  <a:lnTo>
                    <a:pt x="12" y="309"/>
                  </a:lnTo>
                  <a:lnTo>
                    <a:pt x="8" y="306"/>
                  </a:lnTo>
                  <a:lnTo>
                    <a:pt x="6" y="306"/>
                  </a:lnTo>
                  <a:lnTo>
                    <a:pt x="5" y="304"/>
                  </a:lnTo>
                  <a:lnTo>
                    <a:pt x="9" y="300"/>
                  </a:lnTo>
                  <a:lnTo>
                    <a:pt x="6" y="295"/>
                  </a:lnTo>
                  <a:lnTo>
                    <a:pt x="2" y="290"/>
                  </a:lnTo>
                  <a:lnTo>
                    <a:pt x="0" y="289"/>
                  </a:lnTo>
                  <a:lnTo>
                    <a:pt x="2" y="287"/>
                  </a:lnTo>
                  <a:lnTo>
                    <a:pt x="3" y="286"/>
                  </a:lnTo>
                  <a:lnTo>
                    <a:pt x="5" y="284"/>
                  </a:lnTo>
                  <a:lnTo>
                    <a:pt x="6" y="281"/>
                  </a:lnTo>
                  <a:lnTo>
                    <a:pt x="6" y="280"/>
                  </a:lnTo>
                  <a:lnTo>
                    <a:pt x="8" y="278"/>
                  </a:lnTo>
                  <a:lnTo>
                    <a:pt x="9" y="275"/>
                  </a:lnTo>
                  <a:lnTo>
                    <a:pt x="11" y="273"/>
                  </a:lnTo>
                  <a:lnTo>
                    <a:pt x="12" y="273"/>
                  </a:lnTo>
                  <a:lnTo>
                    <a:pt x="14" y="273"/>
                  </a:lnTo>
                  <a:lnTo>
                    <a:pt x="17" y="272"/>
                  </a:lnTo>
                  <a:lnTo>
                    <a:pt x="19" y="270"/>
                  </a:lnTo>
                  <a:lnTo>
                    <a:pt x="19" y="267"/>
                  </a:lnTo>
                  <a:lnTo>
                    <a:pt x="19" y="266"/>
                  </a:lnTo>
                  <a:lnTo>
                    <a:pt x="20" y="264"/>
                  </a:lnTo>
                  <a:lnTo>
                    <a:pt x="20" y="261"/>
                  </a:lnTo>
                  <a:lnTo>
                    <a:pt x="20" y="261"/>
                  </a:lnTo>
                  <a:lnTo>
                    <a:pt x="20" y="260"/>
                  </a:lnTo>
                  <a:lnTo>
                    <a:pt x="20" y="260"/>
                  </a:lnTo>
                  <a:lnTo>
                    <a:pt x="20" y="258"/>
                  </a:lnTo>
                  <a:lnTo>
                    <a:pt x="20" y="258"/>
                  </a:lnTo>
                  <a:lnTo>
                    <a:pt x="20" y="257"/>
                  </a:lnTo>
                  <a:lnTo>
                    <a:pt x="22" y="255"/>
                  </a:lnTo>
                  <a:lnTo>
                    <a:pt x="22" y="255"/>
                  </a:lnTo>
                  <a:lnTo>
                    <a:pt x="23" y="257"/>
                  </a:lnTo>
                  <a:lnTo>
                    <a:pt x="25" y="257"/>
                  </a:lnTo>
                  <a:lnTo>
                    <a:pt x="26" y="257"/>
                  </a:lnTo>
                  <a:lnTo>
                    <a:pt x="28" y="255"/>
                  </a:lnTo>
                  <a:lnTo>
                    <a:pt x="29" y="253"/>
                  </a:lnTo>
                  <a:lnTo>
                    <a:pt x="32" y="252"/>
                  </a:lnTo>
                  <a:lnTo>
                    <a:pt x="34" y="252"/>
                  </a:lnTo>
                  <a:lnTo>
                    <a:pt x="35" y="252"/>
                  </a:lnTo>
                  <a:lnTo>
                    <a:pt x="35" y="250"/>
                  </a:lnTo>
                  <a:lnTo>
                    <a:pt x="34" y="250"/>
                  </a:lnTo>
                  <a:lnTo>
                    <a:pt x="34" y="249"/>
                  </a:lnTo>
                  <a:lnTo>
                    <a:pt x="35" y="249"/>
                  </a:lnTo>
                  <a:lnTo>
                    <a:pt x="35" y="247"/>
                  </a:lnTo>
                  <a:lnTo>
                    <a:pt x="37" y="247"/>
                  </a:lnTo>
                  <a:lnTo>
                    <a:pt x="37" y="247"/>
                  </a:lnTo>
                  <a:lnTo>
                    <a:pt x="39" y="247"/>
                  </a:lnTo>
                  <a:lnTo>
                    <a:pt x="39" y="246"/>
                  </a:lnTo>
                  <a:lnTo>
                    <a:pt x="40" y="243"/>
                  </a:lnTo>
                  <a:lnTo>
                    <a:pt x="40" y="243"/>
                  </a:lnTo>
                  <a:lnTo>
                    <a:pt x="42" y="243"/>
                  </a:lnTo>
                  <a:lnTo>
                    <a:pt x="45" y="241"/>
                  </a:lnTo>
                  <a:lnTo>
                    <a:pt x="46" y="241"/>
                  </a:lnTo>
                  <a:lnTo>
                    <a:pt x="49" y="241"/>
                  </a:lnTo>
                  <a:lnTo>
                    <a:pt x="51" y="241"/>
                  </a:lnTo>
                  <a:lnTo>
                    <a:pt x="54" y="241"/>
                  </a:lnTo>
                  <a:lnTo>
                    <a:pt x="57" y="241"/>
                  </a:lnTo>
                  <a:lnTo>
                    <a:pt x="60" y="241"/>
                  </a:lnTo>
                  <a:lnTo>
                    <a:pt x="63" y="241"/>
                  </a:lnTo>
                  <a:lnTo>
                    <a:pt x="65" y="240"/>
                  </a:lnTo>
                  <a:lnTo>
                    <a:pt x="66" y="237"/>
                  </a:lnTo>
                  <a:lnTo>
                    <a:pt x="68" y="233"/>
                  </a:lnTo>
                  <a:lnTo>
                    <a:pt x="69" y="232"/>
                  </a:lnTo>
                  <a:lnTo>
                    <a:pt x="71" y="229"/>
                  </a:lnTo>
                  <a:lnTo>
                    <a:pt x="74" y="227"/>
                  </a:lnTo>
                  <a:lnTo>
                    <a:pt x="75" y="229"/>
                  </a:lnTo>
                  <a:lnTo>
                    <a:pt x="78" y="232"/>
                  </a:lnTo>
                  <a:lnTo>
                    <a:pt x="80" y="235"/>
                  </a:lnTo>
                  <a:lnTo>
                    <a:pt x="83" y="235"/>
                  </a:lnTo>
                  <a:lnTo>
                    <a:pt x="85" y="235"/>
                  </a:lnTo>
                  <a:lnTo>
                    <a:pt x="88" y="237"/>
                  </a:lnTo>
                  <a:lnTo>
                    <a:pt x="89" y="240"/>
                  </a:lnTo>
                  <a:lnTo>
                    <a:pt x="92" y="243"/>
                  </a:lnTo>
                  <a:lnTo>
                    <a:pt x="95" y="244"/>
                  </a:lnTo>
                  <a:lnTo>
                    <a:pt x="97" y="243"/>
                  </a:lnTo>
                  <a:lnTo>
                    <a:pt x="98" y="241"/>
                  </a:lnTo>
                  <a:lnTo>
                    <a:pt x="98" y="238"/>
                  </a:lnTo>
                  <a:lnTo>
                    <a:pt x="98" y="237"/>
                  </a:lnTo>
                  <a:lnTo>
                    <a:pt x="98" y="237"/>
                  </a:lnTo>
                  <a:lnTo>
                    <a:pt x="102" y="235"/>
                  </a:lnTo>
                  <a:lnTo>
                    <a:pt x="103" y="233"/>
                  </a:lnTo>
                  <a:lnTo>
                    <a:pt x="106" y="232"/>
                  </a:lnTo>
                  <a:lnTo>
                    <a:pt x="108" y="232"/>
                  </a:lnTo>
                  <a:lnTo>
                    <a:pt x="112" y="230"/>
                  </a:lnTo>
                  <a:lnTo>
                    <a:pt x="117" y="229"/>
                  </a:lnTo>
                  <a:lnTo>
                    <a:pt x="120" y="227"/>
                  </a:lnTo>
                  <a:lnTo>
                    <a:pt x="125" y="224"/>
                  </a:lnTo>
                  <a:lnTo>
                    <a:pt x="126" y="221"/>
                  </a:lnTo>
                  <a:lnTo>
                    <a:pt x="128" y="217"/>
                  </a:lnTo>
                  <a:lnTo>
                    <a:pt x="129" y="210"/>
                  </a:lnTo>
                  <a:lnTo>
                    <a:pt x="131" y="207"/>
                  </a:lnTo>
                  <a:lnTo>
                    <a:pt x="134" y="204"/>
                  </a:lnTo>
                  <a:lnTo>
                    <a:pt x="137" y="203"/>
                  </a:lnTo>
                  <a:lnTo>
                    <a:pt x="140" y="201"/>
                  </a:lnTo>
                  <a:lnTo>
                    <a:pt x="145" y="200"/>
                  </a:lnTo>
                  <a:lnTo>
                    <a:pt x="146" y="200"/>
                  </a:lnTo>
                  <a:lnTo>
                    <a:pt x="148" y="200"/>
                  </a:lnTo>
                  <a:lnTo>
                    <a:pt x="149" y="198"/>
                  </a:lnTo>
                  <a:lnTo>
                    <a:pt x="152" y="198"/>
                  </a:lnTo>
                  <a:lnTo>
                    <a:pt x="152" y="198"/>
                  </a:lnTo>
                  <a:lnTo>
                    <a:pt x="154" y="197"/>
                  </a:lnTo>
                  <a:lnTo>
                    <a:pt x="154" y="195"/>
                  </a:lnTo>
                  <a:lnTo>
                    <a:pt x="155" y="195"/>
                  </a:lnTo>
                  <a:lnTo>
                    <a:pt x="158" y="194"/>
                  </a:lnTo>
                  <a:lnTo>
                    <a:pt x="161" y="194"/>
                  </a:lnTo>
                  <a:lnTo>
                    <a:pt x="166" y="195"/>
                  </a:lnTo>
                  <a:lnTo>
                    <a:pt x="169" y="197"/>
                  </a:lnTo>
                  <a:lnTo>
                    <a:pt x="169" y="197"/>
                  </a:lnTo>
                  <a:lnTo>
                    <a:pt x="169" y="198"/>
                  </a:lnTo>
                  <a:lnTo>
                    <a:pt x="171" y="200"/>
                  </a:lnTo>
                  <a:lnTo>
                    <a:pt x="171" y="200"/>
                  </a:lnTo>
                  <a:lnTo>
                    <a:pt x="174" y="198"/>
                  </a:lnTo>
                  <a:lnTo>
                    <a:pt x="175" y="195"/>
                  </a:lnTo>
                  <a:lnTo>
                    <a:pt x="178" y="192"/>
                  </a:lnTo>
                  <a:lnTo>
                    <a:pt x="180" y="189"/>
                  </a:lnTo>
                  <a:lnTo>
                    <a:pt x="180" y="187"/>
                  </a:lnTo>
                  <a:lnTo>
                    <a:pt x="181" y="187"/>
                  </a:lnTo>
                  <a:lnTo>
                    <a:pt x="183" y="186"/>
                  </a:lnTo>
                  <a:lnTo>
                    <a:pt x="183" y="184"/>
                  </a:lnTo>
                  <a:lnTo>
                    <a:pt x="183" y="183"/>
                  </a:lnTo>
                  <a:lnTo>
                    <a:pt x="183" y="181"/>
                  </a:lnTo>
                  <a:lnTo>
                    <a:pt x="183" y="181"/>
                  </a:lnTo>
                  <a:lnTo>
                    <a:pt x="183" y="180"/>
                  </a:lnTo>
                  <a:lnTo>
                    <a:pt x="184" y="177"/>
                  </a:lnTo>
                  <a:lnTo>
                    <a:pt x="186" y="175"/>
                  </a:lnTo>
                  <a:lnTo>
                    <a:pt x="189" y="174"/>
                  </a:lnTo>
                  <a:lnTo>
                    <a:pt x="191" y="172"/>
                  </a:lnTo>
                  <a:lnTo>
                    <a:pt x="192" y="169"/>
                  </a:lnTo>
                  <a:lnTo>
                    <a:pt x="191" y="169"/>
                  </a:lnTo>
                  <a:lnTo>
                    <a:pt x="189" y="169"/>
                  </a:lnTo>
                  <a:lnTo>
                    <a:pt x="186" y="167"/>
                  </a:lnTo>
                  <a:lnTo>
                    <a:pt x="186" y="166"/>
                  </a:lnTo>
                  <a:lnTo>
                    <a:pt x="184" y="163"/>
                  </a:lnTo>
                  <a:lnTo>
                    <a:pt x="184" y="160"/>
                  </a:lnTo>
                  <a:lnTo>
                    <a:pt x="183" y="157"/>
                  </a:lnTo>
                  <a:lnTo>
                    <a:pt x="183" y="157"/>
                  </a:lnTo>
                  <a:lnTo>
                    <a:pt x="183" y="155"/>
                  </a:lnTo>
                  <a:lnTo>
                    <a:pt x="181" y="155"/>
                  </a:lnTo>
                  <a:lnTo>
                    <a:pt x="180" y="154"/>
                  </a:lnTo>
                  <a:lnTo>
                    <a:pt x="174" y="157"/>
                  </a:lnTo>
                  <a:lnTo>
                    <a:pt x="166" y="158"/>
                  </a:lnTo>
                  <a:lnTo>
                    <a:pt x="160" y="157"/>
                  </a:lnTo>
                  <a:lnTo>
                    <a:pt x="158" y="149"/>
                  </a:lnTo>
                  <a:lnTo>
                    <a:pt x="160" y="149"/>
                  </a:lnTo>
                  <a:lnTo>
                    <a:pt x="160" y="147"/>
                  </a:lnTo>
                  <a:lnTo>
                    <a:pt x="160" y="146"/>
                  </a:lnTo>
                  <a:lnTo>
                    <a:pt x="160" y="144"/>
                  </a:lnTo>
                  <a:lnTo>
                    <a:pt x="160" y="141"/>
                  </a:lnTo>
                  <a:lnTo>
                    <a:pt x="160" y="138"/>
                  </a:lnTo>
                  <a:lnTo>
                    <a:pt x="160" y="137"/>
                  </a:lnTo>
                  <a:lnTo>
                    <a:pt x="158" y="134"/>
                  </a:lnTo>
                  <a:lnTo>
                    <a:pt x="158" y="132"/>
                  </a:lnTo>
                  <a:lnTo>
                    <a:pt x="157" y="131"/>
                  </a:lnTo>
                  <a:lnTo>
                    <a:pt x="157" y="129"/>
                  </a:lnTo>
                  <a:lnTo>
                    <a:pt x="157" y="126"/>
                  </a:lnTo>
                  <a:lnTo>
                    <a:pt x="155" y="126"/>
                  </a:lnTo>
                  <a:lnTo>
                    <a:pt x="155" y="126"/>
                  </a:lnTo>
                  <a:lnTo>
                    <a:pt x="154" y="124"/>
                  </a:lnTo>
                  <a:lnTo>
                    <a:pt x="154" y="124"/>
                  </a:lnTo>
                  <a:lnTo>
                    <a:pt x="152" y="123"/>
                  </a:lnTo>
                  <a:lnTo>
                    <a:pt x="151" y="121"/>
                  </a:lnTo>
                  <a:lnTo>
                    <a:pt x="151" y="118"/>
                  </a:lnTo>
                  <a:lnTo>
                    <a:pt x="149" y="117"/>
                  </a:lnTo>
                  <a:lnTo>
                    <a:pt x="149" y="114"/>
                  </a:lnTo>
                  <a:lnTo>
                    <a:pt x="149" y="111"/>
                  </a:lnTo>
                  <a:lnTo>
                    <a:pt x="148" y="107"/>
                  </a:lnTo>
                  <a:lnTo>
                    <a:pt x="148" y="104"/>
                  </a:lnTo>
                  <a:lnTo>
                    <a:pt x="149" y="98"/>
                  </a:lnTo>
                  <a:lnTo>
                    <a:pt x="152" y="97"/>
                  </a:lnTo>
                  <a:lnTo>
                    <a:pt x="158" y="97"/>
                  </a:lnTo>
                  <a:lnTo>
                    <a:pt x="161" y="95"/>
                  </a:lnTo>
                  <a:lnTo>
                    <a:pt x="163" y="95"/>
                  </a:lnTo>
                  <a:lnTo>
                    <a:pt x="165" y="94"/>
                  </a:lnTo>
                  <a:lnTo>
                    <a:pt x="165" y="92"/>
                  </a:lnTo>
                  <a:lnTo>
                    <a:pt x="166" y="92"/>
                  </a:lnTo>
                  <a:lnTo>
                    <a:pt x="165" y="91"/>
                  </a:lnTo>
                  <a:lnTo>
                    <a:pt x="161" y="89"/>
                  </a:lnTo>
                  <a:lnTo>
                    <a:pt x="160" y="87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7" y="83"/>
                  </a:lnTo>
                  <a:lnTo>
                    <a:pt x="157" y="80"/>
                  </a:lnTo>
                  <a:lnTo>
                    <a:pt x="157" y="78"/>
                  </a:lnTo>
                  <a:lnTo>
                    <a:pt x="157" y="77"/>
                  </a:lnTo>
                  <a:lnTo>
                    <a:pt x="157" y="77"/>
                  </a:lnTo>
                  <a:lnTo>
                    <a:pt x="155" y="75"/>
                  </a:lnTo>
                  <a:lnTo>
                    <a:pt x="155" y="75"/>
                  </a:lnTo>
                  <a:lnTo>
                    <a:pt x="152" y="75"/>
                  </a:lnTo>
                  <a:lnTo>
                    <a:pt x="149" y="75"/>
                  </a:lnTo>
                  <a:lnTo>
                    <a:pt x="148" y="75"/>
                  </a:lnTo>
                  <a:lnTo>
                    <a:pt x="145" y="75"/>
                  </a:lnTo>
                  <a:lnTo>
                    <a:pt x="143" y="75"/>
                  </a:lnTo>
                  <a:lnTo>
                    <a:pt x="140" y="75"/>
                  </a:lnTo>
                  <a:lnTo>
                    <a:pt x="138" y="75"/>
                  </a:lnTo>
                  <a:lnTo>
                    <a:pt x="137" y="75"/>
                  </a:lnTo>
                  <a:lnTo>
                    <a:pt x="134" y="74"/>
                  </a:lnTo>
                  <a:lnTo>
                    <a:pt x="132" y="71"/>
                  </a:lnTo>
                  <a:lnTo>
                    <a:pt x="129" y="71"/>
                  </a:lnTo>
                  <a:lnTo>
                    <a:pt x="126" y="71"/>
                  </a:lnTo>
                  <a:lnTo>
                    <a:pt x="125" y="71"/>
                  </a:lnTo>
                  <a:lnTo>
                    <a:pt x="123" y="71"/>
                  </a:lnTo>
                  <a:lnTo>
                    <a:pt x="123" y="72"/>
                  </a:lnTo>
                  <a:lnTo>
                    <a:pt x="121" y="72"/>
                  </a:lnTo>
                  <a:lnTo>
                    <a:pt x="120" y="72"/>
                  </a:lnTo>
                  <a:lnTo>
                    <a:pt x="117" y="74"/>
                  </a:lnTo>
                  <a:lnTo>
                    <a:pt x="115" y="74"/>
                  </a:lnTo>
                  <a:lnTo>
                    <a:pt x="112" y="74"/>
                  </a:lnTo>
                  <a:lnTo>
                    <a:pt x="112" y="72"/>
                  </a:lnTo>
                  <a:lnTo>
                    <a:pt x="112" y="72"/>
                  </a:lnTo>
                  <a:lnTo>
                    <a:pt x="111" y="71"/>
                  </a:lnTo>
                  <a:lnTo>
                    <a:pt x="109" y="71"/>
                  </a:lnTo>
                  <a:lnTo>
                    <a:pt x="106" y="69"/>
                  </a:lnTo>
                  <a:lnTo>
                    <a:pt x="106" y="64"/>
                  </a:lnTo>
                  <a:lnTo>
                    <a:pt x="105" y="58"/>
                  </a:lnTo>
                  <a:lnTo>
                    <a:pt x="105" y="55"/>
                  </a:lnTo>
                  <a:lnTo>
                    <a:pt x="106" y="51"/>
                  </a:lnTo>
                  <a:lnTo>
                    <a:pt x="111" y="47"/>
                  </a:lnTo>
                  <a:lnTo>
                    <a:pt x="117" y="46"/>
                  </a:lnTo>
                  <a:lnTo>
                    <a:pt x="121" y="44"/>
                  </a:lnTo>
                  <a:lnTo>
                    <a:pt x="121" y="44"/>
                  </a:lnTo>
                  <a:lnTo>
                    <a:pt x="121" y="44"/>
                  </a:lnTo>
                  <a:lnTo>
                    <a:pt x="121" y="44"/>
                  </a:lnTo>
                  <a:lnTo>
                    <a:pt x="123" y="44"/>
                  </a:lnTo>
                  <a:lnTo>
                    <a:pt x="135" y="41"/>
                  </a:lnTo>
                  <a:lnTo>
                    <a:pt x="141" y="40"/>
                  </a:lnTo>
                  <a:lnTo>
                    <a:pt x="148" y="38"/>
                  </a:lnTo>
                  <a:lnTo>
                    <a:pt x="148" y="38"/>
                  </a:lnTo>
                  <a:lnTo>
                    <a:pt x="148" y="38"/>
                  </a:lnTo>
                  <a:lnTo>
                    <a:pt x="149" y="38"/>
                  </a:lnTo>
                  <a:lnTo>
                    <a:pt x="149" y="38"/>
                  </a:lnTo>
                  <a:lnTo>
                    <a:pt x="152" y="37"/>
                  </a:lnTo>
                  <a:lnTo>
                    <a:pt x="154" y="37"/>
                  </a:lnTo>
                  <a:lnTo>
                    <a:pt x="155" y="35"/>
                  </a:lnTo>
                  <a:lnTo>
                    <a:pt x="158" y="32"/>
                  </a:lnTo>
                  <a:lnTo>
                    <a:pt x="161" y="32"/>
                  </a:lnTo>
                  <a:lnTo>
                    <a:pt x="171" y="31"/>
                  </a:lnTo>
                  <a:lnTo>
                    <a:pt x="175" y="31"/>
                  </a:lnTo>
                  <a:lnTo>
                    <a:pt x="178" y="29"/>
                  </a:lnTo>
                  <a:lnTo>
                    <a:pt x="184" y="23"/>
                  </a:lnTo>
                  <a:lnTo>
                    <a:pt x="194" y="20"/>
                  </a:lnTo>
                  <a:lnTo>
                    <a:pt x="195" y="20"/>
                  </a:lnTo>
                  <a:lnTo>
                    <a:pt x="195" y="17"/>
                  </a:lnTo>
                  <a:lnTo>
                    <a:pt x="198" y="15"/>
                  </a:lnTo>
                  <a:lnTo>
                    <a:pt x="211" y="11"/>
                  </a:lnTo>
                  <a:lnTo>
                    <a:pt x="215" y="9"/>
                  </a:lnTo>
                  <a:lnTo>
                    <a:pt x="221" y="9"/>
                  </a:lnTo>
                  <a:lnTo>
                    <a:pt x="227" y="8"/>
                  </a:lnTo>
                  <a:lnTo>
                    <a:pt x="231" y="8"/>
                  </a:lnTo>
                  <a:lnTo>
                    <a:pt x="232" y="8"/>
                  </a:lnTo>
                  <a:lnTo>
                    <a:pt x="237" y="9"/>
                  </a:lnTo>
                  <a:lnTo>
                    <a:pt x="240" y="11"/>
                  </a:lnTo>
                  <a:lnTo>
                    <a:pt x="241" y="11"/>
                  </a:lnTo>
                  <a:lnTo>
                    <a:pt x="244" y="9"/>
                  </a:lnTo>
                  <a:lnTo>
                    <a:pt x="246" y="9"/>
                  </a:lnTo>
                  <a:lnTo>
                    <a:pt x="249" y="8"/>
                  </a:lnTo>
                  <a:lnTo>
                    <a:pt x="260" y="3"/>
                  </a:lnTo>
                  <a:lnTo>
                    <a:pt x="263" y="3"/>
                  </a:lnTo>
                  <a:lnTo>
                    <a:pt x="28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2495550" y="3413125"/>
              <a:ext cx="257175" cy="257175"/>
            </a:xfrm>
            <a:custGeom>
              <a:avLst/>
              <a:gdLst>
                <a:gd name="T0" fmla="*/ 146 w 324"/>
                <a:gd name="T1" fmla="*/ 22 h 325"/>
                <a:gd name="T2" fmla="*/ 173 w 324"/>
                <a:gd name="T3" fmla="*/ 28 h 325"/>
                <a:gd name="T4" fmla="*/ 181 w 324"/>
                <a:gd name="T5" fmla="*/ 46 h 325"/>
                <a:gd name="T6" fmla="*/ 192 w 324"/>
                <a:gd name="T7" fmla="*/ 79 h 325"/>
                <a:gd name="T8" fmla="*/ 204 w 324"/>
                <a:gd name="T9" fmla="*/ 86 h 325"/>
                <a:gd name="T10" fmla="*/ 226 w 324"/>
                <a:gd name="T11" fmla="*/ 63 h 325"/>
                <a:gd name="T12" fmla="*/ 255 w 324"/>
                <a:gd name="T13" fmla="*/ 46 h 325"/>
                <a:gd name="T14" fmla="*/ 270 w 324"/>
                <a:gd name="T15" fmla="*/ 57 h 325"/>
                <a:gd name="T16" fmla="*/ 267 w 324"/>
                <a:gd name="T17" fmla="*/ 74 h 325"/>
                <a:gd name="T18" fmla="*/ 281 w 324"/>
                <a:gd name="T19" fmla="*/ 79 h 325"/>
                <a:gd name="T20" fmla="*/ 312 w 324"/>
                <a:gd name="T21" fmla="*/ 82 h 325"/>
                <a:gd name="T22" fmla="*/ 318 w 324"/>
                <a:gd name="T23" fmla="*/ 89 h 325"/>
                <a:gd name="T24" fmla="*/ 321 w 324"/>
                <a:gd name="T25" fmla="*/ 109 h 325"/>
                <a:gd name="T26" fmla="*/ 310 w 324"/>
                <a:gd name="T27" fmla="*/ 123 h 325"/>
                <a:gd name="T28" fmla="*/ 316 w 324"/>
                <a:gd name="T29" fmla="*/ 146 h 325"/>
                <a:gd name="T30" fmla="*/ 316 w 324"/>
                <a:gd name="T31" fmla="*/ 172 h 325"/>
                <a:gd name="T32" fmla="*/ 316 w 324"/>
                <a:gd name="T33" fmla="*/ 194 h 325"/>
                <a:gd name="T34" fmla="*/ 318 w 324"/>
                <a:gd name="T35" fmla="*/ 212 h 325"/>
                <a:gd name="T36" fmla="*/ 312 w 324"/>
                <a:gd name="T37" fmla="*/ 220 h 325"/>
                <a:gd name="T38" fmla="*/ 293 w 324"/>
                <a:gd name="T39" fmla="*/ 228 h 325"/>
                <a:gd name="T40" fmla="*/ 287 w 324"/>
                <a:gd name="T41" fmla="*/ 220 h 325"/>
                <a:gd name="T42" fmla="*/ 279 w 324"/>
                <a:gd name="T43" fmla="*/ 212 h 325"/>
                <a:gd name="T44" fmla="*/ 267 w 324"/>
                <a:gd name="T45" fmla="*/ 205 h 325"/>
                <a:gd name="T46" fmla="*/ 266 w 324"/>
                <a:gd name="T47" fmla="*/ 188 h 325"/>
                <a:gd name="T48" fmla="*/ 266 w 324"/>
                <a:gd name="T49" fmla="*/ 169 h 325"/>
                <a:gd name="T50" fmla="*/ 252 w 324"/>
                <a:gd name="T51" fmla="*/ 157 h 325"/>
                <a:gd name="T52" fmla="*/ 253 w 324"/>
                <a:gd name="T53" fmla="*/ 148 h 325"/>
                <a:gd name="T54" fmla="*/ 249 w 324"/>
                <a:gd name="T55" fmla="*/ 140 h 325"/>
                <a:gd name="T56" fmla="*/ 243 w 324"/>
                <a:gd name="T57" fmla="*/ 128 h 325"/>
                <a:gd name="T58" fmla="*/ 235 w 324"/>
                <a:gd name="T59" fmla="*/ 132 h 325"/>
                <a:gd name="T60" fmla="*/ 230 w 324"/>
                <a:gd name="T61" fmla="*/ 143 h 325"/>
                <a:gd name="T62" fmla="*/ 220 w 324"/>
                <a:gd name="T63" fmla="*/ 159 h 325"/>
                <a:gd name="T64" fmla="*/ 209 w 324"/>
                <a:gd name="T65" fmla="*/ 177 h 325"/>
                <a:gd name="T66" fmla="*/ 210 w 324"/>
                <a:gd name="T67" fmla="*/ 185 h 325"/>
                <a:gd name="T68" fmla="*/ 213 w 324"/>
                <a:gd name="T69" fmla="*/ 200 h 325"/>
                <a:gd name="T70" fmla="*/ 207 w 324"/>
                <a:gd name="T71" fmla="*/ 222 h 325"/>
                <a:gd name="T72" fmla="*/ 200 w 324"/>
                <a:gd name="T73" fmla="*/ 238 h 325"/>
                <a:gd name="T74" fmla="*/ 184 w 324"/>
                <a:gd name="T75" fmla="*/ 255 h 325"/>
                <a:gd name="T76" fmla="*/ 178 w 324"/>
                <a:gd name="T77" fmla="*/ 277 h 325"/>
                <a:gd name="T78" fmla="*/ 150 w 324"/>
                <a:gd name="T79" fmla="*/ 265 h 325"/>
                <a:gd name="T80" fmla="*/ 140 w 324"/>
                <a:gd name="T81" fmla="*/ 282 h 325"/>
                <a:gd name="T82" fmla="*/ 117 w 324"/>
                <a:gd name="T83" fmla="*/ 280 h 325"/>
                <a:gd name="T84" fmla="*/ 89 w 324"/>
                <a:gd name="T85" fmla="*/ 288 h 325"/>
                <a:gd name="T86" fmla="*/ 63 w 324"/>
                <a:gd name="T87" fmla="*/ 318 h 325"/>
                <a:gd name="T88" fmla="*/ 44 w 324"/>
                <a:gd name="T89" fmla="*/ 318 h 325"/>
                <a:gd name="T90" fmla="*/ 32 w 324"/>
                <a:gd name="T91" fmla="*/ 285 h 325"/>
                <a:gd name="T92" fmla="*/ 32 w 324"/>
                <a:gd name="T93" fmla="*/ 258 h 325"/>
                <a:gd name="T94" fmla="*/ 0 w 324"/>
                <a:gd name="T95" fmla="*/ 243 h 325"/>
                <a:gd name="T96" fmla="*/ 12 w 324"/>
                <a:gd name="T97" fmla="*/ 232 h 325"/>
                <a:gd name="T98" fmla="*/ 26 w 324"/>
                <a:gd name="T99" fmla="*/ 212 h 325"/>
                <a:gd name="T100" fmla="*/ 44 w 324"/>
                <a:gd name="T101" fmla="*/ 189 h 325"/>
                <a:gd name="T102" fmla="*/ 51 w 324"/>
                <a:gd name="T103" fmla="*/ 174 h 325"/>
                <a:gd name="T104" fmla="*/ 69 w 324"/>
                <a:gd name="T105" fmla="*/ 155 h 325"/>
                <a:gd name="T106" fmla="*/ 67 w 324"/>
                <a:gd name="T107" fmla="*/ 132 h 325"/>
                <a:gd name="T108" fmla="*/ 71 w 324"/>
                <a:gd name="T109" fmla="*/ 111 h 325"/>
                <a:gd name="T110" fmla="*/ 75 w 324"/>
                <a:gd name="T111" fmla="*/ 89 h 325"/>
                <a:gd name="T112" fmla="*/ 83 w 324"/>
                <a:gd name="T113" fmla="*/ 59 h 325"/>
                <a:gd name="T114" fmla="*/ 100 w 324"/>
                <a:gd name="T115" fmla="*/ 34 h 325"/>
                <a:gd name="T116" fmla="*/ 110 w 324"/>
                <a:gd name="T117" fmla="*/ 1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4" h="325">
                  <a:moveTo>
                    <a:pt x="126" y="0"/>
                  </a:moveTo>
                  <a:lnTo>
                    <a:pt x="127" y="2"/>
                  </a:lnTo>
                  <a:lnTo>
                    <a:pt x="130" y="3"/>
                  </a:lnTo>
                  <a:lnTo>
                    <a:pt x="134" y="5"/>
                  </a:lnTo>
                  <a:lnTo>
                    <a:pt x="135" y="8"/>
                  </a:lnTo>
                  <a:lnTo>
                    <a:pt x="135" y="9"/>
                  </a:lnTo>
                  <a:lnTo>
                    <a:pt x="137" y="9"/>
                  </a:lnTo>
                  <a:lnTo>
                    <a:pt x="137" y="11"/>
                  </a:lnTo>
                  <a:lnTo>
                    <a:pt x="137" y="13"/>
                  </a:lnTo>
                  <a:lnTo>
                    <a:pt x="141" y="17"/>
                  </a:lnTo>
                  <a:lnTo>
                    <a:pt x="146" y="22"/>
                  </a:lnTo>
                  <a:lnTo>
                    <a:pt x="150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60" y="28"/>
                  </a:lnTo>
                  <a:lnTo>
                    <a:pt x="160" y="26"/>
                  </a:lnTo>
                  <a:lnTo>
                    <a:pt x="163" y="25"/>
                  </a:lnTo>
                  <a:lnTo>
                    <a:pt x="166" y="25"/>
                  </a:lnTo>
                  <a:lnTo>
                    <a:pt x="170" y="25"/>
                  </a:lnTo>
                  <a:lnTo>
                    <a:pt x="172" y="26"/>
                  </a:lnTo>
                  <a:lnTo>
                    <a:pt x="173" y="28"/>
                  </a:lnTo>
                  <a:lnTo>
                    <a:pt x="173" y="29"/>
                  </a:lnTo>
                  <a:lnTo>
                    <a:pt x="175" y="32"/>
                  </a:lnTo>
                  <a:lnTo>
                    <a:pt x="177" y="34"/>
                  </a:lnTo>
                  <a:lnTo>
                    <a:pt x="178" y="36"/>
                  </a:lnTo>
                  <a:lnTo>
                    <a:pt x="180" y="37"/>
                  </a:lnTo>
                  <a:lnTo>
                    <a:pt x="181" y="42"/>
                  </a:lnTo>
                  <a:lnTo>
                    <a:pt x="183" y="42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1" y="46"/>
                  </a:lnTo>
                  <a:lnTo>
                    <a:pt x="181" y="49"/>
                  </a:lnTo>
                  <a:lnTo>
                    <a:pt x="180" y="52"/>
                  </a:lnTo>
                  <a:lnTo>
                    <a:pt x="178" y="57"/>
                  </a:lnTo>
                  <a:lnTo>
                    <a:pt x="177" y="62"/>
                  </a:lnTo>
                  <a:lnTo>
                    <a:pt x="178" y="65"/>
                  </a:lnTo>
                  <a:lnTo>
                    <a:pt x="181" y="66"/>
                  </a:lnTo>
                  <a:lnTo>
                    <a:pt x="184" y="68"/>
                  </a:lnTo>
                  <a:lnTo>
                    <a:pt x="189" y="68"/>
                  </a:lnTo>
                  <a:lnTo>
                    <a:pt x="190" y="71"/>
                  </a:lnTo>
                  <a:lnTo>
                    <a:pt x="192" y="74"/>
                  </a:lnTo>
                  <a:lnTo>
                    <a:pt x="192" y="79"/>
                  </a:lnTo>
                  <a:lnTo>
                    <a:pt x="192" y="80"/>
                  </a:lnTo>
                  <a:lnTo>
                    <a:pt x="193" y="80"/>
                  </a:lnTo>
                  <a:lnTo>
                    <a:pt x="193" y="82"/>
                  </a:lnTo>
                  <a:lnTo>
                    <a:pt x="195" y="82"/>
                  </a:lnTo>
                  <a:lnTo>
                    <a:pt x="197" y="83"/>
                  </a:lnTo>
                  <a:lnTo>
                    <a:pt x="197" y="85"/>
                  </a:lnTo>
                  <a:lnTo>
                    <a:pt x="197" y="88"/>
                  </a:lnTo>
                  <a:lnTo>
                    <a:pt x="197" y="89"/>
                  </a:lnTo>
                  <a:lnTo>
                    <a:pt x="198" y="94"/>
                  </a:lnTo>
                  <a:lnTo>
                    <a:pt x="201" y="92"/>
                  </a:lnTo>
                  <a:lnTo>
                    <a:pt x="204" y="86"/>
                  </a:lnTo>
                  <a:lnTo>
                    <a:pt x="209" y="83"/>
                  </a:lnTo>
                  <a:lnTo>
                    <a:pt x="215" y="83"/>
                  </a:lnTo>
                  <a:lnTo>
                    <a:pt x="216" y="79"/>
                  </a:lnTo>
                  <a:lnTo>
                    <a:pt x="216" y="74"/>
                  </a:lnTo>
                  <a:lnTo>
                    <a:pt x="220" y="71"/>
                  </a:lnTo>
                  <a:lnTo>
                    <a:pt x="221" y="71"/>
                  </a:lnTo>
                  <a:lnTo>
                    <a:pt x="223" y="71"/>
                  </a:lnTo>
                  <a:lnTo>
                    <a:pt x="224" y="71"/>
                  </a:lnTo>
                  <a:lnTo>
                    <a:pt x="226" y="69"/>
                  </a:lnTo>
                  <a:lnTo>
                    <a:pt x="226" y="66"/>
                  </a:lnTo>
                  <a:lnTo>
                    <a:pt x="226" y="63"/>
                  </a:lnTo>
                  <a:lnTo>
                    <a:pt x="226" y="60"/>
                  </a:lnTo>
                  <a:lnTo>
                    <a:pt x="227" y="57"/>
                  </a:lnTo>
                  <a:lnTo>
                    <a:pt x="230" y="56"/>
                  </a:lnTo>
                  <a:lnTo>
                    <a:pt x="233" y="54"/>
                  </a:lnTo>
                  <a:lnTo>
                    <a:pt x="235" y="54"/>
                  </a:lnTo>
                  <a:lnTo>
                    <a:pt x="238" y="54"/>
                  </a:lnTo>
                  <a:lnTo>
                    <a:pt x="241" y="52"/>
                  </a:lnTo>
                  <a:lnTo>
                    <a:pt x="246" y="51"/>
                  </a:lnTo>
                  <a:lnTo>
                    <a:pt x="249" y="49"/>
                  </a:lnTo>
                  <a:lnTo>
                    <a:pt x="252" y="48"/>
                  </a:lnTo>
                  <a:lnTo>
                    <a:pt x="255" y="46"/>
                  </a:lnTo>
                  <a:lnTo>
                    <a:pt x="258" y="46"/>
                  </a:lnTo>
                  <a:lnTo>
                    <a:pt x="259" y="46"/>
                  </a:lnTo>
                  <a:lnTo>
                    <a:pt x="263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6" y="49"/>
                  </a:lnTo>
                  <a:lnTo>
                    <a:pt x="266" y="49"/>
                  </a:lnTo>
                  <a:lnTo>
                    <a:pt x="267" y="51"/>
                  </a:lnTo>
                  <a:lnTo>
                    <a:pt x="269" y="52"/>
                  </a:lnTo>
                  <a:lnTo>
                    <a:pt x="269" y="56"/>
                  </a:lnTo>
                  <a:lnTo>
                    <a:pt x="270" y="57"/>
                  </a:lnTo>
                  <a:lnTo>
                    <a:pt x="270" y="59"/>
                  </a:lnTo>
                  <a:lnTo>
                    <a:pt x="270" y="60"/>
                  </a:lnTo>
                  <a:lnTo>
                    <a:pt x="269" y="63"/>
                  </a:lnTo>
                  <a:lnTo>
                    <a:pt x="269" y="65"/>
                  </a:lnTo>
                  <a:lnTo>
                    <a:pt x="269" y="65"/>
                  </a:lnTo>
                  <a:lnTo>
                    <a:pt x="270" y="65"/>
                  </a:lnTo>
                  <a:lnTo>
                    <a:pt x="270" y="65"/>
                  </a:lnTo>
                  <a:lnTo>
                    <a:pt x="272" y="65"/>
                  </a:lnTo>
                  <a:lnTo>
                    <a:pt x="270" y="68"/>
                  </a:lnTo>
                  <a:lnTo>
                    <a:pt x="269" y="71"/>
                  </a:lnTo>
                  <a:lnTo>
                    <a:pt x="267" y="74"/>
                  </a:lnTo>
                  <a:lnTo>
                    <a:pt x="267" y="77"/>
                  </a:lnTo>
                  <a:lnTo>
                    <a:pt x="266" y="79"/>
                  </a:lnTo>
                  <a:lnTo>
                    <a:pt x="266" y="80"/>
                  </a:lnTo>
                  <a:lnTo>
                    <a:pt x="266" y="82"/>
                  </a:lnTo>
                  <a:lnTo>
                    <a:pt x="266" y="83"/>
                  </a:lnTo>
                  <a:lnTo>
                    <a:pt x="266" y="85"/>
                  </a:lnTo>
                  <a:lnTo>
                    <a:pt x="266" y="85"/>
                  </a:lnTo>
                  <a:lnTo>
                    <a:pt x="266" y="85"/>
                  </a:lnTo>
                  <a:lnTo>
                    <a:pt x="267" y="86"/>
                  </a:lnTo>
                  <a:lnTo>
                    <a:pt x="273" y="86"/>
                  </a:lnTo>
                  <a:lnTo>
                    <a:pt x="281" y="79"/>
                  </a:lnTo>
                  <a:lnTo>
                    <a:pt x="287" y="72"/>
                  </a:lnTo>
                  <a:lnTo>
                    <a:pt x="292" y="74"/>
                  </a:lnTo>
                  <a:lnTo>
                    <a:pt x="295" y="79"/>
                  </a:lnTo>
                  <a:lnTo>
                    <a:pt x="298" y="80"/>
                  </a:lnTo>
                  <a:lnTo>
                    <a:pt x="301" y="80"/>
                  </a:lnTo>
                  <a:lnTo>
                    <a:pt x="306" y="79"/>
                  </a:lnTo>
                  <a:lnTo>
                    <a:pt x="307" y="79"/>
                  </a:lnTo>
                  <a:lnTo>
                    <a:pt x="309" y="79"/>
                  </a:lnTo>
                  <a:lnTo>
                    <a:pt x="310" y="80"/>
                  </a:lnTo>
                  <a:lnTo>
                    <a:pt x="310" y="82"/>
                  </a:lnTo>
                  <a:lnTo>
                    <a:pt x="312" y="82"/>
                  </a:lnTo>
                  <a:lnTo>
                    <a:pt x="312" y="82"/>
                  </a:lnTo>
                  <a:lnTo>
                    <a:pt x="312" y="82"/>
                  </a:lnTo>
                  <a:lnTo>
                    <a:pt x="313" y="83"/>
                  </a:lnTo>
                  <a:lnTo>
                    <a:pt x="313" y="83"/>
                  </a:lnTo>
                  <a:lnTo>
                    <a:pt x="315" y="85"/>
                  </a:lnTo>
                  <a:lnTo>
                    <a:pt x="315" y="85"/>
                  </a:lnTo>
                  <a:lnTo>
                    <a:pt x="316" y="86"/>
                  </a:lnTo>
                  <a:lnTo>
                    <a:pt x="316" y="86"/>
                  </a:lnTo>
                  <a:lnTo>
                    <a:pt x="318" y="88"/>
                  </a:lnTo>
                  <a:lnTo>
                    <a:pt x="318" y="89"/>
                  </a:lnTo>
                  <a:lnTo>
                    <a:pt x="318" y="89"/>
                  </a:lnTo>
                  <a:lnTo>
                    <a:pt x="319" y="91"/>
                  </a:lnTo>
                  <a:lnTo>
                    <a:pt x="319" y="92"/>
                  </a:lnTo>
                  <a:lnTo>
                    <a:pt x="321" y="94"/>
                  </a:lnTo>
                  <a:lnTo>
                    <a:pt x="321" y="96"/>
                  </a:lnTo>
                  <a:lnTo>
                    <a:pt x="322" y="97"/>
                  </a:lnTo>
                  <a:lnTo>
                    <a:pt x="324" y="99"/>
                  </a:lnTo>
                  <a:lnTo>
                    <a:pt x="324" y="100"/>
                  </a:lnTo>
                  <a:lnTo>
                    <a:pt x="324" y="102"/>
                  </a:lnTo>
                  <a:lnTo>
                    <a:pt x="324" y="105"/>
                  </a:lnTo>
                  <a:lnTo>
                    <a:pt x="322" y="106"/>
                  </a:lnTo>
                  <a:lnTo>
                    <a:pt x="321" y="109"/>
                  </a:lnTo>
                  <a:lnTo>
                    <a:pt x="321" y="111"/>
                  </a:lnTo>
                  <a:lnTo>
                    <a:pt x="319" y="114"/>
                  </a:lnTo>
                  <a:lnTo>
                    <a:pt x="318" y="117"/>
                  </a:lnTo>
                  <a:lnTo>
                    <a:pt x="316" y="119"/>
                  </a:lnTo>
                  <a:lnTo>
                    <a:pt x="315" y="122"/>
                  </a:lnTo>
                  <a:lnTo>
                    <a:pt x="315" y="123"/>
                  </a:lnTo>
                  <a:lnTo>
                    <a:pt x="315" y="123"/>
                  </a:lnTo>
                  <a:lnTo>
                    <a:pt x="315" y="123"/>
                  </a:lnTo>
                  <a:lnTo>
                    <a:pt x="315" y="123"/>
                  </a:lnTo>
                  <a:lnTo>
                    <a:pt x="313" y="123"/>
                  </a:lnTo>
                  <a:lnTo>
                    <a:pt x="310" y="123"/>
                  </a:lnTo>
                  <a:lnTo>
                    <a:pt x="309" y="123"/>
                  </a:lnTo>
                  <a:lnTo>
                    <a:pt x="307" y="123"/>
                  </a:lnTo>
                  <a:lnTo>
                    <a:pt x="307" y="129"/>
                  </a:lnTo>
                  <a:lnTo>
                    <a:pt x="309" y="132"/>
                  </a:lnTo>
                  <a:lnTo>
                    <a:pt x="312" y="134"/>
                  </a:lnTo>
                  <a:lnTo>
                    <a:pt x="316" y="135"/>
                  </a:lnTo>
                  <a:lnTo>
                    <a:pt x="316" y="137"/>
                  </a:lnTo>
                  <a:lnTo>
                    <a:pt x="316" y="140"/>
                  </a:lnTo>
                  <a:lnTo>
                    <a:pt x="318" y="142"/>
                  </a:lnTo>
                  <a:lnTo>
                    <a:pt x="318" y="145"/>
                  </a:lnTo>
                  <a:lnTo>
                    <a:pt x="316" y="146"/>
                  </a:lnTo>
                  <a:lnTo>
                    <a:pt x="315" y="148"/>
                  </a:lnTo>
                  <a:lnTo>
                    <a:pt x="315" y="149"/>
                  </a:lnTo>
                  <a:lnTo>
                    <a:pt x="313" y="152"/>
                  </a:lnTo>
                  <a:lnTo>
                    <a:pt x="313" y="157"/>
                  </a:lnTo>
                  <a:lnTo>
                    <a:pt x="313" y="162"/>
                  </a:lnTo>
                  <a:lnTo>
                    <a:pt x="315" y="166"/>
                  </a:lnTo>
                  <a:lnTo>
                    <a:pt x="316" y="171"/>
                  </a:lnTo>
                  <a:lnTo>
                    <a:pt x="316" y="171"/>
                  </a:lnTo>
                  <a:lnTo>
                    <a:pt x="316" y="171"/>
                  </a:lnTo>
                  <a:lnTo>
                    <a:pt x="316" y="172"/>
                  </a:lnTo>
                  <a:lnTo>
                    <a:pt x="316" y="172"/>
                  </a:lnTo>
                  <a:lnTo>
                    <a:pt x="316" y="174"/>
                  </a:lnTo>
                  <a:lnTo>
                    <a:pt x="316" y="177"/>
                  </a:lnTo>
                  <a:lnTo>
                    <a:pt x="318" y="180"/>
                  </a:lnTo>
                  <a:lnTo>
                    <a:pt x="318" y="182"/>
                  </a:lnTo>
                  <a:lnTo>
                    <a:pt x="318" y="183"/>
                  </a:lnTo>
                  <a:lnTo>
                    <a:pt x="318" y="186"/>
                  </a:lnTo>
                  <a:lnTo>
                    <a:pt x="318" y="188"/>
                  </a:lnTo>
                  <a:lnTo>
                    <a:pt x="319" y="189"/>
                  </a:lnTo>
                  <a:lnTo>
                    <a:pt x="318" y="191"/>
                  </a:lnTo>
                  <a:lnTo>
                    <a:pt x="316" y="192"/>
                  </a:lnTo>
                  <a:lnTo>
                    <a:pt x="316" y="194"/>
                  </a:lnTo>
                  <a:lnTo>
                    <a:pt x="316" y="195"/>
                  </a:lnTo>
                  <a:lnTo>
                    <a:pt x="316" y="197"/>
                  </a:lnTo>
                  <a:lnTo>
                    <a:pt x="316" y="199"/>
                  </a:lnTo>
                  <a:lnTo>
                    <a:pt x="316" y="200"/>
                  </a:lnTo>
                  <a:lnTo>
                    <a:pt x="316" y="202"/>
                  </a:lnTo>
                  <a:lnTo>
                    <a:pt x="315" y="203"/>
                  </a:lnTo>
                  <a:lnTo>
                    <a:pt x="315" y="206"/>
                  </a:lnTo>
                  <a:lnTo>
                    <a:pt x="315" y="208"/>
                  </a:lnTo>
                  <a:lnTo>
                    <a:pt x="316" y="211"/>
                  </a:lnTo>
                  <a:lnTo>
                    <a:pt x="316" y="211"/>
                  </a:lnTo>
                  <a:lnTo>
                    <a:pt x="318" y="212"/>
                  </a:lnTo>
                  <a:lnTo>
                    <a:pt x="318" y="214"/>
                  </a:lnTo>
                  <a:lnTo>
                    <a:pt x="318" y="215"/>
                  </a:lnTo>
                  <a:lnTo>
                    <a:pt x="316" y="215"/>
                  </a:lnTo>
                  <a:lnTo>
                    <a:pt x="316" y="217"/>
                  </a:lnTo>
                  <a:lnTo>
                    <a:pt x="316" y="217"/>
                  </a:lnTo>
                  <a:lnTo>
                    <a:pt x="316" y="218"/>
                  </a:lnTo>
                  <a:lnTo>
                    <a:pt x="316" y="218"/>
                  </a:lnTo>
                  <a:lnTo>
                    <a:pt x="315" y="218"/>
                  </a:lnTo>
                  <a:lnTo>
                    <a:pt x="315" y="218"/>
                  </a:lnTo>
                  <a:lnTo>
                    <a:pt x="313" y="220"/>
                  </a:lnTo>
                  <a:lnTo>
                    <a:pt x="312" y="220"/>
                  </a:lnTo>
                  <a:lnTo>
                    <a:pt x="310" y="222"/>
                  </a:lnTo>
                  <a:lnTo>
                    <a:pt x="309" y="223"/>
                  </a:lnTo>
                  <a:lnTo>
                    <a:pt x="307" y="225"/>
                  </a:lnTo>
                  <a:lnTo>
                    <a:pt x="307" y="228"/>
                  </a:lnTo>
                  <a:lnTo>
                    <a:pt x="304" y="228"/>
                  </a:lnTo>
                  <a:lnTo>
                    <a:pt x="303" y="228"/>
                  </a:lnTo>
                  <a:lnTo>
                    <a:pt x="299" y="228"/>
                  </a:lnTo>
                  <a:lnTo>
                    <a:pt x="298" y="228"/>
                  </a:lnTo>
                  <a:lnTo>
                    <a:pt x="296" y="228"/>
                  </a:lnTo>
                  <a:lnTo>
                    <a:pt x="295" y="228"/>
                  </a:lnTo>
                  <a:lnTo>
                    <a:pt x="293" y="228"/>
                  </a:lnTo>
                  <a:lnTo>
                    <a:pt x="292" y="228"/>
                  </a:lnTo>
                  <a:lnTo>
                    <a:pt x="290" y="228"/>
                  </a:lnTo>
                  <a:lnTo>
                    <a:pt x="290" y="226"/>
                  </a:lnTo>
                  <a:lnTo>
                    <a:pt x="289" y="225"/>
                  </a:lnTo>
                  <a:lnTo>
                    <a:pt x="289" y="225"/>
                  </a:lnTo>
                  <a:lnTo>
                    <a:pt x="289" y="225"/>
                  </a:lnTo>
                  <a:lnTo>
                    <a:pt x="289" y="225"/>
                  </a:lnTo>
                  <a:lnTo>
                    <a:pt x="289" y="223"/>
                  </a:lnTo>
                  <a:lnTo>
                    <a:pt x="289" y="222"/>
                  </a:lnTo>
                  <a:lnTo>
                    <a:pt x="287" y="220"/>
                  </a:lnTo>
                  <a:lnTo>
                    <a:pt x="287" y="220"/>
                  </a:lnTo>
                  <a:lnTo>
                    <a:pt x="287" y="218"/>
                  </a:lnTo>
                  <a:lnTo>
                    <a:pt x="287" y="217"/>
                  </a:lnTo>
                  <a:lnTo>
                    <a:pt x="287" y="217"/>
                  </a:lnTo>
                  <a:lnTo>
                    <a:pt x="287" y="217"/>
                  </a:lnTo>
                  <a:lnTo>
                    <a:pt x="287" y="215"/>
                  </a:lnTo>
                  <a:lnTo>
                    <a:pt x="286" y="214"/>
                  </a:lnTo>
                  <a:lnTo>
                    <a:pt x="284" y="214"/>
                  </a:lnTo>
                  <a:lnTo>
                    <a:pt x="284" y="215"/>
                  </a:lnTo>
                  <a:lnTo>
                    <a:pt x="283" y="215"/>
                  </a:lnTo>
                  <a:lnTo>
                    <a:pt x="281" y="214"/>
                  </a:lnTo>
                  <a:lnTo>
                    <a:pt x="279" y="212"/>
                  </a:lnTo>
                  <a:lnTo>
                    <a:pt x="278" y="211"/>
                  </a:lnTo>
                  <a:lnTo>
                    <a:pt x="276" y="209"/>
                  </a:lnTo>
                  <a:lnTo>
                    <a:pt x="276" y="209"/>
                  </a:lnTo>
                  <a:lnTo>
                    <a:pt x="276" y="209"/>
                  </a:lnTo>
                  <a:lnTo>
                    <a:pt x="276" y="209"/>
                  </a:lnTo>
                  <a:lnTo>
                    <a:pt x="276" y="209"/>
                  </a:lnTo>
                  <a:lnTo>
                    <a:pt x="273" y="208"/>
                  </a:lnTo>
                  <a:lnTo>
                    <a:pt x="270" y="208"/>
                  </a:lnTo>
                  <a:lnTo>
                    <a:pt x="269" y="208"/>
                  </a:lnTo>
                  <a:lnTo>
                    <a:pt x="266" y="206"/>
                  </a:lnTo>
                  <a:lnTo>
                    <a:pt x="267" y="205"/>
                  </a:lnTo>
                  <a:lnTo>
                    <a:pt x="269" y="203"/>
                  </a:lnTo>
                  <a:lnTo>
                    <a:pt x="269" y="202"/>
                  </a:lnTo>
                  <a:lnTo>
                    <a:pt x="270" y="200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69" y="195"/>
                  </a:lnTo>
                  <a:lnTo>
                    <a:pt x="267" y="194"/>
                  </a:lnTo>
                  <a:lnTo>
                    <a:pt x="266" y="191"/>
                  </a:lnTo>
                  <a:lnTo>
                    <a:pt x="266" y="188"/>
                  </a:lnTo>
                  <a:lnTo>
                    <a:pt x="266" y="186"/>
                  </a:lnTo>
                  <a:lnTo>
                    <a:pt x="266" y="185"/>
                  </a:lnTo>
                  <a:lnTo>
                    <a:pt x="266" y="182"/>
                  </a:lnTo>
                  <a:lnTo>
                    <a:pt x="267" y="180"/>
                  </a:lnTo>
                  <a:lnTo>
                    <a:pt x="267" y="179"/>
                  </a:lnTo>
                  <a:lnTo>
                    <a:pt x="267" y="175"/>
                  </a:lnTo>
                  <a:lnTo>
                    <a:pt x="266" y="174"/>
                  </a:lnTo>
                  <a:lnTo>
                    <a:pt x="266" y="171"/>
                  </a:lnTo>
                  <a:lnTo>
                    <a:pt x="266" y="171"/>
                  </a:lnTo>
                  <a:lnTo>
                    <a:pt x="266" y="171"/>
                  </a:lnTo>
                  <a:lnTo>
                    <a:pt x="266" y="169"/>
                  </a:lnTo>
                  <a:lnTo>
                    <a:pt x="266" y="169"/>
                  </a:lnTo>
                  <a:lnTo>
                    <a:pt x="264" y="168"/>
                  </a:lnTo>
                  <a:lnTo>
                    <a:pt x="264" y="168"/>
                  </a:lnTo>
                  <a:lnTo>
                    <a:pt x="263" y="166"/>
                  </a:lnTo>
                  <a:lnTo>
                    <a:pt x="261" y="165"/>
                  </a:lnTo>
                  <a:lnTo>
                    <a:pt x="259" y="163"/>
                  </a:lnTo>
                  <a:lnTo>
                    <a:pt x="256" y="162"/>
                  </a:lnTo>
                  <a:lnTo>
                    <a:pt x="253" y="160"/>
                  </a:lnTo>
                  <a:lnTo>
                    <a:pt x="250" y="159"/>
                  </a:lnTo>
                  <a:lnTo>
                    <a:pt x="252" y="159"/>
                  </a:lnTo>
                  <a:lnTo>
                    <a:pt x="252" y="157"/>
                  </a:lnTo>
                  <a:lnTo>
                    <a:pt x="252" y="157"/>
                  </a:lnTo>
                  <a:lnTo>
                    <a:pt x="253" y="155"/>
                  </a:lnTo>
                  <a:lnTo>
                    <a:pt x="253" y="155"/>
                  </a:lnTo>
                  <a:lnTo>
                    <a:pt x="252" y="155"/>
                  </a:lnTo>
                  <a:lnTo>
                    <a:pt x="252" y="154"/>
                  </a:lnTo>
                  <a:lnTo>
                    <a:pt x="250" y="154"/>
                  </a:lnTo>
                  <a:lnTo>
                    <a:pt x="252" y="152"/>
                  </a:lnTo>
                  <a:lnTo>
                    <a:pt x="253" y="151"/>
                  </a:lnTo>
                  <a:lnTo>
                    <a:pt x="253" y="149"/>
                  </a:lnTo>
                  <a:lnTo>
                    <a:pt x="253" y="148"/>
                  </a:lnTo>
                  <a:lnTo>
                    <a:pt x="253" y="148"/>
                  </a:lnTo>
                  <a:lnTo>
                    <a:pt x="253" y="148"/>
                  </a:lnTo>
                  <a:lnTo>
                    <a:pt x="253" y="148"/>
                  </a:lnTo>
                  <a:lnTo>
                    <a:pt x="252" y="148"/>
                  </a:lnTo>
                  <a:lnTo>
                    <a:pt x="252" y="146"/>
                  </a:lnTo>
                  <a:lnTo>
                    <a:pt x="252" y="146"/>
                  </a:lnTo>
                  <a:lnTo>
                    <a:pt x="252" y="145"/>
                  </a:lnTo>
                  <a:lnTo>
                    <a:pt x="252" y="145"/>
                  </a:lnTo>
                  <a:lnTo>
                    <a:pt x="250" y="143"/>
                  </a:lnTo>
                  <a:lnTo>
                    <a:pt x="250" y="142"/>
                  </a:lnTo>
                  <a:lnTo>
                    <a:pt x="249" y="142"/>
                  </a:lnTo>
                  <a:lnTo>
                    <a:pt x="249" y="140"/>
                  </a:lnTo>
                  <a:lnTo>
                    <a:pt x="247" y="139"/>
                  </a:lnTo>
                  <a:lnTo>
                    <a:pt x="246" y="137"/>
                  </a:lnTo>
                  <a:lnTo>
                    <a:pt x="244" y="135"/>
                  </a:lnTo>
                  <a:lnTo>
                    <a:pt x="244" y="134"/>
                  </a:lnTo>
                  <a:lnTo>
                    <a:pt x="244" y="132"/>
                  </a:lnTo>
                  <a:lnTo>
                    <a:pt x="244" y="132"/>
                  </a:lnTo>
                  <a:lnTo>
                    <a:pt x="244" y="132"/>
                  </a:lnTo>
                  <a:lnTo>
                    <a:pt x="244" y="132"/>
                  </a:lnTo>
                  <a:lnTo>
                    <a:pt x="244" y="131"/>
                  </a:lnTo>
                  <a:lnTo>
                    <a:pt x="244" y="129"/>
                  </a:lnTo>
                  <a:lnTo>
                    <a:pt x="243" y="128"/>
                  </a:lnTo>
                  <a:lnTo>
                    <a:pt x="241" y="128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40" y="126"/>
                  </a:lnTo>
                  <a:lnTo>
                    <a:pt x="238" y="128"/>
                  </a:lnTo>
                  <a:lnTo>
                    <a:pt x="238" y="129"/>
                  </a:lnTo>
                  <a:lnTo>
                    <a:pt x="236" y="129"/>
                  </a:lnTo>
                  <a:lnTo>
                    <a:pt x="235" y="131"/>
                  </a:lnTo>
                  <a:lnTo>
                    <a:pt x="235" y="132"/>
                  </a:lnTo>
                  <a:lnTo>
                    <a:pt x="235" y="134"/>
                  </a:lnTo>
                  <a:lnTo>
                    <a:pt x="233" y="135"/>
                  </a:lnTo>
                  <a:lnTo>
                    <a:pt x="235" y="137"/>
                  </a:lnTo>
                  <a:lnTo>
                    <a:pt x="236" y="139"/>
                  </a:lnTo>
                  <a:lnTo>
                    <a:pt x="235" y="139"/>
                  </a:lnTo>
                  <a:lnTo>
                    <a:pt x="233" y="140"/>
                  </a:lnTo>
                  <a:lnTo>
                    <a:pt x="233" y="140"/>
                  </a:lnTo>
                  <a:lnTo>
                    <a:pt x="232" y="140"/>
                  </a:lnTo>
                  <a:lnTo>
                    <a:pt x="232" y="142"/>
                  </a:lnTo>
                  <a:lnTo>
                    <a:pt x="230" y="142"/>
                  </a:lnTo>
                  <a:lnTo>
                    <a:pt x="230" y="143"/>
                  </a:lnTo>
                  <a:lnTo>
                    <a:pt x="229" y="145"/>
                  </a:lnTo>
                  <a:lnTo>
                    <a:pt x="229" y="145"/>
                  </a:lnTo>
                  <a:lnTo>
                    <a:pt x="229" y="146"/>
                  </a:lnTo>
                  <a:lnTo>
                    <a:pt x="226" y="148"/>
                  </a:lnTo>
                  <a:lnTo>
                    <a:pt x="224" y="151"/>
                  </a:lnTo>
                  <a:lnTo>
                    <a:pt x="223" y="154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20" y="157"/>
                  </a:lnTo>
                  <a:lnTo>
                    <a:pt x="220" y="159"/>
                  </a:lnTo>
                  <a:lnTo>
                    <a:pt x="220" y="159"/>
                  </a:lnTo>
                  <a:lnTo>
                    <a:pt x="218" y="162"/>
                  </a:lnTo>
                  <a:lnTo>
                    <a:pt x="216" y="162"/>
                  </a:lnTo>
                  <a:lnTo>
                    <a:pt x="213" y="162"/>
                  </a:lnTo>
                  <a:lnTo>
                    <a:pt x="210" y="162"/>
                  </a:lnTo>
                  <a:lnTo>
                    <a:pt x="210" y="165"/>
                  </a:lnTo>
                  <a:lnTo>
                    <a:pt x="209" y="168"/>
                  </a:lnTo>
                  <a:lnTo>
                    <a:pt x="207" y="172"/>
                  </a:lnTo>
                  <a:lnTo>
                    <a:pt x="207" y="175"/>
                  </a:lnTo>
                  <a:lnTo>
                    <a:pt x="207" y="175"/>
                  </a:lnTo>
                  <a:lnTo>
                    <a:pt x="209" y="175"/>
                  </a:lnTo>
                  <a:lnTo>
                    <a:pt x="209" y="177"/>
                  </a:lnTo>
                  <a:lnTo>
                    <a:pt x="209" y="177"/>
                  </a:lnTo>
                  <a:lnTo>
                    <a:pt x="207" y="179"/>
                  </a:lnTo>
                  <a:lnTo>
                    <a:pt x="207" y="180"/>
                  </a:lnTo>
                  <a:lnTo>
                    <a:pt x="207" y="182"/>
                  </a:lnTo>
                  <a:lnTo>
                    <a:pt x="209" y="183"/>
                  </a:lnTo>
                  <a:lnTo>
                    <a:pt x="209" y="183"/>
                  </a:lnTo>
                  <a:lnTo>
                    <a:pt x="210" y="183"/>
                  </a:lnTo>
                  <a:lnTo>
                    <a:pt x="210" y="183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8"/>
                  </a:lnTo>
                  <a:lnTo>
                    <a:pt x="210" y="191"/>
                  </a:lnTo>
                  <a:lnTo>
                    <a:pt x="210" y="194"/>
                  </a:lnTo>
                  <a:lnTo>
                    <a:pt x="212" y="195"/>
                  </a:lnTo>
                  <a:lnTo>
                    <a:pt x="213" y="197"/>
                  </a:lnTo>
                  <a:lnTo>
                    <a:pt x="213" y="197"/>
                  </a:lnTo>
                  <a:lnTo>
                    <a:pt x="213" y="197"/>
                  </a:lnTo>
                  <a:lnTo>
                    <a:pt x="215" y="199"/>
                  </a:lnTo>
                  <a:lnTo>
                    <a:pt x="213" y="200"/>
                  </a:lnTo>
                  <a:lnTo>
                    <a:pt x="212" y="202"/>
                  </a:lnTo>
                  <a:lnTo>
                    <a:pt x="210" y="203"/>
                  </a:lnTo>
                  <a:lnTo>
                    <a:pt x="209" y="205"/>
                  </a:lnTo>
                  <a:lnTo>
                    <a:pt x="207" y="208"/>
                  </a:lnTo>
                  <a:lnTo>
                    <a:pt x="207" y="209"/>
                  </a:lnTo>
                  <a:lnTo>
                    <a:pt x="209" y="212"/>
                  </a:lnTo>
                  <a:lnTo>
                    <a:pt x="212" y="214"/>
                  </a:lnTo>
                  <a:lnTo>
                    <a:pt x="209" y="215"/>
                  </a:lnTo>
                  <a:lnTo>
                    <a:pt x="207" y="217"/>
                  </a:lnTo>
                  <a:lnTo>
                    <a:pt x="206" y="218"/>
                  </a:lnTo>
                  <a:lnTo>
                    <a:pt x="207" y="222"/>
                  </a:lnTo>
                  <a:lnTo>
                    <a:pt x="209" y="223"/>
                  </a:lnTo>
                  <a:lnTo>
                    <a:pt x="209" y="223"/>
                  </a:lnTo>
                  <a:lnTo>
                    <a:pt x="210" y="225"/>
                  </a:lnTo>
                  <a:lnTo>
                    <a:pt x="212" y="226"/>
                  </a:lnTo>
                  <a:lnTo>
                    <a:pt x="212" y="229"/>
                  </a:lnTo>
                  <a:lnTo>
                    <a:pt x="210" y="232"/>
                  </a:lnTo>
                  <a:lnTo>
                    <a:pt x="209" y="235"/>
                  </a:lnTo>
                  <a:lnTo>
                    <a:pt x="204" y="237"/>
                  </a:lnTo>
                  <a:lnTo>
                    <a:pt x="203" y="237"/>
                  </a:lnTo>
                  <a:lnTo>
                    <a:pt x="201" y="238"/>
                  </a:lnTo>
                  <a:lnTo>
                    <a:pt x="200" y="238"/>
                  </a:lnTo>
                  <a:lnTo>
                    <a:pt x="198" y="240"/>
                  </a:lnTo>
                  <a:lnTo>
                    <a:pt x="195" y="242"/>
                  </a:lnTo>
                  <a:lnTo>
                    <a:pt x="193" y="245"/>
                  </a:lnTo>
                  <a:lnTo>
                    <a:pt x="193" y="246"/>
                  </a:lnTo>
                  <a:lnTo>
                    <a:pt x="192" y="249"/>
                  </a:lnTo>
                  <a:lnTo>
                    <a:pt x="190" y="251"/>
                  </a:lnTo>
                  <a:lnTo>
                    <a:pt x="189" y="252"/>
                  </a:lnTo>
                  <a:lnTo>
                    <a:pt x="186" y="254"/>
                  </a:lnTo>
                  <a:lnTo>
                    <a:pt x="184" y="255"/>
                  </a:lnTo>
                  <a:lnTo>
                    <a:pt x="184" y="255"/>
                  </a:lnTo>
                  <a:lnTo>
                    <a:pt x="184" y="255"/>
                  </a:lnTo>
                  <a:lnTo>
                    <a:pt x="184" y="257"/>
                  </a:lnTo>
                  <a:lnTo>
                    <a:pt x="184" y="257"/>
                  </a:lnTo>
                  <a:lnTo>
                    <a:pt x="184" y="262"/>
                  </a:lnTo>
                  <a:lnTo>
                    <a:pt x="183" y="266"/>
                  </a:lnTo>
                  <a:lnTo>
                    <a:pt x="183" y="271"/>
                  </a:lnTo>
                  <a:lnTo>
                    <a:pt x="181" y="275"/>
                  </a:lnTo>
                  <a:lnTo>
                    <a:pt x="181" y="277"/>
                  </a:lnTo>
                  <a:lnTo>
                    <a:pt x="181" y="277"/>
                  </a:lnTo>
                  <a:lnTo>
                    <a:pt x="181" y="277"/>
                  </a:lnTo>
                  <a:lnTo>
                    <a:pt x="181" y="277"/>
                  </a:lnTo>
                  <a:lnTo>
                    <a:pt x="178" y="277"/>
                  </a:lnTo>
                  <a:lnTo>
                    <a:pt x="175" y="277"/>
                  </a:lnTo>
                  <a:lnTo>
                    <a:pt x="170" y="277"/>
                  </a:lnTo>
                  <a:lnTo>
                    <a:pt x="169" y="275"/>
                  </a:lnTo>
                  <a:lnTo>
                    <a:pt x="167" y="272"/>
                  </a:lnTo>
                  <a:lnTo>
                    <a:pt x="167" y="271"/>
                  </a:lnTo>
                  <a:lnTo>
                    <a:pt x="166" y="271"/>
                  </a:lnTo>
                  <a:lnTo>
                    <a:pt x="164" y="269"/>
                  </a:lnTo>
                  <a:lnTo>
                    <a:pt x="161" y="266"/>
                  </a:lnTo>
                  <a:lnTo>
                    <a:pt x="158" y="263"/>
                  </a:lnTo>
                  <a:lnTo>
                    <a:pt x="155" y="262"/>
                  </a:lnTo>
                  <a:lnTo>
                    <a:pt x="150" y="265"/>
                  </a:lnTo>
                  <a:lnTo>
                    <a:pt x="149" y="266"/>
                  </a:lnTo>
                  <a:lnTo>
                    <a:pt x="147" y="268"/>
                  </a:lnTo>
                  <a:lnTo>
                    <a:pt x="146" y="269"/>
                  </a:lnTo>
                  <a:lnTo>
                    <a:pt x="144" y="271"/>
                  </a:lnTo>
                  <a:lnTo>
                    <a:pt x="143" y="271"/>
                  </a:lnTo>
                  <a:lnTo>
                    <a:pt x="141" y="272"/>
                  </a:lnTo>
                  <a:lnTo>
                    <a:pt x="141" y="274"/>
                  </a:lnTo>
                  <a:lnTo>
                    <a:pt x="140" y="275"/>
                  </a:lnTo>
                  <a:lnTo>
                    <a:pt x="140" y="277"/>
                  </a:lnTo>
                  <a:lnTo>
                    <a:pt x="140" y="280"/>
                  </a:lnTo>
                  <a:lnTo>
                    <a:pt x="140" y="282"/>
                  </a:lnTo>
                  <a:lnTo>
                    <a:pt x="137" y="283"/>
                  </a:lnTo>
                  <a:lnTo>
                    <a:pt x="135" y="286"/>
                  </a:lnTo>
                  <a:lnTo>
                    <a:pt x="132" y="285"/>
                  </a:lnTo>
                  <a:lnTo>
                    <a:pt x="130" y="283"/>
                  </a:lnTo>
                  <a:lnTo>
                    <a:pt x="129" y="282"/>
                  </a:lnTo>
                  <a:lnTo>
                    <a:pt x="127" y="278"/>
                  </a:lnTo>
                  <a:lnTo>
                    <a:pt x="124" y="278"/>
                  </a:lnTo>
                  <a:lnTo>
                    <a:pt x="121" y="278"/>
                  </a:lnTo>
                  <a:lnTo>
                    <a:pt x="118" y="280"/>
                  </a:lnTo>
                  <a:lnTo>
                    <a:pt x="117" y="280"/>
                  </a:lnTo>
                  <a:lnTo>
                    <a:pt x="117" y="280"/>
                  </a:lnTo>
                  <a:lnTo>
                    <a:pt x="115" y="280"/>
                  </a:lnTo>
                  <a:lnTo>
                    <a:pt x="115" y="280"/>
                  </a:lnTo>
                  <a:lnTo>
                    <a:pt x="112" y="282"/>
                  </a:lnTo>
                  <a:lnTo>
                    <a:pt x="107" y="283"/>
                  </a:lnTo>
                  <a:lnTo>
                    <a:pt x="104" y="283"/>
                  </a:lnTo>
                  <a:lnTo>
                    <a:pt x="101" y="285"/>
                  </a:lnTo>
                  <a:lnTo>
                    <a:pt x="98" y="286"/>
                  </a:lnTo>
                  <a:lnTo>
                    <a:pt x="95" y="286"/>
                  </a:lnTo>
                  <a:lnTo>
                    <a:pt x="92" y="288"/>
                  </a:lnTo>
                  <a:lnTo>
                    <a:pt x="89" y="288"/>
                  </a:lnTo>
                  <a:lnTo>
                    <a:pt x="89" y="288"/>
                  </a:lnTo>
                  <a:lnTo>
                    <a:pt x="87" y="289"/>
                  </a:lnTo>
                  <a:lnTo>
                    <a:pt x="87" y="289"/>
                  </a:lnTo>
                  <a:lnTo>
                    <a:pt x="87" y="289"/>
                  </a:lnTo>
                  <a:lnTo>
                    <a:pt x="86" y="295"/>
                  </a:lnTo>
                  <a:lnTo>
                    <a:pt x="83" y="300"/>
                  </a:lnTo>
                  <a:lnTo>
                    <a:pt x="80" y="303"/>
                  </a:lnTo>
                  <a:lnTo>
                    <a:pt x="77" y="308"/>
                  </a:lnTo>
                  <a:lnTo>
                    <a:pt x="74" y="311"/>
                  </a:lnTo>
                  <a:lnTo>
                    <a:pt x="69" y="314"/>
                  </a:lnTo>
                  <a:lnTo>
                    <a:pt x="66" y="315"/>
                  </a:lnTo>
                  <a:lnTo>
                    <a:pt x="63" y="318"/>
                  </a:lnTo>
                  <a:lnTo>
                    <a:pt x="60" y="320"/>
                  </a:lnTo>
                  <a:lnTo>
                    <a:pt x="60" y="321"/>
                  </a:lnTo>
                  <a:lnTo>
                    <a:pt x="58" y="323"/>
                  </a:lnTo>
                  <a:lnTo>
                    <a:pt x="57" y="325"/>
                  </a:lnTo>
                  <a:lnTo>
                    <a:pt x="54" y="325"/>
                  </a:lnTo>
                  <a:lnTo>
                    <a:pt x="52" y="325"/>
                  </a:lnTo>
                  <a:lnTo>
                    <a:pt x="49" y="323"/>
                  </a:lnTo>
                  <a:lnTo>
                    <a:pt x="47" y="321"/>
                  </a:lnTo>
                  <a:lnTo>
                    <a:pt x="47" y="321"/>
                  </a:lnTo>
                  <a:lnTo>
                    <a:pt x="46" y="320"/>
                  </a:lnTo>
                  <a:lnTo>
                    <a:pt x="44" y="318"/>
                  </a:lnTo>
                  <a:lnTo>
                    <a:pt x="43" y="317"/>
                  </a:lnTo>
                  <a:lnTo>
                    <a:pt x="41" y="314"/>
                  </a:lnTo>
                  <a:lnTo>
                    <a:pt x="43" y="309"/>
                  </a:lnTo>
                  <a:lnTo>
                    <a:pt x="44" y="305"/>
                  </a:lnTo>
                  <a:lnTo>
                    <a:pt x="44" y="300"/>
                  </a:lnTo>
                  <a:lnTo>
                    <a:pt x="43" y="297"/>
                  </a:lnTo>
                  <a:lnTo>
                    <a:pt x="41" y="294"/>
                  </a:lnTo>
                  <a:lnTo>
                    <a:pt x="38" y="291"/>
                  </a:lnTo>
                  <a:lnTo>
                    <a:pt x="35" y="288"/>
                  </a:lnTo>
                  <a:lnTo>
                    <a:pt x="34" y="286"/>
                  </a:lnTo>
                  <a:lnTo>
                    <a:pt x="32" y="285"/>
                  </a:lnTo>
                  <a:lnTo>
                    <a:pt x="32" y="283"/>
                  </a:lnTo>
                  <a:lnTo>
                    <a:pt x="31" y="282"/>
                  </a:lnTo>
                  <a:lnTo>
                    <a:pt x="31" y="278"/>
                  </a:lnTo>
                  <a:lnTo>
                    <a:pt x="31" y="277"/>
                  </a:lnTo>
                  <a:lnTo>
                    <a:pt x="31" y="275"/>
                  </a:lnTo>
                  <a:lnTo>
                    <a:pt x="31" y="272"/>
                  </a:lnTo>
                  <a:lnTo>
                    <a:pt x="29" y="269"/>
                  </a:lnTo>
                  <a:lnTo>
                    <a:pt x="29" y="266"/>
                  </a:lnTo>
                  <a:lnTo>
                    <a:pt x="31" y="263"/>
                  </a:lnTo>
                  <a:lnTo>
                    <a:pt x="32" y="260"/>
                  </a:lnTo>
                  <a:lnTo>
                    <a:pt x="32" y="258"/>
                  </a:lnTo>
                  <a:lnTo>
                    <a:pt x="31" y="257"/>
                  </a:lnTo>
                  <a:lnTo>
                    <a:pt x="29" y="255"/>
                  </a:lnTo>
                  <a:lnTo>
                    <a:pt x="29" y="254"/>
                  </a:lnTo>
                  <a:lnTo>
                    <a:pt x="29" y="251"/>
                  </a:lnTo>
                  <a:lnTo>
                    <a:pt x="29" y="249"/>
                  </a:lnTo>
                  <a:lnTo>
                    <a:pt x="28" y="248"/>
                  </a:lnTo>
                  <a:lnTo>
                    <a:pt x="24" y="248"/>
                  </a:lnTo>
                  <a:lnTo>
                    <a:pt x="18" y="248"/>
                  </a:lnTo>
                  <a:lnTo>
                    <a:pt x="12" y="248"/>
                  </a:lnTo>
                  <a:lnTo>
                    <a:pt x="6" y="246"/>
                  </a:lnTo>
                  <a:lnTo>
                    <a:pt x="0" y="243"/>
                  </a:lnTo>
                  <a:lnTo>
                    <a:pt x="1" y="243"/>
                  </a:lnTo>
                  <a:lnTo>
                    <a:pt x="1" y="242"/>
                  </a:lnTo>
                  <a:lnTo>
                    <a:pt x="3" y="240"/>
                  </a:lnTo>
                  <a:lnTo>
                    <a:pt x="3" y="240"/>
                  </a:lnTo>
                  <a:lnTo>
                    <a:pt x="4" y="238"/>
                  </a:lnTo>
                  <a:lnTo>
                    <a:pt x="4" y="238"/>
                  </a:lnTo>
                  <a:lnTo>
                    <a:pt x="6" y="238"/>
                  </a:lnTo>
                  <a:lnTo>
                    <a:pt x="6" y="237"/>
                  </a:lnTo>
                  <a:lnTo>
                    <a:pt x="8" y="235"/>
                  </a:lnTo>
                  <a:lnTo>
                    <a:pt x="11" y="234"/>
                  </a:lnTo>
                  <a:lnTo>
                    <a:pt x="12" y="232"/>
                  </a:lnTo>
                  <a:lnTo>
                    <a:pt x="14" y="232"/>
                  </a:lnTo>
                  <a:lnTo>
                    <a:pt x="15" y="231"/>
                  </a:lnTo>
                  <a:lnTo>
                    <a:pt x="17" y="228"/>
                  </a:lnTo>
                  <a:lnTo>
                    <a:pt x="17" y="226"/>
                  </a:lnTo>
                  <a:lnTo>
                    <a:pt x="17" y="223"/>
                  </a:lnTo>
                  <a:lnTo>
                    <a:pt x="18" y="222"/>
                  </a:lnTo>
                  <a:lnTo>
                    <a:pt x="20" y="220"/>
                  </a:lnTo>
                  <a:lnTo>
                    <a:pt x="21" y="217"/>
                  </a:lnTo>
                  <a:lnTo>
                    <a:pt x="23" y="215"/>
                  </a:lnTo>
                  <a:lnTo>
                    <a:pt x="24" y="214"/>
                  </a:lnTo>
                  <a:lnTo>
                    <a:pt x="26" y="212"/>
                  </a:lnTo>
                  <a:lnTo>
                    <a:pt x="29" y="211"/>
                  </a:lnTo>
                  <a:lnTo>
                    <a:pt x="31" y="208"/>
                  </a:lnTo>
                  <a:lnTo>
                    <a:pt x="32" y="206"/>
                  </a:lnTo>
                  <a:lnTo>
                    <a:pt x="34" y="203"/>
                  </a:lnTo>
                  <a:lnTo>
                    <a:pt x="35" y="202"/>
                  </a:lnTo>
                  <a:lnTo>
                    <a:pt x="37" y="199"/>
                  </a:lnTo>
                  <a:lnTo>
                    <a:pt x="38" y="197"/>
                  </a:lnTo>
                  <a:lnTo>
                    <a:pt x="40" y="195"/>
                  </a:lnTo>
                  <a:lnTo>
                    <a:pt x="40" y="194"/>
                  </a:lnTo>
                  <a:lnTo>
                    <a:pt x="41" y="192"/>
                  </a:lnTo>
                  <a:lnTo>
                    <a:pt x="44" y="189"/>
                  </a:lnTo>
                  <a:lnTo>
                    <a:pt x="46" y="186"/>
                  </a:lnTo>
                  <a:lnTo>
                    <a:pt x="47" y="185"/>
                  </a:lnTo>
                  <a:lnTo>
                    <a:pt x="51" y="182"/>
                  </a:lnTo>
                  <a:lnTo>
                    <a:pt x="51" y="180"/>
                  </a:lnTo>
                  <a:lnTo>
                    <a:pt x="52" y="179"/>
                  </a:lnTo>
                  <a:lnTo>
                    <a:pt x="54" y="177"/>
                  </a:lnTo>
                  <a:lnTo>
                    <a:pt x="52" y="175"/>
                  </a:lnTo>
                  <a:lnTo>
                    <a:pt x="52" y="174"/>
                  </a:lnTo>
                  <a:lnTo>
                    <a:pt x="52" y="174"/>
                  </a:lnTo>
                  <a:lnTo>
                    <a:pt x="52" y="174"/>
                  </a:lnTo>
                  <a:lnTo>
                    <a:pt x="51" y="174"/>
                  </a:lnTo>
                  <a:lnTo>
                    <a:pt x="51" y="172"/>
                  </a:lnTo>
                  <a:lnTo>
                    <a:pt x="49" y="171"/>
                  </a:lnTo>
                  <a:lnTo>
                    <a:pt x="47" y="168"/>
                  </a:lnTo>
                  <a:lnTo>
                    <a:pt x="49" y="166"/>
                  </a:lnTo>
                  <a:lnTo>
                    <a:pt x="49" y="166"/>
                  </a:lnTo>
                  <a:lnTo>
                    <a:pt x="51" y="166"/>
                  </a:lnTo>
                  <a:lnTo>
                    <a:pt x="52" y="165"/>
                  </a:lnTo>
                  <a:lnTo>
                    <a:pt x="55" y="163"/>
                  </a:lnTo>
                  <a:lnTo>
                    <a:pt x="60" y="160"/>
                  </a:lnTo>
                  <a:lnTo>
                    <a:pt x="64" y="157"/>
                  </a:lnTo>
                  <a:lnTo>
                    <a:pt x="69" y="155"/>
                  </a:lnTo>
                  <a:lnTo>
                    <a:pt x="71" y="154"/>
                  </a:lnTo>
                  <a:lnTo>
                    <a:pt x="75" y="151"/>
                  </a:lnTo>
                  <a:lnTo>
                    <a:pt x="77" y="149"/>
                  </a:lnTo>
                  <a:lnTo>
                    <a:pt x="74" y="146"/>
                  </a:lnTo>
                  <a:lnTo>
                    <a:pt x="72" y="143"/>
                  </a:lnTo>
                  <a:lnTo>
                    <a:pt x="71" y="142"/>
                  </a:lnTo>
                  <a:lnTo>
                    <a:pt x="71" y="139"/>
                  </a:lnTo>
                  <a:lnTo>
                    <a:pt x="69" y="135"/>
                  </a:lnTo>
                  <a:lnTo>
                    <a:pt x="69" y="134"/>
                  </a:lnTo>
                  <a:lnTo>
                    <a:pt x="67" y="134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9"/>
                  </a:lnTo>
                  <a:lnTo>
                    <a:pt x="66" y="128"/>
                  </a:lnTo>
                  <a:lnTo>
                    <a:pt x="66" y="126"/>
                  </a:lnTo>
                  <a:lnTo>
                    <a:pt x="67" y="123"/>
                  </a:lnTo>
                  <a:lnTo>
                    <a:pt x="67" y="122"/>
                  </a:lnTo>
                  <a:lnTo>
                    <a:pt x="69" y="119"/>
                  </a:lnTo>
                  <a:lnTo>
                    <a:pt x="69" y="116"/>
                  </a:lnTo>
                  <a:lnTo>
                    <a:pt x="69" y="114"/>
                  </a:lnTo>
                  <a:lnTo>
                    <a:pt x="71" y="112"/>
                  </a:lnTo>
                  <a:lnTo>
                    <a:pt x="71" y="111"/>
                  </a:lnTo>
                  <a:lnTo>
                    <a:pt x="71" y="109"/>
                  </a:lnTo>
                  <a:lnTo>
                    <a:pt x="72" y="108"/>
                  </a:lnTo>
                  <a:lnTo>
                    <a:pt x="72" y="106"/>
                  </a:lnTo>
                  <a:lnTo>
                    <a:pt x="74" y="105"/>
                  </a:lnTo>
                  <a:lnTo>
                    <a:pt x="74" y="102"/>
                  </a:lnTo>
                  <a:lnTo>
                    <a:pt x="74" y="100"/>
                  </a:lnTo>
                  <a:lnTo>
                    <a:pt x="74" y="99"/>
                  </a:lnTo>
                  <a:lnTo>
                    <a:pt x="72" y="97"/>
                  </a:lnTo>
                  <a:lnTo>
                    <a:pt x="74" y="94"/>
                  </a:lnTo>
                  <a:lnTo>
                    <a:pt x="74" y="92"/>
                  </a:lnTo>
                  <a:lnTo>
                    <a:pt x="75" y="89"/>
                  </a:lnTo>
                  <a:lnTo>
                    <a:pt x="75" y="86"/>
                  </a:lnTo>
                  <a:lnTo>
                    <a:pt x="77" y="83"/>
                  </a:lnTo>
                  <a:lnTo>
                    <a:pt x="78" y="79"/>
                  </a:lnTo>
                  <a:lnTo>
                    <a:pt x="78" y="76"/>
                  </a:lnTo>
                  <a:lnTo>
                    <a:pt x="80" y="72"/>
                  </a:lnTo>
                  <a:lnTo>
                    <a:pt x="80" y="71"/>
                  </a:lnTo>
                  <a:lnTo>
                    <a:pt x="80" y="68"/>
                  </a:lnTo>
                  <a:lnTo>
                    <a:pt x="80" y="66"/>
                  </a:lnTo>
                  <a:lnTo>
                    <a:pt x="81" y="63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4" y="56"/>
                  </a:lnTo>
                  <a:lnTo>
                    <a:pt x="87" y="54"/>
                  </a:lnTo>
                  <a:lnTo>
                    <a:pt x="87" y="52"/>
                  </a:lnTo>
                  <a:lnTo>
                    <a:pt x="87" y="52"/>
                  </a:lnTo>
                  <a:lnTo>
                    <a:pt x="87" y="52"/>
                  </a:lnTo>
                  <a:lnTo>
                    <a:pt x="87" y="51"/>
                  </a:lnTo>
                  <a:lnTo>
                    <a:pt x="91" y="48"/>
                  </a:lnTo>
                  <a:lnTo>
                    <a:pt x="94" y="45"/>
                  </a:lnTo>
                  <a:lnTo>
                    <a:pt x="95" y="40"/>
                  </a:lnTo>
                  <a:lnTo>
                    <a:pt x="98" y="37"/>
                  </a:lnTo>
                  <a:lnTo>
                    <a:pt x="100" y="34"/>
                  </a:lnTo>
                  <a:lnTo>
                    <a:pt x="101" y="32"/>
                  </a:lnTo>
                  <a:lnTo>
                    <a:pt x="103" y="29"/>
                  </a:lnTo>
                  <a:lnTo>
                    <a:pt x="106" y="28"/>
                  </a:lnTo>
                  <a:lnTo>
                    <a:pt x="107" y="25"/>
                  </a:lnTo>
                  <a:lnTo>
                    <a:pt x="110" y="22"/>
                  </a:lnTo>
                  <a:lnTo>
                    <a:pt x="114" y="22"/>
                  </a:lnTo>
                  <a:lnTo>
                    <a:pt x="118" y="22"/>
                  </a:lnTo>
                  <a:lnTo>
                    <a:pt x="117" y="19"/>
                  </a:lnTo>
                  <a:lnTo>
                    <a:pt x="114" y="16"/>
                  </a:lnTo>
                  <a:lnTo>
                    <a:pt x="112" y="13"/>
                  </a:lnTo>
                  <a:lnTo>
                    <a:pt x="110" y="11"/>
                  </a:lnTo>
                  <a:lnTo>
                    <a:pt x="114" y="8"/>
                  </a:lnTo>
                  <a:lnTo>
                    <a:pt x="118" y="6"/>
                  </a:lnTo>
                  <a:lnTo>
                    <a:pt x="121" y="3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2420938" y="2378075"/>
              <a:ext cx="350838" cy="644525"/>
            </a:xfrm>
            <a:custGeom>
              <a:avLst/>
              <a:gdLst>
                <a:gd name="T0" fmla="*/ 197 w 443"/>
                <a:gd name="T1" fmla="*/ 26 h 811"/>
                <a:gd name="T2" fmla="*/ 224 w 443"/>
                <a:gd name="T3" fmla="*/ 3 h 811"/>
                <a:gd name="T4" fmla="*/ 240 w 443"/>
                <a:gd name="T5" fmla="*/ 21 h 811"/>
                <a:gd name="T6" fmla="*/ 215 w 443"/>
                <a:gd name="T7" fmla="*/ 52 h 811"/>
                <a:gd name="T8" fmla="*/ 241 w 443"/>
                <a:gd name="T9" fmla="*/ 107 h 811"/>
                <a:gd name="T10" fmla="*/ 246 w 443"/>
                <a:gd name="T11" fmla="*/ 161 h 811"/>
                <a:gd name="T12" fmla="*/ 261 w 443"/>
                <a:gd name="T13" fmla="*/ 169 h 811"/>
                <a:gd name="T14" fmla="*/ 254 w 443"/>
                <a:gd name="T15" fmla="*/ 198 h 811"/>
                <a:gd name="T16" fmla="*/ 292 w 443"/>
                <a:gd name="T17" fmla="*/ 213 h 811"/>
                <a:gd name="T18" fmla="*/ 287 w 443"/>
                <a:gd name="T19" fmla="*/ 249 h 811"/>
                <a:gd name="T20" fmla="*/ 310 w 443"/>
                <a:gd name="T21" fmla="*/ 262 h 811"/>
                <a:gd name="T22" fmla="*/ 329 w 443"/>
                <a:gd name="T23" fmla="*/ 282 h 811"/>
                <a:gd name="T24" fmla="*/ 341 w 443"/>
                <a:gd name="T25" fmla="*/ 306 h 811"/>
                <a:gd name="T26" fmla="*/ 367 w 443"/>
                <a:gd name="T27" fmla="*/ 319 h 811"/>
                <a:gd name="T28" fmla="*/ 401 w 443"/>
                <a:gd name="T29" fmla="*/ 313 h 811"/>
                <a:gd name="T30" fmla="*/ 426 w 443"/>
                <a:gd name="T31" fmla="*/ 359 h 811"/>
                <a:gd name="T32" fmla="*/ 438 w 443"/>
                <a:gd name="T33" fmla="*/ 412 h 811"/>
                <a:gd name="T34" fmla="*/ 418 w 443"/>
                <a:gd name="T35" fmla="*/ 441 h 811"/>
                <a:gd name="T36" fmla="*/ 357 w 443"/>
                <a:gd name="T37" fmla="*/ 482 h 811"/>
                <a:gd name="T38" fmla="*/ 330 w 443"/>
                <a:gd name="T39" fmla="*/ 485 h 811"/>
                <a:gd name="T40" fmla="*/ 332 w 443"/>
                <a:gd name="T41" fmla="*/ 505 h 811"/>
                <a:gd name="T42" fmla="*/ 327 w 443"/>
                <a:gd name="T43" fmla="*/ 533 h 811"/>
                <a:gd name="T44" fmla="*/ 300 w 443"/>
                <a:gd name="T45" fmla="*/ 531 h 811"/>
                <a:gd name="T46" fmla="*/ 281 w 443"/>
                <a:gd name="T47" fmla="*/ 539 h 811"/>
                <a:gd name="T48" fmla="*/ 271 w 443"/>
                <a:gd name="T49" fmla="*/ 555 h 811"/>
                <a:gd name="T50" fmla="*/ 251 w 443"/>
                <a:gd name="T51" fmla="*/ 559 h 811"/>
                <a:gd name="T52" fmla="*/ 254 w 443"/>
                <a:gd name="T53" fmla="*/ 582 h 811"/>
                <a:gd name="T54" fmla="*/ 260 w 443"/>
                <a:gd name="T55" fmla="*/ 595 h 811"/>
                <a:gd name="T56" fmla="*/ 255 w 443"/>
                <a:gd name="T57" fmla="*/ 638 h 811"/>
                <a:gd name="T58" fmla="*/ 272 w 443"/>
                <a:gd name="T59" fmla="*/ 670 h 811"/>
                <a:gd name="T60" fmla="*/ 275 w 443"/>
                <a:gd name="T61" fmla="*/ 688 h 811"/>
                <a:gd name="T62" fmla="*/ 235 w 443"/>
                <a:gd name="T63" fmla="*/ 713 h 811"/>
                <a:gd name="T64" fmla="*/ 211 w 443"/>
                <a:gd name="T65" fmla="*/ 731 h 811"/>
                <a:gd name="T66" fmla="*/ 209 w 443"/>
                <a:gd name="T67" fmla="*/ 779 h 811"/>
                <a:gd name="T68" fmla="*/ 186 w 443"/>
                <a:gd name="T69" fmla="*/ 790 h 811"/>
                <a:gd name="T70" fmla="*/ 141 w 443"/>
                <a:gd name="T71" fmla="*/ 804 h 811"/>
                <a:gd name="T72" fmla="*/ 122 w 443"/>
                <a:gd name="T73" fmla="*/ 797 h 811"/>
                <a:gd name="T74" fmla="*/ 122 w 443"/>
                <a:gd name="T75" fmla="*/ 779 h 811"/>
                <a:gd name="T76" fmla="*/ 120 w 443"/>
                <a:gd name="T77" fmla="*/ 750 h 811"/>
                <a:gd name="T78" fmla="*/ 106 w 443"/>
                <a:gd name="T79" fmla="*/ 688 h 811"/>
                <a:gd name="T80" fmla="*/ 94 w 443"/>
                <a:gd name="T81" fmla="*/ 613 h 811"/>
                <a:gd name="T82" fmla="*/ 71 w 443"/>
                <a:gd name="T83" fmla="*/ 539 h 811"/>
                <a:gd name="T84" fmla="*/ 77 w 443"/>
                <a:gd name="T85" fmla="*/ 502 h 811"/>
                <a:gd name="T86" fmla="*/ 89 w 443"/>
                <a:gd name="T87" fmla="*/ 458 h 811"/>
                <a:gd name="T88" fmla="*/ 143 w 443"/>
                <a:gd name="T89" fmla="*/ 459 h 811"/>
                <a:gd name="T90" fmla="*/ 157 w 443"/>
                <a:gd name="T91" fmla="*/ 448 h 811"/>
                <a:gd name="T92" fmla="*/ 134 w 443"/>
                <a:gd name="T93" fmla="*/ 433 h 811"/>
                <a:gd name="T94" fmla="*/ 109 w 443"/>
                <a:gd name="T95" fmla="*/ 424 h 811"/>
                <a:gd name="T96" fmla="*/ 88 w 443"/>
                <a:gd name="T97" fmla="*/ 402 h 811"/>
                <a:gd name="T98" fmla="*/ 92 w 443"/>
                <a:gd name="T99" fmla="*/ 398 h 811"/>
                <a:gd name="T100" fmla="*/ 75 w 443"/>
                <a:gd name="T101" fmla="*/ 385 h 811"/>
                <a:gd name="T102" fmla="*/ 55 w 443"/>
                <a:gd name="T103" fmla="*/ 324 h 811"/>
                <a:gd name="T104" fmla="*/ 29 w 443"/>
                <a:gd name="T105" fmla="*/ 292 h 811"/>
                <a:gd name="T106" fmla="*/ 0 w 443"/>
                <a:gd name="T107" fmla="*/ 253 h 811"/>
                <a:gd name="T108" fmla="*/ 74 w 443"/>
                <a:gd name="T109" fmla="*/ 189 h 811"/>
                <a:gd name="T110" fmla="*/ 103 w 443"/>
                <a:gd name="T111" fmla="*/ 173 h 811"/>
                <a:gd name="T112" fmla="*/ 97 w 443"/>
                <a:gd name="T113" fmla="*/ 129 h 811"/>
                <a:gd name="T114" fmla="*/ 80 w 443"/>
                <a:gd name="T115" fmla="*/ 130 h 811"/>
                <a:gd name="T116" fmla="*/ 66 w 443"/>
                <a:gd name="T117" fmla="*/ 130 h 811"/>
                <a:gd name="T118" fmla="*/ 82 w 443"/>
                <a:gd name="T119" fmla="*/ 93 h 811"/>
                <a:gd name="T120" fmla="*/ 114 w 443"/>
                <a:gd name="T121" fmla="*/ 76 h 811"/>
                <a:gd name="T122" fmla="*/ 131 w 443"/>
                <a:gd name="T123" fmla="*/ 41 h 811"/>
                <a:gd name="T124" fmla="*/ 165 w 443"/>
                <a:gd name="T125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" h="811">
                  <a:moveTo>
                    <a:pt x="165" y="0"/>
                  </a:moveTo>
                  <a:lnTo>
                    <a:pt x="168" y="1"/>
                  </a:lnTo>
                  <a:lnTo>
                    <a:pt x="169" y="3"/>
                  </a:lnTo>
                  <a:lnTo>
                    <a:pt x="171" y="4"/>
                  </a:lnTo>
                  <a:lnTo>
                    <a:pt x="174" y="6"/>
                  </a:lnTo>
                  <a:lnTo>
                    <a:pt x="178" y="10"/>
                  </a:lnTo>
                  <a:lnTo>
                    <a:pt x="185" y="15"/>
                  </a:lnTo>
                  <a:lnTo>
                    <a:pt x="189" y="20"/>
                  </a:lnTo>
                  <a:lnTo>
                    <a:pt x="194" y="24"/>
                  </a:lnTo>
                  <a:lnTo>
                    <a:pt x="195" y="24"/>
                  </a:lnTo>
                  <a:lnTo>
                    <a:pt x="197" y="26"/>
                  </a:lnTo>
                  <a:lnTo>
                    <a:pt x="198" y="27"/>
                  </a:lnTo>
                  <a:lnTo>
                    <a:pt x="200" y="26"/>
                  </a:lnTo>
                  <a:lnTo>
                    <a:pt x="201" y="24"/>
                  </a:lnTo>
                  <a:lnTo>
                    <a:pt x="204" y="23"/>
                  </a:lnTo>
                  <a:lnTo>
                    <a:pt x="206" y="20"/>
                  </a:lnTo>
                  <a:lnTo>
                    <a:pt x="209" y="18"/>
                  </a:lnTo>
                  <a:lnTo>
                    <a:pt x="212" y="15"/>
                  </a:lnTo>
                  <a:lnTo>
                    <a:pt x="217" y="10"/>
                  </a:lnTo>
                  <a:lnTo>
                    <a:pt x="221" y="6"/>
                  </a:lnTo>
                  <a:lnTo>
                    <a:pt x="224" y="3"/>
                  </a:lnTo>
                  <a:lnTo>
                    <a:pt x="224" y="3"/>
                  </a:lnTo>
                  <a:lnTo>
                    <a:pt x="228" y="4"/>
                  </a:lnTo>
                  <a:lnTo>
                    <a:pt x="229" y="7"/>
                  </a:lnTo>
                  <a:lnTo>
                    <a:pt x="231" y="9"/>
                  </a:lnTo>
                  <a:lnTo>
                    <a:pt x="232" y="10"/>
                  </a:lnTo>
                  <a:lnTo>
                    <a:pt x="235" y="10"/>
                  </a:lnTo>
                  <a:lnTo>
                    <a:pt x="235" y="12"/>
                  </a:lnTo>
                  <a:lnTo>
                    <a:pt x="237" y="13"/>
                  </a:lnTo>
                  <a:lnTo>
                    <a:pt x="237" y="15"/>
                  </a:lnTo>
                  <a:lnTo>
                    <a:pt x="237" y="17"/>
                  </a:lnTo>
                  <a:lnTo>
                    <a:pt x="238" y="18"/>
                  </a:lnTo>
                  <a:lnTo>
                    <a:pt x="240" y="21"/>
                  </a:lnTo>
                  <a:lnTo>
                    <a:pt x="240" y="21"/>
                  </a:lnTo>
                  <a:lnTo>
                    <a:pt x="240" y="21"/>
                  </a:lnTo>
                  <a:lnTo>
                    <a:pt x="232" y="24"/>
                  </a:lnTo>
                  <a:lnTo>
                    <a:pt x="224" y="29"/>
                  </a:lnTo>
                  <a:lnTo>
                    <a:pt x="217" y="33"/>
                  </a:lnTo>
                  <a:lnTo>
                    <a:pt x="209" y="38"/>
                  </a:lnTo>
                  <a:lnTo>
                    <a:pt x="208" y="41"/>
                  </a:lnTo>
                  <a:lnTo>
                    <a:pt x="208" y="46"/>
                  </a:lnTo>
                  <a:lnTo>
                    <a:pt x="209" y="50"/>
                  </a:lnTo>
                  <a:lnTo>
                    <a:pt x="209" y="52"/>
                  </a:lnTo>
                  <a:lnTo>
                    <a:pt x="215" y="52"/>
                  </a:lnTo>
                  <a:lnTo>
                    <a:pt x="220" y="53"/>
                  </a:lnTo>
                  <a:lnTo>
                    <a:pt x="224" y="53"/>
                  </a:lnTo>
                  <a:lnTo>
                    <a:pt x="229" y="55"/>
                  </a:lnTo>
                  <a:lnTo>
                    <a:pt x="234" y="61"/>
                  </a:lnTo>
                  <a:lnTo>
                    <a:pt x="235" y="72"/>
                  </a:lnTo>
                  <a:lnTo>
                    <a:pt x="238" y="86"/>
                  </a:lnTo>
                  <a:lnTo>
                    <a:pt x="238" y="93"/>
                  </a:lnTo>
                  <a:lnTo>
                    <a:pt x="238" y="96"/>
                  </a:lnTo>
                  <a:lnTo>
                    <a:pt x="240" y="101"/>
                  </a:lnTo>
                  <a:lnTo>
                    <a:pt x="240" y="106"/>
                  </a:lnTo>
                  <a:lnTo>
                    <a:pt x="241" y="107"/>
                  </a:lnTo>
                  <a:lnTo>
                    <a:pt x="244" y="110"/>
                  </a:lnTo>
                  <a:lnTo>
                    <a:pt x="246" y="113"/>
                  </a:lnTo>
                  <a:lnTo>
                    <a:pt x="246" y="116"/>
                  </a:lnTo>
                  <a:lnTo>
                    <a:pt x="244" y="123"/>
                  </a:lnTo>
                  <a:lnTo>
                    <a:pt x="241" y="130"/>
                  </a:lnTo>
                  <a:lnTo>
                    <a:pt x="238" y="143"/>
                  </a:lnTo>
                  <a:lnTo>
                    <a:pt x="237" y="153"/>
                  </a:lnTo>
                  <a:lnTo>
                    <a:pt x="241" y="159"/>
                  </a:lnTo>
                  <a:lnTo>
                    <a:pt x="244" y="159"/>
                  </a:lnTo>
                  <a:lnTo>
                    <a:pt x="244" y="159"/>
                  </a:lnTo>
                  <a:lnTo>
                    <a:pt x="246" y="161"/>
                  </a:lnTo>
                  <a:lnTo>
                    <a:pt x="247" y="161"/>
                  </a:lnTo>
                  <a:lnTo>
                    <a:pt x="247" y="161"/>
                  </a:lnTo>
                  <a:lnTo>
                    <a:pt x="251" y="161"/>
                  </a:lnTo>
                  <a:lnTo>
                    <a:pt x="252" y="161"/>
                  </a:lnTo>
                  <a:lnTo>
                    <a:pt x="254" y="163"/>
                  </a:lnTo>
                  <a:lnTo>
                    <a:pt x="255" y="164"/>
                  </a:lnTo>
                  <a:lnTo>
                    <a:pt x="257" y="164"/>
                  </a:lnTo>
                  <a:lnTo>
                    <a:pt x="258" y="166"/>
                  </a:lnTo>
                  <a:lnTo>
                    <a:pt x="261" y="166"/>
                  </a:lnTo>
                  <a:lnTo>
                    <a:pt x="261" y="167"/>
                  </a:lnTo>
                  <a:lnTo>
                    <a:pt x="261" y="169"/>
                  </a:lnTo>
                  <a:lnTo>
                    <a:pt x="263" y="170"/>
                  </a:lnTo>
                  <a:lnTo>
                    <a:pt x="264" y="170"/>
                  </a:lnTo>
                  <a:lnTo>
                    <a:pt x="261" y="173"/>
                  </a:lnTo>
                  <a:lnTo>
                    <a:pt x="260" y="176"/>
                  </a:lnTo>
                  <a:lnTo>
                    <a:pt x="257" y="181"/>
                  </a:lnTo>
                  <a:lnTo>
                    <a:pt x="257" y="184"/>
                  </a:lnTo>
                  <a:lnTo>
                    <a:pt x="257" y="189"/>
                  </a:lnTo>
                  <a:lnTo>
                    <a:pt x="255" y="192"/>
                  </a:lnTo>
                  <a:lnTo>
                    <a:pt x="252" y="195"/>
                  </a:lnTo>
                  <a:lnTo>
                    <a:pt x="249" y="198"/>
                  </a:lnTo>
                  <a:lnTo>
                    <a:pt x="254" y="198"/>
                  </a:lnTo>
                  <a:lnTo>
                    <a:pt x="257" y="198"/>
                  </a:lnTo>
                  <a:lnTo>
                    <a:pt x="260" y="198"/>
                  </a:lnTo>
                  <a:lnTo>
                    <a:pt x="263" y="196"/>
                  </a:lnTo>
                  <a:lnTo>
                    <a:pt x="264" y="198"/>
                  </a:lnTo>
                  <a:lnTo>
                    <a:pt x="267" y="198"/>
                  </a:lnTo>
                  <a:lnTo>
                    <a:pt x="269" y="199"/>
                  </a:lnTo>
                  <a:lnTo>
                    <a:pt x="272" y="201"/>
                  </a:lnTo>
                  <a:lnTo>
                    <a:pt x="277" y="203"/>
                  </a:lnTo>
                  <a:lnTo>
                    <a:pt x="283" y="206"/>
                  </a:lnTo>
                  <a:lnTo>
                    <a:pt x="287" y="209"/>
                  </a:lnTo>
                  <a:lnTo>
                    <a:pt x="292" y="213"/>
                  </a:lnTo>
                  <a:lnTo>
                    <a:pt x="292" y="218"/>
                  </a:lnTo>
                  <a:lnTo>
                    <a:pt x="292" y="223"/>
                  </a:lnTo>
                  <a:lnTo>
                    <a:pt x="292" y="229"/>
                  </a:lnTo>
                  <a:lnTo>
                    <a:pt x="289" y="232"/>
                  </a:lnTo>
                  <a:lnTo>
                    <a:pt x="287" y="233"/>
                  </a:lnTo>
                  <a:lnTo>
                    <a:pt x="287" y="235"/>
                  </a:lnTo>
                  <a:lnTo>
                    <a:pt x="286" y="236"/>
                  </a:lnTo>
                  <a:lnTo>
                    <a:pt x="286" y="239"/>
                  </a:lnTo>
                  <a:lnTo>
                    <a:pt x="286" y="242"/>
                  </a:lnTo>
                  <a:lnTo>
                    <a:pt x="286" y="246"/>
                  </a:lnTo>
                  <a:lnTo>
                    <a:pt x="287" y="249"/>
                  </a:lnTo>
                  <a:lnTo>
                    <a:pt x="289" y="252"/>
                  </a:lnTo>
                  <a:lnTo>
                    <a:pt x="292" y="255"/>
                  </a:lnTo>
                  <a:lnTo>
                    <a:pt x="295" y="252"/>
                  </a:lnTo>
                  <a:lnTo>
                    <a:pt x="298" y="249"/>
                  </a:lnTo>
                  <a:lnTo>
                    <a:pt x="301" y="249"/>
                  </a:lnTo>
                  <a:lnTo>
                    <a:pt x="303" y="252"/>
                  </a:lnTo>
                  <a:lnTo>
                    <a:pt x="303" y="253"/>
                  </a:lnTo>
                  <a:lnTo>
                    <a:pt x="304" y="256"/>
                  </a:lnTo>
                  <a:lnTo>
                    <a:pt x="306" y="258"/>
                  </a:lnTo>
                  <a:lnTo>
                    <a:pt x="309" y="259"/>
                  </a:lnTo>
                  <a:lnTo>
                    <a:pt x="310" y="262"/>
                  </a:lnTo>
                  <a:lnTo>
                    <a:pt x="312" y="264"/>
                  </a:lnTo>
                  <a:lnTo>
                    <a:pt x="314" y="267"/>
                  </a:lnTo>
                  <a:lnTo>
                    <a:pt x="315" y="267"/>
                  </a:lnTo>
                  <a:lnTo>
                    <a:pt x="318" y="269"/>
                  </a:lnTo>
                  <a:lnTo>
                    <a:pt x="321" y="267"/>
                  </a:lnTo>
                  <a:lnTo>
                    <a:pt x="323" y="267"/>
                  </a:lnTo>
                  <a:lnTo>
                    <a:pt x="326" y="267"/>
                  </a:lnTo>
                  <a:lnTo>
                    <a:pt x="326" y="270"/>
                  </a:lnTo>
                  <a:lnTo>
                    <a:pt x="327" y="272"/>
                  </a:lnTo>
                  <a:lnTo>
                    <a:pt x="327" y="275"/>
                  </a:lnTo>
                  <a:lnTo>
                    <a:pt x="329" y="282"/>
                  </a:lnTo>
                  <a:lnTo>
                    <a:pt x="329" y="293"/>
                  </a:lnTo>
                  <a:lnTo>
                    <a:pt x="330" y="304"/>
                  </a:lnTo>
                  <a:lnTo>
                    <a:pt x="334" y="309"/>
                  </a:lnTo>
                  <a:lnTo>
                    <a:pt x="334" y="309"/>
                  </a:lnTo>
                  <a:lnTo>
                    <a:pt x="335" y="307"/>
                  </a:lnTo>
                  <a:lnTo>
                    <a:pt x="335" y="306"/>
                  </a:lnTo>
                  <a:lnTo>
                    <a:pt x="337" y="304"/>
                  </a:lnTo>
                  <a:lnTo>
                    <a:pt x="338" y="304"/>
                  </a:lnTo>
                  <a:lnTo>
                    <a:pt x="338" y="306"/>
                  </a:lnTo>
                  <a:lnTo>
                    <a:pt x="340" y="306"/>
                  </a:lnTo>
                  <a:lnTo>
                    <a:pt x="341" y="306"/>
                  </a:lnTo>
                  <a:lnTo>
                    <a:pt x="343" y="304"/>
                  </a:lnTo>
                  <a:lnTo>
                    <a:pt x="343" y="304"/>
                  </a:lnTo>
                  <a:lnTo>
                    <a:pt x="344" y="302"/>
                  </a:lnTo>
                  <a:lnTo>
                    <a:pt x="344" y="301"/>
                  </a:lnTo>
                  <a:lnTo>
                    <a:pt x="349" y="301"/>
                  </a:lnTo>
                  <a:lnTo>
                    <a:pt x="350" y="302"/>
                  </a:lnTo>
                  <a:lnTo>
                    <a:pt x="353" y="306"/>
                  </a:lnTo>
                  <a:lnTo>
                    <a:pt x="355" y="307"/>
                  </a:lnTo>
                  <a:lnTo>
                    <a:pt x="360" y="312"/>
                  </a:lnTo>
                  <a:lnTo>
                    <a:pt x="364" y="316"/>
                  </a:lnTo>
                  <a:lnTo>
                    <a:pt x="367" y="319"/>
                  </a:lnTo>
                  <a:lnTo>
                    <a:pt x="372" y="324"/>
                  </a:lnTo>
                  <a:lnTo>
                    <a:pt x="373" y="321"/>
                  </a:lnTo>
                  <a:lnTo>
                    <a:pt x="377" y="316"/>
                  </a:lnTo>
                  <a:lnTo>
                    <a:pt x="378" y="312"/>
                  </a:lnTo>
                  <a:lnTo>
                    <a:pt x="381" y="309"/>
                  </a:lnTo>
                  <a:lnTo>
                    <a:pt x="384" y="309"/>
                  </a:lnTo>
                  <a:lnTo>
                    <a:pt x="389" y="310"/>
                  </a:lnTo>
                  <a:lnTo>
                    <a:pt x="393" y="312"/>
                  </a:lnTo>
                  <a:lnTo>
                    <a:pt x="397" y="312"/>
                  </a:lnTo>
                  <a:lnTo>
                    <a:pt x="400" y="313"/>
                  </a:lnTo>
                  <a:lnTo>
                    <a:pt x="401" y="313"/>
                  </a:lnTo>
                  <a:lnTo>
                    <a:pt x="404" y="315"/>
                  </a:lnTo>
                  <a:lnTo>
                    <a:pt x="407" y="315"/>
                  </a:lnTo>
                  <a:lnTo>
                    <a:pt x="410" y="316"/>
                  </a:lnTo>
                  <a:lnTo>
                    <a:pt x="415" y="316"/>
                  </a:lnTo>
                  <a:lnTo>
                    <a:pt x="420" y="318"/>
                  </a:lnTo>
                  <a:lnTo>
                    <a:pt x="423" y="319"/>
                  </a:lnTo>
                  <a:lnTo>
                    <a:pt x="426" y="324"/>
                  </a:lnTo>
                  <a:lnTo>
                    <a:pt x="426" y="333"/>
                  </a:lnTo>
                  <a:lnTo>
                    <a:pt x="426" y="342"/>
                  </a:lnTo>
                  <a:lnTo>
                    <a:pt x="424" y="350"/>
                  </a:lnTo>
                  <a:lnTo>
                    <a:pt x="426" y="359"/>
                  </a:lnTo>
                  <a:lnTo>
                    <a:pt x="426" y="367"/>
                  </a:lnTo>
                  <a:lnTo>
                    <a:pt x="426" y="376"/>
                  </a:lnTo>
                  <a:lnTo>
                    <a:pt x="426" y="385"/>
                  </a:lnTo>
                  <a:lnTo>
                    <a:pt x="424" y="392"/>
                  </a:lnTo>
                  <a:lnTo>
                    <a:pt x="424" y="399"/>
                  </a:lnTo>
                  <a:lnTo>
                    <a:pt x="424" y="407"/>
                  </a:lnTo>
                  <a:lnTo>
                    <a:pt x="426" y="412"/>
                  </a:lnTo>
                  <a:lnTo>
                    <a:pt x="427" y="412"/>
                  </a:lnTo>
                  <a:lnTo>
                    <a:pt x="432" y="412"/>
                  </a:lnTo>
                  <a:lnTo>
                    <a:pt x="435" y="412"/>
                  </a:lnTo>
                  <a:lnTo>
                    <a:pt x="438" y="412"/>
                  </a:lnTo>
                  <a:lnTo>
                    <a:pt x="441" y="412"/>
                  </a:lnTo>
                  <a:lnTo>
                    <a:pt x="443" y="413"/>
                  </a:lnTo>
                  <a:lnTo>
                    <a:pt x="443" y="415"/>
                  </a:lnTo>
                  <a:lnTo>
                    <a:pt x="443" y="418"/>
                  </a:lnTo>
                  <a:lnTo>
                    <a:pt x="443" y="421"/>
                  </a:lnTo>
                  <a:lnTo>
                    <a:pt x="441" y="424"/>
                  </a:lnTo>
                  <a:lnTo>
                    <a:pt x="438" y="425"/>
                  </a:lnTo>
                  <a:lnTo>
                    <a:pt x="435" y="427"/>
                  </a:lnTo>
                  <a:lnTo>
                    <a:pt x="430" y="432"/>
                  </a:lnTo>
                  <a:lnTo>
                    <a:pt x="424" y="436"/>
                  </a:lnTo>
                  <a:lnTo>
                    <a:pt x="418" y="441"/>
                  </a:lnTo>
                  <a:lnTo>
                    <a:pt x="413" y="445"/>
                  </a:lnTo>
                  <a:lnTo>
                    <a:pt x="404" y="453"/>
                  </a:lnTo>
                  <a:lnTo>
                    <a:pt x="395" y="461"/>
                  </a:lnTo>
                  <a:lnTo>
                    <a:pt x="387" y="467"/>
                  </a:lnTo>
                  <a:lnTo>
                    <a:pt x="378" y="475"/>
                  </a:lnTo>
                  <a:lnTo>
                    <a:pt x="375" y="478"/>
                  </a:lnTo>
                  <a:lnTo>
                    <a:pt x="372" y="479"/>
                  </a:lnTo>
                  <a:lnTo>
                    <a:pt x="369" y="481"/>
                  </a:lnTo>
                  <a:lnTo>
                    <a:pt x="366" y="482"/>
                  </a:lnTo>
                  <a:lnTo>
                    <a:pt x="361" y="482"/>
                  </a:lnTo>
                  <a:lnTo>
                    <a:pt x="357" y="482"/>
                  </a:lnTo>
                  <a:lnTo>
                    <a:pt x="353" y="481"/>
                  </a:lnTo>
                  <a:lnTo>
                    <a:pt x="350" y="478"/>
                  </a:lnTo>
                  <a:lnTo>
                    <a:pt x="349" y="475"/>
                  </a:lnTo>
                  <a:lnTo>
                    <a:pt x="347" y="475"/>
                  </a:lnTo>
                  <a:lnTo>
                    <a:pt x="344" y="478"/>
                  </a:lnTo>
                  <a:lnTo>
                    <a:pt x="343" y="481"/>
                  </a:lnTo>
                  <a:lnTo>
                    <a:pt x="340" y="482"/>
                  </a:lnTo>
                  <a:lnTo>
                    <a:pt x="338" y="484"/>
                  </a:lnTo>
                  <a:lnTo>
                    <a:pt x="337" y="487"/>
                  </a:lnTo>
                  <a:lnTo>
                    <a:pt x="334" y="487"/>
                  </a:lnTo>
                  <a:lnTo>
                    <a:pt x="330" y="485"/>
                  </a:lnTo>
                  <a:lnTo>
                    <a:pt x="330" y="487"/>
                  </a:lnTo>
                  <a:lnTo>
                    <a:pt x="330" y="490"/>
                  </a:lnTo>
                  <a:lnTo>
                    <a:pt x="332" y="493"/>
                  </a:lnTo>
                  <a:lnTo>
                    <a:pt x="329" y="493"/>
                  </a:lnTo>
                  <a:lnTo>
                    <a:pt x="326" y="493"/>
                  </a:lnTo>
                  <a:lnTo>
                    <a:pt x="324" y="495"/>
                  </a:lnTo>
                  <a:lnTo>
                    <a:pt x="324" y="496"/>
                  </a:lnTo>
                  <a:lnTo>
                    <a:pt x="326" y="498"/>
                  </a:lnTo>
                  <a:lnTo>
                    <a:pt x="329" y="501"/>
                  </a:lnTo>
                  <a:lnTo>
                    <a:pt x="330" y="502"/>
                  </a:lnTo>
                  <a:lnTo>
                    <a:pt x="332" y="505"/>
                  </a:lnTo>
                  <a:lnTo>
                    <a:pt x="330" y="507"/>
                  </a:lnTo>
                  <a:lnTo>
                    <a:pt x="329" y="508"/>
                  </a:lnTo>
                  <a:lnTo>
                    <a:pt x="327" y="512"/>
                  </a:lnTo>
                  <a:lnTo>
                    <a:pt x="326" y="513"/>
                  </a:lnTo>
                  <a:lnTo>
                    <a:pt x="323" y="516"/>
                  </a:lnTo>
                  <a:lnTo>
                    <a:pt x="323" y="521"/>
                  </a:lnTo>
                  <a:lnTo>
                    <a:pt x="324" y="524"/>
                  </a:lnTo>
                  <a:lnTo>
                    <a:pt x="327" y="528"/>
                  </a:lnTo>
                  <a:lnTo>
                    <a:pt x="327" y="530"/>
                  </a:lnTo>
                  <a:lnTo>
                    <a:pt x="327" y="531"/>
                  </a:lnTo>
                  <a:lnTo>
                    <a:pt x="327" y="533"/>
                  </a:lnTo>
                  <a:lnTo>
                    <a:pt x="327" y="535"/>
                  </a:lnTo>
                  <a:lnTo>
                    <a:pt x="324" y="533"/>
                  </a:lnTo>
                  <a:lnTo>
                    <a:pt x="320" y="531"/>
                  </a:lnTo>
                  <a:lnTo>
                    <a:pt x="315" y="530"/>
                  </a:lnTo>
                  <a:lnTo>
                    <a:pt x="312" y="528"/>
                  </a:lnTo>
                  <a:lnTo>
                    <a:pt x="309" y="527"/>
                  </a:lnTo>
                  <a:lnTo>
                    <a:pt x="307" y="525"/>
                  </a:lnTo>
                  <a:lnTo>
                    <a:pt x="306" y="527"/>
                  </a:lnTo>
                  <a:lnTo>
                    <a:pt x="303" y="530"/>
                  </a:lnTo>
                  <a:lnTo>
                    <a:pt x="301" y="531"/>
                  </a:lnTo>
                  <a:lnTo>
                    <a:pt x="300" y="531"/>
                  </a:lnTo>
                  <a:lnTo>
                    <a:pt x="298" y="533"/>
                  </a:lnTo>
                  <a:lnTo>
                    <a:pt x="297" y="533"/>
                  </a:lnTo>
                  <a:lnTo>
                    <a:pt x="294" y="533"/>
                  </a:lnTo>
                  <a:lnTo>
                    <a:pt x="291" y="533"/>
                  </a:lnTo>
                  <a:lnTo>
                    <a:pt x="287" y="535"/>
                  </a:lnTo>
                  <a:lnTo>
                    <a:pt x="284" y="536"/>
                  </a:lnTo>
                  <a:lnTo>
                    <a:pt x="284" y="538"/>
                  </a:lnTo>
                  <a:lnTo>
                    <a:pt x="284" y="538"/>
                  </a:lnTo>
                  <a:lnTo>
                    <a:pt x="283" y="539"/>
                  </a:lnTo>
                  <a:lnTo>
                    <a:pt x="283" y="539"/>
                  </a:lnTo>
                  <a:lnTo>
                    <a:pt x="281" y="539"/>
                  </a:lnTo>
                  <a:lnTo>
                    <a:pt x="280" y="541"/>
                  </a:lnTo>
                  <a:lnTo>
                    <a:pt x="278" y="541"/>
                  </a:lnTo>
                  <a:lnTo>
                    <a:pt x="278" y="541"/>
                  </a:lnTo>
                  <a:lnTo>
                    <a:pt x="275" y="542"/>
                  </a:lnTo>
                  <a:lnTo>
                    <a:pt x="275" y="545"/>
                  </a:lnTo>
                  <a:lnTo>
                    <a:pt x="275" y="547"/>
                  </a:lnTo>
                  <a:lnTo>
                    <a:pt x="275" y="550"/>
                  </a:lnTo>
                  <a:lnTo>
                    <a:pt x="274" y="551"/>
                  </a:lnTo>
                  <a:lnTo>
                    <a:pt x="274" y="553"/>
                  </a:lnTo>
                  <a:lnTo>
                    <a:pt x="272" y="553"/>
                  </a:lnTo>
                  <a:lnTo>
                    <a:pt x="271" y="555"/>
                  </a:lnTo>
                  <a:lnTo>
                    <a:pt x="269" y="555"/>
                  </a:lnTo>
                  <a:lnTo>
                    <a:pt x="267" y="556"/>
                  </a:lnTo>
                  <a:lnTo>
                    <a:pt x="266" y="558"/>
                  </a:lnTo>
                  <a:lnTo>
                    <a:pt x="264" y="558"/>
                  </a:lnTo>
                  <a:lnTo>
                    <a:pt x="264" y="558"/>
                  </a:lnTo>
                  <a:lnTo>
                    <a:pt x="263" y="556"/>
                  </a:lnTo>
                  <a:lnTo>
                    <a:pt x="261" y="555"/>
                  </a:lnTo>
                  <a:lnTo>
                    <a:pt x="260" y="555"/>
                  </a:lnTo>
                  <a:lnTo>
                    <a:pt x="257" y="556"/>
                  </a:lnTo>
                  <a:lnTo>
                    <a:pt x="254" y="558"/>
                  </a:lnTo>
                  <a:lnTo>
                    <a:pt x="251" y="559"/>
                  </a:lnTo>
                  <a:lnTo>
                    <a:pt x="247" y="561"/>
                  </a:lnTo>
                  <a:lnTo>
                    <a:pt x="244" y="562"/>
                  </a:lnTo>
                  <a:lnTo>
                    <a:pt x="241" y="565"/>
                  </a:lnTo>
                  <a:lnTo>
                    <a:pt x="240" y="568"/>
                  </a:lnTo>
                  <a:lnTo>
                    <a:pt x="237" y="570"/>
                  </a:lnTo>
                  <a:lnTo>
                    <a:pt x="237" y="575"/>
                  </a:lnTo>
                  <a:lnTo>
                    <a:pt x="237" y="579"/>
                  </a:lnTo>
                  <a:lnTo>
                    <a:pt x="240" y="584"/>
                  </a:lnTo>
                  <a:lnTo>
                    <a:pt x="241" y="587"/>
                  </a:lnTo>
                  <a:lnTo>
                    <a:pt x="249" y="584"/>
                  </a:lnTo>
                  <a:lnTo>
                    <a:pt x="254" y="582"/>
                  </a:lnTo>
                  <a:lnTo>
                    <a:pt x="257" y="581"/>
                  </a:lnTo>
                  <a:lnTo>
                    <a:pt x="258" y="582"/>
                  </a:lnTo>
                  <a:lnTo>
                    <a:pt x="258" y="585"/>
                  </a:lnTo>
                  <a:lnTo>
                    <a:pt x="258" y="587"/>
                  </a:lnTo>
                  <a:lnTo>
                    <a:pt x="258" y="588"/>
                  </a:lnTo>
                  <a:lnTo>
                    <a:pt x="260" y="590"/>
                  </a:lnTo>
                  <a:lnTo>
                    <a:pt x="260" y="590"/>
                  </a:lnTo>
                  <a:lnTo>
                    <a:pt x="260" y="590"/>
                  </a:lnTo>
                  <a:lnTo>
                    <a:pt x="260" y="590"/>
                  </a:lnTo>
                  <a:lnTo>
                    <a:pt x="260" y="593"/>
                  </a:lnTo>
                  <a:lnTo>
                    <a:pt x="260" y="595"/>
                  </a:lnTo>
                  <a:lnTo>
                    <a:pt x="261" y="598"/>
                  </a:lnTo>
                  <a:lnTo>
                    <a:pt x="261" y="599"/>
                  </a:lnTo>
                  <a:lnTo>
                    <a:pt x="261" y="604"/>
                  </a:lnTo>
                  <a:lnTo>
                    <a:pt x="263" y="607"/>
                  </a:lnTo>
                  <a:lnTo>
                    <a:pt x="263" y="610"/>
                  </a:lnTo>
                  <a:lnTo>
                    <a:pt x="261" y="613"/>
                  </a:lnTo>
                  <a:lnTo>
                    <a:pt x="260" y="618"/>
                  </a:lnTo>
                  <a:lnTo>
                    <a:pt x="258" y="622"/>
                  </a:lnTo>
                  <a:lnTo>
                    <a:pt x="258" y="627"/>
                  </a:lnTo>
                  <a:lnTo>
                    <a:pt x="257" y="631"/>
                  </a:lnTo>
                  <a:lnTo>
                    <a:pt x="255" y="638"/>
                  </a:lnTo>
                  <a:lnTo>
                    <a:pt x="255" y="645"/>
                  </a:lnTo>
                  <a:lnTo>
                    <a:pt x="257" y="654"/>
                  </a:lnTo>
                  <a:lnTo>
                    <a:pt x="260" y="659"/>
                  </a:lnTo>
                  <a:lnTo>
                    <a:pt x="260" y="659"/>
                  </a:lnTo>
                  <a:lnTo>
                    <a:pt x="260" y="659"/>
                  </a:lnTo>
                  <a:lnTo>
                    <a:pt x="261" y="661"/>
                  </a:lnTo>
                  <a:lnTo>
                    <a:pt x="261" y="661"/>
                  </a:lnTo>
                  <a:lnTo>
                    <a:pt x="264" y="664"/>
                  </a:lnTo>
                  <a:lnTo>
                    <a:pt x="267" y="665"/>
                  </a:lnTo>
                  <a:lnTo>
                    <a:pt x="269" y="668"/>
                  </a:lnTo>
                  <a:lnTo>
                    <a:pt x="272" y="670"/>
                  </a:lnTo>
                  <a:lnTo>
                    <a:pt x="275" y="673"/>
                  </a:lnTo>
                  <a:lnTo>
                    <a:pt x="278" y="674"/>
                  </a:lnTo>
                  <a:lnTo>
                    <a:pt x="280" y="678"/>
                  </a:lnTo>
                  <a:lnTo>
                    <a:pt x="281" y="681"/>
                  </a:lnTo>
                  <a:lnTo>
                    <a:pt x="281" y="682"/>
                  </a:lnTo>
                  <a:lnTo>
                    <a:pt x="281" y="685"/>
                  </a:lnTo>
                  <a:lnTo>
                    <a:pt x="283" y="687"/>
                  </a:lnTo>
                  <a:lnTo>
                    <a:pt x="281" y="688"/>
                  </a:lnTo>
                  <a:lnTo>
                    <a:pt x="280" y="690"/>
                  </a:lnTo>
                  <a:lnTo>
                    <a:pt x="278" y="688"/>
                  </a:lnTo>
                  <a:lnTo>
                    <a:pt x="275" y="688"/>
                  </a:lnTo>
                  <a:lnTo>
                    <a:pt x="274" y="688"/>
                  </a:lnTo>
                  <a:lnTo>
                    <a:pt x="271" y="694"/>
                  </a:lnTo>
                  <a:lnTo>
                    <a:pt x="267" y="699"/>
                  </a:lnTo>
                  <a:lnTo>
                    <a:pt x="264" y="704"/>
                  </a:lnTo>
                  <a:lnTo>
                    <a:pt x="261" y="708"/>
                  </a:lnTo>
                  <a:lnTo>
                    <a:pt x="258" y="710"/>
                  </a:lnTo>
                  <a:lnTo>
                    <a:pt x="254" y="711"/>
                  </a:lnTo>
                  <a:lnTo>
                    <a:pt x="249" y="711"/>
                  </a:lnTo>
                  <a:lnTo>
                    <a:pt x="244" y="711"/>
                  </a:lnTo>
                  <a:lnTo>
                    <a:pt x="240" y="713"/>
                  </a:lnTo>
                  <a:lnTo>
                    <a:pt x="235" y="713"/>
                  </a:lnTo>
                  <a:lnTo>
                    <a:pt x="231" y="713"/>
                  </a:lnTo>
                  <a:lnTo>
                    <a:pt x="226" y="713"/>
                  </a:lnTo>
                  <a:lnTo>
                    <a:pt x="224" y="713"/>
                  </a:lnTo>
                  <a:lnTo>
                    <a:pt x="223" y="714"/>
                  </a:lnTo>
                  <a:lnTo>
                    <a:pt x="221" y="714"/>
                  </a:lnTo>
                  <a:lnTo>
                    <a:pt x="220" y="714"/>
                  </a:lnTo>
                  <a:lnTo>
                    <a:pt x="218" y="718"/>
                  </a:lnTo>
                  <a:lnTo>
                    <a:pt x="215" y="721"/>
                  </a:lnTo>
                  <a:lnTo>
                    <a:pt x="214" y="724"/>
                  </a:lnTo>
                  <a:lnTo>
                    <a:pt x="212" y="727"/>
                  </a:lnTo>
                  <a:lnTo>
                    <a:pt x="211" y="731"/>
                  </a:lnTo>
                  <a:lnTo>
                    <a:pt x="209" y="736"/>
                  </a:lnTo>
                  <a:lnTo>
                    <a:pt x="206" y="741"/>
                  </a:lnTo>
                  <a:lnTo>
                    <a:pt x="204" y="745"/>
                  </a:lnTo>
                  <a:lnTo>
                    <a:pt x="204" y="747"/>
                  </a:lnTo>
                  <a:lnTo>
                    <a:pt x="203" y="748"/>
                  </a:lnTo>
                  <a:lnTo>
                    <a:pt x="201" y="750"/>
                  </a:lnTo>
                  <a:lnTo>
                    <a:pt x="201" y="751"/>
                  </a:lnTo>
                  <a:lnTo>
                    <a:pt x="204" y="759"/>
                  </a:lnTo>
                  <a:lnTo>
                    <a:pt x="206" y="765"/>
                  </a:lnTo>
                  <a:lnTo>
                    <a:pt x="208" y="771"/>
                  </a:lnTo>
                  <a:lnTo>
                    <a:pt x="209" y="779"/>
                  </a:lnTo>
                  <a:lnTo>
                    <a:pt x="204" y="777"/>
                  </a:lnTo>
                  <a:lnTo>
                    <a:pt x="201" y="776"/>
                  </a:lnTo>
                  <a:lnTo>
                    <a:pt x="197" y="774"/>
                  </a:lnTo>
                  <a:lnTo>
                    <a:pt x="192" y="773"/>
                  </a:lnTo>
                  <a:lnTo>
                    <a:pt x="188" y="771"/>
                  </a:lnTo>
                  <a:lnTo>
                    <a:pt x="183" y="774"/>
                  </a:lnTo>
                  <a:lnTo>
                    <a:pt x="178" y="777"/>
                  </a:lnTo>
                  <a:lnTo>
                    <a:pt x="174" y="782"/>
                  </a:lnTo>
                  <a:lnTo>
                    <a:pt x="177" y="784"/>
                  </a:lnTo>
                  <a:lnTo>
                    <a:pt x="181" y="787"/>
                  </a:lnTo>
                  <a:lnTo>
                    <a:pt x="186" y="790"/>
                  </a:lnTo>
                  <a:lnTo>
                    <a:pt x="188" y="791"/>
                  </a:lnTo>
                  <a:lnTo>
                    <a:pt x="186" y="794"/>
                  </a:lnTo>
                  <a:lnTo>
                    <a:pt x="186" y="797"/>
                  </a:lnTo>
                  <a:lnTo>
                    <a:pt x="186" y="799"/>
                  </a:lnTo>
                  <a:lnTo>
                    <a:pt x="185" y="802"/>
                  </a:lnTo>
                  <a:lnTo>
                    <a:pt x="174" y="801"/>
                  </a:lnTo>
                  <a:lnTo>
                    <a:pt x="163" y="801"/>
                  </a:lnTo>
                  <a:lnTo>
                    <a:pt x="152" y="799"/>
                  </a:lnTo>
                  <a:lnTo>
                    <a:pt x="141" y="799"/>
                  </a:lnTo>
                  <a:lnTo>
                    <a:pt x="141" y="802"/>
                  </a:lnTo>
                  <a:lnTo>
                    <a:pt x="141" y="804"/>
                  </a:lnTo>
                  <a:lnTo>
                    <a:pt x="141" y="807"/>
                  </a:lnTo>
                  <a:lnTo>
                    <a:pt x="141" y="808"/>
                  </a:lnTo>
                  <a:lnTo>
                    <a:pt x="141" y="810"/>
                  </a:lnTo>
                  <a:lnTo>
                    <a:pt x="140" y="811"/>
                  </a:lnTo>
                  <a:lnTo>
                    <a:pt x="137" y="810"/>
                  </a:lnTo>
                  <a:lnTo>
                    <a:pt x="135" y="810"/>
                  </a:lnTo>
                  <a:lnTo>
                    <a:pt x="131" y="808"/>
                  </a:lnTo>
                  <a:lnTo>
                    <a:pt x="126" y="807"/>
                  </a:lnTo>
                  <a:lnTo>
                    <a:pt x="125" y="804"/>
                  </a:lnTo>
                  <a:lnTo>
                    <a:pt x="122" y="799"/>
                  </a:lnTo>
                  <a:lnTo>
                    <a:pt x="122" y="797"/>
                  </a:lnTo>
                  <a:lnTo>
                    <a:pt x="122" y="797"/>
                  </a:lnTo>
                  <a:lnTo>
                    <a:pt x="122" y="796"/>
                  </a:lnTo>
                  <a:lnTo>
                    <a:pt x="122" y="794"/>
                  </a:lnTo>
                  <a:lnTo>
                    <a:pt x="122" y="794"/>
                  </a:lnTo>
                  <a:lnTo>
                    <a:pt x="122" y="793"/>
                  </a:lnTo>
                  <a:lnTo>
                    <a:pt x="122" y="791"/>
                  </a:lnTo>
                  <a:lnTo>
                    <a:pt x="122" y="791"/>
                  </a:lnTo>
                  <a:lnTo>
                    <a:pt x="122" y="788"/>
                  </a:lnTo>
                  <a:lnTo>
                    <a:pt x="122" y="785"/>
                  </a:lnTo>
                  <a:lnTo>
                    <a:pt x="122" y="782"/>
                  </a:lnTo>
                  <a:lnTo>
                    <a:pt x="122" y="779"/>
                  </a:lnTo>
                  <a:lnTo>
                    <a:pt x="120" y="776"/>
                  </a:lnTo>
                  <a:lnTo>
                    <a:pt x="120" y="773"/>
                  </a:lnTo>
                  <a:lnTo>
                    <a:pt x="118" y="771"/>
                  </a:lnTo>
                  <a:lnTo>
                    <a:pt x="118" y="768"/>
                  </a:lnTo>
                  <a:lnTo>
                    <a:pt x="120" y="765"/>
                  </a:lnTo>
                  <a:lnTo>
                    <a:pt x="120" y="762"/>
                  </a:lnTo>
                  <a:lnTo>
                    <a:pt x="122" y="761"/>
                  </a:lnTo>
                  <a:lnTo>
                    <a:pt x="122" y="757"/>
                  </a:lnTo>
                  <a:lnTo>
                    <a:pt x="122" y="754"/>
                  </a:lnTo>
                  <a:lnTo>
                    <a:pt x="122" y="751"/>
                  </a:lnTo>
                  <a:lnTo>
                    <a:pt x="120" y="750"/>
                  </a:lnTo>
                  <a:lnTo>
                    <a:pt x="120" y="747"/>
                  </a:lnTo>
                  <a:lnTo>
                    <a:pt x="118" y="742"/>
                  </a:lnTo>
                  <a:lnTo>
                    <a:pt x="115" y="734"/>
                  </a:lnTo>
                  <a:lnTo>
                    <a:pt x="115" y="728"/>
                  </a:lnTo>
                  <a:lnTo>
                    <a:pt x="115" y="722"/>
                  </a:lnTo>
                  <a:lnTo>
                    <a:pt x="117" y="718"/>
                  </a:lnTo>
                  <a:lnTo>
                    <a:pt x="118" y="711"/>
                  </a:lnTo>
                  <a:lnTo>
                    <a:pt x="117" y="707"/>
                  </a:lnTo>
                  <a:lnTo>
                    <a:pt x="117" y="701"/>
                  </a:lnTo>
                  <a:lnTo>
                    <a:pt x="111" y="694"/>
                  </a:lnTo>
                  <a:lnTo>
                    <a:pt x="106" y="688"/>
                  </a:lnTo>
                  <a:lnTo>
                    <a:pt x="102" y="682"/>
                  </a:lnTo>
                  <a:lnTo>
                    <a:pt x="98" y="674"/>
                  </a:lnTo>
                  <a:lnTo>
                    <a:pt x="97" y="665"/>
                  </a:lnTo>
                  <a:lnTo>
                    <a:pt x="97" y="656"/>
                  </a:lnTo>
                  <a:lnTo>
                    <a:pt x="97" y="647"/>
                  </a:lnTo>
                  <a:lnTo>
                    <a:pt x="97" y="638"/>
                  </a:lnTo>
                  <a:lnTo>
                    <a:pt x="97" y="633"/>
                  </a:lnTo>
                  <a:lnTo>
                    <a:pt x="97" y="627"/>
                  </a:lnTo>
                  <a:lnTo>
                    <a:pt x="97" y="621"/>
                  </a:lnTo>
                  <a:lnTo>
                    <a:pt x="95" y="616"/>
                  </a:lnTo>
                  <a:lnTo>
                    <a:pt x="94" y="613"/>
                  </a:lnTo>
                  <a:lnTo>
                    <a:pt x="91" y="608"/>
                  </a:lnTo>
                  <a:lnTo>
                    <a:pt x="88" y="605"/>
                  </a:lnTo>
                  <a:lnTo>
                    <a:pt x="85" y="602"/>
                  </a:lnTo>
                  <a:lnTo>
                    <a:pt x="79" y="595"/>
                  </a:lnTo>
                  <a:lnTo>
                    <a:pt x="74" y="587"/>
                  </a:lnTo>
                  <a:lnTo>
                    <a:pt x="68" y="579"/>
                  </a:lnTo>
                  <a:lnTo>
                    <a:pt x="62" y="571"/>
                  </a:lnTo>
                  <a:lnTo>
                    <a:pt x="63" y="564"/>
                  </a:lnTo>
                  <a:lnTo>
                    <a:pt x="66" y="555"/>
                  </a:lnTo>
                  <a:lnTo>
                    <a:pt x="68" y="547"/>
                  </a:lnTo>
                  <a:lnTo>
                    <a:pt x="71" y="539"/>
                  </a:lnTo>
                  <a:lnTo>
                    <a:pt x="71" y="535"/>
                  </a:lnTo>
                  <a:lnTo>
                    <a:pt x="71" y="530"/>
                  </a:lnTo>
                  <a:lnTo>
                    <a:pt x="71" y="527"/>
                  </a:lnTo>
                  <a:lnTo>
                    <a:pt x="69" y="522"/>
                  </a:lnTo>
                  <a:lnTo>
                    <a:pt x="68" y="518"/>
                  </a:lnTo>
                  <a:lnTo>
                    <a:pt x="66" y="515"/>
                  </a:lnTo>
                  <a:lnTo>
                    <a:pt x="68" y="512"/>
                  </a:lnTo>
                  <a:lnTo>
                    <a:pt x="71" y="508"/>
                  </a:lnTo>
                  <a:lnTo>
                    <a:pt x="74" y="507"/>
                  </a:lnTo>
                  <a:lnTo>
                    <a:pt x="77" y="504"/>
                  </a:lnTo>
                  <a:lnTo>
                    <a:pt x="77" y="502"/>
                  </a:lnTo>
                  <a:lnTo>
                    <a:pt x="75" y="499"/>
                  </a:lnTo>
                  <a:lnTo>
                    <a:pt x="72" y="496"/>
                  </a:lnTo>
                  <a:lnTo>
                    <a:pt x="71" y="493"/>
                  </a:lnTo>
                  <a:lnTo>
                    <a:pt x="68" y="492"/>
                  </a:lnTo>
                  <a:lnTo>
                    <a:pt x="65" y="490"/>
                  </a:lnTo>
                  <a:lnTo>
                    <a:pt x="60" y="488"/>
                  </a:lnTo>
                  <a:lnTo>
                    <a:pt x="63" y="481"/>
                  </a:lnTo>
                  <a:lnTo>
                    <a:pt x="68" y="473"/>
                  </a:lnTo>
                  <a:lnTo>
                    <a:pt x="71" y="470"/>
                  </a:lnTo>
                  <a:lnTo>
                    <a:pt x="80" y="464"/>
                  </a:lnTo>
                  <a:lnTo>
                    <a:pt x="89" y="458"/>
                  </a:lnTo>
                  <a:lnTo>
                    <a:pt x="98" y="455"/>
                  </a:lnTo>
                  <a:lnTo>
                    <a:pt x="109" y="455"/>
                  </a:lnTo>
                  <a:lnTo>
                    <a:pt x="114" y="456"/>
                  </a:lnTo>
                  <a:lnTo>
                    <a:pt x="118" y="458"/>
                  </a:lnTo>
                  <a:lnTo>
                    <a:pt x="122" y="459"/>
                  </a:lnTo>
                  <a:lnTo>
                    <a:pt x="126" y="461"/>
                  </a:lnTo>
                  <a:lnTo>
                    <a:pt x="129" y="461"/>
                  </a:lnTo>
                  <a:lnTo>
                    <a:pt x="134" y="461"/>
                  </a:lnTo>
                  <a:lnTo>
                    <a:pt x="137" y="461"/>
                  </a:lnTo>
                  <a:lnTo>
                    <a:pt x="141" y="459"/>
                  </a:lnTo>
                  <a:lnTo>
                    <a:pt x="143" y="459"/>
                  </a:lnTo>
                  <a:lnTo>
                    <a:pt x="148" y="459"/>
                  </a:lnTo>
                  <a:lnTo>
                    <a:pt x="151" y="459"/>
                  </a:lnTo>
                  <a:lnTo>
                    <a:pt x="152" y="458"/>
                  </a:lnTo>
                  <a:lnTo>
                    <a:pt x="152" y="458"/>
                  </a:lnTo>
                  <a:lnTo>
                    <a:pt x="152" y="455"/>
                  </a:lnTo>
                  <a:lnTo>
                    <a:pt x="152" y="453"/>
                  </a:lnTo>
                  <a:lnTo>
                    <a:pt x="152" y="452"/>
                  </a:lnTo>
                  <a:lnTo>
                    <a:pt x="152" y="450"/>
                  </a:lnTo>
                  <a:lnTo>
                    <a:pt x="154" y="448"/>
                  </a:lnTo>
                  <a:lnTo>
                    <a:pt x="155" y="448"/>
                  </a:lnTo>
                  <a:lnTo>
                    <a:pt x="157" y="448"/>
                  </a:lnTo>
                  <a:lnTo>
                    <a:pt x="163" y="447"/>
                  </a:lnTo>
                  <a:lnTo>
                    <a:pt x="160" y="444"/>
                  </a:lnTo>
                  <a:lnTo>
                    <a:pt x="155" y="441"/>
                  </a:lnTo>
                  <a:lnTo>
                    <a:pt x="151" y="438"/>
                  </a:lnTo>
                  <a:lnTo>
                    <a:pt x="149" y="436"/>
                  </a:lnTo>
                  <a:lnTo>
                    <a:pt x="148" y="435"/>
                  </a:lnTo>
                  <a:lnTo>
                    <a:pt x="146" y="435"/>
                  </a:lnTo>
                  <a:lnTo>
                    <a:pt x="143" y="435"/>
                  </a:lnTo>
                  <a:lnTo>
                    <a:pt x="140" y="435"/>
                  </a:lnTo>
                  <a:lnTo>
                    <a:pt x="137" y="433"/>
                  </a:lnTo>
                  <a:lnTo>
                    <a:pt x="134" y="433"/>
                  </a:lnTo>
                  <a:lnTo>
                    <a:pt x="131" y="433"/>
                  </a:lnTo>
                  <a:lnTo>
                    <a:pt x="128" y="433"/>
                  </a:lnTo>
                  <a:lnTo>
                    <a:pt x="125" y="435"/>
                  </a:lnTo>
                  <a:lnTo>
                    <a:pt x="122" y="435"/>
                  </a:lnTo>
                  <a:lnTo>
                    <a:pt x="120" y="435"/>
                  </a:lnTo>
                  <a:lnTo>
                    <a:pt x="118" y="433"/>
                  </a:lnTo>
                  <a:lnTo>
                    <a:pt x="118" y="432"/>
                  </a:lnTo>
                  <a:lnTo>
                    <a:pt x="118" y="430"/>
                  </a:lnTo>
                  <a:lnTo>
                    <a:pt x="118" y="428"/>
                  </a:lnTo>
                  <a:lnTo>
                    <a:pt x="114" y="425"/>
                  </a:lnTo>
                  <a:lnTo>
                    <a:pt x="109" y="424"/>
                  </a:lnTo>
                  <a:lnTo>
                    <a:pt x="103" y="422"/>
                  </a:lnTo>
                  <a:lnTo>
                    <a:pt x="98" y="418"/>
                  </a:lnTo>
                  <a:lnTo>
                    <a:pt x="98" y="418"/>
                  </a:lnTo>
                  <a:lnTo>
                    <a:pt x="98" y="416"/>
                  </a:lnTo>
                  <a:lnTo>
                    <a:pt x="98" y="416"/>
                  </a:lnTo>
                  <a:lnTo>
                    <a:pt x="97" y="415"/>
                  </a:lnTo>
                  <a:lnTo>
                    <a:pt x="94" y="412"/>
                  </a:lnTo>
                  <a:lnTo>
                    <a:pt x="88" y="409"/>
                  </a:lnTo>
                  <a:lnTo>
                    <a:pt x="83" y="405"/>
                  </a:lnTo>
                  <a:lnTo>
                    <a:pt x="83" y="402"/>
                  </a:lnTo>
                  <a:lnTo>
                    <a:pt x="88" y="402"/>
                  </a:lnTo>
                  <a:lnTo>
                    <a:pt x="94" y="404"/>
                  </a:lnTo>
                  <a:lnTo>
                    <a:pt x="98" y="405"/>
                  </a:lnTo>
                  <a:lnTo>
                    <a:pt x="103" y="407"/>
                  </a:lnTo>
                  <a:lnTo>
                    <a:pt x="103" y="405"/>
                  </a:lnTo>
                  <a:lnTo>
                    <a:pt x="103" y="402"/>
                  </a:lnTo>
                  <a:lnTo>
                    <a:pt x="103" y="401"/>
                  </a:lnTo>
                  <a:lnTo>
                    <a:pt x="102" y="399"/>
                  </a:lnTo>
                  <a:lnTo>
                    <a:pt x="98" y="398"/>
                  </a:lnTo>
                  <a:lnTo>
                    <a:pt x="97" y="398"/>
                  </a:lnTo>
                  <a:lnTo>
                    <a:pt x="94" y="398"/>
                  </a:lnTo>
                  <a:lnTo>
                    <a:pt x="92" y="398"/>
                  </a:lnTo>
                  <a:lnTo>
                    <a:pt x="92" y="396"/>
                  </a:lnTo>
                  <a:lnTo>
                    <a:pt x="92" y="393"/>
                  </a:lnTo>
                  <a:lnTo>
                    <a:pt x="92" y="392"/>
                  </a:lnTo>
                  <a:lnTo>
                    <a:pt x="92" y="390"/>
                  </a:lnTo>
                  <a:lnTo>
                    <a:pt x="91" y="389"/>
                  </a:lnTo>
                  <a:lnTo>
                    <a:pt x="89" y="389"/>
                  </a:lnTo>
                  <a:lnTo>
                    <a:pt x="88" y="387"/>
                  </a:lnTo>
                  <a:lnTo>
                    <a:pt x="86" y="387"/>
                  </a:lnTo>
                  <a:lnTo>
                    <a:pt x="82" y="387"/>
                  </a:lnTo>
                  <a:lnTo>
                    <a:pt x="79" y="387"/>
                  </a:lnTo>
                  <a:lnTo>
                    <a:pt x="75" y="385"/>
                  </a:lnTo>
                  <a:lnTo>
                    <a:pt x="74" y="381"/>
                  </a:lnTo>
                  <a:lnTo>
                    <a:pt x="69" y="376"/>
                  </a:lnTo>
                  <a:lnTo>
                    <a:pt x="65" y="370"/>
                  </a:lnTo>
                  <a:lnTo>
                    <a:pt x="62" y="364"/>
                  </a:lnTo>
                  <a:lnTo>
                    <a:pt x="59" y="356"/>
                  </a:lnTo>
                  <a:lnTo>
                    <a:pt x="59" y="350"/>
                  </a:lnTo>
                  <a:lnTo>
                    <a:pt x="59" y="344"/>
                  </a:lnTo>
                  <a:lnTo>
                    <a:pt x="59" y="338"/>
                  </a:lnTo>
                  <a:lnTo>
                    <a:pt x="60" y="332"/>
                  </a:lnTo>
                  <a:lnTo>
                    <a:pt x="59" y="327"/>
                  </a:lnTo>
                  <a:lnTo>
                    <a:pt x="55" y="324"/>
                  </a:lnTo>
                  <a:lnTo>
                    <a:pt x="49" y="322"/>
                  </a:lnTo>
                  <a:lnTo>
                    <a:pt x="46" y="319"/>
                  </a:lnTo>
                  <a:lnTo>
                    <a:pt x="45" y="315"/>
                  </a:lnTo>
                  <a:lnTo>
                    <a:pt x="45" y="309"/>
                  </a:lnTo>
                  <a:lnTo>
                    <a:pt x="45" y="304"/>
                  </a:lnTo>
                  <a:lnTo>
                    <a:pt x="43" y="299"/>
                  </a:lnTo>
                  <a:lnTo>
                    <a:pt x="42" y="298"/>
                  </a:lnTo>
                  <a:lnTo>
                    <a:pt x="39" y="295"/>
                  </a:lnTo>
                  <a:lnTo>
                    <a:pt x="35" y="292"/>
                  </a:lnTo>
                  <a:lnTo>
                    <a:pt x="32" y="292"/>
                  </a:lnTo>
                  <a:lnTo>
                    <a:pt x="29" y="292"/>
                  </a:lnTo>
                  <a:lnTo>
                    <a:pt x="28" y="292"/>
                  </a:lnTo>
                  <a:lnTo>
                    <a:pt x="26" y="290"/>
                  </a:lnTo>
                  <a:lnTo>
                    <a:pt x="25" y="287"/>
                  </a:lnTo>
                  <a:lnTo>
                    <a:pt x="23" y="284"/>
                  </a:lnTo>
                  <a:lnTo>
                    <a:pt x="22" y="281"/>
                  </a:lnTo>
                  <a:lnTo>
                    <a:pt x="22" y="278"/>
                  </a:lnTo>
                  <a:lnTo>
                    <a:pt x="20" y="275"/>
                  </a:lnTo>
                  <a:lnTo>
                    <a:pt x="17" y="269"/>
                  </a:lnTo>
                  <a:lnTo>
                    <a:pt x="11" y="262"/>
                  </a:lnTo>
                  <a:lnTo>
                    <a:pt x="5" y="258"/>
                  </a:lnTo>
                  <a:lnTo>
                    <a:pt x="0" y="253"/>
                  </a:lnTo>
                  <a:lnTo>
                    <a:pt x="6" y="247"/>
                  </a:lnTo>
                  <a:lnTo>
                    <a:pt x="12" y="242"/>
                  </a:lnTo>
                  <a:lnTo>
                    <a:pt x="19" y="238"/>
                  </a:lnTo>
                  <a:lnTo>
                    <a:pt x="25" y="232"/>
                  </a:lnTo>
                  <a:lnTo>
                    <a:pt x="35" y="223"/>
                  </a:lnTo>
                  <a:lnTo>
                    <a:pt x="46" y="213"/>
                  </a:lnTo>
                  <a:lnTo>
                    <a:pt x="57" y="204"/>
                  </a:lnTo>
                  <a:lnTo>
                    <a:pt x="68" y="193"/>
                  </a:lnTo>
                  <a:lnTo>
                    <a:pt x="69" y="193"/>
                  </a:lnTo>
                  <a:lnTo>
                    <a:pt x="71" y="192"/>
                  </a:lnTo>
                  <a:lnTo>
                    <a:pt x="74" y="189"/>
                  </a:lnTo>
                  <a:lnTo>
                    <a:pt x="75" y="193"/>
                  </a:lnTo>
                  <a:lnTo>
                    <a:pt x="77" y="199"/>
                  </a:lnTo>
                  <a:lnTo>
                    <a:pt x="79" y="204"/>
                  </a:lnTo>
                  <a:lnTo>
                    <a:pt x="80" y="209"/>
                  </a:lnTo>
                  <a:lnTo>
                    <a:pt x="83" y="207"/>
                  </a:lnTo>
                  <a:lnTo>
                    <a:pt x="86" y="204"/>
                  </a:lnTo>
                  <a:lnTo>
                    <a:pt x="89" y="203"/>
                  </a:lnTo>
                  <a:lnTo>
                    <a:pt x="91" y="199"/>
                  </a:lnTo>
                  <a:lnTo>
                    <a:pt x="97" y="192"/>
                  </a:lnTo>
                  <a:lnTo>
                    <a:pt x="100" y="183"/>
                  </a:lnTo>
                  <a:lnTo>
                    <a:pt x="103" y="173"/>
                  </a:lnTo>
                  <a:lnTo>
                    <a:pt x="105" y="164"/>
                  </a:lnTo>
                  <a:lnTo>
                    <a:pt x="106" y="161"/>
                  </a:lnTo>
                  <a:lnTo>
                    <a:pt x="106" y="158"/>
                  </a:lnTo>
                  <a:lnTo>
                    <a:pt x="106" y="153"/>
                  </a:lnTo>
                  <a:lnTo>
                    <a:pt x="106" y="150"/>
                  </a:lnTo>
                  <a:lnTo>
                    <a:pt x="106" y="147"/>
                  </a:lnTo>
                  <a:lnTo>
                    <a:pt x="106" y="141"/>
                  </a:lnTo>
                  <a:lnTo>
                    <a:pt x="106" y="135"/>
                  </a:lnTo>
                  <a:lnTo>
                    <a:pt x="105" y="132"/>
                  </a:lnTo>
                  <a:lnTo>
                    <a:pt x="102" y="130"/>
                  </a:lnTo>
                  <a:lnTo>
                    <a:pt x="97" y="129"/>
                  </a:lnTo>
                  <a:lnTo>
                    <a:pt x="92" y="129"/>
                  </a:lnTo>
                  <a:lnTo>
                    <a:pt x="89" y="126"/>
                  </a:lnTo>
                  <a:lnTo>
                    <a:pt x="88" y="123"/>
                  </a:lnTo>
                  <a:lnTo>
                    <a:pt x="86" y="124"/>
                  </a:lnTo>
                  <a:lnTo>
                    <a:pt x="86" y="126"/>
                  </a:lnTo>
                  <a:lnTo>
                    <a:pt x="85" y="129"/>
                  </a:lnTo>
                  <a:lnTo>
                    <a:pt x="85" y="129"/>
                  </a:lnTo>
                  <a:lnTo>
                    <a:pt x="83" y="129"/>
                  </a:lnTo>
                  <a:lnTo>
                    <a:pt x="82" y="129"/>
                  </a:lnTo>
                  <a:lnTo>
                    <a:pt x="80" y="130"/>
                  </a:lnTo>
                  <a:lnTo>
                    <a:pt x="80" y="130"/>
                  </a:lnTo>
                  <a:lnTo>
                    <a:pt x="82" y="132"/>
                  </a:lnTo>
                  <a:lnTo>
                    <a:pt x="82" y="132"/>
                  </a:lnTo>
                  <a:lnTo>
                    <a:pt x="82" y="133"/>
                  </a:lnTo>
                  <a:lnTo>
                    <a:pt x="82" y="136"/>
                  </a:lnTo>
                  <a:lnTo>
                    <a:pt x="80" y="138"/>
                  </a:lnTo>
                  <a:lnTo>
                    <a:pt x="77" y="138"/>
                  </a:lnTo>
                  <a:lnTo>
                    <a:pt x="74" y="139"/>
                  </a:lnTo>
                  <a:lnTo>
                    <a:pt x="74" y="135"/>
                  </a:lnTo>
                  <a:lnTo>
                    <a:pt x="72" y="132"/>
                  </a:lnTo>
                  <a:lnTo>
                    <a:pt x="69" y="132"/>
                  </a:lnTo>
                  <a:lnTo>
                    <a:pt x="66" y="130"/>
                  </a:lnTo>
                  <a:lnTo>
                    <a:pt x="66" y="126"/>
                  </a:lnTo>
                  <a:lnTo>
                    <a:pt x="65" y="120"/>
                  </a:lnTo>
                  <a:lnTo>
                    <a:pt x="65" y="115"/>
                  </a:lnTo>
                  <a:lnTo>
                    <a:pt x="63" y="109"/>
                  </a:lnTo>
                  <a:lnTo>
                    <a:pt x="65" y="106"/>
                  </a:lnTo>
                  <a:lnTo>
                    <a:pt x="66" y="103"/>
                  </a:lnTo>
                  <a:lnTo>
                    <a:pt x="69" y="101"/>
                  </a:lnTo>
                  <a:lnTo>
                    <a:pt x="72" y="100"/>
                  </a:lnTo>
                  <a:lnTo>
                    <a:pt x="75" y="98"/>
                  </a:lnTo>
                  <a:lnTo>
                    <a:pt x="79" y="95"/>
                  </a:lnTo>
                  <a:lnTo>
                    <a:pt x="82" y="93"/>
                  </a:lnTo>
                  <a:lnTo>
                    <a:pt x="86" y="90"/>
                  </a:lnTo>
                  <a:lnTo>
                    <a:pt x="88" y="89"/>
                  </a:lnTo>
                  <a:lnTo>
                    <a:pt x="89" y="86"/>
                  </a:lnTo>
                  <a:lnTo>
                    <a:pt x="92" y="84"/>
                  </a:lnTo>
                  <a:lnTo>
                    <a:pt x="94" y="83"/>
                  </a:lnTo>
                  <a:lnTo>
                    <a:pt x="98" y="81"/>
                  </a:lnTo>
                  <a:lnTo>
                    <a:pt x="103" y="80"/>
                  </a:lnTo>
                  <a:lnTo>
                    <a:pt x="108" y="78"/>
                  </a:lnTo>
                  <a:lnTo>
                    <a:pt x="112" y="75"/>
                  </a:lnTo>
                  <a:lnTo>
                    <a:pt x="114" y="76"/>
                  </a:lnTo>
                  <a:lnTo>
                    <a:pt x="114" y="76"/>
                  </a:lnTo>
                  <a:lnTo>
                    <a:pt x="114" y="78"/>
                  </a:lnTo>
                  <a:lnTo>
                    <a:pt x="115" y="80"/>
                  </a:lnTo>
                  <a:lnTo>
                    <a:pt x="117" y="80"/>
                  </a:lnTo>
                  <a:lnTo>
                    <a:pt x="118" y="80"/>
                  </a:lnTo>
                  <a:lnTo>
                    <a:pt x="120" y="78"/>
                  </a:lnTo>
                  <a:lnTo>
                    <a:pt x="122" y="78"/>
                  </a:lnTo>
                  <a:lnTo>
                    <a:pt x="125" y="73"/>
                  </a:lnTo>
                  <a:lnTo>
                    <a:pt x="126" y="64"/>
                  </a:lnTo>
                  <a:lnTo>
                    <a:pt x="129" y="55"/>
                  </a:lnTo>
                  <a:lnTo>
                    <a:pt x="131" y="47"/>
                  </a:lnTo>
                  <a:lnTo>
                    <a:pt x="131" y="41"/>
                  </a:lnTo>
                  <a:lnTo>
                    <a:pt x="132" y="33"/>
                  </a:lnTo>
                  <a:lnTo>
                    <a:pt x="134" y="26"/>
                  </a:lnTo>
                  <a:lnTo>
                    <a:pt x="137" y="21"/>
                  </a:lnTo>
                  <a:lnTo>
                    <a:pt x="141" y="15"/>
                  </a:lnTo>
                  <a:lnTo>
                    <a:pt x="148" y="12"/>
                  </a:lnTo>
                  <a:lnTo>
                    <a:pt x="154" y="7"/>
                  </a:lnTo>
                  <a:lnTo>
                    <a:pt x="158" y="4"/>
                  </a:lnTo>
                  <a:lnTo>
                    <a:pt x="160" y="3"/>
                  </a:lnTo>
                  <a:lnTo>
                    <a:pt x="161" y="1"/>
                  </a:ln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1851025" y="3079750"/>
              <a:ext cx="530225" cy="514350"/>
            </a:xfrm>
            <a:custGeom>
              <a:avLst/>
              <a:gdLst>
                <a:gd name="T0" fmla="*/ 295 w 668"/>
                <a:gd name="T1" fmla="*/ 47 h 648"/>
                <a:gd name="T2" fmla="*/ 292 w 668"/>
                <a:gd name="T3" fmla="*/ 92 h 648"/>
                <a:gd name="T4" fmla="*/ 316 w 668"/>
                <a:gd name="T5" fmla="*/ 27 h 648"/>
                <a:gd name="T6" fmla="*/ 335 w 668"/>
                <a:gd name="T7" fmla="*/ 46 h 648"/>
                <a:gd name="T8" fmla="*/ 327 w 668"/>
                <a:gd name="T9" fmla="*/ 112 h 648"/>
                <a:gd name="T10" fmla="*/ 364 w 668"/>
                <a:gd name="T11" fmla="*/ 89 h 648"/>
                <a:gd name="T12" fmla="*/ 364 w 668"/>
                <a:gd name="T13" fmla="*/ 63 h 648"/>
                <a:gd name="T14" fmla="*/ 398 w 668"/>
                <a:gd name="T15" fmla="*/ 63 h 648"/>
                <a:gd name="T16" fmla="*/ 422 w 668"/>
                <a:gd name="T17" fmla="*/ 79 h 648"/>
                <a:gd name="T18" fmla="*/ 418 w 668"/>
                <a:gd name="T19" fmla="*/ 110 h 648"/>
                <a:gd name="T20" fmla="*/ 381 w 668"/>
                <a:gd name="T21" fmla="*/ 141 h 648"/>
                <a:gd name="T22" fmla="*/ 348 w 668"/>
                <a:gd name="T23" fmla="*/ 184 h 648"/>
                <a:gd name="T24" fmla="*/ 319 w 668"/>
                <a:gd name="T25" fmla="*/ 230 h 648"/>
                <a:gd name="T26" fmla="*/ 330 w 668"/>
                <a:gd name="T27" fmla="*/ 259 h 648"/>
                <a:gd name="T28" fmla="*/ 370 w 668"/>
                <a:gd name="T29" fmla="*/ 276 h 648"/>
                <a:gd name="T30" fmla="*/ 424 w 668"/>
                <a:gd name="T31" fmla="*/ 282 h 648"/>
                <a:gd name="T32" fmla="*/ 461 w 668"/>
                <a:gd name="T33" fmla="*/ 244 h 648"/>
                <a:gd name="T34" fmla="*/ 481 w 668"/>
                <a:gd name="T35" fmla="*/ 235 h 648"/>
                <a:gd name="T36" fmla="*/ 467 w 668"/>
                <a:gd name="T37" fmla="*/ 195 h 648"/>
                <a:gd name="T38" fmla="*/ 527 w 668"/>
                <a:gd name="T39" fmla="*/ 186 h 648"/>
                <a:gd name="T40" fmla="*/ 584 w 668"/>
                <a:gd name="T41" fmla="*/ 155 h 648"/>
                <a:gd name="T42" fmla="*/ 619 w 668"/>
                <a:gd name="T43" fmla="*/ 130 h 648"/>
                <a:gd name="T44" fmla="*/ 665 w 668"/>
                <a:gd name="T45" fmla="*/ 152 h 648"/>
                <a:gd name="T46" fmla="*/ 653 w 668"/>
                <a:gd name="T47" fmla="*/ 219 h 648"/>
                <a:gd name="T48" fmla="*/ 628 w 668"/>
                <a:gd name="T49" fmla="*/ 264 h 648"/>
                <a:gd name="T50" fmla="*/ 591 w 668"/>
                <a:gd name="T51" fmla="*/ 313 h 648"/>
                <a:gd name="T52" fmla="*/ 594 w 668"/>
                <a:gd name="T53" fmla="*/ 364 h 648"/>
                <a:gd name="T54" fmla="*/ 553 w 668"/>
                <a:gd name="T55" fmla="*/ 415 h 648"/>
                <a:gd name="T56" fmla="*/ 471 w 668"/>
                <a:gd name="T57" fmla="*/ 436 h 648"/>
                <a:gd name="T58" fmla="*/ 424 w 668"/>
                <a:gd name="T59" fmla="*/ 451 h 648"/>
                <a:gd name="T60" fmla="*/ 438 w 668"/>
                <a:gd name="T61" fmla="*/ 475 h 648"/>
                <a:gd name="T62" fmla="*/ 470 w 668"/>
                <a:gd name="T63" fmla="*/ 482 h 648"/>
                <a:gd name="T64" fmla="*/ 461 w 668"/>
                <a:gd name="T65" fmla="*/ 511 h 648"/>
                <a:gd name="T66" fmla="*/ 473 w 668"/>
                <a:gd name="T67" fmla="*/ 542 h 648"/>
                <a:gd name="T68" fmla="*/ 499 w 668"/>
                <a:gd name="T69" fmla="*/ 570 h 648"/>
                <a:gd name="T70" fmla="*/ 493 w 668"/>
                <a:gd name="T71" fmla="*/ 593 h 648"/>
                <a:gd name="T72" fmla="*/ 462 w 668"/>
                <a:gd name="T73" fmla="*/ 602 h 648"/>
                <a:gd name="T74" fmla="*/ 416 w 668"/>
                <a:gd name="T75" fmla="*/ 637 h 648"/>
                <a:gd name="T76" fmla="*/ 384 w 668"/>
                <a:gd name="T77" fmla="*/ 633 h 648"/>
                <a:gd name="T78" fmla="*/ 348 w 668"/>
                <a:gd name="T79" fmla="*/ 630 h 648"/>
                <a:gd name="T80" fmla="*/ 345 w 668"/>
                <a:gd name="T81" fmla="*/ 584 h 648"/>
                <a:gd name="T82" fmla="*/ 309 w 668"/>
                <a:gd name="T83" fmla="*/ 570 h 648"/>
                <a:gd name="T84" fmla="*/ 264 w 668"/>
                <a:gd name="T85" fmla="*/ 554 h 648"/>
                <a:gd name="T86" fmla="*/ 241 w 668"/>
                <a:gd name="T87" fmla="*/ 579 h 648"/>
                <a:gd name="T88" fmla="*/ 207 w 668"/>
                <a:gd name="T89" fmla="*/ 594 h 648"/>
                <a:gd name="T90" fmla="*/ 186 w 668"/>
                <a:gd name="T91" fmla="*/ 599 h 648"/>
                <a:gd name="T92" fmla="*/ 155 w 668"/>
                <a:gd name="T93" fmla="*/ 602 h 648"/>
                <a:gd name="T94" fmla="*/ 118 w 668"/>
                <a:gd name="T95" fmla="*/ 587 h 648"/>
                <a:gd name="T96" fmla="*/ 84 w 668"/>
                <a:gd name="T97" fmla="*/ 539 h 648"/>
                <a:gd name="T98" fmla="*/ 23 w 668"/>
                <a:gd name="T99" fmla="*/ 438 h 648"/>
                <a:gd name="T100" fmla="*/ 55 w 668"/>
                <a:gd name="T101" fmla="*/ 385 h 648"/>
                <a:gd name="T102" fmla="*/ 84 w 668"/>
                <a:gd name="T103" fmla="*/ 333 h 648"/>
                <a:gd name="T104" fmla="*/ 124 w 668"/>
                <a:gd name="T105" fmla="*/ 315 h 648"/>
                <a:gd name="T106" fmla="*/ 170 w 668"/>
                <a:gd name="T107" fmla="*/ 313 h 648"/>
                <a:gd name="T108" fmla="*/ 222 w 668"/>
                <a:gd name="T109" fmla="*/ 350 h 648"/>
                <a:gd name="T110" fmla="*/ 238 w 668"/>
                <a:gd name="T111" fmla="*/ 307 h 648"/>
                <a:gd name="T112" fmla="*/ 246 w 668"/>
                <a:gd name="T113" fmla="*/ 267 h 648"/>
                <a:gd name="T114" fmla="*/ 247 w 668"/>
                <a:gd name="T115" fmla="*/ 201 h 648"/>
                <a:gd name="T116" fmla="*/ 212 w 668"/>
                <a:gd name="T117" fmla="*/ 123 h 648"/>
                <a:gd name="T118" fmla="*/ 276 w 668"/>
                <a:gd name="T119" fmla="*/ 69 h 648"/>
                <a:gd name="T120" fmla="*/ 275 w 668"/>
                <a:gd name="T121" fmla="*/ 12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68" h="648">
                  <a:moveTo>
                    <a:pt x="275" y="0"/>
                  </a:moveTo>
                  <a:lnTo>
                    <a:pt x="282" y="1"/>
                  </a:lnTo>
                  <a:lnTo>
                    <a:pt x="290" y="3"/>
                  </a:lnTo>
                  <a:lnTo>
                    <a:pt x="299" y="4"/>
                  </a:lnTo>
                  <a:lnTo>
                    <a:pt x="307" y="6"/>
                  </a:lnTo>
                  <a:lnTo>
                    <a:pt x="307" y="10"/>
                  </a:lnTo>
                  <a:lnTo>
                    <a:pt x="305" y="18"/>
                  </a:lnTo>
                  <a:lnTo>
                    <a:pt x="304" y="24"/>
                  </a:lnTo>
                  <a:lnTo>
                    <a:pt x="302" y="29"/>
                  </a:lnTo>
                  <a:lnTo>
                    <a:pt x="299" y="30"/>
                  </a:lnTo>
                  <a:lnTo>
                    <a:pt x="296" y="32"/>
                  </a:lnTo>
                  <a:lnTo>
                    <a:pt x="296" y="33"/>
                  </a:lnTo>
                  <a:lnTo>
                    <a:pt x="295" y="36"/>
                  </a:lnTo>
                  <a:lnTo>
                    <a:pt x="296" y="40"/>
                  </a:lnTo>
                  <a:lnTo>
                    <a:pt x="296" y="43"/>
                  </a:lnTo>
                  <a:lnTo>
                    <a:pt x="296" y="44"/>
                  </a:lnTo>
                  <a:lnTo>
                    <a:pt x="295" y="47"/>
                  </a:lnTo>
                  <a:lnTo>
                    <a:pt x="293" y="49"/>
                  </a:lnTo>
                  <a:lnTo>
                    <a:pt x="292" y="50"/>
                  </a:lnTo>
                  <a:lnTo>
                    <a:pt x="290" y="52"/>
                  </a:lnTo>
                  <a:lnTo>
                    <a:pt x="290" y="53"/>
                  </a:lnTo>
                  <a:lnTo>
                    <a:pt x="292" y="56"/>
                  </a:lnTo>
                  <a:lnTo>
                    <a:pt x="292" y="59"/>
                  </a:lnTo>
                  <a:lnTo>
                    <a:pt x="293" y="61"/>
                  </a:lnTo>
                  <a:lnTo>
                    <a:pt x="293" y="64"/>
                  </a:lnTo>
                  <a:lnTo>
                    <a:pt x="292" y="67"/>
                  </a:lnTo>
                  <a:lnTo>
                    <a:pt x="290" y="70"/>
                  </a:lnTo>
                  <a:lnTo>
                    <a:pt x="290" y="72"/>
                  </a:lnTo>
                  <a:lnTo>
                    <a:pt x="289" y="76"/>
                  </a:lnTo>
                  <a:lnTo>
                    <a:pt x="289" y="79"/>
                  </a:lnTo>
                  <a:lnTo>
                    <a:pt x="290" y="83"/>
                  </a:lnTo>
                  <a:lnTo>
                    <a:pt x="290" y="86"/>
                  </a:lnTo>
                  <a:lnTo>
                    <a:pt x="290" y="89"/>
                  </a:lnTo>
                  <a:lnTo>
                    <a:pt x="292" y="92"/>
                  </a:lnTo>
                  <a:lnTo>
                    <a:pt x="292" y="96"/>
                  </a:lnTo>
                  <a:lnTo>
                    <a:pt x="295" y="99"/>
                  </a:lnTo>
                  <a:lnTo>
                    <a:pt x="295" y="101"/>
                  </a:lnTo>
                  <a:lnTo>
                    <a:pt x="296" y="99"/>
                  </a:lnTo>
                  <a:lnTo>
                    <a:pt x="296" y="99"/>
                  </a:lnTo>
                  <a:lnTo>
                    <a:pt x="296" y="98"/>
                  </a:lnTo>
                  <a:lnTo>
                    <a:pt x="296" y="98"/>
                  </a:lnTo>
                  <a:lnTo>
                    <a:pt x="298" y="89"/>
                  </a:lnTo>
                  <a:lnTo>
                    <a:pt x="301" y="79"/>
                  </a:lnTo>
                  <a:lnTo>
                    <a:pt x="302" y="70"/>
                  </a:lnTo>
                  <a:lnTo>
                    <a:pt x="305" y="61"/>
                  </a:lnTo>
                  <a:lnTo>
                    <a:pt x="307" y="53"/>
                  </a:lnTo>
                  <a:lnTo>
                    <a:pt x="309" y="44"/>
                  </a:lnTo>
                  <a:lnTo>
                    <a:pt x="310" y="35"/>
                  </a:lnTo>
                  <a:lnTo>
                    <a:pt x="313" y="29"/>
                  </a:lnTo>
                  <a:lnTo>
                    <a:pt x="315" y="27"/>
                  </a:lnTo>
                  <a:lnTo>
                    <a:pt x="316" y="27"/>
                  </a:lnTo>
                  <a:lnTo>
                    <a:pt x="316" y="29"/>
                  </a:lnTo>
                  <a:lnTo>
                    <a:pt x="318" y="30"/>
                  </a:lnTo>
                  <a:lnTo>
                    <a:pt x="321" y="30"/>
                  </a:lnTo>
                  <a:lnTo>
                    <a:pt x="324" y="30"/>
                  </a:lnTo>
                  <a:lnTo>
                    <a:pt x="327" y="30"/>
                  </a:lnTo>
                  <a:lnTo>
                    <a:pt x="328" y="30"/>
                  </a:lnTo>
                  <a:lnTo>
                    <a:pt x="330" y="32"/>
                  </a:lnTo>
                  <a:lnTo>
                    <a:pt x="328" y="35"/>
                  </a:lnTo>
                  <a:lnTo>
                    <a:pt x="328" y="36"/>
                  </a:lnTo>
                  <a:lnTo>
                    <a:pt x="328" y="38"/>
                  </a:lnTo>
                  <a:lnTo>
                    <a:pt x="330" y="40"/>
                  </a:lnTo>
                  <a:lnTo>
                    <a:pt x="332" y="40"/>
                  </a:lnTo>
                  <a:lnTo>
                    <a:pt x="333" y="40"/>
                  </a:lnTo>
                  <a:lnTo>
                    <a:pt x="335" y="40"/>
                  </a:lnTo>
                  <a:lnTo>
                    <a:pt x="335" y="41"/>
                  </a:lnTo>
                  <a:lnTo>
                    <a:pt x="335" y="43"/>
                  </a:lnTo>
                  <a:lnTo>
                    <a:pt x="335" y="46"/>
                  </a:lnTo>
                  <a:lnTo>
                    <a:pt x="335" y="47"/>
                  </a:lnTo>
                  <a:lnTo>
                    <a:pt x="330" y="49"/>
                  </a:lnTo>
                  <a:lnTo>
                    <a:pt x="327" y="56"/>
                  </a:lnTo>
                  <a:lnTo>
                    <a:pt x="325" y="66"/>
                  </a:lnTo>
                  <a:lnTo>
                    <a:pt x="324" y="72"/>
                  </a:lnTo>
                  <a:lnTo>
                    <a:pt x="322" y="75"/>
                  </a:lnTo>
                  <a:lnTo>
                    <a:pt x="322" y="76"/>
                  </a:lnTo>
                  <a:lnTo>
                    <a:pt x="322" y="78"/>
                  </a:lnTo>
                  <a:lnTo>
                    <a:pt x="324" y="81"/>
                  </a:lnTo>
                  <a:lnTo>
                    <a:pt x="324" y="84"/>
                  </a:lnTo>
                  <a:lnTo>
                    <a:pt x="325" y="87"/>
                  </a:lnTo>
                  <a:lnTo>
                    <a:pt x="325" y="90"/>
                  </a:lnTo>
                  <a:lnTo>
                    <a:pt x="325" y="93"/>
                  </a:lnTo>
                  <a:lnTo>
                    <a:pt x="324" y="99"/>
                  </a:lnTo>
                  <a:lnTo>
                    <a:pt x="324" y="103"/>
                  </a:lnTo>
                  <a:lnTo>
                    <a:pt x="324" y="109"/>
                  </a:lnTo>
                  <a:lnTo>
                    <a:pt x="327" y="112"/>
                  </a:lnTo>
                  <a:lnTo>
                    <a:pt x="328" y="112"/>
                  </a:lnTo>
                  <a:lnTo>
                    <a:pt x="333" y="112"/>
                  </a:lnTo>
                  <a:lnTo>
                    <a:pt x="335" y="110"/>
                  </a:lnTo>
                  <a:lnTo>
                    <a:pt x="336" y="109"/>
                  </a:lnTo>
                  <a:lnTo>
                    <a:pt x="339" y="106"/>
                  </a:lnTo>
                  <a:lnTo>
                    <a:pt x="341" y="106"/>
                  </a:lnTo>
                  <a:lnTo>
                    <a:pt x="347" y="107"/>
                  </a:lnTo>
                  <a:lnTo>
                    <a:pt x="348" y="107"/>
                  </a:lnTo>
                  <a:lnTo>
                    <a:pt x="350" y="107"/>
                  </a:lnTo>
                  <a:lnTo>
                    <a:pt x="352" y="109"/>
                  </a:lnTo>
                  <a:lnTo>
                    <a:pt x="352" y="110"/>
                  </a:lnTo>
                  <a:lnTo>
                    <a:pt x="353" y="109"/>
                  </a:lnTo>
                  <a:lnTo>
                    <a:pt x="355" y="104"/>
                  </a:lnTo>
                  <a:lnTo>
                    <a:pt x="356" y="99"/>
                  </a:lnTo>
                  <a:lnTo>
                    <a:pt x="358" y="95"/>
                  </a:lnTo>
                  <a:lnTo>
                    <a:pt x="361" y="90"/>
                  </a:lnTo>
                  <a:lnTo>
                    <a:pt x="364" y="89"/>
                  </a:lnTo>
                  <a:lnTo>
                    <a:pt x="367" y="87"/>
                  </a:lnTo>
                  <a:lnTo>
                    <a:pt x="367" y="84"/>
                  </a:lnTo>
                  <a:lnTo>
                    <a:pt x="367" y="79"/>
                  </a:lnTo>
                  <a:lnTo>
                    <a:pt x="368" y="75"/>
                  </a:lnTo>
                  <a:lnTo>
                    <a:pt x="370" y="75"/>
                  </a:lnTo>
                  <a:lnTo>
                    <a:pt x="372" y="73"/>
                  </a:lnTo>
                  <a:lnTo>
                    <a:pt x="373" y="72"/>
                  </a:lnTo>
                  <a:lnTo>
                    <a:pt x="375" y="72"/>
                  </a:lnTo>
                  <a:lnTo>
                    <a:pt x="375" y="70"/>
                  </a:lnTo>
                  <a:lnTo>
                    <a:pt x="375" y="69"/>
                  </a:lnTo>
                  <a:lnTo>
                    <a:pt x="373" y="67"/>
                  </a:lnTo>
                  <a:lnTo>
                    <a:pt x="370" y="67"/>
                  </a:lnTo>
                  <a:lnTo>
                    <a:pt x="368" y="67"/>
                  </a:lnTo>
                  <a:lnTo>
                    <a:pt x="368" y="66"/>
                  </a:lnTo>
                  <a:lnTo>
                    <a:pt x="368" y="64"/>
                  </a:lnTo>
                  <a:lnTo>
                    <a:pt x="367" y="63"/>
                  </a:lnTo>
                  <a:lnTo>
                    <a:pt x="364" y="63"/>
                  </a:lnTo>
                  <a:lnTo>
                    <a:pt x="364" y="61"/>
                  </a:lnTo>
                  <a:lnTo>
                    <a:pt x="364" y="59"/>
                  </a:lnTo>
                  <a:lnTo>
                    <a:pt x="364" y="58"/>
                  </a:lnTo>
                  <a:lnTo>
                    <a:pt x="365" y="55"/>
                  </a:lnTo>
                  <a:lnTo>
                    <a:pt x="367" y="52"/>
                  </a:lnTo>
                  <a:lnTo>
                    <a:pt x="368" y="49"/>
                  </a:lnTo>
                  <a:lnTo>
                    <a:pt x="370" y="46"/>
                  </a:lnTo>
                  <a:lnTo>
                    <a:pt x="372" y="44"/>
                  </a:lnTo>
                  <a:lnTo>
                    <a:pt x="372" y="44"/>
                  </a:lnTo>
                  <a:lnTo>
                    <a:pt x="372" y="44"/>
                  </a:lnTo>
                  <a:lnTo>
                    <a:pt x="372" y="43"/>
                  </a:lnTo>
                  <a:lnTo>
                    <a:pt x="378" y="47"/>
                  </a:lnTo>
                  <a:lnTo>
                    <a:pt x="382" y="52"/>
                  </a:lnTo>
                  <a:lnTo>
                    <a:pt x="387" y="55"/>
                  </a:lnTo>
                  <a:lnTo>
                    <a:pt x="393" y="59"/>
                  </a:lnTo>
                  <a:lnTo>
                    <a:pt x="395" y="61"/>
                  </a:lnTo>
                  <a:lnTo>
                    <a:pt x="398" y="63"/>
                  </a:lnTo>
                  <a:lnTo>
                    <a:pt x="399" y="64"/>
                  </a:lnTo>
                  <a:lnTo>
                    <a:pt x="402" y="66"/>
                  </a:lnTo>
                  <a:lnTo>
                    <a:pt x="402" y="67"/>
                  </a:lnTo>
                  <a:lnTo>
                    <a:pt x="402" y="70"/>
                  </a:lnTo>
                  <a:lnTo>
                    <a:pt x="402" y="73"/>
                  </a:lnTo>
                  <a:lnTo>
                    <a:pt x="401" y="76"/>
                  </a:lnTo>
                  <a:lnTo>
                    <a:pt x="404" y="75"/>
                  </a:lnTo>
                  <a:lnTo>
                    <a:pt x="407" y="75"/>
                  </a:lnTo>
                  <a:lnTo>
                    <a:pt x="410" y="73"/>
                  </a:lnTo>
                  <a:lnTo>
                    <a:pt x="413" y="73"/>
                  </a:lnTo>
                  <a:lnTo>
                    <a:pt x="416" y="75"/>
                  </a:lnTo>
                  <a:lnTo>
                    <a:pt x="416" y="76"/>
                  </a:lnTo>
                  <a:lnTo>
                    <a:pt x="416" y="78"/>
                  </a:lnTo>
                  <a:lnTo>
                    <a:pt x="418" y="81"/>
                  </a:lnTo>
                  <a:lnTo>
                    <a:pt x="419" y="79"/>
                  </a:lnTo>
                  <a:lnTo>
                    <a:pt x="421" y="79"/>
                  </a:lnTo>
                  <a:lnTo>
                    <a:pt x="422" y="79"/>
                  </a:lnTo>
                  <a:lnTo>
                    <a:pt x="425" y="79"/>
                  </a:lnTo>
                  <a:lnTo>
                    <a:pt x="425" y="83"/>
                  </a:lnTo>
                  <a:lnTo>
                    <a:pt x="425" y="86"/>
                  </a:lnTo>
                  <a:lnTo>
                    <a:pt x="424" y="89"/>
                  </a:lnTo>
                  <a:lnTo>
                    <a:pt x="424" y="90"/>
                  </a:lnTo>
                  <a:lnTo>
                    <a:pt x="422" y="93"/>
                  </a:lnTo>
                  <a:lnTo>
                    <a:pt x="421" y="96"/>
                  </a:lnTo>
                  <a:lnTo>
                    <a:pt x="419" y="98"/>
                  </a:lnTo>
                  <a:lnTo>
                    <a:pt x="418" y="101"/>
                  </a:lnTo>
                  <a:lnTo>
                    <a:pt x="415" y="101"/>
                  </a:lnTo>
                  <a:lnTo>
                    <a:pt x="413" y="101"/>
                  </a:lnTo>
                  <a:lnTo>
                    <a:pt x="411" y="101"/>
                  </a:lnTo>
                  <a:lnTo>
                    <a:pt x="411" y="104"/>
                  </a:lnTo>
                  <a:lnTo>
                    <a:pt x="411" y="107"/>
                  </a:lnTo>
                  <a:lnTo>
                    <a:pt x="413" y="109"/>
                  </a:lnTo>
                  <a:lnTo>
                    <a:pt x="415" y="109"/>
                  </a:lnTo>
                  <a:lnTo>
                    <a:pt x="418" y="110"/>
                  </a:lnTo>
                  <a:lnTo>
                    <a:pt x="419" y="112"/>
                  </a:lnTo>
                  <a:lnTo>
                    <a:pt x="419" y="115"/>
                  </a:lnTo>
                  <a:lnTo>
                    <a:pt x="418" y="116"/>
                  </a:lnTo>
                  <a:lnTo>
                    <a:pt x="418" y="119"/>
                  </a:lnTo>
                  <a:lnTo>
                    <a:pt x="413" y="121"/>
                  </a:lnTo>
                  <a:lnTo>
                    <a:pt x="411" y="123"/>
                  </a:lnTo>
                  <a:lnTo>
                    <a:pt x="410" y="124"/>
                  </a:lnTo>
                  <a:lnTo>
                    <a:pt x="408" y="129"/>
                  </a:lnTo>
                  <a:lnTo>
                    <a:pt x="407" y="132"/>
                  </a:lnTo>
                  <a:lnTo>
                    <a:pt x="405" y="133"/>
                  </a:lnTo>
                  <a:lnTo>
                    <a:pt x="402" y="135"/>
                  </a:lnTo>
                  <a:lnTo>
                    <a:pt x="399" y="135"/>
                  </a:lnTo>
                  <a:lnTo>
                    <a:pt x="395" y="135"/>
                  </a:lnTo>
                  <a:lnTo>
                    <a:pt x="390" y="133"/>
                  </a:lnTo>
                  <a:lnTo>
                    <a:pt x="385" y="133"/>
                  </a:lnTo>
                  <a:lnTo>
                    <a:pt x="382" y="138"/>
                  </a:lnTo>
                  <a:lnTo>
                    <a:pt x="381" y="141"/>
                  </a:lnTo>
                  <a:lnTo>
                    <a:pt x="379" y="141"/>
                  </a:lnTo>
                  <a:lnTo>
                    <a:pt x="378" y="142"/>
                  </a:lnTo>
                  <a:lnTo>
                    <a:pt x="376" y="142"/>
                  </a:lnTo>
                  <a:lnTo>
                    <a:pt x="373" y="142"/>
                  </a:lnTo>
                  <a:lnTo>
                    <a:pt x="372" y="142"/>
                  </a:lnTo>
                  <a:lnTo>
                    <a:pt x="370" y="142"/>
                  </a:lnTo>
                  <a:lnTo>
                    <a:pt x="367" y="144"/>
                  </a:lnTo>
                  <a:lnTo>
                    <a:pt x="364" y="147"/>
                  </a:lnTo>
                  <a:lnTo>
                    <a:pt x="361" y="149"/>
                  </a:lnTo>
                  <a:lnTo>
                    <a:pt x="358" y="152"/>
                  </a:lnTo>
                  <a:lnTo>
                    <a:pt x="356" y="155"/>
                  </a:lnTo>
                  <a:lnTo>
                    <a:pt x="352" y="158"/>
                  </a:lnTo>
                  <a:lnTo>
                    <a:pt x="347" y="162"/>
                  </a:lnTo>
                  <a:lnTo>
                    <a:pt x="345" y="167"/>
                  </a:lnTo>
                  <a:lnTo>
                    <a:pt x="347" y="172"/>
                  </a:lnTo>
                  <a:lnTo>
                    <a:pt x="348" y="176"/>
                  </a:lnTo>
                  <a:lnTo>
                    <a:pt x="348" y="184"/>
                  </a:lnTo>
                  <a:lnTo>
                    <a:pt x="348" y="190"/>
                  </a:lnTo>
                  <a:lnTo>
                    <a:pt x="348" y="196"/>
                  </a:lnTo>
                  <a:lnTo>
                    <a:pt x="348" y="199"/>
                  </a:lnTo>
                  <a:lnTo>
                    <a:pt x="345" y="202"/>
                  </a:lnTo>
                  <a:lnTo>
                    <a:pt x="341" y="204"/>
                  </a:lnTo>
                  <a:lnTo>
                    <a:pt x="338" y="207"/>
                  </a:lnTo>
                  <a:lnTo>
                    <a:pt x="336" y="210"/>
                  </a:lnTo>
                  <a:lnTo>
                    <a:pt x="333" y="215"/>
                  </a:lnTo>
                  <a:lnTo>
                    <a:pt x="332" y="218"/>
                  </a:lnTo>
                  <a:lnTo>
                    <a:pt x="328" y="219"/>
                  </a:lnTo>
                  <a:lnTo>
                    <a:pt x="325" y="219"/>
                  </a:lnTo>
                  <a:lnTo>
                    <a:pt x="321" y="218"/>
                  </a:lnTo>
                  <a:lnTo>
                    <a:pt x="318" y="215"/>
                  </a:lnTo>
                  <a:lnTo>
                    <a:pt x="315" y="213"/>
                  </a:lnTo>
                  <a:lnTo>
                    <a:pt x="316" y="219"/>
                  </a:lnTo>
                  <a:lnTo>
                    <a:pt x="318" y="226"/>
                  </a:lnTo>
                  <a:lnTo>
                    <a:pt x="319" y="230"/>
                  </a:lnTo>
                  <a:lnTo>
                    <a:pt x="319" y="236"/>
                  </a:lnTo>
                  <a:lnTo>
                    <a:pt x="319" y="239"/>
                  </a:lnTo>
                  <a:lnTo>
                    <a:pt x="319" y="244"/>
                  </a:lnTo>
                  <a:lnTo>
                    <a:pt x="318" y="247"/>
                  </a:lnTo>
                  <a:lnTo>
                    <a:pt x="316" y="249"/>
                  </a:lnTo>
                  <a:lnTo>
                    <a:pt x="313" y="250"/>
                  </a:lnTo>
                  <a:lnTo>
                    <a:pt x="312" y="252"/>
                  </a:lnTo>
                  <a:lnTo>
                    <a:pt x="312" y="253"/>
                  </a:lnTo>
                  <a:lnTo>
                    <a:pt x="312" y="258"/>
                  </a:lnTo>
                  <a:lnTo>
                    <a:pt x="312" y="261"/>
                  </a:lnTo>
                  <a:lnTo>
                    <a:pt x="312" y="264"/>
                  </a:lnTo>
                  <a:lnTo>
                    <a:pt x="315" y="264"/>
                  </a:lnTo>
                  <a:lnTo>
                    <a:pt x="318" y="262"/>
                  </a:lnTo>
                  <a:lnTo>
                    <a:pt x="321" y="259"/>
                  </a:lnTo>
                  <a:lnTo>
                    <a:pt x="324" y="258"/>
                  </a:lnTo>
                  <a:lnTo>
                    <a:pt x="327" y="258"/>
                  </a:lnTo>
                  <a:lnTo>
                    <a:pt x="330" y="259"/>
                  </a:lnTo>
                  <a:lnTo>
                    <a:pt x="332" y="262"/>
                  </a:lnTo>
                  <a:lnTo>
                    <a:pt x="332" y="264"/>
                  </a:lnTo>
                  <a:lnTo>
                    <a:pt x="332" y="267"/>
                  </a:lnTo>
                  <a:lnTo>
                    <a:pt x="335" y="269"/>
                  </a:lnTo>
                  <a:lnTo>
                    <a:pt x="338" y="270"/>
                  </a:lnTo>
                  <a:lnTo>
                    <a:pt x="341" y="270"/>
                  </a:lnTo>
                  <a:lnTo>
                    <a:pt x="344" y="269"/>
                  </a:lnTo>
                  <a:lnTo>
                    <a:pt x="347" y="269"/>
                  </a:lnTo>
                  <a:lnTo>
                    <a:pt x="350" y="269"/>
                  </a:lnTo>
                  <a:lnTo>
                    <a:pt x="353" y="270"/>
                  </a:lnTo>
                  <a:lnTo>
                    <a:pt x="355" y="273"/>
                  </a:lnTo>
                  <a:lnTo>
                    <a:pt x="358" y="275"/>
                  </a:lnTo>
                  <a:lnTo>
                    <a:pt x="359" y="275"/>
                  </a:lnTo>
                  <a:lnTo>
                    <a:pt x="362" y="275"/>
                  </a:lnTo>
                  <a:lnTo>
                    <a:pt x="365" y="275"/>
                  </a:lnTo>
                  <a:lnTo>
                    <a:pt x="367" y="275"/>
                  </a:lnTo>
                  <a:lnTo>
                    <a:pt x="370" y="276"/>
                  </a:lnTo>
                  <a:lnTo>
                    <a:pt x="373" y="276"/>
                  </a:lnTo>
                  <a:lnTo>
                    <a:pt x="376" y="278"/>
                  </a:lnTo>
                  <a:lnTo>
                    <a:pt x="379" y="279"/>
                  </a:lnTo>
                  <a:lnTo>
                    <a:pt x="381" y="281"/>
                  </a:lnTo>
                  <a:lnTo>
                    <a:pt x="381" y="281"/>
                  </a:lnTo>
                  <a:lnTo>
                    <a:pt x="382" y="282"/>
                  </a:lnTo>
                  <a:lnTo>
                    <a:pt x="384" y="282"/>
                  </a:lnTo>
                  <a:lnTo>
                    <a:pt x="388" y="285"/>
                  </a:lnTo>
                  <a:lnTo>
                    <a:pt x="395" y="289"/>
                  </a:lnTo>
                  <a:lnTo>
                    <a:pt x="401" y="292"/>
                  </a:lnTo>
                  <a:lnTo>
                    <a:pt x="405" y="290"/>
                  </a:lnTo>
                  <a:lnTo>
                    <a:pt x="410" y="290"/>
                  </a:lnTo>
                  <a:lnTo>
                    <a:pt x="415" y="293"/>
                  </a:lnTo>
                  <a:lnTo>
                    <a:pt x="419" y="295"/>
                  </a:lnTo>
                  <a:lnTo>
                    <a:pt x="422" y="295"/>
                  </a:lnTo>
                  <a:lnTo>
                    <a:pt x="424" y="290"/>
                  </a:lnTo>
                  <a:lnTo>
                    <a:pt x="424" y="282"/>
                  </a:lnTo>
                  <a:lnTo>
                    <a:pt x="424" y="273"/>
                  </a:lnTo>
                  <a:lnTo>
                    <a:pt x="424" y="269"/>
                  </a:lnTo>
                  <a:lnTo>
                    <a:pt x="424" y="265"/>
                  </a:lnTo>
                  <a:lnTo>
                    <a:pt x="422" y="262"/>
                  </a:lnTo>
                  <a:lnTo>
                    <a:pt x="422" y="259"/>
                  </a:lnTo>
                  <a:lnTo>
                    <a:pt x="422" y="258"/>
                  </a:lnTo>
                  <a:lnTo>
                    <a:pt x="424" y="253"/>
                  </a:lnTo>
                  <a:lnTo>
                    <a:pt x="428" y="253"/>
                  </a:lnTo>
                  <a:lnTo>
                    <a:pt x="431" y="253"/>
                  </a:lnTo>
                  <a:lnTo>
                    <a:pt x="436" y="255"/>
                  </a:lnTo>
                  <a:lnTo>
                    <a:pt x="441" y="255"/>
                  </a:lnTo>
                  <a:lnTo>
                    <a:pt x="445" y="255"/>
                  </a:lnTo>
                  <a:lnTo>
                    <a:pt x="450" y="252"/>
                  </a:lnTo>
                  <a:lnTo>
                    <a:pt x="453" y="249"/>
                  </a:lnTo>
                  <a:lnTo>
                    <a:pt x="456" y="247"/>
                  </a:lnTo>
                  <a:lnTo>
                    <a:pt x="459" y="245"/>
                  </a:lnTo>
                  <a:lnTo>
                    <a:pt x="461" y="244"/>
                  </a:lnTo>
                  <a:lnTo>
                    <a:pt x="464" y="245"/>
                  </a:lnTo>
                  <a:lnTo>
                    <a:pt x="462" y="249"/>
                  </a:lnTo>
                  <a:lnTo>
                    <a:pt x="462" y="250"/>
                  </a:lnTo>
                  <a:lnTo>
                    <a:pt x="462" y="253"/>
                  </a:lnTo>
                  <a:lnTo>
                    <a:pt x="465" y="252"/>
                  </a:lnTo>
                  <a:lnTo>
                    <a:pt x="468" y="250"/>
                  </a:lnTo>
                  <a:lnTo>
                    <a:pt x="468" y="247"/>
                  </a:lnTo>
                  <a:lnTo>
                    <a:pt x="468" y="244"/>
                  </a:lnTo>
                  <a:lnTo>
                    <a:pt x="470" y="242"/>
                  </a:lnTo>
                  <a:lnTo>
                    <a:pt x="471" y="242"/>
                  </a:lnTo>
                  <a:lnTo>
                    <a:pt x="473" y="241"/>
                  </a:lnTo>
                  <a:lnTo>
                    <a:pt x="473" y="239"/>
                  </a:lnTo>
                  <a:lnTo>
                    <a:pt x="474" y="238"/>
                  </a:lnTo>
                  <a:lnTo>
                    <a:pt x="476" y="238"/>
                  </a:lnTo>
                  <a:lnTo>
                    <a:pt x="478" y="238"/>
                  </a:lnTo>
                  <a:lnTo>
                    <a:pt x="479" y="236"/>
                  </a:lnTo>
                  <a:lnTo>
                    <a:pt x="481" y="235"/>
                  </a:lnTo>
                  <a:lnTo>
                    <a:pt x="482" y="235"/>
                  </a:lnTo>
                  <a:lnTo>
                    <a:pt x="482" y="235"/>
                  </a:lnTo>
                  <a:lnTo>
                    <a:pt x="482" y="233"/>
                  </a:lnTo>
                  <a:lnTo>
                    <a:pt x="482" y="233"/>
                  </a:lnTo>
                  <a:lnTo>
                    <a:pt x="485" y="227"/>
                  </a:lnTo>
                  <a:lnTo>
                    <a:pt x="488" y="219"/>
                  </a:lnTo>
                  <a:lnTo>
                    <a:pt x="490" y="212"/>
                  </a:lnTo>
                  <a:lnTo>
                    <a:pt x="490" y="206"/>
                  </a:lnTo>
                  <a:lnTo>
                    <a:pt x="487" y="204"/>
                  </a:lnTo>
                  <a:lnTo>
                    <a:pt x="484" y="204"/>
                  </a:lnTo>
                  <a:lnTo>
                    <a:pt x="481" y="204"/>
                  </a:lnTo>
                  <a:lnTo>
                    <a:pt x="478" y="204"/>
                  </a:lnTo>
                  <a:lnTo>
                    <a:pt x="476" y="202"/>
                  </a:lnTo>
                  <a:lnTo>
                    <a:pt x="473" y="201"/>
                  </a:lnTo>
                  <a:lnTo>
                    <a:pt x="471" y="199"/>
                  </a:lnTo>
                  <a:lnTo>
                    <a:pt x="467" y="199"/>
                  </a:lnTo>
                  <a:lnTo>
                    <a:pt x="467" y="195"/>
                  </a:lnTo>
                  <a:lnTo>
                    <a:pt x="467" y="190"/>
                  </a:lnTo>
                  <a:lnTo>
                    <a:pt x="467" y="186"/>
                  </a:lnTo>
                  <a:lnTo>
                    <a:pt x="468" y="182"/>
                  </a:lnTo>
                  <a:lnTo>
                    <a:pt x="468" y="181"/>
                  </a:lnTo>
                  <a:lnTo>
                    <a:pt x="470" y="178"/>
                  </a:lnTo>
                  <a:lnTo>
                    <a:pt x="470" y="176"/>
                  </a:lnTo>
                  <a:lnTo>
                    <a:pt x="470" y="175"/>
                  </a:lnTo>
                  <a:lnTo>
                    <a:pt x="474" y="173"/>
                  </a:lnTo>
                  <a:lnTo>
                    <a:pt x="481" y="170"/>
                  </a:lnTo>
                  <a:lnTo>
                    <a:pt x="485" y="170"/>
                  </a:lnTo>
                  <a:lnTo>
                    <a:pt x="491" y="170"/>
                  </a:lnTo>
                  <a:lnTo>
                    <a:pt x="497" y="173"/>
                  </a:lnTo>
                  <a:lnTo>
                    <a:pt x="504" y="178"/>
                  </a:lnTo>
                  <a:lnTo>
                    <a:pt x="508" y="182"/>
                  </a:lnTo>
                  <a:lnTo>
                    <a:pt x="517" y="184"/>
                  </a:lnTo>
                  <a:lnTo>
                    <a:pt x="522" y="184"/>
                  </a:lnTo>
                  <a:lnTo>
                    <a:pt x="527" y="186"/>
                  </a:lnTo>
                  <a:lnTo>
                    <a:pt x="531" y="186"/>
                  </a:lnTo>
                  <a:lnTo>
                    <a:pt x="537" y="187"/>
                  </a:lnTo>
                  <a:lnTo>
                    <a:pt x="542" y="187"/>
                  </a:lnTo>
                  <a:lnTo>
                    <a:pt x="545" y="189"/>
                  </a:lnTo>
                  <a:lnTo>
                    <a:pt x="550" y="189"/>
                  </a:lnTo>
                  <a:lnTo>
                    <a:pt x="554" y="187"/>
                  </a:lnTo>
                  <a:lnTo>
                    <a:pt x="559" y="184"/>
                  </a:lnTo>
                  <a:lnTo>
                    <a:pt x="562" y="181"/>
                  </a:lnTo>
                  <a:lnTo>
                    <a:pt x="565" y="178"/>
                  </a:lnTo>
                  <a:lnTo>
                    <a:pt x="568" y="175"/>
                  </a:lnTo>
                  <a:lnTo>
                    <a:pt x="573" y="173"/>
                  </a:lnTo>
                  <a:lnTo>
                    <a:pt x="576" y="173"/>
                  </a:lnTo>
                  <a:lnTo>
                    <a:pt x="579" y="172"/>
                  </a:lnTo>
                  <a:lnTo>
                    <a:pt x="580" y="167"/>
                  </a:lnTo>
                  <a:lnTo>
                    <a:pt x="582" y="162"/>
                  </a:lnTo>
                  <a:lnTo>
                    <a:pt x="582" y="158"/>
                  </a:lnTo>
                  <a:lnTo>
                    <a:pt x="584" y="155"/>
                  </a:lnTo>
                  <a:lnTo>
                    <a:pt x="588" y="152"/>
                  </a:lnTo>
                  <a:lnTo>
                    <a:pt x="591" y="150"/>
                  </a:lnTo>
                  <a:lnTo>
                    <a:pt x="594" y="149"/>
                  </a:lnTo>
                  <a:lnTo>
                    <a:pt x="597" y="146"/>
                  </a:lnTo>
                  <a:lnTo>
                    <a:pt x="600" y="142"/>
                  </a:lnTo>
                  <a:lnTo>
                    <a:pt x="605" y="141"/>
                  </a:lnTo>
                  <a:lnTo>
                    <a:pt x="608" y="139"/>
                  </a:lnTo>
                  <a:lnTo>
                    <a:pt x="611" y="136"/>
                  </a:lnTo>
                  <a:lnTo>
                    <a:pt x="614" y="130"/>
                  </a:lnTo>
                  <a:lnTo>
                    <a:pt x="616" y="130"/>
                  </a:lnTo>
                  <a:lnTo>
                    <a:pt x="616" y="130"/>
                  </a:lnTo>
                  <a:lnTo>
                    <a:pt x="616" y="129"/>
                  </a:lnTo>
                  <a:lnTo>
                    <a:pt x="616" y="129"/>
                  </a:lnTo>
                  <a:lnTo>
                    <a:pt x="617" y="129"/>
                  </a:lnTo>
                  <a:lnTo>
                    <a:pt x="617" y="129"/>
                  </a:lnTo>
                  <a:lnTo>
                    <a:pt x="619" y="129"/>
                  </a:lnTo>
                  <a:lnTo>
                    <a:pt x="619" y="130"/>
                  </a:lnTo>
                  <a:lnTo>
                    <a:pt x="622" y="132"/>
                  </a:lnTo>
                  <a:lnTo>
                    <a:pt x="625" y="135"/>
                  </a:lnTo>
                  <a:lnTo>
                    <a:pt x="630" y="138"/>
                  </a:lnTo>
                  <a:lnTo>
                    <a:pt x="633" y="139"/>
                  </a:lnTo>
                  <a:lnTo>
                    <a:pt x="636" y="138"/>
                  </a:lnTo>
                  <a:lnTo>
                    <a:pt x="639" y="138"/>
                  </a:lnTo>
                  <a:lnTo>
                    <a:pt x="640" y="138"/>
                  </a:lnTo>
                  <a:lnTo>
                    <a:pt x="643" y="138"/>
                  </a:lnTo>
                  <a:lnTo>
                    <a:pt x="645" y="139"/>
                  </a:lnTo>
                  <a:lnTo>
                    <a:pt x="648" y="141"/>
                  </a:lnTo>
                  <a:lnTo>
                    <a:pt x="650" y="142"/>
                  </a:lnTo>
                  <a:lnTo>
                    <a:pt x="651" y="144"/>
                  </a:lnTo>
                  <a:lnTo>
                    <a:pt x="654" y="146"/>
                  </a:lnTo>
                  <a:lnTo>
                    <a:pt x="657" y="149"/>
                  </a:lnTo>
                  <a:lnTo>
                    <a:pt x="659" y="152"/>
                  </a:lnTo>
                  <a:lnTo>
                    <a:pt x="662" y="153"/>
                  </a:lnTo>
                  <a:lnTo>
                    <a:pt x="665" y="152"/>
                  </a:lnTo>
                  <a:lnTo>
                    <a:pt x="666" y="153"/>
                  </a:lnTo>
                  <a:lnTo>
                    <a:pt x="668" y="155"/>
                  </a:lnTo>
                  <a:lnTo>
                    <a:pt x="668" y="159"/>
                  </a:lnTo>
                  <a:lnTo>
                    <a:pt x="665" y="162"/>
                  </a:lnTo>
                  <a:lnTo>
                    <a:pt x="662" y="166"/>
                  </a:lnTo>
                  <a:lnTo>
                    <a:pt x="659" y="170"/>
                  </a:lnTo>
                  <a:lnTo>
                    <a:pt x="657" y="173"/>
                  </a:lnTo>
                  <a:lnTo>
                    <a:pt x="659" y="178"/>
                  </a:lnTo>
                  <a:lnTo>
                    <a:pt x="662" y="181"/>
                  </a:lnTo>
                  <a:lnTo>
                    <a:pt x="663" y="184"/>
                  </a:lnTo>
                  <a:lnTo>
                    <a:pt x="666" y="189"/>
                  </a:lnTo>
                  <a:lnTo>
                    <a:pt x="665" y="193"/>
                  </a:lnTo>
                  <a:lnTo>
                    <a:pt x="660" y="198"/>
                  </a:lnTo>
                  <a:lnTo>
                    <a:pt x="653" y="202"/>
                  </a:lnTo>
                  <a:lnTo>
                    <a:pt x="650" y="209"/>
                  </a:lnTo>
                  <a:lnTo>
                    <a:pt x="650" y="215"/>
                  </a:lnTo>
                  <a:lnTo>
                    <a:pt x="653" y="219"/>
                  </a:lnTo>
                  <a:lnTo>
                    <a:pt x="656" y="226"/>
                  </a:lnTo>
                  <a:lnTo>
                    <a:pt x="659" y="230"/>
                  </a:lnTo>
                  <a:lnTo>
                    <a:pt x="660" y="233"/>
                  </a:lnTo>
                  <a:lnTo>
                    <a:pt x="660" y="236"/>
                  </a:lnTo>
                  <a:lnTo>
                    <a:pt x="660" y="239"/>
                  </a:lnTo>
                  <a:lnTo>
                    <a:pt x="660" y="244"/>
                  </a:lnTo>
                  <a:lnTo>
                    <a:pt x="657" y="249"/>
                  </a:lnTo>
                  <a:lnTo>
                    <a:pt x="654" y="252"/>
                  </a:lnTo>
                  <a:lnTo>
                    <a:pt x="650" y="256"/>
                  </a:lnTo>
                  <a:lnTo>
                    <a:pt x="645" y="259"/>
                  </a:lnTo>
                  <a:lnTo>
                    <a:pt x="643" y="261"/>
                  </a:lnTo>
                  <a:lnTo>
                    <a:pt x="642" y="262"/>
                  </a:lnTo>
                  <a:lnTo>
                    <a:pt x="639" y="262"/>
                  </a:lnTo>
                  <a:lnTo>
                    <a:pt x="637" y="262"/>
                  </a:lnTo>
                  <a:lnTo>
                    <a:pt x="634" y="262"/>
                  </a:lnTo>
                  <a:lnTo>
                    <a:pt x="631" y="262"/>
                  </a:lnTo>
                  <a:lnTo>
                    <a:pt x="628" y="264"/>
                  </a:lnTo>
                  <a:lnTo>
                    <a:pt x="627" y="264"/>
                  </a:lnTo>
                  <a:lnTo>
                    <a:pt x="625" y="267"/>
                  </a:lnTo>
                  <a:lnTo>
                    <a:pt x="623" y="269"/>
                  </a:lnTo>
                  <a:lnTo>
                    <a:pt x="622" y="270"/>
                  </a:lnTo>
                  <a:lnTo>
                    <a:pt x="622" y="273"/>
                  </a:lnTo>
                  <a:lnTo>
                    <a:pt x="619" y="275"/>
                  </a:lnTo>
                  <a:lnTo>
                    <a:pt x="617" y="276"/>
                  </a:lnTo>
                  <a:lnTo>
                    <a:pt x="614" y="278"/>
                  </a:lnTo>
                  <a:lnTo>
                    <a:pt x="613" y="279"/>
                  </a:lnTo>
                  <a:lnTo>
                    <a:pt x="613" y="281"/>
                  </a:lnTo>
                  <a:lnTo>
                    <a:pt x="611" y="282"/>
                  </a:lnTo>
                  <a:lnTo>
                    <a:pt x="611" y="284"/>
                  </a:lnTo>
                  <a:lnTo>
                    <a:pt x="610" y="285"/>
                  </a:lnTo>
                  <a:lnTo>
                    <a:pt x="605" y="292"/>
                  </a:lnTo>
                  <a:lnTo>
                    <a:pt x="600" y="299"/>
                  </a:lnTo>
                  <a:lnTo>
                    <a:pt x="596" y="305"/>
                  </a:lnTo>
                  <a:lnTo>
                    <a:pt x="591" y="313"/>
                  </a:lnTo>
                  <a:lnTo>
                    <a:pt x="590" y="316"/>
                  </a:lnTo>
                  <a:lnTo>
                    <a:pt x="588" y="319"/>
                  </a:lnTo>
                  <a:lnTo>
                    <a:pt x="587" y="321"/>
                  </a:lnTo>
                  <a:lnTo>
                    <a:pt x="584" y="324"/>
                  </a:lnTo>
                  <a:lnTo>
                    <a:pt x="584" y="325"/>
                  </a:lnTo>
                  <a:lnTo>
                    <a:pt x="584" y="325"/>
                  </a:lnTo>
                  <a:lnTo>
                    <a:pt x="584" y="327"/>
                  </a:lnTo>
                  <a:lnTo>
                    <a:pt x="582" y="329"/>
                  </a:lnTo>
                  <a:lnTo>
                    <a:pt x="580" y="333"/>
                  </a:lnTo>
                  <a:lnTo>
                    <a:pt x="577" y="338"/>
                  </a:lnTo>
                  <a:lnTo>
                    <a:pt x="576" y="344"/>
                  </a:lnTo>
                  <a:lnTo>
                    <a:pt x="577" y="348"/>
                  </a:lnTo>
                  <a:lnTo>
                    <a:pt x="582" y="353"/>
                  </a:lnTo>
                  <a:lnTo>
                    <a:pt x="587" y="356"/>
                  </a:lnTo>
                  <a:lnTo>
                    <a:pt x="590" y="359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5"/>
                  </a:lnTo>
                  <a:lnTo>
                    <a:pt x="596" y="365"/>
                  </a:lnTo>
                  <a:lnTo>
                    <a:pt x="597" y="373"/>
                  </a:lnTo>
                  <a:lnTo>
                    <a:pt x="594" y="378"/>
                  </a:lnTo>
                  <a:lnTo>
                    <a:pt x="591" y="382"/>
                  </a:lnTo>
                  <a:lnTo>
                    <a:pt x="587" y="387"/>
                  </a:lnTo>
                  <a:lnTo>
                    <a:pt x="582" y="393"/>
                  </a:lnTo>
                  <a:lnTo>
                    <a:pt x="579" y="398"/>
                  </a:lnTo>
                  <a:lnTo>
                    <a:pt x="576" y="404"/>
                  </a:lnTo>
                  <a:lnTo>
                    <a:pt x="576" y="407"/>
                  </a:lnTo>
                  <a:lnTo>
                    <a:pt x="573" y="407"/>
                  </a:lnTo>
                  <a:lnTo>
                    <a:pt x="562" y="412"/>
                  </a:lnTo>
                  <a:lnTo>
                    <a:pt x="559" y="413"/>
                  </a:lnTo>
                  <a:lnTo>
                    <a:pt x="557" y="413"/>
                  </a:lnTo>
                  <a:lnTo>
                    <a:pt x="554" y="415"/>
                  </a:lnTo>
                  <a:lnTo>
                    <a:pt x="553" y="415"/>
                  </a:lnTo>
                  <a:lnTo>
                    <a:pt x="550" y="413"/>
                  </a:lnTo>
                  <a:lnTo>
                    <a:pt x="545" y="412"/>
                  </a:lnTo>
                  <a:lnTo>
                    <a:pt x="544" y="412"/>
                  </a:lnTo>
                  <a:lnTo>
                    <a:pt x="540" y="412"/>
                  </a:lnTo>
                  <a:lnTo>
                    <a:pt x="534" y="413"/>
                  </a:lnTo>
                  <a:lnTo>
                    <a:pt x="528" y="413"/>
                  </a:lnTo>
                  <a:lnTo>
                    <a:pt x="524" y="415"/>
                  </a:lnTo>
                  <a:lnTo>
                    <a:pt x="511" y="419"/>
                  </a:lnTo>
                  <a:lnTo>
                    <a:pt x="508" y="421"/>
                  </a:lnTo>
                  <a:lnTo>
                    <a:pt x="508" y="424"/>
                  </a:lnTo>
                  <a:lnTo>
                    <a:pt x="507" y="424"/>
                  </a:lnTo>
                  <a:lnTo>
                    <a:pt x="497" y="427"/>
                  </a:lnTo>
                  <a:lnTo>
                    <a:pt x="491" y="433"/>
                  </a:lnTo>
                  <a:lnTo>
                    <a:pt x="488" y="435"/>
                  </a:lnTo>
                  <a:lnTo>
                    <a:pt x="484" y="435"/>
                  </a:lnTo>
                  <a:lnTo>
                    <a:pt x="474" y="436"/>
                  </a:lnTo>
                  <a:lnTo>
                    <a:pt x="471" y="436"/>
                  </a:lnTo>
                  <a:lnTo>
                    <a:pt x="468" y="439"/>
                  </a:lnTo>
                  <a:lnTo>
                    <a:pt x="467" y="441"/>
                  </a:lnTo>
                  <a:lnTo>
                    <a:pt x="465" y="441"/>
                  </a:lnTo>
                  <a:lnTo>
                    <a:pt x="462" y="442"/>
                  </a:lnTo>
                  <a:lnTo>
                    <a:pt x="462" y="442"/>
                  </a:lnTo>
                  <a:lnTo>
                    <a:pt x="461" y="442"/>
                  </a:lnTo>
                  <a:lnTo>
                    <a:pt x="461" y="442"/>
                  </a:lnTo>
                  <a:lnTo>
                    <a:pt x="461" y="442"/>
                  </a:lnTo>
                  <a:lnTo>
                    <a:pt x="454" y="444"/>
                  </a:lnTo>
                  <a:lnTo>
                    <a:pt x="448" y="445"/>
                  </a:lnTo>
                  <a:lnTo>
                    <a:pt x="436" y="448"/>
                  </a:lnTo>
                  <a:lnTo>
                    <a:pt x="434" y="448"/>
                  </a:lnTo>
                  <a:lnTo>
                    <a:pt x="434" y="448"/>
                  </a:lnTo>
                  <a:lnTo>
                    <a:pt x="434" y="448"/>
                  </a:lnTo>
                  <a:lnTo>
                    <a:pt x="434" y="448"/>
                  </a:lnTo>
                  <a:lnTo>
                    <a:pt x="430" y="450"/>
                  </a:lnTo>
                  <a:lnTo>
                    <a:pt x="424" y="451"/>
                  </a:lnTo>
                  <a:lnTo>
                    <a:pt x="419" y="455"/>
                  </a:lnTo>
                  <a:lnTo>
                    <a:pt x="418" y="459"/>
                  </a:lnTo>
                  <a:lnTo>
                    <a:pt x="418" y="462"/>
                  </a:lnTo>
                  <a:lnTo>
                    <a:pt x="419" y="468"/>
                  </a:lnTo>
                  <a:lnTo>
                    <a:pt x="419" y="473"/>
                  </a:lnTo>
                  <a:lnTo>
                    <a:pt x="422" y="475"/>
                  </a:lnTo>
                  <a:lnTo>
                    <a:pt x="424" y="475"/>
                  </a:lnTo>
                  <a:lnTo>
                    <a:pt x="425" y="476"/>
                  </a:lnTo>
                  <a:lnTo>
                    <a:pt x="425" y="476"/>
                  </a:lnTo>
                  <a:lnTo>
                    <a:pt x="425" y="478"/>
                  </a:lnTo>
                  <a:lnTo>
                    <a:pt x="428" y="478"/>
                  </a:lnTo>
                  <a:lnTo>
                    <a:pt x="430" y="478"/>
                  </a:lnTo>
                  <a:lnTo>
                    <a:pt x="433" y="476"/>
                  </a:lnTo>
                  <a:lnTo>
                    <a:pt x="434" y="476"/>
                  </a:lnTo>
                  <a:lnTo>
                    <a:pt x="436" y="476"/>
                  </a:lnTo>
                  <a:lnTo>
                    <a:pt x="436" y="475"/>
                  </a:lnTo>
                  <a:lnTo>
                    <a:pt x="438" y="475"/>
                  </a:lnTo>
                  <a:lnTo>
                    <a:pt x="439" y="475"/>
                  </a:lnTo>
                  <a:lnTo>
                    <a:pt x="442" y="475"/>
                  </a:lnTo>
                  <a:lnTo>
                    <a:pt x="445" y="475"/>
                  </a:lnTo>
                  <a:lnTo>
                    <a:pt x="447" y="478"/>
                  </a:lnTo>
                  <a:lnTo>
                    <a:pt x="450" y="479"/>
                  </a:lnTo>
                  <a:lnTo>
                    <a:pt x="451" y="479"/>
                  </a:lnTo>
                  <a:lnTo>
                    <a:pt x="453" y="479"/>
                  </a:lnTo>
                  <a:lnTo>
                    <a:pt x="456" y="479"/>
                  </a:lnTo>
                  <a:lnTo>
                    <a:pt x="458" y="479"/>
                  </a:lnTo>
                  <a:lnTo>
                    <a:pt x="461" y="479"/>
                  </a:lnTo>
                  <a:lnTo>
                    <a:pt x="462" y="479"/>
                  </a:lnTo>
                  <a:lnTo>
                    <a:pt x="465" y="479"/>
                  </a:lnTo>
                  <a:lnTo>
                    <a:pt x="468" y="479"/>
                  </a:lnTo>
                  <a:lnTo>
                    <a:pt x="468" y="479"/>
                  </a:lnTo>
                  <a:lnTo>
                    <a:pt x="470" y="481"/>
                  </a:lnTo>
                  <a:lnTo>
                    <a:pt x="470" y="481"/>
                  </a:lnTo>
                  <a:lnTo>
                    <a:pt x="470" y="482"/>
                  </a:lnTo>
                  <a:lnTo>
                    <a:pt x="470" y="484"/>
                  </a:lnTo>
                  <a:lnTo>
                    <a:pt x="470" y="48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3" y="491"/>
                  </a:lnTo>
                  <a:lnTo>
                    <a:pt x="474" y="493"/>
                  </a:lnTo>
                  <a:lnTo>
                    <a:pt x="478" y="495"/>
                  </a:lnTo>
                  <a:lnTo>
                    <a:pt x="479" y="496"/>
                  </a:lnTo>
                  <a:lnTo>
                    <a:pt x="478" y="496"/>
                  </a:lnTo>
                  <a:lnTo>
                    <a:pt x="478" y="498"/>
                  </a:lnTo>
                  <a:lnTo>
                    <a:pt x="476" y="499"/>
                  </a:lnTo>
                  <a:lnTo>
                    <a:pt x="474" y="499"/>
                  </a:lnTo>
                  <a:lnTo>
                    <a:pt x="471" y="501"/>
                  </a:lnTo>
                  <a:lnTo>
                    <a:pt x="465" y="501"/>
                  </a:lnTo>
                  <a:lnTo>
                    <a:pt x="462" y="502"/>
                  </a:lnTo>
                  <a:lnTo>
                    <a:pt x="461" y="508"/>
                  </a:lnTo>
                  <a:lnTo>
                    <a:pt x="461" y="511"/>
                  </a:lnTo>
                  <a:lnTo>
                    <a:pt x="462" y="515"/>
                  </a:lnTo>
                  <a:lnTo>
                    <a:pt x="462" y="518"/>
                  </a:lnTo>
                  <a:lnTo>
                    <a:pt x="462" y="521"/>
                  </a:lnTo>
                  <a:lnTo>
                    <a:pt x="464" y="522"/>
                  </a:lnTo>
                  <a:lnTo>
                    <a:pt x="464" y="525"/>
                  </a:lnTo>
                  <a:lnTo>
                    <a:pt x="465" y="527"/>
                  </a:lnTo>
                  <a:lnTo>
                    <a:pt x="467" y="528"/>
                  </a:lnTo>
                  <a:lnTo>
                    <a:pt x="467" y="528"/>
                  </a:lnTo>
                  <a:lnTo>
                    <a:pt x="468" y="530"/>
                  </a:lnTo>
                  <a:lnTo>
                    <a:pt x="468" y="530"/>
                  </a:lnTo>
                  <a:lnTo>
                    <a:pt x="470" y="530"/>
                  </a:lnTo>
                  <a:lnTo>
                    <a:pt x="470" y="533"/>
                  </a:lnTo>
                  <a:lnTo>
                    <a:pt x="470" y="535"/>
                  </a:lnTo>
                  <a:lnTo>
                    <a:pt x="471" y="536"/>
                  </a:lnTo>
                  <a:lnTo>
                    <a:pt x="471" y="538"/>
                  </a:lnTo>
                  <a:lnTo>
                    <a:pt x="473" y="541"/>
                  </a:lnTo>
                  <a:lnTo>
                    <a:pt x="473" y="542"/>
                  </a:lnTo>
                  <a:lnTo>
                    <a:pt x="473" y="545"/>
                  </a:lnTo>
                  <a:lnTo>
                    <a:pt x="473" y="548"/>
                  </a:lnTo>
                  <a:lnTo>
                    <a:pt x="473" y="550"/>
                  </a:lnTo>
                  <a:lnTo>
                    <a:pt x="473" y="551"/>
                  </a:lnTo>
                  <a:lnTo>
                    <a:pt x="473" y="553"/>
                  </a:lnTo>
                  <a:lnTo>
                    <a:pt x="471" y="553"/>
                  </a:lnTo>
                  <a:lnTo>
                    <a:pt x="473" y="561"/>
                  </a:lnTo>
                  <a:lnTo>
                    <a:pt x="479" y="562"/>
                  </a:lnTo>
                  <a:lnTo>
                    <a:pt x="487" y="561"/>
                  </a:lnTo>
                  <a:lnTo>
                    <a:pt x="493" y="558"/>
                  </a:lnTo>
                  <a:lnTo>
                    <a:pt x="494" y="559"/>
                  </a:lnTo>
                  <a:lnTo>
                    <a:pt x="496" y="559"/>
                  </a:lnTo>
                  <a:lnTo>
                    <a:pt x="496" y="561"/>
                  </a:lnTo>
                  <a:lnTo>
                    <a:pt x="496" y="561"/>
                  </a:lnTo>
                  <a:lnTo>
                    <a:pt x="497" y="564"/>
                  </a:lnTo>
                  <a:lnTo>
                    <a:pt x="497" y="567"/>
                  </a:lnTo>
                  <a:lnTo>
                    <a:pt x="499" y="570"/>
                  </a:lnTo>
                  <a:lnTo>
                    <a:pt x="499" y="571"/>
                  </a:lnTo>
                  <a:lnTo>
                    <a:pt x="502" y="573"/>
                  </a:lnTo>
                  <a:lnTo>
                    <a:pt x="504" y="573"/>
                  </a:lnTo>
                  <a:lnTo>
                    <a:pt x="505" y="573"/>
                  </a:lnTo>
                  <a:lnTo>
                    <a:pt x="504" y="576"/>
                  </a:lnTo>
                  <a:lnTo>
                    <a:pt x="502" y="578"/>
                  </a:lnTo>
                  <a:lnTo>
                    <a:pt x="499" y="579"/>
                  </a:lnTo>
                  <a:lnTo>
                    <a:pt x="497" y="581"/>
                  </a:lnTo>
                  <a:lnTo>
                    <a:pt x="496" y="584"/>
                  </a:lnTo>
                  <a:lnTo>
                    <a:pt x="496" y="585"/>
                  </a:lnTo>
                  <a:lnTo>
                    <a:pt x="496" y="585"/>
                  </a:lnTo>
                  <a:lnTo>
                    <a:pt x="496" y="587"/>
                  </a:lnTo>
                  <a:lnTo>
                    <a:pt x="496" y="588"/>
                  </a:lnTo>
                  <a:lnTo>
                    <a:pt x="496" y="590"/>
                  </a:lnTo>
                  <a:lnTo>
                    <a:pt x="494" y="591"/>
                  </a:lnTo>
                  <a:lnTo>
                    <a:pt x="493" y="591"/>
                  </a:lnTo>
                  <a:lnTo>
                    <a:pt x="493" y="593"/>
                  </a:lnTo>
                  <a:lnTo>
                    <a:pt x="491" y="596"/>
                  </a:lnTo>
                  <a:lnTo>
                    <a:pt x="488" y="599"/>
                  </a:lnTo>
                  <a:lnTo>
                    <a:pt x="487" y="602"/>
                  </a:lnTo>
                  <a:lnTo>
                    <a:pt x="484" y="604"/>
                  </a:lnTo>
                  <a:lnTo>
                    <a:pt x="484" y="604"/>
                  </a:lnTo>
                  <a:lnTo>
                    <a:pt x="482" y="602"/>
                  </a:lnTo>
                  <a:lnTo>
                    <a:pt x="482" y="601"/>
                  </a:lnTo>
                  <a:lnTo>
                    <a:pt x="482" y="601"/>
                  </a:lnTo>
                  <a:lnTo>
                    <a:pt x="479" y="599"/>
                  </a:lnTo>
                  <a:lnTo>
                    <a:pt x="474" y="598"/>
                  </a:lnTo>
                  <a:lnTo>
                    <a:pt x="471" y="598"/>
                  </a:lnTo>
                  <a:lnTo>
                    <a:pt x="468" y="599"/>
                  </a:lnTo>
                  <a:lnTo>
                    <a:pt x="467" y="599"/>
                  </a:lnTo>
                  <a:lnTo>
                    <a:pt x="467" y="601"/>
                  </a:lnTo>
                  <a:lnTo>
                    <a:pt x="465" y="602"/>
                  </a:lnTo>
                  <a:lnTo>
                    <a:pt x="465" y="602"/>
                  </a:lnTo>
                  <a:lnTo>
                    <a:pt x="462" y="602"/>
                  </a:lnTo>
                  <a:lnTo>
                    <a:pt x="461" y="604"/>
                  </a:lnTo>
                  <a:lnTo>
                    <a:pt x="459" y="604"/>
                  </a:lnTo>
                  <a:lnTo>
                    <a:pt x="458" y="604"/>
                  </a:lnTo>
                  <a:lnTo>
                    <a:pt x="453" y="605"/>
                  </a:lnTo>
                  <a:lnTo>
                    <a:pt x="450" y="607"/>
                  </a:lnTo>
                  <a:lnTo>
                    <a:pt x="447" y="608"/>
                  </a:lnTo>
                  <a:lnTo>
                    <a:pt x="444" y="611"/>
                  </a:lnTo>
                  <a:lnTo>
                    <a:pt x="442" y="614"/>
                  </a:lnTo>
                  <a:lnTo>
                    <a:pt x="441" y="621"/>
                  </a:lnTo>
                  <a:lnTo>
                    <a:pt x="439" y="625"/>
                  </a:lnTo>
                  <a:lnTo>
                    <a:pt x="438" y="628"/>
                  </a:lnTo>
                  <a:lnTo>
                    <a:pt x="433" y="631"/>
                  </a:lnTo>
                  <a:lnTo>
                    <a:pt x="430" y="633"/>
                  </a:lnTo>
                  <a:lnTo>
                    <a:pt x="425" y="634"/>
                  </a:lnTo>
                  <a:lnTo>
                    <a:pt x="421" y="636"/>
                  </a:lnTo>
                  <a:lnTo>
                    <a:pt x="419" y="636"/>
                  </a:lnTo>
                  <a:lnTo>
                    <a:pt x="416" y="637"/>
                  </a:lnTo>
                  <a:lnTo>
                    <a:pt x="415" y="639"/>
                  </a:lnTo>
                  <a:lnTo>
                    <a:pt x="411" y="641"/>
                  </a:lnTo>
                  <a:lnTo>
                    <a:pt x="411" y="641"/>
                  </a:lnTo>
                  <a:lnTo>
                    <a:pt x="411" y="642"/>
                  </a:lnTo>
                  <a:lnTo>
                    <a:pt x="411" y="645"/>
                  </a:lnTo>
                  <a:lnTo>
                    <a:pt x="410" y="647"/>
                  </a:lnTo>
                  <a:lnTo>
                    <a:pt x="408" y="648"/>
                  </a:lnTo>
                  <a:lnTo>
                    <a:pt x="405" y="647"/>
                  </a:lnTo>
                  <a:lnTo>
                    <a:pt x="402" y="644"/>
                  </a:lnTo>
                  <a:lnTo>
                    <a:pt x="401" y="641"/>
                  </a:lnTo>
                  <a:lnTo>
                    <a:pt x="398" y="639"/>
                  </a:lnTo>
                  <a:lnTo>
                    <a:pt x="396" y="639"/>
                  </a:lnTo>
                  <a:lnTo>
                    <a:pt x="393" y="639"/>
                  </a:lnTo>
                  <a:lnTo>
                    <a:pt x="391" y="636"/>
                  </a:lnTo>
                  <a:lnTo>
                    <a:pt x="388" y="633"/>
                  </a:lnTo>
                  <a:lnTo>
                    <a:pt x="387" y="631"/>
                  </a:lnTo>
                  <a:lnTo>
                    <a:pt x="384" y="633"/>
                  </a:lnTo>
                  <a:lnTo>
                    <a:pt x="382" y="636"/>
                  </a:lnTo>
                  <a:lnTo>
                    <a:pt x="381" y="637"/>
                  </a:lnTo>
                  <a:lnTo>
                    <a:pt x="379" y="641"/>
                  </a:lnTo>
                  <a:lnTo>
                    <a:pt x="378" y="644"/>
                  </a:lnTo>
                  <a:lnTo>
                    <a:pt x="376" y="645"/>
                  </a:lnTo>
                  <a:lnTo>
                    <a:pt x="373" y="645"/>
                  </a:lnTo>
                  <a:lnTo>
                    <a:pt x="370" y="645"/>
                  </a:lnTo>
                  <a:lnTo>
                    <a:pt x="367" y="645"/>
                  </a:lnTo>
                  <a:lnTo>
                    <a:pt x="364" y="645"/>
                  </a:lnTo>
                  <a:lnTo>
                    <a:pt x="362" y="645"/>
                  </a:lnTo>
                  <a:lnTo>
                    <a:pt x="359" y="645"/>
                  </a:lnTo>
                  <a:lnTo>
                    <a:pt x="358" y="645"/>
                  </a:lnTo>
                  <a:lnTo>
                    <a:pt x="355" y="647"/>
                  </a:lnTo>
                  <a:lnTo>
                    <a:pt x="355" y="642"/>
                  </a:lnTo>
                  <a:lnTo>
                    <a:pt x="353" y="637"/>
                  </a:lnTo>
                  <a:lnTo>
                    <a:pt x="352" y="633"/>
                  </a:lnTo>
                  <a:lnTo>
                    <a:pt x="348" y="630"/>
                  </a:lnTo>
                  <a:lnTo>
                    <a:pt x="348" y="625"/>
                  </a:lnTo>
                  <a:lnTo>
                    <a:pt x="350" y="619"/>
                  </a:lnTo>
                  <a:lnTo>
                    <a:pt x="352" y="613"/>
                  </a:lnTo>
                  <a:lnTo>
                    <a:pt x="353" y="608"/>
                  </a:lnTo>
                  <a:lnTo>
                    <a:pt x="352" y="605"/>
                  </a:lnTo>
                  <a:lnTo>
                    <a:pt x="352" y="602"/>
                  </a:lnTo>
                  <a:lnTo>
                    <a:pt x="350" y="599"/>
                  </a:lnTo>
                  <a:lnTo>
                    <a:pt x="350" y="596"/>
                  </a:lnTo>
                  <a:lnTo>
                    <a:pt x="352" y="594"/>
                  </a:lnTo>
                  <a:lnTo>
                    <a:pt x="352" y="593"/>
                  </a:lnTo>
                  <a:lnTo>
                    <a:pt x="353" y="591"/>
                  </a:lnTo>
                  <a:lnTo>
                    <a:pt x="353" y="588"/>
                  </a:lnTo>
                  <a:lnTo>
                    <a:pt x="352" y="588"/>
                  </a:lnTo>
                  <a:lnTo>
                    <a:pt x="350" y="587"/>
                  </a:lnTo>
                  <a:lnTo>
                    <a:pt x="348" y="585"/>
                  </a:lnTo>
                  <a:lnTo>
                    <a:pt x="347" y="585"/>
                  </a:lnTo>
                  <a:lnTo>
                    <a:pt x="345" y="584"/>
                  </a:lnTo>
                  <a:lnTo>
                    <a:pt x="345" y="582"/>
                  </a:lnTo>
                  <a:lnTo>
                    <a:pt x="344" y="581"/>
                  </a:lnTo>
                  <a:lnTo>
                    <a:pt x="344" y="579"/>
                  </a:lnTo>
                  <a:lnTo>
                    <a:pt x="341" y="576"/>
                  </a:lnTo>
                  <a:lnTo>
                    <a:pt x="338" y="574"/>
                  </a:lnTo>
                  <a:lnTo>
                    <a:pt x="336" y="573"/>
                  </a:lnTo>
                  <a:lnTo>
                    <a:pt x="335" y="570"/>
                  </a:lnTo>
                  <a:lnTo>
                    <a:pt x="333" y="567"/>
                  </a:lnTo>
                  <a:lnTo>
                    <a:pt x="332" y="562"/>
                  </a:lnTo>
                  <a:lnTo>
                    <a:pt x="330" y="559"/>
                  </a:lnTo>
                  <a:lnTo>
                    <a:pt x="328" y="556"/>
                  </a:lnTo>
                  <a:lnTo>
                    <a:pt x="324" y="559"/>
                  </a:lnTo>
                  <a:lnTo>
                    <a:pt x="321" y="562"/>
                  </a:lnTo>
                  <a:lnTo>
                    <a:pt x="318" y="567"/>
                  </a:lnTo>
                  <a:lnTo>
                    <a:pt x="313" y="568"/>
                  </a:lnTo>
                  <a:lnTo>
                    <a:pt x="310" y="570"/>
                  </a:lnTo>
                  <a:lnTo>
                    <a:pt x="309" y="570"/>
                  </a:lnTo>
                  <a:lnTo>
                    <a:pt x="305" y="570"/>
                  </a:lnTo>
                  <a:lnTo>
                    <a:pt x="304" y="570"/>
                  </a:lnTo>
                  <a:lnTo>
                    <a:pt x="301" y="573"/>
                  </a:lnTo>
                  <a:lnTo>
                    <a:pt x="298" y="574"/>
                  </a:lnTo>
                  <a:lnTo>
                    <a:pt x="296" y="573"/>
                  </a:lnTo>
                  <a:lnTo>
                    <a:pt x="292" y="571"/>
                  </a:lnTo>
                  <a:lnTo>
                    <a:pt x="289" y="570"/>
                  </a:lnTo>
                  <a:lnTo>
                    <a:pt x="285" y="570"/>
                  </a:lnTo>
                  <a:lnTo>
                    <a:pt x="282" y="568"/>
                  </a:lnTo>
                  <a:lnTo>
                    <a:pt x="281" y="567"/>
                  </a:lnTo>
                  <a:lnTo>
                    <a:pt x="276" y="564"/>
                  </a:lnTo>
                  <a:lnTo>
                    <a:pt x="272" y="561"/>
                  </a:lnTo>
                  <a:lnTo>
                    <a:pt x="269" y="559"/>
                  </a:lnTo>
                  <a:lnTo>
                    <a:pt x="264" y="556"/>
                  </a:lnTo>
                  <a:lnTo>
                    <a:pt x="264" y="556"/>
                  </a:lnTo>
                  <a:lnTo>
                    <a:pt x="264" y="554"/>
                  </a:lnTo>
                  <a:lnTo>
                    <a:pt x="264" y="554"/>
                  </a:lnTo>
                  <a:lnTo>
                    <a:pt x="264" y="553"/>
                  </a:lnTo>
                  <a:lnTo>
                    <a:pt x="264" y="553"/>
                  </a:lnTo>
                  <a:lnTo>
                    <a:pt x="264" y="551"/>
                  </a:lnTo>
                  <a:lnTo>
                    <a:pt x="262" y="551"/>
                  </a:lnTo>
                  <a:lnTo>
                    <a:pt x="262" y="550"/>
                  </a:lnTo>
                  <a:lnTo>
                    <a:pt x="261" y="553"/>
                  </a:lnTo>
                  <a:lnTo>
                    <a:pt x="259" y="554"/>
                  </a:lnTo>
                  <a:lnTo>
                    <a:pt x="258" y="556"/>
                  </a:lnTo>
                  <a:lnTo>
                    <a:pt x="255" y="559"/>
                  </a:lnTo>
                  <a:lnTo>
                    <a:pt x="252" y="561"/>
                  </a:lnTo>
                  <a:lnTo>
                    <a:pt x="250" y="564"/>
                  </a:lnTo>
                  <a:lnTo>
                    <a:pt x="249" y="567"/>
                  </a:lnTo>
                  <a:lnTo>
                    <a:pt x="249" y="571"/>
                  </a:lnTo>
                  <a:lnTo>
                    <a:pt x="247" y="574"/>
                  </a:lnTo>
                  <a:lnTo>
                    <a:pt x="246" y="576"/>
                  </a:lnTo>
                  <a:lnTo>
                    <a:pt x="244" y="576"/>
                  </a:lnTo>
                  <a:lnTo>
                    <a:pt x="241" y="579"/>
                  </a:lnTo>
                  <a:lnTo>
                    <a:pt x="241" y="582"/>
                  </a:lnTo>
                  <a:lnTo>
                    <a:pt x="239" y="585"/>
                  </a:lnTo>
                  <a:lnTo>
                    <a:pt x="238" y="587"/>
                  </a:lnTo>
                  <a:lnTo>
                    <a:pt x="235" y="587"/>
                  </a:lnTo>
                  <a:lnTo>
                    <a:pt x="232" y="587"/>
                  </a:lnTo>
                  <a:lnTo>
                    <a:pt x="229" y="588"/>
                  </a:lnTo>
                  <a:lnTo>
                    <a:pt x="226" y="590"/>
                  </a:lnTo>
                  <a:lnTo>
                    <a:pt x="222" y="591"/>
                  </a:lnTo>
                  <a:lnTo>
                    <a:pt x="221" y="593"/>
                  </a:lnTo>
                  <a:lnTo>
                    <a:pt x="219" y="593"/>
                  </a:lnTo>
                  <a:lnTo>
                    <a:pt x="218" y="593"/>
                  </a:lnTo>
                  <a:lnTo>
                    <a:pt x="216" y="593"/>
                  </a:lnTo>
                  <a:lnTo>
                    <a:pt x="215" y="594"/>
                  </a:lnTo>
                  <a:lnTo>
                    <a:pt x="213" y="594"/>
                  </a:lnTo>
                  <a:lnTo>
                    <a:pt x="210" y="596"/>
                  </a:lnTo>
                  <a:lnTo>
                    <a:pt x="209" y="596"/>
                  </a:lnTo>
                  <a:lnTo>
                    <a:pt x="207" y="594"/>
                  </a:lnTo>
                  <a:lnTo>
                    <a:pt x="206" y="593"/>
                  </a:lnTo>
                  <a:lnTo>
                    <a:pt x="204" y="593"/>
                  </a:lnTo>
                  <a:lnTo>
                    <a:pt x="203" y="593"/>
                  </a:lnTo>
                  <a:lnTo>
                    <a:pt x="201" y="594"/>
                  </a:lnTo>
                  <a:lnTo>
                    <a:pt x="199" y="594"/>
                  </a:lnTo>
                  <a:lnTo>
                    <a:pt x="199" y="596"/>
                  </a:lnTo>
                  <a:lnTo>
                    <a:pt x="198" y="598"/>
                  </a:lnTo>
                  <a:lnTo>
                    <a:pt x="198" y="598"/>
                  </a:lnTo>
                  <a:lnTo>
                    <a:pt x="198" y="599"/>
                  </a:lnTo>
                  <a:lnTo>
                    <a:pt x="198" y="601"/>
                  </a:lnTo>
                  <a:lnTo>
                    <a:pt x="198" y="602"/>
                  </a:lnTo>
                  <a:lnTo>
                    <a:pt x="196" y="602"/>
                  </a:lnTo>
                  <a:lnTo>
                    <a:pt x="195" y="601"/>
                  </a:lnTo>
                  <a:lnTo>
                    <a:pt x="193" y="601"/>
                  </a:lnTo>
                  <a:lnTo>
                    <a:pt x="192" y="599"/>
                  </a:lnTo>
                  <a:lnTo>
                    <a:pt x="187" y="599"/>
                  </a:lnTo>
                  <a:lnTo>
                    <a:pt x="186" y="599"/>
                  </a:lnTo>
                  <a:lnTo>
                    <a:pt x="186" y="601"/>
                  </a:lnTo>
                  <a:lnTo>
                    <a:pt x="184" y="605"/>
                  </a:lnTo>
                  <a:lnTo>
                    <a:pt x="181" y="608"/>
                  </a:lnTo>
                  <a:lnTo>
                    <a:pt x="179" y="610"/>
                  </a:lnTo>
                  <a:lnTo>
                    <a:pt x="176" y="611"/>
                  </a:lnTo>
                  <a:lnTo>
                    <a:pt x="176" y="616"/>
                  </a:lnTo>
                  <a:lnTo>
                    <a:pt x="170" y="614"/>
                  </a:lnTo>
                  <a:lnTo>
                    <a:pt x="164" y="611"/>
                  </a:lnTo>
                  <a:lnTo>
                    <a:pt x="163" y="610"/>
                  </a:lnTo>
                  <a:lnTo>
                    <a:pt x="161" y="608"/>
                  </a:lnTo>
                  <a:lnTo>
                    <a:pt x="161" y="607"/>
                  </a:lnTo>
                  <a:lnTo>
                    <a:pt x="160" y="605"/>
                  </a:lnTo>
                  <a:lnTo>
                    <a:pt x="158" y="605"/>
                  </a:lnTo>
                  <a:lnTo>
                    <a:pt x="156" y="605"/>
                  </a:lnTo>
                  <a:lnTo>
                    <a:pt x="155" y="604"/>
                  </a:lnTo>
                  <a:lnTo>
                    <a:pt x="155" y="604"/>
                  </a:lnTo>
                  <a:lnTo>
                    <a:pt x="155" y="602"/>
                  </a:lnTo>
                  <a:lnTo>
                    <a:pt x="153" y="602"/>
                  </a:lnTo>
                  <a:lnTo>
                    <a:pt x="152" y="602"/>
                  </a:lnTo>
                  <a:lnTo>
                    <a:pt x="147" y="604"/>
                  </a:lnTo>
                  <a:lnTo>
                    <a:pt x="144" y="604"/>
                  </a:lnTo>
                  <a:lnTo>
                    <a:pt x="143" y="602"/>
                  </a:lnTo>
                  <a:lnTo>
                    <a:pt x="143" y="598"/>
                  </a:lnTo>
                  <a:lnTo>
                    <a:pt x="144" y="593"/>
                  </a:lnTo>
                  <a:lnTo>
                    <a:pt x="144" y="591"/>
                  </a:lnTo>
                  <a:lnTo>
                    <a:pt x="141" y="590"/>
                  </a:lnTo>
                  <a:lnTo>
                    <a:pt x="140" y="591"/>
                  </a:lnTo>
                  <a:lnTo>
                    <a:pt x="138" y="593"/>
                  </a:lnTo>
                  <a:lnTo>
                    <a:pt x="136" y="593"/>
                  </a:lnTo>
                  <a:lnTo>
                    <a:pt x="135" y="593"/>
                  </a:lnTo>
                  <a:lnTo>
                    <a:pt x="133" y="591"/>
                  </a:lnTo>
                  <a:lnTo>
                    <a:pt x="132" y="593"/>
                  </a:lnTo>
                  <a:lnTo>
                    <a:pt x="130" y="594"/>
                  </a:lnTo>
                  <a:lnTo>
                    <a:pt x="118" y="587"/>
                  </a:lnTo>
                  <a:lnTo>
                    <a:pt x="113" y="584"/>
                  </a:lnTo>
                  <a:lnTo>
                    <a:pt x="109" y="579"/>
                  </a:lnTo>
                  <a:lnTo>
                    <a:pt x="107" y="571"/>
                  </a:lnTo>
                  <a:lnTo>
                    <a:pt x="106" y="568"/>
                  </a:lnTo>
                  <a:lnTo>
                    <a:pt x="101" y="565"/>
                  </a:lnTo>
                  <a:lnTo>
                    <a:pt x="101" y="564"/>
                  </a:lnTo>
                  <a:lnTo>
                    <a:pt x="101" y="561"/>
                  </a:lnTo>
                  <a:lnTo>
                    <a:pt x="101" y="559"/>
                  </a:lnTo>
                  <a:lnTo>
                    <a:pt x="100" y="558"/>
                  </a:lnTo>
                  <a:lnTo>
                    <a:pt x="100" y="558"/>
                  </a:lnTo>
                  <a:lnTo>
                    <a:pt x="98" y="556"/>
                  </a:lnTo>
                  <a:lnTo>
                    <a:pt x="98" y="547"/>
                  </a:lnTo>
                  <a:lnTo>
                    <a:pt x="93" y="542"/>
                  </a:lnTo>
                  <a:lnTo>
                    <a:pt x="92" y="542"/>
                  </a:lnTo>
                  <a:lnTo>
                    <a:pt x="89" y="542"/>
                  </a:lnTo>
                  <a:lnTo>
                    <a:pt x="87" y="542"/>
                  </a:lnTo>
                  <a:lnTo>
                    <a:pt x="84" y="539"/>
                  </a:lnTo>
                  <a:lnTo>
                    <a:pt x="81" y="538"/>
                  </a:lnTo>
                  <a:lnTo>
                    <a:pt x="72" y="528"/>
                  </a:lnTo>
                  <a:lnTo>
                    <a:pt x="64" y="519"/>
                  </a:lnTo>
                  <a:lnTo>
                    <a:pt x="55" y="505"/>
                  </a:lnTo>
                  <a:lnTo>
                    <a:pt x="50" y="501"/>
                  </a:lnTo>
                  <a:lnTo>
                    <a:pt x="50" y="498"/>
                  </a:lnTo>
                  <a:lnTo>
                    <a:pt x="47" y="495"/>
                  </a:lnTo>
                  <a:lnTo>
                    <a:pt x="43" y="491"/>
                  </a:lnTo>
                  <a:lnTo>
                    <a:pt x="41" y="488"/>
                  </a:lnTo>
                  <a:lnTo>
                    <a:pt x="38" y="481"/>
                  </a:lnTo>
                  <a:lnTo>
                    <a:pt x="27" y="467"/>
                  </a:lnTo>
                  <a:lnTo>
                    <a:pt x="27" y="464"/>
                  </a:lnTo>
                  <a:lnTo>
                    <a:pt x="27" y="462"/>
                  </a:lnTo>
                  <a:lnTo>
                    <a:pt x="26" y="459"/>
                  </a:lnTo>
                  <a:lnTo>
                    <a:pt x="24" y="456"/>
                  </a:lnTo>
                  <a:lnTo>
                    <a:pt x="24" y="450"/>
                  </a:lnTo>
                  <a:lnTo>
                    <a:pt x="23" y="438"/>
                  </a:lnTo>
                  <a:lnTo>
                    <a:pt x="23" y="435"/>
                  </a:lnTo>
                  <a:lnTo>
                    <a:pt x="21" y="433"/>
                  </a:lnTo>
                  <a:lnTo>
                    <a:pt x="18" y="432"/>
                  </a:lnTo>
                  <a:lnTo>
                    <a:pt x="17" y="430"/>
                  </a:lnTo>
                  <a:lnTo>
                    <a:pt x="15" y="425"/>
                  </a:lnTo>
                  <a:lnTo>
                    <a:pt x="12" y="421"/>
                  </a:lnTo>
                  <a:lnTo>
                    <a:pt x="7" y="419"/>
                  </a:lnTo>
                  <a:lnTo>
                    <a:pt x="4" y="413"/>
                  </a:lnTo>
                  <a:lnTo>
                    <a:pt x="1" y="407"/>
                  </a:lnTo>
                  <a:lnTo>
                    <a:pt x="0" y="404"/>
                  </a:lnTo>
                  <a:lnTo>
                    <a:pt x="3" y="401"/>
                  </a:lnTo>
                  <a:lnTo>
                    <a:pt x="20" y="390"/>
                  </a:lnTo>
                  <a:lnTo>
                    <a:pt x="27" y="388"/>
                  </a:lnTo>
                  <a:lnTo>
                    <a:pt x="38" y="388"/>
                  </a:lnTo>
                  <a:lnTo>
                    <a:pt x="41" y="388"/>
                  </a:lnTo>
                  <a:lnTo>
                    <a:pt x="43" y="387"/>
                  </a:lnTo>
                  <a:lnTo>
                    <a:pt x="55" y="385"/>
                  </a:lnTo>
                  <a:lnTo>
                    <a:pt x="60" y="385"/>
                  </a:lnTo>
                  <a:lnTo>
                    <a:pt x="64" y="382"/>
                  </a:lnTo>
                  <a:lnTo>
                    <a:pt x="66" y="379"/>
                  </a:lnTo>
                  <a:lnTo>
                    <a:pt x="69" y="378"/>
                  </a:lnTo>
                  <a:lnTo>
                    <a:pt x="70" y="376"/>
                  </a:lnTo>
                  <a:lnTo>
                    <a:pt x="73" y="373"/>
                  </a:lnTo>
                  <a:lnTo>
                    <a:pt x="73" y="370"/>
                  </a:lnTo>
                  <a:lnTo>
                    <a:pt x="75" y="364"/>
                  </a:lnTo>
                  <a:lnTo>
                    <a:pt x="72" y="361"/>
                  </a:lnTo>
                  <a:lnTo>
                    <a:pt x="67" y="359"/>
                  </a:lnTo>
                  <a:lnTo>
                    <a:pt x="66" y="356"/>
                  </a:lnTo>
                  <a:lnTo>
                    <a:pt x="67" y="355"/>
                  </a:lnTo>
                  <a:lnTo>
                    <a:pt x="69" y="353"/>
                  </a:lnTo>
                  <a:lnTo>
                    <a:pt x="72" y="348"/>
                  </a:lnTo>
                  <a:lnTo>
                    <a:pt x="77" y="342"/>
                  </a:lnTo>
                  <a:lnTo>
                    <a:pt x="81" y="338"/>
                  </a:lnTo>
                  <a:lnTo>
                    <a:pt x="84" y="333"/>
                  </a:lnTo>
                  <a:lnTo>
                    <a:pt x="87" y="327"/>
                  </a:lnTo>
                  <a:lnTo>
                    <a:pt x="92" y="321"/>
                  </a:lnTo>
                  <a:lnTo>
                    <a:pt x="97" y="316"/>
                  </a:lnTo>
                  <a:lnTo>
                    <a:pt x="103" y="313"/>
                  </a:lnTo>
                  <a:lnTo>
                    <a:pt x="104" y="313"/>
                  </a:lnTo>
                  <a:lnTo>
                    <a:pt x="106" y="315"/>
                  </a:lnTo>
                  <a:lnTo>
                    <a:pt x="106" y="316"/>
                  </a:lnTo>
                  <a:lnTo>
                    <a:pt x="107" y="316"/>
                  </a:lnTo>
                  <a:lnTo>
                    <a:pt x="107" y="316"/>
                  </a:lnTo>
                  <a:lnTo>
                    <a:pt x="109" y="316"/>
                  </a:lnTo>
                  <a:lnTo>
                    <a:pt x="109" y="316"/>
                  </a:lnTo>
                  <a:lnTo>
                    <a:pt x="110" y="315"/>
                  </a:lnTo>
                  <a:lnTo>
                    <a:pt x="112" y="315"/>
                  </a:lnTo>
                  <a:lnTo>
                    <a:pt x="113" y="315"/>
                  </a:lnTo>
                  <a:lnTo>
                    <a:pt x="115" y="315"/>
                  </a:lnTo>
                  <a:lnTo>
                    <a:pt x="116" y="316"/>
                  </a:lnTo>
                  <a:lnTo>
                    <a:pt x="124" y="315"/>
                  </a:lnTo>
                  <a:lnTo>
                    <a:pt x="130" y="310"/>
                  </a:lnTo>
                  <a:lnTo>
                    <a:pt x="138" y="304"/>
                  </a:lnTo>
                  <a:lnTo>
                    <a:pt x="144" y="299"/>
                  </a:lnTo>
                  <a:lnTo>
                    <a:pt x="146" y="299"/>
                  </a:lnTo>
                  <a:lnTo>
                    <a:pt x="147" y="299"/>
                  </a:lnTo>
                  <a:lnTo>
                    <a:pt x="149" y="299"/>
                  </a:lnTo>
                  <a:lnTo>
                    <a:pt x="150" y="299"/>
                  </a:lnTo>
                  <a:lnTo>
                    <a:pt x="153" y="299"/>
                  </a:lnTo>
                  <a:lnTo>
                    <a:pt x="155" y="301"/>
                  </a:lnTo>
                  <a:lnTo>
                    <a:pt x="156" y="302"/>
                  </a:lnTo>
                  <a:lnTo>
                    <a:pt x="160" y="304"/>
                  </a:lnTo>
                  <a:lnTo>
                    <a:pt x="161" y="305"/>
                  </a:lnTo>
                  <a:lnTo>
                    <a:pt x="161" y="307"/>
                  </a:lnTo>
                  <a:lnTo>
                    <a:pt x="163" y="307"/>
                  </a:lnTo>
                  <a:lnTo>
                    <a:pt x="164" y="309"/>
                  </a:lnTo>
                  <a:lnTo>
                    <a:pt x="167" y="312"/>
                  </a:lnTo>
                  <a:lnTo>
                    <a:pt x="170" y="313"/>
                  </a:lnTo>
                  <a:lnTo>
                    <a:pt x="172" y="316"/>
                  </a:lnTo>
                  <a:lnTo>
                    <a:pt x="176" y="316"/>
                  </a:lnTo>
                  <a:lnTo>
                    <a:pt x="181" y="316"/>
                  </a:lnTo>
                  <a:lnTo>
                    <a:pt x="186" y="316"/>
                  </a:lnTo>
                  <a:lnTo>
                    <a:pt x="189" y="318"/>
                  </a:lnTo>
                  <a:lnTo>
                    <a:pt x="192" y="322"/>
                  </a:lnTo>
                  <a:lnTo>
                    <a:pt x="193" y="327"/>
                  </a:lnTo>
                  <a:lnTo>
                    <a:pt x="195" y="329"/>
                  </a:lnTo>
                  <a:lnTo>
                    <a:pt x="198" y="332"/>
                  </a:lnTo>
                  <a:lnTo>
                    <a:pt x="201" y="333"/>
                  </a:lnTo>
                  <a:lnTo>
                    <a:pt x="204" y="335"/>
                  </a:lnTo>
                  <a:lnTo>
                    <a:pt x="209" y="338"/>
                  </a:lnTo>
                  <a:lnTo>
                    <a:pt x="212" y="339"/>
                  </a:lnTo>
                  <a:lnTo>
                    <a:pt x="213" y="344"/>
                  </a:lnTo>
                  <a:lnTo>
                    <a:pt x="215" y="345"/>
                  </a:lnTo>
                  <a:lnTo>
                    <a:pt x="219" y="348"/>
                  </a:lnTo>
                  <a:lnTo>
                    <a:pt x="222" y="350"/>
                  </a:lnTo>
                  <a:lnTo>
                    <a:pt x="226" y="352"/>
                  </a:lnTo>
                  <a:lnTo>
                    <a:pt x="227" y="352"/>
                  </a:lnTo>
                  <a:lnTo>
                    <a:pt x="227" y="350"/>
                  </a:lnTo>
                  <a:lnTo>
                    <a:pt x="227" y="348"/>
                  </a:lnTo>
                  <a:lnTo>
                    <a:pt x="227" y="347"/>
                  </a:lnTo>
                  <a:lnTo>
                    <a:pt x="227" y="345"/>
                  </a:lnTo>
                  <a:lnTo>
                    <a:pt x="227" y="342"/>
                  </a:lnTo>
                  <a:lnTo>
                    <a:pt x="227" y="336"/>
                  </a:lnTo>
                  <a:lnTo>
                    <a:pt x="227" y="332"/>
                  </a:lnTo>
                  <a:lnTo>
                    <a:pt x="229" y="325"/>
                  </a:lnTo>
                  <a:lnTo>
                    <a:pt x="230" y="321"/>
                  </a:lnTo>
                  <a:lnTo>
                    <a:pt x="233" y="316"/>
                  </a:lnTo>
                  <a:lnTo>
                    <a:pt x="233" y="315"/>
                  </a:lnTo>
                  <a:lnTo>
                    <a:pt x="235" y="313"/>
                  </a:lnTo>
                  <a:lnTo>
                    <a:pt x="235" y="312"/>
                  </a:lnTo>
                  <a:lnTo>
                    <a:pt x="236" y="310"/>
                  </a:lnTo>
                  <a:lnTo>
                    <a:pt x="238" y="307"/>
                  </a:lnTo>
                  <a:lnTo>
                    <a:pt x="238" y="304"/>
                  </a:lnTo>
                  <a:lnTo>
                    <a:pt x="239" y="299"/>
                  </a:lnTo>
                  <a:lnTo>
                    <a:pt x="239" y="296"/>
                  </a:lnTo>
                  <a:lnTo>
                    <a:pt x="239" y="296"/>
                  </a:lnTo>
                  <a:lnTo>
                    <a:pt x="239" y="295"/>
                  </a:lnTo>
                  <a:lnTo>
                    <a:pt x="239" y="295"/>
                  </a:lnTo>
                  <a:lnTo>
                    <a:pt x="239" y="293"/>
                  </a:lnTo>
                  <a:lnTo>
                    <a:pt x="239" y="290"/>
                  </a:lnTo>
                  <a:lnTo>
                    <a:pt x="239" y="287"/>
                  </a:lnTo>
                  <a:lnTo>
                    <a:pt x="238" y="284"/>
                  </a:lnTo>
                  <a:lnTo>
                    <a:pt x="238" y="281"/>
                  </a:lnTo>
                  <a:lnTo>
                    <a:pt x="236" y="276"/>
                  </a:lnTo>
                  <a:lnTo>
                    <a:pt x="236" y="273"/>
                  </a:lnTo>
                  <a:lnTo>
                    <a:pt x="238" y="272"/>
                  </a:lnTo>
                  <a:lnTo>
                    <a:pt x="239" y="269"/>
                  </a:lnTo>
                  <a:lnTo>
                    <a:pt x="241" y="269"/>
                  </a:lnTo>
                  <a:lnTo>
                    <a:pt x="246" y="267"/>
                  </a:lnTo>
                  <a:lnTo>
                    <a:pt x="259" y="267"/>
                  </a:lnTo>
                  <a:lnTo>
                    <a:pt x="262" y="267"/>
                  </a:lnTo>
                  <a:lnTo>
                    <a:pt x="266" y="265"/>
                  </a:lnTo>
                  <a:lnTo>
                    <a:pt x="275" y="256"/>
                  </a:lnTo>
                  <a:lnTo>
                    <a:pt x="276" y="253"/>
                  </a:lnTo>
                  <a:lnTo>
                    <a:pt x="278" y="250"/>
                  </a:lnTo>
                  <a:lnTo>
                    <a:pt x="278" y="244"/>
                  </a:lnTo>
                  <a:lnTo>
                    <a:pt x="279" y="241"/>
                  </a:lnTo>
                  <a:lnTo>
                    <a:pt x="281" y="238"/>
                  </a:lnTo>
                  <a:lnTo>
                    <a:pt x="279" y="238"/>
                  </a:lnTo>
                  <a:lnTo>
                    <a:pt x="270" y="233"/>
                  </a:lnTo>
                  <a:lnTo>
                    <a:pt x="259" y="227"/>
                  </a:lnTo>
                  <a:lnTo>
                    <a:pt x="249" y="221"/>
                  </a:lnTo>
                  <a:lnTo>
                    <a:pt x="238" y="213"/>
                  </a:lnTo>
                  <a:lnTo>
                    <a:pt x="242" y="210"/>
                  </a:lnTo>
                  <a:lnTo>
                    <a:pt x="244" y="206"/>
                  </a:lnTo>
                  <a:lnTo>
                    <a:pt x="247" y="201"/>
                  </a:lnTo>
                  <a:lnTo>
                    <a:pt x="247" y="195"/>
                  </a:lnTo>
                  <a:lnTo>
                    <a:pt x="249" y="192"/>
                  </a:lnTo>
                  <a:lnTo>
                    <a:pt x="249" y="190"/>
                  </a:lnTo>
                  <a:lnTo>
                    <a:pt x="250" y="187"/>
                  </a:lnTo>
                  <a:lnTo>
                    <a:pt x="250" y="184"/>
                  </a:lnTo>
                  <a:lnTo>
                    <a:pt x="252" y="181"/>
                  </a:lnTo>
                  <a:lnTo>
                    <a:pt x="253" y="176"/>
                  </a:lnTo>
                  <a:lnTo>
                    <a:pt x="255" y="170"/>
                  </a:lnTo>
                  <a:lnTo>
                    <a:pt x="256" y="169"/>
                  </a:lnTo>
                  <a:lnTo>
                    <a:pt x="252" y="162"/>
                  </a:lnTo>
                  <a:lnTo>
                    <a:pt x="247" y="156"/>
                  </a:lnTo>
                  <a:lnTo>
                    <a:pt x="242" y="152"/>
                  </a:lnTo>
                  <a:lnTo>
                    <a:pt x="238" y="146"/>
                  </a:lnTo>
                  <a:lnTo>
                    <a:pt x="232" y="139"/>
                  </a:lnTo>
                  <a:lnTo>
                    <a:pt x="226" y="135"/>
                  </a:lnTo>
                  <a:lnTo>
                    <a:pt x="219" y="129"/>
                  </a:lnTo>
                  <a:lnTo>
                    <a:pt x="212" y="123"/>
                  </a:lnTo>
                  <a:lnTo>
                    <a:pt x="209" y="119"/>
                  </a:lnTo>
                  <a:lnTo>
                    <a:pt x="209" y="116"/>
                  </a:lnTo>
                  <a:lnTo>
                    <a:pt x="209" y="113"/>
                  </a:lnTo>
                  <a:lnTo>
                    <a:pt x="210" y="109"/>
                  </a:lnTo>
                  <a:lnTo>
                    <a:pt x="213" y="103"/>
                  </a:lnTo>
                  <a:lnTo>
                    <a:pt x="215" y="98"/>
                  </a:lnTo>
                  <a:lnTo>
                    <a:pt x="216" y="92"/>
                  </a:lnTo>
                  <a:lnTo>
                    <a:pt x="219" y="86"/>
                  </a:lnTo>
                  <a:lnTo>
                    <a:pt x="226" y="83"/>
                  </a:lnTo>
                  <a:lnTo>
                    <a:pt x="232" y="81"/>
                  </a:lnTo>
                  <a:lnTo>
                    <a:pt x="236" y="78"/>
                  </a:lnTo>
                  <a:lnTo>
                    <a:pt x="242" y="75"/>
                  </a:lnTo>
                  <a:lnTo>
                    <a:pt x="250" y="73"/>
                  </a:lnTo>
                  <a:lnTo>
                    <a:pt x="259" y="72"/>
                  </a:lnTo>
                  <a:lnTo>
                    <a:pt x="267" y="72"/>
                  </a:lnTo>
                  <a:lnTo>
                    <a:pt x="275" y="70"/>
                  </a:lnTo>
                  <a:lnTo>
                    <a:pt x="276" y="69"/>
                  </a:lnTo>
                  <a:lnTo>
                    <a:pt x="278" y="69"/>
                  </a:lnTo>
                  <a:lnTo>
                    <a:pt x="279" y="69"/>
                  </a:lnTo>
                  <a:lnTo>
                    <a:pt x="281" y="67"/>
                  </a:lnTo>
                  <a:lnTo>
                    <a:pt x="281" y="63"/>
                  </a:lnTo>
                  <a:lnTo>
                    <a:pt x="281" y="59"/>
                  </a:lnTo>
                  <a:lnTo>
                    <a:pt x="282" y="56"/>
                  </a:lnTo>
                  <a:lnTo>
                    <a:pt x="282" y="52"/>
                  </a:lnTo>
                  <a:lnTo>
                    <a:pt x="284" y="47"/>
                  </a:lnTo>
                  <a:lnTo>
                    <a:pt x="284" y="44"/>
                  </a:lnTo>
                  <a:lnTo>
                    <a:pt x="282" y="43"/>
                  </a:lnTo>
                  <a:lnTo>
                    <a:pt x="278" y="40"/>
                  </a:lnTo>
                  <a:lnTo>
                    <a:pt x="275" y="36"/>
                  </a:lnTo>
                  <a:lnTo>
                    <a:pt x="273" y="33"/>
                  </a:lnTo>
                  <a:lnTo>
                    <a:pt x="273" y="29"/>
                  </a:lnTo>
                  <a:lnTo>
                    <a:pt x="273" y="24"/>
                  </a:lnTo>
                  <a:lnTo>
                    <a:pt x="273" y="18"/>
                  </a:lnTo>
                  <a:lnTo>
                    <a:pt x="275" y="12"/>
                  </a:lnTo>
                  <a:lnTo>
                    <a:pt x="275" y="6"/>
                  </a:lnTo>
                  <a:lnTo>
                    <a:pt x="27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2595563" y="3265488"/>
              <a:ext cx="233363" cy="244475"/>
            </a:xfrm>
            <a:custGeom>
              <a:avLst/>
              <a:gdLst>
                <a:gd name="T0" fmla="*/ 221 w 293"/>
                <a:gd name="T1" fmla="*/ 10 h 307"/>
                <a:gd name="T2" fmla="*/ 226 w 293"/>
                <a:gd name="T3" fmla="*/ 34 h 307"/>
                <a:gd name="T4" fmla="*/ 247 w 293"/>
                <a:gd name="T5" fmla="*/ 26 h 307"/>
                <a:gd name="T6" fmla="*/ 259 w 293"/>
                <a:gd name="T7" fmla="*/ 41 h 307"/>
                <a:gd name="T8" fmla="*/ 273 w 293"/>
                <a:gd name="T9" fmla="*/ 57 h 307"/>
                <a:gd name="T10" fmla="*/ 264 w 293"/>
                <a:gd name="T11" fmla="*/ 67 h 307"/>
                <a:gd name="T12" fmla="*/ 258 w 293"/>
                <a:gd name="T13" fmla="*/ 95 h 307"/>
                <a:gd name="T14" fmla="*/ 235 w 293"/>
                <a:gd name="T15" fmla="*/ 89 h 307"/>
                <a:gd name="T16" fmla="*/ 227 w 293"/>
                <a:gd name="T17" fmla="*/ 101 h 307"/>
                <a:gd name="T18" fmla="*/ 216 w 293"/>
                <a:gd name="T19" fmla="*/ 113 h 307"/>
                <a:gd name="T20" fmla="*/ 221 w 293"/>
                <a:gd name="T21" fmla="*/ 126 h 307"/>
                <a:gd name="T22" fmla="*/ 204 w 293"/>
                <a:gd name="T23" fmla="*/ 152 h 307"/>
                <a:gd name="T24" fmla="*/ 230 w 293"/>
                <a:gd name="T25" fmla="*/ 166 h 307"/>
                <a:gd name="T26" fmla="*/ 249 w 293"/>
                <a:gd name="T27" fmla="*/ 153 h 307"/>
                <a:gd name="T28" fmla="*/ 281 w 293"/>
                <a:gd name="T29" fmla="*/ 120 h 307"/>
                <a:gd name="T30" fmla="*/ 290 w 293"/>
                <a:gd name="T31" fmla="*/ 130 h 307"/>
                <a:gd name="T32" fmla="*/ 290 w 293"/>
                <a:gd name="T33" fmla="*/ 149 h 307"/>
                <a:gd name="T34" fmla="*/ 290 w 293"/>
                <a:gd name="T35" fmla="*/ 160 h 307"/>
                <a:gd name="T36" fmla="*/ 272 w 293"/>
                <a:gd name="T37" fmla="*/ 175 h 307"/>
                <a:gd name="T38" fmla="*/ 256 w 293"/>
                <a:gd name="T39" fmla="*/ 184 h 307"/>
                <a:gd name="T40" fmla="*/ 253 w 293"/>
                <a:gd name="T41" fmla="*/ 203 h 307"/>
                <a:gd name="T42" fmla="*/ 275 w 293"/>
                <a:gd name="T43" fmla="*/ 212 h 307"/>
                <a:gd name="T44" fmla="*/ 266 w 293"/>
                <a:gd name="T45" fmla="*/ 244 h 307"/>
                <a:gd name="T46" fmla="*/ 253 w 293"/>
                <a:gd name="T47" fmla="*/ 263 h 307"/>
                <a:gd name="T48" fmla="*/ 255 w 293"/>
                <a:gd name="T49" fmla="*/ 287 h 307"/>
                <a:gd name="T50" fmla="*/ 246 w 293"/>
                <a:gd name="T51" fmla="*/ 293 h 307"/>
                <a:gd name="T52" fmla="*/ 230 w 293"/>
                <a:gd name="T53" fmla="*/ 303 h 307"/>
                <a:gd name="T54" fmla="*/ 212 w 293"/>
                <a:gd name="T55" fmla="*/ 301 h 307"/>
                <a:gd name="T56" fmla="*/ 192 w 293"/>
                <a:gd name="T57" fmla="*/ 304 h 307"/>
                <a:gd name="T58" fmla="*/ 193 w 293"/>
                <a:gd name="T59" fmla="*/ 298 h 307"/>
                <a:gd name="T60" fmla="*/ 195 w 293"/>
                <a:gd name="T61" fmla="*/ 278 h 307"/>
                <a:gd name="T62" fmla="*/ 187 w 293"/>
                <a:gd name="T63" fmla="*/ 267 h 307"/>
                <a:gd name="T64" fmla="*/ 175 w 293"/>
                <a:gd name="T65" fmla="*/ 264 h 307"/>
                <a:gd name="T66" fmla="*/ 140 w 293"/>
                <a:gd name="T67" fmla="*/ 269 h 307"/>
                <a:gd name="T68" fmla="*/ 144 w 293"/>
                <a:gd name="T69" fmla="*/ 249 h 307"/>
                <a:gd name="T70" fmla="*/ 141 w 293"/>
                <a:gd name="T71" fmla="*/ 235 h 307"/>
                <a:gd name="T72" fmla="*/ 123 w 293"/>
                <a:gd name="T73" fmla="*/ 233 h 307"/>
                <a:gd name="T74" fmla="*/ 100 w 293"/>
                <a:gd name="T75" fmla="*/ 250 h 307"/>
                <a:gd name="T76" fmla="*/ 78 w 293"/>
                <a:gd name="T77" fmla="*/ 270 h 307"/>
                <a:gd name="T78" fmla="*/ 66 w 293"/>
                <a:gd name="T79" fmla="*/ 264 h 307"/>
                <a:gd name="T80" fmla="*/ 54 w 293"/>
                <a:gd name="T81" fmla="*/ 236 h 307"/>
                <a:gd name="T82" fmla="*/ 51 w 293"/>
                <a:gd name="T83" fmla="*/ 218 h 307"/>
                <a:gd name="T84" fmla="*/ 32 w 293"/>
                <a:gd name="T85" fmla="*/ 215 h 307"/>
                <a:gd name="T86" fmla="*/ 9 w 293"/>
                <a:gd name="T87" fmla="*/ 192 h 307"/>
                <a:gd name="T88" fmla="*/ 3 w 293"/>
                <a:gd name="T89" fmla="*/ 161 h 307"/>
                <a:gd name="T90" fmla="*/ 26 w 293"/>
                <a:gd name="T91" fmla="*/ 143 h 307"/>
                <a:gd name="T92" fmla="*/ 37 w 293"/>
                <a:gd name="T93" fmla="*/ 137 h 307"/>
                <a:gd name="T94" fmla="*/ 44 w 293"/>
                <a:gd name="T95" fmla="*/ 130 h 307"/>
                <a:gd name="T96" fmla="*/ 54 w 293"/>
                <a:gd name="T97" fmla="*/ 123 h 307"/>
                <a:gd name="T98" fmla="*/ 71 w 293"/>
                <a:gd name="T99" fmla="*/ 83 h 307"/>
                <a:gd name="T100" fmla="*/ 77 w 293"/>
                <a:gd name="T101" fmla="*/ 47 h 307"/>
                <a:gd name="T102" fmla="*/ 115 w 293"/>
                <a:gd name="T103" fmla="*/ 38 h 307"/>
                <a:gd name="T104" fmla="*/ 127 w 293"/>
                <a:gd name="T105" fmla="*/ 26 h 307"/>
                <a:gd name="T106" fmla="*/ 146 w 293"/>
                <a:gd name="T107" fmla="*/ 20 h 307"/>
                <a:gd name="T108" fmla="*/ 157 w 293"/>
                <a:gd name="T109" fmla="*/ 35 h 307"/>
                <a:gd name="T110" fmla="*/ 186 w 293"/>
                <a:gd name="T111" fmla="*/ 32 h 307"/>
                <a:gd name="T112" fmla="*/ 200 w 293"/>
                <a:gd name="T113" fmla="*/ 32 h 307"/>
                <a:gd name="T114" fmla="*/ 207 w 293"/>
                <a:gd name="T115" fmla="*/ 1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93" h="307">
                  <a:moveTo>
                    <a:pt x="212" y="0"/>
                  </a:moveTo>
                  <a:lnTo>
                    <a:pt x="212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215" y="1"/>
                  </a:lnTo>
                  <a:lnTo>
                    <a:pt x="218" y="3"/>
                  </a:lnTo>
                  <a:lnTo>
                    <a:pt x="221" y="6"/>
                  </a:lnTo>
                  <a:lnTo>
                    <a:pt x="223" y="7"/>
                  </a:lnTo>
                  <a:lnTo>
                    <a:pt x="221" y="10"/>
                  </a:lnTo>
                  <a:lnTo>
                    <a:pt x="218" y="14"/>
                  </a:lnTo>
                  <a:lnTo>
                    <a:pt x="215" y="18"/>
                  </a:lnTo>
                  <a:lnTo>
                    <a:pt x="215" y="23"/>
                  </a:lnTo>
                  <a:lnTo>
                    <a:pt x="215" y="24"/>
                  </a:lnTo>
                  <a:lnTo>
                    <a:pt x="215" y="24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21" y="27"/>
                  </a:lnTo>
                  <a:lnTo>
                    <a:pt x="223" y="30"/>
                  </a:lnTo>
                  <a:lnTo>
                    <a:pt x="226" y="34"/>
                  </a:lnTo>
                  <a:lnTo>
                    <a:pt x="229" y="37"/>
                  </a:lnTo>
                  <a:lnTo>
                    <a:pt x="230" y="38"/>
                  </a:lnTo>
                  <a:lnTo>
                    <a:pt x="232" y="40"/>
                  </a:lnTo>
                  <a:lnTo>
                    <a:pt x="235" y="41"/>
                  </a:lnTo>
                  <a:lnTo>
                    <a:pt x="236" y="41"/>
                  </a:lnTo>
                  <a:lnTo>
                    <a:pt x="239" y="38"/>
                  </a:lnTo>
                  <a:lnTo>
                    <a:pt x="244" y="35"/>
                  </a:lnTo>
                  <a:lnTo>
                    <a:pt x="247" y="32"/>
                  </a:lnTo>
                  <a:lnTo>
                    <a:pt x="247" y="29"/>
                  </a:lnTo>
                  <a:lnTo>
                    <a:pt x="247" y="26"/>
                  </a:lnTo>
                  <a:lnTo>
                    <a:pt x="249" y="26"/>
                  </a:lnTo>
                  <a:lnTo>
                    <a:pt x="250" y="27"/>
                  </a:lnTo>
                  <a:lnTo>
                    <a:pt x="252" y="29"/>
                  </a:lnTo>
                  <a:lnTo>
                    <a:pt x="252" y="34"/>
                  </a:lnTo>
                  <a:lnTo>
                    <a:pt x="249" y="38"/>
                  </a:lnTo>
                  <a:lnTo>
                    <a:pt x="247" y="43"/>
                  </a:lnTo>
                  <a:lnTo>
                    <a:pt x="250" y="46"/>
                  </a:lnTo>
                  <a:lnTo>
                    <a:pt x="255" y="46"/>
                  </a:lnTo>
                  <a:lnTo>
                    <a:pt x="258" y="43"/>
                  </a:lnTo>
                  <a:lnTo>
                    <a:pt x="259" y="41"/>
                  </a:lnTo>
                  <a:lnTo>
                    <a:pt x="263" y="47"/>
                  </a:lnTo>
                  <a:lnTo>
                    <a:pt x="266" y="47"/>
                  </a:lnTo>
                  <a:lnTo>
                    <a:pt x="266" y="49"/>
                  </a:lnTo>
                  <a:lnTo>
                    <a:pt x="267" y="49"/>
                  </a:lnTo>
                  <a:lnTo>
                    <a:pt x="269" y="52"/>
                  </a:lnTo>
                  <a:lnTo>
                    <a:pt x="269" y="52"/>
                  </a:lnTo>
                  <a:lnTo>
                    <a:pt x="270" y="54"/>
                  </a:lnTo>
                  <a:lnTo>
                    <a:pt x="272" y="54"/>
                  </a:lnTo>
                  <a:lnTo>
                    <a:pt x="273" y="55"/>
                  </a:lnTo>
                  <a:lnTo>
                    <a:pt x="273" y="57"/>
                  </a:lnTo>
                  <a:lnTo>
                    <a:pt x="272" y="60"/>
                  </a:lnTo>
                  <a:lnTo>
                    <a:pt x="270" y="61"/>
                  </a:lnTo>
                  <a:lnTo>
                    <a:pt x="270" y="63"/>
                  </a:lnTo>
                  <a:lnTo>
                    <a:pt x="269" y="64"/>
                  </a:lnTo>
                  <a:lnTo>
                    <a:pt x="269" y="64"/>
                  </a:lnTo>
                  <a:lnTo>
                    <a:pt x="267" y="64"/>
                  </a:lnTo>
                  <a:lnTo>
                    <a:pt x="267" y="64"/>
                  </a:lnTo>
                  <a:lnTo>
                    <a:pt x="266" y="64"/>
                  </a:lnTo>
                  <a:lnTo>
                    <a:pt x="266" y="66"/>
                  </a:lnTo>
                  <a:lnTo>
                    <a:pt x="264" y="67"/>
                  </a:lnTo>
                  <a:lnTo>
                    <a:pt x="264" y="69"/>
                  </a:lnTo>
                  <a:lnTo>
                    <a:pt x="263" y="70"/>
                  </a:lnTo>
                  <a:lnTo>
                    <a:pt x="261" y="72"/>
                  </a:lnTo>
                  <a:lnTo>
                    <a:pt x="259" y="74"/>
                  </a:lnTo>
                  <a:lnTo>
                    <a:pt x="259" y="75"/>
                  </a:lnTo>
                  <a:lnTo>
                    <a:pt x="256" y="78"/>
                  </a:lnTo>
                  <a:lnTo>
                    <a:pt x="256" y="84"/>
                  </a:lnTo>
                  <a:lnTo>
                    <a:pt x="256" y="89"/>
                  </a:lnTo>
                  <a:lnTo>
                    <a:pt x="258" y="94"/>
                  </a:lnTo>
                  <a:lnTo>
                    <a:pt x="258" y="95"/>
                  </a:lnTo>
                  <a:lnTo>
                    <a:pt x="258" y="95"/>
                  </a:lnTo>
                  <a:lnTo>
                    <a:pt x="258" y="97"/>
                  </a:lnTo>
                  <a:lnTo>
                    <a:pt x="256" y="97"/>
                  </a:lnTo>
                  <a:lnTo>
                    <a:pt x="252" y="97"/>
                  </a:lnTo>
                  <a:lnTo>
                    <a:pt x="249" y="95"/>
                  </a:lnTo>
                  <a:lnTo>
                    <a:pt x="246" y="94"/>
                  </a:lnTo>
                  <a:lnTo>
                    <a:pt x="241" y="90"/>
                  </a:lnTo>
                  <a:lnTo>
                    <a:pt x="239" y="90"/>
                  </a:lnTo>
                  <a:lnTo>
                    <a:pt x="238" y="89"/>
                  </a:lnTo>
                  <a:lnTo>
                    <a:pt x="235" y="89"/>
                  </a:lnTo>
                  <a:lnTo>
                    <a:pt x="233" y="89"/>
                  </a:lnTo>
                  <a:lnTo>
                    <a:pt x="232" y="89"/>
                  </a:lnTo>
                  <a:lnTo>
                    <a:pt x="229" y="89"/>
                  </a:lnTo>
                  <a:lnTo>
                    <a:pt x="226" y="90"/>
                  </a:lnTo>
                  <a:lnTo>
                    <a:pt x="226" y="92"/>
                  </a:lnTo>
                  <a:lnTo>
                    <a:pt x="226" y="94"/>
                  </a:lnTo>
                  <a:lnTo>
                    <a:pt x="227" y="95"/>
                  </a:lnTo>
                  <a:lnTo>
                    <a:pt x="227" y="97"/>
                  </a:lnTo>
                  <a:lnTo>
                    <a:pt x="227" y="98"/>
                  </a:lnTo>
                  <a:lnTo>
                    <a:pt x="227" y="101"/>
                  </a:lnTo>
                  <a:lnTo>
                    <a:pt x="227" y="103"/>
                  </a:lnTo>
                  <a:lnTo>
                    <a:pt x="227" y="104"/>
                  </a:lnTo>
                  <a:lnTo>
                    <a:pt x="226" y="104"/>
                  </a:lnTo>
                  <a:lnTo>
                    <a:pt x="223" y="106"/>
                  </a:lnTo>
                  <a:lnTo>
                    <a:pt x="221" y="106"/>
                  </a:lnTo>
                  <a:lnTo>
                    <a:pt x="218" y="106"/>
                  </a:lnTo>
                  <a:lnTo>
                    <a:pt x="216" y="106"/>
                  </a:lnTo>
                  <a:lnTo>
                    <a:pt x="215" y="109"/>
                  </a:lnTo>
                  <a:lnTo>
                    <a:pt x="215" y="112"/>
                  </a:lnTo>
                  <a:lnTo>
                    <a:pt x="216" y="113"/>
                  </a:lnTo>
                  <a:lnTo>
                    <a:pt x="220" y="113"/>
                  </a:lnTo>
                  <a:lnTo>
                    <a:pt x="221" y="112"/>
                  </a:lnTo>
                  <a:lnTo>
                    <a:pt x="224" y="110"/>
                  </a:lnTo>
                  <a:lnTo>
                    <a:pt x="226" y="110"/>
                  </a:lnTo>
                  <a:lnTo>
                    <a:pt x="227" y="110"/>
                  </a:lnTo>
                  <a:lnTo>
                    <a:pt x="227" y="113"/>
                  </a:lnTo>
                  <a:lnTo>
                    <a:pt x="227" y="117"/>
                  </a:lnTo>
                  <a:lnTo>
                    <a:pt x="226" y="120"/>
                  </a:lnTo>
                  <a:lnTo>
                    <a:pt x="224" y="123"/>
                  </a:lnTo>
                  <a:lnTo>
                    <a:pt x="221" y="126"/>
                  </a:lnTo>
                  <a:lnTo>
                    <a:pt x="216" y="129"/>
                  </a:lnTo>
                  <a:lnTo>
                    <a:pt x="213" y="132"/>
                  </a:lnTo>
                  <a:lnTo>
                    <a:pt x="210" y="135"/>
                  </a:lnTo>
                  <a:lnTo>
                    <a:pt x="210" y="138"/>
                  </a:lnTo>
                  <a:lnTo>
                    <a:pt x="210" y="141"/>
                  </a:lnTo>
                  <a:lnTo>
                    <a:pt x="210" y="144"/>
                  </a:lnTo>
                  <a:lnTo>
                    <a:pt x="209" y="147"/>
                  </a:lnTo>
                  <a:lnTo>
                    <a:pt x="207" y="149"/>
                  </a:lnTo>
                  <a:lnTo>
                    <a:pt x="206" y="150"/>
                  </a:lnTo>
                  <a:lnTo>
                    <a:pt x="204" y="152"/>
                  </a:lnTo>
                  <a:lnTo>
                    <a:pt x="203" y="153"/>
                  </a:lnTo>
                  <a:lnTo>
                    <a:pt x="203" y="157"/>
                  </a:lnTo>
                  <a:lnTo>
                    <a:pt x="206" y="161"/>
                  </a:lnTo>
                  <a:lnTo>
                    <a:pt x="209" y="166"/>
                  </a:lnTo>
                  <a:lnTo>
                    <a:pt x="210" y="169"/>
                  </a:lnTo>
                  <a:lnTo>
                    <a:pt x="213" y="177"/>
                  </a:lnTo>
                  <a:lnTo>
                    <a:pt x="220" y="178"/>
                  </a:lnTo>
                  <a:lnTo>
                    <a:pt x="224" y="175"/>
                  </a:lnTo>
                  <a:lnTo>
                    <a:pt x="229" y="169"/>
                  </a:lnTo>
                  <a:lnTo>
                    <a:pt x="230" y="166"/>
                  </a:lnTo>
                  <a:lnTo>
                    <a:pt x="230" y="163"/>
                  </a:lnTo>
                  <a:lnTo>
                    <a:pt x="232" y="160"/>
                  </a:lnTo>
                  <a:lnTo>
                    <a:pt x="233" y="158"/>
                  </a:lnTo>
                  <a:lnTo>
                    <a:pt x="236" y="161"/>
                  </a:lnTo>
                  <a:lnTo>
                    <a:pt x="238" y="163"/>
                  </a:lnTo>
                  <a:lnTo>
                    <a:pt x="239" y="164"/>
                  </a:lnTo>
                  <a:lnTo>
                    <a:pt x="243" y="160"/>
                  </a:lnTo>
                  <a:lnTo>
                    <a:pt x="246" y="158"/>
                  </a:lnTo>
                  <a:lnTo>
                    <a:pt x="247" y="155"/>
                  </a:lnTo>
                  <a:lnTo>
                    <a:pt x="249" y="153"/>
                  </a:lnTo>
                  <a:lnTo>
                    <a:pt x="252" y="150"/>
                  </a:lnTo>
                  <a:lnTo>
                    <a:pt x="253" y="147"/>
                  </a:lnTo>
                  <a:lnTo>
                    <a:pt x="256" y="144"/>
                  </a:lnTo>
                  <a:lnTo>
                    <a:pt x="259" y="141"/>
                  </a:lnTo>
                  <a:lnTo>
                    <a:pt x="261" y="138"/>
                  </a:lnTo>
                  <a:lnTo>
                    <a:pt x="266" y="133"/>
                  </a:lnTo>
                  <a:lnTo>
                    <a:pt x="270" y="126"/>
                  </a:lnTo>
                  <a:lnTo>
                    <a:pt x="276" y="121"/>
                  </a:lnTo>
                  <a:lnTo>
                    <a:pt x="281" y="120"/>
                  </a:lnTo>
                  <a:lnTo>
                    <a:pt x="281" y="120"/>
                  </a:lnTo>
                  <a:lnTo>
                    <a:pt x="283" y="120"/>
                  </a:lnTo>
                  <a:lnTo>
                    <a:pt x="283" y="120"/>
                  </a:lnTo>
                  <a:lnTo>
                    <a:pt x="283" y="120"/>
                  </a:lnTo>
                  <a:lnTo>
                    <a:pt x="284" y="123"/>
                  </a:lnTo>
                  <a:lnTo>
                    <a:pt x="287" y="123"/>
                  </a:lnTo>
                  <a:lnTo>
                    <a:pt x="289" y="123"/>
                  </a:lnTo>
                  <a:lnTo>
                    <a:pt x="290" y="126"/>
                  </a:lnTo>
                  <a:lnTo>
                    <a:pt x="290" y="127"/>
                  </a:lnTo>
                  <a:lnTo>
                    <a:pt x="290" y="129"/>
                  </a:lnTo>
                  <a:lnTo>
                    <a:pt x="290" y="130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2" y="135"/>
                  </a:lnTo>
                  <a:lnTo>
                    <a:pt x="293" y="135"/>
                  </a:lnTo>
                  <a:lnTo>
                    <a:pt x="293" y="137"/>
                  </a:lnTo>
                  <a:lnTo>
                    <a:pt x="293" y="138"/>
                  </a:lnTo>
                  <a:lnTo>
                    <a:pt x="293" y="141"/>
                  </a:lnTo>
                  <a:lnTo>
                    <a:pt x="292" y="143"/>
                  </a:lnTo>
                  <a:lnTo>
                    <a:pt x="290" y="146"/>
                  </a:lnTo>
                  <a:lnTo>
                    <a:pt x="290" y="149"/>
                  </a:lnTo>
                  <a:lnTo>
                    <a:pt x="290" y="150"/>
                  </a:lnTo>
                  <a:lnTo>
                    <a:pt x="292" y="153"/>
                  </a:lnTo>
                  <a:lnTo>
                    <a:pt x="293" y="155"/>
                  </a:lnTo>
                  <a:lnTo>
                    <a:pt x="293" y="155"/>
                  </a:lnTo>
                  <a:lnTo>
                    <a:pt x="293" y="155"/>
                  </a:lnTo>
                  <a:lnTo>
                    <a:pt x="293" y="155"/>
                  </a:lnTo>
                  <a:lnTo>
                    <a:pt x="293" y="155"/>
                  </a:lnTo>
                  <a:lnTo>
                    <a:pt x="292" y="157"/>
                  </a:lnTo>
                  <a:lnTo>
                    <a:pt x="292" y="158"/>
                  </a:lnTo>
                  <a:lnTo>
                    <a:pt x="290" y="160"/>
                  </a:lnTo>
                  <a:lnTo>
                    <a:pt x="289" y="161"/>
                  </a:lnTo>
                  <a:lnTo>
                    <a:pt x="289" y="161"/>
                  </a:lnTo>
                  <a:lnTo>
                    <a:pt x="287" y="163"/>
                  </a:lnTo>
                  <a:lnTo>
                    <a:pt x="287" y="164"/>
                  </a:lnTo>
                  <a:lnTo>
                    <a:pt x="286" y="164"/>
                  </a:lnTo>
                  <a:lnTo>
                    <a:pt x="283" y="166"/>
                  </a:lnTo>
                  <a:lnTo>
                    <a:pt x="279" y="169"/>
                  </a:lnTo>
                  <a:lnTo>
                    <a:pt x="275" y="170"/>
                  </a:lnTo>
                  <a:lnTo>
                    <a:pt x="273" y="173"/>
                  </a:lnTo>
                  <a:lnTo>
                    <a:pt x="272" y="175"/>
                  </a:lnTo>
                  <a:lnTo>
                    <a:pt x="270" y="178"/>
                  </a:lnTo>
                  <a:lnTo>
                    <a:pt x="270" y="180"/>
                  </a:lnTo>
                  <a:lnTo>
                    <a:pt x="269" y="181"/>
                  </a:lnTo>
                  <a:lnTo>
                    <a:pt x="267" y="183"/>
                  </a:lnTo>
                  <a:lnTo>
                    <a:pt x="264" y="183"/>
                  </a:lnTo>
                  <a:lnTo>
                    <a:pt x="261" y="183"/>
                  </a:lnTo>
                  <a:lnTo>
                    <a:pt x="259" y="183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6" y="184"/>
                  </a:lnTo>
                  <a:lnTo>
                    <a:pt x="256" y="184"/>
                  </a:lnTo>
                  <a:lnTo>
                    <a:pt x="253" y="186"/>
                  </a:lnTo>
                  <a:lnTo>
                    <a:pt x="253" y="189"/>
                  </a:lnTo>
                  <a:lnTo>
                    <a:pt x="252" y="192"/>
                  </a:lnTo>
                  <a:lnTo>
                    <a:pt x="250" y="195"/>
                  </a:lnTo>
                  <a:lnTo>
                    <a:pt x="250" y="197"/>
                  </a:lnTo>
                  <a:lnTo>
                    <a:pt x="250" y="198"/>
                  </a:lnTo>
                  <a:lnTo>
                    <a:pt x="250" y="200"/>
                  </a:lnTo>
                  <a:lnTo>
                    <a:pt x="253" y="201"/>
                  </a:lnTo>
                  <a:lnTo>
                    <a:pt x="253" y="203"/>
                  </a:lnTo>
                  <a:lnTo>
                    <a:pt x="255" y="203"/>
                  </a:lnTo>
                  <a:lnTo>
                    <a:pt x="256" y="203"/>
                  </a:lnTo>
                  <a:lnTo>
                    <a:pt x="258" y="203"/>
                  </a:lnTo>
                  <a:lnTo>
                    <a:pt x="263" y="201"/>
                  </a:lnTo>
                  <a:lnTo>
                    <a:pt x="269" y="200"/>
                  </a:lnTo>
                  <a:lnTo>
                    <a:pt x="272" y="201"/>
                  </a:lnTo>
                  <a:lnTo>
                    <a:pt x="275" y="209"/>
                  </a:lnTo>
                  <a:lnTo>
                    <a:pt x="275" y="209"/>
                  </a:lnTo>
                  <a:lnTo>
                    <a:pt x="275" y="210"/>
                  </a:lnTo>
                  <a:lnTo>
                    <a:pt x="275" y="212"/>
                  </a:lnTo>
                  <a:lnTo>
                    <a:pt x="275" y="213"/>
                  </a:lnTo>
                  <a:lnTo>
                    <a:pt x="276" y="216"/>
                  </a:lnTo>
                  <a:lnTo>
                    <a:pt x="278" y="220"/>
                  </a:lnTo>
                  <a:lnTo>
                    <a:pt x="278" y="223"/>
                  </a:lnTo>
                  <a:lnTo>
                    <a:pt x="275" y="226"/>
                  </a:lnTo>
                  <a:lnTo>
                    <a:pt x="272" y="229"/>
                  </a:lnTo>
                  <a:lnTo>
                    <a:pt x="269" y="232"/>
                  </a:lnTo>
                  <a:lnTo>
                    <a:pt x="267" y="236"/>
                  </a:lnTo>
                  <a:lnTo>
                    <a:pt x="266" y="243"/>
                  </a:lnTo>
                  <a:lnTo>
                    <a:pt x="266" y="244"/>
                  </a:lnTo>
                  <a:lnTo>
                    <a:pt x="264" y="246"/>
                  </a:lnTo>
                  <a:lnTo>
                    <a:pt x="263" y="247"/>
                  </a:lnTo>
                  <a:lnTo>
                    <a:pt x="261" y="249"/>
                  </a:lnTo>
                  <a:lnTo>
                    <a:pt x="261" y="250"/>
                  </a:lnTo>
                  <a:lnTo>
                    <a:pt x="261" y="250"/>
                  </a:lnTo>
                  <a:lnTo>
                    <a:pt x="259" y="250"/>
                  </a:lnTo>
                  <a:lnTo>
                    <a:pt x="259" y="252"/>
                  </a:lnTo>
                  <a:lnTo>
                    <a:pt x="256" y="255"/>
                  </a:lnTo>
                  <a:lnTo>
                    <a:pt x="255" y="260"/>
                  </a:lnTo>
                  <a:lnTo>
                    <a:pt x="253" y="263"/>
                  </a:lnTo>
                  <a:lnTo>
                    <a:pt x="255" y="267"/>
                  </a:lnTo>
                  <a:lnTo>
                    <a:pt x="259" y="273"/>
                  </a:lnTo>
                  <a:lnTo>
                    <a:pt x="263" y="280"/>
                  </a:lnTo>
                  <a:lnTo>
                    <a:pt x="267" y="287"/>
                  </a:lnTo>
                  <a:lnTo>
                    <a:pt x="272" y="292"/>
                  </a:lnTo>
                  <a:lnTo>
                    <a:pt x="267" y="293"/>
                  </a:lnTo>
                  <a:lnTo>
                    <a:pt x="263" y="292"/>
                  </a:lnTo>
                  <a:lnTo>
                    <a:pt x="259" y="289"/>
                  </a:lnTo>
                  <a:lnTo>
                    <a:pt x="256" y="287"/>
                  </a:lnTo>
                  <a:lnTo>
                    <a:pt x="255" y="287"/>
                  </a:lnTo>
                  <a:lnTo>
                    <a:pt x="255" y="286"/>
                  </a:lnTo>
                  <a:lnTo>
                    <a:pt x="255" y="284"/>
                  </a:lnTo>
                  <a:lnTo>
                    <a:pt x="253" y="284"/>
                  </a:lnTo>
                  <a:lnTo>
                    <a:pt x="252" y="286"/>
                  </a:lnTo>
                  <a:lnTo>
                    <a:pt x="250" y="286"/>
                  </a:lnTo>
                  <a:lnTo>
                    <a:pt x="250" y="287"/>
                  </a:lnTo>
                  <a:lnTo>
                    <a:pt x="250" y="289"/>
                  </a:lnTo>
                  <a:lnTo>
                    <a:pt x="249" y="290"/>
                  </a:lnTo>
                  <a:lnTo>
                    <a:pt x="247" y="292"/>
                  </a:lnTo>
                  <a:lnTo>
                    <a:pt x="246" y="293"/>
                  </a:lnTo>
                  <a:lnTo>
                    <a:pt x="244" y="296"/>
                  </a:lnTo>
                  <a:lnTo>
                    <a:pt x="243" y="300"/>
                  </a:lnTo>
                  <a:lnTo>
                    <a:pt x="241" y="304"/>
                  </a:lnTo>
                  <a:lnTo>
                    <a:pt x="238" y="306"/>
                  </a:lnTo>
                  <a:lnTo>
                    <a:pt x="235" y="304"/>
                  </a:lnTo>
                  <a:lnTo>
                    <a:pt x="235" y="304"/>
                  </a:lnTo>
                  <a:lnTo>
                    <a:pt x="235" y="304"/>
                  </a:lnTo>
                  <a:lnTo>
                    <a:pt x="233" y="303"/>
                  </a:lnTo>
                  <a:lnTo>
                    <a:pt x="233" y="303"/>
                  </a:lnTo>
                  <a:lnTo>
                    <a:pt x="230" y="303"/>
                  </a:lnTo>
                  <a:lnTo>
                    <a:pt x="227" y="303"/>
                  </a:lnTo>
                  <a:lnTo>
                    <a:pt x="223" y="303"/>
                  </a:lnTo>
                  <a:lnTo>
                    <a:pt x="220" y="301"/>
                  </a:lnTo>
                  <a:lnTo>
                    <a:pt x="220" y="301"/>
                  </a:lnTo>
                  <a:lnTo>
                    <a:pt x="220" y="301"/>
                  </a:lnTo>
                  <a:lnTo>
                    <a:pt x="220" y="300"/>
                  </a:lnTo>
                  <a:lnTo>
                    <a:pt x="218" y="300"/>
                  </a:lnTo>
                  <a:lnTo>
                    <a:pt x="216" y="298"/>
                  </a:lnTo>
                  <a:lnTo>
                    <a:pt x="213" y="298"/>
                  </a:lnTo>
                  <a:lnTo>
                    <a:pt x="212" y="301"/>
                  </a:lnTo>
                  <a:lnTo>
                    <a:pt x="209" y="303"/>
                  </a:lnTo>
                  <a:lnTo>
                    <a:pt x="207" y="303"/>
                  </a:lnTo>
                  <a:lnTo>
                    <a:pt x="204" y="301"/>
                  </a:lnTo>
                  <a:lnTo>
                    <a:pt x="203" y="300"/>
                  </a:lnTo>
                  <a:lnTo>
                    <a:pt x="200" y="300"/>
                  </a:lnTo>
                  <a:lnTo>
                    <a:pt x="198" y="301"/>
                  </a:lnTo>
                  <a:lnTo>
                    <a:pt x="196" y="303"/>
                  </a:lnTo>
                  <a:lnTo>
                    <a:pt x="195" y="304"/>
                  </a:lnTo>
                  <a:lnTo>
                    <a:pt x="193" y="303"/>
                  </a:lnTo>
                  <a:lnTo>
                    <a:pt x="192" y="304"/>
                  </a:lnTo>
                  <a:lnTo>
                    <a:pt x="192" y="306"/>
                  </a:lnTo>
                  <a:lnTo>
                    <a:pt x="190" y="307"/>
                  </a:lnTo>
                  <a:lnTo>
                    <a:pt x="189" y="307"/>
                  </a:lnTo>
                  <a:lnTo>
                    <a:pt x="189" y="307"/>
                  </a:lnTo>
                  <a:lnTo>
                    <a:pt x="189" y="307"/>
                  </a:lnTo>
                  <a:lnTo>
                    <a:pt x="189" y="307"/>
                  </a:lnTo>
                  <a:lnTo>
                    <a:pt x="189" y="306"/>
                  </a:lnTo>
                  <a:lnTo>
                    <a:pt x="190" y="303"/>
                  </a:lnTo>
                  <a:lnTo>
                    <a:pt x="192" y="301"/>
                  </a:lnTo>
                  <a:lnTo>
                    <a:pt x="193" y="298"/>
                  </a:lnTo>
                  <a:lnTo>
                    <a:pt x="195" y="295"/>
                  </a:lnTo>
                  <a:lnTo>
                    <a:pt x="195" y="293"/>
                  </a:lnTo>
                  <a:lnTo>
                    <a:pt x="196" y="290"/>
                  </a:lnTo>
                  <a:lnTo>
                    <a:pt x="198" y="289"/>
                  </a:lnTo>
                  <a:lnTo>
                    <a:pt x="198" y="286"/>
                  </a:lnTo>
                  <a:lnTo>
                    <a:pt x="198" y="284"/>
                  </a:lnTo>
                  <a:lnTo>
                    <a:pt x="198" y="283"/>
                  </a:lnTo>
                  <a:lnTo>
                    <a:pt x="196" y="281"/>
                  </a:lnTo>
                  <a:lnTo>
                    <a:pt x="195" y="280"/>
                  </a:lnTo>
                  <a:lnTo>
                    <a:pt x="195" y="278"/>
                  </a:lnTo>
                  <a:lnTo>
                    <a:pt x="193" y="276"/>
                  </a:lnTo>
                  <a:lnTo>
                    <a:pt x="193" y="275"/>
                  </a:lnTo>
                  <a:lnTo>
                    <a:pt x="192" y="273"/>
                  </a:lnTo>
                  <a:lnTo>
                    <a:pt x="192" y="273"/>
                  </a:lnTo>
                  <a:lnTo>
                    <a:pt x="192" y="272"/>
                  </a:lnTo>
                  <a:lnTo>
                    <a:pt x="190" y="270"/>
                  </a:lnTo>
                  <a:lnTo>
                    <a:pt x="190" y="270"/>
                  </a:lnTo>
                  <a:lnTo>
                    <a:pt x="189" y="269"/>
                  </a:lnTo>
                  <a:lnTo>
                    <a:pt x="189" y="269"/>
                  </a:lnTo>
                  <a:lnTo>
                    <a:pt x="187" y="267"/>
                  </a:lnTo>
                  <a:lnTo>
                    <a:pt x="187" y="267"/>
                  </a:lnTo>
                  <a:lnTo>
                    <a:pt x="186" y="266"/>
                  </a:lnTo>
                  <a:lnTo>
                    <a:pt x="186" y="266"/>
                  </a:lnTo>
                  <a:lnTo>
                    <a:pt x="186" y="266"/>
                  </a:lnTo>
                  <a:lnTo>
                    <a:pt x="184" y="266"/>
                  </a:lnTo>
                  <a:lnTo>
                    <a:pt x="184" y="264"/>
                  </a:lnTo>
                  <a:lnTo>
                    <a:pt x="183" y="263"/>
                  </a:lnTo>
                  <a:lnTo>
                    <a:pt x="181" y="263"/>
                  </a:lnTo>
                  <a:lnTo>
                    <a:pt x="180" y="263"/>
                  </a:lnTo>
                  <a:lnTo>
                    <a:pt x="175" y="264"/>
                  </a:lnTo>
                  <a:lnTo>
                    <a:pt x="172" y="264"/>
                  </a:lnTo>
                  <a:lnTo>
                    <a:pt x="169" y="263"/>
                  </a:lnTo>
                  <a:lnTo>
                    <a:pt x="166" y="258"/>
                  </a:lnTo>
                  <a:lnTo>
                    <a:pt x="161" y="256"/>
                  </a:lnTo>
                  <a:lnTo>
                    <a:pt x="155" y="263"/>
                  </a:lnTo>
                  <a:lnTo>
                    <a:pt x="147" y="270"/>
                  </a:lnTo>
                  <a:lnTo>
                    <a:pt x="141" y="270"/>
                  </a:lnTo>
                  <a:lnTo>
                    <a:pt x="140" y="269"/>
                  </a:lnTo>
                  <a:lnTo>
                    <a:pt x="140" y="269"/>
                  </a:lnTo>
                  <a:lnTo>
                    <a:pt x="140" y="269"/>
                  </a:lnTo>
                  <a:lnTo>
                    <a:pt x="140" y="267"/>
                  </a:lnTo>
                  <a:lnTo>
                    <a:pt x="140" y="266"/>
                  </a:lnTo>
                  <a:lnTo>
                    <a:pt x="140" y="264"/>
                  </a:lnTo>
                  <a:lnTo>
                    <a:pt x="140" y="263"/>
                  </a:lnTo>
                  <a:lnTo>
                    <a:pt x="141" y="261"/>
                  </a:lnTo>
                  <a:lnTo>
                    <a:pt x="141" y="258"/>
                  </a:lnTo>
                  <a:lnTo>
                    <a:pt x="143" y="255"/>
                  </a:lnTo>
                  <a:lnTo>
                    <a:pt x="144" y="252"/>
                  </a:lnTo>
                  <a:lnTo>
                    <a:pt x="146" y="249"/>
                  </a:lnTo>
                  <a:lnTo>
                    <a:pt x="144" y="249"/>
                  </a:lnTo>
                  <a:lnTo>
                    <a:pt x="144" y="249"/>
                  </a:lnTo>
                  <a:lnTo>
                    <a:pt x="143" y="249"/>
                  </a:lnTo>
                  <a:lnTo>
                    <a:pt x="143" y="249"/>
                  </a:lnTo>
                  <a:lnTo>
                    <a:pt x="143" y="247"/>
                  </a:lnTo>
                  <a:lnTo>
                    <a:pt x="144" y="244"/>
                  </a:lnTo>
                  <a:lnTo>
                    <a:pt x="144" y="243"/>
                  </a:lnTo>
                  <a:lnTo>
                    <a:pt x="144" y="241"/>
                  </a:lnTo>
                  <a:lnTo>
                    <a:pt x="143" y="240"/>
                  </a:lnTo>
                  <a:lnTo>
                    <a:pt x="143" y="236"/>
                  </a:lnTo>
                  <a:lnTo>
                    <a:pt x="141" y="235"/>
                  </a:lnTo>
                  <a:lnTo>
                    <a:pt x="140" y="233"/>
                  </a:lnTo>
                  <a:lnTo>
                    <a:pt x="140" y="233"/>
                  </a:lnTo>
                  <a:lnTo>
                    <a:pt x="138" y="232"/>
                  </a:lnTo>
                  <a:lnTo>
                    <a:pt x="138" y="232"/>
                  </a:lnTo>
                  <a:lnTo>
                    <a:pt x="137" y="232"/>
                  </a:lnTo>
                  <a:lnTo>
                    <a:pt x="133" y="230"/>
                  </a:lnTo>
                  <a:lnTo>
                    <a:pt x="132" y="230"/>
                  </a:lnTo>
                  <a:lnTo>
                    <a:pt x="129" y="230"/>
                  </a:lnTo>
                  <a:lnTo>
                    <a:pt x="126" y="232"/>
                  </a:lnTo>
                  <a:lnTo>
                    <a:pt x="123" y="233"/>
                  </a:lnTo>
                  <a:lnTo>
                    <a:pt x="120" y="235"/>
                  </a:lnTo>
                  <a:lnTo>
                    <a:pt x="115" y="236"/>
                  </a:lnTo>
                  <a:lnTo>
                    <a:pt x="112" y="238"/>
                  </a:lnTo>
                  <a:lnTo>
                    <a:pt x="109" y="238"/>
                  </a:lnTo>
                  <a:lnTo>
                    <a:pt x="107" y="238"/>
                  </a:lnTo>
                  <a:lnTo>
                    <a:pt x="104" y="240"/>
                  </a:lnTo>
                  <a:lnTo>
                    <a:pt x="101" y="241"/>
                  </a:lnTo>
                  <a:lnTo>
                    <a:pt x="100" y="244"/>
                  </a:lnTo>
                  <a:lnTo>
                    <a:pt x="100" y="247"/>
                  </a:lnTo>
                  <a:lnTo>
                    <a:pt x="100" y="250"/>
                  </a:lnTo>
                  <a:lnTo>
                    <a:pt x="100" y="253"/>
                  </a:lnTo>
                  <a:lnTo>
                    <a:pt x="98" y="255"/>
                  </a:lnTo>
                  <a:lnTo>
                    <a:pt x="97" y="255"/>
                  </a:lnTo>
                  <a:lnTo>
                    <a:pt x="95" y="255"/>
                  </a:lnTo>
                  <a:lnTo>
                    <a:pt x="94" y="255"/>
                  </a:lnTo>
                  <a:lnTo>
                    <a:pt x="90" y="258"/>
                  </a:lnTo>
                  <a:lnTo>
                    <a:pt x="90" y="263"/>
                  </a:lnTo>
                  <a:lnTo>
                    <a:pt x="89" y="267"/>
                  </a:lnTo>
                  <a:lnTo>
                    <a:pt x="83" y="267"/>
                  </a:lnTo>
                  <a:lnTo>
                    <a:pt x="78" y="270"/>
                  </a:lnTo>
                  <a:lnTo>
                    <a:pt x="75" y="276"/>
                  </a:lnTo>
                  <a:lnTo>
                    <a:pt x="72" y="278"/>
                  </a:lnTo>
                  <a:lnTo>
                    <a:pt x="71" y="273"/>
                  </a:lnTo>
                  <a:lnTo>
                    <a:pt x="71" y="272"/>
                  </a:lnTo>
                  <a:lnTo>
                    <a:pt x="71" y="269"/>
                  </a:lnTo>
                  <a:lnTo>
                    <a:pt x="71" y="267"/>
                  </a:lnTo>
                  <a:lnTo>
                    <a:pt x="69" y="266"/>
                  </a:lnTo>
                  <a:lnTo>
                    <a:pt x="67" y="266"/>
                  </a:lnTo>
                  <a:lnTo>
                    <a:pt x="67" y="264"/>
                  </a:lnTo>
                  <a:lnTo>
                    <a:pt x="66" y="264"/>
                  </a:lnTo>
                  <a:lnTo>
                    <a:pt x="66" y="263"/>
                  </a:lnTo>
                  <a:lnTo>
                    <a:pt x="66" y="258"/>
                  </a:lnTo>
                  <a:lnTo>
                    <a:pt x="64" y="255"/>
                  </a:lnTo>
                  <a:lnTo>
                    <a:pt x="63" y="252"/>
                  </a:lnTo>
                  <a:lnTo>
                    <a:pt x="58" y="252"/>
                  </a:lnTo>
                  <a:lnTo>
                    <a:pt x="55" y="250"/>
                  </a:lnTo>
                  <a:lnTo>
                    <a:pt x="52" y="249"/>
                  </a:lnTo>
                  <a:lnTo>
                    <a:pt x="51" y="246"/>
                  </a:lnTo>
                  <a:lnTo>
                    <a:pt x="52" y="241"/>
                  </a:lnTo>
                  <a:lnTo>
                    <a:pt x="54" y="236"/>
                  </a:lnTo>
                  <a:lnTo>
                    <a:pt x="55" y="233"/>
                  </a:lnTo>
                  <a:lnTo>
                    <a:pt x="55" y="230"/>
                  </a:lnTo>
                  <a:lnTo>
                    <a:pt x="57" y="227"/>
                  </a:lnTo>
                  <a:lnTo>
                    <a:pt x="57" y="227"/>
                  </a:lnTo>
                  <a:lnTo>
                    <a:pt x="57" y="227"/>
                  </a:lnTo>
                  <a:lnTo>
                    <a:pt x="57" y="226"/>
                  </a:lnTo>
                  <a:lnTo>
                    <a:pt x="55" y="226"/>
                  </a:lnTo>
                  <a:lnTo>
                    <a:pt x="54" y="221"/>
                  </a:lnTo>
                  <a:lnTo>
                    <a:pt x="52" y="220"/>
                  </a:lnTo>
                  <a:lnTo>
                    <a:pt x="51" y="218"/>
                  </a:lnTo>
                  <a:lnTo>
                    <a:pt x="49" y="216"/>
                  </a:lnTo>
                  <a:lnTo>
                    <a:pt x="47" y="213"/>
                  </a:lnTo>
                  <a:lnTo>
                    <a:pt x="47" y="212"/>
                  </a:lnTo>
                  <a:lnTo>
                    <a:pt x="46" y="210"/>
                  </a:lnTo>
                  <a:lnTo>
                    <a:pt x="44" y="209"/>
                  </a:lnTo>
                  <a:lnTo>
                    <a:pt x="40" y="209"/>
                  </a:lnTo>
                  <a:lnTo>
                    <a:pt x="37" y="209"/>
                  </a:lnTo>
                  <a:lnTo>
                    <a:pt x="34" y="210"/>
                  </a:lnTo>
                  <a:lnTo>
                    <a:pt x="34" y="212"/>
                  </a:lnTo>
                  <a:lnTo>
                    <a:pt x="32" y="215"/>
                  </a:lnTo>
                  <a:lnTo>
                    <a:pt x="32" y="215"/>
                  </a:lnTo>
                  <a:lnTo>
                    <a:pt x="29" y="215"/>
                  </a:lnTo>
                  <a:lnTo>
                    <a:pt x="24" y="210"/>
                  </a:lnTo>
                  <a:lnTo>
                    <a:pt x="20" y="206"/>
                  </a:lnTo>
                  <a:lnTo>
                    <a:pt x="15" y="201"/>
                  </a:lnTo>
                  <a:lnTo>
                    <a:pt x="11" y="197"/>
                  </a:lnTo>
                  <a:lnTo>
                    <a:pt x="11" y="195"/>
                  </a:lnTo>
                  <a:lnTo>
                    <a:pt x="11" y="193"/>
                  </a:lnTo>
                  <a:lnTo>
                    <a:pt x="9" y="193"/>
                  </a:lnTo>
                  <a:lnTo>
                    <a:pt x="9" y="192"/>
                  </a:lnTo>
                  <a:lnTo>
                    <a:pt x="8" y="189"/>
                  </a:lnTo>
                  <a:lnTo>
                    <a:pt x="4" y="187"/>
                  </a:lnTo>
                  <a:lnTo>
                    <a:pt x="1" y="186"/>
                  </a:lnTo>
                  <a:lnTo>
                    <a:pt x="0" y="184"/>
                  </a:lnTo>
                  <a:lnTo>
                    <a:pt x="0" y="181"/>
                  </a:lnTo>
                  <a:lnTo>
                    <a:pt x="0" y="177"/>
                  </a:lnTo>
                  <a:lnTo>
                    <a:pt x="1" y="173"/>
                  </a:lnTo>
                  <a:lnTo>
                    <a:pt x="1" y="169"/>
                  </a:lnTo>
                  <a:lnTo>
                    <a:pt x="1" y="166"/>
                  </a:lnTo>
                  <a:lnTo>
                    <a:pt x="3" y="161"/>
                  </a:lnTo>
                  <a:lnTo>
                    <a:pt x="3" y="158"/>
                  </a:lnTo>
                  <a:lnTo>
                    <a:pt x="3" y="153"/>
                  </a:lnTo>
                  <a:lnTo>
                    <a:pt x="3" y="153"/>
                  </a:lnTo>
                  <a:lnTo>
                    <a:pt x="3" y="152"/>
                  </a:lnTo>
                  <a:lnTo>
                    <a:pt x="3" y="152"/>
                  </a:lnTo>
                  <a:lnTo>
                    <a:pt x="3" y="150"/>
                  </a:lnTo>
                  <a:lnTo>
                    <a:pt x="9" y="147"/>
                  </a:lnTo>
                  <a:lnTo>
                    <a:pt x="14" y="146"/>
                  </a:lnTo>
                  <a:lnTo>
                    <a:pt x="20" y="143"/>
                  </a:lnTo>
                  <a:lnTo>
                    <a:pt x="26" y="143"/>
                  </a:lnTo>
                  <a:lnTo>
                    <a:pt x="26" y="143"/>
                  </a:lnTo>
                  <a:lnTo>
                    <a:pt x="26" y="143"/>
                  </a:lnTo>
                  <a:lnTo>
                    <a:pt x="26" y="141"/>
                  </a:lnTo>
                  <a:lnTo>
                    <a:pt x="26" y="141"/>
                  </a:lnTo>
                  <a:lnTo>
                    <a:pt x="29" y="143"/>
                  </a:lnTo>
                  <a:lnTo>
                    <a:pt x="31" y="143"/>
                  </a:lnTo>
                  <a:lnTo>
                    <a:pt x="34" y="141"/>
                  </a:lnTo>
                  <a:lnTo>
                    <a:pt x="35" y="138"/>
                  </a:lnTo>
                  <a:lnTo>
                    <a:pt x="35" y="137"/>
                  </a:lnTo>
                  <a:lnTo>
                    <a:pt x="37" y="137"/>
                  </a:lnTo>
                  <a:lnTo>
                    <a:pt x="37" y="135"/>
                  </a:lnTo>
                  <a:lnTo>
                    <a:pt x="38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1" y="135"/>
                  </a:lnTo>
                  <a:lnTo>
                    <a:pt x="41" y="135"/>
                  </a:lnTo>
                  <a:lnTo>
                    <a:pt x="43" y="133"/>
                  </a:lnTo>
                  <a:lnTo>
                    <a:pt x="43" y="133"/>
                  </a:lnTo>
                  <a:lnTo>
                    <a:pt x="43" y="132"/>
                  </a:lnTo>
                  <a:lnTo>
                    <a:pt x="44" y="130"/>
                  </a:lnTo>
                  <a:lnTo>
                    <a:pt x="44" y="130"/>
                  </a:lnTo>
                  <a:lnTo>
                    <a:pt x="46" y="129"/>
                  </a:lnTo>
                  <a:lnTo>
                    <a:pt x="47" y="129"/>
                  </a:lnTo>
                  <a:lnTo>
                    <a:pt x="49" y="129"/>
                  </a:lnTo>
                  <a:lnTo>
                    <a:pt x="51" y="127"/>
                  </a:lnTo>
                  <a:lnTo>
                    <a:pt x="52" y="126"/>
                  </a:lnTo>
                  <a:lnTo>
                    <a:pt x="54" y="126"/>
                  </a:lnTo>
                  <a:lnTo>
                    <a:pt x="55" y="126"/>
                  </a:lnTo>
                  <a:lnTo>
                    <a:pt x="55" y="124"/>
                  </a:lnTo>
                  <a:lnTo>
                    <a:pt x="54" y="123"/>
                  </a:lnTo>
                  <a:lnTo>
                    <a:pt x="52" y="121"/>
                  </a:lnTo>
                  <a:lnTo>
                    <a:pt x="51" y="118"/>
                  </a:lnTo>
                  <a:lnTo>
                    <a:pt x="51" y="113"/>
                  </a:lnTo>
                  <a:lnTo>
                    <a:pt x="51" y="112"/>
                  </a:lnTo>
                  <a:lnTo>
                    <a:pt x="54" y="101"/>
                  </a:lnTo>
                  <a:lnTo>
                    <a:pt x="55" y="95"/>
                  </a:lnTo>
                  <a:lnTo>
                    <a:pt x="58" y="90"/>
                  </a:lnTo>
                  <a:lnTo>
                    <a:pt x="67" y="86"/>
                  </a:lnTo>
                  <a:lnTo>
                    <a:pt x="69" y="84"/>
                  </a:lnTo>
                  <a:lnTo>
                    <a:pt x="71" y="83"/>
                  </a:lnTo>
                  <a:lnTo>
                    <a:pt x="72" y="80"/>
                  </a:lnTo>
                  <a:lnTo>
                    <a:pt x="72" y="74"/>
                  </a:lnTo>
                  <a:lnTo>
                    <a:pt x="74" y="70"/>
                  </a:lnTo>
                  <a:lnTo>
                    <a:pt x="77" y="66"/>
                  </a:lnTo>
                  <a:lnTo>
                    <a:pt x="78" y="63"/>
                  </a:lnTo>
                  <a:lnTo>
                    <a:pt x="77" y="60"/>
                  </a:lnTo>
                  <a:lnTo>
                    <a:pt x="74" y="54"/>
                  </a:lnTo>
                  <a:lnTo>
                    <a:pt x="74" y="50"/>
                  </a:lnTo>
                  <a:lnTo>
                    <a:pt x="75" y="49"/>
                  </a:lnTo>
                  <a:lnTo>
                    <a:pt x="77" y="47"/>
                  </a:lnTo>
                  <a:lnTo>
                    <a:pt x="80" y="47"/>
                  </a:lnTo>
                  <a:lnTo>
                    <a:pt x="81" y="46"/>
                  </a:lnTo>
                  <a:lnTo>
                    <a:pt x="84" y="43"/>
                  </a:lnTo>
                  <a:lnTo>
                    <a:pt x="86" y="43"/>
                  </a:lnTo>
                  <a:lnTo>
                    <a:pt x="89" y="43"/>
                  </a:lnTo>
                  <a:lnTo>
                    <a:pt x="95" y="46"/>
                  </a:lnTo>
                  <a:lnTo>
                    <a:pt x="98" y="47"/>
                  </a:lnTo>
                  <a:lnTo>
                    <a:pt x="103" y="46"/>
                  </a:lnTo>
                  <a:lnTo>
                    <a:pt x="110" y="40"/>
                  </a:lnTo>
                  <a:lnTo>
                    <a:pt x="115" y="38"/>
                  </a:lnTo>
                  <a:lnTo>
                    <a:pt x="118" y="38"/>
                  </a:lnTo>
                  <a:lnTo>
                    <a:pt x="120" y="38"/>
                  </a:lnTo>
                  <a:lnTo>
                    <a:pt x="121" y="38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6" y="38"/>
                  </a:lnTo>
                  <a:lnTo>
                    <a:pt x="127" y="38"/>
                  </a:lnTo>
                  <a:lnTo>
                    <a:pt x="127" y="34"/>
                  </a:lnTo>
                  <a:lnTo>
                    <a:pt x="127" y="30"/>
                  </a:lnTo>
                  <a:lnTo>
                    <a:pt x="127" y="26"/>
                  </a:lnTo>
                  <a:lnTo>
                    <a:pt x="127" y="24"/>
                  </a:lnTo>
                  <a:lnTo>
                    <a:pt x="127" y="24"/>
                  </a:lnTo>
                  <a:lnTo>
                    <a:pt x="127" y="23"/>
                  </a:lnTo>
                  <a:lnTo>
                    <a:pt x="127" y="21"/>
                  </a:lnTo>
                  <a:lnTo>
                    <a:pt x="130" y="18"/>
                  </a:lnTo>
                  <a:lnTo>
                    <a:pt x="135" y="17"/>
                  </a:lnTo>
                  <a:lnTo>
                    <a:pt x="140" y="17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6" y="20"/>
                  </a:lnTo>
                  <a:lnTo>
                    <a:pt x="146" y="21"/>
                  </a:lnTo>
                  <a:lnTo>
                    <a:pt x="147" y="23"/>
                  </a:lnTo>
                  <a:lnTo>
                    <a:pt x="147" y="24"/>
                  </a:lnTo>
                  <a:lnTo>
                    <a:pt x="147" y="27"/>
                  </a:lnTo>
                  <a:lnTo>
                    <a:pt x="149" y="29"/>
                  </a:lnTo>
                  <a:lnTo>
                    <a:pt x="149" y="30"/>
                  </a:lnTo>
                  <a:lnTo>
                    <a:pt x="150" y="32"/>
                  </a:lnTo>
                  <a:lnTo>
                    <a:pt x="153" y="34"/>
                  </a:lnTo>
                  <a:lnTo>
                    <a:pt x="155" y="34"/>
                  </a:lnTo>
                  <a:lnTo>
                    <a:pt x="157" y="35"/>
                  </a:lnTo>
                  <a:lnTo>
                    <a:pt x="160" y="37"/>
                  </a:lnTo>
                  <a:lnTo>
                    <a:pt x="163" y="37"/>
                  </a:lnTo>
                  <a:lnTo>
                    <a:pt x="164" y="38"/>
                  </a:lnTo>
                  <a:lnTo>
                    <a:pt x="167" y="37"/>
                  </a:lnTo>
                  <a:lnTo>
                    <a:pt x="172" y="35"/>
                  </a:lnTo>
                  <a:lnTo>
                    <a:pt x="175" y="34"/>
                  </a:lnTo>
                  <a:lnTo>
                    <a:pt x="180" y="32"/>
                  </a:lnTo>
                  <a:lnTo>
                    <a:pt x="184" y="32"/>
                  </a:lnTo>
                  <a:lnTo>
                    <a:pt x="184" y="32"/>
                  </a:lnTo>
                  <a:lnTo>
                    <a:pt x="186" y="32"/>
                  </a:lnTo>
                  <a:lnTo>
                    <a:pt x="187" y="32"/>
                  </a:lnTo>
                  <a:lnTo>
                    <a:pt x="189" y="34"/>
                  </a:lnTo>
                  <a:lnTo>
                    <a:pt x="190" y="34"/>
                  </a:lnTo>
                  <a:lnTo>
                    <a:pt x="190" y="34"/>
                  </a:lnTo>
                  <a:lnTo>
                    <a:pt x="192" y="34"/>
                  </a:lnTo>
                  <a:lnTo>
                    <a:pt x="193" y="32"/>
                  </a:lnTo>
                  <a:lnTo>
                    <a:pt x="195" y="30"/>
                  </a:lnTo>
                  <a:lnTo>
                    <a:pt x="196" y="30"/>
                  </a:lnTo>
                  <a:lnTo>
                    <a:pt x="198" y="30"/>
                  </a:lnTo>
                  <a:lnTo>
                    <a:pt x="200" y="32"/>
                  </a:lnTo>
                  <a:lnTo>
                    <a:pt x="200" y="26"/>
                  </a:lnTo>
                  <a:lnTo>
                    <a:pt x="200" y="20"/>
                  </a:lnTo>
                  <a:lnTo>
                    <a:pt x="200" y="14"/>
                  </a:lnTo>
                  <a:lnTo>
                    <a:pt x="200" y="7"/>
                  </a:lnTo>
                  <a:lnTo>
                    <a:pt x="200" y="6"/>
                  </a:lnTo>
                  <a:lnTo>
                    <a:pt x="200" y="4"/>
                  </a:lnTo>
                  <a:lnTo>
                    <a:pt x="201" y="3"/>
                  </a:lnTo>
                  <a:lnTo>
                    <a:pt x="203" y="3"/>
                  </a:lnTo>
                  <a:lnTo>
                    <a:pt x="204" y="1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2298700" y="3605213"/>
              <a:ext cx="530225" cy="338138"/>
            </a:xfrm>
            <a:custGeom>
              <a:avLst/>
              <a:gdLst>
                <a:gd name="T0" fmla="*/ 276 w 666"/>
                <a:gd name="T1" fmla="*/ 12 h 426"/>
                <a:gd name="T2" fmla="*/ 278 w 666"/>
                <a:gd name="T3" fmla="*/ 35 h 426"/>
                <a:gd name="T4" fmla="*/ 291 w 666"/>
                <a:gd name="T5" fmla="*/ 62 h 426"/>
                <a:gd name="T6" fmla="*/ 301 w 666"/>
                <a:gd name="T7" fmla="*/ 82 h 426"/>
                <a:gd name="T8" fmla="*/ 327 w 666"/>
                <a:gd name="T9" fmla="*/ 60 h 426"/>
                <a:gd name="T10" fmla="*/ 345 w 666"/>
                <a:gd name="T11" fmla="*/ 43 h 426"/>
                <a:gd name="T12" fmla="*/ 368 w 666"/>
                <a:gd name="T13" fmla="*/ 35 h 426"/>
                <a:gd name="T14" fmla="*/ 387 w 666"/>
                <a:gd name="T15" fmla="*/ 34 h 426"/>
                <a:gd name="T16" fmla="*/ 402 w 666"/>
                <a:gd name="T17" fmla="*/ 19 h 426"/>
                <a:gd name="T18" fmla="*/ 425 w 666"/>
                <a:gd name="T19" fmla="*/ 34 h 426"/>
                <a:gd name="T20" fmla="*/ 439 w 666"/>
                <a:gd name="T21" fmla="*/ 52 h 426"/>
                <a:gd name="T22" fmla="*/ 453 w 666"/>
                <a:gd name="T23" fmla="*/ 69 h 426"/>
                <a:gd name="T24" fmla="*/ 471 w 666"/>
                <a:gd name="T25" fmla="*/ 59 h 426"/>
                <a:gd name="T26" fmla="*/ 485 w 666"/>
                <a:gd name="T27" fmla="*/ 63 h 426"/>
                <a:gd name="T28" fmla="*/ 500 w 666"/>
                <a:gd name="T29" fmla="*/ 91 h 426"/>
                <a:gd name="T30" fmla="*/ 505 w 666"/>
                <a:gd name="T31" fmla="*/ 106 h 426"/>
                <a:gd name="T32" fmla="*/ 519 w 666"/>
                <a:gd name="T33" fmla="*/ 117 h 426"/>
                <a:gd name="T34" fmla="*/ 546 w 666"/>
                <a:gd name="T35" fmla="*/ 145 h 426"/>
                <a:gd name="T36" fmla="*/ 579 w 666"/>
                <a:gd name="T37" fmla="*/ 155 h 426"/>
                <a:gd name="T38" fmla="*/ 609 w 666"/>
                <a:gd name="T39" fmla="*/ 162 h 426"/>
                <a:gd name="T40" fmla="*/ 608 w 666"/>
                <a:gd name="T41" fmla="*/ 192 h 426"/>
                <a:gd name="T42" fmla="*/ 609 w 666"/>
                <a:gd name="T43" fmla="*/ 215 h 426"/>
                <a:gd name="T44" fmla="*/ 609 w 666"/>
                <a:gd name="T45" fmla="*/ 228 h 426"/>
                <a:gd name="T46" fmla="*/ 614 w 666"/>
                <a:gd name="T47" fmla="*/ 240 h 426"/>
                <a:gd name="T48" fmla="*/ 616 w 666"/>
                <a:gd name="T49" fmla="*/ 260 h 426"/>
                <a:gd name="T50" fmla="*/ 642 w 666"/>
                <a:gd name="T51" fmla="*/ 277 h 426"/>
                <a:gd name="T52" fmla="*/ 666 w 666"/>
                <a:gd name="T53" fmla="*/ 308 h 426"/>
                <a:gd name="T54" fmla="*/ 660 w 666"/>
                <a:gd name="T55" fmla="*/ 326 h 426"/>
                <a:gd name="T56" fmla="*/ 656 w 666"/>
                <a:gd name="T57" fmla="*/ 351 h 426"/>
                <a:gd name="T58" fmla="*/ 646 w 666"/>
                <a:gd name="T59" fmla="*/ 360 h 426"/>
                <a:gd name="T60" fmla="*/ 629 w 666"/>
                <a:gd name="T61" fmla="*/ 368 h 426"/>
                <a:gd name="T62" fmla="*/ 620 w 666"/>
                <a:gd name="T63" fmla="*/ 383 h 426"/>
                <a:gd name="T64" fmla="*/ 605 w 666"/>
                <a:gd name="T65" fmla="*/ 418 h 426"/>
                <a:gd name="T66" fmla="*/ 576 w 666"/>
                <a:gd name="T67" fmla="*/ 424 h 426"/>
                <a:gd name="T68" fmla="*/ 543 w 666"/>
                <a:gd name="T69" fmla="*/ 387 h 426"/>
                <a:gd name="T70" fmla="*/ 525 w 666"/>
                <a:gd name="T71" fmla="*/ 391 h 426"/>
                <a:gd name="T72" fmla="*/ 400 w 666"/>
                <a:gd name="T73" fmla="*/ 363 h 426"/>
                <a:gd name="T74" fmla="*/ 370 w 666"/>
                <a:gd name="T75" fmla="*/ 348 h 426"/>
                <a:gd name="T76" fmla="*/ 368 w 666"/>
                <a:gd name="T77" fmla="*/ 343 h 426"/>
                <a:gd name="T78" fmla="*/ 362 w 666"/>
                <a:gd name="T79" fmla="*/ 338 h 426"/>
                <a:gd name="T80" fmla="*/ 354 w 666"/>
                <a:gd name="T81" fmla="*/ 331 h 426"/>
                <a:gd name="T82" fmla="*/ 222 w 666"/>
                <a:gd name="T83" fmla="*/ 283 h 426"/>
                <a:gd name="T84" fmla="*/ 176 w 666"/>
                <a:gd name="T85" fmla="*/ 260 h 426"/>
                <a:gd name="T86" fmla="*/ 116 w 666"/>
                <a:gd name="T87" fmla="*/ 220 h 426"/>
                <a:gd name="T88" fmla="*/ 92 w 666"/>
                <a:gd name="T89" fmla="*/ 205 h 426"/>
                <a:gd name="T90" fmla="*/ 58 w 666"/>
                <a:gd name="T91" fmla="*/ 165 h 426"/>
                <a:gd name="T92" fmla="*/ 1 w 666"/>
                <a:gd name="T93" fmla="*/ 158 h 426"/>
                <a:gd name="T94" fmla="*/ 0 w 666"/>
                <a:gd name="T95" fmla="*/ 143 h 426"/>
                <a:gd name="T96" fmla="*/ 6 w 666"/>
                <a:gd name="T97" fmla="*/ 115 h 426"/>
                <a:gd name="T98" fmla="*/ 30 w 666"/>
                <a:gd name="T99" fmla="*/ 112 h 426"/>
                <a:gd name="T100" fmla="*/ 46 w 666"/>
                <a:gd name="T101" fmla="*/ 102 h 426"/>
                <a:gd name="T102" fmla="*/ 79 w 666"/>
                <a:gd name="T103" fmla="*/ 49 h 426"/>
                <a:gd name="T104" fmla="*/ 101 w 666"/>
                <a:gd name="T105" fmla="*/ 65 h 426"/>
                <a:gd name="T106" fmla="*/ 184 w 666"/>
                <a:gd name="T107" fmla="*/ 57 h 426"/>
                <a:gd name="T108" fmla="*/ 195 w 666"/>
                <a:gd name="T109" fmla="*/ 69 h 426"/>
                <a:gd name="T110" fmla="*/ 232 w 666"/>
                <a:gd name="T111" fmla="*/ 74 h 426"/>
                <a:gd name="T112" fmla="*/ 235 w 666"/>
                <a:gd name="T113" fmla="*/ 80 h 426"/>
                <a:gd name="T114" fmla="*/ 248 w 666"/>
                <a:gd name="T115" fmla="*/ 86 h 426"/>
                <a:gd name="T116" fmla="*/ 228 w 666"/>
                <a:gd name="T117" fmla="*/ 55 h 426"/>
                <a:gd name="T118" fmla="*/ 227 w 666"/>
                <a:gd name="T119" fmla="*/ 20 h 426"/>
                <a:gd name="T120" fmla="*/ 238 w 666"/>
                <a:gd name="T121" fmla="*/ 9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66" h="426">
                  <a:moveTo>
                    <a:pt x="247" y="0"/>
                  </a:moveTo>
                  <a:lnTo>
                    <a:pt x="253" y="3"/>
                  </a:lnTo>
                  <a:lnTo>
                    <a:pt x="259" y="5"/>
                  </a:lnTo>
                  <a:lnTo>
                    <a:pt x="265" y="5"/>
                  </a:lnTo>
                  <a:lnTo>
                    <a:pt x="271" y="5"/>
                  </a:lnTo>
                  <a:lnTo>
                    <a:pt x="275" y="5"/>
                  </a:lnTo>
                  <a:lnTo>
                    <a:pt x="276" y="6"/>
                  </a:lnTo>
                  <a:lnTo>
                    <a:pt x="276" y="8"/>
                  </a:lnTo>
                  <a:lnTo>
                    <a:pt x="276" y="11"/>
                  </a:lnTo>
                  <a:lnTo>
                    <a:pt x="276" y="12"/>
                  </a:lnTo>
                  <a:lnTo>
                    <a:pt x="278" y="14"/>
                  </a:lnTo>
                  <a:lnTo>
                    <a:pt x="279" y="15"/>
                  </a:lnTo>
                  <a:lnTo>
                    <a:pt x="279" y="17"/>
                  </a:lnTo>
                  <a:lnTo>
                    <a:pt x="278" y="20"/>
                  </a:lnTo>
                  <a:lnTo>
                    <a:pt x="276" y="23"/>
                  </a:lnTo>
                  <a:lnTo>
                    <a:pt x="276" y="26"/>
                  </a:lnTo>
                  <a:lnTo>
                    <a:pt x="278" y="29"/>
                  </a:lnTo>
                  <a:lnTo>
                    <a:pt x="278" y="32"/>
                  </a:lnTo>
                  <a:lnTo>
                    <a:pt x="278" y="34"/>
                  </a:lnTo>
                  <a:lnTo>
                    <a:pt x="278" y="35"/>
                  </a:lnTo>
                  <a:lnTo>
                    <a:pt x="278" y="39"/>
                  </a:lnTo>
                  <a:lnTo>
                    <a:pt x="279" y="40"/>
                  </a:lnTo>
                  <a:lnTo>
                    <a:pt x="279" y="42"/>
                  </a:lnTo>
                  <a:lnTo>
                    <a:pt x="281" y="43"/>
                  </a:lnTo>
                  <a:lnTo>
                    <a:pt x="282" y="45"/>
                  </a:lnTo>
                  <a:lnTo>
                    <a:pt x="285" y="48"/>
                  </a:lnTo>
                  <a:lnTo>
                    <a:pt x="288" y="51"/>
                  </a:lnTo>
                  <a:lnTo>
                    <a:pt x="290" y="54"/>
                  </a:lnTo>
                  <a:lnTo>
                    <a:pt x="291" y="57"/>
                  </a:lnTo>
                  <a:lnTo>
                    <a:pt x="291" y="62"/>
                  </a:lnTo>
                  <a:lnTo>
                    <a:pt x="290" y="66"/>
                  </a:lnTo>
                  <a:lnTo>
                    <a:pt x="288" y="71"/>
                  </a:lnTo>
                  <a:lnTo>
                    <a:pt x="290" y="74"/>
                  </a:lnTo>
                  <a:lnTo>
                    <a:pt x="291" y="75"/>
                  </a:lnTo>
                  <a:lnTo>
                    <a:pt x="293" y="77"/>
                  </a:lnTo>
                  <a:lnTo>
                    <a:pt x="294" y="78"/>
                  </a:lnTo>
                  <a:lnTo>
                    <a:pt x="294" y="78"/>
                  </a:lnTo>
                  <a:lnTo>
                    <a:pt x="296" y="80"/>
                  </a:lnTo>
                  <a:lnTo>
                    <a:pt x="299" y="82"/>
                  </a:lnTo>
                  <a:lnTo>
                    <a:pt x="301" y="82"/>
                  </a:lnTo>
                  <a:lnTo>
                    <a:pt x="304" y="82"/>
                  </a:lnTo>
                  <a:lnTo>
                    <a:pt x="305" y="80"/>
                  </a:lnTo>
                  <a:lnTo>
                    <a:pt x="307" y="78"/>
                  </a:lnTo>
                  <a:lnTo>
                    <a:pt x="307" y="77"/>
                  </a:lnTo>
                  <a:lnTo>
                    <a:pt x="310" y="75"/>
                  </a:lnTo>
                  <a:lnTo>
                    <a:pt x="313" y="72"/>
                  </a:lnTo>
                  <a:lnTo>
                    <a:pt x="316" y="71"/>
                  </a:lnTo>
                  <a:lnTo>
                    <a:pt x="321" y="68"/>
                  </a:lnTo>
                  <a:lnTo>
                    <a:pt x="324" y="65"/>
                  </a:lnTo>
                  <a:lnTo>
                    <a:pt x="327" y="60"/>
                  </a:lnTo>
                  <a:lnTo>
                    <a:pt x="330" y="57"/>
                  </a:lnTo>
                  <a:lnTo>
                    <a:pt x="333" y="52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6" y="45"/>
                  </a:lnTo>
                  <a:lnTo>
                    <a:pt x="336" y="45"/>
                  </a:lnTo>
                  <a:lnTo>
                    <a:pt x="339" y="45"/>
                  </a:lnTo>
                  <a:lnTo>
                    <a:pt x="342" y="43"/>
                  </a:lnTo>
                  <a:lnTo>
                    <a:pt x="345" y="43"/>
                  </a:lnTo>
                  <a:lnTo>
                    <a:pt x="348" y="42"/>
                  </a:lnTo>
                  <a:lnTo>
                    <a:pt x="351" y="40"/>
                  </a:lnTo>
                  <a:lnTo>
                    <a:pt x="354" y="40"/>
                  </a:lnTo>
                  <a:lnTo>
                    <a:pt x="359" y="39"/>
                  </a:lnTo>
                  <a:lnTo>
                    <a:pt x="362" y="37"/>
                  </a:lnTo>
                  <a:lnTo>
                    <a:pt x="362" y="37"/>
                  </a:lnTo>
                  <a:lnTo>
                    <a:pt x="364" y="37"/>
                  </a:lnTo>
                  <a:lnTo>
                    <a:pt x="364" y="37"/>
                  </a:lnTo>
                  <a:lnTo>
                    <a:pt x="365" y="37"/>
                  </a:lnTo>
                  <a:lnTo>
                    <a:pt x="368" y="35"/>
                  </a:lnTo>
                  <a:lnTo>
                    <a:pt x="371" y="35"/>
                  </a:lnTo>
                  <a:lnTo>
                    <a:pt x="374" y="35"/>
                  </a:lnTo>
                  <a:lnTo>
                    <a:pt x="376" y="39"/>
                  </a:lnTo>
                  <a:lnTo>
                    <a:pt x="377" y="40"/>
                  </a:lnTo>
                  <a:lnTo>
                    <a:pt x="379" y="42"/>
                  </a:lnTo>
                  <a:lnTo>
                    <a:pt x="382" y="43"/>
                  </a:lnTo>
                  <a:lnTo>
                    <a:pt x="384" y="40"/>
                  </a:lnTo>
                  <a:lnTo>
                    <a:pt x="387" y="39"/>
                  </a:lnTo>
                  <a:lnTo>
                    <a:pt x="387" y="37"/>
                  </a:lnTo>
                  <a:lnTo>
                    <a:pt x="387" y="34"/>
                  </a:lnTo>
                  <a:lnTo>
                    <a:pt x="387" y="32"/>
                  </a:lnTo>
                  <a:lnTo>
                    <a:pt x="388" y="31"/>
                  </a:lnTo>
                  <a:lnTo>
                    <a:pt x="388" y="29"/>
                  </a:lnTo>
                  <a:lnTo>
                    <a:pt x="390" y="28"/>
                  </a:lnTo>
                  <a:lnTo>
                    <a:pt x="391" y="28"/>
                  </a:lnTo>
                  <a:lnTo>
                    <a:pt x="393" y="26"/>
                  </a:lnTo>
                  <a:lnTo>
                    <a:pt x="394" y="25"/>
                  </a:lnTo>
                  <a:lnTo>
                    <a:pt x="396" y="23"/>
                  </a:lnTo>
                  <a:lnTo>
                    <a:pt x="397" y="22"/>
                  </a:lnTo>
                  <a:lnTo>
                    <a:pt x="402" y="19"/>
                  </a:lnTo>
                  <a:lnTo>
                    <a:pt x="405" y="20"/>
                  </a:lnTo>
                  <a:lnTo>
                    <a:pt x="408" y="23"/>
                  </a:lnTo>
                  <a:lnTo>
                    <a:pt x="411" y="26"/>
                  </a:lnTo>
                  <a:lnTo>
                    <a:pt x="413" y="28"/>
                  </a:lnTo>
                  <a:lnTo>
                    <a:pt x="414" y="28"/>
                  </a:lnTo>
                  <a:lnTo>
                    <a:pt x="414" y="29"/>
                  </a:lnTo>
                  <a:lnTo>
                    <a:pt x="416" y="32"/>
                  </a:lnTo>
                  <a:lnTo>
                    <a:pt x="417" y="34"/>
                  </a:lnTo>
                  <a:lnTo>
                    <a:pt x="422" y="34"/>
                  </a:lnTo>
                  <a:lnTo>
                    <a:pt x="425" y="34"/>
                  </a:lnTo>
                  <a:lnTo>
                    <a:pt x="428" y="34"/>
                  </a:lnTo>
                  <a:lnTo>
                    <a:pt x="427" y="37"/>
                  </a:lnTo>
                  <a:lnTo>
                    <a:pt x="425" y="40"/>
                  </a:lnTo>
                  <a:lnTo>
                    <a:pt x="427" y="42"/>
                  </a:lnTo>
                  <a:lnTo>
                    <a:pt x="430" y="43"/>
                  </a:lnTo>
                  <a:lnTo>
                    <a:pt x="433" y="43"/>
                  </a:lnTo>
                  <a:lnTo>
                    <a:pt x="433" y="46"/>
                  </a:lnTo>
                  <a:lnTo>
                    <a:pt x="434" y="49"/>
                  </a:lnTo>
                  <a:lnTo>
                    <a:pt x="437" y="51"/>
                  </a:lnTo>
                  <a:lnTo>
                    <a:pt x="439" y="52"/>
                  </a:lnTo>
                  <a:lnTo>
                    <a:pt x="439" y="54"/>
                  </a:lnTo>
                  <a:lnTo>
                    <a:pt x="440" y="55"/>
                  </a:lnTo>
                  <a:lnTo>
                    <a:pt x="442" y="59"/>
                  </a:lnTo>
                  <a:lnTo>
                    <a:pt x="444" y="60"/>
                  </a:lnTo>
                  <a:lnTo>
                    <a:pt x="445" y="62"/>
                  </a:lnTo>
                  <a:lnTo>
                    <a:pt x="447" y="63"/>
                  </a:lnTo>
                  <a:lnTo>
                    <a:pt x="450" y="63"/>
                  </a:lnTo>
                  <a:lnTo>
                    <a:pt x="453" y="63"/>
                  </a:lnTo>
                  <a:lnTo>
                    <a:pt x="453" y="66"/>
                  </a:lnTo>
                  <a:lnTo>
                    <a:pt x="453" y="69"/>
                  </a:lnTo>
                  <a:lnTo>
                    <a:pt x="454" y="71"/>
                  </a:lnTo>
                  <a:lnTo>
                    <a:pt x="457" y="71"/>
                  </a:lnTo>
                  <a:lnTo>
                    <a:pt x="460" y="71"/>
                  </a:lnTo>
                  <a:lnTo>
                    <a:pt x="465" y="71"/>
                  </a:lnTo>
                  <a:lnTo>
                    <a:pt x="468" y="71"/>
                  </a:lnTo>
                  <a:lnTo>
                    <a:pt x="468" y="69"/>
                  </a:lnTo>
                  <a:lnTo>
                    <a:pt x="470" y="66"/>
                  </a:lnTo>
                  <a:lnTo>
                    <a:pt x="470" y="65"/>
                  </a:lnTo>
                  <a:lnTo>
                    <a:pt x="470" y="63"/>
                  </a:lnTo>
                  <a:lnTo>
                    <a:pt x="471" y="59"/>
                  </a:lnTo>
                  <a:lnTo>
                    <a:pt x="473" y="55"/>
                  </a:lnTo>
                  <a:lnTo>
                    <a:pt x="476" y="54"/>
                  </a:lnTo>
                  <a:lnTo>
                    <a:pt x="480" y="54"/>
                  </a:lnTo>
                  <a:lnTo>
                    <a:pt x="482" y="54"/>
                  </a:lnTo>
                  <a:lnTo>
                    <a:pt x="482" y="54"/>
                  </a:lnTo>
                  <a:lnTo>
                    <a:pt x="483" y="55"/>
                  </a:lnTo>
                  <a:lnTo>
                    <a:pt x="483" y="57"/>
                  </a:lnTo>
                  <a:lnTo>
                    <a:pt x="483" y="60"/>
                  </a:lnTo>
                  <a:lnTo>
                    <a:pt x="483" y="62"/>
                  </a:lnTo>
                  <a:lnTo>
                    <a:pt x="485" y="63"/>
                  </a:lnTo>
                  <a:lnTo>
                    <a:pt x="485" y="65"/>
                  </a:lnTo>
                  <a:lnTo>
                    <a:pt x="487" y="66"/>
                  </a:lnTo>
                  <a:lnTo>
                    <a:pt x="488" y="68"/>
                  </a:lnTo>
                  <a:lnTo>
                    <a:pt x="488" y="69"/>
                  </a:lnTo>
                  <a:lnTo>
                    <a:pt x="488" y="71"/>
                  </a:lnTo>
                  <a:lnTo>
                    <a:pt x="491" y="75"/>
                  </a:lnTo>
                  <a:lnTo>
                    <a:pt x="494" y="78"/>
                  </a:lnTo>
                  <a:lnTo>
                    <a:pt x="497" y="82"/>
                  </a:lnTo>
                  <a:lnTo>
                    <a:pt x="499" y="88"/>
                  </a:lnTo>
                  <a:lnTo>
                    <a:pt x="500" y="91"/>
                  </a:lnTo>
                  <a:lnTo>
                    <a:pt x="499" y="94"/>
                  </a:lnTo>
                  <a:lnTo>
                    <a:pt x="499" y="95"/>
                  </a:lnTo>
                  <a:lnTo>
                    <a:pt x="499" y="98"/>
                  </a:lnTo>
                  <a:lnTo>
                    <a:pt x="500" y="100"/>
                  </a:lnTo>
                  <a:lnTo>
                    <a:pt x="502" y="102"/>
                  </a:lnTo>
                  <a:lnTo>
                    <a:pt x="502" y="105"/>
                  </a:lnTo>
                  <a:lnTo>
                    <a:pt x="502" y="106"/>
                  </a:lnTo>
                  <a:lnTo>
                    <a:pt x="503" y="106"/>
                  </a:lnTo>
                  <a:lnTo>
                    <a:pt x="505" y="106"/>
                  </a:lnTo>
                  <a:lnTo>
                    <a:pt x="505" y="106"/>
                  </a:lnTo>
                  <a:lnTo>
                    <a:pt x="506" y="106"/>
                  </a:lnTo>
                  <a:lnTo>
                    <a:pt x="506" y="108"/>
                  </a:lnTo>
                  <a:lnTo>
                    <a:pt x="506" y="111"/>
                  </a:lnTo>
                  <a:lnTo>
                    <a:pt x="508" y="112"/>
                  </a:lnTo>
                  <a:lnTo>
                    <a:pt x="510" y="114"/>
                  </a:lnTo>
                  <a:lnTo>
                    <a:pt x="513" y="115"/>
                  </a:lnTo>
                  <a:lnTo>
                    <a:pt x="514" y="114"/>
                  </a:lnTo>
                  <a:lnTo>
                    <a:pt x="516" y="112"/>
                  </a:lnTo>
                  <a:lnTo>
                    <a:pt x="519" y="114"/>
                  </a:lnTo>
                  <a:lnTo>
                    <a:pt x="519" y="117"/>
                  </a:lnTo>
                  <a:lnTo>
                    <a:pt x="519" y="120"/>
                  </a:lnTo>
                  <a:lnTo>
                    <a:pt x="520" y="123"/>
                  </a:lnTo>
                  <a:lnTo>
                    <a:pt x="522" y="125"/>
                  </a:lnTo>
                  <a:lnTo>
                    <a:pt x="525" y="125"/>
                  </a:lnTo>
                  <a:lnTo>
                    <a:pt x="530" y="126"/>
                  </a:lnTo>
                  <a:lnTo>
                    <a:pt x="533" y="126"/>
                  </a:lnTo>
                  <a:lnTo>
                    <a:pt x="534" y="128"/>
                  </a:lnTo>
                  <a:lnTo>
                    <a:pt x="537" y="135"/>
                  </a:lnTo>
                  <a:lnTo>
                    <a:pt x="540" y="142"/>
                  </a:lnTo>
                  <a:lnTo>
                    <a:pt x="546" y="145"/>
                  </a:lnTo>
                  <a:lnTo>
                    <a:pt x="554" y="148"/>
                  </a:lnTo>
                  <a:lnTo>
                    <a:pt x="557" y="149"/>
                  </a:lnTo>
                  <a:lnTo>
                    <a:pt x="560" y="149"/>
                  </a:lnTo>
                  <a:lnTo>
                    <a:pt x="563" y="151"/>
                  </a:lnTo>
                  <a:lnTo>
                    <a:pt x="566" y="151"/>
                  </a:lnTo>
                  <a:lnTo>
                    <a:pt x="568" y="152"/>
                  </a:lnTo>
                  <a:lnTo>
                    <a:pt x="569" y="152"/>
                  </a:lnTo>
                  <a:lnTo>
                    <a:pt x="571" y="154"/>
                  </a:lnTo>
                  <a:lnTo>
                    <a:pt x="573" y="154"/>
                  </a:lnTo>
                  <a:lnTo>
                    <a:pt x="579" y="155"/>
                  </a:lnTo>
                  <a:lnTo>
                    <a:pt x="583" y="155"/>
                  </a:lnTo>
                  <a:lnTo>
                    <a:pt x="589" y="155"/>
                  </a:lnTo>
                  <a:lnTo>
                    <a:pt x="594" y="154"/>
                  </a:lnTo>
                  <a:lnTo>
                    <a:pt x="597" y="152"/>
                  </a:lnTo>
                  <a:lnTo>
                    <a:pt x="599" y="152"/>
                  </a:lnTo>
                  <a:lnTo>
                    <a:pt x="600" y="154"/>
                  </a:lnTo>
                  <a:lnTo>
                    <a:pt x="602" y="155"/>
                  </a:lnTo>
                  <a:lnTo>
                    <a:pt x="605" y="157"/>
                  </a:lnTo>
                  <a:lnTo>
                    <a:pt x="606" y="160"/>
                  </a:lnTo>
                  <a:lnTo>
                    <a:pt x="609" y="162"/>
                  </a:lnTo>
                  <a:lnTo>
                    <a:pt x="611" y="165"/>
                  </a:lnTo>
                  <a:lnTo>
                    <a:pt x="614" y="168"/>
                  </a:lnTo>
                  <a:lnTo>
                    <a:pt x="614" y="171"/>
                  </a:lnTo>
                  <a:lnTo>
                    <a:pt x="614" y="172"/>
                  </a:lnTo>
                  <a:lnTo>
                    <a:pt x="612" y="177"/>
                  </a:lnTo>
                  <a:lnTo>
                    <a:pt x="611" y="180"/>
                  </a:lnTo>
                  <a:lnTo>
                    <a:pt x="609" y="183"/>
                  </a:lnTo>
                  <a:lnTo>
                    <a:pt x="609" y="186"/>
                  </a:lnTo>
                  <a:lnTo>
                    <a:pt x="608" y="189"/>
                  </a:lnTo>
                  <a:lnTo>
                    <a:pt x="608" y="192"/>
                  </a:lnTo>
                  <a:lnTo>
                    <a:pt x="608" y="194"/>
                  </a:lnTo>
                  <a:lnTo>
                    <a:pt x="606" y="195"/>
                  </a:lnTo>
                  <a:lnTo>
                    <a:pt x="606" y="198"/>
                  </a:lnTo>
                  <a:lnTo>
                    <a:pt x="605" y="203"/>
                  </a:lnTo>
                  <a:lnTo>
                    <a:pt x="605" y="206"/>
                  </a:lnTo>
                  <a:lnTo>
                    <a:pt x="605" y="211"/>
                  </a:lnTo>
                  <a:lnTo>
                    <a:pt x="608" y="214"/>
                  </a:lnTo>
                  <a:lnTo>
                    <a:pt x="608" y="214"/>
                  </a:lnTo>
                  <a:lnTo>
                    <a:pt x="609" y="215"/>
                  </a:lnTo>
                  <a:lnTo>
                    <a:pt x="609" y="215"/>
                  </a:lnTo>
                  <a:lnTo>
                    <a:pt x="608" y="217"/>
                  </a:lnTo>
                  <a:lnTo>
                    <a:pt x="606" y="218"/>
                  </a:lnTo>
                  <a:lnTo>
                    <a:pt x="606" y="221"/>
                  </a:lnTo>
                  <a:lnTo>
                    <a:pt x="606" y="223"/>
                  </a:lnTo>
                  <a:lnTo>
                    <a:pt x="608" y="226"/>
                  </a:lnTo>
                  <a:lnTo>
                    <a:pt x="608" y="226"/>
                  </a:lnTo>
                  <a:lnTo>
                    <a:pt x="608" y="226"/>
                  </a:lnTo>
                  <a:lnTo>
                    <a:pt x="608" y="228"/>
                  </a:lnTo>
                  <a:lnTo>
                    <a:pt x="609" y="228"/>
                  </a:lnTo>
                  <a:lnTo>
                    <a:pt x="609" y="228"/>
                  </a:lnTo>
                  <a:lnTo>
                    <a:pt x="609" y="228"/>
                  </a:lnTo>
                  <a:lnTo>
                    <a:pt x="609" y="228"/>
                  </a:lnTo>
                  <a:lnTo>
                    <a:pt x="611" y="229"/>
                  </a:lnTo>
                  <a:lnTo>
                    <a:pt x="611" y="229"/>
                  </a:lnTo>
                  <a:lnTo>
                    <a:pt x="612" y="231"/>
                  </a:lnTo>
                  <a:lnTo>
                    <a:pt x="614" y="232"/>
                  </a:lnTo>
                  <a:lnTo>
                    <a:pt x="614" y="234"/>
                  </a:lnTo>
                  <a:lnTo>
                    <a:pt x="616" y="235"/>
                  </a:lnTo>
                  <a:lnTo>
                    <a:pt x="616" y="238"/>
                  </a:lnTo>
                  <a:lnTo>
                    <a:pt x="614" y="240"/>
                  </a:lnTo>
                  <a:lnTo>
                    <a:pt x="614" y="243"/>
                  </a:lnTo>
                  <a:lnTo>
                    <a:pt x="614" y="243"/>
                  </a:lnTo>
                  <a:lnTo>
                    <a:pt x="614" y="243"/>
                  </a:lnTo>
                  <a:lnTo>
                    <a:pt x="614" y="243"/>
                  </a:lnTo>
                  <a:lnTo>
                    <a:pt x="614" y="245"/>
                  </a:lnTo>
                  <a:lnTo>
                    <a:pt x="616" y="248"/>
                  </a:lnTo>
                  <a:lnTo>
                    <a:pt x="616" y="251"/>
                  </a:lnTo>
                  <a:lnTo>
                    <a:pt x="614" y="254"/>
                  </a:lnTo>
                  <a:lnTo>
                    <a:pt x="614" y="257"/>
                  </a:lnTo>
                  <a:lnTo>
                    <a:pt x="616" y="260"/>
                  </a:lnTo>
                  <a:lnTo>
                    <a:pt x="617" y="261"/>
                  </a:lnTo>
                  <a:lnTo>
                    <a:pt x="620" y="263"/>
                  </a:lnTo>
                  <a:lnTo>
                    <a:pt x="623" y="265"/>
                  </a:lnTo>
                  <a:lnTo>
                    <a:pt x="626" y="268"/>
                  </a:lnTo>
                  <a:lnTo>
                    <a:pt x="628" y="272"/>
                  </a:lnTo>
                  <a:lnTo>
                    <a:pt x="631" y="277"/>
                  </a:lnTo>
                  <a:lnTo>
                    <a:pt x="634" y="277"/>
                  </a:lnTo>
                  <a:lnTo>
                    <a:pt x="637" y="277"/>
                  </a:lnTo>
                  <a:lnTo>
                    <a:pt x="639" y="277"/>
                  </a:lnTo>
                  <a:lnTo>
                    <a:pt x="642" y="277"/>
                  </a:lnTo>
                  <a:lnTo>
                    <a:pt x="643" y="277"/>
                  </a:lnTo>
                  <a:lnTo>
                    <a:pt x="643" y="278"/>
                  </a:lnTo>
                  <a:lnTo>
                    <a:pt x="645" y="278"/>
                  </a:lnTo>
                  <a:lnTo>
                    <a:pt x="645" y="280"/>
                  </a:lnTo>
                  <a:lnTo>
                    <a:pt x="645" y="280"/>
                  </a:lnTo>
                  <a:lnTo>
                    <a:pt x="651" y="286"/>
                  </a:lnTo>
                  <a:lnTo>
                    <a:pt x="656" y="292"/>
                  </a:lnTo>
                  <a:lnTo>
                    <a:pt x="660" y="298"/>
                  </a:lnTo>
                  <a:lnTo>
                    <a:pt x="665" y="306"/>
                  </a:lnTo>
                  <a:lnTo>
                    <a:pt x="666" y="308"/>
                  </a:lnTo>
                  <a:lnTo>
                    <a:pt x="666" y="309"/>
                  </a:lnTo>
                  <a:lnTo>
                    <a:pt x="666" y="311"/>
                  </a:lnTo>
                  <a:lnTo>
                    <a:pt x="666" y="312"/>
                  </a:lnTo>
                  <a:lnTo>
                    <a:pt x="666" y="314"/>
                  </a:lnTo>
                  <a:lnTo>
                    <a:pt x="665" y="317"/>
                  </a:lnTo>
                  <a:lnTo>
                    <a:pt x="665" y="318"/>
                  </a:lnTo>
                  <a:lnTo>
                    <a:pt x="665" y="320"/>
                  </a:lnTo>
                  <a:lnTo>
                    <a:pt x="663" y="321"/>
                  </a:lnTo>
                  <a:lnTo>
                    <a:pt x="662" y="324"/>
                  </a:lnTo>
                  <a:lnTo>
                    <a:pt x="660" y="326"/>
                  </a:lnTo>
                  <a:lnTo>
                    <a:pt x="659" y="328"/>
                  </a:lnTo>
                  <a:lnTo>
                    <a:pt x="657" y="331"/>
                  </a:lnTo>
                  <a:lnTo>
                    <a:pt x="657" y="332"/>
                  </a:lnTo>
                  <a:lnTo>
                    <a:pt x="657" y="334"/>
                  </a:lnTo>
                  <a:lnTo>
                    <a:pt x="657" y="335"/>
                  </a:lnTo>
                  <a:lnTo>
                    <a:pt x="657" y="338"/>
                  </a:lnTo>
                  <a:lnTo>
                    <a:pt x="657" y="341"/>
                  </a:lnTo>
                  <a:lnTo>
                    <a:pt x="656" y="344"/>
                  </a:lnTo>
                  <a:lnTo>
                    <a:pt x="656" y="348"/>
                  </a:lnTo>
                  <a:lnTo>
                    <a:pt x="656" y="351"/>
                  </a:lnTo>
                  <a:lnTo>
                    <a:pt x="654" y="352"/>
                  </a:lnTo>
                  <a:lnTo>
                    <a:pt x="652" y="354"/>
                  </a:lnTo>
                  <a:lnTo>
                    <a:pt x="651" y="355"/>
                  </a:lnTo>
                  <a:lnTo>
                    <a:pt x="651" y="357"/>
                  </a:lnTo>
                  <a:lnTo>
                    <a:pt x="649" y="357"/>
                  </a:lnTo>
                  <a:lnTo>
                    <a:pt x="649" y="357"/>
                  </a:lnTo>
                  <a:lnTo>
                    <a:pt x="649" y="358"/>
                  </a:lnTo>
                  <a:lnTo>
                    <a:pt x="648" y="358"/>
                  </a:lnTo>
                  <a:lnTo>
                    <a:pt x="648" y="360"/>
                  </a:lnTo>
                  <a:lnTo>
                    <a:pt x="646" y="360"/>
                  </a:lnTo>
                  <a:lnTo>
                    <a:pt x="645" y="360"/>
                  </a:lnTo>
                  <a:lnTo>
                    <a:pt x="643" y="361"/>
                  </a:lnTo>
                  <a:lnTo>
                    <a:pt x="642" y="363"/>
                  </a:lnTo>
                  <a:lnTo>
                    <a:pt x="639" y="363"/>
                  </a:lnTo>
                  <a:lnTo>
                    <a:pt x="637" y="363"/>
                  </a:lnTo>
                  <a:lnTo>
                    <a:pt x="634" y="361"/>
                  </a:lnTo>
                  <a:lnTo>
                    <a:pt x="632" y="361"/>
                  </a:lnTo>
                  <a:lnTo>
                    <a:pt x="631" y="361"/>
                  </a:lnTo>
                  <a:lnTo>
                    <a:pt x="628" y="363"/>
                  </a:lnTo>
                  <a:lnTo>
                    <a:pt x="629" y="368"/>
                  </a:lnTo>
                  <a:lnTo>
                    <a:pt x="631" y="372"/>
                  </a:lnTo>
                  <a:lnTo>
                    <a:pt x="632" y="377"/>
                  </a:lnTo>
                  <a:lnTo>
                    <a:pt x="631" y="381"/>
                  </a:lnTo>
                  <a:lnTo>
                    <a:pt x="629" y="381"/>
                  </a:lnTo>
                  <a:lnTo>
                    <a:pt x="629" y="383"/>
                  </a:lnTo>
                  <a:lnTo>
                    <a:pt x="629" y="383"/>
                  </a:lnTo>
                  <a:lnTo>
                    <a:pt x="629" y="383"/>
                  </a:lnTo>
                  <a:lnTo>
                    <a:pt x="626" y="384"/>
                  </a:lnTo>
                  <a:lnTo>
                    <a:pt x="623" y="384"/>
                  </a:lnTo>
                  <a:lnTo>
                    <a:pt x="620" y="383"/>
                  </a:lnTo>
                  <a:lnTo>
                    <a:pt x="617" y="383"/>
                  </a:lnTo>
                  <a:lnTo>
                    <a:pt x="614" y="386"/>
                  </a:lnTo>
                  <a:lnTo>
                    <a:pt x="611" y="389"/>
                  </a:lnTo>
                  <a:lnTo>
                    <a:pt x="611" y="392"/>
                  </a:lnTo>
                  <a:lnTo>
                    <a:pt x="614" y="397"/>
                  </a:lnTo>
                  <a:lnTo>
                    <a:pt x="617" y="401"/>
                  </a:lnTo>
                  <a:lnTo>
                    <a:pt x="616" y="407"/>
                  </a:lnTo>
                  <a:lnTo>
                    <a:pt x="612" y="411"/>
                  </a:lnTo>
                  <a:lnTo>
                    <a:pt x="608" y="415"/>
                  </a:lnTo>
                  <a:lnTo>
                    <a:pt x="605" y="418"/>
                  </a:lnTo>
                  <a:lnTo>
                    <a:pt x="600" y="418"/>
                  </a:lnTo>
                  <a:lnTo>
                    <a:pt x="596" y="418"/>
                  </a:lnTo>
                  <a:lnTo>
                    <a:pt x="591" y="418"/>
                  </a:lnTo>
                  <a:lnTo>
                    <a:pt x="586" y="420"/>
                  </a:lnTo>
                  <a:lnTo>
                    <a:pt x="583" y="421"/>
                  </a:lnTo>
                  <a:lnTo>
                    <a:pt x="582" y="423"/>
                  </a:lnTo>
                  <a:lnTo>
                    <a:pt x="579" y="426"/>
                  </a:lnTo>
                  <a:lnTo>
                    <a:pt x="579" y="426"/>
                  </a:lnTo>
                  <a:lnTo>
                    <a:pt x="576" y="426"/>
                  </a:lnTo>
                  <a:lnTo>
                    <a:pt x="576" y="424"/>
                  </a:lnTo>
                  <a:lnTo>
                    <a:pt x="576" y="424"/>
                  </a:lnTo>
                  <a:lnTo>
                    <a:pt x="577" y="424"/>
                  </a:lnTo>
                  <a:lnTo>
                    <a:pt x="576" y="423"/>
                  </a:lnTo>
                  <a:lnTo>
                    <a:pt x="574" y="420"/>
                  </a:lnTo>
                  <a:lnTo>
                    <a:pt x="568" y="414"/>
                  </a:lnTo>
                  <a:lnTo>
                    <a:pt x="556" y="403"/>
                  </a:lnTo>
                  <a:lnTo>
                    <a:pt x="550" y="394"/>
                  </a:lnTo>
                  <a:lnTo>
                    <a:pt x="545" y="389"/>
                  </a:lnTo>
                  <a:lnTo>
                    <a:pt x="543" y="387"/>
                  </a:lnTo>
                  <a:lnTo>
                    <a:pt x="543" y="387"/>
                  </a:lnTo>
                  <a:lnTo>
                    <a:pt x="540" y="387"/>
                  </a:lnTo>
                  <a:lnTo>
                    <a:pt x="539" y="386"/>
                  </a:lnTo>
                  <a:lnTo>
                    <a:pt x="537" y="387"/>
                  </a:lnTo>
                  <a:lnTo>
                    <a:pt x="536" y="387"/>
                  </a:lnTo>
                  <a:lnTo>
                    <a:pt x="534" y="387"/>
                  </a:lnTo>
                  <a:lnTo>
                    <a:pt x="531" y="389"/>
                  </a:lnTo>
                  <a:lnTo>
                    <a:pt x="531" y="389"/>
                  </a:lnTo>
                  <a:lnTo>
                    <a:pt x="530" y="391"/>
                  </a:lnTo>
                  <a:lnTo>
                    <a:pt x="530" y="392"/>
                  </a:lnTo>
                  <a:lnTo>
                    <a:pt x="525" y="391"/>
                  </a:lnTo>
                  <a:lnTo>
                    <a:pt x="522" y="391"/>
                  </a:lnTo>
                  <a:lnTo>
                    <a:pt x="516" y="387"/>
                  </a:lnTo>
                  <a:lnTo>
                    <a:pt x="483" y="378"/>
                  </a:lnTo>
                  <a:lnTo>
                    <a:pt x="457" y="371"/>
                  </a:lnTo>
                  <a:lnTo>
                    <a:pt x="447" y="369"/>
                  </a:lnTo>
                  <a:lnTo>
                    <a:pt x="428" y="366"/>
                  </a:lnTo>
                  <a:lnTo>
                    <a:pt x="417" y="364"/>
                  </a:lnTo>
                  <a:lnTo>
                    <a:pt x="410" y="366"/>
                  </a:lnTo>
                  <a:lnTo>
                    <a:pt x="405" y="364"/>
                  </a:lnTo>
                  <a:lnTo>
                    <a:pt x="400" y="363"/>
                  </a:lnTo>
                  <a:lnTo>
                    <a:pt x="397" y="361"/>
                  </a:lnTo>
                  <a:lnTo>
                    <a:pt x="393" y="360"/>
                  </a:lnTo>
                  <a:lnTo>
                    <a:pt x="388" y="358"/>
                  </a:lnTo>
                  <a:lnTo>
                    <a:pt x="381" y="351"/>
                  </a:lnTo>
                  <a:lnTo>
                    <a:pt x="376" y="348"/>
                  </a:lnTo>
                  <a:lnTo>
                    <a:pt x="374" y="349"/>
                  </a:lnTo>
                  <a:lnTo>
                    <a:pt x="374" y="349"/>
                  </a:lnTo>
                  <a:lnTo>
                    <a:pt x="373" y="349"/>
                  </a:lnTo>
                  <a:lnTo>
                    <a:pt x="371" y="348"/>
                  </a:lnTo>
                  <a:lnTo>
                    <a:pt x="370" y="348"/>
                  </a:lnTo>
                  <a:lnTo>
                    <a:pt x="371" y="346"/>
                  </a:lnTo>
                  <a:lnTo>
                    <a:pt x="373" y="348"/>
                  </a:lnTo>
                  <a:lnTo>
                    <a:pt x="373" y="346"/>
                  </a:lnTo>
                  <a:lnTo>
                    <a:pt x="373" y="344"/>
                  </a:lnTo>
                  <a:lnTo>
                    <a:pt x="371" y="344"/>
                  </a:lnTo>
                  <a:lnTo>
                    <a:pt x="371" y="346"/>
                  </a:lnTo>
                  <a:lnTo>
                    <a:pt x="370" y="344"/>
                  </a:lnTo>
                  <a:lnTo>
                    <a:pt x="368" y="344"/>
                  </a:lnTo>
                  <a:lnTo>
                    <a:pt x="367" y="344"/>
                  </a:lnTo>
                  <a:lnTo>
                    <a:pt x="368" y="343"/>
                  </a:lnTo>
                  <a:lnTo>
                    <a:pt x="368" y="343"/>
                  </a:lnTo>
                  <a:lnTo>
                    <a:pt x="370" y="341"/>
                  </a:lnTo>
                  <a:lnTo>
                    <a:pt x="370" y="341"/>
                  </a:lnTo>
                  <a:lnTo>
                    <a:pt x="371" y="340"/>
                  </a:lnTo>
                  <a:lnTo>
                    <a:pt x="371" y="340"/>
                  </a:lnTo>
                  <a:lnTo>
                    <a:pt x="370" y="338"/>
                  </a:lnTo>
                  <a:lnTo>
                    <a:pt x="368" y="337"/>
                  </a:lnTo>
                  <a:lnTo>
                    <a:pt x="367" y="337"/>
                  </a:lnTo>
                  <a:lnTo>
                    <a:pt x="364" y="338"/>
                  </a:lnTo>
                  <a:lnTo>
                    <a:pt x="362" y="338"/>
                  </a:lnTo>
                  <a:lnTo>
                    <a:pt x="362" y="340"/>
                  </a:lnTo>
                  <a:lnTo>
                    <a:pt x="364" y="340"/>
                  </a:lnTo>
                  <a:lnTo>
                    <a:pt x="365" y="340"/>
                  </a:lnTo>
                  <a:lnTo>
                    <a:pt x="364" y="341"/>
                  </a:lnTo>
                  <a:lnTo>
                    <a:pt x="361" y="341"/>
                  </a:lnTo>
                  <a:lnTo>
                    <a:pt x="361" y="341"/>
                  </a:lnTo>
                  <a:lnTo>
                    <a:pt x="359" y="337"/>
                  </a:lnTo>
                  <a:lnTo>
                    <a:pt x="357" y="337"/>
                  </a:lnTo>
                  <a:lnTo>
                    <a:pt x="354" y="332"/>
                  </a:lnTo>
                  <a:lnTo>
                    <a:pt x="354" y="331"/>
                  </a:lnTo>
                  <a:lnTo>
                    <a:pt x="348" y="328"/>
                  </a:lnTo>
                  <a:lnTo>
                    <a:pt x="338" y="324"/>
                  </a:lnTo>
                  <a:lnTo>
                    <a:pt x="328" y="321"/>
                  </a:lnTo>
                  <a:lnTo>
                    <a:pt x="321" y="318"/>
                  </a:lnTo>
                  <a:lnTo>
                    <a:pt x="310" y="315"/>
                  </a:lnTo>
                  <a:lnTo>
                    <a:pt x="296" y="309"/>
                  </a:lnTo>
                  <a:lnTo>
                    <a:pt x="258" y="295"/>
                  </a:lnTo>
                  <a:lnTo>
                    <a:pt x="242" y="291"/>
                  </a:lnTo>
                  <a:lnTo>
                    <a:pt x="233" y="288"/>
                  </a:lnTo>
                  <a:lnTo>
                    <a:pt x="222" y="283"/>
                  </a:lnTo>
                  <a:lnTo>
                    <a:pt x="215" y="280"/>
                  </a:lnTo>
                  <a:lnTo>
                    <a:pt x="204" y="277"/>
                  </a:lnTo>
                  <a:lnTo>
                    <a:pt x="195" y="274"/>
                  </a:lnTo>
                  <a:lnTo>
                    <a:pt x="185" y="271"/>
                  </a:lnTo>
                  <a:lnTo>
                    <a:pt x="181" y="268"/>
                  </a:lnTo>
                  <a:lnTo>
                    <a:pt x="178" y="269"/>
                  </a:lnTo>
                  <a:lnTo>
                    <a:pt x="176" y="268"/>
                  </a:lnTo>
                  <a:lnTo>
                    <a:pt x="179" y="266"/>
                  </a:lnTo>
                  <a:lnTo>
                    <a:pt x="179" y="263"/>
                  </a:lnTo>
                  <a:lnTo>
                    <a:pt x="176" y="260"/>
                  </a:lnTo>
                  <a:lnTo>
                    <a:pt x="170" y="255"/>
                  </a:lnTo>
                  <a:lnTo>
                    <a:pt x="159" y="249"/>
                  </a:lnTo>
                  <a:lnTo>
                    <a:pt x="158" y="245"/>
                  </a:lnTo>
                  <a:lnTo>
                    <a:pt x="145" y="237"/>
                  </a:lnTo>
                  <a:lnTo>
                    <a:pt x="132" y="232"/>
                  </a:lnTo>
                  <a:lnTo>
                    <a:pt x="124" y="229"/>
                  </a:lnTo>
                  <a:lnTo>
                    <a:pt x="115" y="226"/>
                  </a:lnTo>
                  <a:lnTo>
                    <a:pt x="115" y="225"/>
                  </a:lnTo>
                  <a:lnTo>
                    <a:pt x="116" y="223"/>
                  </a:lnTo>
                  <a:lnTo>
                    <a:pt x="116" y="220"/>
                  </a:lnTo>
                  <a:lnTo>
                    <a:pt x="116" y="218"/>
                  </a:lnTo>
                  <a:lnTo>
                    <a:pt x="115" y="217"/>
                  </a:lnTo>
                  <a:lnTo>
                    <a:pt x="109" y="211"/>
                  </a:lnTo>
                  <a:lnTo>
                    <a:pt x="104" y="211"/>
                  </a:lnTo>
                  <a:lnTo>
                    <a:pt x="99" y="212"/>
                  </a:lnTo>
                  <a:lnTo>
                    <a:pt x="98" y="209"/>
                  </a:lnTo>
                  <a:lnTo>
                    <a:pt x="96" y="209"/>
                  </a:lnTo>
                  <a:lnTo>
                    <a:pt x="95" y="208"/>
                  </a:lnTo>
                  <a:lnTo>
                    <a:pt x="92" y="208"/>
                  </a:lnTo>
                  <a:lnTo>
                    <a:pt x="92" y="205"/>
                  </a:lnTo>
                  <a:lnTo>
                    <a:pt x="89" y="203"/>
                  </a:lnTo>
                  <a:lnTo>
                    <a:pt x="84" y="201"/>
                  </a:lnTo>
                  <a:lnTo>
                    <a:pt x="84" y="195"/>
                  </a:lnTo>
                  <a:lnTo>
                    <a:pt x="79" y="191"/>
                  </a:lnTo>
                  <a:lnTo>
                    <a:pt x="76" y="188"/>
                  </a:lnTo>
                  <a:lnTo>
                    <a:pt x="69" y="181"/>
                  </a:lnTo>
                  <a:lnTo>
                    <a:pt x="67" y="177"/>
                  </a:lnTo>
                  <a:lnTo>
                    <a:pt x="64" y="175"/>
                  </a:lnTo>
                  <a:lnTo>
                    <a:pt x="64" y="172"/>
                  </a:lnTo>
                  <a:lnTo>
                    <a:pt x="58" y="165"/>
                  </a:lnTo>
                  <a:lnTo>
                    <a:pt x="50" y="162"/>
                  </a:lnTo>
                  <a:lnTo>
                    <a:pt x="49" y="160"/>
                  </a:lnTo>
                  <a:lnTo>
                    <a:pt x="38" y="155"/>
                  </a:lnTo>
                  <a:lnTo>
                    <a:pt x="29" y="151"/>
                  </a:lnTo>
                  <a:lnTo>
                    <a:pt x="21" y="148"/>
                  </a:lnTo>
                  <a:lnTo>
                    <a:pt x="12" y="149"/>
                  </a:lnTo>
                  <a:lnTo>
                    <a:pt x="10" y="152"/>
                  </a:lnTo>
                  <a:lnTo>
                    <a:pt x="7" y="155"/>
                  </a:lnTo>
                  <a:lnTo>
                    <a:pt x="4" y="157"/>
                  </a:lnTo>
                  <a:lnTo>
                    <a:pt x="1" y="158"/>
                  </a:lnTo>
                  <a:lnTo>
                    <a:pt x="1" y="160"/>
                  </a:lnTo>
                  <a:lnTo>
                    <a:pt x="1" y="160"/>
                  </a:lnTo>
                  <a:lnTo>
                    <a:pt x="1" y="158"/>
                  </a:lnTo>
                  <a:lnTo>
                    <a:pt x="3" y="157"/>
                  </a:lnTo>
                  <a:lnTo>
                    <a:pt x="3" y="155"/>
                  </a:lnTo>
                  <a:lnTo>
                    <a:pt x="3" y="154"/>
                  </a:lnTo>
                  <a:lnTo>
                    <a:pt x="3" y="151"/>
                  </a:lnTo>
                  <a:lnTo>
                    <a:pt x="1" y="149"/>
                  </a:lnTo>
                  <a:lnTo>
                    <a:pt x="0" y="146"/>
                  </a:lnTo>
                  <a:lnTo>
                    <a:pt x="0" y="143"/>
                  </a:lnTo>
                  <a:lnTo>
                    <a:pt x="0" y="138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1" y="125"/>
                  </a:lnTo>
                  <a:lnTo>
                    <a:pt x="1" y="123"/>
                  </a:lnTo>
                  <a:lnTo>
                    <a:pt x="1" y="122"/>
                  </a:lnTo>
                  <a:lnTo>
                    <a:pt x="3" y="120"/>
                  </a:lnTo>
                  <a:lnTo>
                    <a:pt x="4" y="118"/>
                  </a:lnTo>
                  <a:lnTo>
                    <a:pt x="6" y="117"/>
                  </a:lnTo>
                  <a:lnTo>
                    <a:pt x="6" y="115"/>
                  </a:lnTo>
                  <a:lnTo>
                    <a:pt x="7" y="115"/>
                  </a:lnTo>
                  <a:lnTo>
                    <a:pt x="10" y="115"/>
                  </a:lnTo>
                  <a:lnTo>
                    <a:pt x="13" y="115"/>
                  </a:lnTo>
                  <a:lnTo>
                    <a:pt x="16" y="115"/>
                  </a:lnTo>
                  <a:lnTo>
                    <a:pt x="18" y="114"/>
                  </a:lnTo>
                  <a:lnTo>
                    <a:pt x="21" y="114"/>
                  </a:lnTo>
                  <a:lnTo>
                    <a:pt x="24" y="114"/>
                  </a:lnTo>
                  <a:lnTo>
                    <a:pt x="26" y="114"/>
                  </a:lnTo>
                  <a:lnTo>
                    <a:pt x="29" y="114"/>
                  </a:lnTo>
                  <a:lnTo>
                    <a:pt x="30" y="112"/>
                  </a:lnTo>
                  <a:lnTo>
                    <a:pt x="32" y="111"/>
                  </a:lnTo>
                  <a:lnTo>
                    <a:pt x="33" y="112"/>
                  </a:lnTo>
                  <a:lnTo>
                    <a:pt x="35" y="112"/>
                  </a:lnTo>
                  <a:lnTo>
                    <a:pt x="36" y="112"/>
                  </a:lnTo>
                  <a:lnTo>
                    <a:pt x="38" y="112"/>
                  </a:lnTo>
                  <a:lnTo>
                    <a:pt x="39" y="111"/>
                  </a:lnTo>
                  <a:lnTo>
                    <a:pt x="39" y="109"/>
                  </a:lnTo>
                  <a:lnTo>
                    <a:pt x="39" y="108"/>
                  </a:lnTo>
                  <a:lnTo>
                    <a:pt x="43" y="105"/>
                  </a:lnTo>
                  <a:lnTo>
                    <a:pt x="46" y="102"/>
                  </a:lnTo>
                  <a:lnTo>
                    <a:pt x="47" y="97"/>
                  </a:lnTo>
                  <a:lnTo>
                    <a:pt x="47" y="92"/>
                  </a:lnTo>
                  <a:lnTo>
                    <a:pt x="46" y="82"/>
                  </a:lnTo>
                  <a:lnTo>
                    <a:pt x="44" y="69"/>
                  </a:lnTo>
                  <a:lnTo>
                    <a:pt x="47" y="59"/>
                  </a:lnTo>
                  <a:lnTo>
                    <a:pt x="53" y="49"/>
                  </a:lnTo>
                  <a:lnTo>
                    <a:pt x="59" y="48"/>
                  </a:lnTo>
                  <a:lnTo>
                    <a:pt x="66" y="48"/>
                  </a:lnTo>
                  <a:lnTo>
                    <a:pt x="73" y="48"/>
                  </a:lnTo>
                  <a:lnTo>
                    <a:pt x="79" y="49"/>
                  </a:lnTo>
                  <a:lnTo>
                    <a:pt x="81" y="49"/>
                  </a:lnTo>
                  <a:lnTo>
                    <a:pt x="84" y="49"/>
                  </a:lnTo>
                  <a:lnTo>
                    <a:pt x="87" y="51"/>
                  </a:lnTo>
                  <a:lnTo>
                    <a:pt x="89" y="52"/>
                  </a:lnTo>
                  <a:lnTo>
                    <a:pt x="90" y="55"/>
                  </a:lnTo>
                  <a:lnTo>
                    <a:pt x="92" y="57"/>
                  </a:lnTo>
                  <a:lnTo>
                    <a:pt x="93" y="60"/>
                  </a:lnTo>
                  <a:lnTo>
                    <a:pt x="95" y="62"/>
                  </a:lnTo>
                  <a:lnTo>
                    <a:pt x="98" y="63"/>
                  </a:lnTo>
                  <a:lnTo>
                    <a:pt x="101" y="65"/>
                  </a:lnTo>
                  <a:lnTo>
                    <a:pt x="106" y="66"/>
                  </a:lnTo>
                  <a:lnTo>
                    <a:pt x="109" y="66"/>
                  </a:lnTo>
                  <a:lnTo>
                    <a:pt x="118" y="65"/>
                  </a:lnTo>
                  <a:lnTo>
                    <a:pt x="126" y="63"/>
                  </a:lnTo>
                  <a:lnTo>
                    <a:pt x="135" y="60"/>
                  </a:lnTo>
                  <a:lnTo>
                    <a:pt x="142" y="59"/>
                  </a:lnTo>
                  <a:lnTo>
                    <a:pt x="147" y="57"/>
                  </a:lnTo>
                  <a:lnTo>
                    <a:pt x="172" y="59"/>
                  </a:lnTo>
                  <a:lnTo>
                    <a:pt x="179" y="57"/>
                  </a:lnTo>
                  <a:lnTo>
                    <a:pt x="184" y="57"/>
                  </a:lnTo>
                  <a:lnTo>
                    <a:pt x="187" y="59"/>
                  </a:lnTo>
                  <a:lnTo>
                    <a:pt x="187" y="59"/>
                  </a:lnTo>
                  <a:lnTo>
                    <a:pt x="187" y="62"/>
                  </a:lnTo>
                  <a:lnTo>
                    <a:pt x="188" y="63"/>
                  </a:lnTo>
                  <a:lnTo>
                    <a:pt x="188" y="63"/>
                  </a:lnTo>
                  <a:lnTo>
                    <a:pt x="190" y="62"/>
                  </a:lnTo>
                  <a:lnTo>
                    <a:pt x="192" y="62"/>
                  </a:lnTo>
                  <a:lnTo>
                    <a:pt x="193" y="63"/>
                  </a:lnTo>
                  <a:lnTo>
                    <a:pt x="193" y="65"/>
                  </a:lnTo>
                  <a:lnTo>
                    <a:pt x="195" y="69"/>
                  </a:lnTo>
                  <a:lnTo>
                    <a:pt x="201" y="66"/>
                  </a:lnTo>
                  <a:lnTo>
                    <a:pt x="201" y="65"/>
                  </a:lnTo>
                  <a:lnTo>
                    <a:pt x="199" y="63"/>
                  </a:lnTo>
                  <a:lnTo>
                    <a:pt x="216" y="63"/>
                  </a:lnTo>
                  <a:lnTo>
                    <a:pt x="219" y="65"/>
                  </a:lnTo>
                  <a:lnTo>
                    <a:pt x="224" y="71"/>
                  </a:lnTo>
                  <a:lnTo>
                    <a:pt x="227" y="72"/>
                  </a:lnTo>
                  <a:lnTo>
                    <a:pt x="228" y="74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2" y="71"/>
                  </a:lnTo>
                  <a:lnTo>
                    <a:pt x="232" y="71"/>
                  </a:lnTo>
                  <a:lnTo>
                    <a:pt x="233" y="71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6" y="72"/>
                  </a:lnTo>
                  <a:lnTo>
                    <a:pt x="236" y="74"/>
                  </a:lnTo>
                  <a:lnTo>
                    <a:pt x="236" y="77"/>
                  </a:lnTo>
                  <a:lnTo>
                    <a:pt x="236" y="78"/>
                  </a:lnTo>
                  <a:lnTo>
                    <a:pt x="235" y="80"/>
                  </a:lnTo>
                  <a:lnTo>
                    <a:pt x="233" y="82"/>
                  </a:lnTo>
                  <a:lnTo>
                    <a:pt x="232" y="83"/>
                  </a:lnTo>
                  <a:lnTo>
                    <a:pt x="233" y="86"/>
                  </a:lnTo>
                  <a:lnTo>
                    <a:pt x="233" y="88"/>
                  </a:lnTo>
                  <a:lnTo>
                    <a:pt x="238" y="92"/>
                  </a:lnTo>
                  <a:lnTo>
                    <a:pt x="242" y="86"/>
                  </a:lnTo>
                  <a:lnTo>
                    <a:pt x="244" y="86"/>
                  </a:lnTo>
                  <a:lnTo>
                    <a:pt x="245" y="88"/>
                  </a:lnTo>
                  <a:lnTo>
                    <a:pt x="247" y="91"/>
                  </a:lnTo>
                  <a:lnTo>
                    <a:pt x="248" y="86"/>
                  </a:lnTo>
                  <a:lnTo>
                    <a:pt x="250" y="83"/>
                  </a:lnTo>
                  <a:lnTo>
                    <a:pt x="251" y="80"/>
                  </a:lnTo>
                  <a:lnTo>
                    <a:pt x="250" y="77"/>
                  </a:lnTo>
                  <a:lnTo>
                    <a:pt x="245" y="74"/>
                  </a:lnTo>
                  <a:lnTo>
                    <a:pt x="242" y="71"/>
                  </a:lnTo>
                  <a:lnTo>
                    <a:pt x="238" y="68"/>
                  </a:lnTo>
                  <a:lnTo>
                    <a:pt x="233" y="65"/>
                  </a:lnTo>
                  <a:lnTo>
                    <a:pt x="230" y="62"/>
                  </a:lnTo>
                  <a:lnTo>
                    <a:pt x="228" y="59"/>
                  </a:lnTo>
                  <a:lnTo>
                    <a:pt x="228" y="55"/>
                  </a:lnTo>
                  <a:lnTo>
                    <a:pt x="228" y="51"/>
                  </a:lnTo>
                  <a:lnTo>
                    <a:pt x="228" y="46"/>
                  </a:lnTo>
                  <a:lnTo>
                    <a:pt x="227" y="43"/>
                  </a:lnTo>
                  <a:lnTo>
                    <a:pt x="225" y="40"/>
                  </a:lnTo>
                  <a:lnTo>
                    <a:pt x="224" y="35"/>
                  </a:lnTo>
                  <a:lnTo>
                    <a:pt x="224" y="32"/>
                  </a:lnTo>
                  <a:lnTo>
                    <a:pt x="225" y="29"/>
                  </a:lnTo>
                  <a:lnTo>
                    <a:pt x="227" y="28"/>
                  </a:lnTo>
                  <a:lnTo>
                    <a:pt x="228" y="23"/>
                  </a:lnTo>
                  <a:lnTo>
                    <a:pt x="227" y="20"/>
                  </a:lnTo>
                  <a:lnTo>
                    <a:pt x="224" y="19"/>
                  </a:lnTo>
                  <a:lnTo>
                    <a:pt x="221" y="15"/>
                  </a:lnTo>
                  <a:lnTo>
                    <a:pt x="221" y="12"/>
                  </a:lnTo>
                  <a:lnTo>
                    <a:pt x="224" y="9"/>
                  </a:lnTo>
                  <a:lnTo>
                    <a:pt x="225" y="8"/>
                  </a:lnTo>
                  <a:lnTo>
                    <a:pt x="227" y="5"/>
                  </a:lnTo>
                  <a:lnTo>
                    <a:pt x="230" y="3"/>
                  </a:lnTo>
                  <a:lnTo>
                    <a:pt x="233" y="3"/>
                  </a:lnTo>
                  <a:lnTo>
                    <a:pt x="236" y="6"/>
                  </a:lnTo>
                  <a:lnTo>
                    <a:pt x="238" y="9"/>
                  </a:lnTo>
                  <a:lnTo>
                    <a:pt x="238" y="14"/>
                  </a:lnTo>
                  <a:lnTo>
                    <a:pt x="239" y="12"/>
                  </a:lnTo>
                  <a:lnTo>
                    <a:pt x="241" y="11"/>
                  </a:lnTo>
                  <a:lnTo>
                    <a:pt x="242" y="9"/>
                  </a:lnTo>
                  <a:lnTo>
                    <a:pt x="242" y="6"/>
                  </a:lnTo>
                  <a:lnTo>
                    <a:pt x="244" y="5"/>
                  </a:lnTo>
                  <a:lnTo>
                    <a:pt x="244" y="3"/>
                  </a:lnTo>
                  <a:lnTo>
                    <a:pt x="247" y="2"/>
                  </a:lnTo>
                  <a:lnTo>
                    <a:pt x="24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2308225" y="3201988"/>
              <a:ext cx="304800" cy="265113"/>
            </a:xfrm>
            <a:custGeom>
              <a:avLst/>
              <a:gdLst>
                <a:gd name="T0" fmla="*/ 132 w 382"/>
                <a:gd name="T1" fmla="*/ 16 h 335"/>
                <a:gd name="T2" fmla="*/ 166 w 382"/>
                <a:gd name="T3" fmla="*/ 17 h 335"/>
                <a:gd name="T4" fmla="*/ 200 w 382"/>
                <a:gd name="T5" fmla="*/ 37 h 335"/>
                <a:gd name="T6" fmla="*/ 241 w 382"/>
                <a:gd name="T7" fmla="*/ 65 h 335"/>
                <a:gd name="T8" fmla="*/ 259 w 382"/>
                <a:gd name="T9" fmla="*/ 45 h 335"/>
                <a:gd name="T10" fmla="*/ 270 w 382"/>
                <a:gd name="T11" fmla="*/ 34 h 335"/>
                <a:gd name="T12" fmla="*/ 284 w 382"/>
                <a:gd name="T13" fmla="*/ 40 h 335"/>
                <a:gd name="T14" fmla="*/ 306 w 382"/>
                <a:gd name="T15" fmla="*/ 49 h 335"/>
                <a:gd name="T16" fmla="*/ 335 w 382"/>
                <a:gd name="T17" fmla="*/ 66 h 335"/>
                <a:gd name="T18" fmla="*/ 369 w 382"/>
                <a:gd name="T19" fmla="*/ 82 h 335"/>
                <a:gd name="T20" fmla="*/ 372 w 382"/>
                <a:gd name="T21" fmla="*/ 102 h 335"/>
                <a:gd name="T22" fmla="*/ 375 w 382"/>
                <a:gd name="T23" fmla="*/ 112 h 335"/>
                <a:gd name="T24" fmla="*/ 358 w 382"/>
                <a:gd name="T25" fmla="*/ 123 h 335"/>
                <a:gd name="T26" fmla="*/ 333 w 382"/>
                <a:gd name="T27" fmla="*/ 117 h 335"/>
                <a:gd name="T28" fmla="*/ 322 w 382"/>
                <a:gd name="T29" fmla="*/ 156 h 335"/>
                <a:gd name="T30" fmla="*/ 312 w 382"/>
                <a:gd name="T31" fmla="*/ 168 h 335"/>
                <a:gd name="T32" fmla="*/ 299 w 382"/>
                <a:gd name="T33" fmla="*/ 162 h 335"/>
                <a:gd name="T34" fmla="*/ 281 w 382"/>
                <a:gd name="T35" fmla="*/ 166 h 335"/>
                <a:gd name="T36" fmla="*/ 259 w 382"/>
                <a:gd name="T37" fmla="*/ 159 h 335"/>
                <a:gd name="T38" fmla="*/ 250 w 382"/>
                <a:gd name="T39" fmla="*/ 182 h 335"/>
                <a:gd name="T40" fmla="*/ 253 w 382"/>
                <a:gd name="T41" fmla="*/ 220 h 335"/>
                <a:gd name="T42" fmla="*/ 261 w 382"/>
                <a:gd name="T43" fmla="*/ 252 h 335"/>
                <a:gd name="T44" fmla="*/ 278 w 382"/>
                <a:gd name="T45" fmla="*/ 275 h 335"/>
                <a:gd name="T46" fmla="*/ 286 w 382"/>
                <a:gd name="T47" fmla="*/ 288 h 335"/>
                <a:gd name="T48" fmla="*/ 276 w 382"/>
                <a:gd name="T49" fmla="*/ 298 h 335"/>
                <a:gd name="T50" fmla="*/ 272 w 382"/>
                <a:gd name="T51" fmla="*/ 305 h 335"/>
                <a:gd name="T52" fmla="*/ 264 w 382"/>
                <a:gd name="T53" fmla="*/ 326 h 335"/>
                <a:gd name="T54" fmla="*/ 249 w 382"/>
                <a:gd name="T55" fmla="*/ 332 h 335"/>
                <a:gd name="T56" fmla="*/ 230 w 382"/>
                <a:gd name="T57" fmla="*/ 329 h 335"/>
                <a:gd name="T58" fmla="*/ 212 w 382"/>
                <a:gd name="T59" fmla="*/ 334 h 335"/>
                <a:gd name="T60" fmla="*/ 198 w 382"/>
                <a:gd name="T61" fmla="*/ 329 h 335"/>
                <a:gd name="T62" fmla="*/ 172 w 382"/>
                <a:gd name="T63" fmla="*/ 328 h 335"/>
                <a:gd name="T64" fmla="*/ 176 w 382"/>
                <a:gd name="T65" fmla="*/ 311 h 335"/>
                <a:gd name="T66" fmla="*/ 169 w 382"/>
                <a:gd name="T67" fmla="*/ 303 h 335"/>
                <a:gd name="T68" fmla="*/ 147 w 382"/>
                <a:gd name="T69" fmla="*/ 306 h 335"/>
                <a:gd name="T70" fmla="*/ 127 w 382"/>
                <a:gd name="T71" fmla="*/ 312 h 335"/>
                <a:gd name="T72" fmla="*/ 117 w 382"/>
                <a:gd name="T73" fmla="*/ 311 h 335"/>
                <a:gd name="T74" fmla="*/ 109 w 382"/>
                <a:gd name="T75" fmla="*/ 294 h 335"/>
                <a:gd name="T76" fmla="*/ 109 w 382"/>
                <a:gd name="T77" fmla="*/ 288 h 335"/>
                <a:gd name="T78" fmla="*/ 110 w 382"/>
                <a:gd name="T79" fmla="*/ 277 h 335"/>
                <a:gd name="T80" fmla="*/ 101 w 382"/>
                <a:gd name="T81" fmla="*/ 266 h 335"/>
                <a:gd name="T82" fmla="*/ 83 w 382"/>
                <a:gd name="T83" fmla="*/ 265 h 335"/>
                <a:gd name="T84" fmla="*/ 75 w 382"/>
                <a:gd name="T85" fmla="*/ 275 h 335"/>
                <a:gd name="T86" fmla="*/ 52 w 382"/>
                <a:gd name="T87" fmla="*/ 283 h 335"/>
                <a:gd name="T88" fmla="*/ 40 w 382"/>
                <a:gd name="T89" fmla="*/ 283 h 335"/>
                <a:gd name="T90" fmla="*/ 27 w 382"/>
                <a:gd name="T91" fmla="*/ 277 h 335"/>
                <a:gd name="T92" fmla="*/ 14 w 382"/>
                <a:gd name="T93" fmla="*/ 262 h 335"/>
                <a:gd name="T94" fmla="*/ 15 w 382"/>
                <a:gd name="T95" fmla="*/ 229 h 335"/>
                <a:gd name="T96" fmla="*/ 14 w 382"/>
                <a:gd name="T97" fmla="*/ 206 h 335"/>
                <a:gd name="T98" fmla="*/ 8 w 382"/>
                <a:gd name="T99" fmla="*/ 174 h 335"/>
                <a:gd name="T100" fmla="*/ 20 w 382"/>
                <a:gd name="T101" fmla="*/ 152 h 335"/>
                <a:gd name="T102" fmla="*/ 38 w 382"/>
                <a:gd name="T103" fmla="*/ 125 h 335"/>
                <a:gd name="T104" fmla="*/ 52 w 382"/>
                <a:gd name="T105" fmla="*/ 111 h 335"/>
                <a:gd name="T106" fmla="*/ 74 w 382"/>
                <a:gd name="T107" fmla="*/ 103 h 335"/>
                <a:gd name="T108" fmla="*/ 80 w 382"/>
                <a:gd name="T109" fmla="*/ 73 h 335"/>
                <a:gd name="T110" fmla="*/ 87 w 382"/>
                <a:gd name="T111" fmla="*/ 31 h 335"/>
                <a:gd name="T112" fmla="*/ 98 w 382"/>
                <a:gd name="T113" fmla="*/ 9 h 335"/>
                <a:gd name="T114" fmla="*/ 120 w 382"/>
                <a:gd name="T115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2" h="335">
                  <a:moveTo>
                    <a:pt x="123" y="0"/>
                  </a:moveTo>
                  <a:lnTo>
                    <a:pt x="127" y="2"/>
                  </a:lnTo>
                  <a:lnTo>
                    <a:pt x="129" y="5"/>
                  </a:lnTo>
                  <a:lnTo>
                    <a:pt x="130" y="6"/>
                  </a:lnTo>
                  <a:lnTo>
                    <a:pt x="129" y="9"/>
                  </a:lnTo>
                  <a:lnTo>
                    <a:pt x="130" y="13"/>
                  </a:lnTo>
                  <a:lnTo>
                    <a:pt x="130" y="14"/>
                  </a:lnTo>
                  <a:lnTo>
                    <a:pt x="132" y="16"/>
                  </a:lnTo>
                  <a:lnTo>
                    <a:pt x="133" y="17"/>
                  </a:lnTo>
                  <a:lnTo>
                    <a:pt x="135" y="19"/>
                  </a:lnTo>
                  <a:lnTo>
                    <a:pt x="138" y="20"/>
                  </a:lnTo>
                  <a:lnTo>
                    <a:pt x="143" y="20"/>
                  </a:lnTo>
                  <a:lnTo>
                    <a:pt x="149" y="20"/>
                  </a:lnTo>
                  <a:lnTo>
                    <a:pt x="155" y="19"/>
                  </a:lnTo>
                  <a:lnTo>
                    <a:pt x="161" y="17"/>
                  </a:lnTo>
                  <a:lnTo>
                    <a:pt x="166" y="17"/>
                  </a:lnTo>
                  <a:lnTo>
                    <a:pt x="172" y="19"/>
                  </a:lnTo>
                  <a:lnTo>
                    <a:pt x="176" y="20"/>
                  </a:lnTo>
                  <a:lnTo>
                    <a:pt x="181" y="22"/>
                  </a:lnTo>
                  <a:lnTo>
                    <a:pt x="184" y="23"/>
                  </a:lnTo>
                  <a:lnTo>
                    <a:pt x="187" y="26"/>
                  </a:lnTo>
                  <a:lnTo>
                    <a:pt x="189" y="28"/>
                  </a:lnTo>
                  <a:lnTo>
                    <a:pt x="192" y="31"/>
                  </a:lnTo>
                  <a:lnTo>
                    <a:pt x="200" y="37"/>
                  </a:lnTo>
                  <a:lnTo>
                    <a:pt x="207" y="43"/>
                  </a:lnTo>
                  <a:lnTo>
                    <a:pt x="215" y="49"/>
                  </a:lnTo>
                  <a:lnTo>
                    <a:pt x="221" y="54"/>
                  </a:lnTo>
                  <a:lnTo>
                    <a:pt x="224" y="57"/>
                  </a:lnTo>
                  <a:lnTo>
                    <a:pt x="229" y="60"/>
                  </a:lnTo>
                  <a:lnTo>
                    <a:pt x="232" y="63"/>
                  </a:lnTo>
                  <a:lnTo>
                    <a:pt x="235" y="65"/>
                  </a:lnTo>
                  <a:lnTo>
                    <a:pt x="241" y="65"/>
                  </a:lnTo>
                  <a:lnTo>
                    <a:pt x="246" y="65"/>
                  </a:lnTo>
                  <a:lnTo>
                    <a:pt x="252" y="65"/>
                  </a:lnTo>
                  <a:lnTo>
                    <a:pt x="255" y="62"/>
                  </a:lnTo>
                  <a:lnTo>
                    <a:pt x="256" y="59"/>
                  </a:lnTo>
                  <a:lnTo>
                    <a:pt x="258" y="56"/>
                  </a:lnTo>
                  <a:lnTo>
                    <a:pt x="258" y="51"/>
                  </a:lnTo>
                  <a:lnTo>
                    <a:pt x="259" y="48"/>
                  </a:lnTo>
                  <a:lnTo>
                    <a:pt x="259" y="45"/>
                  </a:lnTo>
                  <a:lnTo>
                    <a:pt x="261" y="43"/>
                  </a:lnTo>
                  <a:lnTo>
                    <a:pt x="261" y="40"/>
                  </a:lnTo>
                  <a:lnTo>
                    <a:pt x="263" y="39"/>
                  </a:lnTo>
                  <a:lnTo>
                    <a:pt x="264" y="37"/>
                  </a:lnTo>
                  <a:lnTo>
                    <a:pt x="266" y="36"/>
                  </a:lnTo>
                  <a:lnTo>
                    <a:pt x="267" y="34"/>
                  </a:lnTo>
                  <a:lnTo>
                    <a:pt x="269" y="34"/>
                  </a:lnTo>
                  <a:lnTo>
                    <a:pt x="270" y="34"/>
                  </a:lnTo>
                  <a:lnTo>
                    <a:pt x="272" y="34"/>
                  </a:lnTo>
                  <a:lnTo>
                    <a:pt x="273" y="36"/>
                  </a:lnTo>
                  <a:lnTo>
                    <a:pt x="273" y="36"/>
                  </a:lnTo>
                  <a:lnTo>
                    <a:pt x="276" y="37"/>
                  </a:lnTo>
                  <a:lnTo>
                    <a:pt x="278" y="37"/>
                  </a:lnTo>
                  <a:lnTo>
                    <a:pt x="279" y="39"/>
                  </a:lnTo>
                  <a:lnTo>
                    <a:pt x="281" y="39"/>
                  </a:lnTo>
                  <a:lnTo>
                    <a:pt x="284" y="40"/>
                  </a:lnTo>
                  <a:lnTo>
                    <a:pt x="287" y="42"/>
                  </a:lnTo>
                  <a:lnTo>
                    <a:pt x="290" y="43"/>
                  </a:lnTo>
                  <a:lnTo>
                    <a:pt x="293" y="45"/>
                  </a:lnTo>
                  <a:lnTo>
                    <a:pt x="295" y="45"/>
                  </a:lnTo>
                  <a:lnTo>
                    <a:pt x="296" y="46"/>
                  </a:lnTo>
                  <a:lnTo>
                    <a:pt x="298" y="46"/>
                  </a:lnTo>
                  <a:lnTo>
                    <a:pt x="301" y="48"/>
                  </a:lnTo>
                  <a:lnTo>
                    <a:pt x="306" y="49"/>
                  </a:lnTo>
                  <a:lnTo>
                    <a:pt x="312" y="51"/>
                  </a:lnTo>
                  <a:lnTo>
                    <a:pt x="316" y="53"/>
                  </a:lnTo>
                  <a:lnTo>
                    <a:pt x="321" y="54"/>
                  </a:lnTo>
                  <a:lnTo>
                    <a:pt x="322" y="54"/>
                  </a:lnTo>
                  <a:lnTo>
                    <a:pt x="322" y="54"/>
                  </a:lnTo>
                  <a:lnTo>
                    <a:pt x="322" y="56"/>
                  </a:lnTo>
                  <a:lnTo>
                    <a:pt x="329" y="60"/>
                  </a:lnTo>
                  <a:lnTo>
                    <a:pt x="335" y="66"/>
                  </a:lnTo>
                  <a:lnTo>
                    <a:pt x="342" y="71"/>
                  </a:lnTo>
                  <a:lnTo>
                    <a:pt x="349" y="73"/>
                  </a:lnTo>
                  <a:lnTo>
                    <a:pt x="355" y="71"/>
                  </a:lnTo>
                  <a:lnTo>
                    <a:pt x="359" y="74"/>
                  </a:lnTo>
                  <a:lnTo>
                    <a:pt x="364" y="76"/>
                  </a:lnTo>
                  <a:lnTo>
                    <a:pt x="369" y="79"/>
                  </a:lnTo>
                  <a:lnTo>
                    <a:pt x="369" y="80"/>
                  </a:lnTo>
                  <a:lnTo>
                    <a:pt x="369" y="82"/>
                  </a:lnTo>
                  <a:lnTo>
                    <a:pt x="367" y="85"/>
                  </a:lnTo>
                  <a:lnTo>
                    <a:pt x="369" y="86"/>
                  </a:lnTo>
                  <a:lnTo>
                    <a:pt x="369" y="89"/>
                  </a:lnTo>
                  <a:lnTo>
                    <a:pt x="369" y="91"/>
                  </a:lnTo>
                  <a:lnTo>
                    <a:pt x="369" y="92"/>
                  </a:lnTo>
                  <a:lnTo>
                    <a:pt x="369" y="94"/>
                  </a:lnTo>
                  <a:lnTo>
                    <a:pt x="369" y="100"/>
                  </a:lnTo>
                  <a:lnTo>
                    <a:pt x="372" y="102"/>
                  </a:lnTo>
                  <a:lnTo>
                    <a:pt x="375" y="103"/>
                  </a:lnTo>
                  <a:lnTo>
                    <a:pt x="379" y="103"/>
                  </a:lnTo>
                  <a:lnTo>
                    <a:pt x="382" y="105"/>
                  </a:lnTo>
                  <a:lnTo>
                    <a:pt x="382" y="108"/>
                  </a:lnTo>
                  <a:lnTo>
                    <a:pt x="381" y="109"/>
                  </a:lnTo>
                  <a:lnTo>
                    <a:pt x="379" y="111"/>
                  </a:lnTo>
                  <a:lnTo>
                    <a:pt x="378" y="112"/>
                  </a:lnTo>
                  <a:lnTo>
                    <a:pt x="375" y="112"/>
                  </a:lnTo>
                  <a:lnTo>
                    <a:pt x="373" y="114"/>
                  </a:lnTo>
                  <a:lnTo>
                    <a:pt x="372" y="116"/>
                  </a:lnTo>
                  <a:lnTo>
                    <a:pt x="370" y="117"/>
                  </a:lnTo>
                  <a:lnTo>
                    <a:pt x="370" y="119"/>
                  </a:lnTo>
                  <a:lnTo>
                    <a:pt x="369" y="120"/>
                  </a:lnTo>
                  <a:lnTo>
                    <a:pt x="367" y="122"/>
                  </a:lnTo>
                  <a:lnTo>
                    <a:pt x="362" y="123"/>
                  </a:lnTo>
                  <a:lnTo>
                    <a:pt x="358" y="123"/>
                  </a:lnTo>
                  <a:lnTo>
                    <a:pt x="353" y="122"/>
                  </a:lnTo>
                  <a:lnTo>
                    <a:pt x="352" y="119"/>
                  </a:lnTo>
                  <a:lnTo>
                    <a:pt x="349" y="117"/>
                  </a:lnTo>
                  <a:lnTo>
                    <a:pt x="347" y="116"/>
                  </a:lnTo>
                  <a:lnTo>
                    <a:pt x="344" y="116"/>
                  </a:lnTo>
                  <a:lnTo>
                    <a:pt x="341" y="116"/>
                  </a:lnTo>
                  <a:lnTo>
                    <a:pt x="338" y="116"/>
                  </a:lnTo>
                  <a:lnTo>
                    <a:pt x="333" y="117"/>
                  </a:lnTo>
                  <a:lnTo>
                    <a:pt x="330" y="119"/>
                  </a:lnTo>
                  <a:lnTo>
                    <a:pt x="327" y="123"/>
                  </a:lnTo>
                  <a:lnTo>
                    <a:pt x="324" y="128"/>
                  </a:lnTo>
                  <a:lnTo>
                    <a:pt x="324" y="134"/>
                  </a:lnTo>
                  <a:lnTo>
                    <a:pt x="322" y="140"/>
                  </a:lnTo>
                  <a:lnTo>
                    <a:pt x="322" y="146"/>
                  </a:lnTo>
                  <a:lnTo>
                    <a:pt x="322" y="151"/>
                  </a:lnTo>
                  <a:lnTo>
                    <a:pt x="322" y="156"/>
                  </a:lnTo>
                  <a:lnTo>
                    <a:pt x="321" y="159"/>
                  </a:lnTo>
                  <a:lnTo>
                    <a:pt x="319" y="162"/>
                  </a:lnTo>
                  <a:lnTo>
                    <a:pt x="318" y="163"/>
                  </a:lnTo>
                  <a:lnTo>
                    <a:pt x="316" y="165"/>
                  </a:lnTo>
                  <a:lnTo>
                    <a:pt x="315" y="165"/>
                  </a:lnTo>
                  <a:lnTo>
                    <a:pt x="313" y="165"/>
                  </a:lnTo>
                  <a:lnTo>
                    <a:pt x="313" y="166"/>
                  </a:lnTo>
                  <a:lnTo>
                    <a:pt x="312" y="168"/>
                  </a:lnTo>
                  <a:lnTo>
                    <a:pt x="310" y="169"/>
                  </a:lnTo>
                  <a:lnTo>
                    <a:pt x="309" y="169"/>
                  </a:lnTo>
                  <a:lnTo>
                    <a:pt x="306" y="169"/>
                  </a:lnTo>
                  <a:lnTo>
                    <a:pt x="304" y="168"/>
                  </a:lnTo>
                  <a:lnTo>
                    <a:pt x="301" y="165"/>
                  </a:lnTo>
                  <a:lnTo>
                    <a:pt x="299" y="162"/>
                  </a:lnTo>
                  <a:lnTo>
                    <a:pt x="299" y="162"/>
                  </a:lnTo>
                  <a:lnTo>
                    <a:pt x="299" y="162"/>
                  </a:lnTo>
                  <a:lnTo>
                    <a:pt x="298" y="162"/>
                  </a:lnTo>
                  <a:lnTo>
                    <a:pt x="298" y="162"/>
                  </a:lnTo>
                  <a:lnTo>
                    <a:pt x="295" y="162"/>
                  </a:lnTo>
                  <a:lnTo>
                    <a:pt x="292" y="162"/>
                  </a:lnTo>
                  <a:lnTo>
                    <a:pt x="289" y="165"/>
                  </a:lnTo>
                  <a:lnTo>
                    <a:pt x="287" y="166"/>
                  </a:lnTo>
                  <a:lnTo>
                    <a:pt x="284" y="168"/>
                  </a:lnTo>
                  <a:lnTo>
                    <a:pt x="281" y="166"/>
                  </a:lnTo>
                  <a:lnTo>
                    <a:pt x="278" y="166"/>
                  </a:lnTo>
                  <a:lnTo>
                    <a:pt x="273" y="166"/>
                  </a:lnTo>
                  <a:lnTo>
                    <a:pt x="270" y="165"/>
                  </a:lnTo>
                  <a:lnTo>
                    <a:pt x="269" y="162"/>
                  </a:lnTo>
                  <a:lnTo>
                    <a:pt x="267" y="157"/>
                  </a:lnTo>
                  <a:lnTo>
                    <a:pt x="266" y="154"/>
                  </a:lnTo>
                  <a:lnTo>
                    <a:pt x="261" y="156"/>
                  </a:lnTo>
                  <a:lnTo>
                    <a:pt x="259" y="159"/>
                  </a:lnTo>
                  <a:lnTo>
                    <a:pt x="258" y="162"/>
                  </a:lnTo>
                  <a:lnTo>
                    <a:pt x="256" y="165"/>
                  </a:lnTo>
                  <a:lnTo>
                    <a:pt x="253" y="168"/>
                  </a:lnTo>
                  <a:lnTo>
                    <a:pt x="253" y="169"/>
                  </a:lnTo>
                  <a:lnTo>
                    <a:pt x="253" y="172"/>
                  </a:lnTo>
                  <a:lnTo>
                    <a:pt x="253" y="176"/>
                  </a:lnTo>
                  <a:lnTo>
                    <a:pt x="252" y="179"/>
                  </a:lnTo>
                  <a:lnTo>
                    <a:pt x="250" y="182"/>
                  </a:lnTo>
                  <a:lnTo>
                    <a:pt x="250" y="185"/>
                  </a:lnTo>
                  <a:lnTo>
                    <a:pt x="249" y="186"/>
                  </a:lnTo>
                  <a:lnTo>
                    <a:pt x="246" y="194"/>
                  </a:lnTo>
                  <a:lnTo>
                    <a:pt x="244" y="200"/>
                  </a:lnTo>
                  <a:lnTo>
                    <a:pt x="246" y="208"/>
                  </a:lnTo>
                  <a:lnTo>
                    <a:pt x="249" y="214"/>
                  </a:lnTo>
                  <a:lnTo>
                    <a:pt x="252" y="217"/>
                  </a:lnTo>
                  <a:lnTo>
                    <a:pt x="253" y="220"/>
                  </a:lnTo>
                  <a:lnTo>
                    <a:pt x="255" y="223"/>
                  </a:lnTo>
                  <a:lnTo>
                    <a:pt x="256" y="228"/>
                  </a:lnTo>
                  <a:lnTo>
                    <a:pt x="258" y="234"/>
                  </a:lnTo>
                  <a:lnTo>
                    <a:pt x="258" y="240"/>
                  </a:lnTo>
                  <a:lnTo>
                    <a:pt x="258" y="245"/>
                  </a:lnTo>
                  <a:lnTo>
                    <a:pt x="261" y="251"/>
                  </a:lnTo>
                  <a:lnTo>
                    <a:pt x="261" y="252"/>
                  </a:lnTo>
                  <a:lnTo>
                    <a:pt x="261" y="252"/>
                  </a:lnTo>
                  <a:lnTo>
                    <a:pt x="263" y="254"/>
                  </a:lnTo>
                  <a:lnTo>
                    <a:pt x="263" y="254"/>
                  </a:lnTo>
                  <a:lnTo>
                    <a:pt x="266" y="257"/>
                  </a:lnTo>
                  <a:lnTo>
                    <a:pt x="269" y="262"/>
                  </a:lnTo>
                  <a:lnTo>
                    <a:pt x="272" y="265"/>
                  </a:lnTo>
                  <a:lnTo>
                    <a:pt x="273" y="269"/>
                  </a:lnTo>
                  <a:lnTo>
                    <a:pt x="275" y="272"/>
                  </a:lnTo>
                  <a:lnTo>
                    <a:pt x="278" y="275"/>
                  </a:lnTo>
                  <a:lnTo>
                    <a:pt x="281" y="277"/>
                  </a:lnTo>
                  <a:lnTo>
                    <a:pt x="282" y="280"/>
                  </a:lnTo>
                  <a:lnTo>
                    <a:pt x="284" y="282"/>
                  </a:lnTo>
                  <a:lnTo>
                    <a:pt x="287" y="282"/>
                  </a:lnTo>
                  <a:lnTo>
                    <a:pt x="289" y="282"/>
                  </a:lnTo>
                  <a:lnTo>
                    <a:pt x="290" y="283"/>
                  </a:lnTo>
                  <a:lnTo>
                    <a:pt x="287" y="286"/>
                  </a:lnTo>
                  <a:lnTo>
                    <a:pt x="286" y="288"/>
                  </a:lnTo>
                  <a:lnTo>
                    <a:pt x="284" y="289"/>
                  </a:lnTo>
                  <a:lnTo>
                    <a:pt x="282" y="292"/>
                  </a:lnTo>
                  <a:lnTo>
                    <a:pt x="282" y="294"/>
                  </a:lnTo>
                  <a:lnTo>
                    <a:pt x="281" y="297"/>
                  </a:lnTo>
                  <a:lnTo>
                    <a:pt x="279" y="298"/>
                  </a:lnTo>
                  <a:lnTo>
                    <a:pt x="278" y="300"/>
                  </a:lnTo>
                  <a:lnTo>
                    <a:pt x="276" y="298"/>
                  </a:lnTo>
                  <a:lnTo>
                    <a:pt x="276" y="298"/>
                  </a:lnTo>
                  <a:lnTo>
                    <a:pt x="275" y="298"/>
                  </a:lnTo>
                  <a:lnTo>
                    <a:pt x="273" y="298"/>
                  </a:lnTo>
                  <a:lnTo>
                    <a:pt x="273" y="300"/>
                  </a:lnTo>
                  <a:lnTo>
                    <a:pt x="273" y="302"/>
                  </a:lnTo>
                  <a:lnTo>
                    <a:pt x="273" y="302"/>
                  </a:lnTo>
                  <a:lnTo>
                    <a:pt x="273" y="302"/>
                  </a:lnTo>
                  <a:lnTo>
                    <a:pt x="273" y="303"/>
                  </a:lnTo>
                  <a:lnTo>
                    <a:pt x="272" y="305"/>
                  </a:lnTo>
                  <a:lnTo>
                    <a:pt x="272" y="306"/>
                  </a:lnTo>
                  <a:lnTo>
                    <a:pt x="272" y="308"/>
                  </a:lnTo>
                  <a:lnTo>
                    <a:pt x="273" y="312"/>
                  </a:lnTo>
                  <a:lnTo>
                    <a:pt x="275" y="318"/>
                  </a:lnTo>
                  <a:lnTo>
                    <a:pt x="275" y="323"/>
                  </a:lnTo>
                  <a:lnTo>
                    <a:pt x="272" y="325"/>
                  </a:lnTo>
                  <a:lnTo>
                    <a:pt x="269" y="326"/>
                  </a:lnTo>
                  <a:lnTo>
                    <a:pt x="264" y="326"/>
                  </a:lnTo>
                  <a:lnTo>
                    <a:pt x="261" y="326"/>
                  </a:lnTo>
                  <a:lnTo>
                    <a:pt x="256" y="328"/>
                  </a:lnTo>
                  <a:lnTo>
                    <a:pt x="255" y="329"/>
                  </a:lnTo>
                  <a:lnTo>
                    <a:pt x="253" y="332"/>
                  </a:lnTo>
                  <a:lnTo>
                    <a:pt x="252" y="335"/>
                  </a:lnTo>
                  <a:lnTo>
                    <a:pt x="250" y="335"/>
                  </a:lnTo>
                  <a:lnTo>
                    <a:pt x="249" y="334"/>
                  </a:lnTo>
                  <a:lnTo>
                    <a:pt x="249" y="332"/>
                  </a:lnTo>
                  <a:lnTo>
                    <a:pt x="249" y="331"/>
                  </a:lnTo>
                  <a:lnTo>
                    <a:pt x="249" y="329"/>
                  </a:lnTo>
                  <a:lnTo>
                    <a:pt x="246" y="328"/>
                  </a:lnTo>
                  <a:lnTo>
                    <a:pt x="241" y="328"/>
                  </a:lnTo>
                  <a:lnTo>
                    <a:pt x="238" y="329"/>
                  </a:lnTo>
                  <a:lnTo>
                    <a:pt x="235" y="329"/>
                  </a:lnTo>
                  <a:lnTo>
                    <a:pt x="232" y="329"/>
                  </a:lnTo>
                  <a:lnTo>
                    <a:pt x="230" y="329"/>
                  </a:lnTo>
                  <a:lnTo>
                    <a:pt x="227" y="329"/>
                  </a:lnTo>
                  <a:lnTo>
                    <a:pt x="224" y="329"/>
                  </a:lnTo>
                  <a:lnTo>
                    <a:pt x="221" y="329"/>
                  </a:lnTo>
                  <a:lnTo>
                    <a:pt x="220" y="329"/>
                  </a:lnTo>
                  <a:lnTo>
                    <a:pt x="218" y="331"/>
                  </a:lnTo>
                  <a:lnTo>
                    <a:pt x="218" y="335"/>
                  </a:lnTo>
                  <a:lnTo>
                    <a:pt x="215" y="335"/>
                  </a:lnTo>
                  <a:lnTo>
                    <a:pt x="212" y="334"/>
                  </a:lnTo>
                  <a:lnTo>
                    <a:pt x="209" y="332"/>
                  </a:lnTo>
                  <a:lnTo>
                    <a:pt x="209" y="329"/>
                  </a:lnTo>
                  <a:lnTo>
                    <a:pt x="207" y="328"/>
                  </a:lnTo>
                  <a:lnTo>
                    <a:pt x="206" y="326"/>
                  </a:lnTo>
                  <a:lnTo>
                    <a:pt x="204" y="326"/>
                  </a:lnTo>
                  <a:lnTo>
                    <a:pt x="203" y="323"/>
                  </a:lnTo>
                  <a:lnTo>
                    <a:pt x="200" y="326"/>
                  </a:lnTo>
                  <a:lnTo>
                    <a:pt x="198" y="329"/>
                  </a:lnTo>
                  <a:lnTo>
                    <a:pt x="195" y="331"/>
                  </a:lnTo>
                  <a:lnTo>
                    <a:pt x="192" y="331"/>
                  </a:lnTo>
                  <a:lnTo>
                    <a:pt x="189" y="332"/>
                  </a:lnTo>
                  <a:lnTo>
                    <a:pt x="186" y="332"/>
                  </a:lnTo>
                  <a:lnTo>
                    <a:pt x="184" y="332"/>
                  </a:lnTo>
                  <a:lnTo>
                    <a:pt x="181" y="331"/>
                  </a:lnTo>
                  <a:lnTo>
                    <a:pt x="176" y="329"/>
                  </a:lnTo>
                  <a:lnTo>
                    <a:pt x="172" y="328"/>
                  </a:lnTo>
                  <a:lnTo>
                    <a:pt x="169" y="325"/>
                  </a:lnTo>
                  <a:lnTo>
                    <a:pt x="169" y="320"/>
                  </a:lnTo>
                  <a:lnTo>
                    <a:pt x="170" y="318"/>
                  </a:lnTo>
                  <a:lnTo>
                    <a:pt x="175" y="317"/>
                  </a:lnTo>
                  <a:lnTo>
                    <a:pt x="178" y="315"/>
                  </a:lnTo>
                  <a:lnTo>
                    <a:pt x="178" y="312"/>
                  </a:lnTo>
                  <a:lnTo>
                    <a:pt x="178" y="311"/>
                  </a:lnTo>
                  <a:lnTo>
                    <a:pt x="176" y="311"/>
                  </a:lnTo>
                  <a:lnTo>
                    <a:pt x="176" y="309"/>
                  </a:lnTo>
                  <a:lnTo>
                    <a:pt x="175" y="309"/>
                  </a:lnTo>
                  <a:lnTo>
                    <a:pt x="176" y="308"/>
                  </a:lnTo>
                  <a:lnTo>
                    <a:pt x="176" y="306"/>
                  </a:lnTo>
                  <a:lnTo>
                    <a:pt x="176" y="305"/>
                  </a:lnTo>
                  <a:lnTo>
                    <a:pt x="175" y="305"/>
                  </a:lnTo>
                  <a:lnTo>
                    <a:pt x="172" y="303"/>
                  </a:lnTo>
                  <a:lnTo>
                    <a:pt x="169" y="303"/>
                  </a:lnTo>
                  <a:lnTo>
                    <a:pt x="164" y="303"/>
                  </a:lnTo>
                  <a:lnTo>
                    <a:pt x="161" y="305"/>
                  </a:lnTo>
                  <a:lnTo>
                    <a:pt x="158" y="305"/>
                  </a:lnTo>
                  <a:lnTo>
                    <a:pt x="157" y="305"/>
                  </a:lnTo>
                  <a:lnTo>
                    <a:pt x="155" y="303"/>
                  </a:lnTo>
                  <a:lnTo>
                    <a:pt x="153" y="302"/>
                  </a:lnTo>
                  <a:lnTo>
                    <a:pt x="149" y="302"/>
                  </a:lnTo>
                  <a:lnTo>
                    <a:pt x="147" y="306"/>
                  </a:lnTo>
                  <a:lnTo>
                    <a:pt x="146" y="311"/>
                  </a:lnTo>
                  <a:lnTo>
                    <a:pt x="144" y="314"/>
                  </a:lnTo>
                  <a:lnTo>
                    <a:pt x="141" y="314"/>
                  </a:lnTo>
                  <a:lnTo>
                    <a:pt x="138" y="314"/>
                  </a:lnTo>
                  <a:lnTo>
                    <a:pt x="135" y="314"/>
                  </a:lnTo>
                  <a:lnTo>
                    <a:pt x="132" y="312"/>
                  </a:lnTo>
                  <a:lnTo>
                    <a:pt x="129" y="311"/>
                  </a:lnTo>
                  <a:lnTo>
                    <a:pt x="127" y="312"/>
                  </a:lnTo>
                  <a:lnTo>
                    <a:pt x="126" y="312"/>
                  </a:lnTo>
                  <a:lnTo>
                    <a:pt x="124" y="312"/>
                  </a:lnTo>
                  <a:lnTo>
                    <a:pt x="123" y="312"/>
                  </a:lnTo>
                  <a:lnTo>
                    <a:pt x="121" y="311"/>
                  </a:lnTo>
                  <a:lnTo>
                    <a:pt x="120" y="311"/>
                  </a:lnTo>
                  <a:lnTo>
                    <a:pt x="118" y="309"/>
                  </a:lnTo>
                  <a:lnTo>
                    <a:pt x="118" y="311"/>
                  </a:lnTo>
                  <a:lnTo>
                    <a:pt x="117" y="311"/>
                  </a:lnTo>
                  <a:lnTo>
                    <a:pt x="114" y="312"/>
                  </a:lnTo>
                  <a:lnTo>
                    <a:pt x="112" y="312"/>
                  </a:lnTo>
                  <a:lnTo>
                    <a:pt x="109" y="311"/>
                  </a:lnTo>
                  <a:lnTo>
                    <a:pt x="107" y="306"/>
                  </a:lnTo>
                  <a:lnTo>
                    <a:pt x="109" y="302"/>
                  </a:lnTo>
                  <a:lnTo>
                    <a:pt x="110" y="297"/>
                  </a:lnTo>
                  <a:lnTo>
                    <a:pt x="110" y="295"/>
                  </a:lnTo>
                  <a:lnTo>
                    <a:pt x="109" y="294"/>
                  </a:lnTo>
                  <a:lnTo>
                    <a:pt x="109" y="292"/>
                  </a:lnTo>
                  <a:lnTo>
                    <a:pt x="107" y="292"/>
                  </a:lnTo>
                  <a:lnTo>
                    <a:pt x="107" y="291"/>
                  </a:lnTo>
                  <a:lnTo>
                    <a:pt x="107" y="291"/>
                  </a:lnTo>
                  <a:lnTo>
                    <a:pt x="109" y="291"/>
                  </a:lnTo>
                  <a:lnTo>
                    <a:pt x="109" y="289"/>
                  </a:lnTo>
                  <a:lnTo>
                    <a:pt x="109" y="288"/>
                  </a:lnTo>
                  <a:lnTo>
                    <a:pt x="109" y="288"/>
                  </a:lnTo>
                  <a:lnTo>
                    <a:pt x="109" y="286"/>
                  </a:lnTo>
                  <a:lnTo>
                    <a:pt x="109" y="285"/>
                  </a:lnTo>
                  <a:lnTo>
                    <a:pt x="109" y="285"/>
                  </a:lnTo>
                  <a:lnTo>
                    <a:pt x="107" y="283"/>
                  </a:lnTo>
                  <a:lnTo>
                    <a:pt x="106" y="283"/>
                  </a:lnTo>
                  <a:lnTo>
                    <a:pt x="106" y="282"/>
                  </a:lnTo>
                  <a:lnTo>
                    <a:pt x="107" y="279"/>
                  </a:lnTo>
                  <a:lnTo>
                    <a:pt x="110" y="277"/>
                  </a:lnTo>
                  <a:lnTo>
                    <a:pt x="114" y="275"/>
                  </a:lnTo>
                  <a:lnTo>
                    <a:pt x="115" y="274"/>
                  </a:lnTo>
                  <a:lnTo>
                    <a:pt x="114" y="271"/>
                  </a:lnTo>
                  <a:lnTo>
                    <a:pt x="112" y="269"/>
                  </a:lnTo>
                  <a:lnTo>
                    <a:pt x="107" y="268"/>
                  </a:lnTo>
                  <a:lnTo>
                    <a:pt x="104" y="268"/>
                  </a:lnTo>
                  <a:lnTo>
                    <a:pt x="103" y="268"/>
                  </a:lnTo>
                  <a:lnTo>
                    <a:pt x="101" y="266"/>
                  </a:lnTo>
                  <a:lnTo>
                    <a:pt x="101" y="265"/>
                  </a:lnTo>
                  <a:lnTo>
                    <a:pt x="101" y="263"/>
                  </a:lnTo>
                  <a:lnTo>
                    <a:pt x="98" y="263"/>
                  </a:lnTo>
                  <a:lnTo>
                    <a:pt x="94" y="263"/>
                  </a:lnTo>
                  <a:lnTo>
                    <a:pt x="89" y="263"/>
                  </a:lnTo>
                  <a:lnTo>
                    <a:pt x="87" y="263"/>
                  </a:lnTo>
                  <a:lnTo>
                    <a:pt x="84" y="265"/>
                  </a:lnTo>
                  <a:lnTo>
                    <a:pt x="83" y="265"/>
                  </a:lnTo>
                  <a:lnTo>
                    <a:pt x="78" y="265"/>
                  </a:lnTo>
                  <a:lnTo>
                    <a:pt x="77" y="265"/>
                  </a:lnTo>
                  <a:lnTo>
                    <a:pt x="77" y="266"/>
                  </a:lnTo>
                  <a:lnTo>
                    <a:pt x="77" y="268"/>
                  </a:lnTo>
                  <a:lnTo>
                    <a:pt x="77" y="271"/>
                  </a:lnTo>
                  <a:lnTo>
                    <a:pt x="77" y="272"/>
                  </a:lnTo>
                  <a:lnTo>
                    <a:pt x="77" y="274"/>
                  </a:lnTo>
                  <a:lnTo>
                    <a:pt x="75" y="275"/>
                  </a:lnTo>
                  <a:lnTo>
                    <a:pt x="74" y="277"/>
                  </a:lnTo>
                  <a:lnTo>
                    <a:pt x="74" y="280"/>
                  </a:lnTo>
                  <a:lnTo>
                    <a:pt x="69" y="285"/>
                  </a:lnTo>
                  <a:lnTo>
                    <a:pt x="67" y="286"/>
                  </a:lnTo>
                  <a:lnTo>
                    <a:pt x="66" y="285"/>
                  </a:lnTo>
                  <a:lnTo>
                    <a:pt x="63" y="285"/>
                  </a:lnTo>
                  <a:lnTo>
                    <a:pt x="57" y="285"/>
                  </a:lnTo>
                  <a:lnTo>
                    <a:pt x="52" y="283"/>
                  </a:lnTo>
                  <a:lnTo>
                    <a:pt x="51" y="283"/>
                  </a:lnTo>
                  <a:lnTo>
                    <a:pt x="49" y="283"/>
                  </a:lnTo>
                  <a:lnTo>
                    <a:pt x="47" y="285"/>
                  </a:lnTo>
                  <a:lnTo>
                    <a:pt x="46" y="286"/>
                  </a:lnTo>
                  <a:lnTo>
                    <a:pt x="46" y="285"/>
                  </a:lnTo>
                  <a:lnTo>
                    <a:pt x="43" y="283"/>
                  </a:lnTo>
                  <a:lnTo>
                    <a:pt x="41" y="283"/>
                  </a:lnTo>
                  <a:lnTo>
                    <a:pt x="40" y="283"/>
                  </a:lnTo>
                  <a:lnTo>
                    <a:pt x="38" y="285"/>
                  </a:lnTo>
                  <a:lnTo>
                    <a:pt x="37" y="286"/>
                  </a:lnTo>
                  <a:lnTo>
                    <a:pt x="32" y="286"/>
                  </a:lnTo>
                  <a:lnTo>
                    <a:pt x="31" y="285"/>
                  </a:lnTo>
                  <a:lnTo>
                    <a:pt x="29" y="283"/>
                  </a:lnTo>
                  <a:lnTo>
                    <a:pt x="29" y="279"/>
                  </a:lnTo>
                  <a:lnTo>
                    <a:pt x="27" y="279"/>
                  </a:lnTo>
                  <a:lnTo>
                    <a:pt x="27" y="277"/>
                  </a:lnTo>
                  <a:lnTo>
                    <a:pt x="26" y="277"/>
                  </a:lnTo>
                  <a:lnTo>
                    <a:pt x="24" y="262"/>
                  </a:lnTo>
                  <a:lnTo>
                    <a:pt x="23" y="257"/>
                  </a:lnTo>
                  <a:lnTo>
                    <a:pt x="21" y="255"/>
                  </a:lnTo>
                  <a:lnTo>
                    <a:pt x="18" y="257"/>
                  </a:lnTo>
                  <a:lnTo>
                    <a:pt x="17" y="262"/>
                  </a:lnTo>
                  <a:lnTo>
                    <a:pt x="15" y="263"/>
                  </a:lnTo>
                  <a:lnTo>
                    <a:pt x="14" y="262"/>
                  </a:lnTo>
                  <a:lnTo>
                    <a:pt x="14" y="257"/>
                  </a:lnTo>
                  <a:lnTo>
                    <a:pt x="17" y="251"/>
                  </a:lnTo>
                  <a:lnTo>
                    <a:pt x="0" y="254"/>
                  </a:lnTo>
                  <a:lnTo>
                    <a:pt x="0" y="251"/>
                  </a:lnTo>
                  <a:lnTo>
                    <a:pt x="3" y="245"/>
                  </a:lnTo>
                  <a:lnTo>
                    <a:pt x="6" y="240"/>
                  </a:lnTo>
                  <a:lnTo>
                    <a:pt x="11" y="234"/>
                  </a:lnTo>
                  <a:lnTo>
                    <a:pt x="15" y="229"/>
                  </a:lnTo>
                  <a:lnTo>
                    <a:pt x="18" y="225"/>
                  </a:lnTo>
                  <a:lnTo>
                    <a:pt x="21" y="220"/>
                  </a:lnTo>
                  <a:lnTo>
                    <a:pt x="20" y="212"/>
                  </a:lnTo>
                  <a:lnTo>
                    <a:pt x="18" y="212"/>
                  </a:lnTo>
                  <a:lnTo>
                    <a:pt x="18" y="211"/>
                  </a:lnTo>
                  <a:lnTo>
                    <a:pt x="18" y="211"/>
                  </a:lnTo>
                  <a:lnTo>
                    <a:pt x="18" y="211"/>
                  </a:lnTo>
                  <a:lnTo>
                    <a:pt x="14" y="206"/>
                  </a:lnTo>
                  <a:lnTo>
                    <a:pt x="11" y="203"/>
                  </a:lnTo>
                  <a:lnTo>
                    <a:pt x="6" y="200"/>
                  </a:lnTo>
                  <a:lnTo>
                    <a:pt x="1" y="195"/>
                  </a:lnTo>
                  <a:lnTo>
                    <a:pt x="0" y="191"/>
                  </a:lnTo>
                  <a:lnTo>
                    <a:pt x="1" y="185"/>
                  </a:lnTo>
                  <a:lnTo>
                    <a:pt x="4" y="180"/>
                  </a:lnTo>
                  <a:lnTo>
                    <a:pt x="6" y="176"/>
                  </a:lnTo>
                  <a:lnTo>
                    <a:pt x="8" y="174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8" y="171"/>
                  </a:lnTo>
                  <a:lnTo>
                    <a:pt x="11" y="168"/>
                  </a:lnTo>
                  <a:lnTo>
                    <a:pt x="12" y="166"/>
                  </a:lnTo>
                  <a:lnTo>
                    <a:pt x="14" y="163"/>
                  </a:lnTo>
                  <a:lnTo>
                    <a:pt x="15" y="160"/>
                  </a:lnTo>
                  <a:lnTo>
                    <a:pt x="20" y="152"/>
                  </a:lnTo>
                  <a:lnTo>
                    <a:pt x="24" y="146"/>
                  </a:lnTo>
                  <a:lnTo>
                    <a:pt x="29" y="139"/>
                  </a:lnTo>
                  <a:lnTo>
                    <a:pt x="34" y="132"/>
                  </a:lnTo>
                  <a:lnTo>
                    <a:pt x="35" y="131"/>
                  </a:lnTo>
                  <a:lnTo>
                    <a:pt x="35" y="129"/>
                  </a:lnTo>
                  <a:lnTo>
                    <a:pt x="37" y="128"/>
                  </a:lnTo>
                  <a:lnTo>
                    <a:pt x="37" y="126"/>
                  </a:lnTo>
                  <a:lnTo>
                    <a:pt x="38" y="125"/>
                  </a:lnTo>
                  <a:lnTo>
                    <a:pt x="41" y="123"/>
                  </a:lnTo>
                  <a:lnTo>
                    <a:pt x="43" y="122"/>
                  </a:lnTo>
                  <a:lnTo>
                    <a:pt x="46" y="120"/>
                  </a:lnTo>
                  <a:lnTo>
                    <a:pt x="46" y="117"/>
                  </a:lnTo>
                  <a:lnTo>
                    <a:pt x="47" y="116"/>
                  </a:lnTo>
                  <a:lnTo>
                    <a:pt x="49" y="114"/>
                  </a:lnTo>
                  <a:lnTo>
                    <a:pt x="51" y="111"/>
                  </a:lnTo>
                  <a:lnTo>
                    <a:pt x="52" y="111"/>
                  </a:lnTo>
                  <a:lnTo>
                    <a:pt x="55" y="109"/>
                  </a:lnTo>
                  <a:lnTo>
                    <a:pt x="58" y="109"/>
                  </a:lnTo>
                  <a:lnTo>
                    <a:pt x="61" y="109"/>
                  </a:lnTo>
                  <a:lnTo>
                    <a:pt x="63" y="109"/>
                  </a:lnTo>
                  <a:lnTo>
                    <a:pt x="66" y="109"/>
                  </a:lnTo>
                  <a:lnTo>
                    <a:pt x="67" y="108"/>
                  </a:lnTo>
                  <a:lnTo>
                    <a:pt x="69" y="106"/>
                  </a:lnTo>
                  <a:lnTo>
                    <a:pt x="74" y="103"/>
                  </a:lnTo>
                  <a:lnTo>
                    <a:pt x="78" y="99"/>
                  </a:lnTo>
                  <a:lnTo>
                    <a:pt x="81" y="96"/>
                  </a:lnTo>
                  <a:lnTo>
                    <a:pt x="84" y="91"/>
                  </a:lnTo>
                  <a:lnTo>
                    <a:pt x="84" y="86"/>
                  </a:lnTo>
                  <a:lnTo>
                    <a:pt x="84" y="83"/>
                  </a:lnTo>
                  <a:lnTo>
                    <a:pt x="84" y="80"/>
                  </a:lnTo>
                  <a:lnTo>
                    <a:pt x="83" y="77"/>
                  </a:lnTo>
                  <a:lnTo>
                    <a:pt x="80" y="73"/>
                  </a:lnTo>
                  <a:lnTo>
                    <a:pt x="77" y="66"/>
                  </a:lnTo>
                  <a:lnTo>
                    <a:pt x="74" y="62"/>
                  </a:lnTo>
                  <a:lnTo>
                    <a:pt x="74" y="56"/>
                  </a:lnTo>
                  <a:lnTo>
                    <a:pt x="77" y="49"/>
                  </a:lnTo>
                  <a:lnTo>
                    <a:pt x="84" y="45"/>
                  </a:lnTo>
                  <a:lnTo>
                    <a:pt x="89" y="40"/>
                  </a:lnTo>
                  <a:lnTo>
                    <a:pt x="90" y="36"/>
                  </a:lnTo>
                  <a:lnTo>
                    <a:pt x="87" y="31"/>
                  </a:lnTo>
                  <a:lnTo>
                    <a:pt x="86" y="28"/>
                  </a:lnTo>
                  <a:lnTo>
                    <a:pt x="83" y="25"/>
                  </a:lnTo>
                  <a:lnTo>
                    <a:pt x="81" y="20"/>
                  </a:lnTo>
                  <a:lnTo>
                    <a:pt x="83" y="17"/>
                  </a:lnTo>
                  <a:lnTo>
                    <a:pt x="86" y="13"/>
                  </a:lnTo>
                  <a:lnTo>
                    <a:pt x="89" y="9"/>
                  </a:lnTo>
                  <a:lnTo>
                    <a:pt x="92" y="6"/>
                  </a:lnTo>
                  <a:lnTo>
                    <a:pt x="98" y="9"/>
                  </a:lnTo>
                  <a:lnTo>
                    <a:pt x="104" y="9"/>
                  </a:lnTo>
                  <a:lnTo>
                    <a:pt x="109" y="6"/>
                  </a:lnTo>
                  <a:lnTo>
                    <a:pt x="114" y="3"/>
                  </a:lnTo>
                  <a:lnTo>
                    <a:pt x="115" y="3"/>
                  </a:lnTo>
                  <a:lnTo>
                    <a:pt x="115" y="3"/>
                  </a:lnTo>
                  <a:lnTo>
                    <a:pt x="115" y="3"/>
                  </a:lnTo>
                  <a:lnTo>
                    <a:pt x="115" y="2"/>
                  </a:lnTo>
                  <a:lnTo>
                    <a:pt x="120" y="0"/>
                  </a:lnTo>
                  <a:lnTo>
                    <a:pt x="12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2660650" y="3513138"/>
              <a:ext cx="49213" cy="68263"/>
            </a:xfrm>
            <a:custGeom>
              <a:avLst/>
              <a:gdLst>
                <a:gd name="T0" fmla="*/ 34 w 63"/>
                <a:gd name="T1" fmla="*/ 0 h 86"/>
                <a:gd name="T2" fmla="*/ 36 w 63"/>
                <a:gd name="T3" fmla="*/ 2 h 86"/>
                <a:gd name="T4" fmla="*/ 37 w 63"/>
                <a:gd name="T5" fmla="*/ 6 h 86"/>
                <a:gd name="T6" fmla="*/ 37 w 63"/>
                <a:gd name="T7" fmla="*/ 6 h 86"/>
                <a:gd name="T8" fmla="*/ 39 w 63"/>
                <a:gd name="T9" fmla="*/ 11 h 86"/>
                <a:gd name="T10" fmla="*/ 42 w 63"/>
                <a:gd name="T11" fmla="*/ 16 h 86"/>
                <a:gd name="T12" fmla="*/ 45 w 63"/>
                <a:gd name="T13" fmla="*/ 19 h 86"/>
                <a:gd name="T14" fmla="*/ 45 w 63"/>
                <a:gd name="T15" fmla="*/ 20 h 86"/>
                <a:gd name="T16" fmla="*/ 46 w 63"/>
                <a:gd name="T17" fmla="*/ 22 h 86"/>
                <a:gd name="T18" fmla="*/ 46 w 63"/>
                <a:gd name="T19" fmla="*/ 23 h 86"/>
                <a:gd name="T20" fmla="*/ 43 w 63"/>
                <a:gd name="T21" fmla="*/ 28 h 86"/>
                <a:gd name="T22" fmla="*/ 46 w 63"/>
                <a:gd name="T23" fmla="*/ 29 h 86"/>
                <a:gd name="T24" fmla="*/ 45 w 63"/>
                <a:gd name="T25" fmla="*/ 31 h 86"/>
                <a:gd name="T26" fmla="*/ 46 w 63"/>
                <a:gd name="T27" fmla="*/ 34 h 86"/>
                <a:gd name="T28" fmla="*/ 54 w 63"/>
                <a:gd name="T29" fmla="*/ 39 h 86"/>
                <a:gd name="T30" fmla="*/ 57 w 63"/>
                <a:gd name="T31" fmla="*/ 42 h 86"/>
                <a:gd name="T32" fmla="*/ 59 w 63"/>
                <a:gd name="T33" fmla="*/ 45 h 86"/>
                <a:gd name="T34" fmla="*/ 59 w 63"/>
                <a:gd name="T35" fmla="*/ 48 h 86"/>
                <a:gd name="T36" fmla="*/ 60 w 63"/>
                <a:gd name="T37" fmla="*/ 54 h 86"/>
                <a:gd name="T38" fmla="*/ 59 w 63"/>
                <a:gd name="T39" fmla="*/ 60 h 86"/>
                <a:gd name="T40" fmla="*/ 60 w 63"/>
                <a:gd name="T41" fmla="*/ 68 h 86"/>
                <a:gd name="T42" fmla="*/ 63 w 63"/>
                <a:gd name="T43" fmla="*/ 73 h 86"/>
                <a:gd name="T44" fmla="*/ 63 w 63"/>
                <a:gd name="T45" fmla="*/ 74 h 86"/>
                <a:gd name="T46" fmla="*/ 60 w 63"/>
                <a:gd name="T47" fmla="*/ 79 h 86"/>
                <a:gd name="T48" fmla="*/ 54 w 63"/>
                <a:gd name="T49" fmla="*/ 80 h 86"/>
                <a:gd name="T50" fmla="*/ 49 w 63"/>
                <a:gd name="T51" fmla="*/ 83 h 86"/>
                <a:gd name="T52" fmla="*/ 45 w 63"/>
                <a:gd name="T53" fmla="*/ 85 h 86"/>
                <a:gd name="T54" fmla="*/ 36 w 63"/>
                <a:gd name="T55" fmla="*/ 80 h 86"/>
                <a:gd name="T56" fmla="*/ 29 w 63"/>
                <a:gd name="T57" fmla="*/ 80 h 86"/>
                <a:gd name="T58" fmla="*/ 22 w 63"/>
                <a:gd name="T59" fmla="*/ 79 h 86"/>
                <a:gd name="T60" fmla="*/ 8 w 63"/>
                <a:gd name="T61" fmla="*/ 73 h 86"/>
                <a:gd name="T62" fmla="*/ 6 w 63"/>
                <a:gd name="T63" fmla="*/ 71 h 86"/>
                <a:gd name="T64" fmla="*/ 3 w 63"/>
                <a:gd name="T65" fmla="*/ 65 h 86"/>
                <a:gd name="T66" fmla="*/ 3 w 63"/>
                <a:gd name="T67" fmla="*/ 59 h 86"/>
                <a:gd name="T68" fmla="*/ 3 w 63"/>
                <a:gd name="T69" fmla="*/ 59 h 86"/>
                <a:gd name="T70" fmla="*/ 2 w 63"/>
                <a:gd name="T71" fmla="*/ 57 h 86"/>
                <a:gd name="T72" fmla="*/ 0 w 63"/>
                <a:gd name="T73" fmla="*/ 54 h 86"/>
                <a:gd name="T74" fmla="*/ 2 w 63"/>
                <a:gd name="T75" fmla="*/ 51 h 86"/>
                <a:gd name="T76" fmla="*/ 0 w 63"/>
                <a:gd name="T77" fmla="*/ 49 h 86"/>
                <a:gd name="T78" fmla="*/ 3 w 63"/>
                <a:gd name="T79" fmla="*/ 39 h 86"/>
                <a:gd name="T80" fmla="*/ 9 w 63"/>
                <a:gd name="T81" fmla="*/ 36 h 86"/>
                <a:gd name="T82" fmla="*/ 13 w 63"/>
                <a:gd name="T83" fmla="*/ 33 h 86"/>
                <a:gd name="T84" fmla="*/ 14 w 63"/>
                <a:gd name="T85" fmla="*/ 31 h 86"/>
                <a:gd name="T86" fmla="*/ 19 w 63"/>
                <a:gd name="T87" fmla="*/ 22 h 86"/>
                <a:gd name="T88" fmla="*/ 22 w 63"/>
                <a:gd name="T89" fmla="*/ 19 h 86"/>
                <a:gd name="T90" fmla="*/ 25 w 63"/>
                <a:gd name="T91" fmla="*/ 16 h 86"/>
                <a:gd name="T92" fmla="*/ 26 w 63"/>
                <a:gd name="T93" fmla="*/ 14 h 86"/>
                <a:gd name="T94" fmla="*/ 28 w 63"/>
                <a:gd name="T95" fmla="*/ 11 h 86"/>
                <a:gd name="T96" fmla="*/ 28 w 63"/>
                <a:gd name="T97" fmla="*/ 6 h 86"/>
                <a:gd name="T98" fmla="*/ 31 w 63"/>
                <a:gd name="T99" fmla="*/ 3 h 86"/>
                <a:gd name="T100" fmla="*/ 33 w 63"/>
                <a:gd name="T10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" h="86">
                  <a:moveTo>
                    <a:pt x="33" y="0"/>
                  </a:move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3"/>
                  </a:lnTo>
                  <a:lnTo>
                    <a:pt x="37" y="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8"/>
                  </a:lnTo>
                  <a:lnTo>
                    <a:pt x="37" y="9"/>
                  </a:lnTo>
                  <a:lnTo>
                    <a:pt x="39" y="11"/>
                  </a:lnTo>
                  <a:lnTo>
                    <a:pt x="40" y="13"/>
                  </a:lnTo>
                  <a:lnTo>
                    <a:pt x="42" y="14"/>
                  </a:lnTo>
                  <a:lnTo>
                    <a:pt x="42" y="16"/>
                  </a:lnTo>
                  <a:lnTo>
                    <a:pt x="43" y="16"/>
                  </a:lnTo>
                  <a:lnTo>
                    <a:pt x="43" y="17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5" y="20"/>
                  </a:lnTo>
                  <a:lnTo>
                    <a:pt x="45" y="20"/>
                  </a:lnTo>
                  <a:lnTo>
                    <a:pt x="45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3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3" y="28"/>
                  </a:lnTo>
                  <a:lnTo>
                    <a:pt x="45" y="28"/>
                  </a:lnTo>
                  <a:lnTo>
                    <a:pt x="45" y="29"/>
                  </a:lnTo>
                  <a:lnTo>
                    <a:pt x="46" y="29"/>
                  </a:lnTo>
                  <a:lnTo>
                    <a:pt x="46" y="29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6" y="34"/>
                  </a:lnTo>
                  <a:lnTo>
                    <a:pt x="49" y="36"/>
                  </a:lnTo>
                  <a:lnTo>
                    <a:pt x="52" y="37"/>
                  </a:lnTo>
                  <a:lnTo>
                    <a:pt x="54" y="39"/>
                  </a:lnTo>
                  <a:lnTo>
                    <a:pt x="56" y="40"/>
                  </a:lnTo>
                  <a:lnTo>
                    <a:pt x="57" y="42"/>
                  </a:lnTo>
                  <a:lnTo>
                    <a:pt x="57" y="42"/>
                  </a:lnTo>
                  <a:lnTo>
                    <a:pt x="59" y="43"/>
                  </a:lnTo>
                  <a:lnTo>
                    <a:pt x="59" y="43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8"/>
                  </a:lnTo>
                  <a:lnTo>
                    <a:pt x="60" y="49"/>
                  </a:lnTo>
                  <a:lnTo>
                    <a:pt x="60" y="53"/>
                  </a:lnTo>
                  <a:lnTo>
                    <a:pt x="60" y="54"/>
                  </a:lnTo>
                  <a:lnTo>
                    <a:pt x="59" y="56"/>
                  </a:lnTo>
                  <a:lnTo>
                    <a:pt x="59" y="59"/>
                  </a:lnTo>
                  <a:lnTo>
                    <a:pt x="59" y="60"/>
                  </a:lnTo>
                  <a:lnTo>
                    <a:pt x="59" y="62"/>
                  </a:lnTo>
                  <a:lnTo>
                    <a:pt x="59" y="65"/>
                  </a:lnTo>
                  <a:lnTo>
                    <a:pt x="60" y="68"/>
                  </a:lnTo>
                  <a:lnTo>
                    <a:pt x="62" y="69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3" y="74"/>
                  </a:lnTo>
                  <a:lnTo>
                    <a:pt x="62" y="76"/>
                  </a:lnTo>
                  <a:lnTo>
                    <a:pt x="62" y="77"/>
                  </a:lnTo>
                  <a:lnTo>
                    <a:pt x="60" y="79"/>
                  </a:lnTo>
                  <a:lnTo>
                    <a:pt x="59" y="80"/>
                  </a:lnTo>
                  <a:lnTo>
                    <a:pt x="57" y="82"/>
                  </a:lnTo>
                  <a:lnTo>
                    <a:pt x="54" y="80"/>
                  </a:lnTo>
                  <a:lnTo>
                    <a:pt x="52" y="80"/>
                  </a:lnTo>
                  <a:lnTo>
                    <a:pt x="51" y="82"/>
                  </a:lnTo>
                  <a:lnTo>
                    <a:pt x="49" y="83"/>
                  </a:lnTo>
                  <a:lnTo>
                    <a:pt x="48" y="85"/>
                  </a:lnTo>
                  <a:lnTo>
                    <a:pt x="46" y="86"/>
                  </a:lnTo>
                  <a:lnTo>
                    <a:pt x="45" y="85"/>
                  </a:lnTo>
                  <a:lnTo>
                    <a:pt x="42" y="83"/>
                  </a:lnTo>
                  <a:lnTo>
                    <a:pt x="39" y="82"/>
                  </a:lnTo>
                  <a:lnTo>
                    <a:pt x="36" y="80"/>
                  </a:lnTo>
                  <a:lnTo>
                    <a:pt x="33" y="80"/>
                  </a:lnTo>
                  <a:lnTo>
                    <a:pt x="31" y="80"/>
                  </a:lnTo>
                  <a:lnTo>
                    <a:pt x="29" y="80"/>
                  </a:lnTo>
                  <a:lnTo>
                    <a:pt x="28" y="79"/>
                  </a:lnTo>
                  <a:lnTo>
                    <a:pt x="28" y="79"/>
                  </a:lnTo>
                  <a:lnTo>
                    <a:pt x="22" y="79"/>
                  </a:lnTo>
                  <a:lnTo>
                    <a:pt x="17" y="77"/>
                  </a:lnTo>
                  <a:lnTo>
                    <a:pt x="11" y="76"/>
                  </a:lnTo>
                  <a:lnTo>
                    <a:pt x="8" y="73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5" y="69"/>
                  </a:lnTo>
                  <a:lnTo>
                    <a:pt x="3" y="68"/>
                  </a:lnTo>
                  <a:lnTo>
                    <a:pt x="3" y="65"/>
                  </a:lnTo>
                  <a:lnTo>
                    <a:pt x="3" y="62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6"/>
                  </a:lnTo>
                  <a:lnTo>
                    <a:pt x="0" y="54"/>
                  </a:lnTo>
                  <a:lnTo>
                    <a:pt x="0" y="53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3" y="36"/>
                  </a:lnTo>
                  <a:lnTo>
                    <a:pt x="6" y="36"/>
                  </a:lnTo>
                  <a:lnTo>
                    <a:pt x="9" y="36"/>
                  </a:lnTo>
                  <a:lnTo>
                    <a:pt x="11" y="36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3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6" y="28"/>
                  </a:lnTo>
                  <a:lnTo>
                    <a:pt x="17" y="25"/>
                  </a:lnTo>
                  <a:lnTo>
                    <a:pt x="19" y="22"/>
                  </a:lnTo>
                  <a:lnTo>
                    <a:pt x="22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3" y="17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8" y="13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6" y="9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31" y="3"/>
                  </a:lnTo>
                  <a:lnTo>
                    <a:pt x="31" y="2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1671638" y="2513013"/>
              <a:ext cx="587375" cy="627063"/>
            </a:xfrm>
            <a:custGeom>
              <a:avLst/>
              <a:gdLst>
                <a:gd name="T0" fmla="*/ 215 w 741"/>
                <a:gd name="T1" fmla="*/ 26 h 790"/>
                <a:gd name="T2" fmla="*/ 248 w 741"/>
                <a:gd name="T3" fmla="*/ 45 h 790"/>
                <a:gd name="T4" fmla="*/ 291 w 741"/>
                <a:gd name="T5" fmla="*/ 66 h 790"/>
                <a:gd name="T6" fmla="*/ 331 w 741"/>
                <a:gd name="T7" fmla="*/ 63 h 790"/>
                <a:gd name="T8" fmla="*/ 366 w 741"/>
                <a:gd name="T9" fmla="*/ 63 h 790"/>
                <a:gd name="T10" fmla="*/ 438 w 741"/>
                <a:gd name="T11" fmla="*/ 54 h 790"/>
                <a:gd name="T12" fmla="*/ 498 w 741"/>
                <a:gd name="T13" fmla="*/ 11 h 790"/>
                <a:gd name="T14" fmla="*/ 566 w 741"/>
                <a:gd name="T15" fmla="*/ 40 h 790"/>
                <a:gd name="T16" fmla="*/ 615 w 741"/>
                <a:gd name="T17" fmla="*/ 102 h 790"/>
                <a:gd name="T18" fmla="*/ 607 w 741"/>
                <a:gd name="T19" fmla="*/ 179 h 790"/>
                <a:gd name="T20" fmla="*/ 604 w 741"/>
                <a:gd name="T21" fmla="*/ 206 h 790"/>
                <a:gd name="T22" fmla="*/ 589 w 741"/>
                <a:gd name="T23" fmla="*/ 223 h 790"/>
                <a:gd name="T24" fmla="*/ 589 w 741"/>
                <a:gd name="T25" fmla="*/ 246 h 790"/>
                <a:gd name="T26" fmla="*/ 580 w 741"/>
                <a:gd name="T27" fmla="*/ 268 h 790"/>
                <a:gd name="T28" fmla="*/ 598 w 741"/>
                <a:gd name="T29" fmla="*/ 300 h 790"/>
                <a:gd name="T30" fmla="*/ 638 w 741"/>
                <a:gd name="T31" fmla="*/ 352 h 790"/>
                <a:gd name="T32" fmla="*/ 686 w 741"/>
                <a:gd name="T33" fmla="*/ 365 h 790"/>
                <a:gd name="T34" fmla="*/ 709 w 741"/>
                <a:gd name="T35" fmla="*/ 315 h 790"/>
                <a:gd name="T36" fmla="*/ 741 w 741"/>
                <a:gd name="T37" fmla="*/ 368 h 790"/>
                <a:gd name="T38" fmla="*/ 739 w 741"/>
                <a:gd name="T39" fmla="*/ 420 h 790"/>
                <a:gd name="T40" fmla="*/ 662 w 741"/>
                <a:gd name="T41" fmla="*/ 423 h 790"/>
                <a:gd name="T42" fmla="*/ 595 w 741"/>
                <a:gd name="T43" fmla="*/ 435 h 790"/>
                <a:gd name="T44" fmla="*/ 575 w 741"/>
                <a:gd name="T45" fmla="*/ 448 h 790"/>
                <a:gd name="T46" fmla="*/ 552 w 741"/>
                <a:gd name="T47" fmla="*/ 472 h 790"/>
                <a:gd name="T48" fmla="*/ 526 w 741"/>
                <a:gd name="T49" fmla="*/ 491 h 790"/>
                <a:gd name="T50" fmla="*/ 524 w 741"/>
                <a:gd name="T51" fmla="*/ 526 h 790"/>
                <a:gd name="T52" fmla="*/ 530 w 741"/>
                <a:gd name="T53" fmla="*/ 557 h 790"/>
                <a:gd name="T54" fmla="*/ 509 w 741"/>
                <a:gd name="T55" fmla="*/ 575 h 790"/>
                <a:gd name="T56" fmla="*/ 481 w 741"/>
                <a:gd name="T57" fmla="*/ 609 h 790"/>
                <a:gd name="T58" fmla="*/ 470 w 741"/>
                <a:gd name="T59" fmla="*/ 649 h 790"/>
                <a:gd name="T60" fmla="*/ 458 w 741"/>
                <a:gd name="T61" fmla="*/ 764 h 790"/>
                <a:gd name="T62" fmla="*/ 429 w 741"/>
                <a:gd name="T63" fmla="*/ 772 h 790"/>
                <a:gd name="T64" fmla="*/ 395 w 741"/>
                <a:gd name="T65" fmla="*/ 744 h 790"/>
                <a:gd name="T66" fmla="*/ 361 w 741"/>
                <a:gd name="T67" fmla="*/ 740 h 790"/>
                <a:gd name="T68" fmla="*/ 341 w 741"/>
                <a:gd name="T69" fmla="*/ 729 h 790"/>
                <a:gd name="T70" fmla="*/ 352 w 741"/>
                <a:gd name="T71" fmla="*/ 697 h 790"/>
                <a:gd name="T72" fmla="*/ 303 w 741"/>
                <a:gd name="T73" fmla="*/ 667 h 790"/>
                <a:gd name="T74" fmla="*/ 257 w 741"/>
                <a:gd name="T75" fmla="*/ 647 h 790"/>
                <a:gd name="T76" fmla="*/ 237 w 741"/>
                <a:gd name="T77" fmla="*/ 627 h 790"/>
                <a:gd name="T78" fmla="*/ 226 w 741"/>
                <a:gd name="T79" fmla="*/ 607 h 790"/>
                <a:gd name="T80" fmla="*/ 225 w 741"/>
                <a:gd name="T81" fmla="*/ 589 h 790"/>
                <a:gd name="T82" fmla="*/ 203 w 741"/>
                <a:gd name="T83" fmla="*/ 564 h 790"/>
                <a:gd name="T84" fmla="*/ 194 w 741"/>
                <a:gd name="T85" fmla="*/ 531 h 790"/>
                <a:gd name="T86" fmla="*/ 191 w 741"/>
                <a:gd name="T87" fmla="*/ 491 h 790"/>
                <a:gd name="T88" fmla="*/ 168 w 741"/>
                <a:gd name="T89" fmla="*/ 448 h 790"/>
                <a:gd name="T90" fmla="*/ 131 w 741"/>
                <a:gd name="T91" fmla="*/ 435 h 790"/>
                <a:gd name="T92" fmla="*/ 103 w 741"/>
                <a:gd name="T93" fmla="*/ 451 h 790"/>
                <a:gd name="T94" fmla="*/ 83 w 741"/>
                <a:gd name="T95" fmla="*/ 428 h 790"/>
                <a:gd name="T96" fmla="*/ 74 w 741"/>
                <a:gd name="T97" fmla="*/ 401 h 790"/>
                <a:gd name="T98" fmla="*/ 48 w 741"/>
                <a:gd name="T99" fmla="*/ 368 h 790"/>
                <a:gd name="T100" fmla="*/ 28 w 741"/>
                <a:gd name="T101" fmla="*/ 354 h 790"/>
                <a:gd name="T102" fmla="*/ 13 w 741"/>
                <a:gd name="T103" fmla="*/ 332 h 790"/>
                <a:gd name="T104" fmla="*/ 3 w 741"/>
                <a:gd name="T105" fmla="*/ 260 h 790"/>
                <a:gd name="T106" fmla="*/ 28 w 741"/>
                <a:gd name="T107" fmla="*/ 215 h 790"/>
                <a:gd name="T108" fmla="*/ 65 w 741"/>
                <a:gd name="T109" fmla="*/ 214 h 790"/>
                <a:gd name="T110" fmla="*/ 88 w 741"/>
                <a:gd name="T111" fmla="*/ 192 h 790"/>
                <a:gd name="T112" fmla="*/ 96 w 741"/>
                <a:gd name="T113" fmla="*/ 157 h 790"/>
                <a:gd name="T114" fmla="*/ 119 w 741"/>
                <a:gd name="T115" fmla="*/ 129 h 790"/>
                <a:gd name="T116" fmla="*/ 123 w 741"/>
                <a:gd name="T117" fmla="*/ 79 h 790"/>
                <a:gd name="T118" fmla="*/ 145 w 741"/>
                <a:gd name="T119" fmla="*/ 53 h 790"/>
                <a:gd name="T120" fmla="*/ 154 w 741"/>
                <a:gd name="T121" fmla="*/ 28 h 790"/>
                <a:gd name="T122" fmla="*/ 171 w 741"/>
                <a:gd name="T123" fmla="*/ 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41" h="790">
                  <a:moveTo>
                    <a:pt x="176" y="0"/>
                  </a:moveTo>
                  <a:lnTo>
                    <a:pt x="179" y="2"/>
                  </a:lnTo>
                  <a:lnTo>
                    <a:pt x="180" y="3"/>
                  </a:lnTo>
                  <a:lnTo>
                    <a:pt x="183" y="5"/>
                  </a:lnTo>
                  <a:lnTo>
                    <a:pt x="186" y="8"/>
                  </a:lnTo>
                  <a:lnTo>
                    <a:pt x="191" y="13"/>
                  </a:lnTo>
                  <a:lnTo>
                    <a:pt x="199" y="17"/>
                  </a:lnTo>
                  <a:lnTo>
                    <a:pt x="205" y="22"/>
                  </a:lnTo>
                  <a:lnTo>
                    <a:pt x="211" y="26"/>
                  </a:lnTo>
                  <a:lnTo>
                    <a:pt x="215" y="26"/>
                  </a:lnTo>
                  <a:lnTo>
                    <a:pt x="219" y="26"/>
                  </a:lnTo>
                  <a:lnTo>
                    <a:pt x="223" y="26"/>
                  </a:lnTo>
                  <a:lnTo>
                    <a:pt x="228" y="25"/>
                  </a:lnTo>
                  <a:lnTo>
                    <a:pt x="231" y="25"/>
                  </a:lnTo>
                  <a:lnTo>
                    <a:pt x="234" y="28"/>
                  </a:lnTo>
                  <a:lnTo>
                    <a:pt x="235" y="31"/>
                  </a:lnTo>
                  <a:lnTo>
                    <a:pt x="238" y="36"/>
                  </a:lnTo>
                  <a:lnTo>
                    <a:pt x="242" y="39"/>
                  </a:lnTo>
                  <a:lnTo>
                    <a:pt x="245" y="42"/>
                  </a:lnTo>
                  <a:lnTo>
                    <a:pt x="248" y="45"/>
                  </a:lnTo>
                  <a:lnTo>
                    <a:pt x="251" y="48"/>
                  </a:lnTo>
                  <a:lnTo>
                    <a:pt x="255" y="49"/>
                  </a:lnTo>
                  <a:lnTo>
                    <a:pt x="260" y="53"/>
                  </a:lnTo>
                  <a:lnTo>
                    <a:pt x="265" y="54"/>
                  </a:lnTo>
                  <a:lnTo>
                    <a:pt x="269" y="57"/>
                  </a:lnTo>
                  <a:lnTo>
                    <a:pt x="274" y="60"/>
                  </a:lnTo>
                  <a:lnTo>
                    <a:pt x="278" y="62"/>
                  </a:lnTo>
                  <a:lnTo>
                    <a:pt x="283" y="65"/>
                  </a:lnTo>
                  <a:lnTo>
                    <a:pt x="288" y="68"/>
                  </a:lnTo>
                  <a:lnTo>
                    <a:pt x="291" y="66"/>
                  </a:lnTo>
                  <a:lnTo>
                    <a:pt x="295" y="65"/>
                  </a:lnTo>
                  <a:lnTo>
                    <a:pt x="300" y="62"/>
                  </a:lnTo>
                  <a:lnTo>
                    <a:pt x="303" y="60"/>
                  </a:lnTo>
                  <a:lnTo>
                    <a:pt x="308" y="57"/>
                  </a:lnTo>
                  <a:lnTo>
                    <a:pt x="312" y="56"/>
                  </a:lnTo>
                  <a:lnTo>
                    <a:pt x="317" y="53"/>
                  </a:lnTo>
                  <a:lnTo>
                    <a:pt x="321" y="51"/>
                  </a:lnTo>
                  <a:lnTo>
                    <a:pt x="323" y="53"/>
                  </a:lnTo>
                  <a:lnTo>
                    <a:pt x="328" y="57"/>
                  </a:lnTo>
                  <a:lnTo>
                    <a:pt x="331" y="63"/>
                  </a:lnTo>
                  <a:lnTo>
                    <a:pt x="334" y="66"/>
                  </a:lnTo>
                  <a:lnTo>
                    <a:pt x="335" y="68"/>
                  </a:lnTo>
                  <a:lnTo>
                    <a:pt x="338" y="65"/>
                  </a:lnTo>
                  <a:lnTo>
                    <a:pt x="340" y="62"/>
                  </a:lnTo>
                  <a:lnTo>
                    <a:pt x="341" y="60"/>
                  </a:lnTo>
                  <a:lnTo>
                    <a:pt x="346" y="59"/>
                  </a:lnTo>
                  <a:lnTo>
                    <a:pt x="349" y="60"/>
                  </a:lnTo>
                  <a:lnTo>
                    <a:pt x="354" y="60"/>
                  </a:lnTo>
                  <a:lnTo>
                    <a:pt x="357" y="60"/>
                  </a:lnTo>
                  <a:lnTo>
                    <a:pt x="366" y="63"/>
                  </a:lnTo>
                  <a:lnTo>
                    <a:pt x="375" y="66"/>
                  </a:lnTo>
                  <a:lnTo>
                    <a:pt x="384" y="69"/>
                  </a:lnTo>
                  <a:lnTo>
                    <a:pt x="392" y="76"/>
                  </a:lnTo>
                  <a:lnTo>
                    <a:pt x="398" y="82"/>
                  </a:lnTo>
                  <a:lnTo>
                    <a:pt x="404" y="86"/>
                  </a:lnTo>
                  <a:lnTo>
                    <a:pt x="411" y="88"/>
                  </a:lnTo>
                  <a:lnTo>
                    <a:pt x="417" y="83"/>
                  </a:lnTo>
                  <a:lnTo>
                    <a:pt x="424" y="72"/>
                  </a:lnTo>
                  <a:lnTo>
                    <a:pt x="431" y="63"/>
                  </a:lnTo>
                  <a:lnTo>
                    <a:pt x="438" y="54"/>
                  </a:lnTo>
                  <a:lnTo>
                    <a:pt x="446" y="43"/>
                  </a:lnTo>
                  <a:lnTo>
                    <a:pt x="450" y="36"/>
                  </a:lnTo>
                  <a:lnTo>
                    <a:pt x="457" y="28"/>
                  </a:lnTo>
                  <a:lnTo>
                    <a:pt x="463" y="20"/>
                  </a:lnTo>
                  <a:lnTo>
                    <a:pt x="469" y="14"/>
                  </a:lnTo>
                  <a:lnTo>
                    <a:pt x="475" y="13"/>
                  </a:lnTo>
                  <a:lnTo>
                    <a:pt x="481" y="11"/>
                  </a:lnTo>
                  <a:lnTo>
                    <a:pt x="487" y="11"/>
                  </a:lnTo>
                  <a:lnTo>
                    <a:pt x="494" y="11"/>
                  </a:lnTo>
                  <a:lnTo>
                    <a:pt x="498" y="11"/>
                  </a:lnTo>
                  <a:lnTo>
                    <a:pt x="501" y="11"/>
                  </a:lnTo>
                  <a:lnTo>
                    <a:pt x="506" y="13"/>
                  </a:lnTo>
                  <a:lnTo>
                    <a:pt x="509" y="14"/>
                  </a:lnTo>
                  <a:lnTo>
                    <a:pt x="521" y="19"/>
                  </a:lnTo>
                  <a:lnTo>
                    <a:pt x="535" y="25"/>
                  </a:lnTo>
                  <a:lnTo>
                    <a:pt x="547" y="29"/>
                  </a:lnTo>
                  <a:lnTo>
                    <a:pt x="560" y="34"/>
                  </a:lnTo>
                  <a:lnTo>
                    <a:pt x="561" y="36"/>
                  </a:lnTo>
                  <a:lnTo>
                    <a:pt x="563" y="39"/>
                  </a:lnTo>
                  <a:lnTo>
                    <a:pt x="566" y="40"/>
                  </a:lnTo>
                  <a:lnTo>
                    <a:pt x="567" y="42"/>
                  </a:lnTo>
                  <a:lnTo>
                    <a:pt x="573" y="46"/>
                  </a:lnTo>
                  <a:lnTo>
                    <a:pt x="580" y="53"/>
                  </a:lnTo>
                  <a:lnTo>
                    <a:pt x="586" y="59"/>
                  </a:lnTo>
                  <a:lnTo>
                    <a:pt x="593" y="63"/>
                  </a:lnTo>
                  <a:lnTo>
                    <a:pt x="600" y="69"/>
                  </a:lnTo>
                  <a:lnTo>
                    <a:pt x="607" y="77"/>
                  </a:lnTo>
                  <a:lnTo>
                    <a:pt x="615" y="85"/>
                  </a:lnTo>
                  <a:lnTo>
                    <a:pt x="616" y="94"/>
                  </a:lnTo>
                  <a:lnTo>
                    <a:pt x="615" y="102"/>
                  </a:lnTo>
                  <a:lnTo>
                    <a:pt x="610" y="111"/>
                  </a:lnTo>
                  <a:lnTo>
                    <a:pt x="607" y="119"/>
                  </a:lnTo>
                  <a:lnTo>
                    <a:pt x="604" y="126"/>
                  </a:lnTo>
                  <a:lnTo>
                    <a:pt x="604" y="136"/>
                  </a:lnTo>
                  <a:lnTo>
                    <a:pt x="604" y="145"/>
                  </a:lnTo>
                  <a:lnTo>
                    <a:pt x="606" y="154"/>
                  </a:lnTo>
                  <a:lnTo>
                    <a:pt x="606" y="163"/>
                  </a:lnTo>
                  <a:lnTo>
                    <a:pt x="607" y="168"/>
                  </a:lnTo>
                  <a:lnTo>
                    <a:pt x="607" y="174"/>
                  </a:lnTo>
                  <a:lnTo>
                    <a:pt x="607" y="179"/>
                  </a:lnTo>
                  <a:lnTo>
                    <a:pt x="609" y="183"/>
                  </a:lnTo>
                  <a:lnTo>
                    <a:pt x="609" y="185"/>
                  </a:lnTo>
                  <a:lnTo>
                    <a:pt x="609" y="185"/>
                  </a:lnTo>
                  <a:lnTo>
                    <a:pt x="609" y="186"/>
                  </a:lnTo>
                  <a:lnTo>
                    <a:pt x="609" y="188"/>
                  </a:lnTo>
                  <a:lnTo>
                    <a:pt x="609" y="191"/>
                  </a:lnTo>
                  <a:lnTo>
                    <a:pt x="609" y="197"/>
                  </a:lnTo>
                  <a:lnTo>
                    <a:pt x="609" y="202"/>
                  </a:lnTo>
                  <a:lnTo>
                    <a:pt x="607" y="205"/>
                  </a:lnTo>
                  <a:lnTo>
                    <a:pt x="604" y="206"/>
                  </a:lnTo>
                  <a:lnTo>
                    <a:pt x="603" y="208"/>
                  </a:lnTo>
                  <a:lnTo>
                    <a:pt x="601" y="211"/>
                  </a:lnTo>
                  <a:lnTo>
                    <a:pt x="600" y="214"/>
                  </a:lnTo>
                  <a:lnTo>
                    <a:pt x="598" y="215"/>
                  </a:lnTo>
                  <a:lnTo>
                    <a:pt x="596" y="217"/>
                  </a:lnTo>
                  <a:lnTo>
                    <a:pt x="595" y="219"/>
                  </a:lnTo>
                  <a:lnTo>
                    <a:pt x="595" y="220"/>
                  </a:lnTo>
                  <a:lnTo>
                    <a:pt x="593" y="222"/>
                  </a:lnTo>
                  <a:lnTo>
                    <a:pt x="592" y="223"/>
                  </a:lnTo>
                  <a:lnTo>
                    <a:pt x="589" y="223"/>
                  </a:lnTo>
                  <a:lnTo>
                    <a:pt x="587" y="225"/>
                  </a:lnTo>
                  <a:lnTo>
                    <a:pt x="586" y="226"/>
                  </a:lnTo>
                  <a:lnTo>
                    <a:pt x="584" y="228"/>
                  </a:lnTo>
                  <a:lnTo>
                    <a:pt x="581" y="229"/>
                  </a:lnTo>
                  <a:lnTo>
                    <a:pt x="581" y="232"/>
                  </a:lnTo>
                  <a:lnTo>
                    <a:pt x="581" y="237"/>
                  </a:lnTo>
                  <a:lnTo>
                    <a:pt x="583" y="240"/>
                  </a:lnTo>
                  <a:lnTo>
                    <a:pt x="584" y="242"/>
                  </a:lnTo>
                  <a:lnTo>
                    <a:pt x="587" y="245"/>
                  </a:lnTo>
                  <a:lnTo>
                    <a:pt x="589" y="246"/>
                  </a:lnTo>
                  <a:lnTo>
                    <a:pt x="590" y="248"/>
                  </a:lnTo>
                  <a:lnTo>
                    <a:pt x="592" y="249"/>
                  </a:lnTo>
                  <a:lnTo>
                    <a:pt x="592" y="252"/>
                  </a:lnTo>
                  <a:lnTo>
                    <a:pt x="590" y="252"/>
                  </a:lnTo>
                  <a:lnTo>
                    <a:pt x="589" y="254"/>
                  </a:lnTo>
                  <a:lnTo>
                    <a:pt x="587" y="254"/>
                  </a:lnTo>
                  <a:lnTo>
                    <a:pt x="586" y="255"/>
                  </a:lnTo>
                  <a:lnTo>
                    <a:pt x="583" y="258"/>
                  </a:lnTo>
                  <a:lnTo>
                    <a:pt x="581" y="263"/>
                  </a:lnTo>
                  <a:lnTo>
                    <a:pt x="580" y="268"/>
                  </a:lnTo>
                  <a:lnTo>
                    <a:pt x="578" y="272"/>
                  </a:lnTo>
                  <a:lnTo>
                    <a:pt x="578" y="275"/>
                  </a:lnTo>
                  <a:lnTo>
                    <a:pt x="580" y="278"/>
                  </a:lnTo>
                  <a:lnTo>
                    <a:pt x="583" y="280"/>
                  </a:lnTo>
                  <a:lnTo>
                    <a:pt x="584" y="282"/>
                  </a:lnTo>
                  <a:lnTo>
                    <a:pt x="587" y="285"/>
                  </a:lnTo>
                  <a:lnTo>
                    <a:pt x="590" y="288"/>
                  </a:lnTo>
                  <a:lnTo>
                    <a:pt x="592" y="291"/>
                  </a:lnTo>
                  <a:lnTo>
                    <a:pt x="593" y="295"/>
                  </a:lnTo>
                  <a:lnTo>
                    <a:pt x="598" y="300"/>
                  </a:lnTo>
                  <a:lnTo>
                    <a:pt x="604" y="305"/>
                  </a:lnTo>
                  <a:lnTo>
                    <a:pt x="610" y="308"/>
                  </a:lnTo>
                  <a:lnTo>
                    <a:pt x="616" y="312"/>
                  </a:lnTo>
                  <a:lnTo>
                    <a:pt x="618" y="318"/>
                  </a:lnTo>
                  <a:lnTo>
                    <a:pt x="618" y="325"/>
                  </a:lnTo>
                  <a:lnTo>
                    <a:pt x="618" y="332"/>
                  </a:lnTo>
                  <a:lnTo>
                    <a:pt x="619" y="338"/>
                  </a:lnTo>
                  <a:lnTo>
                    <a:pt x="624" y="345"/>
                  </a:lnTo>
                  <a:lnTo>
                    <a:pt x="630" y="349"/>
                  </a:lnTo>
                  <a:lnTo>
                    <a:pt x="638" y="352"/>
                  </a:lnTo>
                  <a:lnTo>
                    <a:pt x="644" y="354"/>
                  </a:lnTo>
                  <a:lnTo>
                    <a:pt x="650" y="355"/>
                  </a:lnTo>
                  <a:lnTo>
                    <a:pt x="658" y="357"/>
                  </a:lnTo>
                  <a:lnTo>
                    <a:pt x="664" y="358"/>
                  </a:lnTo>
                  <a:lnTo>
                    <a:pt x="670" y="363"/>
                  </a:lnTo>
                  <a:lnTo>
                    <a:pt x="675" y="365"/>
                  </a:lnTo>
                  <a:lnTo>
                    <a:pt x="678" y="368"/>
                  </a:lnTo>
                  <a:lnTo>
                    <a:pt x="681" y="369"/>
                  </a:lnTo>
                  <a:lnTo>
                    <a:pt x="684" y="372"/>
                  </a:lnTo>
                  <a:lnTo>
                    <a:pt x="686" y="365"/>
                  </a:lnTo>
                  <a:lnTo>
                    <a:pt x="686" y="358"/>
                  </a:lnTo>
                  <a:lnTo>
                    <a:pt x="686" y="351"/>
                  </a:lnTo>
                  <a:lnTo>
                    <a:pt x="686" y="343"/>
                  </a:lnTo>
                  <a:lnTo>
                    <a:pt x="689" y="342"/>
                  </a:lnTo>
                  <a:lnTo>
                    <a:pt x="693" y="338"/>
                  </a:lnTo>
                  <a:lnTo>
                    <a:pt x="696" y="334"/>
                  </a:lnTo>
                  <a:lnTo>
                    <a:pt x="698" y="329"/>
                  </a:lnTo>
                  <a:lnTo>
                    <a:pt x="702" y="325"/>
                  </a:lnTo>
                  <a:lnTo>
                    <a:pt x="706" y="320"/>
                  </a:lnTo>
                  <a:lnTo>
                    <a:pt x="709" y="315"/>
                  </a:lnTo>
                  <a:lnTo>
                    <a:pt x="713" y="311"/>
                  </a:lnTo>
                  <a:lnTo>
                    <a:pt x="715" y="317"/>
                  </a:lnTo>
                  <a:lnTo>
                    <a:pt x="719" y="322"/>
                  </a:lnTo>
                  <a:lnTo>
                    <a:pt x="722" y="326"/>
                  </a:lnTo>
                  <a:lnTo>
                    <a:pt x="725" y="332"/>
                  </a:lnTo>
                  <a:lnTo>
                    <a:pt x="730" y="337"/>
                  </a:lnTo>
                  <a:lnTo>
                    <a:pt x="735" y="343"/>
                  </a:lnTo>
                  <a:lnTo>
                    <a:pt x="739" y="349"/>
                  </a:lnTo>
                  <a:lnTo>
                    <a:pt x="741" y="355"/>
                  </a:lnTo>
                  <a:lnTo>
                    <a:pt x="741" y="368"/>
                  </a:lnTo>
                  <a:lnTo>
                    <a:pt x="741" y="378"/>
                  </a:lnTo>
                  <a:lnTo>
                    <a:pt x="741" y="389"/>
                  </a:lnTo>
                  <a:lnTo>
                    <a:pt x="741" y="401"/>
                  </a:lnTo>
                  <a:lnTo>
                    <a:pt x="741" y="405"/>
                  </a:lnTo>
                  <a:lnTo>
                    <a:pt x="741" y="406"/>
                  </a:lnTo>
                  <a:lnTo>
                    <a:pt x="741" y="409"/>
                  </a:lnTo>
                  <a:lnTo>
                    <a:pt x="741" y="412"/>
                  </a:lnTo>
                  <a:lnTo>
                    <a:pt x="741" y="417"/>
                  </a:lnTo>
                  <a:lnTo>
                    <a:pt x="741" y="420"/>
                  </a:lnTo>
                  <a:lnTo>
                    <a:pt x="739" y="420"/>
                  </a:lnTo>
                  <a:lnTo>
                    <a:pt x="735" y="421"/>
                  </a:lnTo>
                  <a:lnTo>
                    <a:pt x="727" y="421"/>
                  </a:lnTo>
                  <a:lnTo>
                    <a:pt x="721" y="423"/>
                  </a:lnTo>
                  <a:lnTo>
                    <a:pt x="713" y="425"/>
                  </a:lnTo>
                  <a:lnTo>
                    <a:pt x="706" y="428"/>
                  </a:lnTo>
                  <a:lnTo>
                    <a:pt x="698" y="429"/>
                  </a:lnTo>
                  <a:lnTo>
                    <a:pt x="692" y="429"/>
                  </a:lnTo>
                  <a:lnTo>
                    <a:pt x="684" y="428"/>
                  </a:lnTo>
                  <a:lnTo>
                    <a:pt x="676" y="426"/>
                  </a:lnTo>
                  <a:lnTo>
                    <a:pt x="662" y="423"/>
                  </a:lnTo>
                  <a:lnTo>
                    <a:pt x="649" y="420"/>
                  </a:lnTo>
                  <a:lnTo>
                    <a:pt x="635" y="417"/>
                  </a:lnTo>
                  <a:lnTo>
                    <a:pt x="621" y="414"/>
                  </a:lnTo>
                  <a:lnTo>
                    <a:pt x="615" y="415"/>
                  </a:lnTo>
                  <a:lnTo>
                    <a:pt x="607" y="418"/>
                  </a:lnTo>
                  <a:lnTo>
                    <a:pt x="601" y="421"/>
                  </a:lnTo>
                  <a:lnTo>
                    <a:pt x="596" y="426"/>
                  </a:lnTo>
                  <a:lnTo>
                    <a:pt x="595" y="429"/>
                  </a:lnTo>
                  <a:lnTo>
                    <a:pt x="595" y="432"/>
                  </a:lnTo>
                  <a:lnTo>
                    <a:pt x="595" y="435"/>
                  </a:lnTo>
                  <a:lnTo>
                    <a:pt x="593" y="437"/>
                  </a:lnTo>
                  <a:lnTo>
                    <a:pt x="592" y="438"/>
                  </a:lnTo>
                  <a:lnTo>
                    <a:pt x="587" y="438"/>
                  </a:lnTo>
                  <a:lnTo>
                    <a:pt x="584" y="438"/>
                  </a:lnTo>
                  <a:lnTo>
                    <a:pt x="581" y="438"/>
                  </a:lnTo>
                  <a:lnTo>
                    <a:pt x="580" y="440"/>
                  </a:lnTo>
                  <a:lnTo>
                    <a:pt x="576" y="440"/>
                  </a:lnTo>
                  <a:lnTo>
                    <a:pt x="576" y="443"/>
                  </a:lnTo>
                  <a:lnTo>
                    <a:pt x="576" y="446"/>
                  </a:lnTo>
                  <a:lnTo>
                    <a:pt x="575" y="448"/>
                  </a:lnTo>
                  <a:lnTo>
                    <a:pt x="573" y="449"/>
                  </a:lnTo>
                  <a:lnTo>
                    <a:pt x="570" y="449"/>
                  </a:lnTo>
                  <a:lnTo>
                    <a:pt x="567" y="449"/>
                  </a:lnTo>
                  <a:lnTo>
                    <a:pt x="566" y="451"/>
                  </a:lnTo>
                  <a:lnTo>
                    <a:pt x="564" y="454"/>
                  </a:lnTo>
                  <a:lnTo>
                    <a:pt x="563" y="455"/>
                  </a:lnTo>
                  <a:lnTo>
                    <a:pt x="563" y="458"/>
                  </a:lnTo>
                  <a:lnTo>
                    <a:pt x="558" y="463"/>
                  </a:lnTo>
                  <a:lnTo>
                    <a:pt x="556" y="468"/>
                  </a:lnTo>
                  <a:lnTo>
                    <a:pt x="552" y="472"/>
                  </a:lnTo>
                  <a:lnTo>
                    <a:pt x="547" y="475"/>
                  </a:lnTo>
                  <a:lnTo>
                    <a:pt x="546" y="475"/>
                  </a:lnTo>
                  <a:lnTo>
                    <a:pt x="546" y="477"/>
                  </a:lnTo>
                  <a:lnTo>
                    <a:pt x="544" y="477"/>
                  </a:lnTo>
                  <a:lnTo>
                    <a:pt x="543" y="477"/>
                  </a:lnTo>
                  <a:lnTo>
                    <a:pt x="538" y="478"/>
                  </a:lnTo>
                  <a:lnTo>
                    <a:pt x="532" y="481"/>
                  </a:lnTo>
                  <a:lnTo>
                    <a:pt x="526" y="484"/>
                  </a:lnTo>
                  <a:lnTo>
                    <a:pt x="524" y="488"/>
                  </a:lnTo>
                  <a:lnTo>
                    <a:pt x="526" y="491"/>
                  </a:lnTo>
                  <a:lnTo>
                    <a:pt x="526" y="495"/>
                  </a:lnTo>
                  <a:lnTo>
                    <a:pt x="524" y="500"/>
                  </a:lnTo>
                  <a:lnTo>
                    <a:pt x="526" y="504"/>
                  </a:lnTo>
                  <a:lnTo>
                    <a:pt x="526" y="509"/>
                  </a:lnTo>
                  <a:lnTo>
                    <a:pt x="520" y="512"/>
                  </a:lnTo>
                  <a:lnTo>
                    <a:pt x="515" y="514"/>
                  </a:lnTo>
                  <a:lnTo>
                    <a:pt x="517" y="517"/>
                  </a:lnTo>
                  <a:lnTo>
                    <a:pt x="520" y="520"/>
                  </a:lnTo>
                  <a:lnTo>
                    <a:pt x="521" y="523"/>
                  </a:lnTo>
                  <a:lnTo>
                    <a:pt x="524" y="526"/>
                  </a:lnTo>
                  <a:lnTo>
                    <a:pt x="524" y="531"/>
                  </a:lnTo>
                  <a:lnTo>
                    <a:pt x="523" y="532"/>
                  </a:lnTo>
                  <a:lnTo>
                    <a:pt x="521" y="535"/>
                  </a:lnTo>
                  <a:lnTo>
                    <a:pt x="520" y="537"/>
                  </a:lnTo>
                  <a:lnTo>
                    <a:pt x="520" y="540"/>
                  </a:lnTo>
                  <a:lnTo>
                    <a:pt x="521" y="543"/>
                  </a:lnTo>
                  <a:lnTo>
                    <a:pt x="524" y="546"/>
                  </a:lnTo>
                  <a:lnTo>
                    <a:pt x="529" y="549"/>
                  </a:lnTo>
                  <a:lnTo>
                    <a:pt x="530" y="554"/>
                  </a:lnTo>
                  <a:lnTo>
                    <a:pt x="530" y="557"/>
                  </a:lnTo>
                  <a:lnTo>
                    <a:pt x="529" y="561"/>
                  </a:lnTo>
                  <a:lnTo>
                    <a:pt x="526" y="564"/>
                  </a:lnTo>
                  <a:lnTo>
                    <a:pt x="523" y="563"/>
                  </a:lnTo>
                  <a:lnTo>
                    <a:pt x="520" y="560"/>
                  </a:lnTo>
                  <a:lnTo>
                    <a:pt x="517" y="558"/>
                  </a:lnTo>
                  <a:lnTo>
                    <a:pt x="513" y="560"/>
                  </a:lnTo>
                  <a:lnTo>
                    <a:pt x="510" y="566"/>
                  </a:lnTo>
                  <a:lnTo>
                    <a:pt x="510" y="569"/>
                  </a:lnTo>
                  <a:lnTo>
                    <a:pt x="510" y="572"/>
                  </a:lnTo>
                  <a:lnTo>
                    <a:pt x="509" y="575"/>
                  </a:lnTo>
                  <a:lnTo>
                    <a:pt x="507" y="578"/>
                  </a:lnTo>
                  <a:lnTo>
                    <a:pt x="503" y="581"/>
                  </a:lnTo>
                  <a:lnTo>
                    <a:pt x="498" y="584"/>
                  </a:lnTo>
                  <a:lnTo>
                    <a:pt x="494" y="587"/>
                  </a:lnTo>
                  <a:lnTo>
                    <a:pt x="489" y="591"/>
                  </a:lnTo>
                  <a:lnTo>
                    <a:pt x="486" y="594"/>
                  </a:lnTo>
                  <a:lnTo>
                    <a:pt x="483" y="595"/>
                  </a:lnTo>
                  <a:lnTo>
                    <a:pt x="483" y="598"/>
                  </a:lnTo>
                  <a:lnTo>
                    <a:pt x="481" y="603"/>
                  </a:lnTo>
                  <a:lnTo>
                    <a:pt x="481" y="609"/>
                  </a:lnTo>
                  <a:lnTo>
                    <a:pt x="481" y="615"/>
                  </a:lnTo>
                  <a:lnTo>
                    <a:pt x="480" y="623"/>
                  </a:lnTo>
                  <a:lnTo>
                    <a:pt x="480" y="629"/>
                  </a:lnTo>
                  <a:lnTo>
                    <a:pt x="480" y="632"/>
                  </a:lnTo>
                  <a:lnTo>
                    <a:pt x="480" y="637"/>
                  </a:lnTo>
                  <a:lnTo>
                    <a:pt x="478" y="641"/>
                  </a:lnTo>
                  <a:lnTo>
                    <a:pt x="477" y="643"/>
                  </a:lnTo>
                  <a:lnTo>
                    <a:pt x="474" y="644"/>
                  </a:lnTo>
                  <a:lnTo>
                    <a:pt x="472" y="646"/>
                  </a:lnTo>
                  <a:lnTo>
                    <a:pt x="470" y="649"/>
                  </a:lnTo>
                  <a:lnTo>
                    <a:pt x="469" y="654"/>
                  </a:lnTo>
                  <a:lnTo>
                    <a:pt x="469" y="672"/>
                  </a:lnTo>
                  <a:lnTo>
                    <a:pt x="469" y="690"/>
                  </a:lnTo>
                  <a:lnTo>
                    <a:pt x="467" y="709"/>
                  </a:lnTo>
                  <a:lnTo>
                    <a:pt x="467" y="727"/>
                  </a:lnTo>
                  <a:lnTo>
                    <a:pt x="466" y="735"/>
                  </a:lnTo>
                  <a:lnTo>
                    <a:pt x="464" y="741"/>
                  </a:lnTo>
                  <a:lnTo>
                    <a:pt x="463" y="749"/>
                  </a:lnTo>
                  <a:lnTo>
                    <a:pt x="460" y="755"/>
                  </a:lnTo>
                  <a:lnTo>
                    <a:pt x="458" y="764"/>
                  </a:lnTo>
                  <a:lnTo>
                    <a:pt x="455" y="773"/>
                  </a:lnTo>
                  <a:lnTo>
                    <a:pt x="452" y="783"/>
                  </a:lnTo>
                  <a:lnTo>
                    <a:pt x="450" y="790"/>
                  </a:lnTo>
                  <a:lnTo>
                    <a:pt x="449" y="784"/>
                  </a:lnTo>
                  <a:lnTo>
                    <a:pt x="447" y="778"/>
                  </a:lnTo>
                  <a:lnTo>
                    <a:pt x="447" y="770"/>
                  </a:lnTo>
                  <a:lnTo>
                    <a:pt x="446" y="764"/>
                  </a:lnTo>
                  <a:lnTo>
                    <a:pt x="441" y="766"/>
                  </a:lnTo>
                  <a:lnTo>
                    <a:pt x="435" y="769"/>
                  </a:lnTo>
                  <a:lnTo>
                    <a:pt x="429" y="772"/>
                  </a:lnTo>
                  <a:lnTo>
                    <a:pt x="423" y="773"/>
                  </a:lnTo>
                  <a:lnTo>
                    <a:pt x="420" y="773"/>
                  </a:lnTo>
                  <a:lnTo>
                    <a:pt x="415" y="772"/>
                  </a:lnTo>
                  <a:lnTo>
                    <a:pt x="411" y="769"/>
                  </a:lnTo>
                  <a:lnTo>
                    <a:pt x="406" y="767"/>
                  </a:lnTo>
                  <a:lnTo>
                    <a:pt x="401" y="763"/>
                  </a:lnTo>
                  <a:lnTo>
                    <a:pt x="400" y="758"/>
                  </a:lnTo>
                  <a:lnTo>
                    <a:pt x="398" y="752"/>
                  </a:lnTo>
                  <a:lnTo>
                    <a:pt x="397" y="746"/>
                  </a:lnTo>
                  <a:lnTo>
                    <a:pt x="395" y="744"/>
                  </a:lnTo>
                  <a:lnTo>
                    <a:pt x="395" y="741"/>
                  </a:lnTo>
                  <a:lnTo>
                    <a:pt x="395" y="740"/>
                  </a:lnTo>
                  <a:lnTo>
                    <a:pt x="394" y="738"/>
                  </a:lnTo>
                  <a:lnTo>
                    <a:pt x="389" y="735"/>
                  </a:lnTo>
                  <a:lnTo>
                    <a:pt x="384" y="732"/>
                  </a:lnTo>
                  <a:lnTo>
                    <a:pt x="380" y="729"/>
                  </a:lnTo>
                  <a:lnTo>
                    <a:pt x="377" y="729"/>
                  </a:lnTo>
                  <a:lnTo>
                    <a:pt x="371" y="734"/>
                  </a:lnTo>
                  <a:lnTo>
                    <a:pt x="366" y="737"/>
                  </a:lnTo>
                  <a:lnTo>
                    <a:pt x="361" y="740"/>
                  </a:lnTo>
                  <a:lnTo>
                    <a:pt x="357" y="743"/>
                  </a:lnTo>
                  <a:lnTo>
                    <a:pt x="354" y="746"/>
                  </a:lnTo>
                  <a:lnTo>
                    <a:pt x="349" y="750"/>
                  </a:lnTo>
                  <a:lnTo>
                    <a:pt x="344" y="752"/>
                  </a:lnTo>
                  <a:lnTo>
                    <a:pt x="340" y="752"/>
                  </a:lnTo>
                  <a:lnTo>
                    <a:pt x="340" y="749"/>
                  </a:lnTo>
                  <a:lnTo>
                    <a:pt x="340" y="744"/>
                  </a:lnTo>
                  <a:lnTo>
                    <a:pt x="340" y="738"/>
                  </a:lnTo>
                  <a:lnTo>
                    <a:pt x="340" y="734"/>
                  </a:lnTo>
                  <a:lnTo>
                    <a:pt x="341" y="729"/>
                  </a:lnTo>
                  <a:lnTo>
                    <a:pt x="341" y="727"/>
                  </a:lnTo>
                  <a:lnTo>
                    <a:pt x="343" y="724"/>
                  </a:lnTo>
                  <a:lnTo>
                    <a:pt x="346" y="721"/>
                  </a:lnTo>
                  <a:lnTo>
                    <a:pt x="349" y="720"/>
                  </a:lnTo>
                  <a:lnTo>
                    <a:pt x="352" y="715"/>
                  </a:lnTo>
                  <a:lnTo>
                    <a:pt x="357" y="712"/>
                  </a:lnTo>
                  <a:lnTo>
                    <a:pt x="358" y="709"/>
                  </a:lnTo>
                  <a:lnTo>
                    <a:pt x="355" y="704"/>
                  </a:lnTo>
                  <a:lnTo>
                    <a:pt x="354" y="701"/>
                  </a:lnTo>
                  <a:lnTo>
                    <a:pt x="352" y="697"/>
                  </a:lnTo>
                  <a:lnTo>
                    <a:pt x="351" y="692"/>
                  </a:lnTo>
                  <a:lnTo>
                    <a:pt x="349" y="687"/>
                  </a:lnTo>
                  <a:lnTo>
                    <a:pt x="348" y="686"/>
                  </a:lnTo>
                  <a:lnTo>
                    <a:pt x="344" y="684"/>
                  </a:lnTo>
                  <a:lnTo>
                    <a:pt x="341" y="683"/>
                  </a:lnTo>
                  <a:lnTo>
                    <a:pt x="334" y="678"/>
                  </a:lnTo>
                  <a:lnTo>
                    <a:pt x="326" y="674"/>
                  </a:lnTo>
                  <a:lnTo>
                    <a:pt x="318" y="670"/>
                  </a:lnTo>
                  <a:lnTo>
                    <a:pt x="311" y="667"/>
                  </a:lnTo>
                  <a:lnTo>
                    <a:pt x="303" y="667"/>
                  </a:lnTo>
                  <a:lnTo>
                    <a:pt x="295" y="667"/>
                  </a:lnTo>
                  <a:lnTo>
                    <a:pt x="286" y="667"/>
                  </a:lnTo>
                  <a:lnTo>
                    <a:pt x="278" y="667"/>
                  </a:lnTo>
                  <a:lnTo>
                    <a:pt x="278" y="663"/>
                  </a:lnTo>
                  <a:lnTo>
                    <a:pt x="277" y="658"/>
                  </a:lnTo>
                  <a:lnTo>
                    <a:pt x="277" y="652"/>
                  </a:lnTo>
                  <a:lnTo>
                    <a:pt x="277" y="647"/>
                  </a:lnTo>
                  <a:lnTo>
                    <a:pt x="271" y="647"/>
                  </a:lnTo>
                  <a:lnTo>
                    <a:pt x="265" y="649"/>
                  </a:lnTo>
                  <a:lnTo>
                    <a:pt x="257" y="647"/>
                  </a:lnTo>
                  <a:lnTo>
                    <a:pt x="252" y="646"/>
                  </a:lnTo>
                  <a:lnTo>
                    <a:pt x="249" y="643"/>
                  </a:lnTo>
                  <a:lnTo>
                    <a:pt x="246" y="640"/>
                  </a:lnTo>
                  <a:lnTo>
                    <a:pt x="245" y="637"/>
                  </a:lnTo>
                  <a:lnTo>
                    <a:pt x="242" y="635"/>
                  </a:lnTo>
                  <a:lnTo>
                    <a:pt x="240" y="634"/>
                  </a:lnTo>
                  <a:lnTo>
                    <a:pt x="240" y="632"/>
                  </a:lnTo>
                  <a:lnTo>
                    <a:pt x="240" y="631"/>
                  </a:lnTo>
                  <a:lnTo>
                    <a:pt x="238" y="629"/>
                  </a:lnTo>
                  <a:lnTo>
                    <a:pt x="237" y="627"/>
                  </a:lnTo>
                  <a:lnTo>
                    <a:pt x="234" y="626"/>
                  </a:lnTo>
                  <a:lnTo>
                    <a:pt x="232" y="624"/>
                  </a:lnTo>
                  <a:lnTo>
                    <a:pt x="229" y="621"/>
                  </a:lnTo>
                  <a:lnTo>
                    <a:pt x="229" y="620"/>
                  </a:lnTo>
                  <a:lnTo>
                    <a:pt x="229" y="618"/>
                  </a:lnTo>
                  <a:lnTo>
                    <a:pt x="229" y="617"/>
                  </a:lnTo>
                  <a:lnTo>
                    <a:pt x="229" y="614"/>
                  </a:lnTo>
                  <a:lnTo>
                    <a:pt x="228" y="612"/>
                  </a:lnTo>
                  <a:lnTo>
                    <a:pt x="226" y="611"/>
                  </a:lnTo>
                  <a:lnTo>
                    <a:pt x="226" y="607"/>
                  </a:lnTo>
                  <a:lnTo>
                    <a:pt x="226" y="606"/>
                  </a:lnTo>
                  <a:lnTo>
                    <a:pt x="228" y="604"/>
                  </a:lnTo>
                  <a:lnTo>
                    <a:pt x="228" y="601"/>
                  </a:lnTo>
                  <a:lnTo>
                    <a:pt x="226" y="600"/>
                  </a:lnTo>
                  <a:lnTo>
                    <a:pt x="226" y="598"/>
                  </a:lnTo>
                  <a:lnTo>
                    <a:pt x="225" y="598"/>
                  </a:lnTo>
                  <a:lnTo>
                    <a:pt x="225" y="597"/>
                  </a:lnTo>
                  <a:lnTo>
                    <a:pt x="225" y="595"/>
                  </a:lnTo>
                  <a:lnTo>
                    <a:pt x="226" y="594"/>
                  </a:lnTo>
                  <a:lnTo>
                    <a:pt x="225" y="589"/>
                  </a:lnTo>
                  <a:lnTo>
                    <a:pt x="222" y="586"/>
                  </a:lnTo>
                  <a:lnTo>
                    <a:pt x="219" y="581"/>
                  </a:lnTo>
                  <a:lnTo>
                    <a:pt x="217" y="578"/>
                  </a:lnTo>
                  <a:lnTo>
                    <a:pt x="215" y="578"/>
                  </a:lnTo>
                  <a:lnTo>
                    <a:pt x="212" y="577"/>
                  </a:lnTo>
                  <a:lnTo>
                    <a:pt x="211" y="577"/>
                  </a:lnTo>
                  <a:lnTo>
                    <a:pt x="208" y="575"/>
                  </a:lnTo>
                  <a:lnTo>
                    <a:pt x="205" y="574"/>
                  </a:lnTo>
                  <a:lnTo>
                    <a:pt x="203" y="569"/>
                  </a:lnTo>
                  <a:lnTo>
                    <a:pt x="203" y="564"/>
                  </a:lnTo>
                  <a:lnTo>
                    <a:pt x="202" y="561"/>
                  </a:lnTo>
                  <a:lnTo>
                    <a:pt x="200" y="558"/>
                  </a:lnTo>
                  <a:lnTo>
                    <a:pt x="199" y="555"/>
                  </a:lnTo>
                  <a:lnTo>
                    <a:pt x="197" y="552"/>
                  </a:lnTo>
                  <a:lnTo>
                    <a:pt x="197" y="549"/>
                  </a:lnTo>
                  <a:lnTo>
                    <a:pt x="195" y="548"/>
                  </a:lnTo>
                  <a:lnTo>
                    <a:pt x="195" y="544"/>
                  </a:lnTo>
                  <a:lnTo>
                    <a:pt x="195" y="541"/>
                  </a:lnTo>
                  <a:lnTo>
                    <a:pt x="195" y="538"/>
                  </a:lnTo>
                  <a:lnTo>
                    <a:pt x="194" y="531"/>
                  </a:lnTo>
                  <a:lnTo>
                    <a:pt x="192" y="524"/>
                  </a:lnTo>
                  <a:lnTo>
                    <a:pt x="192" y="517"/>
                  </a:lnTo>
                  <a:lnTo>
                    <a:pt x="194" y="511"/>
                  </a:lnTo>
                  <a:lnTo>
                    <a:pt x="195" y="504"/>
                  </a:lnTo>
                  <a:lnTo>
                    <a:pt x="199" y="500"/>
                  </a:lnTo>
                  <a:lnTo>
                    <a:pt x="200" y="495"/>
                  </a:lnTo>
                  <a:lnTo>
                    <a:pt x="202" y="489"/>
                  </a:lnTo>
                  <a:lnTo>
                    <a:pt x="199" y="491"/>
                  </a:lnTo>
                  <a:lnTo>
                    <a:pt x="194" y="491"/>
                  </a:lnTo>
                  <a:lnTo>
                    <a:pt x="191" y="491"/>
                  </a:lnTo>
                  <a:lnTo>
                    <a:pt x="188" y="488"/>
                  </a:lnTo>
                  <a:lnTo>
                    <a:pt x="186" y="483"/>
                  </a:lnTo>
                  <a:lnTo>
                    <a:pt x="183" y="478"/>
                  </a:lnTo>
                  <a:lnTo>
                    <a:pt x="182" y="474"/>
                  </a:lnTo>
                  <a:lnTo>
                    <a:pt x="180" y="469"/>
                  </a:lnTo>
                  <a:lnTo>
                    <a:pt x="179" y="464"/>
                  </a:lnTo>
                  <a:lnTo>
                    <a:pt x="177" y="460"/>
                  </a:lnTo>
                  <a:lnTo>
                    <a:pt x="174" y="454"/>
                  </a:lnTo>
                  <a:lnTo>
                    <a:pt x="171" y="451"/>
                  </a:lnTo>
                  <a:lnTo>
                    <a:pt x="168" y="448"/>
                  </a:lnTo>
                  <a:lnTo>
                    <a:pt x="163" y="443"/>
                  </a:lnTo>
                  <a:lnTo>
                    <a:pt x="160" y="440"/>
                  </a:lnTo>
                  <a:lnTo>
                    <a:pt x="156" y="437"/>
                  </a:lnTo>
                  <a:lnTo>
                    <a:pt x="154" y="435"/>
                  </a:lnTo>
                  <a:lnTo>
                    <a:pt x="152" y="434"/>
                  </a:lnTo>
                  <a:lnTo>
                    <a:pt x="151" y="432"/>
                  </a:lnTo>
                  <a:lnTo>
                    <a:pt x="149" y="432"/>
                  </a:lnTo>
                  <a:lnTo>
                    <a:pt x="142" y="431"/>
                  </a:lnTo>
                  <a:lnTo>
                    <a:pt x="136" y="432"/>
                  </a:lnTo>
                  <a:lnTo>
                    <a:pt x="131" y="435"/>
                  </a:lnTo>
                  <a:lnTo>
                    <a:pt x="125" y="438"/>
                  </a:lnTo>
                  <a:lnTo>
                    <a:pt x="123" y="441"/>
                  </a:lnTo>
                  <a:lnTo>
                    <a:pt x="122" y="445"/>
                  </a:lnTo>
                  <a:lnTo>
                    <a:pt x="120" y="446"/>
                  </a:lnTo>
                  <a:lnTo>
                    <a:pt x="119" y="449"/>
                  </a:lnTo>
                  <a:lnTo>
                    <a:pt x="116" y="449"/>
                  </a:lnTo>
                  <a:lnTo>
                    <a:pt x="113" y="449"/>
                  </a:lnTo>
                  <a:lnTo>
                    <a:pt x="109" y="449"/>
                  </a:lnTo>
                  <a:lnTo>
                    <a:pt x="108" y="449"/>
                  </a:lnTo>
                  <a:lnTo>
                    <a:pt x="103" y="451"/>
                  </a:lnTo>
                  <a:lnTo>
                    <a:pt x="102" y="449"/>
                  </a:lnTo>
                  <a:lnTo>
                    <a:pt x="99" y="449"/>
                  </a:lnTo>
                  <a:lnTo>
                    <a:pt x="96" y="446"/>
                  </a:lnTo>
                  <a:lnTo>
                    <a:pt x="93" y="445"/>
                  </a:lnTo>
                  <a:lnTo>
                    <a:pt x="91" y="441"/>
                  </a:lnTo>
                  <a:lnTo>
                    <a:pt x="88" y="438"/>
                  </a:lnTo>
                  <a:lnTo>
                    <a:pt x="85" y="435"/>
                  </a:lnTo>
                  <a:lnTo>
                    <a:pt x="83" y="434"/>
                  </a:lnTo>
                  <a:lnTo>
                    <a:pt x="83" y="431"/>
                  </a:lnTo>
                  <a:lnTo>
                    <a:pt x="83" y="428"/>
                  </a:lnTo>
                  <a:lnTo>
                    <a:pt x="83" y="425"/>
                  </a:lnTo>
                  <a:lnTo>
                    <a:pt x="82" y="421"/>
                  </a:lnTo>
                  <a:lnTo>
                    <a:pt x="82" y="418"/>
                  </a:lnTo>
                  <a:lnTo>
                    <a:pt x="80" y="415"/>
                  </a:lnTo>
                  <a:lnTo>
                    <a:pt x="79" y="412"/>
                  </a:lnTo>
                  <a:lnTo>
                    <a:pt x="79" y="411"/>
                  </a:lnTo>
                  <a:lnTo>
                    <a:pt x="77" y="409"/>
                  </a:lnTo>
                  <a:lnTo>
                    <a:pt x="76" y="406"/>
                  </a:lnTo>
                  <a:lnTo>
                    <a:pt x="76" y="405"/>
                  </a:lnTo>
                  <a:lnTo>
                    <a:pt x="74" y="401"/>
                  </a:lnTo>
                  <a:lnTo>
                    <a:pt x="73" y="398"/>
                  </a:lnTo>
                  <a:lnTo>
                    <a:pt x="71" y="397"/>
                  </a:lnTo>
                  <a:lnTo>
                    <a:pt x="68" y="395"/>
                  </a:lnTo>
                  <a:lnTo>
                    <a:pt x="65" y="389"/>
                  </a:lnTo>
                  <a:lnTo>
                    <a:pt x="62" y="383"/>
                  </a:lnTo>
                  <a:lnTo>
                    <a:pt x="59" y="377"/>
                  </a:lnTo>
                  <a:lnTo>
                    <a:pt x="54" y="374"/>
                  </a:lnTo>
                  <a:lnTo>
                    <a:pt x="51" y="372"/>
                  </a:lnTo>
                  <a:lnTo>
                    <a:pt x="48" y="369"/>
                  </a:lnTo>
                  <a:lnTo>
                    <a:pt x="48" y="368"/>
                  </a:lnTo>
                  <a:lnTo>
                    <a:pt x="45" y="365"/>
                  </a:lnTo>
                  <a:lnTo>
                    <a:pt x="43" y="361"/>
                  </a:lnTo>
                  <a:lnTo>
                    <a:pt x="42" y="361"/>
                  </a:lnTo>
                  <a:lnTo>
                    <a:pt x="39" y="361"/>
                  </a:lnTo>
                  <a:lnTo>
                    <a:pt x="36" y="361"/>
                  </a:lnTo>
                  <a:lnTo>
                    <a:pt x="34" y="361"/>
                  </a:lnTo>
                  <a:lnTo>
                    <a:pt x="31" y="360"/>
                  </a:lnTo>
                  <a:lnTo>
                    <a:pt x="30" y="358"/>
                  </a:lnTo>
                  <a:lnTo>
                    <a:pt x="28" y="355"/>
                  </a:lnTo>
                  <a:lnTo>
                    <a:pt x="28" y="354"/>
                  </a:lnTo>
                  <a:lnTo>
                    <a:pt x="28" y="351"/>
                  </a:lnTo>
                  <a:lnTo>
                    <a:pt x="28" y="349"/>
                  </a:lnTo>
                  <a:lnTo>
                    <a:pt x="26" y="346"/>
                  </a:lnTo>
                  <a:lnTo>
                    <a:pt x="23" y="345"/>
                  </a:lnTo>
                  <a:lnTo>
                    <a:pt x="22" y="345"/>
                  </a:lnTo>
                  <a:lnTo>
                    <a:pt x="19" y="343"/>
                  </a:lnTo>
                  <a:lnTo>
                    <a:pt x="16" y="342"/>
                  </a:lnTo>
                  <a:lnTo>
                    <a:pt x="14" y="340"/>
                  </a:lnTo>
                  <a:lnTo>
                    <a:pt x="13" y="335"/>
                  </a:lnTo>
                  <a:lnTo>
                    <a:pt x="13" y="332"/>
                  </a:lnTo>
                  <a:lnTo>
                    <a:pt x="11" y="329"/>
                  </a:lnTo>
                  <a:lnTo>
                    <a:pt x="8" y="322"/>
                  </a:lnTo>
                  <a:lnTo>
                    <a:pt x="7" y="315"/>
                  </a:lnTo>
                  <a:lnTo>
                    <a:pt x="5" y="308"/>
                  </a:lnTo>
                  <a:lnTo>
                    <a:pt x="2" y="300"/>
                  </a:lnTo>
                  <a:lnTo>
                    <a:pt x="0" y="292"/>
                  </a:lnTo>
                  <a:lnTo>
                    <a:pt x="0" y="283"/>
                  </a:lnTo>
                  <a:lnTo>
                    <a:pt x="2" y="275"/>
                  </a:lnTo>
                  <a:lnTo>
                    <a:pt x="2" y="268"/>
                  </a:lnTo>
                  <a:lnTo>
                    <a:pt x="3" y="260"/>
                  </a:lnTo>
                  <a:lnTo>
                    <a:pt x="5" y="251"/>
                  </a:lnTo>
                  <a:lnTo>
                    <a:pt x="7" y="243"/>
                  </a:lnTo>
                  <a:lnTo>
                    <a:pt x="11" y="237"/>
                  </a:lnTo>
                  <a:lnTo>
                    <a:pt x="13" y="234"/>
                  </a:lnTo>
                  <a:lnTo>
                    <a:pt x="16" y="231"/>
                  </a:lnTo>
                  <a:lnTo>
                    <a:pt x="19" y="228"/>
                  </a:lnTo>
                  <a:lnTo>
                    <a:pt x="20" y="225"/>
                  </a:lnTo>
                  <a:lnTo>
                    <a:pt x="22" y="222"/>
                  </a:lnTo>
                  <a:lnTo>
                    <a:pt x="25" y="219"/>
                  </a:lnTo>
                  <a:lnTo>
                    <a:pt x="28" y="215"/>
                  </a:lnTo>
                  <a:lnTo>
                    <a:pt x="31" y="212"/>
                  </a:lnTo>
                  <a:lnTo>
                    <a:pt x="34" y="212"/>
                  </a:lnTo>
                  <a:lnTo>
                    <a:pt x="39" y="214"/>
                  </a:lnTo>
                  <a:lnTo>
                    <a:pt x="43" y="214"/>
                  </a:lnTo>
                  <a:lnTo>
                    <a:pt x="48" y="214"/>
                  </a:lnTo>
                  <a:lnTo>
                    <a:pt x="51" y="215"/>
                  </a:lnTo>
                  <a:lnTo>
                    <a:pt x="56" y="215"/>
                  </a:lnTo>
                  <a:lnTo>
                    <a:pt x="59" y="215"/>
                  </a:lnTo>
                  <a:lnTo>
                    <a:pt x="62" y="215"/>
                  </a:lnTo>
                  <a:lnTo>
                    <a:pt x="65" y="214"/>
                  </a:lnTo>
                  <a:lnTo>
                    <a:pt x="68" y="211"/>
                  </a:lnTo>
                  <a:lnTo>
                    <a:pt x="71" y="208"/>
                  </a:lnTo>
                  <a:lnTo>
                    <a:pt x="74" y="205"/>
                  </a:lnTo>
                  <a:lnTo>
                    <a:pt x="77" y="202"/>
                  </a:lnTo>
                  <a:lnTo>
                    <a:pt x="80" y="200"/>
                  </a:lnTo>
                  <a:lnTo>
                    <a:pt x="83" y="197"/>
                  </a:lnTo>
                  <a:lnTo>
                    <a:pt x="86" y="194"/>
                  </a:lnTo>
                  <a:lnTo>
                    <a:pt x="86" y="194"/>
                  </a:lnTo>
                  <a:lnTo>
                    <a:pt x="88" y="192"/>
                  </a:lnTo>
                  <a:lnTo>
                    <a:pt x="88" y="192"/>
                  </a:lnTo>
                  <a:lnTo>
                    <a:pt x="88" y="192"/>
                  </a:lnTo>
                  <a:lnTo>
                    <a:pt x="91" y="189"/>
                  </a:lnTo>
                  <a:lnTo>
                    <a:pt x="93" y="188"/>
                  </a:lnTo>
                  <a:lnTo>
                    <a:pt x="94" y="186"/>
                  </a:lnTo>
                  <a:lnTo>
                    <a:pt x="96" y="183"/>
                  </a:lnTo>
                  <a:lnTo>
                    <a:pt x="96" y="177"/>
                  </a:lnTo>
                  <a:lnTo>
                    <a:pt x="96" y="172"/>
                  </a:lnTo>
                  <a:lnTo>
                    <a:pt x="96" y="168"/>
                  </a:lnTo>
                  <a:lnTo>
                    <a:pt x="96" y="163"/>
                  </a:lnTo>
                  <a:lnTo>
                    <a:pt x="96" y="157"/>
                  </a:lnTo>
                  <a:lnTo>
                    <a:pt x="96" y="151"/>
                  </a:lnTo>
                  <a:lnTo>
                    <a:pt x="99" y="145"/>
                  </a:lnTo>
                  <a:lnTo>
                    <a:pt x="103" y="142"/>
                  </a:lnTo>
                  <a:lnTo>
                    <a:pt x="106" y="142"/>
                  </a:lnTo>
                  <a:lnTo>
                    <a:pt x="109" y="142"/>
                  </a:lnTo>
                  <a:lnTo>
                    <a:pt x="113" y="142"/>
                  </a:lnTo>
                  <a:lnTo>
                    <a:pt x="114" y="140"/>
                  </a:lnTo>
                  <a:lnTo>
                    <a:pt x="116" y="137"/>
                  </a:lnTo>
                  <a:lnTo>
                    <a:pt x="117" y="132"/>
                  </a:lnTo>
                  <a:lnTo>
                    <a:pt x="119" y="129"/>
                  </a:lnTo>
                  <a:lnTo>
                    <a:pt x="120" y="126"/>
                  </a:lnTo>
                  <a:lnTo>
                    <a:pt x="120" y="119"/>
                  </a:lnTo>
                  <a:lnTo>
                    <a:pt x="119" y="112"/>
                  </a:lnTo>
                  <a:lnTo>
                    <a:pt x="117" y="106"/>
                  </a:lnTo>
                  <a:lnTo>
                    <a:pt x="114" y="102"/>
                  </a:lnTo>
                  <a:lnTo>
                    <a:pt x="113" y="96"/>
                  </a:lnTo>
                  <a:lnTo>
                    <a:pt x="111" y="89"/>
                  </a:lnTo>
                  <a:lnTo>
                    <a:pt x="111" y="85"/>
                  </a:lnTo>
                  <a:lnTo>
                    <a:pt x="116" y="82"/>
                  </a:lnTo>
                  <a:lnTo>
                    <a:pt x="123" y="79"/>
                  </a:lnTo>
                  <a:lnTo>
                    <a:pt x="129" y="77"/>
                  </a:lnTo>
                  <a:lnTo>
                    <a:pt x="137" y="76"/>
                  </a:lnTo>
                  <a:lnTo>
                    <a:pt x="143" y="72"/>
                  </a:lnTo>
                  <a:lnTo>
                    <a:pt x="146" y="71"/>
                  </a:lnTo>
                  <a:lnTo>
                    <a:pt x="149" y="69"/>
                  </a:lnTo>
                  <a:lnTo>
                    <a:pt x="149" y="68"/>
                  </a:lnTo>
                  <a:lnTo>
                    <a:pt x="149" y="63"/>
                  </a:lnTo>
                  <a:lnTo>
                    <a:pt x="148" y="60"/>
                  </a:lnTo>
                  <a:lnTo>
                    <a:pt x="146" y="57"/>
                  </a:lnTo>
                  <a:lnTo>
                    <a:pt x="145" y="53"/>
                  </a:lnTo>
                  <a:lnTo>
                    <a:pt x="145" y="49"/>
                  </a:lnTo>
                  <a:lnTo>
                    <a:pt x="145" y="46"/>
                  </a:lnTo>
                  <a:lnTo>
                    <a:pt x="148" y="45"/>
                  </a:lnTo>
                  <a:lnTo>
                    <a:pt x="151" y="42"/>
                  </a:lnTo>
                  <a:lnTo>
                    <a:pt x="152" y="40"/>
                  </a:lnTo>
                  <a:lnTo>
                    <a:pt x="154" y="39"/>
                  </a:lnTo>
                  <a:lnTo>
                    <a:pt x="154" y="37"/>
                  </a:lnTo>
                  <a:lnTo>
                    <a:pt x="154" y="34"/>
                  </a:lnTo>
                  <a:lnTo>
                    <a:pt x="154" y="33"/>
                  </a:lnTo>
                  <a:lnTo>
                    <a:pt x="154" y="28"/>
                  </a:lnTo>
                  <a:lnTo>
                    <a:pt x="154" y="22"/>
                  </a:lnTo>
                  <a:lnTo>
                    <a:pt x="156" y="17"/>
                  </a:lnTo>
                  <a:lnTo>
                    <a:pt x="157" y="14"/>
                  </a:lnTo>
                  <a:lnTo>
                    <a:pt x="160" y="13"/>
                  </a:lnTo>
                  <a:lnTo>
                    <a:pt x="162" y="14"/>
                  </a:lnTo>
                  <a:lnTo>
                    <a:pt x="163" y="16"/>
                  </a:lnTo>
                  <a:lnTo>
                    <a:pt x="165" y="19"/>
                  </a:lnTo>
                  <a:lnTo>
                    <a:pt x="166" y="16"/>
                  </a:lnTo>
                  <a:lnTo>
                    <a:pt x="169" y="11"/>
                  </a:lnTo>
                  <a:lnTo>
                    <a:pt x="171" y="8"/>
                  </a:lnTo>
                  <a:lnTo>
                    <a:pt x="172" y="5"/>
                  </a:lnTo>
                  <a:lnTo>
                    <a:pt x="172" y="3"/>
                  </a:lnTo>
                  <a:lnTo>
                    <a:pt x="174" y="2"/>
                  </a:lnTo>
                  <a:lnTo>
                    <a:pt x="176" y="2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 noEditPoints="1"/>
            </p:cNvSpPr>
            <p:nvPr/>
          </p:nvSpPr>
          <p:spPr bwMode="auto">
            <a:xfrm>
              <a:off x="696913" y="3516313"/>
              <a:ext cx="1436688" cy="161925"/>
            </a:xfrm>
            <a:custGeom>
              <a:avLst/>
              <a:gdLst>
                <a:gd name="T0" fmla="*/ 14 w 1810"/>
                <a:gd name="T1" fmla="*/ 201 h 204"/>
                <a:gd name="T2" fmla="*/ 11 w 1810"/>
                <a:gd name="T3" fmla="*/ 204 h 204"/>
                <a:gd name="T4" fmla="*/ 0 w 1810"/>
                <a:gd name="T5" fmla="*/ 201 h 204"/>
                <a:gd name="T6" fmla="*/ 614 w 1810"/>
                <a:gd name="T7" fmla="*/ 117 h 204"/>
                <a:gd name="T8" fmla="*/ 621 w 1810"/>
                <a:gd name="T9" fmla="*/ 127 h 204"/>
                <a:gd name="T10" fmla="*/ 618 w 1810"/>
                <a:gd name="T11" fmla="*/ 137 h 204"/>
                <a:gd name="T12" fmla="*/ 607 w 1810"/>
                <a:gd name="T13" fmla="*/ 134 h 204"/>
                <a:gd name="T14" fmla="*/ 598 w 1810"/>
                <a:gd name="T15" fmla="*/ 126 h 204"/>
                <a:gd name="T16" fmla="*/ 637 w 1810"/>
                <a:gd name="T17" fmla="*/ 32 h 204"/>
                <a:gd name="T18" fmla="*/ 637 w 1810"/>
                <a:gd name="T19" fmla="*/ 41 h 204"/>
                <a:gd name="T20" fmla="*/ 634 w 1810"/>
                <a:gd name="T21" fmla="*/ 44 h 204"/>
                <a:gd name="T22" fmla="*/ 637 w 1810"/>
                <a:gd name="T23" fmla="*/ 37 h 204"/>
                <a:gd name="T24" fmla="*/ 1717 w 1810"/>
                <a:gd name="T25" fmla="*/ 1 h 204"/>
                <a:gd name="T26" fmla="*/ 1719 w 1810"/>
                <a:gd name="T27" fmla="*/ 4 h 204"/>
                <a:gd name="T28" fmla="*/ 1724 w 1810"/>
                <a:gd name="T29" fmla="*/ 9 h 204"/>
                <a:gd name="T30" fmla="*/ 1737 w 1810"/>
                <a:gd name="T31" fmla="*/ 18 h 204"/>
                <a:gd name="T32" fmla="*/ 1751 w 1810"/>
                <a:gd name="T33" fmla="*/ 23 h 204"/>
                <a:gd name="T34" fmla="*/ 1760 w 1810"/>
                <a:gd name="T35" fmla="*/ 20 h 204"/>
                <a:gd name="T36" fmla="*/ 1773 w 1810"/>
                <a:gd name="T37" fmla="*/ 17 h 204"/>
                <a:gd name="T38" fmla="*/ 1785 w 1810"/>
                <a:gd name="T39" fmla="*/ 9 h 204"/>
                <a:gd name="T40" fmla="*/ 1791 w 1810"/>
                <a:gd name="T41" fmla="*/ 23 h 204"/>
                <a:gd name="T42" fmla="*/ 1799 w 1810"/>
                <a:gd name="T43" fmla="*/ 31 h 204"/>
                <a:gd name="T44" fmla="*/ 1803 w 1810"/>
                <a:gd name="T45" fmla="*/ 35 h 204"/>
                <a:gd name="T46" fmla="*/ 1808 w 1810"/>
                <a:gd name="T47" fmla="*/ 41 h 204"/>
                <a:gd name="T48" fmla="*/ 1805 w 1810"/>
                <a:gd name="T49" fmla="*/ 49 h 204"/>
                <a:gd name="T50" fmla="*/ 1807 w 1810"/>
                <a:gd name="T51" fmla="*/ 63 h 204"/>
                <a:gd name="T52" fmla="*/ 1807 w 1810"/>
                <a:gd name="T53" fmla="*/ 83 h 204"/>
                <a:gd name="T54" fmla="*/ 1808 w 1810"/>
                <a:gd name="T55" fmla="*/ 97 h 204"/>
                <a:gd name="T56" fmla="*/ 1805 w 1810"/>
                <a:gd name="T57" fmla="*/ 101 h 204"/>
                <a:gd name="T58" fmla="*/ 1802 w 1810"/>
                <a:gd name="T59" fmla="*/ 103 h 204"/>
                <a:gd name="T60" fmla="*/ 1802 w 1810"/>
                <a:gd name="T61" fmla="*/ 106 h 204"/>
                <a:gd name="T62" fmla="*/ 1794 w 1810"/>
                <a:gd name="T63" fmla="*/ 111 h 204"/>
                <a:gd name="T64" fmla="*/ 1790 w 1810"/>
                <a:gd name="T65" fmla="*/ 109 h 204"/>
                <a:gd name="T66" fmla="*/ 1788 w 1810"/>
                <a:gd name="T67" fmla="*/ 114 h 204"/>
                <a:gd name="T68" fmla="*/ 1788 w 1810"/>
                <a:gd name="T69" fmla="*/ 118 h 204"/>
                <a:gd name="T70" fmla="*/ 1785 w 1810"/>
                <a:gd name="T71" fmla="*/ 126 h 204"/>
                <a:gd name="T72" fmla="*/ 1777 w 1810"/>
                <a:gd name="T73" fmla="*/ 129 h 204"/>
                <a:gd name="T74" fmla="*/ 1773 w 1810"/>
                <a:gd name="T75" fmla="*/ 138 h 204"/>
                <a:gd name="T76" fmla="*/ 1760 w 1810"/>
                <a:gd name="T77" fmla="*/ 135 h 204"/>
                <a:gd name="T78" fmla="*/ 1697 w 1810"/>
                <a:gd name="T79" fmla="*/ 95 h 204"/>
                <a:gd name="T80" fmla="*/ 1676 w 1810"/>
                <a:gd name="T81" fmla="*/ 87 h 204"/>
                <a:gd name="T82" fmla="*/ 1679 w 1810"/>
                <a:gd name="T83" fmla="*/ 80 h 204"/>
                <a:gd name="T84" fmla="*/ 1671 w 1810"/>
                <a:gd name="T85" fmla="*/ 75 h 204"/>
                <a:gd name="T86" fmla="*/ 1665 w 1810"/>
                <a:gd name="T87" fmla="*/ 72 h 204"/>
                <a:gd name="T88" fmla="*/ 1662 w 1810"/>
                <a:gd name="T89" fmla="*/ 74 h 204"/>
                <a:gd name="T90" fmla="*/ 1654 w 1810"/>
                <a:gd name="T91" fmla="*/ 74 h 204"/>
                <a:gd name="T92" fmla="*/ 1631 w 1810"/>
                <a:gd name="T93" fmla="*/ 61 h 204"/>
                <a:gd name="T94" fmla="*/ 1641 w 1810"/>
                <a:gd name="T95" fmla="*/ 51 h 204"/>
                <a:gd name="T96" fmla="*/ 1648 w 1810"/>
                <a:gd name="T97" fmla="*/ 51 h 204"/>
                <a:gd name="T98" fmla="*/ 1653 w 1810"/>
                <a:gd name="T99" fmla="*/ 51 h 204"/>
                <a:gd name="T100" fmla="*/ 1654 w 1810"/>
                <a:gd name="T101" fmla="*/ 46 h 204"/>
                <a:gd name="T102" fmla="*/ 1659 w 1810"/>
                <a:gd name="T103" fmla="*/ 43 h 204"/>
                <a:gd name="T104" fmla="*/ 1665 w 1810"/>
                <a:gd name="T105" fmla="*/ 46 h 204"/>
                <a:gd name="T106" fmla="*/ 1673 w 1810"/>
                <a:gd name="T107" fmla="*/ 43 h 204"/>
                <a:gd name="T108" fmla="*/ 1681 w 1810"/>
                <a:gd name="T109" fmla="*/ 40 h 204"/>
                <a:gd name="T110" fmla="*/ 1693 w 1810"/>
                <a:gd name="T111" fmla="*/ 37 h 204"/>
                <a:gd name="T112" fmla="*/ 1699 w 1810"/>
                <a:gd name="T113" fmla="*/ 26 h 204"/>
                <a:gd name="T114" fmla="*/ 1704 w 1810"/>
                <a:gd name="T115" fmla="*/ 17 h 204"/>
                <a:gd name="T116" fmla="*/ 1713 w 1810"/>
                <a:gd name="T117" fmla="*/ 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10" h="204">
                  <a:moveTo>
                    <a:pt x="5" y="200"/>
                  </a:moveTo>
                  <a:lnTo>
                    <a:pt x="12" y="200"/>
                  </a:lnTo>
                  <a:lnTo>
                    <a:pt x="14" y="200"/>
                  </a:lnTo>
                  <a:lnTo>
                    <a:pt x="14" y="201"/>
                  </a:lnTo>
                  <a:lnTo>
                    <a:pt x="12" y="201"/>
                  </a:lnTo>
                  <a:lnTo>
                    <a:pt x="12" y="203"/>
                  </a:lnTo>
                  <a:lnTo>
                    <a:pt x="11" y="203"/>
                  </a:lnTo>
                  <a:lnTo>
                    <a:pt x="11" y="204"/>
                  </a:lnTo>
                  <a:lnTo>
                    <a:pt x="9" y="204"/>
                  </a:lnTo>
                  <a:lnTo>
                    <a:pt x="3" y="204"/>
                  </a:lnTo>
                  <a:lnTo>
                    <a:pt x="0" y="203"/>
                  </a:lnTo>
                  <a:lnTo>
                    <a:pt x="0" y="201"/>
                  </a:lnTo>
                  <a:lnTo>
                    <a:pt x="5" y="200"/>
                  </a:lnTo>
                  <a:close/>
                  <a:moveTo>
                    <a:pt x="608" y="114"/>
                  </a:moveTo>
                  <a:lnTo>
                    <a:pt x="611" y="114"/>
                  </a:lnTo>
                  <a:lnTo>
                    <a:pt x="614" y="117"/>
                  </a:lnTo>
                  <a:lnTo>
                    <a:pt x="618" y="121"/>
                  </a:lnTo>
                  <a:lnTo>
                    <a:pt x="616" y="124"/>
                  </a:lnTo>
                  <a:lnTo>
                    <a:pt x="619" y="126"/>
                  </a:lnTo>
                  <a:lnTo>
                    <a:pt x="621" y="127"/>
                  </a:lnTo>
                  <a:lnTo>
                    <a:pt x="622" y="131"/>
                  </a:lnTo>
                  <a:lnTo>
                    <a:pt x="622" y="134"/>
                  </a:lnTo>
                  <a:lnTo>
                    <a:pt x="621" y="137"/>
                  </a:lnTo>
                  <a:lnTo>
                    <a:pt x="618" y="137"/>
                  </a:lnTo>
                  <a:lnTo>
                    <a:pt x="614" y="137"/>
                  </a:lnTo>
                  <a:lnTo>
                    <a:pt x="611" y="138"/>
                  </a:lnTo>
                  <a:lnTo>
                    <a:pt x="608" y="137"/>
                  </a:lnTo>
                  <a:lnTo>
                    <a:pt x="607" y="134"/>
                  </a:lnTo>
                  <a:lnTo>
                    <a:pt x="604" y="132"/>
                  </a:lnTo>
                  <a:lnTo>
                    <a:pt x="598" y="131"/>
                  </a:lnTo>
                  <a:lnTo>
                    <a:pt x="598" y="129"/>
                  </a:lnTo>
                  <a:lnTo>
                    <a:pt x="598" y="126"/>
                  </a:lnTo>
                  <a:lnTo>
                    <a:pt x="599" y="121"/>
                  </a:lnTo>
                  <a:lnTo>
                    <a:pt x="602" y="118"/>
                  </a:lnTo>
                  <a:lnTo>
                    <a:pt x="608" y="114"/>
                  </a:lnTo>
                  <a:close/>
                  <a:moveTo>
                    <a:pt x="637" y="32"/>
                  </a:moveTo>
                  <a:lnTo>
                    <a:pt x="639" y="34"/>
                  </a:lnTo>
                  <a:lnTo>
                    <a:pt x="641" y="35"/>
                  </a:lnTo>
                  <a:lnTo>
                    <a:pt x="642" y="38"/>
                  </a:lnTo>
                  <a:lnTo>
                    <a:pt x="637" y="41"/>
                  </a:lnTo>
                  <a:lnTo>
                    <a:pt x="636" y="43"/>
                  </a:lnTo>
                  <a:lnTo>
                    <a:pt x="636" y="44"/>
                  </a:lnTo>
                  <a:lnTo>
                    <a:pt x="634" y="44"/>
                  </a:lnTo>
                  <a:lnTo>
                    <a:pt x="634" y="44"/>
                  </a:lnTo>
                  <a:lnTo>
                    <a:pt x="634" y="43"/>
                  </a:lnTo>
                  <a:lnTo>
                    <a:pt x="634" y="41"/>
                  </a:lnTo>
                  <a:lnTo>
                    <a:pt x="634" y="40"/>
                  </a:lnTo>
                  <a:lnTo>
                    <a:pt x="637" y="37"/>
                  </a:lnTo>
                  <a:lnTo>
                    <a:pt x="637" y="35"/>
                  </a:lnTo>
                  <a:lnTo>
                    <a:pt x="637" y="32"/>
                  </a:lnTo>
                  <a:close/>
                  <a:moveTo>
                    <a:pt x="1717" y="0"/>
                  </a:moveTo>
                  <a:lnTo>
                    <a:pt x="1717" y="1"/>
                  </a:lnTo>
                  <a:lnTo>
                    <a:pt x="1719" y="1"/>
                  </a:lnTo>
                  <a:lnTo>
                    <a:pt x="1719" y="3"/>
                  </a:lnTo>
                  <a:lnTo>
                    <a:pt x="1719" y="3"/>
                  </a:lnTo>
                  <a:lnTo>
                    <a:pt x="1719" y="4"/>
                  </a:lnTo>
                  <a:lnTo>
                    <a:pt x="1719" y="4"/>
                  </a:lnTo>
                  <a:lnTo>
                    <a:pt x="1719" y="6"/>
                  </a:lnTo>
                  <a:lnTo>
                    <a:pt x="1719" y="6"/>
                  </a:lnTo>
                  <a:lnTo>
                    <a:pt x="1724" y="9"/>
                  </a:lnTo>
                  <a:lnTo>
                    <a:pt x="1727" y="11"/>
                  </a:lnTo>
                  <a:lnTo>
                    <a:pt x="1731" y="14"/>
                  </a:lnTo>
                  <a:lnTo>
                    <a:pt x="1736" y="17"/>
                  </a:lnTo>
                  <a:lnTo>
                    <a:pt x="1737" y="18"/>
                  </a:lnTo>
                  <a:lnTo>
                    <a:pt x="1740" y="20"/>
                  </a:lnTo>
                  <a:lnTo>
                    <a:pt x="1744" y="20"/>
                  </a:lnTo>
                  <a:lnTo>
                    <a:pt x="1747" y="21"/>
                  </a:lnTo>
                  <a:lnTo>
                    <a:pt x="1751" y="23"/>
                  </a:lnTo>
                  <a:lnTo>
                    <a:pt x="1753" y="24"/>
                  </a:lnTo>
                  <a:lnTo>
                    <a:pt x="1756" y="23"/>
                  </a:lnTo>
                  <a:lnTo>
                    <a:pt x="1759" y="20"/>
                  </a:lnTo>
                  <a:lnTo>
                    <a:pt x="1760" y="20"/>
                  </a:lnTo>
                  <a:lnTo>
                    <a:pt x="1764" y="20"/>
                  </a:lnTo>
                  <a:lnTo>
                    <a:pt x="1765" y="20"/>
                  </a:lnTo>
                  <a:lnTo>
                    <a:pt x="1768" y="18"/>
                  </a:lnTo>
                  <a:lnTo>
                    <a:pt x="1773" y="17"/>
                  </a:lnTo>
                  <a:lnTo>
                    <a:pt x="1776" y="12"/>
                  </a:lnTo>
                  <a:lnTo>
                    <a:pt x="1779" y="9"/>
                  </a:lnTo>
                  <a:lnTo>
                    <a:pt x="1783" y="6"/>
                  </a:lnTo>
                  <a:lnTo>
                    <a:pt x="1785" y="9"/>
                  </a:lnTo>
                  <a:lnTo>
                    <a:pt x="1787" y="12"/>
                  </a:lnTo>
                  <a:lnTo>
                    <a:pt x="1788" y="17"/>
                  </a:lnTo>
                  <a:lnTo>
                    <a:pt x="1790" y="20"/>
                  </a:lnTo>
                  <a:lnTo>
                    <a:pt x="1791" y="23"/>
                  </a:lnTo>
                  <a:lnTo>
                    <a:pt x="1793" y="24"/>
                  </a:lnTo>
                  <a:lnTo>
                    <a:pt x="1796" y="26"/>
                  </a:lnTo>
                  <a:lnTo>
                    <a:pt x="1799" y="29"/>
                  </a:lnTo>
                  <a:lnTo>
                    <a:pt x="1799" y="31"/>
                  </a:lnTo>
                  <a:lnTo>
                    <a:pt x="1800" y="32"/>
                  </a:lnTo>
                  <a:lnTo>
                    <a:pt x="1800" y="34"/>
                  </a:lnTo>
                  <a:lnTo>
                    <a:pt x="1802" y="35"/>
                  </a:lnTo>
                  <a:lnTo>
                    <a:pt x="1803" y="35"/>
                  </a:lnTo>
                  <a:lnTo>
                    <a:pt x="1805" y="37"/>
                  </a:lnTo>
                  <a:lnTo>
                    <a:pt x="1807" y="38"/>
                  </a:lnTo>
                  <a:lnTo>
                    <a:pt x="1808" y="38"/>
                  </a:lnTo>
                  <a:lnTo>
                    <a:pt x="1808" y="41"/>
                  </a:lnTo>
                  <a:lnTo>
                    <a:pt x="1807" y="43"/>
                  </a:lnTo>
                  <a:lnTo>
                    <a:pt x="1807" y="44"/>
                  </a:lnTo>
                  <a:lnTo>
                    <a:pt x="1805" y="46"/>
                  </a:lnTo>
                  <a:lnTo>
                    <a:pt x="1805" y="49"/>
                  </a:lnTo>
                  <a:lnTo>
                    <a:pt x="1807" y="52"/>
                  </a:lnTo>
                  <a:lnTo>
                    <a:pt x="1807" y="55"/>
                  </a:lnTo>
                  <a:lnTo>
                    <a:pt x="1808" y="58"/>
                  </a:lnTo>
                  <a:lnTo>
                    <a:pt x="1807" y="63"/>
                  </a:lnTo>
                  <a:lnTo>
                    <a:pt x="1805" y="69"/>
                  </a:lnTo>
                  <a:lnTo>
                    <a:pt x="1803" y="75"/>
                  </a:lnTo>
                  <a:lnTo>
                    <a:pt x="1803" y="80"/>
                  </a:lnTo>
                  <a:lnTo>
                    <a:pt x="1807" y="83"/>
                  </a:lnTo>
                  <a:lnTo>
                    <a:pt x="1808" y="87"/>
                  </a:lnTo>
                  <a:lnTo>
                    <a:pt x="1810" y="92"/>
                  </a:lnTo>
                  <a:lnTo>
                    <a:pt x="1810" y="97"/>
                  </a:lnTo>
                  <a:lnTo>
                    <a:pt x="1808" y="97"/>
                  </a:lnTo>
                  <a:lnTo>
                    <a:pt x="1808" y="97"/>
                  </a:lnTo>
                  <a:lnTo>
                    <a:pt x="1807" y="100"/>
                  </a:lnTo>
                  <a:lnTo>
                    <a:pt x="1807" y="101"/>
                  </a:lnTo>
                  <a:lnTo>
                    <a:pt x="1805" y="101"/>
                  </a:lnTo>
                  <a:lnTo>
                    <a:pt x="1805" y="101"/>
                  </a:lnTo>
                  <a:lnTo>
                    <a:pt x="1803" y="101"/>
                  </a:lnTo>
                  <a:lnTo>
                    <a:pt x="1803" y="103"/>
                  </a:lnTo>
                  <a:lnTo>
                    <a:pt x="1802" y="103"/>
                  </a:lnTo>
                  <a:lnTo>
                    <a:pt x="1802" y="104"/>
                  </a:lnTo>
                  <a:lnTo>
                    <a:pt x="1803" y="104"/>
                  </a:lnTo>
                  <a:lnTo>
                    <a:pt x="1803" y="106"/>
                  </a:lnTo>
                  <a:lnTo>
                    <a:pt x="1802" y="106"/>
                  </a:lnTo>
                  <a:lnTo>
                    <a:pt x="1800" y="106"/>
                  </a:lnTo>
                  <a:lnTo>
                    <a:pt x="1797" y="107"/>
                  </a:lnTo>
                  <a:lnTo>
                    <a:pt x="1796" y="109"/>
                  </a:lnTo>
                  <a:lnTo>
                    <a:pt x="1794" y="111"/>
                  </a:lnTo>
                  <a:lnTo>
                    <a:pt x="1793" y="111"/>
                  </a:lnTo>
                  <a:lnTo>
                    <a:pt x="1791" y="111"/>
                  </a:lnTo>
                  <a:lnTo>
                    <a:pt x="1790" y="109"/>
                  </a:lnTo>
                  <a:lnTo>
                    <a:pt x="1790" y="109"/>
                  </a:lnTo>
                  <a:lnTo>
                    <a:pt x="1788" y="111"/>
                  </a:lnTo>
                  <a:lnTo>
                    <a:pt x="1788" y="112"/>
                  </a:lnTo>
                  <a:lnTo>
                    <a:pt x="1788" y="112"/>
                  </a:lnTo>
                  <a:lnTo>
                    <a:pt x="1788" y="114"/>
                  </a:lnTo>
                  <a:lnTo>
                    <a:pt x="1788" y="114"/>
                  </a:lnTo>
                  <a:lnTo>
                    <a:pt x="1788" y="115"/>
                  </a:lnTo>
                  <a:lnTo>
                    <a:pt x="1788" y="115"/>
                  </a:lnTo>
                  <a:lnTo>
                    <a:pt x="1788" y="118"/>
                  </a:lnTo>
                  <a:lnTo>
                    <a:pt x="1787" y="120"/>
                  </a:lnTo>
                  <a:lnTo>
                    <a:pt x="1787" y="121"/>
                  </a:lnTo>
                  <a:lnTo>
                    <a:pt x="1787" y="124"/>
                  </a:lnTo>
                  <a:lnTo>
                    <a:pt x="1785" y="126"/>
                  </a:lnTo>
                  <a:lnTo>
                    <a:pt x="1782" y="127"/>
                  </a:lnTo>
                  <a:lnTo>
                    <a:pt x="1780" y="127"/>
                  </a:lnTo>
                  <a:lnTo>
                    <a:pt x="1779" y="127"/>
                  </a:lnTo>
                  <a:lnTo>
                    <a:pt x="1777" y="129"/>
                  </a:lnTo>
                  <a:lnTo>
                    <a:pt x="1776" y="132"/>
                  </a:lnTo>
                  <a:lnTo>
                    <a:pt x="1774" y="134"/>
                  </a:lnTo>
                  <a:lnTo>
                    <a:pt x="1774" y="135"/>
                  </a:lnTo>
                  <a:lnTo>
                    <a:pt x="1773" y="138"/>
                  </a:lnTo>
                  <a:lnTo>
                    <a:pt x="1771" y="140"/>
                  </a:lnTo>
                  <a:lnTo>
                    <a:pt x="1770" y="141"/>
                  </a:lnTo>
                  <a:lnTo>
                    <a:pt x="1768" y="143"/>
                  </a:lnTo>
                  <a:lnTo>
                    <a:pt x="1760" y="135"/>
                  </a:lnTo>
                  <a:lnTo>
                    <a:pt x="1734" y="117"/>
                  </a:lnTo>
                  <a:lnTo>
                    <a:pt x="1730" y="112"/>
                  </a:lnTo>
                  <a:lnTo>
                    <a:pt x="1713" y="103"/>
                  </a:lnTo>
                  <a:lnTo>
                    <a:pt x="1697" y="95"/>
                  </a:lnTo>
                  <a:lnTo>
                    <a:pt x="1688" y="92"/>
                  </a:lnTo>
                  <a:lnTo>
                    <a:pt x="1684" y="91"/>
                  </a:lnTo>
                  <a:lnTo>
                    <a:pt x="1679" y="89"/>
                  </a:lnTo>
                  <a:lnTo>
                    <a:pt x="1676" y="87"/>
                  </a:lnTo>
                  <a:lnTo>
                    <a:pt x="1674" y="87"/>
                  </a:lnTo>
                  <a:lnTo>
                    <a:pt x="1674" y="81"/>
                  </a:lnTo>
                  <a:lnTo>
                    <a:pt x="1677" y="81"/>
                  </a:lnTo>
                  <a:lnTo>
                    <a:pt x="1679" y="80"/>
                  </a:lnTo>
                  <a:lnTo>
                    <a:pt x="1677" y="77"/>
                  </a:lnTo>
                  <a:lnTo>
                    <a:pt x="1674" y="74"/>
                  </a:lnTo>
                  <a:lnTo>
                    <a:pt x="1673" y="74"/>
                  </a:lnTo>
                  <a:lnTo>
                    <a:pt x="1671" y="75"/>
                  </a:lnTo>
                  <a:lnTo>
                    <a:pt x="1670" y="75"/>
                  </a:lnTo>
                  <a:lnTo>
                    <a:pt x="1670" y="72"/>
                  </a:lnTo>
                  <a:lnTo>
                    <a:pt x="1668" y="71"/>
                  </a:lnTo>
                  <a:lnTo>
                    <a:pt x="1665" y="72"/>
                  </a:lnTo>
                  <a:lnTo>
                    <a:pt x="1664" y="72"/>
                  </a:lnTo>
                  <a:lnTo>
                    <a:pt x="1665" y="75"/>
                  </a:lnTo>
                  <a:lnTo>
                    <a:pt x="1664" y="75"/>
                  </a:lnTo>
                  <a:lnTo>
                    <a:pt x="1662" y="74"/>
                  </a:lnTo>
                  <a:lnTo>
                    <a:pt x="1661" y="74"/>
                  </a:lnTo>
                  <a:lnTo>
                    <a:pt x="1659" y="75"/>
                  </a:lnTo>
                  <a:lnTo>
                    <a:pt x="1656" y="77"/>
                  </a:lnTo>
                  <a:lnTo>
                    <a:pt x="1654" y="74"/>
                  </a:lnTo>
                  <a:lnTo>
                    <a:pt x="1648" y="71"/>
                  </a:lnTo>
                  <a:lnTo>
                    <a:pt x="1647" y="69"/>
                  </a:lnTo>
                  <a:lnTo>
                    <a:pt x="1631" y="66"/>
                  </a:lnTo>
                  <a:lnTo>
                    <a:pt x="1631" y="61"/>
                  </a:lnTo>
                  <a:lnTo>
                    <a:pt x="1634" y="60"/>
                  </a:lnTo>
                  <a:lnTo>
                    <a:pt x="1636" y="58"/>
                  </a:lnTo>
                  <a:lnTo>
                    <a:pt x="1639" y="55"/>
                  </a:lnTo>
                  <a:lnTo>
                    <a:pt x="1641" y="51"/>
                  </a:lnTo>
                  <a:lnTo>
                    <a:pt x="1641" y="49"/>
                  </a:lnTo>
                  <a:lnTo>
                    <a:pt x="1642" y="49"/>
                  </a:lnTo>
                  <a:lnTo>
                    <a:pt x="1647" y="49"/>
                  </a:lnTo>
                  <a:lnTo>
                    <a:pt x="1648" y="51"/>
                  </a:lnTo>
                  <a:lnTo>
                    <a:pt x="1650" y="51"/>
                  </a:lnTo>
                  <a:lnTo>
                    <a:pt x="1651" y="52"/>
                  </a:lnTo>
                  <a:lnTo>
                    <a:pt x="1653" y="52"/>
                  </a:lnTo>
                  <a:lnTo>
                    <a:pt x="1653" y="51"/>
                  </a:lnTo>
                  <a:lnTo>
                    <a:pt x="1653" y="49"/>
                  </a:lnTo>
                  <a:lnTo>
                    <a:pt x="1653" y="48"/>
                  </a:lnTo>
                  <a:lnTo>
                    <a:pt x="1653" y="48"/>
                  </a:lnTo>
                  <a:lnTo>
                    <a:pt x="1654" y="46"/>
                  </a:lnTo>
                  <a:lnTo>
                    <a:pt x="1654" y="44"/>
                  </a:lnTo>
                  <a:lnTo>
                    <a:pt x="1656" y="44"/>
                  </a:lnTo>
                  <a:lnTo>
                    <a:pt x="1658" y="43"/>
                  </a:lnTo>
                  <a:lnTo>
                    <a:pt x="1659" y="43"/>
                  </a:lnTo>
                  <a:lnTo>
                    <a:pt x="1661" y="43"/>
                  </a:lnTo>
                  <a:lnTo>
                    <a:pt x="1662" y="44"/>
                  </a:lnTo>
                  <a:lnTo>
                    <a:pt x="1664" y="46"/>
                  </a:lnTo>
                  <a:lnTo>
                    <a:pt x="1665" y="46"/>
                  </a:lnTo>
                  <a:lnTo>
                    <a:pt x="1668" y="44"/>
                  </a:lnTo>
                  <a:lnTo>
                    <a:pt x="1670" y="44"/>
                  </a:lnTo>
                  <a:lnTo>
                    <a:pt x="1671" y="43"/>
                  </a:lnTo>
                  <a:lnTo>
                    <a:pt x="1673" y="43"/>
                  </a:lnTo>
                  <a:lnTo>
                    <a:pt x="1674" y="43"/>
                  </a:lnTo>
                  <a:lnTo>
                    <a:pt x="1676" y="43"/>
                  </a:lnTo>
                  <a:lnTo>
                    <a:pt x="1677" y="41"/>
                  </a:lnTo>
                  <a:lnTo>
                    <a:pt x="1681" y="40"/>
                  </a:lnTo>
                  <a:lnTo>
                    <a:pt x="1684" y="38"/>
                  </a:lnTo>
                  <a:lnTo>
                    <a:pt x="1687" y="37"/>
                  </a:lnTo>
                  <a:lnTo>
                    <a:pt x="1690" y="37"/>
                  </a:lnTo>
                  <a:lnTo>
                    <a:pt x="1693" y="37"/>
                  </a:lnTo>
                  <a:lnTo>
                    <a:pt x="1694" y="35"/>
                  </a:lnTo>
                  <a:lnTo>
                    <a:pt x="1696" y="32"/>
                  </a:lnTo>
                  <a:lnTo>
                    <a:pt x="1696" y="29"/>
                  </a:lnTo>
                  <a:lnTo>
                    <a:pt x="1699" y="26"/>
                  </a:lnTo>
                  <a:lnTo>
                    <a:pt x="1701" y="26"/>
                  </a:lnTo>
                  <a:lnTo>
                    <a:pt x="1702" y="24"/>
                  </a:lnTo>
                  <a:lnTo>
                    <a:pt x="1704" y="21"/>
                  </a:lnTo>
                  <a:lnTo>
                    <a:pt x="1704" y="17"/>
                  </a:lnTo>
                  <a:lnTo>
                    <a:pt x="1705" y="14"/>
                  </a:lnTo>
                  <a:lnTo>
                    <a:pt x="1707" y="11"/>
                  </a:lnTo>
                  <a:lnTo>
                    <a:pt x="1710" y="9"/>
                  </a:lnTo>
                  <a:lnTo>
                    <a:pt x="1713" y="6"/>
                  </a:lnTo>
                  <a:lnTo>
                    <a:pt x="1714" y="4"/>
                  </a:lnTo>
                  <a:lnTo>
                    <a:pt x="1716" y="3"/>
                  </a:lnTo>
                  <a:lnTo>
                    <a:pt x="171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2071688" y="2073275"/>
              <a:ext cx="527050" cy="758825"/>
            </a:xfrm>
            <a:custGeom>
              <a:avLst/>
              <a:gdLst>
                <a:gd name="T0" fmla="*/ 315 w 663"/>
                <a:gd name="T1" fmla="*/ 17 h 954"/>
                <a:gd name="T2" fmla="*/ 344 w 663"/>
                <a:gd name="T3" fmla="*/ 15 h 954"/>
                <a:gd name="T4" fmla="*/ 388 w 663"/>
                <a:gd name="T5" fmla="*/ 18 h 954"/>
                <a:gd name="T6" fmla="*/ 408 w 663"/>
                <a:gd name="T7" fmla="*/ 21 h 954"/>
                <a:gd name="T8" fmla="*/ 424 w 663"/>
                <a:gd name="T9" fmla="*/ 52 h 954"/>
                <a:gd name="T10" fmla="*/ 444 w 663"/>
                <a:gd name="T11" fmla="*/ 69 h 954"/>
                <a:gd name="T12" fmla="*/ 491 w 663"/>
                <a:gd name="T13" fmla="*/ 106 h 954"/>
                <a:gd name="T14" fmla="*/ 525 w 663"/>
                <a:gd name="T15" fmla="*/ 141 h 954"/>
                <a:gd name="T16" fmla="*/ 537 w 663"/>
                <a:gd name="T17" fmla="*/ 181 h 954"/>
                <a:gd name="T18" fmla="*/ 550 w 663"/>
                <a:gd name="T19" fmla="*/ 197 h 954"/>
                <a:gd name="T20" fmla="*/ 574 w 663"/>
                <a:gd name="T21" fmla="*/ 250 h 954"/>
                <a:gd name="T22" fmla="*/ 588 w 663"/>
                <a:gd name="T23" fmla="*/ 292 h 954"/>
                <a:gd name="T24" fmla="*/ 625 w 663"/>
                <a:gd name="T25" fmla="*/ 324 h 954"/>
                <a:gd name="T26" fmla="*/ 639 w 663"/>
                <a:gd name="T27" fmla="*/ 347 h 954"/>
                <a:gd name="T28" fmla="*/ 654 w 663"/>
                <a:gd name="T29" fmla="*/ 370 h 954"/>
                <a:gd name="T30" fmla="*/ 656 w 663"/>
                <a:gd name="T31" fmla="*/ 393 h 954"/>
                <a:gd name="T32" fmla="*/ 617 w 663"/>
                <a:gd name="T33" fmla="*/ 393 h 954"/>
                <a:gd name="T34" fmla="*/ 576 w 663"/>
                <a:gd name="T35" fmla="*/ 404 h 954"/>
                <a:gd name="T36" fmla="*/ 553 w 663"/>
                <a:gd name="T37" fmla="*/ 461 h 954"/>
                <a:gd name="T38" fmla="*/ 518 w 663"/>
                <a:gd name="T39" fmla="*/ 478 h 954"/>
                <a:gd name="T40" fmla="*/ 513 w 663"/>
                <a:gd name="T41" fmla="*/ 518 h 954"/>
                <a:gd name="T42" fmla="*/ 524 w 663"/>
                <a:gd name="T43" fmla="*/ 512 h 954"/>
                <a:gd name="T44" fmla="*/ 545 w 663"/>
                <a:gd name="T45" fmla="*/ 536 h 954"/>
                <a:gd name="T46" fmla="*/ 516 w 663"/>
                <a:gd name="T47" fmla="*/ 582 h 954"/>
                <a:gd name="T48" fmla="*/ 439 w 663"/>
                <a:gd name="T49" fmla="*/ 636 h 954"/>
                <a:gd name="T50" fmla="*/ 474 w 663"/>
                <a:gd name="T51" fmla="*/ 675 h 954"/>
                <a:gd name="T52" fmla="*/ 498 w 663"/>
                <a:gd name="T53" fmla="*/ 727 h 954"/>
                <a:gd name="T54" fmla="*/ 530 w 663"/>
                <a:gd name="T55" fmla="*/ 772 h 954"/>
                <a:gd name="T56" fmla="*/ 542 w 663"/>
                <a:gd name="T57" fmla="*/ 790 h 954"/>
                <a:gd name="T58" fmla="*/ 542 w 663"/>
                <a:gd name="T59" fmla="*/ 805 h 954"/>
                <a:gd name="T60" fmla="*/ 576 w 663"/>
                <a:gd name="T61" fmla="*/ 816 h 954"/>
                <a:gd name="T62" fmla="*/ 591 w 663"/>
                <a:gd name="T63" fmla="*/ 833 h 954"/>
                <a:gd name="T64" fmla="*/ 565 w 663"/>
                <a:gd name="T65" fmla="*/ 844 h 954"/>
                <a:gd name="T66" fmla="*/ 507 w 663"/>
                <a:gd name="T67" fmla="*/ 875 h 954"/>
                <a:gd name="T68" fmla="*/ 510 w 663"/>
                <a:gd name="T69" fmla="*/ 913 h 954"/>
                <a:gd name="T70" fmla="*/ 479 w 663"/>
                <a:gd name="T71" fmla="*/ 947 h 954"/>
                <a:gd name="T72" fmla="*/ 442 w 663"/>
                <a:gd name="T73" fmla="*/ 914 h 954"/>
                <a:gd name="T74" fmla="*/ 402 w 663"/>
                <a:gd name="T75" fmla="*/ 922 h 954"/>
                <a:gd name="T76" fmla="*/ 375 w 663"/>
                <a:gd name="T77" fmla="*/ 911 h 954"/>
                <a:gd name="T78" fmla="*/ 350 w 663"/>
                <a:gd name="T79" fmla="*/ 888 h 954"/>
                <a:gd name="T80" fmla="*/ 281 w 663"/>
                <a:gd name="T81" fmla="*/ 848 h 954"/>
                <a:gd name="T82" fmla="*/ 200 w 663"/>
                <a:gd name="T83" fmla="*/ 873 h 954"/>
                <a:gd name="T84" fmla="*/ 169 w 663"/>
                <a:gd name="T85" fmla="*/ 918 h 954"/>
                <a:gd name="T86" fmla="*/ 110 w 663"/>
                <a:gd name="T87" fmla="*/ 865 h 954"/>
                <a:gd name="T88" fmla="*/ 74 w 663"/>
                <a:gd name="T89" fmla="*/ 821 h 954"/>
                <a:gd name="T90" fmla="*/ 77 w 663"/>
                <a:gd name="T91" fmla="*/ 793 h 954"/>
                <a:gd name="T92" fmla="*/ 92 w 663"/>
                <a:gd name="T93" fmla="*/ 768 h 954"/>
                <a:gd name="T94" fmla="*/ 103 w 663"/>
                <a:gd name="T95" fmla="*/ 736 h 954"/>
                <a:gd name="T96" fmla="*/ 109 w 663"/>
                <a:gd name="T97" fmla="*/ 638 h 954"/>
                <a:gd name="T98" fmla="*/ 46 w 663"/>
                <a:gd name="T99" fmla="*/ 558 h 954"/>
                <a:gd name="T100" fmla="*/ 0 w 663"/>
                <a:gd name="T101" fmla="*/ 360 h 954"/>
                <a:gd name="T102" fmla="*/ 104 w 663"/>
                <a:gd name="T103" fmla="*/ 160 h 954"/>
                <a:gd name="T104" fmla="*/ 140 w 663"/>
                <a:gd name="T105" fmla="*/ 150 h 954"/>
                <a:gd name="T106" fmla="*/ 175 w 663"/>
                <a:gd name="T107" fmla="*/ 120 h 954"/>
                <a:gd name="T108" fmla="*/ 180 w 663"/>
                <a:gd name="T109" fmla="*/ 97 h 954"/>
                <a:gd name="T110" fmla="*/ 187 w 663"/>
                <a:gd name="T111" fmla="*/ 60 h 954"/>
                <a:gd name="T112" fmla="*/ 203 w 663"/>
                <a:gd name="T113" fmla="*/ 31 h 954"/>
                <a:gd name="T114" fmla="*/ 227 w 663"/>
                <a:gd name="T115" fmla="*/ 24 h 954"/>
                <a:gd name="T116" fmla="*/ 261 w 663"/>
                <a:gd name="T117" fmla="*/ 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3" h="954">
                  <a:moveTo>
                    <a:pt x="262" y="0"/>
                  </a:moveTo>
                  <a:lnTo>
                    <a:pt x="266" y="1"/>
                  </a:lnTo>
                  <a:lnTo>
                    <a:pt x="267" y="3"/>
                  </a:lnTo>
                  <a:lnTo>
                    <a:pt x="269" y="4"/>
                  </a:lnTo>
                  <a:lnTo>
                    <a:pt x="272" y="4"/>
                  </a:lnTo>
                  <a:lnTo>
                    <a:pt x="273" y="8"/>
                  </a:lnTo>
                  <a:lnTo>
                    <a:pt x="275" y="9"/>
                  </a:lnTo>
                  <a:lnTo>
                    <a:pt x="281" y="9"/>
                  </a:lnTo>
                  <a:lnTo>
                    <a:pt x="289" y="14"/>
                  </a:lnTo>
                  <a:lnTo>
                    <a:pt x="290" y="15"/>
                  </a:lnTo>
                  <a:lnTo>
                    <a:pt x="296" y="17"/>
                  </a:lnTo>
                  <a:lnTo>
                    <a:pt x="312" y="15"/>
                  </a:lnTo>
                  <a:lnTo>
                    <a:pt x="315" y="17"/>
                  </a:lnTo>
                  <a:lnTo>
                    <a:pt x="318" y="14"/>
                  </a:lnTo>
                  <a:lnTo>
                    <a:pt x="321" y="15"/>
                  </a:lnTo>
                  <a:lnTo>
                    <a:pt x="322" y="17"/>
                  </a:lnTo>
                  <a:lnTo>
                    <a:pt x="325" y="18"/>
                  </a:lnTo>
                  <a:lnTo>
                    <a:pt x="327" y="18"/>
                  </a:lnTo>
                  <a:lnTo>
                    <a:pt x="327" y="18"/>
                  </a:lnTo>
                  <a:lnTo>
                    <a:pt x="329" y="17"/>
                  </a:lnTo>
                  <a:lnTo>
                    <a:pt x="330" y="15"/>
                  </a:lnTo>
                  <a:lnTo>
                    <a:pt x="332" y="15"/>
                  </a:lnTo>
                  <a:lnTo>
                    <a:pt x="333" y="15"/>
                  </a:lnTo>
                  <a:lnTo>
                    <a:pt x="336" y="17"/>
                  </a:lnTo>
                  <a:lnTo>
                    <a:pt x="342" y="17"/>
                  </a:lnTo>
                  <a:lnTo>
                    <a:pt x="344" y="15"/>
                  </a:lnTo>
                  <a:lnTo>
                    <a:pt x="344" y="15"/>
                  </a:lnTo>
                  <a:lnTo>
                    <a:pt x="345" y="17"/>
                  </a:lnTo>
                  <a:lnTo>
                    <a:pt x="347" y="18"/>
                  </a:lnTo>
                  <a:lnTo>
                    <a:pt x="372" y="21"/>
                  </a:lnTo>
                  <a:lnTo>
                    <a:pt x="381" y="21"/>
                  </a:lnTo>
                  <a:lnTo>
                    <a:pt x="382" y="20"/>
                  </a:lnTo>
                  <a:lnTo>
                    <a:pt x="385" y="18"/>
                  </a:lnTo>
                  <a:lnTo>
                    <a:pt x="385" y="15"/>
                  </a:lnTo>
                  <a:lnTo>
                    <a:pt x="385" y="14"/>
                  </a:lnTo>
                  <a:lnTo>
                    <a:pt x="387" y="14"/>
                  </a:lnTo>
                  <a:lnTo>
                    <a:pt x="388" y="15"/>
                  </a:lnTo>
                  <a:lnTo>
                    <a:pt x="388" y="17"/>
                  </a:lnTo>
                  <a:lnTo>
                    <a:pt x="388" y="18"/>
                  </a:lnTo>
                  <a:lnTo>
                    <a:pt x="387" y="21"/>
                  </a:lnTo>
                  <a:lnTo>
                    <a:pt x="387" y="23"/>
                  </a:lnTo>
                  <a:lnTo>
                    <a:pt x="390" y="24"/>
                  </a:lnTo>
                  <a:lnTo>
                    <a:pt x="393" y="23"/>
                  </a:lnTo>
                  <a:lnTo>
                    <a:pt x="395" y="20"/>
                  </a:lnTo>
                  <a:lnTo>
                    <a:pt x="398" y="20"/>
                  </a:lnTo>
                  <a:lnTo>
                    <a:pt x="399" y="20"/>
                  </a:lnTo>
                  <a:lnTo>
                    <a:pt x="401" y="21"/>
                  </a:lnTo>
                  <a:lnTo>
                    <a:pt x="402" y="23"/>
                  </a:lnTo>
                  <a:lnTo>
                    <a:pt x="404" y="23"/>
                  </a:lnTo>
                  <a:lnTo>
                    <a:pt x="405" y="23"/>
                  </a:lnTo>
                  <a:lnTo>
                    <a:pt x="407" y="23"/>
                  </a:lnTo>
                  <a:lnTo>
                    <a:pt x="408" y="21"/>
                  </a:lnTo>
                  <a:lnTo>
                    <a:pt x="408" y="24"/>
                  </a:lnTo>
                  <a:lnTo>
                    <a:pt x="408" y="26"/>
                  </a:lnTo>
                  <a:lnTo>
                    <a:pt x="410" y="29"/>
                  </a:lnTo>
                  <a:lnTo>
                    <a:pt x="412" y="32"/>
                  </a:lnTo>
                  <a:lnTo>
                    <a:pt x="413" y="35"/>
                  </a:lnTo>
                  <a:lnTo>
                    <a:pt x="415" y="40"/>
                  </a:lnTo>
                  <a:lnTo>
                    <a:pt x="416" y="41"/>
                  </a:lnTo>
                  <a:lnTo>
                    <a:pt x="418" y="43"/>
                  </a:lnTo>
                  <a:lnTo>
                    <a:pt x="419" y="44"/>
                  </a:lnTo>
                  <a:lnTo>
                    <a:pt x="424" y="44"/>
                  </a:lnTo>
                  <a:lnTo>
                    <a:pt x="425" y="44"/>
                  </a:lnTo>
                  <a:lnTo>
                    <a:pt x="425" y="47"/>
                  </a:lnTo>
                  <a:lnTo>
                    <a:pt x="424" y="52"/>
                  </a:lnTo>
                  <a:lnTo>
                    <a:pt x="424" y="55"/>
                  </a:lnTo>
                  <a:lnTo>
                    <a:pt x="425" y="55"/>
                  </a:lnTo>
                  <a:lnTo>
                    <a:pt x="428" y="52"/>
                  </a:lnTo>
                  <a:lnTo>
                    <a:pt x="431" y="51"/>
                  </a:lnTo>
                  <a:lnTo>
                    <a:pt x="436" y="51"/>
                  </a:lnTo>
                  <a:lnTo>
                    <a:pt x="438" y="52"/>
                  </a:lnTo>
                  <a:lnTo>
                    <a:pt x="439" y="57"/>
                  </a:lnTo>
                  <a:lnTo>
                    <a:pt x="438" y="63"/>
                  </a:lnTo>
                  <a:lnTo>
                    <a:pt x="438" y="64"/>
                  </a:lnTo>
                  <a:lnTo>
                    <a:pt x="439" y="66"/>
                  </a:lnTo>
                  <a:lnTo>
                    <a:pt x="441" y="67"/>
                  </a:lnTo>
                  <a:lnTo>
                    <a:pt x="442" y="67"/>
                  </a:lnTo>
                  <a:lnTo>
                    <a:pt x="444" y="69"/>
                  </a:lnTo>
                  <a:lnTo>
                    <a:pt x="447" y="72"/>
                  </a:lnTo>
                  <a:lnTo>
                    <a:pt x="451" y="75"/>
                  </a:lnTo>
                  <a:lnTo>
                    <a:pt x="462" y="78"/>
                  </a:lnTo>
                  <a:lnTo>
                    <a:pt x="467" y="80"/>
                  </a:lnTo>
                  <a:lnTo>
                    <a:pt x="468" y="83"/>
                  </a:lnTo>
                  <a:lnTo>
                    <a:pt x="470" y="87"/>
                  </a:lnTo>
                  <a:lnTo>
                    <a:pt x="470" y="91"/>
                  </a:lnTo>
                  <a:lnTo>
                    <a:pt x="471" y="92"/>
                  </a:lnTo>
                  <a:lnTo>
                    <a:pt x="471" y="94"/>
                  </a:lnTo>
                  <a:lnTo>
                    <a:pt x="473" y="95"/>
                  </a:lnTo>
                  <a:lnTo>
                    <a:pt x="476" y="97"/>
                  </a:lnTo>
                  <a:lnTo>
                    <a:pt x="487" y="103"/>
                  </a:lnTo>
                  <a:lnTo>
                    <a:pt x="491" y="106"/>
                  </a:lnTo>
                  <a:lnTo>
                    <a:pt x="494" y="109"/>
                  </a:lnTo>
                  <a:lnTo>
                    <a:pt x="494" y="111"/>
                  </a:lnTo>
                  <a:lnTo>
                    <a:pt x="502" y="114"/>
                  </a:lnTo>
                  <a:lnTo>
                    <a:pt x="505" y="117"/>
                  </a:lnTo>
                  <a:lnTo>
                    <a:pt x="508" y="120"/>
                  </a:lnTo>
                  <a:lnTo>
                    <a:pt x="511" y="126"/>
                  </a:lnTo>
                  <a:lnTo>
                    <a:pt x="510" y="129"/>
                  </a:lnTo>
                  <a:lnTo>
                    <a:pt x="511" y="132"/>
                  </a:lnTo>
                  <a:lnTo>
                    <a:pt x="519" y="140"/>
                  </a:lnTo>
                  <a:lnTo>
                    <a:pt x="521" y="140"/>
                  </a:lnTo>
                  <a:lnTo>
                    <a:pt x="521" y="141"/>
                  </a:lnTo>
                  <a:lnTo>
                    <a:pt x="522" y="141"/>
                  </a:lnTo>
                  <a:lnTo>
                    <a:pt x="525" y="141"/>
                  </a:lnTo>
                  <a:lnTo>
                    <a:pt x="527" y="143"/>
                  </a:lnTo>
                  <a:lnTo>
                    <a:pt x="528" y="144"/>
                  </a:lnTo>
                  <a:lnTo>
                    <a:pt x="528" y="155"/>
                  </a:lnTo>
                  <a:lnTo>
                    <a:pt x="531" y="163"/>
                  </a:lnTo>
                  <a:lnTo>
                    <a:pt x="533" y="166"/>
                  </a:lnTo>
                  <a:lnTo>
                    <a:pt x="531" y="170"/>
                  </a:lnTo>
                  <a:lnTo>
                    <a:pt x="533" y="172"/>
                  </a:lnTo>
                  <a:lnTo>
                    <a:pt x="533" y="174"/>
                  </a:lnTo>
                  <a:lnTo>
                    <a:pt x="533" y="175"/>
                  </a:lnTo>
                  <a:lnTo>
                    <a:pt x="533" y="177"/>
                  </a:lnTo>
                  <a:lnTo>
                    <a:pt x="534" y="178"/>
                  </a:lnTo>
                  <a:lnTo>
                    <a:pt x="536" y="180"/>
                  </a:lnTo>
                  <a:lnTo>
                    <a:pt x="537" y="181"/>
                  </a:lnTo>
                  <a:lnTo>
                    <a:pt x="539" y="184"/>
                  </a:lnTo>
                  <a:lnTo>
                    <a:pt x="539" y="186"/>
                  </a:lnTo>
                  <a:lnTo>
                    <a:pt x="542" y="187"/>
                  </a:lnTo>
                  <a:lnTo>
                    <a:pt x="542" y="187"/>
                  </a:lnTo>
                  <a:lnTo>
                    <a:pt x="544" y="189"/>
                  </a:lnTo>
                  <a:lnTo>
                    <a:pt x="542" y="190"/>
                  </a:lnTo>
                  <a:lnTo>
                    <a:pt x="542" y="192"/>
                  </a:lnTo>
                  <a:lnTo>
                    <a:pt x="544" y="194"/>
                  </a:lnTo>
                  <a:lnTo>
                    <a:pt x="547" y="194"/>
                  </a:lnTo>
                  <a:lnTo>
                    <a:pt x="547" y="194"/>
                  </a:lnTo>
                  <a:lnTo>
                    <a:pt x="548" y="195"/>
                  </a:lnTo>
                  <a:lnTo>
                    <a:pt x="548" y="197"/>
                  </a:lnTo>
                  <a:lnTo>
                    <a:pt x="550" y="197"/>
                  </a:lnTo>
                  <a:lnTo>
                    <a:pt x="550" y="200"/>
                  </a:lnTo>
                  <a:lnTo>
                    <a:pt x="554" y="217"/>
                  </a:lnTo>
                  <a:lnTo>
                    <a:pt x="556" y="221"/>
                  </a:lnTo>
                  <a:lnTo>
                    <a:pt x="562" y="229"/>
                  </a:lnTo>
                  <a:lnTo>
                    <a:pt x="562" y="232"/>
                  </a:lnTo>
                  <a:lnTo>
                    <a:pt x="564" y="233"/>
                  </a:lnTo>
                  <a:lnTo>
                    <a:pt x="568" y="235"/>
                  </a:lnTo>
                  <a:lnTo>
                    <a:pt x="570" y="237"/>
                  </a:lnTo>
                  <a:lnTo>
                    <a:pt x="570" y="238"/>
                  </a:lnTo>
                  <a:lnTo>
                    <a:pt x="570" y="243"/>
                  </a:lnTo>
                  <a:lnTo>
                    <a:pt x="570" y="244"/>
                  </a:lnTo>
                  <a:lnTo>
                    <a:pt x="571" y="247"/>
                  </a:lnTo>
                  <a:lnTo>
                    <a:pt x="574" y="250"/>
                  </a:lnTo>
                  <a:lnTo>
                    <a:pt x="582" y="252"/>
                  </a:lnTo>
                  <a:lnTo>
                    <a:pt x="577" y="255"/>
                  </a:lnTo>
                  <a:lnTo>
                    <a:pt x="576" y="257"/>
                  </a:lnTo>
                  <a:lnTo>
                    <a:pt x="576" y="258"/>
                  </a:lnTo>
                  <a:lnTo>
                    <a:pt x="577" y="260"/>
                  </a:lnTo>
                  <a:lnTo>
                    <a:pt x="579" y="261"/>
                  </a:lnTo>
                  <a:lnTo>
                    <a:pt x="579" y="261"/>
                  </a:lnTo>
                  <a:lnTo>
                    <a:pt x="580" y="269"/>
                  </a:lnTo>
                  <a:lnTo>
                    <a:pt x="582" y="275"/>
                  </a:lnTo>
                  <a:lnTo>
                    <a:pt x="587" y="281"/>
                  </a:lnTo>
                  <a:lnTo>
                    <a:pt x="588" y="284"/>
                  </a:lnTo>
                  <a:lnTo>
                    <a:pt x="588" y="287"/>
                  </a:lnTo>
                  <a:lnTo>
                    <a:pt x="588" y="292"/>
                  </a:lnTo>
                  <a:lnTo>
                    <a:pt x="590" y="295"/>
                  </a:lnTo>
                  <a:lnTo>
                    <a:pt x="591" y="298"/>
                  </a:lnTo>
                  <a:lnTo>
                    <a:pt x="594" y="300"/>
                  </a:lnTo>
                  <a:lnTo>
                    <a:pt x="599" y="301"/>
                  </a:lnTo>
                  <a:lnTo>
                    <a:pt x="600" y="301"/>
                  </a:lnTo>
                  <a:lnTo>
                    <a:pt x="600" y="303"/>
                  </a:lnTo>
                  <a:lnTo>
                    <a:pt x="600" y="306"/>
                  </a:lnTo>
                  <a:lnTo>
                    <a:pt x="602" y="307"/>
                  </a:lnTo>
                  <a:lnTo>
                    <a:pt x="604" y="309"/>
                  </a:lnTo>
                  <a:lnTo>
                    <a:pt x="605" y="309"/>
                  </a:lnTo>
                  <a:lnTo>
                    <a:pt x="622" y="316"/>
                  </a:lnTo>
                  <a:lnTo>
                    <a:pt x="624" y="320"/>
                  </a:lnTo>
                  <a:lnTo>
                    <a:pt x="625" y="324"/>
                  </a:lnTo>
                  <a:lnTo>
                    <a:pt x="625" y="326"/>
                  </a:lnTo>
                  <a:lnTo>
                    <a:pt x="627" y="327"/>
                  </a:lnTo>
                  <a:lnTo>
                    <a:pt x="628" y="330"/>
                  </a:lnTo>
                  <a:lnTo>
                    <a:pt x="630" y="332"/>
                  </a:lnTo>
                  <a:lnTo>
                    <a:pt x="631" y="332"/>
                  </a:lnTo>
                  <a:lnTo>
                    <a:pt x="631" y="333"/>
                  </a:lnTo>
                  <a:lnTo>
                    <a:pt x="631" y="335"/>
                  </a:lnTo>
                  <a:lnTo>
                    <a:pt x="631" y="335"/>
                  </a:lnTo>
                  <a:lnTo>
                    <a:pt x="633" y="338"/>
                  </a:lnTo>
                  <a:lnTo>
                    <a:pt x="633" y="341"/>
                  </a:lnTo>
                  <a:lnTo>
                    <a:pt x="634" y="343"/>
                  </a:lnTo>
                  <a:lnTo>
                    <a:pt x="637" y="346"/>
                  </a:lnTo>
                  <a:lnTo>
                    <a:pt x="639" y="347"/>
                  </a:lnTo>
                  <a:lnTo>
                    <a:pt x="642" y="347"/>
                  </a:lnTo>
                  <a:lnTo>
                    <a:pt x="645" y="349"/>
                  </a:lnTo>
                  <a:lnTo>
                    <a:pt x="643" y="352"/>
                  </a:lnTo>
                  <a:lnTo>
                    <a:pt x="645" y="355"/>
                  </a:lnTo>
                  <a:lnTo>
                    <a:pt x="647" y="358"/>
                  </a:lnTo>
                  <a:lnTo>
                    <a:pt x="650" y="361"/>
                  </a:lnTo>
                  <a:lnTo>
                    <a:pt x="653" y="361"/>
                  </a:lnTo>
                  <a:lnTo>
                    <a:pt x="653" y="363"/>
                  </a:lnTo>
                  <a:lnTo>
                    <a:pt x="653" y="364"/>
                  </a:lnTo>
                  <a:lnTo>
                    <a:pt x="651" y="367"/>
                  </a:lnTo>
                  <a:lnTo>
                    <a:pt x="651" y="369"/>
                  </a:lnTo>
                  <a:lnTo>
                    <a:pt x="653" y="370"/>
                  </a:lnTo>
                  <a:lnTo>
                    <a:pt x="654" y="370"/>
                  </a:lnTo>
                  <a:lnTo>
                    <a:pt x="656" y="372"/>
                  </a:lnTo>
                  <a:lnTo>
                    <a:pt x="656" y="375"/>
                  </a:lnTo>
                  <a:lnTo>
                    <a:pt x="654" y="378"/>
                  </a:lnTo>
                  <a:lnTo>
                    <a:pt x="656" y="380"/>
                  </a:lnTo>
                  <a:lnTo>
                    <a:pt x="656" y="380"/>
                  </a:lnTo>
                  <a:lnTo>
                    <a:pt x="657" y="383"/>
                  </a:lnTo>
                  <a:lnTo>
                    <a:pt x="660" y="384"/>
                  </a:lnTo>
                  <a:lnTo>
                    <a:pt x="660" y="386"/>
                  </a:lnTo>
                  <a:lnTo>
                    <a:pt x="663" y="386"/>
                  </a:lnTo>
                  <a:lnTo>
                    <a:pt x="663" y="386"/>
                  </a:lnTo>
                  <a:lnTo>
                    <a:pt x="663" y="386"/>
                  </a:lnTo>
                  <a:lnTo>
                    <a:pt x="660" y="389"/>
                  </a:lnTo>
                  <a:lnTo>
                    <a:pt x="656" y="393"/>
                  </a:lnTo>
                  <a:lnTo>
                    <a:pt x="651" y="398"/>
                  </a:lnTo>
                  <a:lnTo>
                    <a:pt x="648" y="401"/>
                  </a:lnTo>
                  <a:lnTo>
                    <a:pt x="645" y="403"/>
                  </a:lnTo>
                  <a:lnTo>
                    <a:pt x="643" y="406"/>
                  </a:lnTo>
                  <a:lnTo>
                    <a:pt x="640" y="407"/>
                  </a:lnTo>
                  <a:lnTo>
                    <a:pt x="639" y="409"/>
                  </a:lnTo>
                  <a:lnTo>
                    <a:pt x="637" y="410"/>
                  </a:lnTo>
                  <a:lnTo>
                    <a:pt x="636" y="409"/>
                  </a:lnTo>
                  <a:lnTo>
                    <a:pt x="634" y="407"/>
                  </a:lnTo>
                  <a:lnTo>
                    <a:pt x="633" y="407"/>
                  </a:lnTo>
                  <a:lnTo>
                    <a:pt x="628" y="403"/>
                  </a:lnTo>
                  <a:lnTo>
                    <a:pt x="624" y="398"/>
                  </a:lnTo>
                  <a:lnTo>
                    <a:pt x="617" y="393"/>
                  </a:lnTo>
                  <a:lnTo>
                    <a:pt x="613" y="389"/>
                  </a:lnTo>
                  <a:lnTo>
                    <a:pt x="610" y="387"/>
                  </a:lnTo>
                  <a:lnTo>
                    <a:pt x="608" y="386"/>
                  </a:lnTo>
                  <a:lnTo>
                    <a:pt x="607" y="384"/>
                  </a:lnTo>
                  <a:lnTo>
                    <a:pt x="604" y="383"/>
                  </a:lnTo>
                  <a:lnTo>
                    <a:pt x="604" y="383"/>
                  </a:lnTo>
                  <a:lnTo>
                    <a:pt x="600" y="384"/>
                  </a:lnTo>
                  <a:lnTo>
                    <a:pt x="599" y="386"/>
                  </a:lnTo>
                  <a:lnTo>
                    <a:pt x="597" y="387"/>
                  </a:lnTo>
                  <a:lnTo>
                    <a:pt x="593" y="390"/>
                  </a:lnTo>
                  <a:lnTo>
                    <a:pt x="587" y="395"/>
                  </a:lnTo>
                  <a:lnTo>
                    <a:pt x="580" y="398"/>
                  </a:lnTo>
                  <a:lnTo>
                    <a:pt x="576" y="404"/>
                  </a:lnTo>
                  <a:lnTo>
                    <a:pt x="573" y="409"/>
                  </a:lnTo>
                  <a:lnTo>
                    <a:pt x="571" y="416"/>
                  </a:lnTo>
                  <a:lnTo>
                    <a:pt x="570" y="424"/>
                  </a:lnTo>
                  <a:lnTo>
                    <a:pt x="570" y="430"/>
                  </a:lnTo>
                  <a:lnTo>
                    <a:pt x="568" y="438"/>
                  </a:lnTo>
                  <a:lnTo>
                    <a:pt x="565" y="447"/>
                  </a:lnTo>
                  <a:lnTo>
                    <a:pt x="564" y="456"/>
                  </a:lnTo>
                  <a:lnTo>
                    <a:pt x="561" y="461"/>
                  </a:lnTo>
                  <a:lnTo>
                    <a:pt x="559" y="461"/>
                  </a:lnTo>
                  <a:lnTo>
                    <a:pt x="557" y="463"/>
                  </a:lnTo>
                  <a:lnTo>
                    <a:pt x="556" y="463"/>
                  </a:lnTo>
                  <a:lnTo>
                    <a:pt x="554" y="463"/>
                  </a:lnTo>
                  <a:lnTo>
                    <a:pt x="553" y="461"/>
                  </a:lnTo>
                  <a:lnTo>
                    <a:pt x="553" y="459"/>
                  </a:lnTo>
                  <a:lnTo>
                    <a:pt x="553" y="459"/>
                  </a:lnTo>
                  <a:lnTo>
                    <a:pt x="551" y="458"/>
                  </a:lnTo>
                  <a:lnTo>
                    <a:pt x="547" y="461"/>
                  </a:lnTo>
                  <a:lnTo>
                    <a:pt x="542" y="463"/>
                  </a:lnTo>
                  <a:lnTo>
                    <a:pt x="537" y="464"/>
                  </a:lnTo>
                  <a:lnTo>
                    <a:pt x="533" y="466"/>
                  </a:lnTo>
                  <a:lnTo>
                    <a:pt x="531" y="467"/>
                  </a:lnTo>
                  <a:lnTo>
                    <a:pt x="528" y="469"/>
                  </a:lnTo>
                  <a:lnTo>
                    <a:pt x="527" y="472"/>
                  </a:lnTo>
                  <a:lnTo>
                    <a:pt x="525" y="473"/>
                  </a:lnTo>
                  <a:lnTo>
                    <a:pt x="521" y="476"/>
                  </a:lnTo>
                  <a:lnTo>
                    <a:pt x="518" y="478"/>
                  </a:lnTo>
                  <a:lnTo>
                    <a:pt x="514" y="481"/>
                  </a:lnTo>
                  <a:lnTo>
                    <a:pt x="511" y="483"/>
                  </a:lnTo>
                  <a:lnTo>
                    <a:pt x="508" y="484"/>
                  </a:lnTo>
                  <a:lnTo>
                    <a:pt x="505" y="486"/>
                  </a:lnTo>
                  <a:lnTo>
                    <a:pt x="504" y="489"/>
                  </a:lnTo>
                  <a:lnTo>
                    <a:pt x="502" y="492"/>
                  </a:lnTo>
                  <a:lnTo>
                    <a:pt x="504" y="498"/>
                  </a:lnTo>
                  <a:lnTo>
                    <a:pt x="504" y="503"/>
                  </a:lnTo>
                  <a:lnTo>
                    <a:pt x="505" y="509"/>
                  </a:lnTo>
                  <a:lnTo>
                    <a:pt x="505" y="513"/>
                  </a:lnTo>
                  <a:lnTo>
                    <a:pt x="508" y="515"/>
                  </a:lnTo>
                  <a:lnTo>
                    <a:pt x="511" y="515"/>
                  </a:lnTo>
                  <a:lnTo>
                    <a:pt x="513" y="518"/>
                  </a:lnTo>
                  <a:lnTo>
                    <a:pt x="513" y="522"/>
                  </a:lnTo>
                  <a:lnTo>
                    <a:pt x="516" y="521"/>
                  </a:lnTo>
                  <a:lnTo>
                    <a:pt x="519" y="521"/>
                  </a:lnTo>
                  <a:lnTo>
                    <a:pt x="521" y="519"/>
                  </a:lnTo>
                  <a:lnTo>
                    <a:pt x="521" y="516"/>
                  </a:lnTo>
                  <a:lnTo>
                    <a:pt x="521" y="515"/>
                  </a:lnTo>
                  <a:lnTo>
                    <a:pt x="521" y="515"/>
                  </a:lnTo>
                  <a:lnTo>
                    <a:pt x="519" y="513"/>
                  </a:lnTo>
                  <a:lnTo>
                    <a:pt x="519" y="513"/>
                  </a:lnTo>
                  <a:lnTo>
                    <a:pt x="521" y="512"/>
                  </a:lnTo>
                  <a:lnTo>
                    <a:pt x="522" y="512"/>
                  </a:lnTo>
                  <a:lnTo>
                    <a:pt x="524" y="512"/>
                  </a:lnTo>
                  <a:lnTo>
                    <a:pt x="524" y="512"/>
                  </a:lnTo>
                  <a:lnTo>
                    <a:pt x="525" y="509"/>
                  </a:lnTo>
                  <a:lnTo>
                    <a:pt x="525" y="507"/>
                  </a:lnTo>
                  <a:lnTo>
                    <a:pt x="527" y="506"/>
                  </a:lnTo>
                  <a:lnTo>
                    <a:pt x="528" y="509"/>
                  </a:lnTo>
                  <a:lnTo>
                    <a:pt x="531" y="512"/>
                  </a:lnTo>
                  <a:lnTo>
                    <a:pt x="536" y="512"/>
                  </a:lnTo>
                  <a:lnTo>
                    <a:pt x="541" y="513"/>
                  </a:lnTo>
                  <a:lnTo>
                    <a:pt x="544" y="515"/>
                  </a:lnTo>
                  <a:lnTo>
                    <a:pt x="545" y="518"/>
                  </a:lnTo>
                  <a:lnTo>
                    <a:pt x="545" y="524"/>
                  </a:lnTo>
                  <a:lnTo>
                    <a:pt x="545" y="530"/>
                  </a:lnTo>
                  <a:lnTo>
                    <a:pt x="545" y="533"/>
                  </a:lnTo>
                  <a:lnTo>
                    <a:pt x="545" y="536"/>
                  </a:lnTo>
                  <a:lnTo>
                    <a:pt x="545" y="541"/>
                  </a:lnTo>
                  <a:lnTo>
                    <a:pt x="545" y="544"/>
                  </a:lnTo>
                  <a:lnTo>
                    <a:pt x="544" y="547"/>
                  </a:lnTo>
                  <a:lnTo>
                    <a:pt x="542" y="556"/>
                  </a:lnTo>
                  <a:lnTo>
                    <a:pt x="539" y="566"/>
                  </a:lnTo>
                  <a:lnTo>
                    <a:pt x="536" y="575"/>
                  </a:lnTo>
                  <a:lnTo>
                    <a:pt x="530" y="582"/>
                  </a:lnTo>
                  <a:lnTo>
                    <a:pt x="528" y="586"/>
                  </a:lnTo>
                  <a:lnTo>
                    <a:pt x="525" y="587"/>
                  </a:lnTo>
                  <a:lnTo>
                    <a:pt x="522" y="590"/>
                  </a:lnTo>
                  <a:lnTo>
                    <a:pt x="519" y="592"/>
                  </a:lnTo>
                  <a:lnTo>
                    <a:pt x="518" y="587"/>
                  </a:lnTo>
                  <a:lnTo>
                    <a:pt x="516" y="582"/>
                  </a:lnTo>
                  <a:lnTo>
                    <a:pt x="514" y="576"/>
                  </a:lnTo>
                  <a:lnTo>
                    <a:pt x="513" y="572"/>
                  </a:lnTo>
                  <a:lnTo>
                    <a:pt x="510" y="575"/>
                  </a:lnTo>
                  <a:lnTo>
                    <a:pt x="508" y="576"/>
                  </a:lnTo>
                  <a:lnTo>
                    <a:pt x="507" y="576"/>
                  </a:lnTo>
                  <a:lnTo>
                    <a:pt x="496" y="587"/>
                  </a:lnTo>
                  <a:lnTo>
                    <a:pt x="485" y="596"/>
                  </a:lnTo>
                  <a:lnTo>
                    <a:pt x="474" y="606"/>
                  </a:lnTo>
                  <a:lnTo>
                    <a:pt x="464" y="615"/>
                  </a:lnTo>
                  <a:lnTo>
                    <a:pt x="458" y="621"/>
                  </a:lnTo>
                  <a:lnTo>
                    <a:pt x="451" y="625"/>
                  </a:lnTo>
                  <a:lnTo>
                    <a:pt x="445" y="630"/>
                  </a:lnTo>
                  <a:lnTo>
                    <a:pt x="439" y="636"/>
                  </a:lnTo>
                  <a:lnTo>
                    <a:pt x="444" y="641"/>
                  </a:lnTo>
                  <a:lnTo>
                    <a:pt x="450" y="645"/>
                  </a:lnTo>
                  <a:lnTo>
                    <a:pt x="456" y="652"/>
                  </a:lnTo>
                  <a:lnTo>
                    <a:pt x="459" y="658"/>
                  </a:lnTo>
                  <a:lnTo>
                    <a:pt x="461" y="661"/>
                  </a:lnTo>
                  <a:lnTo>
                    <a:pt x="461" y="664"/>
                  </a:lnTo>
                  <a:lnTo>
                    <a:pt x="462" y="667"/>
                  </a:lnTo>
                  <a:lnTo>
                    <a:pt x="464" y="670"/>
                  </a:lnTo>
                  <a:lnTo>
                    <a:pt x="465" y="673"/>
                  </a:lnTo>
                  <a:lnTo>
                    <a:pt x="467" y="675"/>
                  </a:lnTo>
                  <a:lnTo>
                    <a:pt x="468" y="675"/>
                  </a:lnTo>
                  <a:lnTo>
                    <a:pt x="471" y="675"/>
                  </a:lnTo>
                  <a:lnTo>
                    <a:pt x="474" y="675"/>
                  </a:lnTo>
                  <a:lnTo>
                    <a:pt x="478" y="678"/>
                  </a:lnTo>
                  <a:lnTo>
                    <a:pt x="481" y="681"/>
                  </a:lnTo>
                  <a:lnTo>
                    <a:pt x="482" y="682"/>
                  </a:lnTo>
                  <a:lnTo>
                    <a:pt x="484" y="687"/>
                  </a:lnTo>
                  <a:lnTo>
                    <a:pt x="484" y="692"/>
                  </a:lnTo>
                  <a:lnTo>
                    <a:pt x="484" y="698"/>
                  </a:lnTo>
                  <a:lnTo>
                    <a:pt x="485" y="702"/>
                  </a:lnTo>
                  <a:lnTo>
                    <a:pt x="488" y="705"/>
                  </a:lnTo>
                  <a:lnTo>
                    <a:pt x="494" y="707"/>
                  </a:lnTo>
                  <a:lnTo>
                    <a:pt x="498" y="710"/>
                  </a:lnTo>
                  <a:lnTo>
                    <a:pt x="499" y="715"/>
                  </a:lnTo>
                  <a:lnTo>
                    <a:pt x="498" y="721"/>
                  </a:lnTo>
                  <a:lnTo>
                    <a:pt x="498" y="727"/>
                  </a:lnTo>
                  <a:lnTo>
                    <a:pt x="498" y="733"/>
                  </a:lnTo>
                  <a:lnTo>
                    <a:pt x="498" y="739"/>
                  </a:lnTo>
                  <a:lnTo>
                    <a:pt x="501" y="747"/>
                  </a:lnTo>
                  <a:lnTo>
                    <a:pt x="504" y="753"/>
                  </a:lnTo>
                  <a:lnTo>
                    <a:pt x="508" y="759"/>
                  </a:lnTo>
                  <a:lnTo>
                    <a:pt x="513" y="764"/>
                  </a:lnTo>
                  <a:lnTo>
                    <a:pt x="514" y="768"/>
                  </a:lnTo>
                  <a:lnTo>
                    <a:pt x="518" y="770"/>
                  </a:lnTo>
                  <a:lnTo>
                    <a:pt x="521" y="770"/>
                  </a:lnTo>
                  <a:lnTo>
                    <a:pt x="525" y="770"/>
                  </a:lnTo>
                  <a:lnTo>
                    <a:pt x="527" y="770"/>
                  </a:lnTo>
                  <a:lnTo>
                    <a:pt x="528" y="772"/>
                  </a:lnTo>
                  <a:lnTo>
                    <a:pt x="530" y="772"/>
                  </a:lnTo>
                  <a:lnTo>
                    <a:pt x="531" y="773"/>
                  </a:lnTo>
                  <a:lnTo>
                    <a:pt x="531" y="775"/>
                  </a:lnTo>
                  <a:lnTo>
                    <a:pt x="531" y="776"/>
                  </a:lnTo>
                  <a:lnTo>
                    <a:pt x="531" y="779"/>
                  </a:lnTo>
                  <a:lnTo>
                    <a:pt x="531" y="781"/>
                  </a:lnTo>
                  <a:lnTo>
                    <a:pt x="533" y="781"/>
                  </a:lnTo>
                  <a:lnTo>
                    <a:pt x="536" y="781"/>
                  </a:lnTo>
                  <a:lnTo>
                    <a:pt x="537" y="781"/>
                  </a:lnTo>
                  <a:lnTo>
                    <a:pt x="541" y="782"/>
                  </a:lnTo>
                  <a:lnTo>
                    <a:pt x="542" y="784"/>
                  </a:lnTo>
                  <a:lnTo>
                    <a:pt x="542" y="785"/>
                  </a:lnTo>
                  <a:lnTo>
                    <a:pt x="542" y="788"/>
                  </a:lnTo>
                  <a:lnTo>
                    <a:pt x="542" y="790"/>
                  </a:lnTo>
                  <a:lnTo>
                    <a:pt x="537" y="788"/>
                  </a:lnTo>
                  <a:lnTo>
                    <a:pt x="533" y="787"/>
                  </a:lnTo>
                  <a:lnTo>
                    <a:pt x="527" y="785"/>
                  </a:lnTo>
                  <a:lnTo>
                    <a:pt x="522" y="785"/>
                  </a:lnTo>
                  <a:lnTo>
                    <a:pt x="522" y="788"/>
                  </a:lnTo>
                  <a:lnTo>
                    <a:pt x="527" y="792"/>
                  </a:lnTo>
                  <a:lnTo>
                    <a:pt x="533" y="795"/>
                  </a:lnTo>
                  <a:lnTo>
                    <a:pt x="536" y="798"/>
                  </a:lnTo>
                  <a:lnTo>
                    <a:pt x="537" y="799"/>
                  </a:lnTo>
                  <a:lnTo>
                    <a:pt x="537" y="799"/>
                  </a:lnTo>
                  <a:lnTo>
                    <a:pt x="537" y="801"/>
                  </a:lnTo>
                  <a:lnTo>
                    <a:pt x="537" y="801"/>
                  </a:lnTo>
                  <a:lnTo>
                    <a:pt x="542" y="805"/>
                  </a:lnTo>
                  <a:lnTo>
                    <a:pt x="548" y="807"/>
                  </a:lnTo>
                  <a:lnTo>
                    <a:pt x="553" y="808"/>
                  </a:lnTo>
                  <a:lnTo>
                    <a:pt x="557" y="811"/>
                  </a:lnTo>
                  <a:lnTo>
                    <a:pt x="557" y="813"/>
                  </a:lnTo>
                  <a:lnTo>
                    <a:pt x="557" y="815"/>
                  </a:lnTo>
                  <a:lnTo>
                    <a:pt x="557" y="816"/>
                  </a:lnTo>
                  <a:lnTo>
                    <a:pt x="559" y="818"/>
                  </a:lnTo>
                  <a:lnTo>
                    <a:pt x="561" y="818"/>
                  </a:lnTo>
                  <a:lnTo>
                    <a:pt x="564" y="818"/>
                  </a:lnTo>
                  <a:lnTo>
                    <a:pt x="567" y="816"/>
                  </a:lnTo>
                  <a:lnTo>
                    <a:pt x="570" y="816"/>
                  </a:lnTo>
                  <a:lnTo>
                    <a:pt x="573" y="816"/>
                  </a:lnTo>
                  <a:lnTo>
                    <a:pt x="576" y="816"/>
                  </a:lnTo>
                  <a:lnTo>
                    <a:pt x="579" y="818"/>
                  </a:lnTo>
                  <a:lnTo>
                    <a:pt x="582" y="818"/>
                  </a:lnTo>
                  <a:lnTo>
                    <a:pt x="585" y="818"/>
                  </a:lnTo>
                  <a:lnTo>
                    <a:pt x="587" y="818"/>
                  </a:lnTo>
                  <a:lnTo>
                    <a:pt x="588" y="819"/>
                  </a:lnTo>
                  <a:lnTo>
                    <a:pt x="590" y="821"/>
                  </a:lnTo>
                  <a:lnTo>
                    <a:pt x="594" y="824"/>
                  </a:lnTo>
                  <a:lnTo>
                    <a:pt x="599" y="827"/>
                  </a:lnTo>
                  <a:lnTo>
                    <a:pt x="602" y="830"/>
                  </a:lnTo>
                  <a:lnTo>
                    <a:pt x="596" y="831"/>
                  </a:lnTo>
                  <a:lnTo>
                    <a:pt x="594" y="831"/>
                  </a:lnTo>
                  <a:lnTo>
                    <a:pt x="593" y="831"/>
                  </a:lnTo>
                  <a:lnTo>
                    <a:pt x="591" y="833"/>
                  </a:lnTo>
                  <a:lnTo>
                    <a:pt x="591" y="835"/>
                  </a:lnTo>
                  <a:lnTo>
                    <a:pt x="591" y="836"/>
                  </a:lnTo>
                  <a:lnTo>
                    <a:pt x="591" y="838"/>
                  </a:lnTo>
                  <a:lnTo>
                    <a:pt x="591" y="841"/>
                  </a:lnTo>
                  <a:lnTo>
                    <a:pt x="591" y="841"/>
                  </a:lnTo>
                  <a:lnTo>
                    <a:pt x="590" y="842"/>
                  </a:lnTo>
                  <a:lnTo>
                    <a:pt x="587" y="842"/>
                  </a:lnTo>
                  <a:lnTo>
                    <a:pt x="582" y="842"/>
                  </a:lnTo>
                  <a:lnTo>
                    <a:pt x="580" y="842"/>
                  </a:lnTo>
                  <a:lnTo>
                    <a:pt x="576" y="844"/>
                  </a:lnTo>
                  <a:lnTo>
                    <a:pt x="573" y="844"/>
                  </a:lnTo>
                  <a:lnTo>
                    <a:pt x="568" y="844"/>
                  </a:lnTo>
                  <a:lnTo>
                    <a:pt x="565" y="844"/>
                  </a:lnTo>
                  <a:lnTo>
                    <a:pt x="561" y="842"/>
                  </a:lnTo>
                  <a:lnTo>
                    <a:pt x="557" y="841"/>
                  </a:lnTo>
                  <a:lnTo>
                    <a:pt x="553" y="839"/>
                  </a:lnTo>
                  <a:lnTo>
                    <a:pt x="548" y="838"/>
                  </a:lnTo>
                  <a:lnTo>
                    <a:pt x="537" y="838"/>
                  </a:lnTo>
                  <a:lnTo>
                    <a:pt x="528" y="841"/>
                  </a:lnTo>
                  <a:lnTo>
                    <a:pt x="519" y="847"/>
                  </a:lnTo>
                  <a:lnTo>
                    <a:pt x="510" y="853"/>
                  </a:lnTo>
                  <a:lnTo>
                    <a:pt x="507" y="856"/>
                  </a:lnTo>
                  <a:lnTo>
                    <a:pt x="502" y="864"/>
                  </a:lnTo>
                  <a:lnTo>
                    <a:pt x="499" y="871"/>
                  </a:lnTo>
                  <a:lnTo>
                    <a:pt x="504" y="873"/>
                  </a:lnTo>
                  <a:lnTo>
                    <a:pt x="507" y="875"/>
                  </a:lnTo>
                  <a:lnTo>
                    <a:pt x="510" y="876"/>
                  </a:lnTo>
                  <a:lnTo>
                    <a:pt x="511" y="879"/>
                  </a:lnTo>
                  <a:lnTo>
                    <a:pt x="514" y="882"/>
                  </a:lnTo>
                  <a:lnTo>
                    <a:pt x="516" y="885"/>
                  </a:lnTo>
                  <a:lnTo>
                    <a:pt x="516" y="887"/>
                  </a:lnTo>
                  <a:lnTo>
                    <a:pt x="513" y="890"/>
                  </a:lnTo>
                  <a:lnTo>
                    <a:pt x="510" y="891"/>
                  </a:lnTo>
                  <a:lnTo>
                    <a:pt x="507" y="895"/>
                  </a:lnTo>
                  <a:lnTo>
                    <a:pt x="505" y="898"/>
                  </a:lnTo>
                  <a:lnTo>
                    <a:pt x="507" y="901"/>
                  </a:lnTo>
                  <a:lnTo>
                    <a:pt x="508" y="905"/>
                  </a:lnTo>
                  <a:lnTo>
                    <a:pt x="510" y="910"/>
                  </a:lnTo>
                  <a:lnTo>
                    <a:pt x="510" y="913"/>
                  </a:lnTo>
                  <a:lnTo>
                    <a:pt x="510" y="918"/>
                  </a:lnTo>
                  <a:lnTo>
                    <a:pt x="510" y="922"/>
                  </a:lnTo>
                  <a:lnTo>
                    <a:pt x="507" y="930"/>
                  </a:lnTo>
                  <a:lnTo>
                    <a:pt x="505" y="938"/>
                  </a:lnTo>
                  <a:lnTo>
                    <a:pt x="502" y="947"/>
                  </a:lnTo>
                  <a:lnTo>
                    <a:pt x="501" y="954"/>
                  </a:lnTo>
                  <a:lnTo>
                    <a:pt x="498" y="953"/>
                  </a:lnTo>
                  <a:lnTo>
                    <a:pt x="494" y="951"/>
                  </a:lnTo>
                  <a:lnTo>
                    <a:pt x="491" y="948"/>
                  </a:lnTo>
                  <a:lnTo>
                    <a:pt x="488" y="947"/>
                  </a:lnTo>
                  <a:lnTo>
                    <a:pt x="485" y="947"/>
                  </a:lnTo>
                  <a:lnTo>
                    <a:pt x="482" y="947"/>
                  </a:lnTo>
                  <a:lnTo>
                    <a:pt x="479" y="947"/>
                  </a:lnTo>
                  <a:lnTo>
                    <a:pt x="476" y="948"/>
                  </a:lnTo>
                  <a:lnTo>
                    <a:pt x="470" y="948"/>
                  </a:lnTo>
                  <a:lnTo>
                    <a:pt x="464" y="945"/>
                  </a:lnTo>
                  <a:lnTo>
                    <a:pt x="458" y="941"/>
                  </a:lnTo>
                  <a:lnTo>
                    <a:pt x="455" y="936"/>
                  </a:lnTo>
                  <a:lnTo>
                    <a:pt x="453" y="933"/>
                  </a:lnTo>
                  <a:lnTo>
                    <a:pt x="451" y="930"/>
                  </a:lnTo>
                  <a:lnTo>
                    <a:pt x="451" y="927"/>
                  </a:lnTo>
                  <a:lnTo>
                    <a:pt x="450" y="925"/>
                  </a:lnTo>
                  <a:lnTo>
                    <a:pt x="448" y="922"/>
                  </a:lnTo>
                  <a:lnTo>
                    <a:pt x="447" y="919"/>
                  </a:lnTo>
                  <a:lnTo>
                    <a:pt x="444" y="916"/>
                  </a:lnTo>
                  <a:lnTo>
                    <a:pt x="442" y="914"/>
                  </a:lnTo>
                  <a:lnTo>
                    <a:pt x="436" y="910"/>
                  </a:lnTo>
                  <a:lnTo>
                    <a:pt x="431" y="910"/>
                  </a:lnTo>
                  <a:lnTo>
                    <a:pt x="425" y="910"/>
                  </a:lnTo>
                  <a:lnTo>
                    <a:pt x="419" y="911"/>
                  </a:lnTo>
                  <a:lnTo>
                    <a:pt x="419" y="910"/>
                  </a:lnTo>
                  <a:lnTo>
                    <a:pt x="419" y="908"/>
                  </a:lnTo>
                  <a:lnTo>
                    <a:pt x="418" y="908"/>
                  </a:lnTo>
                  <a:lnTo>
                    <a:pt x="418" y="907"/>
                  </a:lnTo>
                  <a:lnTo>
                    <a:pt x="415" y="910"/>
                  </a:lnTo>
                  <a:lnTo>
                    <a:pt x="412" y="913"/>
                  </a:lnTo>
                  <a:lnTo>
                    <a:pt x="408" y="916"/>
                  </a:lnTo>
                  <a:lnTo>
                    <a:pt x="405" y="919"/>
                  </a:lnTo>
                  <a:lnTo>
                    <a:pt x="402" y="922"/>
                  </a:lnTo>
                  <a:lnTo>
                    <a:pt x="399" y="922"/>
                  </a:lnTo>
                  <a:lnTo>
                    <a:pt x="396" y="922"/>
                  </a:lnTo>
                  <a:lnTo>
                    <a:pt x="393" y="922"/>
                  </a:lnTo>
                  <a:lnTo>
                    <a:pt x="388" y="922"/>
                  </a:lnTo>
                  <a:lnTo>
                    <a:pt x="384" y="921"/>
                  </a:lnTo>
                  <a:lnTo>
                    <a:pt x="379" y="921"/>
                  </a:lnTo>
                  <a:lnTo>
                    <a:pt x="375" y="921"/>
                  </a:lnTo>
                  <a:lnTo>
                    <a:pt x="373" y="919"/>
                  </a:lnTo>
                  <a:lnTo>
                    <a:pt x="372" y="916"/>
                  </a:lnTo>
                  <a:lnTo>
                    <a:pt x="370" y="911"/>
                  </a:lnTo>
                  <a:lnTo>
                    <a:pt x="368" y="908"/>
                  </a:lnTo>
                  <a:lnTo>
                    <a:pt x="372" y="910"/>
                  </a:lnTo>
                  <a:lnTo>
                    <a:pt x="375" y="911"/>
                  </a:lnTo>
                  <a:lnTo>
                    <a:pt x="378" y="911"/>
                  </a:lnTo>
                  <a:lnTo>
                    <a:pt x="382" y="911"/>
                  </a:lnTo>
                  <a:lnTo>
                    <a:pt x="381" y="908"/>
                  </a:lnTo>
                  <a:lnTo>
                    <a:pt x="381" y="905"/>
                  </a:lnTo>
                  <a:lnTo>
                    <a:pt x="381" y="901"/>
                  </a:lnTo>
                  <a:lnTo>
                    <a:pt x="379" y="899"/>
                  </a:lnTo>
                  <a:lnTo>
                    <a:pt x="376" y="898"/>
                  </a:lnTo>
                  <a:lnTo>
                    <a:pt x="375" y="896"/>
                  </a:lnTo>
                  <a:lnTo>
                    <a:pt x="372" y="895"/>
                  </a:lnTo>
                  <a:lnTo>
                    <a:pt x="368" y="895"/>
                  </a:lnTo>
                  <a:lnTo>
                    <a:pt x="362" y="895"/>
                  </a:lnTo>
                  <a:lnTo>
                    <a:pt x="356" y="893"/>
                  </a:lnTo>
                  <a:lnTo>
                    <a:pt x="350" y="888"/>
                  </a:lnTo>
                  <a:lnTo>
                    <a:pt x="347" y="884"/>
                  </a:lnTo>
                  <a:lnTo>
                    <a:pt x="344" y="879"/>
                  </a:lnTo>
                  <a:lnTo>
                    <a:pt x="342" y="873"/>
                  </a:lnTo>
                  <a:lnTo>
                    <a:pt x="339" y="868"/>
                  </a:lnTo>
                  <a:lnTo>
                    <a:pt x="336" y="865"/>
                  </a:lnTo>
                  <a:lnTo>
                    <a:pt x="324" y="861"/>
                  </a:lnTo>
                  <a:lnTo>
                    <a:pt x="318" y="859"/>
                  </a:lnTo>
                  <a:lnTo>
                    <a:pt x="313" y="858"/>
                  </a:lnTo>
                  <a:lnTo>
                    <a:pt x="306" y="856"/>
                  </a:lnTo>
                  <a:lnTo>
                    <a:pt x="299" y="853"/>
                  </a:lnTo>
                  <a:lnTo>
                    <a:pt x="293" y="851"/>
                  </a:lnTo>
                  <a:lnTo>
                    <a:pt x="286" y="850"/>
                  </a:lnTo>
                  <a:lnTo>
                    <a:pt x="281" y="848"/>
                  </a:lnTo>
                  <a:lnTo>
                    <a:pt x="276" y="850"/>
                  </a:lnTo>
                  <a:lnTo>
                    <a:pt x="272" y="850"/>
                  </a:lnTo>
                  <a:lnTo>
                    <a:pt x="267" y="851"/>
                  </a:lnTo>
                  <a:lnTo>
                    <a:pt x="256" y="853"/>
                  </a:lnTo>
                  <a:lnTo>
                    <a:pt x="244" y="855"/>
                  </a:lnTo>
                  <a:lnTo>
                    <a:pt x="232" y="855"/>
                  </a:lnTo>
                  <a:lnTo>
                    <a:pt x="221" y="856"/>
                  </a:lnTo>
                  <a:lnTo>
                    <a:pt x="215" y="856"/>
                  </a:lnTo>
                  <a:lnTo>
                    <a:pt x="212" y="858"/>
                  </a:lnTo>
                  <a:lnTo>
                    <a:pt x="210" y="861"/>
                  </a:lnTo>
                  <a:lnTo>
                    <a:pt x="207" y="864"/>
                  </a:lnTo>
                  <a:lnTo>
                    <a:pt x="203" y="868"/>
                  </a:lnTo>
                  <a:lnTo>
                    <a:pt x="200" y="873"/>
                  </a:lnTo>
                  <a:lnTo>
                    <a:pt x="196" y="878"/>
                  </a:lnTo>
                  <a:lnTo>
                    <a:pt x="192" y="882"/>
                  </a:lnTo>
                  <a:lnTo>
                    <a:pt x="190" y="887"/>
                  </a:lnTo>
                  <a:lnTo>
                    <a:pt x="187" y="891"/>
                  </a:lnTo>
                  <a:lnTo>
                    <a:pt x="183" y="895"/>
                  </a:lnTo>
                  <a:lnTo>
                    <a:pt x="180" y="896"/>
                  </a:lnTo>
                  <a:lnTo>
                    <a:pt x="180" y="904"/>
                  </a:lnTo>
                  <a:lnTo>
                    <a:pt x="180" y="911"/>
                  </a:lnTo>
                  <a:lnTo>
                    <a:pt x="180" y="918"/>
                  </a:lnTo>
                  <a:lnTo>
                    <a:pt x="178" y="925"/>
                  </a:lnTo>
                  <a:lnTo>
                    <a:pt x="175" y="922"/>
                  </a:lnTo>
                  <a:lnTo>
                    <a:pt x="172" y="921"/>
                  </a:lnTo>
                  <a:lnTo>
                    <a:pt x="169" y="918"/>
                  </a:lnTo>
                  <a:lnTo>
                    <a:pt x="164" y="916"/>
                  </a:lnTo>
                  <a:lnTo>
                    <a:pt x="158" y="911"/>
                  </a:lnTo>
                  <a:lnTo>
                    <a:pt x="152" y="910"/>
                  </a:lnTo>
                  <a:lnTo>
                    <a:pt x="144" y="908"/>
                  </a:lnTo>
                  <a:lnTo>
                    <a:pt x="138" y="907"/>
                  </a:lnTo>
                  <a:lnTo>
                    <a:pt x="132" y="905"/>
                  </a:lnTo>
                  <a:lnTo>
                    <a:pt x="124" y="902"/>
                  </a:lnTo>
                  <a:lnTo>
                    <a:pt x="118" y="898"/>
                  </a:lnTo>
                  <a:lnTo>
                    <a:pt x="113" y="891"/>
                  </a:lnTo>
                  <a:lnTo>
                    <a:pt x="112" y="885"/>
                  </a:lnTo>
                  <a:lnTo>
                    <a:pt x="112" y="878"/>
                  </a:lnTo>
                  <a:lnTo>
                    <a:pt x="112" y="871"/>
                  </a:lnTo>
                  <a:lnTo>
                    <a:pt x="110" y="865"/>
                  </a:lnTo>
                  <a:lnTo>
                    <a:pt x="104" y="861"/>
                  </a:lnTo>
                  <a:lnTo>
                    <a:pt x="98" y="858"/>
                  </a:lnTo>
                  <a:lnTo>
                    <a:pt x="92" y="853"/>
                  </a:lnTo>
                  <a:lnTo>
                    <a:pt x="87" y="848"/>
                  </a:lnTo>
                  <a:lnTo>
                    <a:pt x="86" y="844"/>
                  </a:lnTo>
                  <a:lnTo>
                    <a:pt x="84" y="841"/>
                  </a:lnTo>
                  <a:lnTo>
                    <a:pt x="81" y="838"/>
                  </a:lnTo>
                  <a:lnTo>
                    <a:pt x="78" y="835"/>
                  </a:lnTo>
                  <a:lnTo>
                    <a:pt x="77" y="833"/>
                  </a:lnTo>
                  <a:lnTo>
                    <a:pt x="74" y="831"/>
                  </a:lnTo>
                  <a:lnTo>
                    <a:pt x="72" y="828"/>
                  </a:lnTo>
                  <a:lnTo>
                    <a:pt x="72" y="825"/>
                  </a:lnTo>
                  <a:lnTo>
                    <a:pt x="74" y="821"/>
                  </a:lnTo>
                  <a:lnTo>
                    <a:pt x="75" y="816"/>
                  </a:lnTo>
                  <a:lnTo>
                    <a:pt x="77" y="811"/>
                  </a:lnTo>
                  <a:lnTo>
                    <a:pt x="80" y="808"/>
                  </a:lnTo>
                  <a:lnTo>
                    <a:pt x="81" y="807"/>
                  </a:lnTo>
                  <a:lnTo>
                    <a:pt x="83" y="807"/>
                  </a:lnTo>
                  <a:lnTo>
                    <a:pt x="84" y="805"/>
                  </a:lnTo>
                  <a:lnTo>
                    <a:pt x="86" y="805"/>
                  </a:lnTo>
                  <a:lnTo>
                    <a:pt x="86" y="802"/>
                  </a:lnTo>
                  <a:lnTo>
                    <a:pt x="84" y="801"/>
                  </a:lnTo>
                  <a:lnTo>
                    <a:pt x="83" y="799"/>
                  </a:lnTo>
                  <a:lnTo>
                    <a:pt x="81" y="798"/>
                  </a:lnTo>
                  <a:lnTo>
                    <a:pt x="78" y="795"/>
                  </a:lnTo>
                  <a:lnTo>
                    <a:pt x="77" y="793"/>
                  </a:lnTo>
                  <a:lnTo>
                    <a:pt x="75" y="790"/>
                  </a:lnTo>
                  <a:lnTo>
                    <a:pt x="75" y="785"/>
                  </a:lnTo>
                  <a:lnTo>
                    <a:pt x="75" y="782"/>
                  </a:lnTo>
                  <a:lnTo>
                    <a:pt x="78" y="781"/>
                  </a:lnTo>
                  <a:lnTo>
                    <a:pt x="80" y="779"/>
                  </a:lnTo>
                  <a:lnTo>
                    <a:pt x="81" y="778"/>
                  </a:lnTo>
                  <a:lnTo>
                    <a:pt x="83" y="776"/>
                  </a:lnTo>
                  <a:lnTo>
                    <a:pt x="86" y="776"/>
                  </a:lnTo>
                  <a:lnTo>
                    <a:pt x="87" y="775"/>
                  </a:lnTo>
                  <a:lnTo>
                    <a:pt x="89" y="773"/>
                  </a:lnTo>
                  <a:lnTo>
                    <a:pt x="89" y="772"/>
                  </a:lnTo>
                  <a:lnTo>
                    <a:pt x="90" y="770"/>
                  </a:lnTo>
                  <a:lnTo>
                    <a:pt x="92" y="768"/>
                  </a:lnTo>
                  <a:lnTo>
                    <a:pt x="94" y="767"/>
                  </a:lnTo>
                  <a:lnTo>
                    <a:pt x="95" y="764"/>
                  </a:lnTo>
                  <a:lnTo>
                    <a:pt x="97" y="761"/>
                  </a:lnTo>
                  <a:lnTo>
                    <a:pt x="98" y="759"/>
                  </a:lnTo>
                  <a:lnTo>
                    <a:pt x="101" y="758"/>
                  </a:lnTo>
                  <a:lnTo>
                    <a:pt x="103" y="755"/>
                  </a:lnTo>
                  <a:lnTo>
                    <a:pt x="103" y="750"/>
                  </a:lnTo>
                  <a:lnTo>
                    <a:pt x="103" y="744"/>
                  </a:lnTo>
                  <a:lnTo>
                    <a:pt x="103" y="741"/>
                  </a:lnTo>
                  <a:lnTo>
                    <a:pt x="103" y="739"/>
                  </a:lnTo>
                  <a:lnTo>
                    <a:pt x="103" y="738"/>
                  </a:lnTo>
                  <a:lnTo>
                    <a:pt x="103" y="738"/>
                  </a:lnTo>
                  <a:lnTo>
                    <a:pt x="103" y="736"/>
                  </a:lnTo>
                  <a:lnTo>
                    <a:pt x="101" y="732"/>
                  </a:lnTo>
                  <a:lnTo>
                    <a:pt x="101" y="727"/>
                  </a:lnTo>
                  <a:lnTo>
                    <a:pt x="101" y="721"/>
                  </a:lnTo>
                  <a:lnTo>
                    <a:pt x="100" y="716"/>
                  </a:lnTo>
                  <a:lnTo>
                    <a:pt x="100" y="707"/>
                  </a:lnTo>
                  <a:lnTo>
                    <a:pt x="98" y="698"/>
                  </a:lnTo>
                  <a:lnTo>
                    <a:pt x="98" y="689"/>
                  </a:lnTo>
                  <a:lnTo>
                    <a:pt x="98" y="679"/>
                  </a:lnTo>
                  <a:lnTo>
                    <a:pt x="101" y="672"/>
                  </a:lnTo>
                  <a:lnTo>
                    <a:pt x="104" y="664"/>
                  </a:lnTo>
                  <a:lnTo>
                    <a:pt x="109" y="655"/>
                  </a:lnTo>
                  <a:lnTo>
                    <a:pt x="110" y="647"/>
                  </a:lnTo>
                  <a:lnTo>
                    <a:pt x="109" y="638"/>
                  </a:lnTo>
                  <a:lnTo>
                    <a:pt x="101" y="630"/>
                  </a:lnTo>
                  <a:lnTo>
                    <a:pt x="94" y="622"/>
                  </a:lnTo>
                  <a:lnTo>
                    <a:pt x="87" y="616"/>
                  </a:lnTo>
                  <a:lnTo>
                    <a:pt x="80" y="612"/>
                  </a:lnTo>
                  <a:lnTo>
                    <a:pt x="74" y="606"/>
                  </a:lnTo>
                  <a:lnTo>
                    <a:pt x="67" y="599"/>
                  </a:lnTo>
                  <a:lnTo>
                    <a:pt x="61" y="595"/>
                  </a:lnTo>
                  <a:lnTo>
                    <a:pt x="60" y="593"/>
                  </a:lnTo>
                  <a:lnTo>
                    <a:pt x="57" y="592"/>
                  </a:lnTo>
                  <a:lnTo>
                    <a:pt x="55" y="589"/>
                  </a:lnTo>
                  <a:lnTo>
                    <a:pt x="54" y="587"/>
                  </a:lnTo>
                  <a:lnTo>
                    <a:pt x="50" y="578"/>
                  </a:lnTo>
                  <a:lnTo>
                    <a:pt x="46" y="558"/>
                  </a:lnTo>
                  <a:lnTo>
                    <a:pt x="44" y="547"/>
                  </a:lnTo>
                  <a:lnTo>
                    <a:pt x="35" y="513"/>
                  </a:lnTo>
                  <a:lnTo>
                    <a:pt x="27" y="478"/>
                  </a:lnTo>
                  <a:lnTo>
                    <a:pt x="20" y="444"/>
                  </a:lnTo>
                  <a:lnTo>
                    <a:pt x="11" y="409"/>
                  </a:lnTo>
                  <a:lnTo>
                    <a:pt x="9" y="401"/>
                  </a:lnTo>
                  <a:lnTo>
                    <a:pt x="7" y="393"/>
                  </a:lnTo>
                  <a:lnTo>
                    <a:pt x="6" y="386"/>
                  </a:lnTo>
                  <a:lnTo>
                    <a:pt x="4" y="376"/>
                  </a:lnTo>
                  <a:lnTo>
                    <a:pt x="3" y="373"/>
                  </a:lnTo>
                  <a:lnTo>
                    <a:pt x="1" y="369"/>
                  </a:lnTo>
                  <a:lnTo>
                    <a:pt x="1" y="366"/>
                  </a:lnTo>
                  <a:lnTo>
                    <a:pt x="0" y="360"/>
                  </a:lnTo>
                  <a:lnTo>
                    <a:pt x="4" y="350"/>
                  </a:lnTo>
                  <a:lnTo>
                    <a:pt x="12" y="338"/>
                  </a:lnTo>
                  <a:lnTo>
                    <a:pt x="18" y="324"/>
                  </a:lnTo>
                  <a:lnTo>
                    <a:pt x="26" y="312"/>
                  </a:lnTo>
                  <a:lnTo>
                    <a:pt x="32" y="300"/>
                  </a:lnTo>
                  <a:lnTo>
                    <a:pt x="37" y="289"/>
                  </a:lnTo>
                  <a:lnTo>
                    <a:pt x="41" y="280"/>
                  </a:lnTo>
                  <a:lnTo>
                    <a:pt x="46" y="270"/>
                  </a:lnTo>
                  <a:lnTo>
                    <a:pt x="52" y="261"/>
                  </a:lnTo>
                  <a:lnTo>
                    <a:pt x="64" y="235"/>
                  </a:lnTo>
                  <a:lnTo>
                    <a:pt x="78" y="210"/>
                  </a:lnTo>
                  <a:lnTo>
                    <a:pt x="90" y="184"/>
                  </a:lnTo>
                  <a:lnTo>
                    <a:pt x="104" y="160"/>
                  </a:lnTo>
                  <a:lnTo>
                    <a:pt x="104" y="160"/>
                  </a:lnTo>
                  <a:lnTo>
                    <a:pt x="104" y="158"/>
                  </a:lnTo>
                  <a:lnTo>
                    <a:pt x="103" y="161"/>
                  </a:lnTo>
                  <a:lnTo>
                    <a:pt x="106" y="163"/>
                  </a:lnTo>
                  <a:lnTo>
                    <a:pt x="115" y="163"/>
                  </a:lnTo>
                  <a:lnTo>
                    <a:pt x="124" y="166"/>
                  </a:lnTo>
                  <a:lnTo>
                    <a:pt x="130" y="166"/>
                  </a:lnTo>
                  <a:lnTo>
                    <a:pt x="133" y="164"/>
                  </a:lnTo>
                  <a:lnTo>
                    <a:pt x="137" y="160"/>
                  </a:lnTo>
                  <a:lnTo>
                    <a:pt x="137" y="154"/>
                  </a:lnTo>
                  <a:lnTo>
                    <a:pt x="138" y="152"/>
                  </a:lnTo>
                  <a:lnTo>
                    <a:pt x="140" y="154"/>
                  </a:lnTo>
                  <a:lnTo>
                    <a:pt x="140" y="150"/>
                  </a:lnTo>
                  <a:lnTo>
                    <a:pt x="141" y="147"/>
                  </a:lnTo>
                  <a:lnTo>
                    <a:pt x="143" y="147"/>
                  </a:lnTo>
                  <a:lnTo>
                    <a:pt x="149" y="144"/>
                  </a:lnTo>
                  <a:lnTo>
                    <a:pt x="150" y="143"/>
                  </a:lnTo>
                  <a:lnTo>
                    <a:pt x="152" y="141"/>
                  </a:lnTo>
                  <a:lnTo>
                    <a:pt x="155" y="132"/>
                  </a:lnTo>
                  <a:lnTo>
                    <a:pt x="158" y="129"/>
                  </a:lnTo>
                  <a:lnTo>
                    <a:pt x="163" y="130"/>
                  </a:lnTo>
                  <a:lnTo>
                    <a:pt x="163" y="129"/>
                  </a:lnTo>
                  <a:lnTo>
                    <a:pt x="170" y="123"/>
                  </a:lnTo>
                  <a:lnTo>
                    <a:pt x="175" y="123"/>
                  </a:lnTo>
                  <a:lnTo>
                    <a:pt x="176" y="121"/>
                  </a:lnTo>
                  <a:lnTo>
                    <a:pt x="175" y="120"/>
                  </a:lnTo>
                  <a:lnTo>
                    <a:pt x="170" y="117"/>
                  </a:lnTo>
                  <a:lnTo>
                    <a:pt x="170" y="115"/>
                  </a:lnTo>
                  <a:lnTo>
                    <a:pt x="170" y="114"/>
                  </a:lnTo>
                  <a:lnTo>
                    <a:pt x="172" y="106"/>
                  </a:lnTo>
                  <a:lnTo>
                    <a:pt x="172" y="103"/>
                  </a:lnTo>
                  <a:lnTo>
                    <a:pt x="172" y="101"/>
                  </a:lnTo>
                  <a:lnTo>
                    <a:pt x="173" y="100"/>
                  </a:lnTo>
                  <a:lnTo>
                    <a:pt x="175" y="98"/>
                  </a:lnTo>
                  <a:lnTo>
                    <a:pt x="176" y="98"/>
                  </a:lnTo>
                  <a:lnTo>
                    <a:pt x="176" y="98"/>
                  </a:lnTo>
                  <a:lnTo>
                    <a:pt x="178" y="98"/>
                  </a:lnTo>
                  <a:lnTo>
                    <a:pt x="180" y="97"/>
                  </a:lnTo>
                  <a:lnTo>
                    <a:pt x="180" y="97"/>
                  </a:lnTo>
                  <a:lnTo>
                    <a:pt x="178" y="94"/>
                  </a:lnTo>
                  <a:lnTo>
                    <a:pt x="178" y="92"/>
                  </a:lnTo>
                  <a:lnTo>
                    <a:pt x="180" y="91"/>
                  </a:lnTo>
                  <a:lnTo>
                    <a:pt x="180" y="87"/>
                  </a:lnTo>
                  <a:lnTo>
                    <a:pt x="180" y="86"/>
                  </a:lnTo>
                  <a:lnTo>
                    <a:pt x="180" y="84"/>
                  </a:lnTo>
                  <a:lnTo>
                    <a:pt x="180" y="81"/>
                  </a:lnTo>
                  <a:lnTo>
                    <a:pt x="180" y="80"/>
                  </a:lnTo>
                  <a:lnTo>
                    <a:pt x="181" y="78"/>
                  </a:lnTo>
                  <a:lnTo>
                    <a:pt x="186" y="64"/>
                  </a:lnTo>
                  <a:lnTo>
                    <a:pt x="187" y="63"/>
                  </a:lnTo>
                  <a:lnTo>
                    <a:pt x="189" y="61"/>
                  </a:lnTo>
                  <a:lnTo>
                    <a:pt x="187" y="60"/>
                  </a:lnTo>
                  <a:lnTo>
                    <a:pt x="189" y="58"/>
                  </a:lnTo>
                  <a:lnTo>
                    <a:pt x="190" y="58"/>
                  </a:lnTo>
                  <a:lnTo>
                    <a:pt x="189" y="55"/>
                  </a:lnTo>
                  <a:lnTo>
                    <a:pt x="190" y="55"/>
                  </a:lnTo>
                  <a:lnTo>
                    <a:pt x="192" y="54"/>
                  </a:lnTo>
                  <a:lnTo>
                    <a:pt x="193" y="51"/>
                  </a:lnTo>
                  <a:lnTo>
                    <a:pt x="193" y="51"/>
                  </a:lnTo>
                  <a:lnTo>
                    <a:pt x="196" y="44"/>
                  </a:lnTo>
                  <a:lnTo>
                    <a:pt x="196" y="44"/>
                  </a:lnTo>
                  <a:lnTo>
                    <a:pt x="198" y="43"/>
                  </a:lnTo>
                  <a:lnTo>
                    <a:pt x="203" y="34"/>
                  </a:lnTo>
                  <a:lnTo>
                    <a:pt x="203" y="32"/>
                  </a:lnTo>
                  <a:lnTo>
                    <a:pt x="203" y="31"/>
                  </a:lnTo>
                  <a:lnTo>
                    <a:pt x="203" y="29"/>
                  </a:lnTo>
                  <a:lnTo>
                    <a:pt x="204" y="27"/>
                  </a:lnTo>
                  <a:lnTo>
                    <a:pt x="206" y="27"/>
                  </a:lnTo>
                  <a:lnTo>
                    <a:pt x="212" y="27"/>
                  </a:lnTo>
                  <a:lnTo>
                    <a:pt x="215" y="27"/>
                  </a:lnTo>
                  <a:lnTo>
                    <a:pt x="219" y="24"/>
                  </a:lnTo>
                  <a:lnTo>
                    <a:pt x="223" y="23"/>
                  </a:lnTo>
                  <a:lnTo>
                    <a:pt x="224" y="23"/>
                  </a:lnTo>
                  <a:lnTo>
                    <a:pt x="224" y="24"/>
                  </a:lnTo>
                  <a:lnTo>
                    <a:pt x="226" y="26"/>
                  </a:lnTo>
                  <a:lnTo>
                    <a:pt x="226" y="26"/>
                  </a:lnTo>
                  <a:lnTo>
                    <a:pt x="227" y="24"/>
                  </a:lnTo>
                  <a:lnTo>
                    <a:pt x="227" y="24"/>
                  </a:lnTo>
                  <a:lnTo>
                    <a:pt x="229" y="23"/>
                  </a:lnTo>
                  <a:lnTo>
                    <a:pt x="230" y="21"/>
                  </a:lnTo>
                  <a:lnTo>
                    <a:pt x="230" y="20"/>
                  </a:lnTo>
                  <a:lnTo>
                    <a:pt x="249" y="21"/>
                  </a:lnTo>
                  <a:lnTo>
                    <a:pt x="249" y="21"/>
                  </a:lnTo>
                  <a:lnTo>
                    <a:pt x="253" y="15"/>
                  </a:lnTo>
                  <a:lnTo>
                    <a:pt x="253" y="14"/>
                  </a:lnTo>
                  <a:lnTo>
                    <a:pt x="253" y="9"/>
                  </a:lnTo>
                  <a:lnTo>
                    <a:pt x="255" y="8"/>
                  </a:lnTo>
                  <a:lnTo>
                    <a:pt x="255" y="6"/>
                  </a:lnTo>
                  <a:lnTo>
                    <a:pt x="258" y="6"/>
                  </a:lnTo>
                  <a:lnTo>
                    <a:pt x="259" y="4"/>
                  </a:lnTo>
                  <a:lnTo>
                    <a:pt x="261" y="1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1414463" y="1797050"/>
              <a:ext cx="741363" cy="887413"/>
            </a:xfrm>
            <a:custGeom>
              <a:avLst/>
              <a:gdLst>
                <a:gd name="T0" fmla="*/ 195 w 934"/>
                <a:gd name="T1" fmla="*/ 0 h 1117"/>
                <a:gd name="T2" fmla="*/ 244 w 934"/>
                <a:gd name="T3" fmla="*/ 0 h 1117"/>
                <a:gd name="T4" fmla="*/ 295 w 934"/>
                <a:gd name="T5" fmla="*/ 0 h 1117"/>
                <a:gd name="T6" fmla="*/ 344 w 934"/>
                <a:gd name="T7" fmla="*/ 0 h 1117"/>
                <a:gd name="T8" fmla="*/ 398 w 934"/>
                <a:gd name="T9" fmla="*/ 1 h 1117"/>
                <a:gd name="T10" fmla="*/ 447 w 934"/>
                <a:gd name="T11" fmla="*/ 11 h 1117"/>
                <a:gd name="T12" fmla="*/ 478 w 934"/>
                <a:gd name="T13" fmla="*/ 61 h 1117"/>
                <a:gd name="T14" fmla="*/ 518 w 934"/>
                <a:gd name="T15" fmla="*/ 86 h 1117"/>
                <a:gd name="T16" fmla="*/ 564 w 934"/>
                <a:gd name="T17" fmla="*/ 129 h 1117"/>
                <a:gd name="T18" fmla="*/ 619 w 934"/>
                <a:gd name="T19" fmla="*/ 178 h 1117"/>
                <a:gd name="T20" fmla="*/ 633 w 934"/>
                <a:gd name="T21" fmla="*/ 184 h 1117"/>
                <a:gd name="T22" fmla="*/ 656 w 934"/>
                <a:gd name="T23" fmla="*/ 201 h 1117"/>
                <a:gd name="T24" fmla="*/ 681 w 934"/>
                <a:gd name="T25" fmla="*/ 224 h 1117"/>
                <a:gd name="T26" fmla="*/ 687 w 934"/>
                <a:gd name="T27" fmla="*/ 249 h 1117"/>
                <a:gd name="T28" fmla="*/ 698 w 934"/>
                <a:gd name="T29" fmla="*/ 267 h 1117"/>
                <a:gd name="T30" fmla="*/ 712 w 934"/>
                <a:gd name="T31" fmla="*/ 317 h 1117"/>
                <a:gd name="T32" fmla="*/ 724 w 934"/>
                <a:gd name="T33" fmla="*/ 360 h 1117"/>
                <a:gd name="T34" fmla="*/ 748 w 934"/>
                <a:gd name="T35" fmla="*/ 398 h 1117"/>
                <a:gd name="T36" fmla="*/ 784 w 934"/>
                <a:gd name="T37" fmla="*/ 420 h 1117"/>
                <a:gd name="T38" fmla="*/ 857 w 934"/>
                <a:gd name="T39" fmla="*/ 463 h 1117"/>
                <a:gd name="T40" fmla="*/ 896 w 934"/>
                <a:gd name="T41" fmla="*/ 484 h 1117"/>
                <a:gd name="T42" fmla="*/ 928 w 934"/>
                <a:gd name="T43" fmla="*/ 506 h 1117"/>
                <a:gd name="T44" fmla="*/ 876 w 934"/>
                <a:gd name="T45" fmla="*/ 619 h 1117"/>
                <a:gd name="T46" fmla="*/ 834 w 934"/>
                <a:gd name="T47" fmla="*/ 725 h 1117"/>
                <a:gd name="T48" fmla="*/ 871 w 934"/>
                <a:gd name="T49" fmla="*/ 931 h 1117"/>
                <a:gd name="T50" fmla="*/ 787 w 934"/>
                <a:gd name="T51" fmla="*/ 922 h 1117"/>
                <a:gd name="T52" fmla="*/ 708 w 934"/>
                <a:gd name="T53" fmla="*/ 971 h 1117"/>
                <a:gd name="T54" fmla="*/ 655 w 934"/>
                <a:gd name="T55" fmla="*/ 965 h 1117"/>
                <a:gd name="T56" fmla="*/ 607 w 934"/>
                <a:gd name="T57" fmla="*/ 967 h 1117"/>
                <a:gd name="T58" fmla="*/ 559 w 934"/>
                <a:gd name="T59" fmla="*/ 933 h 1117"/>
                <a:gd name="T60" fmla="*/ 507 w 934"/>
                <a:gd name="T61" fmla="*/ 907 h 1117"/>
                <a:gd name="T62" fmla="*/ 487 w 934"/>
                <a:gd name="T63" fmla="*/ 918 h 1117"/>
                <a:gd name="T64" fmla="*/ 475 w 934"/>
                <a:gd name="T65" fmla="*/ 944 h 1117"/>
                <a:gd name="T66" fmla="*/ 461 w 934"/>
                <a:gd name="T67" fmla="*/ 978 h 1117"/>
                <a:gd name="T68" fmla="*/ 443 w 934"/>
                <a:gd name="T69" fmla="*/ 1031 h 1117"/>
                <a:gd name="T70" fmla="*/ 420 w 934"/>
                <a:gd name="T71" fmla="*/ 1070 h 1117"/>
                <a:gd name="T72" fmla="*/ 407 w 934"/>
                <a:gd name="T73" fmla="*/ 1099 h 1117"/>
                <a:gd name="T74" fmla="*/ 367 w 934"/>
                <a:gd name="T75" fmla="*/ 1116 h 1117"/>
                <a:gd name="T76" fmla="*/ 320 w 934"/>
                <a:gd name="T77" fmla="*/ 1084 h 1117"/>
                <a:gd name="T78" fmla="*/ 300 w 934"/>
                <a:gd name="T79" fmla="*/ 1061 h 1117"/>
                <a:gd name="T80" fmla="*/ 289 w 934"/>
                <a:gd name="T81" fmla="*/ 1036 h 1117"/>
                <a:gd name="T82" fmla="*/ 220 w 934"/>
                <a:gd name="T83" fmla="*/ 1014 h 1117"/>
                <a:gd name="T84" fmla="*/ 201 w 934"/>
                <a:gd name="T85" fmla="*/ 928 h 1117"/>
                <a:gd name="T86" fmla="*/ 160 w 934"/>
                <a:gd name="T87" fmla="*/ 882 h 1117"/>
                <a:gd name="T88" fmla="*/ 117 w 934"/>
                <a:gd name="T89" fmla="*/ 868 h 1117"/>
                <a:gd name="T90" fmla="*/ 99 w 934"/>
                <a:gd name="T91" fmla="*/ 868 h 1117"/>
                <a:gd name="T92" fmla="*/ 79 w 934"/>
                <a:gd name="T93" fmla="*/ 824 h 1117"/>
                <a:gd name="T94" fmla="*/ 80 w 934"/>
                <a:gd name="T95" fmla="*/ 782 h 1117"/>
                <a:gd name="T96" fmla="*/ 59 w 934"/>
                <a:gd name="T97" fmla="*/ 749 h 1117"/>
                <a:gd name="T98" fmla="*/ 26 w 934"/>
                <a:gd name="T99" fmla="*/ 716 h 1117"/>
                <a:gd name="T100" fmla="*/ 11 w 934"/>
                <a:gd name="T101" fmla="*/ 646 h 1117"/>
                <a:gd name="T102" fmla="*/ 77 w 934"/>
                <a:gd name="T103" fmla="*/ 650 h 1117"/>
                <a:gd name="T104" fmla="*/ 92 w 934"/>
                <a:gd name="T105" fmla="*/ 616 h 1117"/>
                <a:gd name="T106" fmla="*/ 86 w 934"/>
                <a:gd name="T107" fmla="*/ 559 h 1117"/>
                <a:gd name="T108" fmla="*/ 79 w 934"/>
                <a:gd name="T109" fmla="*/ 506 h 1117"/>
                <a:gd name="T110" fmla="*/ 85 w 934"/>
                <a:gd name="T111" fmla="*/ 440 h 1117"/>
                <a:gd name="T112" fmla="*/ 94 w 934"/>
                <a:gd name="T113" fmla="*/ 352 h 1117"/>
                <a:gd name="T114" fmla="*/ 99 w 934"/>
                <a:gd name="T115" fmla="*/ 324 h 1117"/>
                <a:gd name="T116" fmla="*/ 94 w 934"/>
                <a:gd name="T117" fmla="*/ 258 h 1117"/>
                <a:gd name="T118" fmla="*/ 65 w 934"/>
                <a:gd name="T119" fmla="*/ 217 h 1117"/>
                <a:gd name="T120" fmla="*/ 20 w 934"/>
                <a:gd name="T121" fmla="*/ 164 h 1117"/>
                <a:gd name="T122" fmla="*/ 151 w 934"/>
                <a:gd name="T123" fmla="*/ 63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4" h="1117">
                  <a:moveTo>
                    <a:pt x="151" y="0"/>
                  </a:moveTo>
                  <a:lnTo>
                    <a:pt x="154" y="0"/>
                  </a:lnTo>
                  <a:lnTo>
                    <a:pt x="158" y="0"/>
                  </a:lnTo>
                  <a:lnTo>
                    <a:pt x="163" y="0"/>
                  </a:lnTo>
                  <a:lnTo>
                    <a:pt x="166" y="0"/>
                  </a:lnTo>
                  <a:lnTo>
                    <a:pt x="171" y="0"/>
                  </a:lnTo>
                  <a:lnTo>
                    <a:pt x="175" y="0"/>
                  </a:lnTo>
                  <a:lnTo>
                    <a:pt x="178" y="0"/>
                  </a:lnTo>
                  <a:lnTo>
                    <a:pt x="183" y="0"/>
                  </a:lnTo>
                  <a:lnTo>
                    <a:pt x="188" y="0"/>
                  </a:lnTo>
                  <a:lnTo>
                    <a:pt x="191" y="0"/>
                  </a:lnTo>
                  <a:lnTo>
                    <a:pt x="195" y="0"/>
                  </a:lnTo>
                  <a:lnTo>
                    <a:pt x="200" y="0"/>
                  </a:lnTo>
                  <a:lnTo>
                    <a:pt x="205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7" y="0"/>
                  </a:lnTo>
                  <a:lnTo>
                    <a:pt x="220" y="0"/>
                  </a:lnTo>
                  <a:lnTo>
                    <a:pt x="225" y="0"/>
                  </a:lnTo>
                  <a:lnTo>
                    <a:pt x="229" y="0"/>
                  </a:lnTo>
                  <a:lnTo>
                    <a:pt x="232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4" y="0"/>
                  </a:lnTo>
                  <a:lnTo>
                    <a:pt x="249" y="0"/>
                  </a:lnTo>
                  <a:lnTo>
                    <a:pt x="254" y="0"/>
                  </a:lnTo>
                  <a:lnTo>
                    <a:pt x="258" y="0"/>
                  </a:lnTo>
                  <a:lnTo>
                    <a:pt x="261" y="0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4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6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8" y="0"/>
                  </a:lnTo>
                  <a:lnTo>
                    <a:pt x="303" y="0"/>
                  </a:lnTo>
                  <a:lnTo>
                    <a:pt x="307" y="0"/>
                  </a:lnTo>
                  <a:lnTo>
                    <a:pt x="312" y="0"/>
                  </a:lnTo>
                  <a:lnTo>
                    <a:pt x="315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2" y="0"/>
                  </a:lnTo>
                  <a:lnTo>
                    <a:pt x="337" y="0"/>
                  </a:lnTo>
                  <a:lnTo>
                    <a:pt x="340" y="0"/>
                  </a:lnTo>
                  <a:lnTo>
                    <a:pt x="344" y="0"/>
                  </a:lnTo>
                  <a:lnTo>
                    <a:pt x="349" y="0"/>
                  </a:lnTo>
                  <a:lnTo>
                    <a:pt x="352" y="0"/>
                  </a:lnTo>
                  <a:lnTo>
                    <a:pt x="357" y="0"/>
                  </a:lnTo>
                  <a:lnTo>
                    <a:pt x="361" y="0"/>
                  </a:lnTo>
                  <a:lnTo>
                    <a:pt x="366" y="1"/>
                  </a:lnTo>
                  <a:lnTo>
                    <a:pt x="369" y="1"/>
                  </a:lnTo>
                  <a:lnTo>
                    <a:pt x="374" y="1"/>
                  </a:lnTo>
                  <a:lnTo>
                    <a:pt x="381" y="1"/>
                  </a:lnTo>
                  <a:lnTo>
                    <a:pt x="386" y="1"/>
                  </a:lnTo>
                  <a:lnTo>
                    <a:pt x="390" y="1"/>
                  </a:lnTo>
                  <a:lnTo>
                    <a:pt x="394" y="1"/>
                  </a:lnTo>
                  <a:lnTo>
                    <a:pt x="398" y="1"/>
                  </a:lnTo>
                  <a:lnTo>
                    <a:pt x="403" y="1"/>
                  </a:lnTo>
                  <a:lnTo>
                    <a:pt x="406" y="1"/>
                  </a:lnTo>
                  <a:lnTo>
                    <a:pt x="410" y="1"/>
                  </a:lnTo>
                  <a:lnTo>
                    <a:pt x="415" y="1"/>
                  </a:lnTo>
                  <a:lnTo>
                    <a:pt x="421" y="1"/>
                  </a:lnTo>
                  <a:lnTo>
                    <a:pt x="423" y="1"/>
                  </a:lnTo>
                  <a:lnTo>
                    <a:pt x="424" y="3"/>
                  </a:lnTo>
                  <a:lnTo>
                    <a:pt x="426" y="3"/>
                  </a:lnTo>
                  <a:lnTo>
                    <a:pt x="429" y="4"/>
                  </a:lnTo>
                  <a:lnTo>
                    <a:pt x="435" y="3"/>
                  </a:lnTo>
                  <a:lnTo>
                    <a:pt x="441" y="6"/>
                  </a:lnTo>
                  <a:lnTo>
                    <a:pt x="447" y="11"/>
                  </a:lnTo>
                  <a:lnTo>
                    <a:pt x="452" y="18"/>
                  </a:lnTo>
                  <a:lnTo>
                    <a:pt x="455" y="24"/>
                  </a:lnTo>
                  <a:lnTo>
                    <a:pt x="458" y="37"/>
                  </a:lnTo>
                  <a:lnTo>
                    <a:pt x="460" y="40"/>
                  </a:lnTo>
                  <a:lnTo>
                    <a:pt x="467" y="48"/>
                  </a:lnTo>
                  <a:lnTo>
                    <a:pt x="469" y="51"/>
                  </a:lnTo>
                  <a:lnTo>
                    <a:pt x="469" y="54"/>
                  </a:lnTo>
                  <a:lnTo>
                    <a:pt x="469" y="54"/>
                  </a:lnTo>
                  <a:lnTo>
                    <a:pt x="470" y="55"/>
                  </a:lnTo>
                  <a:lnTo>
                    <a:pt x="470" y="57"/>
                  </a:lnTo>
                  <a:lnTo>
                    <a:pt x="476" y="60"/>
                  </a:lnTo>
                  <a:lnTo>
                    <a:pt x="478" y="61"/>
                  </a:lnTo>
                  <a:lnTo>
                    <a:pt x="481" y="63"/>
                  </a:lnTo>
                  <a:lnTo>
                    <a:pt x="489" y="66"/>
                  </a:lnTo>
                  <a:lnTo>
                    <a:pt x="493" y="69"/>
                  </a:lnTo>
                  <a:lnTo>
                    <a:pt x="496" y="69"/>
                  </a:lnTo>
                  <a:lnTo>
                    <a:pt x="501" y="71"/>
                  </a:lnTo>
                  <a:lnTo>
                    <a:pt x="504" y="71"/>
                  </a:lnTo>
                  <a:lnTo>
                    <a:pt x="510" y="77"/>
                  </a:lnTo>
                  <a:lnTo>
                    <a:pt x="512" y="78"/>
                  </a:lnTo>
                  <a:lnTo>
                    <a:pt x="513" y="80"/>
                  </a:lnTo>
                  <a:lnTo>
                    <a:pt x="515" y="83"/>
                  </a:lnTo>
                  <a:lnTo>
                    <a:pt x="515" y="84"/>
                  </a:lnTo>
                  <a:lnTo>
                    <a:pt x="518" y="86"/>
                  </a:lnTo>
                  <a:lnTo>
                    <a:pt x="521" y="87"/>
                  </a:lnTo>
                  <a:lnTo>
                    <a:pt x="521" y="87"/>
                  </a:lnTo>
                  <a:lnTo>
                    <a:pt x="523" y="89"/>
                  </a:lnTo>
                  <a:lnTo>
                    <a:pt x="526" y="92"/>
                  </a:lnTo>
                  <a:lnTo>
                    <a:pt x="538" y="106"/>
                  </a:lnTo>
                  <a:lnTo>
                    <a:pt x="539" y="109"/>
                  </a:lnTo>
                  <a:lnTo>
                    <a:pt x="541" y="112"/>
                  </a:lnTo>
                  <a:lnTo>
                    <a:pt x="553" y="120"/>
                  </a:lnTo>
                  <a:lnTo>
                    <a:pt x="556" y="121"/>
                  </a:lnTo>
                  <a:lnTo>
                    <a:pt x="558" y="121"/>
                  </a:lnTo>
                  <a:lnTo>
                    <a:pt x="561" y="126"/>
                  </a:lnTo>
                  <a:lnTo>
                    <a:pt x="564" y="129"/>
                  </a:lnTo>
                  <a:lnTo>
                    <a:pt x="567" y="131"/>
                  </a:lnTo>
                  <a:lnTo>
                    <a:pt x="570" y="132"/>
                  </a:lnTo>
                  <a:lnTo>
                    <a:pt x="572" y="135"/>
                  </a:lnTo>
                  <a:lnTo>
                    <a:pt x="573" y="141"/>
                  </a:lnTo>
                  <a:lnTo>
                    <a:pt x="575" y="144"/>
                  </a:lnTo>
                  <a:lnTo>
                    <a:pt x="579" y="146"/>
                  </a:lnTo>
                  <a:lnTo>
                    <a:pt x="584" y="154"/>
                  </a:lnTo>
                  <a:lnTo>
                    <a:pt x="598" y="163"/>
                  </a:lnTo>
                  <a:lnTo>
                    <a:pt x="604" y="170"/>
                  </a:lnTo>
                  <a:lnTo>
                    <a:pt x="606" y="174"/>
                  </a:lnTo>
                  <a:lnTo>
                    <a:pt x="610" y="174"/>
                  </a:lnTo>
                  <a:lnTo>
                    <a:pt x="619" y="178"/>
                  </a:lnTo>
                  <a:lnTo>
                    <a:pt x="621" y="180"/>
                  </a:lnTo>
                  <a:lnTo>
                    <a:pt x="621" y="181"/>
                  </a:lnTo>
                  <a:lnTo>
                    <a:pt x="622" y="181"/>
                  </a:lnTo>
                  <a:lnTo>
                    <a:pt x="624" y="183"/>
                  </a:lnTo>
                  <a:lnTo>
                    <a:pt x="625" y="183"/>
                  </a:lnTo>
                  <a:lnTo>
                    <a:pt x="625" y="181"/>
                  </a:lnTo>
                  <a:lnTo>
                    <a:pt x="627" y="180"/>
                  </a:lnTo>
                  <a:lnTo>
                    <a:pt x="627" y="180"/>
                  </a:lnTo>
                  <a:lnTo>
                    <a:pt x="629" y="181"/>
                  </a:lnTo>
                  <a:lnTo>
                    <a:pt x="630" y="181"/>
                  </a:lnTo>
                  <a:lnTo>
                    <a:pt x="632" y="181"/>
                  </a:lnTo>
                  <a:lnTo>
                    <a:pt x="633" y="184"/>
                  </a:lnTo>
                  <a:lnTo>
                    <a:pt x="635" y="184"/>
                  </a:lnTo>
                  <a:lnTo>
                    <a:pt x="636" y="186"/>
                  </a:lnTo>
                  <a:lnTo>
                    <a:pt x="638" y="186"/>
                  </a:lnTo>
                  <a:lnTo>
                    <a:pt x="638" y="187"/>
                  </a:lnTo>
                  <a:lnTo>
                    <a:pt x="638" y="189"/>
                  </a:lnTo>
                  <a:lnTo>
                    <a:pt x="639" y="189"/>
                  </a:lnTo>
                  <a:lnTo>
                    <a:pt x="639" y="189"/>
                  </a:lnTo>
                  <a:lnTo>
                    <a:pt x="641" y="192"/>
                  </a:lnTo>
                  <a:lnTo>
                    <a:pt x="642" y="190"/>
                  </a:lnTo>
                  <a:lnTo>
                    <a:pt x="650" y="198"/>
                  </a:lnTo>
                  <a:lnTo>
                    <a:pt x="653" y="200"/>
                  </a:lnTo>
                  <a:lnTo>
                    <a:pt x="656" y="201"/>
                  </a:lnTo>
                  <a:lnTo>
                    <a:pt x="659" y="203"/>
                  </a:lnTo>
                  <a:lnTo>
                    <a:pt x="662" y="204"/>
                  </a:lnTo>
                  <a:lnTo>
                    <a:pt x="664" y="207"/>
                  </a:lnTo>
                  <a:lnTo>
                    <a:pt x="665" y="209"/>
                  </a:lnTo>
                  <a:lnTo>
                    <a:pt x="665" y="212"/>
                  </a:lnTo>
                  <a:lnTo>
                    <a:pt x="665" y="214"/>
                  </a:lnTo>
                  <a:lnTo>
                    <a:pt x="667" y="215"/>
                  </a:lnTo>
                  <a:lnTo>
                    <a:pt x="668" y="217"/>
                  </a:lnTo>
                  <a:lnTo>
                    <a:pt x="673" y="217"/>
                  </a:lnTo>
                  <a:lnTo>
                    <a:pt x="675" y="217"/>
                  </a:lnTo>
                  <a:lnTo>
                    <a:pt x="676" y="220"/>
                  </a:lnTo>
                  <a:lnTo>
                    <a:pt x="681" y="224"/>
                  </a:lnTo>
                  <a:lnTo>
                    <a:pt x="682" y="227"/>
                  </a:lnTo>
                  <a:lnTo>
                    <a:pt x="682" y="230"/>
                  </a:lnTo>
                  <a:lnTo>
                    <a:pt x="682" y="234"/>
                  </a:lnTo>
                  <a:lnTo>
                    <a:pt x="684" y="235"/>
                  </a:lnTo>
                  <a:lnTo>
                    <a:pt x="685" y="237"/>
                  </a:lnTo>
                  <a:lnTo>
                    <a:pt x="687" y="238"/>
                  </a:lnTo>
                  <a:lnTo>
                    <a:pt x="687" y="240"/>
                  </a:lnTo>
                  <a:lnTo>
                    <a:pt x="685" y="241"/>
                  </a:lnTo>
                  <a:lnTo>
                    <a:pt x="685" y="243"/>
                  </a:lnTo>
                  <a:lnTo>
                    <a:pt x="685" y="244"/>
                  </a:lnTo>
                  <a:lnTo>
                    <a:pt x="687" y="247"/>
                  </a:lnTo>
                  <a:lnTo>
                    <a:pt x="687" y="249"/>
                  </a:lnTo>
                  <a:lnTo>
                    <a:pt x="687" y="252"/>
                  </a:lnTo>
                  <a:lnTo>
                    <a:pt x="687" y="254"/>
                  </a:lnTo>
                  <a:lnTo>
                    <a:pt x="687" y="254"/>
                  </a:lnTo>
                  <a:lnTo>
                    <a:pt x="688" y="257"/>
                  </a:lnTo>
                  <a:lnTo>
                    <a:pt x="690" y="257"/>
                  </a:lnTo>
                  <a:lnTo>
                    <a:pt x="692" y="258"/>
                  </a:lnTo>
                  <a:lnTo>
                    <a:pt x="693" y="260"/>
                  </a:lnTo>
                  <a:lnTo>
                    <a:pt x="693" y="261"/>
                  </a:lnTo>
                  <a:lnTo>
                    <a:pt x="693" y="263"/>
                  </a:lnTo>
                  <a:lnTo>
                    <a:pt x="695" y="266"/>
                  </a:lnTo>
                  <a:lnTo>
                    <a:pt x="695" y="266"/>
                  </a:lnTo>
                  <a:lnTo>
                    <a:pt x="698" y="267"/>
                  </a:lnTo>
                  <a:lnTo>
                    <a:pt x="701" y="272"/>
                  </a:lnTo>
                  <a:lnTo>
                    <a:pt x="702" y="278"/>
                  </a:lnTo>
                  <a:lnTo>
                    <a:pt x="704" y="281"/>
                  </a:lnTo>
                  <a:lnTo>
                    <a:pt x="705" y="283"/>
                  </a:lnTo>
                  <a:lnTo>
                    <a:pt x="708" y="283"/>
                  </a:lnTo>
                  <a:lnTo>
                    <a:pt x="710" y="284"/>
                  </a:lnTo>
                  <a:lnTo>
                    <a:pt x="713" y="292"/>
                  </a:lnTo>
                  <a:lnTo>
                    <a:pt x="715" y="295"/>
                  </a:lnTo>
                  <a:lnTo>
                    <a:pt x="715" y="298"/>
                  </a:lnTo>
                  <a:lnTo>
                    <a:pt x="715" y="306"/>
                  </a:lnTo>
                  <a:lnTo>
                    <a:pt x="715" y="309"/>
                  </a:lnTo>
                  <a:lnTo>
                    <a:pt x="712" y="317"/>
                  </a:lnTo>
                  <a:lnTo>
                    <a:pt x="712" y="320"/>
                  </a:lnTo>
                  <a:lnTo>
                    <a:pt x="712" y="324"/>
                  </a:lnTo>
                  <a:lnTo>
                    <a:pt x="715" y="333"/>
                  </a:lnTo>
                  <a:lnTo>
                    <a:pt x="715" y="335"/>
                  </a:lnTo>
                  <a:lnTo>
                    <a:pt x="715" y="338"/>
                  </a:lnTo>
                  <a:lnTo>
                    <a:pt x="715" y="341"/>
                  </a:lnTo>
                  <a:lnTo>
                    <a:pt x="716" y="341"/>
                  </a:lnTo>
                  <a:lnTo>
                    <a:pt x="718" y="344"/>
                  </a:lnTo>
                  <a:lnTo>
                    <a:pt x="718" y="344"/>
                  </a:lnTo>
                  <a:lnTo>
                    <a:pt x="719" y="347"/>
                  </a:lnTo>
                  <a:lnTo>
                    <a:pt x="722" y="350"/>
                  </a:lnTo>
                  <a:lnTo>
                    <a:pt x="724" y="360"/>
                  </a:lnTo>
                  <a:lnTo>
                    <a:pt x="725" y="361"/>
                  </a:lnTo>
                  <a:lnTo>
                    <a:pt x="728" y="364"/>
                  </a:lnTo>
                  <a:lnTo>
                    <a:pt x="730" y="366"/>
                  </a:lnTo>
                  <a:lnTo>
                    <a:pt x="733" y="369"/>
                  </a:lnTo>
                  <a:lnTo>
                    <a:pt x="735" y="376"/>
                  </a:lnTo>
                  <a:lnTo>
                    <a:pt x="738" y="381"/>
                  </a:lnTo>
                  <a:lnTo>
                    <a:pt x="738" y="384"/>
                  </a:lnTo>
                  <a:lnTo>
                    <a:pt x="738" y="387"/>
                  </a:lnTo>
                  <a:lnTo>
                    <a:pt x="738" y="389"/>
                  </a:lnTo>
                  <a:lnTo>
                    <a:pt x="739" y="390"/>
                  </a:lnTo>
                  <a:lnTo>
                    <a:pt x="741" y="393"/>
                  </a:lnTo>
                  <a:lnTo>
                    <a:pt x="748" y="398"/>
                  </a:lnTo>
                  <a:lnTo>
                    <a:pt x="751" y="401"/>
                  </a:lnTo>
                  <a:lnTo>
                    <a:pt x="751" y="401"/>
                  </a:lnTo>
                  <a:lnTo>
                    <a:pt x="751" y="404"/>
                  </a:lnTo>
                  <a:lnTo>
                    <a:pt x="753" y="406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68" y="415"/>
                  </a:lnTo>
                  <a:lnTo>
                    <a:pt x="770" y="416"/>
                  </a:lnTo>
                  <a:lnTo>
                    <a:pt x="773" y="415"/>
                  </a:lnTo>
                  <a:lnTo>
                    <a:pt x="778" y="415"/>
                  </a:lnTo>
                  <a:lnTo>
                    <a:pt x="781" y="416"/>
                  </a:lnTo>
                  <a:lnTo>
                    <a:pt x="784" y="420"/>
                  </a:lnTo>
                  <a:lnTo>
                    <a:pt x="787" y="423"/>
                  </a:lnTo>
                  <a:lnTo>
                    <a:pt x="788" y="423"/>
                  </a:lnTo>
                  <a:lnTo>
                    <a:pt x="790" y="424"/>
                  </a:lnTo>
                  <a:lnTo>
                    <a:pt x="793" y="430"/>
                  </a:lnTo>
                  <a:lnTo>
                    <a:pt x="798" y="436"/>
                  </a:lnTo>
                  <a:lnTo>
                    <a:pt x="802" y="440"/>
                  </a:lnTo>
                  <a:lnTo>
                    <a:pt x="807" y="443"/>
                  </a:lnTo>
                  <a:lnTo>
                    <a:pt x="814" y="450"/>
                  </a:lnTo>
                  <a:lnTo>
                    <a:pt x="821" y="455"/>
                  </a:lnTo>
                  <a:lnTo>
                    <a:pt x="836" y="460"/>
                  </a:lnTo>
                  <a:lnTo>
                    <a:pt x="845" y="461"/>
                  </a:lnTo>
                  <a:lnTo>
                    <a:pt x="857" y="463"/>
                  </a:lnTo>
                  <a:lnTo>
                    <a:pt x="859" y="463"/>
                  </a:lnTo>
                  <a:lnTo>
                    <a:pt x="861" y="464"/>
                  </a:lnTo>
                  <a:lnTo>
                    <a:pt x="861" y="466"/>
                  </a:lnTo>
                  <a:lnTo>
                    <a:pt x="859" y="470"/>
                  </a:lnTo>
                  <a:lnTo>
                    <a:pt x="861" y="470"/>
                  </a:lnTo>
                  <a:lnTo>
                    <a:pt x="862" y="472"/>
                  </a:lnTo>
                  <a:lnTo>
                    <a:pt x="864" y="472"/>
                  </a:lnTo>
                  <a:lnTo>
                    <a:pt x="871" y="478"/>
                  </a:lnTo>
                  <a:lnTo>
                    <a:pt x="876" y="481"/>
                  </a:lnTo>
                  <a:lnTo>
                    <a:pt x="890" y="484"/>
                  </a:lnTo>
                  <a:lnTo>
                    <a:pt x="894" y="484"/>
                  </a:lnTo>
                  <a:lnTo>
                    <a:pt x="896" y="484"/>
                  </a:lnTo>
                  <a:lnTo>
                    <a:pt x="897" y="486"/>
                  </a:lnTo>
                  <a:lnTo>
                    <a:pt x="897" y="487"/>
                  </a:lnTo>
                  <a:lnTo>
                    <a:pt x="897" y="489"/>
                  </a:lnTo>
                  <a:lnTo>
                    <a:pt x="899" y="490"/>
                  </a:lnTo>
                  <a:lnTo>
                    <a:pt x="907" y="498"/>
                  </a:lnTo>
                  <a:lnTo>
                    <a:pt x="914" y="501"/>
                  </a:lnTo>
                  <a:lnTo>
                    <a:pt x="916" y="503"/>
                  </a:lnTo>
                  <a:lnTo>
                    <a:pt x="917" y="503"/>
                  </a:lnTo>
                  <a:lnTo>
                    <a:pt x="922" y="507"/>
                  </a:lnTo>
                  <a:lnTo>
                    <a:pt x="924" y="509"/>
                  </a:lnTo>
                  <a:lnTo>
                    <a:pt x="927" y="507"/>
                  </a:lnTo>
                  <a:lnTo>
                    <a:pt x="928" y="506"/>
                  </a:lnTo>
                  <a:lnTo>
                    <a:pt x="930" y="506"/>
                  </a:lnTo>
                  <a:lnTo>
                    <a:pt x="931" y="509"/>
                  </a:lnTo>
                  <a:lnTo>
                    <a:pt x="931" y="507"/>
                  </a:lnTo>
                  <a:lnTo>
                    <a:pt x="934" y="507"/>
                  </a:lnTo>
                  <a:lnTo>
                    <a:pt x="934" y="507"/>
                  </a:lnTo>
                  <a:lnTo>
                    <a:pt x="934" y="509"/>
                  </a:lnTo>
                  <a:lnTo>
                    <a:pt x="934" y="509"/>
                  </a:lnTo>
                  <a:lnTo>
                    <a:pt x="920" y="533"/>
                  </a:lnTo>
                  <a:lnTo>
                    <a:pt x="908" y="559"/>
                  </a:lnTo>
                  <a:lnTo>
                    <a:pt x="894" y="584"/>
                  </a:lnTo>
                  <a:lnTo>
                    <a:pt x="882" y="610"/>
                  </a:lnTo>
                  <a:lnTo>
                    <a:pt x="876" y="619"/>
                  </a:lnTo>
                  <a:lnTo>
                    <a:pt x="871" y="629"/>
                  </a:lnTo>
                  <a:lnTo>
                    <a:pt x="867" y="638"/>
                  </a:lnTo>
                  <a:lnTo>
                    <a:pt x="862" y="649"/>
                  </a:lnTo>
                  <a:lnTo>
                    <a:pt x="856" y="661"/>
                  </a:lnTo>
                  <a:lnTo>
                    <a:pt x="848" y="673"/>
                  </a:lnTo>
                  <a:lnTo>
                    <a:pt x="842" y="687"/>
                  </a:lnTo>
                  <a:lnTo>
                    <a:pt x="834" y="699"/>
                  </a:lnTo>
                  <a:lnTo>
                    <a:pt x="830" y="709"/>
                  </a:lnTo>
                  <a:lnTo>
                    <a:pt x="831" y="715"/>
                  </a:lnTo>
                  <a:lnTo>
                    <a:pt x="831" y="718"/>
                  </a:lnTo>
                  <a:lnTo>
                    <a:pt x="833" y="722"/>
                  </a:lnTo>
                  <a:lnTo>
                    <a:pt x="834" y="725"/>
                  </a:lnTo>
                  <a:lnTo>
                    <a:pt x="836" y="735"/>
                  </a:lnTo>
                  <a:lnTo>
                    <a:pt x="837" y="742"/>
                  </a:lnTo>
                  <a:lnTo>
                    <a:pt x="839" y="750"/>
                  </a:lnTo>
                  <a:lnTo>
                    <a:pt x="841" y="758"/>
                  </a:lnTo>
                  <a:lnTo>
                    <a:pt x="850" y="793"/>
                  </a:lnTo>
                  <a:lnTo>
                    <a:pt x="857" y="827"/>
                  </a:lnTo>
                  <a:lnTo>
                    <a:pt x="865" y="862"/>
                  </a:lnTo>
                  <a:lnTo>
                    <a:pt x="874" y="896"/>
                  </a:lnTo>
                  <a:lnTo>
                    <a:pt x="876" y="907"/>
                  </a:lnTo>
                  <a:lnTo>
                    <a:pt x="880" y="927"/>
                  </a:lnTo>
                  <a:lnTo>
                    <a:pt x="884" y="936"/>
                  </a:lnTo>
                  <a:lnTo>
                    <a:pt x="871" y="931"/>
                  </a:lnTo>
                  <a:lnTo>
                    <a:pt x="859" y="927"/>
                  </a:lnTo>
                  <a:lnTo>
                    <a:pt x="845" y="921"/>
                  </a:lnTo>
                  <a:lnTo>
                    <a:pt x="833" y="916"/>
                  </a:lnTo>
                  <a:lnTo>
                    <a:pt x="830" y="915"/>
                  </a:lnTo>
                  <a:lnTo>
                    <a:pt x="825" y="913"/>
                  </a:lnTo>
                  <a:lnTo>
                    <a:pt x="822" y="913"/>
                  </a:lnTo>
                  <a:lnTo>
                    <a:pt x="818" y="913"/>
                  </a:lnTo>
                  <a:lnTo>
                    <a:pt x="811" y="913"/>
                  </a:lnTo>
                  <a:lnTo>
                    <a:pt x="805" y="913"/>
                  </a:lnTo>
                  <a:lnTo>
                    <a:pt x="799" y="915"/>
                  </a:lnTo>
                  <a:lnTo>
                    <a:pt x="793" y="916"/>
                  </a:lnTo>
                  <a:lnTo>
                    <a:pt x="787" y="922"/>
                  </a:lnTo>
                  <a:lnTo>
                    <a:pt x="781" y="930"/>
                  </a:lnTo>
                  <a:lnTo>
                    <a:pt x="774" y="938"/>
                  </a:lnTo>
                  <a:lnTo>
                    <a:pt x="770" y="945"/>
                  </a:lnTo>
                  <a:lnTo>
                    <a:pt x="762" y="956"/>
                  </a:lnTo>
                  <a:lnTo>
                    <a:pt x="755" y="965"/>
                  </a:lnTo>
                  <a:lnTo>
                    <a:pt x="748" y="974"/>
                  </a:lnTo>
                  <a:lnTo>
                    <a:pt x="741" y="985"/>
                  </a:lnTo>
                  <a:lnTo>
                    <a:pt x="735" y="990"/>
                  </a:lnTo>
                  <a:lnTo>
                    <a:pt x="728" y="988"/>
                  </a:lnTo>
                  <a:lnTo>
                    <a:pt x="722" y="984"/>
                  </a:lnTo>
                  <a:lnTo>
                    <a:pt x="716" y="978"/>
                  </a:lnTo>
                  <a:lnTo>
                    <a:pt x="708" y="971"/>
                  </a:lnTo>
                  <a:lnTo>
                    <a:pt x="699" y="968"/>
                  </a:lnTo>
                  <a:lnTo>
                    <a:pt x="690" y="965"/>
                  </a:lnTo>
                  <a:lnTo>
                    <a:pt x="681" y="962"/>
                  </a:lnTo>
                  <a:lnTo>
                    <a:pt x="678" y="962"/>
                  </a:lnTo>
                  <a:lnTo>
                    <a:pt x="673" y="962"/>
                  </a:lnTo>
                  <a:lnTo>
                    <a:pt x="670" y="961"/>
                  </a:lnTo>
                  <a:lnTo>
                    <a:pt x="665" y="962"/>
                  </a:lnTo>
                  <a:lnTo>
                    <a:pt x="664" y="964"/>
                  </a:lnTo>
                  <a:lnTo>
                    <a:pt x="662" y="967"/>
                  </a:lnTo>
                  <a:lnTo>
                    <a:pt x="659" y="970"/>
                  </a:lnTo>
                  <a:lnTo>
                    <a:pt x="658" y="968"/>
                  </a:lnTo>
                  <a:lnTo>
                    <a:pt x="655" y="965"/>
                  </a:lnTo>
                  <a:lnTo>
                    <a:pt x="652" y="959"/>
                  </a:lnTo>
                  <a:lnTo>
                    <a:pt x="647" y="955"/>
                  </a:lnTo>
                  <a:lnTo>
                    <a:pt x="645" y="953"/>
                  </a:lnTo>
                  <a:lnTo>
                    <a:pt x="641" y="955"/>
                  </a:lnTo>
                  <a:lnTo>
                    <a:pt x="636" y="958"/>
                  </a:lnTo>
                  <a:lnTo>
                    <a:pt x="632" y="959"/>
                  </a:lnTo>
                  <a:lnTo>
                    <a:pt x="627" y="962"/>
                  </a:lnTo>
                  <a:lnTo>
                    <a:pt x="624" y="964"/>
                  </a:lnTo>
                  <a:lnTo>
                    <a:pt x="619" y="967"/>
                  </a:lnTo>
                  <a:lnTo>
                    <a:pt x="615" y="968"/>
                  </a:lnTo>
                  <a:lnTo>
                    <a:pt x="612" y="970"/>
                  </a:lnTo>
                  <a:lnTo>
                    <a:pt x="607" y="967"/>
                  </a:lnTo>
                  <a:lnTo>
                    <a:pt x="602" y="964"/>
                  </a:lnTo>
                  <a:lnTo>
                    <a:pt x="598" y="962"/>
                  </a:lnTo>
                  <a:lnTo>
                    <a:pt x="593" y="959"/>
                  </a:lnTo>
                  <a:lnTo>
                    <a:pt x="589" y="956"/>
                  </a:lnTo>
                  <a:lnTo>
                    <a:pt x="584" y="955"/>
                  </a:lnTo>
                  <a:lnTo>
                    <a:pt x="579" y="951"/>
                  </a:lnTo>
                  <a:lnTo>
                    <a:pt x="575" y="950"/>
                  </a:lnTo>
                  <a:lnTo>
                    <a:pt x="572" y="947"/>
                  </a:lnTo>
                  <a:lnTo>
                    <a:pt x="569" y="944"/>
                  </a:lnTo>
                  <a:lnTo>
                    <a:pt x="566" y="941"/>
                  </a:lnTo>
                  <a:lnTo>
                    <a:pt x="562" y="938"/>
                  </a:lnTo>
                  <a:lnTo>
                    <a:pt x="559" y="933"/>
                  </a:lnTo>
                  <a:lnTo>
                    <a:pt x="558" y="930"/>
                  </a:lnTo>
                  <a:lnTo>
                    <a:pt x="555" y="927"/>
                  </a:lnTo>
                  <a:lnTo>
                    <a:pt x="552" y="927"/>
                  </a:lnTo>
                  <a:lnTo>
                    <a:pt x="547" y="928"/>
                  </a:lnTo>
                  <a:lnTo>
                    <a:pt x="543" y="928"/>
                  </a:lnTo>
                  <a:lnTo>
                    <a:pt x="539" y="928"/>
                  </a:lnTo>
                  <a:lnTo>
                    <a:pt x="535" y="928"/>
                  </a:lnTo>
                  <a:lnTo>
                    <a:pt x="529" y="924"/>
                  </a:lnTo>
                  <a:lnTo>
                    <a:pt x="523" y="919"/>
                  </a:lnTo>
                  <a:lnTo>
                    <a:pt x="515" y="915"/>
                  </a:lnTo>
                  <a:lnTo>
                    <a:pt x="510" y="910"/>
                  </a:lnTo>
                  <a:lnTo>
                    <a:pt x="507" y="907"/>
                  </a:lnTo>
                  <a:lnTo>
                    <a:pt x="504" y="905"/>
                  </a:lnTo>
                  <a:lnTo>
                    <a:pt x="503" y="904"/>
                  </a:lnTo>
                  <a:lnTo>
                    <a:pt x="500" y="902"/>
                  </a:lnTo>
                  <a:lnTo>
                    <a:pt x="500" y="904"/>
                  </a:lnTo>
                  <a:lnTo>
                    <a:pt x="498" y="904"/>
                  </a:lnTo>
                  <a:lnTo>
                    <a:pt x="496" y="905"/>
                  </a:lnTo>
                  <a:lnTo>
                    <a:pt x="496" y="907"/>
                  </a:lnTo>
                  <a:lnTo>
                    <a:pt x="495" y="910"/>
                  </a:lnTo>
                  <a:lnTo>
                    <a:pt x="493" y="913"/>
                  </a:lnTo>
                  <a:lnTo>
                    <a:pt x="490" y="918"/>
                  </a:lnTo>
                  <a:lnTo>
                    <a:pt x="489" y="921"/>
                  </a:lnTo>
                  <a:lnTo>
                    <a:pt x="487" y="918"/>
                  </a:lnTo>
                  <a:lnTo>
                    <a:pt x="486" y="916"/>
                  </a:lnTo>
                  <a:lnTo>
                    <a:pt x="484" y="915"/>
                  </a:lnTo>
                  <a:lnTo>
                    <a:pt x="481" y="916"/>
                  </a:lnTo>
                  <a:lnTo>
                    <a:pt x="480" y="919"/>
                  </a:lnTo>
                  <a:lnTo>
                    <a:pt x="478" y="924"/>
                  </a:lnTo>
                  <a:lnTo>
                    <a:pt x="478" y="930"/>
                  </a:lnTo>
                  <a:lnTo>
                    <a:pt x="478" y="935"/>
                  </a:lnTo>
                  <a:lnTo>
                    <a:pt x="478" y="936"/>
                  </a:lnTo>
                  <a:lnTo>
                    <a:pt x="478" y="939"/>
                  </a:lnTo>
                  <a:lnTo>
                    <a:pt x="478" y="941"/>
                  </a:lnTo>
                  <a:lnTo>
                    <a:pt x="476" y="942"/>
                  </a:lnTo>
                  <a:lnTo>
                    <a:pt x="475" y="944"/>
                  </a:lnTo>
                  <a:lnTo>
                    <a:pt x="472" y="947"/>
                  </a:lnTo>
                  <a:lnTo>
                    <a:pt x="469" y="948"/>
                  </a:lnTo>
                  <a:lnTo>
                    <a:pt x="469" y="951"/>
                  </a:lnTo>
                  <a:lnTo>
                    <a:pt x="469" y="955"/>
                  </a:lnTo>
                  <a:lnTo>
                    <a:pt x="470" y="959"/>
                  </a:lnTo>
                  <a:lnTo>
                    <a:pt x="472" y="962"/>
                  </a:lnTo>
                  <a:lnTo>
                    <a:pt x="473" y="965"/>
                  </a:lnTo>
                  <a:lnTo>
                    <a:pt x="473" y="970"/>
                  </a:lnTo>
                  <a:lnTo>
                    <a:pt x="473" y="971"/>
                  </a:lnTo>
                  <a:lnTo>
                    <a:pt x="470" y="973"/>
                  </a:lnTo>
                  <a:lnTo>
                    <a:pt x="467" y="974"/>
                  </a:lnTo>
                  <a:lnTo>
                    <a:pt x="461" y="978"/>
                  </a:lnTo>
                  <a:lnTo>
                    <a:pt x="453" y="979"/>
                  </a:lnTo>
                  <a:lnTo>
                    <a:pt x="447" y="981"/>
                  </a:lnTo>
                  <a:lnTo>
                    <a:pt x="440" y="984"/>
                  </a:lnTo>
                  <a:lnTo>
                    <a:pt x="435" y="987"/>
                  </a:lnTo>
                  <a:lnTo>
                    <a:pt x="435" y="991"/>
                  </a:lnTo>
                  <a:lnTo>
                    <a:pt x="437" y="998"/>
                  </a:lnTo>
                  <a:lnTo>
                    <a:pt x="438" y="1004"/>
                  </a:lnTo>
                  <a:lnTo>
                    <a:pt x="441" y="1008"/>
                  </a:lnTo>
                  <a:lnTo>
                    <a:pt x="443" y="1014"/>
                  </a:lnTo>
                  <a:lnTo>
                    <a:pt x="444" y="1021"/>
                  </a:lnTo>
                  <a:lnTo>
                    <a:pt x="444" y="1028"/>
                  </a:lnTo>
                  <a:lnTo>
                    <a:pt x="443" y="1031"/>
                  </a:lnTo>
                  <a:lnTo>
                    <a:pt x="441" y="1034"/>
                  </a:lnTo>
                  <a:lnTo>
                    <a:pt x="440" y="1039"/>
                  </a:lnTo>
                  <a:lnTo>
                    <a:pt x="438" y="1042"/>
                  </a:lnTo>
                  <a:lnTo>
                    <a:pt x="437" y="1044"/>
                  </a:lnTo>
                  <a:lnTo>
                    <a:pt x="433" y="1044"/>
                  </a:lnTo>
                  <a:lnTo>
                    <a:pt x="430" y="1044"/>
                  </a:lnTo>
                  <a:lnTo>
                    <a:pt x="427" y="1044"/>
                  </a:lnTo>
                  <a:lnTo>
                    <a:pt x="423" y="1047"/>
                  </a:lnTo>
                  <a:lnTo>
                    <a:pt x="420" y="1053"/>
                  </a:lnTo>
                  <a:lnTo>
                    <a:pt x="420" y="1059"/>
                  </a:lnTo>
                  <a:lnTo>
                    <a:pt x="420" y="1065"/>
                  </a:lnTo>
                  <a:lnTo>
                    <a:pt x="420" y="1070"/>
                  </a:lnTo>
                  <a:lnTo>
                    <a:pt x="420" y="1074"/>
                  </a:lnTo>
                  <a:lnTo>
                    <a:pt x="420" y="1079"/>
                  </a:lnTo>
                  <a:lnTo>
                    <a:pt x="420" y="1085"/>
                  </a:lnTo>
                  <a:lnTo>
                    <a:pt x="418" y="1088"/>
                  </a:lnTo>
                  <a:lnTo>
                    <a:pt x="417" y="1090"/>
                  </a:lnTo>
                  <a:lnTo>
                    <a:pt x="415" y="1091"/>
                  </a:lnTo>
                  <a:lnTo>
                    <a:pt x="412" y="1094"/>
                  </a:lnTo>
                  <a:lnTo>
                    <a:pt x="412" y="1094"/>
                  </a:lnTo>
                  <a:lnTo>
                    <a:pt x="412" y="1094"/>
                  </a:lnTo>
                  <a:lnTo>
                    <a:pt x="410" y="1096"/>
                  </a:lnTo>
                  <a:lnTo>
                    <a:pt x="410" y="1096"/>
                  </a:lnTo>
                  <a:lnTo>
                    <a:pt x="407" y="1099"/>
                  </a:lnTo>
                  <a:lnTo>
                    <a:pt x="404" y="1102"/>
                  </a:lnTo>
                  <a:lnTo>
                    <a:pt x="401" y="1104"/>
                  </a:lnTo>
                  <a:lnTo>
                    <a:pt x="398" y="1107"/>
                  </a:lnTo>
                  <a:lnTo>
                    <a:pt x="395" y="1110"/>
                  </a:lnTo>
                  <a:lnTo>
                    <a:pt x="392" y="1113"/>
                  </a:lnTo>
                  <a:lnTo>
                    <a:pt x="389" y="1116"/>
                  </a:lnTo>
                  <a:lnTo>
                    <a:pt x="386" y="1117"/>
                  </a:lnTo>
                  <a:lnTo>
                    <a:pt x="383" y="1117"/>
                  </a:lnTo>
                  <a:lnTo>
                    <a:pt x="380" y="1117"/>
                  </a:lnTo>
                  <a:lnTo>
                    <a:pt x="375" y="1117"/>
                  </a:lnTo>
                  <a:lnTo>
                    <a:pt x="372" y="1116"/>
                  </a:lnTo>
                  <a:lnTo>
                    <a:pt x="367" y="1116"/>
                  </a:lnTo>
                  <a:lnTo>
                    <a:pt x="363" y="1116"/>
                  </a:lnTo>
                  <a:lnTo>
                    <a:pt x="358" y="1114"/>
                  </a:lnTo>
                  <a:lnTo>
                    <a:pt x="355" y="1114"/>
                  </a:lnTo>
                  <a:lnTo>
                    <a:pt x="350" y="1110"/>
                  </a:lnTo>
                  <a:lnTo>
                    <a:pt x="346" y="1107"/>
                  </a:lnTo>
                  <a:lnTo>
                    <a:pt x="340" y="1105"/>
                  </a:lnTo>
                  <a:lnTo>
                    <a:pt x="335" y="1102"/>
                  </a:lnTo>
                  <a:lnTo>
                    <a:pt x="332" y="1099"/>
                  </a:lnTo>
                  <a:lnTo>
                    <a:pt x="329" y="1094"/>
                  </a:lnTo>
                  <a:lnTo>
                    <a:pt x="327" y="1091"/>
                  </a:lnTo>
                  <a:lnTo>
                    <a:pt x="324" y="1087"/>
                  </a:lnTo>
                  <a:lnTo>
                    <a:pt x="320" y="1084"/>
                  </a:lnTo>
                  <a:lnTo>
                    <a:pt x="317" y="1081"/>
                  </a:lnTo>
                  <a:lnTo>
                    <a:pt x="312" y="1079"/>
                  </a:lnTo>
                  <a:lnTo>
                    <a:pt x="307" y="1076"/>
                  </a:lnTo>
                  <a:lnTo>
                    <a:pt x="304" y="1076"/>
                  </a:lnTo>
                  <a:lnTo>
                    <a:pt x="303" y="1074"/>
                  </a:lnTo>
                  <a:lnTo>
                    <a:pt x="303" y="1074"/>
                  </a:lnTo>
                  <a:lnTo>
                    <a:pt x="303" y="1071"/>
                  </a:lnTo>
                  <a:lnTo>
                    <a:pt x="303" y="1068"/>
                  </a:lnTo>
                  <a:lnTo>
                    <a:pt x="301" y="1067"/>
                  </a:lnTo>
                  <a:lnTo>
                    <a:pt x="301" y="1064"/>
                  </a:lnTo>
                  <a:lnTo>
                    <a:pt x="301" y="1062"/>
                  </a:lnTo>
                  <a:lnTo>
                    <a:pt x="300" y="1061"/>
                  </a:lnTo>
                  <a:lnTo>
                    <a:pt x="298" y="1059"/>
                  </a:lnTo>
                  <a:lnTo>
                    <a:pt x="295" y="1059"/>
                  </a:lnTo>
                  <a:lnTo>
                    <a:pt x="294" y="1058"/>
                  </a:lnTo>
                  <a:lnTo>
                    <a:pt x="294" y="1056"/>
                  </a:lnTo>
                  <a:lnTo>
                    <a:pt x="294" y="1054"/>
                  </a:lnTo>
                  <a:lnTo>
                    <a:pt x="294" y="1053"/>
                  </a:lnTo>
                  <a:lnTo>
                    <a:pt x="294" y="1053"/>
                  </a:lnTo>
                  <a:lnTo>
                    <a:pt x="292" y="1050"/>
                  </a:lnTo>
                  <a:lnTo>
                    <a:pt x="292" y="1047"/>
                  </a:lnTo>
                  <a:lnTo>
                    <a:pt x="291" y="1044"/>
                  </a:lnTo>
                  <a:lnTo>
                    <a:pt x="291" y="1041"/>
                  </a:lnTo>
                  <a:lnTo>
                    <a:pt x="289" y="1036"/>
                  </a:lnTo>
                  <a:lnTo>
                    <a:pt x="286" y="1031"/>
                  </a:lnTo>
                  <a:lnTo>
                    <a:pt x="283" y="1030"/>
                  </a:lnTo>
                  <a:lnTo>
                    <a:pt x="278" y="1028"/>
                  </a:lnTo>
                  <a:lnTo>
                    <a:pt x="257" y="1024"/>
                  </a:lnTo>
                  <a:lnTo>
                    <a:pt x="246" y="1021"/>
                  </a:lnTo>
                  <a:lnTo>
                    <a:pt x="235" y="1019"/>
                  </a:lnTo>
                  <a:lnTo>
                    <a:pt x="234" y="1019"/>
                  </a:lnTo>
                  <a:lnTo>
                    <a:pt x="231" y="1018"/>
                  </a:lnTo>
                  <a:lnTo>
                    <a:pt x="229" y="1018"/>
                  </a:lnTo>
                  <a:lnTo>
                    <a:pt x="228" y="1018"/>
                  </a:lnTo>
                  <a:lnTo>
                    <a:pt x="223" y="1016"/>
                  </a:lnTo>
                  <a:lnTo>
                    <a:pt x="220" y="1014"/>
                  </a:lnTo>
                  <a:lnTo>
                    <a:pt x="218" y="1013"/>
                  </a:lnTo>
                  <a:lnTo>
                    <a:pt x="218" y="1007"/>
                  </a:lnTo>
                  <a:lnTo>
                    <a:pt x="217" y="999"/>
                  </a:lnTo>
                  <a:lnTo>
                    <a:pt x="215" y="991"/>
                  </a:lnTo>
                  <a:lnTo>
                    <a:pt x="215" y="984"/>
                  </a:lnTo>
                  <a:lnTo>
                    <a:pt x="214" y="976"/>
                  </a:lnTo>
                  <a:lnTo>
                    <a:pt x="212" y="965"/>
                  </a:lnTo>
                  <a:lnTo>
                    <a:pt x="212" y="955"/>
                  </a:lnTo>
                  <a:lnTo>
                    <a:pt x="211" y="944"/>
                  </a:lnTo>
                  <a:lnTo>
                    <a:pt x="208" y="936"/>
                  </a:lnTo>
                  <a:lnTo>
                    <a:pt x="205" y="933"/>
                  </a:lnTo>
                  <a:lnTo>
                    <a:pt x="201" y="928"/>
                  </a:lnTo>
                  <a:lnTo>
                    <a:pt x="198" y="925"/>
                  </a:lnTo>
                  <a:lnTo>
                    <a:pt x="195" y="922"/>
                  </a:lnTo>
                  <a:lnTo>
                    <a:pt x="192" y="916"/>
                  </a:lnTo>
                  <a:lnTo>
                    <a:pt x="188" y="911"/>
                  </a:lnTo>
                  <a:lnTo>
                    <a:pt x="185" y="907"/>
                  </a:lnTo>
                  <a:lnTo>
                    <a:pt x="182" y="901"/>
                  </a:lnTo>
                  <a:lnTo>
                    <a:pt x="182" y="896"/>
                  </a:lnTo>
                  <a:lnTo>
                    <a:pt x="182" y="891"/>
                  </a:lnTo>
                  <a:lnTo>
                    <a:pt x="182" y="887"/>
                  </a:lnTo>
                  <a:lnTo>
                    <a:pt x="177" y="885"/>
                  </a:lnTo>
                  <a:lnTo>
                    <a:pt x="169" y="884"/>
                  </a:lnTo>
                  <a:lnTo>
                    <a:pt x="160" y="882"/>
                  </a:lnTo>
                  <a:lnTo>
                    <a:pt x="152" y="878"/>
                  </a:lnTo>
                  <a:lnTo>
                    <a:pt x="148" y="871"/>
                  </a:lnTo>
                  <a:lnTo>
                    <a:pt x="146" y="868"/>
                  </a:lnTo>
                  <a:lnTo>
                    <a:pt x="143" y="865"/>
                  </a:lnTo>
                  <a:lnTo>
                    <a:pt x="142" y="864"/>
                  </a:lnTo>
                  <a:lnTo>
                    <a:pt x="138" y="864"/>
                  </a:lnTo>
                  <a:lnTo>
                    <a:pt x="134" y="864"/>
                  </a:lnTo>
                  <a:lnTo>
                    <a:pt x="131" y="864"/>
                  </a:lnTo>
                  <a:lnTo>
                    <a:pt x="126" y="862"/>
                  </a:lnTo>
                  <a:lnTo>
                    <a:pt x="125" y="859"/>
                  </a:lnTo>
                  <a:lnTo>
                    <a:pt x="122" y="864"/>
                  </a:lnTo>
                  <a:lnTo>
                    <a:pt x="117" y="868"/>
                  </a:lnTo>
                  <a:lnTo>
                    <a:pt x="114" y="873"/>
                  </a:lnTo>
                  <a:lnTo>
                    <a:pt x="109" y="876"/>
                  </a:lnTo>
                  <a:lnTo>
                    <a:pt x="109" y="875"/>
                  </a:lnTo>
                  <a:lnTo>
                    <a:pt x="109" y="875"/>
                  </a:lnTo>
                  <a:lnTo>
                    <a:pt x="108" y="873"/>
                  </a:lnTo>
                  <a:lnTo>
                    <a:pt x="106" y="871"/>
                  </a:lnTo>
                  <a:lnTo>
                    <a:pt x="106" y="868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3" y="868"/>
                  </a:lnTo>
                  <a:lnTo>
                    <a:pt x="102" y="868"/>
                  </a:lnTo>
                  <a:lnTo>
                    <a:pt x="99" y="868"/>
                  </a:lnTo>
                  <a:lnTo>
                    <a:pt x="97" y="868"/>
                  </a:lnTo>
                  <a:lnTo>
                    <a:pt x="95" y="867"/>
                  </a:lnTo>
                  <a:lnTo>
                    <a:pt x="92" y="865"/>
                  </a:lnTo>
                  <a:lnTo>
                    <a:pt x="89" y="861"/>
                  </a:lnTo>
                  <a:lnTo>
                    <a:pt x="85" y="855"/>
                  </a:lnTo>
                  <a:lnTo>
                    <a:pt x="82" y="850"/>
                  </a:lnTo>
                  <a:lnTo>
                    <a:pt x="79" y="844"/>
                  </a:lnTo>
                  <a:lnTo>
                    <a:pt x="76" y="841"/>
                  </a:lnTo>
                  <a:lnTo>
                    <a:pt x="74" y="836"/>
                  </a:lnTo>
                  <a:lnTo>
                    <a:pt x="74" y="833"/>
                  </a:lnTo>
                  <a:lnTo>
                    <a:pt x="76" y="828"/>
                  </a:lnTo>
                  <a:lnTo>
                    <a:pt x="79" y="824"/>
                  </a:lnTo>
                  <a:lnTo>
                    <a:pt x="80" y="821"/>
                  </a:lnTo>
                  <a:lnTo>
                    <a:pt x="83" y="818"/>
                  </a:lnTo>
                  <a:lnTo>
                    <a:pt x="82" y="812"/>
                  </a:lnTo>
                  <a:lnTo>
                    <a:pt x="80" y="808"/>
                  </a:lnTo>
                  <a:lnTo>
                    <a:pt x="79" y="805"/>
                  </a:lnTo>
                  <a:lnTo>
                    <a:pt x="79" y="802"/>
                  </a:lnTo>
                  <a:lnTo>
                    <a:pt x="79" y="799"/>
                  </a:lnTo>
                  <a:lnTo>
                    <a:pt x="79" y="796"/>
                  </a:lnTo>
                  <a:lnTo>
                    <a:pt x="80" y="793"/>
                  </a:lnTo>
                  <a:lnTo>
                    <a:pt x="80" y="788"/>
                  </a:lnTo>
                  <a:lnTo>
                    <a:pt x="80" y="785"/>
                  </a:lnTo>
                  <a:lnTo>
                    <a:pt x="80" y="782"/>
                  </a:lnTo>
                  <a:lnTo>
                    <a:pt x="79" y="779"/>
                  </a:lnTo>
                  <a:lnTo>
                    <a:pt x="77" y="776"/>
                  </a:lnTo>
                  <a:lnTo>
                    <a:pt x="76" y="775"/>
                  </a:lnTo>
                  <a:lnTo>
                    <a:pt x="71" y="773"/>
                  </a:lnTo>
                  <a:lnTo>
                    <a:pt x="66" y="770"/>
                  </a:lnTo>
                  <a:lnTo>
                    <a:pt x="63" y="765"/>
                  </a:lnTo>
                  <a:lnTo>
                    <a:pt x="60" y="762"/>
                  </a:lnTo>
                  <a:lnTo>
                    <a:pt x="60" y="759"/>
                  </a:lnTo>
                  <a:lnTo>
                    <a:pt x="60" y="756"/>
                  </a:lnTo>
                  <a:lnTo>
                    <a:pt x="62" y="755"/>
                  </a:lnTo>
                  <a:lnTo>
                    <a:pt x="63" y="752"/>
                  </a:lnTo>
                  <a:lnTo>
                    <a:pt x="59" y="749"/>
                  </a:lnTo>
                  <a:lnTo>
                    <a:pt x="54" y="745"/>
                  </a:lnTo>
                  <a:lnTo>
                    <a:pt x="49" y="741"/>
                  </a:lnTo>
                  <a:lnTo>
                    <a:pt x="45" y="738"/>
                  </a:lnTo>
                  <a:lnTo>
                    <a:pt x="43" y="735"/>
                  </a:lnTo>
                  <a:lnTo>
                    <a:pt x="42" y="730"/>
                  </a:lnTo>
                  <a:lnTo>
                    <a:pt x="42" y="725"/>
                  </a:lnTo>
                  <a:lnTo>
                    <a:pt x="40" y="724"/>
                  </a:lnTo>
                  <a:lnTo>
                    <a:pt x="37" y="722"/>
                  </a:lnTo>
                  <a:lnTo>
                    <a:pt x="34" y="721"/>
                  </a:lnTo>
                  <a:lnTo>
                    <a:pt x="31" y="719"/>
                  </a:lnTo>
                  <a:lnTo>
                    <a:pt x="28" y="718"/>
                  </a:lnTo>
                  <a:lnTo>
                    <a:pt x="26" y="716"/>
                  </a:lnTo>
                  <a:lnTo>
                    <a:pt x="25" y="715"/>
                  </a:lnTo>
                  <a:lnTo>
                    <a:pt x="22" y="713"/>
                  </a:lnTo>
                  <a:lnTo>
                    <a:pt x="22" y="710"/>
                  </a:lnTo>
                  <a:lnTo>
                    <a:pt x="16" y="698"/>
                  </a:lnTo>
                  <a:lnTo>
                    <a:pt x="11" y="685"/>
                  </a:lnTo>
                  <a:lnTo>
                    <a:pt x="6" y="673"/>
                  </a:lnTo>
                  <a:lnTo>
                    <a:pt x="2" y="662"/>
                  </a:lnTo>
                  <a:lnTo>
                    <a:pt x="0" y="658"/>
                  </a:lnTo>
                  <a:lnTo>
                    <a:pt x="2" y="655"/>
                  </a:lnTo>
                  <a:lnTo>
                    <a:pt x="5" y="652"/>
                  </a:lnTo>
                  <a:lnTo>
                    <a:pt x="8" y="649"/>
                  </a:lnTo>
                  <a:lnTo>
                    <a:pt x="11" y="646"/>
                  </a:lnTo>
                  <a:lnTo>
                    <a:pt x="14" y="644"/>
                  </a:lnTo>
                  <a:lnTo>
                    <a:pt x="17" y="642"/>
                  </a:lnTo>
                  <a:lnTo>
                    <a:pt x="20" y="642"/>
                  </a:lnTo>
                  <a:lnTo>
                    <a:pt x="29" y="641"/>
                  </a:lnTo>
                  <a:lnTo>
                    <a:pt x="36" y="641"/>
                  </a:lnTo>
                  <a:lnTo>
                    <a:pt x="43" y="641"/>
                  </a:lnTo>
                  <a:lnTo>
                    <a:pt x="52" y="642"/>
                  </a:lnTo>
                  <a:lnTo>
                    <a:pt x="57" y="644"/>
                  </a:lnTo>
                  <a:lnTo>
                    <a:pt x="63" y="646"/>
                  </a:lnTo>
                  <a:lnTo>
                    <a:pt x="68" y="647"/>
                  </a:lnTo>
                  <a:lnTo>
                    <a:pt x="74" y="649"/>
                  </a:lnTo>
                  <a:lnTo>
                    <a:pt x="77" y="650"/>
                  </a:lnTo>
                  <a:lnTo>
                    <a:pt x="80" y="650"/>
                  </a:lnTo>
                  <a:lnTo>
                    <a:pt x="82" y="650"/>
                  </a:lnTo>
                  <a:lnTo>
                    <a:pt x="85" y="650"/>
                  </a:lnTo>
                  <a:lnTo>
                    <a:pt x="88" y="646"/>
                  </a:lnTo>
                  <a:lnTo>
                    <a:pt x="91" y="642"/>
                  </a:lnTo>
                  <a:lnTo>
                    <a:pt x="94" y="639"/>
                  </a:lnTo>
                  <a:lnTo>
                    <a:pt x="99" y="636"/>
                  </a:lnTo>
                  <a:lnTo>
                    <a:pt x="99" y="633"/>
                  </a:lnTo>
                  <a:lnTo>
                    <a:pt x="97" y="629"/>
                  </a:lnTo>
                  <a:lnTo>
                    <a:pt x="95" y="624"/>
                  </a:lnTo>
                  <a:lnTo>
                    <a:pt x="94" y="621"/>
                  </a:lnTo>
                  <a:lnTo>
                    <a:pt x="92" y="616"/>
                  </a:lnTo>
                  <a:lnTo>
                    <a:pt x="91" y="613"/>
                  </a:lnTo>
                  <a:lnTo>
                    <a:pt x="89" y="609"/>
                  </a:lnTo>
                  <a:lnTo>
                    <a:pt x="88" y="606"/>
                  </a:lnTo>
                  <a:lnTo>
                    <a:pt x="86" y="599"/>
                  </a:lnTo>
                  <a:lnTo>
                    <a:pt x="85" y="595"/>
                  </a:lnTo>
                  <a:lnTo>
                    <a:pt x="83" y="589"/>
                  </a:lnTo>
                  <a:lnTo>
                    <a:pt x="82" y="584"/>
                  </a:lnTo>
                  <a:lnTo>
                    <a:pt x="82" y="579"/>
                  </a:lnTo>
                  <a:lnTo>
                    <a:pt x="83" y="573"/>
                  </a:lnTo>
                  <a:lnTo>
                    <a:pt x="85" y="567"/>
                  </a:lnTo>
                  <a:lnTo>
                    <a:pt x="86" y="561"/>
                  </a:lnTo>
                  <a:lnTo>
                    <a:pt x="86" y="559"/>
                  </a:lnTo>
                  <a:lnTo>
                    <a:pt x="86" y="558"/>
                  </a:lnTo>
                  <a:lnTo>
                    <a:pt x="85" y="556"/>
                  </a:lnTo>
                  <a:lnTo>
                    <a:pt x="85" y="555"/>
                  </a:lnTo>
                  <a:lnTo>
                    <a:pt x="85" y="552"/>
                  </a:lnTo>
                  <a:lnTo>
                    <a:pt x="85" y="550"/>
                  </a:lnTo>
                  <a:lnTo>
                    <a:pt x="83" y="549"/>
                  </a:lnTo>
                  <a:lnTo>
                    <a:pt x="83" y="546"/>
                  </a:lnTo>
                  <a:lnTo>
                    <a:pt x="83" y="538"/>
                  </a:lnTo>
                  <a:lnTo>
                    <a:pt x="82" y="532"/>
                  </a:lnTo>
                  <a:lnTo>
                    <a:pt x="82" y="524"/>
                  </a:lnTo>
                  <a:lnTo>
                    <a:pt x="80" y="516"/>
                  </a:lnTo>
                  <a:lnTo>
                    <a:pt x="79" y="506"/>
                  </a:lnTo>
                  <a:lnTo>
                    <a:pt x="77" y="496"/>
                  </a:lnTo>
                  <a:lnTo>
                    <a:pt x="77" y="486"/>
                  </a:lnTo>
                  <a:lnTo>
                    <a:pt x="76" y="476"/>
                  </a:lnTo>
                  <a:lnTo>
                    <a:pt x="74" y="467"/>
                  </a:lnTo>
                  <a:lnTo>
                    <a:pt x="74" y="458"/>
                  </a:lnTo>
                  <a:lnTo>
                    <a:pt x="72" y="449"/>
                  </a:lnTo>
                  <a:lnTo>
                    <a:pt x="71" y="440"/>
                  </a:lnTo>
                  <a:lnTo>
                    <a:pt x="74" y="440"/>
                  </a:lnTo>
                  <a:lnTo>
                    <a:pt x="77" y="440"/>
                  </a:lnTo>
                  <a:lnTo>
                    <a:pt x="80" y="440"/>
                  </a:lnTo>
                  <a:lnTo>
                    <a:pt x="83" y="440"/>
                  </a:lnTo>
                  <a:lnTo>
                    <a:pt x="85" y="440"/>
                  </a:lnTo>
                  <a:lnTo>
                    <a:pt x="86" y="438"/>
                  </a:lnTo>
                  <a:lnTo>
                    <a:pt x="86" y="436"/>
                  </a:lnTo>
                  <a:lnTo>
                    <a:pt x="86" y="433"/>
                  </a:lnTo>
                  <a:lnTo>
                    <a:pt x="88" y="429"/>
                  </a:lnTo>
                  <a:lnTo>
                    <a:pt x="88" y="424"/>
                  </a:lnTo>
                  <a:lnTo>
                    <a:pt x="88" y="420"/>
                  </a:lnTo>
                  <a:lnTo>
                    <a:pt x="88" y="415"/>
                  </a:lnTo>
                  <a:lnTo>
                    <a:pt x="89" y="401"/>
                  </a:lnTo>
                  <a:lnTo>
                    <a:pt x="91" y="386"/>
                  </a:lnTo>
                  <a:lnTo>
                    <a:pt x="92" y="372"/>
                  </a:lnTo>
                  <a:lnTo>
                    <a:pt x="92" y="357"/>
                  </a:lnTo>
                  <a:lnTo>
                    <a:pt x="94" y="352"/>
                  </a:lnTo>
                  <a:lnTo>
                    <a:pt x="94" y="349"/>
                  </a:lnTo>
                  <a:lnTo>
                    <a:pt x="94" y="346"/>
                  </a:lnTo>
                  <a:lnTo>
                    <a:pt x="94" y="341"/>
                  </a:lnTo>
                  <a:lnTo>
                    <a:pt x="94" y="341"/>
                  </a:lnTo>
                  <a:lnTo>
                    <a:pt x="94" y="341"/>
                  </a:lnTo>
                  <a:lnTo>
                    <a:pt x="94" y="340"/>
                  </a:lnTo>
                  <a:lnTo>
                    <a:pt x="94" y="340"/>
                  </a:lnTo>
                  <a:lnTo>
                    <a:pt x="95" y="337"/>
                  </a:lnTo>
                  <a:lnTo>
                    <a:pt x="95" y="333"/>
                  </a:lnTo>
                  <a:lnTo>
                    <a:pt x="95" y="330"/>
                  </a:lnTo>
                  <a:lnTo>
                    <a:pt x="97" y="327"/>
                  </a:lnTo>
                  <a:lnTo>
                    <a:pt x="99" y="324"/>
                  </a:lnTo>
                  <a:lnTo>
                    <a:pt x="99" y="323"/>
                  </a:lnTo>
                  <a:lnTo>
                    <a:pt x="99" y="320"/>
                  </a:lnTo>
                  <a:lnTo>
                    <a:pt x="99" y="318"/>
                  </a:lnTo>
                  <a:lnTo>
                    <a:pt x="97" y="306"/>
                  </a:lnTo>
                  <a:lnTo>
                    <a:pt x="95" y="293"/>
                  </a:lnTo>
                  <a:lnTo>
                    <a:pt x="95" y="283"/>
                  </a:lnTo>
                  <a:lnTo>
                    <a:pt x="94" y="270"/>
                  </a:lnTo>
                  <a:lnTo>
                    <a:pt x="94" y="269"/>
                  </a:lnTo>
                  <a:lnTo>
                    <a:pt x="94" y="267"/>
                  </a:lnTo>
                  <a:lnTo>
                    <a:pt x="94" y="266"/>
                  </a:lnTo>
                  <a:lnTo>
                    <a:pt x="94" y="264"/>
                  </a:lnTo>
                  <a:lnTo>
                    <a:pt x="94" y="258"/>
                  </a:lnTo>
                  <a:lnTo>
                    <a:pt x="92" y="252"/>
                  </a:lnTo>
                  <a:lnTo>
                    <a:pt x="92" y="247"/>
                  </a:lnTo>
                  <a:lnTo>
                    <a:pt x="92" y="241"/>
                  </a:lnTo>
                  <a:lnTo>
                    <a:pt x="91" y="237"/>
                  </a:lnTo>
                  <a:lnTo>
                    <a:pt x="91" y="234"/>
                  </a:lnTo>
                  <a:lnTo>
                    <a:pt x="89" y="230"/>
                  </a:lnTo>
                  <a:lnTo>
                    <a:pt x="85" y="227"/>
                  </a:lnTo>
                  <a:lnTo>
                    <a:pt x="82" y="224"/>
                  </a:lnTo>
                  <a:lnTo>
                    <a:pt x="77" y="221"/>
                  </a:lnTo>
                  <a:lnTo>
                    <a:pt x="74" y="220"/>
                  </a:lnTo>
                  <a:lnTo>
                    <a:pt x="68" y="218"/>
                  </a:lnTo>
                  <a:lnTo>
                    <a:pt x="65" y="217"/>
                  </a:lnTo>
                  <a:lnTo>
                    <a:pt x="62" y="215"/>
                  </a:lnTo>
                  <a:lnTo>
                    <a:pt x="59" y="215"/>
                  </a:lnTo>
                  <a:lnTo>
                    <a:pt x="57" y="212"/>
                  </a:lnTo>
                  <a:lnTo>
                    <a:pt x="48" y="204"/>
                  </a:lnTo>
                  <a:lnTo>
                    <a:pt x="39" y="197"/>
                  </a:lnTo>
                  <a:lnTo>
                    <a:pt x="29" y="189"/>
                  </a:lnTo>
                  <a:lnTo>
                    <a:pt x="20" y="183"/>
                  </a:lnTo>
                  <a:lnTo>
                    <a:pt x="19" y="180"/>
                  </a:lnTo>
                  <a:lnTo>
                    <a:pt x="17" y="177"/>
                  </a:lnTo>
                  <a:lnTo>
                    <a:pt x="19" y="174"/>
                  </a:lnTo>
                  <a:lnTo>
                    <a:pt x="19" y="170"/>
                  </a:lnTo>
                  <a:lnTo>
                    <a:pt x="20" y="164"/>
                  </a:lnTo>
                  <a:lnTo>
                    <a:pt x="20" y="158"/>
                  </a:lnTo>
                  <a:lnTo>
                    <a:pt x="22" y="152"/>
                  </a:lnTo>
                  <a:lnTo>
                    <a:pt x="22" y="146"/>
                  </a:lnTo>
                  <a:lnTo>
                    <a:pt x="23" y="131"/>
                  </a:lnTo>
                  <a:lnTo>
                    <a:pt x="26" y="115"/>
                  </a:lnTo>
                  <a:lnTo>
                    <a:pt x="28" y="100"/>
                  </a:lnTo>
                  <a:lnTo>
                    <a:pt x="29" y="84"/>
                  </a:lnTo>
                  <a:lnTo>
                    <a:pt x="143" y="84"/>
                  </a:lnTo>
                  <a:lnTo>
                    <a:pt x="151" y="84"/>
                  </a:lnTo>
                  <a:lnTo>
                    <a:pt x="151" y="83"/>
                  </a:lnTo>
                  <a:lnTo>
                    <a:pt x="151" y="64"/>
                  </a:lnTo>
                  <a:lnTo>
                    <a:pt x="151" y="63"/>
                  </a:lnTo>
                  <a:lnTo>
                    <a:pt x="151" y="61"/>
                  </a:lnTo>
                  <a:lnTo>
                    <a:pt x="151" y="43"/>
                  </a:lnTo>
                  <a:lnTo>
                    <a:pt x="151" y="41"/>
                  </a:lnTo>
                  <a:lnTo>
                    <a:pt x="151" y="23"/>
                  </a:lnTo>
                  <a:lnTo>
                    <a:pt x="151" y="21"/>
                  </a:lnTo>
                  <a:lnTo>
                    <a:pt x="151" y="20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3321050" y="3722688"/>
              <a:ext cx="474663" cy="452438"/>
            </a:xfrm>
            <a:custGeom>
              <a:avLst/>
              <a:gdLst>
                <a:gd name="T0" fmla="*/ 1 w 597"/>
                <a:gd name="T1" fmla="*/ 321 h 570"/>
                <a:gd name="T2" fmla="*/ 160 w 597"/>
                <a:gd name="T3" fmla="*/ 12 h 570"/>
                <a:gd name="T4" fmla="*/ 180 w 597"/>
                <a:gd name="T5" fmla="*/ 18 h 570"/>
                <a:gd name="T6" fmla="*/ 178 w 597"/>
                <a:gd name="T7" fmla="*/ 38 h 570"/>
                <a:gd name="T8" fmla="*/ 189 w 597"/>
                <a:gd name="T9" fmla="*/ 77 h 570"/>
                <a:gd name="T10" fmla="*/ 213 w 597"/>
                <a:gd name="T11" fmla="*/ 103 h 570"/>
                <a:gd name="T12" fmla="*/ 235 w 597"/>
                <a:gd name="T13" fmla="*/ 95 h 570"/>
                <a:gd name="T14" fmla="*/ 256 w 597"/>
                <a:gd name="T15" fmla="*/ 75 h 570"/>
                <a:gd name="T16" fmla="*/ 279 w 597"/>
                <a:gd name="T17" fmla="*/ 49 h 570"/>
                <a:gd name="T18" fmla="*/ 321 w 597"/>
                <a:gd name="T19" fmla="*/ 35 h 570"/>
                <a:gd name="T20" fmla="*/ 347 w 597"/>
                <a:gd name="T21" fmla="*/ 15 h 570"/>
                <a:gd name="T22" fmla="*/ 361 w 597"/>
                <a:gd name="T23" fmla="*/ 20 h 570"/>
                <a:gd name="T24" fmla="*/ 375 w 597"/>
                <a:gd name="T25" fmla="*/ 30 h 570"/>
                <a:gd name="T26" fmla="*/ 387 w 597"/>
                <a:gd name="T27" fmla="*/ 46 h 570"/>
                <a:gd name="T28" fmla="*/ 396 w 597"/>
                <a:gd name="T29" fmla="*/ 78 h 570"/>
                <a:gd name="T30" fmla="*/ 413 w 597"/>
                <a:gd name="T31" fmla="*/ 86 h 570"/>
                <a:gd name="T32" fmla="*/ 424 w 597"/>
                <a:gd name="T33" fmla="*/ 101 h 570"/>
                <a:gd name="T34" fmla="*/ 432 w 597"/>
                <a:gd name="T35" fmla="*/ 112 h 570"/>
                <a:gd name="T36" fmla="*/ 432 w 597"/>
                <a:gd name="T37" fmla="*/ 127 h 570"/>
                <a:gd name="T38" fmla="*/ 456 w 597"/>
                <a:gd name="T39" fmla="*/ 141 h 570"/>
                <a:gd name="T40" fmla="*/ 472 w 597"/>
                <a:gd name="T41" fmla="*/ 161 h 570"/>
                <a:gd name="T42" fmla="*/ 488 w 597"/>
                <a:gd name="T43" fmla="*/ 180 h 570"/>
                <a:gd name="T44" fmla="*/ 501 w 597"/>
                <a:gd name="T45" fmla="*/ 181 h 570"/>
                <a:gd name="T46" fmla="*/ 528 w 597"/>
                <a:gd name="T47" fmla="*/ 198 h 570"/>
                <a:gd name="T48" fmla="*/ 554 w 597"/>
                <a:gd name="T49" fmla="*/ 229 h 570"/>
                <a:gd name="T50" fmla="*/ 556 w 597"/>
                <a:gd name="T51" fmla="*/ 238 h 570"/>
                <a:gd name="T52" fmla="*/ 558 w 597"/>
                <a:gd name="T53" fmla="*/ 252 h 570"/>
                <a:gd name="T54" fmla="*/ 573 w 597"/>
                <a:gd name="T55" fmla="*/ 255 h 570"/>
                <a:gd name="T56" fmla="*/ 590 w 597"/>
                <a:gd name="T57" fmla="*/ 261 h 570"/>
                <a:gd name="T58" fmla="*/ 597 w 597"/>
                <a:gd name="T59" fmla="*/ 270 h 570"/>
                <a:gd name="T60" fmla="*/ 594 w 597"/>
                <a:gd name="T61" fmla="*/ 276 h 570"/>
                <a:gd name="T62" fmla="*/ 590 w 597"/>
                <a:gd name="T63" fmla="*/ 284 h 570"/>
                <a:gd name="T64" fmla="*/ 588 w 597"/>
                <a:gd name="T65" fmla="*/ 287 h 570"/>
                <a:gd name="T66" fmla="*/ 584 w 597"/>
                <a:gd name="T67" fmla="*/ 296 h 570"/>
                <a:gd name="T68" fmla="*/ 587 w 597"/>
                <a:gd name="T69" fmla="*/ 315 h 570"/>
                <a:gd name="T70" fmla="*/ 587 w 597"/>
                <a:gd name="T71" fmla="*/ 318 h 570"/>
                <a:gd name="T72" fmla="*/ 456 w 597"/>
                <a:gd name="T73" fmla="*/ 319 h 570"/>
                <a:gd name="T74" fmla="*/ 364 w 597"/>
                <a:gd name="T75" fmla="*/ 349 h 570"/>
                <a:gd name="T76" fmla="*/ 306 w 597"/>
                <a:gd name="T77" fmla="*/ 455 h 570"/>
                <a:gd name="T78" fmla="*/ 313 w 597"/>
                <a:gd name="T79" fmla="*/ 502 h 570"/>
                <a:gd name="T80" fmla="*/ 310 w 597"/>
                <a:gd name="T81" fmla="*/ 536 h 570"/>
                <a:gd name="T82" fmla="*/ 299 w 597"/>
                <a:gd name="T83" fmla="*/ 570 h 570"/>
                <a:gd name="T84" fmla="*/ 207 w 597"/>
                <a:gd name="T85" fmla="*/ 467 h 570"/>
                <a:gd name="T86" fmla="*/ 216 w 597"/>
                <a:gd name="T87" fmla="*/ 469 h 570"/>
                <a:gd name="T88" fmla="*/ 201 w 597"/>
                <a:gd name="T89" fmla="*/ 464 h 570"/>
                <a:gd name="T90" fmla="*/ 143 w 597"/>
                <a:gd name="T91" fmla="*/ 413 h 570"/>
                <a:gd name="T92" fmla="*/ 37 w 597"/>
                <a:gd name="T93" fmla="*/ 330 h 570"/>
                <a:gd name="T94" fmla="*/ 8 w 597"/>
                <a:gd name="T95" fmla="*/ 307 h 570"/>
                <a:gd name="T96" fmla="*/ 14 w 597"/>
                <a:gd name="T97" fmla="*/ 286 h 570"/>
                <a:gd name="T98" fmla="*/ 0 w 597"/>
                <a:gd name="T99" fmla="*/ 247 h 570"/>
                <a:gd name="T100" fmla="*/ 12 w 597"/>
                <a:gd name="T101" fmla="*/ 206 h 570"/>
                <a:gd name="T102" fmla="*/ 34 w 597"/>
                <a:gd name="T103" fmla="*/ 186 h 570"/>
                <a:gd name="T104" fmla="*/ 40 w 597"/>
                <a:gd name="T105" fmla="*/ 163 h 570"/>
                <a:gd name="T106" fmla="*/ 43 w 597"/>
                <a:gd name="T107" fmla="*/ 138 h 570"/>
                <a:gd name="T108" fmla="*/ 80 w 597"/>
                <a:gd name="T109" fmla="*/ 113 h 570"/>
                <a:gd name="T110" fmla="*/ 94 w 597"/>
                <a:gd name="T111" fmla="*/ 84 h 570"/>
                <a:gd name="T112" fmla="*/ 103 w 597"/>
                <a:gd name="T113" fmla="*/ 70 h 570"/>
                <a:gd name="T114" fmla="*/ 115 w 597"/>
                <a:gd name="T115" fmla="*/ 53 h 570"/>
                <a:gd name="T116" fmla="*/ 132 w 597"/>
                <a:gd name="T117" fmla="*/ 3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7" h="570">
                  <a:moveTo>
                    <a:pt x="4" y="315"/>
                  </a:moveTo>
                  <a:lnTo>
                    <a:pt x="6" y="315"/>
                  </a:lnTo>
                  <a:lnTo>
                    <a:pt x="11" y="318"/>
                  </a:lnTo>
                  <a:lnTo>
                    <a:pt x="14" y="324"/>
                  </a:lnTo>
                  <a:lnTo>
                    <a:pt x="17" y="326"/>
                  </a:lnTo>
                  <a:lnTo>
                    <a:pt x="21" y="329"/>
                  </a:lnTo>
                  <a:lnTo>
                    <a:pt x="24" y="330"/>
                  </a:lnTo>
                  <a:lnTo>
                    <a:pt x="24" y="332"/>
                  </a:lnTo>
                  <a:lnTo>
                    <a:pt x="1" y="321"/>
                  </a:lnTo>
                  <a:lnTo>
                    <a:pt x="4" y="315"/>
                  </a:lnTo>
                  <a:close/>
                  <a:moveTo>
                    <a:pt x="135" y="0"/>
                  </a:moveTo>
                  <a:lnTo>
                    <a:pt x="138" y="0"/>
                  </a:lnTo>
                  <a:lnTo>
                    <a:pt x="143" y="1"/>
                  </a:lnTo>
                  <a:lnTo>
                    <a:pt x="147" y="3"/>
                  </a:lnTo>
                  <a:lnTo>
                    <a:pt x="149" y="3"/>
                  </a:lnTo>
                  <a:lnTo>
                    <a:pt x="152" y="6"/>
                  </a:lnTo>
                  <a:lnTo>
                    <a:pt x="157" y="7"/>
                  </a:lnTo>
                  <a:lnTo>
                    <a:pt x="160" y="12"/>
                  </a:lnTo>
                  <a:lnTo>
                    <a:pt x="166" y="15"/>
                  </a:lnTo>
                  <a:lnTo>
                    <a:pt x="170" y="17"/>
                  </a:lnTo>
                  <a:lnTo>
                    <a:pt x="173" y="12"/>
                  </a:lnTo>
                  <a:lnTo>
                    <a:pt x="178" y="14"/>
                  </a:lnTo>
                  <a:lnTo>
                    <a:pt x="180" y="10"/>
                  </a:lnTo>
                  <a:lnTo>
                    <a:pt x="180" y="12"/>
                  </a:lnTo>
                  <a:lnTo>
                    <a:pt x="180" y="14"/>
                  </a:lnTo>
                  <a:lnTo>
                    <a:pt x="180" y="17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1" y="27"/>
                  </a:lnTo>
                  <a:lnTo>
                    <a:pt x="181" y="30"/>
                  </a:lnTo>
                  <a:lnTo>
                    <a:pt x="180" y="33"/>
                  </a:lnTo>
                  <a:lnTo>
                    <a:pt x="180" y="35"/>
                  </a:lnTo>
                  <a:lnTo>
                    <a:pt x="178" y="38"/>
                  </a:lnTo>
                  <a:lnTo>
                    <a:pt x="178" y="41"/>
                  </a:lnTo>
                  <a:lnTo>
                    <a:pt x="178" y="47"/>
                  </a:lnTo>
                  <a:lnTo>
                    <a:pt x="180" y="53"/>
                  </a:lnTo>
                  <a:lnTo>
                    <a:pt x="181" y="61"/>
                  </a:lnTo>
                  <a:lnTo>
                    <a:pt x="181" y="67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84" y="77"/>
                  </a:lnTo>
                  <a:lnTo>
                    <a:pt x="189" y="77"/>
                  </a:lnTo>
                  <a:lnTo>
                    <a:pt x="193" y="78"/>
                  </a:lnTo>
                  <a:lnTo>
                    <a:pt x="197" y="81"/>
                  </a:lnTo>
                  <a:lnTo>
                    <a:pt x="198" y="86"/>
                  </a:lnTo>
                  <a:lnTo>
                    <a:pt x="201" y="90"/>
                  </a:lnTo>
                  <a:lnTo>
                    <a:pt x="203" y="93"/>
                  </a:lnTo>
                  <a:lnTo>
                    <a:pt x="204" y="97"/>
                  </a:lnTo>
                  <a:lnTo>
                    <a:pt x="206" y="98"/>
                  </a:lnTo>
                  <a:lnTo>
                    <a:pt x="209" y="101"/>
                  </a:lnTo>
                  <a:lnTo>
                    <a:pt x="213" y="103"/>
                  </a:lnTo>
                  <a:lnTo>
                    <a:pt x="218" y="104"/>
                  </a:lnTo>
                  <a:lnTo>
                    <a:pt x="223" y="104"/>
                  </a:lnTo>
                  <a:lnTo>
                    <a:pt x="227" y="101"/>
                  </a:lnTo>
                  <a:lnTo>
                    <a:pt x="229" y="101"/>
                  </a:lnTo>
                  <a:lnTo>
                    <a:pt x="229" y="100"/>
                  </a:lnTo>
                  <a:lnTo>
                    <a:pt x="230" y="100"/>
                  </a:lnTo>
                  <a:lnTo>
                    <a:pt x="230" y="100"/>
                  </a:lnTo>
                  <a:lnTo>
                    <a:pt x="233" y="97"/>
                  </a:lnTo>
                  <a:lnTo>
                    <a:pt x="235" y="95"/>
                  </a:lnTo>
                  <a:lnTo>
                    <a:pt x="238" y="92"/>
                  </a:lnTo>
                  <a:lnTo>
                    <a:pt x="240" y="90"/>
                  </a:lnTo>
                  <a:lnTo>
                    <a:pt x="241" y="89"/>
                  </a:lnTo>
                  <a:lnTo>
                    <a:pt x="243" y="87"/>
                  </a:lnTo>
                  <a:lnTo>
                    <a:pt x="244" y="86"/>
                  </a:lnTo>
                  <a:lnTo>
                    <a:pt x="246" y="84"/>
                  </a:lnTo>
                  <a:lnTo>
                    <a:pt x="250" y="81"/>
                  </a:lnTo>
                  <a:lnTo>
                    <a:pt x="253" y="78"/>
                  </a:lnTo>
                  <a:lnTo>
                    <a:pt x="256" y="75"/>
                  </a:lnTo>
                  <a:lnTo>
                    <a:pt x="260" y="72"/>
                  </a:lnTo>
                  <a:lnTo>
                    <a:pt x="263" y="69"/>
                  </a:lnTo>
                  <a:lnTo>
                    <a:pt x="266" y="67"/>
                  </a:lnTo>
                  <a:lnTo>
                    <a:pt x="269" y="64"/>
                  </a:lnTo>
                  <a:lnTo>
                    <a:pt x="272" y="63"/>
                  </a:lnTo>
                  <a:lnTo>
                    <a:pt x="278" y="61"/>
                  </a:lnTo>
                  <a:lnTo>
                    <a:pt x="279" y="58"/>
                  </a:lnTo>
                  <a:lnTo>
                    <a:pt x="279" y="55"/>
                  </a:lnTo>
                  <a:lnTo>
                    <a:pt x="279" y="49"/>
                  </a:lnTo>
                  <a:lnTo>
                    <a:pt x="284" y="46"/>
                  </a:lnTo>
                  <a:lnTo>
                    <a:pt x="290" y="44"/>
                  </a:lnTo>
                  <a:lnTo>
                    <a:pt x="295" y="43"/>
                  </a:lnTo>
                  <a:lnTo>
                    <a:pt x="301" y="43"/>
                  </a:lnTo>
                  <a:lnTo>
                    <a:pt x="304" y="41"/>
                  </a:lnTo>
                  <a:lnTo>
                    <a:pt x="309" y="38"/>
                  </a:lnTo>
                  <a:lnTo>
                    <a:pt x="312" y="37"/>
                  </a:lnTo>
                  <a:lnTo>
                    <a:pt x="315" y="33"/>
                  </a:lnTo>
                  <a:lnTo>
                    <a:pt x="321" y="35"/>
                  </a:lnTo>
                  <a:lnTo>
                    <a:pt x="326" y="33"/>
                  </a:lnTo>
                  <a:lnTo>
                    <a:pt x="329" y="32"/>
                  </a:lnTo>
                  <a:lnTo>
                    <a:pt x="327" y="26"/>
                  </a:lnTo>
                  <a:lnTo>
                    <a:pt x="330" y="23"/>
                  </a:lnTo>
                  <a:lnTo>
                    <a:pt x="335" y="18"/>
                  </a:lnTo>
                  <a:lnTo>
                    <a:pt x="339" y="15"/>
                  </a:lnTo>
                  <a:lnTo>
                    <a:pt x="344" y="14"/>
                  </a:lnTo>
                  <a:lnTo>
                    <a:pt x="344" y="14"/>
                  </a:lnTo>
                  <a:lnTo>
                    <a:pt x="347" y="15"/>
                  </a:lnTo>
                  <a:lnTo>
                    <a:pt x="347" y="21"/>
                  </a:lnTo>
                  <a:lnTo>
                    <a:pt x="349" y="23"/>
                  </a:lnTo>
                  <a:lnTo>
                    <a:pt x="349" y="21"/>
                  </a:lnTo>
                  <a:lnTo>
                    <a:pt x="350" y="20"/>
                  </a:lnTo>
                  <a:lnTo>
                    <a:pt x="350" y="18"/>
                  </a:lnTo>
                  <a:lnTo>
                    <a:pt x="353" y="17"/>
                  </a:lnTo>
                  <a:lnTo>
                    <a:pt x="355" y="17"/>
                  </a:lnTo>
                  <a:lnTo>
                    <a:pt x="358" y="18"/>
                  </a:lnTo>
                  <a:lnTo>
                    <a:pt x="361" y="20"/>
                  </a:lnTo>
                  <a:lnTo>
                    <a:pt x="364" y="17"/>
                  </a:lnTo>
                  <a:lnTo>
                    <a:pt x="369" y="18"/>
                  </a:lnTo>
                  <a:lnTo>
                    <a:pt x="372" y="20"/>
                  </a:lnTo>
                  <a:lnTo>
                    <a:pt x="373" y="24"/>
                  </a:lnTo>
                  <a:lnTo>
                    <a:pt x="373" y="26"/>
                  </a:lnTo>
                  <a:lnTo>
                    <a:pt x="373" y="29"/>
                  </a:lnTo>
                  <a:lnTo>
                    <a:pt x="373" y="29"/>
                  </a:lnTo>
                  <a:lnTo>
                    <a:pt x="373" y="30"/>
                  </a:lnTo>
                  <a:lnTo>
                    <a:pt x="375" y="30"/>
                  </a:lnTo>
                  <a:lnTo>
                    <a:pt x="375" y="37"/>
                  </a:lnTo>
                  <a:lnTo>
                    <a:pt x="373" y="38"/>
                  </a:lnTo>
                  <a:lnTo>
                    <a:pt x="372" y="41"/>
                  </a:lnTo>
                  <a:lnTo>
                    <a:pt x="372" y="44"/>
                  </a:lnTo>
                  <a:lnTo>
                    <a:pt x="373" y="46"/>
                  </a:lnTo>
                  <a:lnTo>
                    <a:pt x="378" y="46"/>
                  </a:lnTo>
                  <a:lnTo>
                    <a:pt x="381" y="46"/>
                  </a:lnTo>
                  <a:lnTo>
                    <a:pt x="384" y="46"/>
                  </a:lnTo>
                  <a:lnTo>
                    <a:pt x="387" y="46"/>
                  </a:lnTo>
                  <a:lnTo>
                    <a:pt x="390" y="50"/>
                  </a:lnTo>
                  <a:lnTo>
                    <a:pt x="392" y="57"/>
                  </a:lnTo>
                  <a:lnTo>
                    <a:pt x="393" y="63"/>
                  </a:lnTo>
                  <a:lnTo>
                    <a:pt x="395" y="69"/>
                  </a:lnTo>
                  <a:lnTo>
                    <a:pt x="395" y="70"/>
                  </a:lnTo>
                  <a:lnTo>
                    <a:pt x="395" y="72"/>
                  </a:lnTo>
                  <a:lnTo>
                    <a:pt x="395" y="73"/>
                  </a:lnTo>
                  <a:lnTo>
                    <a:pt x="395" y="75"/>
                  </a:lnTo>
                  <a:lnTo>
                    <a:pt x="396" y="78"/>
                  </a:lnTo>
                  <a:lnTo>
                    <a:pt x="398" y="80"/>
                  </a:lnTo>
                  <a:lnTo>
                    <a:pt x="402" y="81"/>
                  </a:lnTo>
                  <a:lnTo>
                    <a:pt x="404" y="83"/>
                  </a:lnTo>
                  <a:lnTo>
                    <a:pt x="405" y="83"/>
                  </a:lnTo>
                  <a:lnTo>
                    <a:pt x="405" y="83"/>
                  </a:lnTo>
                  <a:lnTo>
                    <a:pt x="405" y="83"/>
                  </a:lnTo>
                  <a:lnTo>
                    <a:pt x="407" y="83"/>
                  </a:lnTo>
                  <a:lnTo>
                    <a:pt x="410" y="84"/>
                  </a:lnTo>
                  <a:lnTo>
                    <a:pt x="413" y="86"/>
                  </a:lnTo>
                  <a:lnTo>
                    <a:pt x="416" y="86"/>
                  </a:lnTo>
                  <a:lnTo>
                    <a:pt x="418" y="87"/>
                  </a:lnTo>
                  <a:lnTo>
                    <a:pt x="419" y="89"/>
                  </a:lnTo>
                  <a:lnTo>
                    <a:pt x="421" y="89"/>
                  </a:lnTo>
                  <a:lnTo>
                    <a:pt x="421" y="92"/>
                  </a:lnTo>
                  <a:lnTo>
                    <a:pt x="419" y="97"/>
                  </a:lnTo>
                  <a:lnTo>
                    <a:pt x="421" y="98"/>
                  </a:lnTo>
                  <a:lnTo>
                    <a:pt x="422" y="100"/>
                  </a:lnTo>
                  <a:lnTo>
                    <a:pt x="424" y="101"/>
                  </a:lnTo>
                  <a:lnTo>
                    <a:pt x="427" y="101"/>
                  </a:lnTo>
                  <a:lnTo>
                    <a:pt x="430" y="101"/>
                  </a:lnTo>
                  <a:lnTo>
                    <a:pt x="432" y="101"/>
                  </a:lnTo>
                  <a:lnTo>
                    <a:pt x="433" y="103"/>
                  </a:lnTo>
                  <a:lnTo>
                    <a:pt x="436" y="109"/>
                  </a:lnTo>
                  <a:lnTo>
                    <a:pt x="436" y="110"/>
                  </a:lnTo>
                  <a:lnTo>
                    <a:pt x="436" y="112"/>
                  </a:lnTo>
                  <a:lnTo>
                    <a:pt x="435" y="113"/>
                  </a:lnTo>
                  <a:lnTo>
                    <a:pt x="432" y="112"/>
                  </a:lnTo>
                  <a:lnTo>
                    <a:pt x="430" y="113"/>
                  </a:lnTo>
                  <a:lnTo>
                    <a:pt x="430" y="115"/>
                  </a:lnTo>
                  <a:lnTo>
                    <a:pt x="428" y="118"/>
                  </a:lnTo>
                  <a:lnTo>
                    <a:pt x="428" y="120"/>
                  </a:lnTo>
                  <a:lnTo>
                    <a:pt x="428" y="123"/>
                  </a:lnTo>
                  <a:lnTo>
                    <a:pt x="430" y="123"/>
                  </a:lnTo>
                  <a:lnTo>
                    <a:pt x="428" y="123"/>
                  </a:lnTo>
                  <a:lnTo>
                    <a:pt x="428" y="126"/>
                  </a:lnTo>
                  <a:lnTo>
                    <a:pt x="432" y="127"/>
                  </a:lnTo>
                  <a:lnTo>
                    <a:pt x="436" y="129"/>
                  </a:lnTo>
                  <a:lnTo>
                    <a:pt x="439" y="130"/>
                  </a:lnTo>
                  <a:lnTo>
                    <a:pt x="441" y="133"/>
                  </a:lnTo>
                  <a:lnTo>
                    <a:pt x="444" y="135"/>
                  </a:lnTo>
                  <a:lnTo>
                    <a:pt x="448" y="133"/>
                  </a:lnTo>
                  <a:lnTo>
                    <a:pt x="453" y="133"/>
                  </a:lnTo>
                  <a:lnTo>
                    <a:pt x="455" y="135"/>
                  </a:lnTo>
                  <a:lnTo>
                    <a:pt x="456" y="138"/>
                  </a:lnTo>
                  <a:lnTo>
                    <a:pt x="456" y="141"/>
                  </a:lnTo>
                  <a:lnTo>
                    <a:pt x="456" y="144"/>
                  </a:lnTo>
                  <a:lnTo>
                    <a:pt x="458" y="144"/>
                  </a:lnTo>
                  <a:lnTo>
                    <a:pt x="461" y="146"/>
                  </a:lnTo>
                  <a:lnTo>
                    <a:pt x="462" y="146"/>
                  </a:lnTo>
                  <a:lnTo>
                    <a:pt x="462" y="147"/>
                  </a:lnTo>
                  <a:lnTo>
                    <a:pt x="464" y="150"/>
                  </a:lnTo>
                  <a:lnTo>
                    <a:pt x="464" y="152"/>
                  </a:lnTo>
                  <a:lnTo>
                    <a:pt x="465" y="155"/>
                  </a:lnTo>
                  <a:lnTo>
                    <a:pt x="472" y="161"/>
                  </a:lnTo>
                  <a:lnTo>
                    <a:pt x="473" y="161"/>
                  </a:lnTo>
                  <a:lnTo>
                    <a:pt x="478" y="161"/>
                  </a:lnTo>
                  <a:lnTo>
                    <a:pt x="479" y="161"/>
                  </a:lnTo>
                  <a:lnTo>
                    <a:pt x="479" y="163"/>
                  </a:lnTo>
                  <a:lnTo>
                    <a:pt x="481" y="166"/>
                  </a:lnTo>
                  <a:lnTo>
                    <a:pt x="481" y="167"/>
                  </a:lnTo>
                  <a:lnTo>
                    <a:pt x="487" y="173"/>
                  </a:lnTo>
                  <a:lnTo>
                    <a:pt x="487" y="175"/>
                  </a:lnTo>
                  <a:lnTo>
                    <a:pt x="488" y="180"/>
                  </a:lnTo>
                  <a:lnTo>
                    <a:pt x="490" y="181"/>
                  </a:lnTo>
                  <a:lnTo>
                    <a:pt x="496" y="183"/>
                  </a:lnTo>
                  <a:lnTo>
                    <a:pt x="498" y="184"/>
                  </a:lnTo>
                  <a:lnTo>
                    <a:pt x="499" y="186"/>
                  </a:lnTo>
                  <a:lnTo>
                    <a:pt x="501" y="186"/>
                  </a:lnTo>
                  <a:lnTo>
                    <a:pt x="502" y="186"/>
                  </a:lnTo>
                  <a:lnTo>
                    <a:pt x="501" y="184"/>
                  </a:lnTo>
                  <a:lnTo>
                    <a:pt x="501" y="183"/>
                  </a:lnTo>
                  <a:lnTo>
                    <a:pt x="501" y="181"/>
                  </a:lnTo>
                  <a:lnTo>
                    <a:pt x="504" y="181"/>
                  </a:lnTo>
                  <a:lnTo>
                    <a:pt x="505" y="183"/>
                  </a:lnTo>
                  <a:lnTo>
                    <a:pt x="507" y="184"/>
                  </a:lnTo>
                  <a:lnTo>
                    <a:pt x="504" y="186"/>
                  </a:lnTo>
                  <a:lnTo>
                    <a:pt x="507" y="187"/>
                  </a:lnTo>
                  <a:lnTo>
                    <a:pt x="511" y="192"/>
                  </a:lnTo>
                  <a:lnTo>
                    <a:pt x="515" y="195"/>
                  </a:lnTo>
                  <a:lnTo>
                    <a:pt x="525" y="198"/>
                  </a:lnTo>
                  <a:lnTo>
                    <a:pt x="528" y="198"/>
                  </a:lnTo>
                  <a:lnTo>
                    <a:pt x="530" y="196"/>
                  </a:lnTo>
                  <a:lnTo>
                    <a:pt x="531" y="198"/>
                  </a:lnTo>
                  <a:lnTo>
                    <a:pt x="531" y="198"/>
                  </a:lnTo>
                  <a:lnTo>
                    <a:pt x="531" y="201"/>
                  </a:lnTo>
                  <a:lnTo>
                    <a:pt x="533" y="203"/>
                  </a:lnTo>
                  <a:lnTo>
                    <a:pt x="539" y="206"/>
                  </a:lnTo>
                  <a:lnTo>
                    <a:pt x="541" y="207"/>
                  </a:lnTo>
                  <a:lnTo>
                    <a:pt x="551" y="223"/>
                  </a:lnTo>
                  <a:lnTo>
                    <a:pt x="554" y="229"/>
                  </a:lnTo>
                  <a:lnTo>
                    <a:pt x="551" y="233"/>
                  </a:lnTo>
                  <a:lnTo>
                    <a:pt x="551" y="233"/>
                  </a:lnTo>
                  <a:lnTo>
                    <a:pt x="553" y="233"/>
                  </a:lnTo>
                  <a:lnTo>
                    <a:pt x="554" y="233"/>
                  </a:lnTo>
                  <a:lnTo>
                    <a:pt x="554" y="233"/>
                  </a:lnTo>
                  <a:lnTo>
                    <a:pt x="554" y="232"/>
                  </a:lnTo>
                  <a:lnTo>
                    <a:pt x="558" y="233"/>
                  </a:lnTo>
                  <a:lnTo>
                    <a:pt x="558" y="235"/>
                  </a:lnTo>
                  <a:lnTo>
                    <a:pt x="556" y="238"/>
                  </a:lnTo>
                  <a:lnTo>
                    <a:pt x="556" y="241"/>
                  </a:lnTo>
                  <a:lnTo>
                    <a:pt x="554" y="244"/>
                  </a:lnTo>
                  <a:lnTo>
                    <a:pt x="556" y="244"/>
                  </a:lnTo>
                  <a:lnTo>
                    <a:pt x="559" y="244"/>
                  </a:lnTo>
                  <a:lnTo>
                    <a:pt x="561" y="246"/>
                  </a:lnTo>
                  <a:lnTo>
                    <a:pt x="561" y="247"/>
                  </a:lnTo>
                  <a:lnTo>
                    <a:pt x="559" y="249"/>
                  </a:lnTo>
                  <a:lnTo>
                    <a:pt x="559" y="250"/>
                  </a:lnTo>
                  <a:lnTo>
                    <a:pt x="558" y="252"/>
                  </a:lnTo>
                  <a:lnTo>
                    <a:pt x="559" y="250"/>
                  </a:lnTo>
                  <a:lnTo>
                    <a:pt x="562" y="250"/>
                  </a:lnTo>
                  <a:lnTo>
                    <a:pt x="564" y="252"/>
                  </a:lnTo>
                  <a:lnTo>
                    <a:pt x="565" y="252"/>
                  </a:lnTo>
                  <a:lnTo>
                    <a:pt x="567" y="252"/>
                  </a:lnTo>
                  <a:lnTo>
                    <a:pt x="570" y="250"/>
                  </a:lnTo>
                  <a:lnTo>
                    <a:pt x="571" y="250"/>
                  </a:lnTo>
                  <a:lnTo>
                    <a:pt x="573" y="253"/>
                  </a:lnTo>
                  <a:lnTo>
                    <a:pt x="573" y="255"/>
                  </a:lnTo>
                  <a:lnTo>
                    <a:pt x="578" y="253"/>
                  </a:lnTo>
                  <a:lnTo>
                    <a:pt x="579" y="253"/>
                  </a:lnTo>
                  <a:lnTo>
                    <a:pt x="581" y="255"/>
                  </a:lnTo>
                  <a:lnTo>
                    <a:pt x="582" y="255"/>
                  </a:lnTo>
                  <a:lnTo>
                    <a:pt x="582" y="258"/>
                  </a:lnTo>
                  <a:lnTo>
                    <a:pt x="582" y="259"/>
                  </a:lnTo>
                  <a:lnTo>
                    <a:pt x="582" y="259"/>
                  </a:lnTo>
                  <a:lnTo>
                    <a:pt x="588" y="261"/>
                  </a:lnTo>
                  <a:lnTo>
                    <a:pt x="590" y="261"/>
                  </a:lnTo>
                  <a:lnTo>
                    <a:pt x="590" y="263"/>
                  </a:lnTo>
                  <a:lnTo>
                    <a:pt x="591" y="263"/>
                  </a:lnTo>
                  <a:lnTo>
                    <a:pt x="593" y="263"/>
                  </a:lnTo>
                  <a:lnTo>
                    <a:pt x="594" y="261"/>
                  </a:lnTo>
                  <a:lnTo>
                    <a:pt x="596" y="261"/>
                  </a:lnTo>
                  <a:lnTo>
                    <a:pt x="596" y="264"/>
                  </a:lnTo>
                  <a:lnTo>
                    <a:pt x="596" y="266"/>
                  </a:lnTo>
                  <a:lnTo>
                    <a:pt x="596" y="267"/>
                  </a:lnTo>
                  <a:lnTo>
                    <a:pt x="597" y="270"/>
                  </a:lnTo>
                  <a:lnTo>
                    <a:pt x="596" y="270"/>
                  </a:lnTo>
                  <a:lnTo>
                    <a:pt x="593" y="269"/>
                  </a:lnTo>
                  <a:lnTo>
                    <a:pt x="591" y="270"/>
                  </a:lnTo>
                  <a:lnTo>
                    <a:pt x="591" y="273"/>
                  </a:lnTo>
                  <a:lnTo>
                    <a:pt x="593" y="273"/>
                  </a:lnTo>
                  <a:lnTo>
                    <a:pt x="593" y="272"/>
                  </a:lnTo>
                  <a:lnTo>
                    <a:pt x="593" y="272"/>
                  </a:lnTo>
                  <a:lnTo>
                    <a:pt x="594" y="273"/>
                  </a:lnTo>
                  <a:lnTo>
                    <a:pt x="594" y="276"/>
                  </a:lnTo>
                  <a:lnTo>
                    <a:pt x="591" y="278"/>
                  </a:lnTo>
                  <a:lnTo>
                    <a:pt x="588" y="279"/>
                  </a:lnTo>
                  <a:lnTo>
                    <a:pt x="588" y="279"/>
                  </a:lnTo>
                  <a:lnTo>
                    <a:pt x="590" y="281"/>
                  </a:lnTo>
                  <a:lnTo>
                    <a:pt x="591" y="283"/>
                  </a:lnTo>
                  <a:lnTo>
                    <a:pt x="593" y="281"/>
                  </a:lnTo>
                  <a:lnTo>
                    <a:pt x="593" y="284"/>
                  </a:lnTo>
                  <a:lnTo>
                    <a:pt x="591" y="284"/>
                  </a:lnTo>
                  <a:lnTo>
                    <a:pt x="590" y="284"/>
                  </a:lnTo>
                  <a:lnTo>
                    <a:pt x="590" y="283"/>
                  </a:lnTo>
                  <a:lnTo>
                    <a:pt x="590" y="284"/>
                  </a:lnTo>
                  <a:lnTo>
                    <a:pt x="590" y="284"/>
                  </a:lnTo>
                  <a:lnTo>
                    <a:pt x="588" y="284"/>
                  </a:lnTo>
                  <a:lnTo>
                    <a:pt x="588" y="284"/>
                  </a:lnTo>
                  <a:lnTo>
                    <a:pt x="588" y="284"/>
                  </a:lnTo>
                  <a:lnTo>
                    <a:pt x="590" y="287"/>
                  </a:lnTo>
                  <a:lnTo>
                    <a:pt x="590" y="287"/>
                  </a:lnTo>
                  <a:lnTo>
                    <a:pt x="588" y="287"/>
                  </a:lnTo>
                  <a:lnTo>
                    <a:pt x="588" y="287"/>
                  </a:lnTo>
                  <a:lnTo>
                    <a:pt x="587" y="286"/>
                  </a:lnTo>
                  <a:lnTo>
                    <a:pt x="585" y="289"/>
                  </a:lnTo>
                  <a:lnTo>
                    <a:pt x="585" y="290"/>
                  </a:lnTo>
                  <a:lnTo>
                    <a:pt x="587" y="292"/>
                  </a:lnTo>
                  <a:lnTo>
                    <a:pt x="590" y="292"/>
                  </a:lnTo>
                  <a:lnTo>
                    <a:pt x="587" y="293"/>
                  </a:lnTo>
                  <a:lnTo>
                    <a:pt x="585" y="295"/>
                  </a:lnTo>
                  <a:lnTo>
                    <a:pt x="584" y="296"/>
                  </a:lnTo>
                  <a:lnTo>
                    <a:pt x="585" y="299"/>
                  </a:lnTo>
                  <a:lnTo>
                    <a:pt x="590" y="303"/>
                  </a:lnTo>
                  <a:lnTo>
                    <a:pt x="591" y="304"/>
                  </a:lnTo>
                  <a:lnTo>
                    <a:pt x="587" y="306"/>
                  </a:lnTo>
                  <a:lnTo>
                    <a:pt x="587" y="307"/>
                  </a:lnTo>
                  <a:lnTo>
                    <a:pt x="590" y="309"/>
                  </a:lnTo>
                  <a:lnTo>
                    <a:pt x="585" y="312"/>
                  </a:lnTo>
                  <a:lnTo>
                    <a:pt x="585" y="315"/>
                  </a:lnTo>
                  <a:lnTo>
                    <a:pt x="587" y="315"/>
                  </a:lnTo>
                  <a:lnTo>
                    <a:pt x="588" y="313"/>
                  </a:lnTo>
                  <a:lnTo>
                    <a:pt x="588" y="313"/>
                  </a:lnTo>
                  <a:lnTo>
                    <a:pt x="588" y="313"/>
                  </a:lnTo>
                  <a:lnTo>
                    <a:pt x="590" y="313"/>
                  </a:lnTo>
                  <a:lnTo>
                    <a:pt x="588" y="315"/>
                  </a:lnTo>
                  <a:lnTo>
                    <a:pt x="588" y="316"/>
                  </a:lnTo>
                  <a:lnTo>
                    <a:pt x="587" y="318"/>
                  </a:lnTo>
                  <a:lnTo>
                    <a:pt x="587" y="318"/>
                  </a:lnTo>
                  <a:lnTo>
                    <a:pt x="587" y="318"/>
                  </a:lnTo>
                  <a:lnTo>
                    <a:pt x="584" y="319"/>
                  </a:lnTo>
                  <a:lnTo>
                    <a:pt x="581" y="319"/>
                  </a:lnTo>
                  <a:lnTo>
                    <a:pt x="567" y="319"/>
                  </a:lnTo>
                  <a:lnTo>
                    <a:pt x="545" y="319"/>
                  </a:lnTo>
                  <a:lnTo>
                    <a:pt x="522" y="319"/>
                  </a:lnTo>
                  <a:lnTo>
                    <a:pt x="501" y="319"/>
                  </a:lnTo>
                  <a:lnTo>
                    <a:pt x="499" y="319"/>
                  </a:lnTo>
                  <a:lnTo>
                    <a:pt x="479" y="319"/>
                  </a:lnTo>
                  <a:lnTo>
                    <a:pt x="456" y="319"/>
                  </a:lnTo>
                  <a:lnTo>
                    <a:pt x="435" y="319"/>
                  </a:lnTo>
                  <a:lnTo>
                    <a:pt x="413" y="319"/>
                  </a:lnTo>
                  <a:lnTo>
                    <a:pt x="390" y="319"/>
                  </a:lnTo>
                  <a:lnTo>
                    <a:pt x="382" y="319"/>
                  </a:lnTo>
                  <a:lnTo>
                    <a:pt x="381" y="321"/>
                  </a:lnTo>
                  <a:lnTo>
                    <a:pt x="379" y="324"/>
                  </a:lnTo>
                  <a:lnTo>
                    <a:pt x="375" y="330"/>
                  </a:lnTo>
                  <a:lnTo>
                    <a:pt x="372" y="335"/>
                  </a:lnTo>
                  <a:lnTo>
                    <a:pt x="364" y="349"/>
                  </a:lnTo>
                  <a:lnTo>
                    <a:pt x="353" y="367"/>
                  </a:lnTo>
                  <a:lnTo>
                    <a:pt x="341" y="389"/>
                  </a:lnTo>
                  <a:lnTo>
                    <a:pt x="329" y="410"/>
                  </a:lnTo>
                  <a:lnTo>
                    <a:pt x="322" y="421"/>
                  </a:lnTo>
                  <a:lnTo>
                    <a:pt x="316" y="430"/>
                  </a:lnTo>
                  <a:lnTo>
                    <a:pt x="309" y="444"/>
                  </a:lnTo>
                  <a:lnTo>
                    <a:pt x="306" y="449"/>
                  </a:lnTo>
                  <a:lnTo>
                    <a:pt x="306" y="452"/>
                  </a:lnTo>
                  <a:lnTo>
                    <a:pt x="306" y="455"/>
                  </a:lnTo>
                  <a:lnTo>
                    <a:pt x="307" y="456"/>
                  </a:lnTo>
                  <a:lnTo>
                    <a:pt x="327" y="484"/>
                  </a:lnTo>
                  <a:lnTo>
                    <a:pt x="324" y="492"/>
                  </a:lnTo>
                  <a:lnTo>
                    <a:pt x="322" y="493"/>
                  </a:lnTo>
                  <a:lnTo>
                    <a:pt x="321" y="495"/>
                  </a:lnTo>
                  <a:lnTo>
                    <a:pt x="318" y="495"/>
                  </a:lnTo>
                  <a:lnTo>
                    <a:pt x="316" y="495"/>
                  </a:lnTo>
                  <a:lnTo>
                    <a:pt x="315" y="496"/>
                  </a:lnTo>
                  <a:lnTo>
                    <a:pt x="313" y="502"/>
                  </a:lnTo>
                  <a:lnTo>
                    <a:pt x="315" y="513"/>
                  </a:lnTo>
                  <a:lnTo>
                    <a:pt x="312" y="518"/>
                  </a:lnTo>
                  <a:lnTo>
                    <a:pt x="309" y="521"/>
                  </a:lnTo>
                  <a:lnTo>
                    <a:pt x="309" y="524"/>
                  </a:lnTo>
                  <a:lnTo>
                    <a:pt x="309" y="527"/>
                  </a:lnTo>
                  <a:lnTo>
                    <a:pt x="309" y="528"/>
                  </a:lnTo>
                  <a:lnTo>
                    <a:pt x="310" y="532"/>
                  </a:lnTo>
                  <a:lnTo>
                    <a:pt x="310" y="533"/>
                  </a:lnTo>
                  <a:lnTo>
                    <a:pt x="310" y="536"/>
                  </a:lnTo>
                  <a:lnTo>
                    <a:pt x="310" y="536"/>
                  </a:lnTo>
                  <a:lnTo>
                    <a:pt x="313" y="545"/>
                  </a:lnTo>
                  <a:lnTo>
                    <a:pt x="313" y="548"/>
                  </a:lnTo>
                  <a:lnTo>
                    <a:pt x="313" y="550"/>
                  </a:lnTo>
                  <a:lnTo>
                    <a:pt x="309" y="558"/>
                  </a:lnTo>
                  <a:lnTo>
                    <a:pt x="306" y="567"/>
                  </a:lnTo>
                  <a:lnTo>
                    <a:pt x="303" y="570"/>
                  </a:lnTo>
                  <a:lnTo>
                    <a:pt x="299" y="570"/>
                  </a:lnTo>
                  <a:lnTo>
                    <a:pt x="299" y="570"/>
                  </a:lnTo>
                  <a:lnTo>
                    <a:pt x="299" y="570"/>
                  </a:lnTo>
                  <a:lnTo>
                    <a:pt x="290" y="559"/>
                  </a:lnTo>
                  <a:lnTo>
                    <a:pt x="278" y="548"/>
                  </a:lnTo>
                  <a:lnTo>
                    <a:pt x="258" y="528"/>
                  </a:lnTo>
                  <a:lnTo>
                    <a:pt x="227" y="496"/>
                  </a:lnTo>
                  <a:lnTo>
                    <a:pt x="207" y="473"/>
                  </a:lnTo>
                  <a:lnTo>
                    <a:pt x="204" y="470"/>
                  </a:lnTo>
                  <a:lnTo>
                    <a:pt x="204" y="465"/>
                  </a:lnTo>
                  <a:lnTo>
                    <a:pt x="207" y="467"/>
                  </a:lnTo>
                  <a:lnTo>
                    <a:pt x="213" y="470"/>
                  </a:lnTo>
                  <a:lnTo>
                    <a:pt x="215" y="472"/>
                  </a:lnTo>
                  <a:lnTo>
                    <a:pt x="216" y="475"/>
                  </a:lnTo>
                  <a:lnTo>
                    <a:pt x="216" y="478"/>
                  </a:lnTo>
                  <a:lnTo>
                    <a:pt x="218" y="479"/>
                  </a:lnTo>
                  <a:lnTo>
                    <a:pt x="221" y="481"/>
                  </a:lnTo>
                  <a:lnTo>
                    <a:pt x="220" y="478"/>
                  </a:lnTo>
                  <a:lnTo>
                    <a:pt x="218" y="470"/>
                  </a:lnTo>
                  <a:lnTo>
                    <a:pt x="216" y="469"/>
                  </a:lnTo>
                  <a:lnTo>
                    <a:pt x="213" y="467"/>
                  </a:lnTo>
                  <a:lnTo>
                    <a:pt x="210" y="465"/>
                  </a:lnTo>
                  <a:lnTo>
                    <a:pt x="207" y="464"/>
                  </a:lnTo>
                  <a:lnTo>
                    <a:pt x="204" y="465"/>
                  </a:lnTo>
                  <a:lnTo>
                    <a:pt x="204" y="462"/>
                  </a:lnTo>
                  <a:lnTo>
                    <a:pt x="203" y="462"/>
                  </a:lnTo>
                  <a:lnTo>
                    <a:pt x="201" y="462"/>
                  </a:lnTo>
                  <a:lnTo>
                    <a:pt x="204" y="465"/>
                  </a:lnTo>
                  <a:lnTo>
                    <a:pt x="201" y="464"/>
                  </a:lnTo>
                  <a:lnTo>
                    <a:pt x="192" y="456"/>
                  </a:lnTo>
                  <a:lnTo>
                    <a:pt x="184" y="455"/>
                  </a:lnTo>
                  <a:lnTo>
                    <a:pt x="181" y="452"/>
                  </a:lnTo>
                  <a:lnTo>
                    <a:pt x="180" y="447"/>
                  </a:lnTo>
                  <a:lnTo>
                    <a:pt x="167" y="439"/>
                  </a:lnTo>
                  <a:lnTo>
                    <a:pt x="152" y="422"/>
                  </a:lnTo>
                  <a:lnTo>
                    <a:pt x="149" y="418"/>
                  </a:lnTo>
                  <a:lnTo>
                    <a:pt x="147" y="415"/>
                  </a:lnTo>
                  <a:lnTo>
                    <a:pt x="143" y="413"/>
                  </a:lnTo>
                  <a:lnTo>
                    <a:pt x="104" y="381"/>
                  </a:lnTo>
                  <a:lnTo>
                    <a:pt x="101" y="379"/>
                  </a:lnTo>
                  <a:lnTo>
                    <a:pt x="74" y="358"/>
                  </a:lnTo>
                  <a:lnTo>
                    <a:pt x="58" y="347"/>
                  </a:lnTo>
                  <a:lnTo>
                    <a:pt x="29" y="329"/>
                  </a:lnTo>
                  <a:lnTo>
                    <a:pt x="31" y="329"/>
                  </a:lnTo>
                  <a:lnTo>
                    <a:pt x="34" y="329"/>
                  </a:lnTo>
                  <a:lnTo>
                    <a:pt x="35" y="329"/>
                  </a:lnTo>
                  <a:lnTo>
                    <a:pt x="37" y="330"/>
                  </a:lnTo>
                  <a:lnTo>
                    <a:pt x="38" y="330"/>
                  </a:lnTo>
                  <a:lnTo>
                    <a:pt x="41" y="329"/>
                  </a:lnTo>
                  <a:lnTo>
                    <a:pt x="43" y="327"/>
                  </a:lnTo>
                  <a:lnTo>
                    <a:pt x="40" y="322"/>
                  </a:lnTo>
                  <a:lnTo>
                    <a:pt x="38" y="319"/>
                  </a:lnTo>
                  <a:lnTo>
                    <a:pt x="35" y="316"/>
                  </a:lnTo>
                  <a:lnTo>
                    <a:pt x="32" y="315"/>
                  </a:lnTo>
                  <a:lnTo>
                    <a:pt x="12" y="310"/>
                  </a:lnTo>
                  <a:lnTo>
                    <a:pt x="8" y="307"/>
                  </a:lnTo>
                  <a:lnTo>
                    <a:pt x="6" y="307"/>
                  </a:lnTo>
                  <a:lnTo>
                    <a:pt x="8" y="304"/>
                  </a:lnTo>
                  <a:lnTo>
                    <a:pt x="8" y="303"/>
                  </a:lnTo>
                  <a:lnTo>
                    <a:pt x="9" y="301"/>
                  </a:lnTo>
                  <a:lnTo>
                    <a:pt x="11" y="298"/>
                  </a:lnTo>
                  <a:lnTo>
                    <a:pt x="12" y="295"/>
                  </a:lnTo>
                  <a:lnTo>
                    <a:pt x="12" y="292"/>
                  </a:lnTo>
                  <a:lnTo>
                    <a:pt x="14" y="289"/>
                  </a:lnTo>
                  <a:lnTo>
                    <a:pt x="14" y="286"/>
                  </a:lnTo>
                  <a:lnTo>
                    <a:pt x="12" y="281"/>
                  </a:lnTo>
                  <a:lnTo>
                    <a:pt x="11" y="275"/>
                  </a:lnTo>
                  <a:lnTo>
                    <a:pt x="9" y="270"/>
                  </a:lnTo>
                  <a:lnTo>
                    <a:pt x="6" y="266"/>
                  </a:lnTo>
                  <a:lnTo>
                    <a:pt x="4" y="263"/>
                  </a:lnTo>
                  <a:lnTo>
                    <a:pt x="4" y="259"/>
                  </a:lnTo>
                  <a:lnTo>
                    <a:pt x="3" y="256"/>
                  </a:lnTo>
                  <a:lnTo>
                    <a:pt x="1" y="253"/>
                  </a:lnTo>
                  <a:lnTo>
                    <a:pt x="0" y="247"/>
                  </a:lnTo>
                  <a:lnTo>
                    <a:pt x="3" y="239"/>
                  </a:lnTo>
                  <a:lnTo>
                    <a:pt x="8" y="233"/>
                  </a:lnTo>
                  <a:lnTo>
                    <a:pt x="12" y="227"/>
                  </a:lnTo>
                  <a:lnTo>
                    <a:pt x="12" y="224"/>
                  </a:lnTo>
                  <a:lnTo>
                    <a:pt x="14" y="221"/>
                  </a:lnTo>
                  <a:lnTo>
                    <a:pt x="14" y="218"/>
                  </a:lnTo>
                  <a:lnTo>
                    <a:pt x="14" y="215"/>
                  </a:lnTo>
                  <a:lnTo>
                    <a:pt x="14" y="210"/>
                  </a:lnTo>
                  <a:lnTo>
                    <a:pt x="12" y="206"/>
                  </a:lnTo>
                  <a:lnTo>
                    <a:pt x="12" y="201"/>
                  </a:lnTo>
                  <a:lnTo>
                    <a:pt x="12" y="198"/>
                  </a:lnTo>
                  <a:lnTo>
                    <a:pt x="15" y="196"/>
                  </a:lnTo>
                  <a:lnTo>
                    <a:pt x="18" y="195"/>
                  </a:lnTo>
                  <a:lnTo>
                    <a:pt x="21" y="192"/>
                  </a:lnTo>
                  <a:lnTo>
                    <a:pt x="24" y="190"/>
                  </a:lnTo>
                  <a:lnTo>
                    <a:pt x="26" y="189"/>
                  </a:lnTo>
                  <a:lnTo>
                    <a:pt x="31" y="187"/>
                  </a:lnTo>
                  <a:lnTo>
                    <a:pt x="34" y="186"/>
                  </a:lnTo>
                  <a:lnTo>
                    <a:pt x="34" y="183"/>
                  </a:lnTo>
                  <a:lnTo>
                    <a:pt x="34" y="180"/>
                  </a:lnTo>
                  <a:lnTo>
                    <a:pt x="34" y="176"/>
                  </a:lnTo>
                  <a:lnTo>
                    <a:pt x="34" y="173"/>
                  </a:lnTo>
                  <a:lnTo>
                    <a:pt x="34" y="170"/>
                  </a:lnTo>
                  <a:lnTo>
                    <a:pt x="34" y="166"/>
                  </a:lnTo>
                  <a:lnTo>
                    <a:pt x="37" y="163"/>
                  </a:lnTo>
                  <a:lnTo>
                    <a:pt x="40" y="163"/>
                  </a:lnTo>
                  <a:lnTo>
                    <a:pt x="40" y="163"/>
                  </a:lnTo>
                  <a:lnTo>
                    <a:pt x="40" y="161"/>
                  </a:lnTo>
                  <a:lnTo>
                    <a:pt x="40" y="160"/>
                  </a:lnTo>
                  <a:lnTo>
                    <a:pt x="40" y="158"/>
                  </a:lnTo>
                  <a:lnTo>
                    <a:pt x="41" y="153"/>
                  </a:lnTo>
                  <a:lnTo>
                    <a:pt x="41" y="149"/>
                  </a:lnTo>
                  <a:lnTo>
                    <a:pt x="41" y="144"/>
                  </a:lnTo>
                  <a:lnTo>
                    <a:pt x="40" y="140"/>
                  </a:lnTo>
                  <a:lnTo>
                    <a:pt x="41" y="140"/>
                  </a:lnTo>
                  <a:lnTo>
                    <a:pt x="43" y="138"/>
                  </a:lnTo>
                  <a:lnTo>
                    <a:pt x="46" y="136"/>
                  </a:lnTo>
                  <a:lnTo>
                    <a:pt x="48" y="135"/>
                  </a:lnTo>
                  <a:lnTo>
                    <a:pt x="54" y="132"/>
                  </a:lnTo>
                  <a:lnTo>
                    <a:pt x="60" y="127"/>
                  </a:lnTo>
                  <a:lnTo>
                    <a:pt x="64" y="124"/>
                  </a:lnTo>
                  <a:lnTo>
                    <a:pt x="71" y="120"/>
                  </a:lnTo>
                  <a:lnTo>
                    <a:pt x="74" y="118"/>
                  </a:lnTo>
                  <a:lnTo>
                    <a:pt x="77" y="115"/>
                  </a:lnTo>
                  <a:lnTo>
                    <a:pt x="80" y="113"/>
                  </a:lnTo>
                  <a:lnTo>
                    <a:pt x="83" y="109"/>
                  </a:lnTo>
                  <a:lnTo>
                    <a:pt x="83" y="107"/>
                  </a:lnTo>
                  <a:lnTo>
                    <a:pt x="83" y="106"/>
                  </a:lnTo>
                  <a:lnTo>
                    <a:pt x="84" y="104"/>
                  </a:lnTo>
                  <a:lnTo>
                    <a:pt x="84" y="103"/>
                  </a:lnTo>
                  <a:lnTo>
                    <a:pt x="87" y="98"/>
                  </a:lnTo>
                  <a:lnTo>
                    <a:pt x="89" y="93"/>
                  </a:lnTo>
                  <a:lnTo>
                    <a:pt x="92" y="89"/>
                  </a:lnTo>
                  <a:lnTo>
                    <a:pt x="94" y="84"/>
                  </a:lnTo>
                  <a:lnTo>
                    <a:pt x="95" y="80"/>
                  </a:lnTo>
                  <a:lnTo>
                    <a:pt x="95" y="77"/>
                  </a:lnTo>
                  <a:lnTo>
                    <a:pt x="97" y="77"/>
                  </a:lnTo>
                  <a:lnTo>
                    <a:pt x="97" y="75"/>
                  </a:lnTo>
                  <a:lnTo>
                    <a:pt x="98" y="73"/>
                  </a:lnTo>
                  <a:lnTo>
                    <a:pt x="101" y="72"/>
                  </a:lnTo>
                  <a:lnTo>
                    <a:pt x="101" y="70"/>
                  </a:lnTo>
                  <a:lnTo>
                    <a:pt x="103" y="70"/>
                  </a:lnTo>
                  <a:lnTo>
                    <a:pt x="103" y="70"/>
                  </a:lnTo>
                  <a:lnTo>
                    <a:pt x="104" y="70"/>
                  </a:lnTo>
                  <a:lnTo>
                    <a:pt x="104" y="67"/>
                  </a:lnTo>
                  <a:lnTo>
                    <a:pt x="104" y="66"/>
                  </a:lnTo>
                  <a:lnTo>
                    <a:pt x="106" y="64"/>
                  </a:lnTo>
                  <a:lnTo>
                    <a:pt x="109" y="63"/>
                  </a:lnTo>
                  <a:lnTo>
                    <a:pt x="110" y="61"/>
                  </a:lnTo>
                  <a:lnTo>
                    <a:pt x="114" y="60"/>
                  </a:lnTo>
                  <a:lnTo>
                    <a:pt x="114" y="57"/>
                  </a:lnTo>
                  <a:lnTo>
                    <a:pt x="115" y="53"/>
                  </a:lnTo>
                  <a:lnTo>
                    <a:pt x="115" y="50"/>
                  </a:lnTo>
                  <a:lnTo>
                    <a:pt x="117" y="47"/>
                  </a:lnTo>
                  <a:lnTo>
                    <a:pt x="120" y="38"/>
                  </a:lnTo>
                  <a:lnTo>
                    <a:pt x="121" y="27"/>
                  </a:lnTo>
                  <a:lnTo>
                    <a:pt x="124" y="18"/>
                  </a:lnTo>
                  <a:lnTo>
                    <a:pt x="129" y="9"/>
                  </a:lnTo>
                  <a:lnTo>
                    <a:pt x="129" y="4"/>
                  </a:lnTo>
                  <a:lnTo>
                    <a:pt x="130" y="4"/>
                  </a:lnTo>
                  <a:lnTo>
                    <a:pt x="132" y="3"/>
                  </a:lnTo>
                  <a:lnTo>
                    <a:pt x="134" y="1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3529013" y="3344863"/>
              <a:ext cx="439738" cy="403225"/>
            </a:xfrm>
            <a:custGeom>
              <a:avLst/>
              <a:gdLst>
                <a:gd name="T0" fmla="*/ 150 w 553"/>
                <a:gd name="T1" fmla="*/ 349 h 509"/>
                <a:gd name="T2" fmla="*/ 147 w 553"/>
                <a:gd name="T3" fmla="*/ 349 h 509"/>
                <a:gd name="T4" fmla="*/ 124 w 553"/>
                <a:gd name="T5" fmla="*/ 358 h 509"/>
                <a:gd name="T6" fmla="*/ 104 w 553"/>
                <a:gd name="T7" fmla="*/ 363 h 509"/>
                <a:gd name="T8" fmla="*/ 147 w 553"/>
                <a:gd name="T9" fmla="*/ 343 h 509"/>
                <a:gd name="T10" fmla="*/ 351 w 553"/>
                <a:gd name="T11" fmla="*/ 52 h 509"/>
                <a:gd name="T12" fmla="*/ 377 w 553"/>
                <a:gd name="T13" fmla="*/ 68 h 509"/>
                <a:gd name="T14" fmla="*/ 402 w 553"/>
                <a:gd name="T15" fmla="*/ 77 h 509"/>
                <a:gd name="T16" fmla="*/ 445 w 553"/>
                <a:gd name="T17" fmla="*/ 129 h 509"/>
                <a:gd name="T18" fmla="*/ 496 w 553"/>
                <a:gd name="T19" fmla="*/ 208 h 509"/>
                <a:gd name="T20" fmla="*/ 553 w 553"/>
                <a:gd name="T21" fmla="*/ 294 h 509"/>
                <a:gd name="T22" fmla="*/ 539 w 553"/>
                <a:gd name="T23" fmla="*/ 369 h 509"/>
                <a:gd name="T24" fmla="*/ 548 w 553"/>
                <a:gd name="T25" fmla="*/ 397 h 509"/>
                <a:gd name="T26" fmla="*/ 533 w 553"/>
                <a:gd name="T27" fmla="*/ 467 h 509"/>
                <a:gd name="T28" fmla="*/ 459 w 553"/>
                <a:gd name="T29" fmla="*/ 506 h 509"/>
                <a:gd name="T30" fmla="*/ 242 w 553"/>
                <a:gd name="T31" fmla="*/ 506 h 509"/>
                <a:gd name="T32" fmla="*/ 218 w 553"/>
                <a:gd name="T33" fmla="*/ 480 h 509"/>
                <a:gd name="T34" fmla="*/ 202 w 553"/>
                <a:gd name="T35" fmla="*/ 474 h 509"/>
                <a:gd name="T36" fmla="*/ 182 w 553"/>
                <a:gd name="T37" fmla="*/ 464 h 509"/>
                <a:gd name="T38" fmla="*/ 164 w 553"/>
                <a:gd name="T39" fmla="*/ 460 h 509"/>
                <a:gd name="T40" fmla="*/ 142 w 553"/>
                <a:gd name="T41" fmla="*/ 460 h 509"/>
                <a:gd name="T42" fmla="*/ 139 w 553"/>
                <a:gd name="T43" fmla="*/ 471 h 509"/>
                <a:gd name="T44" fmla="*/ 119 w 553"/>
                <a:gd name="T45" fmla="*/ 484 h 509"/>
                <a:gd name="T46" fmla="*/ 81 w 553"/>
                <a:gd name="T47" fmla="*/ 474 h 509"/>
                <a:gd name="T48" fmla="*/ 69 w 553"/>
                <a:gd name="T49" fmla="*/ 463 h 509"/>
                <a:gd name="T50" fmla="*/ 52 w 553"/>
                <a:gd name="T51" fmla="*/ 434 h 509"/>
                <a:gd name="T52" fmla="*/ 38 w 553"/>
                <a:gd name="T53" fmla="*/ 398 h 509"/>
                <a:gd name="T54" fmla="*/ 16 w 553"/>
                <a:gd name="T55" fmla="*/ 397 h 509"/>
                <a:gd name="T56" fmla="*/ 6 w 553"/>
                <a:gd name="T57" fmla="*/ 380 h 509"/>
                <a:gd name="T58" fmla="*/ 46 w 553"/>
                <a:gd name="T59" fmla="*/ 361 h 509"/>
                <a:gd name="T60" fmla="*/ 98 w 553"/>
                <a:gd name="T61" fmla="*/ 374 h 509"/>
                <a:gd name="T62" fmla="*/ 92 w 553"/>
                <a:gd name="T63" fmla="*/ 377 h 509"/>
                <a:gd name="T64" fmla="*/ 83 w 553"/>
                <a:gd name="T65" fmla="*/ 371 h 509"/>
                <a:gd name="T66" fmla="*/ 75 w 553"/>
                <a:gd name="T67" fmla="*/ 375 h 509"/>
                <a:gd name="T68" fmla="*/ 70 w 553"/>
                <a:gd name="T69" fmla="*/ 375 h 509"/>
                <a:gd name="T70" fmla="*/ 67 w 553"/>
                <a:gd name="T71" fmla="*/ 384 h 509"/>
                <a:gd name="T72" fmla="*/ 83 w 553"/>
                <a:gd name="T73" fmla="*/ 384 h 509"/>
                <a:gd name="T74" fmla="*/ 86 w 553"/>
                <a:gd name="T75" fmla="*/ 384 h 509"/>
                <a:gd name="T76" fmla="*/ 90 w 553"/>
                <a:gd name="T77" fmla="*/ 381 h 509"/>
                <a:gd name="T78" fmla="*/ 93 w 553"/>
                <a:gd name="T79" fmla="*/ 388 h 509"/>
                <a:gd name="T80" fmla="*/ 99 w 553"/>
                <a:gd name="T81" fmla="*/ 400 h 509"/>
                <a:gd name="T82" fmla="*/ 109 w 553"/>
                <a:gd name="T83" fmla="*/ 406 h 509"/>
                <a:gd name="T84" fmla="*/ 110 w 553"/>
                <a:gd name="T85" fmla="*/ 400 h 509"/>
                <a:gd name="T86" fmla="*/ 130 w 553"/>
                <a:gd name="T87" fmla="*/ 400 h 509"/>
                <a:gd name="T88" fmla="*/ 156 w 553"/>
                <a:gd name="T89" fmla="*/ 401 h 509"/>
                <a:gd name="T90" fmla="*/ 158 w 553"/>
                <a:gd name="T91" fmla="*/ 394 h 509"/>
                <a:gd name="T92" fmla="*/ 155 w 553"/>
                <a:gd name="T93" fmla="*/ 391 h 509"/>
                <a:gd name="T94" fmla="*/ 181 w 553"/>
                <a:gd name="T95" fmla="*/ 381 h 509"/>
                <a:gd name="T96" fmla="*/ 196 w 553"/>
                <a:gd name="T97" fmla="*/ 371 h 509"/>
                <a:gd name="T98" fmla="*/ 190 w 553"/>
                <a:gd name="T99" fmla="*/ 369 h 509"/>
                <a:gd name="T100" fmla="*/ 184 w 553"/>
                <a:gd name="T101" fmla="*/ 344 h 509"/>
                <a:gd name="T102" fmla="*/ 170 w 553"/>
                <a:gd name="T103" fmla="*/ 340 h 509"/>
                <a:gd name="T104" fmla="*/ 198 w 553"/>
                <a:gd name="T105" fmla="*/ 315 h 509"/>
                <a:gd name="T106" fmla="*/ 167 w 553"/>
                <a:gd name="T107" fmla="*/ 337 h 509"/>
                <a:gd name="T108" fmla="*/ 167 w 553"/>
                <a:gd name="T109" fmla="*/ 328 h 509"/>
                <a:gd name="T110" fmla="*/ 247 w 553"/>
                <a:gd name="T111" fmla="*/ 280 h 509"/>
                <a:gd name="T112" fmla="*/ 282 w 553"/>
                <a:gd name="T113" fmla="*/ 212 h 509"/>
                <a:gd name="T114" fmla="*/ 287 w 553"/>
                <a:gd name="T115" fmla="*/ 182 h 509"/>
                <a:gd name="T116" fmla="*/ 322 w 553"/>
                <a:gd name="T117" fmla="*/ 140 h 509"/>
                <a:gd name="T118" fmla="*/ 318 w 553"/>
                <a:gd name="T119" fmla="*/ 100 h 509"/>
                <a:gd name="T120" fmla="*/ 321 w 553"/>
                <a:gd name="T121" fmla="*/ 34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53" h="509">
                  <a:moveTo>
                    <a:pt x="150" y="343"/>
                  </a:moveTo>
                  <a:lnTo>
                    <a:pt x="150" y="344"/>
                  </a:lnTo>
                  <a:lnTo>
                    <a:pt x="152" y="346"/>
                  </a:lnTo>
                  <a:lnTo>
                    <a:pt x="152" y="348"/>
                  </a:lnTo>
                  <a:lnTo>
                    <a:pt x="152" y="349"/>
                  </a:lnTo>
                  <a:lnTo>
                    <a:pt x="152" y="349"/>
                  </a:lnTo>
                  <a:lnTo>
                    <a:pt x="150" y="349"/>
                  </a:lnTo>
                  <a:lnTo>
                    <a:pt x="147" y="351"/>
                  </a:lnTo>
                  <a:lnTo>
                    <a:pt x="146" y="352"/>
                  </a:lnTo>
                  <a:lnTo>
                    <a:pt x="144" y="352"/>
                  </a:lnTo>
                  <a:lnTo>
                    <a:pt x="144" y="351"/>
                  </a:lnTo>
                  <a:lnTo>
                    <a:pt x="146" y="349"/>
                  </a:lnTo>
                  <a:lnTo>
                    <a:pt x="146" y="349"/>
                  </a:lnTo>
                  <a:lnTo>
                    <a:pt x="147" y="349"/>
                  </a:lnTo>
                  <a:lnTo>
                    <a:pt x="144" y="349"/>
                  </a:lnTo>
                  <a:lnTo>
                    <a:pt x="139" y="351"/>
                  </a:lnTo>
                  <a:lnTo>
                    <a:pt x="136" y="351"/>
                  </a:lnTo>
                  <a:lnTo>
                    <a:pt x="130" y="360"/>
                  </a:lnTo>
                  <a:lnTo>
                    <a:pt x="126" y="363"/>
                  </a:lnTo>
                  <a:lnTo>
                    <a:pt x="121" y="364"/>
                  </a:lnTo>
                  <a:lnTo>
                    <a:pt x="124" y="358"/>
                  </a:lnTo>
                  <a:lnTo>
                    <a:pt x="115" y="364"/>
                  </a:lnTo>
                  <a:lnTo>
                    <a:pt x="110" y="366"/>
                  </a:lnTo>
                  <a:lnTo>
                    <a:pt x="106" y="368"/>
                  </a:lnTo>
                  <a:lnTo>
                    <a:pt x="103" y="368"/>
                  </a:lnTo>
                  <a:lnTo>
                    <a:pt x="101" y="366"/>
                  </a:lnTo>
                  <a:lnTo>
                    <a:pt x="103" y="366"/>
                  </a:lnTo>
                  <a:lnTo>
                    <a:pt x="104" y="363"/>
                  </a:lnTo>
                  <a:lnTo>
                    <a:pt x="106" y="361"/>
                  </a:lnTo>
                  <a:lnTo>
                    <a:pt x="113" y="358"/>
                  </a:lnTo>
                  <a:lnTo>
                    <a:pt x="118" y="358"/>
                  </a:lnTo>
                  <a:lnTo>
                    <a:pt x="126" y="354"/>
                  </a:lnTo>
                  <a:lnTo>
                    <a:pt x="133" y="349"/>
                  </a:lnTo>
                  <a:lnTo>
                    <a:pt x="139" y="346"/>
                  </a:lnTo>
                  <a:lnTo>
                    <a:pt x="147" y="343"/>
                  </a:lnTo>
                  <a:lnTo>
                    <a:pt x="150" y="343"/>
                  </a:lnTo>
                  <a:close/>
                  <a:moveTo>
                    <a:pt x="334" y="0"/>
                  </a:moveTo>
                  <a:lnTo>
                    <a:pt x="334" y="5"/>
                  </a:lnTo>
                  <a:lnTo>
                    <a:pt x="333" y="46"/>
                  </a:lnTo>
                  <a:lnTo>
                    <a:pt x="336" y="51"/>
                  </a:lnTo>
                  <a:lnTo>
                    <a:pt x="344" y="52"/>
                  </a:lnTo>
                  <a:lnTo>
                    <a:pt x="351" y="52"/>
                  </a:lnTo>
                  <a:lnTo>
                    <a:pt x="358" y="52"/>
                  </a:lnTo>
                  <a:lnTo>
                    <a:pt x="362" y="57"/>
                  </a:lnTo>
                  <a:lnTo>
                    <a:pt x="365" y="63"/>
                  </a:lnTo>
                  <a:lnTo>
                    <a:pt x="368" y="68"/>
                  </a:lnTo>
                  <a:lnTo>
                    <a:pt x="371" y="66"/>
                  </a:lnTo>
                  <a:lnTo>
                    <a:pt x="374" y="65"/>
                  </a:lnTo>
                  <a:lnTo>
                    <a:pt x="377" y="68"/>
                  </a:lnTo>
                  <a:lnTo>
                    <a:pt x="381" y="71"/>
                  </a:lnTo>
                  <a:lnTo>
                    <a:pt x="385" y="69"/>
                  </a:lnTo>
                  <a:lnTo>
                    <a:pt x="388" y="63"/>
                  </a:lnTo>
                  <a:lnTo>
                    <a:pt x="393" y="60"/>
                  </a:lnTo>
                  <a:lnTo>
                    <a:pt x="399" y="69"/>
                  </a:lnTo>
                  <a:lnTo>
                    <a:pt x="402" y="74"/>
                  </a:lnTo>
                  <a:lnTo>
                    <a:pt x="402" y="77"/>
                  </a:lnTo>
                  <a:lnTo>
                    <a:pt x="405" y="85"/>
                  </a:lnTo>
                  <a:lnTo>
                    <a:pt x="407" y="88"/>
                  </a:lnTo>
                  <a:lnTo>
                    <a:pt x="416" y="94"/>
                  </a:lnTo>
                  <a:lnTo>
                    <a:pt x="422" y="105"/>
                  </a:lnTo>
                  <a:lnTo>
                    <a:pt x="427" y="115"/>
                  </a:lnTo>
                  <a:lnTo>
                    <a:pt x="434" y="125"/>
                  </a:lnTo>
                  <a:lnTo>
                    <a:pt x="445" y="129"/>
                  </a:lnTo>
                  <a:lnTo>
                    <a:pt x="454" y="135"/>
                  </a:lnTo>
                  <a:lnTo>
                    <a:pt x="467" y="158"/>
                  </a:lnTo>
                  <a:lnTo>
                    <a:pt x="476" y="166"/>
                  </a:lnTo>
                  <a:lnTo>
                    <a:pt x="483" y="177"/>
                  </a:lnTo>
                  <a:lnTo>
                    <a:pt x="485" y="189"/>
                  </a:lnTo>
                  <a:lnTo>
                    <a:pt x="490" y="198"/>
                  </a:lnTo>
                  <a:lnTo>
                    <a:pt x="496" y="208"/>
                  </a:lnTo>
                  <a:lnTo>
                    <a:pt x="505" y="215"/>
                  </a:lnTo>
                  <a:lnTo>
                    <a:pt x="514" y="223"/>
                  </a:lnTo>
                  <a:lnTo>
                    <a:pt x="534" y="240"/>
                  </a:lnTo>
                  <a:lnTo>
                    <a:pt x="550" y="260"/>
                  </a:lnTo>
                  <a:lnTo>
                    <a:pt x="553" y="271"/>
                  </a:lnTo>
                  <a:lnTo>
                    <a:pt x="553" y="281"/>
                  </a:lnTo>
                  <a:lnTo>
                    <a:pt x="553" y="294"/>
                  </a:lnTo>
                  <a:lnTo>
                    <a:pt x="551" y="297"/>
                  </a:lnTo>
                  <a:lnTo>
                    <a:pt x="553" y="303"/>
                  </a:lnTo>
                  <a:lnTo>
                    <a:pt x="550" y="306"/>
                  </a:lnTo>
                  <a:lnTo>
                    <a:pt x="542" y="314"/>
                  </a:lnTo>
                  <a:lnTo>
                    <a:pt x="543" y="328"/>
                  </a:lnTo>
                  <a:lnTo>
                    <a:pt x="539" y="360"/>
                  </a:lnTo>
                  <a:lnTo>
                    <a:pt x="539" y="369"/>
                  </a:lnTo>
                  <a:lnTo>
                    <a:pt x="545" y="377"/>
                  </a:lnTo>
                  <a:lnTo>
                    <a:pt x="546" y="386"/>
                  </a:lnTo>
                  <a:lnTo>
                    <a:pt x="543" y="388"/>
                  </a:lnTo>
                  <a:lnTo>
                    <a:pt x="543" y="391"/>
                  </a:lnTo>
                  <a:lnTo>
                    <a:pt x="546" y="392"/>
                  </a:lnTo>
                  <a:lnTo>
                    <a:pt x="548" y="394"/>
                  </a:lnTo>
                  <a:lnTo>
                    <a:pt x="548" y="397"/>
                  </a:lnTo>
                  <a:lnTo>
                    <a:pt x="546" y="401"/>
                  </a:lnTo>
                  <a:lnTo>
                    <a:pt x="546" y="404"/>
                  </a:lnTo>
                  <a:lnTo>
                    <a:pt x="550" y="420"/>
                  </a:lnTo>
                  <a:lnTo>
                    <a:pt x="550" y="431"/>
                  </a:lnTo>
                  <a:lnTo>
                    <a:pt x="550" y="441"/>
                  </a:lnTo>
                  <a:lnTo>
                    <a:pt x="546" y="452"/>
                  </a:lnTo>
                  <a:lnTo>
                    <a:pt x="533" y="467"/>
                  </a:lnTo>
                  <a:lnTo>
                    <a:pt x="531" y="471"/>
                  </a:lnTo>
                  <a:lnTo>
                    <a:pt x="533" y="484"/>
                  </a:lnTo>
                  <a:lnTo>
                    <a:pt x="531" y="486"/>
                  </a:lnTo>
                  <a:lnTo>
                    <a:pt x="530" y="492"/>
                  </a:lnTo>
                  <a:lnTo>
                    <a:pt x="530" y="506"/>
                  </a:lnTo>
                  <a:lnTo>
                    <a:pt x="494" y="506"/>
                  </a:lnTo>
                  <a:lnTo>
                    <a:pt x="459" y="506"/>
                  </a:lnTo>
                  <a:lnTo>
                    <a:pt x="425" y="506"/>
                  </a:lnTo>
                  <a:lnTo>
                    <a:pt x="390" y="506"/>
                  </a:lnTo>
                  <a:lnTo>
                    <a:pt x="354" y="506"/>
                  </a:lnTo>
                  <a:lnTo>
                    <a:pt x="319" y="506"/>
                  </a:lnTo>
                  <a:lnTo>
                    <a:pt x="284" y="506"/>
                  </a:lnTo>
                  <a:lnTo>
                    <a:pt x="248" y="506"/>
                  </a:lnTo>
                  <a:lnTo>
                    <a:pt x="242" y="506"/>
                  </a:lnTo>
                  <a:lnTo>
                    <a:pt x="239" y="507"/>
                  </a:lnTo>
                  <a:lnTo>
                    <a:pt x="238" y="509"/>
                  </a:lnTo>
                  <a:lnTo>
                    <a:pt x="238" y="500"/>
                  </a:lnTo>
                  <a:lnTo>
                    <a:pt x="238" y="481"/>
                  </a:lnTo>
                  <a:lnTo>
                    <a:pt x="227" y="481"/>
                  </a:lnTo>
                  <a:lnTo>
                    <a:pt x="222" y="480"/>
                  </a:lnTo>
                  <a:lnTo>
                    <a:pt x="218" y="480"/>
                  </a:lnTo>
                  <a:lnTo>
                    <a:pt x="216" y="480"/>
                  </a:lnTo>
                  <a:lnTo>
                    <a:pt x="215" y="478"/>
                  </a:lnTo>
                  <a:lnTo>
                    <a:pt x="213" y="477"/>
                  </a:lnTo>
                  <a:lnTo>
                    <a:pt x="212" y="475"/>
                  </a:lnTo>
                  <a:lnTo>
                    <a:pt x="209" y="475"/>
                  </a:lnTo>
                  <a:lnTo>
                    <a:pt x="205" y="474"/>
                  </a:lnTo>
                  <a:lnTo>
                    <a:pt x="202" y="474"/>
                  </a:lnTo>
                  <a:lnTo>
                    <a:pt x="199" y="475"/>
                  </a:lnTo>
                  <a:lnTo>
                    <a:pt x="196" y="474"/>
                  </a:lnTo>
                  <a:lnTo>
                    <a:pt x="193" y="472"/>
                  </a:lnTo>
                  <a:lnTo>
                    <a:pt x="190" y="471"/>
                  </a:lnTo>
                  <a:lnTo>
                    <a:pt x="189" y="467"/>
                  </a:lnTo>
                  <a:lnTo>
                    <a:pt x="185" y="466"/>
                  </a:lnTo>
                  <a:lnTo>
                    <a:pt x="182" y="464"/>
                  </a:lnTo>
                  <a:lnTo>
                    <a:pt x="179" y="463"/>
                  </a:lnTo>
                  <a:lnTo>
                    <a:pt x="176" y="463"/>
                  </a:lnTo>
                  <a:lnTo>
                    <a:pt x="173" y="463"/>
                  </a:lnTo>
                  <a:lnTo>
                    <a:pt x="170" y="463"/>
                  </a:lnTo>
                  <a:lnTo>
                    <a:pt x="169" y="461"/>
                  </a:lnTo>
                  <a:lnTo>
                    <a:pt x="165" y="460"/>
                  </a:lnTo>
                  <a:lnTo>
                    <a:pt x="164" y="460"/>
                  </a:lnTo>
                  <a:lnTo>
                    <a:pt x="161" y="458"/>
                  </a:lnTo>
                  <a:lnTo>
                    <a:pt x="159" y="458"/>
                  </a:lnTo>
                  <a:lnTo>
                    <a:pt x="158" y="458"/>
                  </a:lnTo>
                  <a:lnTo>
                    <a:pt x="155" y="458"/>
                  </a:lnTo>
                  <a:lnTo>
                    <a:pt x="150" y="458"/>
                  </a:lnTo>
                  <a:lnTo>
                    <a:pt x="146" y="458"/>
                  </a:lnTo>
                  <a:lnTo>
                    <a:pt x="142" y="460"/>
                  </a:lnTo>
                  <a:lnTo>
                    <a:pt x="141" y="460"/>
                  </a:lnTo>
                  <a:lnTo>
                    <a:pt x="141" y="461"/>
                  </a:lnTo>
                  <a:lnTo>
                    <a:pt x="139" y="463"/>
                  </a:lnTo>
                  <a:lnTo>
                    <a:pt x="139" y="464"/>
                  </a:lnTo>
                  <a:lnTo>
                    <a:pt x="139" y="466"/>
                  </a:lnTo>
                  <a:lnTo>
                    <a:pt x="139" y="467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4"/>
                  </a:lnTo>
                  <a:lnTo>
                    <a:pt x="138" y="478"/>
                  </a:lnTo>
                  <a:lnTo>
                    <a:pt x="136" y="481"/>
                  </a:lnTo>
                  <a:lnTo>
                    <a:pt x="135" y="484"/>
                  </a:lnTo>
                  <a:lnTo>
                    <a:pt x="127" y="484"/>
                  </a:lnTo>
                  <a:lnTo>
                    <a:pt x="119" y="484"/>
                  </a:lnTo>
                  <a:lnTo>
                    <a:pt x="112" y="484"/>
                  </a:lnTo>
                  <a:lnTo>
                    <a:pt x="104" y="484"/>
                  </a:lnTo>
                  <a:lnTo>
                    <a:pt x="98" y="483"/>
                  </a:lnTo>
                  <a:lnTo>
                    <a:pt x="93" y="481"/>
                  </a:lnTo>
                  <a:lnTo>
                    <a:pt x="89" y="478"/>
                  </a:lnTo>
                  <a:lnTo>
                    <a:pt x="84" y="475"/>
                  </a:lnTo>
                  <a:lnTo>
                    <a:pt x="81" y="474"/>
                  </a:lnTo>
                  <a:lnTo>
                    <a:pt x="81" y="471"/>
                  </a:lnTo>
                  <a:lnTo>
                    <a:pt x="79" y="469"/>
                  </a:lnTo>
                  <a:lnTo>
                    <a:pt x="76" y="467"/>
                  </a:lnTo>
                  <a:lnTo>
                    <a:pt x="75" y="466"/>
                  </a:lnTo>
                  <a:lnTo>
                    <a:pt x="72" y="464"/>
                  </a:lnTo>
                  <a:lnTo>
                    <a:pt x="70" y="464"/>
                  </a:lnTo>
                  <a:lnTo>
                    <a:pt x="69" y="463"/>
                  </a:lnTo>
                  <a:lnTo>
                    <a:pt x="64" y="460"/>
                  </a:lnTo>
                  <a:lnTo>
                    <a:pt x="61" y="457"/>
                  </a:lnTo>
                  <a:lnTo>
                    <a:pt x="58" y="454"/>
                  </a:lnTo>
                  <a:lnTo>
                    <a:pt x="53" y="451"/>
                  </a:lnTo>
                  <a:lnTo>
                    <a:pt x="52" y="447"/>
                  </a:lnTo>
                  <a:lnTo>
                    <a:pt x="50" y="441"/>
                  </a:lnTo>
                  <a:lnTo>
                    <a:pt x="52" y="434"/>
                  </a:lnTo>
                  <a:lnTo>
                    <a:pt x="52" y="429"/>
                  </a:lnTo>
                  <a:lnTo>
                    <a:pt x="52" y="421"/>
                  </a:lnTo>
                  <a:lnTo>
                    <a:pt x="52" y="414"/>
                  </a:lnTo>
                  <a:lnTo>
                    <a:pt x="52" y="406"/>
                  </a:lnTo>
                  <a:lnTo>
                    <a:pt x="52" y="398"/>
                  </a:lnTo>
                  <a:lnTo>
                    <a:pt x="46" y="398"/>
                  </a:lnTo>
                  <a:lnTo>
                    <a:pt x="38" y="398"/>
                  </a:lnTo>
                  <a:lnTo>
                    <a:pt x="30" y="398"/>
                  </a:lnTo>
                  <a:lnTo>
                    <a:pt x="23" y="398"/>
                  </a:lnTo>
                  <a:lnTo>
                    <a:pt x="21" y="398"/>
                  </a:lnTo>
                  <a:lnTo>
                    <a:pt x="20" y="398"/>
                  </a:lnTo>
                  <a:lnTo>
                    <a:pt x="20" y="400"/>
                  </a:lnTo>
                  <a:lnTo>
                    <a:pt x="16" y="398"/>
                  </a:lnTo>
                  <a:lnTo>
                    <a:pt x="16" y="397"/>
                  </a:lnTo>
                  <a:lnTo>
                    <a:pt x="15" y="397"/>
                  </a:lnTo>
                  <a:lnTo>
                    <a:pt x="13" y="395"/>
                  </a:lnTo>
                  <a:lnTo>
                    <a:pt x="12" y="394"/>
                  </a:lnTo>
                  <a:lnTo>
                    <a:pt x="9" y="391"/>
                  </a:lnTo>
                  <a:lnTo>
                    <a:pt x="9" y="388"/>
                  </a:lnTo>
                  <a:lnTo>
                    <a:pt x="7" y="383"/>
                  </a:lnTo>
                  <a:lnTo>
                    <a:pt x="6" y="380"/>
                  </a:lnTo>
                  <a:lnTo>
                    <a:pt x="4" y="377"/>
                  </a:lnTo>
                  <a:lnTo>
                    <a:pt x="1" y="374"/>
                  </a:lnTo>
                  <a:lnTo>
                    <a:pt x="0" y="371"/>
                  </a:lnTo>
                  <a:lnTo>
                    <a:pt x="0" y="366"/>
                  </a:lnTo>
                  <a:lnTo>
                    <a:pt x="12" y="363"/>
                  </a:lnTo>
                  <a:lnTo>
                    <a:pt x="29" y="363"/>
                  </a:lnTo>
                  <a:lnTo>
                    <a:pt x="46" y="361"/>
                  </a:lnTo>
                  <a:lnTo>
                    <a:pt x="66" y="358"/>
                  </a:lnTo>
                  <a:lnTo>
                    <a:pt x="79" y="358"/>
                  </a:lnTo>
                  <a:lnTo>
                    <a:pt x="84" y="360"/>
                  </a:lnTo>
                  <a:lnTo>
                    <a:pt x="89" y="364"/>
                  </a:lnTo>
                  <a:lnTo>
                    <a:pt x="98" y="371"/>
                  </a:lnTo>
                  <a:lnTo>
                    <a:pt x="98" y="372"/>
                  </a:lnTo>
                  <a:lnTo>
                    <a:pt x="98" y="374"/>
                  </a:lnTo>
                  <a:lnTo>
                    <a:pt x="98" y="375"/>
                  </a:lnTo>
                  <a:lnTo>
                    <a:pt x="96" y="377"/>
                  </a:lnTo>
                  <a:lnTo>
                    <a:pt x="93" y="377"/>
                  </a:lnTo>
                  <a:lnTo>
                    <a:pt x="95" y="377"/>
                  </a:lnTo>
                  <a:lnTo>
                    <a:pt x="95" y="375"/>
                  </a:lnTo>
                  <a:lnTo>
                    <a:pt x="93" y="375"/>
                  </a:lnTo>
                  <a:lnTo>
                    <a:pt x="92" y="377"/>
                  </a:lnTo>
                  <a:lnTo>
                    <a:pt x="87" y="377"/>
                  </a:lnTo>
                  <a:lnTo>
                    <a:pt x="86" y="375"/>
                  </a:lnTo>
                  <a:lnTo>
                    <a:pt x="86" y="374"/>
                  </a:lnTo>
                  <a:lnTo>
                    <a:pt x="86" y="372"/>
                  </a:lnTo>
                  <a:lnTo>
                    <a:pt x="86" y="371"/>
                  </a:lnTo>
                  <a:lnTo>
                    <a:pt x="84" y="371"/>
                  </a:lnTo>
                  <a:lnTo>
                    <a:pt x="83" y="371"/>
                  </a:lnTo>
                  <a:lnTo>
                    <a:pt x="79" y="374"/>
                  </a:lnTo>
                  <a:lnTo>
                    <a:pt x="79" y="374"/>
                  </a:lnTo>
                  <a:lnTo>
                    <a:pt x="78" y="372"/>
                  </a:lnTo>
                  <a:lnTo>
                    <a:pt x="76" y="372"/>
                  </a:lnTo>
                  <a:lnTo>
                    <a:pt x="75" y="374"/>
                  </a:lnTo>
                  <a:lnTo>
                    <a:pt x="75" y="374"/>
                  </a:lnTo>
                  <a:lnTo>
                    <a:pt x="75" y="375"/>
                  </a:lnTo>
                  <a:lnTo>
                    <a:pt x="78" y="375"/>
                  </a:lnTo>
                  <a:lnTo>
                    <a:pt x="78" y="377"/>
                  </a:lnTo>
                  <a:lnTo>
                    <a:pt x="75" y="377"/>
                  </a:lnTo>
                  <a:lnTo>
                    <a:pt x="73" y="377"/>
                  </a:lnTo>
                  <a:lnTo>
                    <a:pt x="72" y="377"/>
                  </a:lnTo>
                  <a:lnTo>
                    <a:pt x="70" y="375"/>
                  </a:lnTo>
                  <a:lnTo>
                    <a:pt x="70" y="375"/>
                  </a:lnTo>
                  <a:lnTo>
                    <a:pt x="70" y="377"/>
                  </a:lnTo>
                  <a:lnTo>
                    <a:pt x="70" y="377"/>
                  </a:lnTo>
                  <a:lnTo>
                    <a:pt x="70" y="378"/>
                  </a:lnTo>
                  <a:lnTo>
                    <a:pt x="70" y="380"/>
                  </a:lnTo>
                  <a:lnTo>
                    <a:pt x="69" y="381"/>
                  </a:lnTo>
                  <a:lnTo>
                    <a:pt x="69" y="383"/>
                  </a:lnTo>
                  <a:lnTo>
                    <a:pt x="67" y="384"/>
                  </a:lnTo>
                  <a:lnTo>
                    <a:pt x="69" y="383"/>
                  </a:lnTo>
                  <a:lnTo>
                    <a:pt x="70" y="381"/>
                  </a:lnTo>
                  <a:lnTo>
                    <a:pt x="73" y="384"/>
                  </a:lnTo>
                  <a:lnTo>
                    <a:pt x="75" y="384"/>
                  </a:lnTo>
                  <a:lnTo>
                    <a:pt x="78" y="386"/>
                  </a:lnTo>
                  <a:lnTo>
                    <a:pt x="81" y="384"/>
                  </a:lnTo>
                  <a:lnTo>
                    <a:pt x="83" y="384"/>
                  </a:lnTo>
                  <a:lnTo>
                    <a:pt x="84" y="384"/>
                  </a:lnTo>
                  <a:lnTo>
                    <a:pt x="86" y="388"/>
                  </a:lnTo>
                  <a:lnTo>
                    <a:pt x="87" y="389"/>
                  </a:lnTo>
                  <a:lnTo>
                    <a:pt x="90" y="391"/>
                  </a:lnTo>
                  <a:lnTo>
                    <a:pt x="93" y="391"/>
                  </a:lnTo>
                  <a:lnTo>
                    <a:pt x="90" y="388"/>
                  </a:lnTo>
                  <a:lnTo>
                    <a:pt x="86" y="384"/>
                  </a:lnTo>
                  <a:lnTo>
                    <a:pt x="81" y="381"/>
                  </a:lnTo>
                  <a:lnTo>
                    <a:pt x="81" y="377"/>
                  </a:lnTo>
                  <a:lnTo>
                    <a:pt x="84" y="378"/>
                  </a:lnTo>
                  <a:lnTo>
                    <a:pt x="86" y="380"/>
                  </a:lnTo>
                  <a:lnTo>
                    <a:pt x="87" y="380"/>
                  </a:lnTo>
                  <a:lnTo>
                    <a:pt x="92" y="378"/>
                  </a:lnTo>
                  <a:lnTo>
                    <a:pt x="90" y="381"/>
                  </a:lnTo>
                  <a:lnTo>
                    <a:pt x="92" y="383"/>
                  </a:lnTo>
                  <a:lnTo>
                    <a:pt x="93" y="384"/>
                  </a:lnTo>
                  <a:lnTo>
                    <a:pt x="95" y="386"/>
                  </a:lnTo>
                  <a:lnTo>
                    <a:pt x="96" y="388"/>
                  </a:lnTo>
                  <a:lnTo>
                    <a:pt x="93" y="386"/>
                  </a:lnTo>
                  <a:lnTo>
                    <a:pt x="93" y="388"/>
                  </a:lnTo>
                  <a:lnTo>
                    <a:pt x="93" y="388"/>
                  </a:lnTo>
                  <a:lnTo>
                    <a:pt x="93" y="388"/>
                  </a:lnTo>
                  <a:lnTo>
                    <a:pt x="93" y="388"/>
                  </a:lnTo>
                  <a:lnTo>
                    <a:pt x="96" y="389"/>
                  </a:lnTo>
                  <a:lnTo>
                    <a:pt x="103" y="391"/>
                  </a:lnTo>
                  <a:lnTo>
                    <a:pt x="104" y="394"/>
                  </a:lnTo>
                  <a:lnTo>
                    <a:pt x="104" y="395"/>
                  </a:lnTo>
                  <a:lnTo>
                    <a:pt x="99" y="400"/>
                  </a:lnTo>
                  <a:lnTo>
                    <a:pt x="98" y="403"/>
                  </a:lnTo>
                  <a:lnTo>
                    <a:pt x="99" y="406"/>
                  </a:lnTo>
                  <a:lnTo>
                    <a:pt x="103" y="407"/>
                  </a:lnTo>
                  <a:lnTo>
                    <a:pt x="106" y="411"/>
                  </a:lnTo>
                  <a:lnTo>
                    <a:pt x="107" y="411"/>
                  </a:lnTo>
                  <a:lnTo>
                    <a:pt x="109" y="409"/>
                  </a:lnTo>
                  <a:lnTo>
                    <a:pt x="109" y="406"/>
                  </a:lnTo>
                  <a:lnTo>
                    <a:pt x="107" y="403"/>
                  </a:lnTo>
                  <a:lnTo>
                    <a:pt x="106" y="400"/>
                  </a:lnTo>
                  <a:lnTo>
                    <a:pt x="107" y="401"/>
                  </a:lnTo>
                  <a:lnTo>
                    <a:pt x="109" y="403"/>
                  </a:lnTo>
                  <a:lnTo>
                    <a:pt x="110" y="403"/>
                  </a:lnTo>
                  <a:lnTo>
                    <a:pt x="113" y="403"/>
                  </a:lnTo>
                  <a:lnTo>
                    <a:pt x="110" y="400"/>
                  </a:lnTo>
                  <a:lnTo>
                    <a:pt x="109" y="398"/>
                  </a:lnTo>
                  <a:lnTo>
                    <a:pt x="107" y="395"/>
                  </a:lnTo>
                  <a:lnTo>
                    <a:pt x="109" y="394"/>
                  </a:lnTo>
                  <a:lnTo>
                    <a:pt x="112" y="395"/>
                  </a:lnTo>
                  <a:lnTo>
                    <a:pt x="122" y="398"/>
                  </a:lnTo>
                  <a:lnTo>
                    <a:pt x="127" y="400"/>
                  </a:lnTo>
                  <a:lnTo>
                    <a:pt x="130" y="400"/>
                  </a:lnTo>
                  <a:lnTo>
                    <a:pt x="136" y="401"/>
                  </a:lnTo>
                  <a:lnTo>
                    <a:pt x="141" y="401"/>
                  </a:lnTo>
                  <a:lnTo>
                    <a:pt x="149" y="400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5" y="400"/>
                  </a:lnTo>
                  <a:lnTo>
                    <a:pt x="156" y="401"/>
                  </a:lnTo>
                  <a:lnTo>
                    <a:pt x="158" y="403"/>
                  </a:lnTo>
                  <a:lnTo>
                    <a:pt x="159" y="401"/>
                  </a:lnTo>
                  <a:lnTo>
                    <a:pt x="159" y="400"/>
                  </a:lnTo>
                  <a:lnTo>
                    <a:pt x="159" y="395"/>
                  </a:lnTo>
                  <a:lnTo>
                    <a:pt x="158" y="392"/>
                  </a:lnTo>
                  <a:lnTo>
                    <a:pt x="158" y="392"/>
                  </a:lnTo>
                  <a:lnTo>
                    <a:pt x="158" y="394"/>
                  </a:lnTo>
                  <a:lnTo>
                    <a:pt x="156" y="394"/>
                  </a:lnTo>
                  <a:lnTo>
                    <a:pt x="156" y="395"/>
                  </a:lnTo>
                  <a:lnTo>
                    <a:pt x="155" y="395"/>
                  </a:lnTo>
                  <a:lnTo>
                    <a:pt x="150" y="398"/>
                  </a:lnTo>
                  <a:lnTo>
                    <a:pt x="150" y="397"/>
                  </a:lnTo>
                  <a:lnTo>
                    <a:pt x="150" y="395"/>
                  </a:lnTo>
                  <a:lnTo>
                    <a:pt x="155" y="391"/>
                  </a:lnTo>
                  <a:lnTo>
                    <a:pt x="155" y="391"/>
                  </a:lnTo>
                  <a:lnTo>
                    <a:pt x="159" y="388"/>
                  </a:lnTo>
                  <a:lnTo>
                    <a:pt x="169" y="384"/>
                  </a:lnTo>
                  <a:lnTo>
                    <a:pt x="173" y="381"/>
                  </a:lnTo>
                  <a:lnTo>
                    <a:pt x="175" y="383"/>
                  </a:lnTo>
                  <a:lnTo>
                    <a:pt x="178" y="383"/>
                  </a:lnTo>
                  <a:lnTo>
                    <a:pt x="181" y="381"/>
                  </a:lnTo>
                  <a:lnTo>
                    <a:pt x="182" y="380"/>
                  </a:lnTo>
                  <a:lnTo>
                    <a:pt x="184" y="378"/>
                  </a:lnTo>
                  <a:lnTo>
                    <a:pt x="187" y="372"/>
                  </a:lnTo>
                  <a:lnTo>
                    <a:pt x="187" y="372"/>
                  </a:lnTo>
                  <a:lnTo>
                    <a:pt x="193" y="372"/>
                  </a:lnTo>
                  <a:lnTo>
                    <a:pt x="196" y="372"/>
                  </a:lnTo>
                  <a:lnTo>
                    <a:pt x="196" y="371"/>
                  </a:lnTo>
                  <a:lnTo>
                    <a:pt x="198" y="369"/>
                  </a:lnTo>
                  <a:lnTo>
                    <a:pt x="204" y="368"/>
                  </a:lnTo>
                  <a:lnTo>
                    <a:pt x="207" y="366"/>
                  </a:lnTo>
                  <a:lnTo>
                    <a:pt x="204" y="364"/>
                  </a:lnTo>
                  <a:lnTo>
                    <a:pt x="202" y="364"/>
                  </a:lnTo>
                  <a:lnTo>
                    <a:pt x="198" y="368"/>
                  </a:lnTo>
                  <a:lnTo>
                    <a:pt x="190" y="369"/>
                  </a:lnTo>
                  <a:lnTo>
                    <a:pt x="189" y="371"/>
                  </a:lnTo>
                  <a:lnTo>
                    <a:pt x="193" y="358"/>
                  </a:lnTo>
                  <a:lnTo>
                    <a:pt x="193" y="352"/>
                  </a:lnTo>
                  <a:lnTo>
                    <a:pt x="190" y="348"/>
                  </a:lnTo>
                  <a:lnTo>
                    <a:pt x="187" y="344"/>
                  </a:lnTo>
                  <a:lnTo>
                    <a:pt x="185" y="344"/>
                  </a:lnTo>
                  <a:lnTo>
                    <a:pt x="184" y="344"/>
                  </a:lnTo>
                  <a:lnTo>
                    <a:pt x="182" y="344"/>
                  </a:lnTo>
                  <a:lnTo>
                    <a:pt x="182" y="346"/>
                  </a:lnTo>
                  <a:lnTo>
                    <a:pt x="181" y="346"/>
                  </a:lnTo>
                  <a:lnTo>
                    <a:pt x="181" y="348"/>
                  </a:lnTo>
                  <a:lnTo>
                    <a:pt x="178" y="346"/>
                  </a:lnTo>
                  <a:lnTo>
                    <a:pt x="173" y="340"/>
                  </a:lnTo>
                  <a:lnTo>
                    <a:pt x="170" y="340"/>
                  </a:lnTo>
                  <a:lnTo>
                    <a:pt x="172" y="335"/>
                  </a:lnTo>
                  <a:lnTo>
                    <a:pt x="175" y="332"/>
                  </a:lnTo>
                  <a:lnTo>
                    <a:pt x="179" y="329"/>
                  </a:lnTo>
                  <a:lnTo>
                    <a:pt x="185" y="326"/>
                  </a:lnTo>
                  <a:lnTo>
                    <a:pt x="192" y="323"/>
                  </a:lnTo>
                  <a:lnTo>
                    <a:pt x="195" y="318"/>
                  </a:lnTo>
                  <a:lnTo>
                    <a:pt x="198" y="315"/>
                  </a:lnTo>
                  <a:lnTo>
                    <a:pt x="195" y="315"/>
                  </a:lnTo>
                  <a:lnTo>
                    <a:pt x="184" y="324"/>
                  </a:lnTo>
                  <a:lnTo>
                    <a:pt x="173" y="329"/>
                  </a:lnTo>
                  <a:lnTo>
                    <a:pt x="169" y="334"/>
                  </a:lnTo>
                  <a:lnTo>
                    <a:pt x="170" y="337"/>
                  </a:lnTo>
                  <a:lnTo>
                    <a:pt x="169" y="338"/>
                  </a:lnTo>
                  <a:lnTo>
                    <a:pt x="167" y="337"/>
                  </a:lnTo>
                  <a:lnTo>
                    <a:pt x="164" y="340"/>
                  </a:lnTo>
                  <a:lnTo>
                    <a:pt x="161" y="340"/>
                  </a:lnTo>
                  <a:lnTo>
                    <a:pt x="158" y="340"/>
                  </a:lnTo>
                  <a:lnTo>
                    <a:pt x="155" y="340"/>
                  </a:lnTo>
                  <a:lnTo>
                    <a:pt x="155" y="338"/>
                  </a:lnTo>
                  <a:lnTo>
                    <a:pt x="159" y="334"/>
                  </a:lnTo>
                  <a:lnTo>
                    <a:pt x="167" y="328"/>
                  </a:lnTo>
                  <a:lnTo>
                    <a:pt x="178" y="323"/>
                  </a:lnTo>
                  <a:lnTo>
                    <a:pt x="190" y="314"/>
                  </a:lnTo>
                  <a:lnTo>
                    <a:pt x="210" y="304"/>
                  </a:lnTo>
                  <a:lnTo>
                    <a:pt x="224" y="294"/>
                  </a:lnTo>
                  <a:lnTo>
                    <a:pt x="227" y="292"/>
                  </a:lnTo>
                  <a:lnTo>
                    <a:pt x="233" y="289"/>
                  </a:lnTo>
                  <a:lnTo>
                    <a:pt x="247" y="280"/>
                  </a:lnTo>
                  <a:lnTo>
                    <a:pt x="259" y="265"/>
                  </a:lnTo>
                  <a:lnTo>
                    <a:pt x="262" y="261"/>
                  </a:lnTo>
                  <a:lnTo>
                    <a:pt x="267" y="260"/>
                  </a:lnTo>
                  <a:lnTo>
                    <a:pt x="273" y="255"/>
                  </a:lnTo>
                  <a:lnTo>
                    <a:pt x="278" y="251"/>
                  </a:lnTo>
                  <a:lnTo>
                    <a:pt x="279" y="245"/>
                  </a:lnTo>
                  <a:lnTo>
                    <a:pt x="282" y="212"/>
                  </a:lnTo>
                  <a:lnTo>
                    <a:pt x="282" y="205"/>
                  </a:lnTo>
                  <a:lnTo>
                    <a:pt x="284" y="202"/>
                  </a:lnTo>
                  <a:lnTo>
                    <a:pt x="282" y="197"/>
                  </a:lnTo>
                  <a:lnTo>
                    <a:pt x="282" y="195"/>
                  </a:lnTo>
                  <a:lnTo>
                    <a:pt x="282" y="192"/>
                  </a:lnTo>
                  <a:lnTo>
                    <a:pt x="284" y="188"/>
                  </a:lnTo>
                  <a:lnTo>
                    <a:pt x="287" y="182"/>
                  </a:lnTo>
                  <a:lnTo>
                    <a:pt x="290" y="175"/>
                  </a:lnTo>
                  <a:lnTo>
                    <a:pt x="299" y="169"/>
                  </a:lnTo>
                  <a:lnTo>
                    <a:pt x="313" y="160"/>
                  </a:lnTo>
                  <a:lnTo>
                    <a:pt x="319" y="152"/>
                  </a:lnTo>
                  <a:lnTo>
                    <a:pt x="321" y="145"/>
                  </a:lnTo>
                  <a:lnTo>
                    <a:pt x="322" y="143"/>
                  </a:lnTo>
                  <a:lnTo>
                    <a:pt x="322" y="140"/>
                  </a:lnTo>
                  <a:lnTo>
                    <a:pt x="321" y="137"/>
                  </a:lnTo>
                  <a:lnTo>
                    <a:pt x="316" y="128"/>
                  </a:lnTo>
                  <a:lnTo>
                    <a:pt x="316" y="126"/>
                  </a:lnTo>
                  <a:lnTo>
                    <a:pt x="316" y="125"/>
                  </a:lnTo>
                  <a:lnTo>
                    <a:pt x="316" y="122"/>
                  </a:lnTo>
                  <a:lnTo>
                    <a:pt x="316" y="108"/>
                  </a:lnTo>
                  <a:lnTo>
                    <a:pt x="318" y="100"/>
                  </a:lnTo>
                  <a:lnTo>
                    <a:pt x="318" y="91"/>
                  </a:lnTo>
                  <a:lnTo>
                    <a:pt x="318" y="86"/>
                  </a:lnTo>
                  <a:lnTo>
                    <a:pt x="319" y="77"/>
                  </a:lnTo>
                  <a:lnTo>
                    <a:pt x="319" y="69"/>
                  </a:lnTo>
                  <a:lnTo>
                    <a:pt x="318" y="55"/>
                  </a:lnTo>
                  <a:lnTo>
                    <a:pt x="318" y="49"/>
                  </a:lnTo>
                  <a:lnTo>
                    <a:pt x="321" y="34"/>
                  </a:lnTo>
                  <a:lnTo>
                    <a:pt x="322" y="19"/>
                  </a:lnTo>
                  <a:lnTo>
                    <a:pt x="324" y="14"/>
                  </a:lnTo>
                  <a:lnTo>
                    <a:pt x="333" y="3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576263" y="2347913"/>
              <a:ext cx="804863" cy="717550"/>
            </a:xfrm>
            <a:custGeom>
              <a:avLst/>
              <a:gdLst>
                <a:gd name="T0" fmla="*/ 931 w 1014"/>
                <a:gd name="T1" fmla="*/ 646 h 904"/>
                <a:gd name="T2" fmla="*/ 628 w 1014"/>
                <a:gd name="T3" fmla="*/ 626 h 904"/>
                <a:gd name="T4" fmla="*/ 860 w 1014"/>
                <a:gd name="T5" fmla="*/ 610 h 904"/>
                <a:gd name="T6" fmla="*/ 860 w 1014"/>
                <a:gd name="T7" fmla="*/ 627 h 904"/>
                <a:gd name="T8" fmla="*/ 826 w 1014"/>
                <a:gd name="T9" fmla="*/ 564 h 904"/>
                <a:gd name="T10" fmla="*/ 836 w 1014"/>
                <a:gd name="T11" fmla="*/ 555 h 904"/>
                <a:gd name="T12" fmla="*/ 806 w 1014"/>
                <a:gd name="T13" fmla="*/ 529 h 904"/>
                <a:gd name="T14" fmla="*/ 571 w 1014"/>
                <a:gd name="T15" fmla="*/ 558 h 904"/>
                <a:gd name="T16" fmla="*/ 577 w 1014"/>
                <a:gd name="T17" fmla="*/ 597 h 904"/>
                <a:gd name="T18" fmla="*/ 576 w 1014"/>
                <a:gd name="T19" fmla="*/ 581 h 904"/>
                <a:gd name="T20" fmla="*/ 577 w 1014"/>
                <a:gd name="T21" fmla="*/ 487 h 904"/>
                <a:gd name="T22" fmla="*/ 581 w 1014"/>
                <a:gd name="T23" fmla="*/ 484 h 904"/>
                <a:gd name="T24" fmla="*/ 756 w 1014"/>
                <a:gd name="T25" fmla="*/ 418 h 904"/>
                <a:gd name="T26" fmla="*/ 751 w 1014"/>
                <a:gd name="T27" fmla="*/ 345 h 904"/>
                <a:gd name="T28" fmla="*/ 728 w 1014"/>
                <a:gd name="T29" fmla="*/ 392 h 904"/>
                <a:gd name="T30" fmla="*/ 716 w 1014"/>
                <a:gd name="T31" fmla="*/ 334 h 904"/>
                <a:gd name="T32" fmla="*/ 418 w 1014"/>
                <a:gd name="T33" fmla="*/ 240 h 904"/>
                <a:gd name="T34" fmla="*/ 619 w 1014"/>
                <a:gd name="T35" fmla="*/ 99 h 904"/>
                <a:gd name="T36" fmla="*/ 478 w 1014"/>
                <a:gd name="T37" fmla="*/ 19 h 904"/>
                <a:gd name="T38" fmla="*/ 504 w 1014"/>
                <a:gd name="T39" fmla="*/ 63 h 904"/>
                <a:gd name="T40" fmla="*/ 565 w 1014"/>
                <a:gd name="T41" fmla="*/ 129 h 904"/>
                <a:gd name="T42" fmla="*/ 597 w 1014"/>
                <a:gd name="T43" fmla="*/ 180 h 904"/>
                <a:gd name="T44" fmla="*/ 634 w 1014"/>
                <a:gd name="T45" fmla="*/ 257 h 904"/>
                <a:gd name="T46" fmla="*/ 627 w 1014"/>
                <a:gd name="T47" fmla="*/ 202 h 904"/>
                <a:gd name="T48" fmla="*/ 679 w 1014"/>
                <a:gd name="T49" fmla="*/ 263 h 904"/>
                <a:gd name="T50" fmla="*/ 697 w 1014"/>
                <a:gd name="T51" fmla="*/ 317 h 904"/>
                <a:gd name="T52" fmla="*/ 710 w 1014"/>
                <a:gd name="T53" fmla="*/ 388 h 904"/>
                <a:gd name="T54" fmla="*/ 728 w 1014"/>
                <a:gd name="T55" fmla="*/ 421 h 904"/>
                <a:gd name="T56" fmla="*/ 757 w 1014"/>
                <a:gd name="T57" fmla="*/ 444 h 904"/>
                <a:gd name="T58" fmla="*/ 768 w 1014"/>
                <a:gd name="T59" fmla="*/ 489 h 904"/>
                <a:gd name="T60" fmla="*/ 793 w 1014"/>
                <a:gd name="T61" fmla="*/ 527 h 904"/>
                <a:gd name="T62" fmla="*/ 811 w 1014"/>
                <a:gd name="T63" fmla="*/ 557 h 904"/>
                <a:gd name="T64" fmla="*/ 802 w 1014"/>
                <a:gd name="T65" fmla="*/ 609 h 904"/>
                <a:gd name="T66" fmla="*/ 829 w 1014"/>
                <a:gd name="T67" fmla="*/ 672 h 904"/>
                <a:gd name="T68" fmla="*/ 865 w 1014"/>
                <a:gd name="T69" fmla="*/ 684 h 904"/>
                <a:gd name="T70" fmla="*/ 875 w 1014"/>
                <a:gd name="T71" fmla="*/ 647 h 904"/>
                <a:gd name="T72" fmla="*/ 919 w 1014"/>
                <a:gd name="T73" fmla="*/ 681 h 904"/>
                <a:gd name="T74" fmla="*/ 948 w 1014"/>
                <a:gd name="T75" fmla="*/ 724 h 904"/>
                <a:gd name="T76" fmla="*/ 1000 w 1014"/>
                <a:gd name="T77" fmla="*/ 784 h 904"/>
                <a:gd name="T78" fmla="*/ 1003 w 1014"/>
                <a:gd name="T79" fmla="*/ 852 h 904"/>
                <a:gd name="T80" fmla="*/ 923 w 1014"/>
                <a:gd name="T81" fmla="*/ 903 h 904"/>
                <a:gd name="T82" fmla="*/ 783 w 1014"/>
                <a:gd name="T83" fmla="*/ 720 h 904"/>
                <a:gd name="T84" fmla="*/ 665 w 1014"/>
                <a:gd name="T85" fmla="*/ 632 h 904"/>
                <a:gd name="T86" fmla="*/ 627 w 1014"/>
                <a:gd name="T87" fmla="*/ 601 h 904"/>
                <a:gd name="T88" fmla="*/ 602 w 1014"/>
                <a:gd name="T89" fmla="*/ 578 h 904"/>
                <a:gd name="T90" fmla="*/ 584 w 1014"/>
                <a:gd name="T91" fmla="*/ 546 h 904"/>
                <a:gd name="T92" fmla="*/ 577 w 1014"/>
                <a:gd name="T93" fmla="*/ 535 h 904"/>
                <a:gd name="T94" fmla="*/ 594 w 1014"/>
                <a:gd name="T95" fmla="*/ 451 h 904"/>
                <a:gd name="T96" fmla="*/ 568 w 1014"/>
                <a:gd name="T97" fmla="*/ 358 h 904"/>
                <a:gd name="T98" fmla="*/ 479 w 1014"/>
                <a:gd name="T99" fmla="*/ 289 h 904"/>
                <a:gd name="T100" fmla="*/ 418 w 1014"/>
                <a:gd name="T101" fmla="*/ 222 h 904"/>
                <a:gd name="T102" fmla="*/ 421 w 1014"/>
                <a:gd name="T103" fmla="*/ 200 h 904"/>
                <a:gd name="T104" fmla="*/ 353 w 1014"/>
                <a:gd name="T105" fmla="*/ 231 h 904"/>
                <a:gd name="T106" fmla="*/ 233 w 1014"/>
                <a:gd name="T107" fmla="*/ 154 h 904"/>
                <a:gd name="T108" fmla="*/ 158 w 1014"/>
                <a:gd name="T109" fmla="*/ 77 h 904"/>
                <a:gd name="T110" fmla="*/ 115 w 1014"/>
                <a:gd name="T111" fmla="*/ 45 h 904"/>
                <a:gd name="T112" fmla="*/ 201 w 1014"/>
                <a:gd name="T113" fmla="*/ 42 h 904"/>
                <a:gd name="T114" fmla="*/ 261 w 1014"/>
                <a:gd name="T115" fmla="*/ 66 h 904"/>
                <a:gd name="T116" fmla="*/ 278 w 1014"/>
                <a:gd name="T117" fmla="*/ 62 h 904"/>
                <a:gd name="T118" fmla="*/ 269 w 1014"/>
                <a:gd name="T119" fmla="*/ 37 h 904"/>
                <a:gd name="T120" fmla="*/ 255 w 1014"/>
                <a:gd name="T121" fmla="*/ 29 h 904"/>
                <a:gd name="T122" fmla="*/ 236 w 1014"/>
                <a:gd name="T123" fmla="*/ 19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4" h="904">
                  <a:moveTo>
                    <a:pt x="931" y="644"/>
                  </a:moveTo>
                  <a:lnTo>
                    <a:pt x="931" y="644"/>
                  </a:lnTo>
                  <a:lnTo>
                    <a:pt x="932" y="646"/>
                  </a:lnTo>
                  <a:lnTo>
                    <a:pt x="932" y="649"/>
                  </a:lnTo>
                  <a:lnTo>
                    <a:pt x="935" y="650"/>
                  </a:lnTo>
                  <a:lnTo>
                    <a:pt x="935" y="652"/>
                  </a:lnTo>
                  <a:lnTo>
                    <a:pt x="937" y="654"/>
                  </a:lnTo>
                  <a:lnTo>
                    <a:pt x="938" y="658"/>
                  </a:lnTo>
                  <a:lnTo>
                    <a:pt x="940" y="661"/>
                  </a:lnTo>
                  <a:lnTo>
                    <a:pt x="943" y="664"/>
                  </a:lnTo>
                  <a:lnTo>
                    <a:pt x="945" y="669"/>
                  </a:lnTo>
                  <a:lnTo>
                    <a:pt x="946" y="670"/>
                  </a:lnTo>
                  <a:lnTo>
                    <a:pt x="948" y="672"/>
                  </a:lnTo>
                  <a:lnTo>
                    <a:pt x="951" y="677"/>
                  </a:lnTo>
                  <a:lnTo>
                    <a:pt x="951" y="680"/>
                  </a:lnTo>
                  <a:lnTo>
                    <a:pt x="952" y="681"/>
                  </a:lnTo>
                  <a:lnTo>
                    <a:pt x="951" y="686"/>
                  </a:lnTo>
                  <a:lnTo>
                    <a:pt x="949" y="684"/>
                  </a:lnTo>
                  <a:lnTo>
                    <a:pt x="946" y="684"/>
                  </a:lnTo>
                  <a:lnTo>
                    <a:pt x="942" y="683"/>
                  </a:lnTo>
                  <a:lnTo>
                    <a:pt x="940" y="683"/>
                  </a:lnTo>
                  <a:lnTo>
                    <a:pt x="940" y="681"/>
                  </a:lnTo>
                  <a:lnTo>
                    <a:pt x="938" y="678"/>
                  </a:lnTo>
                  <a:lnTo>
                    <a:pt x="935" y="673"/>
                  </a:lnTo>
                  <a:lnTo>
                    <a:pt x="934" y="667"/>
                  </a:lnTo>
                  <a:lnTo>
                    <a:pt x="932" y="663"/>
                  </a:lnTo>
                  <a:lnTo>
                    <a:pt x="932" y="661"/>
                  </a:lnTo>
                  <a:lnTo>
                    <a:pt x="932" y="660"/>
                  </a:lnTo>
                  <a:lnTo>
                    <a:pt x="929" y="652"/>
                  </a:lnTo>
                  <a:lnTo>
                    <a:pt x="931" y="646"/>
                  </a:lnTo>
                  <a:lnTo>
                    <a:pt x="931" y="644"/>
                  </a:lnTo>
                  <a:close/>
                  <a:moveTo>
                    <a:pt x="670" y="643"/>
                  </a:moveTo>
                  <a:lnTo>
                    <a:pt x="674" y="644"/>
                  </a:lnTo>
                  <a:lnTo>
                    <a:pt x="679" y="646"/>
                  </a:lnTo>
                  <a:lnTo>
                    <a:pt x="685" y="650"/>
                  </a:lnTo>
                  <a:lnTo>
                    <a:pt x="687" y="652"/>
                  </a:lnTo>
                  <a:lnTo>
                    <a:pt x="674" y="646"/>
                  </a:lnTo>
                  <a:lnTo>
                    <a:pt x="670" y="646"/>
                  </a:lnTo>
                  <a:lnTo>
                    <a:pt x="665" y="646"/>
                  </a:lnTo>
                  <a:lnTo>
                    <a:pt x="657" y="647"/>
                  </a:lnTo>
                  <a:lnTo>
                    <a:pt x="654" y="647"/>
                  </a:lnTo>
                  <a:lnTo>
                    <a:pt x="653" y="646"/>
                  </a:lnTo>
                  <a:lnTo>
                    <a:pt x="654" y="644"/>
                  </a:lnTo>
                  <a:lnTo>
                    <a:pt x="654" y="644"/>
                  </a:lnTo>
                  <a:lnTo>
                    <a:pt x="657" y="644"/>
                  </a:lnTo>
                  <a:lnTo>
                    <a:pt x="659" y="644"/>
                  </a:lnTo>
                  <a:lnTo>
                    <a:pt x="664" y="643"/>
                  </a:lnTo>
                  <a:lnTo>
                    <a:pt x="667" y="644"/>
                  </a:lnTo>
                  <a:lnTo>
                    <a:pt x="670" y="643"/>
                  </a:lnTo>
                  <a:close/>
                  <a:moveTo>
                    <a:pt x="602" y="617"/>
                  </a:moveTo>
                  <a:lnTo>
                    <a:pt x="605" y="618"/>
                  </a:lnTo>
                  <a:lnTo>
                    <a:pt x="607" y="618"/>
                  </a:lnTo>
                  <a:lnTo>
                    <a:pt x="616" y="618"/>
                  </a:lnTo>
                  <a:lnTo>
                    <a:pt x="619" y="618"/>
                  </a:lnTo>
                  <a:lnTo>
                    <a:pt x="622" y="618"/>
                  </a:lnTo>
                  <a:lnTo>
                    <a:pt x="624" y="620"/>
                  </a:lnTo>
                  <a:lnTo>
                    <a:pt x="627" y="620"/>
                  </a:lnTo>
                  <a:lnTo>
                    <a:pt x="625" y="621"/>
                  </a:lnTo>
                  <a:lnTo>
                    <a:pt x="627" y="624"/>
                  </a:lnTo>
                  <a:lnTo>
                    <a:pt x="628" y="626"/>
                  </a:lnTo>
                  <a:lnTo>
                    <a:pt x="630" y="627"/>
                  </a:lnTo>
                  <a:lnTo>
                    <a:pt x="633" y="627"/>
                  </a:lnTo>
                  <a:lnTo>
                    <a:pt x="636" y="629"/>
                  </a:lnTo>
                  <a:lnTo>
                    <a:pt x="639" y="630"/>
                  </a:lnTo>
                  <a:lnTo>
                    <a:pt x="644" y="640"/>
                  </a:lnTo>
                  <a:lnTo>
                    <a:pt x="647" y="643"/>
                  </a:lnTo>
                  <a:lnTo>
                    <a:pt x="648" y="643"/>
                  </a:lnTo>
                  <a:lnTo>
                    <a:pt x="650" y="644"/>
                  </a:lnTo>
                  <a:lnTo>
                    <a:pt x="648" y="646"/>
                  </a:lnTo>
                  <a:lnTo>
                    <a:pt x="650" y="649"/>
                  </a:lnTo>
                  <a:lnTo>
                    <a:pt x="648" y="652"/>
                  </a:lnTo>
                  <a:lnTo>
                    <a:pt x="647" y="654"/>
                  </a:lnTo>
                  <a:lnTo>
                    <a:pt x="647" y="657"/>
                  </a:lnTo>
                  <a:lnTo>
                    <a:pt x="642" y="650"/>
                  </a:lnTo>
                  <a:lnTo>
                    <a:pt x="639" y="647"/>
                  </a:lnTo>
                  <a:lnTo>
                    <a:pt x="631" y="641"/>
                  </a:lnTo>
                  <a:lnTo>
                    <a:pt x="625" y="637"/>
                  </a:lnTo>
                  <a:lnTo>
                    <a:pt x="620" y="632"/>
                  </a:lnTo>
                  <a:lnTo>
                    <a:pt x="614" y="629"/>
                  </a:lnTo>
                  <a:lnTo>
                    <a:pt x="614" y="627"/>
                  </a:lnTo>
                  <a:lnTo>
                    <a:pt x="611" y="627"/>
                  </a:lnTo>
                  <a:lnTo>
                    <a:pt x="610" y="624"/>
                  </a:lnTo>
                  <a:lnTo>
                    <a:pt x="604" y="623"/>
                  </a:lnTo>
                  <a:lnTo>
                    <a:pt x="601" y="621"/>
                  </a:lnTo>
                  <a:lnTo>
                    <a:pt x="599" y="620"/>
                  </a:lnTo>
                  <a:lnTo>
                    <a:pt x="602" y="617"/>
                  </a:lnTo>
                  <a:close/>
                  <a:moveTo>
                    <a:pt x="856" y="606"/>
                  </a:moveTo>
                  <a:lnTo>
                    <a:pt x="859" y="606"/>
                  </a:lnTo>
                  <a:lnTo>
                    <a:pt x="859" y="609"/>
                  </a:lnTo>
                  <a:lnTo>
                    <a:pt x="860" y="610"/>
                  </a:lnTo>
                  <a:lnTo>
                    <a:pt x="862" y="612"/>
                  </a:lnTo>
                  <a:lnTo>
                    <a:pt x="862" y="614"/>
                  </a:lnTo>
                  <a:lnTo>
                    <a:pt x="862" y="617"/>
                  </a:lnTo>
                  <a:lnTo>
                    <a:pt x="865" y="617"/>
                  </a:lnTo>
                  <a:lnTo>
                    <a:pt x="868" y="620"/>
                  </a:lnTo>
                  <a:lnTo>
                    <a:pt x="869" y="621"/>
                  </a:lnTo>
                  <a:lnTo>
                    <a:pt x="871" y="621"/>
                  </a:lnTo>
                  <a:lnTo>
                    <a:pt x="871" y="624"/>
                  </a:lnTo>
                  <a:lnTo>
                    <a:pt x="872" y="626"/>
                  </a:lnTo>
                  <a:lnTo>
                    <a:pt x="874" y="627"/>
                  </a:lnTo>
                  <a:lnTo>
                    <a:pt x="872" y="629"/>
                  </a:lnTo>
                  <a:lnTo>
                    <a:pt x="871" y="629"/>
                  </a:lnTo>
                  <a:lnTo>
                    <a:pt x="869" y="630"/>
                  </a:lnTo>
                  <a:lnTo>
                    <a:pt x="871" y="634"/>
                  </a:lnTo>
                  <a:lnTo>
                    <a:pt x="869" y="635"/>
                  </a:lnTo>
                  <a:lnTo>
                    <a:pt x="868" y="637"/>
                  </a:lnTo>
                  <a:lnTo>
                    <a:pt x="868" y="640"/>
                  </a:lnTo>
                  <a:lnTo>
                    <a:pt x="865" y="638"/>
                  </a:lnTo>
                  <a:lnTo>
                    <a:pt x="863" y="637"/>
                  </a:lnTo>
                  <a:lnTo>
                    <a:pt x="863" y="637"/>
                  </a:lnTo>
                  <a:lnTo>
                    <a:pt x="865" y="634"/>
                  </a:lnTo>
                  <a:lnTo>
                    <a:pt x="863" y="634"/>
                  </a:lnTo>
                  <a:lnTo>
                    <a:pt x="862" y="634"/>
                  </a:lnTo>
                  <a:lnTo>
                    <a:pt x="860" y="634"/>
                  </a:lnTo>
                  <a:lnTo>
                    <a:pt x="860" y="632"/>
                  </a:lnTo>
                  <a:lnTo>
                    <a:pt x="860" y="630"/>
                  </a:lnTo>
                  <a:lnTo>
                    <a:pt x="862" y="630"/>
                  </a:lnTo>
                  <a:lnTo>
                    <a:pt x="862" y="629"/>
                  </a:lnTo>
                  <a:lnTo>
                    <a:pt x="862" y="629"/>
                  </a:lnTo>
                  <a:lnTo>
                    <a:pt x="860" y="627"/>
                  </a:lnTo>
                  <a:lnTo>
                    <a:pt x="860" y="627"/>
                  </a:lnTo>
                  <a:lnTo>
                    <a:pt x="859" y="626"/>
                  </a:lnTo>
                  <a:lnTo>
                    <a:pt x="857" y="624"/>
                  </a:lnTo>
                  <a:lnTo>
                    <a:pt x="857" y="623"/>
                  </a:lnTo>
                  <a:lnTo>
                    <a:pt x="857" y="621"/>
                  </a:lnTo>
                  <a:lnTo>
                    <a:pt x="857" y="620"/>
                  </a:lnTo>
                  <a:lnTo>
                    <a:pt x="857" y="618"/>
                  </a:lnTo>
                  <a:lnTo>
                    <a:pt x="859" y="618"/>
                  </a:lnTo>
                  <a:lnTo>
                    <a:pt x="860" y="617"/>
                  </a:lnTo>
                  <a:lnTo>
                    <a:pt x="859" y="617"/>
                  </a:lnTo>
                  <a:lnTo>
                    <a:pt x="857" y="615"/>
                  </a:lnTo>
                  <a:lnTo>
                    <a:pt x="857" y="614"/>
                  </a:lnTo>
                  <a:lnTo>
                    <a:pt x="856" y="614"/>
                  </a:lnTo>
                  <a:lnTo>
                    <a:pt x="854" y="612"/>
                  </a:lnTo>
                  <a:lnTo>
                    <a:pt x="856" y="612"/>
                  </a:lnTo>
                  <a:lnTo>
                    <a:pt x="854" y="610"/>
                  </a:lnTo>
                  <a:lnTo>
                    <a:pt x="854" y="609"/>
                  </a:lnTo>
                  <a:lnTo>
                    <a:pt x="856" y="607"/>
                  </a:lnTo>
                  <a:lnTo>
                    <a:pt x="856" y="606"/>
                  </a:lnTo>
                  <a:close/>
                  <a:moveTo>
                    <a:pt x="829" y="561"/>
                  </a:moveTo>
                  <a:lnTo>
                    <a:pt x="829" y="563"/>
                  </a:lnTo>
                  <a:lnTo>
                    <a:pt x="829" y="564"/>
                  </a:lnTo>
                  <a:lnTo>
                    <a:pt x="829" y="564"/>
                  </a:lnTo>
                  <a:lnTo>
                    <a:pt x="829" y="566"/>
                  </a:lnTo>
                  <a:lnTo>
                    <a:pt x="829" y="566"/>
                  </a:lnTo>
                  <a:lnTo>
                    <a:pt x="829" y="566"/>
                  </a:lnTo>
                  <a:lnTo>
                    <a:pt x="829" y="566"/>
                  </a:lnTo>
                  <a:lnTo>
                    <a:pt x="828" y="566"/>
                  </a:lnTo>
                  <a:lnTo>
                    <a:pt x="826" y="566"/>
                  </a:lnTo>
                  <a:lnTo>
                    <a:pt x="826" y="564"/>
                  </a:lnTo>
                  <a:lnTo>
                    <a:pt x="826" y="564"/>
                  </a:lnTo>
                  <a:lnTo>
                    <a:pt x="828" y="563"/>
                  </a:lnTo>
                  <a:lnTo>
                    <a:pt x="829" y="561"/>
                  </a:lnTo>
                  <a:close/>
                  <a:moveTo>
                    <a:pt x="0" y="543"/>
                  </a:moveTo>
                  <a:lnTo>
                    <a:pt x="0" y="543"/>
                  </a:lnTo>
                  <a:lnTo>
                    <a:pt x="0" y="543"/>
                  </a:lnTo>
                  <a:lnTo>
                    <a:pt x="0" y="543"/>
                  </a:lnTo>
                  <a:lnTo>
                    <a:pt x="0" y="543"/>
                  </a:lnTo>
                  <a:lnTo>
                    <a:pt x="0" y="543"/>
                  </a:lnTo>
                  <a:lnTo>
                    <a:pt x="0" y="543"/>
                  </a:lnTo>
                  <a:close/>
                  <a:moveTo>
                    <a:pt x="806" y="515"/>
                  </a:moveTo>
                  <a:lnTo>
                    <a:pt x="808" y="517"/>
                  </a:lnTo>
                  <a:lnTo>
                    <a:pt x="808" y="518"/>
                  </a:lnTo>
                  <a:lnTo>
                    <a:pt x="811" y="523"/>
                  </a:lnTo>
                  <a:lnTo>
                    <a:pt x="813" y="524"/>
                  </a:lnTo>
                  <a:lnTo>
                    <a:pt x="817" y="526"/>
                  </a:lnTo>
                  <a:lnTo>
                    <a:pt x="822" y="527"/>
                  </a:lnTo>
                  <a:lnTo>
                    <a:pt x="825" y="527"/>
                  </a:lnTo>
                  <a:lnTo>
                    <a:pt x="825" y="529"/>
                  </a:lnTo>
                  <a:lnTo>
                    <a:pt x="826" y="531"/>
                  </a:lnTo>
                  <a:lnTo>
                    <a:pt x="828" y="532"/>
                  </a:lnTo>
                  <a:lnTo>
                    <a:pt x="828" y="534"/>
                  </a:lnTo>
                  <a:lnTo>
                    <a:pt x="829" y="535"/>
                  </a:lnTo>
                  <a:lnTo>
                    <a:pt x="829" y="538"/>
                  </a:lnTo>
                  <a:lnTo>
                    <a:pt x="828" y="541"/>
                  </a:lnTo>
                  <a:lnTo>
                    <a:pt x="831" y="546"/>
                  </a:lnTo>
                  <a:lnTo>
                    <a:pt x="831" y="547"/>
                  </a:lnTo>
                  <a:lnTo>
                    <a:pt x="832" y="549"/>
                  </a:lnTo>
                  <a:lnTo>
                    <a:pt x="834" y="554"/>
                  </a:lnTo>
                  <a:lnTo>
                    <a:pt x="836" y="555"/>
                  </a:lnTo>
                  <a:lnTo>
                    <a:pt x="834" y="555"/>
                  </a:lnTo>
                  <a:lnTo>
                    <a:pt x="831" y="557"/>
                  </a:lnTo>
                  <a:lnTo>
                    <a:pt x="829" y="557"/>
                  </a:lnTo>
                  <a:lnTo>
                    <a:pt x="828" y="557"/>
                  </a:lnTo>
                  <a:lnTo>
                    <a:pt x="828" y="558"/>
                  </a:lnTo>
                  <a:lnTo>
                    <a:pt x="826" y="558"/>
                  </a:lnTo>
                  <a:lnTo>
                    <a:pt x="828" y="557"/>
                  </a:lnTo>
                  <a:lnTo>
                    <a:pt x="828" y="555"/>
                  </a:lnTo>
                  <a:lnTo>
                    <a:pt x="828" y="554"/>
                  </a:lnTo>
                  <a:lnTo>
                    <a:pt x="826" y="554"/>
                  </a:lnTo>
                  <a:lnTo>
                    <a:pt x="825" y="552"/>
                  </a:lnTo>
                  <a:lnTo>
                    <a:pt x="822" y="551"/>
                  </a:lnTo>
                  <a:lnTo>
                    <a:pt x="822" y="549"/>
                  </a:lnTo>
                  <a:lnTo>
                    <a:pt x="820" y="549"/>
                  </a:lnTo>
                  <a:lnTo>
                    <a:pt x="819" y="549"/>
                  </a:lnTo>
                  <a:lnTo>
                    <a:pt x="817" y="549"/>
                  </a:lnTo>
                  <a:lnTo>
                    <a:pt x="817" y="547"/>
                  </a:lnTo>
                  <a:lnTo>
                    <a:pt x="819" y="547"/>
                  </a:lnTo>
                  <a:lnTo>
                    <a:pt x="817" y="544"/>
                  </a:lnTo>
                  <a:lnTo>
                    <a:pt x="816" y="544"/>
                  </a:lnTo>
                  <a:lnTo>
                    <a:pt x="814" y="541"/>
                  </a:lnTo>
                  <a:lnTo>
                    <a:pt x="814" y="540"/>
                  </a:lnTo>
                  <a:lnTo>
                    <a:pt x="814" y="538"/>
                  </a:lnTo>
                  <a:lnTo>
                    <a:pt x="813" y="537"/>
                  </a:lnTo>
                  <a:lnTo>
                    <a:pt x="813" y="535"/>
                  </a:lnTo>
                  <a:lnTo>
                    <a:pt x="811" y="532"/>
                  </a:lnTo>
                  <a:lnTo>
                    <a:pt x="811" y="531"/>
                  </a:lnTo>
                  <a:lnTo>
                    <a:pt x="808" y="531"/>
                  </a:lnTo>
                  <a:lnTo>
                    <a:pt x="806" y="529"/>
                  </a:lnTo>
                  <a:lnTo>
                    <a:pt x="806" y="529"/>
                  </a:lnTo>
                  <a:lnTo>
                    <a:pt x="805" y="527"/>
                  </a:lnTo>
                  <a:lnTo>
                    <a:pt x="805" y="524"/>
                  </a:lnTo>
                  <a:lnTo>
                    <a:pt x="806" y="523"/>
                  </a:lnTo>
                  <a:lnTo>
                    <a:pt x="806" y="521"/>
                  </a:lnTo>
                  <a:lnTo>
                    <a:pt x="806" y="517"/>
                  </a:lnTo>
                  <a:lnTo>
                    <a:pt x="806" y="517"/>
                  </a:lnTo>
                  <a:lnTo>
                    <a:pt x="806" y="515"/>
                  </a:lnTo>
                  <a:close/>
                  <a:moveTo>
                    <a:pt x="581" y="487"/>
                  </a:moveTo>
                  <a:lnTo>
                    <a:pt x="581" y="495"/>
                  </a:lnTo>
                  <a:lnTo>
                    <a:pt x="579" y="498"/>
                  </a:lnTo>
                  <a:lnTo>
                    <a:pt x="577" y="506"/>
                  </a:lnTo>
                  <a:lnTo>
                    <a:pt x="574" y="509"/>
                  </a:lnTo>
                  <a:lnTo>
                    <a:pt x="573" y="521"/>
                  </a:lnTo>
                  <a:lnTo>
                    <a:pt x="571" y="526"/>
                  </a:lnTo>
                  <a:lnTo>
                    <a:pt x="573" y="529"/>
                  </a:lnTo>
                  <a:lnTo>
                    <a:pt x="573" y="531"/>
                  </a:lnTo>
                  <a:lnTo>
                    <a:pt x="573" y="534"/>
                  </a:lnTo>
                  <a:lnTo>
                    <a:pt x="574" y="535"/>
                  </a:lnTo>
                  <a:lnTo>
                    <a:pt x="574" y="537"/>
                  </a:lnTo>
                  <a:lnTo>
                    <a:pt x="574" y="538"/>
                  </a:lnTo>
                  <a:lnTo>
                    <a:pt x="573" y="540"/>
                  </a:lnTo>
                  <a:lnTo>
                    <a:pt x="571" y="538"/>
                  </a:lnTo>
                  <a:lnTo>
                    <a:pt x="570" y="541"/>
                  </a:lnTo>
                  <a:lnTo>
                    <a:pt x="570" y="543"/>
                  </a:lnTo>
                  <a:lnTo>
                    <a:pt x="570" y="547"/>
                  </a:lnTo>
                  <a:lnTo>
                    <a:pt x="568" y="549"/>
                  </a:lnTo>
                  <a:lnTo>
                    <a:pt x="570" y="554"/>
                  </a:lnTo>
                  <a:lnTo>
                    <a:pt x="571" y="555"/>
                  </a:lnTo>
                  <a:lnTo>
                    <a:pt x="571" y="557"/>
                  </a:lnTo>
                  <a:lnTo>
                    <a:pt x="571" y="558"/>
                  </a:lnTo>
                  <a:lnTo>
                    <a:pt x="568" y="558"/>
                  </a:lnTo>
                  <a:lnTo>
                    <a:pt x="567" y="558"/>
                  </a:lnTo>
                  <a:lnTo>
                    <a:pt x="567" y="558"/>
                  </a:lnTo>
                  <a:lnTo>
                    <a:pt x="567" y="560"/>
                  </a:lnTo>
                  <a:lnTo>
                    <a:pt x="565" y="561"/>
                  </a:lnTo>
                  <a:lnTo>
                    <a:pt x="567" y="563"/>
                  </a:lnTo>
                  <a:lnTo>
                    <a:pt x="567" y="564"/>
                  </a:lnTo>
                  <a:lnTo>
                    <a:pt x="567" y="566"/>
                  </a:lnTo>
                  <a:lnTo>
                    <a:pt x="568" y="567"/>
                  </a:lnTo>
                  <a:lnTo>
                    <a:pt x="570" y="567"/>
                  </a:lnTo>
                  <a:lnTo>
                    <a:pt x="571" y="569"/>
                  </a:lnTo>
                  <a:lnTo>
                    <a:pt x="571" y="570"/>
                  </a:lnTo>
                  <a:lnTo>
                    <a:pt x="573" y="570"/>
                  </a:lnTo>
                  <a:lnTo>
                    <a:pt x="573" y="570"/>
                  </a:lnTo>
                  <a:lnTo>
                    <a:pt x="571" y="570"/>
                  </a:lnTo>
                  <a:lnTo>
                    <a:pt x="571" y="570"/>
                  </a:lnTo>
                  <a:lnTo>
                    <a:pt x="573" y="574"/>
                  </a:lnTo>
                  <a:lnTo>
                    <a:pt x="574" y="577"/>
                  </a:lnTo>
                  <a:lnTo>
                    <a:pt x="577" y="580"/>
                  </a:lnTo>
                  <a:lnTo>
                    <a:pt x="579" y="581"/>
                  </a:lnTo>
                  <a:lnTo>
                    <a:pt x="579" y="584"/>
                  </a:lnTo>
                  <a:lnTo>
                    <a:pt x="579" y="584"/>
                  </a:lnTo>
                  <a:lnTo>
                    <a:pt x="579" y="586"/>
                  </a:lnTo>
                  <a:lnTo>
                    <a:pt x="581" y="586"/>
                  </a:lnTo>
                  <a:lnTo>
                    <a:pt x="582" y="589"/>
                  </a:lnTo>
                  <a:lnTo>
                    <a:pt x="581" y="592"/>
                  </a:lnTo>
                  <a:lnTo>
                    <a:pt x="579" y="592"/>
                  </a:lnTo>
                  <a:lnTo>
                    <a:pt x="577" y="594"/>
                  </a:lnTo>
                  <a:lnTo>
                    <a:pt x="577" y="595"/>
                  </a:lnTo>
                  <a:lnTo>
                    <a:pt x="577" y="597"/>
                  </a:lnTo>
                  <a:lnTo>
                    <a:pt x="577" y="598"/>
                  </a:lnTo>
                  <a:lnTo>
                    <a:pt x="584" y="601"/>
                  </a:lnTo>
                  <a:lnTo>
                    <a:pt x="585" y="603"/>
                  </a:lnTo>
                  <a:lnTo>
                    <a:pt x="588" y="607"/>
                  </a:lnTo>
                  <a:lnTo>
                    <a:pt x="588" y="607"/>
                  </a:lnTo>
                  <a:lnTo>
                    <a:pt x="588" y="609"/>
                  </a:lnTo>
                  <a:lnTo>
                    <a:pt x="590" y="610"/>
                  </a:lnTo>
                  <a:lnTo>
                    <a:pt x="591" y="612"/>
                  </a:lnTo>
                  <a:lnTo>
                    <a:pt x="590" y="615"/>
                  </a:lnTo>
                  <a:lnTo>
                    <a:pt x="590" y="614"/>
                  </a:lnTo>
                  <a:lnTo>
                    <a:pt x="585" y="612"/>
                  </a:lnTo>
                  <a:lnTo>
                    <a:pt x="584" y="612"/>
                  </a:lnTo>
                  <a:lnTo>
                    <a:pt x="584" y="610"/>
                  </a:lnTo>
                  <a:lnTo>
                    <a:pt x="584" y="607"/>
                  </a:lnTo>
                  <a:lnTo>
                    <a:pt x="582" y="604"/>
                  </a:lnTo>
                  <a:lnTo>
                    <a:pt x="579" y="603"/>
                  </a:lnTo>
                  <a:lnTo>
                    <a:pt x="577" y="601"/>
                  </a:lnTo>
                  <a:lnTo>
                    <a:pt x="576" y="601"/>
                  </a:lnTo>
                  <a:lnTo>
                    <a:pt x="574" y="597"/>
                  </a:lnTo>
                  <a:lnTo>
                    <a:pt x="573" y="597"/>
                  </a:lnTo>
                  <a:lnTo>
                    <a:pt x="571" y="595"/>
                  </a:lnTo>
                  <a:lnTo>
                    <a:pt x="573" y="594"/>
                  </a:lnTo>
                  <a:lnTo>
                    <a:pt x="573" y="592"/>
                  </a:lnTo>
                  <a:lnTo>
                    <a:pt x="574" y="592"/>
                  </a:lnTo>
                  <a:lnTo>
                    <a:pt x="576" y="592"/>
                  </a:lnTo>
                  <a:lnTo>
                    <a:pt x="577" y="592"/>
                  </a:lnTo>
                  <a:lnTo>
                    <a:pt x="577" y="590"/>
                  </a:lnTo>
                  <a:lnTo>
                    <a:pt x="579" y="587"/>
                  </a:lnTo>
                  <a:lnTo>
                    <a:pt x="577" y="584"/>
                  </a:lnTo>
                  <a:lnTo>
                    <a:pt x="576" y="581"/>
                  </a:lnTo>
                  <a:lnTo>
                    <a:pt x="574" y="580"/>
                  </a:lnTo>
                  <a:lnTo>
                    <a:pt x="573" y="577"/>
                  </a:lnTo>
                  <a:lnTo>
                    <a:pt x="571" y="575"/>
                  </a:lnTo>
                  <a:lnTo>
                    <a:pt x="570" y="574"/>
                  </a:lnTo>
                  <a:lnTo>
                    <a:pt x="567" y="572"/>
                  </a:lnTo>
                  <a:lnTo>
                    <a:pt x="565" y="572"/>
                  </a:lnTo>
                  <a:lnTo>
                    <a:pt x="564" y="572"/>
                  </a:lnTo>
                  <a:lnTo>
                    <a:pt x="562" y="570"/>
                  </a:lnTo>
                  <a:lnTo>
                    <a:pt x="561" y="570"/>
                  </a:lnTo>
                  <a:lnTo>
                    <a:pt x="561" y="572"/>
                  </a:lnTo>
                  <a:lnTo>
                    <a:pt x="559" y="572"/>
                  </a:lnTo>
                  <a:lnTo>
                    <a:pt x="559" y="574"/>
                  </a:lnTo>
                  <a:lnTo>
                    <a:pt x="559" y="575"/>
                  </a:lnTo>
                  <a:lnTo>
                    <a:pt x="559" y="578"/>
                  </a:lnTo>
                  <a:lnTo>
                    <a:pt x="559" y="578"/>
                  </a:lnTo>
                  <a:lnTo>
                    <a:pt x="558" y="577"/>
                  </a:lnTo>
                  <a:lnTo>
                    <a:pt x="556" y="574"/>
                  </a:lnTo>
                  <a:lnTo>
                    <a:pt x="551" y="570"/>
                  </a:lnTo>
                  <a:lnTo>
                    <a:pt x="551" y="569"/>
                  </a:lnTo>
                  <a:lnTo>
                    <a:pt x="551" y="567"/>
                  </a:lnTo>
                  <a:lnTo>
                    <a:pt x="551" y="567"/>
                  </a:lnTo>
                  <a:lnTo>
                    <a:pt x="554" y="567"/>
                  </a:lnTo>
                  <a:lnTo>
                    <a:pt x="556" y="563"/>
                  </a:lnTo>
                  <a:lnTo>
                    <a:pt x="559" y="555"/>
                  </a:lnTo>
                  <a:lnTo>
                    <a:pt x="567" y="531"/>
                  </a:lnTo>
                  <a:lnTo>
                    <a:pt x="570" y="523"/>
                  </a:lnTo>
                  <a:lnTo>
                    <a:pt x="574" y="506"/>
                  </a:lnTo>
                  <a:lnTo>
                    <a:pt x="577" y="494"/>
                  </a:lnTo>
                  <a:lnTo>
                    <a:pt x="577" y="489"/>
                  </a:lnTo>
                  <a:lnTo>
                    <a:pt x="577" y="487"/>
                  </a:lnTo>
                  <a:lnTo>
                    <a:pt x="581" y="487"/>
                  </a:lnTo>
                  <a:close/>
                  <a:moveTo>
                    <a:pt x="809" y="480"/>
                  </a:moveTo>
                  <a:lnTo>
                    <a:pt x="809" y="480"/>
                  </a:lnTo>
                  <a:lnTo>
                    <a:pt x="809" y="481"/>
                  </a:lnTo>
                  <a:lnTo>
                    <a:pt x="808" y="483"/>
                  </a:lnTo>
                  <a:lnTo>
                    <a:pt x="806" y="486"/>
                  </a:lnTo>
                  <a:lnTo>
                    <a:pt x="806" y="487"/>
                  </a:lnTo>
                  <a:lnTo>
                    <a:pt x="805" y="489"/>
                  </a:lnTo>
                  <a:lnTo>
                    <a:pt x="803" y="489"/>
                  </a:lnTo>
                  <a:lnTo>
                    <a:pt x="803" y="487"/>
                  </a:lnTo>
                  <a:lnTo>
                    <a:pt x="802" y="486"/>
                  </a:lnTo>
                  <a:lnTo>
                    <a:pt x="803" y="483"/>
                  </a:lnTo>
                  <a:lnTo>
                    <a:pt x="805" y="480"/>
                  </a:lnTo>
                  <a:lnTo>
                    <a:pt x="806" y="480"/>
                  </a:lnTo>
                  <a:lnTo>
                    <a:pt x="808" y="480"/>
                  </a:lnTo>
                  <a:lnTo>
                    <a:pt x="809" y="480"/>
                  </a:lnTo>
                  <a:close/>
                  <a:moveTo>
                    <a:pt x="584" y="448"/>
                  </a:moveTo>
                  <a:lnTo>
                    <a:pt x="584" y="449"/>
                  </a:lnTo>
                  <a:lnTo>
                    <a:pt x="584" y="451"/>
                  </a:lnTo>
                  <a:lnTo>
                    <a:pt x="585" y="454"/>
                  </a:lnTo>
                  <a:lnTo>
                    <a:pt x="584" y="458"/>
                  </a:lnTo>
                  <a:lnTo>
                    <a:pt x="584" y="461"/>
                  </a:lnTo>
                  <a:lnTo>
                    <a:pt x="584" y="466"/>
                  </a:lnTo>
                  <a:lnTo>
                    <a:pt x="582" y="471"/>
                  </a:lnTo>
                  <a:lnTo>
                    <a:pt x="584" y="474"/>
                  </a:lnTo>
                  <a:lnTo>
                    <a:pt x="584" y="477"/>
                  </a:lnTo>
                  <a:lnTo>
                    <a:pt x="582" y="478"/>
                  </a:lnTo>
                  <a:lnTo>
                    <a:pt x="581" y="481"/>
                  </a:lnTo>
                  <a:lnTo>
                    <a:pt x="581" y="484"/>
                  </a:lnTo>
                  <a:lnTo>
                    <a:pt x="581" y="484"/>
                  </a:lnTo>
                  <a:lnTo>
                    <a:pt x="579" y="483"/>
                  </a:lnTo>
                  <a:lnTo>
                    <a:pt x="577" y="481"/>
                  </a:lnTo>
                  <a:lnTo>
                    <a:pt x="579" y="480"/>
                  </a:lnTo>
                  <a:lnTo>
                    <a:pt x="581" y="477"/>
                  </a:lnTo>
                  <a:lnTo>
                    <a:pt x="581" y="471"/>
                  </a:lnTo>
                  <a:lnTo>
                    <a:pt x="582" y="463"/>
                  </a:lnTo>
                  <a:lnTo>
                    <a:pt x="584" y="457"/>
                  </a:lnTo>
                  <a:lnTo>
                    <a:pt x="584" y="454"/>
                  </a:lnTo>
                  <a:lnTo>
                    <a:pt x="584" y="449"/>
                  </a:lnTo>
                  <a:lnTo>
                    <a:pt x="584" y="448"/>
                  </a:lnTo>
                  <a:close/>
                  <a:moveTo>
                    <a:pt x="796" y="409"/>
                  </a:moveTo>
                  <a:lnTo>
                    <a:pt x="797" y="412"/>
                  </a:lnTo>
                  <a:lnTo>
                    <a:pt x="799" y="412"/>
                  </a:lnTo>
                  <a:lnTo>
                    <a:pt x="797" y="415"/>
                  </a:lnTo>
                  <a:lnTo>
                    <a:pt x="799" y="420"/>
                  </a:lnTo>
                  <a:lnTo>
                    <a:pt x="799" y="429"/>
                  </a:lnTo>
                  <a:lnTo>
                    <a:pt x="797" y="429"/>
                  </a:lnTo>
                  <a:lnTo>
                    <a:pt x="794" y="428"/>
                  </a:lnTo>
                  <a:lnTo>
                    <a:pt x="791" y="421"/>
                  </a:lnTo>
                  <a:lnTo>
                    <a:pt x="791" y="415"/>
                  </a:lnTo>
                  <a:lnTo>
                    <a:pt x="793" y="412"/>
                  </a:lnTo>
                  <a:lnTo>
                    <a:pt x="794" y="409"/>
                  </a:lnTo>
                  <a:lnTo>
                    <a:pt x="796" y="409"/>
                  </a:lnTo>
                  <a:close/>
                  <a:moveTo>
                    <a:pt x="754" y="409"/>
                  </a:moveTo>
                  <a:lnTo>
                    <a:pt x="754" y="411"/>
                  </a:lnTo>
                  <a:lnTo>
                    <a:pt x="756" y="412"/>
                  </a:lnTo>
                  <a:lnTo>
                    <a:pt x="757" y="412"/>
                  </a:lnTo>
                  <a:lnTo>
                    <a:pt x="757" y="415"/>
                  </a:lnTo>
                  <a:lnTo>
                    <a:pt x="757" y="417"/>
                  </a:lnTo>
                  <a:lnTo>
                    <a:pt x="756" y="418"/>
                  </a:lnTo>
                  <a:lnTo>
                    <a:pt x="756" y="420"/>
                  </a:lnTo>
                  <a:lnTo>
                    <a:pt x="754" y="420"/>
                  </a:lnTo>
                  <a:lnTo>
                    <a:pt x="753" y="417"/>
                  </a:lnTo>
                  <a:lnTo>
                    <a:pt x="753" y="417"/>
                  </a:lnTo>
                  <a:lnTo>
                    <a:pt x="753" y="415"/>
                  </a:lnTo>
                  <a:lnTo>
                    <a:pt x="751" y="412"/>
                  </a:lnTo>
                  <a:lnTo>
                    <a:pt x="751" y="411"/>
                  </a:lnTo>
                  <a:lnTo>
                    <a:pt x="751" y="409"/>
                  </a:lnTo>
                  <a:lnTo>
                    <a:pt x="753" y="409"/>
                  </a:lnTo>
                  <a:lnTo>
                    <a:pt x="753" y="409"/>
                  </a:lnTo>
                  <a:lnTo>
                    <a:pt x="754" y="409"/>
                  </a:lnTo>
                  <a:close/>
                  <a:moveTo>
                    <a:pt x="719" y="391"/>
                  </a:moveTo>
                  <a:lnTo>
                    <a:pt x="719" y="391"/>
                  </a:lnTo>
                  <a:lnTo>
                    <a:pt x="719" y="394"/>
                  </a:lnTo>
                  <a:lnTo>
                    <a:pt x="720" y="394"/>
                  </a:lnTo>
                  <a:lnTo>
                    <a:pt x="720" y="394"/>
                  </a:lnTo>
                  <a:lnTo>
                    <a:pt x="720" y="395"/>
                  </a:lnTo>
                  <a:lnTo>
                    <a:pt x="720" y="395"/>
                  </a:lnTo>
                  <a:lnTo>
                    <a:pt x="720" y="397"/>
                  </a:lnTo>
                  <a:lnTo>
                    <a:pt x="720" y="397"/>
                  </a:lnTo>
                  <a:lnTo>
                    <a:pt x="720" y="398"/>
                  </a:lnTo>
                  <a:lnTo>
                    <a:pt x="720" y="400"/>
                  </a:lnTo>
                  <a:lnTo>
                    <a:pt x="720" y="400"/>
                  </a:lnTo>
                  <a:lnTo>
                    <a:pt x="719" y="398"/>
                  </a:lnTo>
                  <a:lnTo>
                    <a:pt x="719" y="397"/>
                  </a:lnTo>
                  <a:lnTo>
                    <a:pt x="719" y="395"/>
                  </a:lnTo>
                  <a:lnTo>
                    <a:pt x="719" y="394"/>
                  </a:lnTo>
                  <a:lnTo>
                    <a:pt x="719" y="392"/>
                  </a:lnTo>
                  <a:lnTo>
                    <a:pt x="719" y="391"/>
                  </a:lnTo>
                  <a:close/>
                  <a:moveTo>
                    <a:pt x="751" y="345"/>
                  </a:moveTo>
                  <a:lnTo>
                    <a:pt x="748" y="349"/>
                  </a:lnTo>
                  <a:lnTo>
                    <a:pt x="746" y="352"/>
                  </a:lnTo>
                  <a:lnTo>
                    <a:pt x="746" y="358"/>
                  </a:lnTo>
                  <a:lnTo>
                    <a:pt x="748" y="358"/>
                  </a:lnTo>
                  <a:lnTo>
                    <a:pt x="748" y="360"/>
                  </a:lnTo>
                  <a:lnTo>
                    <a:pt x="750" y="361"/>
                  </a:lnTo>
                  <a:lnTo>
                    <a:pt x="750" y="363"/>
                  </a:lnTo>
                  <a:lnTo>
                    <a:pt x="750" y="365"/>
                  </a:lnTo>
                  <a:lnTo>
                    <a:pt x="748" y="363"/>
                  </a:lnTo>
                  <a:lnTo>
                    <a:pt x="746" y="363"/>
                  </a:lnTo>
                  <a:lnTo>
                    <a:pt x="746" y="361"/>
                  </a:lnTo>
                  <a:lnTo>
                    <a:pt x="745" y="360"/>
                  </a:lnTo>
                  <a:lnTo>
                    <a:pt x="743" y="358"/>
                  </a:lnTo>
                  <a:lnTo>
                    <a:pt x="742" y="358"/>
                  </a:lnTo>
                  <a:lnTo>
                    <a:pt x="740" y="360"/>
                  </a:lnTo>
                  <a:lnTo>
                    <a:pt x="740" y="360"/>
                  </a:lnTo>
                  <a:lnTo>
                    <a:pt x="740" y="361"/>
                  </a:lnTo>
                  <a:lnTo>
                    <a:pt x="739" y="365"/>
                  </a:lnTo>
                  <a:lnTo>
                    <a:pt x="737" y="366"/>
                  </a:lnTo>
                  <a:lnTo>
                    <a:pt x="736" y="369"/>
                  </a:lnTo>
                  <a:lnTo>
                    <a:pt x="733" y="374"/>
                  </a:lnTo>
                  <a:lnTo>
                    <a:pt x="731" y="375"/>
                  </a:lnTo>
                  <a:lnTo>
                    <a:pt x="731" y="377"/>
                  </a:lnTo>
                  <a:lnTo>
                    <a:pt x="731" y="378"/>
                  </a:lnTo>
                  <a:lnTo>
                    <a:pt x="731" y="381"/>
                  </a:lnTo>
                  <a:lnTo>
                    <a:pt x="730" y="383"/>
                  </a:lnTo>
                  <a:lnTo>
                    <a:pt x="728" y="383"/>
                  </a:lnTo>
                  <a:lnTo>
                    <a:pt x="726" y="384"/>
                  </a:lnTo>
                  <a:lnTo>
                    <a:pt x="728" y="389"/>
                  </a:lnTo>
                  <a:lnTo>
                    <a:pt x="728" y="392"/>
                  </a:lnTo>
                  <a:lnTo>
                    <a:pt x="726" y="392"/>
                  </a:lnTo>
                  <a:lnTo>
                    <a:pt x="726" y="391"/>
                  </a:lnTo>
                  <a:lnTo>
                    <a:pt x="725" y="391"/>
                  </a:lnTo>
                  <a:lnTo>
                    <a:pt x="723" y="389"/>
                  </a:lnTo>
                  <a:lnTo>
                    <a:pt x="723" y="388"/>
                  </a:lnTo>
                  <a:lnTo>
                    <a:pt x="722" y="386"/>
                  </a:lnTo>
                  <a:lnTo>
                    <a:pt x="723" y="384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6" y="372"/>
                  </a:lnTo>
                  <a:lnTo>
                    <a:pt x="726" y="371"/>
                  </a:lnTo>
                  <a:lnTo>
                    <a:pt x="728" y="368"/>
                  </a:lnTo>
                  <a:lnTo>
                    <a:pt x="728" y="366"/>
                  </a:lnTo>
                  <a:lnTo>
                    <a:pt x="730" y="363"/>
                  </a:lnTo>
                  <a:lnTo>
                    <a:pt x="733" y="361"/>
                  </a:lnTo>
                  <a:lnTo>
                    <a:pt x="733" y="360"/>
                  </a:lnTo>
                  <a:lnTo>
                    <a:pt x="733" y="357"/>
                  </a:lnTo>
                  <a:lnTo>
                    <a:pt x="733" y="354"/>
                  </a:lnTo>
                  <a:lnTo>
                    <a:pt x="731" y="352"/>
                  </a:lnTo>
                  <a:lnTo>
                    <a:pt x="731" y="351"/>
                  </a:lnTo>
                  <a:lnTo>
                    <a:pt x="734" y="349"/>
                  </a:lnTo>
                  <a:lnTo>
                    <a:pt x="739" y="349"/>
                  </a:lnTo>
                  <a:lnTo>
                    <a:pt x="739" y="346"/>
                  </a:lnTo>
                  <a:lnTo>
                    <a:pt x="739" y="346"/>
                  </a:lnTo>
                  <a:lnTo>
                    <a:pt x="740" y="348"/>
                  </a:lnTo>
                  <a:lnTo>
                    <a:pt x="743" y="349"/>
                  </a:lnTo>
                  <a:lnTo>
                    <a:pt x="746" y="348"/>
                  </a:lnTo>
                  <a:lnTo>
                    <a:pt x="748" y="346"/>
                  </a:lnTo>
                  <a:lnTo>
                    <a:pt x="751" y="345"/>
                  </a:lnTo>
                  <a:close/>
                  <a:moveTo>
                    <a:pt x="716" y="334"/>
                  </a:moveTo>
                  <a:lnTo>
                    <a:pt x="717" y="334"/>
                  </a:lnTo>
                  <a:lnTo>
                    <a:pt x="717" y="334"/>
                  </a:lnTo>
                  <a:lnTo>
                    <a:pt x="717" y="335"/>
                  </a:lnTo>
                  <a:lnTo>
                    <a:pt x="717" y="337"/>
                  </a:lnTo>
                  <a:lnTo>
                    <a:pt x="717" y="337"/>
                  </a:lnTo>
                  <a:lnTo>
                    <a:pt x="717" y="338"/>
                  </a:lnTo>
                  <a:lnTo>
                    <a:pt x="717" y="340"/>
                  </a:lnTo>
                  <a:lnTo>
                    <a:pt x="716" y="340"/>
                  </a:lnTo>
                  <a:lnTo>
                    <a:pt x="714" y="340"/>
                  </a:lnTo>
                  <a:lnTo>
                    <a:pt x="714" y="340"/>
                  </a:lnTo>
                  <a:lnTo>
                    <a:pt x="714" y="338"/>
                  </a:lnTo>
                  <a:lnTo>
                    <a:pt x="716" y="338"/>
                  </a:lnTo>
                  <a:lnTo>
                    <a:pt x="716" y="337"/>
                  </a:lnTo>
                  <a:lnTo>
                    <a:pt x="714" y="337"/>
                  </a:lnTo>
                  <a:lnTo>
                    <a:pt x="714" y="335"/>
                  </a:lnTo>
                  <a:lnTo>
                    <a:pt x="716" y="334"/>
                  </a:lnTo>
                  <a:close/>
                  <a:moveTo>
                    <a:pt x="404" y="228"/>
                  </a:moveTo>
                  <a:lnTo>
                    <a:pt x="405" y="228"/>
                  </a:lnTo>
                  <a:lnTo>
                    <a:pt x="407" y="229"/>
                  </a:lnTo>
                  <a:lnTo>
                    <a:pt x="408" y="229"/>
                  </a:lnTo>
                  <a:lnTo>
                    <a:pt x="407" y="231"/>
                  </a:lnTo>
                  <a:lnTo>
                    <a:pt x="408" y="231"/>
                  </a:lnTo>
                  <a:lnTo>
                    <a:pt x="410" y="231"/>
                  </a:lnTo>
                  <a:lnTo>
                    <a:pt x="410" y="229"/>
                  </a:lnTo>
                  <a:lnTo>
                    <a:pt x="412" y="229"/>
                  </a:lnTo>
                  <a:lnTo>
                    <a:pt x="412" y="229"/>
                  </a:lnTo>
                  <a:lnTo>
                    <a:pt x="415" y="232"/>
                  </a:lnTo>
                  <a:lnTo>
                    <a:pt x="416" y="237"/>
                  </a:lnTo>
                  <a:lnTo>
                    <a:pt x="418" y="238"/>
                  </a:lnTo>
                  <a:lnTo>
                    <a:pt x="418" y="240"/>
                  </a:lnTo>
                  <a:lnTo>
                    <a:pt x="416" y="240"/>
                  </a:lnTo>
                  <a:lnTo>
                    <a:pt x="416" y="238"/>
                  </a:lnTo>
                  <a:lnTo>
                    <a:pt x="413" y="237"/>
                  </a:lnTo>
                  <a:lnTo>
                    <a:pt x="410" y="235"/>
                  </a:lnTo>
                  <a:lnTo>
                    <a:pt x="405" y="234"/>
                  </a:lnTo>
                  <a:lnTo>
                    <a:pt x="401" y="234"/>
                  </a:lnTo>
                  <a:lnTo>
                    <a:pt x="399" y="232"/>
                  </a:lnTo>
                  <a:lnTo>
                    <a:pt x="398" y="232"/>
                  </a:lnTo>
                  <a:lnTo>
                    <a:pt x="399" y="231"/>
                  </a:lnTo>
                  <a:lnTo>
                    <a:pt x="401" y="229"/>
                  </a:lnTo>
                  <a:lnTo>
                    <a:pt x="404" y="228"/>
                  </a:lnTo>
                  <a:close/>
                  <a:moveTo>
                    <a:pt x="585" y="134"/>
                  </a:moveTo>
                  <a:lnTo>
                    <a:pt x="590" y="137"/>
                  </a:lnTo>
                  <a:lnTo>
                    <a:pt x="593" y="142"/>
                  </a:lnTo>
                  <a:lnTo>
                    <a:pt x="591" y="146"/>
                  </a:lnTo>
                  <a:lnTo>
                    <a:pt x="590" y="148"/>
                  </a:lnTo>
                  <a:lnTo>
                    <a:pt x="587" y="148"/>
                  </a:lnTo>
                  <a:lnTo>
                    <a:pt x="585" y="143"/>
                  </a:lnTo>
                  <a:lnTo>
                    <a:pt x="585" y="140"/>
                  </a:lnTo>
                  <a:lnTo>
                    <a:pt x="582" y="139"/>
                  </a:lnTo>
                  <a:lnTo>
                    <a:pt x="585" y="134"/>
                  </a:lnTo>
                  <a:close/>
                  <a:moveTo>
                    <a:pt x="619" y="99"/>
                  </a:moveTo>
                  <a:lnTo>
                    <a:pt x="622" y="100"/>
                  </a:lnTo>
                  <a:lnTo>
                    <a:pt x="624" y="102"/>
                  </a:lnTo>
                  <a:lnTo>
                    <a:pt x="622" y="103"/>
                  </a:lnTo>
                  <a:lnTo>
                    <a:pt x="619" y="103"/>
                  </a:lnTo>
                  <a:lnTo>
                    <a:pt x="617" y="103"/>
                  </a:lnTo>
                  <a:lnTo>
                    <a:pt x="616" y="102"/>
                  </a:lnTo>
                  <a:lnTo>
                    <a:pt x="616" y="100"/>
                  </a:lnTo>
                  <a:lnTo>
                    <a:pt x="619" y="99"/>
                  </a:lnTo>
                  <a:close/>
                  <a:moveTo>
                    <a:pt x="86" y="20"/>
                  </a:moveTo>
                  <a:lnTo>
                    <a:pt x="87" y="20"/>
                  </a:lnTo>
                  <a:lnTo>
                    <a:pt x="89" y="20"/>
                  </a:lnTo>
                  <a:lnTo>
                    <a:pt x="90" y="22"/>
                  </a:lnTo>
                  <a:lnTo>
                    <a:pt x="94" y="23"/>
                  </a:lnTo>
                  <a:lnTo>
                    <a:pt x="95" y="25"/>
                  </a:lnTo>
                  <a:lnTo>
                    <a:pt x="95" y="26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2" y="28"/>
                  </a:lnTo>
                  <a:lnTo>
                    <a:pt x="92" y="25"/>
                  </a:lnTo>
                  <a:lnTo>
                    <a:pt x="89" y="22"/>
                  </a:lnTo>
                  <a:lnTo>
                    <a:pt x="87" y="22"/>
                  </a:lnTo>
                  <a:lnTo>
                    <a:pt x="86" y="20"/>
                  </a:lnTo>
                  <a:lnTo>
                    <a:pt x="86" y="20"/>
                  </a:lnTo>
                  <a:close/>
                  <a:moveTo>
                    <a:pt x="307" y="0"/>
                  </a:moveTo>
                  <a:lnTo>
                    <a:pt x="335" y="0"/>
                  </a:lnTo>
                  <a:lnTo>
                    <a:pt x="364" y="0"/>
                  </a:lnTo>
                  <a:lnTo>
                    <a:pt x="393" y="0"/>
                  </a:lnTo>
                  <a:lnTo>
                    <a:pt x="422" y="0"/>
                  </a:lnTo>
                  <a:lnTo>
                    <a:pt x="450" y="0"/>
                  </a:lnTo>
                  <a:lnTo>
                    <a:pt x="478" y="0"/>
                  </a:lnTo>
                  <a:lnTo>
                    <a:pt x="479" y="2"/>
                  </a:lnTo>
                  <a:lnTo>
                    <a:pt x="478" y="3"/>
                  </a:lnTo>
                  <a:lnTo>
                    <a:pt x="479" y="6"/>
                  </a:lnTo>
                  <a:lnTo>
                    <a:pt x="479" y="8"/>
                  </a:lnTo>
                  <a:lnTo>
                    <a:pt x="478" y="12"/>
                  </a:lnTo>
                  <a:lnTo>
                    <a:pt x="478" y="16"/>
                  </a:lnTo>
                  <a:lnTo>
                    <a:pt x="478" y="17"/>
                  </a:lnTo>
                  <a:lnTo>
                    <a:pt x="478" y="19"/>
                  </a:lnTo>
                  <a:lnTo>
                    <a:pt x="478" y="20"/>
                  </a:lnTo>
                  <a:lnTo>
                    <a:pt x="478" y="20"/>
                  </a:lnTo>
                  <a:lnTo>
                    <a:pt x="478" y="22"/>
                  </a:lnTo>
                  <a:lnTo>
                    <a:pt x="476" y="25"/>
                  </a:lnTo>
                  <a:lnTo>
                    <a:pt x="479" y="28"/>
                  </a:lnTo>
                  <a:lnTo>
                    <a:pt x="481" y="29"/>
                  </a:lnTo>
                  <a:lnTo>
                    <a:pt x="482" y="31"/>
                  </a:lnTo>
                  <a:lnTo>
                    <a:pt x="484" y="32"/>
                  </a:lnTo>
                  <a:lnTo>
                    <a:pt x="484" y="32"/>
                  </a:lnTo>
                  <a:lnTo>
                    <a:pt x="485" y="32"/>
                  </a:lnTo>
                  <a:lnTo>
                    <a:pt x="485" y="34"/>
                  </a:lnTo>
                  <a:lnTo>
                    <a:pt x="485" y="36"/>
                  </a:lnTo>
                  <a:lnTo>
                    <a:pt x="485" y="37"/>
                  </a:lnTo>
                  <a:lnTo>
                    <a:pt x="485" y="40"/>
                  </a:lnTo>
                  <a:lnTo>
                    <a:pt x="487" y="40"/>
                  </a:lnTo>
                  <a:lnTo>
                    <a:pt x="487" y="43"/>
                  </a:lnTo>
                  <a:lnTo>
                    <a:pt x="487" y="45"/>
                  </a:lnTo>
                  <a:lnTo>
                    <a:pt x="490" y="48"/>
                  </a:lnTo>
                  <a:lnTo>
                    <a:pt x="491" y="49"/>
                  </a:lnTo>
                  <a:lnTo>
                    <a:pt x="493" y="51"/>
                  </a:lnTo>
                  <a:lnTo>
                    <a:pt x="495" y="52"/>
                  </a:lnTo>
                  <a:lnTo>
                    <a:pt x="495" y="52"/>
                  </a:lnTo>
                  <a:lnTo>
                    <a:pt x="496" y="52"/>
                  </a:lnTo>
                  <a:lnTo>
                    <a:pt x="498" y="52"/>
                  </a:lnTo>
                  <a:lnTo>
                    <a:pt x="498" y="54"/>
                  </a:lnTo>
                  <a:lnTo>
                    <a:pt x="499" y="56"/>
                  </a:lnTo>
                  <a:lnTo>
                    <a:pt x="501" y="57"/>
                  </a:lnTo>
                  <a:lnTo>
                    <a:pt x="501" y="59"/>
                  </a:lnTo>
                  <a:lnTo>
                    <a:pt x="504" y="60"/>
                  </a:lnTo>
                  <a:lnTo>
                    <a:pt x="504" y="63"/>
                  </a:lnTo>
                  <a:lnTo>
                    <a:pt x="510" y="65"/>
                  </a:lnTo>
                  <a:lnTo>
                    <a:pt x="513" y="65"/>
                  </a:lnTo>
                  <a:lnTo>
                    <a:pt x="516" y="66"/>
                  </a:lnTo>
                  <a:lnTo>
                    <a:pt x="518" y="68"/>
                  </a:lnTo>
                  <a:lnTo>
                    <a:pt x="521" y="68"/>
                  </a:lnTo>
                  <a:lnTo>
                    <a:pt x="522" y="69"/>
                  </a:lnTo>
                  <a:lnTo>
                    <a:pt x="524" y="71"/>
                  </a:lnTo>
                  <a:lnTo>
                    <a:pt x="525" y="71"/>
                  </a:lnTo>
                  <a:lnTo>
                    <a:pt x="527" y="72"/>
                  </a:lnTo>
                  <a:lnTo>
                    <a:pt x="533" y="74"/>
                  </a:lnTo>
                  <a:lnTo>
                    <a:pt x="536" y="75"/>
                  </a:lnTo>
                  <a:lnTo>
                    <a:pt x="541" y="79"/>
                  </a:lnTo>
                  <a:lnTo>
                    <a:pt x="544" y="82"/>
                  </a:lnTo>
                  <a:lnTo>
                    <a:pt x="544" y="85"/>
                  </a:lnTo>
                  <a:lnTo>
                    <a:pt x="547" y="88"/>
                  </a:lnTo>
                  <a:lnTo>
                    <a:pt x="548" y="91"/>
                  </a:lnTo>
                  <a:lnTo>
                    <a:pt x="548" y="99"/>
                  </a:lnTo>
                  <a:lnTo>
                    <a:pt x="548" y="100"/>
                  </a:lnTo>
                  <a:lnTo>
                    <a:pt x="550" y="105"/>
                  </a:lnTo>
                  <a:lnTo>
                    <a:pt x="553" y="108"/>
                  </a:lnTo>
                  <a:lnTo>
                    <a:pt x="551" y="109"/>
                  </a:lnTo>
                  <a:lnTo>
                    <a:pt x="553" y="112"/>
                  </a:lnTo>
                  <a:lnTo>
                    <a:pt x="554" y="114"/>
                  </a:lnTo>
                  <a:lnTo>
                    <a:pt x="558" y="115"/>
                  </a:lnTo>
                  <a:lnTo>
                    <a:pt x="558" y="119"/>
                  </a:lnTo>
                  <a:lnTo>
                    <a:pt x="559" y="122"/>
                  </a:lnTo>
                  <a:lnTo>
                    <a:pt x="562" y="122"/>
                  </a:lnTo>
                  <a:lnTo>
                    <a:pt x="562" y="123"/>
                  </a:lnTo>
                  <a:lnTo>
                    <a:pt x="564" y="128"/>
                  </a:lnTo>
                  <a:lnTo>
                    <a:pt x="565" y="129"/>
                  </a:lnTo>
                  <a:lnTo>
                    <a:pt x="567" y="134"/>
                  </a:lnTo>
                  <a:lnTo>
                    <a:pt x="568" y="135"/>
                  </a:lnTo>
                  <a:lnTo>
                    <a:pt x="568" y="139"/>
                  </a:lnTo>
                  <a:lnTo>
                    <a:pt x="567" y="140"/>
                  </a:lnTo>
                  <a:lnTo>
                    <a:pt x="567" y="142"/>
                  </a:lnTo>
                  <a:lnTo>
                    <a:pt x="567" y="143"/>
                  </a:lnTo>
                  <a:lnTo>
                    <a:pt x="568" y="145"/>
                  </a:lnTo>
                  <a:lnTo>
                    <a:pt x="571" y="146"/>
                  </a:lnTo>
                  <a:lnTo>
                    <a:pt x="573" y="149"/>
                  </a:lnTo>
                  <a:lnTo>
                    <a:pt x="574" y="151"/>
                  </a:lnTo>
                  <a:lnTo>
                    <a:pt x="576" y="151"/>
                  </a:lnTo>
                  <a:lnTo>
                    <a:pt x="579" y="151"/>
                  </a:lnTo>
                  <a:lnTo>
                    <a:pt x="582" y="155"/>
                  </a:lnTo>
                  <a:lnTo>
                    <a:pt x="585" y="157"/>
                  </a:lnTo>
                  <a:lnTo>
                    <a:pt x="590" y="155"/>
                  </a:lnTo>
                  <a:lnTo>
                    <a:pt x="590" y="157"/>
                  </a:lnTo>
                  <a:lnTo>
                    <a:pt x="591" y="159"/>
                  </a:lnTo>
                  <a:lnTo>
                    <a:pt x="599" y="159"/>
                  </a:lnTo>
                  <a:lnTo>
                    <a:pt x="601" y="163"/>
                  </a:lnTo>
                  <a:lnTo>
                    <a:pt x="607" y="163"/>
                  </a:lnTo>
                  <a:lnTo>
                    <a:pt x="608" y="163"/>
                  </a:lnTo>
                  <a:lnTo>
                    <a:pt x="608" y="165"/>
                  </a:lnTo>
                  <a:lnTo>
                    <a:pt x="608" y="166"/>
                  </a:lnTo>
                  <a:lnTo>
                    <a:pt x="608" y="168"/>
                  </a:lnTo>
                  <a:lnTo>
                    <a:pt x="607" y="169"/>
                  </a:lnTo>
                  <a:lnTo>
                    <a:pt x="605" y="168"/>
                  </a:lnTo>
                  <a:lnTo>
                    <a:pt x="602" y="171"/>
                  </a:lnTo>
                  <a:lnTo>
                    <a:pt x="599" y="174"/>
                  </a:lnTo>
                  <a:lnTo>
                    <a:pt x="597" y="177"/>
                  </a:lnTo>
                  <a:lnTo>
                    <a:pt x="597" y="180"/>
                  </a:lnTo>
                  <a:lnTo>
                    <a:pt x="597" y="185"/>
                  </a:lnTo>
                  <a:lnTo>
                    <a:pt x="601" y="189"/>
                  </a:lnTo>
                  <a:lnTo>
                    <a:pt x="602" y="191"/>
                  </a:lnTo>
                  <a:lnTo>
                    <a:pt x="604" y="191"/>
                  </a:lnTo>
                  <a:lnTo>
                    <a:pt x="605" y="192"/>
                  </a:lnTo>
                  <a:lnTo>
                    <a:pt x="607" y="195"/>
                  </a:lnTo>
                  <a:lnTo>
                    <a:pt x="608" y="200"/>
                  </a:lnTo>
                  <a:lnTo>
                    <a:pt x="610" y="200"/>
                  </a:lnTo>
                  <a:lnTo>
                    <a:pt x="613" y="202"/>
                  </a:lnTo>
                  <a:lnTo>
                    <a:pt x="614" y="205"/>
                  </a:lnTo>
                  <a:lnTo>
                    <a:pt x="620" y="211"/>
                  </a:lnTo>
                  <a:lnTo>
                    <a:pt x="622" y="215"/>
                  </a:lnTo>
                  <a:lnTo>
                    <a:pt x="622" y="217"/>
                  </a:lnTo>
                  <a:lnTo>
                    <a:pt x="622" y="218"/>
                  </a:lnTo>
                  <a:lnTo>
                    <a:pt x="620" y="220"/>
                  </a:lnTo>
                  <a:lnTo>
                    <a:pt x="620" y="222"/>
                  </a:lnTo>
                  <a:lnTo>
                    <a:pt x="619" y="223"/>
                  </a:lnTo>
                  <a:lnTo>
                    <a:pt x="617" y="223"/>
                  </a:lnTo>
                  <a:lnTo>
                    <a:pt x="616" y="228"/>
                  </a:lnTo>
                  <a:lnTo>
                    <a:pt x="616" y="231"/>
                  </a:lnTo>
                  <a:lnTo>
                    <a:pt x="619" y="232"/>
                  </a:lnTo>
                  <a:lnTo>
                    <a:pt x="622" y="235"/>
                  </a:lnTo>
                  <a:lnTo>
                    <a:pt x="624" y="237"/>
                  </a:lnTo>
                  <a:lnTo>
                    <a:pt x="624" y="240"/>
                  </a:lnTo>
                  <a:lnTo>
                    <a:pt x="625" y="242"/>
                  </a:lnTo>
                  <a:lnTo>
                    <a:pt x="625" y="243"/>
                  </a:lnTo>
                  <a:lnTo>
                    <a:pt x="628" y="245"/>
                  </a:lnTo>
                  <a:lnTo>
                    <a:pt x="630" y="246"/>
                  </a:lnTo>
                  <a:lnTo>
                    <a:pt x="633" y="249"/>
                  </a:lnTo>
                  <a:lnTo>
                    <a:pt x="634" y="257"/>
                  </a:lnTo>
                  <a:lnTo>
                    <a:pt x="637" y="260"/>
                  </a:lnTo>
                  <a:lnTo>
                    <a:pt x="642" y="262"/>
                  </a:lnTo>
                  <a:lnTo>
                    <a:pt x="645" y="260"/>
                  </a:lnTo>
                  <a:lnTo>
                    <a:pt x="651" y="255"/>
                  </a:lnTo>
                  <a:lnTo>
                    <a:pt x="651" y="252"/>
                  </a:lnTo>
                  <a:lnTo>
                    <a:pt x="650" y="251"/>
                  </a:lnTo>
                  <a:lnTo>
                    <a:pt x="645" y="246"/>
                  </a:lnTo>
                  <a:lnTo>
                    <a:pt x="640" y="242"/>
                  </a:lnTo>
                  <a:lnTo>
                    <a:pt x="639" y="242"/>
                  </a:lnTo>
                  <a:lnTo>
                    <a:pt x="637" y="238"/>
                  </a:lnTo>
                  <a:lnTo>
                    <a:pt x="633" y="235"/>
                  </a:lnTo>
                  <a:lnTo>
                    <a:pt x="631" y="231"/>
                  </a:lnTo>
                  <a:lnTo>
                    <a:pt x="630" y="231"/>
                  </a:lnTo>
                  <a:lnTo>
                    <a:pt x="630" y="229"/>
                  </a:lnTo>
                  <a:lnTo>
                    <a:pt x="630" y="228"/>
                  </a:lnTo>
                  <a:lnTo>
                    <a:pt x="630" y="226"/>
                  </a:lnTo>
                  <a:lnTo>
                    <a:pt x="630" y="222"/>
                  </a:lnTo>
                  <a:lnTo>
                    <a:pt x="628" y="220"/>
                  </a:lnTo>
                  <a:lnTo>
                    <a:pt x="628" y="217"/>
                  </a:lnTo>
                  <a:lnTo>
                    <a:pt x="628" y="214"/>
                  </a:lnTo>
                  <a:lnTo>
                    <a:pt x="628" y="212"/>
                  </a:lnTo>
                  <a:lnTo>
                    <a:pt x="627" y="211"/>
                  </a:lnTo>
                  <a:lnTo>
                    <a:pt x="627" y="209"/>
                  </a:lnTo>
                  <a:lnTo>
                    <a:pt x="627" y="208"/>
                  </a:lnTo>
                  <a:lnTo>
                    <a:pt x="625" y="208"/>
                  </a:lnTo>
                  <a:lnTo>
                    <a:pt x="625" y="206"/>
                  </a:lnTo>
                  <a:lnTo>
                    <a:pt x="625" y="203"/>
                  </a:lnTo>
                  <a:lnTo>
                    <a:pt x="624" y="203"/>
                  </a:lnTo>
                  <a:lnTo>
                    <a:pt x="624" y="202"/>
                  </a:lnTo>
                  <a:lnTo>
                    <a:pt x="627" y="202"/>
                  </a:lnTo>
                  <a:lnTo>
                    <a:pt x="628" y="200"/>
                  </a:lnTo>
                  <a:lnTo>
                    <a:pt x="630" y="198"/>
                  </a:lnTo>
                  <a:lnTo>
                    <a:pt x="633" y="202"/>
                  </a:lnTo>
                  <a:lnTo>
                    <a:pt x="633" y="203"/>
                  </a:lnTo>
                  <a:lnTo>
                    <a:pt x="637" y="205"/>
                  </a:lnTo>
                  <a:lnTo>
                    <a:pt x="640" y="208"/>
                  </a:lnTo>
                  <a:lnTo>
                    <a:pt x="644" y="212"/>
                  </a:lnTo>
                  <a:lnTo>
                    <a:pt x="645" y="215"/>
                  </a:lnTo>
                  <a:lnTo>
                    <a:pt x="651" y="220"/>
                  </a:lnTo>
                  <a:lnTo>
                    <a:pt x="653" y="220"/>
                  </a:lnTo>
                  <a:lnTo>
                    <a:pt x="654" y="222"/>
                  </a:lnTo>
                  <a:lnTo>
                    <a:pt x="654" y="223"/>
                  </a:lnTo>
                  <a:lnTo>
                    <a:pt x="656" y="225"/>
                  </a:lnTo>
                  <a:lnTo>
                    <a:pt x="656" y="225"/>
                  </a:lnTo>
                  <a:lnTo>
                    <a:pt x="660" y="226"/>
                  </a:lnTo>
                  <a:lnTo>
                    <a:pt x="660" y="228"/>
                  </a:lnTo>
                  <a:lnTo>
                    <a:pt x="662" y="229"/>
                  </a:lnTo>
                  <a:lnTo>
                    <a:pt x="662" y="229"/>
                  </a:lnTo>
                  <a:lnTo>
                    <a:pt x="667" y="231"/>
                  </a:lnTo>
                  <a:lnTo>
                    <a:pt x="668" y="232"/>
                  </a:lnTo>
                  <a:lnTo>
                    <a:pt x="668" y="234"/>
                  </a:lnTo>
                  <a:lnTo>
                    <a:pt x="670" y="234"/>
                  </a:lnTo>
                  <a:lnTo>
                    <a:pt x="670" y="238"/>
                  </a:lnTo>
                  <a:lnTo>
                    <a:pt x="670" y="243"/>
                  </a:lnTo>
                  <a:lnTo>
                    <a:pt x="670" y="246"/>
                  </a:lnTo>
                  <a:lnTo>
                    <a:pt x="670" y="255"/>
                  </a:lnTo>
                  <a:lnTo>
                    <a:pt x="670" y="258"/>
                  </a:lnTo>
                  <a:lnTo>
                    <a:pt x="673" y="260"/>
                  </a:lnTo>
                  <a:lnTo>
                    <a:pt x="676" y="262"/>
                  </a:lnTo>
                  <a:lnTo>
                    <a:pt x="679" y="263"/>
                  </a:lnTo>
                  <a:lnTo>
                    <a:pt x="683" y="265"/>
                  </a:lnTo>
                  <a:lnTo>
                    <a:pt x="683" y="263"/>
                  </a:lnTo>
                  <a:lnTo>
                    <a:pt x="685" y="263"/>
                  </a:lnTo>
                  <a:lnTo>
                    <a:pt x="687" y="263"/>
                  </a:lnTo>
                  <a:lnTo>
                    <a:pt x="687" y="265"/>
                  </a:lnTo>
                  <a:lnTo>
                    <a:pt x="687" y="265"/>
                  </a:lnTo>
                  <a:lnTo>
                    <a:pt x="690" y="266"/>
                  </a:lnTo>
                  <a:lnTo>
                    <a:pt x="688" y="266"/>
                  </a:lnTo>
                  <a:lnTo>
                    <a:pt x="687" y="268"/>
                  </a:lnTo>
                  <a:lnTo>
                    <a:pt x="687" y="272"/>
                  </a:lnTo>
                  <a:lnTo>
                    <a:pt x="685" y="275"/>
                  </a:lnTo>
                  <a:lnTo>
                    <a:pt x="685" y="280"/>
                  </a:lnTo>
                  <a:lnTo>
                    <a:pt x="685" y="283"/>
                  </a:lnTo>
                  <a:lnTo>
                    <a:pt x="687" y="288"/>
                  </a:lnTo>
                  <a:lnTo>
                    <a:pt x="690" y="289"/>
                  </a:lnTo>
                  <a:lnTo>
                    <a:pt x="691" y="291"/>
                  </a:lnTo>
                  <a:lnTo>
                    <a:pt x="693" y="291"/>
                  </a:lnTo>
                  <a:lnTo>
                    <a:pt x="693" y="292"/>
                  </a:lnTo>
                  <a:lnTo>
                    <a:pt x="691" y="292"/>
                  </a:lnTo>
                  <a:lnTo>
                    <a:pt x="691" y="294"/>
                  </a:lnTo>
                  <a:lnTo>
                    <a:pt x="693" y="295"/>
                  </a:lnTo>
                  <a:lnTo>
                    <a:pt x="694" y="297"/>
                  </a:lnTo>
                  <a:lnTo>
                    <a:pt x="697" y="300"/>
                  </a:lnTo>
                  <a:lnTo>
                    <a:pt x="697" y="301"/>
                  </a:lnTo>
                  <a:lnTo>
                    <a:pt x="699" y="305"/>
                  </a:lnTo>
                  <a:lnTo>
                    <a:pt x="699" y="309"/>
                  </a:lnTo>
                  <a:lnTo>
                    <a:pt x="697" y="309"/>
                  </a:lnTo>
                  <a:lnTo>
                    <a:pt x="696" y="314"/>
                  </a:lnTo>
                  <a:lnTo>
                    <a:pt x="697" y="315"/>
                  </a:lnTo>
                  <a:lnTo>
                    <a:pt x="697" y="317"/>
                  </a:lnTo>
                  <a:lnTo>
                    <a:pt x="700" y="320"/>
                  </a:lnTo>
                  <a:lnTo>
                    <a:pt x="699" y="323"/>
                  </a:lnTo>
                  <a:lnTo>
                    <a:pt x="700" y="326"/>
                  </a:lnTo>
                  <a:lnTo>
                    <a:pt x="702" y="326"/>
                  </a:lnTo>
                  <a:lnTo>
                    <a:pt x="702" y="329"/>
                  </a:lnTo>
                  <a:lnTo>
                    <a:pt x="702" y="332"/>
                  </a:lnTo>
                  <a:lnTo>
                    <a:pt x="703" y="335"/>
                  </a:lnTo>
                  <a:lnTo>
                    <a:pt x="705" y="338"/>
                  </a:lnTo>
                  <a:lnTo>
                    <a:pt x="708" y="340"/>
                  </a:lnTo>
                  <a:lnTo>
                    <a:pt x="708" y="343"/>
                  </a:lnTo>
                  <a:lnTo>
                    <a:pt x="710" y="345"/>
                  </a:lnTo>
                  <a:lnTo>
                    <a:pt x="708" y="346"/>
                  </a:lnTo>
                  <a:lnTo>
                    <a:pt x="708" y="348"/>
                  </a:lnTo>
                  <a:lnTo>
                    <a:pt x="708" y="349"/>
                  </a:lnTo>
                  <a:lnTo>
                    <a:pt x="705" y="351"/>
                  </a:lnTo>
                  <a:lnTo>
                    <a:pt x="705" y="352"/>
                  </a:lnTo>
                  <a:lnTo>
                    <a:pt x="707" y="355"/>
                  </a:lnTo>
                  <a:lnTo>
                    <a:pt x="707" y="360"/>
                  </a:lnTo>
                  <a:lnTo>
                    <a:pt x="705" y="363"/>
                  </a:lnTo>
                  <a:lnTo>
                    <a:pt x="702" y="365"/>
                  </a:lnTo>
                  <a:lnTo>
                    <a:pt x="703" y="368"/>
                  </a:lnTo>
                  <a:lnTo>
                    <a:pt x="703" y="371"/>
                  </a:lnTo>
                  <a:lnTo>
                    <a:pt x="705" y="374"/>
                  </a:lnTo>
                  <a:lnTo>
                    <a:pt x="707" y="375"/>
                  </a:lnTo>
                  <a:lnTo>
                    <a:pt x="707" y="378"/>
                  </a:lnTo>
                  <a:lnTo>
                    <a:pt x="705" y="380"/>
                  </a:lnTo>
                  <a:lnTo>
                    <a:pt x="707" y="381"/>
                  </a:lnTo>
                  <a:lnTo>
                    <a:pt x="707" y="386"/>
                  </a:lnTo>
                  <a:lnTo>
                    <a:pt x="708" y="388"/>
                  </a:lnTo>
                  <a:lnTo>
                    <a:pt x="710" y="388"/>
                  </a:lnTo>
                  <a:lnTo>
                    <a:pt x="710" y="388"/>
                  </a:lnTo>
                  <a:lnTo>
                    <a:pt x="711" y="388"/>
                  </a:lnTo>
                  <a:lnTo>
                    <a:pt x="713" y="389"/>
                  </a:lnTo>
                  <a:lnTo>
                    <a:pt x="713" y="391"/>
                  </a:lnTo>
                  <a:lnTo>
                    <a:pt x="713" y="391"/>
                  </a:lnTo>
                  <a:lnTo>
                    <a:pt x="713" y="392"/>
                  </a:lnTo>
                  <a:lnTo>
                    <a:pt x="711" y="392"/>
                  </a:lnTo>
                  <a:lnTo>
                    <a:pt x="711" y="391"/>
                  </a:lnTo>
                  <a:lnTo>
                    <a:pt x="711" y="391"/>
                  </a:lnTo>
                  <a:lnTo>
                    <a:pt x="710" y="389"/>
                  </a:lnTo>
                  <a:lnTo>
                    <a:pt x="710" y="391"/>
                  </a:lnTo>
                  <a:lnTo>
                    <a:pt x="710" y="394"/>
                  </a:lnTo>
                  <a:lnTo>
                    <a:pt x="711" y="395"/>
                  </a:lnTo>
                  <a:lnTo>
                    <a:pt x="711" y="397"/>
                  </a:lnTo>
                  <a:lnTo>
                    <a:pt x="711" y="398"/>
                  </a:lnTo>
                  <a:lnTo>
                    <a:pt x="714" y="400"/>
                  </a:lnTo>
                  <a:lnTo>
                    <a:pt x="716" y="401"/>
                  </a:lnTo>
                  <a:lnTo>
                    <a:pt x="717" y="403"/>
                  </a:lnTo>
                  <a:lnTo>
                    <a:pt x="719" y="403"/>
                  </a:lnTo>
                  <a:lnTo>
                    <a:pt x="720" y="406"/>
                  </a:lnTo>
                  <a:lnTo>
                    <a:pt x="720" y="408"/>
                  </a:lnTo>
                  <a:lnTo>
                    <a:pt x="722" y="408"/>
                  </a:lnTo>
                  <a:lnTo>
                    <a:pt x="723" y="406"/>
                  </a:lnTo>
                  <a:lnTo>
                    <a:pt x="723" y="406"/>
                  </a:lnTo>
                  <a:lnTo>
                    <a:pt x="726" y="411"/>
                  </a:lnTo>
                  <a:lnTo>
                    <a:pt x="725" y="412"/>
                  </a:lnTo>
                  <a:lnTo>
                    <a:pt x="726" y="414"/>
                  </a:lnTo>
                  <a:lnTo>
                    <a:pt x="726" y="417"/>
                  </a:lnTo>
                  <a:lnTo>
                    <a:pt x="728" y="418"/>
                  </a:lnTo>
                  <a:lnTo>
                    <a:pt x="728" y="421"/>
                  </a:lnTo>
                  <a:lnTo>
                    <a:pt x="728" y="423"/>
                  </a:lnTo>
                  <a:lnTo>
                    <a:pt x="730" y="426"/>
                  </a:lnTo>
                  <a:lnTo>
                    <a:pt x="731" y="428"/>
                  </a:lnTo>
                  <a:lnTo>
                    <a:pt x="733" y="429"/>
                  </a:lnTo>
                  <a:lnTo>
                    <a:pt x="734" y="434"/>
                  </a:lnTo>
                  <a:lnTo>
                    <a:pt x="736" y="434"/>
                  </a:lnTo>
                  <a:lnTo>
                    <a:pt x="737" y="435"/>
                  </a:lnTo>
                  <a:lnTo>
                    <a:pt x="737" y="435"/>
                  </a:lnTo>
                  <a:lnTo>
                    <a:pt x="737" y="438"/>
                  </a:lnTo>
                  <a:lnTo>
                    <a:pt x="739" y="440"/>
                  </a:lnTo>
                  <a:lnTo>
                    <a:pt x="740" y="441"/>
                  </a:lnTo>
                  <a:lnTo>
                    <a:pt x="742" y="441"/>
                  </a:lnTo>
                  <a:lnTo>
                    <a:pt x="743" y="441"/>
                  </a:lnTo>
                  <a:lnTo>
                    <a:pt x="743" y="441"/>
                  </a:lnTo>
                  <a:lnTo>
                    <a:pt x="745" y="441"/>
                  </a:lnTo>
                  <a:lnTo>
                    <a:pt x="748" y="441"/>
                  </a:lnTo>
                  <a:lnTo>
                    <a:pt x="750" y="440"/>
                  </a:lnTo>
                  <a:lnTo>
                    <a:pt x="750" y="441"/>
                  </a:lnTo>
                  <a:lnTo>
                    <a:pt x="748" y="443"/>
                  </a:lnTo>
                  <a:lnTo>
                    <a:pt x="748" y="443"/>
                  </a:lnTo>
                  <a:lnTo>
                    <a:pt x="750" y="443"/>
                  </a:lnTo>
                  <a:lnTo>
                    <a:pt x="751" y="443"/>
                  </a:lnTo>
                  <a:lnTo>
                    <a:pt x="751" y="443"/>
                  </a:lnTo>
                  <a:lnTo>
                    <a:pt x="753" y="443"/>
                  </a:lnTo>
                  <a:lnTo>
                    <a:pt x="753" y="443"/>
                  </a:lnTo>
                  <a:lnTo>
                    <a:pt x="754" y="443"/>
                  </a:lnTo>
                  <a:lnTo>
                    <a:pt x="754" y="443"/>
                  </a:lnTo>
                  <a:lnTo>
                    <a:pt x="754" y="443"/>
                  </a:lnTo>
                  <a:lnTo>
                    <a:pt x="757" y="443"/>
                  </a:lnTo>
                  <a:lnTo>
                    <a:pt x="757" y="444"/>
                  </a:lnTo>
                  <a:lnTo>
                    <a:pt x="756" y="446"/>
                  </a:lnTo>
                  <a:lnTo>
                    <a:pt x="757" y="449"/>
                  </a:lnTo>
                  <a:lnTo>
                    <a:pt x="757" y="451"/>
                  </a:lnTo>
                  <a:lnTo>
                    <a:pt x="757" y="451"/>
                  </a:lnTo>
                  <a:lnTo>
                    <a:pt x="757" y="454"/>
                  </a:lnTo>
                  <a:lnTo>
                    <a:pt x="756" y="454"/>
                  </a:lnTo>
                  <a:lnTo>
                    <a:pt x="756" y="455"/>
                  </a:lnTo>
                  <a:lnTo>
                    <a:pt x="757" y="457"/>
                  </a:lnTo>
                  <a:lnTo>
                    <a:pt x="757" y="460"/>
                  </a:lnTo>
                  <a:lnTo>
                    <a:pt x="759" y="461"/>
                  </a:lnTo>
                  <a:lnTo>
                    <a:pt x="760" y="464"/>
                  </a:lnTo>
                  <a:lnTo>
                    <a:pt x="760" y="467"/>
                  </a:lnTo>
                  <a:lnTo>
                    <a:pt x="763" y="471"/>
                  </a:lnTo>
                  <a:lnTo>
                    <a:pt x="763" y="474"/>
                  </a:lnTo>
                  <a:lnTo>
                    <a:pt x="765" y="475"/>
                  </a:lnTo>
                  <a:lnTo>
                    <a:pt x="766" y="477"/>
                  </a:lnTo>
                  <a:lnTo>
                    <a:pt x="766" y="477"/>
                  </a:lnTo>
                  <a:lnTo>
                    <a:pt x="768" y="478"/>
                  </a:lnTo>
                  <a:lnTo>
                    <a:pt x="770" y="480"/>
                  </a:lnTo>
                  <a:lnTo>
                    <a:pt x="768" y="480"/>
                  </a:lnTo>
                  <a:lnTo>
                    <a:pt x="768" y="481"/>
                  </a:lnTo>
                  <a:lnTo>
                    <a:pt x="770" y="483"/>
                  </a:lnTo>
                  <a:lnTo>
                    <a:pt x="771" y="483"/>
                  </a:lnTo>
                  <a:lnTo>
                    <a:pt x="770" y="483"/>
                  </a:lnTo>
                  <a:lnTo>
                    <a:pt x="770" y="484"/>
                  </a:lnTo>
                  <a:lnTo>
                    <a:pt x="771" y="486"/>
                  </a:lnTo>
                  <a:lnTo>
                    <a:pt x="770" y="486"/>
                  </a:lnTo>
                  <a:lnTo>
                    <a:pt x="770" y="486"/>
                  </a:lnTo>
                  <a:lnTo>
                    <a:pt x="768" y="487"/>
                  </a:lnTo>
                  <a:lnTo>
                    <a:pt x="768" y="489"/>
                  </a:lnTo>
                  <a:lnTo>
                    <a:pt x="770" y="491"/>
                  </a:lnTo>
                  <a:lnTo>
                    <a:pt x="770" y="494"/>
                  </a:lnTo>
                  <a:lnTo>
                    <a:pt x="771" y="497"/>
                  </a:lnTo>
                  <a:lnTo>
                    <a:pt x="773" y="497"/>
                  </a:lnTo>
                  <a:lnTo>
                    <a:pt x="774" y="500"/>
                  </a:lnTo>
                  <a:lnTo>
                    <a:pt x="774" y="501"/>
                  </a:lnTo>
                  <a:lnTo>
                    <a:pt x="776" y="503"/>
                  </a:lnTo>
                  <a:lnTo>
                    <a:pt x="774" y="503"/>
                  </a:lnTo>
                  <a:lnTo>
                    <a:pt x="774" y="506"/>
                  </a:lnTo>
                  <a:lnTo>
                    <a:pt x="776" y="509"/>
                  </a:lnTo>
                  <a:lnTo>
                    <a:pt x="777" y="511"/>
                  </a:lnTo>
                  <a:lnTo>
                    <a:pt x="779" y="512"/>
                  </a:lnTo>
                  <a:lnTo>
                    <a:pt x="779" y="512"/>
                  </a:lnTo>
                  <a:lnTo>
                    <a:pt x="780" y="514"/>
                  </a:lnTo>
                  <a:lnTo>
                    <a:pt x="780" y="514"/>
                  </a:lnTo>
                  <a:lnTo>
                    <a:pt x="780" y="515"/>
                  </a:lnTo>
                  <a:lnTo>
                    <a:pt x="780" y="515"/>
                  </a:lnTo>
                  <a:lnTo>
                    <a:pt x="780" y="517"/>
                  </a:lnTo>
                  <a:lnTo>
                    <a:pt x="782" y="518"/>
                  </a:lnTo>
                  <a:lnTo>
                    <a:pt x="782" y="520"/>
                  </a:lnTo>
                  <a:lnTo>
                    <a:pt x="785" y="521"/>
                  </a:lnTo>
                  <a:lnTo>
                    <a:pt x="785" y="521"/>
                  </a:lnTo>
                  <a:lnTo>
                    <a:pt x="786" y="523"/>
                  </a:lnTo>
                  <a:lnTo>
                    <a:pt x="788" y="524"/>
                  </a:lnTo>
                  <a:lnTo>
                    <a:pt x="788" y="526"/>
                  </a:lnTo>
                  <a:lnTo>
                    <a:pt x="788" y="527"/>
                  </a:lnTo>
                  <a:lnTo>
                    <a:pt x="789" y="529"/>
                  </a:lnTo>
                  <a:lnTo>
                    <a:pt x="791" y="529"/>
                  </a:lnTo>
                  <a:lnTo>
                    <a:pt x="793" y="529"/>
                  </a:lnTo>
                  <a:lnTo>
                    <a:pt x="793" y="527"/>
                  </a:lnTo>
                  <a:lnTo>
                    <a:pt x="794" y="527"/>
                  </a:lnTo>
                  <a:lnTo>
                    <a:pt x="794" y="529"/>
                  </a:lnTo>
                  <a:lnTo>
                    <a:pt x="796" y="529"/>
                  </a:lnTo>
                  <a:lnTo>
                    <a:pt x="799" y="532"/>
                  </a:lnTo>
                  <a:lnTo>
                    <a:pt x="799" y="534"/>
                  </a:lnTo>
                  <a:lnTo>
                    <a:pt x="799" y="534"/>
                  </a:lnTo>
                  <a:lnTo>
                    <a:pt x="799" y="535"/>
                  </a:lnTo>
                  <a:lnTo>
                    <a:pt x="800" y="535"/>
                  </a:lnTo>
                  <a:lnTo>
                    <a:pt x="800" y="537"/>
                  </a:lnTo>
                  <a:lnTo>
                    <a:pt x="800" y="538"/>
                  </a:lnTo>
                  <a:lnTo>
                    <a:pt x="800" y="540"/>
                  </a:lnTo>
                  <a:lnTo>
                    <a:pt x="802" y="543"/>
                  </a:lnTo>
                  <a:lnTo>
                    <a:pt x="803" y="544"/>
                  </a:lnTo>
                  <a:lnTo>
                    <a:pt x="805" y="546"/>
                  </a:lnTo>
                  <a:lnTo>
                    <a:pt x="805" y="547"/>
                  </a:lnTo>
                  <a:lnTo>
                    <a:pt x="806" y="547"/>
                  </a:lnTo>
                  <a:lnTo>
                    <a:pt x="806" y="547"/>
                  </a:lnTo>
                  <a:lnTo>
                    <a:pt x="808" y="549"/>
                  </a:lnTo>
                  <a:lnTo>
                    <a:pt x="808" y="549"/>
                  </a:lnTo>
                  <a:lnTo>
                    <a:pt x="808" y="549"/>
                  </a:lnTo>
                  <a:lnTo>
                    <a:pt x="806" y="549"/>
                  </a:lnTo>
                  <a:lnTo>
                    <a:pt x="806" y="551"/>
                  </a:lnTo>
                  <a:lnTo>
                    <a:pt x="808" y="551"/>
                  </a:lnTo>
                  <a:lnTo>
                    <a:pt x="806" y="552"/>
                  </a:lnTo>
                  <a:lnTo>
                    <a:pt x="809" y="554"/>
                  </a:lnTo>
                  <a:lnTo>
                    <a:pt x="809" y="554"/>
                  </a:lnTo>
                  <a:lnTo>
                    <a:pt x="811" y="555"/>
                  </a:lnTo>
                  <a:lnTo>
                    <a:pt x="809" y="555"/>
                  </a:lnTo>
                  <a:lnTo>
                    <a:pt x="809" y="557"/>
                  </a:lnTo>
                  <a:lnTo>
                    <a:pt x="811" y="557"/>
                  </a:lnTo>
                  <a:lnTo>
                    <a:pt x="811" y="558"/>
                  </a:lnTo>
                  <a:lnTo>
                    <a:pt x="811" y="560"/>
                  </a:lnTo>
                  <a:lnTo>
                    <a:pt x="811" y="560"/>
                  </a:lnTo>
                  <a:lnTo>
                    <a:pt x="813" y="561"/>
                  </a:lnTo>
                  <a:lnTo>
                    <a:pt x="813" y="563"/>
                  </a:lnTo>
                  <a:lnTo>
                    <a:pt x="813" y="564"/>
                  </a:lnTo>
                  <a:lnTo>
                    <a:pt x="813" y="566"/>
                  </a:lnTo>
                  <a:lnTo>
                    <a:pt x="814" y="566"/>
                  </a:lnTo>
                  <a:lnTo>
                    <a:pt x="814" y="567"/>
                  </a:lnTo>
                  <a:lnTo>
                    <a:pt x="814" y="567"/>
                  </a:lnTo>
                  <a:lnTo>
                    <a:pt x="814" y="567"/>
                  </a:lnTo>
                  <a:lnTo>
                    <a:pt x="814" y="567"/>
                  </a:lnTo>
                  <a:lnTo>
                    <a:pt x="814" y="569"/>
                  </a:lnTo>
                  <a:lnTo>
                    <a:pt x="814" y="570"/>
                  </a:lnTo>
                  <a:lnTo>
                    <a:pt x="814" y="570"/>
                  </a:lnTo>
                  <a:lnTo>
                    <a:pt x="814" y="574"/>
                  </a:lnTo>
                  <a:lnTo>
                    <a:pt x="814" y="575"/>
                  </a:lnTo>
                  <a:lnTo>
                    <a:pt x="811" y="578"/>
                  </a:lnTo>
                  <a:lnTo>
                    <a:pt x="809" y="581"/>
                  </a:lnTo>
                  <a:lnTo>
                    <a:pt x="809" y="583"/>
                  </a:lnTo>
                  <a:lnTo>
                    <a:pt x="809" y="584"/>
                  </a:lnTo>
                  <a:lnTo>
                    <a:pt x="809" y="587"/>
                  </a:lnTo>
                  <a:lnTo>
                    <a:pt x="806" y="587"/>
                  </a:lnTo>
                  <a:lnTo>
                    <a:pt x="805" y="590"/>
                  </a:lnTo>
                  <a:lnTo>
                    <a:pt x="803" y="594"/>
                  </a:lnTo>
                  <a:lnTo>
                    <a:pt x="803" y="598"/>
                  </a:lnTo>
                  <a:lnTo>
                    <a:pt x="802" y="601"/>
                  </a:lnTo>
                  <a:lnTo>
                    <a:pt x="802" y="604"/>
                  </a:lnTo>
                  <a:lnTo>
                    <a:pt x="802" y="606"/>
                  </a:lnTo>
                  <a:lnTo>
                    <a:pt x="802" y="609"/>
                  </a:lnTo>
                  <a:lnTo>
                    <a:pt x="803" y="610"/>
                  </a:lnTo>
                  <a:lnTo>
                    <a:pt x="802" y="612"/>
                  </a:lnTo>
                  <a:lnTo>
                    <a:pt x="802" y="614"/>
                  </a:lnTo>
                  <a:lnTo>
                    <a:pt x="803" y="618"/>
                  </a:lnTo>
                  <a:lnTo>
                    <a:pt x="803" y="620"/>
                  </a:lnTo>
                  <a:lnTo>
                    <a:pt x="805" y="621"/>
                  </a:lnTo>
                  <a:lnTo>
                    <a:pt x="809" y="627"/>
                  </a:lnTo>
                  <a:lnTo>
                    <a:pt x="809" y="630"/>
                  </a:lnTo>
                  <a:lnTo>
                    <a:pt x="811" y="632"/>
                  </a:lnTo>
                  <a:lnTo>
                    <a:pt x="809" y="634"/>
                  </a:lnTo>
                  <a:lnTo>
                    <a:pt x="809" y="635"/>
                  </a:lnTo>
                  <a:lnTo>
                    <a:pt x="809" y="637"/>
                  </a:lnTo>
                  <a:lnTo>
                    <a:pt x="809" y="638"/>
                  </a:lnTo>
                  <a:lnTo>
                    <a:pt x="809" y="640"/>
                  </a:lnTo>
                  <a:lnTo>
                    <a:pt x="811" y="641"/>
                  </a:lnTo>
                  <a:lnTo>
                    <a:pt x="811" y="643"/>
                  </a:lnTo>
                  <a:lnTo>
                    <a:pt x="811" y="644"/>
                  </a:lnTo>
                  <a:lnTo>
                    <a:pt x="811" y="646"/>
                  </a:lnTo>
                  <a:lnTo>
                    <a:pt x="816" y="652"/>
                  </a:lnTo>
                  <a:lnTo>
                    <a:pt x="816" y="652"/>
                  </a:lnTo>
                  <a:lnTo>
                    <a:pt x="817" y="654"/>
                  </a:lnTo>
                  <a:lnTo>
                    <a:pt x="817" y="655"/>
                  </a:lnTo>
                  <a:lnTo>
                    <a:pt x="819" y="660"/>
                  </a:lnTo>
                  <a:lnTo>
                    <a:pt x="822" y="663"/>
                  </a:lnTo>
                  <a:lnTo>
                    <a:pt x="822" y="664"/>
                  </a:lnTo>
                  <a:lnTo>
                    <a:pt x="825" y="666"/>
                  </a:lnTo>
                  <a:lnTo>
                    <a:pt x="826" y="667"/>
                  </a:lnTo>
                  <a:lnTo>
                    <a:pt x="828" y="670"/>
                  </a:lnTo>
                  <a:lnTo>
                    <a:pt x="829" y="670"/>
                  </a:lnTo>
                  <a:lnTo>
                    <a:pt x="829" y="672"/>
                  </a:lnTo>
                  <a:lnTo>
                    <a:pt x="834" y="673"/>
                  </a:lnTo>
                  <a:lnTo>
                    <a:pt x="839" y="675"/>
                  </a:lnTo>
                  <a:lnTo>
                    <a:pt x="842" y="677"/>
                  </a:lnTo>
                  <a:lnTo>
                    <a:pt x="848" y="677"/>
                  </a:lnTo>
                  <a:lnTo>
                    <a:pt x="856" y="678"/>
                  </a:lnTo>
                  <a:lnTo>
                    <a:pt x="863" y="678"/>
                  </a:lnTo>
                  <a:lnTo>
                    <a:pt x="866" y="678"/>
                  </a:lnTo>
                  <a:lnTo>
                    <a:pt x="868" y="678"/>
                  </a:lnTo>
                  <a:lnTo>
                    <a:pt x="868" y="680"/>
                  </a:lnTo>
                  <a:lnTo>
                    <a:pt x="866" y="681"/>
                  </a:lnTo>
                  <a:lnTo>
                    <a:pt x="863" y="683"/>
                  </a:lnTo>
                  <a:lnTo>
                    <a:pt x="860" y="683"/>
                  </a:lnTo>
                  <a:lnTo>
                    <a:pt x="859" y="683"/>
                  </a:lnTo>
                  <a:lnTo>
                    <a:pt x="856" y="680"/>
                  </a:lnTo>
                  <a:lnTo>
                    <a:pt x="851" y="678"/>
                  </a:lnTo>
                  <a:lnTo>
                    <a:pt x="851" y="680"/>
                  </a:lnTo>
                  <a:lnTo>
                    <a:pt x="852" y="681"/>
                  </a:lnTo>
                  <a:lnTo>
                    <a:pt x="851" y="684"/>
                  </a:lnTo>
                  <a:lnTo>
                    <a:pt x="852" y="686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2" y="690"/>
                  </a:lnTo>
                  <a:lnTo>
                    <a:pt x="857" y="690"/>
                  </a:lnTo>
                  <a:lnTo>
                    <a:pt x="860" y="689"/>
                  </a:lnTo>
                  <a:lnTo>
                    <a:pt x="862" y="689"/>
                  </a:lnTo>
                  <a:lnTo>
                    <a:pt x="863" y="689"/>
                  </a:lnTo>
                  <a:lnTo>
                    <a:pt x="863" y="687"/>
                  </a:lnTo>
                  <a:lnTo>
                    <a:pt x="865" y="686"/>
                  </a:lnTo>
                  <a:lnTo>
                    <a:pt x="865" y="684"/>
                  </a:lnTo>
                  <a:lnTo>
                    <a:pt x="865" y="684"/>
                  </a:lnTo>
                  <a:lnTo>
                    <a:pt x="868" y="681"/>
                  </a:lnTo>
                  <a:lnTo>
                    <a:pt x="871" y="678"/>
                  </a:lnTo>
                  <a:lnTo>
                    <a:pt x="871" y="670"/>
                  </a:lnTo>
                  <a:lnTo>
                    <a:pt x="869" y="670"/>
                  </a:lnTo>
                  <a:lnTo>
                    <a:pt x="869" y="669"/>
                  </a:lnTo>
                  <a:lnTo>
                    <a:pt x="871" y="667"/>
                  </a:lnTo>
                  <a:lnTo>
                    <a:pt x="869" y="667"/>
                  </a:lnTo>
                  <a:lnTo>
                    <a:pt x="868" y="666"/>
                  </a:lnTo>
                  <a:lnTo>
                    <a:pt x="868" y="666"/>
                  </a:lnTo>
                  <a:lnTo>
                    <a:pt x="868" y="664"/>
                  </a:lnTo>
                  <a:lnTo>
                    <a:pt x="868" y="663"/>
                  </a:lnTo>
                  <a:lnTo>
                    <a:pt x="868" y="663"/>
                  </a:lnTo>
                  <a:lnTo>
                    <a:pt x="866" y="664"/>
                  </a:lnTo>
                  <a:lnTo>
                    <a:pt x="866" y="664"/>
                  </a:lnTo>
                  <a:lnTo>
                    <a:pt x="866" y="661"/>
                  </a:lnTo>
                  <a:lnTo>
                    <a:pt x="866" y="660"/>
                  </a:lnTo>
                  <a:lnTo>
                    <a:pt x="866" y="660"/>
                  </a:lnTo>
                  <a:lnTo>
                    <a:pt x="866" y="657"/>
                  </a:lnTo>
                  <a:lnTo>
                    <a:pt x="866" y="657"/>
                  </a:lnTo>
                  <a:lnTo>
                    <a:pt x="866" y="655"/>
                  </a:lnTo>
                  <a:lnTo>
                    <a:pt x="865" y="654"/>
                  </a:lnTo>
                  <a:lnTo>
                    <a:pt x="868" y="654"/>
                  </a:lnTo>
                  <a:lnTo>
                    <a:pt x="868" y="654"/>
                  </a:lnTo>
                  <a:lnTo>
                    <a:pt x="868" y="652"/>
                  </a:lnTo>
                  <a:lnTo>
                    <a:pt x="866" y="652"/>
                  </a:lnTo>
                  <a:lnTo>
                    <a:pt x="868" y="650"/>
                  </a:lnTo>
                  <a:lnTo>
                    <a:pt x="871" y="650"/>
                  </a:lnTo>
                  <a:lnTo>
                    <a:pt x="871" y="649"/>
                  </a:lnTo>
                  <a:lnTo>
                    <a:pt x="872" y="647"/>
                  </a:lnTo>
                  <a:lnTo>
                    <a:pt x="875" y="647"/>
                  </a:lnTo>
                  <a:lnTo>
                    <a:pt x="880" y="649"/>
                  </a:lnTo>
                  <a:lnTo>
                    <a:pt x="880" y="647"/>
                  </a:lnTo>
                  <a:lnTo>
                    <a:pt x="883" y="649"/>
                  </a:lnTo>
                  <a:lnTo>
                    <a:pt x="883" y="650"/>
                  </a:lnTo>
                  <a:lnTo>
                    <a:pt x="882" y="650"/>
                  </a:lnTo>
                  <a:lnTo>
                    <a:pt x="882" y="654"/>
                  </a:lnTo>
                  <a:lnTo>
                    <a:pt x="883" y="655"/>
                  </a:lnTo>
                  <a:lnTo>
                    <a:pt x="885" y="655"/>
                  </a:lnTo>
                  <a:lnTo>
                    <a:pt x="886" y="657"/>
                  </a:lnTo>
                  <a:lnTo>
                    <a:pt x="888" y="657"/>
                  </a:lnTo>
                  <a:lnTo>
                    <a:pt x="889" y="658"/>
                  </a:lnTo>
                  <a:lnTo>
                    <a:pt x="891" y="660"/>
                  </a:lnTo>
                  <a:lnTo>
                    <a:pt x="891" y="663"/>
                  </a:lnTo>
                  <a:lnTo>
                    <a:pt x="891" y="664"/>
                  </a:lnTo>
                  <a:lnTo>
                    <a:pt x="892" y="664"/>
                  </a:lnTo>
                  <a:lnTo>
                    <a:pt x="897" y="666"/>
                  </a:lnTo>
                  <a:lnTo>
                    <a:pt x="899" y="667"/>
                  </a:lnTo>
                  <a:lnTo>
                    <a:pt x="900" y="669"/>
                  </a:lnTo>
                  <a:lnTo>
                    <a:pt x="902" y="669"/>
                  </a:lnTo>
                  <a:lnTo>
                    <a:pt x="903" y="670"/>
                  </a:lnTo>
                  <a:lnTo>
                    <a:pt x="906" y="672"/>
                  </a:lnTo>
                  <a:lnTo>
                    <a:pt x="906" y="672"/>
                  </a:lnTo>
                  <a:lnTo>
                    <a:pt x="908" y="672"/>
                  </a:lnTo>
                  <a:lnTo>
                    <a:pt x="908" y="673"/>
                  </a:lnTo>
                  <a:lnTo>
                    <a:pt x="909" y="675"/>
                  </a:lnTo>
                  <a:lnTo>
                    <a:pt x="911" y="675"/>
                  </a:lnTo>
                  <a:lnTo>
                    <a:pt x="912" y="677"/>
                  </a:lnTo>
                  <a:lnTo>
                    <a:pt x="915" y="678"/>
                  </a:lnTo>
                  <a:lnTo>
                    <a:pt x="917" y="680"/>
                  </a:lnTo>
                  <a:lnTo>
                    <a:pt x="919" y="681"/>
                  </a:lnTo>
                  <a:lnTo>
                    <a:pt x="920" y="686"/>
                  </a:lnTo>
                  <a:lnTo>
                    <a:pt x="920" y="686"/>
                  </a:lnTo>
                  <a:lnTo>
                    <a:pt x="920" y="689"/>
                  </a:lnTo>
                  <a:lnTo>
                    <a:pt x="920" y="690"/>
                  </a:lnTo>
                  <a:lnTo>
                    <a:pt x="922" y="698"/>
                  </a:lnTo>
                  <a:lnTo>
                    <a:pt x="922" y="701"/>
                  </a:lnTo>
                  <a:lnTo>
                    <a:pt x="923" y="703"/>
                  </a:lnTo>
                  <a:lnTo>
                    <a:pt x="928" y="703"/>
                  </a:lnTo>
                  <a:lnTo>
                    <a:pt x="931" y="704"/>
                  </a:lnTo>
                  <a:lnTo>
                    <a:pt x="937" y="703"/>
                  </a:lnTo>
                  <a:lnTo>
                    <a:pt x="943" y="700"/>
                  </a:lnTo>
                  <a:lnTo>
                    <a:pt x="946" y="698"/>
                  </a:lnTo>
                  <a:lnTo>
                    <a:pt x="948" y="698"/>
                  </a:lnTo>
                  <a:lnTo>
                    <a:pt x="948" y="700"/>
                  </a:lnTo>
                  <a:lnTo>
                    <a:pt x="948" y="701"/>
                  </a:lnTo>
                  <a:lnTo>
                    <a:pt x="948" y="703"/>
                  </a:lnTo>
                  <a:lnTo>
                    <a:pt x="949" y="703"/>
                  </a:lnTo>
                  <a:lnTo>
                    <a:pt x="951" y="706"/>
                  </a:lnTo>
                  <a:lnTo>
                    <a:pt x="951" y="707"/>
                  </a:lnTo>
                  <a:lnTo>
                    <a:pt x="951" y="707"/>
                  </a:lnTo>
                  <a:lnTo>
                    <a:pt x="949" y="709"/>
                  </a:lnTo>
                  <a:lnTo>
                    <a:pt x="948" y="710"/>
                  </a:lnTo>
                  <a:lnTo>
                    <a:pt x="946" y="710"/>
                  </a:lnTo>
                  <a:lnTo>
                    <a:pt x="946" y="712"/>
                  </a:lnTo>
                  <a:lnTo>
                    <a:pt x="946" y="713"/>
                  </a:lnTo>
                  <a:lnTo>
                    <a:pt x="946" y="715"/>
                  </a:lnTo>
                  <a:lnTo>
                    <a:pt x="946" y="718"/>
                  </a:lnTo>
                  <a:lnTo>
                    <a:pt x="946" y="720"/>
                  </a:lnTo>
                  <a:lnTo>
                    <a:pt x="946" y="723"/>
                  </a:lnTo>
                  <a:lnTo>
                    <a:pt x="948" y="724"/>
                  </a:lnTo>
                  <a:lnTo>
                    <a:pt x="949" y="726"/>
                  </a:lnTo>
                  <a:lnTo>
                    <a:pt x="951" y="726"/>
                  </a:lnTo>
                  <a:lnTo>
                    <a:pt x="951" y="727"/>
                  </a:lnTo>
                  <a:lnTo>
                    <a:pt x="952" y="727"/>
                  </a:lnTo>
                  <a:lnTo>
                    <a:pt x="952" y="729"/>
                  </a:lnTo>
                  <a:lnTo>
                    <a:pt x="954" y="729"/>
                  </a:lnTo>
                  <a:lnTo>
                    <a:pt x="955" y="730"/>
                  </a:lnTo>
                  <a:lnTo>
                    <a:pt x="962" y="737"/>
                  </a:lnTo>
                  <a:lnTo>
                    <a:pt x="965" y="740"/>
                  </a:lnTo>
                  <a:lnTo>
                    <a:pt x="966" y="743"/>
                  </a:lnTo>
                  <a:lnTo>
                    <a:pt x="968" y="744"/>
                  </a:lnTo>
                  <a:lnTo>
                    <a:pt x="966" y="749"/>
                  </a:lnTo>
                  <a:lnTo>
                    <a:pt x="966" y="752"/>
                  </a:lnTo>
                  <a:lnTo>
                    <a:pt x="968" y="757"/>
                  </a:lnTo>
                  <a:lnTo>
                    <a:pt x="969" y="763"/>
                  </a:lnTo>
                  <a:lnTo>
                    <a:pt x="968" y="767"/>
                  </a:lnTo>
                  <a:lnTo>
                    <a:pt x="971" y="770"/>
                  </a:lnTo>
                  <a:lnTo>
                    <a:pt x="974" y="772"/>
                  </a:lnTo>
                  <a:lnTo>
                    <a:pt x="977" y="773"/>
                  </a:lnTo>
                  <a:lnTo>
                    <a:pt x="978" y="773"/>
                  </a:lnTo>
                  <a:lnTo>
                    <a:pt x="980" y="775"/>
                  </a:lnTo>
                  <a:lnTo>
                    <a:pt x="983" y="775"/>
                  </a:lnTo>
                  <a:lnTo>
                    <a:pt x="986" y="776"/>
                  </a:lnTo>
                  <a:lnTo>
                    <a:pt x="988" y="778"/>
                  </a:lnTo>
                  <a:lnTo>
                    <a:pt x="989" y="780"/>
                  </a:lnTo>
                  <a:lnTo>
                    <a:pt x="994" y="780"/>
                  </a:lnTo>
                  <a:lnTo>
                    <a:pt x="995" y="781"/>
                  </a:lnTo>
                  <a:lnTo>
                    <a:pt x="997" y="781"/>
                  </a:lnTo>
                  <a:lnTo>
                    <a:pt x="997" y="784"/>
                  </a:lnTo>
                  <a:lnTo>
                    <a:pt x="1000" y="784"/>
                  </a:lnTo>
                  <a:lnTo>
                    <a:pt x="1003" y="786"/>
                  </a:lnTo>
                  <a:lnTo>
                    <a:pt x="1005" y="786"/>
                  </a:lnTo>
                  <a:lnTo>
                    <a:pt x="1005" y="787"/>
                  </a:lnTo>
                  <a:lnTo>
                    <a:pt x="1003" y="789"/>
                  </a:lnTo>
                  <a:lnTo>
                    <a:pt x="1003" y="792"/>
                  </a:lnTo>
                  <a:lnTo>
                    <a:pt x="1005" y="795"/>
                  </a:lnTo>
                  <a:lnTo>
                    <a:pt x="1009" y="800"/>
                  </a:lnTo>
                  <a:lnTo>
                    <a:pt x="1011" y="803"/>
                  </a:lnTo>
                  <a:lnTo>
                    <a:pt x="1012" y="806"/>
                  </a:lnTo>
                  <a:lnTo>
                    <a:pt x="1011" y="809"/>
                  </a:lnTo>
                  <a:lnTo>
                    <a:pt x="1011" y="812"/>
                  </a:lnTo>
                  <a:lnTo>
                    <a:pt x="1014" y="812"/>
                  </a:lnTo>
                  <a:lnTo>
                    <a:pt x="1014" y="815"/>
                  </a:lnTo>
                  <a:lnTo>
                    <a:pt x="1012" y="816"/>
                  </a:lnTo>
                  <a:lnTo>
                    <a:pt x="1011" y="818"/>
                  </a:lnTo>
                  <a:lnTo>
                    <a:pt x="1011" y="820"/>
                  </a:lnTo>
                  <a:lnTo>
                    <a:pt x="1011" y="823"/>
                  </a:lnTo>
                  <a:lnTo>
                    <a:pt x="1012" y="824"/>
                  </a:lnTo>
                  <a:lnTo>
                    <a:pt x="1012" y="829"/>
                  </a:lnTo>
                  <a:lnTo>
                    <a:pt x="1012" y="830"/>
                  </a:lnTo>
                  <a:lnTo>
                    <a:pt x="1011" y="833"/>
                  </a:lnTo>
                  <a:lnTo>
                    <a:pt x="1009" y="833"/>
                  </a:lnTo>
                  <a:lnTo>
                    <a:pt x="1009" y="835"/>
                  </a:lnTo>
                  <a:lnTo>
                    <a:pt x="1009" y="840"/>
                  </a:lnTo>
                  <a:lnTo>
                    <a:pt x="1009" y="841"/>
                  </a:lnTo>
                  <a:lnTo>
                    <a:pt x="1009" y="843"/>
                  </a:lnTo>
                  <a:lnTo>
                    <a:pt x="1008" y="846"/>
                  </a:lnTo>
                  <a:lnTo>
                    <a:pt x="1008" y="847"/>
                  </a:lnTo>
                  <a:lnTo>
                    <a:pt x="1006" y="849"/>
                  </a:lnTo>
                  <a:lnTo>
                    <a:pt x="1003" y="852"/>
                  </a:lnTo>
                  <a:lnTo>
                    <a:pt x="1000" y="856"/>
                  </a:lnTo>
                  <a:lnTo>
                    <a:pt x="998" y="858"/>
                  </a:lnTo>
                  <a:lnTo>
                    <a:pt x="997" y="861"/>
                  </a:lnTo>
                  <a:lnTo>
                    <a:pt x="995" y="861"/>
                  </a:lnTo>
                  <a:lnTo>
                    <a:pt x="995" y="864"/>
                  </a:lnTo>
                  <a:lnTo>
                    <a:pt x="989" y="866"/>
                  </a:lnTo>
                  <a:lnTo>
                    <a:pt x="988" y="869"/>
                  </a:lnTo>
                  <a:lnTo>
                    <a:pt x="983" y="869"/>
                  </a:lnTo>
                  <a:lnTo>
                    <a:pt x="980" y="870"/>
                  </a:lnTo>
                  <a:lnTo>
                    <a:pt x="972" y="873"/>
                  </a:lnTo>
                  <a:lnTo>
                    <a:pt x="969" y="875"/>
                  </a:lnTo>
                  <a:lnTo>
                    <a:pt x="966" y="876"/>
                  </a:lnTo>
                  <a:lnTo>
                    <a:pt x="965" y="879"/>
                  </a:lnTo>
                  <a:lnTo>
                    <a:pt x="966" y="881"/>
                  </a:lnTo>
                  <a:lnTo>
                    <a:pt x="963" y="884"/>
                  </a:lnTo>
                  <a:lnTo>
                    <a:pt x="958" y="886"/>
                  </a:lnTo>
                  <a:lnTo>
                    <a:pt x="951" y="890"/>
                  </a:lnTo>
                  <a:lnTo>
                    <a:pt x="951" y="893"/>
                  </a:lnTo>
                  <a:lnTo>
                    <a:pt x="948" y="896"/>
                  </a:lnTo>
                  <a:lnTo>
                    <a:pt x="946" y="898"/>
                  </a:lnTo>
                  <a:lnTo>
                    <a:pt x="943" y="899"/>
                  </a:lnTo>
                  <a:lnTo>
                    <a:pt x="942" y="899"/>
                  </a:lnTo>
                  <a:lnTo>
                    <a:pt x="938" y="899"/>
                  </a:lnTo>
                  <a:lnTo>
                    <a:pt x="935" y="901"/>
                  </a:lnTo>
                  <a:lnTo>
                    <a:pt x="935" y="903"/>
                  </a:lnTo>
                  <a:lnTo>
                    <a:pt x="937" y="904"/>
                  </a:lnTo>
                  <a:lnTo>
                    <a:pt x="931" y="904"/>
                  </a:lnTo>
                  <a:lnTo>
                    <a:pt x="928" y="904"/>
                  </a:lnTo>
                  <a:lnTo>
                    <a:pt x="925" y="904"/>
                  </a:lnTo>
                  <a:lnTo>
                    <a:pt x="923" y="903"/>
                  </a:lnTo>
                  <a:lnTo>
                    <a:pt x="920" y="901"/>
                  </a:lnTo>
                  <a:lnTo>
                    <a:pt x="915" y="896"/>
                  </a:lnTo>
                  <a:lnTo>
                    <a:pt x="912" y="895"/>
                  </a:lnTo>
                  <a:lnTo>
                    <a:pt x="911" y="890"/>
                  </a:lnTo>
                  <a:lnTo>
                    <a:pt x="908" y="886"/>
                  </a:lnTo>
                  <a:lnTo>
                    <a:pt x="906" y="884"/>
                  </a:lnTo>
                  <a:lnTo>
                    <a:pt x="905" y="881"/>
                  </a:lnTo>
                  <a:lnTo>
                    <a:pt x="905" y="879"/>
                  </a:lnTo>
                  <a:lnTo>
                    <a:pt x="903" y="873"/>
                  </a:lnTo>
                  <a:lnTo>
                    <a:pt x="903" y="869"/>
                  </a:lnTo>
                  <a:lnTo>
                    <a:pt x="895" y="843"/>
                  </a:lnTo>
                  <a:lnTo>
                    <a:pt x="894" y="832"/>
                  </a:lnTo>
                  <a:lnTo>
                    <a:pt x="892" y="827"/>
                  </a:lnTo>
                  <a:lnTo>
                    <a:pt x="891" y="826"/>
                  </a:lnTo>
                  <a:lnTo>
                    <a:pt x="889" y="824"/>
                  </a:lnTo>
                  <a:lnTo>
                    <a:pt x="886" y="816"/>
                  </a:lnTo>
                  <a:lnTo>
                    <a:pt x="885" y="815"/>
                  </a:lnTo>
                  <a:lnTo>
                    <a:pt x="883" y="812"/>
                  </a:lnTo>
                  <a:lnTo>
                    <a:pt x="882" y="809"/>
                  </a:lnTo>
                  <a:lnTo>
                    <a:pt x="877" y="800"/>
                  </a:lnTo>
                  <a:lnTo>
                    <a:pt x="875" y="798"/>
                  </a:lnTo>
                  <a:lnTo>
                    <a:pt x="871" y="789"/>
                  </a:lnTo>
                  <a:lnTo>
                    <a:pt x="863" y="781"/>
                  </a:lnTo>
                  <a:lnTo>
                    <a:pt x="856" y="776"/>
                  </a:lnTo>
                  <a:lnTo>
                    <a:pt x="836" y="769"/>
                  </a:lnTo>
                  <a:lnTo>
                    <a:pt x="828" y="764"/>
                  </a:lnTo>
                  <a:lnTo>
                    <a:pt x="816" y="755"/>
                  </a:lnTo>
                  <a:lnTo>
                    <a:pt x="799" y="737"/>
                  </a:lnTo>
                  <a:lnTo>
                    <a:pt x="789" y="724"/>
                  </a:lnTo>
                  <a:lnTo>
                    <a:pt x="783" y="720"/>
                  </a:lnTo>
                  <a:lnTo>
                    <a:pt x="780" y="718"/>
                  </a:lnTo>
                  <a:lnTo>
                    <a:pt x="779" y="717"/>
                  </a:lnTo>
                  <a:lnTo>
                    <a:pt x="779" y="713"/>
                  </a:lnTo>
                  <a:lnTo>
                    <a:pt x="777" y="713"/>
                  </a:lnTo>
                  <a:lnTo>
                    <a:pt x="771" y="706"/>
                  </a:lnTo>
                  <a:lnTo>
                    <a:pt x="768" y="704"/>
                  </a:lnTo>
                  <a:lnTo>
                    <a:pt x="762" y="700"/>
                  </a:lnTo>
                  <a:lnTo>
                    <a:pt x="759" y="697"/>
                  </a:lnTo>
                  <a:lnTo>
                    <a:pt x="757" y="693"/>
                  </a:lnTo>
                  <a:lnTo>
                    <a:pt x="754" y="690"/>
                  </a:lnTo>
                  <a:lnTo>
                    <a:pt x="746" y="686"/>
                  </a:lnTo>
                  <a:lnTo>
                    <a:pt x="743" y="683"/>
                  </a:lnTo>
                  <a:lnTo>
                    <a:pt x="737" y="681"/>
                  </a:lnTo>
                  <a:lnTo>
                    <a:pt x="733" y="678"/>
                  </a:lnTo>
                  <a:lnTo>
                    <a:pt x="723" y="670"/>
                  </a:lnTo>
                  <a:lnTo>
                    <a:pt x="716" y="667"/>
                  </a:lnTo>
                  <a:lnTo>
                    <a:pt x="688" y="652"/>
                  </a:lnTo>
                  <a:lnTo>
                    <a:pt x="688" y="652"/>
                  </a:lnTo>
                  <a:lnTo>
                    <a:pt x="690" y="652"/>
                  </a:lnTo>
                  <a:lnTo>
                    <a:pt x="702" y="658"/>
                  </a:lnTo>
                  <a:lnTo>
                    <a:pt x="700" y="655"/>
                  </a:lnTo>
                  <a:lnTo>
                    <a:pt x="694" y="652"/>
                  </a:lnTo>
                  <a:lnTo>
                    <a:pt x="688" y="650"/>
                  </a:lnTo>
                  <a:lnTo>
                    <a:pt x="687" y="649"/>
                  </a:lnTo>
                  <a:lnTo>
                    <a:pt x="683" y="647"/>
                  </a:lnTo>
                  <a:lnTo>
                    <a:pt x="682" y="644"/>
                  </a:lnTo>
                  <a:lnTo>
                    <a:pt x="676" y="638"/>
                  </a:lnTo>
                  <a:lnTo>
                    <a:pt x="673" y="637"/>
                  </a:lnTo>
                  <a:lnTo>
                    <a:pt x="670" y="637"/>
                  </a:lnTo>
                  <a:lnTo>
                    <a:pt x="665" y="632"/>
                  </a:lnTo>
                  <a:lnTo>
                    <a:pt x="660" y="626"/>
                  </a:lnTo>
                  <a:lnTo>
                    <a:pt x="659" y="620"/>
                  </a:lnTo>
                  <a:lnTo>
                    <a:pt x="656" y="615"/>
                  </a:lnTo>
                  <a:lnTo>
                    <a:pt x="656" y="612"/>
                  </a:lnTo>
                  <a:lnTo>
                    <a:pt x="657" y="614"/>
                  </a:lnTo>
                  <a:lnTo>
                    <a:pt x="659" y="614"/>
                  </a:lnTo>
                  <a:lnTo>
                    <a:pt x="656" y="610"/>
                  </a:lnTo>
                  <a:lnTo>
                    <a:pt x="653" y="609"/>
                  </a:lnTo>
                  <a:lnTo>
                    <a:pt x="651" y="607"/>
                  </a:lnTo>
                  <a:lnTo>
                    <a:pt x="648" y="606"/>
                  </a:lnTo>
                  <a:lnTo>
                    <a:pt x="648" y="609"/>
                  </a:lnTo>
                  <a:lnTo>
                    <a:pt x="650" y="612"/>
                  </a:lnTo>
                  <a:lnTo>
                    <a:pt x="648" y="615"/>
                  </a:lnTo>
                  <a:lnTo>
                    <a:pt x="644" y="615"/>
                  </a:lnTo>
                  <a:lnTo>
                    <a:pt x="642" y="614"/>
                  </a:lnTo>
                  <a:lnTo>
                    <a:pt x="640" y="615"/>
                  </a:lnTo>
                  <a:lnTo>
                    <a:pt x="637" y="615"/>
                  </a:lnTo>
                  <a:lnTo>
                    <a:pt x="634" y="615"/>
                  </a:lnTo>
                  <a:lnTo>
                    <a:pt x="631" y="614"/>
                  </a:lnTo>
                  <a:lnTo>
                    <a:pt x="634" y="617"/>
                  </a:lnTo>
                  <a:lnTo>
                    <a:pt x="637" y="620"/>
                  </a:lnTo>
                  <a:lnTo>
                    <a:pt x="634" y="620"/>
                  </a:lnTo>
                  <a:lnTo>
                    <a:pt x="633" y="618"/>
                  </a:lnTo>
                  <a:lnTo>
                    <a:pt x="631" y="620"/>
                  </a:lnTo>
                  <a:lnTo>
                    <a:pt x="630" y="621"/>
                  </a:lnTo>
                  <a:lnTo>
                    <a:pt x="628" y="618"/>
                  </a:lnTo>
                  <a:lnTo>
                    <a:pt x="628" y="615"/>
                  </a:lnTo>
                  <a:lnTo>
                    <a:pt x="630" y="614"/>
                  </a:lnTo>
                  <a:lnTo>
                    <a:pt x="630" y="609"/>
                  </a:lnTo>
                  <a:lnTo>
                    <a:pt x="627" y="601"/>
                  </a:lnTo>
                  <a:lnTo>
                    <a:pt x="624" y="595"/>
                  </a:lnTo>
                  <a:lnTo>
                    <a:pt x="622" y="592"/>
                  </a:lnTo>
                  <a:lnTo>
                    <a:pt x="619" y="589"/>
                  </a:lnTo>
                  <a:lnTo>
                    <a:pt x="614" y="584"/>
                  </a:lnTo>
                  <a:lnTo>
                    <a:pt x="611" y="581"/>
                  </a:lnTo>
                  <a:lnTo>
                    <a:pt x="610" y="580"/>
                  </a:lnTo>
                  <a:lnTo>
                    <a:pt x="610" y="578"/>
                  </a:lnTo>
                  <a:lnTo>
                    <a:pt x="613" y="581"/>
                  </a:lnTo>
                  <a:lnTo>
                    <a:pt x="614" y="580"/>
                  </a:lnTo>
                  <a:lnTo>
                    <a:pt x="614" y="580"/>
                  </a:lnTo>
                  <a:lnTo>
                    <a:pt x="611" y="577"/>
                  </a:lnTo>
                  <a:lnTo>
                    <a:pt x="608" y="574"/>
                  </a:lnTo>
                  <a:lnTo>
                    <a:pt x="605" y="570"/>
                  </a:lnTo>
                  <a:lnTo>
                    <a:pt x="604" y="567"/>
                  </a:lnTo>
                  <a:lnTo>
                    <a:pt x="604" y="564"/>
                  </a:lnTo>
                  <a:lnTo>
                    <a:pt x="602" y="561"/>
                  </a:lnTo>
                  <a:lnTo>
                    <a:pt x="601" y="558"/>
                  </a:lnTo>
                  <a:lnTo>
                    <a:pt x="599" y="557"/>
                  </a:lnTo>
                  <a:lnTo>
                    <a:pt x="601" y="561"/>
                  </a:lnTo>
                  <a:lnTo>
                    <a:pt x="601" y="566"/>
                  </a:lnTo>
                  <a:lnTo>
                    <a:pt x="602" y="570"/>
                  </a:lnTo>
                  <a:lnTo>
                    <a:pt x="605" y="574"/>
                  </a:lnTo>
                  <a:lnTo>
                    <a:pt x="605" y="574"/>
                  </a:lnTo>
                  <a:lnTo>
                    <a:pt x="602" y="575"/>
                  </a:lnTo>
                  <a:lnTo>
                    <a:pt x="602" y="577"/>
                  </a:lnTo>
                  <a:lnTo>
                    <a:pt x="605" y="578"/>
                  </a:lnTo>
                  <a:lnTo>
                    <a:pt x="605" y="580"/>
                  </a:lnTo>
                  <a:lnTo>
                    <a:pt x="604" y="580"/>
                  </a:lnTo>
                  <a:lnTo>
                    <a:pt x="602" y="580"/>
                  </a:lnTo>
                  <a:lnTo>
                    <a:pt x="602" y="578"/>
                  </a:lnTo>
                  <a:lnTo>
                    <a:pt x="601" y="577"/>
                  </a:lnTo>
                  <a:lnTo>
                    <a:pt x="597" y="580"/>
                  </a:lnTo>
                  <a:lnTo>
                    <a:pt x="596" y="577"/>
                  </a:lnTo>
                  <a:lnTo>
                    <a:pt x="593" y="569"/>
                  </a:lnTo>
                  <a:lnTo>
                    <a:pt x="594" y="567"/>
                  </a:lnTo>
                  <a:lnTo>
                    <a:pt x="596" y="566"/>
                  </a:lnTo>
                  <a:lnTo>
                    <a:pt x="596" y="564"/>
                  </a:lnTo>
                  <a:lnTo>
                    <a:pt x="594" y="563"/>
                  </a:lnTo>
                  <a:lnTo>
                    <a:pt x="591" y="564"/>
                  </a:lnTo>
                  <a:lnTo>
                    <a:pt x="591" y="566"/>
                  </a:lnTo>
                  <a:lnTo>
                    <a:pt x="593" y="572"/>
                  </a:lnTo>
                  <a:lnTo>
                    <a:pt x="593" y="575"/>
                  </a:lnTo>
                  <a:lnTo>
                    <a:pt x="593" y="577"/>
                  </a:lnTo>
                  <a:lnTo>
                    <a:pt x="590" y="578"/>
                  </a:lnTo>
                  <a:lnTo>
                    <a:pt x="588" y="575"/>
                  </a:lnTo>
                  <a:lnTo>
                    <a:pt x="587" y="574"/>
                  </a:lnTo>
                  <a:lnTo>
                    <a:pt x="585" y="572"/>
                  </a:lnTo>
                  <a:lnTo>
                    <a:pt x="585" y="569"/>
                  </a:lnTo>
                  <a:lnTo>
                    <a:pt x="585" y="563"/>
                  </a:lnTo>
                  <a:lnTo>
                    <a:pt x="585" y="561"/>
                  </a:lnTo>
                  <a:lnTo>
                    <a:pt x="584" y="560"/>
                  </a:lnTo>
                  <a:lnTo>
                    <a:pt x="582" y="560"/>
                  </a:lnTo>
                  <a:lnTo>
                    <a:pt x="582" y="560"/>
                  </a:lnTo>
                  <a:lnTo>
                    <a:pt x="581" y="557"/>
                  </a:lnTo>
                  <a:lnTo>
                    <a:pt x="582" y="555"/>
                  </a:lnTo>
                  <a:lnTo>
                    <a:pt x="585" y="552"/>
                  </a:lnTo>
                  <a:lnTo>
                    <a:pt x="585" y="552"/>
                  </a:lnTo>
                  <a:lnTo>
                    <a:pt x="585" y="547"/>
                  </a:lnTo>
                  <a:lnTo>
                    <a:pt x="584" y="547"/>
                  </a:lnTo>
                  <a:lnTo>
                    <a:pt x="584" y="546"/>
                  </a:lnTo>
                  <a:lnTo>
                    <a:pt x="584" y="544"/>
                  </a:lnTo>
                  <a:lnTo>
                    <a:pt x="584" y="544"/>
                  </a:lnTo>
                  <a:lnTo>
                    <a:pt x="587" y="543"/>
                  </a:lnTo>
                  <a:lnTo>
                    <a:pt x="587" y="541"/>
                  </a:lnTo>
                  <a:lnTo>
                    <a:pt x="587" y="540"/>
                  </a:lnTo>
                  <a:lnTo>
                    <a:pt x="585" y="538"/>
                  </a:lnTo>
                  <a:lnTo>
                    <a:pt x="585" y="535"/>
                  </a:lnTo>
                  <a:lnTo>
                    <a:pt x="585" y="534"/>
                  </a:lnTo>
                  <a:lnTo>
                    <a:pt x="584" y="532"/>
                  </a:lnTo>
                  <a:lnTo>
                    <a:pt x="582" y="534"/>
                  </a:lnTo>
                  <a:lnTo>
                    <a:pt x="581" y="537"/>
                  </a:lnTo>
                  <a:lnTo>
                    <a:pt x="581" y="540"/>
                  </a:lnTo>
                  <a:lnTo>
                    <a:pt x="579" y="541"/>
                  </a:lnTo>
                  <a:lnTo>
                    <a:pt x="577" y="544"/>
                  </a:lnTo>
                  <a:lnTo>
                    <a:pt x="579" y="547"/>
                  </a:lnTo>
                  <a:lnTo>
                    <a:pt x="581" y="551"/>
                  </a:lnTo>
                  <a:lnTo>
                    <a:pt x="579" y="554"/>
                  </a:lnTo>
                  <a:lnTo>
                    <a:pt x="577" y="557"/>
                  </a:lnTo>
                  <a:lnTo>
                    <a:pt x="574" y="557"/>
                  </a:lnTo>
                  <a:lnTo>
                    <a:pt x="574" y="554"/>
                  </a:lnTo>
                  <a:lnTo>
                    <a:pt x="574" y="551"/>
                  </a:lnTo>
                  <a:lnTo>
                    <a:pt x="576" y="546"/>
                  </a:lnTo>
                  <a:lnTo>
                    <a:pt x="574" y="544"/>
                  </a:lnTo>
                  <a:lnTo>
                    <a:pt x="574" y="544"/>
                  </a:lnTo>
                  <a:lnTo>
                    <a:pt x="573" y="543"/>
                  </a:lnTo>
                  <a:lnTo>
                    <a:pt x="574" y="541"/>
                  </a:lnTo>
                  <a:lnTo>
                    <a:pt x="576" y="541"/>
                  </a:lnTo>
                  <a:lnTo>
                    <a:pt x="577" y="540"/>
                  </a:lnTo>
                  <a:lnTo>
                    <a:pt x="576" y="538"/>
                  </a:lnTo>
                  <a:lnTo>
                    <a:pt x="577" y="535"/>
                  </a:lnTo>
                  <a:lnTo>
                    <a:pt x="579" y="532"/>
                  </a:lnTo>
                  <a:lnTo>
                    <a:pt x="581" y="527"/>
                  </a:lnTo>
                  <a:lnTo>
                    <a:pt x="579" y="526"/>
                  </a:lnTo>
                  <a:lnTo>
                    <a:pt x="581" y="523"/>
                  </a:lnTo>
                  <a:lnTo>
                    <a:pt x="581" y="521"/>
                  </a:lnTo>
                  <a:lnTo>
                    <a:pt x="579" y="521"/>
                  </a:lnTo>
                  <a:lnTo>
                    <a:pt x="579" y="520"/>
                  </a:lnTo>
                  <a:lnTo>
                    <a:pt x="577" y="520"/>
                  </a:lnTo>
                  <a:lnTo>
                    <a:pt x="577" y="517"/>
                  </a:lnTo>
                  <a:lnTo>
                    <a:pt x="579" y="515"/>
                  </a:lnTo>
                  <a:lnTo>
                    <a:pt x="577" y="512"/>
                  </a:lnTo>
                  <a:lnTo>
                    <a:pt x="577" y="509"/>
                  </a:lnTo>
                  <a:lnTo>
                    <a:pt x="579" y="504"/>
                  </a:lnTo>
                  <a:lnTo>
                    <a:pt x="581" y="500"/>
                  </a:lnTo>
                  <a:lnTo>
                    <a:pt x="584" y="495"/>
                  </a:lnTo>
                  <a:lnTo>
                    <a:pt x="587" y="492"/>
                  </a:lnTo>
                  <a:lnTo>
                    <a:pt x="588" y="489"/>
                  </a:lnTo>
                  <a:lnTo>
                    <a:pt x="588" y="483"/>
                  </a:lnTo>
                  <a:lnTo>
                    <a:pt x="588" y="474"/>
                  </a:lnTo>
                  <a:lnTo>
                    <a:pt x="588" y="469"/>
                  </a:lnTo>
                  <a:lnTo>
                    <a:pt x="587" y="467"/>
                  </a:lnTo>
                  <a:lnTo>
                    <a:pt x="587" y="466"/>
                  </a:lnTo>
                  <a:lnTo>
                    <a:pt x="587" y="463"/>
                  </a:lnTo>
                  <a:lnTo>
                    <a:pt x="588" y="461"/>
                  </a:lnTo>
                  <a:lnTo>
                    <a:pt x="588" y="458"/>
                  </a:lnTo>
                  <a:lnTo>
                    <a:pt x="588" y="457"/>
                  </a:lnTo>
                  <a:lnTo>
                    <a:pt x="587" y="457"/>
                  </a:lnTo>
                  <a:lnTo>
                    <a:pt x="588" y="454"/>
                  </a:lnTo>
                  <a:lnTo>
                    <a:pt x="593" y="452"/>
                  </a:lnTo>
                  <a:lnTo>
                    <a:pt x="594" y="451"/>
                  </a:lnTo>
                  <a:lnTo>
                    <a:pt x="593" y="451"/>
                  </a:lnTo>
                  <a:lnTo>
                    <a:pt x="590" y="451"/>
                  </a:lnTo>
                  <a:lnTo>
                    <a:pt x="587" y="451"/>
                  </a:lnTo>
                  <a:lnTo>
                    <a:pt x="587" y="449"/>
                  </a:lnTo>
                  <a:lnTo>
                    <a:pt x="588" y="449"/>
                  </a:lnTo>
                  <a:lnTo>
                    <a:pt x="590" y="448"/>
                  </a:lnTo>
                  <a:lnTo>
                    <a:pt x="590" y="444"/>
                  </a:lnTo>
                  <a:lnTo>
                    <a:pt x="590" y="437"/>
                  </a:lnTo>
                  <a:lnTo>
                    <a:pt x="588" y="434"/>
                  </a:lnTo>
                  <a:lnTo>
                    <a:pt x="590" y="431"/>
                  </a:lnTo>
                  <a:lnTo>
                    <a:pt x="590" y="424"/>
                  </a:lnTo>
                  <a:lnTo>
                    <a:pt x="588" y="414"/>
                  </a:lnTo>
                  <a:lnTo>
                    <a:pt x="588" y="409"/>
                  </a:lnTo>
                  <a:lnTo>
                    <a:pt x="587" y="408"/>
                  </a:lnTo>
                  <a:lnTo>
                    <a:pt x="585" y="408"/>
                  </a:lnTo>
                  <a:lnTo>
                    <a:pt x="585" y="411"/>
                  </a:lnTo>
                  <a:lnTo>
                    <a:pt x="587" y="429"/>
                  </a:lnTo>
                  <a:lnTo>
                    <a:pt x="585" y="437"/>
                  </a:lnTo>
                  <a:lnTo>
                    <a:pt x="585" y="444"/>
                  </a:lnTo>
                  <a:lnTo>
                    <a:pt x="584" y="446"/>
                  </a:lnTo>
                  <a:lnTo>
                    <a:pt x="584" y="443"/>
                  </a:lnTo>
                  <a:lnTo>
                    <a:pt x="584" y="440"/>
                  </a:lnTo>
                  <a:lnTo>
                    <a:pt x="584" y="429"/>
                  </a:lnTo>
                  <a:lnTo>
                    <a:pt x="584" y="406"/>
                  </a:lnTo>
                  <a:lnTo>
                    <a:pt x="582" y="397"/>
                  </a:lnTo>
                  <a:lnTo>
                    <a:pt x="579" y="391"/>
                  </a:lnTo>
                  <a:lnTo>
                    <a:pt x="577" y="383"/>
                  </a:lnTo>
                  <a:lnTo>
                    <a:pt x="574" y="377"/>
                  </a:lnTo>
                  <a:lnTo>
                    <a:pt x="571" y="366"/>
                  </a:lnTo>
                  <a:lnTo>
                    <a:pt x="568" y="358"/>
                  </a:lnTo>
                  <a:lnTo>
                    <a:pt x="565" y="355"/>
                  </a:lnTo>
                  <a:lnTo>
                    <a:pt x="562" y="351"/>
                  </a:lnTo>
                  <a:lnTo>
                    <a:pt x="558" y="348"/>
                  </a:lnTo>
                  <a:lnTo>
                    <a:pt x="553" y="349"/>
                  </a:lnTo>
                  <a:lnTo>
                    <a:pt x="551" y="346"/>
                  </a:lnTo>
                  <a:lnTo>
                    <a:pt x="550" y="340"/>
                  </a:lnTo>
                  <a:lnTo>
                    <a:pt x="548" y="335"/>
                  </a:lnTo>
                  <a:lnTo>
                    <a:pt x="545" y="326"/>
                  </a:lnTo>
                  <a:lnTo>
                    <a:pt x="539" y="318"/>
                  </a:lnTo>
                  <a:lnTo>
                    <a:pt x="536" y="315"/>
                  </a:lnTo>
                  <a:lnTo>
                    <a:pt x="530" y="312"/>
                  </a:lnTo>
                  <a:lnTo>
                    <a:pt x="528" y="311"/>
                  </a:lnTo>
                  <a:lnTo>
                    <a:pt x="525" y="312"/>
                  </a:lnTo>
                  <a:lnTo>
                    <a:pt x="525" y="314"/>
                  </a:lnTo>
                  <a:lnTo>
                    <a:pt x="524" y="315"/>
                  </a:lnTo>
                  <a:lnTo>
                    <a:pt x="521" y="317"/>
                  </a:lnTo>
                  <a:lnTo>
                    <a:pt x="511" y="309"/>
                  </a:lnTo>
                  <a:lnTo>
                    <a:pt x="511" y="309"/>
                  </a:lnTo>
                  <a:lnTo>
                    <a:pt x="511" y="306"/>
                  </a:lnTo>
                  <a:lnTo>
                    <a:pt x="510" y="305"/>
                  </a:lnTo>
                  <a:lnTo>
                    <a:pt x="508" y="306"/>
                  </a:lnTo>
                  <a:lnTo>
                    <a:pt x="505" y="308"/>
                  </a:lnTo>
                  <a:lnTo>
                    <a:pt x="504" y="305"/>
                  </a:lnTo>
                  <a:lnTo>
                    <a:pt x="502" y="301"/>
                  </a:lnTo>
                  <a:lnTo>
                    <a:pt x="501" y="301"/>
                  </a:lnTo>
                  <a:lnTo>
                    <a:pt x="499" y="301"/>
                  </a:lnTo>
                  <a:lnTo>
                    <a:pt x="491" y="301"/>
                  </a:lnTo>
                  <a:lnTo>
                    <a:pt x="490" y="300"/>
                  </a:lnTo>
                  <a:lnTo>
                    <a:pt x="484" y="292"/>
                  </a:lnTo>
                  <a:lnTo>
                    <a:pt x="479" y="289"/>
                  </a:lnTo>
                  <a:lnTo>
                    <a:pt x="475" y="286"/>
                  </a:lnTo>
                  <a:lnTo>
                    <a:pt x="471" y="285"/>
                  </a:lnTo>
                  <a:lnTo>
                    <a:pt x="467" y="280"/>
                  </a:lnTo>
                  <a:lnTo>
                    <a:pt x="462" y="275"/>
                  </a:lnTo>
                  <a:lnTo>
                    <a:pt x="456" y="271"/>
                  </a:lnTo>
                  <a:lnTo>
                    <a:pt x="447" y="266"/>
                  </a:lnTo>
                  <a:lnTo>
                    <a:pt x="447" y="265"/>
                  </a:lnTo>
                  <a:lnTo>
                    <a:pt x="447" y="263"/>
                  </a:lnTo>
                  <a:lnTo>
                    <a:pt x="447" y="263"/>
                  </a:lnTo>
                  <a:lnTo>
                    <a:pt x="447" y="262"/>
                  </a:lnTo>
                  <a:lnTo>
                    <a:pt x="447" y="262"/>
                  </a:lnTo>
                  <a:lnTo>
                    <a:pt x="445" y="262"/>
                  </a:lnTo>
                  <a:lnTo>
                    <a:pt x="442" y="262"/>
                  </a:lnTo>
                  <a:lnTo>
                    <a:pt x="439" y="260"/>
                  </a:lnTo>
                  <a:lnTo>
                    <a:pt x="438" y="258"/>
                  </a:lnTo>
                  <a:lnTo>
                    <a:pt x="433" y="254"/>
                  </a:lnTo>
                  <a:lnTo>
                    <a:pt x="430" y="252"/>
                  </a:lnTo>
                  <a:lnTo>
                    <a:pt x="432" y="249"/>
                  </a:lnTo>
                  <a:lnTo>
                    <a:pt x="430" y="246"/>
                  </a:lnTo>
                  <a:lnTo>
                    <a:pt x="432" y="245"/>
                  </a:lnTo>
                  <a:lnTo>
                    <a:pt x="432" y="243"/>
                  </a:lnTo>
                  <a:lnTo>
                    <a:pt x="430" y="242"/>
                  </a:lnTo>
                  <a:lnTo>
                    <a:pt x="428" y="238"/>
                  </a:lnTo>
                  <a:lnTo>
                    <a:pt x="427" y="235"/>
                  </a:lnTo>
                  <a:lnTo>
                    <a:pt x="424" y="232"/>
                  </a:lnTo>
                  <a:lnTo>
                    <a:pt x="422" y="231"/>
                  </a:lnTo>
                  <a:lnTo>
                    <a:pt x="419" y="228"/>
                  </a:lnTo>
                  <a:lnTo>
                    <a:pt x="418" y="225"/>
                  </a:lnTo>
                  <a:lnTo>
                    <a:pt x="418" y="223"/>
                  </a:lnTo>
                  <a:lnTo>
                    <a:pt x="418" y="222"/>
                  </a:lnTo>
                  <a:lnTo>
                    <a:pt x="418" y="218"/>
                  </a:lnTo>
                  <a:lnTo>
                    <a:pt x="421" y="218"/>
                  </a:lnTo>
                  <a:lnTo>
                    <a:pt x="421" y="217"/>
                  </a:lnTo>
                  <a:lnTo>
                    <a:pt x="419" y="215"/>
                  </a:lnTo>
                  <a:lnTo>
                    <a:pt x="418" y="215"/>
                  </a:lnTo>
                  <a:lnTo>
                    <a:pt x="416" y="217"/>
                  </a:lnTo>
                  <a:lnTo>
                    <a:pt x="415" y="218"/>
                  </a:lnTo>
                  <a:lnTo>
                    <a:pt x="413" y="220"/>
                  </a:lnTo>
                  <a:lnTo>
                    <a:pt x="413" y="222"/>
                  </a:lnTo>
                  <a:lnTo>
                    <a:pt x="410" y="223"/>
                  </a:lnTo>
                  <a:lnTo>
                    <a:pt x="408" y="223"/>
                  </a:lnTo>
                  <a:lnTo>
                    <a:pt x="410" y="225"/>
                  </a:lnTo>
                  <a:lnTo>
                    <a:pt x="410" y="226"/>
                  </a:lnTo>
                  <a:lnTo>
                    <a:pt x="407" y="226"/>
                  </a:lnTo>
                  <a:lnTo>
                    <a:pt x="405" y="226"/>
                  </a:lnTo>
                  <a:lnTo>
                    <a:pt x="404" y="223"/>
                  </a:lnTo>
                  <a:lnTo>
                    <a:pt x="404" y="222"/>
                  </a:lnTo>
                  <a:lnTo>
                    <a:pt x="404" y="218"/>
                  </a:lnTo>
                  <a:lnTo>
                    <a:pt x="402" y="218"/>
                  </a:lnTo>
                  <a:lnTo>
                    <a:pt x="404" y="217"/>
                  </a:lnTo>
                  <a:lnTo>
                    <a:pt x="407" y="217"/>
                  </a:lnTo>
                  <a:lnTo>
                    <a:pt x="407" y="215"/>
                  </a:lnTo>
                  <a:lnTo>
                    <a:pt x="410" y="214"/>
                  </a:lnTo>
                  <a:lnTo>
                    <a:pt x="412" y="214"/>
                  </a:lnTo>
                  <a:lnTo>
                    <a:pt x="413" y="211"/>
                  </a:lnTo>
                  <a:lnTo>
                    <a:pt x="415" y="209"/>
                  </a:lnTo>
                  <a:lnTo>
                    <a:pt x="416" y="208"/>
                  </a:lnTo>
                  <a:lnTo>
                    <a:pt x="418" y="206"/>
                  </a:lnTo>
                  <a:lnTo>
                    <a:pt x="419" y="202"/>
                  </a:lnTo>
                  <a:lnTo>
                    <a:pt x="421" y="200"/>
                  </a:lnTo>
                  <a:lnTo>
                    <a:pt x="421" y="191"/>
                  </a:lnTo>
                  <a:lnTo>
                    <a:pt x="419" y="188"/>
                  </a:lnTo>
                  <a:lnTo>
                    <a:pt x="416" y="186"/>
                  </a:lnTo>
                  <a:lnTo>
                    <a:pt x="415" y="185"/>
                  </a:lnTo>
                  <a:lnTo>
                    <a:pt x="412" y="186"/>
                  </a:lnTo>
                  <a:lnTo>
                    <a:pt x="410" y="189"/>
                  </a:lnTo>
                  <a:lnTo>
                    <a:pt x="408" y="202"/>
                  </a:lnTo>
                  <a:lnTo>
                    <a:pt x="407" y="206"/>
                  </a:lnTo>
                  <a:lnTo>
                    <a:pt x="402" y="211"/>
                  </a:lnTo>
                  <a:lnTo>
                    <a:pt x="401" y="209"/>
                  </a:lnTo>
                  <a:lnTo>
                    <a:pt x="399" y="211"/>
                  </a:lnTo>
                  <a:lnTo>
                    <a:pt x="398" y="214"/>
                  </a:lnTo>
                  <a:lnTo>
                    <a:pt x="398" y="215"/>
                  </a:lnTo>
                  <a:lnTo>
                    <a:pt x="398" y="217"/>
                  </a:lnTo>
                  <a:lnTo>
                    <a:pt x="398" y="218"/>
                  </a:lnTo>
                  <a:lnTo>
                    <a:pt x="398" y="220"/>
                  </a:lnTo>
                  <a:lnTo>
                    <a:pt x="398" y="223"/>
                  </a:lnTo>
                  <a:lnTo>
                    <a:pt x="396" y="225"/>
                  </a:lnTo>
                  <a:lnTo>
                    <a:pt x="395" y="225"/>
                  </a:lnTo>
                  <a:lnTo>
                    <a:pt x="389" y="220"/>
                  </a:lnTo>
                  <a:lnTo>
                    <a:pt x="382" y="217"/>
                  </a:lnTo>
                  <a:lnTo>
                    <a:pt x="376" y="215"/>
                  </a:lnTo>
                  <a:lnTo>
                    <a:pt x="373" y="215"/>
                  </a:lnTo>
                  <a:lnTo>
                    <a:pt x="369" y="215"/>
                  </a:lnTo>
                  <a:lnTo>
                    <a:pt x="365" y="215"/>
                  </a:lnTo>
                  <a:lnTo>
                    <a:pt x="359" y="217"/>
                  </a:lnTo>
                  <a:lnTo>
                    <a:pt x="358" y="222"/>
                  </a:lnTo>
                  <a:lnTo>
                    <a:pt x="356" y="225"/>
                  </a:lnTo>
                  <a:lnTo>
                    <a:pt x="353" y="226"/>
                  </a:lnTo>
                  <a:lnTo>
                    <a:pt x="353" y="231"/>
                  </a:lnTo>
                  <a:lnTo>
                    <a:pt x="352" y="231"/>
                  </a:lnTo>
                  <a:lnTo>
                    <a:pt x="349" y="232"/>
                  </a:lnTo>
                  <a:lnTo>
                    <a:pt x="344" y="232"/>
                  </a:lnTo>
                  <a:lnTo>
                    <a:pt x="338" y="229"/>
                  </a:lnTo>
                  <a:lnTo>
                    <a:pt x="333" y="222"/>
                  </a:lnTo>
                  <a:lnTo>
                    <a:pt x="324" y="215"/>
                  </a:lnTo>
                  <a:lnTo>
                    <a:pt x="322" y="214"/>
                  </a:lnTo>
                  <a:lnTo>
                    <a:pt x="322" y="211"/>
                  </a:lnTo>
                  <a:lnTo>
                    <a:pt x="319" y="205"/>
                  </a:lnTo>
                  <a:lnTo>
                    <a:pt x="313" y="194"/>
                  </a:lnTo>
                  <a:lnTo>
                    <a:pt x="310" y="189"/>
                  </a:lnTo>
                  <a:lnTo>
                    <a:pt x="304" y="186"/>
                  </a:lnTo>
                  <a:lnTo>
                    <a:pt x="299" y="183"/>
                  </a:lnTo>
                  <a:lnTo>
                    <a:pt x="295" y="182"/>
                  </a:lnTo>
                  <a:lnTo>
                    <a:pt x="287" y="180"/>
                  </a:lnTo>
                  <a:lnTo>
                    <a:pt x="284" y="182"/>
                  </a:lnTo>
                  <a:lnTo>
                    <a:pt x="284" y="183"/>
                  </a:lnTo>
                  <a:lnTo>
                    <a:pt x="283" y="185"/>
                  </a:lnTo>
                  <a:lnTo>
                    <a:pt x="281" y="185"/>
                  </a:lnTo>
                  <a:lnTo>
                    <a:pt x="279" y="185"/>
                  </a:lnTo>
                  <a:lnTo>
                    <a:pt x="272" y="177"/>
                  </a:lnTo>
                  <a:lnTo>
                    <a:pt x="270" y="171"/>
                  </a:lnTo>
                  <a:lnTo>
                    <a:pt x="267" y="166"/>
                  </a:lnTo>
                  <a:lnTo>
                    <a:pt x="263" y="162"/>
                  </a:lnTo>
                  <a:lnTo>
                    <a:pt x="256" y="159"/>
                  </a:lnTo>
                  <a:lnTo>
                    <a:pt x="252" y="155"/>
                  </a:lnTo>
                  <a:lnTo>
                    <a:pt x="247" y="155"/>
                  </a:lnTo>
                  <a:lnTo>
                    <a:pt x="243" y="152"/>
                  </a:lnTo>
                  <a:lnTo>
                    <a:pt x="236" y="154"/>
                  </a:lnTo>
                  <a:lnTo>
                    <a:pt x="233" y="154"/>
                  </a:lnTo>
                  <a:lnTo>
                    <a:pt x="233" y="157"/>
                  </a:lnTo>
                  <a:lnTo>
                    <a:pt x="229" y="154"/>
                  </a:lnTo>
                  <a:lnTo>
                    <a:pt x="224" y="151"/>
                  </a:lnTo>
                  <a:lnTo>
                    <a:pt x="216" y="148"/>
                  </a:lnTo>
                  <a:lnTo>
                    <a:pt x="213" y="151"/>
                  </a:lnTo>
                  <a:lnTo>
                    <a:pt x="210" y="149"/>
                  </a:lnTo>
                  <a:lnTo>
                    <a:pt x="212" y="146"/>
                  </a:lnTo>
                  <a:lnTo>
                    <a:pt x="212" y="145"/>
                  </a:lnTo>
                  <a:lnTo>
                    <a:pt x="212" y="143"/>
                  </a:lnTo>
                  <a:lnTo>
                    <a:pt x="209" y="142"/>
                  </a:lnTo>
                  <a:lnTo>
                    <a:pt x="206" y="140"/>
                  </a:lnTo>
                  <a:lnTo>
                    <a:pt x="204" y="142"/>
                  </a:lnTo>
                  <a:lnTo>
                    <a:pt x="203" y="137"/>
                  </a:lnTo>
                  <a:lnTo>
                    <a:pt x="203" y="129"/>
                  </a:lnTo>
                  <a:lnTo>
                    <a:pt x="203" y="122"/>
                  </a:lnTo>
                  <a:lnTo>
                    <a:pt x="201" y="115"/>
                  </a:lnTo>
                  <a:lnTo>
                    <a:pt x="200" y="108"/>
                  </a:lnTo>
                  <a:lnTo>
                    <a:pt x="196" y="103"/>
                  </a:lnTo>
                  <a:lnTo>
                    <a:pt x="195" y="103"/>
                  </a:lnTo>
                  <a:lnTo>
                    <a:pt x="190" y="100"/>
                  </a:lnTo>
                  <a:lnTo>
                    <a:pt x="187" y="100"/>
                  </a:lnTo>
                  <a:lnTo>
                    <a:pt x="186" y="95"/>
                  </a:lnTo>
                  <a:lnTo>
                    <a:pt x="180" y="92"/>
                  </a:lnTo>
                  <a:lnTo>
                    <a:pt x="172" y="89"/>
                  </a:lnTo>
                  <a:lnTo>
                    <a:pt x="166" y="86"/>
                  </a:lnTo>
                  <a:lnTo>
                    <a:pt x="163" y="86"/>
                  </a:lnTo>
                  <a:lnTo>
                    <a:pt x="161" y="82"/>
                  </a:lnTo>
                  <a:lnTo>
                    <a:pt x="160" y="82"/>
                  </a:lnTo>
                  <a:lnTo>
                    <a:pt x="158" y="79"/>
                  </a:lnTo>
                  <a:lnTo>
                    <a:pt x="158" y="77"/>
                  </a:lnTo>
                  <a:lnTo>
                    <a:pt x="155" y="72"/>
                  </a:lnTo>
                  <a:lnTo>
                    <a:pt x="152" y="69"/>
                  </a:lnTo>
                  <a:lnTo>
                    <a:pt x="147" y="68"/>
                  </a:lnTo>
                  <a:lnTo>
                    <a:pt x="146" y="68"/>
                  </a:lnTo>
                  <a:lnTo>
                    <a:pt x="146" y="69"/>
                  </a:lnTo>
                  <a:lnTo>
                    <a:pt x="144" y="69"/>
                  </a:lnTo>
                  <a:lnTo>
                    <a:pt x="143" y="68"/>
                  </a:lnTo>
                  <a:lnTo>
                    <a:pt x="140" y="65"/>
                  </a:lnTo>
                  <a:lnTo>
                    <a:pt x="141" y="63"/>
                  </a:lnTo>
                  <a:lnTo>
                    <a:pt x="143" y="66"/>
                  </a:lnTo>
                  <a:lnTo>
                    <a:pt x="144" y="65"/>
                  </a:lnTo>
                  <a:lnTo>
                    <a:pt x="146" y="62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7"/>
                  </a:lnTo>
                  <a:lnTo>
                    <a:pt x="141" y="56"/>
                  </a:lnTo>
                  <a:lnTo>
                    <a:pt x="138" y="56"/>
                  </a:lnTo>
                  <a:lnTo>
                    <a:pt x="138" y="57"/>
                  </a:lnTo>
                  <a:lnTo>
                    <a:pt x="137" y="59"/>
                  </a:lnTo>
                  <a:lnTo>
                    <a:pt x="137" y="62"/>
                  </a:lnTo>
                  <a:lnTo>
                    <a:pt x="135" y="60"/>
                  </a:lnTo>
                  <a:lnTo>
                    <a:pt x="132" y="59"/>
                  </a:lnTo>
                  <a:lnTo>
                    <a:pt x="130" y="54"/>
                  </a:lnTo>
                  <a:lnTo>
                    <a:pt x="129" y="52"/>
                  </a:lnTo>
                  <a:lnTo>
                    <a:pt x="124" y="51"/>
                  </a:lnTo>
                  <a:lnTo>
                    <a:pt x="123" y="49"/>
                  </a:lnTo>
                  <a:lnTo>
                    <a:pt x="120" y="52"/>
                  </a:lnTo>
                  <a:lnTo>
                    <a:pt x="118" y="49"/>
                  </a:lnTo>
                  <a:lnTo>
                    <a:pt x="117" y="48"/>
                  </a:lnTo>
                  <a:lnTo>
                    <a:pt x="115" y="45"/>
                  </a:lnTo>
                  <a:lnTo>
                    <a:pt x="115" y="40"/>
                  </a:lnTo>
                  <a:lnTo>
                    <a:pt x="114" y="37"/>
                  </a:lnTo>
                  <a:lnTo>
                    <a:pt x="112" y="36"/>
                  </a:lnTo>
                  <a:lnTo>
                    <a:pt x="112" y="32"/>
                  </a:lnTo>
                  <a:lnTo>
                    <a:pt x="112" y="32"/>
                  </a:lnTo>
                  <a:lnTo>
                    <a:pt x="107" y="28"/>
                  </a:lnTo>
                  <a:lnTo>
                    <a:pt x="112" y="26"/>
                  </a:lnTo>
                  <a:lnTo>
                    <a:pt x="114" y="26"/>
                  </a:lnTo>
                  <a:lnTo>
                    <a:pt x="117" y="29"/>
                  </a:lnTo>
                  <a:lnTo>
                    <a:pt x="118" y="31"/>
                  </a:lnTo>
                  <a:lnTo>
                    <a:pt x="126" y="32"/>
                  </a:lnTo>
                  <a:lnTo>
                    <a:pt x="134" y="31"/>
                  </a:lnTo>
                  <a:lnTo>
                    <a:pt x="140" y="31"/>
                  </a:lnTo>
                  <a:lnTo>
                    <a:pt x="141" y="31"/>
                  </a:lnTo>
                  <a:lnTo>
                    <a:pt x="144" y="32"/>
                  </a:lnTo>
                  <a:lnTo>
                    <a:pt x="146" y="34"/>
                  </a:lnTo>
                  <a:lnTo>
                    <a:pt x="149" y="36"/>
                  </a:lnTo>
                  <a:lnTo>
                    <a:pt x="155" y="34"/>
                  </a:lnTo>
                  <a:lnTo>
                    <a:pt x="158" y="36"/>
                  </a:lnTo>
                  <a:lnTo>
                    <a:pt x="163" y="36"/>
                  </a:lnTo>
                  <a:lnTo>
                    <a:pt x="164" y="36"/>
                  </a:lnTo>
                  <a:lnTo>
                    <a:pt x="166" y="37"/>
                  </a:lnTo>
                  <a:lnTo>
                    <a:pt x="167" y="39"/>
                  </a:lnTo>
                  <a:lnTo>
                    <a:pt x="170" y="39"/>
                  </a:lnTo>
                  <a:lnTo>
                    <a:pt x="173" y="39"/>
                  </a:lnTo>
                  <a:lnTo>
                    <a:pt x="178" y="40"/>
                  </a:lnTo>
                  <a:lnTo>
                    <a:pt x="184" y="42"/>
                  </a:lnTo>
                  <a:lnTo>
                    <a:pt x="189" y="40"/>
                  </a:lnTo>
                  <a:lnTo>
                    <a:pt x="195" y="39"/>
                  </a:lnTo>
                  <a:lnTo>
                    <a:pt x="201" y="42"/>
                  </a:lnTo>
                  <a:lnTo>
                    <a:pt x="206" y="39"/>
                  </a:lnTo>
                  <a:lnTo>
                    <a:pt x="212" y="37"/>
                  </a:lnTo>
                  <a:lnTo>
                    <a:pt x="215" y="34"/>
                  </a:lnTo>
                  <a:lnTo>
                    <a:pt x="218" y="31"/>
                  </a:lnTo>
                  <a:lnTo>
                    <a:pt x="220" y="31"/>
                  </a:lnTo>
                  <a:lnTo>
                    <a:pt x="223" y="28"/>
                  </a:lnTo>
                  <a:lnTo>
                    <a:pt x="226" y="25"/>
                  </a:lnTo>
                  <a:lnTo>
                    <a:pt x="227" y="25"/>
                  </a:lnTo>
                  <a:lnTo>
                    <a:pt x="229" y="23"/>
                  </a:lnTo>
                  <a:lnTo>
                    <a:pt x="230" y="23"/>
                  </a:lnTo>
                  <a:lnTo>
                    <a:pt x="232" y="23"/>
                  </a:lnTo>
                  <a:lnTo>
                    <a:pt x="233" y="25"/>
                  </a:lnTo>
                  <a:lnTo>
                    <a:pt x="233" y="26"/>
                  </a:lnTo>
                  <a:lnTo>
                    <a:pt x="233" y="28"/>
                  </a:lnTo>
                  <a:lnTo>
                    <a:pt x="233" y="31"/>
                  </a:lnTo>
                  <a:lnTo>
                    <a:pt x="233" y="34"/>
                  </a:lnTo>
                  <a:lnTo>
                    <a:pt x="232" y="37"/>
                  </a:lnTo>
                  <a:lnTo>
                    <a:pt x="232" y="39"/>
                  </a:lnTo>
                  <a:lnTo>
                    <a:pt x="230" y="40"/>
                  </a:lnTo>
                  <a:lnTo>
                    <a:pt x="232" y="43"/>
                  </a:lnTo>
                  <a:lnTo>
                    <a:pt x="235" y="48"/>
                  </a:lnTo>
                  <a:lnTo>
                    <a:pt x="238" y="49"/>
                  </a:lnTo>
                  <a:lnTo>
                    <a:pt x="243" y="54"/>
                  </a:lnTo>
                  <a:lnTo>
                    <a:pt x="244" y="56"/>
                  </a:lnTo>
                  <a:lnTo>
                    <a:pt x="249" y="56"/>
                  </a:lnTo>
                  <a:lnTo>
                    <a:pt x="252" y="59"/>
                  </a:lnTo>
                  <a:lnTo>
                    <a:pt x="256" y="60"/>
                  </a:lnTo>
                  <a:lnTo>
                    <a:pt x="258" y="62"/>
                  </a:lnTo>
                  <a:lnTo>
                    <a:pt x="259" y="65"/>
                  </a:lnTo>
                  <a:lnTo>
                    <a:pt x="261" y="66"/>
                  </a:lnTo>
                  <a:lnTo>
                    <a:pt x="261" y="68"/>
                  </a:lnTo>
                  <a:lnTo>
                    <a:pt x="263" y="69"/>
                  </a:lnTo>
                  <a:lnTo>
                    <a:pt x="264" y="69"/>
                  </a:lnTo>
                  <a:lnTo>
                    <a:pt x="264" y="71"/>
                  </a:lnTo>
                  <a:lnTo>
                    <a:pt x="264" y="72"/>
                  </a:lnTo>
                  <a:lnTo>
                    <a:pt x="266" y="71"/>
                  </a:lnTo>
                  <a:lnTo>
                    <a:pt x="267" y="71"/>
                  </a:lnTo>
                  <a:lnTo>
                    <a:pt x="269" y="69"/>
                  </a:lnTo>
                  <a:lnTo>
                    <a:pt x="269" y="68"/>
                  </a:lnTo>
                  <a:lnTo>
                    <a:pt x="272" y="65"/>
                  </a:lnTo>
                  <a:lnTo>
                    <a:pt x="273" y="63"/>
                  </a:lnTo>
                  <a:lnTo>
                    <a:pt x="273" y="60"/>
                  </a:lnTo>
                  <a:lnTo>
                    <a:pt x="272" y="60"/>
                  </a:lnTo>
                  <a:lnTo>
                    <a:pt x="272" y="60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57"/>
                  </a:lnTo>
                  <a:lnTo>
                    <a:pt x="269" y="59"/>
                  </a:lnTo>
                  <a:lnTo>
                    <a:pt x="267" y="59"/>
                  </a:lnTo>
                  <a:lnTo>
                    <a:pt x="267" y="57"/>
                  </a:lnTo>
                  <a:lnTo>
                    <a:pt x="269" y="57"/>
                  </a:lnTo>
                  <a:lnTo>
                    <a:pt x="270" y="56"/>
                  </a:lnTo>
                  <a:lnTo>
                    <a:pt x="272" y="56"/>
                  </a:lnTo>
                  <a:lnTo>
                    <a:pt x="273" y="57"/>
                  </a:lnTo>
                  <a:lnTo>
                    <a:pt x="273" y="57"/>
                  </a:lnTo>
                  <a:lnTo>
                    <a:pt x="273" y="59"/>
                  </a:lnTo>
                  <a:lnTo>
                    <a:pt x="275" y="57"/>
                  </a:lnTo>
                  <a:lnTo>
                    <a:pt x="276" y="59"/>
                  </a:lnTo>
                  <a:lnTo>
                    <a:pt x="276" y="60"/>
                  </a:lnTo>
                  <a:lnTo>
                    <a:pt x="278" y="62"/>
                  </a:lnTo>
                  <a:lnTo>
                    <a:pt x="281" y="62"/>
                  </a:lnTo>
                  <a:lnTo>
                    <a:pt x="286" y="63"/>
                  </a:lnTo>
                  <a:lnTo>
                    <a:pt x="287" y="63"/>
                  </a:lnTo>
                  <a:lnTo>
                    <a:pt x="289" y="62"/>
                  </a:lnTo>
                  <a:lnTo>
                    <a:pt x="290" y="60"/>
                  </a:lnTo>
                  <a:lnTo>
                    <a:pt x="290" y="59"/>
                  </a:lnTo>
                  <a:lnTo>
                    <a:pt x="292" y="57"/>
                  </a:lnTo>
                  <a:lnTo>
                    <a:pt x="293" y="56"/>
                  </a:lnTo>
                  <a:lnTo>
                    <a:pt x="293" y="52"/>
                  </a:lnTo>
                  <a:lnTo>
                    <a:pt x="293" y="51"/>
                  </a:lnTo>
                  <a:lnTo>
                    <a:pt x="292" y="49"/>
                  </a:lnTo>
                  <a:lnTo>
                    <a:pt x="290" y="49"/>
                  </a:lnTo>
                  <a:lnTo>
                    <a:pt x="289" y="48"/>
                  </a:lnTo>
                  <a:lnTo>
                    <a:pt x="287" y="48"/>
                  </a:lnTo>
                  <a:lnTo>
                    <a:pt x="286" y="48"/>
                  </a:lnTo>
                  <a:lnTo>
                    <a:pt x="284" y="46"/>
                  </a:lnTo>
                  <a:lnTo>
                    <a:pt x="284" y="45"/>
                  </a:lnTo>
                  <a:lnTo>
                    <a:pt x="283" y="45"/>
                  </a:lnTo>
                  <a:lnTo>
                    <a:pt x="283" y="45"/>
                  </a:lnTo>
                  <a:lnTo>
                    <a:pt x="281" y="46"/>
                  </a:lnTo>
                  <a:lnTo>
                    <a:pt x="279" y="46"/>
                  </a:lnTo>
                  <a:lnTo>
                    <a:pt x="278" y="46"/>
                  </a:lnTo>
                  <a:lnTo>
                    <a:pt x="276" y="46"/>
                  </a:lnTo>
                  <a:lnTo>
                    <a:pt x="276" y="46"/>
                  </a:lnTo>
                  <a:lnTo>
                    <a:pt x="275" y="43"/>
                  </a:lnTo>
                  <a:lnTo>
                    <a:pt x="273" y="40"/>
                  </a:lnTo>
                  <a:lnTo>
                    <a:pt x="272" y="39"/>
                  </a:lnTo>
                  <a:lnTo>
                    <a:pt x="270" y="37"/>
                  </a:lnTo>
                  <a:lnTo>
                    <a:pt x="270" y="36"/>
                  </a:lnTo>
                  <a:lnTo>
                    <a:pt x="269" y="37"/>
                  </a:lnTo>
                  <a:lnTo>
                    <a:pt x="270" y="39"/>
                  </a:lnTo>
                  <a:lnTo>
                    <a:pt x="272" y="42"/>
                  </a:lnTo>
                  <a:lnTo>
                    <a:pt x="272" y="43"/>
                  </a:lnTo>
                  <a:lnTo>
                    <a:pt x="272" y="43"/>
                  </a:lnTo>
                  <a:lnTo>
                    <a:pt x="273" y="46"/>
                  </a:lnTo>
                  <a:lnTo>
                    <a:pt x="275" y="48"/>
                  </a:lnTo>
                  <a:lnTo>
                    <a:pt x="273" y="49"/>
                  </a:lnTo>
                  <a:lnTo>
                    <a:pt x="272" y="49"/>
                  </a:lnTo>
                  <a:lnTo>
                    <a:pt x="272" y="49"/>
                  </a:lnTo>
                  <a:lnTo>
                    <a:pt x="272" y="51"/>
                  </a:lnTo>
                  <a:lnTo>
                    <a:pt x="272" y="51"/>
                  </a:lnTo>
                  <a:lnTo>
                    <a:pt x="270" y="51"/>
                  </a:lnTo>
                  <a:lnTo>
                    <a:pt x="269" y="51"/>
                  </a:lnTo>
                  <a:lnTo>
                    <a:pt x="267" y="51"/>
                  </a:lnTo>
                  <a:lnTo>
                    <a:pt x="266" y="52"/>
                  </a:lnTo>
                  <a:lnTo>
                    <a:pt x="264" y="54"/>
                  </a:lnTo>
                  <a:lnTo>
                    <a:pt x="261" y="52"/>
                  </a:lnTo>
                  <a:lnTo>
                    <a:pt x="261" y="52"/>
                  </a:lnTo>
                  <a:lnTo>
                    <a:pt x="259" y="51"/>
                  </a:lnTo>
                  <a:lnTo>
                    <a:pt x="258" y="49"/>
                  </a:lnTo>
                  <a:lnTo>
                    <a:pt x="258" y="48"/>
                  </a:lnTo>
                  <a:lnTo>
                    <a:pt x="256" y="45"/>
                  </a:lnTo>
                  <a:lnTo>
                    <a:pt x="256" y="43"/>
                  </a:lnTo>
                  <a:lnTo>
                    <a:pt x="255" y="42"/>
                  </a:lnTo>
                  <a:lnTo>
                    <a:pt x="253" y="39"/>
                  </a:lnTo>
                  <a:lnTo>
                    <a:pt x="253" y="36"/>
                  </a:lnTo>
                  <a:lnTo>
                    <a:pt x="252" y="34"/>
                  </a:lnTo>
                  <a:lnTo>
                    <a:pt x="253" y="32"/>
                  </a:lnTo>
                  <a:lnTo>
                    <a:pt x="253" y="31"/>
                  </a:lnTo>
                  <a:lnTo>
                    <a:pt x="255" y="29"/>
                  </a:lnTo>
                  <a:lnTo>
                    <a:pt x="256" y="25"/>
                  </a:lnTo>
                  <a:lnTo>
                    <a:pt x="259" y="23"/>
                  </a:lnTo>
                  <a:lnTo>
                    <a:pt x="259" y="20"/>
                  </a:lnTo>
                  <a:lnTo>
                    <a:pt x="259" y="20"/>
                  </a:lnTo>
                  <a:lnTo>
                    <a:pt x="258" y="20"/>
                  </a:lnTo>
                  <a:lnTo>
                    <a:pt x="256" y="20"/>
                  </a:lnTo>
                  <a:lnTo>
                    <a:pt x="256" y="19"/>
                  </a:lnTo>
                  <a:lnTo>
                    <a:pt x="258" y="19"/>
                  </a:lnTo>
                  <a:lnTo>
                    <a:pt x="258" y="17"/>
                  </a:lnTo>
                  <a:lnTo>
                    <a:pt x="259" y="17"/>
                  </a:lnTo>
                  <a:lnTo>
                    <a:pt x="258" y="16"/>
                  </a:lnTo>
                  <a:lnTo>
                    <a:pt x="256" y="16"/>
                  </a:lnTo>
                  <a:lnTo>
                    <a:pt x="256" y="14"/>
                  </a:lnTo>
                  <a:lnTo>
                    <a:pt x="255" y="14"/>
                  </a:lnTo>
                  <a:lnTo>
                    <a:pt x="256" y="12"/>
                  </a:lnTo>
                  <a:lnTo>
                    <a:pt x="256" y="11"/>
                  </a:lnTo>
                  <a:lnTo>
                    <a:pt x="255" y="9"/>
                  </a:lnTo>
                  <a:lnTo>
                    <a:pt x="253" y="9"/>
                  </a:lnTo>
                  <a:lnTo>
                    <a:pt x="252" y="11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0" y="14"/>
                  </a:lnTo>
                  <a:lnTo>
                    <a:pt x="249" y="14"/>
                  </a:lnTo>
                  <a:lnTo>
                    <a:pt x="247" y="16"/>
                  </a:lnTo>
                  <a:lnTo>
                    <a:pt x="246" y="16"/>
                  </a:lnTo>
                  <a:lnTo>
                    <a:pt x="243" y="17"/>
                  </a:lnTo>
                  <a:lnTo>
                    <a:pt x="241" y="19"/>
                  </a:lnTo>
                  <a:lnTo>
                    <a:pt x="240" y="20"/>
                  </a:lnTo>
                  <a:lnTo>
                    <a:pt x="238" y="22"/>
                  </a:lnTo>
                  <a:lnTo>
                    <a:pt x="236" y="19"/>
                  </a:lnTo>
                  <a:lnTo>
                    <a:pt x="236" y="16"/>
                  </a:lnTo>
                  <a:lnTo>
                    <a:pt x="236" y="14"/>
                  </a:lnTo>
                  <a:lnTo>
                    <a:pt x="238" y="11"/>
                  </a:lnTo>
                  <a:lnTo>
                    <a:pt x="240" y="9"/>
                  </a:lnTo>
                  <a:lnTo>
                    <a:pt x="243" y="6"/>
                  </a:lnTo>
                  <a:lnTo>
                    <a:pt x="244" y="5"/>
                  </a:lnTo>
                  <a:lnTo>
                    <a:pt x="247" y="2"/>
                  </a:lnTo>
                  <a:lnTo>
                    <a:pt x="247" y="0"/>
                  </a:lnTo>
                  <a:lnTo>
                    <a:pt x="256" y="0"/>
                  </a:lnTo>
                  <a:lnTo>
                    <a:pt x="258" y="3"/>
                  </a:lnTo>
                  <a:lnTo>
                    <a:pt x="259" y="6"/>
                  </a:lnTo>
                  <a:lnTo>
                    <a:pt x="259" y="8"/>
                  </a:lnTo>
                  <a:lnTo>
                    <a:pt x="264" y="14"/>
                  </a:lnTo>
                  <a:lnTo>
                    <a:pt x="266" y="8"/>
                  </a:lnTo>
                  <a:lnTo>
                    <a:pt x="266" y="5"/>
                  </a:lnTo>
                  <a:lnTo>
                    <a:pt x="266" y="2"/>
                  </a:lnTo>
                  <a:lnTo>
                    <a:pt x="264" y="0"/>
                  </a:lnTo>
                  <a:lnTo>
                    <a:pt x="269" y="0"/>
                  </a:lnTo>
                  <a:lnTo>
                    <a:pt x="270" y="2"/>
                  </a:lnTo>
                  <a:lnTo>
                    <a:pt x="270" y="0"/>
                  </a:lnTo>
                  <a:lnTo>
                    <a:pt x="278" y="0"/>
                  </a:lnTo>
                  <a:lnTo>
                    <a:pt x="30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244475" y="1657350"/>
              <a:ext cx="738188" cy="690563"/>
            </a:xfrm>
            <a:custGeom>
              <a:avLst/>
              <a:gdLst>
                <a:gd name="T0" fmla="*/ 674 w 931"/>
                <a:gd name="T1" fmla="*/ 868 h 868"/>
                <a:gd name="T2" fmla="*/ 442 w 931"/>
                <a:gd name="T3" fmla="*/ 811 h 868"/>
                <a:gd name="T4" fmla="*/ 510 w 931"/>
                <a:gd name="T5" fmla="*/ 847 h 868"/>
                <a:gd name="T6" fmla="*/ 498 w 931"/>
                <a:gd name="T7" fmla="*/ 862 h 868"/>
                <a:gd name="T8" fmla="*/ 504 w 931"/>
                <a:gd name="T9" fmla="*/ 801 h 868"/>
                <a:gd name="T10" fmla="*/ 885 w 931"/>
                <a:gd name="T11" fmla="*/ 756 h 868"/>
                <a:gd name="T12" fmla="*/ 922 w 931"/>
                <a:gd name="T13" fmla="*/ 748 h 868"/>
                <a:gd name="T14" fmla="*/ 779 w 931"/>
                <a:gd name="T15" fmla="*/ 678 h 868"/>
                <a:gd name="T16" fmla="*/ 774 w 931"/>
                <a:gd name="T17" fmla="*/ 671 h 868"/>
                <a:gd name="T18" fmla="*/ 15 w 931"/>
                <a:gd name="T19" fmla="*/ 708 h 868"/>
                <a:gd name="T20" fmla="*/ 2 w 931"/>
                <a:gd name="T21" fmla="*/ 673 h 868"/>
                <a:gd name="T22" fmla="*/ 796 w 931"/>
                <a:gd name="T23" fmla="*/ 604 h 868"/>
                <a:gd name="T24" fmla="*/ 814 w 931"/>
                <a:gd name="T25" fmla="*/ 635 h 868"/>
                <a:gd name="T26" fmla="*/ 831 w 931"/>
                <a:gd name="T27" fmla="*/ 665 h 868"/>
                <a:gd name="T28" fmla="*/ 826 w 931"/>
                <a:gd name="T29" fmla="*/ 679 h 868"/>
                <a:gd name="T30" fmla="*/ 790 w 931"/>
                <a:gd name="T31" fmla="*/ 644 h 868"/>
                <a:gd name="T32" fmla="*/ 764 w 931"/>
                <a:gd name="T33" fmla="*/ 613 h 868"/>
                <a:gd name="T34" fmla="*/ 633 w 931"/>
                <a:gd name="T35" fmla="*/ 513 h 868"/>
                <a:gd name="T36" fmla="*/ 181 w 931"/>
                <a:gd name="T37" fmla="*/ 60 h 868"/>
                <a:gd name="T38" fmla="*/ 568 w 931"/>
                <a:gd name="T39" fmla="*/ 37 h 868"/>
                <a:gd name="T40" fmla="*/ 533 w 931"/>
                <a:gd name="T41" fmla="*/ 78 h 868"/>
                <a:gd name="T42" fmla="*/ 548 w 931"/>
                <a:gd name="T43" fmla="*/ 130 h 868"/>
                <a:gd name="T44" fmla="*/ 533 w 931"/>
                <a:gd name="T45" fmla="*/ 140 h 868"/>
                <a:gd name="T46" fmla="*/ 565 w 931"/>
                <a:gd name="T47" fmla="*/ 173 h 868"/>
                <a:gd name="T48" fmla="*/ 568 w 931"/>
                <a:gd name="T49" fmla="*/ 310 h 868"/>
                <a:gd name="T50" fmla="*/ 587 w 931"/>
                <a:gd name="T51" fmla="*/ 362 h 868"/>
                <a:gd name="T52" fmla="*/ 596 w 931"/>
                <a:gd name="T53" fmla="*/ 419 h 868"/>
                <a:gd name="T54" fmla="*/ 596 w 931"/>
                <a:gd name="T55" fmla="*/ 476 h 868"/>
                <a:gd name="T56" fmla="*/ 631 w 931"/>
                <a:gd name="T57" fmla="*/ 532 h 868"/>
                <a:gd name="T58" fmla="*/ 647 w 931"/>
                <a:gd name="T59" fmla="*/ 553 h 868"/>
                <a:gd name="T60" fmla="*/ 658 w 931"/>
                <a:gd name="T61" fmla="*/ 548 h 868"/>
                <a:gd name="T62" fmla="*/ 670 w 931"/>
                <a:gd name="T63" fmla="*/ 559 h 868"/>
                <a:gd name="T64" fmla="*/ 685 w 931"/>
                <a:gd name="T65" fmla="*/ 570 h 868"/>
                <a:gd name="T66" fmla="*/ 705 w 931"/>
                <a:gd name="T67" fmla="*/ 588 h 868"/>
                <a:gd name="T68" fmla="*/ 733 w 931"/>
                <a:gd name="T69" fmla="*/ 611 h 868"/>
                <a:gd name="T70" fmla="*/ 759 w 931"/>
                <a:gd name="T71" fmla="*/ 656 h 868"/>
                <a:gd name="T72" fmla="*/ 768 w 931"/>
                <a:gd name="T73" fmla="*/ 688 h 868"/>
                <a:gd name="T74" fmla="*/ 780 w 931"/>
                <a:gd name="T75" fmla="*/ 701 h 868"/>
                <a:gd name="T76" fmla="*/ 796 w 931"/>
                <a:gd name="T77" fmla="*/ 701 h 868"/>
                <a:gd name="T78" fmla="*/ 808 w 931"/>
                <a:gd name="T79" fmla="*/ 724 h 868"/>
                <a:gd name="T80" fmla="*/ 830 w 931"/>
                <a:gd name="T81" fmla="*/ 739 h 868"/>
                <a:gd name="T82" fmla="*/ 863 w 931"/>
                <a:gd name="T83" fmla="*/ 787 h 868"/>
                <a:gd name="T84" fmla="*/ 882 w 931"/>
                <a:gd name="T85" fmla="*/ 797 h 868"/>
                <a:gd name="T86" fmla="*/ 891 w 931"/>
                <a:gd name="T87" fmla="*/ 839 h 868"/>
                <a:gd name="T88" fmla="*/ 811 w 931"/>
                <a:gd name="T89" fmla="*/ 868 h 868"/>
                <a:gd name="T90" fmla="*/ 681 w 931"/>
                <a:gd name="T91" fmla="*/ 847 h 868"/>
                <a:gd name="T92" fmla="*/ 681 w 931"/>
                <a:gd name="T93" fmla="*/ 817 h 868"/>
                <a:gd name="T94" fmla="*/ 674 w 931"/>
                <a:gd name="T95" fmla="*/ 767 h 868"/>
                <a:gd name="T96" fmla="*/ 648 w 931"/>
                <a:gd name="T97" fmla="*/ 738 h 868"/>
                <a:gd name="T98" fmla="*/ 614 w 931"/>
                <a:gd name="T99" fmla="*/ 701 h 868"/>
                <a:gd name="T100" fmla="*/ 582 w 931"/>
                <a:gd name="T101" fmla="*/ 667 h 868"/>
                <a:gd name="T102" fmla="*/ 470 w 931"/>
                <a:gd name="T103" fmla="*/ 579 h 868"/>
                <a:gd name="T104" fmla="*/ 424 w 931"/>
                <a:gd name="T105" fmla="*/ 519 h 868"/>
                <a:gd name="T106" fmla="*/ 404 w 931"/>
                <a:gd name="T107" fmla="*/ 441 h 868"/>
                <a:gd name="T108" fmla="*/ 381 w 931"/>
                <a:gd name="T109" fmla="*/ 425 h 868"/>
                <a:gd name="T110" fmla="*/ 369 w 931"/>
                <a:gd name="T111" fmla="*/ 356 h 868"/>
                <a:gd name="T112" fmla="*/ 306 w 931"/>
                <a:gd name="T113" fmla="*/ 256 h 868"/>
                <a:gd name="T114" fmla="*/ 270 w 931"/>
                <a:gd name="T115" fmla="*/ 212 h 868"/>
                <a:gd name="T116" fmla="*/ 273 w 931"/>
                <a:gd name="T117" fmla="*/ 186 h 868"/>
                <a:gd name="T118" fmla="*/ 250 w 931"/>
                <a:gd name="T119" fmla="*/ 138 h 868"/>
                <a:gd name="T120" fmla="*/ 200 w 931"/>
                <a:gd name="T121" fmla="*/ 44 h 868"/>
                <a:gd name="T122" fmla="*/ 353 w 931"/>
                <a:gd name="T123" fmla="*/ 20 h 868"/>
                <a:gd name="T124" fmla="*/ 553 w 931"/>
                <a:gd name="T125" fmla="*/ 1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31" h="868">
                  <a:moveTo>
                    <a:pt x="681" y="864"/>
                  </a:moveTo>
                  <a:lnTo>
                    <a:pt x="684" y="865"/>
                  </a:lnTo>
                  <a:lnTo>
                    <a:pt x="687" y="867"/>
                  </a:lnTo>
                  <a:lnTo>
                    <a:pt x="687" y="868"/>
                  </a:lnTo>
                  <a:lnTo>
                    <a:pt x="682" y="868"/>
                  </a:lnTo>
                  <a:lnTo>
                    <a:pt x="681" y="867"/>
                  </a:lnTo>
                  <a:lnTo>
                    <a:pt x="679" y="867"/>
                  </a:lnTo>
                  <a:lnTo>
                    <a:pt x="679" y="865"/>
                  </a:lnTo>
                  <a:lnTo>
                    <a:pt x="679" y="865"/>
                  </a:lnTo>
                  <a:lnTo>
                    <a:pt x="681" y="864"/>
                  </a:lnTo>
                  <a:close/>
                  <a:moveTo>
                    <a:pt x="679" y="853"/>
                  </a:moveTo>
                  <a:lnTo>
                    <a:pt x="681" y="857"/>
                  </a:lnTo>
                  <a:lnTo>
                    <a:pt x="679" y="860"/>
                  </a:lnTo>
                  <a:lnTo>
                    <a:pt x="677" y="864"/>
                  </a:lnTo>
                  <a:lnTo>
                    <a:pt x="674" y="865"/>
                  </a:lnTo>
                  <a:lnTo>
                    <a:pt x="674" y="867"/>
                  </a:lnTo>
                  <a:lnTo>
                    <a:pt x="674" y="868"/>
                  </a:lnTo>
                  <a:lnTo>
                    <a:pt x="674" y="868"/>
                  </a:lnTo>
                  <a:lnTo>
                    <a:pt x="665" y="868"/>
                  </a:lnTo>
                  <a:lnTo>
                    <a:pt x="668" y="865"/>
                  </a:lnTo>
                  <a:lnTo>
                    <a:pt x="673" y="857"/>
                  </a:lnTo>
                  <a:lnTo>
                    <a:pt x="677" y="854"/>
                  </a:lnTo>
                  <a:lnTo>
                    <a:pt x="679" y="853"/>
                  </a:lnTo>
                  <a:close/>
                  <a:moveTo>
                    <a:pt x="444" y="811"/>
                  </a:moveTo>
                  <a:lnTo>
                    <a:pt x="444" y="813"/>
                  </a:lnTo>
                  <a:lnTo>
                    <a:pt x="446" y="811"/>
                  </a:lnTo>
                  <a:lnTo>
                    <a:pt x="447" y="813"/>
                  </a:lnTo>
                  <a:lnTo>
                    <a:pt x="449" y="813"/>
                  </a:lnTo>
                  <a:lnTo>
                    <a:pt x="447" y="813"/>
                  </a:lnTo>
                  <a:lnTo>
                    <a:pt x="446" y="814"/>
                  </a:lnTo>
                  <a:lnTo>
                    <a:pt x="444" y="814"/>
                  </a:lnTo>
                  <a:lnTo>
                    <a:pt x="442" y="814"/>
                  </a:lnTo>
                  <a:lnTo>
                    <a:pt x="442" y="813"/>
                  </a:lnTo>
                  <a:lnTo>
                    <a:pt x="442" y="811"/>
                  </a:lnTo>
                  <a:lnTo>
                    <a:pt x="444" y="811"/>
                  </a:lnTo>
                  <a:close/>
                  <a:moveTo>
                    <a:pt x="504" y="801"/>
                  </a:moveTo>
                  <a:lnTo>
                    <a:pt x="508" y="804"/>
                  </a:lnTo>
                  <a:lnTo>
                    <a:pt x="507" y="807"/>
                  </a:lnTo>
                  <a:lnTo>
                    <a:pt x="508" y="811"/>
                  </a:lnTo>
                  <a:lnTo>
                    <a:pt x="510" y="813"/>
                  </a:lnTo>
                  <a:lnTo>
                    <a:pt x="510" y="814"/>
                  </a:lnTo>
                  <a:lnTo>
                    <a:pt x="512" y="817"/>
                  </a:lnTo>
                  <a:lnTo>
                    <a:pt x="513" y="822"/>
                  </a:lnTo>
                  <a:lnTo>
                    <a:pt x="512" y="827"/>
                  </a:lnTo>
                  <a:lnTo>
                    <a:pt x="512" y="830"/>
                  </a:lnTo>
                  <a:lnTo>
                    <a:pt x="513" y="834"/>
                  </a:lnTo>
                  <a:lnTo>
                    <a:pt x="513" y="837"/>
                  </a:lnTo>
                  <a:lnTo>
                    <a:pt x="513" y="842"/>
                  </a:lnTo>
                  <a:lnTo>
                    <a:pt x="513" y="844"/>
                  </a:lnTo>
                  <a:lnTo>
                    <a:pt x="513" y="845"/>
                  </a:lnTo>
                  <a:lnTo>
                    <a:pt x="510" y="847"/>
                  </a:lnTo>
                  <a:lnTo>
                    <a:pt x="510" y="848"/>
                  </a:lnTo>
                  <a:lnTo>
                    <a:pt x="508" y="850"/>
                  </a:lnTo>
                  <a:lnTo>
                    <a:pt x="508" y="851"/>
                  </a:lnTo>
                  <a:lnTo>
                    <a:pt x="508" y="853"/>
                  </a:lnTo>
                  <a:lnTo>
                    <a:pt x="510" y="856"/>
                  </a:lnTo>
                  <a:lnTo>
                    <a:pt x="508" y="859"/>
                  </a:lnTo>
                  <a:lnTo>
                    <a:pt x="510" y="862"/>
                  </a:lnTo>
                  <a:lnTo>
                    <a:pt x="508" y="862"/>
                  </a:lnTo>
                  <a:lnTo>
                    <a:pt x="510" y="864"/>
                  </a:lnTo>
                  <a:lnTo>
                    <a:pt x="508" y="864"/>
                  </a:lnTo>
                  <a:lnTo>
                    <a:pt x="507" y="862"/>
                  </a:lnTo>
                  <a:lnTo>
                    <a:pt x="505" y="862"/>
                  </a:lnTo>
                  <a:lnTo>
                    <a:pt x="504" y="864"/>
                  </a:lnTo>
                  <a:lnTo>
                    <a:pt x="502" y="864"/>
                  </a:lnTo>
                  <a:lnTo>
                    <a:pt x="501" y="862"/>
                  </a:lnTo>
                  <a:lnTo>
                    <a:pt x="499" y="862"/>
                  </a:lnTo>
                  <a:lnTo>
                    <a:pt x="498" y="862"/>
                  </a:lnTo>
                  <a:lnTo>
                    <a:pt x="496" y="856"/>
                  </a:lnTo>
                  <a:lnTo>
                    <a:pt x="493" y="853"/>
                  </a:lnTo>
                  <a:lnTo>
                    <a:pt x="490" y="851"/>
                  </a:lnTo>
                  <a:lnTo>
                    <a:pt x="487" y="853"/>
                  </a:lnTo>
                  <a:lnTo>
                    <a:pt x="484" y="853"/>
                  </a:lnTo>
                  <a:lnTo>
                    <a:pt x="482" y="856"/>
                  </a:lnTo>
                  <a:lnTo>
                    <a:pt x="481" y="854"/>
                  </a:lnTo>
                  <a:lnTo>
                    <a:pt x="482" y="848"/>
                  </a:lnTo>
                  <a:lnTo>
                    <a:pt x="485" y="847"/>
                  </a:lnTo>
                  <a:lnTo>
                    <a:pt x="495" y="834"/>
                  </a:lnTo>
                  <a:lnTo>
                    <a:pt x="501" y="827"/>
                  </a:lnTo>
                  <a:lnTo>
                    <a:pt x="498" y="821"/>
                  </a:lnTo>
                  <a:lnTo>
                    <a:pt x="496" y="814"/>
                  </a:lnTo>
                  <a:lnTo>
                    <a:pt x="498" y="810"/>
                  </a:lnTo>
                  <a:lnTo>
                    <a:pt x="499" y="804"/>
                  </a:lnTo>
                  <a:lnTo>
                    <a:pt x="501" y="802"/>
                  </a:lnTo>
                  <a:lnTo>
                    <a:pt x="504" y="801"/>
                  </a:lnTo>
                  <a:close/>
                  <a:moveTo>
                    <a:pt x="876" y="747"/>
                  </a:moveTo>
                  <a:lnTo>
                    <a:pt x="880" y="747"/>
                  </a:lnTo>
                  <a:lnTo>
                    <a:pt x="889" y="754"/>
                  </a:lnTo>
                  <a:lnTo>
                    <a:pt x="891" y="756"/>
                  </a:lnTo>
                  <a:lnTo>
                    <a:pt x="893" y="757"/>
                  </a:lnTo>
                  <a:lnTo>
                    <a:pt x="894" y="759"/>
                  </a:lnTo>
                  <a:lnTo>
                    <a:pt x="896" y="759"/>
                  </a:lnTo>
                  <a:lnTo>
                    <a:pt x="897" y="761"/>
                  </a:lnTo>
                  <a:lnTo>
                    <a:pt x="897" y="762"/>
                  </a:lnTo>
                  <a:lnTo>
                    <a:pt x="896" y="764"/>
                  </a:lnTo>
                  <a:lnTo>
                    <a:pt x="894" y="765"/>
                  </a:lnTo>
                  <a:lnTo>
                    <a:pt x="893" y="764"/>
                  </a:lnTo>
                  <a:lnTo>
                    <a:pt x="893" y="762"/>
                  </a:lnTo>
                  <a:lnTo>
                    <a:pt x="893" y="762"/>
                  </a:lnTo>
                  <a:lnTo>
                    <a:pt x="891" y="759"/>
                  </a:lnTo>
                  <a:lnTo>
                    <a:pt x="888" y="757"/>
                  </a:lnTo>
                  <a:lnTo>
                    <a:pt x="885" y="756"/>
                  </a:lnTo>
                  <a:lnTo>
                    <a:pt x="883" y="753"/>
                  </a:lnTo>
                  <a:lnTo>
                    <a:pt x="879" y="753"/>
                  </a:lnTo>
                  <a:lnTo>
                    <a:pt x="880" y="751"/>
                  </a:lnTo>
                  <a:lnTo>
                    <a:pt x="879" y="750"/>
                  </a:lnTo>
                  <a:lnTo>
                    <a:pt x="877" y="748"/>
                  </a:lnTo>
                  <a:lnTo>
                    <a:pt x="877" y="748"/>
                  </a:lnTo>
                  <a:lnTo>
                    <a:pt x="876" y="747"/>
                  </a:lnTo>
                  <a:close/>
                  <a:moveTo>
                    <a:pt x="929" y="736"/>
                  </a:moveTo>
                  <a:lnTo>
                    <a:pt x="931" y="738"/>
                  </a:lnTo>
                  <a:lnTo>
                    <a:pt x="931" y="739"/>
                  </a:lnTo>
                  <a:lnTo>
                    <a:pt x="931" y="741"/>
                  </a:lnTo>
                  <a:lnTo>
                    <a:pt x="931" y="742"/>
                  </a:lnTo>
                  <a:lnTo>
                    <a:pt x="931" y="745"/>
                  </a:lnTo>
                  <a:lnTo>
                    <a:pt x="929" y="747"/>
                  </a:lnTo>
                  <a:lnTo>
                    <a:pt x="926" y="748"/>
                  </a:lnTo>
                  <a:lnTo>
                    <a:pt x="923" y="747"/>
                  </a:lnTo>
                  <a:lnTo>
                    <a:pt x="922" y="748"/>
                  </a:lnTo>
                  <a:lnTo>
                    <a:pt x="922" y="747"/>
                  </a:lnTo>
                  <a:lnTo>
                    <a:pt x="920" y="741"/>
                  </a:lnTo>
                  <a:lnTo>
                    <a:pt x="920" y="738"/>
                  </a:lnTo>
                  <a:lnTo>
                    <a:pt x="922" y="738"/>
                  </a:lnTo>
                  <a:lnTo>
                    <a:pt x="923" y="736"/>
                  </a:lnTo>
                  <a:lnTo>
                    <a:pt x="926" y="738"/>
                  </a:lnTo>
                  <a:lnTo>
                    <a:pt x="929" y="736"/>
                  </a:lnTo>
                  <a:close/>
                  <a:moveTo>
                    <a:pt x="776" y="670"/>
                  </a:moveTo>
                  <a:lnTo>
                    <a:pt x="776" y="670"/>
                  </a:lnTo>
                  <a:lnTo>
                    <a:pt x="777" y="671"/>
                  </a:lnTo>
                  <a:lnTo>
                    <a:pt x="777" y="671"/>
                  </a:lnTo>
                  <a:lnTo>
                    <a:pt x="777" y="673"/>
                  </a:lnTo>
                  <a:lnTo>
                    <a:pt x="777" y="673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7" y="676"/>
                  </a:lnTo>
                  <a:lnTo>
                    <a:pt x="779" y="678"/>
                  </a:lnTo>
                  <a:lnTo>
                    <a:pt x="777" y="679"/>
                  </a:lnTo>
                  <a:lnTo>
                    <a:pt x="779" y="679"/>
                  </a:lnTo>
                  <a:lnTo>
                    <a:pt x="779" y="681"/>
                  </a:lnTo>
                  <a:lnTo>
                    <a:pt x="779" y="681"/>
                  </a:lnTo>
                  <a:lnTo>
                    <a:pt x="779" y="681"/>
                  </a:lnTo>
                  <a:lnTo>
                    <a:pt x="777" y="681"/>
                  </a:lnTo>
                  <a:lnTo>
                    <a:pt x="777" y="681"/>
                  </a:lnTo>
                  <a:lnTo>
                    <a:pt x="777" y="679"/>
                  </a:lnTo>
                  <a:lnTo>
                    <a:pt x="777" y="679"/>
                  </a:lnTo>
                  <a:lnTo>
                    <a:pt x="776" y="678"/>
                  </a:lnTo>
                  <a:lnTo>
                    <a:pt x="776" y="678"/>
                  </a:lnTo>
                  <a:lnTo>
                    <a:pt x="777" y="676"/>
                  </a:lnTo>
                  <a:lnTo>
                    <a:pt x="776" y="676"/>
                  </a:lnTo>
                  <a:lnTo>
                    <a:pt x="776" y="674"/>
                  </a:lnTo>
                  <a:lnTo>
                    <a:pt x="776" y="674"/>
                  </a:lnTo>
                  <a:lnTo>
                    <a:pt x="774" y="673"/>
                  </a:lnTo>
                  <a:lnTo>
                    <a:pt x="774" y="671"/>
                  </a:lnTo>
                  <a:lnTo>
                    <a:pt x="774" y="671"/>
                  </a:lnTo>
                  <a:lnTo>
                    <a:pt x="776" y="670"/>
                  </a:lnTo>
                  <a:close/>
                  <a:moveTo>
                    <a:pt x="15" y="653"/>
                  </a:moveTo>
                  <a:lnTo>
                    <a:pt x="18" y="654"/>
                  </a:lnTo>
                  <a:lnTo>
                    <a:pt x="15" y="658"/>
                  </a:lnTo>
                  <a:lnTo>
                    <a:pt x="14" y="661"/>
                  </a:lnTo>
                  <a:lnTo>
                    <a:pt x="14" y="662"/>
                  </a:lnTo>
                  <a:lnTo>
                    <a:pt x="14" y="667"/>
                  </a:lnTo>
                  <a:lnTo>
                    <a:pt x="17" y="670"/>
                  </a:lnTo>
                  <a:lnTo>
                    <a:pt x="18" y="671"/>
                  </a:lnTo>
                  <a:lnTo>
                    <a:pt x="22" y="676"/>
                  </a:lnTo>
                  <a:lnTo>
                    <a:pt x="23" y="685"/>
                  </a:lnTo>
                  <a:lnTo>
                    <a:pt x="23" y="688"/>
                  </a:lnTo>
                  <a:lnTo>
                    <a:pt x="23" y="694"/>
                  </a:lnTo>
                  <a:lnTo>
                    <a:pt x="23" y="704"/>
                  </a:lnTo>
                  <a:lnTo>
                    <a:pt x="18" y="708"/>
                  </a:lnTo>
                  <a:lnTo>
                    <a:pt x="15" y="708"/>
                  </a:lnTo>
                  <a:lnTo>
                    <a:pt x="14" y="710"/>
                  </a:lnTo>
                  <a:lnTo>
                    <a:pt x="12" y="710"/>
                  </a:lnTo>
                  <a:lnTo>
                    <a:pt x="12" y="711"/>
                  </a:lnTo>
                  <a:lnTo>
                    <a:pt x="11" y="710"/>
                  </a:lnTo>
                  <a:lnTo>
                    <a:pt x="12" y="708"/>
                  </a:lnTo>
                  <a:lnTo>
                    <a:pt x="14" y="707"/>
                  </a:lnTo>
                  <a:lnTo>
                    <a:pt x="12" y="704"/>
                  </a:lnTo>
                  <a:lnTo>
                    <a:pt x="11" y="701"/>
                  </a:lnTo>
                  <a:lnTo>
                    <a:pt x="12" y="698"/>
                  </a:lnTo>
                  <a:lnTo>
                    <a:pt x="11" y="693"/>
                  </a:lnTo>
                  <a:lnTo>
                    <a:pt x="8" y="691"/>
                  </a:lnTo>
                  <a:lnTo>
                    <a:pt x="11" y="688"/>
                  </a:lnTo>
                  <a:lnTo>
                    <a:pt x="9" y="684"/>
                  </a:lnTo>
                  <a:lnTo>
                    <a:pt x="8" y="681"/>
                  </a:lnTo>
                  <a:lnTo>
                    <a:pt x="5" y="679"/>
                  </a:lnTo>
                  <a:lnTo>
                    <a:pt x="2" y="676"/>
                  </a:lnTo>
                  <a:lnTo>
                    <a:pt x="2" y="673"/>
                  </a:lnTo>
                  <a:lnTo>
                    <a:pt x="0" y="670"/>
                  </a:lnTo>
                  <a:lnTo>
                    <a:pt x="0" y="667"/>
                  </a:lnTo>
                  <a:lnTo>
                    <a:pt x="0" y="664"/>
                  </a:lnTo>
                  <a:lnTo>
                    <a:pt x="2" y="661"/>
                  </a:lnTo>
                  <a:lnTo>
                    <a:pt x="5" y="658"/>
                  </a:lnTo>
                  <a:lnTo>
                    <a:pt x="9" y="656"/>
                  </a:lnTo>
                  <a:lnTo>
                    <a:pt x="12" y="654"/>
                  </a:lnTo>
                  <a:lnTo>
                    <a:pt x="15" y="653"/>
                  </a:lnTo>
                  <a:close/>
                  <a:moveTo>
                    <a:pt x="774" y="587"/>
                  </a:moveTo>
                  <a:lnTo>
                    <a:pt x="776" y="587"/>
                  </a:lnTo>
                  <a:lnTo>
                    <a:pt x="776" y="590"/>
                  </a:lnTo>
                  <a:lnTo>
                    <a:pt x="779" y="590"/>
                  </a:lnTo>
                  <a:lnTo>
                    <a:pt x="782" y="590"/>
                  </a:lnTo>
                  <a:lnTo>
                    <a:pt x="783" y="593"/>
                  </a:lnTo>
                  <a:lnTo>
                    <a:pt x="790" y="598"/>
                  </a:lnTo>
                  <a:lnTo>
                    <a:pt x="791" y="602"/>
                  </a:lnTo>
                  <a:lnTo>
                    <a:pt x="796" y="604"/>
                  </a:lnTo>
                  <a:lnTo>
                    <a:pt x="796" y="605"/>
                  </a:lnTo>
                  <a:lnTo>
                    <a:pt x="797" y="607"/>
                  </a:lnTo>
                  <a:lnTo>
                    <a:pt x="796" y="608"/>
                  </a:lnTo>
                  <a:lnTo>
                    <a:pt x="799" y="611"/>
                  </a:lnTo>
                  <a:lnTo>
                    <a:pt x="800" y="615"/>
                  </a:lnTo>
                  <a:lnTo>
                    <a:pt x="800" y="616"/>
                  </a:lnTo>
                  <a:lnTo>
                    <a:pt x="802" y="618"/>
                  </a:lnTo>
                  <a:lnTo>
                    <a:pt x="800" y="619"/>
                  </a:lnTo>
                  <a:lnTo>
                    <a:pt x="799" y="622"/>
                  </a:lnTo>
                  <a:lnTo>
                    <a:pt x="799" y="625"/>
                  </a:lnTo>
                  <a:lnTo>
                    <a:pt x="799" y="627"/>
                  </a:lnTo>
                  <a:lnTo>
                    <a:pt x="799" y="631"/>
                  </a:lnTo>
                  <a:lnTo>
                    <a:pt x="803" y="635"/>
                  </a:lnTo>
                  <a:lnTo>
                    <a:pt x="810" y="635"/>
                  </a:lnTo>
                  <a:lnTo>
                    <a:pt x="811" y="636"/>
                  </a:lnTo>
                  <a:lnTo>
                    <a:pt x="813" y="636"/>
                  </a:lnTo>
                  <a:lnTo>
                    <a:pt x="814" y="635"/>
                  </a:lnTo>
                  <a:lnTo>
                    <a:pt x="816" y="635"/>
                  </a:lnTo>
                  <a:lnTo>
                    <a:pt x="817" y="636"/>
                  </a:lnTo>
                  <a:lnTo>
                    <a:pt x="820" y="635"/>
                  </a:lnTo>
                  <a:lnTo>
                    <a:pt x="823" y="635"/>
                  </a:lnTo>
                  <a:lnTo>
                    <a:pt x="825" y="636"/>
                  </a:lnTo>
                  <a:lnTo>
                    <a:pt x="830" y="635"/>
                  </a:lnTo>
                  <a:lnTo>
                    <a:pt x="831" y="638"/>
                  </a:lnTo>
                  <a:lnTo>
                    <a:pt x="830" y="641"/>
                  </a:lnTo>
                  <a:lnTo>
                    <a:pt x="830" y="644"/>
                  </a:lnTo>
                  <a:lnTo>
                    <a:pt x="831" y="647"/>
                  </a:lnTo>
                  <a:lnTo>
                    <a:pt x="831" y="650"/>
                  </a:lnTo>
                  <a:lnTo>
                    <a:pt x="831" y="653"/>
                  </a:lnTo>
                  <a:lnTo>
                    <a:pt x="831" y="653"/>
                  </a:lnTo>
                  <a:lnTo>
                    <a:pt x="831" y="654"/>
                  </a:lnTo>
                  <a:lnTo>
                    <a:pt x="831" y="659"/>
                  </a:lnTo>
                  <a:lnTo>
                    <a:pt x="831" y="664"/>
                  </a:lnTo>
                  <a:lnTo>
                    <a:pt x="831" y="665"/>
                  </a:lnTo>
                  <a:lnTo>
                    <a:pt x="833" y="670"/>
                  </a:lnTo>
                  <a:lnTo>
                    <a:pt x="834" y="671"/>
                  </a:lnTo>
                  <a:lnTo>
                    <a:pt x="833" y="673"/>
                  </a:lnTo>
                  <a:lnTo>
                    <a:pt x="834" y="676"/>
                  </a:lnTo>
                  <a:lnTo>
                    <a:pt x="836" y="676"/>
                  </a:lnTo>
                  <a:lnTo>
                    <a:pt x="839" y="676"/>
                  </a:lnTo>
                  <a:lnTo>
                    <a:pt x="839" y="678"/>
                  </a:lnTo>
                  <a:lnTo>
                    <a:pt x="842" y="678"/>
                  </a:lnTo>
                  <a:lnTo>
                    <a:pt x="840" y="682"/>
                  </a:lnTo>
                  <a:lnTo>
                    <a:pt x="840" y="685"/>
                  </a:lnTo>
                  <a:lnTo>
                    <a:pt x="840" y="690"/>
                  </a:lnTo>
                  <a:lnTo>
                    <a:pt x="839" y="690"/>
                  </a:lnTo>
                  <a:lnTo>
                    <a:pt x="837" y="688"/>
                  </a:lnTo>
                  <a:lnTo>
                    <a:pt x="834" y="687"/>
                  </a:lnTo>
                  <a:lnTo>
                    <a:pt x="833" y="684"/>
                  </a:lnTo>
                  <a:lnTo>
                    <a:pt x="828" y="682"/>
                  </a:lnTo>
                  <a:lnTo>
                    <a:pt x="826" y="679"/>
                  </a:lnTo>
                  <a:lnTo>
                    <a:pt x="823" y="678"/>
                  </a:lnTo>
                  <a:lnTo>
                    <a:pt x="822" y="678"/>
                  </a:lnTo>
                  <a:lnTo>
                    <a:pt x="819" y="674"/>
                  </a:lnTo>
                  <a:lnTo>
                    <a:pt x="819" y="673"/>
                  </a:lnTo>
                  <a:lnTo>
                    <a:pt x="817" y="671"/>
                  </a:lnTo>
                  <a:lnTo>
                    <a:pt x="816" y="668"/>
                  </a:lnTo>
                  <a:lnTo>
                    <a:pt x="814" y="667"/>
                  </a:lnTo>
                  <a:lnTo>
                    <a:pt x="811" y="664"/>
                  </a:lnTo>
                  <a:lnTo>
                    <a:pt x="810" y="661"/>
                  </a:lnTo>
                  <a:lnTo>
                    <a:pt x="808" y="661"/>
                  </a:lnTo>
                  <a:lnTo>
                    <a:pt x="807" y="659"/>
                  </a:lnTo>
                  <a:lnTo>
                    <a:pt x="805" y="659"/>
                  </a:lnTo>
                  <a:lnTo>
                    <a:pt x="802" y="656"/>
                  </a:lnTo>
                  <a:lnTo>
                    <a:pt x="800" y="653"/>
                  </a:lnTo>
                  <a:lnTo>
                    <a:pt x="796" y="651"/>
                  </a:lnTo>
                  <a:lnTo>
                    <a:pt x="793" y="648"/>
                  </a:lnTo>
                  <a:lnTo>
                    <a:pt x="790" y="644"/>
                  </a:lnTo>
                  <a:lnTo>
                    <a:pt x="790" y="642"/>
                  </a:lnTo>
                  <a:lnTo>
                    <a:pt x="788" y="639"/>
                  </a:lnTo>
                  <a:lnTo>
                    <a:pt x="787" y="636"/>
                  </a:lnTo>
                  <a:lnTo>
                    <a:pt x="783" y="636"/>
                  </a:lnTo>
                  <a:lnTo>
                    <a:pt x="780" y="638"/>
                  </a:lnTo>
                  <a:lnTo>
                    <a:pt x="779" y="636"/>
                  </a:lnTo>
                  <a:lnTo>
                    <a:pt x="777" y="633"/>
                  </a:lnTo>
                  <a:lnTo>
                    <a:pt x="777" y="630"/>
                  </a:lnTo>
                  <a:lnTo>
                    <a:pt x="776" y="628"/>
                  </a:lnTo>
                  <a:lnTo>
                    <a:pt x="774" y="627"/>
                  </a:lnTo>
                  <a:lnTo>
                    <a:pt x="773" y="624"/>
                  </a:lnTo>
                  <a:lnTo>
                    <a:pt x="773" y="624"/>
                  </a:lnTo>
                  <a:lnTo>
                    <a:pt x="771" y="621"/>
                  </a:lnTo>
                  <a:lnTo>
                    <a:pt x="770" y="619"/>
                  </a:lnTo>
                  <a:lnTo>
                    <a:pt x="768" y="618"/>
                  </a:lnTo>
                  <a:lnTo>
                    <a:pt x="767" y="615"/>
                  </a:lnTo>
                  <a:lnTo>
                    <a:pt x="764" y="613"/>
                  </a:lnTo>
                  <a:lnTo>
                    <a:pt x="764" y="608"/>
                  </a:lnTo>
                  <a:lnTo>
                    <a:pt x="764" y="604"/>
                  </a:lnTo>
                  <a:lnTo>
                    <a:pt x="767" y="601"/>
                  </a:lnTo>
                  <a:lnTo>
                    <a:pt x="768" y="595"/>
                  </a:lnTo>
                  <a:lnTo>
                    <a:pt x="767" y="591"/>
                  </a:lnTo>
                  <a:lnTo>
                    <a:pt x="767" y="588"/>
                  </a:lnTo>
                  <a:lnTo>
                    <a:pt x="768" y="588"/>
                  </a:lnTo>
                  <a:lnTo>
                    <a:pt x="770" y="590"/>
                  </a:lnTo>
                  <a:lnTo>
                    <a:pt x="771" y="590"/>
                  </a:lnTo>
                  <a:lnTo>
                    <a:pt x="773" y="590"/>
                  </a:lnTo>
                  <a:lnTo>
                    <a:pt x="774" y="588"/>
                  </a:lnTo>
                  <a:lnTo>
                    <a:pt x="774" y="587"/>
                  </a:lnTo>
                  <a:close/>
                  <a:moveTo>
                    <a:pt x="631" y="507"/>
                  </a:moveTo>
                  <a:lnTo>
                    <a:pt x="634" y="507"/>
                  </a:lnTo>
                  <a:lnTo>
                    <a:pt x="634" y="510"/>
                  </a:lnTo>
                  <a:lnTo>
                    <a:pt x="636" y="512"/>
                  </a:lnTo>
                  <a:lnTo>
                    <a:pt x="633" y="513"/>
                  </a:lnTo>
                  <a:lnTo>
                    <a:pt x="631" y="512"/>
                  </a:lnTo>
                  <a:lnTo>
                    <a:pt x="631" y="508"/>
                  </a:lnTo>
                  <a:lnTo>
                    <a:pt x="631" y="507"/>
                  </a:lnTo>
                  <a:close/>
                  <a:moveTo>
                    <a:pt x="361" y="413"/>
                  </a:moveTo>
                  <a:lnTo>
                    <a:pt x="361" y="413"/>
                  </a:lnTo>
                  <a:lnTo>
                    <a:pt x="363" y="415"/>
                  </a:lnTo>
                  <a:lnTo>
                    <a:pt x="363" y="416"/>
                  </a:lnTo>
                  <a:lnTo>
                    <a:pt x="361" y="416"/>
                  </a:lnTo>
                  <a:lnTo>
                    <a:pt x="359" y="415"/>
                  </a:lnTo>
                  <a:lnTo>
                    <a:pt x="359" y="415"/>
                  </a:lnTo>
                  <a:lnTo>
                    <a:pt x="361" y="413"/>
                  </a:lnTo>
                  <a:close/>
                  <a:moveTo>
                    <a:pt x="178" y="55"/>
                  </a:moveTo>
                  <a:lnTo>
                    <a:pt x="180" y="55"/>
                  </a:lnTo>
                  <a:lnTo>
                    <a:pt x="180" y="55"/>
                  </a:lnTo>
                  <a:lnTo>
                    <a:pt x="180" y="58"/>
                  </a:lnTo>
                  <a:lnTo>
                    <a:pt x="181" y="58"/>
                  </a:lnTo>
                  <a:lnTo>
                    <a:pt x="181" y="60"/>
                  </a:lnTo>
                  <a:lnTo>
                    <a:pt x="180" y="60"/>
                  </a:lnTo>
                  <a:lnTo>
                    <a:pt x="180" y="58"/>
                  </a:lnTo>
                  <a:lnTo>
                    <a:pt x="180" y="56"/>
                  </a:lnTo>
                  <a:lnTo>
                    <a:pt x="178" y="56"/>
                  </a:lnTo>
                  <a:lnTo>
                    <a:pt x="178" y="55"/>
                  </a:lnTo>
                  <a:close/>
                  <a:moveTo>
                    <a:pt x="582" y="0"/>
                  </a:moveTo>
                  <a:lnTo>
                    <a:pt x="582" y="0"/>
                  </a:lnTo>
                  <a:lnTo>
                    <a:pt x="582" y="4"/>
                  </a:lnTo>
                  <a:lnTo>
                    <a:pt x="581" y="7"/>
                  </a:lnTo>
                  <a:lnTo>
                    <a:pt x="578" y="10"/>
                  </a:lnTo>
                  <a:lnTo>
                    <a:pt x="578" y="12"/>
                  </a:lnTo>
                  <a:lnTo>
                    <a:pt x="573" y="15"/>
                  </a:lnTo>
                  <a:lnTo>
                    <a:pt x="573" y="17"/>
                  </a:lnTo>
                  <a:lnTo>
                    <a:pt x="570" y="21"/>
                  </a:lnTo>
                  <a:lnTo>
                    <a:pt x="571" y="26"/>
                  </a:lnTo>
                  <a:lnTo>
                    <a:pt x="571" y="29"/>
                  </a:lnTo>
                  <a:lnTo>
                    <a:pt x="568" y="37"/>
                  </a:lnTo>
                  <a:lnTo>
                    <a:pt x="567" y="40"/>
                  </a:lnTo>
                  <a:lnTo>
                    <a:pt x="567" y="40"/>
                  </a:lnTo>
                  <a:lnTo>
                    <a:pt x="567" y="40"/>
                  </a:lnTo>
                  <a:lnTo>
                    <a:pt x="565" y="41"/>
                  </a:lnTo>
                  <a:lnTo>
                    <a:pt x="562" y="41"/>
                  </a:lnTo>
                  <a:lnTo>
                    <a:pt x="553" y="41"/>
                  </a:lnTo>
                  <a:lnTo>
                    <a:pt x="550" y="43"/>
                  </a:lnTo>
                  <a:lnTo>
                    <a:pt x="547" y="46"/>
                  </a:lnTo>
                  <a:lnTo>
                    <a:pt x="545" y="50"/>
                  </a:lnTo>
                  <a:lnTo>
                    <a:pt x="544" y="55"/>
                  </a:lnTo>
                  <a:lnTo>
                    <a:pt x="544" y="58"/>
                  </a:lnTo>
                  <a:lnTo>
                    <a:pt x="544" y="61"/>
                  </a:lnTo>
                  <a:lnTo>
                    <a:pt x="542" y="66"/>
                  </a:lnTo>
                  <a:lnTo>
                    <a:pt x="541" y="69"/>
                  </a:lnTo>
                  <a:lnTo>
                    <a:pt x="539" y="73"/>
                  </a:lnTo>
                  <a:lnTo>
                    <a:pt x="535" y="75"/>
                  </a:lnTo>
                  <a:lnTo>
                    <a:pt x="533" y="78"/>
                  </a:lnTo>
                  <a:lnTo>
                    <a:pt x="532" y="81"/>
                  </a:lnTo>
                  <a:lnTo>
                    <a:pt x="533" y="83"/>
                  </a:lnTo>
                  <a:lnTo>
                    <a:pt x="538" y="87"/>
                  </a:lnTo>
                  <a:lnTo>
                    <a:pt x="541" y="93"/>
                  </a:lnTo>
                  <a:lnTo>
                    <a:pt x="544" y="100"/>
                  </a:lnTo>
                  <a:lnTo>
                    <a:pt x="545" y="107"/>
                  </a:lnTo>
                  <a:lnTo>
                    <a:pt x="545" y="110"/>
                  </a:lnTo>
                  <a:lnTo>
                    <a:pt x="544" y="113"/>
                  </a:lnTo>
                  <a:lnTo>
                    <a:pt x="542" y="116"/>
                  </a:lnTo>
                  <a:lnTo>
                    <a:pt x="542" y="120"/>
                  </a:lnTo>
                  <a:lnTo>
                    <a:pt x="542" y="121"/>
                  </a:lnTo>
                  <a:lnTo>
                    <a:pt x="544" y="121"/>
                  </a:lnTo>
                  <a:lnTo>
                    <a:pt x="545" y="123"/>
                  </a:lnTo>
                  <a:lnTo>
                    <a:pt x="547" y="123"/>
                  </a:lnTo>
                  <a:lnTo>
                    <a:pt x="548" y="126"/>
                  </a:lnTo>
                  <a:lnTo>
                    <a:pt x="548" y="127"/>
                  </a:lnTo>
                  <a:lnTo>
                    <a:pt x="548" y="130"/>
                  </a:lnTo>
                  <a:lnTo>
                    <a:pt x="548" y="132"/>
                  </a:lnTo>
                  <a:lnTo>
                    <a:pt x="548" y="138"/>
                  </a:lnTo>
                  <a:lnTo>
                    <a:pt x="548" y="143"/>
                  </a:lnTo>
                  <a:lnTo>
                    <a:pt x="548" y="146"/>
                  </a:lnTo>
                  <a:lnTo>
                    <a:pt x="548" y="150"/>
                  </a:lnTo>
                  <a:lnTo>
                    <a:pt x="548" y="150"/>
                  </a:lnTo>
                  <a:lnTo>
                    <a:pt x="545" y="149"/>
                  </a:lnTo>
                  <a:lnTo>
                    <a:pt x="544" y="149"/>
                  </a:lnTo>
                  <a:lnTo>
                    <a:pt x="541" y="147"/>
                  </a:lnTo>
                  <a:lnTo>
                    <a:pt x="539" y="147"/>
                  </a:lnTo>
                  <a:lnTo>
                    <a:pt x="538" y="146"/>
                  </a:lnTo>
                  <a:lnTo>
                    <a:pt x="536" y="146"/>
                  </a:lnTo>
                  <a:lnTo>
                    <a:pt x="536" y="144"/>
                  </a:lnTo>
                  <a:lnTo>
                    <a:pt x="536" y="143"/>
                  </a:lnTo>
                  <a:lnTo>
                    <a:pt x="535" y="140"/>
                  </a:lnTo>
                  <a:lnTo>
                    <a:pt x="533" y="140"/>
                  </a:lnTo>
                  <a:lnTo>
                    <a:pt x="533" y="140"/>
                  </a:lnTo>
                  <a:lnTo>
                    <a:pt x="533" y="143"/>
                  </a:lnTo>
                  <a:lnTo>
                    <a:pt x="533" y="144"/>
                  </a:lnTo>
                  <a:lnTo>
                    <a:pt x="536" y="149"/>
                  </a:lnTo>
                  <a:lnTo>
                    <a:pt x="536" y="149"/>
                  </a:lnTo>
                  <a:lnTo>
                    <a:pt x="538" y="150"/>
                  </a:lnTo>
                  <a:lnTo>
                    <a:pt x="539" y="150"/>
                  </a:lnTo>
                  <a:lnTo>
                    <a:pt x="544" y="152"/>
                  </a:lnTo>
                  <a:lnTo>
                    <a:pt x="547" y="153"/>
                  </a:lnTo>
                  <a:lnTo>
                    <a:pt x="548" y="155"/>
                  </a:lnTo>
                  <a:lnTo>
                    <a:pt x="550" y="156"/>
                  </a:lnTo>
                  <a:lnTo>
                    <a:pt x="553" y="159"/>
                  </a:lnTo>
                  <a:lnTo>
                    <a:pt x="556" y="161"/>
                  </a:lnTo>
                  <a:lnTo>
                    <a:pt x="559" y="164"/>
                  </a:lnTo>
                  <a:lnTo>
                    <a:pt x="561" y="167"/>
                  </a:lnTo>
                  <a:lnTo>
                    <a:pt x="562" y="170"/>
                  </a:lnTo>
                  <a:lnTo>
                    <a:pt x="565" y="170"/>
                  </a:lnTo>
                  <a:lnTo>
                    <a:pt x="565" y="173"/>
                  </a:lnTo>
                  <a:lnTo>
                    <a:pt x="568" y="186"/>
                  </a:lnTo>
                  <a:lnTo>
                    <a:pt x="570" y="190"/>
                  </a:lnTo>
                  <a:lnTo>
                    <a:pt x="571" y="193"/>
                  </a:lnTo>
                  <a:lnTo>
                    <a:pt x="573" y="198"/>
                  </a:lnTo>
                  <a:lnTo>
                    <a:pt x="573" y="201"/>
                  </a:lnTo>
                  <a:lnTo>
                    <a:pt x="567" y="209"/>
                  </a:lnTo>
                  <a:lnTo>
                    <a:pt x="564" y="215"/>
                  </a:lnTo>
                  <a:lnTo>
                    <a:pt x="562" y="223"/>
                  </a:lnTo>
                  <a:lnTo>
                    <a:pt x="562" y="247"/>
                  </a:lnTo>
                  <a:lnTo>
                    <a:pt x="559" y="259"/>
                  </a:lnTo>
                  <a:lnTo>
                    <a:pt x="559" y="269"/>
                  </a:lnTo>
                  <a:lnTo>
                    <a:pt x="558" y="286"/>
                  </a:lnTo>
                  <a:lnTo>
                    <a:pt x="556" y="290"/>
                  </a:lnTo>
                  <a:lnTo>
                    <a:pt x="558" y="298"/>
                  </a:lnTo>
                  <a:lnTo>
                    <a:pt x="561" y="304"/>
                  </a:lnTo>
                  <a:lnTo>
                    <a:pt x="564" y="307"/>
                  </a:lnTo>
                  <a:lnTo>
                    <a:pt x="568" y="310"/>
                  </a:lnTo>
                  <a:lnTo>
                    <a:pt x="568" y="312"/>
                  </a:lnTo>
                  <a:lnTo>
                    <a:pt x="565" y="315"/>
                  </a:lnTo>
                  <a:lnTo>
                    <a:pt x="565" y="319"/>
                  </a:lnTo>
                  <a:lnTo>
                    <a:pt x="567" y="322"/>
                  </a:lnTo>
                  <a:lnTo>
                    <a:pt x="570" y="324"/>
                  </a:lnTo>
                  <a:lnTo>
                    <a:pt x="581" y="330"/>
                  </a:lnTo>
                  <a:lnTo>
                    <a:pt x="584" y="332"/>
                  </a:lnTo>
                  <a:lnTo>
                    <a:pt x="584" y="332"/>
                  </a:lnTo>
                  <a:lnTo>
                    <a:pt x="584" y="333"/>
                  </a:lnTo>
                  <a:lnTo>
                    <a:pt x="585" y="335"/>
                  </a:lnTo>
                  <a:lnTo>
                    <a:pt x="585" y="341"/>
                  </a:lnTo>
                  <a:lnTo>
                    <a:pt x="585" y="344"/>
                  </a:lnTo>
                  <a:lnTo>
                    <a:pt x="585" y="347"/>
                  </a:lnTo>
                  <a:lnTo>
                    <a:pt x="585" y="349"/>
                  </a:lnTo>
                  <a:lnTo>
                    <a:pt x="585" y="350"/>
                  </a:lnTo>
                  <a:lnTo>
                    <a:pt x="587" y="353"/>
                  </a:lnTo>
                  <a:lnTo>
                    <a:pt x="587" y="362"/>
                  </a:lnTo>
                  <a:lnTo>
                    <a:pt x="587" y="364"/>
                  </a:lnTo>
                  <a:lnTo>
                    <a:pt x="588" y="367"/>
                  </a:lnTo>
                  <a:lnTo>
                    <a:pt x="587" y="369"/>
                  </a:lnTo>
                  <a:lnTo>
                    <a:pt x="585" y="373"/>
                  </a:lnTo>
                  <a:lnTo>
                    <a:pt x="587" y="378"/>
                  </a:lnTo>
                  <a:lnTo>
                    <a:pt x="588" y="381"/>
                  </a:lnTo>
                  <a:lnTo>
                    <a:pt x="587" y="387"/>
                  </a:lnTo>
                  <a:lnTo>
                    <a:pt x="588" y="393"/>
                  </a:lnTo>
                  <a:lnTo>
                    <a:pt x="593" y="399"/>
                  </a:lnTo>
                  <a:lnTo>
                    <a:pt x="595" y="402"/>
                  </a:lnTo>
                  <a:lnTo>
                    <a:pt x="595" y="404"/>
                  </a:lnTo>
                  <a:lnTo>
                    <a:pt x="595" y="407"/>
                  </a:lnTo>
                  <a:lnTo>
                    <a:pt x="595" y="409"/>
                  </a:lnTo>
                  <a:lnTo>
                    <a:pt x="596" y="410"/>
                  </a:lnTo>
                  <a:lnTo>
                    <a:pt x="598" y="413"/>
                  </a:lnTo>
                  <a:lnTo>
                    <a:pt x="598" y="416"/>
                  </a:lnTo>
                  <a:lnTo>
                    <a:pt x="596" y="419"/>
                  </a:lnTo>
                  <a:lnTo>
                    <a:pt x="596" y="424"/>
                  </a:lnTo>
                  <a:lnTo>
                    <a:pt x="598" y="427"/>
                  </a:lnTo>
                  <a:lnTo>
                    <a:pt x="598" y="432"/>
                  </a:lnTo>
                  <a:lnTo>
                    <a:pt x="596" y="436"/>
                  </a:lnTo>
                  <a:lnTo>
                    <a:pt x="596" y="438"/>
                  </a:lnTo>
                  <a:lnTo>
                    <a:pt x="596" y="447"/>
                  </a:lnTo>
                  <a:lnTo>
                    <a:pt x="595" y="450"/>
                  </a:lnTo>
                  <a:lnTo>
                    <a:pt x="595" y="452"/>
                  </a:lnTo>
                  <a:lnTo>
                    <a:pt x="595" y="453"/>
                  </a:lnTo>
                  <a:lnTo>
                    <a:pt x="596" y="456"/>
                  </a:lnTo>
                  <a:lnTo>
                    <a:pt x="595" y="459"/>
                  </a:lnTo>
                  <a:lnTo>
                    <a:pt x="595" y="462"/>
                  </a:lnTo>
                  <a:lnTo>
                    <a:pt x="593" y="465"/>
                  </a:lnTo>
                  <a:lnTo>
                    <a:pt x="591" y="468"/>
                  </a:lnTo>
                  <a:lnTo>
                    <a:pt x="593" y="472"/>
                  </a:lnTo>
                  <a:lnTo>
                    <a:pt x="595" y="473"/>
                  </a:lnTo>
                  <a:lnTo>
                    <a:pt x="596" y="476"/>
                  </a:lnTo>
                  <a:lnTo>
                    <a:pt x="598" y="478"/>
                  </a:lnTo>
                  <a:lnTo>
                    <a:pt x="598" y="481"/>
                  </a:lnTo>
                  <a:lnTo>
                    <a:pt x="599" y="484"/>
                  </a:lnTo>
                  <a:lnTo>
                    <a:pt x="602" y="484"/>
                  </a:lnTo>
                  <a:lnTo>
                    <a:pt x="604" y="488"/>
                  </a:lnTo>
                  <a:lnTo>
                    <a:pt x="605" y="492"/>
                  </a:lnTo>
                  <a:lnTo>
                    <a:pt x="605" y="496"/>
                  </a:lnTo>
                  <a:lnTo>
                    <a:pt x="610" y="502"/>
                  </a:lnTo>
                  <a:lnTo>
                    <a:pt x="611" y="507"/>
                  </a:lnTo>
                  <a:lnTo>
                    <a:pt x="613" y="510"/>
                  </a:lnTo>
                  <a:lnTo>
                    <a:pt x="622" y="515"/>
                  </a:lnTo>
                  <a:lnTo>
                    <a:pt x="622" y="519"/>
                  </a:lnTo>
                  <a:lnTo>
                    <a:pt x="625" y="521"/>
                  </a:lnTo>
                  <a:lnTo>
                    <a:pt x="630" y="522"/>
                  </a:lnTo>
                  <a:lnTo>
                    <a:pt x="631" y="525"/>
                  </a:lnTo>
                  <a:lnTo>
                    <a:pt x="633" y="527"/>
                  </a:lnTo>
                  <a:lnTo>
                    <a:pt x="631" y="532"/>
                  </a:lnTo>
                  <a:lnTo>
                    <a:pt x="634" y="536"/>
                  </a:lnTo>
                  <a:lnTo>
                    <a:pt x="634" y="536"/>
                  </a:lnTo>
                  <a:lnTo>
                    <a:pt x="634" y="536"/>
                  </a:lnTo>
                  <a:lnTo>
                    <a:pt x="633" y="538"/>
                  </a:lnTo>
                  <a:lnTo>
                    <a:pt x="633" y="539"/>
                  </a:lnTo>
                  <a:lnTo>
                    <a:pt x="634" y="539"/>
                  </a:lnTo>
                  <a:lnTo>
                    <a:pt x="634" y="541"/>
                  </a:lnTo>
                  <a:lnTo>
                    <a:pt x="634" y="542"/>
                  </a:lnTo>
                  <a:lnTo>
                    <a:pt x="636" y="545"/>
                  </a:lnTo>
                  <a:lnTo>
                    <a:pt x="638" y="547"/>
                  </a:lnTo>
                  <a:lnTo>
                    <a:pt x="639" y="547"/>
                  </a:lnTo>
                  <a:lnTo>
                    <a:pt x="641" y="547"/>
                  </a:lnTo>
                  <a:lnTo>
                    <a:pt x="642" y="547"/>
                  </a:lnTo>
                  <a:lnTo>
                    <a:pt x="644" y="548"/>
                  </a:lnTo>
                  <a:lnTo>
                    <a:pt x="644" y="550"/>
                  </a:lnTo>
                  <a:lnTo>
                    <a:pt x="644" y="551"/>
                  </a:lnTo>
                  <a:lnTo>
                    <a:pt x="647" y="553"/>
                  </a:lnTo>
                  <a:lnTo>
                    <a:pt x="650" y="551"/>
                  </a:lnTo>
                  <a:lnTo>
                    <a:pt x="651" y="551"/>
                  </a:lnTo>
                  <a:lnTo>
                    <a:pt x="653" y="551"/>
                  </a:lnTo>
                  <a:lnTo>
                    <a:pt x="653" y="550"/>
                  </a:lnTo>
                  <a:lnTo>
                    <a:pt x="653" y="550"/>
                  </a:lnTo>
                  <a:lnTo>
                    <a:pt x="651" y="550"/>
                  </a:lnTo>
                  <a:lnTo>
                    <a:pt x="651" y="548"/>
                  </a:lnTo>
                  <a:lnTo>
                    <a:pt x="651" y="547"/>
                  </a:lnTo>
                  <a:lnTo>
                    <a:pt x="653" y="548"/>
                  </a:lnTo>
                  <a:lnTo>
                    <a:pt x="653" y="547"/>
                  </a:lnTo>
                  <a:lnTo>
                    <a:pt x="653" y="547"/>
                  </a:lnTo>
                  <a:lnTo>
                    <a:pt x="654" y="547"/>
                  </a:lnTo>
                  <a:lnTo>
                    <a:pt x="654" y="547"/>
                  </a:lnTo>
                  <a:lnTo>
                    <a:pt x="654" y="547"/>
                  </a:lnTo>
                  <a:lnTo>
                    <a:pt x="656" y="547"/>
                  </a:lnTo>
                  <a:lnTo>
                    <a:pt x="656" y="548"/>
                  </a:lnTo>
                  <a:lnTo>
                    <a:pt x="658" y="548"/>
                  </a:lnTo>
                  <a:lnTo>
                    <a:pt x="658" y="548"/>
                  </a:lnTo>
                  <a:lnTo>
                    <a:pt x="658" y="548"/>
                  </a:lnTo>
                  <a:lnTo>
                    <a:pt x="659" y="548"/>
                  </a:lnTo>
                  <a:lnTo>
                    <a:pt x="661" y="548"/>
                  </a:lnTo>
                  <a:lnTo>
                    <a:pt x="662" y="550"/>
                  </a:lnTo>
                  <a:lnTo>
                    <a:pt x="664" y="551"/>
                  </a:lnTo>
                  <a:lnTo>
                    <a:pt x="664" y="551"/>
                  </a:lnTo>
                  <a:lnTo>
                    <a:pt x="665" y="551"/>
                  </a:lnTo>
                  <a:lnTo>
                    <a:pt x="665" y="553"/>
                  </a:lnTo>
                  <a:lnTo>
                    <a:pt x="667" y="555"/>
                  </a:lnTo>
                  <a:lnTo>
                    <a:pt x="667" y="556"/>
                  </a:lnTo>
                  <a:lnTo>
                    <a:pt x="668" y="556"/>
                  </a:lnTo>
                  <a:lnTo>
                    <a:pt x="668" y="558"/>
                  </a:lnTo>
                  <a:lnTo>
                    <a:pt x="670" y="558"/>
                  </a:lnTo>
                  <a:lnTo>
                    <a:pt x="670" y="558"/>
                  </a:lnTo>
                  <a:lnTo>
                    <a:pt x="670" y="559"/>
                  </a:lnTo>
                  <a:lnTo>
                    <a:pt x="670" y="559"/>
                  </a:lnTo>
                  <a:lnTo>
                    <a:pt x="671" y="559"/>
                  </a:lnTo>
                  <a:lnTo>
                    <a:pt x="671" y="559"/>
                  </a:lnTo>
                  <a:lnTo>
                    <a:pt x="673" y="561"/>
                  </a:lnTo>
                  <a:lnTo>
                    <a:pt x="673" y="562"/>
                  </a:lnTo>
                  <a:lnTo>
                    <a:pt x="674" y="561"/>
                  </a:lnTo>
                  <a:lnTo>
                    <a:pt x="674" y="561"/>
                  </a:lnTo>
                  <a:lnTo>
                    <a:pt x="676" y="562"/>
                  </a:lnTo>
                  <a:lnTo>
                    <a:pt x="676" y="562"/>
                  </a:lnTo>
                  <a:lnTo>
                    <a:pt x="677" y="564"/>
                  </a:lnTo>
                  <a:lnTo>
                    <a:pt x="677" y="565"/>
                  </a:lnTo>
                  <a:lnTo>
                    <a:pt x="677" y="565"/>
                  </a:lnTo>
                  <a:lnTo>
                    <a:pt x="679" y="567"/>
                  </a:lnTo>
                  <a:lnTo>
                    <a:pt x="681" y="568"/>
                  </a:lnTo>
                  <a:lnTo>
                    <a:pt x="681" y="568"/>
                  </a:lnTo>
                  <a:lnTo>
                    <a:pt x="682" y="570"/>
                  </a:lnTo>
                  <a:lnTo>
                    <a:pt x="684" y="570"/>
                  </a:lnTo>
                  <a:lnTo>
                    <a:pt x="685" y="570"/>
                  </a:lnTo>
                  <a:lnTo>
                    <a:pt x="688" y="573"/>
                  </a:lnTo>
                  <a:lnTo>
                    <a:pt x="688" y="575"/>
                  </a:lnTo>
                  <a:lnTo>
                    <a:pt x="690" y="576"/>
                  </a:lnTo>
                  <a:lnTo>
                    <a:pt x="690" y="578"/>
                  </a:lnTo>
                  <a:lnTo>
                    <a:pt x="691" y="579"/>
                  </a:lnTo>
                  <a:lnTo>
                    <a:pt x="693" y="579"/>
                  </a:lnTo>
                  <a:lnTo>
                    <a:pt x="693" y="579"/>
                  </a:lnTo>
                  <a:lnTo>
                    <a:pt x="694" y="581"/>
                  </a:lnTo>
                  <a:lnTo>
                    <a:pt x="694" y="581"/>
                  </a:lnTo>
                  <a:lnTo>
                    <a:pt x="694" y="582"/>
                  </a:lnTo>
                  <a:lnTo>
                    <a:pt x="696" y="582"/>
                  </a:lnTo>
                  <a:lnTo>
                    <a:pt x="697" y="582"/>
                  </a:lnTo>
                  <a:lnTo>
                    <a:pt x="699" y="582"/>
                  </a:lnTo>
                  <a:lnTo>
                    <a:pt x="702" y="584"/>
                  </a:lnTo>
                  <a:lnTo>
                    <a:pt x="702" y="585"/>
                  </a:lnTo>
                  <a:lnTo>
                    <a:pt x="704" y="588"/>
                  </a:lnTo>
                  <a:lnTo>
                    <a:pt x="705" y="588"/>
                  </a:lnTo>
                  <a:lnTo>
                    <a:pt x="707" y="590"/>
                  </a:lnTo>
                  <a:lnTo>
                    <a:pt x="708" y="591"/>
                  </a:lnTo>
                  <a:lnTo>
                    <a:pt x="710" y="593"/>
                  </a:lnTo>
                  <a:lnTo>
                    <a:pt x="711" y="595"/>
                  </a:lnTo>
                  <a:lnTo>
                    <a:pt x="713" y="596"/>
                  </a:lnTo>
                  <a:lnTo>
                    <a:pt x="714" y="599"/>
                  </a:lnTo>
                  <a:lnTo>
                    <a:pt x="717" y="601"/>
                  </a:lnTo>
                  <a:lnTo>
                    <a:pt x="720" y="604"/>
                  </a:lnTo>
                  <a:lnTo>
                    <a:pt x="722" y="604"/>
                  </a:lnTo>
                  <a:lnTo>
                    <a:pt x="724" y="604"/>
                  </a:lnTo>
                  <a:lnTo>
                    <a:pt x="725" y="605"/>
                  </a:lnTo>
                  <a:lnTo>
                    <a:pt x="725" y="608"/>
                  </a:lnTo>
                  <a:lnTo>
                    <a:pt x="727" y="610"/>
                  </a:lnTo>
                  <a:lnTo>
                    <a:pt x="728" y="610"/>
                  </a:lnTo>
                  <a:lnTo>
                    <a:pt x="730" y="610"/>
                  </a:lnTo>
                  <a:lnTo>
                    <a:pt x="731" y="611"/>
                  </a:lnTo>
                  <a:lnTo>
                    <a:pt x="733" y="611"/>
                  </a:lnTo>
                  <a:lnTo>
                    <a:pt x="734" y="613"/>
                  </a:lnTo>
                  <a:lnTo>
                    <a:pt x="750" y="630"/>
                  </a:lnTo>
                  <a:lnTo>
                    <a:pt x="754" y="635"/>
                  </a:lnTo>
                  <a:lnTo>
                    <a:pt x="756" y="636"/>
                  </a:lnTo>
                  <a:lnTo>
                    <a:pt x="757" y="639"/>
                  </a:lnTo>
                  <a:lnTo>
                    <a:pt x="759" y="641"/>
                  </a:lnTo>
                  <a:lnTo>
                    <a:pt x="759" y="642"/>
                  </a:lnTo>
                  <a:lnTo>
                    <a:pt x="756" y="644"/>
                  </a:lnTo>
                  <a:lnTo>
                    <a:pt x="754" y="647"/>
                  </a:lnTo>
                  <a:lnTo>
                    <a:pt x="753" y="648"/>
                  </a:lnTo>
                  <a:lnTo>
                    <a:pt x="753" y="650"/>
                  </a:lnTo>
                  <a:lnTo>
                    <a:pt x="754" y="651"/>
                  </a:lnTo>
                  <a:lnTo>
                    <a:pt x="756" y="651"/>
                  </a:lnTo>
                  <a:lnTo>
                    <a:pt x="756" y="654"/>
                  </a:lnTo>
                  <a:lnTo>
                    <a:pt x="757" y="656"/>
                  </a:lnTo>
                  <a:lnTo>
                    <a:pt x="757" y="656"/>
                  </a:lnTo>
                  <a:lnTo>
                    <a:pt x="759" y="656"/>
                  </a:lnTo>
                  <a:lnTo>
                    <a:pt x="759" y="658"/>
                  </a:lnTo>
                  <a:lnTo>
                    <a:pt x="760" y="658"/>
                  </a:lnTo>
                  <a:lnTo>
                    <a:pt x="760" y="658"/>
                  </a:lnTo>
                  <a:lnTo>
                    <a:pt x="760" y="659"/>
                  </a:lnTo>
                  <a:lnTo>
                    <a:pt x="762" y="662"/>
                  </a:lnTo>
                  <a:lnTo>
                    <a:pt x="764" y="664"/>
                  </a:lnTo>
                  <a:lnTo>
                    <a:pt x="765" y="665"/>
                  </a:lnTo>
                  <a:lnTo>
                    <a:pt x="767" y="667"/>
                  </a:lnTo>
                  <a:lnTo>
                    <a:pt x="768" y="671"/>
                  </a:lnTo>
                  <a:lnTo>
                    <a:pt x="771" y="676"/>
                  </a:lnTo>
                  <a:lnTo>
                    <a:pt x="773" y="678"/>
                  </a:lnTo>
                  <a:lnTo>
                    <a:pt x="771" y="681"/>
                  </a:lnTo>
                  <a:lnTo>
                    <a:pt x="770" y="681"/>
                  </a:lnTo>
                  <a:lnTo>
                    <a:pt x="770" y="682"/>
                  </a:lnTo>
                  <a:lnTo>
                    <a:pt x="768" y="684"/>
                  </a:lnTo>
                  <a:lnTo>
                    <a:pt x="768" y="685"/>
                  </a:lnTo>
                  <a:lnTo>
                    <a:pt x="768" y="688"/>
                  </a:lnTo>
                  <a:lnTo>
                    <a:pt x="770" y="688"/>
                  </a:lnTo>
                  <a:lnTo>
                    <a:pt x="771" y="691"/>
                  </a:lnTo>
                  <a:lnTo>
                    <a:pt x="771" y="694"/>
                  </a:lnTo>
                  <a:lnTo>
                    <a:pt x="770" y="696"/>
                  </a:lnTo>
                  <a:lnTo>
                    <a:pt x="770" y="698"/>
                  </a:lnTo>
                  <a:lnTo>
                    <a:pt x="771" y="699"/>
                  </a:lnTo>
                  <a:lnTo>
                    <a:pt x="771" y="702"/>
                  </a:lnTo>
                  <a:lnTo>
                    <a:pt x="773" y="705"/>
                  </a:lnTo>
                  <a:lnTo>
                    <a:pt x="774" y="705"/>
                  </a:lnTo>
                  <a:lnTo>
                    <a:pt x="774" y="707"/>
                  </a:lnTo>
                  <a:lnTo>
                    <a:pt x="777" y="708"/>
                  </a:lnTo>
                  <a:lnTo>
                    <a:pt x="782" y="707"/>
                  </a:lnTo>
                  <a:lnTo>
                    <a:pt x="782" y="707"/>
                  </a:lnTo>
                  <a:lnTo>
                    <a:pt x="782" y="705"/>
                  </a:lnTo>
                  <a:lnTo>
                    <a:pt x="783" y="704"/>
                  </a:lnTo>
                  <a:lnTo>
                    <a:pt x="780" y="702"/>
                  </a:lnTo>
                  <a:lnTo>
                    <a:pt x="780" y="701"/>
                  </a:lnTo>
                  <a:lnTo>
                    <a:pt x="782" y="699"/>
                  </a:lnTo>
                  <a:lnTo>
                    <a:pt x="780" y="699"/>
                  </a:lnTo>
                  <a:lnTo>
                    <a:pt x="782" y="698"/>
                  </a:lnTo>
                  <a:lnTo>
                    <a:pt x="782" y="698"/>
                  </a:lnTo>
                  <a:lnTo>
                    <a:pt x="785" y="698"/>
                  </a:lnTo>
                  <a:lnTo>
                    <a:pt x="787" y="698"/>
                  </a:lnTo>
                  <a:lnTo>
                    <a:pt x="788" y="696"/>
                  </a:lnTo>
                  <a:lnTo>
                    <a:pt x="788" y="694"/>
                  </a:lnTo>
                  <a:lnTo>
                    <a:pt x="790" y="698"/>
                  </a:lnTo>
                  <a:lnTo>
                    <a:pt x="790" y="699"/>
                  </a:lnTo>
                  <a:lnTo>
                    <a:pt x="793" y="702"/>
                  </a:lnTo>
                  <a:lnTo>
                    <a:pt x="793" y="701"/>
                  </a:lnTo>
                  <a:lnTo>
                    <a:pt x="793" y="701"/>
                  </a:lnTo>
                  <a:lnTo>
                    <a:pt x="796" y="699"/>
                  </a:lnTo>
                  <a:lnTo>
                    <a:pt x="797" y="699"/>
                  </a:lnTo>
                  <a:lnTo>
                    <a:pt x="796" y="701"/>
                  </a:lnTo>
                  <a:lnTo>
                    <a:pt x="796" y="701"/>
                  </a:lnTo>
                  <a:lnTo>
                    <a:pt x="796" y="704"/>
                  </a:lnTo>
                  <a:lnTo>
                    <a:pt x="799" y="705"/>
                  </a:lnTo>
                  <a:lnTo>
                    <a:pt x="799" y="705"/>
                  </a:lnTo>
                  <a:lnTo>
                    <a:pt x="797" y="705"/>
                  </a:lnTo>
                  <a:lnTo>
                    <a:pt x="797" y="707"/>
                  </a:lnTo>
                  <a:lnTo>
                    <a:pt x="799" y="708"/>
                  </a:lnTo>
                  <a:lnTo>
                    <a:pt x="799" y="710"/>
                  </a:lnTo>
                  <a:lnTo>
                    <a:pt x="800" y="710"/>
                  </a:lnTo>
                  <a:lnTo>
                    <a:pt x="800" y="711"/>
                  </a:lnTo>
                  <a:lnTo>
                    <a:pt x="799" y="713"/>
                  </a:lnTo>
                  <a:lnTo>
                    <a:pt x="799" y="716"/>
                  </a:lnTo>
                  <a:lnTo>
                    <a:pt x="799" y="718"/>
                  </a:lnTo>
                  <a:lnTo>
                    <a:pt x="800" y="719"/>
                  </a:lnTo>
                  <a:lnTo>
                    <a:pt x="802" y="721"/>
                  </a:lnTo>
                  <a:lnTo>
                    <a:pt x="802" y="724"/>
                  </a:lnTo>
                  <a:lnTo>
                    <a:pt x="805" y="724"/>
                  </a:lnTo>
                  <a:lnTo>
                    <a:pt x="808" y="724"/>
                  </a:lnTo>
                  <a:lnTo>
                    <a:pt x="810" y="722"/>
                  </a:lnTo>
                  <a:lnTo>
                    <a:pt x="811" y="721"/>
                  </a:lnTo>
                  <a:lnTo>
                    <a:pt x="813" y="719"/>
                  </a:lnTo>
                  <a:lnTo>
                    <a:pt x="816" y="718"/>
                  </a:lnTo>
                  <a:lnTo>
                    <a:pt x="817" y="716"/>
                  </a:lnTo>
                  <a:lnTo>
                    <a:pt x="820" y="718"/>
                  </a:lnTo>
                  <a:lnTo>
                    <a:pt x="823" y="719"/>
                  </a:lnTo>
                  <a:lnTo>
                    <a:pt x="823" y="721"/>
                  </a:lnTo>
                  <a:lnTo>
                    <a:pt x="825" y="724"/>
                  </a:lnTo>
                  <a:lnTo>
                    <a:pt x="826" y="724"/>
                  </a:lnTo>
                  <a:lnTo>
                    <a:pt x="826" y="725"/>
                  </a:lnTo>
                  <a:lnTo>
                    <a:pt x="826" y="728"/>
                  </a:lnTo>
                  <a:lnTo>
                    <a:pt x="828" y="728"/>
                  </a:lnTo>
                  <a:lnTo>
                    <a:pt x="828" y="731"/>
                  </a:lnTo>
                  <a:lnTo>
                    <a:pt x="826" y="734"/>
                  </a:lnTo>
                  <a:lnTo>
                    <a:pt x="830" y="739"/>
                  </a:lnTo>
                  <a:lnTo>
                    <a:pt x="830" y="739"/>
                  </a:lnTo>
                  <a:lnTo>
                    <a:pt x="831" y="744"/>
                  </a:lnTo>
                  <a:lnTo>
                    <a:pt x="833" y="750"/>
                  </a:lnTo>
                  <a:lnTo>
                    <a:pt x="837" y="753"/>
                  </a:lnTo>
                  <a:lnTo>
                    <a:pt x="837" y="756"/>
                  </a:lnTo>
                  <a:lnTo>
                    <a:pt x="837" y="759"/>
                  </a:lnTo>
                  <a:lnTo>
                    <a:pt x="839" y="764"/>
                  </a:lnTo>
                  <a:lnTo>
                    <a:pt x="840" y="767"/>
                  </a:lnTo>
                  <a:lnTo>
                    <a:pt x="840" y="770"/>
                  </a:lnTo>
                  <a:lnTo>
                    <a:pt x="840" y="773"/>
                  </a:lnTo>
                  <a:lnTo>
                    <a:pt x="842" y="777"/>
                  </a:lnTo>
                  <a:lnTo>
                    <a:pt x="845" y="779"/>
                  </a:lnTo>
                  <a:lnTo>
                    <a:pt x="845" y="781"/>
                  </a:lnTo>
                  <a:lnTo>
                    <a:pt x="848" y="782"/>
                  </a:lnTo>
                  <a:lnTo>
                    <a:pt x="853" y="782"/>
                  </a:lnTo>
                  <a:lnTo>
                    <a:pt x="853" y="785"/>
                  </a:lnTo>
                  <a:lnTo>
                    <a:pt x="857" y="787"/>
                  </a:lnTo>
                  <a:lnTo>
                    <a:pt x="863" y="787"/>
                  </a:lnTo>
                  <a:lnTo>
                    <a:pt x="870" y="785"/>
                  </a:lnTo>
                  <a:lnTo>
                    <a:pt x="874" y="784"/>
                  </a:lnTo>
                  <a:lnTo>
                    <a:pt x="877" y="785"/>
                  </a:lnTo>
                  <a:lnTo>
                    <a:pt x="876" y="787"/>
                  </a:lnTo>
                  <a:lnTo>
                    <a:pt x="879" y="787"/>
                  </a:lnTo>
                  <a:lnTo>
                    <a:pt x="879" y="788"/>
                  </a:lnTo>
                  <a:lnTo>
                    <a:pt x="877" y="790"/>
                  </a:lnTo>
                  <a:lnTo>
                    <a:pt x="877" y="790"/>
                  </a:lnTo>
                  <a:lnTo>
                    <a:pt x="879" y="791"/>
                  </a:lnTo>
                  <a:lnTo>
                    <a:pt x="880" y="790"/>
                  </a:lnTo>
                  <a:lnTo>
                    <a:pt x="880" y="790"/>
                  </a:lnTo>
                  <a:lnTo>
                    <a:pt x="883" y="790"/>
                  </a:lnTo>
                  <a:lnTo>
                    <a:pt x="883" y="791"/>
                  </a:lnTo>
                  <a:lnTo>
                    <a:pt x="883" y="793"/>
                  </a:lnTo>
                  <a:lnTo>
                    <a:pt x="882" y="793"/>
                  </a:lnTo>
                  <a:lnTo>
                    <a:pt x="880" y="796"/>
                  </a:lnTo>
                  <a:lnTo>
                    <a:pt x="882" y="797"/>
                  </a:lnTo>
                  <a:lnTo>
                    <a:pt x="882" y="799"/>
                  </a:lnTo>
                  <a:lnTo>
                    <a:pt x="882" y="802"/>
                  </a:lnTo>
                  <a:lnTo>
                    <a:pt x="879" y="810"/>
                  </a:lnTo>
                  <a:lnTo>
                    <a:pt x="879" y="813"/>
                  </a:lnTo>
                  <a:lnTo>
                    <a:pt x="879" y="814"/>
                  </a:lnTo>
                  <a:lnTo>
                    <a:pt x="879" y="817"/>
                  </a:lnTo>
                  <a:lnTo>
                    <a:pt x="880" y="819"/>
                  </a:lnTo>
                  <a:lnTo>
                    <a:pt x="882" y="822"/>
                  </a:lnTo>
                  <a:lnTo>
                    <a:pt x="883" y="824"/>
                  </a:lnTo>
                  <a:lnTo>
                    <a:pt x="885" y="825"/>
                  </a:lnTo>
                  <a:lnTo>
                    <a:pt x="889" y="831"/>
                  </a:lnTo>
                  <a:lnTo>
                    <a:pt x="889" y="831"/>
                  </a:lnTo>
                  <a:lnTo>
                    <a:pt x="891" y="833"/>
                  </a:lnTo>
                  <a:lnTo>
                    <a:pt x="893" y="833"/>
                  </a:lnTo>
                  <a:lnTo>
                    <a:pt x="891" y="834"/>
                  </a:lnTo>
                  <a:lnTo>
                    <a:pt x="891" y="836"/>
                  </a:lnTo>
                  <a:lnTo>
                    <a:pt x="891" y="839"/>
                  </a:lnTo>
                  <a:lnTo>
                    <a:pt x="889" y="839"/>
                  </a:lnTo>
                  <a:lnTo>
                    <a:pt x="889" y="842"/>
                  </a:lnTo>
                  <a:lnTo>
                    <a:pt x="888" y="847"/>
                  </a:lnTo>
                  <a:lnTo>
                    <a:pt x="889" y="853"/>
                  </a:lnTo>
                  <a:lnTo>
                    <a:pt x="891" y="854"/>
                  </a:lnTo>
                  <a:lnTo>
                    <a:pt x="891" y="854"/>
                  </a:lnTo>
                  <a:lnTo>
                    <a:pt x="893" y="856"/>
                  </a:lnTo>
                  <a:lnTo>
                    <a:pt x="891" y="859"/>
                  </a:lnTo>
                  <a:lnTo>
                    <a:pt x="889" y="860"/>
                  </a:lnTo>
                  <a:lnTo>
                    <a:pt x="889" y="864"/>
                  </a:lnTo>
                  <a:lnTo>
                    <a:pt x="891" y="865"/>
                  </a:lnTo>
                  <a:lnTo>
                    <a:pt x="893" y="868"/>
                  </a:lnTo>
                  <a:lnTo>
                    <a:pt x="896" y="868"/>
                  </a:lnTo>
                  <a:lnTo>
                    <a:pt x="896" y="868"/>
                  </a:lnTo>
                  <a:lnTo>
                    <a:pt x="868" y="868"/>
                  </a:lnTo>
                  <a:lnTo>
                    <a:pt x="840" y="868"/>
                  </a:lnTo>
                  <a:lnTo>
                    <a:pt x="811" y="868"/>
                  </a:lnTo>
                  <a:lnTo>
                    <a:pt x="782" y="868"/>
                  </a:lnTo>
                  <a:lnTo>
                    <a:pt x="753" y="868"/>
                  </a:lnTo>
                  <a:lnTo>
                    <a:pt x="725" y="868"/>
                  </a:lnTo>
                  <a:lnTo>
                    <a:pt x="696" y="868"/>
                  </a:lnTo>
                  <a:lnTo>
                    <a:pt x="688" y="868"/>
                  </a:lnTo>
                  <a:lnTo>
                    <a:pt x="690" y="867"/>
                  </a:lnTo>
                  <a:lnTo>
                    <a:pt x="691" y="864"/>
                  </a:lnTo>
                  <a:lnTo>
                    <a:pt x="693" y="862"/>
                  </a:lnTo>
                  <a:lnTo>
                    <a:pt x="691" y="862"/>
                  </a:lnTo>
                  <a:lnTo>
                    <a:pt x="690" y="860"/>
                  </a:lnTo>
                  <a:lnTo>
                    <a:pt x="687" y="859"/>
                  </a:lnTo>
                  <a:lnTo>
                    <a:pt x="685" y="859"/>
                  </a:lnTo>
                  <a:lnTo>
                    <a:pt x="682" y="859"/>
                  </a:lnTo>
                  <a:lnTo>
                    <a:pt x="682" y="856"/>
                  </a:lnTo>
                  <a:lnTo>
                    <a:pt x="682" y="851"/>
                  </a:lnTo>
                  <a:lnTo>
                    <a:pt x="682" y="848"/>
                  </a:lnTo>
                  <a:lnTo>
                    <a:pt x="681" y="847"/>
                  </a:lnTo>
                  <a:lnTo>
                    <a:pt x="681" y="847"/>
                  </a:lnTo>
                  <a:lnTo>
                    <a:pt x="682" y="845"/>
                  </a:lnTo>
                  <a:lnTo>
                    <a:pt x="684" y="840"/>
                  </a:lnTo>
                  <a:lnTo>
                    <a:pt x="685" y="837"/>
                  </a:lnTo>
                  <a:lnTo>
                    <a:pt x="687" y="834"/>
                  </a:lnTo>
                  <a:lnTo>
                    <a:pt x="690" y="831"/>
                  </a:lnTo>
                  <a:lnTo>
                    <a:pt x="688" y="830"/>
                  </a:lnTo>
                  <a:lnTo>
                    <a:pt x="688" y="828"/>
                  </a:lnTo>
                  <a:lnTo>
                    <a:pt x="687" y="825"/>
                  </a:lnTo>
                  <a:lnTo>
                    <a:pt x="685" y="824"/>
                  </a:lnTo>
                  <a:lnTo>
                    <a:pt x="684" y="824"/>
                  </a:lnTo>
                  <a:lnTo>
                    <a:pt x="682" y="825"/>
                  </a:lnTo>
                  <a:lnTo>
                    <a:pt x="681" y="825"/>
                  </a:lnTo>
                  <a:lnTo>
                    <a:pt x="679" y="824"/>
                  </a:lnTo>
                  <a:lnTo>
                    <a:pt x="679" y="822"/>
                  </a:lnTo>
                  <a:lnTo>
                    <a:pt x="679" y="821"/>
                  </a:lnTo>
                  <a:lnTo>
                    <a:pt x="681" y="817"/>
                  </a:lnTo>
                  <a:lnTo>
                    <a:pt x="682" y="813"/>
                  </a:lnTo>
                  <a:lnTo>
                    <a:pt x="685" y="807"/>
                  </a:lnTo>
                  <a:lnTo>
                    <a:pt x="688" y="796"/>
                  </a:lnTo>
                  <a:lnTo>
                    <a:pt x="690" y="791"/>
                  </a:lnTo>
                  <a:lnTo>
                    <a:pt x="691" y="787"/>
                  </a:lnTo>
                  <a:lnTo>
                    <a:pt x="690" y="784"/>
                  </a:lnTo>
                  <a:lnTo>
                    <a:pt x="688" y="782"/>
                  </a:lnTo>
                  <a:lnTo>
                    <a:pt x="687" y="781"/>
                  </a:lnTo>
                  <a:lnTo>
                    <a:pt x="687" y="777"/>
                  </a:lnTo>
                  <a:lnTo>
                    <a:pt x="687" y="774"/>
                  </a:lnTo>
                  <a:lnTo>
                    <a:pt x="687" y="774"/>
                  </a:lnTo>
                  <a:lnTo>
                    <a:pt x="685" y="773"/>
                  </a:lnTo>
                  <a:lnTo>
                    <a:pt x="685" y="771"/>
                  </a:lnTo>
                  <a:lnTo>
                    <a:pt x="684" y="768"/>
                  </a:lnTo>
                  <a:lnTo>
                    <a:pt x="681" y="767"/>
                  </a:lnTo>
                  <a:lnTo>
                    <a:pt x="677" y="767"/>
                  </a:lnTo>
                  <a:lnTo>
                    <a:pt x="674" y="767"/>
                  </a:lnTo>
                  <a:lnTo>
                    <a:pt x="673" y="767"/>
                  </a:lnTo>
                  <a:lnTo>
                    <a:pt x="673" y="764"/>
                  </a:lnTo>
                  <a:lnTo>
                    <a:pt x="673" y="761"/>
                  </a:lnTo>
                  <a:lnTo>
                    <a:pt x="673" y="756"/>
                  </a:lnTo>
                  <a:lnTo>
                    <a:pt x="671" y="751"/>
                  </a:lnTo>
                  <a:lnTo>
                    <a:pt x="670" y="750"/>
                  </a:lnTo>
                  <a:lnTo>
                    <a:pt x="668" y="750"/>
                  </a:lnTo>
                  <a:lnTo>
                    <a:pt x="665" y="750"/>
                  </a:lnTo>
                  <a:lnTo>
                    <a:pt x="661" y="750"/>
                  </a:lnTo>
                  <a:lnTo>
                    <a:pt x="659" y="751"/>
                  </a:lnTo>
                  <a:lnTo>
                    <a:pt x="654" y="750"/>
                  </a:lnTo>
                  <a:lnTo>
                    <a:pt x="654" y="747"/>
                  </a:lnTo>
                  <a:lnTo>
                    <a:pt x="656" y="747"/>
                  </a:lnTo>
                  <a:lnTo>
                    <a:pt x="654" y="745"/>
                  </a:lnTo>
                  <a:lnTo>
                    <a:pt x="654" y="742"/>
                  </a:lnTo>
                  <a:lnTo>
                    <a:pt x="651" y="742"/>
                  </a:lnTo>
                  <a:lnTo>
                    <a:pt x="648" y="738"/>
                  </a:lnTo>
                  <a:lnTo>
                    <a:pt x="642" y="736"/>
                  </a:lnTo>
                  <a:lnTo>
                    <a:pt x="642" y="733"/>
                  </a:lnTo>
                  <a:lnTo>
                    <a:pt x="642" y="730"/>
                  </a:lnTo>
                  <a:lnTo>
                    <a:pt x="641" y="728"/>
                  </a:lnTo>
                  <a:lnTo>
                    <a:pt x="641" y="725"/>
                  </a:lnTo>
                  <a:lnTo>
                    <a:pt x="639" y="722"/>
                  </a:lnTo>
                  <a:lnTo>
                    <a:pt x="636" y="722"/>
                  </a:lnTo>
                  <a:lnTo>
                    <a:pt x="633" y="716"/>
                  </a:lnTo>
                  <a:lnTo>
                    <a:pt x="634" y="713"/>
                  </a:lnTo>
                  <a:lnTo>
                    <a:pt x="631" y="710"/>
                  </a:lnTo>
                  <a:lnTo>
                    <a:pt x="628" y="710"/>
                  </a:lnTo>
                  <a:lnTo>
                    <a:pt x="628" y="707"/>
                  </a:lnTo>
                  <a:lnTo>
                    <a:pt x="625" y="704"/>
                  </a:lnTo>
                  <a:lnTo>
                    <a:pt x="622" y="701"/>
                  </a:lnTo>
                  <a:lnTo>
                    <a:pt x="618" y="701"/>
                  </a:lnTo>
                  <a:lnTo>
                    <a:pt x="616" y="701"/>
                  </a:lnTo>
                  <a:lnTo>
                    <a:pt x="614" y="701"/>
                  </a:lnTo>
                  <a:lnTo>
                    <a:pt x="613" y="701"/>
                  </a:lnTo>
                  <a:lnTo>
                    <a:pt x="611" y="699"/>
                  </a:lnTo>
                  <a:lnTo>
                    <a:pt x="610" y="696"/>
                  </a:lnTo>
                  <a:lnTo>
                    <a:pt x="610" y="693"/>
                  </a:lnTo>
                  <a:lnTo>
                    <a:pt x="608" y="691"/>
                  </a:lnTo>
                  <a:lnTo>
                    <a:pt x="607" y="691"/>
                  </a:lnTo>
                  <a:lnTo>
                    <a:pt x="604" y="694"/>
                  </a:lnTo>
                  <a:lnTo>
                    <a:pt x="602" y="688"/>
                  </a:lnTo>
                  <a:lnTo>
                    <a:pt x="602" y="682"/>
                  </a:lnTo>
                  <a:lnTo>
                    <a:pt x="601" y="679"/>
                  </a:lnTo>
                  <a:lnTo>
                    <a:pt x="599" y="676"/>
                  </a:lnTo>
                  <a:lnTo>
                    <a:pt x="599" y="673"/>
                  </a:lnTo>
                  <a:lnTo>
                    <a:pt x="598" y="670"/>
                  </a:lnTo>
                  <a:lnTo>
                    <a:pt x="593" y="668"/>
                  </a:lnTo>
                  <a:lnTo>
                    <a:pt x="588" y="667"/>
                  </a:lnTo>
                  <a:lnTo>
                    <a:pt x="585" y="670"/>
                  </a:lnTo>
                  <a:lnTo>
                    <a:pt x="582" y="667"/>
                  </a:lnTo>
                  <a:lnTo>
                    <a:pt x="582" y="662"/>
                  </a:lnTo>
                  <a:lnTo>
                    <a:pt x="581" y="661"/>
                  </a:lnTo>
                  <a:lnTo>
                    <a:pt x="581" y="656"/>
                  </a:lnTo>
                  <a:lnTo>
                    <a:pt x="579" y="653"/>
                  </a:lnTo>
                  <a:lnTo>
                    <a:pt x="578" y="653"/>
                  </a:lnTo>
                  <a:lnTo>
                    <a:pt x="573" y="653"/>
                  </a:lnTo>
                  <a:lnTo>
                    <a:pt x="565" y="645"/>
                  </a:lnTo>
                  <a:lnTo>
                    <a:pt x="562" y="641"/>
                  </a:lnTo>
                  <a:lnTo>
                    <a:pt x="558" y="635"/>
                  </a:lnTo>
                  <a:lnTo>
                    <a:pt x="550" y="627"/>
                  </a:lnTo>
                  <a:lnTo>
                    <a:pt x="542" y="619"/>
                  </a:lnTo>
                  <a:lnTo>
                    <a:pt x="522" y="611"/>
                  </a:lnTo>
                  <a:lnTo>
                    <a:pt x="508" y="610"/>
                  </a:lnTo>
                  <a:lnTo>
                    <a:pt x="501" y="598"/>
                  </a:lnTo>
                  <a:lnTo>
                    <a:pt x="493" y="591"/>
                  </a:lnTo>
                  <a:lnTo>
                    <a:pt x="479" y="585"/>
                  </a:lnTo>
                  <a:lnTo>
                    <a:pt x="470" y="579"/>
                  </a:lnTo>
                  <a:lnTo>
                    <a:pt x="467" y="575"/>
                  </a:lnTo>
                  <a:lnTo>
                    <a:pt x="462" y="573"/>
                  </a:lnTo>
                  <a:lnTo>
                    <a:pt x="459" y="576"/>
                  </a:lnTo>
                  <a:lnTo>
                    <a:pt x="456" y="573"/>
                  </a:lnTo>
                  <a:lnTo>
                    <a:pt x="453" y="571"/>
                  </a:lnTo>
                  <a:lnTo>
                    <a:pt x="452" y="568"/>
                  </a:lnTo>
                  <a:lnTo>
                    <a:pt x="447" y="565"/>
                  </a:lnTo>
                  <a:lnTo>
                    <a:pt x="444" y="561"/>
                  </a:lnTo>
                  <a:lnTo>
                    <a:pt x="439" y="561"/>
                  </a:lnTo>
                  <a:lnTo>
                    <a:pt x="427" y="550"/>
                  </a:lnTo>
                  <a:lnTo>
                    <a:pt x="427" y="545"/>
                  </a:lnTo>
                  <a:lnTo>
                    <a:pt x="429" y="541"/>
                  </a:lnTo>
                  <a:lnTo>
                    <a:pt x="429" y="536"/>
                  </a:lnTo>
                  <a:lnTo>
                    <a:pt x="429" y="532"/>
                  </a:lnTo>
                  <a:lnTo>
                    <a:pt x="427" y="528"/>
                  </a:lnTo>
                  <a:lnTo>
                    <a:pt x="427" y="524"/>
                  </a:lnTo>
                  <a:lnTo>
                    <a:pt x="424" y="519"/>
                  </a:lnTo>
                  <a:lnTo>
                    <a:pt x="422" y="516"/>
                  </a:lnTo>
                  <a:lnTo>
                    <a:pt x="419" y="515"/>
                  </a:lnTo>
                  <a:lnTo>
                    <a:pt x="416" y="513"/>
                  </a:lnTo>
                  <a:lnTo>
                    <a:pt x="410" y="513"/>
                  </a:lnTo>
                  <a:lnTo>
                    <a:pt x="409" y="510"/>
                  </a:lnTo>
                  <a:lnTo>
                    <a:pt x="412" y="498"/>
                  </a:lnTo>
                  <a:lnTo>
                    <a:pt x="413" y="488"/>
                  </a:lnTo>
                  <a:lnTo>
                    <a:pt x="412" y="482"/>
                  </a:lnTo>
                  <a:lnTo>
                    <a:pt x="412" y="481"/>
                  </a:lnTo>
                  <a:lnTo>
                    <a:pt x="410" y="479"/>
                  </a:lnTo>
                  <a:lnTo>
                    <a:pt x="410" y="478"/>
                  </a:lnTo>
                  <a:lnTo>
                    <a:pt x="410" y="475"/>
                  </a:lnTo>
                  <a:lnTo>
                    <a:pt x="412" y="468"/>
                  </a:lnTo>
                  <a:lnTo>
                    <a:pt x="410" y="461"/>
                  </a:lnTo>
                  <a:lnTo>
                    <a:pt x="410" y="453"/>
                  </a:lnTo>
                  <a:lnTo>
                    <a:pt x="407" y="447"/>
                  </a:lnTo>
                  <a:lnTo>
                    <a:pt x="404" y="441"/>
                  </a:lnTo>
                  <a:lnTo>
                    <a:pt x="399" y="436"/>
                  </a:lnTo>
                  <a:lnTo>
                    <a:pt x="395" y="433"/>
                  </a:lnTo>
                  <a:lnTo>
                    <a:pt x="389" y="432"/>
                  </a:lnTo>
                  <a:lnTo>
                    <a:pt x="383" y="432"/>
                  </a:lnTo>
                  <a:lnTo>
                    <a:pt x="387" y="427"/>
                  </a:lnTo>
                  <a:lnTo>
                    <a:pt x="389" y="424"/>
                  </a:lnTo>
                  <a:lnTo>
                    <a:pt x="389" y="422"/>
                  </a:lnTo>
                  <a:lnTo>
                    <a:pt x="389" y="419"/>
                  </a:lnTo>
                  <a:lnTo>
                    <a:pt x="386" y="416"/>
                  </a:lnTo>
                  <a:lnTo>
                    <a:pt x="383" y="415"/>
                  </a:lnTo>
                  <a:lnTo>
                    <a:pt x="381" y="413"/>
                  </a:lnTo>
                  <a:lnTo>
                    <a:pt x="383" y="416"/>
                  </a:lnTo>
                  <a:lnTo>
                    <a:pt x="384" y="418"/>
                  </a:lnTo>
                  <a:lnTo>
                    <a:pt x="384" y="421"/>
                  </a:lnTo>
                  <a:lnTo>
                    <a:pt x="384" y="424"/>
                  </a:lnTo>
                  <a:lnTo>
                    <a:pt x="383" y="425"/>
                  </a:lnTo>
                  <a:lnTo>
                    <a:pt x="381" y="425"/>
                  </a:lnTo>
                  <a:lnTo>
                    <a:pt x="381" y="424"/>
                  </a:lnTo>
                  <a:lnTo>
                    <a:pt x="378" y="422"/>
                  </a:lnTo>
                  <a:lnTo>
                    <a:pt x="376" y="422"/>
                  </a:lnTo>
                  <a:lnTo>
                    <a:pt x="376" y="425"/>
                  </a:lnTo>
                  <a:lnTo>
                    <a:pt x="376" y="427"/>
                  </a:lnTo>
                  <a:lnTo>
                    <a:pt x="378" y="427"/>
                  </a:lnTo>
                  <a:lnTo>
                    <a:pt x="379" y="429"/>
                  </a:lnTo>
                  <a:lnTo>
                    <a:pt x="379" y="433"/>
                  </a:lnTo>
                  <a:lnTo>
                    <a:pt x="383" y="439"/>
                  </a:lnTo>
                  <a:lnTo>
                    <a:pt x="378" y="439"/>
                  </a:lnTo>
                  <a:lnTo>
                    <a:pt x="376" y="433"/>
                  </a:lnTo>
                  <a:lnTo>
                    <a:pt x="373" y="424"/>
                  </a:lnTo>
                  <a:lnTo>
                    <a:pt x="370" y="416"/>
                  </a:lnTo>
                  <a:lnTo>
                    <a:pt x="373" y="389"/>
                  </a:lnTo>
                  <a:lnTo>
                    <a:pt x="373" y="370"/>
                  </a:lnTo>
                  <a:lnTo>
                    <a:pt x="370" y="361"/>
                  </a:lnTo>
                  <a:lnTo>
                    <a:pt x="369" y="356"/>
                  </a:lnTo>
                  <a:lnTo>
                    <a:pt x="367" y="355"/>
                  </a:lnTo>
                  <a:lnTo>
                    <a:pt x="361" y="353"/>
                  </a:lnTo>
                  <a:lnTo>
                    <a:pt x="355" y="347"/>
                  </a:lnTo>
                  <a:lnTo>
                    <a:pt x="350" y="345"/>
                  </a:lnTo>
                  <a:lnTo>
                    <a:pt x="347" y="341"/>
                  </a:lnTo>
                  <a:lnTo>
                    <a:pt x="344" y="336"/>
                  </a:lnTo>
                  <a:lnTo>
                    <a:pt x="343" y="333"/>
                  </a:lnTo>
                  <a:lnTo>
                    <a:pt x="338" y="329"/>
                  </a:lnTo>
                  <a:lnTo>
                    <a:pt x="336" y="327"/>
                  </a:lnTo>
                  <a:lnTo>
                    <a:pt x="330" y="329"/>
                  </a:lnTo>
                  <a:lnTo>
                    <a:pt x="326" y="329"/>
                  </a:lnTo>
                  <a:lnTo>
                    <a:pt x="324" y="322"/>
                  </a:lnTo>
                  <a:lnTo>
                    <a:pt x="327" y="315"/>
                  </a:lnTo>
                  <a:lnTo>
                    <a:pt x="327" y="304"/>
                  </a:lnTo>
                  <a:lnTo>
                    <a:pt x="329" y="293"/>
                  </a:lnTo>
                  <a:lnTo>
                    <a:pt x="324" y="279"/>
                  </a:lnTo>
                  <a:lnTo>
                    <a:pt x="306" y="256"/>
                  </a:lnTo>
                  <a:lnTo>
                    <a:pt x="300" y="244"/>
                  </a:lnTo>
                  <a:lnTo>
                    <a:pt x="298" y="243"/>
                  </a:lnTo>
                  <a:lnTo>
                    <a:pt x="296" y="241"/>
                  </a:lnTo>
                  <a:lnTo>
                    <a:pt x="293" y="238"/>
                  </a:lnTo>
                  <a:lnTo>
                    <a:pt x="292" y="236"/>
                  </a:lnTo>
                  <a:lnTo>
                    <a:pt x="290" y="236"/>
                  </a:lnTo>
                  <a:lnTo>
                    <a:pt x="287" y="233"/>
                  </a:lnTo>
                  <a:lnTo>
                    <a:pt x="286" y="232"/>
                  </a:lnTo>
                  <a:lnTo>
                    <a:pt x="283" y="232"/>
                  </a:lnTo>
                  <a:lnTo>
                    <a:pt x="283" y="230"/>
                  </a:lnTo>
                  <a:lnTo>
                    <a:pt x="283" y="229"/>
                  </a:lnTo>
                  <a:lnTo>
                    <a:pt x="281" y="227"/>
                  </a:lnTo>
                  <a:lnTo>
                    <a:pt x="275" y="221"/>
                  </a:lnTo>
                  <a:lnTo>
                    <a:pt x="275" y="219"/>
                  </a:lnTo>
                  <a:lnTo>
                    <a:pt x="270" y="218"/>
                  </a:lnTo>
                  <a:lnTo>
                    <a:pt x="270" y="215"/>
                  </a:lnTo>
                  <a:lnTo>
                    <a:pt x="270" y="212"/>
                  </a:lnTo>
                  <a:lnTo>
                    <a:pt x="270" y="213"/>
                  </a:lnTo>
                  <a:lnTo>
                    <a:pt x="272" y="212"/>
                  </a:lnTo>
                  <a:lnTo>
                    <a:pt x="275" y="212"/>
                  </a:lnTo>
                  <a:lnTo>
                    <a:pt x="272" y="209"/>
                  </a:lnTo>
                  <a:lnTo>
                    <a:pt x="273" y="206"/>
                  </a:lnTo>
                  <a:lnTo>
                    <a:pt x="273" y="203"/>
                  </a:lnTo>
                  <a:lnTo>
                    <a:pt x="275" y="198"/>
                  </a:lnTo>
                  <a:lnTo>
                    <a:pt x="273" y="193"/>
                  </a:lnTo>
                  <a:lnTo>
                    <a:pt x="272" y="190"/>
                  </a:lnTo>
                  <a:lnTo>
                    <a:pt x="270" y="189"/>
                  </a:lnTo>
                  <a:lnTo>
                    <a:pt x="269" y="189"/>
                  </a:lnTo>
                  <a:lnTo>
                    <a:pt x="264" y="187"/>
                  </a:lnTo>
                  <a:lnTo>
                    <a:pt x="260" y="183"/>
                  </a:lnTo>
                  <a:lnTo>
                    <a:pt x="258" y="179"/>
                  </a:lnTo>
                  <a:lnTo>
                    <a:pt x="266" y="181"/>
                  </a:lnTo>
                  <a:lnTo>
                    <a:pt x="270" y="184"/>
                  </a:lnTo>
                  <a:lnTo>
                    <a:pt x="273" y="186"/>
                  </a:lnTo>
                  <a:lnTo>
                    <a:pt x="277" y="183"/>
                  </a:lnTo>
                  <a:lnTo>
                    <a:pt x="278" y="179"/>
                  </a:lnTo>
                  <a:lnTo>
                    <a:pt x="280" y="176"/>
                  </a:lnTo>
                  <a:lnTo>
                    <a:pt x="281" y="170"/>
                  </a:lnTo>
                  <a:lnTo>
                    <a:pt x="281" y="167"/>
                  </a:lnTo>
                  <a:lnTo>
                    <a:pt x="281" y="163"/>
                  </a:lnTo>
                  <a:lnTo>
                    <a:pt x="280" y="159"/>
                  </a:lnTo>
                  <a:lnTo>
                    <a:pt x="273" y="159"/>
                  </a:lnTo>
                  <a:lnTo>
                    <a:pt x="270" y="158"/>
                  </a:lnTo>
                  <a:lnTo>
                    <a:pt x="267" y="153"/>
                  </a:lnTo>
                  <a:lnTo>
                    <a:pt x="264" y="152"/>
                  </a:lnTo>
                  <a:lnTo>
                    <a:pt x="261" y="152"/>
                  </a:lnTo>
                  <a:lnTo>
                    <a:pt x="258" y="150"/>
                  </a:lnTo>
                  <a:lnTo>
                    <a:pt x="258" y="146"/>
                  </a:lnTo>
                  <a:lnTo>
                    <a:pt x="258" y="140"/>
                  </a:lnTo>
                  <a:lnTo>
                    <a:pt x="255" y="138"/>
                  </a:lnTo>
                  <a:lnTo>
                    <a:pt x="250" y="138"/>
                  </a:lnTo>
                  <a:lnTo>
                    <a:pt x="244" y="136"/>
                  </a:lnTo>
                  <a:lnTo>
                    <a:pt x="240" y="130"/>
                  </a:lnTo>
                  <a:lnTo>
                    <a:pt x="238" y="127"/>
                  </a:lnTo>
                  <a:lnTo>
                    <a:pt x="238" y="121"/>
                  </a:lnTo>
                  <a:lnTo>
                    <a:pt x="237" y="109"/>
                  </a:lnTo>
                  <a:lnTo>
                    <a:pt x="234" y="100"/>
                  </a:lnTo>
                  <a:lnTo>
                    <a:pt x="230" y="92"/>
                  </a:lnTo>
                  <a:lnTo>
                    <a:pt x="229" y="89"/>
                  </a:lnTo>
                  <a:lnTo>
                    <a:pt x="227" y="87"/>
                  </a:lnTo>
                  <a:lnTo>
                    <a:pt x="224" y="86"/>
                  </a:lnTo>
                  <a:lnTo>
                    <a:pt x="217" y="84"/>
                  </a:lnTo>
                  <a:lnTo>
                    <a:pt x="215" y="81"/>
                  </a:lnTo>
                  <a:lnTo>
                    <a:pt x="207" y="64"/>
                  </a:lnTo>
                  <a:lnTo>
                    <a:pt x="204" y="56"/>
                  </a:lnTo>
                  <a:lnTo>
                    <a:pt x="201" y="50"/>
                  </a:lnTo>
                  <a:lnTo>
                    <a:pt x="200" y="47"/>
                  </a:lnTo>
                  <a:lnTo>
                    <a:pt x="200" y="44"/>
                  </a:lnTo>
                  <a:lnTo>
                    <a:pt x="200" y="41"/>
                  </a:lnTo>
                  <a:lnTo>
                    <a:pt x="198" y="37"/>
                  </a:lnTo>
                  <a:lnTo>
                    <a:pt x="200" y="35"/>
                  </a:lnTo>
                  <a:lnTo>
                    <a:pt x="198" y="33"/>
                  </a:lnTo>
                  <a:lnTo>
                    <a:pt x="212" y="32"/>
                  </a:lnTo>
                  <a:lnTo>
                    <a:pt x="223" y="32"/>
                  </a:lnTo>
                  <a:lnTo>
                    <a:pt x="235" y="30"/>
                  </a:lnTo>
                  <a:lnTo>
                    <a:pt x="247" y="29"/>
                  </a:lnTo>
                  <a:lnTo>
                    <a:pt x="258" y="27"/>
                  </a:lnTo>
                  <a:lnTo>
                    <a:pt x="270" y="27"/>
                  </a:lnTo>
                  <a:lnTo>
                    <a:pt x="283" y="26"/>
                  </a:lnTo>
                  <a:lnTo>
                    <a:pt x="293" y="24"/>
                  </a:lnTo>
                  <a:lnTo>
                    <a:pt x="306" y="24"/>
                  </a:lnTo>
                  <a:lnTo>
                    <a:pt x="318" y="23"/>
                  </a:lnTo>
                  <a:lnTo>
                    <a:pt x="329" y="21"/>
                  </a:lnTo>
                  <a:lnTo>
                    <a:pt x="341" y="21"/>
                  </a:lnTo>
                  <a:lnTo>
                    <a:pt x="353" y="20"/>
                  </a:lnTo>
                  <a:lnTo>
                    <a:pt x="364" y="18"/>
                  </a:lnTo>
                  <a:lnTo>
                    <a:pt x="376" y="18"/>
                  </a:lnTo>
                  <a:lnTo>
                    <a:pt x="389" y="17"/>
                  </a:lnTo>
                  <a:lnTo>
                    <a:pt x="399" y="15"/>
                  </a:lnTo>
                  <a:lnTo>
                    <a:pt x="412" y="15"/>
                  </a:lnTo>
                  <a:lnTo>
                    <a:pt x="424" y="13"/>
                  </a:lnTo>
                  <a:lnTo>
                    <a:pt x="435" y="12"/>
                  </a:lnTo>
                  <a:lnTo>
                    <a:pt x="447" y="12"/>
                  </a:lnTo>
                  <a:lnTo>
                    <a:pt x="459" y="10"/>
                  </a:lnTo>
                  <a:lnTo>
                    <a:pt x="470" y="9"/>
                  </a:lnTo>
                  <a:lnTo>
                    <a:pt x="482" y="7"/>
                  </a:lnTo>
                  <a:lnTo>
                    <a:pt x="493" y="7"/>
                  </a:lnTo>
                  <a:lnTo>
                    <a:pt x="505" y="6"/>
                  </a:lnTo>
                  <a:lnTo>
                    <a:pt x="518" y="4"/>
                  </a:lnTo>
                  <a:lnTo>
                    <a:pt x="528" y="4"/>
                  </a:lnTo>
                  <a:lnTo>
                    <a:pt x="541" y="3"/>
                  </a:lnTo>
                  <a:lnTo>
                    <a:pt x="553" y="1"/>
                  </a:lnTo>
                  <a:lnTo>
                    <a:pt x="564" y="1"/>
                  </a:lnTo>
                  <a:lnTo>
                    <a:pt x="576" y="0"/>
                  </a:lnTo>
                  <a:lnTo>
                    <a:pt x="58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2212975" y="3121025"/>
              <a:ext cx="127000" cy="107950"/>
            </a:xfrm>
            <a:custGeom>
              <a:avLst/>
              <a:gdLst>
                <a:gd name="T0" fmla="*/ 96 w 162"/>
                <a:gd name="T1" fmla="*/ 4 h 137"/>
                <a:gd name="T2" fmla="*/ 100 w 162"/>
                <a:gd name="T3" fmla="*/ 17 h 137"/>
                <a:gd name="T4" fmla="*/ 108 w 162"/>
                <a:gd name="T5" fmla="*/ 17 h 137"/>
                <a:gd name="T6" fmla="*/ 111 w 162"/>
                <a:gd name="T7" fmla="*/ 15 h 137"/>
                <a:gd name="T8" fmla="*/ 114 w 162"/>
                <a:gd name="T9" fmla="*/ 23 h 137"/>
                <a:gd name="T10" fmla="*/ 122 w 162"/>
                <a:gd name="T11" fmla="*/ 26 h 137"/>
                <a:gd name="T12" fmla="*/ 128 w 162"/>
                <a:gd name="T13" fmla="*/ 31 h 137"/>
                <a:gd name="T14" fmla="*/ 137 w 162"/>
                <a:gd name="T15" fmla="*/ 32 h 137"/>
                <a:gd name="T16" fmla="*/ 139 w 162"/>
                <a:gd name="T17" fmla="*/ 49 h 137"/>
                <a:gd name="T18" fmla="*/ 145 w 162"/>
                <a:gd name="T19" fmla="*/ 61 h 137"/>
                <a:gd name="T20" fmla="*/ 156 w 162"/>
                <a:gd name="T21" fmla="*/ 67 h 137"/>
                <a:gd name="T22" fmla="*/ 162 w 162"/>
                <a:gd name="T23" fmla="*/ 77 h 137"/>
                <a:gd name="T24" fmla="*/ 162 w 162"/>
                <a:gd name="T25" fmla="*/ 78 h 137"/>
                <a:gd name="T26" fmla="*/ 154 w 162"/>
                <a:gd name="T27" fmla="*/ 87 h 137"/>
                <a:gd name="T28" fmla="*/ 143 w 162"/>
                <a:gd name="T29" fmla="*/ 94 h 137"/>
                <a:gd name="T30" fmla="*/ 134 w 162"/>
                <a:gd name="T31" fmla="*/ 100 h 137"/>
                <a:gd name="T32" fmla="*/ 128 w 162"/>
                <a:gd name="T33" fmla="*/ 110 h 137"/>
                <a:gd name="T34" fmla="*/ 122 w 162"/>
                <a:gd name="T35" fmla="*/ 121 h 137"/>
                <a:gd name="T36" fmla="*/ 111 w 162"/>
                <a:gd name="T37" fmla="*/ 126 h 137"/>
                <a:gd name="T38" fmla="*/ 100 w 162"/>
                <a:gd name="T39" fmla="*/ 135 h 137"/>
                <a:gd name="T40" fmla="*/ 88 w 162"/>
                <a:gd name="T41" fmla="*/ 135 h 137"/>
                <a:gd name="T42" fmla="*/ 73 w 162"/>
                <a:gd name="T43" fmla="*/ 134 h 137"/>
                <a:gd name="T44" fmla="*/ 54 w 162"/>
                <a:gd name="T45" fmla="*/ 130 h 137"/>
                <a:gd name="T46" fmla="*/ 37 w 162"/>
                <a:gd name="T47" fmla="*/ 118 h 137"/>
                <a:gd name="T48" fmla="*/ 20 w 162"/>
                <a:gd name="T49" fmla="*/ 121 h 137"/>
                <a:gd name="T50" fmla="*/ 5 w 162"/>
                <a:gd name="T51" fmla="*/ 117 h 137"/>
                <a:gd name="T52" fmla="*/ 0 w 162"/>
                <a:gd name="T53" fmla="*/ 101 h 137"/>
                <a:gd name="T54" fmla="*/ 4 w 162"/>
                <a:gd name="T55" fmla="*/ 90 h 137"/>
                <a:gd name="T56" fmla="*/ 10 w 162"/>
                <a:gd name="T57" fmla="*/ 81 h 137"/>
                <a:gd name="T58" fmla="*/ 16 w 162"/>
                <a:gd name="T59" fmla="*/ 71 h 137"/>
                <a:gd name="T60" fmla="*/ 25 w 162"/>
                <a:gd name="T61" fmla="*/ 60 h 137"/>
                <a:gd name="T62" fmla="*/ 33 w 162"/>
                <a:gd name="T63" fmla="*/ 47 h 137"/>
                <a:gd name="T64" fmla="*/ 30 w 162"/>
                <a:gd name="T65" fmla="*/ 38 h 137"/>
                <a:gd name="T66" fmla="*/ 39 w 162"/>
                <a:gd name="T67" fmla="*/ 27 h 137"/>
                <a:gd name="T68" fmla="*/ 53 w 162"/>
                <a:gd name="T69" fmla="*/ 27 h 137"/>
                <a:gd name="T70" fmla="*/ 60 w 162"/>
                <a:gd name="T71" fmla="*/ 26 h 137"/>
                <a:gd name="T72" fmla="*/ 63 w 162"/>
                <a:gd name="T73" fmla="*/ 20 h 137"/>
                <a:gd name="T74" fmla="*/ 65 w 162"/>
                <a:gd name="T75" fmla="*/ 17 h 137"/>
                <a:gd name="T76" fmla="*/ 68 w 162"/>
                <a:gd name="T77" fmla="*/ 17 h 137"/>
                <a:gd name="T78" fmla="*/ 73 w 162"/>
                <a:gd name="T79" fmla="*/ 17 h 137"/>
                <a:gd name="T80" fmla="*/ 77 w 162"/>
                <a:gd name="T81" fmla="*/ 12 h 137"/>
                <a:gd name="T82" fmla="*/ 85 w 162"/>
                <a:gd name="T83" fmla="*/ 9 h 137"/>
                <a:gd name="T84" fmla="*/ 91 w 162"/>
                <a:gd name="T8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2" h="137">
                  <a:moveTo>
                    <a:pt x="91" y="0"/>
                  </a:moveTo>
                  <a:lnTo>
                    <a:pt x="94" y="1"/>
                  </a:lnTo>
                  <a:lnTo>
                    <a:pt x="96" y="4"/>
                  </a:lnTo>
                  <a:lnTo>
                    <a:pt x="97" y="9"/>
                  </a:lnTo>
                  <a:lnTo>
                    <a:pt x="99" y="12"/>
                  </a:lnTo>
                  <a:lnTo>
                    <a:pt x="100" y="17"/>
                  </a:lnTo>
                  <a:lnTo>
                    <a:pt x="103" y="18"/>
                  </a:lnTo>
                  <a:lnTo>
                    <a:pt x="106" y="18"/>
                  </a:lnTo>
                  <a:lnTo>
                    <a:pt x="108" y="17"/>
                  </a:lnTo>
                  <a:lnTo>
                    <a:pt x="108" y="17"/>
                  </a:lnTo>
                  <a:lnTo>
                    <a:pt x="110" y="15"/>
                  </a:lnTo>
                  <a:lnTo>
                    <a:pt x="111" y="15"/>
                  </a:lnTo>
                  <a:lnTo>
                    <a:pt x="113" y="17"/>
                  </a:lnTo>
                  <a:lnTo>
                    <a:pt x="114" y="20"/>
                  </a:lnTo>
                  <a:lnTo>
                    <a:pt x="114" y="23"/>
                  </a:lnTo>
                  <a:lnTo>
                    <a:pt x="116" y="24"/>
                  </a:lnTo>
                  <a:lnTo>
                    <a:pt x="119" y="24"/>
                  </a:lnTo>
                  <a:lnTo>
                    <a:pt x="122" y="26"/>
                  </a:lnTo>
                  <a:lnTo>
                    <a:pt x="123" y="27"/>
                  </a:lnTo>
                  <a:lnTo>
                    <a:pt x="125" y="29"/>
                  </a:lnTo>
                  <a:lnTo>
                    <a:pt x="128" y="31"/>
                  </a:lnTo>
                  <a:lnTo>
                    <a:pt x="131" y="31"/>
                  </a:lnTo>
                  <a:lnTo>
                    <a:pt x="134" y="31"/>
                  </a:lnTo>
                  <a:lnTo>
                    <a:pt x="137" y="32"/>
                  </a:lnTo>
                  <a:lnTo>
                    <a:pt x="140" y="37"/>
                  </a:lnTo>
                  <a:lnTo>
                    <a:pt x="140" y="43"/>
                  </a:lnTo>
                  <a:lnTo>
                    <a:pt x="139" y="49"/>
                  </a:lnTo>
                  <a:lnTo>
                    <a:pt x="139" y="54"/>
                  </a:lnTo>
                  <a:lnTo>
                    <a:pt x="140" y="58"/>
                  </a:lnTo>
                  <a:lnTo>
                    <a:pt x="145" y="61"/>
                  </a:lnTo>
                  <a:lnTo>
                    <a:pt x="149" y="63"/>
                  </a:lnTo>
                  <a:lnTo>
                    <a:pt x="153" y="64"/>
                  </a:lnTo>
                  <a:lnTo>
                    <a:pt x="156" y="67"/>
                  </a:lnTo>
                  <a:lnTo>
                    <a:pt x="159" y="71"/>
                  </a:lnTo>
                  <a:lnTo>
                    <a:pt x="160" y="74"/>
                  </a:lnTo>
                  <a:lnTo>
                    <a:pt x="162" y="77"/>
                  </a:lnTo>
                  <a:lnTo>
                    <a:pt x="162" y="77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0" y="78"/>
                  </a:lnTo>
                  <a:lnTo>
                    <a:pt x="157" y="84"/>
                  </a:lnTo>
                  <a:lnTo>
                    <a:pt x="154" y="87"/>
                  </a:lnTo>
                  <a:lnTo>
                    <a:pt x="151" y="89"/>
                  </a:lnTo>
                  <a:lnTo>
                    <a:pt x="146" y="90"/>
                  </a:lnTo>
                  <a:lnTo>
                    <a:pt x="143" y="94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4" y="100"/>
                  </a:lnTo>
                  <a:lnTo>
                    <a:pt x="130" y="103"/>
                  </a:lnTo>
                  <a:lnTo>
                    <a:pt x="128" y="106"/>
                  </a:lnTo>
                  <a:lnTo>
                    <a:pt x="128" y="110"/>
                  </a:lnTo>
                  <a:lnTo>
                    <a:pt x="126" y="115"/>
                  </a:lnTo>
                  <a:lnTo>
                    <a:pt x="125" y="120"/>
                  </a:lnTo>
                  <a:lnTo>
                    <a:pt x="122" y="121"/>
                  </a:lnTo>
                  <a:lnTo>
                    <a:pt x="119" y="121"/>
                  </a:lnTo>
                  <a:lnTo>
                    <a:pt x="114" y="123"/>
                  </a:lnTo>
                  <a:lnTo>
                    <a:pt x="111" y="126"/>
                  </a:lnTo>
                  <a:lnTo>
                    <a:pt x="108" y="129"/>
                  </a:lnTo>
                  <a:lnTo>
                    <a:pt x="105" y="132"/>
                  </a:lnTo>
                  <a:lnTo>
                    <a:pt x="100" y="135"/>
                  </a:lnTo>
                  <a:lnTo>
                    <a:pt x="96" y="137"/>
                  </a:lnTo>
                  <a:lnTo>
                    <a:pt x="91" y="137"/>
                  </a:lnTo>
                  <a:lnTo>
                    <a:pt x="88" y="135"/>
                  </a:lnTo>
                  <a:lnTo>
                    <a:pt x="83" y="135"/>
                  </a:lnTo>
                  <a:lnTo>
                    <a:pt x="77" y="134"/>
                  </a:lnTo>
                  <a:lnTo>
                    <a:pt x="73" y="134"/>
                  </a:lnTo>
                  <a:lnTo>
                    <a:pt x="68" y="132"/>
                  </a:lnTo>
                  <a:lnTo>
                    <a:pt x="63" y="132"/>
                  </a:lnTo>
                  <a:lnTo>
                    <a:pt x="54" y="130"/>
                  </a:lnTo>
                  <a:lnTo>
                    <a:pt x="50" y="126"/>
                  </a:lnTo>
                  <a:lnTo>
                    <a:pt x="43" y="121"/>
                  </a:lnTo>
                  <a:lnTo>
                    <a:pt x="37" y="118"/>
                  </a:lnTo>
                  <a:lnTo>
                    <a:pt x="31" y="118"/>
                  </a:lnTo>
                  <a:lnTo>
                    <a:pt x="27" y="118"/>
                  </a:lnTo>
                  <a:lnTo>
                    <a:pt x="20" y="121"/>
                  </a:lnTo>
                  <a:lnTo>
                    <a:pt x="16" y="123"/>
                  </a:lnTo>
                  <a:lnTo>
                    <a:pt x="11" y="120"/>
                  </a:lnTo>
                  <a:lnTo>
                    <a:pt x="5" y="117"/>
                  </a:lnTo>
                  <a:lnTo>
                    <a:pt x="2" y="112"/>
                  </a:lnTo>
                  <a:lnTo>
                    <a:pt x="0" y="106"/>
                  </a:lnTo>
                  <a:lnTo>
                    <a:pt x="0" y="101"/>
                  </a:lnTo>
                  <a:lnTo>
                    <a:pt x="0" y="98"/>
                  </a:lnTo>
                  <a:lnTo>
                    <a:pt x="2" y="95"/>
                  </a:lnTo>
                  <a:lnTo>
                    <a:pt x="4" y="90"/>
                  </a:lnTo>
                  <a:lnTo>
                    <a:pt x="5" y="87"/>
                  </a:lnTo>
                  <a:lnTo>
                    <a:pt x="7" y="84"/>
                  </a:lnTo>
                  <a:lnTo>
                    <a:pt x="10" y="81"/>
                  </a:lnTo>
                  <a:lnTo>
                    <a:pt x="11" y="78"/>
                  </a:lnTo>
                  <a:lnTo>
                    <a:pt x="14" y="75"/>
                  </a:lnTo>
                  <a:lnTo>
                    <a:pt x="16" y="71"/>
                  </a:lnTo>
                  <a:lnTo>
                    <a:pt x="19" y="66"/>
                  </a:lnTo>
                  <a:lnTo>
                    <a:pt x="22" y="63"/>
                  </a:lnTo>
                  <a:lnTo>
                    <a:pt x="25" y="60"/>
                  </a:lnTo>
                  <a:lnTo>
                    <a:pt x="28" y="55"/>
                  </a:lnTo>
                  <a:lnTo>
                    <a:pt x="31" y="52"/>
                  </a:lnTo>
                  <a:lnTo>
                    <a:pt x="33" y="47"/>
                  </a:lnTo>
                  <a:lnTo>
                    <a:pt x="34" y="43"/>
                  </a:lnTo>
                  <a:lnTo>
                    <a:pt x="33" y="40"/>
                  </a:lnTo>
                  <a:lnTo>
                    <a:pt x="30" y="38"/>
                  </a:lnTo>
                  <a:lnTo>
                    <a:pt x="30" y="35"/>
                  </a:lnTo>
                  <a:lnTo>
                    <a:pt x="33" y="29"/>
                  </a:lnTo>
                  <a:lnTo>
                    <a:pt x="39" y="27"/>
                  </a:lnTo>
                  <a:lnTo>
                    <a:pt x="45" y="26"/>
                  </a:lnTo>
                  <a:lnTo>
                    <a:pt x="50" y="27"/>
                  </a:lnTo>
                  <a:lnTo>
                    <a:pt x="53" y="27"/>
                  </a:lnTo>
                  <a:lnTo>
                    <a:pt x="56" y="27"/>
                  </a:lnTo>
                  <a:lnTo>
                    <a:pt x="59" y="26"/>
                  </a:lnTo>
                  <a:lnTo>
                    <a:pt x="60" y="26"/>
                  </a:lnTo>
                  <a:lnTo>
                    <a:pt x="62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17"/>
                  </a:lnTo>
                  <a:lnTo>
                    <a:pt x="67" y="17"/>
                  </a:lnTo>
                  <a:lnTo>
                    <a:pt x="67" y="17"/>
                  </a:lnTo>
                  <a:lnTo>
                    <a:pt x="68" y="17"/>
                  </a:lnTo>
                  <a:lnTo>
                    <a:pt x="70" y="17"/>
                  </a:lnTo>
                  <a:lnTo>
                    <a:pt x="71" y="18"/>
                  </a:lnTo>
                  <a:lnTo>
                    <a:pt x="73" y="17"/>
                  </a:lnTo>
                  <a:lnTo>
                    <a:pt x="74" y="15"/>
                  </a:lnTo>
                  <a:lnTo>
                    <a:pt x="76" y="14"/>
                  </a:lnTo>
                  <a:lnTo>
                    <a:pt x="77" y="12"/>
                  </a:lnTo>
                  <a:lnTo>
                    <a:pt x="79" y="11"/>
                  </a:lnTo>
                  <a:lnTo>
                    <a:pt x="82" y="12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8" y="3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105400" y="1782482"/>
            <a:ext cx="33528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Rounded Rectangle 14"/>
          <p:cNvSpPr/>
          <p:nvPr/>
        </p:nvSpPr>
        <p:spPr>
          <a:xfrm rot="5400000">
            <a:off x="5105399" y="3396483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798740" y="3358575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125K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826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160" y="4764780"/>
            <a:ext cx="481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Mango </a:t>
            </a:r>
            <a:r>
              <a:rPr lang="en-US" sz="1100" dirty="0" smtClean="0"/>
              <a:t>presentation |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www.yourdomain.com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95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Map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4" name="Straight Connector 3"/>
          <p:cNvCxnSpPr>
            <a:stCxn id="3" idx="1"/>
          </p:cNvCxnSpPr>
          <p:nvPr/>
        </p:nvCxnSpPr>
        <p:spPr>
          <a:xfrm flipH="1">
            <a:off x="2" y="193389"/>
            <a:ext cx="45719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3" idx="3"/>
          </p:cNvCxnSpPr>
          <p:nvPr/>
        </p:nvCxnSpPr>
        <p:spPr>
          <a:xfrm flipH="1">
            <a:off x="2286000" y="193388"/>
            <a:ext cx="6858002" cy="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0" y="52453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Russia Map Slide</a:t>
            </a:r>
            <a:endParaRPr lang="en-US" sz="2800" dirty="0"/>
          </a:p>
        </p:txBody>
      </p:sp>
      <p:grpSp>
        <p:nvGrpSpPr>
          <p:cNvPr id="7" name="Group 6"/>
          <p:cNvGrpSpPr/>
          <p:nvPr/>
        </p:nvGrpSpPr>
        <p:grpSpPr>
          <a:xfrm>
            <a:off x="457200" y="1721689"/>
            <a:ext cx="4054876" cy="2221661"/>
            <a:chOff x="457200" y="1585913"/>
            <a:chExt cx="5137150" cy="2814638"/>
          </a:xfrm>
          <a:solidFill>
            <a:schemeClr val="bg1">
              <a:lumMod val="75000"/>
            </a:schemeClr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211388" y="2873375"/>
              <a:ext cx="7938" cy="6350"/>
            </a:xfrm>
            <a:custGeom>
              <a:avLst/>
              <a:gdLst>
                <a:gd name="T0" fmla="*/ 6 w 10"/>
                <a:gd name="T1" fmla="*/ 0 h 8"/>
                <a:gd name="T2" fmla="*/ 8 w 10"/>
                <a:gd name="T3" fmla="*/ 2 h 8"/>
                <a:gd name="T4" fmla="*/ 10 w 10"/>
                <a:gd name="T5" fmla="*/ 4 h 8"/>
                <a:gd name="T6" fmla="*/ 10 w 10"/>
                <a:gd name="T7" fmla="*/ 6 h 8"/>
                <a:gd name="T8" fmla="*/ 10 w 10"/>
                <a:gd name="T9" fmla="*/ 6 h 8"/>
                <a:gd name="T10" fmla="*/ 10 w 10"/>
                <a:gd name="T11" fmla="*/ 8 h 8"/>
                <a:gd name="T12" fmla="*/ 10 w 10"/>
                <a:gd name="T13" fmla="*/ 8 h 8"/>
                <a:gd name="T14" fmla="*/ 8 w 10"/>
                <a:gd name="T15" fmla="*/ 6 h 8"/>
                <a:gd name="T16" fmla="*/ 8 w 10"/>
                <a:gd name="T17" fmla="*/ 6 h 8"/>
                <a:gd name="T18" fmla="*/ 8 w 10"/>
                <a:gd name="T19" fmla="*/ 8 h 8"/>
                <a:gd name="T20" fmla="*/ 8 w 10"/>
                <a:gd name="T21" fmla="*/ 8 h 8"/>
                <a:gd name="T22" fmla="*/ 8 w 10"/>
                <a:gd name="T23" fmla="*/ 8 h 8"/>
                <a:gd name="T24" fmla="*/ 4 w 10"/>
                <a:gd name="T25" fmla="*/ 2 h 8"/>
                <a:gd name="T26" fmla="*/ 4 w 10"/>
                <a:gd name="T27" fmla="*/ 2 h 8"/>
                <a:gd name="T28" fmla="*/ 2 w 10"/>
                <a:gd name="T29" fmla="*/ 4 h 8"/>
                <a:gd name="T30" fmla="*/ 2 w 10"/>
                <a:gd name="T31" fmla="*/ 4 h 8"/>
                <a:gd name="T32" fmla="*/ 0 w 10"/>
                <a:gd name="T33" fmla="*/ 2 h 8"/>
                <a:gd name="T34" fmla="*/ 0 w 10"/>
                <a:gd name="T35" fmla="*/ 2 h 8"/>
                <a:gd name="T36" fmla="*/ 0 w 10"/>
                <a:gd name="T37" fmla="*/ 2 h 8"/>
                <a:gd name="T38" fmla="*/ 6 w 10"/>
                <a:gd name="T3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" h="8">
                  <a:moveTo>
                    <a:pt x="6" y="0"/>
                  </a:moveTo>
                  <a:lnTo>
                    <a:pt x="8" y="2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347913" y="3482975"/>
              <a:ext cx="485775" cy="349250"/>
            </a:xfrm>
            <a:custGeom>
              <a:avLst/>
              <a:gdLst>
                <a:gd name="T0" fmla="*/ 141 w 612"/>
                <a:gd name="T1" fmla="*/ 12 h 440"/>
                <a:gd name="T2" fmla="*/ 178 w 612"/>
                <a:gd name="T3" fmla="*/ 14 h 440"/>
                <a:gd name="T4" fmla="*/ 192 w 612"/>
                <a:gd name="T5" fmla="*/ 10 h 440"/>
                <a:gd name="T6" fmla="*/ 198 w 612"/>
                <a:gd name="T7" fmla="*/ 16 h 440"/>
                <a:gd name="T8" fmla="*/ 235 w 612"/>
                <a:gd name="T9" fmla="*/ 28 h 440"/>
                <a:gd name="T10" fmla="*/ 271 w 612"/>
                <a:gd name="T11" fmla="*/ 30 h 440"/>
                <a:gd name="T12" fmla="*/ 323 w 612"/>
                <a:gd name="T13" fmla="*/ 38 h 440"/>
                <a:gd name="T14" fmla="*/ 392 w 612"/>
                <a:gd name="T15" fmla="*/ 24 h 440"/>
                <a:gd name="T16" fmla="*/ 422 w 612"/>
                <a:gd name="T17" fmla="*/ 65 h 440"/>
                <a:gd name="T18" fmla="*/ 412 w 612"/>
                <a:gd name="T19" fmla="*/ 95 h 440"/>
                <a:gd name="T20" fmla="*/ 518 w 612"/>
                <a:gd name="T21" fmla="*/ 108 h 440"/>
                <a:gd name="T22" fmla="*/ 580 w 612"/>
                <a:gd name="T23" fmla="*/ 158 h 440"/>
                <a:gd name="T24" fmla="*/ 551 w 612"/>
                <a:gd name="T25" fmla="*/ 220 h 440"/>
                <a:gd name="T26" fmla="*/ 557 w 612"/>
                <a:gd name="T27" fmla="*/ 246 h 440"/>
                <a:gd name="T28" fmla="*/ 588 w 612"/>
                <a:gd name="T29" fmla="*/ 266 h 440"/>
                <a:gd name="T30" fmla="*/ 606 w 612"/>
                <a:gd name="T31" fmla="*/ 295 h 440"/>
                <a:gd name="T32" fmla="*/ 596 w 612"/>
                <a:gd name="T33" fmla="*/ 303 h 440"/>
                <a:gd name="T34" fmla="*/ 584 w 612"/>
                <a:gd name="T35" fmla="*/ 324 h 440"/>
                <a:gd name="T36" fmla="*/ 575 w 612"/>
                <a:gd name="T37" fmla="*/ 334 h 440"/>
                <a:gd name="T38" fmla="*/ 575 w 612"/>
                <a:gd name="T39" fmla="*/ 360 h 440"/>
                <a:gd name="T40" fmla="*/ 531 w 612"/>
                <a:gd name="T41" fmla="*/ 370 h 440"/>
                <a:gd name="T42" fmla="*/ 514 w 612"/>
                <a:gd name="T43" fmla="*/ 370 h 440"/>
                <a:gd name="T44" fmla="*/ 514 w 612"/>
                <a:gd name="T45" fmla="*/ 377 h 440"/>
                <a:gd name="T46" fmla="*/ 500 w 612"/>
                <a:gd name="T47" fmla="*/ 376 h 440"/>
                <a:gd name="T48" fmla="*/ 496 w 612"/>
                <a:gd name="T49" fmla="*/ 374 h 440"/>
                <a:gd name="T50" fmla="*/ 484 w 612"/>
                <a:gd name="T51" fmla="*/ 377 h 440"/>
                <a:gd name="T52" fmla="*/ 473 w 612"/>
                <a:gd name="T53" fmla="*/ 372 h 440"/>
                <a:gd name="T54" fmla="*/ 469 w 612"/>
                <a:gd name="T55" fmla="*/ 381 h 440"/>
                <a:gd name="T56" fmla="*/ 459 w 612"/>
                <a:gd name="T57" fmla="*/ 385 h 440"/>
                <a:gd name="T58" fmla="*/ 445 w 612"/>
                <a:gd name="T59" fmla="*/ 395 h 440"/>
                <a:gd name="T60" fmla="*/ 449 w 612"/>
                <a:gd name="T61" fmla="*/ 401 h 440"/>
                <a:gd name="T62" fmla="*/ 422 w 612"/>
                <a:gd name="T63" fmla="*/ 407 h 440"/>
                <a:gd name="T64" fmla="*/ 388 w 612"/>
                <a:gd name="T65" fmla="*/ 419 h 440"/>
                <a:gd name="T66" fmla="*/ 373 w 612"/>
                <a:gd name="T67" fmla="*/ 417 h 440"/>
                <a:gd name="T68" fmla="*/ 367 w 612"/>
                <a:gd name="T69" fmla="*/ 425 h 440"/>
                <a:gd name="T70" fmla="*/ 361 w 612"/>
                <a:gd name="T71" fmla="*/ 432 h 440"/>
                <a:gd name="T72" fmla="*/ 357 w 612"/>
                <a:gd name="T73" fmla="*/ 440 h 440"/>
                <a:gd name="T74" fmla="*/ 347 w 612"/>
                <a:gd name="T75" fmla="*/ 436 h 440"/>
                <a:gd name="T76" fmla="*/ 341 w 612"/>
                <a:gd name="T77" fmla="*/ 438 h 440"/>
                <a:gd name="T78" fmla="*/ 341 w 612"/>
                <a:gd name="T79" fmla="*/ 429 h 440"/>
                <a:gd name="T80" fmla="*/ 347 w 612"/>
                <a:gd name="T81" fmla="*/ 423 h 440"/>
                <a:gd name="T82" fmla="*/ 341 w 612"/>
                <a:gd name="T83" fmla="*/ 411 h 440"/>
                <a:gd name="T84" fmla="*/ 335 w 612"/>
                <a:gd name="T85" fmla="*/ 403 h 440"/>
                <a:gd name="T86" fmla="*/ 339 w 612"/>
                <a:gd name="T87" fmla="*/ 399 h 440"/>
                <a:gd name="T88" fmla="*/ 335 w 612"/>
                <a:gd name="T89" fmla="*/ 399 h 440"/>
                <a:gd name="T90" fmla="*/ 339 w 612"/>
                <a:gd name="T91" fmla="*/ 389 h 440"/>
                <a:gd name="T92" fmla="*/ 341 w 612"/>
                <a:gd name="T93" fmla="*/ 383 h 440"/>
                <a:gd name="T94" fmla="*/ 331 w 612"/>
                <a:gd name="T95" fmla="*/ 374 h 440"/>
                <a:gd name="T96" fmla="*/ 323 w 612"/>
                <a:gd name="T97" fmla="*/ 377 h 440"/>
                <a:gd name="T98" fmla="*/ 308 w 612"/>
                <a:gd name="T99" fmla="*/ 381 h 440"/>
                <a:gd name="T100" fmla="*/ 267 w 612"/>
                <a:gd name="T101" fmla="*/ 391 h 440"/>
                <a:gd name="T102" fmla="*/ 37 w 612"/>
                <a:gd name="T103" fmla="*/ 291 h 440"/>
                <a:gd name="T104" fmla="*/ 19 w 612"/>
                <a:gd name="T105" fmla="*/ 236 h 440"/>
                <a:gd name="T106" fmla="*/ 2 w 612"/>
                <a:gd name="T107" fmla="*/ 199 h 440"/>
                <a:gd name="T108" fmla="*/ 33 w 612"/>
                <a:gd name="T109" fmla="*/ 130 h 440"/>
                <a:gd name="T110" fmla="*/ 49 w 612"/>
                <a:gd name="T111" fmla="*/ 116 h 440"/>
                <a:gd name="T112" fmla="*/ 84 w 612"/>
                <a:gd name="T113" fmla="*/ 93 h 440"/>
                <a:gd name="T114" fmla="*/ 86 w 612"/>
                <a:gd name="T115" fmla="*/ 61 h 440"/>
                <a:gd name="T116" fmla="*/ 90 w 612"/>
                <a:gd name="T117" fmla="*/ 42 h 440"/>
                <a:gd name="T118" fmla="*/ 104 w 612"/>
                <a:gd name="T119" fmla="*/ 22 h 440"/>
                <a:gd name="T120" fmla="*/ 104 w 612"/>
                <a:gd name="T121" fmla="*/ 12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12" h="440">
                  <a:moveTo>
                    <a:pt x="110" y="0"/>
                  </a:moveTo>
                  <a:lnTo>
                    <a:pt x="110" y="0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1" y="6"/>
                  </a:lnTo>
                  <a:lnTo>
                    <a:pt x="121" y="6"/>
                  </a:lnTo>
                  <a:lnTo>
                    <a:pt x="127" y="4"/>
                  </a:lnTo>
                  <a:lnTo>
                    <a:pt x="133" y="6"/>
                  </a:lnTo>
                  <a:lnTo>
                    <a:pt x="135" y="6"/>
                  </a:lnTo>
                  <a:lnTo>
                    <a:pt x="139" y="10"/>
                  </a:lnTo>
                  <a:lnTo>
                    <a:pt x="139" y="10"/>
                  </a:lnTo>
                  <a:lnTo>
                    <a:pt x="141" y="12"/>
                  </a:lnTo>
                  <a:lnTo>
                    <a:pt x="141" y="12"/>
                  </a:lnTo>
                  <a:lnTo>
                    <a:pt x="141" y="12"/>
                  </a:lnTo>
                  <a:lnTo>
                    <a:pt x="141" y="14"/>
                  </a:lnTo>
                  <a:lnTo>
                    <a:pt x="141" y="14"/>
                  </a:lnTo>
                  <a:lnTo>
                    <a:pt x="143" y="14"/>
                  </a:lnTo>
                  <a:lnTo>
                    <a:pt x="143" y="14"/>
                  </a:lnTo>
                  <a:lnTo>
                    <a:pt x="149" y="10"/>
                  </a:lnTo>
                  <a:lnTo>
                    <a:pt x="151" y="10"/>
                  </a:lnTo>
                  <a:lnTo>
                    <a:pt x="153" y="10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72" y="10"/>
                  </a:lnTo>
                  <a:lnTo>
                    <a:pt x="174" y="10"/>
                  </a:lnTo>
                  <a:lnTo>
                    <a:pt x="174" y="1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4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8" y="12"/>
                  </a:lnTo>
                  <a:lnTo>
                    <a:pt x="188" y="10"/>
                  </a:lnTo>
                  <a:lnTo>
                    <a:pt x="190" y="10"/>
                  </a:lnTo>
                  <a:lnTo>
                    <a:pt x="192" y="10"/>
                  </a:lnTo>
                  <a:lnTo>
                    <a:pt x="194" y="10"/>
                  </a:lnTo>
                  <a:lnTo>
                    <a:pt x="194" y="10"/>
                  </a:lnTo>
                  <a:lnTo>
                    <a:pt x="194" y="10"/>
                  </a:lnTo>
                  <a:lnTo>
                    <a:pt x="196" y="10"/>
                  </a:lnTo>
                  <a:lnTo>
                    <a:pt x="196" y="12"/>
                  </a:lnTo>
                  <a:lnTo>
                    <a:pt x="196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4"/>
                  </a:lnTo>
                  <a:lnTo>
                    <a:pt x="200" y="14"/>
                  </a:lnTo>
                  <a:lnTo>
                    <a:pt x="200" y="14"/>
                  </a:lnTo>
                  <a:lnTo>
                    <a:pt x="200" y="14"/>
                  </a:lnTo>
                  <a:lnTo>
                    <a:pt x="200" y="14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198" y="22"/>
                  </a:lnTo>
                  <a:lnTo>
                    <a:pt x="200" y="26"/>
                  </a:lnTo>
                  <a:lnTo>
                    <a:pt x="200" y="26"/>
                  </a:lnTo>
                  <a:lnTo>
                    <a:pt x="202" y="26"/>
                  </a:lnTo>
                  <a:lnTo>
                    <a:pt x="206" y="24"/>
                  </a:lnTo>
                  <a:lnTo>
                    <a:pt x="221" y="24"/>
                  </a:lnTo>
                  <a:lnTo>
                    <a:pt x="233" y="28"/>
                  </a:lnTo>
                  <a:lnTo>
                    <a:pt x="233" y="28"/>
                  </a:lnTo>
                  <a:lnTo>
                    <a:pt x="235" y="28"/>
                  </a:lnTo>
                  <a:lnTo>
                    <a:pt x="245" y="20"/>
                  </a:lnTo>
                  <a:lnTo>
                    <a:pt x="245" y="20"/>
                  </a:lnTo>
                  <a:lnTo>
                    <a:pt x="245" y="20"/>
                  </a:lnTo>
                  <a:lnTo>
                    <a:pt x="253" y="20"/>
                  </a:lnTo>
                  <a:lnTo>
                    <a:pt x="253" y="20"/>
                  </a:lnTo>
                  <a:lnTo>
                    <a:pt x="255" y="18"/>
                  </a:lnTo>
                  <a:lnTo>
                    <a:pt x="257" y="18"/>
                  </a:lnTo>
                  <a:lnTo>
                    <a:pt x="257" y="18"/>
                  </a:lnTo>
                  <a:lnTo>
                    <a:pt x="269" y="22"/>
                  </a:lnTo>
                  <a:lnTo>
                    <a:pt x="269" y="24"/>
                  </a:lnTo>
                  <a:lnTo>
                    <a:pt x="271" y="24"/>
                  </a:lnTo>
                  <a:lnTo>
                    <a:pt x="271" y="24"/>
                  </a:lnTo>
                  <a:lnTo>
                    <a:pt x="271" y="28"/>
                  </a:lnTo>
                  <a:lnTo>
                    <a:pt x="271" y="30"/>
                  </a:lnTo>
                  <a:lnTo>
                    <a:pt x="271" y="30"/>
                  </a:lnTo>
                  <a:lnTo>
                    <a:pt x="272" y="32"/>
                  </a:lnTo>
                  <a:lnTo>
                    <a:pt x="272" y="32"/>
                  </a:lnTo>
                  <a:lnTo>
                    <a:pt x="272" y="34"/>
                  </a:lnTo>
                  <a:lnTo>
                    <a:pt x="288" y="36"/>
                  </a:lnTo>
                  <a:lnTo>
                    <a:pt x="290" y="36"/>
                  </a:lnTo>
                  <a:lnTo>
                    <a:pt x="302" y="34"/>
                  </a:lnTo>
                  <a:lnTo>
                    <a:pt x="304" y="36"/>
                  </a:lnTo>
                  <a:lnTo>
                    <a:pt x="304" y="36"/>
                  </a:lnTo>
                  <a:lnTo>
                    <a:pt x="314" y="46"/>
                  </a:lnTo>
                  <a:lnTo>
                    <a:pt x="316" y="46"/>
                  </a:lnTo>
                  <a:lnTo>
                    <a:pt x="316" y="46"/>
                  </a:lnTo>
                  <a:lnTo>
                    <a:pt x="323" y="40"/>
                  </a:lnTo>
                  <a:lnTo>
                    <a:pt x="323" y="38"/>
                  </a:lnTo>
                  <a:lnTo>
                    <a:pt x="325" y="38"/>
                  </a:lnTo>
                  <a:lnTo>
                    <a:pt x="325" y="36"/>
                  </a:lnTo>
                  <a:lnTo>
                    <a:pt x="325" y="32"/>
                  </a:lnTo>
                  <a:lnTo>
                    <a:pt x="325" y="32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357" y="4"/>
                  </a:lnTo>
                  <a:lnTo>
                    <a:pt x="373" y="4"/>
                  </a:lnTo>
                  <a:lnTo>
                    <a:pt x="373" y="4"/>
                  </a:lnTo>
                  <a:lnTo>
                    <a:pt x="373" y="4"/>
                  </a:lnTo>
                  <a:lnTo>
                    <a:pt x="376" y="10"/>
                  </a:lnTo>
                  <a:lnTo>
                    <a:pt x="388" y="20"/>
                  </a:lnTo>
                  <a:lnTo>
                    <a:pt x="390" y="22"/>
                  </a:lnTo>
                  <a:lnTo>
                    <a:pt x="392" y="24"/>
                  </a:lnTo>
                  <a:lnTo>
                    <a:pt x="392" y="24"/>
                  </a:lnTo>
                  <a:lnTo>
                    <a:pt x="402" y="22"/>
                  </a:lnTo>
                  <a:lnTo>
                    <a:pt x="404" y="24"/>
                  </a:lnTo>
                  <a:lnTo>
                    <a:pt x="406" y="28"/>
                  </a:lnTo>
                  <a:lnTo>
                    <a:pt x="420" y="55"/>
                  </a:lnTo>
                  <a:lnTo>
                    <a:pt x="420" y="57"/>
                  </a:lnTo>
                  <a:lnTo>
                    <a:pt x="422" y="59"/>
                  </a:lnTo>
                  <a:lnTo>
                    <a:pt x="422" y="59"/>
                  </a:lnTo>
                  <a:lnTo>
                    <a:pt x="422" y="63"/>
                  </a:lnTo>
                  <a:lnTo>
                    <a:pt x="422" y="63"/>
                  </a:lnTo>
                  <a:lnTo>
                    <a:pt x="423" y="63"/>
                  </a:lnTo>
                  <a:lnTo>
                    <a:pt x="423" y="65"/>
                  </a:lnTo>
                  <a:lnTo>
                    <a:pt x="422" y="65"/>
                  </a:lnTo>
                  <a:lnTo>
                    <a:pt x="422" y="65"/>
                  </a:lnTo>
                  <a:lnTo>
                    <a:pt x="422" y="67"/>
                  </a:lnTo>
                  <a:lnTo>
                    <a:pt x="420" y="67"/>
                  </a:lnTo>
                  <a:lnTo>
                    <a:pt x="420" y="69"/>
                  </a:lnTo>
                  <a:lnTo>
                    <a:pt x="418" y="73"/>
                  </a:lnTo>
                  <a:lnTo>
                    <a:pt x="418" y="75"/>
                  </a:lnTo>
                  <a:lnTo>
                    <a:pt x="418" y="75"/>
                  </a:lnTo>
                  <a:lnTo>
                    <a:pt x="416" y="77"/>
                  </a:lnTo>
                  <a:lnTo>
                    <a:pt x="416" y="77"/>
                  </a:lnTo>
                  <a:lnTo>
                    <a:pt x="416" y="79"/>
                  </a:lnTo>
                  <a:lnTo>
                    <a:pt x="416" y="79"/>
                  </a:lnTo>
                  <a:lnTo>
                    <a:pt x="414" y="89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2" y="95"/>
                  </a:lnTo>
                  <a:lnTo>
                    <a:pt x="412" y="95"/>
                  </a:lnTo>
                  <a:lnTo>
                    <a:pt x="412" y="95"/>
                  </a:lnTo>
                  <a:lnTo>
                    <a:pt x="410" y="97"/>
                  </a:lnTo>
                  <a:lnTo>
                    <a:pt x="412" y="97"/>
                  </a:lnTo>
                  <a:lnTo>
                    <a:pt x="412" y="97"/>
                  </a:lnTo>
                  <a:lnTo>
                    <a:pt x="414" y="99"/>
                  </a:lnTo>
                  <a:lnTo>
                    <a:pt x="416" y="101"/>
                  </a:lnTo>
                  <a:lnTo>
                    <a:pt x="418" y="103"/>
                  </a:lnTo>
                  <a:lnTo>
                    <a:pt x="451" y="105"/>
                  </a:lnTo>
                  <a:lnTo>
                    <a:pt x="471" y="101"/>
                  </a:lnTo>
                  <a:lnTo>
                    <a:pt x="498" y="101"/>
                  </a:lnTo>
                  <a:lnTo>
                    <a:pt x="518" y="107"/>
                  </a:lnTo>
                  <a:lnTo>
                    <a:pt x="518" y="108"/>
                  </a:lnTo>
                  <a:lnTo>
                    <a:pt x="518" y="108"/>
                  </a:lnTo>
                  <a:lnTo>
                    <a:pt x="520" y="122"/>
                  </a:lnTo>
                  <a:lnTo>
                    <a:pt x="522" y="122"/>
                  </a:lnTo>
                  <a:lnTo>
                    <a:pt x="522" y="124"/>
                  </a:lnTo>
                  <a:lnTo>
                    <a:pt x="522" y="124"/>
                  </a:lnTo>
                  <a:lnTo>
                    <a:pt x="533" y="126"/>
                  </a:lnTo>
                  <a:lnTo>
                    <a:pt x="533" y="126"/>
                  </a:lnTo>
                  <a:lnTo>
                    <a:pt x="535" y="126"/>
                  </a:lnTo>
                  <a:lnTo>
                    <a:pt x="535" y="128"/>
                  </a:lnTo>
                  <a:lnTo>
                    <a:pt x="549" y="158"/>
                  </a:lnTo>
                  <a:lnTo>
                    <a:pt x="549" y="158"/>
                  </a:lnTo>
                  <a:lnTo>
                    <a:pt x="551" y="160"/>
                  </a:lnTo>
                  <a:lnTo>
                    <a:pt x="551" y="160"/>
                  </a:lnTo>
                  <a:lnTo>
                    <a:pt x="578" y="158"/>
                  </a:lnTo>
                  <a:lnTo>
                    <a:pt x="580" y="158"/>
                  </a:lnTo>
                  <a:lnTo>
                    <a:pt x="580" y="158"/>
                  </a:lnTo>
                  <a:lnTo>
                    <a:pt x="580" y="160"/>
                  </a:lnTo>
                  <a:lnTo>
                    <a:pt x="580" y="161"/>
                  </a:lnTo>
                  <a:lnTo>
                    <a:pt x="580" y="163"/>
                  </a:lnTo>
                  <a:lnTo>
                    <a:pt x="580" y="165"/>
                  </a:lnTo>
                  <a:lnTo>
                    <a:pt x="588" y="179"/>
                  </a:lnTo>
                  <a:lnTo>
                    <a:pt x="588" y="179"/>
                  </a:lnTo>
                  <a:lnTo>
                    <a:pt x="588" y="179"/>
                  </a:lnTo>
                  <a:lnTo>
                    <a:pt x="588" y="179"/>
                  </a:lnTo>
                  <a:lnTo>
                    <a:pt x="588" y="181"/>
                  </a:lnTo>
                  <a:lnTo>
                    <a:pt x="571" y="189"/>
                  </a:lnTo>
                  <a:lnTo>
                    <a:pt x="571" y="189"/>
                  </a:lnTo>
                  <a:lnTo>
                    <a:pt x="571" y="189"/>
                  </a:lnTo>
                  <a:lnTo>
                    <a:pt x="551" y="220"/>
                  </a:lnTo>
                  <a:lnTo>
                    <a:pt x="551" y="220"/>
                  </a:lnTo>
                  <a:lnTo>
                    <a:pt x="551" y="220"/>
                  </a:lnTo>
                  <a:lnTo>
                    <a:pt x="551" y="220"/>
                  </a:lnTo>
                  <a:lnTo>
                    <a:pt x="551" y="222"/>
                  </a:lnTo>
                  <a:lnTo>
                    <a:pt x="549" y="222"/>
                  </a:lnTo>
                  <a:lnTo>
                    <a:pt x="553" y="240"/>
                  </a:lnTo>
                  <a:lnTo>
                    <a:pt x="555" y="242"/>
                  </a:lnTo>
                  <a:lnTo>
                    <a:pt x="555" y="244"/>
                  </a:lnTo>
                  <a:lnTo>
                    <a:pt x="555" y="244"/>
                  </a:lnTo>
                  <a:lnTo>
                    <a:pt x="555" y="244"/>
                  </a:lnTo>
                  <a:lnTo>
                    <a:pt x="557" y="246"/>
                  </a:lnTo>
                  <a:lnTo>
                    <a:pt x="557" y="246"/>
                  </a:lnTo>
                  <a:lnTo>
                    <a:pt x="557" y="246"/>
                  </a:lnTo>
                  <a:lnTo>
                    <a:pt x="557" y="246"/>
                  </a:lnTo>
                  <a:lnTo>
                    <a:pt x="557" y="248"/>
                  </a:lnTo>
                  <a:lnTo>
                    <a:pt x="557" y="248"/>
                  </a:lnTo>
                  <a:lnTo>
                    <a:pt x="557" y="248"/>
                  </a:lnTo>
                  <a:lnTo>
                    <a:pt x="557" y="248"/>
                  </a:lnTo>
                  <a:lnTo>
                    <a:pt x="557" y="250"/>
                  </a:lnTo>
                  <a:lnTo>
                    <a:pt x="559" y="254"/>
                  </a:lnTo>
                  <a:lnTo>
                    <a:pt x="559" y="254"/>
                  </a:lnTo>
                  <a:lnTo>
                    <a:pt x="559" y="254"/>
                  </a:lnTo>
                  <a:lnTo>
                    <a:pt x="559" y="254"/>
                  </a:lnTo>
                  <a:lnTo>
                    <a:pt x="559" y="254"/>
                  </a:lnTo>
                  <a:lnTo>
                    <a:pt x="582" y="260"/>
                  </a:lnTo>
                  <a:lnTo>
                    <a:pt x="584" y="262"/>
                  </a:lnTo>
                  <a:lnTo>
                    <a:pt x="588" y="266"/>
                  </a:lnTo>
                  <a:lnTo>
                    <a:pt x="588" y="266"/>
                  </a:lnTo>
                  <a:lnTo>
                    <a:pt x="588" y="266"/>
                  </a:lnTo>
                  <a:lnTo>
                    <a:pt x="590" y="266"/>
                  </a:lnTo>
                  <a:lnTo>
                    <a:pt x="590" y="268"/>
                  </a:lnTo>
                  <a:lnTo>
                    <a:pt x="610" y="268"/>
                  </a:lnTo>
                  <a:lnTo>
                    <a:pt x="610" y="268"/>
                  </a:lnTo>
                  <a:lnTo>
                    <a:pt x="610" y="268"/>
                  </a:lnTo>
                  <a:lnTo>
                    <a:pt x="612" y="269"/>
                  </a:lnTo>
                  <a:lnTo>
                    <a:pt x="612" y="273"/>
                  </a:lnTo>
                  <a:lnTo>
                    <a:pt x="612" y="279"/>
                  </a:lnTo>
                  <a:lnTo>
                    <a:pt x="612" y="291"/>
                  </a:lnTo>
                  <a:lnTo>
                    <a:pt x="612" y="291"/>
                  </a:lnTo>
                  <a:lnTo>
                    <a:pt x="612" y="293"/>
                  </a:lnTo>
                  <a:lnTo>
                    <a:pt x="612" y="293"/>
                  </a:lnTo>
                  <a:lnTo>
                    <a:pt x="606" y="295"/>
                  </a:lnTo>
                  <a:lnTo>
                    <a:pt x="606" y="295"/>
                  </a:lnTo>
                  <a:lnTo>
                    <a:pt x="604" y="295"/>
                  </a:lnTo>
                  <a:lnTo>
                    <a:pt x="602" y="295"/>
                  </a:lnTo>
                  <a:lnTo>
                    <a:pt x="602" y="295"/>
                  </a:lnTo>
                  <a:lnTo>
                    <a:pt x="602" y="295"/>
                  </a:lnTo>
                  <a:lnTo>
                    <a:pt x="602" y="295"/>
                  </a:lnTo>
                  <a:lnTo>
                    <a:pt x="600" y="297"/>
                  </a:lnTo>
                  <a:lnTo>
                    <a:pt x="600" y="299"/>
                  </a:lnTo>
                  <a:lnTo>
                    <a:pt x="598" y="303"/>
                  </a:lnTo>
                  <a:lnTo>
                    <a:pt x="598" y="303"/>
                  </a:lnTo>
                  <a:lnTo>
                    <a:pt x="598" y="303"/>
                  </a:lnTo>
                  <a:lnTo>
                    <a:pt x="598" y="303"/>
                  </a:lnTo>
                  <a:lnTo>
                    <a:pt x="598" y="303"/>
                  </a:lnTo>
                  <a:lnTo>
                    <a:pt x="596" y="303"/>
                  </a:lnTo>
                  <a:lnTo>
                    <a:pt x="596" y="303"/>
                  </a:lnTo>
                  <a:lnTo>
                    <a:pt x="596" y="303"/>
                  </a:lnTo>
                  <a:lnTo>
                    <a:pt x="596" y="305"/>
                  </a:lnTo>
                  <a:lnTo>
                    <a:pt x="594" y="307"/>
                  </a:lnTo>
                  <a:lnTo>
                    <a:pt x="594" y="307"/>
                  </a:lnTo>
                  <a:lnTo>
                    <a:pt x="592" y="307"/>
                  </a:lnTo>
                  <a:lnTo>
                    <a:pt x="590" y="307"/>
                  </a:lnTo>
                  <a:lnTo>
                    <a:pt x="590" y="309"/>
                  </a:lnTo>
                  <a:lnTo>
                    <a:pt x="590" y="309"/>
                  </a:lnTo>
                  <a:lnTo>
                    <a:pt x="586" y="317"/>
                  </a:lnTo>
                  <a:lnTo>
                    <a:pt x="586" y="319"/>
                  </a:lnTo>
                  <a:lnTo>
                    <a:pt x="584" y="321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84" y="326"/>
                  </a:lnTo>
                  <a:lnTo>
                    <a:pt x="582" y="326"/>
                  </a:lnTo>
                  <a:lnTo>
                    <a:pt x="582" y="326"/>
                  </a:lnTo>
                  <a:lnTo>
                    <a:pt x="580" y="326"/>
                  </a:lnTo>
                  <a:lnTo>
                    <a:pt x="580" y="326"/>
                  </a:lnTo>
                  <a:lnTo>
                    <a:pt x="580" y="326"/>
                  </a:lnTo>
                  <a:lnTo>
                    <a:pt x="578" y="326"/>
                  </a:lnTo>
                  <a:lnTo>
                    <a:pt x="578" y="328"/>
                  </a:lnTo>
                  <a:lnTo>
                    <a:pt x="575" y="332"/>
                  </a:lnTo>
                  <a:lnTo>
                    <a:pt x="575" y="334"/>
                  </a:lnTo>
                  <a:lnTo>
                    <a:pt x="575" y="334"/>
                  </a:lnTo>
                  <a:lnTo>
                    <a:pt x="575" y="334"/>
                  </a:lnTo>
                  <a:lnTo>
                    <a:pt x="575" y="334"/>
                  </a:lnTo>
                  <a:lnTo>
                    <a:pt x="575" y="336"/>
                  </a:lnTo>
                  <a:lnTo>
                    <a:pt x="575" y="336"/>
                  </a:lnTo>
                  <a:lnTo>
                    <a:pt x="578" y="336"/>
                  </a:lnTo>
                  <a:lnTo>
                    <a:pt x="580" y="336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82" y="338"/>
                  </a:lnTo>
                  <a:lnTo>
                    <a:pt x="582" y="338"/>
                  </a:lnTo>
                  <a:lnTo>
                    <a:pt x="578" y="352"/>
                  </a:lnTo>
                  <a:lnTo>
                    <a:pt x="578" y="356"/>
                  </a:lnTo>
                  <a:lnTo>
                    <a:pt x="575" y="360"/>
                  </a:lnTo>
                  <a:lnTo>
                    <a:pt x="575" y="360"/>
                  </a:lnTo>
                  <a:lnTo>
                    <a:pt x="575" y="360"/>
                  </a:lnTo>
                  <a:lnTo>
                    <a:pt x="575" y="360"/>
                  </a:lnTo>
                  <a:lnTo>
                    <a:pt x="571" y="358"/>
                  </a:lnTo>
                  <a:lnTo>
                    <a:pt x="569" y="358"/>
                  </a:lnTo>
                  <a:lnTo>
                    <a:pt x="569" y="358"/>
                  </a:lnTo>
                  <a:lnTo>
                    <a:pt x="565" y="360"/>
                  </a:lnTo>
                  <a:lnTo>
                    <a:pt x="557" y="366"/>
                  </a:lnTo>
                  <a:lnTo>
                    <a:pt x="553" y="370"/>
                  </a:lnTo>
                  <a:lnTo>
                    <a:pt x="549" y="372"/>
                  </a:lnTo>
                  <a:lnTo>
                    <a:pt x="541" y="379"/>
                  </a:lnTo>
                  <a:lnTo>
                    <a:pt x="541" y="379"/>
                  </a:lnTo>
                  <a:lnTo>
                    <a:pt x="541" y="379"/>
                  </a:lnTo>
                  <a:lnTo>
                    <a:pt x="535" y="372"/>
                  </a:lnTo>
                  <a:lnTo>
                    <a:pt x="531" y="370"/>
                  </a:lnTo>
                  <a:lnTo>
                    <a:pt x="531" y="370"/>
                  </a:lnTo>
                  <a:lnTo>
                    <a:pt x="529" y="370"/>
                  </a:lnTo>
                  <a:lnTo>
                    <a:pt x="525" y="374"/>
                  </a:lnTo>
                  <a:lnTo>
                    <a:pt x="524" y="374"/>
                  </a:lnTo>
                  <a:lnTo>
                    <a:pt x="524" y="374"/>
                  </a:lnTo>
                  <a:lnTo>
                    <a:pt x="524" y="372"/>
                  </a:lnTo>
                  <a:lnTo>
                    <a:pt x="524" y="372"/>
                  </a:lnTo>
                  <a:lnTo>
                    <a:pt x="522" y="372"/>
                  </a:lnTo>
                  <a:lnTo>
                    <a:pt x="518" y="370"/>
                  </a:lnTo>
                  <a:lnTo>
                    <a:pt x="516" y="368"/>
                  </a:lnTo>
                  <a:lnTo>
                    <a:pt x="514" y="368"/>
                  </a:lnTo>
                  <a:lnTo>
                    <a:pt x="514" y="370"/>
                  </a:lnTo>
                  <a:lnTo>
                    <a:pt x="514" y="370"/>
                  </a:lnTo>
                  <a:lnTo>
                    <a:pt x="514" y="370"/>
                  </a:lnTo>
                  <a:lnTo>
                    <a:pt x="514" y="370"/>
                  </a:lnTo>
                  <a:lnTo>
                    <a:pt x="514" y="372"/>
                  </a:lnTo>
                  <a:lnTo>
                    <a:pt x="514" y="372"/>
                  </a:lnTo>
                  <a:lnTo>
                    <a:pt x="514" y="372"/>
                  </a:lnTo>
                  <a:lnTo>
                    <a:pt x="514" y="372"/>
                  </a:lnTo>
                  <a:lnTo>
                    <a:pt x="516" y="374"/>
                  </a:lnTo>
                  <a:lnTo>
                    <a:pt x="516" y="374"/>
                  </a:lnTo>
                  <a:lnTo>
                    <a:pt x="516" y="374"/>
                  </a:lnTo>
                  <a:lnTo>
                    <a:pt x="516" y="374"/>
                  </a:lnTo>
                  <a:lnTo>
                    <a:pt x="516" y="376"/>
                  </a:lnTo>
                  <a:lnTo>
                    <a:pt x="516" y="376"/>
                  </a:lnTo>
                  <a:lnTo>
                    <a:pt x="516" y="376"/>
                  </a:lnTo>
                  <a:lnTo>
                    <a:pt x="516" y="376"/>
                  </a:lnTo>
                  <a:lnTo>
                    <a:pt x="514" y="376"/>
                  </a:lnTo>
                  <a:lnTo>
                    <a:pt x="514" y="377"/>
                  </a:lnTo>
                  <a:lnTo>
                    <a:pt x="514" y="379"/>
                  </a:lnTo>
                  <a:lnTo>
                    <a:pt x="514" y="379"/>
                  </a:lnTo>
                  <a:lnTo>
                    <a:pt x="508" y="379"/>
                  </a:lnTo>
                  <a:lnTo>
                    <a:pt x="508" y="379"/>
                  </a:lnTo>
                  <a:lnTo>
                    <a:pt x="506" y="377"/>
                  </a:lnTo>
                  <a:lnTo>
                    <a:pt x="506" y="376"/>
                  </a:lnTo>
                  <a:lnTo>
                    <a:pt x="506" y="376"/>
                  </a:lnTo>
                  <a:lnTo>
                    <a:pt x="506" y="377"/>
                  </a:lnTo>
                  <a:lnTo>
                    <a:pt x="504" y="377"/>
                  </a:lnTo>
                  <a:lnTo>
                    <a:pt x="504" y="377"/>
                  </a:lnTo>
                  <a:lnTo>
                    <a:pt x="504" y="377"/>
                  </a:lnTo>
                  <a:lnTo>
                    <a:pt x="502" y="377"/>
                  </a:lnTo>
                  <a:lnTo>
                    <a:pt x="502" y="376"/>
                  </a:lnTo>
                  <a:lnTo>
                    <a:pt x="500" y="376"/>
                  </a:lnTo>
                  <a:lnTo>
                    <a:pt x="502" y="376"/>
                  </a:lnTo>
                  <a:lnTo>
                    <a:pt x="502" y="376"/>
                  </a:lnTo>
                  <a:lnTo>
                    <a:pt x="502" y="376"/>
                  </a:lnTo>
                  <a:lnTo>
                    <a:pt x="502" y="374"/>
                  </a:lnTo>
                  <a:lnTo>
                    <a:pt x="502" y="374"/>
                  </a:lnTo>
                  <a:lnTo>
                    <a:pt x="502" y="374"/>
                  </a:lnTo>
                  <a:lnTo>
                    <a:pt x="500" y="374"/>
                  </a:lnTo>
                  <a:lnTo>
                    <a:pt x="500" y="372"/>
                  </a:lnTo>
                  <a:lnTo>
                    <a:pt x="500" y="372"/>
                  </a:lnTo>
                  <a:lnTo>
                    <a:pt x="500" y="374"/>
                  </a:lnTo>
                  <a:lnTo>
                    <a:pt x="498" y="374"/>
                  </a:lnTo>
                  <a:lnTo>
                    <a:pt x="498" y="374"/>
                  </a:lnTo>
                  <a:lnTo>
                    <a:pt x="498" y="374"/>
                  </a:lnTo>
                  <a:lnTo>
                    <a:pt x="496" y="374"/>
                  </a:lnTo>
                  <a:lnTo>
                    <a:pt x="494" y="372"/>
                  </a:lnTo>
                  <a:lnTo>
                    <a:pt x="494" y="372"/>
                  </a:lnTo>
                  <a:lnTo>
                    <a:pt x="494" y="372"/>
                  </a:lnTo>
                  <a:lnTo>
                    <a:pt x="492" y="372"/>
                  </a:lnTo>
                  <a:lnTo>
                    <a:pt x="492" y="372"/>
                  </a:lnTo>
                  <a:lnTo>
                    <a:pt x="492" y="372"/>
                  </a:lnTo>
                  <a:lnTo>
                    <a:pt x="492" y="374"/>
                  </a:lnTo>
                  <a:lnTo>
                    <a:pt x="490" y="374"/>
                  </a:lnTo>
                  <a:lnTo>
                    <a:pt x="490" y="374"/>
                  </a:lnTo>
                  <a:lnTo>
                    <a:pt x="488" y="374"/>
                  </a:lnTo>
                  <a:lnTo>
                    <a:pt x="488" y="376"/>
                  </a:lnTo>
                  <a:lnTo>
                    <a:pt x="486" y="376"/>
                  </a:lnTo>
                  <a:lnTo>
                    <a:pt x="486" y="376"/>
                  </a:lnTo>
                  <a:lnTo>
                    <a:pt x="484" y="377"/>
                  </a:lnTo>
                  <a:lnTo>
                    <a:pt x="480" y="377"/>
                  </a:lnTo>
                  <a:lnTo>
                    <a:pt x="480" y="377"/>
                  </a:lnTo>
                  <a:lnTo>
                    <a:pt x="480" y="377"/>
                  </a:lnTo>
                  <a:lnTo>
                    <a:pt x="480" y="377"/>
                  </a:lnTo>
                  <a:lnTo>
                    <a:pt x="480" y="376"/>
                  </a:lnTo>
                  <a:lnTo>
                    <a:pt x="480" y="374"/>
                  </a:lnTo>
                  <a:lnTo>
                    <a:pt x="478" y="374"/>
                  </a:lnTo>
                  <a:lnTo>
                    <a:pt x="478" y="372"/>
                  </a:lnTo>
                  <a:lnTo>
                    <a:pt x="476" y="372"/>
                  </a:lnTo>
                  <a:lnTo>
                    <a:pt x="476" y="372"/>
                  </a:lnTo>
                  <a:lnTo>
                    <a:pt x="473" y="372"/>
                  </a:lnTo>
                  <a:lnTo>
                    <a:pt x="473" y="372"/>
                  </a:lnTo>
                  <a:lnTo>
                    <a:pt x="473" y="372"/>
                  </a:lnTo>
                  <a:lnTo>
                    <a:pt x="473" y="372"/>
                  </a:lnTo>
                  <a:lnTo>
                    <a:pt x="473" y="374"/>
                  </a:lnTo>
                  <a:lnTo>
                    <a:pt x="471" y="376"/>
                  </a:lnTo>
                  <a:lnTo>
                    <a:pt x="471" y="377"/>
                  </a:lnTo>
                  <a:lnTo>
                    <a:pt x="471" y="377"/>
                  </a:lnTo>
                  <a:lnTo>
                    <a:pt x="471" y="377"/>
                  </a:lnTo>
                  <a:lnTo>
                    <a:pt x="471" y="377"/>
                  </a:lnTo>
                  <a:lnTo>
                    <a:pt x="469" y="377"/>
                  </a:lnTo>
                  <a:lnTo>
                    <a:pt x="469" y="377"/>
                  </a:lnTo>
                  <a:lnTo>
                    <a:pt x="469" y="377"/>
                  </a:lnTo>
                  <a:lnTo>
                    <a:pt x="469" y="379"/>
                  </a:lnTo>
                  <a:lnTo>
                    <a:pt x="469" y="381"/>
                  </a:lnTo>
                  <a:lnTo>
                    <a:pt x="469" y="381"/>
                  </a:lnTo>
                  <a:lnTo>
                    <a:pt x="469" y="381"/>
                  </a:lnTo>
                  <a:lnTo>
                    <a:pt x="469" y="381"/>
                  </a:lnTo>
                  <a:lnTo>
                    <a:pt x="467" y="381"/>
                  </a:lnTo>
                  <a:lnTo>
                    <a:pt x="467" y="381"/>
                  </a:lnTo>
                  <a:lnTo>
                    <a:pt x="463" y="381"/>
                  </a:lnTo>
                  <a:lnTo>
                    <a:pt x="463" y="381"/>
                  </a:lnTo>
                  <a:lnTo>
                    <a:pt x="463" y="381"/>
                  </a:lnTo>
                  <a:lnTo>
                    <a:pt x="463" y="383"/>
                  </a:lnTo>
                  <a:lnTo>
                    <a:pt x="463" y="383"/>
                  </a:lnTo>
                  <a:lnTo>
                    <a:pt x="463" y="383"/>
                  </a:lnTo>
                  <a:lnTo>
                    <a:pt x="463" y="383"/>
                  </a:lnTo>
                  <a:lnTo>
                    <a:pt x="463" y="383"/>
                  </a:lnTo>
                  <a:lnTo>
                    <a:pt x="463" y="385"/>
                  </a:lnTo>
                  <a:lnTo>
                    <a:pt x="461" y="385"/>
                  </a:lnTo>
                  <a:lnTo>
                    <a:pt x="459" y="385"/>
                  </a:lnTo>
                  <a:lnTo>
                    <a:pt x="459" y="385"/>
                  </a:lnTo>
                  <a:lnTo>
                    <a:pt x="457" y="385"/>
                  </a:lnTo>
                  <a:lnTo>
                    <a:pt x="457" y="385"/>
                  </a:lnTo>
                  <a:lnTo>
                    <a:pt x="457" y="385"/>
                  </a:lnTo>
                  <a:lnTo>
                    <a:pt x="453" y="387"/>
                  </a:lnTo>
                  <a:lnTo>
                    <a:pt x="453" y="389"/>
                  </a:lnTo>
                  <a:lnTo>
                    <a:pt x="453" y="389"/>
                  </a:lnTo>
                  <a:lnTo>
                    <a:pt x="453" y="389"/>
                  </a:lnTo>
                  <a:lnTo>
                    <a:pt x="455" y="389"/>
                  </a:lnTo>
                  <a:lnTo>
                    <a:pt x="455" y="391"/>
                  </a:lnTo>
                  <a:lnTo>
                    <a:pt x="455" y="391"/>
                  </a:lnTo>
                  <a:lnTo>
                    <a:pt x="455" y="391"/>
                  </a:lnTo>
                  <a:lnTo>
                    <a:pt x="455" y="391"/>
                  </a:lnTo>
                  <a:lnTo>
                    <a:pt x="453" y="391"/>
                  </a:lnTo>
                  <a:lnTo>
                    <a:pt x="445" y="395"/>
                  </a:lnTo>
                  <a:lnTo>
                    <a:pt x="445" y="395"/>
                  </a:lnTo>
                  <a:lnTo>
                    <a:pt x="445" y="395"/>
                  </a:lnTo>
                  <a:lnTo>
                    <a:pt x="445" y="395"/>
                  </a:lnTo>
                  <a:lnTo>
                    <a:pt x="445" y="395"/>
                  </a:lnTo>
                  <a:lnTo>
                    <a:pt x="443" y="395"/>
                  </a:lnTo>
                  <a:lnTo>
                    <a:pt x="443" y="397"/>
                  </a:lnTo>
                  <a:lnTo>
                    <a:pt x="443" y="397"/>
                  </a:lnTo>
                  <a:lnTo>
                    <a:pt x="443" y="397"/>
                  </a:lnTo>
                  <a:lnTo>
                    <a:pt x="445" y="397"/>
                  </a:lnTo>
                  <a:lnTo>
                    <a:pt x="445" y="397"/>
                  </a:lnTo>
                  <a:lnTo>
                    <a:pt x="449" y="399"/>
                  </a:lnTo>
                  <a:lnTo>
                    <a:pt x="449" y="399"/>
                  </a:lnTo>
                  <a:lnTo>
                    <a:pt x="449" y="399"/>
                  </a:lnTo>
                  <a:lnTo>
                    <a:pt x="449" y="401"/>
                  </a:lnTo>
                  <a:lnTo>
                    <a:pt x="435" y="403"/>
                  </a:lnTo>
                  <a:lnTo>
                    <a:pt x="433" y="401"/>
                  </a:lnTo>
                  <a:lnTo>
                    <a:pt x="431" y="401"/>
                  </a:lnTo>
                  <a:lnTo>
                    <a:pt x="431" y="401"/>
                  </a:lnTo>
                  <a:lnTo>
                    <a:pt x="431" y="399"/>
                  </a:lnTo>
                  <a:lnTo>
                    <a:pt x="429" y="399"/>
                  </a:lnTo>
                  <a:lnTo>
                    <a:pt x="425" y="401"/>
                  </a:lnTo>
                  <a:lnTo>
                    <a:pt x="423" y="401"/>
                  </a:lnTo>
                  <a:lnTo>
                    <a:pt x="423" y="403"/>
                  </a:lnTo>
                  <a:lnTo>
                    <a:pt x="423" y="403"/>
                  </a:lnTo>
                  <a:lnTo>
                    <a:pt x="423" y="403"/>
                  </a:lnTo>
                  <a:lnTo>
                    <a:pt x="423" y="405"/>
                  </a:lnTo>
                  <a:lnTo>
                    <a:pt x="423" y="407"/>
                  </a:lnTo>
                  <a:lnTo>
                    <a:pt x="422" y="407"/>
                  </a:lnTo>
                  <a:lnTo>
                    <a:pt x="420" y="409"/>
                  </a:lnTo>
                  <a:lnTo>
                    <a:pt x="418" y="409"/>
                  </a:lnTo>
                  <a:lnTo>
                    <a:pt x="418" y="407"/>
                  </a:lnTo>
                  <a:lnTo>
                    <a:pt x="418" y="407"/>
                  </a:lnTo>
                  <a:lnTo>
                    <a:pt x="418" y="407"/>
                  </a:lnTo>
                  <a:lnTo>
                    <a:pt x="416" y="405"/>
                  </a:lnTo>
                  <a:lnTo>
                    <a:pt x="416" y="405"/>
                  </a:lnTo>
                  <a:lnTo>
                    <a:pt x="416" y="405"/>
                  </a:lnTo>
                  <a:lnTo>
                    <a:pt x="414" y="405"/>
                  </a:lnTo>
                  <a:lnTo>
                    <a:pt x="392" y="413"/>
                  </a:lnTo>
                  <a:lnTo>
                    <a:pt x="392" y="415"/>
                  </a:lnTo>
                  <a:lnTo>
                    <a:pt x="390" y="419"/>
                  </a:lnTo>
                  <a:lnTo>
                    <a:pt x="388" y="419"/>
                  </a:lnTo>
                  <a:lnTo>
                    <a:pt x="388" y="419"/>
                  </a:lnTo>
                  <a:lnTo>
                    <a:pt x="388" y="419"/>
                  </a:lnTo>
                  <a:lnTo>
                    <a:pt x="388" y="419"/>
                  </a:lnTo>
                  <a:lnTo>
                    <a:pt x="388" y="419"/>
                  </a:lnTo>
                  <a:lnTo>
                    <a:pt x="388" y="417"/>
                  </a:lnTo>
                  <a:lnTo>
                    <a:pt x="388" y="417"/>
                  </a:lnTo>
                  <a:lnTo>
                    <a:pt x="386" y="417"/>
                  </a:lnTo>
                  <a:lnTo>
                    <a:pt x="386" y="415"/>
                  </a:lnTo>
                  <a:lnTo>
                    <a:pt x="386" y="415"/>
                  </a:lnTo>
                  <a:lnTo>
                    <a:pt x="384" y="413"/>
                  </a:lnTo>
                  <a:lnTo>
                    <a:pt x="382" y="413"/>
                  </a:lnTo>
                  <a:lnTo>
                    <a:pt x="382" y="413"/>
                  </a:lnTo>
                  <a:lnTo>
                    <a:pt x="378" y="415"/>
                  </a:lnTo>
                  <a:lnTo>
                    <a:pt x="374" y="415"/>
                  </a:lnTo>
                  <a:lnTo>
                    <a:pt x="373" y="417"/>
                  </a:lnTo>
                  <a:lnTo>
                    <a:pt x="373" y="417"/>
                  </a:lnTo>
                  <a:lnTo>
                    <a:pt x="373" y="417"/>
                  </a:lnTo>
                  <a:lnTo>
                    <a:pt x="371" y="419"/>
                  </a:lnTo>
                  <a:lnTo>
                    <a:pt x="371" y="421"/>
                  </a:lnTo>
                  <a:lnTo>
                    <a:pt x="371" y="421"/>
                  </a:lnTo>
                  <a:lnTo>
                    <a:pt x="371" y="421"/>
                  </a:lnTo>
                  <a:lnTo>
                    <a:pt x="371" y="421"/>
                  </a:lnTo>
                  <a:lnTo>
                    <a:pt x="371" y="423"/>
                  </a:lnTo>
                  <a:lnTo>
                    <a:pt x="371" y="423"/>
                  </a:lnTo>
                  <a:lnTo>
                    <a:pt x="371" y="423"/>
                  </a:lnTo>
                  <a:lnTo>
                    <a:pt x="371" y="425"/>
                  </a:lnTo>
                  <a:lnTo>
                    <a:pt x="369" y="425"/>
                  </a:lnTo>
                  <a:lnTo>
                    <a:pt x="369" y="425"/>
                  </a:lnTo>
                  <a:lnTo>
                    <a:pt x="367" y="425"/>
                  </a:lnTo>
                  <a:lnTo>
                    <a:pt x="367" y="425"/>
                  </a:lnTo>
                  <a:lnTo>
                    <a:pt x="367" y="427"/>
                  </a:lnTo>
                  <a:lnTo>
                    <a:pt x="365" y="427"/>
                  </a:lnTo>
                  <a:lnTo>
                    <a:pt x="363" y="427"/>
                  </a:lnTo>
                  <a:lnTo>
                    <a:pt x="363" y="427"/>
                  </a:lnTo>
                  <a:lnTo>
                    <a:pt x="363" y="427"/>
                  </a:lnTo>
                  <a:lnTo>
                    <a:pt x="363" y="429"/>
                  </a:lnTo>
                  <a:lnTo>
                    <a:pt x="363" y="429"/>
                  </a:lnTo>
                  <a:lnTo>
                    <a:pt x="363" y="429"/>
                  </a:lnTo>
                  <a:lnTo>
                    <a:pt x="361" y="430"/>
                  </a:lnTo>
                  <a:lnTo>
                    <a:pt x="361" y="430"/>
                  </a:lnTo>
                  <a:lnTo>
                    <a:pt x="361" y="432"/>
                  </a:lnTo>
                  <a:lnTo>
                    <a:pt x="361" y="432"/>
                  </a:lnTo>
                  <a:lnTo>
                    <a:pt x="361" y="432"/>
                  </a:lnTo>
                  <a:lnTo>
                    <a:pt x="359" y="434"/>
                  </a:lnTo>
                  <a:lnTo>
                    <a:pt x="359" y="434"/>
                  </a:lnTo>
                  <a:lnTo>
                    <a:pt x="359" y="434"/>
                  </a:lnTo>
                  <a:lnTo>
                    <a:pt x="359" y="436"/>
                  </a:lnTo>
                  <a:lnTo>
                    <a:pt x="359" y="436"/>
                  </a:lnTo>
                  <a:lnTo>
                    <a:pt x="359" y="436"/>
                  </a:lnTo>
                  <a:lnTo>
                    <a:pt x="359" y="436"/>
                  </a:lnTo>
                  <a:lnTo>
                    <a:pt x="359" y="436"/>
                  </a:lnTo>
                  <a:lnTo>
                    <a:pt x="359" y="438"/>
                  </a:lnTo>
                  <a:lnTo>
                    <a:pt x="359" y="438"/>
                  </a:lnTo>
                  <a:lnTo>
                    <a:pt x="357" y="438"/>
                  </a:lnTo>
                  <a:lnTo>
                    <a:pt x="357" y="440"/>
                  </a:lnTo>
                  <a:lnTo>
                    <a:pt x="357" y="440"/>
                  </a:lnTo>
                  <a:lnTo>
                    <a:pt x="357" y="440"/>
                  </a:lnTo>
                  <a:lnTo>
                    <a:pt x="353" y="440"/>
                  </a:lnTo>
                  <a:lnTo>
                    <a:pt x="351" y="438"/>
                  </a:lnTo>
                  <a:lnTo>
                    <a:pt x="351" y="438"/>
                  </a:lnTo>
                  <a:lnTo>
                    <a:pt x="349" y="438"/>
                  </a:lnTo>
                  <a:lnTo>
                    <a:pt x="349" y="440"/>
                  </a:lnTo>
                  <a:lnTo>
                    <a:pt x="347" y="440"/>
                  </a:lnTo>
                  <a:lnTo>
                    <a:pt x="347" y="440"/>
                  </a:lnTo>
                  <a:lnTo>
                    <a:pt x="347" y="440"/>
                  </a:lnTo>
                  <a:lnTo>
                    <a:pt x="347" y="440"/>
                  </a:lnTo>
                  <a:lnTo>
                    <a:pt x="347" y="440"/>
                  </a:lnTo>
                  <a:lnTo>
                    <a:pt x="347" y="438"/>
                  </a:lnTo>
                  <a:lnTo>
                    <a:pt x="347" y="438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3" y="438"/>
                  </a:lnTo>
                  <a:lnTo>
                    <a:pt x="343" y="438"/>
                  </a:lnTo>
                  <a:lnTo>
                    <a:pt x="343" y="438"/>
                  </a:lnTo>
                  <a:lnTo>
                    <a:pt x="343" y="438"/>
                  </a:lnTo>
                  <a:lnTo>
                    <a:pt x="343" y="440"/>
                  </a:lnTo>
                  <a:lnTo>
                    <a:pt x="343" y="440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4"/>
                  </a:lnTo>
                  <a:lnTo>
                    <a:pt x="339" y="434"/>
                  </a:lnTo>
                  <a:lnTo>
                    <a:pt x="339" y="434"/>
                  </a:lnTo>
                  <a:lnTo>
                    <a:pt x="339" y="434"/>
                  </a:lnTo>
                  <a:lnTo>
                    <a:pt x="341" y="432"/>
                  </a:lnTo>
                  <a:lnTo>
                    <a:pt x="341" y="432"/>
                  </a:lnTo>
                  <a:lnTo>
                    <a:pt x="341" y="432"/>
                  </a:lnTo>
                  <a:lnTo>
                    <a:pt x="341" y="432"/>
                  </a:lnTo>
                  <a:lnTo>
                    <a:pt x="341" y="430"/>
                  </a:lnTo>
                  <a:lnTo>
                    <a:pt x="341" y="429"/>
                  </a:lnTo>
                  <a:lnTo>
                    <a:pt x="341" y="427"/>
                  </a:lnTo>
                  <a:lnTo>
                    <a:pt x="341" y="427"/>
                  </a:lnTo>
                  <a:lnTo>
                    <a:pt x="345" y="429"/>
                  </a:lnTo>
                  <a:lnTo>
                    <a:pt x="345" y="429"/>
                  </a:lnTo>
                  <a:lnTo>
                    <a:pt x="345" y="429"/>
                  </a:lnTo>
                  <a:lnTo>
                    <a:pt x="345" y="427"/>
                  </a:lnTo>
                  <a:lnTo>
                    <a:pt x="345" y="427"/>
                  </a:lnTo>
                  <a:lnTo>
                    <a:pt x="345" y="427"/>
                  </a:lnTo>
                  <a:lnTo>
                    <a:pt x="345" y="425"/>
                  </a:lnTo>
                  <a:lnTo>
                    <a:pt x="345" y="425"/>
                  </a:lnTo>
                  <a:lnTo>
                    <a:pt x="347" y="425"/>
                  </a:lnTo>
                  <a:lnTo>
                    <a:pt x="347" y="425"/>
                  </a:lnTo>
                  <a:lnTo>
                    <a:pt x="347" y="425"/>
                  </a:lnTo>
                  <a:lnTo>
                    <a:pt x="347" y="423"/>
                  </a:lnTo>
                  <a:lnTo>
                    <a:pt x="347" y="423"/>
                  </a:lnTo>
                  <a:lnTo>
                    <a:pt x="347" y="423"/>
                  </a:lnTo>
                  <a:lnTo>
                    <a:pt x="345" y="421"/>
                  </a:lnTo>
                  <a:lnTo>
                    <a:pt x="345" y="419"/>
                  </a:lnTo>
                  <a:lnTo>
                    <a:pt x="345" y="419"/>
                  </a:lnTo>
                  <a:lnTo>
                    <a:pt x="345" y="419"/>
                  </a:lnTo>
                  <a:lnTo>
                    <a:pt x="345" y="419"/>
                  </a:lnTo>
                  <a:lnTo>
                    <a:pt x="345" y="419"/>
                  </a:lnTo>
                  <a:lnTo>
                    <a:pt x="345" y="419"/>
                  </a:lnTo>
                  <a:lnTo>
                    <a:pt x="343" y="417"/>
                  </a:lnTo>
                  <a:lnTo>
                    <a:pt x="341" y="413"/>
                  </a:lnTo>
                  <a:lnTo>
                    <a:pt x="339" y="413"/>
                  </a:lnTo>
                  <a:lnTo>
                    <a:pt x="339" y="411"/>
                  </a:lnTo>
                  <a:lnTo>
                    <a:pt x="341" y="411"/>
                  </a:lnTo>
                  <a:lnTo>
                    <a:pt x="343" y="409"/>
                  </a:lnTo>
                  <a:lnTo>
                    <a:pt x="343" y="409"/>
                  </a:lnTo>
                  <a:lnTo>
                    <a:pt x="343" y="409"/>
                  </a:lnTo>
                  <a:lnTo>
                    <a:pt x="343" y="407"/>
                  </a:lnTo>
                  <a:lnTo>
                    <a:pt x="343" y="407"/>
                  </a:lnTo>
                  <a:lnTo>
                    <a:pt x="341" y="407"/>
                  </a:lnTo>
                  <a:lnTo>
                    <a:pt x="341" y="407"/>
                  </a:lnTo>
                  <a:lnTo>
                    <a:pt x="341" y="407"/>
                  </a:lnTo>
                  <a:lnTo>
                    <a:pt x="339" y="407"/>
                  </a:lnTo>
                  <a:lnTo>
                    <a:pt x="339" y="407"/>
                  </a:lnTo>
                  <a:lnTo>
                    <a:pt x="339" y="407"/>
                  </a:lnTo>
                  <a:lnTo>
                    <a:pt x="335" y="405"/>
                  </a:lnTo>
                  <a:lnTo>
                    <a:pt x="335" y="405"/>
                  </a:lnTo>
                  <a:lnTo>
                    <a:pt x="335" y="403"/>
                  </a:lnTo>
                  <a:lnTo>
                    <a:pt x="335" y="403"/>
                  </a:lnTo>
                  <a:lnTo>
                    <a:pt x="337" y="403"/>
                  </a:lnTo>
                  <a:lnTo>
                    <a:pt x="337" y="403"/>
                  </a:lnTo>
                  <a:lnTo>
                    <a:pt x="337" y="401"/>
                  </a:lnTo>
                  <a:lnTo>
                    <a:pt x="337" y="401"/>
                  </a:lnTo>
                  <a:lnTo>
                    <a:pt x="337" y="401"/>
                  </a:lnTo>
                  <a:lnTo>
                    <a:pt x="337" y="401"/>
                  </a:lnTo>
                  <a:lnTo>
                    <a:pt x="337" y="399"/>
                  </a:lnTo>
                  <a:lnTo>
                    <a:pt x="337" y="399"/>
                  </a:lnTo>
                  <a:lnTo>
                    <a:pt x="337" y="399"/>
                  </a:lnTo>
                  <a:lnTo>
                    <a:pt x="337" y="399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41" y="399"/>
                  </a:lnTo>
                  <a:lnTo>
                    <a:pt x="341" y="399"/>
                  </a:lnTo>
                  <a:lnTo>
                    <a:pt x="339" y="399"/>
                  </a:lnTo>
                  <a:lnTo>
                    <a:pt x="339" y="397"/>
                  </a:lnTo>
                  <a:lnTo>
                    <a:pt x="339" y="397"/>
                  </a:lnTo>
                  <a:lnTo>
                    <a:pt x="339" y="397"/>
                  </a:lnTo>
                  <a:lnTo>
                    <a:pt x="337" y="397"/>
                  </a:lnTo>
                  <a:lnTo>
                    <a:pt x="337" y="397"/>
                  </a:lnTo>
                  <a:lnTo>
                    <a:pt x="335" y="397"/>
                  </a:lnTo>
                  <a:lnTo>
                    <a:pt x="335" y="399"/>
                  </a:lnTo>
                  <a:lnTo>
                    <a:pt x="335" y="399"/>
                  </a:lnTo>
                  <a:lnTo>
                    <a:pt x="335" y="399"/>
                  </a:lnTo>
                  <a:lnTo>
                    <a:pt x="335" y="397"/>
                  </a:lnTo>
                  <a:lnTo>
                    <a:pt x="335" y="397"/>
                  </a:lnTo>
                  <a:lnTo>
                    <a:pt x="333" y="397"/>
                  </a:lnTo>
                  <a:lnTo>
                    <a:pt x="333" y="397"/>
                  </a:lnTo>
                  <a:lnTo>
                    <a:pt x="333" y="397"/>
                  </a:lnTo>
                  <a:lnTo>
                    <a:pt x="337" y="393"/>
                  </a:lnTo>
                  <a:lnTo>
                    <a:pt x="337" y="393"/>
                  </a:lnTo>
                  <a:lnTo>
                    <a:pt x="337" y="393"/>
                  </a:lnTo>
                  <a:lnTo>
                    <a:pt x="337" y="393"/>
                  </a:lnTo>
                  <a:lnTo>
                    <a:pt x="337" y="391"/>
                  </a:lnTo>
                  <a:lnTo>
                    <a:pt x="337" y="391"/>
                  </a:lnTo>
                  <a:lnTo>
                    <a:pt x="337" y="391"/>
                  </a:lnTo>
                  <a:lnTo>
                    <a:pt x="339" y="389"/>
                  </a:lnTo>
                  <a:lnTo>
                    <a:pt x="339" y="389"/>
                  </a:lnTo>
                  <a:lnTo>
                    <a:pt x="339" y="389"/>
                  </a:lnTo>
                  <a:lnTo>
                    <a:pt x="341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9" y="387"/>
                  </a:lnTo>
                  <a:lnTo>
                    <a:pt x="337" y="385"/>
                  </a:lnTo>
                  <a:lnTo>
                    <a:pt x="337" y="385"/>
                  </a:lnTo>
                  <a:lnTo>
                    <a:pt x="337" y="385"/>
                  </a:lnTo>
                  <a:lnTo>
                    <a:pt x="341" y="383"/>
                  </a:lnTo>
                  <a:lnTo>
                    <a:pt x="341" y="383"/>
                  </a:lnTo>
                  <a:lnTo>
                    <a:pt x="343" y="381"/>
                  </a:lnTo>
                  <a:lnTo>
                    <a:pt x="343" y="381"/>
                  </a:lnTo>
                  <a:lnTo>
                    <a:pt x="343" y="381"/>
                  </a:lnTo>
                  <a:lnTo>
                    <a:pt x="343" y="381"/>
                  </a:lnTo>
                  <a:lnTo>
                    <a:pt x="343" y="379"/>
                  </a:lnTo>
                  <a:lnTo>
                    <a:pt x="343" y="379"/>
                  </a:lnTo>
                  <a:lnTo>
                    <a:pt x="337" y="372"/>
                  </a:lnTo>
                  <a:lnTo>
                    <a:pt x="335" y="372"/>
                  </a:lnTo>
                  <a:lnTo>
                    <a:pt x="333" y="374"/>
                  </a:lnTo>
                  <a:lnTo>
                    <a:pt x="333" y="374"/>
                  </a:lnTo>
                  <a:lnTo>
                    <a:pt x="331" y="376"/>
                  </a:lnTo>
                  <a:lnTo>
                    <a:pt x="331" y="376"/>
                  </a:lnTo>
                  <a:lnTo>
                    <a:pt x="331" y="374"/>
                  </a:lnTo>
                  <a:lnTo>
                    <a:pt x="329" y="374"/>
                  </a:lnTo>
                  <a:lnTo>
                    <a:pt x="329" y="374"/>
                  </a:lnTo>
                  <a:lnTo>
                    <a:pt x="327" y="372"/>
                  </a:lnTo>
                  <a:lnTo>
                    <a:pt x="325" y="372"/>
                  </a:lnTo>
                  <a:lnTo>
                    <a:pt x="325" y="374"/>
                  </a:lnTo>
                  <a:lnTo>
                    <a:pt x="323" y="374"/>
                  </a:lnTo>
                  <a:lnTo>
                    <a:pt x="323" y="374"/>
                  </a:lnTo>
                  <a:lnTo>
                    <a:pt x="323" y="374"/>
                  </a:lnTo>
                  <a:lnTo>
                    <a:pt x="323" y="374"/>
                  </a:lnTo>
                  <a:lnTo>
                    <a:pt x="323" y="374"/>
                  </a:lnTo>
                  <a:lnTo>
                    <a:pt x="323" y="376"/>
                  </a:lnTo>
                  <a:lnTo>
                    <a:pt x="323" y="377"/>
                  </a:lnTo>
                  <a:lnTo>
                    <a:pt x="323" y="377"/>
                  </a:lnTo>
                  <a:lnTo>
                    <a:pt x="323" y="377"/>
                  </a:lnTo>
                  <a:lnTo>
                    <a:pt x="323" y="379"/>
                  </a:lnTo>
                  <a:lnTo>
                    <a:pt x="323" y="379"/>
                  </a:lnTo>
                  <a:lnTo>
                    <a:pt x="323" y="379"/>
                  </a:lnTo>
                  <a:lnTo>
                    <a:pt x="323" y="381"/>
                  </a:lnTo>
                  <a:lnTo>
                    <a:pt x="322" y="381"/>
                  </a:lnTo>
                  <a:lnTo>
                    <a:pt x="322" y="381"/>
                  </a:lnTo>
                  <a:lnTo>
                    <a:pt x="320" y="381"/>
                  </a:lnTo>
                  <a:lnTo>
                    <a:pt x="320" y="379"/>
                  </a:lnTo>
                  <a:lnTo>
                    <a:pt x="318" y="379"/>
                  </a:lnTo>
                  <a:lnTo>
                    <a:pt x="318" y="379"/>
                  </a:lnTo>
                  <a:lnTo>
                    <a:pt x="312" y="381"/>
                  </a:lnTo>
                  <a:lnTo>
                    <a:pt x="312" y="381"/>
                  </a:lnTo>
                  <a:lnTo>
                    <a:pt x="310" y="381"/>
                  </a:lnTo>
                  <a:lnTo>
                    <a:pt x="308" y="381"/>
                  </a:lnTo>
                  <a:lnTo>
                    <a:pt x="306" y="381"/>
                  </a:lnTo>
                  <a:lnTo>
                    <a:pt x="306" y="381"/>
                  </a:lnTo>
                  <a:lnTo>
                    <a:pt x="306" y="383"/>
                  </a:lnTo>
                  <a:lnTo>
                    <a:pt x="304" y="383"/>
                  </a:lnTo>
                  <a:lnTo>
                    <a:pt x="304" y="385"/>
                  </a:lnTo>
                  <a:lnTo>
                    <a:pt x="304" y="385"/>
                  </a:lnTo>
                  <a:lnTo>
                    <a:pt x="302" y="385"/>
                  </a:lnTo>
                  <a:lnTo>
                    <a:pt x="300" y="385"/>
                  </a:lnTo>
                  <a:lnTo>
                    <a:pt x="294" y="385"/>
                  </a:lnTo>
                  <a:lnTo>
                    <a:pt x="290" y="385"/>
                  </a:lnTo>
                  <a:lnTo>
                    <a:pt x="288" y="385"/>
                  </a:lnTo>
                  <a:lnTo>
                    <a:pt x="284" y="385"/>
                  </a:lnTo>
                  <a:lnTo>
                    <a:pt x="267" y="391"/>
                  </a:lnTo>
                  <a:lnTo>
                    <a:pt x="267" y="391"/>
                  </a:lnTo>
                  <a:lnTo>
                    <a:pt x="263" y="381"/>
                  </a:lnTo>
                  <a:lnTo>
                    <a:pt x="253" y="370"/>
                  </a:lnTo>
                  <a:lnTo>
                    <a:pt x="251" y="368"/>
                  </a:lnTo>
                  <a:lnTo>
                    <a:pt x="249" y="368"/>
                  </a:lnTo>
                  <a:lnTo>
                    <a:pt x="221" y="372"/>
                  </a:lnTo>
                  <a:lnTo>
                    <a:pt x="214" y="374"/>
                  </a:lnTo>
                  <a:lnTo>
                    <a:pt x="212" y="372"/>
                  </a:lnTo>
                  <a:lnTo>
                    <a:pt x="186" y="332"/>
                  </a:lnTo>
                  <a:lnTo>
                    <a:pt x="137" y="313"/>
                  </a:lnTo>
                  <a:lnTo>
                    <a:pt x="137" y="309"/>
                  </a:lnTo>
                  <a:lnTo>
                    <a:pt x="72" y="301"/>
                  </a:lnTo>
                  <a:lnTo>
                    <a:pt x="69" y="299"/>
                  </a:lnTo>
                  <a:lnTo>
                    <a:pt x="67" y="299"/>
                  </a:lnTo>
                  <a:lnTo>
                    <a:pt x="37" y="291"/>
                  </a:lnTo>
                  <a:lnTo>
                    <a:pt x="37" y="289"/>
                  </a:lnTo>
                  <a:lnTo>
                    <a:pt x="35" y="289"/>
                  </a:lnTo>
                  <a:lnTo>
                    <a:pt x="35" y="287"/>
                  </a:lnTo>
                  <a:lnTo>
                    <a:pt x="35" y="287"/>
                  </a:lnTo>
                  <a:lnTo>
                    <a:pt x="33" y="281"/>
                  </a:lnTo>
                  <a:lnTo>
                    <a:pt x="31" y="279"/>
                  </a:lnTo>
                  <a:lnTo>
                    <a:pt x="27" y="279"/>
                  </a:lnTo>
                  <a:lnTo>
                    <a:pt x="23" y="262"/>
                  </a:lnTo>
                  <a:lnTo>
                    <a:pt x="21" y="258"/>
                  </a:lnTo>
                  <a:lnTo>
                    <a:pt x="19" y="258"/>
                  </a:lnTo>
                  <a:lnTo>
                    <a:pt x="18" y="258"/>
                  </a:lnTo>
                  <a:lnTo>
                    <a:pt x="18" y="256"/>
                  </a:lnTo>
                  <a:lnTo>
                    <a:pt x="18" y="256"/>
                  </a:lnTo>
                  <a:lnTo>
                    <a:pt x="19" y="236"/>
                  </a:lnTo>
                  <a:lnTo>
                    <a:pt x="19" y="236"/>
                  </a:lnTo>
                  <a:lnTo>
                    <a:pt x="19" y="234"/>
                  </a:lnTo>
                  <a:lnTo>
                    <a:pt x="19" y="234"/>
                  </a:lnTo>
                  <a:lnTo>
                    <a:pt x="2" y="218"/>
                  </a:lnTo>
                  <a:lnTo>
                    <a:pt x="0" y="216"/>
                  </a:lnTo>
                  <a:lnTo>
                    <a:pt x="2" y="216"/>
                  </a:lnTo>
                  <a:lnTo>
                    <a:pt x="2" y="216"/>
                  </a:lnTo>
                  <a:lnTo>
                    <a:pt x="6" y="211"/>
                  </a:lnTo>
                  <a:lnTo>
                    <a:pt x="8" y="211"/>
                  </a:lnTo>
                  <a:lnTo>
                    <a:pt x="8" y="209"/>
                  </a:lnTo>
                  <a:lnTo>
                    <a:pt x="6" y="207"/>
                  </a:lnTo>
                  <a:lnTo>
                    <a:pt x="2" y="201"/>
                  </a:lnTo>
                  <a:lnTo>
                    <a:pt x="2" y="199"/>
                  </a:lnTo>
                  <a:lnTo>
                    <a:pt x="2" y="199"/>
                  </a:lnTo>
                  <a:lnTo>
                    <a:pt x="14" y="191"/>
                  </a:lnTo>
                  <a:lnTo>
                    <a:pt x="14" y="189"/>
                  </a:lnTo>
                  <a:lnTo>
                    <a:pt x="6" y="179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10" y="175"/>
                  </a:lnTo>
                  <a:lnTo>
                    <a:pt x="10" y="173"/>
                  </a:lnTo>
                  <a:lnTo>
                    <a:pt x="12" y="171"/>
                  </a:lnTo>
                  <a:lnTo>
                    <a:pt x="19" y="165"/>
                  </a:lnTo>
                  <a:lnTo>
                    <a:pt x="33" y="150"/>
                  </a:lnTo>
                  <a:lnTo>
                    <a:pt x="33" y="148"/>
                  </a:lnTo>
                  <a:lnTo>
                    <a:pt x="35" y="146"/>
                  </a:lnTo>
                  <a:lnTo>
                    <a:pt x="35" y="144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28"/>
                  </a:lnTo>
                  <a:lnTo>
                    <a:pt x="35" y="128"/>
                  </a:lnTo>
                  <a:lnTo>
                    <a:pt x="39" y="126"/>
                  </a:lnTo>
                  <a:lnTo>
                    <a:pt x="41" y="126"/>
                  </a:lnTo>
                  <a:lnTo>
                    <a:pt x="43" y="124"/>
                  </a:lnTo>
                  <a:lnTo>
                    <a:pt x="43" y="124"/>
                  </a:lnTo>
                  <a:lnTo>
                    <a:pt x="43" y="122"/>
                  </a:lnTo>
                  <a:lnTo>
                    <a:pt x="45" y="118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9" y="116"/>
                  </a:lnTo>
                  <a:lnTo>
                    <a:pt x="49" y="116"/>
                  </a:lnTo>
                  <a:lnTo>
                    <a:pt x="51" y="116"/>
                  </a:lnTo>
                  <a:lnTo>
                    <a:pt x="51" y="116"/>
                  </a:lnTo>
                  <a:lnTo>
                    <a:pt x="51" y="116"/>
                  </a:lnTo>
                  <a:lnTo>
                    <a:pt x="51" y="114"/>
                  </a:lnTo>
                  <a:lnTo>
                    <a:pt x="51" y="114"/>
                  </a:lnTo>
                  <a:lnTo>
                    <a:pt x="59" y="107"/>
                  </a:lnTo>
                  <a:lnTo>
                    <a:pt x="59" y="107"/>
                  </a:lnTo>
                  <a:lnTo>
                    <a:pt x="70" y="107"/>
                  </a:lnTo>
                  <a:lnTo>
                    <a:pt x="78" y="107"/>
                  </a:lnTo>
                  <a:lnTo>
                    <a:pt x="80" y="105"/>
                  </a:lnTo>
                  <a:lnTo>
                    <a:pt x="80" y="103"/>
                  </a:lnTo>
                  <a:lnTo>
                    <a:pt x="80" y="99"/>
                  </a:lnTo>
                  <a:lnTo>
                    <a:pt x="80" y="97"/>
                  </a:lnTo>
                  <a:lnTo>
                    <a:pt x="84" y="93"/>
                  </a:lnTo>
                  <a:lnTo>
                    <a:pt x="84" y="93"/>
                  </a:lnTo>
                  <a:lnTo>
                    <a:pt x="84" y="91"/>
                  </a:lnTo>
                  <a:lnTo>
                    <a:pt x="86" y="77"/>
                  </a:lnTo>
                  <a:lnTo>
                    <a:pt x="88" y="67"/>
                  </a:lnTo>
                  <a:lnTo>
                    <a:pt x="88" y="65"/>
                  </a:lnTo>
                  <a:lnTo>
                    <a:pt x="88" y="65"/>
                  </a:lnTo>
                  <a:lnTo>
                    <a:pt x="88" y="65"/>
                  </a:lnTo>
                  <a:lnTo>
                    <a:pt x="88" y="65"/>
                  </a:lnTo>
                  <a:lnTo>
                    <a:pt x="88" y="63"/>
                  </a:lnTo>
                  <a:lnTo>
                    <a:pt x="88" y="63"/>
                  </a:lnTo>
                  <a:lnTo>
                    <a:pt x="86" y="63"/>
                  </a:lnTo>
                  <a:lnTo>
                    <a:pt x="86" y="63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4" y="50"/>
                  </a:lnTo>
                  <a:lnTo>
                    <a:pt x="94" y="50"/>
                  </a:lnTo>
                  <a:lnTo>
                    <a:pt x="94" y="48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4" y="44"/>
                  </a:lnTo>
                  <a:lnTo>
                    <a:pt x="92" y="44"/>
                  </a:lnTo>
                  <a:lnTo>
                    <a:pt x="92" y="44"/>
                  </a:lnTo>
                  <a:lnTo>
                    <a:pt x="92" y="44"/>
                  </a:lnTo>
                  <a:lnTo>
                    <a:pt x="90" y="44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0"/>
                  </a:lnTo>
                  <a:lnTo>
                    <a:pt x="92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102" y="28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4" y="26"/>
                  </a:lnTo>
                  <a:lnTo>
                    <a:pt x="104" y="24"/>
                  </a:lnTo>
                  <a:lnTo>
                    <a:pt x="104" y="24"/>
                  </a:lnTo>
                  <a:lnTo>
                    <a:pt x="104" y="22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4" y="12"/>
                  </a:lnTo>
                  <a:lnTo>
                    <a:pt x="104" y="12"/>
                  </a:lnTo>
                  <a:lnTo>
                    <a:pt x="104" y="10"/>
                  </a:lnTo>
                  <a:lnTo>
                    <a:pt x="104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8" y="10"/>
                  </a:lnTo>
                  <a:lnTo>
                    <a:pt x="108" y="10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852488" y="4068763"/>
              <a:ext cx="69850" cy="92075"/>
            </a:xfrm>
            <a:custGeom>
              <a:avLst/>
              <a:gdLst>
                <a:gd name="T0" fmla="*/ 8 w 88"/>
                <a:gd name="T1" fmla="*/ 4 h 116"/>
                <a:gd name="T2" fmla="*/ 12 w 88"/>
                <a:gd name="T3" fmla="*/ 4 h 116"/>
                <a:gd name="T4" fmla="*/ 14 w 88"/>
                <a:gd name="T5" fmla="*/ 6 h 116"/>
                <a:gd name="T6" fmla="*/ 18 w 88"/>
                <a:gd name="T7" fmla="*/ 12 h 116"/>
                <a:gd name="T8" fmla="*/ 32 w 88"/>
                <a:gd name="T9" fmla="*/ 15 h 116"/>
                <a:gd name="T10" fmla="*/ 41 w 88"/>
                <a:gd name="T11" fmla="*/ 12 h 116"/>
                <a:gd name="T12" fmla="*/ 53 w 88"/>
                <a:gd name="T13" fmla="*/ 8 h 116"/>
                <a:gd name="T14" fmla="*/ 55 w 88"/>
                <a:gd name="T15" fmla="*/ 14 h 116"/>
                <a:gd name="T16" fmla="*/ 57 w 88"/>
                <a:gd name="T17" fmla="*/ 15 h 116"/>
                <a:gd name="T18" fmla="*/ 59 w 88"/>
                <a:gd name="T19" fmla="*/ 19 h 116"/>
                <a:gd name="T20" fmla="*/ 71 w 88"/>
                <a:gd name="T21" fmla="*/ 23 h 116"/>
                <a:gd name="T22" fmla="*/ 86 w 88"/>
                <a:gd name="T23" fmla="*/ 43 h 116"/>
                <a:gd name="T24" fmla="*/ 86 w 88"/>
                <a:gd name="T25" fmla="*/ 55 h 116"/>
                <a:gd name="T26" fmla="*/ 86 w 88"/>
                <a:gd name="T27" fmla="*/ 68 h 116"/>
                <a:gd name="T28" fmla="*/ 79 w 88"/>
                <a:gd name="T29" fmla="*/ 74 h 116"/>
                <a:gd name="T30" fmla="*/ 83 w 88"/>
                <a:gd name="T31" fmla="*/ 70 h 116"/>
                <a:gd name="T32" fmla="*/ 83 w 88"/>
                <a:gd name="T33" fmla="*/ 63 h 116"/>
                <a:gd name="T34" fmla="*/ 83 w 88"/>
                <a:gd name="T35" fmla="*/ 57 h 116"/>
                <a:gd name="T36" fmla="*/ 75 w 88"/>
                <a:gd name="T37" fmla="*/ 53 h 116"/>
                <a:gd name="T38" fmla="*/ 67 w 88"/>
                <a:gd name="T39" fmla="*/ 63 h 116"/>
                <a:gd name="T40" fmla="*/ 65 w 88"/>
                <a:gd name="T41" fmla="*/ 78 h 116"/>
                <a:gd name="T42" fmla="*/ 63 w 88"/>
                <a:gd name="T43" fmla="*/ 84 h 116"/>
                <a:gd name="T44" fmla="*/ 57 w 88"/>
                <a:gd name="T45" fmla="*/ 102 h 116"/>
                <a:gd name="T46" fmla="*/ 57 w 88"/>
                <a:gd name="T47" fmla="*/ 106 h 116"/>
                <a:gd name="T48" fmla="*/ 47 w 88"/>
                <a:gd name="T49" fmla="*/ 114 h 116"/>
                <a:gd name="T50" fmla="*/ 39 w 88"/>
                <a:gd name="T51" fmla="*/ 110 h 116"/>
                <a:gd name="T52" fmla="*/ 32 w 88"/>
                <a:gd name="T53" fmla="*/ 98 h 116"/>
                <a:gd name="T54" fmla="*/ 24 w 88"/>
                <a:gd name="T55" fmla="*/ 94 h 116"/>
                <a:gd name="T56" fmla="*/ 26 w 88"/>
                <a:gd name="T57" fmla="*/ 90 h 116"/>
                <a:gd name="T58" fmla="*/ 26 w 88"/>
                <a:gd name="T59" fmla="*/ 86 h 116"/>
                <a:gd name="T60" fmla="*/ 28 w 88"/>
                <a:gd name="T61" fmla="*/ 80 h 116"/>
                <a:gd name="T62" fmla="*/ 32 w 88"/>
                <a:gd name="T63" fmla="*/ 76 h 116"/>
                <a:gd name="T64" fmla="*/ 33 w 88"/>
                <a:gd name="T65" fmla="*/ 82 h 116"/>
                <a:gd name="T66" fmla="*/ 35 w 88"/>
                <a:gd name="T67" fmla="*/ 86 h 116"/>
                <a:gd name="T68" fmla="*/ 39 w 88"/>
                <a:gd name="T69" fmla="*/ 88 h 116"/>
                <a:gd name="T70" fmla="*/ 43 w 88"/>
                <a:gd name="T71" fmla="*/ 84 h 116"/>
                <a:gd name="T72" fmla="*/ 47 w 88"/>
                <a:gd name="T73" fmla="*/ 78 h 116"/>
                <a:gd name="T74" fmla="*/ 41 w 88"/>
                <a:gd name="T75" fmla="*/ 68 h 116"/>
                <a:gd name="T76" fmla="*/ 37 w 88"/>
                <a:gd name="T77" fmla="*/ 68 h 116"/>
                <a:gd name="T78" fmla="*/ 43 w 88"/>
                <a:gd name="T79" fmla="*/ 61 h 116"/>
                <a:gd name="T80" fmla="*/ 49 w 88"/>
                <a:gd name="T81" fmla="*/ 53 h 116"/>
                <a:gd name="T82" fmla="*/ 51 w 88"/>
                <a:gd name="T83" fmla="*/ 47 h 116"/>
                <a:gd name="T84" fmla="*/ 55 w 88"/>
                <a:gd name="T85" fmla="*/ 45 h 116"/>
                <a:gd name="T86" fmla="*/ 57 w 88"/>
                <a:gd name="T87" fmla="*/ 45 h 116"/>
                <a:gd name="T88" fmla="*/ 59 w 88"/>
                <a:gd name="T89" fmla="*/ 39 h 116"/>
                <a:gd name="T90" fmla="*/ 59 w 88"/>
                <a:gd name="T91" fmla="*/ 31 h 116"/>
                <a:gd name="T92" fmla="*/ 59 w 88"/>
                <a:gd name="T93" fmla="*/ 27 h 116"/>
                <a:gd name="T94" fmla="*/ 49 w 88"/>
                <a:gd name="T95" fmla="*/ 27 h 116"/>
                <a:gd name="T96" fmla="*/ 49 w 88"/>
                <a:gd name="T97" fmla="*/ 23 h 116"/>
                <a:gd name="T98" fmla="*/ 45 w 88"/>
                <a:gd name="T99" fmla="*/ 23 h 116"/>
                <a:gd name="T100" fmla="*/ 45 w 88"/>
                <a:gd name="T101" fmla="*/ 25 h 116"/>
                <a:gd name="T102" fmla="*/ 47 w 88"/>
                <a:gd name="T103" fmla="*/ 21 h 116"/>
                <a:gd name="T104" fmla="*/ 47 w 88"/>
                <a:gd name="T105" fmla="*/ 19 h 116"/>
                <a:gd name="T106" fmla="*/ 43 w 88"/>
                <a:gd name="T107" fmla="*/ 15 h 116"/>
                <a:gd name="T108" fmla="*/ 41 w 88"/>
                <a:gd name="T109" fmla="*/ 15 h 116"/>
                <a:gd name="T110" fmla="*/ 41 w 88"/>
                <a:gd name="T111" fmla="*/ 21 h 116"/>
                <a:gd name="T112" fmla="*/ 41 w 88"/>
                <a:gd name="T113" fmla="*/ 27 h 116"/>
                <a:gd name="T114" fmla="*/ 43 w 88"/>
                <a:gd name="T115" fmla="*/ 29 h 116"/>
                <a:gd name="T116" fmla="*/ 30 w 88"/>
                <a:gd name="T117" fmla="*/ 29 h 116"/>
                <a:gd name="T118" fmla="*/ 4 w 88"/>
                <a:gd name="T119" fmla="*/ 8 h 116"/>
                <a:gd name="T120" fmla="*/ 0 w 88"/>
                <a:gd name="T121" fmla="*/ 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8" h="116">
                  <a:moveTo>
                    <a:pt x="4" y="0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6" y="14"/>
                  </a:lnTo>
                  <a:lnTo>
                    <a:pt x="28" y="14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32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9" y="12"/>
                  </a:lnTo>
                  <a:lnTo>
                    <a:pt x="41" y="12"/>
                  </a:lnTo>
                  <a:lnTo>
                    <a:pt x="43" y="10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9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7" y="15"/>
                  </a:lnTo>
                  <a:lnTo>
                    <a:pt x="57" y="15"/>
                  </a:lnTo>
                  <a:lnTo>
                    <a:pt x="57" y="15"/>
                  </a:lnTo>
                  <a:lnTo>
                    <a:pt x="57" y="15"/>
                  </a:lnTo>
                  <a:lnTo>
                    <a:pt x="57" y="17"/>
                  </a:lnTo>
                  <a:lnTo>
                    <a:pt x="59" y="17"/>
                  </a:lnTo>
                  <a:lnTo>
                    <a:pt x="59" y="17"/>
                  </a:lnTo>
                  <a:lnTo>
                    <a:pt x="59" y="17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21"/>
                  </a:lnTo>
                  <a:lnTo>
                    <a:pt x="65" y="21"/>
                  </a:lnTo>
                  <a:lnTo>
                    <a:pt x="65" y="21"/>
                  </a:lnTo>
                  <a:lnTo>
                    <a:pt x="65" y="21"/>
                  </a:lnTo>
                  <a:lnTo>
                    <a:pt x="67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79" y="25"/>
                  </a:lnTo>
                  <a:lnTo>
                    <a:pt x="79" y="27"/>
                  </a:lnTo>
                  <a:lnTo>
                    <a:pt x="79" y="27"/>
                  </a:lnTo>
                  <a:lnTo>
                    <a:pt x="79" y="29"/>
                  </a:lnTo>
                  <a:lnTo>
                    <a:pt x="81" y="31"/>
                  </a:lnTo>
                  <a:lnTo>
                    <a:pt x="81" y="33"/>
                  </a:lnTo>
                  <a:lnTo>
                    <a:pt x="83" y="35"/>
                  </a:lnTo>
                  <a:lnTo>
                    <a:pt x="86" y="43"/>
                  </a:lnTo>
                  <a:lnTo>
                    <a:pt x="86" y="43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6" y="47"/>
                  </a:lnTo>
                  <a:lnTo>
                    <a:pt x="86" y="51"/>
                  </a:lnTo>
                  <a:lnTo>
                    <a:pt x="86" y="53"/>
                  </a:lnTo>
                  <a:lnTo>
                    <a:pt x="86" y="53"/>
                  </a:lnTo>
                  <a:lnTo>
                    <a:pt x="86" y="53"/>
                  </a:lnTo>
                  <a:lnTo>
                    <a:pt x="86" y="53"/>
                  </a:lnTo>
                  <a:lnTo>
                    <a:pt x="86" y="55"/>
                  </a:lnTo>
                  <a:lnTo>
                    <a:pt x="86" y="59"/>
                  </a:lnTo>
                  <a:lnTo>
                    <a:pt x="86" y="61"/>
                  </a:lnTo>
                  <a:lnTo>
                    <a:pt x="86" y="63"/>
                  </a:lnTo>
                  <a:lnTo>
                    <a:pt x="86" y="65"/>
                  </a:lnTo>
                  <a:lnTo>
                    <a:pt x="86" y="65"/>
                  </a:lnTo>
                  <a:lnTo>
                    <a:pt x="86" y="67"/>
                  </a:lnTo>
                  <a:lnTo>
                    <a:pt x="88" y="67"/>
                  </a:lnTo>
                  <a:lnTo>
                    <a:pt x="88" y="67"/>
                  </a:lnTo>
                  <a:lnTo>
                    <a:pt x="86" y="68"/>
                  </a:lnTo>
                  <a:lnTo>
                    <a:pt x="86" y="68"/>
                  </a:lnTo>
                  <a:lnTo>
                    <a:pt x="86" y="68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81" y="74"/>
                  </a:lnTo>
                  <a:lnTo>
                    <a:pt x="81" y="74"/>
                  </a:lnTo>
                  <a:lnTo>
                    <a:pt x="81" y="74"/>
                  </a:lnTo>
                  <a:lnTo>
                    <a:pt x="83" y="74"/>
                  </a:lnTo>
                  <a:lnTo>
                    <a:pt x="83" y="74"/>
                  </a:lnTo>
                  <a:lnTo>
                    <a:pt x="83" y="72"/>
                  </a:lnTo>
                  <a:lnTo>
                    <a:pt x="83" y="70"/>
                  </a:lnTo>
                  <a:lnTo>
                    <a:pt x="83" y="70"/>
                  </a:lnTo>
                  <a:lnTo>
                    <a:pt x="83" y="70"/>
                  </a:lnTo>
                  <a:lnTo>
                    <a:pt x="83" y="67"/>
                  </a:lnTo>
                  <a:lnTo>
                    <a:pt x="83" y="67"/>
                  </a:lnTo>
                  <a:lnTo>
                    <a:pt x="83" y="67"/>
                  </a:lnTo>
                  <a:lnTo>
                    <a:pt x="83" y="67"/>
                  </a:lnTo>
                  <a:lnTo>
                    <a:pt x="83" y="65"/>
                  </a:lnTo>
                  <a:lnTo>
                    <a:pt x="83" y="65"/>
                  </a:lnTo>
                  <a:lnTo>
                    <a:pt x="83" y="65"/>
                  </a:lnTo>
                  <a:lnTo>
                    <a:pt x="83" y="63"/>
                  </a:lnTo>
                  <a:lnTo>
                    <a:pt x="83" y="63"/>
                  </a:lnTo>
                  <a:lnTo>
                    <a:pt x="83" y="63"/>
                  </a:lnTo>
                  <a:lnTo>
                    <a:pt x="83" y="61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5"/>
                  </a:lnTo>
                  <a:lnTo>
                    <a:pt x="81" y="53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7" y="53"/>
                  </a:lnTo>
                  <a:lnTo>
                    <a:pt x="77" y="53"/>
                  </a:lnTo>
                  <a:lnTo>
                    <a:pt x="77" y="53"/>
                  </a:lnTo>
                  <a:lnTo>
                    <a:pt x="77" y="53"/>
                  </a:lnTo>
                  <a:lnTo>
                    <a:pt x="75" y="53"/>
                  </a:lnTo>
                  <a:lnTo>
                    <a:pt x="75" y="53"/>
                  </a:lnTo>
                  <a:lnTo>
                    <a:pt x="73" y="55"/>
                  </a:lnTo>
                  <a:lnTo>
                    <a:pt x="73" y="57"/>
                  </a:lnTo>
                  <a:lnTo>
                    <a:pt x="71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9" y="65"/>
                  </a:lnTo>
                  <a:lnTo>
                    <a:pt x="69" y="65"/>
                  </a:lnTo>
                  <a:lnTo>
                    <a:pt x="69" y="67"/>
                  </a:lnTo>
                  <a:lnTo>
                    <a:pt x="69" y="68"/>
                  </a:lnTo>
                  <a:lnTo>
                    <a:pt x="69" y="68"/>
                  </a:lnTo>
                  <a:lnTo>
                    <a:pt x="69" y="68"/>
                  </a:lnTo>
                  <a:lnTo>
                    <a:pt x="65" y="78"/>
                  </a:lnTo>
                  <a:lnTo>
                    <a:pt x="65" y="78"/>
                  </a:lnTo>
                  <a:lnTo>
                    <a:pt x="65" y="80"/>
                  </a:lnTo>
                  <a:lnTo>
                    <a:pt x="65" y="82"/>
                  </a:lnTo>
                  <a:lnTo>
                    <a:pt x="65" y="82"/>
                  </a:lnTo>
                  <a:lnTo>
                    <a:pt x="65" y="82"/>
                  </a:lnTo>
                  <a:lnTo>
                    <a:pt x="65" y="82"/>
                  </a:lnTo>
                  <a:lnTo>
                    <a:pt x="65" y="84"/>
                  </a:lnTo>
                  <a:lnTo>
                    <a:pt x="65" y="84"/>
                  </a:lnTo>
                  <a:lnTo>
                    <a:pt x="65" y="84"/>
                  </a:lnTo>
                  <a:lnTo>
                    <a:pt x="63" y="84"/>
                  </a:lnTo>
                  <a:lnTo>
                    <a:pt x="63" y="84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59" y="88"/>
                  </a:lnTo>
                  <a:lnTo>
                    <a:pt x="57" y="98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57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3" y="108"/>
                  </a:lnTo>
                  <a:lnTo>
                    <a:pt x="53" y="108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49" y="114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3" y="116"/>
                  </a:lnTo>
                  <a:lnTo>
                    <a:pt x="43" y="114"/>
                  </a:lnTo>
                  <a:lnTo>
                    <a:pt x="43" y="114"/>
                  </a:lnTo>
                  <a:lnTo>
                    <a:pt x="39" y="110"/>
                  </a:lnTo>
                  <a:lnTo>
                    <a:pt x="39" y="108"/>
                  </a:lnTo>
                  <a:lnTo>
                    <a:pt x="37" y="106"/>
                  </a:lnTo>
                  <a:lnTo>
                    <a:pt x="35" y="104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2" y="100"/>
                  </a:lnTo>
                  <a:lnTo>
                    <a:pt x="32" y="98"/>
                  </a:lnTo>
                  <a:lnTo>
                    <a:pt x="32" y="98"/>
                  </a:lnTo>
                  <a:lnTo>
                    <a:pt x="32" y="98"/>
                  </a:lnTo>
                  <a:lnTo>
                    <a:pt x="30" y="98"/>
                  </a:lnTo>
                  <a:lnTo>
                    <a:pt x="30" y="98"/>
                  </a:lnTo>
                  <a:lnTo>
                    <a:pt x="28" y="98"/>
                  </a:lnTo>
                  <a:lnTo>
                    <a:pt x="28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6"/>
                  </a:lnTo>
                  <a:lnTo>
                    <a:pt x="24" y="94"/>
                  </a:lnTo>
                  <a:lnTo>
                    <a:pt x="24" y="94"/>
                  </a:lnTo>
                  <a:lnTo>
                    <a:pt x="22" y="94"/>
                  </a:lnTo>
                  <a:lnTo>
                    <a:pt x="22" y="92"/>
                  </a:lnTo>
                  <a:lnTo>
                    <a:pt x="22" y="92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6" y="88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8" y="84"/>
                  </a:lnTo>
                  <a:lnTo>
                    <a:pt x="28" y="84"/>
                  </a:lnTo>
                  <a:lnTo>
                    <a:pt x="28" y="84"/>
                  </a:lnTo>
                  <a:lnTo>
                    <a:pt x="28" y="82"/>
                  </a:lnTo>
                  <a:lnTo>
                    <a:pt x="28" y="82"/>
                  </a:lnTo>
                  <a:lnTo>
                    <a:pt x="28" y="82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30" y="76"/>
                  </a:lnTo>
                  <a:lnTo>
                    <a:pt x="30" y="76"/>
                  </a:lnTo>
                  <a:lnTo>
                    <a:pt x="30" y="76"/>
                  </a:lnTo>
                  <a:lnTo>
                    <a:pt x="30" y="76"/>
                  </a:lnTo>
                  <a:lnTo>
                    <a:pt x="32" y="76"/>
                  </a:lnTo>
                  <a:lnTo>
                    <a:pt x="32" y="76"/>
                  </a:lnTo>
                  <a:lnTo>
                    <a:pt x="33" y="76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88"/>
                  </a:lnTo>
                  <a:lnTo>
                    <a:pt x="35" y="88"/>
                  </a:lnTo>
                  <a:lnTo>
                    <a:pt x="37" y="88"/>
                  </a:lnTo>
                  <a:lnTo>
                    <a:pt x="37" y="88"/>
                  </a:lnTo>
                  <a:lnTo>
                    <a:pt x="37" y="88"/>
                  </a:lnTo>
                  <a:lnTo>
                    <a:pt x="37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41" y="86"/>
                  </a:lnTo>
                  <a:lnTo>
                    <a:pt x="41" y="84"/>
                  </a:lnTo>
                  <a:lnTo>
                    <a:pt x="41" y="84"/>
                  </a:lnTo>
                  <a:lnTo>
                    <a:pt x="41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5" y="82"/>
                  </a:lnTo>
                  <a:lnTo>
                    <a:pt x="45" y="82"/>
                  </a:lnTo>
                  <a:lnTo>
                    <a:pt x="45" y="82"/>
                  </a:lnTo>
                  <a:lnTo>
                    <a:pt x="45" y="80"/>
                  </a:lnTo>
                  <a:lnTo>
                    <a:pt x="47" y="80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5" y="78"/>
                  </a:lnTo>
                  <a:lnTo>
                    <a:pt x="43" y="76"/>
                  </a:lnTo>
                  <a:lnTo>
                    <a:pt x="41" y="76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0"/>
                  </a:lnTo>
                  <a:lnTo>
                    <a:pt x="41" y="70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39" y="68"/>
                  </a:lnTo>
                  <a:lnTo>
                    <a:pt x="39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5"/>
                  </a:lnTo>
                  <a:lnTo>
                    <a:pt x="37" y="65"/>
                  </a:lnTo>
                  <a:lnTo>
                    <a:pt x="39" y="63"/>
                  </a:lnTo>
                  <a:lnTo>
                    <a:pt x="41" y="63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3" y="59"/>
                  </a:lnTo>
                  <a:lnTo>
                    <a:pt x="45" y="59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7" y="53"/>
                  </a:lnTo>
                  <a:lnTo>
                    <a:pt x="47" y="53"/>
                  </a:lnTo>
                  <a:lnTo>
                    <a:pt x="49" y="53"/>
                  </a:lnTo>
                  <a:lnTo>
                    <a:pt x="49" y="53"/>
                  </a:lnTo>
                  <a:lnTo>
                    <a:pt x="49" y="53"/>
                  </a:lnTo>
                  <a:lnTo>
                    <a:pt x="49" y="53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9" y="49"/>
                  </a:lnTo>
                  <a:lnTo>
                    <a:pt x="49" y="49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3"/>
                  </a:lnTo>
                  <a:lnTo>
                    <a:pt x="59" y="41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7" y="39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7" y="35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9" y="33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27"/>
                  </a:lnTo>
                  <a:lnTo>
                    <a:pt x="59" y="27"/>
                  </a:lnTo>
                  <a:lnTo>
                    <a:pt x="59" y="27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5" y="25"/>
                  </a:lnTo>
                  <a:lnTo>
                    <a:pt x="53" y="25"/>
                  </a:lnTo>
                  <a:lnTo>
                    <a:pt x="51" y="27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5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7" y="19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5"/>
                  </a:lnTo>
                  <a:lnTo>
                    <a:pt x="43" y="15"/>
                  </a:lnTo>
                  <a:lnTo>
                    <a:pt x="43" y="15"/>
                  </a:lnTo>
                  <a:lnTo>
                    <a:pt x="43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39" y="17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39" y="21"/>
                  </a:lnTo>
                  <a:lnTo>
                    <a:pt x="39" y="21"/>
                  </a:lnTo>
                  <a:lnTo>
                    <a:pt x="39" y="21"/>
                  </a:lnTo>
                  <a:lnTo>
                    <a:pt x="39" y="21"/>
                  </a:lnTo>
                  <a:lnTo>
                    <a:pt x="39" y="21"/>
                  </a:lnTo>
                  <a:lnTo>
                    <a:pt x="41" y="21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1" y="25"/>
                  </a:lnTo>
                  <a:lnTo>
                    <a:pt x="41" y="25"/>
                  </a:lnTo>
                  <a:lnTo>
                    <a:pt x="41" y="25"/>
                  </a:lnTo>
                  <a:lnTo>
                    <a:pt x="41" y="25"/>
                  </a:lnTo>
                  <a:lnTo>
                    <a:pt x="41" y="25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3" y="27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39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2" y="29"/>
                  </a:lnTo>
                  <a:lnTo>
                    <a:pt x="30" y="29"/>
                  </a:lnTo>
                  <a:lnTo>
                    <a:pt x="28" y="27"/>
                  </a:lnTo>
                  <a:lnTo>
                    <a:pt x="16" y="23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19"/>
                  </a:lnTo>
                  <a:lnTo>
                    <a:pt x="10" y="17"/>
                  </a:lnTo>
                  <a:lnTo>
                    <a:pt x="8" y="15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898525" y="4144963"/>
              <a:ext cx="84138" cy="73025"/>
            </a:xfrm>
            <a:custGeom>
              <a:avLst/>
              <a:gdLst>
                <a:gd name="T0" fmla="*/ 80 w 108"/>
                <a:gd name="T1" fmla="*/ 0 h 92"/>
                <a:gd name="T2" fmla="*/ 82 w 108"/>
                <a:gd name="T3" fmla="*/ 2 h 92"/>
                <a:gd name="T4" fmla="*/ 84 w 108"/>
                <a:gd name="T5" fmla="*/ 8 h 92"/>
                <a:gd name="T6" fmla="*/ 92 w 108"/>
                <a:gd name="T7" fmla="*/ 14 h 92"/>
                <a:gd name="T8" fmla="*/ 98 w 108"/>
                <a:gd name="T9" fmla="*/ 22 h 92"/>
                <a:gd name="T10" fmla="*/ 104 w 108"/>
                <a:gd name="T11" fmla="*/ 24 h 92"/>
                <a:gd name="T12" fmla="*/ 108 w 108"/>
                <a:gd name="T13" fmla="*/ 29 h 92"/>
                <a:gd name="T14" fmla="*/ 104 w 108"/>
                <a:gd name="T15" fmla="*/ 29 h 92"/>
                <a:gd name="T16" fmla="*/ 98 w 108"/>
                <a:gd name="T17" fmla="*/ 31 h 92"/>
                <a:gd name="T18" fmla="*/ 92 w 108"/>
                <a:gd name="T19" fmla="*/ 31 h 92"/>
                <a:gd name="T20" fmla="*/ 92 w 108"/>
                <a:gd name="T21" fmla="*/ 37 h 92"/>
                <a:gd name="T22" fmla="*/ 92 w 108"/>
                <a:gd name="T23" fmla="*/ 41 h 92"/>
                <a:gd name="T24" fmla="*/ 94 w 108"/>
                <a:gd name="T25" fmla="*/ 45 h 92"/>
                <a:gd name="T26" fmla="*/ 98 w 108"/>
                <a:gd name="T27" fmla="*/ 43 h 92"/>
                <a:gd name="T28" fmla="*/ 100 w 108"/>
                <a:gd name="T29" fmla="*/ 41 h 92"/>
                <a:gd name="T30" fmla="*/ 104 w 108"/>
                <a:gd name="T31" fmla="*/ 45 h 92"/>
                <a:gd name="T32" fmla="*/ 102 w 108"/>
                <a:gd name="T33" fmla="*/ 45 h 92"/>
                <a:gd name="T34" fmla="*/ 106 w 108"/>
                <a:gd name="T35" fmla="*/ 49 h 92"/>
                <a:gd name="T36" fmla="*/ 102 w 108"/>
                <a:gd name="T37" fmla="*/ 51 h 92"/>
                <a:gd name="T38" fmla="*/ 104 w 108"/>
                <a:gd name="T39" fmla="*/ 55 h 92"/>
                <a:gd name="T40" fmla="*/ 100 w 108"/>
                <a:gd name="T41" fmla="*/ 67 h 92"/>
                <a:gd name="T42" fmla="*/ 88 w 108"/>
                <a:gd name="T43" fmla="*/ 69 h 92"/>
                <a:gd name="T44" fmla="*/ 86 w 108"/>
                <a:gd name="T45" fmla="*/ 71 h 92"/>
                <a:gd name="T46" fmla="*/ 82 w 108"/>
                <a:gd name="T47" fmla="*/ 80 h 92"/>
                <a:gd name="T48" fmla="*/ 75 w 108"/>
                <a:gd name="T49" fmla="*/ 90 h 92"/>
                <a:gd name="T50" fmla="*/ 63 w 108"/>
                <a:gd name="T51" fmla="*/ 88 h 92"/>
                <a:gd name="T52" fmla="*/ 49 w 108"/>
                <a:gd name="T53" fmla="*/ 84 h 92"/>
                <a:gd name="T54" fmla="*/ 33 w 108"/>
                <a:gd name="T55" fmla="*/ 77 h 92"/>
                <a:gd name="T56" fmla="*/ 29 w 108"/>
                <a:gd name="T57" fmla="*/ 67 h 92"/>
                <a:gd name="T58" fmla="*/ 14 w 108"/>
                <a:gd name="T59" fmla="*/ 59 h 92"/>
                <a:gd name="T60" fmla="*/ 2 w 108"/>
                <a:gd name="T61" fmla="*/ 39 h 92"/>
                <a:gd name="T62" fmla="*/ 4 w 108"/>
                <a:gd name="T63" fmla="*/ 35 h 92"/>
                <a:gd name="T64" fmla="*/ 6 w 108"/>
                <a:gd name="T65" fmla="*/ 31 h 92"/>
                <a:gd name="T66" fmla="*/ 8 w 108"/>
                <a:gd name="T67" fmla="*/ 29 h 92"/>
                <a:gd name="T68" fmla="*/ 10 w 108"/>
                <a:gd name="T69" fmla="*/ 24 h 92"/>
                <a:gd name="T70" fmla="*/ 16 w 108"/>
                <a:gd name="T71" fmla="*/ 18 h 92"/>
                <a:gd name="T72" fmla="*/ 18 w 108"/>
                <a:gd name="T73" fmla="*/ 18 h 92"/>
                <a:gd name="T74" fmla="*/ 22 w 108"/>
                <a:gd name="T75" fmla="*/ 16 h 92"/>
                <a:gd name="T76" fmla="*/ 26 w 108"/>
                <a:gd name="T77" fmla="*/ 16 h 92"/>
                <a:gd name="T78" fmla="*/ 24 w 108"/>
                <a:gd name="T79" fmla="*/ 6 h 92"/>
                <a:gd name="T80" fmla="*/ 26 w 108"/>
                <a:gd name="T81" fmla="*/ 6 h 92"/>
                <a:gd name="T82" fmla="*/ 33 w 108"/>
                <a:gd name="T83" fmla="*/ 10 h 92"/>
                <a:gd name="T84" fmla="*/ 37 w 108"/>
                <a:gd name="T85" fmla="*/ 14 h 92"/>
                <a:gd name="T86" fmla="*/ 43 w 108"/>
                <a:gd name="T87" fmla="*/ 16 h 92"/>
                <a:gd name="T88" fmla="*/ 43 w 108"/>
                <a:gd name="T89" fmla="*/ 20 h 92"/>
                <a:gd name="T90" fmla="*/ 43 w 108"/>
                <a:gd name="T91" fmla="*/ 22 h 92"/>
                <a:gd name="T92" fmla="*/ 43 w 108"/>
                <a:gd name="T93" fmla="*/ 22 h 92"/>
                <a:gd name="T94" fmla="*/ 45 w 108"/>
                <a:gd name="T95" fmla="*/ 24 h 92"/>
                <a:gd name="T96" fmla="*/ 49 w 108"/>
                <a:gd name="T97" fmla="*/ 26 h 92"/>
                <a:gd name="T98" fmla="*/ 53 w 108"/>
                <a:gd name="T99" fmla="*/ 24 h 92"/>
                <a:gd name="T100" fmla="*/ 57 w 108"/>
                <a:gd name="T101" fmla="*/ 20 h 92"/>
                <a:gd name="T102" fmla="*/ 63 w 108"/>
                <a:gd name="T103" fmla="*/ 18 h 92"/>
                <a:gd name="T104" fmla="*/ 69 w 108"/>
                <a:gd name="T105" fmla="*/ 10 h 92"/>
                <a:gd name="T106" fmla="*/ 65 w 108"/>
                <a:gd name="T107" fmla="*/ 2 h 92"/>
                <a:gd name="T108" fmla="*/ 69 w 108"/>
                <a:gd name="T109" fmla="*/ 0 h 92"/>
                <a:gd name="T110" fmla="*/ 73 w 108"/>
                <a:gd name="T11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8" h="92">
                  <a:moveTo>
                    <a:pt x="75" y="0"/>
                  </a:move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4" y="8"/>
                  </a:lnTo>
                  <a:lnTo>
                    <a:pt x="86" y="10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8" y="12"/>
                  </a:lnTo>
                  <a:lnTo>
                    <a:pt x="90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6" y="18"/>
                  </a:lnTo>
                  <a:lnTo>
                    <a:pt x="98" y="20"/>
                  </a:lnTo>
                  <a:lnTo>
                    <a:pt x="100" y="20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98" y="22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4"/>
                  </a:lnTo>
                  <a:lnTo>
                    <a:pt x="104" y="24"/>
                  </a:lnTo>
                  <a:lnTo>
                    <a:pt x="106" y="24"/>
                  </a:lnTo>
                  <a:lnTo>
                    <a:pt x="106" y="24"/>
                  </a:lnTo>
                  <a:lnTo>
                    <a:pt x="108" y="26"/>
                  </a:lnTo>
                  <a:lnTo>
                    <a:pt x="108" y="27"/>
                  </a:lnTo>
                  <a:lnTo>
                    <a:pt x="108" y="27"/>
                  </a:lnTo>
                  <a:lnTo>
                    <a:pt x="108" y="27"/>
                  </a:lnTo>
                  <a:lnTo>
                    <a:pt x="108" y="29"/>
                  </a:lnTo>
                  <a:lnTo>
                    <a:pt x="108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8" y="31"/>
                  </a:lnTo>
                  <a:lnTo>
                    <a:pt x="98" y="31"/>
                  </a:lnTo>
                  <a:lnTo>
                    <a:pt x="94" y="31"/>
                  </a:lnTo>
                  <a:lnTo>
                    <a:pt x="94" y="31"/>
                  </a:lnTo>
                  <a:lnTo>
                    <a:pt x="94" y="31"/>
                  </a:lnTo>
                  <a:lnTo>
                    <a:pt x="94" y="31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92" y="35"/>
                  </a:lnTo>
                  <a:lnTo>
                    <a:pt x="90" y="37"/>
                  </a:lnTo>
                  <a:lnTo>
                    <a:pt x="92" y="37"/>
                  </a:lnTo>
                  <a:lnTo>
                    <a:pt x="92" y="37"/>
                  </a:lnTo>
                  <a:lnTo>
                    <a:pt x="92" y="37"/>
                  </a:lnTo>
                  <a:lnTo>
                    <a:pt x="92" y="39"/>
                  </a:lnTo>
                  <a:lnTo>
                    <a:pt x="92" y="39"/>
                  </a:lnTo>
                  <a:lnTo>
                    <a:pt x="92" y="39"/>
                  </a:lnTo>
                  <a:lnTo>
                    <a:pt x="92" y="41"/>
                  </a:lnTo>
                  <a:lnTo>
                    <a:pt x="92" y="41"/>
                  </a:lnTo>
                  <a:lnTo>
                    <a:pt x="92" y="41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8" y="45"/>
                  </a:lnTo>
                  <a:lnTo>
                    <a:pt x="98" y="45"/>
                  </a:lnTo>
                  <a:lnTo>
                    <a:pt x="98" y="45"/>
                  </a:lnTo>
                  <a:lnTo>
                    <a:pt x="98" y="45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100" y="41"/>
                  </a:lnTo>
                  <a:lnTo>
                    <a:pt x="100" y="41"/>
                  </a:lnTo>
                  <a:lnTo>
                    <a:pt x="102" y="41"/>
                  </a:lnTo>
                  <a:lnTo>
                    <a:pt x="104" y="43"/>
                  </a:lnTo>
                  <a:lnTo>
                    <a:pt x="104" y="43"/>
                  </a:lnTo>
                  <a:lnTo>
                    <a:pt x="104" y="43"/>
                  </a:lnTo>
                  <a:lnTo>
                    <a:pt x="104" y="43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4" y="47"/>
                  </a:lnTo>
                  <a:lnTo>
                    <a:pt x="104" y="49"/>
                  </a:lnTo>
                  <a:lnTo>
                    <a:pt x="106" y="49"/>
                  </a:lnTo>
                  <a:lnTo>
                    <a:pt x="106" y="49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2" y="49"/>
                  </a:lnTo>
                  <a:lnTo>
                    <a:pt x="102" y="49"/>
                  </a:lnTo>
                  <a:lnTo>
                    <a:pt x="102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lnTo>
                    <a:pt x="104" y="53"/>
                  </a:lnTo>
                  <a:lnTo>
                    <a:pt x="104" y="53"/>
                  </a:lnTo>
                  <a:lnTo>
                    <a:pt x="104" y="53"/>
                  </a:lnTo>
                  <a:lnTo>
                    <a:pt x="104" y="55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61"/>
                  </a:lnTo>
                  <a:lnTo>
                    <a:pt x="100" y="67"/>
                  </a:lnTo>
                  <a:lnTo>
                    <a:pt x="100" y="67"/>
                  </a:lnTo>
                  <a:lnTo>
                    <a:pt x="98" y="69"/>
                  </a:lnTo>
                  <a:lnTo>
                    <a:pt x="98" y="69"/>
                  </a:lnTo>
                  <a:lnTo>
                    <a:pt x="96" y="69"/>
                  </a:lnTo>
                  <a:lnTo>
                    <a:pt x="92" y="69"/>
                  </a:lnTo>
                  <a:lnTo>
                    <a:pt x="90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4" y="77"/>
                  </a:lnTo>
                  <a:lnTo>
                    <a:pt x="82" y="80"/>
                  </a:lnTo>
                  <a:lnTo>
                    <a:pt x="78" y="82"/>
                  </a:lnTo>
                  <a:lnTo>
                    <a:pt x="78" y="82"/>
                  </a:lnTo>
                  <a:lnTo>
                    <a:pt x="78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5" y="90"/>
                  </a:lnTo>
                  <a:lnTo>
                    <a:pt x="73" y="92"/>
                  </a:lnTo>
                  <a:lnTo>
                    <a:pt x="73" y="92"/>
                  </a:lnTo>
                  <a:lnTo>
                    <a:pt x="73" y="92"/>
                  </a:lnTo>
                  <a:lnTo>
                    <a:pt x="73" y="92"/>
                  </a:lnTo>
                  <a:lnTo>
                    <a:pt x="65" y="88"/>
                  </a:lnTo>
                  <a:lnTo>
                    <a:pt x="63" y="88"/>
                  </a:lnTo>
                  <a:lnTo>
                    <a:pt x="63" y="88"/>
                  </a:lnTo>
                  <a:lnTo>
                    <a:pt x="59" y="90"/>
                  </a:lnTo>
                  <a:lnTo>
                    <a:pt x="57" y="90"/>
                  </a:lnTo>
                  <a:lnTo>
                    <a:pt x="55" y="88"/>
                  </a:lnTo>
                  <a:lnTo>
                    <a:pt x="53" y="88"/>
                  </a:lnTo>
                  <a:lnTo>
                    <a:pt x="53" y="86"/>
                  </a:lnTo>
                  <a:lnTo>
                    <a:pt x="51" y="86"/>
                  </a:lnTo>
                  <a:lnTo>
                    <a:pt x="49" y="84"/>
                  </a:lnTo>
                  <a:lnTo>
                    <a:pt x="47" y="84"/>
                  </a:lnTo>
                  <a:lnTo>
                    <a:pt x="45" y="82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37" y="79"/>
                  </a:lnTo>
                  <a:lnTo>
                    <a:pt x="35" y="79"/>
                  </a:lnTo>
                  <a:lnTo>
                    <a:pt x="33" y="77"/>
                  </a:lnTo>
                  <a:lnTo>
                    <a:pt x="33" y="75"/>
                  </a:lnTo>
                  <a:lnTo>
                    <a:pt x="31" y="73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29" y="67"/>
                  </a:lnTo>
                  <a:lnTo>
                    <a:pt x="27" y="67"/>
                  </a:lnTo>
                  <a:lnTo>
                    <a:pt x="24" y="65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0" y="61"/>
                  </a:lnTo>
                  <a:lnTo>
                    <a:pt x="18" y="59"/>
                  </a:lnTo>
                  <a:lnTo>
                    <a:pt x="14" y="59"/>
                  </a:lnTo>
                  <a:lnTo>
                    <a:pt x="12" y="57"/>
                  </a:lnTo>
                  <a:lnTo>
                    <a:pt x="8" y="49"/>
                  </a:lnTo>
                  <a:lnTo>
                    <a:pt x="6" y="47"/>
                  </a:lnTo>
                  <a:lnTo>
                    <a:pt x="2" y="45"/>
                  </a:lnTo>
                  <a:lnTo>
                    <a:pt x="0" y="41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7" y="1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9" y="14"/>
                  </a:lnTo>
                  <a:lnTo>
                    <a:pt x="41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20"/>
                  </a:lnTo>
                  <a:lnTo>
                    <a:pt x="43" y="20"/>
                  </a:lnTo>
                  <a:lnTo>
                    <a:pt x="43" y="20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3" y="22"/>
                  </a:lnTo>
                  <a:lnTo>
                    <a:pt x="43" y="2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3" y="22"/>
                  </a:lnTo>
                  <a:lnTo>
                    <a:pt x="43" y="22"/>
                  </a:lnTo>
                  <a:lnTo>
                    <a:pt x="43" y="22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7" y="24"/>
                  </a:lnTo>
                  <a:lnTo>
                    <a:pt x="47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53" y="24"/>
                  </a:lnTo>
                  <a:lnTo>
                    <a:pt x="53" y="24"/>
                  </a:lnTo>
                  <a:lnTo>
                    <a:pt x="53" y="24"/>
                  </a:lnTo>
                  <a:lnTo>
                    <a:pt x="53" y="22"/>
                  </a:lnTo>
                  <a:lnTo>
                    <a:pt x="55" y="22"/>
                  </a:lnTo>
                  <a:lnTo>
                    <a:pt x="55" y="22"/>
                  </a:lnTo>
                  <a:lnTo>
                    <a:pt x="55" y="20"/>
                  </a:lnTo>
                  <a:lnTo>
                    <a:pt x="55" y="20"/>
                  </a:lnTo>
                  <a:lnTo>
                    <a:pt x="57" y="20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61" y="20"/>
                  </a:lnTo>
                  <a:lnTo>
                    <a:pt x="61" y="20"/>
                  </a:lnTo>
                  <a:lnTo>
                    <a:pt x="61" y="20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7" y="16"/>
                  </a:lnTo>
                  <a:lnTo>
                    <a:pt x="67" y="14"/>
                  </a:lnTo>
                  <a:lnTo>
                    <a:pt x="67" y="14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0"/>
                  </a:lnTo>
                  <a:lnTo>
                    <a:pt x="69" y="8"/>
                  </a:lnTo>
                  <a:lnTo>
                    <a:pt x="69" y="8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4"/>
                  </a:lnTo>
                  <a:lnTo>
                    <a:pt x="65" y="4"/>
                  </a:lnTo>
                  <a:lnTo>
                    <a:pt x="65" y="2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033463" y="4229100"/>
              <a:ext cx="28575" cy="55563"/>
            </a:xfrm>
            <a:custGeom>
              <a:avLst/>
              <a:gdLst>
                <a:gd name="T0" fmla="*/ 19 w 37"/>
                <a:gd name="T1" fmla="*/ 2 h 71"/>
                <a:gd name="T2" fmla="*/ 19 w 37"/>
                <a:gd name="T3" fmla="*/ 2 h 71"/>
                <a:gd name="T4" fmla="*/ 17 w 37"/>
                <a:gd name="T5" fmla="*/ 6 h 71"/>
                <a:gd name="T6" fmla="*/ 21 w 37"/>
                <a:gd name="T7" fmla="*/ 6 h 71"/>
                <a:gd name="T8" fmla="*/ 23 w 37"/>
                <a:gd name="T9" fmla="*/ 6 h 71"/>
                <a:gd name="T10" fmla="*/ 23 w 37"/>
                <a:gd name="T11" fmla="*/ 2 h 71"/>
                <a:gd name="T12" fmla="*/ 27 w 37"/>
                <a:gd name="T13" fmla="*/ 4 h 71"/>
                <a:gd name="T14" fmla="*/ 27 w 37"/>
                <a:gd name="T15" fmla="*/ 4 h 71"/>
                <a:gd name="T16" fmla="*/ 27 w 37"/>
                <a:gd name="T17" fmla="*/ 6 h 71"/>
                <a:gd name="T18" fmla="*/ 31 w 37"/>
                <a:gd name="T19" fmla="*/ 8 h 71"/>
                <a:gd name="T20" fmla="*/ 35 w 37"/>
                <a:gd name="T21" fmla="*/ 12 h 71"/>
                <a:gd name="T22" fmla="*/ 37 w 37"/>
                <a:gd name="T23" fmla="*/ 20 h 71"/>
                <a:gd name="T24" fmla="*/ 37 w 37"/>
                <a:gd name="T25" fmla="*/ 26 h 71"/>
                <a:gd name="T26" fmla="*/ 35 w 37"/>
                <a:gd name="T27" fmla="*/ 35 h 71"/>
                <a:gd name="T28" fmla="*/ 35 w 37"/>
                <a:gd name="T29" fmla="*/ 37 h 71"/>
                <a:gd name="T30" fmla="*/ 35 w 37"/>
                <a:gd name="T31" fmla="*/ 39 h 71"/>
                <a:gd name="T32" fmla="*/ 35 w 37"/>
                <a:gd name="T33" fmla="*/ 41 h 71"/>
                <a:gd name="T34" fmla="*/ 33 w 37"/>
                <a:gd name="T35" fmla="*/ 45 h 71"/>
                <a:gd name="T36" fmla="*/ 31 w 37"/>
                <a:gd name="T37" fmla="*/ 47 h 71"/>
                <a:gd name="T38" fmla="*/ 31 w 37"/>
                <a:gd name="T39" fmla="*/ 51 h 71"/>
                <a:gd name="T40" fmla="*/ 29 w 37"/>
                <a:gd name="T41" fmla="*/ 53 h 71"/>
                <a:gd name="T42" fmla="*/ 31 w 37"/>
                <a:gd name="T43" fmla="*/ 53 h 71"/>
                <a:gd name="T44" fmla="*/ 31 w 37"/>
                <a:gd name="T45" fmla="*/ 55 h 71"/>
                <a:gd name="T46" fmla="*/ 27 w 37"/>
                <a:gd name="T47" fmla="*/ 61 h 71"/>
                <a:gd name="T48" fmla="*/ 27 w 37"/>
                <a:gd name="T49" fmla="*/ 65 h 71"/>
                <a:gd name="T50" fmla="*/ 27 w 37"/>
                <a:gd name="T51" fmla="*/ 65 h 71"/>
                <a:gd name="T52" fmla="*/ 19 w 37"/>
                <a:gd name="T53" fmla="*/ 69 h 71"/>
                <a:gd name="T54" fmla="*/ 19 w 37"/>
                <a:gd name="T55" fmla="*/ 71 h 71"/>
                <a:gd name="T56" fmla="*/ 17 w 37"/>
                <a:gd name="T57" fmla="*/ 69 h 71"/>
                <a:gd name="T58" fmla="*/ 11 w 37"/>
                <a:gd name="T59" fmla="*/ 61 h 71"/>
                <a:gd name="T60" fmla="*/ 6 w 37"/>
                <a:gd name="T61" fmla="*/ 67 h 71"/>
                <a:gd name="T62" fmla="*/ 4 w 37"/>
                <a:gd name="T63" fmla="*/ 69 h 71"/>
                <a:gd name="T64" fmla="*/ 2 w 37"/>
                <a:gd name="T65" fmla="*/ 61 h 71"/>
                <a:gd name="T66" fmla="*/ 0 w 37"/>
                <a:gd name="T67" fmla="*/ 59 h 71"/>
                <a:gd name="T68" fmla="*/ 0 w 37"/>
                <a:gd name="T69" fmla="*/ 55 h 71"/>
                <a:gd name="T70" fmla="*/ 4 w 37"/>
                <a:gd name="T71" fmla="*/ 49 h 71"/>
                <a:gd name="T72" fmla="*/ 7 w 37"/>
                <a:gd name="T73" fmla="*/ 55 h 71"/>
                <a:gd name="T74" fmla="*/ 9 w 37"/>
                <a:gd name="T75" fmla="*/ 55 h 71"/>
                <a:gd name="T76" fmla="*/ 17 w 37"/>
                <a:gd name="T77" fmla="*/ 53 h 71"/>
                <a:gd name="T78" fmla="*/ 19 w 37"/>
                <a:gd name="T79" fmla="*/ 53 h 71"/>
                <a:gd name="T80" fmla="*/ 19 w 37"/>
                <a:gd name="T81" fmla="*/ 51 h 71"/>
                <a:gd name="T82" fmla="*/ 19 w 37"/>
                <a:gd name="T83" fmla="*/ 49 h 71"/>
                <a:gd name="T84" fmla="*/ 19 w 37"/>
                <a:gd name="T85" fmla="*/ 47 h 71"/>
                <a:gd name="T86" fmla="*/ 21 w 37"/>
                <a:gd name="T87" fmla="*/ 43 h 71"/>
                <a:gd name="T88" fmla="*/ 21 w 37"/>
                <a:gd name="T89" fmla="*/ 43 h 71"/>
                <a:gd name="T90" fmla="*/ 19 w 37"/>
                <a:gd name="T91" fmla="*/ 37 h 71"/>
                <a:gd name="T92" fmla="*/ 19 w 37"/>
                <a:gd name="T93" fmla="*/ 33 h 71"/>
                <a:gd name="T94" fmla="*/ 17 w 37"/>
                <a:gd name="T95" fmla="*/ 33 h 71"/>
                <a:gd name="T96" fmla="*/ 13 w 37"/>
                <a:gd name="T97" fmla="*/ 26 h 71"/>
                <a:gd name="T98" fmla="*/ 13 w 37"/>
                <a:gd name="T99" fmla="*/ 26 h 71"/>
                <a:gd name="T100" fmla="*/ 11 w 37"/>
                <a:gd name="T101" fmla="*/ 28 h 71"/>
                <a:gd name="T102" fmla="*/ 11 w 37"/>
                <a:gd name="T103" fmla="*/ 29 h 71"/>
                <a:gd name="T104" fmla="*/ 9 w 37"/>
                <a:gd name="T105" fmla="*/ 26 h 71"/>
                <a:gd name="T106" fmla="*/ 11 w 37"/>
                <a:gd name="T107" fmla="*/ 16 h 71"/>
                <a:gd name="T108" fmla="*/ 9 w 37"/>
                <a:gd name="T109" fmla="*/ 14 h 71"/>
                <a:gd name="T110" fmla="*/ 9 w 37"/>
                <a:gd name="T111" fmla="*/ 14 h 71"/>
                <a:gd name="T112" fmla="*/ 9 w 37"/>
                <a:gd name="T113" fmla="*/ 14 h 71"/>
                <a:gd name="T114" fmla="*/ 15 w 37"/>
                <a:gd name="T115" fmla="*/ 2 h 71"/>
                <a:gd name="T116" fmla="*/ 15 w 37"/>
                <a:gd name="T11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" h="71">
                  <a:moveTo>
                    <a:pt x="15" y="0"/>
                  </a:move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9" y="6"/>
                  </a:lnTo>
                  <a:lnTo>
                    <a:pt x="21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31" y="8"/>
                  </a:lnTo>
                  <a:lnTo>
                    <a:pt x="31" y="10"/>
                  </a:lnTo>
                  <a:lnTo>
                    <a:pt x="33" y="10"/>
                  </a:lnTo>
                  <a:lnTo>
                    <a:pt x="35" y="12"/>
                  </a:lnTo>
                  <a:lnTo>
                    <a:pt x="37" y="16"/>
                  </a:lnTo>
                  <a:lnTo>
                    <a:pt x="37" y="18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7" y="24"/>
                  </a:lnTo>
                  <a:lnTo>
                    <a:pt x="37" y="26"/>
                  </a:lnTo>
                  <a:lnTo>
                    <a:pt x="37" y="28"/>
                  </a:lnTo>
                  <a:lnTo>
                    <a:pt x="37" y="29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27" y="61"/>
                  </a:lnTo>
                  <a:lnTo>
                    <a:pt x="27" y="61"/>
                  </a:lnTo>
                  <a:lnTo>
                    <a:pt x="27" y="63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1" y="69"/>
                  </a:lnTo>
                  <a:lnTo>
                    <a:pt x="19" y="69"/>
                  </a:lnTo>
                  <a:lnTo>
                    <a:pt x="19" y="69"/>
                  </a:lnTo>
                  <a:lnTo>
                    <a:pt x="19" y="71"/>
                  </a:lnTo>
                  <a:lnTo>
                    <a:pt x="19" y="71"/>
                  </a:lnTo>
                  <a:lnTo>
                    <a:pt x="19" y="71"/>
                  </a:lnTo>
                  <a:lnTo>
                    <a:pt x="19" y="71"/>
                  </a:lnTo>
                  <a:lnTo>
                    <a:pt x="19" y="71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3" y="63"/>
                  </a:lnTo>
                  <a:lnTo>
                    <a:pt x="11" y="61"/>
                  </a:lnTo>
                  <a:lnTo>
                    <a:pt x="9" y="63"/>
                  </a:lnTo>
                  <a:lnTo>
                    <a:pt x="9" y="65"/>
                  </a:lnTo>
                  <a:lnTo>
                    <a:pt x="6" y="67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9" y="55"/>
                  </a:lnTo>
                  <a:lnTo>
                    <a:pt x="9" y="55"/>
                  </a:lnTo>
                  <a:lnTo>
                    <a:pt x="13" y="57"/>
                  </a:lnTo>
                  <a:lnTo>
                    <a:pt x="15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9" y="53"/>
                  </a:lnTo>
                  <a:lnTo>
                    <a:pt x="19" y="53"/>
                  </a:lnTo>
                  <a:lnTo>
                    <a:pt x="19" y="51"/>
                  </a:lnTo>
                  <a:lnTo>
                    <a:pt x="19" y="51"/>
                  </a:lnTo>
                  <a:lnTo>
                    <a:pt x="19" y="51"/>
                  </a:lnTo>
                  <a:lnTo>
                    <a:pt x="19" y="49"/>
                  </a:lnTo>
                  <a:lnTo>
                    <a:pt x="19" y="49"/>
                  </a:lnTo>
                  <a:lnTo>
                    <a:pt x="19" y="49"/>
                  </a:lnTo>
                  <a:lnTo>
                    <a:pt x="19" y="47"/>
                  </a:lnTo>
                  <a:lnTo>
                    <a:pt x="19" y="47"/>
                  </a:lnTo>
                  <a:lnTo>
                    <a:pt x="19" y="47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1" y="41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29"/>
                  </a:lnTo>
                  <a:lnTo>
                    <a:pt x="15" y="28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9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2"/>
                  </a:lnTo>
                  <a:lnTo>
                    <a:pt x="13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955675" y="4191000"/>
              <a:ext cx="93663" cy="60325"/>
            </a:xfrm>
            <a:custGeom>
              <a:avLst/>
              <a:gdLst>
                <a:gd name="T0" fmla="*/ 39 w 117"/>
                <a:gd name="T1" fmla="*/ 4 h 75"/>
                <a:gd name="T2" fmla="*/ 47 w 117"/>
                <a:gd name="T3" fmla="*/ 0 h 75"/>
                <a:gd name="T4" fmla="*/ 55 w 117"/>
                <a:gd name="T5" fmla="*/ 2 h 75"/>
                <a:gd name="T6" fmla="*/ 56 w 117"/>
                <a:gd name="T7" fmla="*/ 0 h 75"/>
                <a:gd name="T8" fmla="*/ 60 w 117"/>
                <a:gd name="T9" fmla="*/ 4 h 75"/>
                <a:gd name="T10" fmla="*/ 60 w 117"/>
                <a:gd name="T11" fmla="*/ 12 h 75"/>
                <a:gd name="T12" fmla="*/ 60 w 117"/>
                <a:gd name="T13" fmla="*/ 12 h 75"/>
                <a:gd name="T14" fmla="*/ 68 w 117"/>
                <a:gd name="T15" fmla="*/ 10 h 75"/>
                <a:gd name="T16" fmla="*/ 80 w 117"/>
                <a:gd name="T17" fmla="*/ 18 h 75"/>
                <a:gd name="T18" fmla="*/ 82 w 117"/>
                <a:gd name="T19" fmla="*/ 18 h 75"/>
                <a:gd name="T20" fmla="*/ 86 w 117"/>
                <a:gd name="T21" fmla="*/ 12 h 75"/>
                <a:gd name="T22" fmla="*/ 96 w 117"/>
                <a:gd name="T23" fmla="*/ 12 h 75"/>
                <a:gd name="T24" fmla="*/ 98 w 117"/>
                <a:gd name="T25" fmla="*/ 14 h 75"/>
                <a:gd name="T26" fmla="*/ 104 w 117"/>
                <a:gd name="T27" fmla="*/ 18 h 75"/>
                <a:gd name="T28" fmla="*/ 107 w 117"/>
                <a:gd name="T29" fmla="*/ 21 h 75"/>
                <a:gd name="T30" fmla="*/ 111 w 117"/>
                <a:gd name="T31" fmla="*/ 20 h 75"/>
                <a:gd name="T32" fmla="*/ 117 w 117"/>
                <a:gd name="T33" fmla="*/ 20 h 75"/>
                <a:gd name="T34" fmla="*/ 115 w 117"/>
                <a:gd name="T35" fmla="*/ 21 h 75"/>
                <a:gd name="T36" fmla="*/ 113 w 117"/>
                <a:gd name="T37" fmla="*/ 21 h 75"/>
                <a:gd name="T38" fmla="*/ 109 w 117"/>
                <a:gd name="T39" fmla="*/ 23 h 75"/>
                <a:gd name="T40" fmla="*/ 107 w 117"/>
                <a:gd name="T41" fmla="*/ 29 h 75"/>
                <a:gd name="T42" fmla="*/ 105 w 117"/>
                <a:gd name="T43" fmla="*/ 39 h 75"/>
                <a:gd name="T44" fmla="*/ 107 w 117"/>
                <a:gd name="T45" fmla="*/ 39 h 75"/>
                <a:gd name="T46" fmla="*/ 109 w 117"/>
                <a:gd name="T47" fmla="*/ 43 h 75"/>
                <a:gd name="T48" fmla="*/ 104 w 117"/>
                <a:gd name="T49" fmla="*/ 51 h 75"/>
                <a:gd name="T50" fmla="*/ 104 w 117"/>
                <a:gd name="T51" fmla="*/ 57 h 75"/>
                <a:gd name="T52" fmla="*/ 100 w 117"/>
                <a:gd name="T53" fmla="*/ 57 h 75"/>
                <a:gd name="T54" fmla="*/ 100 w 117"/>
                <a:gd name="T55" fmla="*/ 55 h 75"/>
                <a:gd name="T56" fmla="*/ 90 w 117"/>
                <a:gd name="T57" fmla="*/ 57 h 75"/>
                <a:gd name="T58" fmla="*/ 90 w 117"/>
                <a:gd name="T59" fmla="*/ 51 h 75"/>
                <a:gd name="T60" fmla="*/ 84 w 117"/>
                <a:gd name="T61" fmla="*/ 55 h 75"/>
                <a:gd name="T62" fmla="*/ 84 w 117"/>
                <a:gd name="T63" fmla="*/ 61 h 75"/>
                <a:gd name="T64" fmla="*/ 78 w 117"/>
                <a:gd name="T65" fmla="*/ 63 h 75"/>
                <a:gd name="T66" fmla="*/ 80 w 117"/>
                <a:gd name="T67" fmla="*/ 61 h 75"/>
                <a:gd name="T68" fmla="*/ 74 w 117"/>
                <a:gd name="T69" fmla="*/ 59 h 75"/>
                <a:gd name="T70" fmla="*/ 74 w 117"/>
                <a:gd name="T71" fmla="*/ 57 h 75"/>
                <a:gd name="T72" fmla="*/ 72 w 117"/>
                <a:gd name="T73" fmla="*/ 55 h 75"/>
                <a:gd name="T74" fmla="*/ 62 w 117"/>
                <a:gd name="T75" fmla="*/ 67 h 75"/>
                <a:gd name="T76" fmla="*/ 51 w 117"/>
                <a:gd name="T77" fmla="*/ 75 h 75"/>
                <a:gd name="T78" fmla="*/ 47 w 117"/>
                <a:gd name="T79" fmla="*/ 71 h 75"/>
                <a:gd name="T80" fmla="*/ 41 w 117"/>
                <a:gd name="T81" fmla="*/ 75 h 75"/>
                <a:gd name="T82" fmla="*/ 25 w 117"/>
                <a:gd name="T83" fmla="*/ 57 h 75"/>
                <a:gd name="T84" fmla="*/ 23 w 117"/>
                <a:gd name="T85" fmla="*/ 51 h 75"/>
                <a:gd name="T86" fmla="*/ 17 w 117"/>
                <a:gd name="T87" fmla="*/ 43 h 75"/>
                <a:gd name="T88" fmla="*/ 9 w 117"/>
                <a:gd name="T89" fmla="*/ 43 h 75"/>
                <a:gd name="T90" fmla="*/ 4 w 117"/>
                <a:gd name="T91" fmla="*/ 33 h 75"/>
                <a:gd name="T92" fmla="*/ 4 w 117"/>
                <a:gd name="T93" fmla="*/ 29 h 75"/>
                <a:gd name="T94" fmla="*/ 5 w 117"/>
                <a:gd name="T95" fmla="*/ 23 h 75"/>
                <a:gd name="T96" fmla="*/ 13 w 117"/>
                <a:gd name="T97" fmla="*/ 14 h 75"/>
                <a:gd name="T98" fmla="*/ 13 w 117"/>
                <a:gd name="T99" fmla="*/ 12 h 75"/>
                <a:gd name="T100" fmla="*/ 15 w 117"/>
                <a:gd name="T101" fmla="*/ 10 h 75"/>
                <a:gd name="T102" fmla="*/ 25 w 117"/>
                <a:gd name="T103" fmla="*/ 10 h 75"/>
                <a:gd name="T104" fmla="*/ 29 w 117"/>
                <a:gd name="T10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7" h="75">
                  <a:moveTo>
                    <a:pt x="31" y="0"/>
                  </a:moveTo>
                  <a:lnTo>
                    <a:pt x="31" y="0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6"/>
                  </a:lnTo>
                  <a:lnTo>
                    <a:pt x="60" y="8"/>
                  </a:lnTo>
                  <a:lnTo>
                    <a:pt x="60" y="10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6" y="12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68" y="12"/>
                  </a:lnTo>
                  <a:lnTo>
                    <a:pt x="70" y="12"/>
                  </a:lnTo>
                  <a:lnTo>
                    <a:pt x="76" y="16"/>
                  </a:lnTo>
                  <a:lnTo>
                    <a:pt x="78" y="18"/>
                  </a:lnTo>
                  <a:lnTo>
                    <a:pt x="80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4" y="16"/>
                  </a:lnTo>
                  <a:lnTo>
                    <a:pt x="84" y="14"/>
                  </a:lnTo>
                  <a:lnTo>
                    <a:pt x="86" y="14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4" y="10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4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102" y="16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4" y="20"/>
                  </a:lnTo>
                  <a:lnTo>
                    <a:pt x="107" y="21"/>
                  </a:lnTo>
                  <a:lnTo>
                    <a:pt x="109" y="21"/>
                  </a:lnTo>
                  <a:lnTo>
                    <a:pt x="109" y="21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11" y="20"/>
                  </a:lnTo>
                  <a:lnTo>
                    <a:pt x="111" y="20"/>
                  </a:lnTo>
                  <a:lnTo>
                    <a:pt x="113" y="20"/>
                  </a:lnTo>
                  <a:lnTo>
                    <a:pt x="113" y="20"/>
                  </a:lnTo>
                  <a:lnTo>
                    <a:pt x="115" y="20"/>
                  </a:lnTo>
                  <a:lnTo>
                    <a:pt x="117" y="20"/>
                  </a:lnTo>
                  <a:lnTo>
                    <a:pt x="117" y="20"/>
                  </a:lnTo>
                  <a:lnTo>
                    <a:pt x="117" y="20"/>
                  </a:lnTo>
                  <a:lnTo>
                    <a:pt x="117" y="21"/>
                  </a:lnTo>
                  <a:lnTo>
                    <a:pt x="117" y="21"/>
                  </a:lnTo>
                  <a:lnTo>
                    <a:pt x="115" y="21"/>
                  </a:lnTo>
                  <a:lnTo>
                    <a:pt x="115" y="23"/>
                  </a:lnTo>
                  <a:lnTo>
                    <a:pt x="115" y="21"/>
                  </a:lnTo>
                  <a:lnTo>
                    <a:pt x="113" y="21"/>
                  </a:lnTo>
                  <a:lnTo>
                    <a:pt x="113" y="21"/>
                  </a:lnTo>
                  <a:lnTo>
                    <a:pt x="113" y="21"/>
                  </a:lnTo>
                  <a:lnTo>
                    <a:pt x="113" y="21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09" y="23"/>
                  </a:lnTo>
                  <a:lnTo>
                    <a:pt x="109" y="23"/>
                  </a:lnTo>
                  <a:lnTo>
                    <a:pt x="109" y="23"/>
                  </a:lnTo>
                  <a:lnTo>
                    <a:pt x="109" y="23"/>
                  </a:lnTo>
                  <a:lnTo>
                    <a:pt x="107" y="25"/>
                  </a:lnTo>
                  <a:lnTo>
                    <a:pt x="107" y="29"/>
                  </a:lnTo>
                  <a:lnTo>
                    <a:pt x="105" y="33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5" y="39"/>
                  </a:lnTo>
                  <a:lnTo>
                    <a:pt x="105" y="39"/>
                  </a:lnTo>
                  <a:lnTo>
                    <a:pt x="105" y="39"/>
                  </a:lnTo>
                  <a:lnTo>
                    <a:pt x="105" y="39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09" y="41"/>
                  </a:lnTo>
                  <a:lnTo>
                    <a:pt x="109" y="41"/>
                  </a:lnTo>
                  <a:lnTo>
                    <a:pt x="109" y="41"/>
                  </a:lnTo>
                  <a:lnTo>
                    <a:pt x="109" y="41"/>
                  </a:lnTo>
                  <a:lnTo>
                    <a:pt x="109" y="43"/>
                  </a:lnTo>
                  <a:lnTo>
                    <a:pt x="109" y="43"/>
                  </a:lnTo>
                  <a:lnTo>
                    <a:pt x="107" y="47"/>
                  </a:lnTo>
                  <a:lnTo>
                    <a:pt x="105" y="49"/>
                  </a:lnTo>
                  <a:lnTo>
                    <a:pt x="105" y="51"/>
                  </a:lnTo>
                  <a:lnTo>
                    <a:pt x="104" y="51"/>
                  </a:lnTo>
                  <a:lnTo>
                    <a:pt x="104" y="51"/>
                  </a:lnTo>
                  <a:lnTo>
                    <a:pt x="104" y="53"/>
                  </a:lnTo>
                  <a:lnTo>
                    <a:pt x="104" y="53"/>
                  </a:lnTo>
                  <a:lnTo>
                    <a:pt x="104" y="55"/>
                  </a:lnTo>
                  <a:lnTo>
                    <a:pt x="104" y="57"/>
                  </a:lnTo>
                  <a:lnTo>
                    <a:pt x="104" y="57"/>
                  </a:lnTo>
                  <a:lnTo>
                    <a:pt x="104" y="57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0" y="57"/>
                  </a:lnTo>
                  <a:lnTo>
                    <a:pt x="100" y="57"/>
                  </a:lnTo>
                  <a:lnTo>
                    <a:pt x="100" y="57"/>
                  </a:lnTo>
                  <a:lnTo>
                    <a:pt x="100" y="57"/>
                  </a:lnTo>
                  <a:lnTo>
                    <a:pt x="100" y="55"/>
                  </a:lnTo>
                  <a:lnTo>
                    <a:pt x="100" y="55"/>
                  </a:lnTo>
                  <a:lnTo>
                    <a:pt x="100" y="55"/>
                  </a:lnTo>
                  <a:lnTo>
                    <a:pt x="94" y="57"/>
                  </a:lnTo>
                  <a:lnTo>
                    <a:pt x="92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2" y="53"/>
                  </a:lnTo>
                  <a:lnTo>
                    <a:pt x="90" y="51"/>
                  </a:lnTo>
                  <a:lnTo>
                    <a:pt x="88" y="51"/>
                  </a:lnTo>
                  <a:lnTo>
                    <a:pt x="86" y="53"/>
                  </a:lnTo>
                  <a:lnTo>
                    <a:pt x="84" y="53"/>
                  </a:lnTo>
                  <a:lnTo>
                    <a:pt x="84" y="53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7"/>
                  </a:lnTo>
                  <a:lnTo>
                    <a:pt x="84" y="61"/>
                  </a:lnTo>
                  <a:lnTo>
                    <a:pt x="84" y="61"/>
                  </a:lnTo>
                  <a:lnTo>
                    <a:pt x="80" y="65"/>
                  </a:lnTo>
                  <a:lnTo>
                    <a:pt x="78" y="65"/>
                  </a:lnTo>
                  <a:lnTo>
                    <a:pt x="78" y="63"/>
                  </a:lnTo>
                  <a:lnTo>
                    <a:pt x="78" y="63"/>
                  </a:lnTo>
                  <a:lnTo>
                    <a:pt x="78" y="63"/>
                  </a:lnTo>
                  <a:lnTo>
                    <a:pt x="80" y="63"/>
                  </a:lnTo>
                  <a:lnTo>
                    <a:pt x="80" y="63"/>
                  </a:lnTo>
                  <a:lnTo>
                    <a:pt x="80" y="61"/>
                  </a:lnTo>
                  <a:lnTo>
                    <a:pt x="80" y="61"/>
                  </a:lnTo>
                  <a:lnTo>
                    <a:pt x="80" y="61"/>
                  </a:lnTo>
                  <a:lnTo>
                    <a:pt x="78" y="59"/>
                  </a:lnTo>
                  <a:lnTo>
                    <a:pt x="78" y="59"/>
                  </a:lnTo>
                  <a:lnTo>
                    <a:pt x="78" y="59"/>
                  </a:lnTo>
                  <a:lnTo>
                    <a:pt x="76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5"/>
                  </a:lnTo>
                  <a:lnTo>
                    <a:pt x="72" y="55"/>
                  </a:lnTo>
                  <a:lnTo>
                    <a:pt x="70" y="57"/>
                  </a:lnTo>
                  <a:lnTo>
                    <a:pt x="66" y="63"/>
                  </a:lnTo>
                  <a:lnTo>
                    <a:pt x="64" y="63"/>
                  </a:lnTo>
                  <a:lnTo>
                    <a:pt x="64" y="65"/>
                  </a:lnTo>
                  <a:lnTo>
                    <a:pt x="62" y="67"/>
                  </a:lnTo>
                  <a:lnTo>
                    <a:pt x="58" y="69"/>
                  </a:lnTo>
                  <a:lnTo>
                    <a:pt x="55" y="71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49" y="75"/>
                  </a:lnTo>
                  <a:lnTo>
                    <a:pt x="49" y="75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5" y="71"/>
                  </a:lnTo>
                  <a:lnTo>
                    <a:pt x="41" y="73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33" y="69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27" y="59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3" y="51"/>
                  </a:lnTo>
                  <a:lnTo>
                    <a:pt x="23" y="49"/>
                  </a:lnTo>
                  <a:lnTo>
                    <a:pt x="21" y="47"/>
                  </a:lnTo>
                  <a:lnTo>
                    <a:pt x="21" y="45"/>
                  </a:lnTo>
                  <a:lnTo>
                    <a:pt x="19" y="45"/>
                  </a:lnTo>
                  <a:lnTo>
                    <a:pt x="17" y="43"/>
                  </a:lnTo>
                  <a:lnTo>
                    <a:pt x="15" y="43"/>
                  </a:lnTo>
                  <a:lnTo>
                    <a:pt x="13" y="43"/>
                  </a:lnTo>
                  <a:lnTo>
                    <a:pt x="11" y="43"/>
                  </a:lnTo>
                  <a:lnTo>
                    <a:pt x="11" y="43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7" y="41"/>
                  </a:lnTo>
                  <a:lnTo>
                    <a:pt x="5" y="39"/>
                  </a:lnTo>
                  <a:lnTo>
                    <a:pt x="5" y="37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" y="31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5" y="27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9" y="21"/>
                  </a:lnTo>
                  <a:lnTo>
                    <a:pt x="11" y="18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3" y="10"/>
                  </a:lnTo>
                  <a:lnTo>
                    <a:pt x="13" y="10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0"/>
                  </a:lnTo>
                  <a:lnTo>
                    <a:pt x="19" y="10"/>
                  </a:lnTo>
                  <a:lnTo>
                    <a:pt x="23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987425" y="4214813"/>
              <a:ext cx="71438" cy="60325"/>
            </a:xfrm>
            <a:custGeom>
              <a:avLst/>
              <a:gdLst>
                <a:gd name="T0" fmla="*/ 68 w 90"/>
                <a:gd name="T1" fmla="*/ 2 h 77"/>
                <a:gd name="T2" fmla="*/ 84 w 90"/>
                <a:gd name="T3" fmla="*/ 6 h 77"/>
                <a:gd name="T4" fmla="*/ 86 w 90"/>
                <a:gd name="T5" fmla="*/ 6 h 77"/>
                <a:gd name="T6" fmla="*/ 90 w 90"/>
                <a:gd name="T7" fmla="*/ 10 h 77"/>
                <a:gd name="T8" fmla="*/ 90 w 90"/>
                <a:gd name="T9" fmla="*/ 18 h 77"/>
                <a:gd name="T10" fmla="*/ 88 w 90"/>
                <a:gd name="T11" fmla="*/ 20 h 77"/>
                <a:gd name="T12" fmla="*/ 84 w 90"/>
                <a:gd name="T13" fmla="*/ 22 h 77"/>
                <a:gd name="T14" fmla="*/ 82 w 90"/>
                <a:gd name="T15" fmla="*/ 20 h 77"/>
                <a:gd name="T16" fmla="*/ 80 w 90"/>
                <a:gd name="T17" fmla="*/ 24 h 77"/>
                <a:gd name="T18" fmla="*/ 74 w 90"/>
                <a:gd name="T19" fmla="*/ 24 h 77"/>
                <a:gd name="T20" fmla="*/ 76 w 90"/>
                <a:gd name="T21" fmla="*/ 20 h 77"/>
                <a:gd name="T22" fmla="*/ 72 w 90"/>
                <a:gd name="T23" fmla="*/ 18 h 77"/>
                <a:gd name="T24" fmla="*/ 66 w 90"/>
                <a:gd name="T25" fmla="*/ 30 h 77"/>
                <a:gd name="T26" fmla="*/ 66 w 90"/>
                <a:gd name="T27" fmla="*/ 32 h 77"/>
                <a:gd name="T28" fmla="*/ 68 w 90"/>
                <a:gd name="T29" fmla="*/ 34 h 77"/>
                <a:gd name="T30" fmla="*/ 66 w 90"/>
                <a:gd name="T31" fmla="*/ 44 h 77"/>
                <a:gd name="T32" fmla="*/ 68 w 90"/>
                <a:gd name="T33" fmla="*/ 44 h 77"/>
                <a:gd name="T34" fmla="*/ 70 w 90"/>
                <a:gd name="T35" fmla="*/ 44 h 77"/>
                <a:gd name="T36" fmla="*/ 76 w 90"/>
                <a:gd name="T37" fmla="*/ 51 h 77"/>
                <a:gd name="T38" fmla="*/ 78 w 90"/>
                <a:gd name="T39" fmla="*/ 59 h 77"/>
                <a:gd name="T40" fmla="*/ 78 w 90"/>
                <a:gd name="T41" fmla="*/ 61 h 77"/>
                <a:gd name="T42" fmla="*/ 76 w 90"/>
                <a:gd name="T43" fmla="*/ 65 h 77"/>
                <a:gd name="T44" fmla="*/ 76 w 90"/>
                <a:gd name="T45" fmla="*/ 69 h 77"/>
                <a:gd name="T46" fmla="*/ 74 w 90"/>
                <a:gd name="T47" fmla="*/ 71 h 77"/>
                <a:gd name="T48" fmla="*/ 64 w 90"/>
                <a:gd name="T49" fmla="*/ 73 h 77"/>
                <a:gd name="T50" fmla="*/ 59 w 90"/>
                <a:gd name="T51" fmla="*/ 73 h 77"/>
                <a:gd name="T52" fmla="*/ 57 w 90"/>
                <a:gd name="T53" fmla="*/ 77 h 77"/>
                <a:gd name="T54" fmla="*/ 45 w 90"/>
                <a:gd name="T55" fmla="*/ 75 h 77"/>
                <a:gd name="T56" fmla="*/ 33 w 90"/>
                <a:gd name="T57" fmla="*/ 77 h 77"/>
                <a:gd name="T58" fmla="*/ 23 w 90"/>
                <a:gd name="T59" fmla="*/ 75 h 77"/>
                <a:gd name="T60" fmla="*/ 17 w 90"/>
                <a:gd name="T61" fmla="*/ 77 h 77"/>
                <a:gd name="T62" fmla="*/ 10 w 90"/>
                <a:gd name="T63" fmla="*/ 71 h 77"/>
                <a:gd name="T64" fmla="*/ 15 w 90"/>
                <a:gd name="T65" fmla="*/ 63 h 77"/>
                <a:gd name="T66" fmla="*/ 10 w 90"/>
                <a:gd name="T67" fmla="*/ 55 h 77"/>
                <a:gd name="T68" fmla="*/ 0 w 90"/>
                <a:gd name="T69" fmla="*/ 46 h 77"/>
                <a:gd name="T70" fmla="*/ 6 w 90"/>
                <a:gd name="T71" fmla="*/ 42 h 77"/>
                <a:gd name="T72" fmla="*/ 10 w 90"/>
                <a:gd name="T73" fmla="*/ 46 h 77"/>
                <a:gd name="T74" fmla="*/ 21 w 90"/>
                <a:gd name="T75" fmla="*/ 38 h 77"/>
                <a:gd name="T76" fmla="*/ 31 w 90"/>
                <a:gd name="T77" fmla="*/ 26 h 77"/>
                <a:gd name="T78" fmla="*/ 33 w 90"/>
                <a:gd name="T79" fmla="*/ 28 h 77"/>
                <a:gd name="T80" fmla="*/ 33 w 90"/>
                <a:gd name="T81" fmla="*/ 30 h 77"/>
                <a:gd name="T82" fmla="*/ 39 w 90"/>
                <a:gd name="T83" fmla="*/ 32 h 77"/>
                <a:gd name="T84" fmla="*/ 37 w 90"/>
                <a:gd name="T85" fmla="*/ 34 h 77"/>
                <a:gd name="T86" fmla="*/ 43 w 90"/>
                <a:gd name="T87" fmla="*/ 32 h 77"/>
                <a:gd name="T88" fmla="*/ 43 w 90"/>
                <a:gd name="T89" fmla="*/ 26 h 77"/>
                <a:gd name="T90" fmla="*/ 49 w 90"/>
                <a:gd name="T91" fmla="*/ 22 h 77"/>
                <a:gd name="T92" fmla="*/ 49 w 90"/>
                <a:gd name="T93" fmla="*/ 28 h 77"/>
                <a:gd name="T94" fmla="*/ 59 w 90"/>
                <a:gd name="T95" fmla="*/ 26 h 77"/>
                <a:gd name="T96" fmla="*/ 59 w 90"/>
                <a:gd name="T97" fmla="*/ 28 h 77"/>
                <a:gd name="T98" fmla="*/ 63 w 90"/>
                <a:gd name="T99" fmla="*/ 28 h 77"/>
                <a:gd name="T100" fmla="*/ 63 w 90"/>
                <a:gd name="T101" fmla="*/ 22 h 77"/>
                <a:gd name="T102" fmla="*/ 68 w 90"/>
                <a:gd name="T103" fmla="*/ 14 h 77"/>
                <a:gd name="T104" fmla="*/ 66 w 90"/>
                <a:gd name="T105" fmla="*/ 10 h 77"/>
                <a:gd name="T106" fmla="*/ 64 w 90"/>
                <a:gd name="T107" fmla="*/ 10 h 77"/>
                <a:gd name="T108" fmla="*/ 66 w 90"/>
                <a:gd name="T10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" h="77">
                  <a:moveTo>
                    <a:pt x="66" y="0"/>
                  </a:moveTo>
                  <a:lnTo>
                    <a:pt x="66" y="0"/>
                  </a:lnTo>
                  <a:lnTo>
                    <a:pt x="68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70" y="2"/>
                  </a:lnTo>
                  <a:lnTo>
                    <a:pt x="70" y="2"/>
                  </a:lnTo>
                  <a:lnTo>
                    <a:pt x="70" y="2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8"/>
                  </a:lnTo>
                  <a:lnTo>
                    <a:pt x="90" y="10"/>
                  </a:lnTo>
                  <a:lnTo>
                    <a:pt x="90" y="10"/>
                  </a:lnTo>
                  <a:lnTo>
                    <a:pt x="90" y="10"/>
                  </a:lnTo>
                  <a:lnTo>
                    <a:pt x="90" y="14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20"/>
                  </a:lnTo>
                  <a:lnTo>
                    <a:pt x="88" y="20"/>
                  </a:lnTo>
                  <a:lnTo>
                    <a:pt x="86" y="24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2" y="20"/>
                  </a:lnTo>
                  <a:lnTo>
                    <a:pt x="80" y="20"/>
                  </a:lnTo>
                  <a:lnTo>
                    <a:pt x="80" y="20"/>
                  </a:lnTo>
                  <a:lnTo>
                    <a:pt x="80" y="22"/>
                  </a:lnTo>
                  <a:lnTo>
                    <a:pt x="80" y="22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78" y="24"/>
                  </a:lnTo>
                  <a:lnTo>
                    <a:pt x="76" y="24"/>
                  </a:lnTo>
                  <a:lnTo>
                    <a:pt x="74" y="24"/>
                  </a:lnTo>
                  <a:lnTo>
                    <a:pt x="74" y="24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70" y="20"/>
                  </a:lnTo>
                  <a:lnTo>
                    <a:pt x="66" y="30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68" y="32"/>
                  </a:lnTo>
                  <a:lnTo>
                    <a:pt x="68" y="34"/>
                  </a:lnTo>
                  <a:lnTo>
                    <a:pt x="68" y="34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68" y="47"/>
                  </a:lnTo>
                  <a:lnTo>
                    <a:pt x="68" y="46"/>
                  </a:lnTo>
                  <a:lnTo>
                    <a:pt x="68" y="46"/>
                  </a:lnTo>
                  <a:lnTo>
                    <a:pt x="68" y="46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4" y="51"/>
                  </a:lnTo>
                  <a:lnTo>
                    <a:pt x="74" y="51"/>
                  </a:lnTo>
                  <a:lnTo>
                    <a:pt x="76" y="51"/>
                  </a:lnTo>
                  <a:lnTo>
                    <a:pt x="76" y="51"/>
                  </a:lnTo>
                  <a:lnTo>
                    <a:pt x="76" y="53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8" y="59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8" y="63"/>
                  </a:lnTo>
                  <a:lnTo>
                    <a:pt x="78" y="63"/>
                  </a:lnTo>
                  <a:lnTo>
                    <a:pt x="76" y="65"/>
                  </a:lnTo>
                  <a:lnTo>
                    <a:pt x="76" y="65"/>
                  </a:lnTo>
                  <a:lnTo>
                    <a:pt x="76" y="65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6" y="69"/>
                  </a:lnTo>
                  <a:lnTo>
                    <a:pt x="76" y="69"/>
                  </a:lnTo>
                  <a:lnTo>
                    <a:pt x="76" y="69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2" y="71"/>
                  </a:lnTo>
                  <a:lnTo>
                    <a:pt x="70" y="75"/>
                  </a:lnTo>
                  <a:lnTo>
                    <a:pt x="66" y="73"/>
                  </a:lnTo>
                  <a:lnTo>
                    <a:pt x="66" y="73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3" y="69"/>
                  </a:lnTo>
                  <a:lnTo>
                    <a:pt x="63" y="69"/>
                  </a:lnTo>
                  <a:lnTo>
                    <a:pt x="61" y="67"/>
                  </a:lnTo>
                  <a:lnTo>
                    <a:pt x="59" y="73"/>
                  </a:lnTo>
                  <a:lnTo>
                    <a:pt x="59" y="73"/>
                  </a:lnTo>
                  <a:lnTo>
                    <a:pt x="57" y="73"/>
                  </a:lnTo>
                  <a:lnTo>
                    <a:pt x="57" y="75"/>
                  </a:lnTo>
                  <a:lnTo>
                    <a:pt x="57" y="77"/>
                  </a:lnTo>
                  <a:lnTo>
                    <a:pt x="57" y="77"/>
                  </a:lnTo>
                  <a:lnTo>
                    <a:pt x="55" y="75"/>
                  </a:lnTo>
                  <a:lnTo>
                    <a:pt x="53" y="75"/>
                  </a:lnTo>
                  <a:lnTo>
                    <a:pt x="51" y="75"/>
                  </a:lnTo>
                  <a:lnTo>
                    <a:pt x="49" y="75"/>
                  </a:lnTo>
                  <a:lnTo>
                    <a:pt x="45" y="75"/>
                  </a:lnTo>
                  <a:lnTo>
                    <a:pt x="43" y="75"/>
                  </a:lnTo>
                  <a:lnTo>
                    <a:pt x="39" y="73"/>
                  </a:lnTo>
                  <a:lnTo>
                    <a:pt x="37" y="75"/>
                  </a:lnTo>
                  <a:lnTo>
                    <a:pt x="35" y="75"/>
                  </a:lnTo>
                  <a:lnTo>
                    <a:pt x="33" y="77"/>
                  </a:lnTo>
                  <a:lnTo>
                    <a:pt x="33" y="77"/>
                  </a:lnTo>
                  <a:lnTo>
                    <a:pt x="33" y="77"/>
                  </a:lnTo>
                  <a:lnTo>
                    <a:pt x="31" y="77"/>
                  </a:lnTo>
                  <a:lnTo>
                    <a:pt x="2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9" y="77"/>
                  </a:lnTo>
                  <a:lnTo>
                    <a:pt x="19" y="77"/>
                  </a:lnTo>
                  <a:lnTo>
                    <a:pt x="19" y="77"/>
                  </a:lnTo>
                  <a:lnTo>
                    <a:pt x="17" y="77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5" y="73"/>
                  </a:lnTo>
                  <a:lnTo>
                    <a:pt x="12" y="73"/>
                  </a:lnTo>
                  <a:lnTo>
                    <a:pt x="10" y="71"/>
                  </a:lnTo>
                  <a:lnTo>
                    <a:pt x="10" y="69"/>
                  </a:lnTo>
                  <a:lnTo>
                    <a:pt x="10" y="67"/>
                  </a:lnTo>
                  <a:lnTo>
                    <a:pt x="12" y="65"/>
                  </a:lnTo>
                  <a:lnTo>
                    <a:pt x="15" y="65"/>
                  </a:lnTo>
                  <a:lnTo>
                    <a:pt x="15" y="63"/>
                  </a:lnTo>
                  <a:lnTo>
                    <a:pt x="15" y="61"/>
                  </a:lnTo>
                  <a:lnTo>
                    <a:pt x="15" y="61"/>
                  </a:lnTo>
                  <a:lnTo>
                    <a:pt x="15" y="59"/>
                  </a:lnTo>
                  <a:lnTo>
                    <a:pt x="10" y="57"/>
                  </a:lnTo>
                  <a:lnTo>
                    <a:pt x="10" y="55"/>
                  </a:lnTo>
                  <a:lnTo>
                    <a:pt x="10" y="53"/>
                  </a:lnTo>
                  <a:lnTo>
                    <a:pt x="8" y="51"/>
                  </a:lnTo>
                  <a:lnTo>
                    <a:pt x="6" y="49"/>
                  </a:lnTo>
                  <a:lnTo>
                    <a:pt x="4" y="47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44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8" y="46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12" y="44"/>
                  </a:lnTo>
                  <a:lnTo>
                    <a:pt x="12" y="44"/>
                  </a:lnTo>
                  <a:lnTo>
                    <a:pt x="14" y="42"/>
                  </a:lnTo>
                  <a:lnTo>
                    <a:pt x="17" y="40"/>
                  </a:lnTo>
                  <a:lnTo>
                    <a:pt x="21" y="38"/>
                  </a:lnTo>
                  <a:lnTo>
                    <a:pt x="23" y="36"/>
                  </a:lnTo>
                  <a:lnTo>
                    <a:pt x="23" y="34"/>
                  </a:lnTo>
                  <a:lnTo>
                    <a:pt x="25" y="34"/>
                  </a:lnTo>
                  <a:lnTo>
                    <a:pt x="29" y="28"/>
                  </a:lnTo>
                  <a:lnTo>
                    <a:pt x="31" y="26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5" y="30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39" y="32"/>
                  </a:lnTo>
                  <a:lnTo>
                    <a:pt x="39" y="32"/>
                  </a:lnTo>
                  <a:lnTo>
                    <a:pt x="39" y="32"/>
                  </a:lnTo>
                  <a:lnTo>
                    <a:pt x="39" y="34"/>
                  </a:lnTo>
                  <a:lnTo>
                    <a:pt x="39" y="34"/>
                  </a:lnTo>
                  <a:lnTo>
                    <a:pt x="37" y="34"/>
                  </a:lnTo>
                  <a:lnTo>
                    <a:pt x="37" y="34"/>
                  </a:lnTo>
                  <a:lnTo>
                    <a:pt x="37" y="34"/>
                  </a:lnTo>
                  <a:lnTo>
                    <a:pt x="37" y="36"/>
                  </a:lnTo>
                  <a:lnTo>
                    <a:pt x="39" y="36"/>
                  </a:lnTo>
                  <a:lnTo>
                    <a:pt x="43" y="32"/>
                  </a:lnTo>
                  <a:lnTo>
                    <a:pt x="43" y="32"/>
                  </a:lnTo>
                  <a:lnTo>
                    <a:pt x="43" y="28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5" y="24"/>
                  </a:lnTo>
                  <a:lnTo>
                    <a:pt x="47" y="22"/>
                  </a:lnTo>
                  <a:lnTo>
                    <a:pt x="49" y="22"/>
                  </a:lnTo>
                  <a:lnTo>
                    <a:pt x="51" y="24"/>
                  </a:lnTo>
                  <a:lnTo>
                    <a:pt x="49" y="26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51" y="28"/>
                  </a:lnTo>
                  <a:lnTo>
                    <a:pt x="53" y="28"/>
                  </a:lnTo>
                  <a:lnTo>
                    <a:pt x="59" y="26"/>
                  </a:lnTo>
                  <a:lnTo>
                    <a:pt x="59" y="26"/>
                  </a:lnTo>
                  <a:lnTo>
                    <a:pt x="59" y="26"/>
                  </a:lnTo>
                  <a:lnTo>
                    <a:pt x="59" y="28"/>
                  </a:lnTo>
                  <a:lnTo>
                    <a:pt x="59" y="28"/>
                  </a:lnTo>
                  <a:lnTo>
                    <a:pt x="59" y="28"/>
                  </a:lnTo>
                  <a:lnTo>
                    <a:pt x="59" y="28"/>
                  </a:lnTo>
                  <a:lnTo>
                    <a:pt x="61" y="28"/>
                  </a:lnTo>
                  <a:lnTo>
                    <a:pt x="61" y="28"/>
                  </a:lnTo>
                  <a:lnTo>
                    <a:pt x="63" y="28"/>
                  </a:lnTo>
                  <a:lnTo>
                    <a:pt x="63" y="28"/>
                  </a:lnTo>
                  <a:lnTo>
                    <a:pt x="63" y="28"/>
                  </a:lnTo>
                  <a:lnTo>
                    <a:pt x="63" y="26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4" y="22"/>
                  </a:lnTo>
                  <a:lnTo>
                    <a:pt x="64" y="20"/>
                  </a:lnTo>
                  <a:lnTo>
                    <a:pt x="66" y="18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8" y="12"/>
                  </a:lnTo>
                  <a:lnTo>
                    <a:pt x="68" y="12"/>
                  </a:lnTo>
                  <a:lnTo>
                    <a:pt x="68" y="12"/>
                  </a:lnTo>
                  <a:lnTo>
                    <a:pt x="68" y="12"/>
                  </a:lnTo>
                  <a:lnTo>
                    <a:pt x="66" y="10"/>
                  </a:lnTo>
                  <a:lnTo>
                    <a:pt x="66" y="10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3" y="6"/>
                  </a:lnTo>
                  <a:lnTo>
                    <a:pt x="63" y="6"/>
                  </a:lnTo>
                  <a:lnTo>
                    <a:pt x="64" y="4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946150" y="4057650"/>
              <a:ext cx="171450" cy="174625"/>
            </a:xfrm>
            <a:custGeom>
              <a:avLst/>
              <a:gdLst>
                <a:gd name="T0" fmla="*/ 37 w 216"/>
                <a:gd name="T1" fmla="*/ 2 h 220"/>
                <a:gd name="T2" fmla="*/ 68 w 216"/>
                <a:gd name="T3" fmla="*/ 18 h 220"/>
                <a:gd name="T4" fmla="*/ 72 w 216"/>
                <a:gd name="T5" fmla="*/ 14 h 220"/>
                <a:gd name="T6" fmla="*/ 84 w 216"/>
                <a:gd name="T7" fmla="*/ 10 h 220"/>
                <a:gd name="T8" fmla="*/ 88 w 216"/>
                <a:gd name="T9" fmla="*/ 22 h 220"/>
                <a:gd name="T10" fmla="*/ 108 w 216"/>
                <a:gd name="T11" fmla="*/ 16 h 220"/>
                <a:gd name="T12" fmla="*/ 114 w 216"/>
                <a:gd name="T13" fmla="*/ 12 h 220"/>
                <a:gd name="T14" fmla="*/ 127 w 216"/>
                <a:gd name="T15" fmla="*/ 29 h 220"/>
                <a:gd name="T16" fmla="*/ 153 w 216"/>
                <a:gd name="T17" fmla="*/ 51 h 220"/>
                <a:gd name="T18" fmla="*/ 157 w 216"/>
                <a:gd name="T19" fmla="*/ 67 h 220"/>
                <a:gd name="T20" fmla="*/ 180 w 216"/>
                <a:gd name="T21" fmla="*/ 92 h 220"/>
                <a:gd name="T22" fmla="*/ 214 w 216"/>
                <a:gd name="T23" fmla="*/ 145 h 220"/>
                <a:gd name="T24" fmla="*/ 192 w 216"/>
                <a:gd name="T25" fmla="*/ 165 h 220"/>
                <a:gd name="T26" fmla="*/ 184 w 216"/>
                <a:gd name="T27" fmla="*/ 163 h 220"/>
                <a:gd name="T28" fmla="*/ 180 w 216"/>
                <a:gd name="T29" fmla="*/ 167 h 220"/>
                <a:gd name="T30" fmla="*/ 188 w 216"/>
                <a:gd name="T31" fmla="*/ 179 h 220"/>
                <a:gd name="T32" fmla="*/ 170 w 216"/>
                <a:gd name="T33" fmla="*/ 183 h 220"/>
                <a:gd name="T34" fmla="*/ 176 w 216"/>
                <a:gd name="T35" fmla="*/ 190 h 220"/>
                <a:gd name="T36" fmla="*/ 186 w 216"/>
                <a:gd name="T37" fmla="*/ 196 h 220"/>
                <a:gd name="T38" fmla="*/ 178 w 216"/>
                <a:gd name="T39" fmla="*/ 208 h 220"/>
                <a:gd name="T40" fmla="*/ 165 w 216"/>
                <a:gd name="T41" fmla="*/ 208 h 220"/>
                <a:gd name="T42" fmla="*/ 159 w 216"/>
                <a:gd name="T43" fmla="*/ 202 h 220"/>
                <a:gd name="T44" fmla="*/ 157 w 216"/>
                <a:gd name="T45" fmla="*/ 214 h 220"/>
                <a:gd name="T46" fmla="*/ 143 w 216"/>
                <a:gd name="T47" fmla="*/ 220 h 220"/>
                <a:gd name="T48" fmla="*/ 143 w 216"/>
                <a:gd name="T49" fmla="*/ 208 h 220"/>
                <a:gd name="T50" fmla="*/ 123 w 216"/>
                <a:gd name="T51" fmla="*/ 200 h 220"/>
                <a:gd name="T52" fmla="*/ 121 w 216"/>
                <a:gd name="T53" fmla="*/ 192 h 220"/>
                <a:gd name="T54" fmla="*/ 127 w 216"/>
                <a:gd name="T55" fmla="*/ 192 h 220"/>
                <a:gd name="T56" fmla="*/ 123 w 216"/>
                <a:gd name="T57" fmla="*/ 189 h 220"/>
                <a:gd name="T58" fmla="*/ 116 w 216"/>
                <a:gd name="T59" fmla="*/ 187 h 220"/>
                <a:gd name="T60" fmla="*/ 104 w 216"/>
                <a:gd name="T61" fmla="*/ 179 h 220"/>
                <a:gd name="T62" fmla="*/ 94 w 216"/>
                <a:gd name="T63" fmla="*/ 187 h 220"/>
                <a:gd name="T64" fmla="*/ 74 w 216"/>
                <a:gd name="T65" fmla="*/ 181 h 220"/>
                <a:gd name="T66" fmla="*/ 72 w 216"/>
                <a:gd name="T67" fmla="*/ 173 h 220"/>
                <a:gd name="T68" fmla="*/ 65 w 216"/>
                <a:gd name="T69" fmla="*/ 171 h 220"/>
                <a:gd name="T70" fmla="*/ 49 w 216"/>
                <a:gd name="T71" fmla="*/ 173 h 220"/>
                <a:gd name="T72" fmla="*/ 43 w 216"/>
                <a:gd name="T73" fmla="*/ 161 h 220"/>
                <a:gd name="T74" fmla="*/ 45 w 216"/>
                <a:gd name="T75" fmla="*/ 159 h 220"/>
                <a:gd name="T76" fmla="*/ 41 w 216"/>
                <a:gd name="T77" fmla="*/ 155 h 220"/>
                <a:gd name="T78" fmla="*/ 37 w 216"/>
                <a:gd name="T79" fmla="*/ 151 h 220"/>
                <a:gd name="T80" fmla="*/ 37 w 216"/>
                <a:gd name="T81" fmla="*/ 155 h 220"/>
                <a:gd name="T82" fmla="*/ 31 w 216"/>
                <a:gd name="T83" fmla="*/ 149 h 220"/>
                <a:gd name="T84" fmla="*/ 31 w 216"/>
                <a:gd name="T85" fmla="*/ 141 h 220"/>
                <a:gd name="T86" fmla="*/ 39 w 216"/>
                <a:gd name="T87" fmla="*/ 139 h 220"/>
                <a:gd name="T88" fmla="*/ 47 w 216"/>
                <a:gd name="T89" fmla="*/ 137 h 220"/>
                <a:gd name="T90" fmla="*/ 37 w 216"/>
                <a:gd name="T91" fmla="*/ 134 h 220"/>
                <a:gd name="T92" fmla="*/ 27 w 216"/>
                <a:gd name="T93" fmla="*/ 122 h 220"/>
                <a:gd name="T94" fmla="*/ 21 w 216"/>
                <a:gd name="T95" fmla="*/ 112 h 220"/>
                <a:gd name="T96" fmla="*/ 16 w 216"/>
                <a:gd name="T97" fmla="*/ 110 h 220"/>
                <a:gd name="T98" fmla="*/ 10 w 216"/>
                <a:gd name="T99" fmla="*/ 104 h 220"/>
                <a:gd name="T100" fmla="*/ 8 w 216"/>
                <a:gd name="T101" fmla="*/ 96 h 220"/>
                <a:gd name="T102" fmla="*/ 4 w 216"/>
                <a:gd name="T103" fmla="*/ 88 h 220"/>
                <a:gd name="T104" fmla="*/ 12 w 216"/>
                <a:gd name="T105" fmla="*/ 88 h 220"/>
                <a:gd name="T106" fmla="*/ 23 w 216"/>
                <a:gd name="T107" fmla="*/ 75 h 220"/>
                <a:gd name="T108" fmla="*/ 14 w 216"/>
                <a:gd name="T109" fmla="*/ 55 h 220"/>
                <a:gd name="T110" fmla="*/ 0 w 216"/>
                <a:gd name="T111" fmla="*/ 45 h 220"/>
                <a:gd name="T112" fmla="*/ 2 w 216"/>
                <a:gd name="T113" fmla="*/ 37 h 220"/>
                <a:gd name="T114" fmla="*/ 2 w 216"/>
                <a:gd name="T115" fmla="*/ 26 h 220"/>
                <a:gd name="T116" fmla="*/ 4 w 216"/>
                <a:gd name="T117" fmla="*/ 12 h 220"/>
                <a:gd name="T118" fmla="*/ 14 w 216"/>
                <a:gd name="T119" fmla="*/ 16 h 220"/>
                <a:gd name="T120" fmla="*/ 19 w 216"/>
                <a:gd name="T121" fmla="*/ 14 h 220"/>
                <a:gd name="T122" fmla="*/ 25 w 216"/>
                <a:gd name="T123" fmla="*/ 10 h 220"/>
                <a:gd name="T124" fmla="*/ 23 w 216"/>
                <a:gd name="T125" fmla="*/ 4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" h="220">
                  <a:moveTo>
                    <a:pt x="25" y="0"/>
                  </a:move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45" y="4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7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51" y="8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2" y="16"/>
                  </a:lnTo>
                  <a:lnTo>
                    <a:pt x="72" y="14"/>
                  </a:lnTo>
                  <a:lnTo>
                    <a:pt x="72" y="14"/>
                  </a:lnTo>
                  <a:lnTo>
                    <a:pt x="72" y="12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0"/>
                  </a:lnTo>
                  <a:lnTo>
                    <a:pt x="76" y="10"/>
                  </a:lnTo>
                  <a:lnTo>
                    <a:pt x="76" y="8"/>
                  </a:lnTo>
                  <a:lnTo>
                    <a:pt x="78" y="8"/>
                  </a:lnTo>
                  <a:lnTo>
                    <a:pt x="82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2" y="14"/>
                  </a:lnTo>
                  <a:lnTo>
                    <a:pt x="82" y="16"/>
                  </a:lnTo>
                  <a:lnTo>
                    <a:pt x="80" y="20"/>
                  </a:lnTo>
                  <a:lnTo>
                    <a:pt x="80" y="20"/>
                  </a:lnTo>
                  <a:lnTo>
                    <a:pt x="80" y="20"/>
                  </a:lnTo>
                  <a:lnTo>
                    <a:pt x="80" y="20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90" y="22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100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8" y="16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4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23" y="24"/>
                  </a:lnTo>
                  <a:lnTo>
                    <a:pt x="125" y="26"/>
                  </a:lnTo>
                  <a:lnTo>
                    <a:pt x="127" y="28"/>
                  </a:lnTo>
                  <a:lnTo>
                    <a:pt x="127" y="29"/>
                  </a:lnTo>
                  <a:lnTo>
                    <a:pt x="127" y="29"/>
                  </a:lnTo>
                  <a:lnTo>
                    <a:pt x="129" y="33"/>
                  </a:lnTo>
                  <a:lnTo>
                    <a:pt x="129" y="33"/>
                  </a:lnTo>
                  <a:lnTo>
                    <a:pt x="131" y="35"/>
                  </a:lnTo>
                  <a:lnTo>
                    <a:pt x="137" y="41"/>
                  </a:lnTo>
                  <a:lnTo>
                    <a:pt x="145" y="43"/>
                  </a:lnTo>
                  <a:lnTo>
                    <a:pt x="149" y="45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9"/>
                  </a:lnTo>
                  <a:lnTo>
                    <a:pt x="153" y="51"/>
                  </a:lnTo>
                  <a:lnTo>
                    <a:pt x="153" y="51"/>
                  </a:lnTo>
                  <a:lnTo>
                    <a:pt x="153" y="51"/>
                  </a:lnTo>
                  <a:lnTo>
                    <a:pt x="153" y="53"/>
                  </a:lnTo>
                  <a:lnTo>
                    <a:pt x="155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7" y="59"/>
                  </a:lnTo>
                  <a:lnTo>
                    <a:pt x="157" y="63"/>
                  </a:lnTo>
                  <a:lnTo>
                    <a:pt x="157" y="63"/>
                  </a:lnTo>
                  <a:lnTo>
                    <a:pt x="157" y="63"/>
                  </a:lnTo>
                  <a:lnTo>
                    <a:pt x="157" y="67"/>
                  </a:lnTo>
                  <a:lnTo>
                    <a:pt x="157" y="67"/>
                  </a:lnTo>
                  <a:lnTo>
                    <a:pt x="157" y="69"/>
                  </a:lnTo>
                  <a:lnTo>
                    <a:pt x="157" y="71"/>
                  </a:lnTo>
                  <a:lnTo>
                    <a:pt x="157" y="73"/>
                  </a:lnTo>
                  <a:lnTo>
                    <a:pt x="157" y="73"/>
                  </a:lnTo>
                  <a:lnTo>
                    <a:pt x="159" y="75"/>
                  </a:lnTo>
                  <a:lnTo>
                    <a:pt x="159" y="77"/>
                  </a:lnTo>
                  <a:lnTo>
                    <a:pt x="161" y="81"/>
                  </a:lnTo>
                  <a:lnTo>
                    <a:pt x="167" y="86"/>
                  </a:lnTo>
                  <a:lnTo>
                    <a:pt x="172" y="90"/>
                  </a:lnTo>
                  <a:lnTo>
                    <a:pt x="180" y="92"/>
                  </a:lnTo>
                  <a:lnTo>
                    <a:pt x="180" y="94"/>
                  </a:lnTo>
                  <a:lnTo>
                    <a:pt x="184" y="98"/>
                  </a:lnTo>
                  <a:lnTo>
                    <a:pt x="204" y="122"/>
                  </a:lnTo>
                  <a:lnTo>
                    <a:pt x="214" y="130"/>
                  </a:lnTo>
                  <a:lnTo>
                    <a:pt x="214" y="132"/>
                  </a:lnTo>
                  <a:lnTo>
                    <a:pt x="214" y="132"/>
                  </a:lnTo>
                  <a:lnTo>
                    <a:pt x="214" y="134"/>
                  </a:lnTo>
                  <a:lnTo>
                    <a:pt x="216" y="141"/>
                  </a:lnTo>
                  <a:lnTo>
                    <a:pt x="216" y="143"/>
                  </a:lnTo>
                  <a:lnTo>
                    <a:pt x="214" y="145"/>
                  </a:lnTo>
                  <a:lnTo>
                    <a:pt x="214" y="145"/>
                  </a:lnTo>
                  <a:lnTo>
                    <a:pt x="210" y="147"/>
                  </a:lnTo>
                  <a:lnTo>
                    <a:pt x="210" y="147"/>
                  </a:lnTo>
                  <a:lnTo>
                    <a:pt x="208" y="147"/>
                  </a:lnTo>
                  <a:lnTo>
                    <a:pt x="208" y="149"/>
                  </a:lnTo>
                  <a:lnTo>
                    <a:pt x="208" y="153"/>
                  </a:lnTo>
                  <a:lnTo>
                    <a:pt x="208" y="155"/>
                  </a:lnTo>
                  <a:lnTo>
                    <a:pt x="208" y="155"/>
                  </a:lnTo>
                  <a:lnTo>
                    <a:pt x="206" y="157"/>
                  </a:lnTo>
                  <a:lnTo>
                    <a:pt x="192" y="165"/>
                  </a:lnTo>
                  <a:lnTo>
                    <a:pt x="192" y="165"/>
                  </a:lnTo>
                  <a:lnTo>
                    <a:pt x="192" y="165"/>
                  </a:lnTo>
                  <a:lnTo>
                    <a:pt x="192" y="165"/>
                  </a:lnTo>
                  <a:lnTo>
                    <a:pt x="192" y="165"/>
                  </a:lnTo>
                  <a:lnTo>
                    <a:pt x="190" y="163"/>
                  </a:lnTo>
                  <a:lnTo>
                    <a:pt x="190" y="163"/>
                  </a:lnTo>
                  <a:lnTo>
                    <a:pt x="190" y="163"/>
                  </a:lnTo>
                  <a:lnTo>
                    <a:pt x="188" y="163"/>
                  </a:lnTo>
                  <a:lnTo>
                    <a:pt x="188" y="165"/>
                  </a:lnTo>
                  <a:lnTo>
                    <a:pt x="188" y="165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5"/>
                  </a:lnTo>
                  <a:lnTo>
                    <a:pt x="182" y="165"/>
                  </a:lnTo>
                  <a:lnTo>
                    <a:pt x="184" y="165"/>
                  </a:lnTo>
                  <a:lnTo>
                    <a:pt x="184" y="167"/>
                  </a:lnTo>
                  <a:lnTo>
                    <a:pt x="184" y="167"/>
                  </a:lnTo>
                  <a:lnTo>
                    <a:pt x="184" y="167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0" y="167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6" y="175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8" y="177"/>
                  </a:lnTo>
                  <a:lnTo>
                    <a:pt x="188" y="179"/>
                  </a:lnTo>
                  <a:lnTo>
                    <a:pt x="188" y="179"/>
                  </a:lnTo>
                  <a:lnTo>
                    <a:pt x="188" y="179"/>
                  </a:lnTo>
                  <a:lnTo>
                    <a:pt x="188" y="179"/>
                  </a:lnTo>
                  <a:lnTo>
                    <a:pt x="188" y="181"/>
                  </a:lnTo>
                  <a:lnTo>
                    <a:pt x="188" y="181"/>
                  </a:lnTo>
                  <a:lnTo>
                    <a:pt x="184" y="185"/>
                  </a:lnTo>
                  <a:lnTo>
                    <a:pt x="184" y="185"/>
                  </a:lnTo>
                  <a:lnTo>
                    <a:pt x="182" y="185"/>
                  </a:lnTo>
                  <a:lnTo>
                    <a:pt x="176" y="183"/>
                  </a:lnTo>
                  <a:lnTo>
                    <a:pt x="172" y="183"/>
                  </a:lnTo>
                  <a:lnTo>
                    <a:pt x="170" y="183"/>
                  </a:lnTo>
                  <a:lnTo>
                    <a:pt x="168" y="185"/>
                  </a:lnTo>
                  <a:lnTo>
                    <a:pt x="168" y="185"/>
                  </a:lnTo>
                  <a:lnTo>
                    <a:pt x="167" y="187"/>
                  </a:lnTo>
                  <a:lnTo>
                    <a:pt x="168" y="187"/>
                  </a:lnTo>
                  <a:lnTo>
                    <a:pt x="168" y="187"/>
                  </a:lnTo>
                  <a:lnTo>
                    <a:pt x="174" y="189"/>
                  </a:lnTo>
                  <a:lnTo>
                    <a:pt x="174" y="189"/>
                  </a:lnTo>
                  <a:lnTo>
                    <a:pt x="174" y="190"/>
                  </a:lnTo>
                  <a:lnTo>
                    <a:pt x="176" y="190"/>
                  </a:lnTo>
                  <a:lnTo>
                    <a:pt x="176" y="190"/>
                  </a:lnTo>
                  <a:lnTo>
                    <a:pt x="176" y="190"/>
                  </a:lnTo>
                  <a:lnTo>
                    <a:pt x="176" y="190"/>
                  </a:lnTo>
                  <a:lnTo>
                    <a:pt x="176" y="190"/>
                  </a:lnTo>
                  <a:lnTo>
                    <a:pt x="176" y="190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86" y="194"/>
                  </a:lnTo>
                  <a:lnTo>
                    <a:pt x="186" y="194"/>
                  </a:lnTo>
                  <a:lnTo>
                    <a:pt x="186" y="194"/>
                  </a:lnTo>
                  <a:lnTo>
                    <a:pt x="186" y="194"/>
                  </a:lnTo>
                  <a:lnTo>
                    <a:pt x="186" y="196"/>
                  </a:lnTo>
                  <a:lnTo>
                    <a:pt x="186" y="196"/>
                  </a:lnTo>
                  <a:lnTo>
                    <a:pt x="186" y="198"/>
                  </a:lnTo>
                  <a:lnTo>
                    <a:pt x="184" y="198"/>
                  </a:lnTo>
                  <a:lnTo>
                    <a:pt x="184" y="200"/>
                  </a:lnTo>
                  <a:lnTo>
                    <a:pt x="182" y="206"/>
                  </a:lnTo>
                  <a:lnTo>
                    <a:pt x="180" y="206"/>
                  </a:lnTo>
                  <a:lnTo>
                    <a:pt x="178" y="206"/>
                  </a:lnTo>
                  <a:lnTo>
                    <a:pt x="178" y="206"/>
                  </a:lnTo>
                  <a:lnTo>
                    <a:pt x="178" y="206"/>
                  </a:lnTo>
                  <a:lnTo>
                    <a:pt x="178" y="206"/>
                  </a:lnTo>
                  <a:lnTo>
                    <a:pt x="178" y="208"/>
                  </a:lnTo>
                  <a:lnTo>
                    <a:pt x="176" y="212"/>
                  </a:lnTo>
                  <a:lnTo>
                    <a:pt x="176" y="212"/>
                  </a:lnTo>
                  <a:lnTo>
                    <a:pt x="176" y="214"/>
                  </a:lnTo>
                  <a:lnTo>
                    <a:pt x="176" y="214"/>
                  </a:lnTo>
                  <a:lnTo>
                    <a:pt x="176" y="214"/>
                  </a:lnTo>
                  <a:lnTo>
                    <a:pt x="174" y="214"/>
                  </a:lnTo>
                  <a:lnTo>
                    <a:pt x="167" y="210"/>
                  </a:lnTo>
                  <a:lnTo>
                    <a:pt x="165" y="210"/>
                  </a:lnTo>
                  <a:lnTo>
                    <a:pt x="165" y="210"/>
                  </a:lnTo>
                  <a:lnTo>
                    <a:pt x="165" y="208"/>
                  </a:lnTo>
                  <a:lnTo>
                    <a:pt x="165" y="208"/>
                  </a:lnTo>
                  <a:lnTo>
                    <a:pt x="165" y="208"/>
                  </a:lnTo>
                  <a:lnTo>
                    <a:pt x="165" y="208"/>
                  </a:lnTo>
                  <a:lnTo>
                    <a:pt x="167" y="206"/>
                  </a:lnTo>
                  <a:lnTo>
                    <a:pt x="167" y="206"/>
                  </a:lnTo>
                  <a:lnTo>
                    <a:pt x="167" y="204"/>
                  </a:lnTo>
                  <a:lnTo>
                    <a:pt x="167" y="204"/>
                  </a:lnTo>
                  <a:lnTo>
                    <a:pt x="165" y="204"/>
                  </a:lnTo>
                  <a:lnTo>
                    <a:pt x="161" y="202"/>
                  </a:lnTo>
                  <a:lnTo>
                    <a:pt x="161" y="202"/>
                  </a:lnTo>
                  <a:lnTo>
                    <a:pt x="159" y="202"/>
                  </a:lnTo>
                  <a:lnTo>
                    <a:pt x="159" y="202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7" y="206"/>
                  </a:lnTo>
                  <a:lnTo>
                    <a:pt x="157" y="206"/>
                  </a:lnTo>
                  <a:lnTo>
                    <a:pt x="159" y="206"/>
                  </a:lnTo>
                  <a:lnTo>
                    <a:pt x="159" y="206"/>
                  </a:lnTo>
                  <a:lnTo>
                    <a:pt x="159" y="208"/>
                  </a:lnTo>
                  <a:lnTo>
                    <a:pt x="159" y="208"/>
                  </a:lnTo>
                  <a:lnTo>
                    <a:pt x="157" y="214"/>
                  </a:lnTo>
                  <a:lnTo>
                    <a:pt x="157" y="214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3" y="214"/>
                  </a:lnTo>
                  <a:lnTo>
                    <a:pt x="153" y="214"/>
                  </a:lnTo>
                  <a:lnTo>
                    <a:pt x="151" y="216"/>
                  </a:lnTo>
                  <a:lnTo>
                    <a:pt x="151" y="218"/>
                  </a:lnTo>
                  <a:lnTo>
                    <a:pt x="149" y="218"/>
                  </a:lnTo>
                  <a:lnTo>
                    <a:pt x="147" y="220"/>
                  </a:lnTo>
                  <a:lnTo>
                    <a:pt x="147" y="220"/>
                  </a:lnTo>
                  <a:lnTo>
                    <a:pt x="143" y="220"/>
                  </a:lnTo>
                  <a:lnTo>
                    <a:pt x="141" y="218"/>
                  </a:lnTo>
                  <a:lnTo>
                    <a:pt x="141" y="218"/>
                  </a:lnTo>
                  <a:lnTo>
                    <a:pt x="141" y="216"/>
                  </a:lnTo>
                  <a:lnTo>
                    <a:pt x="141" y="216"/>
                  </a:lnTo>
                  <a:lnTo>
                    <a:pt x="141" y="216"/>
                  </a:lnTo>
                  <a:lnTo>
                    <a:pt x="143" y="216"/>
                  </a:lnTo>
                  <a:lnTo>
                    <a:pt x="143" y="216"/>
                  </a:lnTo>
                  <a:lnTo>
                    <a:pt x="143" y="214"/>
                  </a:lnTo>
                  <a:lnTo>
                    <a:pt x="143" y="214"/>
                  </a:lnTo>
                  <a:lnTo>
                    <a:pt x="143" y="212"/>
                  </a:lnTo>
                  <a:lnTo>
                    <a:pt x="143" y="208"/>
                  </a:lnTo>
                  <a:lnTo>
                    <a:pt x="143" y="208"/>
                  </a:lnTo>
                  <a:lnTo>
                    <a:pt x="143" y="208"/>
                  </a:lnTo>
                  <a:lnTo>
                    <a:pt x="139" y="206"/>
                  </a:lnTo>
                  <a:lnTo>
                    <a:pt x="139" y="204"/>
                  </a:lnTo>
                  <a:lnTo>
                    <a:pt x="139" y="204"/>
                  </a:lnTo>
                  <a:lnTo>
                    <a:pt x="139" y="204"/>
                  </a:lnTo>
                  <a:lnTo>
                    <a:pt x="139" y="204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23" y="200"/>
                  </a:lnTo>
                  <a:lnTo>
                    <a:pt x="123" y="200"/>
                  </a:lnTo>
                  <a:lnTo>
                    <a:pt x="123" y="200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198"/>
                  </a:lnTo>
                  <a:lnTo>
                    <a:pt x="119" y="198"/>
                  </a:lnTo>
                  <a:lnTo>
                    <a:pt x="119" y="198"/>
                  </a:lnTo>
                  <a:lnTo>
                    <a:pt x="119" y="194"/>
                  </a:lnTo>
                  <a:lnTo>
                    <a:pt x="121" y="192"/>
                  </a:lnTo>
                  <a:lnTo>
                    <a:pt x="121" y="192"/>
                  </a:lnTo>
                  <a:lnTo>
                    <a:pt x="121" y="192"/>
                  </a:lnTo>
                  <a:lnTo>
                    <a:pt x="121" y="192"/>
                  </a:lnTo>
                  <a:lnTo>
                    <a:pt x="123" y="192"/>
                  </a:lnTo>
                  <a:lnTo>
                    <a:pt x="123" y="192"/>
                  </a:lnTo>
                  <a:lnTo>
                    <a:pt x="123" y="192"/>
                  </a:lnTo>
                  <a:lnTo>
                    <a:pt x="125" y="190"/>
                  </a:lnTo>
                  <a:lnTo>
                    <a:pt x="125" y="190"/>
                  </a:lnTo>
                  <a:lnTo>
                    <a:pt x="125" y="190"/>
                  </a:lnTo>
                  <a:lnTo>
                    <a:pt x="125" y="190"/>
                  </a:lnTo>
                  <a:lnTo>
                    <a:pt x="127" y="190"/>
                  </a:lnTo>
                  <a:lnTo>
                    <a:pt x="127" y="192"/>
                  </a:lnTo>
                  <a:lnTo>
                    <a:pt x="127" y="190"/>
                  </a:lnTo>
                  <a:lnTo>
                    <a:pt x="129" y="190"/>
                  </a:lnTo>
                  <a:lnTo>
                    <a:pt x="129" y="190"/>
                  </a:lnTo>
                  <a:lnTo>
                    <a:pt x="129" y="189"/>
                  </a:lnTo>
                  <a:lnTo>
                    <a:pt x="129" y="189"/>
                  </a:lnTo>
                  <a:lnTo>
                    <a:pt x="129" y="189"/>
                  </a:lnTo>
                  <a:lnTo>
                    <a:pt x="127" y="189"/>
                  </a:lnTo>
                  <a:lnTo>
                    <a:pt x="125" y="189"/>
                  </a:lnTo>
                  <a:lnTo>
                    <a:pt x="125" y="189"/>
                  </a:lnTo>
                  <a:lnTo>
                    <a:pt x="123" y="189"/>
                  </a:lnTo>
                  <a:lnTo>
                    <a:pt x="123" y="189"/>
                  </a:lnTo>
                  <a:lnTo>
                    <a:pt x="121" y="189"/>
                  </a:lnTo>
                  <a:lnTo>
                    <a:pt x="121" y="189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19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7"/>
                  </a:lnTo>
                  <a:lnTo>
                    <a:pt x="116" y="187"/>
                  </a:lnTo>
                  <a:lnTo>
                    <a:pt x="116" y="187"/>
                  </a:lnTo>
                  <a:lnTo>
                    <a:pt x="116" y="187"/>
                  </a:lnTo>
                  <a:lnTo>
                    <a:pt x="114" y="185"/>
                  </a:lnTo>
                  <a:lnTo>
                    <a:pt x="110" y="183"/>
                  </a:lnTo>
                  <a:lnTo>
                    <a:pt x="110" y="183"/>
                  </a:lnTo>
                  <a:lnTo>
                    <a:pt x="110" y="183"/>
                  </a:lnTo>
                  <a:lnTo>
                    <a:pt x="110" y="183"/>
                  </a:lnTo>
                  <a:lnTo>
                    <a:pt x="108" y="183"/>
                  </a:lnTo>
                  <a:lnTo>
                    <a:pt x="108" y="181"/>
                  </a:lnTo>
                  <a:lnTo>
                    <a:pt x="108" y="181"/>
                  </a:lnTo>
                  <a:lnTo>
                    <a:pt x="106" y="179"/>
                  </a:lnTo>
                  <a:lnTo>
                    <a:pt x="104" y="179"/>
                  </a:lnTo>
                  <a:lnTo>
                    <a:pt x="104" y="179"/>
                  </a:lnTo>
                  <a:lnTo>
                    <a:pt x="98" y="181"/>
                  </a:lnTo>
                  <a:lnTo>
                    <a:pt x="98" y="181"/>
                  </a:lnTo>
                  <a:lnTo>
                    <a:pt x="98" y="181"/>
                  </a:lnTo>
                  <a:lnTo>
                    <a:pt x="98" y="183"/>
                  </a:lnTo>
                  <a:lnTo>
                    <a:pt x="96" y="183"/>
                  </a:lnTo>
                  <a:lnTo>
                    <a:pt x="96" y="185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92" y="187"/>
                  </a:lnTo>
                  <a:lnTo>
                    <a:pt x="90" y="187"/>
                  </a:lnTo>
                  <a:lnTo>
                    <a:pt x="88" y="185"/>
                  </a:lnTo>
                  <a:lnTo>
                    <a:pt x="82" y="181"/>
                  </a:lnTo>
                  <a:lnTo>
                    <a:pt x="80" y="181"/>
                  </a:lnTo>
                  <a:lnTo>
                    <a:pt x="80" y="179"/>
                  </a:lnTo>
                  <a:lnTo>
                    <a:pt x="78" y="179"/>
                  </a:lnTo>
                  <a:lnTo>
                    <a:pt x="78" y="181"/>
                  </a:lnTo>
                  <a:lnTo>
                    <a:pt x="74" y="181"/>
                  </a:lnTo>
                  <a:lnTo>
                    <a:pt x="74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81"/>
                  </a:lnTo>
                  <a:lnTo>
                    <a:pt x="72" y="179"/>
                  </a:lnTo>
                  <a:lnTo>
                    <a:pt x="72" y="177"/>
                  </a:lnTo>
                  <a:lnTo>
                    <a:pt x="72" y="175"/>
                  </a:lnTo>
                  <a:lnTo>
                    <a:pt x="72" y="173"/>
                  </a:lnTo>
                  <a:lnTo>
                    <a:pt x="72" y="173"/>
                  </a:lnTo>
                  <a:lnTo>
                    <a:pt x="70" y="171"/>
                  </a:lnTo>
                  <a:lnTo>
                    <a:pt x="70" y="169"/>
                  </a:lnTo>
                  <a:lnTo>
                    <a:pt x="68" y="169"/>
                  </a:lnTo>
                  <a:lnTo>
                    <a:pt x="68" y="169"/>
                  </a:lnTo>
                  <a:lnTo>
                    <a:pt x="68" y="169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5" y="171"/>
                  </a:lnTo>
                  <a:lnTo>
                    <a:pt x="65" y="171"/>
                  </a:lnTo>
                  <a:lnTo>
                    <a:pt x="65" y="171"/>
                  </a:lnTo>
                  <a:lnTo>
                    <a:pt x="63" y="171"/>
                  </a:lnTo>
                  <a:lnTo>
                    <a:pt x="59" y="169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3" y="171"/>
                  </a:lnTo>
                  <a:lnTo>
                    <a:pt x="53" y="171"/>
                  </a:lnTo>
                  <a:lnTo>
                    <a:pt x="51" y="173"/>
                  </a:lnTo>
                  <a:lnTo>
                    <a:pt x="49" y="173"/>
                  </a:lnTo>
                  <a:lnTo>
                    <a:pt x="49" y="173"/>
                  </a:lnTo>
                  <a:lnTo>
                    <a:pt x="43" y="169"/>
                  </a:lnTo>
                  <a:lnTo>
                    <a:pt x="43" y="169"/>
                  </a:lnTo>
                  <a:lnTo>
                    <a:pt x="41" y="169"/>
                  </a:lnTo>
                  <a:lnTo>
                    <a:pt x="41" y="169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3" y="165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1"/>
                  </a:lnTo>
                  <a:lnTo>
                    <a:pt x="43" y="161"/>
                  </a:lnTo>
                  <a:lnTo>
                    <a:pt x="41" y="161"/>
                  </a:lnTo>
                  <a:lnTo>
                    <a:pt x="41" y="161"/>
                  </a:lnTo>
                  <a:lnTo>
                    <a:pt x="41" y="159"/>
                  </a:lnTo>
                  <a:lnTo>
                    <a:pt x="41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5" y="159"/>
                  </a:lnTo>
                  <a:lnTo>
                    <a:pt x="45" y="159"/>
                  </a:lnTo>
                  <a:lnTo>
                    <a:pt x="43" y="159"/>
                  </a:lnTo>
                  <a:lnTo>
                    <a:pt x="43" y="157"/>
                  </a:lnTo>
                  <a:lnTo>
                    <a:pt x="41" y="157"/>
                  </a:lnTo>
                  <a:lnTo>
                    <a:pt x="41" y="157"/>
                  </a:lnTo>
                  <a:lnTo>
                    <a:pt x="41" y="157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43" y="155"/>
                  </a:lnTo>
                  <a:lnTo>
                    <a:pt x="43" y="155"/>
                  </a:lnTo>
                  <a:lnTo>
                    <a:pt x="43" y="153"/>
                  </a:lnTo>
                  <a:lnTo>
                    <a:pt x="43" y="153"/>
                  </a:lnTo>
                  <a:lnTo>
                    <a:pt x="43" y="153"/>
                  </a:lnTo>
                  <a:lnTo>
                    <a:pt x="43" y="153"/>
                  </a:lnTo>
                  <a:lnTo>
                    <a:pt x="41" y="151"/>
                  </a:lnTo>
                  <a:lnTo>
                    <a:pt x="39" y="151"/>
                  </a:lnTo>
                  <a:lnTo>
                    <a:pt x="39" y="151"/>
                  </a:lnTo>
                  <a:lnTo>
                    <a:pt x="37" y="151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55"/>
                  </a:lnTo>
                  <a:lnTo>
                    <a:pt x="37" y="155"/>
                  </a:lnTo>
                  <a:lnTo>
                    <a:pt x="37" y="155"/>
                  </a:lnTo>
                  <a:lnTo>
                    <a:pt x="37" y="155"/>
                  </a:lnTo>
                  <a:lnTo>
                    <a:pt x="33" y="155"/>
                  </a:lnTo>
                  <a:lnTo>
                    <a:pt x="33" y="155"/>
                  </a:lnTo>
                  <a:lnTo>
                    <a:pt x="31" y="153"/>
                  </a:lnTo>
                  <a:lnTo>
                    <a:pt x="31" y="153"/>
                  </a:lnTo>
                  <a:lnTo>
                    <a:pt x="31" y="153"/>
                  </a:lnTo>
                  <a:lnTo>
                    <a:pt x="31" y="153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7"/>
                  </a:lnTo>
                  <a:lnTo>
                    <a:pt x="31" y="147"/>
                  </a:lnTo>
                  <a:lnTo>
                    <a:pt x="31" y="147"/>
                  </a:lnTo>
                  <a:lnTo>
                    <a:pt x="29" y="147"/>
                  </a:lnTo>
                  <a:lnTo>
                    <a:pt x="31" y="145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31" y="141"/>
                  </a:lnTo>
                  <a:lnTo>
                    <a:pt x="31" y="141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7" y="141"/>
                  </a:lnTo>
                  <a:lnTo>
                    <a:pt x="37" y="141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43" y="139"/>
                  </a:lnTo>
                  <a:lnTo>
                    <a:pt x="43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7" y="139"/>
                  </a:lnTo>
                  <a:lnTo>
                    <a:pt x="47" y="139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6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43" y="134"/>
                  </a:lnTo>
                  <a:lnTo>
                    <a:pt x="41" y="134"/>
                  </a:lnTo>
                  <a:lnTo>
                    <a:pt x="39" y="134"/>
                  </a:lnTo>
                  <a:lnTo>
                    <a:pt x="39" y="134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37" y="132"/>
                  </a:lnTo>
                  <a:lnTo>
                    <a:pt x="39" y="132"/>
                  </a:lnTo>
                  <a:lnTo>
                    <a:pt x="39" y="132"/>
                  </a:lnTo>
                  <a:lnTo>
                    <a:pt x="39" y="130"/>
                  </a:lnTo>
                  <a:lnTo>
                    <a:pt x="37" y="130"/>
                  </a:lnTo>
                  <a:lnTo>
                    <a:pt x="35" y="128"/>
                  </a:lnTo>
                  <a:lnTo>
                    <a:pt x="33" y="126"/>
                  </a:lnTo>
                  <a:lnTo>
                    <a:pt x="31" y="124"/>
                  </a:lnTo>
                  <a:lnTo>
                    <a:pt x="29" y="124"/>
                  </a:lnTo>
                  <a:lnTo>
                    <a:pt x="27" y="122"/>
                  </a:lnTo>
                  <a:lnTo>
                    <a:pt x="25" y="122"/>
                  </a:lnTo>
                  <a:lnTo>
                    <a:pt x="25" y="122"/>
                  </a:lnTo>
                  <a:lnTo>
                    <a:pt x="25" y="122"/>
                  </a:lnTo>
                  <a:lnTo>
                    <a:pt x="25" y="120"/>
                  </a:lnTo>
                  <a:lnTo>
                    <a:pt x="23" y="118"/>
                  </a:lnTo>
                  <a:lnTo>
                    <a:pt x="21" y="118"/>
                  </a:lnTo>
                  <a:lnTo>
                    <a:pt x="21" y="118"/>
                  </a:lnTo>
                  <a:lnTo>
                    <a:pt x="21" y="116"/>
                  </a:lnTo>
                  <a:lnTo>
                    <a:pt x="21" y="116"/>
                  </a:lnTo>
                  <a:lnTo>
                    <a:pt x="21" y="116"/>
                  </a:lnTo>
                  <a:lnTo>
                    <a:pt x="21" y="112"/>
                  </a:lnTo>
                  <a:lnTo>
                    <a:pt x="21" y="112"/>
                  </a:lnTo>
                  <a:lnTo>
                    <a:pt x="23" y="112"/>
                  </a:lnTo>
                  <a:lnTo>
                    <a:pt x="21" y="112"/>
                  </a:lnTo>
                  <a:lnTo>
                    <a:pt x="23" y="110"/>
                  </a:lnTo>
                  <a:lnTo>
                    <a:pt x="21" y="110"/>
                  </a:lnTo>
                  <a:lnTo>
                    <a:pt x="21" y="110"/>
                  </a:lnTo>
                  <a:lnTo>
                    <a:pt x="19" y="110"/>
                  </a:lnTo>
                  <a:lnTo>
                    <a:pt x="19" y="110"/>
                  </a:lnTo>
                  <a:lnTo>
                    <a:pt x="17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0"/>
                  </a:lnTo>
                  <a:lnTo>
                    <a:pt x="8" y="100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6" y="96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2"/>
                  </a:lnTo>
                  <a:lnTo>
                    <a:pt x="4" y="90"/>
                  </a:lnTo>
                  <a:lnTo>
                    <a:pt x="4" y="90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4" y="86"/>
                  </a:lnTo>
                  <a:lnTo>
                    <a:pt x="6" y="86"/>
                  </a:lnTo>
                  <a:lnTo>
                    <a:pt x="6" y="86"/>
                  </a:lnTo>
                  <a:lnTo>
                    <a:pt x="6" y="86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19" y="79"/>
                  </a:lnTo>
                  <a:lnTo>
                    <a:pt x="21" y="79"/>
                  </a:lnTo>
                  <a:lnTo>
                    <a:pt x="21" y="77"/>
                  </a:lnTo>
                  <a:lnTo>
                    <a:pt x="21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1" y="73"/>
                  </a:lnTo>
                  <a:lnTo>
                    <a:pt x="14" y="69"/>
                  </a:lnTo>
                  <a:lnTo>
                    <a:pt x="14" y="69"/>
                  </a:lnTo>
                  <a:lnTo>
                    <a:pt x="14" y="69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3"/>
                  </a:lnTo>
                  <a:lnTo>
                    <a:pt x="12" y="63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4" y="55"/>
                  </a:lnTo>
                  <a:lnTo>
                    <a:pt x="16" y="53"/>
                  </a:lnTo>
                  <a:lnTo>
                    <a:pt x="14" y="51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4" y="35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9" y="18"/>
                  </a:lnTo>
                  <a:lnTo>
                    <a:pt x="19" y="18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4"/>
                  </a:lnTo>
                  <a:lnTo>
                    <a:pt x="19" y="14"/>
                  </a:lnTo>
                  <a:lnTo>
                    <a:pt x="19" y="14"/>
                  </a:lnTo>
                  <a:lnTo>
                    <a:pt x="19" y="14"/>
                  </a:lnTo>
                  <a:lnTo>
                    <a:pt x="21" y="14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3" y="2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457200" y="3232150"/>
              <a:ext cx="112713" cy="80963"/>
            </a:xfrm>
            <a:custGeom>
              <a:avLst/>
              <a:gdLst>
                <a:gd name="T0" fmla="*/ 35 w 141"/>
                <a:gd name="T1" fmla="*/ 2 h 102"/>
                <a:gd name="T2" fmla="*/ 49 w 141"/>
                <a:gd name="T3" fmla="*/ 10 h 102"/>
                <a:gd name="T4" fmla="*/ 75 w 141"/>
                <a:gd name="T5" fmla="*/ 4 h 102"/>
                <a:gd name="T6" fmla="*/ 86 w 141"/>
                <a:gd name="T7" fmla="*/ 2 h 102"/>
                <a:gd name="T8" fmla="*/ 82 w 141"/>
                <a:gd name="T9" fmla="*/ 2 h 102"/>
                <a:gd name="T10" fmla="*/ 80 w 141"/>
                <a:gd name="T11" fmla="*/ 4 h 102"/>
                <a:gd name="T12" fmla="*/ 78 w 141"/>
                <a:gd name="T13" fmla="*/ 4 h 102"/>
                <a:gd name="T14" fmla="*/ 75 w 141"/>
                <a:gd name="T15" fmla="*/ 6 h 102"/>
                <a:gd name="T16" fmla="*/ 57 w 141"/>
                <a:gd name="T17" fmla="*/ 12 h 102"/>
                <a:gd name="T18" fmla="*/ 55 w 141"/>
                <a:gd name="T19" fmla="*/ 12 h 102"/>
                <a:gd name="T20" fmla="*/ 55 w 141"/>
                <a:gd name="T21" fmla="*/ 14 h 102"/>
                <a:gd name="T22" fmla="*/ 67 w 141"/>
                <a:gd name="T23" fmla="*/ 24 h 102"/>
                <a:gd name="T24" fmla="*/ 75 w 141"/>
                <a:gd name="T25" fmla="*/ 28 h 102"/>
                <a:gd name="T26" fmla="*/ 75 w 141"/>
                <a:gd name="T27" fmla="*/ 30 h 102"/>
                <a:gd name="T28" fmla="*/ 80 w 141"/>
                <a:gd name="T29" fmla="*/ 30 h 102"/>
                <a:gd name="T30" fmla="*/ 84 w 141"/>
                <a:gd name="T31" fmla="*/ 24 h 102"/>
                <a:gd name="T32" fmla="*/ 88 w 141"/>
                <a:gd name="T33" fmla="*/ 12 h 102"/>
                <a:gd name="T34" fmla="*/ 90 w 141"/>
                <a:gd name="T35" fmla="*/ 10 h 102"/>
                <a:gd name="T36" fmla="*/ 92 w 141"/>
                <a:gd name="T37" fmla="*/ 12 h 102"/>
                <a:gd name="T38" fmla="*/ 94 w 141"/>
                <a:gd name="T39" fmla="*/ 12 h 102"/>
                <a:gd name="T40" fmla="*/ 96 w 141"/>
                <a:gd name="T41" fmla="*/ 10 h 102"/>
                <a:gd name="T42" fmla="*/ 102 w 141"/>
                <a:gd name="T43" fmla="*/ 16 h 102"/>
                <a:gd name="T44" fmla="*/ 108 w 141"/>
                <a:gd name="T45" fmla="*/ 26 h 102"/>
                <a:gd name="T46" fmla="*/ 112 w 141"/>
                <a:gd name="T47" fmla="*/ 32 h 102"/>
                <a:gd name="T48" fmla="*/ 116 w 141"/>
                <a:gd name="T49" fmla="*/ 36 h 102"/>
                <a:gd name="T50" fmla="*/ 118 w 141"/>
                <a:gd name="T51" fmla="*/ 38 h 102"/>
                <a:gd name="T52" fmla="*/ 118 w 141"/>
                <a:gd name="T53" fmla="*/ 42 h 102"/>
                <a:gd name="T54" fmla="*/ 122 w 141"/>
                <a:gd name="T55" fmla="*/ 42 h 102"/>
                <a:gd name="T56" fmla="*/ 133 w 141"/>
                <a:gd name="T57" fmla="*/ 49 h 102"/>
                <a:gd name="T58" fmla="*/ 139 w 141"/>
                <a:gd name="T59" fmla="*/ 51 h 102"/>
                <a:gd name="T60" fmla="*/ 137 w 141"/>
                <a:gd name="T61" fmla="*/ 59 h 102"/>
                <a:gd name="T62" fmla="*/ 139 w 141"/>
                <a:gd name="T63" fmla="*/ 63 h 102"/>
                <a:gd name="T64" fmla="*/ 139 w 141"/>
                <a:gd name="T65" fmla="*/ 65 h 102"/>
                <a:gd name="T66" fmla="*/ 141 w 141"/>
                <a:gd name="T67" fmla="*/ 69 h 102"/>
                <a:gd name="T68" fmla="*/ 137 w 141"/>
                <a:gd name="T69" fmla="*/ 77 h 102"/>
                <a:gd name="T70" fmla="*/ 133 w 141"/>
                <a:gd name="T71" fmla="*/ 77 h 102"/>
                <a:gd name="T72" fmla="*/ 131 w 141"/>
                <a:gd name="T73" fmla="*/ 77 h 102"/>
                <a:gd name="T74" fmla="*/ 131 w 141"/>
                <a:gd name="T75" fmla="*/ 79 h 102"/>
                <a:gd name="T76" fmla="*/ 127 w 141"/>
                <a:gd name="T77" fmla="*/ 83 h 102"/>
                <a:gd name="T78" fmla="*/ 122 w 141"/>
                <a:gd name="T79" fmla="*/ 93 h 102"/>
                <a:gd name="T80" fmla="*/ 116 w 141"/>
                <a:gd name="T81" fmla="*/ 102 h 102"/>
                <a:gd name="T82" fmla="*/ 78 w 141"/>
                <a:gd name="T83" fmla="*/ 79 h 102"/>
                <a:gd name="T84" fmla="*/ 27 w 141"/>
                <a:gd name="T85" fmla="*/ 46 h 102"/>
                <a:gd name="T86" fmla="*/ 0 w 141"/>
                <a:gd name="T87" fmla="*/ 26 h 102"/>
                <a:gd name="T88" fmla="*/ 2 w 141"/>
                <a:gd name="T89" fmla="*/ 24 h 102"/>
                <a:gd name="T90" fmla="*/ 20 w 141"/>
                <a:gd name="T91" fmla="*/ 18 h 102"/>
                <a:gd name="T92" fmla="*/ 20 w 141"/>
                <a:gd name="T93" fmla="*/ 18 h 102"/>
                <a:gd name="T94" fmla="*/ 22 w 141"/>
                <a:gd name="T95" fmla="*/ 16 h 102"/>
                <a:gd name="T96" fmla="*/ 27 w 141"/>
                <a:gd name="T97" fmla="*/ 10 h 102"/>
                <a:gd name="T98" fmla="*/ 29 w 141"/>
                <a:gd name="T99" fmla="*/ 2 h 102"/>
                <a:gd name="T100" fmla="*/ 35 w 141"/>
                <a:gd name="T10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1" h="102">
                  <a:moveTo>
                    <a:pt x="35" y="0"/>
                  </a:moveTo>
                  <a:lnTo>
                    <a:pt x="35" y="0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41" y="4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1" y="10"/>
                  </a:lnTo>
                  <a:lnTo>
                    <a:pt x="55" y="10"/>
                  </a:lnTo>
                  <a:lnTo>
                    <a:pt x="63" y="8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84" y="0"/>
                  </a:lnTo>
                  <a:lnTo>
                    <a:pt x="86" y="2"/>
                  </a:lnTo>
                  <a:lnTo>
                    <a:pt x="86" y="2"/>
                  </a:lnTo>
                  <a:lnTo>
                    <a:pt x="84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1" y="8"/>
                  </a:lnTo>
                  <a:lnTo>
                    <a:pt x="65" y="10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7" y="14"/>
                  </a:lnTo>
                  <a:lnTo>
                    <a:pt x="65" y="18"/>
                  </a:lnTo>
                  <a:lnTo>
                    <a:pt x="65" y="20"/>
                  </a:lnTo>
                  <a:lnTo>
                    <a:pt x="67" y="24"/>
                  </a:lnTo>
                  <a:lnTo>
                    <a:pt x="71" y="26"/>
                  </a:lnTo>
                  <a:lnTo>
                    <a:pt x="73" y="28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5" y="30"/>
                  </a:lnTo>
                  <a:lnTo>
                    <a:pt x="75" y="30"/>
                  </a:lnTo>
                  <a:lnTo>
                    <a:pt x="76" y="28"/>
                  </a:lnTo>
                  <a:lnTo>
                    <a:pt x="76" y="28"/>
                  </a:lnTo>
                  <a:lnTo>
                    <a:pt x="80" y="30"/>
                  </a:lnTo>
                  <a:lnTo>
                    <a:pt x="82" y="30"/>
                  </a:lnTo>
                  <a:lnTo>
                    <a:pt x="82" y="28"/>
                  </a:lnTo>
                  <a:lnTo>
                    <a:pt x="84" y="28"/>
                  </a:lnTo>
                  <a:lnTo>
                    <a:pt x="84" y="24"/>
                  </a:lnTo>
                  <a:lnTo>
                    <a:pt x="88" y="16"/>
                  </a:lnTo>
                  <a:lnTo>
                    <a:pt x="88" y="14"/>
                  </a:lnTo>
                  <a:lnTo>
                    <a:pt x="88" y="14"/>
                  </a:lnTo>
                  <a:lnTo>
                    <a:pt x="88" y="12"/>
                  </a:lnTo>
                  <a:lnTo>
                    <a:pt x="88" y="12"/>
                  </a:lnTo>
                  <a:lnTo>
                    <a:pt x="90" y="12"/>
                  </a:lnTo>
                  <a:lnTo>
                    <a:pt x="90" y="10"/>
                  </a:lnTo>
                  <a:lnTo>
                    <a:pt x="90" y="10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94" y="12"/>
                  </a:lnTo>
                  <a:lnTo>
                    <a:pt x="94" y="12"/>
                  </a:lnTo>
                  <a:lnTo>
                    <a:pt x="94" y="12"/>
                  </a:lnTo>
                  <a:lnTo>
                    <a:pt x="94" y="10"/>
                  </a:lnTo>
                  <a:lnTo>
                    <a:pt x="96" y="10"/>
                  </a:lnTo>
                  <a:lnTo>
                    <a:pt x="96" y="10"/>
                  </a:lnTo>
                  <a:lnTo>
                    <a:pt x="100" y="8"/>
                  </a:lnTo>
                  <a:lnTo>
                    <a:pt x="102" y="8"/>
                  </a:lnTo>
                  <a:lnTo>
                    <a:pt x="102" y="10"/>
                  </a:lnTo>
                  <a:lnTo>
                    <a:pt x="102" y="16"/>
                  </a:lnTo>
                  <a:lnTo>
                    <a:pt x="102" y="18"/>
                  </a:lnTo>
                  <a:lnTo>
                    <a:pt x="106" y="20"/>
                  </a:lnTo>
                  <a:lnTo>
                    <a:pt x="108" y="22"/>
                  </a:lnTo>
                  <a:lnTo>
                    <a:pt x="108" y="26"/>
                  </a:lnTo>
                  <a:lnTo>
                    <a:pt x="110" y="28"/>
                  </a:lnTo>
                  <a:lnTo>
                    <a:pt x="110" y="28"/>
                  </a:lnTo>
                  <a:lnTo>
                    <a:pt x="112" y="30"/>
                  </a:lnTo>
                  <a:lnTo>
                    <a:pt x="112" y="32"/>
                  </a:lnTo>
                  <a:lnTo>
                    <a:pt x="112" y="34"/>
                  </a:lnTo>
                  <a:lnTo>
                    <a:pt x="114" y="34"/>
                  </a:lnTo>
                  <a:lnTo>
                    <a:pt x="114" y="36"/>
                  </a:lnTo>
                  <a:lnTo>
                    <a:pt x="116" y="36"/>
                  </a:lnTo>
                  <a:lnTo>
                    <a:pt x="116" y="36"/>
                  </a:lnTo>
                  <a:lnTo>
                    <a:pt x="116" y="36"/>
                  </a:lnTo>
                  <a:lnTo>
                    <a:pt x="118" y="36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42"/>
                  </a:lnTo>
                  <a:lnTo>
                    <a:pt x="118" y="42"/>
                  </a:lnTo>
                  <a:lnTo>
                    <a:pt x="120" y="44"/>
                  </a:lnTo>
                  <a:lnTo>
                    <a:pt x="120" y="44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6" y="44"/>
                  </a:lnTo>
                  <a:lnTo>
                    <a:pt x="127" y="44"/>
                  </a:lnTo>
                  <a:lnTo>
                    <a:pt x="133" y="49"/>
                  </a:lnTo>
                  <a:lnTo>
                    <a:pt x="137" y="49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39" y="53"/>
                  </a:lnTo>
                  <a:lnTo>
                    <a:pt x="137" y="57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61"/>
                  </a:lnTo>
                  <a:lnTo>
                    <a:pt x="139" y="61"/>
                  </a:lnTo>
                  <a:lnTo>
                    <a:pt x="139" y="61"/>
                  </a:lnTo>
                  <a:lnTo>
                    <a:pt x="139" y="63"/>
                  </a:lnTo>
                  <a:lnTo>
                    <a:pt x="139" y="63"/>
                  </a:lnTo>
                  <a:lnTo>
                    <a:pt x="139" y="63"/>
                  </a:lnTo>
                  <a:lnTo>
                    <a:pt x="141" y="63"/>
                  </a:lnTo>
                  <a:lnTo>
                    <a:pt x="139" y="65"/>
                  </a:lnTo>
                  <a:lnTo>
                    <a:pt x="139" y="65"/>
                  </a:lnTo>
                  <a:lnTo>
                    <a:pt x="141" y="67"/>
                  </a:lnTo>
                  <a:lnTo>
                    <a:pt x="141" y="69"/>
                  </a:lnTo>
                  <a:lnTo>
                    <a:pt x="141" y="69"/>
                  </a:lnTo>
                  <a:lnTo>
                    <a:pt x="141" y="73"/>
                  </a:lnTo>
                  <a:lnTo>
                    <a:pt x="139" y="75"/>
                  </a:lnTo>
                  <a:lnTo>
                    <a:pt x="139" y="75"/>
                  </a:lnTo>
                  <a:lnTo>
                    <a:pt x="137" y="77"/>
                  </a:lnTo>
                  <a:lnTo>
                    <a:pt x="137" y="77"/>
                  </a:lnTo>
                  <a:lnTo>
                    <a:pt x="135" y="77"/>
                  </a:lnTo>
                  <a:lnTo>
                    <a:pt x="133" y="77"/>
                  </a:lnTo>
                  <a:lnTo>
                    <a:pt x="133" y="77"/>
                  </a:lnTo>
                  <a:lnTo>
                    <a:pt x="133" y="77"/>
                  </a:lnTo>
                  <a:lnTo>
                    <a:pt x="131" y="77"/>
                  </a:lnTo>
                  <a:lnTo>
                    <a:pt x="131" y="77"/>
                  </a:lnTo>
                  <a:lnTo>
                    <a:pt x="131" y="77"/>
                  </a:lnTo>
                  <a:lnTo>
                    <a:pt x="131" y="77"/>
                  </a:lnTo>
                  <a:lnTo>
                    <a:pt x="131" y="79"/>
                  </a:lnTo>
                  <a:lnTo>
                    <a:pt x="131" y="79"/>
                  </a:lnTo>
                  <a:lnTo>
                    <a:pt x="131" y="79"/>
                  </a:lnTo>
                  <a:lnTo>
                    <a:pt x="129" y="79"/>
                  </a:lnTo>
                  <a:lnTo>
                    <a:pt x="129" y="81"/>
                  </a:lnTo>
                  <a:lnTo>
                    <a:pt x="129" y="81"/>
                  </a:lnTo>
                  <a:lnTo>
                    <a:pt x="127" y="83"/>
                  </a:lnTo>
                  <a:lnTo>
                    <a:pt x="127" y="83"/>
                  </a:lnTo>
                  <a:lnTo>
                    <a:pt x="127" y="85"/>
                  </a:lnTo>
                  <a:lnTo>
                    <a:pt x="124" y="87"/>
                  </a:lnTo>
                  <a:lnTo>
                    <a:pt x="122" y="93"/>
                  </a:lnTo>
                  <a:lnTo>
                    <a:pt x="120" y="95"/>
                  </a:lnTo>
                  <a:lnTo>
                    <a:pt x="120" y="99"/>
                  </a:lnTo>
                  <a:lnTo>
                    <a:pt x="120" y="102"/>
                  </a:lnTo>
                  <a:lnTo>
                    <a:pt x="116" y="102"/>
                  </a:lnTo>
                  <a:lnTo>
                    <a:pt x="110" y="99"/>
                  </a:lnTo>
                  <a:lnTo>
                    <a:pt x="100" y="93"/>
                  </a:lnTo>
                  <a:lnTo>
                    <a:pt x="90" y="85"/>
                  </a:lnTo>
                  <a:lnTo>
                    <a:pt x="78" y="79"/>
                  </a:lnTo>
                  <a:lnTo>
                    <a:pt x="63" y="67"/>
                  </a:lnTo>
                  <a:lnTo>
                    <a:pt x="49" y="59"/>
                  </a:lnTo>
                  <a:lnTo>
                    <a:pt x="37" y="51"/>
                  </a:lnTo>
                  <a:lnTo>
                    <a:pt x="27" y="46"/>
                  </a:lnTo>
                  <a:lnTo>
                    <a:pt x="12" y="36"/>
                  </a:lnTo>
                  <a:lnTo>
                    <a:pt x="4" y="30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8" y="24"/>
                  </a:lnTo>
                  <a:lnTo>
                    <a:pt x="14" y="20"/>
                  </a:lnTo>
                  <a:lnTo>
                    <a:pt x="18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4" y="14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7" y="10"/>
                  </a:lnTo>
                  <a:lnTo>
                    <a:pt x="27" y="8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873125" y="3171825"/>
              <a:ext cx="217488" cy="142875"/>
            </a:xfrm>
            <a:custGeom>
              <a:avLst/>
              <a:gdLst>
                <a:gd name="T0" fmla="*/ 133 w 274"/>
                <a:gd name="T1" fmla="*/ 6 h 178"/>
                <a:gd name="T2" fmla="*/ 143 w 274"/>
                <a:gd name="T3" fmla="*/ 12 h 178"/>
                <a:gd name="T4" fmla="*/ 145 w 274"/>
                <a:gd name="T5" fmla="*/ 21 h 178"/>
                <a:gd name="T6" fmla="*/ 145 w 274"/>
                <a:gd name="T7" fmla="*/ 27 h 178"/>
                <a:gd name="T8" fmla="*/ 160 w 274"/>
                <a:gd name="T9" fmla="*/ 35 h 178"/>
                <a:gd name="T10" fmla="*/ 172 w 274"/>
                <a:gd name="T11" fmla="*/ 23 h 178"/>
                <a:gd name="T12" fmla="*/ 182 w 274"/>
                <a:gd name="T13" fmla="*/ 33 h 178"/>
                <a:gd name="T14" fmla="*/ 198 w 274"/>
                <a:gd name="T15" fmla="*/ 39 h 178"/>
                <a:gd name="T16" fmla="*/ 202 w 274"/>
                <a:gd name="T17" fmla="*/ 55 h 178"/>
                <a:gd name="T18" fmla="*/ 208 w 274"/>
                <a:gd name="T19" fmla="*/ 61 h 178"/>
                <a:gd name="T20" fmla="*/ 217 w 274"/>
                <a:gd name="T21" fmla="*/ 61 h 178"/>
                <a:gd name="T22" fmla="*/ 225 w 274"/>
                <a:gd name="T23" fmla="*/ 72 h 178"/>
                <a:gd name="T24" fmla="*/ 233 w 274"/>
                <a:gd name="T25" fmla="*/ 86 h 178"/>
                <a:gd name="T26" fmla="*/ 237 w 274"/>
                <a:gd name="T27" fmla="*/ 94 h 178"/>
                <a:gd name="T28" fmla="*/ 237 w 274"/>
                <a:gd name="T29" fmla="*/ 104 h 178"/>
                <a:gd name="T30" fmla="*/ 241 w 274"/>
                <a:gd name="T31" fmla="*/ 112 h 178"/>
                <a:gd name="T32" fmla="*/ 257 w 274"/>
                <a:gd name="T33" fmla="*/ 112 h 178"/>
                <a:gd name="T34" fmla="*/ 262 w 274"/>
                <a:gd name="T35" fmla="*/ 118 h 178"/>
                <a:gd name="T36" fmla="*/ 270 w 274"/>
                <a:gd name="T37" fmla="*/ 127 h 178"/>
                <a:gd name="T38" fmla="*/ 270 w 274"/>
                <a:gd name="T39" fmla="*/ 137 h 178"/>
                <a:gd name="T40" fmla="*/ 268 w 274"/>
                <a:gd name="T41" fmla="*/ 143 h 178"/>
                <a:gd name="T42" fmla="*/ 257 w 274"/>
                <a:gd name="T43" fmla="*/ 149 h 178"/>
                <a:gd name="T44" fmla="*/ 229 w 274"/>
                <a:gd name="T45" fmla="*/ 139 h 178"/>
                <a:gd name="T46" fmla="*/ 225 w 274"/>
                <a:gd name="T47" fmla="*/ 149 h 178"/>
                <a:gd name="T48" fmla="*/ 211 w 274"/>
                <a:gd name="T49" fmla="*/ 145 h 178"/>
                <a:gd name="T50" fmla="*/ 198 w 274"/>
                <a:gd name="T51" fmla="*/ 147 h 178"/>
                <a:gd name="T52" fmla="*/ 190 w 274"/>
                <a:gd name="T53" fmla="*/ 145 h 178"/>
                <a:gd name="T54" fmla="*/ 170 w 274"/>
                <a:gd name="T55" fmla="*/ 131 h 178"/>
                <a:gd name="T56" fmla="*/ 155 w 274"/>
                <a:gd name="T57" fmla="*/ 131 h 178"/>
                <a:gd name="T58" fmla="*/ 155 w 274"/>
                <a:gd name="T59" fmla="*/ 141 h 178"/>
                <a:gd name="T60" fmla="*/ 145 w 274"/>
                <a:gd name="T61" fmla="*/ 149 h 178"/>
                <a:gd name="T62" fmla="*/ 133 w 274"/>
                <a:gd name="T63" fmla="*/ 159 h 178"/>
                <a:gd name="T64" fmla="*/ 119 w 274"/>
                <a:gd name="T65" fmla="*/ 169 h 178"/>
                <a:gd name="T66" fmla="*/ 113 w 274"/>
                <a:gd name="T67" fmla="*/ 169 h 178"/>
                <a:gd name="T68" fmla="*/ 102 w 274"/>
                <a:gd name="T69" fmla="*/ 163 h 178"/>
                <a:gd name="T70" fmla="*/ 86 w 274"/>
                <a:gd name="T71" fmla="*/ 171 h 178"/>
                <a:gd name="T72" fmla="*/ 76 w 274"/>
                <a:gd name="T73" fmla="*/ 169 h 178"/>
                <a:gd name="T74" fmla="*/ 72 w 274"/>
                <a:gd name="T75" fmla="*/ 173 h 178"/>
                <a:gd name="T76" fmla="*/ 60 w 274"/>
                <a:gd name="T77" fmla="*/ 173 h 178"/>
                <a:gd name="T78" fmla="*/ 49 w 274"/>
                <a:gd name="T79" fmla="*/ 171 h 178"/>
                <a:gd name="T80" fmla="*/ 43 w 274"/>
                <a:gd name="T81" fmla="*/ 175 h 178"/>
                <a:gd name="T82" fmla="*/ 33 w 274"/>
                <a:gd name="T83" fmla="*/ 176 h 178"/>
                <a:gd name="T84" fmla="*/ 15 w 274"/>
                <a:gd name="T85" fmla="*/ 169 h 178"/>
                <a:gd name="T86" fmla="*/ 2 w 274"/>
                <a:gd name="T87" fmla="*/ 157 h 178"/>
                <a:gd name="T88" fmla="*/ 7 w 274"/>
                <a:gd name="T89" fmla="*/ 145 h 178"/>
                <a:gd name="T90" fmla="*/ 13 w 274"/>
                <a:gd name="T91" fmla="*/ 141 h 178"/>
                <a:gd name="T92" fmla="*/ 11 w 274"/>
                <a:gd name="T93" fmla="*/ 118 h 178"/>
                <a:gd name="T94" fmla="*/ 19 w 274"/>
                <a:gd name="T95" fmla="*/ 96 h 178"/>
                <a:gd name="T96" fmla="*/ 27 w 274"/>
                <a:gd name="T97" fmla="*/ 92 h 178"/>
                <a:gd name="T98" fmla="*/ 7 w 274"/>
                <a:gd name="T99" fmla="*/ 72 h 178"/>
                <a:gd name="T100" fmla="*/ 9 w 274"/>
                <a:gd name="T101" fmla="*/ 68 h 178"/>
                <a:gd name="T102" fmla="*/ 4 w 274"/>
                <a:gd name="T103" fmla="*/ 59 h 178"/>
                <a:gd name="T104" fmla="*/ 25 w 274"/>
                <a:gd name="T105" fmla="*/ 41 h 178"/>
                <a:gd name="T106" fmla="*/ 35 w 274"/>
                <a:gd name="T107" fmla="*/ 35 h 178"/>
                <a:gd name="T108" fmla="*/ 39 w 274"/>
                <a:gd name="T109" fmla="*/ 25 h 178"/>
                <a:gd name="T110" fmla="*/ 49 w 274"/>
                <a:gd name="T111" fmla="*/ 21 h 178"/>
                <a:gd name="T112" fmla="*/ 55 w 274"/>
                <a:gd name="T113" fmla="*/ 27 h 178"/>
                <a:gd name="T114" fmla="*/ 84 w 274"/>
                <a:gd name="T115" fmla="*/ 17 h 178"/>
                <a:gd name="T116" fmla="*/ 92 w 274"/>
                <a:gd name="T117" fmla="*/ 13 h 178"/>
                <a:gd name="T118" fmla="*/ 98 w 274"/>
                <a:gd name="T119" fmla="*/ 21 h 178"/>
                <a:gd name="T120" fmla="*/ 109 w 274"/>
                <a:gd name="T121" fmla="*/ 13 h 178"/>
                <a:gd name="T122" fmla="*/ 115 w 274"/>
                <a:gd name="T123" fmla="*/ 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4" h="178">
                  <a:moveTo>
                    <a:pt x="119" y="0"/>
                  </a:moveTo>
                  <a:lnTo>
                    <a:pt x="119" y="0"/>
                  </a:lnTo>
                  <a:lnTo>
                    <a:pt x="119" y="0"/>
                  </a:lnTo>
                  <a:lnTo>
                    <a:pt x="121" y="2"/>
                  </a:lnTo>
                  <a:lnTo>
                    <a:pt x="121" y="2"/>
                  </a:lnTo>
                  <a:lnTo>
                    <a:pt x="123" y="4"/>
                  </a:lnTo>
                  <a:lnTo>
                    <a:pt x="123" y="6"/>
                  </a:lnTo>
                  <a:lnTo>
                    <a:pt x="125" y="6"/>
                  </a:lnTo>
                  <a:lnTo>
                    <a:pt x="125" y="8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9" y="10"/>
                  </a:lnTo>
                  <a:lnTo>
                    <a:pt x="129" y="8"/>
                  </a:lnTo>
                  <a:lnTo>
                    <a:pt x="129" y="8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8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9" y="10"/>
                  </a:lnTo>
                  <a:lnTo>
                    <a:pt x="141" y="10"/>
                  </a:lnTo>
                  <a:lnTo>
                    <a:pt x="141" y="8"/>
                  </a:lnTo>
                  <a:lnTo>
                    <a:pt x="143" y="8"/>
                  </a:lnTo>
                  <a:lnTo>
                    <a:pt x="143" y="10"/>
                  </a:lnTo>
                  <a:lnTo>
                    <a:pt x="143" y="10"/>
                  </a:lnTo>
                  <a:lnTo>
                    <a:pt x="143" y="10"/>
                  </a:lnTo>
                  <a:lnTo>
                    <a:pt x="143" y="12"/>
                  </a:lnTo>
                  <a:lnTo>
                    <a:pt x="143" y="12"/>
                  </a:lnTo>
                  <a:lnTo>
                    <a:pt x="143" y="12"/>
                  </a:lnTo>
                  <a:lnTo>
                    <a:pt x="143" y="13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3" y="19"/>
                  </a:lnTo>
                  <a:lnTo>
                    <a:pt x="143" y="19"/>
                  </a:lnTo>
                  <a:lnTo>
                    <a:pt x="145" y="19"/>
                  </a:lnTo>
                  <a:lnTo>
                    <a:pt x="145" y="19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43" y="23"/>
                  </a:lnTo>
                  <a:lnTo>
                    <a:pt x="143" y="23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43" y="27"/>
                  </a:lnTo>
                  <a:lnTo>
                    <a:pt x="143" y="27"/>
                  </a:lnTo>
                  <a:lnTo>
                    <a:pt x="143" y="27"/>
                  </a:lnTo>
                  <a:lnTo>
                    <a:pt x="143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45" y="27"/>
                  </a:lnTo>
                  <a:lnTo>
                    <a:pt x="147" y="27"/>
                  </a:lnTo>
                  <a:lnTo>
                    <a:pt x="147" y="29"/>
                  </a:lnTo>
                  <a:lnTo>
                    <a:pt x="147" y="29"/>
                  </a:lnTo>
                  <a:lnTo>
                    <a:pt x="149" y="29"/>
                  </a:lnTo>
                  <a:lnTo>
                    <a:pt x="149" y="29"/>
                  </a:lnTo>
                  <a:lnTo>
                    <a:pt x="149" y="31"/>
                  </a:lnTo>
                  <a:lnTo>
                    <a:pt x="151" y="31"/>
                  </a:lnTo>
                  <a:lnTo>
                    <a:pt x="153" y="33"/>
                  </a:lnTo>
                  <a:lnTo>
                    <a:pt x="153" y="33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3" y="37"/>
                  </a:lnTo>
                  <a:lnTo>
                    <a:pt x="153" y="39"/>
                  </a:lnTo>
                  <a:lnTo>
                    <a:pt x="155" y="39"/>
                  </a:lnTo>
                  <a:lnTo>
                    <a:pt x="155" y="37"/>
                  </a:lnTo>
                  <a:lnTo>
                    <a:pt x="159" y="35"/>
                  </a:lnTo>
                  <a:lnTo>
                    <a:pt x="160" y="35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60" y="29"/>
                  </a:lnTo>
                  <a:lnTo>
                    <a:pt x="160" y="29"/>
                  </a:lnTo>
                  <a:lnTo>
                    <a:pt x="160" y="29"/>
                  </a:lnTo>
                  <a:lnTo>
                    <a:pt x="160" y="29"/>
                  </a:lnTo>
                  <a:lnTo>
                    <a:pt x="162" y="29"/>
                  </a:lnTo>
                  <a:lnTo>
                    <a:pt x="164" y="27"/>
                  </a:lnTo>
                  <a:lnTo>
                    <a:pt x="168" y="25"/>
                  </a:lnTo>
                  <a:lnTo>
                    <a:pt x="168" y="25"/>
                  </a:lnTo>
                  <a:lnTo>
                    <a:pt x="170" y="25"/>
                  </a:lnTo>
                  <a:lnTo>
                    <a:pt x="170" y="25"/>
                  </a:lnTo>
                  <a:lnTo>
                    <a:pt x="172" y="23"/>
                  </a:lnTo>
                  <a:lnTo>
                    <a:pt x="172" y="23"/>
                  </a:lnTo>
                  <a:lnTo>
                    <a:pt x="174" y="23"/>
                  </a:lnTo>
                  <a:lnTo>
                    <a:pt x="174" y="23"/>
                  </a:lnTo>
                  <a:lnTo>
                    <a:pt x="174" y="21"/>
                  </a:lnTo>
                  <a:lnTo>
                    <a:pt x="174" y="21"/>
                  </a:lnTo>
                  <a:lnTo>
                    <a:pt x="174" y="21"/>
                  </a:lnTo>
                  <a:lnTo>
                    <a:pt x="176" y="21"/>
                  </a:lnTo>
                  <a:lnTo>
                    <a:pt x="176" y="21"/>
                  </a:lnTo>
                  <a:lnTo>
                    <a:pt x="176" y="21"/>
                  </a:lnTo>
                  <a:lnTo>
                    <a:pt x="178" y="21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80" y="29"/>
                  </a:lnTo>
                  <a:lnTo>
                    <a:pt x="182" y="31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84" y="35"/>
                  </a:lnTo>
                  <a:lnTo>
                    <a:pt x="186" y="35"/>
                  </a:lnTo>
                  <a:lnTo>
                    <a:pt x="186" y="35"/>
                  </a:lnTo>
                  <a:lnTo>
                    <a:pt x="186" y="35"/>
                  </a:lnTo>
                  <a:lnTo>
                    <a:pt x="186" y="35"/>
                  </a:lnTo>
                  <a:lnTo>
                    <a:pt x="188" y="33"/>
                  </a:lnTo>
                  <a:lnTo>
                    <a:pt x="188" y="33"/>
                  </a:lnTo>
                  <a:lnTo>
                    <a:pt x="188" y="33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90" y="31"/>
                  </a:lnTo>
                  <a:lnTo>
                    <a:pt x="194" y="35"/>
                  </a:lnTo>
                  <a:lnTo>
                    <a:pt x="196" y="35"/>
                  </a:lnTo>
                  <a:lnTo>
                    <a:pt x="196" y="37"/>
                  </a:lnTo>
                  <a:lnTo>
                    <a:pt x="198" y="39"/>
                  </a:lnTo>
                  <a:lnTo>
                    <a:pt x="198" y="41"/>
                  </a:lnTo>
                  <a:lnTo>
                    <a:pt x="198" y="41"/>
                  </a:lnTo>
                  <a:lnTo>
                    <a:pt x="198" y="41"/>
                  </a:lnTo>
                  <a:lnTo>
                    <a:pt x="198" y="43"/>
                  </a:lnTo>
                  <a:lnTo>
                    <a:pt x="200" y="43"/>
                  </a:lnTo>
                  <a:lnTo>
                    <a:pt x="200" y="43"/>
                  </a:lnTo>
                  <a:lnTo>
                    <a:pt x="200" y="45"/>
                  </a:lnTo>
                  <a:lnTo>
                    <a:pt x="200" y="45"/>
                  </a:lnTo>
                  <a:lnTo>
                    <a:pt x="200" y="47"/>
                  </a:lnTo>
                  <a:lnTo>
                    <a:pt x="200" y="47"/>
                  </a:lnTo>
                  <a:lnTo>
                    <a:pt x="200" y="49"/>
                  </a:lnTo>
                  <a:lnTo>
                    <a:pt x="202" y="51"/>
                  </a:lnTo>
                  <a:lnTo>
                    <a:pt x="202" y="51"/>
                  </a:lnTo>
                  <a:lnTo>
                    <a:pt x="202" y="51"/>
                  </a:lnTo>
                  <a:lnTo>
                    <a:pt x="202" y="53"/>
                  </a:lnTo>
                  <a:lnTo>
                    <a:pt x="202" y="53"/>
                  </a:lnTo>
                  <a:lnTo>
                    <a:pt x="202" y="55"/>
                  </a:lnTo>
                  <a:lnTo>
                    <a:pt x="202" y="55"/>
                  </a:lnTo>
                  <a:lnTo>
                    <a:pt x="202" y="55"/>
                  </a:lnTo>
                  <a:lnTo>
                    <a:pt x="202" y="55"/>
                  </a:lnTo>
                  <a:lnTo>
                    <a:pt x="204" y="53"/>
                  </a:lnTo>
                  <a:lnTo>
                    <a:pt x="204" y="53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9"/>
                  </a:lnTo>
                  <a:lnTo>
                    <a:pt x="204" y="59"/>
                  </a:lnTo>
                  <a:lnTo>
                    <a:pt x="204" y="59"/>
                  </a:lnTo>
                  <a:lnTo>
                    <a:pt x="206" y="61"/>
                  </a:lnTo>
                  <a:lnTo>
                    <a:pt x="208" y="61"/>
                  </a:lnTo>
                  <a:lnTo>
                    <a:pt x="208" y="61"/>
                  </a:lnTo>
                  <a:lnTo>
                    <a:pt x="209" y="63"/>
                  </a:lnTo>
                  <a:lnTo>
                    <a:pt x="209" y="63"/>
                  </a:lnTo>
                  <a:lnTo>
                    <a:pt x="209" y="63"/>
                  </a:lnTo>
                  <a:lnTo>
                    <a:pt x="209" y="63"/>
                  </a:lnTo>
                  <a:lnTo>
                    <a:pt x="209" y="63"/>
                  </a:lnTo>
                  <a:lnTo>
                    <a:pt x="209" y="61"/>
                  </a:lnTo>
                  <a:lnTo>
                    <a:pt x="209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3" y="63"/>
                  </a:lnTo>
                  <a:lnTo>
                    <a:pt x="213" y="63"/>
                  </a:lnTo>
                  <a:lnTo>
                    <a:pt x="215" y="63"/>
                  </a:lnTo>
                  <a:lnTo>
                    <a:pt x="215" y="61"/>
                  </a:lnTo>
                  <a:lnTo>
                    <a:pt x="217" y="61"/>
                  </a:lnTo>
                  <a:lnTo>
                    <a:pt x="217" y="61"/>
                  </a:lnTo>
                  <a:lnTo>
                    <a:pt x="217" y="61"/>
                  </a:lnTo>
                  <a:lnTo>
                    <a:pt x="217" y="61"/>
                  </a:lnTo>
                  <a:lnTo>
                    <a:pt x="217" y="63"/>
                  </a:lnTo>
                  <a:lnTo>
                    <a:pt x="217" y="63"/>
                  </a:lnTo>
                  <a:lnTo>
                    <a:pt x="221" y="65"/>
                  </a:lnTo>
                  <a:lnTo>
                    <a:pt x="221" y="67"/>
                  </a:lnTo>
                  <a:lnTo>
                    <a:pt x="221" y="67"/>
                  </a:lnTo>
                  <a:lnTo>
                    <a:pt x="221" y="67"/>
                  </a:lnTo>
                  <a:lnTo>
                    <a:pt x="221" y="68"/>
                  </a:lnTo>
                  <a:lnTo>
                    <a:pt x="221" y="68"/>
                  </a:lnTo>
                  <a:lnTo>
                    <a:pt x="223" y="70"/>
                  </a:lnTo>
                  <a:lnTo>
                    <a:pt x="223" y="70"/>
                  </a:lnTo>
                  <a:lnTo>
                    <a:pt x="225" y="70"/>
                  </a:lnTo>
                  <a:lnTo>
                    <a:pt x="225" y="70"/>
                  </a:lnTo>
                  <a:lnTo>
                    <a:pt x="225" y="72"/>
                  </a:lnTo>
                  <a:lnTo>
                    <a:pt x="225" y="72"/>
                  </a:lnTo>
                  <a:lnTo>
                    <a:pt x="225" y="72"/>
                  </a:lnTo>
                  <a:lnTo>
                    <a:pt x="225" y="72"/>
                  </a:lnTo>
                  <a:lnTo>
                    <a:pt x="229" y="74"/>
                  </a:lnTo>
                  <a:lnTo>
                    <a:pt x="231" y="76"/>
                  </a:lnTo>
                  <a:lnTo>
                    <a:pt x="231" y="78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3" y="82"/>
                  </a:lnTo>
                  <a:lnTo>
                    <a:pt x="233" y="82"/>
                  </a:lnTo>
                  <a:lnTo>
                    <a:pt x="233" y="82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235" y="84"/>
                  </a:lnTo>
                  <a:lnTo>
                    <a:pt x="235" y="84"/>
                  </a:lnTo>
                  <a:lnTo>
                    <a:pt x="233" y="84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1" y="86"/>
                  </a:lnTo>
                  <a:lnTo>
                    <a:pt x="231" y="86"/>
                  </a:lnTo>
                  <a:lnTo>
                    <a:pt x="231" y="86"/>
                  </a:lnTo>
                  <a:lnTo>
                    <a:pt x="235" y="90"/>
                  </a:lnTo>
                  <a:lnTo>
                    <a:pt x="235" y="90"/>
                  </a:lnTo>
                  <a:lnTo>
                    <a:pt x="235" y="92"/>
                  </a:lnTo>
                  <a:lnTo>
                    <a:pt x="235" y="92"/>
                  </a:lnTo>
                  <a:lnTo>
                    <a:pt x="237" y="92"/>
                  </a:lnTo>
                  <a:lnTo>
                    <a:pt x="237" y="92"/>
                  </a:lnTo>
                  <a:lnTo>
                    <a:pt x="237" y="94"/>
                  </a:lnTo>
                  <a:lnTo>
                    <a:pt x="237" y="94"/>
                  </a:lnTo>
                  <a:lnTo>
                    <a:pt x="237" y="94"/>
                  </a:lnTo>
                  <a:lnTo>
                    <a:pt x="237" y="94"/>
                  </a:lnTo>
                  <a:lnTo>
                    <a:pt x="237" y="94"/>
                  </a:lnTo>
                  <a:lnTo>
                    <a:pt x="237" y="96"/>
                  </a:lnTo>
                  <a:lnTo>
                    <a:pt x="237" y="96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1" y="96"/>
                  </a:lnTo>
                  <a:lnTo>
                    <a:pt x="243" y="96"/>
                  </a:lnTo>
                  <a:lnTo>
                    <a:pt x="243" y="96"/>
                  </a:lnTo>
                  <a:lnTo>
                    <a:pt x="243" y="96"/>
                  </a:lnTo>
                  <a:lnTo>
                    <a:pt x="243" y="98"/>
                  </a:lnTo>
                  <a:lnTo>
                    <a:pt x="243" y="98"/>
                  </a:lnTo>
                  <a:lnTo>
                    <a:pt x="241" y="98"/>
                  </a:lnTo>
                  <a:lnTo>
                    <a:pt x="241" y="100"/>
                  </a:lnTo>
                  <a:lnTo>
                    <a:pt x="241" y="100"/>
                  </a:lnTo>
                  <a:lnTo>
                    <a:pt x="239" y="102"/>
                  </a:lnTo>
                  <a:lnTo>
                    <a:pt x="239" y="104"/>
                  </a:lnTo>
                  <a:lnTo>
                    <a:pt x="239" y="104"/>
                  </a:lnTo>
                  <a:lnTo>
                    <a:pt x="237" y="104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39" y="106"/>
                  </a:lnTo>
                  <a:lnTo>
                    <a:pt x="239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6"/>
                  </a:lnTo>
                  <a:lnTo>
                    <a:pt x="241" y="108"/>
                  </a:lnTo>
                  <a:lnTo>
                    <a:pt x="241" y="108"/>
                  </a:lnTo>
                  <a:lnTo>
                    <a:pt x="241" y="108"/>
                  </a:lnTo>
                  <a:lnTo>
                    <a:pt x="241" y="110"/>
                  </a:lnTo>
                  <a:lnTo>
                    <a:pt x="241" y="112"/>
                  </a:lnTo>
                  <a:lnTo>
                    <a:pt x="241" y="112"/>
                  </a:lnTo>
                  <a:lnTo>
                    <a:pt x="243" y="112"/>
                  </a:lnTo>
                  <a:lnTo>
                    <a:pt x="243" y="110"/>
                  </a:lnTo>
                  <a:lnTo>
                    <a:pt x="245" y="110"/>
                  </a:lnTo>
                  <a:lnTo>
                    <a:pt x="247" y="108"/>
                  </a:lnTo>
                  <a:lnTo>
                    <a:pt x="247" y="108"/>
                  </a:lnTo>
                  <a:lnTo>
                    <a:pt x="249" y="108"/>
                  </a:lnTo>
                  <a:lnTo>
                    <a:pt x="249" y="108"/>
                  </a:lnTo>
                  <a:lnTo>
                    <a:pt x="251" y="108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5" y="112"/>
                  </a:lnTo>
                  <a:lnTo>
                    <a:pt x="257" y="112"/>
                  </a:lnTo>
                  <a:lnTo>
                    <a:pt x="257" y="112"/>
                  </a:lnTo>
                  <a:lnTo>
                    <a:pt x="257" y="112"/>
                  </a:lnTo>
                  <a:lnTo>
                    <a:pt x="257" y="114"/>
                  </a:lnTo>
                  <a:lnTo>
                    <a:pt x="257" y="114"/>
                  </a:lnTo>
                  <a:lnTo>
                    <a:pt x="257" y="114"/>
                  </a:lnTo>
                  <a:lnTo>
                    <a:pt x="259" y="114"/>
                  </a:lnTo>
                  <a:lnTo>
                    <a:pt x="260" y="114"/>
                  </a:lnTo>
                  <a:lnTo>
                    <a:pt x="260" y="114"/>
                  </a:lnTo>
                  <a:lnTo>
                    <a:pt x="260" y="114"/>
                  </a:lnTo>
                  <a:lnTo>
                    <a:pt x="262" y="114"/>
                  </a:lnTo>
                  <a:lnTo>
                    <a:pt x="262" y="116"/>
                  </a:lnTo>
                  <a:lnTo>
                    <a:pt x="262" y="118"/>
                  </a:lnTo>
                  <a:lnTo>
                    <a:pt x="262" y="120"/>
                  </a:lnTo>
                  <a:lnTo>
                    <a:pt x="264" y="120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2" y="118"/>
                  </a:lnTo>
                  <a:lnTo>
                    <a:pt x="260" y="118"/>
                  </a:lnTo>
                  <a:lnTo>
                    <a:pt x="260" y="120"/>
                  </a:lnTo>
                  <a:lnTo>
                    <a:pt x="260" y="120"/>
                  </a:lnTo>
                  <a:lnTo>
                    <a:pt x="260" y="120"/>
                  </a:lnTo>
                  <a:lnTo>
                    <a:pt x="260" y="121"/>
                  </a:lnTo>
                  <a:lnTo>
                    <a:pt x="260" y="121"/>
                  </a:lnTo>
                  <a:lnTo>
                    <a:pt x="260" y="121"/>
                  </a:lnTo>
                  <a:lnTo>
                    <a:pt x="262" y="121"/>
                  </a:lnTo>
                  <a:lnTo>
                    <a:pt x="262" y="121"/>
                  </a:lnTo>
                  <a:lnTo>
                    <a:pt x="264" y="123"/>
                  </a:lnTo>
                  <a:lnTo>
                    <a:pt x="268" y="123"/>
                  </a:lnTo>
                  <a:lnTo>
                    <a:pt x="268" y="123"/>
                  </a:lnTo>
                  <a:lnTo>
                    <a:pt x="268" y="125"/>
                  </a:lnTo>
                  <a:lnTo>
                    <a:pt x="268" y="125"/>
                  </a:lnTo>
                  <a:lnTo>
                    <a:pt x="268" y="125"/>
                  </a:lnTo>
                  <a:lnTo>
                    <a:pt x="268" y="125"/>
                  </a:lnTo>
                  <a:lnTo>
                    <a:pt x="270" y="127"/>
                  </a:lnTo>
                  <a:lnTo>
                    <a:pt x="270" y="129"/>
                  </a:lnTo>
                  <a:lnTo>
                    <a:pt x="272" y="129"/>
                  </a:lnTo>
                  <a:lnTo>
                    <a:pt x="272" y="131"/>
                  </a:lnTo>
                  <a:lnTo>
                    <a:pt x="272" y="131"/>
                  </a:lnTo>
                  <a:lnTo>
                    <a:pt x="272" y="131"/>
                  </a:lnTo>
                  <a:lnTo>
                    <a:pt x="272" y="131"/>
                  </a:lnTo>
                  <a:lnTo>
                    <a:pt x="272" y="133"/>
                  </a:lnTo>
                  <a:lnTo>
                    <a:pt x="272" y="133"/>
                  </a:lnTo>
                  <a:lnTo>
                    <a:pt x="272" y="133"/>
                  </a:lnTo>
                  <a:lnTo>
                    <a:pt x="272" y="135"/>
                  </a:lnTo>
                  <a:lnTo>
                    <a:pt x="272" y="135"/>
                  </a:lnTo>
                  <a:lnTo>
                    <a:pt x="272" y="135"/>
                  </a:lnTo>
                  <a:lnTo>
                    <a:pt x="270" y="135"/>
                  </a:lnTo>
                  <a:lnTo>
                    <a:pt x="270" y="135"/>
                  </a:lnTo>
                  <a:lnTo>
                    <a:pt x="270" y="135"/>
                  </a:lnTo>
                  <a:lnTo>
                    <a:pt x="270" y="137"/>
                  </a:lnTo>
                  <a:lnTo>
                    <a:pt x="270" y="137"/>
                  </a:lnTo>
                  <a:lnTo>
                    <a:pt x="270" y="137"/>
                  </a:lnTo>
                  <a:lnTo>
                    <a:pt x="270" y="137"/>
                  </a:lnTo>
                  <a:lnTo>
                    <a:pt x="272" y="137"/>
                  </a:lnTo>
                  <a:lnTo>
                    <a:pt x="274" y="139"/>
                  </a:lnTo>
                  <a:lnTo>
                    <a:pt x="274" y="139"/>
                  </a:lnTo>
                  <a:lnTo>
                    <a:pt x="274" y="139"/>
                  </a:lnTo>
                  <a:lnTo>
                    <a:pt x="274" y="139"/>
                  </a:lnTo>
                  <a:lnTo>
                    <a:pt x="274" y="141"/>
                  </a:lnTo>
                  <a:lnTo>
                    <a:pt x="272" y="141"/>
                  </a:lnTo>
                  <a:lnTo>
                    <a:pt x="272" y="141"/>
                  </a:lnTo>
                  <a:lnTo>
                    <a:pt x="272" y="141"/>
                  </a:lnTo>
                  <a:lnTo>
                    <a:pt x="270" y="141"/>
                  </a:lnTo>
                  <a:lnTo>
                    <a:pt x="270" y="141"/>
                  </a:lnTo>
                  <a:lnTo>
                    <a:pt x="270" y="141"/>
                  </a:lnTo>
                  <a:lnTo>
                    <a:pt x="268" y="143"/>
                  </a:lnTo>
                  <a:lnTo>
                    <a:pt x="268" y="143"/>
                  </a:lnTo>
                  <a:lnTo>
                    <a:pt x="268" y="143"/>
                  </a:lnTo>
                  <a:lnTo>
                    <a:pt x="268" y="145"/>
                  </a:lnTo>
                  <a:lnTo>
                    <a:pt x="268" y="145"/>
                  </a:lnTo>
                  <a:lnTo>
                    <a:pt x="266" y="145"/>
                  </a:lnTo>
                  <a:lnTo>
                    <a:pt x="266" y="145"/>
                  </a:lnTo>
                  <a:lnTo>
                    <a:pt x="266" y="145"/>
                  </a:lnTo>
                  <a:lnTo>
                    <a:pt x="264" y="145"/>
                  </a:lnTo>
                  <a:lnTo>
                    <a:pt x="264" y="145"/>
                  </a:lnTo>
                  <a:lnTo>
                    <a:pt x="260" y="145"/>
                  </a:lnTo>
                  <a:lnTo>
                    <a:pt x="259" y="145"/>
                  </a:lnTo>
                  <a:lnTo>
                    <a:pt x="259" y="145"/>
                  </a:lnTo>
                  <a:lnTo>
                    <a:pt x="257" y="145"/>
                  </a:lnTo>
                  <a:lnTo>
                    <a:pt x="257" y="147"/>
                  </a:lnTo>
                  <a:lnTo>
                    <a:pt x="257" y="147"/>
                  </a:lnTo>
                  <a:lnTo>
                    <a:pt x="257" y="147"/>
                  </a:lnTo>
                  <a:lnTo>
                    <a:pt x="257" y="147"/>
                  </a:lnTo>
                  <a:lnTo>
                    <a:pt x="257" y="149"/>
                  </a:lnTo>
                  <a:lnTo>
                    <a:pt x="257" y="149"/>
                  </a:lnTo>
                  <a:lnTo>
                    <a:pt x="253" y="147"/>
                  </a:lnTo>
                  <a:lnTo>
                    <a:pt x="253" y="147"/>
                  </a:lnTo>
                  <a:lnTo>
                    <a:pt x="251" y="145"/>
                  </a:lnTo>
                  <a:lnTo>
                    <a:pt x="251" y="145"/>
                  </a:lnTo>
                  <a:lnTo>
                    <a:pt x="243" y="139"/>
                  </a:lnTo>
                  <a:lnTo>
                    <a:pt x="241" y="139"/>
                  </a:lnTo>
                  <a:lnTo>
                    <a:pt x="239" y="139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33" y="139"/>
                  </a:lnTo>
                  <a:lnTo>
                    <a:pt x="231" y="139"/>
                  </a:lnTo>
                  <a:lnTo>
                    <a:pt x="229" y="139"/>
                  </a:lnTo>
                  <a:lnTo>
                    <a:pt x="229" y="139"/>
                  </a:lnTo>
                  <a:lnTo>
                    <a:pt x="229" y="139"/>
                  </a:lnTo>
                  <a:lnTo>
                    <a:pt x="227" y="139"/>
                  </a:lnTo>
                  <a:lnTo>
                    <a:pt x="227" y="139"/>
                  </a:lnTo>
                  <a:lnTo>
                    <a:pt x="227" y="141"/>
                  </a:lnTo>
                  <a:lnTo>
                    <a:pt x="229" y="141"/>
                  </a:lnTo>
                  <a:lnTo>
                    <a:pt x="229" y="141"/>
                  </a:lnTo>
                  <a:lnTo>
                    <a:pt x="227" y="141"/>
                  </a:lnTo>
                  <a:lnTo>
                    <a:pt x="227" y="143"/>
                  </a:lnTo>
                  <a:lnTo>
                    <a:pt x="227" y="143"/>
                  </a:lnTo>
                  <a:lnTo>
                    <a:pt x="227" y="143"/>
                  </a:lnTo>
                  <a:lnTo>
                    <a:pt x="227" y="145"/>
                  </a:lnTo>
                  <a:lnTo>
                    <a:pt x="225" y="145"/>
                  </a:lnTo>
                  <a:lnTo>
                    <a:pt x="225" y="147"/>
                  </a:lnTo>
                  <a:lnTo>
                    <a:pt x="225" y="147"/>
                  </a:lnTo>
                  <a:lnTo>
                    <a:pt x="225" y="147"/>
                  </a:lnTo>
                  <a:lnTo>
                    <a:pt x="225" y="147"/>
                  </a:lnTo>
                  <a:lnTo>
                    <a:pt x="225" y="149"/>
                  </a:lnTo>
                  <a:lnTo>
                    <a:pt x="223" y="149"/>
                  </a:lnTo>
                  <a:lnTo>
                    <a:pt x="221" y="149"/>
                  </a:lnTo>
                  <a:lnTo>
                    <a:pt x="219" y="149"/>
                  </a:lnTo>
                  <a:lnTo>
                    <a:pt x="215" y="149"/>
                  </a:lnTo>
                  <a:lnTo>
                    <a:pt x="215" y="149"/>
                  </a:lnTo>
                  <a:lnTo>
                    <a:pt x="213" y="149"/>
                  </a:lnTo>
                  <a:lnTo>
                    <a:pt x="213" y="149"/>
                  </a:lnTo>
                  <a:lnTo>
                    <a:pt x="213" y="149"/>
                  </a:lnTo>
                  <a:lnTo>
                    <a:pt x="213" y="149"/>
                  </a:lnTo>
                  <a:lnTo>
                    <a:pt x="213" y="149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1" y="147"/>
                  </a:lnTo>
                  <a:lnTo>
                    <a:pt x="211" y="147"/>
                  </a:lnTo>
                  <a:lnTo>
                    <a:pt x="211" y="145"/>
                  </a:lnTo>
                  <a:lnTo>
                    <a:pt x="211" y="145"/>
                  </a:lnTo>
                  <a:lnTo>
                    <a:pt x="211" y="145"/>
                  </a:lnTo>
                  <a:lnTo>
                    <a:pt x="211" y="145"/>
                  </a:lnTo>
                  <a:lnTo>
                    <a:pt x="208" y="143"/>
                  </a:lnTo>
                  <a:lnTo>
                    <a:pt x="206" y="143"/>
                  </a:lnTo>
                  <a:lnTo>
                    <a:pt x="206" y="141"/>
                  </a:lnTo>
                  <a:lnTo>
                    <a:pt x="206" y="141"/>
                  </a:lnTo>
                  <a:lnTo>
                    <a:pt x="204" y="141"/>
                  </a:lnTo>
                  <a:lnTo>
                    <a:pt x="202" y="141"/>
                  </a:lnTo>
                  <a:lnTo>
                    <a:pt x="202" y="141"/>
                  </a:lnTo>
                  <a:lnTo>
                    <a:pt x="200" y="143"/>
                  </a:lnTo>
                  <a:lnTo>
                    <a:pt x="200" y="143"/>
                  </a:lnTo>
                  <a:lnTo>
                    <a:pt x="200" y="143"/>
                  </a:lnTo>
                  <a:lnTo>
                    <a:pt x="200" y="145"/>
                  </a:lnTo>
                  <a:lnTo>
                    <a:pt x="200" y="145"/>
                  </a:lnTo>
                  <a:lnTo>
                    <a:pt x="200" y="147"/>
                  </a:lnTo>
                  <a:lnTo>
                    <a:pt x="198" y="147"/>
                  </a:lnTo>
                  <a:lnTo>
                    <a:pt x="198" y="147"/>
                  </a:lnTo>
                  <a:lnTo>
                    <a:pt x="198" y="147"/>
                  </a:lnTo>
                  <a:lnTo>
                    <a:pt x="198" y="149"/>
                  </a:lnTo>
                  <a:lnTo>
                    <a:pt x="198" y="151"/>
                  </a:lnTo>
                  <a:lnTo>
                    <a:pt x="198" y="151"/>
                  </a:lnTo>
                  <a:lnTo>
                    <a:pt x="198" y="151"/>
                  </a:lnTo>
                  <a:lnTo>
                    <a:pt x="196" y="151"/>
                  </a:lnTo>
                  <a:lnTo>
                    <a:pt x="196" y="151"/>
                  </a:lnTo>
                  <a:lnTo>
                    <a:pt x="196" y="151"/>
                  </a:lnTo>
                  <a:lnTo>
                    <a:pt x="196" y="151"/>
                  </a:lnTo>
                  <a:lnTo>
                    <a:pt x="196" y="151"/>
                  </a:lnTo>
                  <a:lnTo>
                    <a:pt x="194" y="151"/>
                  </a:lnTo>
                  <a:lnTo>
                    <a:pt x="194" y="149"/>
                  </a:lnTo>
                  <a:lnTo>
                    <a:pt x="192" y="147"/>
                  </a:lnTo>
                  <a:lnTo>
                    <a:pt x="190" y="147"/>
                  </a:lnTo>
                  <a:lnTo>
                    <a:pt x="190" y="147"/>
                  </a:lnTo>
                  <a:lnTo>
                    <a:pt x="190" y="145"/>
                  </a:lnTo>
                  <a:lnTo>
                    <a:pt x="190" y="145"/>
                  </a:lnTo>
                  <a:lnTo>
                    <a:pt x="190" y="145"/>
                  </a:lnTo>
                  <a:lnTo>
                    <a:pt x="190" y="143"/>
                  </a:lnTo>
                  <a:lnTo>
                    <a:pt x="190" y="143"/>
                  </a:lnTo>
                  <a:lnTo>
                    <a:pt x="178" y="133"/>
                  </a:lnTo>
                  <a:lnTo>
                    <a:pt x="178" y="133"/>
                  </a:lnTo>
                  <a:lnTo>
                    <a:pt x="176" y="133"/>
                  </a:lnTo>
                  <a:lnTo>
                    <a:pt x="176" y="133"/>
                  </a:lnTo>
                  <a:lnTo>
                    <a:pt x="174" y="133"/>
                  </a:lnTo>
                  <a:lnTo>
                    <a:pt x="174" y="131"/>
                  </a:lnTo>
                  <a:lnTo>
                    <a:pt x="174" y="131"/>
                  </a:lnTo>
                  <a:lnTo>
                    <a:pt x="174" y="131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0" y="131"/>
                  </a:lnTo>
                  <a:lnTo>
                    <a:pt x="170" y="131"/>
                  </a:lnTo>
                  <a:lnTo>
                    <a:pt x="166" y="133"/>
                  </a:lnTo>
                  <a:lnTo>
                    <a:pt x="166" y="133"/>
                  </a:lnTo>
                  <a:lnTo>
                    <a:pt x="166" y="133"/>
                  </a:lnTo>
                  <a:lnTo>
                    <a:pt x="164" y="131"/>
                  </a:lnTo>
                  <a:lnTo>
                    <a:pt x="160" y="129"/>
                  </a:lnTo>
                  <a:lnTo>
                    <a:pt x="159" y="129"/>
                  </a:lnTo>
                  <a:lnTo>
                    <a:pt x="159" y="129"/>
                  </a:lnTo>
                  <a:lnTo>
                    <a:pt x="157" y="129"/>
                  </a:lnTo>
                  <a:lnTo>
                    <a:pt x="157" y="129"/>
                  </a:lnTo>
                  <a:lnTo>
                    <a:pt x="157" y="129"/>
                  </a:lnTo>
                  <a:lnTo>
                    <a:pt x="157" y="131"/>
                  </a:lnTo>
                  <a:lnTo>
                    <a:pt x="157" y="131"/>
                  </a:lnTo>
                  <a:lnTo>
                    <a:pt x="157" y="131"/>
                  </a:lnTo>
                  <a:lnTo>
                    <a:pt x="157" y="131"/>
                  </a:lnTo>
                  <a:lnTo>
                    <a:pt x="155" y="131"/>
                  </a:lnTo>
                  <a:lnTo>
                    <a:pt x="155" y="131"/>
                  </a:lnTo>
                  <a:lnTo>
                    <a:pt x="155" y="131"/>
                  </a:lnTo>
                  <a:lnTo>
                    <a:pt x="153" y="131"/>
                  </a:lnTo>
                  <a:lnTo>
                    <a:pt x="151" y="133"/>
                  </a:lnTo>
                  <a:lnTo>
                    <a:pt x="151" y="133"/>
                  </a:lnTo>
                  <a:lnTo>
                    <a:pt x="151" y="135"/>
                  </a:lnTo>
                  <a:lnTo>
                    <a:pt x="151" y="135"/>
                  </a:lnTo>
                  <a:lnTo>
                    <a:pt x="153" y="135"/>
                  </a:lnTo>
                  <a:lnTo>
                    <a:pt x="153" y="135"/>
                  </a:lnTo>
                  <a:lnTo>
                    <a:pt x="153" y="137"/>
                  </a:lnTo>
                  <a:lnTo>
                    <a:pt x="155" y="139"/>
                  </a:lnTo>
                  <a:lnTo>
                    <a:pt x="155" y="139"/>
                  </a:lnTo>
                  <a:lnTo>
                    <a:pt x="155" y="139"/>
                  </a:lnTo>
                  <a:lnTo>
                    <a:pt x="155" y="139"/>
                  </a:lnTo>
                  <a:lnTo>
                    <a:pt x="155" y="139"/>
                  </a:lnTo>
                  <a:lnTo>
                    <a:pt x="155" y="139"/>
                  </a:lnTo>
                  <a:lnTo>
                    <a:pt x="155" y="141"/>
                  </a:lnTo>
                  <a:lnTo>
                    <a:pt x="155" y="141"/>
                  </a:lnTo>
                  <a:lnTo>
                    <a:pt x="155" y="141"/>
                  </a:lnTo>
                  <a:lnTo>
                    <a:pt x="153" y="141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5"/>
                  </a:lnTo>
                  <a:lnTo>
                    <a:pt x="153" y="145"/>
                  </a:lnTo>
                  <a:lnTo>
                    <a:pt x="153" y="147"/>
                  </a:lnTo>
                  <a:lnTo>
                    <a:pt x="153" y="147"/>
                  </a:lnTo>
                  <a:lnTo>
                    <a:pt x="151" y="147"/>
                  </a:lnTo>
                  <a:lnTo>
                    <a:pt x="151" y="147"/>
                  </a:lnTo>
                  <a:lnTo>
                    <a:pt x="149" y="149"/>
                  </a:lnTo>
                  <a:lnTo>
                    <a:pt x="149" y="149"/>
                  </a:lnTo>
                  <a:lnTo>
                    <a:pt x="149" y="149"/>
                  </a:lnTo>
                  <a:lnTo>
                    <a:pt x="149" y="149"/>
                  </a:lnTo>
                  <a:lnTo>
                    <a:pt x="147" y="149"/>
                  </a:lnTo>
                  <a:lnTo>
                    <a:pt x="145" y="149"/>
                  </a:lnTo>
                  <a:lnTo>
                    <a:pt x="145" y="149"/>
                  </a:lnTo>
                  <a:lnTo>
                    <a:pt x="145" y="149"/>
                  </a:lnTo>
                  <a:lnTo>
                    <a:pt x="145" y="149"/>
                  </a:lnTo>
                  <a:lnTo>
                    <a:pt x="143" y="151"/>
                  </a:lnTo>
                  <a:lnTo>
                    <a:pt x="143" y="153"/>
                  </a:lnTo>
                  <a:lnTo>
                    <a:pt x="143" y="153"/>
                  </a:lnTo>
                  <a:lnTo>
                    <a:pt x="143" y="153"/>
                  </a:lnTo>
                  <a:lnTo>
                    <a:pt x="141" y="153"/>
                  </a:lnTo>
                  <a:lnTo>
                    <a:pt x="141" y="155"/>
                  </a:lnTo>
                  <a:lnTo>
                    <a:pt x="141" y="157"/>
                  </a:lnTo>
                  <a:lnTo>
                    <a:pt x="139" y="157"/>
                  </a:lnTo>
                  <a:lnTo>
                    <a:pt x="139" y="157"/>
                  </a:lnTo>
                  <a:lnTo>
                    <a:pt x="137" y="159"/>
                  </a:lnTo>
                  <a:lnTo>
                    <a:pt x="135" y="159"/>
                  </a:lnTo>
                  <a:lnTo>
                    <a:pt x="135" y="159"/>
                  </a:lnTo>
                  <a:lnTo>
                    <a:pt x="133" y="159"/>
                  </a:lnTo>
                  <a:lnTo>
                    <a:pt x="133" y="159"/>
                  </a:lnTo>
                  <a:lnTo>
                    <a:pt x="129" y="159"/>
                  </a:lnTo>
                  <a:lnTo>
                    <a:pt x="127" y="159"/>
                  </a:lnTo>
                  <a:lnTo>
                    <a:pt x="127" y="161"/>
                  </a:lnTo>
                  <a:lnTo>
                    <a:pt x="127" y="161"/>
                  </a:lnTo>
                  <a:lnTo>
                    <a:pt x="127" y="163"/>
                  </a:lnTo>
                  <a:lnTo>
                    <a:pt x="127" y="163"/>
                  </a:lnTo>
                  <a:lnTo>
                    <a:pt x="127" y="163"/>
                  </a:lnTo>
                  <a:lnTo>
                    <a:pt x="127" y="163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3" y="165"/>
                  </a:lnTo>
                  <a:lnTo>
                    <a:pt x="123" y="165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19" y="169"/>
                  </a:lnTo>
                  <a:lnTo>
                    <a:pt x="119" y="169"/>
                  </a:lnTo>
                  <a:lnTo>
                    <a:pt x="119" y="169"/>
                  </a:lnTo>
                  <a:lnTo>
                    <a:pt x="119" y="169"/>
                  </a:lnTo>
                  <a:lnTo>
                    <a:pt x="119" y="169"/>
                  </a:lnTo>
                  <a:lnTo>
                    <a:pt x="119" y="173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7" y="175"/>
                  </a:lnTo>
                  <a:lnTo>
                    <a:pt x="117" y="173"/>
                  </a:lnTo>
                  <a:lnTo>
                    <a:pt x="117" y="173"/>
                  </a:lnTo>
                  <a:lnTo>
                    <a:pt x="117" y="173"/>
                  </a:lnTo>
                  <a:lnTo>
                    <a:pt x="117" y="171"/>
                  </a:lnTo>
                  <a:lnTo>
                    <a:pt x="113" y="169"/>
                  </a:lnTo>
                  <a:lnTo>
                    <a:pt x="113" y="169"/>
                  </a:lnTo>
                  <a:lnTo>
                    <a:pt x="113" y="169"/>
                  </a:lnTo>
                  <a:lnTo>
                    <a:pt x="113" y="169"/>
                  </a:lnTo>
                  <a:lnTo>
                    <a:pt x="113" y="169"/>
                  </a:lnTo>
                  <a:lnTo>
                    <a:pt x="113" y="169"/>
                  </a:lnTo>
                  <a:lnTo>
                    <a:pt x="111" y="169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09" y="171"/>
                  </a:lnTo>
                  <a:lnTo>
                    <a:pt x="109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4" y="165"/>
                  </a:lnTo>
                  <a:lnTo>
                    <a:pt x="104" y="165"/>
                  </a:lnTo>
                  <a:lnTo>
                    <a:pt x="102" y="165"/>
                  </a:lnTo>
                  <a:lnTo>
                    <a:pt x="102" y="163"/>
                  </a:lnTo>
                  <a:lnTo>
                    <a:pt x="102" y="163"/>
                  </a:lnTo>
                  <a:lnTo>
                    <a:pt x="102" y="163"/>
                  </a:lnTo>
                  <a:lnTo>
                    <a:pt x="100" y="165"/>
                  </a:lnTo>
                  <a:lnTo>
                    <a:pt x="98" y="165"/>
                  </a:lnTo>
                  <a:lnTo>
                    <a:pt x="98" y="165"/>
                  </a:lnTo>
                  <a:lnTo>
                    <a:pt x="96" y="165"/>
                  </a:lnTo>
                  <a:lnTo>
                    <a:pt x="96" y="165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9"/>
                  </a:lnTo>
                  <a:lnTo>
                    <a:pt x="92" y="169"/>
                  </a:lnTo>
                  <a:lnTo>
                    <a:pt x="92" y="171"/>
                  </a:lnTo>
                  <a:lnTo>
                    <a:pt x="92" y="171"/>
                  </a:lnTo>
                  <a:lnTo>
                    <a:pt x="90" y="171"/>
                  </a:lnTo>
                  <a:lnTo>
                    <a:pt x="88" y="171"/>
                  </a:lnTo>
                  <a:lnTo>
                    <a:pt x="86" y="171"/>
                  </a:lnTo>
                  <a:lnTo>
                    <a:pt x="86" y="171"/>
                  </a:lnTo>
                  <a:lnTo>
                    <a:pt x="86" y="171"/>
                  </a:lnTo>
                  <a:lnTo>
                    <a:pt x="84" y="171"/>
                  </a:lnTo>
                  <a:lnTo>
                    <a:pt x="84" y="171"/>
                  </a:lnTo>
                  <a:lnTo>
                    <a:pt x="84" y="171"/>
                  </a:lnTo>
                  <a:lnTo>
                    <a:pt x="84" y="171"/>
                  </a:lnTo>
                  <a:lnTo>
                    <a:pt x="84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0" y="171"/>
                  </a:lnTo>
                  <a:lnTo>
                    <a:pt x="78" y="173"/>
                  </a:lnTo>
                  <a:lnTo>
                    <a:pt x="78" y="173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69"/>
                  </a:lnTo>
                  <a:lnTo>
                    <a:pt x="76" y="169"/>
                  </a:lnTo>
                  <a:lnTo>
                    <a:pt x="76" y="169"/>
                  </a:lnTo>
                  <a:lnTo>
                    <a:pt x="74" y="169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2" y="167"/>
                  </a:lnTo>
                  <a:lnTo>
                    <a:pt x="72" y="169"/>
                  </a:lnTo>
                  <a:lnTo>
                    <a:pt x="72" y="169"/>
                  </a:lnTo>
                  <a:lnTo>
                    <a:pt x="74" y="169"/>
                  </a:lnTo>
                  <a:lnTo>
                    <a:pt x="74" y="169"/>
                  </a:lnTo>
                  <a:lnTo>
                    <a:pt x="74" y="169"/>
                  </a:lnTo>
                  <a:lnTo>
                    <a:pt x="74" y="169"/>
                  </a:lnTo>
                  <a:lnTo>
                    <a:pt x="72" y="171"/>
                  </a:lnTo>
                  <a:lnTo>
                    <a:pt x="72" y="173"/>
                  </a:lnTo>
                  <a:lnTo>
                    <a:pt x="72" y="173"/>
                  </a:lnTo>
                  <a:lnTo>
                    <a:pt x="72" y="173"/>
                  </a:lnTo>
                  <a:lnTo>
                    <a:pt x="72" y="173"/>
                  </a:lnTo>
                  <a:lnTo>
                    <a:pt x="70" y="173"/>
                  </a:lnTo>
                  <a:lnTo>
                    <a:pt x="68" y="173"/>
                  </a:lnTo>
                  <a:lnTo>
                    <a:pt x="68" y="173"/>
                  </a:lnTo>
                  <a:lnTo>
                    <a:pt x="68" y="173"/>
                  </a:lnTo>
                  <a:lnTo>
                    <a:pt x="66" y="171"/>
                  </a:lnTo>
                  <a:lnTo>
                    <a:pt x="64" y="171"/>
                  </a:lnTo>
                  <a:lnTo>
                    <a:pt x="64" y="171"/>
                  </a:lnTo>
                  <a:lnTo>
                    <a:pt x="64" y="171"/>
                  </a:lnTo>
                  <a:lnTo>
                    <a:pt x="64" y="171"/>
                  </a:lnTo>
                  <a:lnTo>
                    <a:pt x="64" y="173"/>
                  </a:lnTo>
                  <a:lnTo>
                    <a:pt x="64" y="173"/>
                  </a:lnTo>
                  <a:lnTo>
                    <a:pt x="62" y="173"/>
                  </a:lnTo>
                  <a:lnTo>
                    <a:pt x="62" y="173"/>
                  </a:lnTo>
                  <a:lnTo>
                    <a:pt x="60" y="173"/>
                  </a:lnTo>
                  <a:lnTo>
                    <a:pt x="60" y="173"/>
                  </a:lnTo>
                  <a:lnTo>
                    <a:pt x="58" y="173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57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55" y="171"/>
                  </a:lnTo>
                  <a:lnTo>
                    <a:pt x="51" y="173"/>
                  </a:lnTo>
                  <a:lnTo>
                    <a:pt x="49" y="171"/>
                  </a:lnTo>
                  <a:lnTo>
                    <a:pt x="49" y="171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71"/>
                  </a:lnTo>
                  <a:lnTo>
                    <a:pt x="45" y="171"/>
                  </a:lnTo>
                  <a:lnTo>
                    <a:pt x="45" y="171"/>
                  </a:lnTo>
                  <a:lnTo>
                    <a:pt x="45" y="171"/>
                  </a:lnTo>
                  <a:lnTo>
                    <a:pt x="43" y="171"/>
                  </a:lnTo>
                  <a:lnTo>
                    <a:pt x="43" y="171"/>
                  </a:lnTo>
                  <a:lnTo>
                    <a:pt x="43" y="171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39" y="176"/>
                  </a:lnTo>
                  <a:lnTo>
                    <a:pt x="39" y="176"/>
                  </a:lnTo>
                  <a:lnTo>
                    <a:pt x="37" y="176"/>
                  </a:lnTo>
                  <a:lnTo>
                    <a:pt x="35" y="176"/>
                  </a:lnTo>
                  <a:lnTo>
                    <a:pt x="35" y="176"/>
                  </a:lnTo>
                  <a:lnTo>
                    <a:pt x="35" y="178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33" y="176"/>
                  </a:lnTo>
                  <a:lnTo>
                    <a:pt x="33" y="176"/>
                  </a:lnTo>
                  <a:lnTo>
                    <a:pt x="31" y="176"/>
                  </a:lnTo>
                  <a:lnTo>
                    <a:pt x="29" y="176"/>
                  </a:lnTo>
                  <a:lnTo>
                    <a:pt x="29" y="175"/>
                  </a:lnTo>
                  <a:lnTo>
                    <a:pt x="27" y="175"/>
                  </a:lnTo>
                  <a:lnTo>
                    <a:pt x="27" y="175"/>
                  </a:lnTo>
                  <a:lnTo>
                    <a:pt x="27" y="173"/>
                  </a:lnTo>
                  <a:lnTo>
                    <a:pt x="27" y="173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3" y="171"/>
                  </a:lnTo>
                  <a:lnTo>
                    <a:pt x="17" y="171"/>
                  </a:lnTo>
                  <a:lnTo>
                    <a:pt x="17" y="171"/>
                  </a:lnTo>
                  <a:lnTo>
                    <a:pt x="17" y="171"/>
                  </a:lnTo>
                  <a:lnTo>
                    <a:pt x="17" y="169"/>
                  </a:lnTo>
                  <a:lnTo>
                    <a:pt x="17" y="169"/>
                  </a:lnTo>
                  <a:lnTo>
                    <a:pt x="15" y="169"/>
                  </a:lnTo>
                  <a:lnTo>
                    <a:pt x="13" y="165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7" y="165"/>
                  </a:lnTo>
                  <a:lnTo>
                    <a:pt x="6" y="165"/>
                  </a:lnTo>
                  <a:lnTo>
                    <a:pt x="6" y="165"/>
                  </a:lnTo>
                  <a:lnTo>
                    <a:pt x="6" y="165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2" y="161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7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5"/>
                  </a:lnTo>
                  <a:lnTo>
                    <a:pt x="2" y="153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4" y="151"/>
                  </a:lnTo>
                  <a:lnTo>
                    <a:pt x="4" y="151"/>
                  </a:lnTo>
                  <a:lnTo>
                    <a:pt x="6" y="149"/>
                  </a:lnTo>
                  <a:lnTo>
                    <a:pt x="6" y="149"/>
                  </a:lnTo>
                  <a:lnTo>
                    <a:pt x="6" y="147"/>
                  </a:lnTo>
                  <a:lnTo>
                    <a:pt x="6" y="147"/>
                  </a:lnTo>
                  <a:lnTo>
                    <a:pt x="7" y="147"/>
                  </a:lnTo>
                  <a:lnTo>
                    <a:pt x="7" y="14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7" y="143"/>
                  </a:lnTo>
                  <a:lnTo>
                    <a:pt x="7" y="143"/>
                  </a:lnTo>
                  <a:lnTo>
                    <a:pt x="7" y="143"/>
                  </a:lnTo>
                  <a:lnTo>
                    <a:pt x="7" y="143"/>
                  </a:lnTo>
                  <a:lnTo>
                    <a:pt x="7" y="143"/>
                  </a:lnTo>
                  <a:lnTo>
                    <a:pt x="9" y="143"/>
                  </a:lnTo>
                  <a:lnTo>
                    <a:pt x="9" y="143"/>
                  </a:lnTo>
                  <a:lnTo>
                    <a:pt x="11" y="143"/>
                  </a:lnTo>
                  <a:lnTo>
                    <a:pt x="11" y="143"/>
                  </a:lnTo>
                  <a:lnTo>
                    <a:pt x="11" y="143"/>
                  </a:lnTo>
                  <a:lnTo>
                    <a:pt x="11" y="141"/>
                  </a:lnTo>
                  <a:lnTo>
                    <a:pt x="11" y="141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5" y="139"/>
                  </a:lnTo>
                  <a:lnTo>
                    <a:pt x="7" y="131"/>
                  </a:lnTo>
                  <a:lnTo>
                    <a:pt x="6" y="129"/>
                  </a:lnTo>
                  <a:lnTo>
                    <a:pt x="6" y="127"/>
                  </a:lnTo>
                  <a:lnTo>
                    <a:pt x="6" y="127"/>
                  </a:lnTo>
                  <a:lnTo>
                    <a:pt x="6" y="125"/>
                  </a:lnTo>
                  <a:lnTo>
                    <a:pt x="7" y="125"/>
                  </a:lnTo>
                  <a:lnTo>
                    <a:pt x="9" y="125"/>
                  </a:lnTo>
                  <a:lnTo>
                    <a:pt x="9" y="123"/>
                  </a:lnTo>
                  <a:lnTo>
                    <a:pt x="9" y="123"/>
                  </a:lnTo>
                  <a:lnTo>
                    <a:pt x="9" y="123"/>
                  </a:lnTo>
                  <a:lnTo>
                    <a:pt x="9" y="121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5" y="116"/>
                  </a:lnTo>
                  <a:lnTo>
                    <a:pt x="21" y="112"/>
                  </a:lnTo>
                  <a:lnTo>
                    <a:pt x="19" y="108"/>
                  </a:lnTo>
                  <a:lnTo>
                    <a:pt x="19" y="106"/>
                  </a:lnTo>
                  <a:lnTo>
                    <a:pt x="17" y="104"/>
                  </a:lnTo>
                  <a:lnTo>
                    <a:pt x="19" y="104"/>
                  </a:lnTo>
                  <a:lnTo>
                    <a:pt x="19" y="102"/>
                  </a:lnTo>
                  <a:lnTo>
                    <a:pt x="21" y="102"/>
                  </a:lnTo>
                  <a:lnTo>
                    <a:pt x="21" y="102"/>
                  </a:lnTo>
                  <a:lnTo>
                    <a:pt x="21" y="102"/>
                  </a:lnTo>
                  <a:lnTo>
                    <a:pt x="21" y="100"/>
                  </a:lnTo>
                  <a:lnTo>
                    <a:pt x="21" y="100"/>
                  </a:lnTo>
                  <a:lnTo>
                    <a:pt x="23" y="100"/>
                  </a:lnTo>
                  <a:lnTo>
                    <a:pt x="21" y="100"/>
                  </a:lnTo>
                  <a:lnTo>
                    <a:pt x="21" y="100"/>
                  </a:lnTo>
                  <a:lnTo>
                    <a:pt x="19" y="96"/>
                  </a:lnTo>
                  <a:lnTo>
                    <a:pt x="19" y="96"/>
                  </a:lnTo>
                  <a:lnTo>
                    <a:pt x="19" y="96"/>
                  </a:lnTo>
                  <a:lnTo>
                    <a:pt x="19" y="96"/>
                  </a:lnTo>
                  <a:lnTo>
                    <a:pt x="19" y="96"/>
                  </a:lnTo>
                  <a:lnTo>
                    <a:pt x="21" y="96"/>
                  </a:lnTo>
                  <a:lnTo>
                    <a:pt x="23" y="96"/>
                  </a:lnTo>
                  <a:lnTo>
                    <a:pt x="23" y="96"/>
                  </a:lnTo>
                  <a:lnTo>
                    <a:pt x="23" y="96"/>
                  </a:lnTo>
                  <a:lnTo>
                    <a:pt x="25" y="96"/>
                  </a:lnTo>
                  <a:lnTo>
                    <a:pt x="25" y="96"/>
                  </a:lnTo>
                  <a:lnTo>
                    <a:pt x="25" y="94"/>
                  </a:lnTo>
                  <a:lnTo>
                    <a:pt x="27" y="94"/>
                  </a:lnTo>
                  <a:lnTo>
                    <a:pt x="27" y="94"/>
                  </a:lnTo>
                  <a:lnTo>
                    <a:pt x="27" y="92"/>
                  </a:lnTo>
                  <a:lnTo>
                    <a:pt x="27" y="92"/>
                  </a:lnTo>
                  <a:lnTo>
                    <a:pt x="27" y="92"/>
                  </a:lnTo>
                  <a:lnTo>
                    <a:pt x="27" y="92"/>
                  </a:lnTo>
                  <a:lnTo>
                    <a:pt x="27" y="92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15" y="82"/>
                  </a:lnTo>
                  <a:lnTo>
                    <a:pt x="13" y="80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8"/>
                  </a:lnTo>
                  <a:lnTo>
                    <a:pt x="13" y="68"/>
                  </a:lnTo>
                  <a:lnTo>
                    <a:pt x="13" y="68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7" y="67"/>
                  </a:lnTo>
                  <a:lnTo>
                    <a:pt x="7" y="65"/>
                  </a:lnTo>
                  <a:lnTo>
                    <a:pt x="7" y="65"/>
                  </a:lnTo>
                  <a:lnTo>
                    <a:pt x="7" y="63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4" y="59"/>
                  </a:lnTo>
                  <a:lnTo>
                    <a:pt x="6" y="55"/>
                  </a:lnTo>
                  <a:lnTo>
                    <a:pt x="6" y="53"/>
                  </a:lnTo>
                  <a:lnTo>
                    <a:pt x="6" y="51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7" y="47"/>
                  </a:lnTo>
                  <a:lnTo>
                    <a:pt x="7" y="47"/>
                  </a:lnTo>
                  <a:lnTo>
                    <a:pt x="9" y="47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7" y="43"/>
                  </a:lnTo>
                  <a:lnTo>
                    <a:pt x="21" y="43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5" y="41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29" y="41"/>
                  </a:lnTo>
                  <a:lnTo>
                    <a:pt x="31" y="39"/>
                  </a:lnTo>
                  <a:lnTo>
                    <a:pt x="31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5" y="37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7" y="33"/>
                  </a:lnTo>
                  <a:lnTo>
                    <a:pt x="37" y="31"/>
                  </a:lnTo>
                  <a:lnTo>
                    <a:pt x="37" y="29"/>
                  </a:lnTo>
                  <a:lnTo>
                    <a:pt x="37" y="29"/>
                  </a:lnTo>
                  <a:lnTo>
                    <a:pt x="37" y="29"/>
                  </a:lnTo>
                  <a:lnTo>
                    <a:pt x="37" y="29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1" y="19"/>
                  </a:lnTo>
                  <a:lnTo>
                    <a:pt x="43" y="19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7" y="19"/>
                  </a:lnTo>
                  <a:lnTo>
                    <a:pt x="47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49" y="23"/>
                  </a:lnTo>
                  <a:lnTo>
                    <a:pt x="51" y="23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1" y="27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7" y="27"/>
                  </a:lnTo>
                  <a:lnTo>
                    <a:pt x="58" y="27"/>
                  </a:lnTo>
                  <a:lnTo>
                    <a:pt x="60" y="29"/>
                  </a:lnTo>
                  <a:lnTo>
                    <a:pt x="60" y="29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6" y="27"/>
                  </a:lnTo>
                  <a:lnTo>
                    <a:pt x="68" y="27"/>
                  </a:lnTo>
                  <a:lnTo>
                    <a:pt x="68" y="25"/>
                  </a:lnTo>
                  <a:lnTo>
                    <a:pt x="68" y="25"/>
                  </a:lnTo>
                  <a:lnTo>
                    <a:pt x="68" y="25"/>
                  </a:lnTo>
                  <a:lnTo>
                    <a:pt x="68" y="25"/>
                  </a:lnTo>
                  <a:lnTo>
                    <a:pt x="70" y="23"/>
                  </a:lnTo>
                  <a:lnTo>
                    <a:pt x="80" y="21"/>
                  </a:lnTo>
                  <a:lnTo>
                    <a:pt x="84" y="17"/>
                  </a:lnTo>
                  <a:lnTo>
                    <a:pt x="84" y="17"/>
                  </a:lnTo>
                  <a:lnTo>
                    <a:pt x="84" y="17"/>
                  </a:lnTo>
                  <a:lnTo>
                    <a:pt x="84" y="17"/>
                  </a:lnTo>
                  <a:lnTo>
                    <a:pt x="84" y="17"/>
                  </a:lnTo>
                  <a:lnTo>
                    <a:pt x="84" y="15"/>
                  </a:lnTo>
                  <a:lnTo>
                    <a:pt x="86" y="15"/>
                  </a:lnTo>
                  <a:lnTo>
                    <a:pt x="86" y="15"/>
                  </a:lnTo>
                  <a:lnTo>
                    <a:pt x="86" y="15"/>
                  </a:lnTo>
                  <a:lnTo>
                    <a:pt x="86" y="12"/>
                  </a:lnTo>
                  <a:lnTo>
                    <a:pt x="88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2" y="12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4" y="13"/>
                  </a:lnTo>
                  <a:lnTo>
                    <a:pt x="94" y="13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4" y="19"/>
                  </a:lnTo>
                  <a:lnTo>
                    <a:pt x="94" y="23"/>
                  </a:lnTo>
                  <a:lnTo>
                    <a:pt x="96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98" y="21"/>
                  </a:lnTo>
                  <a:lnTo>
                    <a:pt x="98" y="21"/>
                  </a:lnTo>
                  <a:lnTo>
                    <a:pt x="100" y="21"/>
                  </a:lnTo>
                  <a:lnTo>
                    <a:pt x="102" y="19"/>
                  </a:lnTo>
                  <a:lnTo>
                    <a:pt x="102" y="19"/>
                  </a:lnTo>
                  <a:lnTo>
                    <a:pt x="102" y="19"/>
                  </a:lnTo>
                  <a:lnTo>
                    <a:pt x="104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06" y="17"/>
                  </a:lnTo>
                  <a:lnTo>
                    <a:pt x="108" y="17"/>
                  </a:lnTo>
                  <a:lnTo>
                    <a:pt x="108" y="17"/>
                  </a:lnTo>
                  <a:lnTo>
                    <a:pt x="109" y="15"/>
                  </a:lnTo>
                  <a:lnTo>
                    <a:pt x="109" y="15"/>
                  </a:lnTo>
                  <a:lnTo>
                    <a:pt x="109" y="15"/>
                  </a:lnTo>
                  <a:lnTo>
                    <a:pt x="109" y="15"/>
                  </a:lnTo>
                  <a:lnTo>
                    <a:pt x="109" y="13"/>
                  </a:lnTo>
                  <a:lnTo>
                    <a:pt x="109" y="13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5" y="12"/>
                  </a:lnTo>
                  <a:lnTo>
                    <a:pt x="115" y="12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7" y="6"/>
                  </a:lnTo>
                  <a:lnTo>
                    <a:pt x="117" y="4"/>
                  </a:lnTo>
                  <a:lnTo>
                    <a:pt x="117" y="4"/>
                  </a:lnTo>
                  <a:lnTo>
                    <a:pt x="117" y="4"/>
                  </a:lnTo>
                  <a:lnTo>
                    <a:pt x="117" y="2"/>
                  </a:lnTo>
                  <a:lnTo>
                    <a:pt x="117" y="2"/>
                  </a:lnTo>
                  <a:lnTo>
                    <a:pt x="117" y="2"/>
                  </a:lnTo>
                  <a:lnTo>
                    <a:pt x="119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71525" y="3138488"/>
              <a:ext cx="123825" cy="242888"/>
            </a:xfrm>
            <a:custGeom>
              <a:avLst/>
              <a:gdLst>
                <a:gd name="T0" fmla="*/ 102 w 155"/>
                <a:gd name="T1" fmla="*/ 5 h 306"/>
                <a:gd name="T2" fmla="*/ 104 w 155"/>
                <a:gd name="T3" fmla="*/ 19 h 306"/>
                <a:gd name="T4" fmla="*/ 130 w 155"/>
                <a:gd name="T5" fmla="*/ 37 h 306"/>
                <a:gd name="T6" fmla="*/ 135 w 155"/>
                <a:gd name="T7" fmla="*/ 49 h 306"/>
                <a:gd name="T8" fmla="*/ 134 w 155"/>
                <a:gd name="T9" fmla="*/ 55 h 306"/>
                <a:gd name="T10" fmla="*/ 139 w 155"/>
                <a:gd name="T11" fmla="*/ 66 h 306"/>
                <a:gd name="T12" fmla="*/ 139 w 155"/>
                <a:gd name="T13" fmla="*/ 70 h 306"/>
                <a:gd name="T14" fmla="*/ 147 w 155"/>
                <a:gd name="T15" fmla="*/ 78 h 306"/>
                <a:gd name="T16" fmla="*/ 141 w 155"/>
                <a:gd name="T17" fmla="*/ 88 h 306"/>
                <a:gd name="T18" fmla="*/ 130 w 155"/>
                <a:gd name="T19" fmla="*/ 104 h 306"/>
                <a:gd name="T20" fmla="*/ 135 w 155"/>
                <a:gd name="T21" fmla="*/ 108 h 306"/>
                <a:gd name="T22" fmla="*/ 141 w 155"/>
                <a:gd name="T23" fmla="*/ 111 h 306"/>
                <a:gd name="T24" fmla="*/ 135 w 155"/>
                <a:gd name="T25" fmla="*/ 117 h 306"/>
                <a:gd name="T26" fmla="*/ 155 w 155"/>
                <a:gd name="T27" fmla="*/ 135 h 306"/>
                <a:gd name="T28" fmla="*/ 151 w 155"/>
                <a:gd name="T29" fmla="*/ 139 h 306"/>
                <a:gd name="T30" fmla="*/ 149 w 155"/>
                <a:gd name="T31" fmla="*/ 145 h 306"/>
                <a:gd name="T32" fmla="*/ 139 w 155"/>
                <a:gd name="T33" fmla="*/ 163 h 306"/>
                <a:gd name="T34" fmla="*/ 134 w 155"/>
                <a:gd name="T35" fmla="*/ 172 h 306"/>
                <a:gd name="T36" fmla="*/ 139 w 155"/>
                <a:gd name="T37" fmla="*/ 186 h 306"/>
                <a:gd name="T38" fmla="*/ 135 w 155"/>
                <a:gd name="T39" fmla="*/ 190 h 306"/>
                <a:gd name="T40" fmla="*/ 130 w 155"/>
                <a:gd name="T41" fmla="*/ 200 h 306"/>
                <a:gd name="T42" fmla="*/ 134 w 155"/>
                <a:gd name="T43" fmla="*/ 208 h 306"/>
                <a:gd name="T44" fmla="*/ 137 w 155"/>
                <a:gd name="T45" fmla="*/ 212 h 306"/>
                <a:gd name="T46" fmla="*/ 134 w 155"/>
                <a:gd name="T47" fmla="*/ 216 h 306"/>
                <a:gd name="T48" fmla="*/ 126 w 155"/>
                <a:gd name="T49" fmla="*/ 218 h 306"/>
                <a:gd name="T50" fmla="*/ 126 w 155"/>
                <a:gd name="T51" fmla="*/ 221 h 306"/>
                <a:gd name="T52" fmla="*/ 130 w 155"/>
                <a:gd name="T53" fmla="*/ 227 h 306"/>
                <a:gd name="T54" fmla="*/ 134 w 155"/>
                <a:gd name="T55" fmla="*/ 229 h 306"/>
                <a:gd name="T56" fmla="*/ 128 w 155"/>
                <a:gd name="T57" fmla="*/ 241 h 306"/>
                <a:gd name="T58" fmla="*/ 132 w 155"/>
                <a:gd name="T59" fmla="*/ 249 h 306"/>
                <a:gd name="T60" fmla="*/ 130 w 155"/>
                <a:gd name="T61" fmla="*/ 257 h 306"/>
                <a:gd name="T62" fmla="*/ 132 w 155"/>
                <a:gd name="T63" fmla="*/ 261 h 306"/>
                <a:gd name="T64" fmla="*/ 132 w 155"/>
                <a:gd name="T65" fmla="*/ 278 h 306"/>
                <a:gd name="T66" fmla="*/ 130 w 155"/>
                <a:gd name="T67" fmla="*/ 284 h 306"/>
                <a:gd name="T68" fmla="*/ 124 w 155"/>
                <a:gd name="T69" fmla="*/ 286 h 306"/>
                <a:gd name="T70" fmla="*/ 118 w 155"/>
                <a:gd name="T71" fmla="*/ 306 h 306"/>
                <a:gd name="T72" fmla="*/ 112 w 155"/>
                <a:gd name="T73" fmla="*/ 304 h 306"/>
                <a:gd name="T74" fmla="*/ 106 w 155"/>
                <a:gd name="T75" fmla="*/ 300 h 306"/>
                <a:gd name="T76" fmla="*/ 96 w 155"/>
                <a:gd name="T77" fmla="*/ 300 h 306"/>
                <a:gd name="T78" fmla="*/ 90 w 155"/>
                <a:gd name="T79" fmla="*/ 304 h 306"/>
                <a:gd name="T80" fmla="*/ 81 w 155"/>
                <a:gd name="T81" fmla="*/ 292 h 306"/>
                <a:gd name="T82" fmla="*/ 81 w 155"/>
                <a:gd name="T83" fmla="*/ 282 h 306"/>
                <a:gd name="T84" fmla="*/ 55 w 155"/>
                <a:gd name="T85" fmla="*/ 269 h 306"/>
                <a:gd name="T86" fmla="*/ 35 w 155"/>
                <a:gd name="T87" fmla="*/ 261 h 306"/>
                <a:gd name="T88" fmla="*/ 43 w 155"/>
                <a:gd name="T89" fmla="*/ 255 h 306"/>
                <a:gd name="T90" fmla="*/ 30 w 155"/>
                <a:gd name="T91" fmla="*/ 237 h 306"/>
                <a:gd name="T92" fmla="*/ 18 w 155"/>
                <a:gd name="T93" fmla="*/ 229 h 306"/>
                <a:gd name="T94" fmla="*/ 2 w 155"/>
                <a:gd name="T95" fmla="*/ 218 h 306"/>
                <a:gd name="T96" fmla="*/ 10 w 155"/>
                <a:gd name="T97" fmla="*/ 198 h 306"/>
                <a:gd name="T98" fmla="*/ 14 w 155"/>
                <a:gd name="T99" fmla="*/ 182 h 306"/>
                <a:gd name="T100" fmla="*/ 16 w 155"/>
                <a:gd name="T101" fmla="*/ 161 h 306"/>
                <a:gd name="T102" fmla="*/ 14 w 155"/>
                <a:gd name="T103" fmla="*/ 145 h 306"/>
                <a:gd name="T104" fmla="*/ 26 w 155"/>
                <a:gd name="T105" fmla="*/ 133 h 306"/>
                <a:gd name="T106" fmla="*/ 24 w 155"/>
                <a:gd name="T107" fmla="*/ 106 h 306"/>
                <a:gd name="T108" fmla="*/ 24 w 155"/>
                <a:gd name="T109" fmla="*/ 92 h 306"/>
                <a:gd name="T110" fmla="*/ 28 w 155"/>
                <a:gd name="T111" fmla="*/ 86 h 306"/>
                <a:gd name="T112" fmla="*/ 39 w 155"/>
                <a:gd name="T113" fmla="*/ 80 h 306"/>
                <a:gd name="T114" fmla="*/ 49 w 155"/>
                <a:gd name="T115" fmla="*/ 72 h 306"/>
                <a:gd name="T116" fmla="*/ 55 w 155"/>
                <a:gd name="T117" fmla="*/ 43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5" h="306">
                  <a:moveTo>
                    <a:pt x="88" y="0"/>
                  </a:moveTo>
                  <a:lnTo>
                    <a:pt x="8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2"/>
                  </a:lnTo>
                  <a:lnTo>
                    <a:pt x="96" y="2"/>
                  </a:lnTo>
                  <a:lnTo>
                    <a:pt x="96" y="3"/>
                  </a:lnTo>
                  <a:lnTo>
                    <a:pt x="98" y="3"/>
                  </a:lnTo>
                  <a:lnTo>
                    <a:pt x="98" y="3"/>
                  </a:lnTo>
                  <a:lnTo>
                    <a:pt x="98" y="3"/>
                  </a:lnTo>
                  <a:lnTo>
                    <a:pt x="98" y="3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4" y="5"/>
                  </a:lnTo>
                  <a:lnTo>
                    <a:pt x="104" y="5"/>
                  </a:lnTo>
                  <a:lnTo>
                    <a:pt x="104" y="7"/>
                  </a:lnTo>
                  <a:lnTo>
                    <a:pt x="104" y="7"/>
                  </a:lnTo>
                  <a:lnTo>
                    <a:pt x="104" y="9"/>
                  </a:lnTo>
                  <a:lnTo>
                    <a:pt x="104" y="9"/>
                  </a:lnTo>
                  <a:lnTo>
                    <a:pt x="104" y="13"/>
                  </a:lnTo>
                  <a:lnTo>
                    <a:pt x="104" y="13"/>
                  </a:lnTo>
                  <a:lnTo>
                    <a:pt x="104" y="15"/>
                  </a:lnTo>
                  <a:lnTo>
                    <a:pt x="104" y="17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10" y="21"/>
                  </a:lnTo>
                  <a:lnTo>
                    <a:pt x="114" y="23"/>
                  </a:lnTo>
                  <a:lnTo>
                    <a:pt x="116" y="23"/>
                  </a:lnTo>
                  <a:lnTo>
                    <a:pt x="122" y="31"/>
                  </a:lnTo>
                  <a:lnTo>
                    <a:pt x="124" y="31"/>
                  </a:lnTo>
                  <a:lnTo>
                    <a:pt x="130" y="35"/>
                  </a:lnTo>
                  <a:lnTo>
                    <a:pt x="130" y="37"/>
                  </a:lnTo>
                  <a:lnTo>
                    <a:pt x="130" y="37"/>
                  </a:lnTo>
                  <a:lnTo>
                    <a:pt x="130" y="37"/>
                  </a:lnTo>
                  <a:lnTo>
                    <a:pt x="128" y="37"/>
                  </a:lnTo>
                  <a:lnTo>
                    <a:pt x="128" y="39"/>
                  </a:lnTo>
                  <a:lnTo>
                    <a:pt x="128" y="39"/>
                  </a:lnTo>
                  <a:lnTo>
                    <a:pt x="130" y="39"/>
                  </a:lnTo>
                  <a:lnTo>
                    <a:pt x="130" y="41"/>
                  </a:lnTo>
                  <a:lnTo>
                    <a:pt x="130" y="41"/>
                  </a:lnTo>
                  <a:lnTo>
                    <a:pt x="130" y="41"/>
                  </a:lnTo>
                  <a:lnTo>
                    <a:pt x="132" y="43"/>
                  </a:lnTo>
                  <a:lnTo>
                    <a:pt x="132" y="45"/>
                  </a:lnTo>
                  <a:lnTo>
                    <a:pt x="132" y="45"/>
                  </a:lnTo>
                  <a:lnTo>
                    <a:pt x="135" y="49"/>
                  </a:lnTo>
                  <a:lnTo>
                    <a:pt x="135" y="49"/>
                  </a:lnTo>
                  <a:lnTo>
                    <a:pt x="135" y="51"/>
                  </a:lnTo>
                  <a:lnTo>
                    <a:pt x="135" y="53"/>
                  </a:lnTo>
                  <a:lnTo>
                    <a:pt x="135" y="53"/>
                  </a:lnTo>
                  <a:lnTo>
                    <a:pt x="135" y="53"/>
                  </a:lnTo>
                  <a:lnTo>
                    <a:pt x="135" y="55"/>
                  </a:lnTo>
                  <a:lnTo>
                    <a:pt x="135" y="55"/>
                  </a:lnTo>
                  <a:lnTo>
                    <a:pt x="135" y="55"/>
                  </a:lnTo>
                  <a:lnTo>
                    <a:pt x="135" y="55"/>
                  </a:lnTo>
                  <a:lnTo>
                    <a:pt x="135" y="55"/>
                  </a:lnTo>
                  <a:lnTo>
                    <a:pt x="134" y="55"/>
                  </a:lnTo>
                  <a:lnTo>
                    <a:pt x="134" y="55"/>
                  </a:lnTo>
                  <a:lnTo>
                    <a:pt x="134" y="55"/>
                  </a:lnTo>
                  <a:lnTo>
                    <a:pt x="134" y="55"/>
                  </a:lnTo>
                  <a:lnTo>
                    <a:pt x="134" y="55"/>
                  </a:lnTo>
                  <a:lnTo>
                    <a:pt x="139" y="60"/>
                  </a:lnTo>
                  <a:lnTo>
                    <a:pt x="139" y="60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39" y="64"/>
                  </a:lnTo>
                  <a:lnTo>
                    <a:pt x="139" y="64"/>
                  </a:lnTo>
                  <a:lnTo>
                    <a:pt x="139" y="64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41" y="66"/>
                  </a:lnTo>
                  <a:lnTo>
                    <a:pt x="141" y="66"/>
                  </a:lnTo>
                  <a:lnTo>
                    <a:pt x="141" y="68"/>
                  </a:lnTo>
                  <a:lnTo>
                    <a:pt x="141" y="68"/>
                  </a:lnTo>
                  <a:lnTo>
                    <a:pt x="141" y="68"/>
                  </a:lnTo>
                  <a:lnTo>
                    <a:pt x="141" y="68"/>
                  </a:lnTo>
                  <a:lnTo>
                    <a:pt x="141" y="68"/>
                  </a:lnTo>
                  <a:lnTo>
                    <a:pt x="139" y="68"/>
                  </a:lnTo>
                  <a:lnTo>
                    <a:pt x="139" y="68"/>
                  </a:lnTo>
                  <a:lnTo>
                    <a:pt x="139" y="68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72"/>
                  </a:lnTo>
                  <a:lnTo>
                    <a:pt x="139" y="72"/>
                  </a:lnTo>
                  <a:lnTo>
                    <a:pt x="139" y="72"/>
                  </a:lnTo>
                  <a:lnTo>
                    <a:pt x="141" y="74"/>
                  </a:lnTo>
                  <a:lnTo>
                    <a:pt x="143" y="76"/>
                  </a:lnTo>
                  <a:lnTo>
                    <a:pt x="143" y="76"/>
                  </a:lnTo>
                  <a:lnTo>
                    <a:pt x="145" y="76"/>
                  </a:lnTo>
                  <a:lnTo>
                    <a:pt x="147" y="78"/>
                  </a:lnTo>
                  <a:lnTo>
                    <a:pt x="147" y="78"/>
                  </a:lnTo>
                  <a:lnTo>
                    <a:pt x="151" y="80"/>
                  </a:lnTo>
                  <a:lnTo>
                    <a:pt x="155" y="82"/>
                  </a:lnTo>
                  <a:lnTo>
                    <a:pt x="153" y="84"/>
                  </a:lnTo>
                  <a:lnTo>
                    <a:pt x="151" y="84"/>
                  </a:lnTo>
                  <a:lnTo>
                    <a:pt x="151" y="84"/>
                  </a:lnTo>
                  <a:lnTo>
                    <a:pt x="149" y="86"/>
                  </a:lnTo>
                  <a:lnTo>
                    <a:pt x="145" y="86"/>
                  </a:lnTo>
                  <a:lnTo>
                    <a:pt x="143" y="86"/>
                  </a:lnTo>
                  <a:lnTo>
                    <a:pt x="143" y="88"/>
                  </a:lnTo>
                  <a:lnTo>
                    <a:pt x="141" y="88"/>
                  </a:lnTo>
                  <a:lnTo>
                    <a:pt x="141" y="88"/>
                  </a:lnTo>
                  <a:lnTo>
                    <a:pt x="137" y="90"/>
                  </a:lnTo>
                  <a:lnTo>
                    <a:pt x="135" y="90"/>
                  </a:lnTo>
                  <a:lnTo>
                    <a:pt x="135" y="90"/>
                  </a:lnTo>
                  <a:lnTo>
                    <a:pt x="134" y="92"/>
                  </a:lnTo>
                  <a:lnTo>
                    <a:pt x="134" y="92"/>
                  </a:lnTo>
                  <a:lnTo>
                    <a:pt x="134" y="94"/>
                  </a:lnTo>
                  <a:lnTo>
                    <a:pt x="134" y="96"/>
                  </a:lnTo>
                  <a:lnTo>
                    <a:pt x="134" y="98"/>
                  </a:lnTo>
                  <a:lnTo>
                    <a:pt x="132" y="102"/>
                  </a:lnTo>
                  <a:lnTo>
                    <a:pt x="130" y="104"/>
                  </a:lnTo>
                  <a:lnTo>
                    <a:pt x="130" y="104"/>
                  </a:lnTo>
                  <a:lnTo>
                    <a:pt x="130" y="104"/>
                  </a:lnTo>
                  <a:lnTo>
                    <a:pt x="130" y="104"/>
                  </a:lnTo>
                  <a:lnTo>
                    <a:pt x="130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5" y="104"/>
                  </a:lnTo>
                  <a:lnTo>
                    <a:pt x="135" y="104"/>
                  </a:lnTo>
                  <a:lnTo>
                    <a:pt x="135" y="106"/>
                  </a:lnTo>
                  <a:lnTo>
                    <a:pt x="135" y="108"/>
                  </a:lnTo>
                  <a:lnTo>
                    <a:pt x="135" y="108"/>
                  </a:lnTo>
                  <a:lnTo>
                    <a:pt x="135" y="110"/>
                  </a:lnTo>
                  <a:lnTo>
                    <a:pt x="137" y="111"/>
                  </a:lnTo>
                  <a:lnTo>
                    <a:pt x="137" y="111"/>
                  </a:lnTo>
                  <a:lnTo>
                    <a:pt x="137" y="111"/>
                  </a:lnTo>
                  <a:lnTo>
                    <a:pt x="137" y="111"/>
                  </a:lnTo>
                  <a:lnTo>
                    <a:pt x="137" y="111"/>
                  </a:lnTo>
                  <a:lnTo>
                    <a:pt x="139" y="111"/>
                  </a:lnTo>
                  <a:lnTo>
                    <a:pt x="139" y="111"/>
                  </a:lnTo>
                  <a:lnTo>
                    <a:pt x="139" y="111"/>
                  </a:lnTo>
                  <a:lnTo>
                    <a:pt x="139" y="111"/>
                  </a:lnTo>
                  <a:lnTo>
                    <a:pt x="141" y="111"/>
                  </a:lnTo>
                  <a:lnTo>
                    <a:pt x="141" y="111"/>
                  </a:lnTo>
                  <a:lnTo>
                    <a:pt x="141" y="111"/>
                  </a:lnTo>
                  <a:lnTo>
                    <a:pt x="141" y="111"/>
                  </a:lnTo>
                  <a:lnTo>
                    <a:pt x="141" y="113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35" y="117"/>
                  </a:lnTo>
                  <a:lnTo>
                    <a:pt x="135" y="117"/>
                  </a:lnTo>
                  <a:lnTo>
                    <a:pt x="135" y="117"/>
                  </a:lnTo>
                  <a:lnTo>
                    <a:pt x="135" y="117"/>
                  </a:lnTo>
                  <a:lnTo>
                    <a:pt x="135" y="117"/>
                  </a:lnTo>
                  <a:lnTo>
                    <a:pt x="139" y="121"/>
                  </a:lnTo>
                  <a:lnTo>
                    <a:pt x="139" y="121"/>
                  </a:lnTo>
                  <a:lnTo>
                    <a:pt x="141" y="123"/>
                  </a:lnTo>
                  <a:lnTo>
                    <a:pt x="143" y="125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5" y="135"/>
                  </a:lnTo>
                  <a:lnTo>
                    <a:pt x="155" y="135"/>
                  </a:lnTo>
                  <a:lnTo>
                    <a:pt x="155" y="135"/>
                  </a:lnTo>
                  <a:lnTo>
                    <a:pt x="155" y="135"/>
                  </a:lnTo>
                  <a:lnTo>
                    <a:pt x="155" y="135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7"/>
                  </a:lnTo>
                  <a:lnTo>
                    <a:pt x="153" y="139"/>
                  </a:lnTo>
                  <a:lnTo>
                    <a:pt x="153" y="139"/>
                  </a:lnTo>
                  <a:lnTo>
                    <a:pt x="151" y="139"/>
                  </a:lnTo>
                  <a:lnTo>
                    <a:pt x="151" y="139"/>
                  </a:lnTo>
                  <a:lnTo>
                    <a:pt x="151" y="139"/>
                  </a:lnTo>
                  <a:lnTo>
                    <a:pt x="149" y="139"/>
                  </a:lnTo>
                  <a:lnTo>
                    <a:pt x="147" y="139"/>
                  </a:lnTo>
                  <a:lnTo>
                    <a:pt x="147" y="139"/>
                  </a:lnTo>
                  <a:lnTo>
                    <a:pt x="147" y="139"/>
                  </a:lnTo>
                  <a:lnTo>
                    <a:pt x="147" y="139"/>
                  </a:lnTo>
                  <a:lnTo>
                    <a:pt x="147" y="139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51" y="143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49" y="145"/>
                  </a:lnTo>
                  <a:lnTo>
                    <a:pt x="149" y="145"/>
                  </a:lnTo>
                  <a:lnTo>
                    <a:pt x="149" y="145"/>
                  </a:lnTo>
                  <a:lnTo>
                    <a:pt x="147" y="145"/>
                  </a:lnTo>
                  <a:lnTo>
                    <a:pt x="147" y="147"/>
                  </a:lnTo>
                  <a:lnTo>
                    <a:pt x="145" y="147"/>
                  </a:lnTo>
                  <a:lnTo>
                    <a:pt x="147" y="149"/>
                  </a:lnTo>
                  <a:lnTo>
                    <a:pt x="147" y="151"/>
                  </a:lnTo>
                  <a:lnTo>
                    <a:pt x="149" y="155"/>
                  </a:lnTo>
                  <a:lnTo>
                    <a:pt x="143" y="159"/>
                  </a:lnTo>
                  <a:lnTo>
                    <a:pt x="139" y="161"/>
                  </a:lnTo>
                  <a:lnTo>
                    <a:pt x="139" y="161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7" y="164"/>
                  </a:lnTo>
                  <a:lnTo>
                    <a:pt x="137" y="166"/>
                  </a:lnTo>
                  <a:lnTo>
                    <a:pt x="137" y="166"/>
                  </a:lnTo>
                  <a:lnTo>
                    <a:pt x="137" y="166"/>
                  </a:lnTo>
                  <a:lnTo>
                    <a:pt x="137" y="168"/>
                  </a:lnTo>
                  <a:lnTo>
                    <a:pt x="135" y="168"/>
                  </a:lnTo>
                  <a:lnTo>
                    <a:pt x="134" y="168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34" y="172"/>
                  </a:lnTo>
                  <a:lnTo>
                    <a:pt x="135" y="174"/>
                  </a:lnTo>
                  <a:lnTo>
                    <a:pt x="143" y="182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39" y="184"/>
                  </a:lnTo>
                  <a:lnTo>
                    <a:pt x="139" y="184"/>
                  </a:lnTo>
                  <a:lnTo>
                    <a:pt x="139" y="186"/>
                  </a:lnTo>
                  <a:lnTo>
                    <a:pt x="139" y="186"/>
                  </a:lnTo>
                  <a:lnTo>
                    <a:pt x="139" y="186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5" y="188"/>
                  </a:lnTo>
                  <a:lnTo>
                    <a:pt x="135" y="188"/>
                  </a:lnTo>
                  <a:lnTo>
                    <a:pt x="135" y="188"/>
                  </a:lnTo>
                  <a:lnTo>
                    <a:pt x="135" y="190"/>
                  </a:lnTo>
                  <a:lnTo>
                    <a:pt x="135" y="190"/>
                  </a:lnTo>
                  <a:lnTo>
                    <a:pt x="134" y="190"/>
                  </a:lnTo>
                  <a:lnTo>
                    <a:pt x="134" y="190"/>
                  </a:lnTo>
                  <a:lnTo>
                    <a:pt x="134" y="192"/>
                  </a:lnTo>
                  <a:lnTo>
                    <a:pt x="134" y="192"/>
                  </a:lnTo>
                  <a:lnTo>
                    <a:pt x="132" y="194"/>
                  </a:lnTo>
                  <a:lnTo>
                    <a:pt x="132" y="194"/>
                  </a:lnTo>
                  <a:lnTo>
                    <a:pt x="132" y="196"/>
                  </a:lnTo>
                  <a:lnTo>
                    <a:pt x="132" y="196"/>
                  </a:lnTo>
                  <a:lnTo>
                    <a:pt x="130" y="196"/>
                  </a:lnTo>
                  <a:lnTo>
                    <a:pt x="130" y="198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28" y="200"/>
                  </a:lnTo>
                  <a:lnTo>
                    <a:pt x="128" y="202"/>
                  </a:lnTo>
                  <a:lnTo>
                    <a:pt x="128" y="202"/>
                  </a:lnTo>
                  <a:lnTo>
                    <a:pt x="128" y="202"/>
                  </a:lnTo>
                  <a:lnTo>
                    <a:pt x="128" y="202"/>
                  </a:lnTo>
                  <a:lnTo>
                    <a:pt x="130" y="204"/>
                  </a:lnTo>
                  <a:lnTo>
                    <a:pt x="134" y="206"/>
                  </a:lnTo>
                  <a:lnTo>
                    <a:pt x="134" y="206"/>
                  </a:lnTo>
                  <a:lnTo>
                    <a:pt x="134" y="206"/>
                  </a:lnTo>
                  <a:lnTo>
                    <a:pt x="134" y="208"/>
                  </a:lnTo>
                  <a:lnTo>
                    <a:pt x="134" y="208"/>
                  </a:lnTo>
                  <a:lnTo>
                    <a:pt x="134" y="208"/>
                  </a:lnTo>
                  <a:lnTo>
                    <a:pt x="135" y="208"/>
                  </a:lnTo>
                  <a:lnTo>
                    <a:pt x="137" y="208"/>
                  </a:lnTo>
                  <a:lnTo>
                    <a:pt x="137" y="208"/>
                  </a:lnTo>
                  <a:lnTo>
                    <a:pt x="141" y="208"/>
                  </a:lnTo>
                  <a:lnTo>
                    <a:pt x="141" y="210"/>
                  </a:lnTo>
                  <a:lnTo>
                    <a:pt x="139" y="212"/>
                  </a:lnTo>
                  <a:lnTo>
                    <a:pt x="139" y="212"/>
                  </a:lnTo>
                  <a:lnTo>
                    <a:pt x="139" y="212"/>
                  </a:lnTo>
                  <a:lnTo>
                    <a:pt x="139" y="212"/>
                  </a:lnTo>
                  <a:lnTo>
                    <a:pt x="137" y="212"/>
                  </a:lnTo>
                  <a:lnTo>
                    <a:pt x="137" y="212"/>
                  </a:lnTo>
                  <a:lnTo>
                    <a:pt x="137" y="212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5" y="214"/>
                  </a:lnTo>
                  <a:lnTo>
                    <a:pt x="134" y="214"/>
                  </a:lnTo>
                  <a:lnTo>
                    <a:pt x="134" y="216"/>
                  </a:lnTo>
                  <a:lnTo>
                    <a:pt x="134" y="216"/>
                  </a:lnTo>
                  <a:lnTo>
                    <a:pt x="134" y="216"/>
                  </a:lnTo>
                  <a:lnTo>
                    <a:pt x="132" y="218"/>
                  </a:lnTo>
                  <a:lnTo>
                    <a:pt x="132" y="218"/>
                  </a:lnTo>
                  <a:lnTo>
                    <a:pt x="132" y="218"/>
                  </a:lnTo>
                  <a:lnTo>
                    <a:pt x="132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28" y="216"/>
                  </a:lnTo>
                  <a:lnTo>
                    <a:pt x="128" y="218"/>
                  </a:lnTo>
                  <a:lnTo>
                    <a:pt x="128" y="218"/>
                  </a:lnTo>
                  <a:lnTo>
                    <a:pt x="126" y="218"/>
                  </a:lnTo>
                  <a:lnTo>
                    <a:pt x="126" y="218"/>
                  </a:lnTo>
                  <a:lnTo>
                    <a:pt x="126" y="218"/>
                  </a:lnTo>
                  <a:lnTo>
                    <a:pt x="126" y="219"/>
                  </a:lnTo>
                  <a:lnTo>
                    <a:pt x="126" y="219"/>
                  </a:lnTo>
                  <a:lnTo>
                    <a:pt x="126" y="219"/>
                  </a:lnTo>
                  <a:lnTo>
                    <a:pt x="128" y="219"/>
                  </a:lnTo>
                  <a:lnTo>
                    <a:pt x="128" y="219"/>
                  </a:lnTo>
                  <a:lnTo>
                    <a:pt x="128" y="219"/>
                  </a:lnTo>
                  <a:lnTo>
                    <a:pt x="128" y="219"/>
                  </a:lnTo>
                  <a:lnTo>
                    <a:pt x="128" y="221"/>
                  </a:lnTo>
                  <a:lnTo>
                    <a:pt x="126" y="221"/>
                  </a:lnTo>
                  <a:lnTo>
                    <a:pt x="126" y="221"/>
                  </a:lnTo>
                  <a:lnTo>
                    <a:pt x="126" y="221"/>
                  </a:lnTo>
                  <a:lnTo>
                    <a:pt x="126" y="221"/>
                  </a:lnTo>
                  <a:lnTo>
                    <a:pt x="126" y="223"/>
                  </a:lnTo>
                  <a:lnTo>
                    <a:pt x="126" y="223"/>
                  </a:lnTo>
                  <a:lnTo>
                    <a:pt x="126" y="227"/>
                  </a:lnTo>
                  <a:lnTo>
                    <a:pt x="126" y="229"/>
                  </a:lnTo>
                  <a:lnTo>
                    <a:pt x="126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7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4" y="229"/>
                  </a:lnTo>
                  <a:lnTo>
                    <a:pt x="134" y="229"/>
                  </a:lnTo>
                  <a:lnTo>
                    <a:pt x="134" y="229"/>
                  </a:lnTo>
                  <a:lnTo>
                    <a:pt x="134" y="229"/>
                  </a:lnTo>
                  <a:lnTo>
                    <a:pt x="134" y="229"/>
                  </a:lnTo>
                  <a:lnTo>
                    <a:pt x="134" y="231"/>
                  </a:lnTo>
                  <a:lnTo>
                    <a:pt x="134" y="231"/>
                  </a:lnTo>
                  <a:lnTo>
                    <a:pt x="134" y="231"/>
                  </a:lnTo>
                  <a:lnTo>
                    <a:pt x="134" y="233"/>
                  </a:lnTo>
                  <a:lnTo>
                    <a:pt x="134" y="233"/>
                  </a:lnTo>
                  <a:lnTo>
                    <a:pt x="134" y="235"/>
                  </a:lnTo>
                  <a:lnTo>
                    <a:pt x="134" y="235"/>
                  </a:lnTo>
                  <a:lnTo>
                    <a:pt x="132" y="235"/>
                  </a:lnTo>
                  <a:lnTo>
                    <a:pt x="128" y="241"/>
                  </a:lnTo>
                  <a:lnTo>
                    <a:pt x="126" y="241"/>
                  </a:lnTo>
                  <a:lnTo>
                    <a:pt x="126" y="243"/>
                  </a:lnTo>
                  <a:lnTo>
                    <a:pt x="126" y="243"/>
                  </a:lnTo>
                  <a:lnTo>
                    <a:pt x="126" y="243"/>
                  </a:lnTo>
                  <a:lnTo>
                    <a:pt x="126" y="243"/>
                  </a:lnTo>
                  <a:lnTo>
                    <a:pt x="126" y="243"/>
                  </a:lnTo>
                  <a:lnTo>
                    <a:pt x="126" y="245"/>
                  </a:lnTo>
                  <a:lnTo>
                    <a:pt x="126" y="245"/>
                  </a:lnTo>
                  <a:lnTo>
                    <a:pt x="128" y="245"/>
                  </a:lnTo>
                  <a:lnTo>
                    <a:pt x="128" y="247"/>
                  </a:lnTo>
                  <a:lnTo>
                    <a:pt x="130" y="249"/>
                  </a:lnTo>
                  <a:lnTo>
                    <a:pt x="132" y="249"/>
                  </a:lnTo>
                  <a:lnTo>
                    <a:pt x="132" y="249"/>
                  </a:lnTo>
                  <a:lnTo>
                    <a:pt x="132" y="249"/>
                  </a:lnTo>
                  <a:lnTo>
                    <a:pt x="132" y="251"/>
                  </a:lnTo>
                  <a:lnTo>
                    <a:pt x="132" y="251"/>
                  </a:lnTo>
                  <a:lnTo>
                    <a:pt x="132" y="251"/>
                  </a:lnTo>
                  <a:lnTo>
                    <a:pt x="132" y="253"/>
                  </a:lnTo>
                  <a:lnTo>
                    <a:pt x="132" y="253"/>
                  </a:lnTo>
                  <a:lnTo>
                    <a:pt x="130" y="255"/>
                  </a:lnTo>
                  <a:lnTo>
                    <a:pt x="130" y="257"/>
                  </a:lnTo>
                  <a:lnTo>
                    <a:pt x="130" y="257"/>
                  </a:lnTo>
                  <a:lnTo>
                    <a:pt x="130" y="257"/>
                  </a:lnTo>
                  <a:lnTo>
                    <a:pt x="130" y="257"/>
                  </a:lnTo>
                  <a:lnTo>
                    <a:pt x="130" y="259"/>
                  </a:lnTo>
                  <a:lnTo>
                    <a:pt x="130" y="259"/>
                  </a:lnTo>
                  <a:lnTo>
                    <a:pt x="132" y="259"/>
                  </a:lnTo>
                  <a:lnTo>
                    <a:pt x="132" y="259"/>
                  </a:lnTo>
                  <a:lnTo>
                    <a:pt x="132" y="259"/>
                  </a:lnTo>
                  <a:lnTo>
                    <a:pt x="132" y="259"/>
                  </a:lnTo>
                  <a:lnTo>
                    <a:pt x="132" y="259"/>
                  </a:lnTo>
                  <a:lnTo>
                    <a:pt x="132" y="259"/>
                  </a:lnTo>
                  <a:lnTo>
                    <a:pt x="132" y="261"/>
                  </a:lnTo>
                  <a:lnTo>
                    <a:pt x="132" y="261"/>
                  </a:lnTo>
                  <a:lnTo>
                    <a:pt x="132" y="261"/>
                  </a:lnTo>
                  <a:lnTo>
                    <a:pt x="132" y="261"/>
                  </a:lnTo>
                  <a:lnTo>
                    <a:pt x="132" y="263"/>
                  </a:lnTo>
                  <a:lnTo>
                    <a:pt x="137" y="265"/>
                  </a:lnTo>
                  <a:lnTo>
                    <a:pt x="137" y="267"/>
                  </a:lnTo>
                  <a:lnTo>
                    <a:pt x="137" y="267"/>
                  </a:lnTo>
                  <a:lnTo>
                    <a:pt x="137" y="267"/>
                  </a:lnTo>
                  <a:lnTo>
                    <a:pt x="135" y="272"/>
                  </a:lnTo>
                  <a:lnTo>
                    <a:pt x="134" y="272"/>
                  </a:lnTo>
                  <a:lnTo>
                    <a:pt x="134" y="272"/>
                  </a:lnTo>
                  <a:lnTo>
                    <a:pt x="132" y="276"/>
                  </a:lnTo>
                  <a:lnTo>
                    <a:pt x="132" y="276"/>
                  </a:lnTo>
                  <a:lnTo>
                    <a:pt x="132" y="278"/>
                  </a:lnTo>
                  <a:lnTo>
                    <a:pt x="132" y="278"/>
                  </a:lnTo>
                  <a:lnTo>
                    <a:pt x="132" y="278"/>
                  </a:lnTo>
                  <a:lnTo>
                    <a:pt x="132" y="278"/>
                  </a:lnTo>
                  <a:lnTo>
                    <a:pt x="132" y="280"/>
                  </a:lnTo>
                  <a:lnTo>
                    <a:pt x="132" y="280"/>
                  </a:lnTo>
                  <a:lnTo>
                    <a:pt x="132" y="280"/>
                  </a:lnTo>
                  <a:lnTo>
                    <a:pt x="130" y="280"/>
                  </a:lnTo>
                  <a:lnTo>
                    <a:pt x="130" y="282"/>
                  </a:lnTo>
                  <a:lnTo>
                    <a:pt x="130" y="282"/>
                  </a:lnTo>
                  <a:lnTo>
                    <a:pt x="130" y="282"/>
                  </a:lnTo>
                  <a:lnTo>
                    <a:pt x="130" y="282"/>
                  </a:lnTo>
                  <a:lnTo>
                    <a:pt x="130" y="282"/>
                  </a:lnTo>
                  <a:lnTo>
                    <a:pt x="130" y="284"/>
                  </a:lnTo>
                  <a:lnTo>
                    <a:pt x="130" y="284"/>
                  </a:lnTo>
                  <a:lnTo>
                    <a:pt x="130" y="284"/>
                  </a:lnTo>
                  <a:lnTo>
                    <a:pt x="130" y="284"/>
                  </a:lnTo>
                  <a:lnTo>
                    <a:pt x="130" y="284"/>
                  </a:lnTo>
                  <a:lnTo>
                    <a:pt x="128" y="284"/>
                  </a:lnTo>
                  <a:lnTo>
                    <a:pt x="128" y="284"/>
                  </a:lnTo>
                  <a:lnTo>
                    <a:pt x="128" y="284"/>
                  </a:lnTo>
                  <a:lnTo>
                    <a:pt x="126" y="284"/>
                  </a:lnTo>
                  <a:lnTo>
                    <a:pt x="126" y="284"/>
                  </a:lnTo>
                  <a:lnTo>
                    <a:pt x="126" y="286"/>
                  </a:lnTo>
                  <a:lnTo>
                    <a:pt x="126" y="286"/>
                  </a:lnTo>
                  <a:lnTo>
                    <a:pt x="124" y="286"/>
                  </a:lnTo>
                  <a:lnTo>
                    <a:pt x="122" y="286"/>
                  </a:lnTo>
                  <a:lnTo>
                    <a:pt x="122" y="286"/>
                  </a:lnTo>
                  <a:lnTo>
                    <a:pt x="120" y="286"/>
                  </a:lnTo>
                  <a:lnTo>
                    <a:pt x="120" y="288"/>
                  </a:lnTo>
                  <a:lnTo>
                    <a:pt x="122" y="290"/>
                  </a:lnTo>
                  <a:lnTo>
                    <a:pt x="122" y="294"/>
                  </a:lnTo>
                  <a:lnTo>
                    <a:pt x="120" y="296"/>
                  </a:lnTo>
                  <a:lnTo>
                    <a:pt x="118" y="298"/>
                  </a:lnTo>
                  <a:lnTo>
                    <a:pt x="118" y="300"/>
                  </a:lnTo>
                  <a:lnTo>
                    <a:pt x="118" y="304"/>
                  </a:lnTo>
                  <a:lnTo>
                    <a:pt x="118" y="306"/>
                  </a:lnTo>
                  <a:lnTo>
                    <a:pt x="118" y="306"/>
                  </a:lnTo>
                  <a:lnTo>
                    <a:pt x="116" y="306"/>
                  </a:lnTo>
                  <a:lnTo>
                    <a:pt x="116" y="306"/>
                  </a:lnTo>
                  <a:lnTo>
                    <a:pt x="116" y="306"/>
                  </a:lnTo>
                  <a:lnTo>
                    <a:pt x="116" y="306"/>
                  </a:lnTo>
                  <a:lnTo>
                    <a:pt x="116" y="304"/>
                  </a:lnTo>
                  <a:lnTo>
                    <a:pt x="116" y="304"/>
                  </a:lnTo>
                  <a:lnTo>
                    <a:pt x="116" y="304"/>
                  </a:lnTo>
                  <a:lnTo>
                    <a:pt x="114" y="304"/>
                  </a:lnTo>
                  <a:lnTo>
                    <a:pt x="112" y="304"/>
                  </a:lnTo>
                  <a:lnTo>
                    <a:pt x="112" y="304"/>
                  </a:lnTo>
                  <a:lnTo>
                    <a:pt x="112" y="304"/>
                  </a:lnTo>
                  <a:lnTo>
                    <a:pt x="112" y="304"/>
                  </a:lnTo>
                  <a:lnTo>
                    <a:pt x="112" y="304"/>
                  </a:lnTo>
                  <a:lnTo>
                    <a:pt x="112" y="302"/>
                  </a:lnTo>
                  <a:lnTo>
                    <a:pt x="110" y="302"/>
                  </a:lnTo>
                  <a:lnTo>
                    <a:pt x="110" y="302"/>
                  </a:lnTo>
                  <a:lnTo>
                    <a:pt x="110" y="302"/>
                  </a:lnTo>
                  <a:lnTo>
                    <a:pt x="110" y="302"/>
                  </a:lnTo>
                  <a:lnTo>
                    <a:pt x="108" y="302"/>
                  </a:lnTo>
                  <a:lnTo>
                    <a:pt x="106" y="302"/>
                  </a:lnTo>
                  <a:lnTo>
                    <a:pt x="106" y="302"/>
                  </a:lnTo>
                  <a:lnTo>
                    <a:pt x="106" y="302"/>
                  </a:lnTo>
                  <a:lnTo>
                    <a:pt x="106" y="300"/>
                  </a:lnTo>
                  <a:lnTo>
                    <a:pt x="106" y="300"/>
                  </a:lnTo>
                  <a:lnTo>
                    <a:pt x="106" y="300"/>
                  </a:lnTo>
                  <a:lnTo>
                    <a:pt x="106" y="300"/>
                  </a:lnTo>
                  <a:lnTo>
                    <a:pt x="106" y="300"/>
                  </a:lnTo>
                  <a:lnTo>
                    <a:pt x="102" y="294"/>
                  </a:lnTo>
                  <a:lnTo>
                    <a:pt x="100" y="296"/>
                  </a:lnTo>
                  <a:lnTo>
                    <a:pt x="100" y="298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8" y="300"/>
                  </a:lnTo>
                  <a:lnTo>
                    <a:pt x="98" y="300"/>
                  </a:lnTo>
                  <a:lnTo>
                    <a:pt x="98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4" y="300"/>
                  </a:lnTo>
                  <a:lnTo>
                    <a:pt x="94" y="300"/>
                  </a:lnTo>
                  <a:lnTo>
                    <a:pt x="94" y="302"/>
                  </a:lnTo>
                  <a:lnTo>
                    <a:pt x="94" y="302"/>
                  </a:lnTo>
                  <a:lnTo>
                    <a:pt x="92" y="304"/>
                  </a:lnTo>
                  <a:lnTo>
                    <a:pt x="90" y="306"/>
                  </a:lnTo>
                  <a:lnTo>
                    <a:pt x="90" y="304"/>
                  </a:lnTo>
                  <a:lnTo>
                    <a:pt x="88" y="302"/>
                  </a:lnTo>
                  <a:lnTo>
                    <a:pt x="86" y="302"/>
                  </a:lnTo>
                  <a:lnTo>
                    <a:pt x="84" y="302"/>
                  </a:lnTo>
                  <a:lnTo>
                    <a:pt x="84" y="302"/>
                  </a:lnTo>
                  <a:lnTo>
                    <a:pt x="84" y="298"/>
                  </a:lnTo>
                  <a:lnTo>
                    <a:pt x="84" y="296"/>
                  </a:lnTo>
                  <a:lnTo>
                    <a:pt x="84" y="296"/>
                  </a:lnTo>
                  <a:lnTo>
                    <a:pt x="84" y="296"/>
                  </a:lnTo>
                  <a:lnTo>
                    <a:pt x="83" y="294"/>
                  </a:lnTo>
                  <a:lnTo>
                    <a:pt x="81" y="294"/>
                  </a:lnTo>
                  <a:lnTo>
                    <a:pt x="81" y="294"/>
                  </a:lnTo>
                  <a:lnTo>
                    <a:pt x="81" y="292"/>
                  </a:lnTo>
                  <a:lnTo>
                    <a:pt x="81" y="292"/>
                  </a:lnTo>
                  <a:lnTo>
                    <a:pt x="81" y="290"/>
                  </a:lnTo>
                  <a:lnTo>
                    <a:pt x="83" y="290"/>
                  </a:lnTo>
                  <a:lnTo>
                    <a:pt x="83" y="290"/>
                  </a:lnTo>
                  <a:lnTo>
                    <a:pt x="83" y="288"/>
                  </a:lnTo>
                  <a:lnTo>
                    <a:pt x="83" y="288"/>
                  </a:lnTo>
                  <a:lnTo>
                    <a:pt x="79" y="284"/>
                  </a:lnTo>
                  <a:lnTo>
                    <a:pt x="79" y="284"/>
                  </a:lnTo>
                  <a:lnTo>
                    <a:pt x="79" y="284"/>
                  </a:lnTo>
                  <a:lnTo>
                    <a:pt x="81" y="282"/>
                  </a:lnTo>
                  <a:lnTo>
                    <a:pt x="81" y="282"/>
                  </a:lnTo>
                  <a:lnTo>
                    <a:pt x="81" y="282"/>
                  </a:lnTo>
                  <a:lnTo>
                    <a:pt x="73" y="274"/>
                  </a:lnTo>
                  <a:lnTo>
                    <a:pt x="73" y="274"/>
                  </a:lnTo>
                  <a:lnTo>
                    <a:pt x="73" y="272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67" y="272"/>
                  </a:lnTo>
                  <a:lnTo>
                    <a:pt x="67" y="272"/>
                  </a:lnTo>
                  <a:lnTo>
                    <a:pt x="63" y="269"/>
                  </a:lnTo>
                  <a:lnTo>
                    <a:pt x="61" y="269"/>
                  </a:lnTo>
                  <a:lnTo>
                    <a:pt x="59" y="267"/>
                  </a:lnTo>
                  <a:lnTo>
                    <a:pt x="57" y="267"/>
                  </a:lnTo>
                  <a:lnTo>
                    <a:pt x="55" y="269"/>
                  </a:lnTo>
                  <a:lnTo>
                    <a:pt x="53" y="271"/>
                  </a:lnTo>
                  <a:lnTo>
                    <a:pt x="51" y="271"/>
                  </a:lnTo>
                  <a:lnTo>
                    <a:pt x="49" y="269"/>
                  </a:lnTo>
                  <a:lnTo>
                    <a:pt x="47" y="269"/>
                  </a:lnTo>
                  <a:lnTo>
                    <a:pt x="43" y="269"/>
                  </a:lnTo>
                  <a:lnTo>
                    <a:pt x="37" y="271"/>
                  </a:lnTo>
                  <a:lnTo>
                    <a:pt x="37" y="271"/>
                  </a:lnTo>
                  <a:lnTo>
                    <a:pt x="35" y="269"/>
                  </a:lnTo>
                  <a:lnTo>
                    <a:pt x="35" y="265"/>
                  </a:lnTo>
                  <a:lnTo>
                    <a:pt x="35" y="263"/>
                  </a:lnTo>
                  <a:lnTo>
                    <a:pt x="35" y="261"/>
                  </a:lnTo>
                  <a:lnTo>
                    <a:pt x="35" y="261"/>
                  </a:lnTo>
                  <a:lnTo>
                    <a:pt x="35" y="259"/>
                  </a:lnTo>
                  <a:lnTo>
                    <a:pt x="37" y="257"/>
                  </a:lnTo>
                  <a:lnTo>
                    <a:pt x="39" y="257"/>
                  </a:lnTo>
                  <a:lnTo>
                    <a:pt x="39" y="255"/>
                  </a:lnTo>
                  <a:lnTo>
                    <a:pt x="39" y="255"/>
                  </a:lnTo>
                  <a:lnTo>
                    <a:pt x="41" y="255"/>
                  </a:lnTo>
                  <a:lnTo>
                    <a:pt x="41" y="253"/>
                  </a:lnTo>
                  <a:lnTo>
                    <a:pt x="41" y="253"/>
                  </a:lnTo>
                  <a:lnTo>
                    <a:pt x="41" y="253"/>
                  </a:lnTo>
                  <a:lnTo>
                    <a:pt x="41" y="253"/>
                  </a:lnTo>
                  <a:lnTo>
                    <a:pt x="43" y="255"/>
                  </a:lnTo>
                  <a:lnTo>
                    <a:pt x="43" y="255"/>
                  </a:lnTo>
                  <a:lnTo>
                    <a:pt x="43" y="253"/>
                  </a:lnTo>
                  <a:lnTo>
                    <a:pt x="43" y="253"/>
                  </a:lnTo>
                  <a:lnTo>
                    <a:pt x="43" y="253"/>
                  </a:lnTo>
                  <a:lnTo>
                    <a:pt x="43" y="251"/>
                  </a:lnTo>
                  <a:lnTo>
                    <a:pt x="43" y="249"/>
                  </a:lnTo>
                  <a:lnTo>
                    <a:pt x="41" y="249"/>
                  </a:lnTo>
                  <a:lnTo>
                    <a:pt x="37" y="245"/>
                  </a:lnTo>
                  <a:lnTo>
                    <a:pt x="35" y="243"/>
                  </a:lnTo>
                  <a:lnTo>
                    <a:pt x="35" y="241"/>
                  </a:lnTo>
                  <a:lnTo>
                    <a:pt x="34" y="239"/>
                  </a:lnTo>
                  <a:lnTo>
                    <a:pt x="32" y="237"/>
                  </a:lnTo>
                  <a:lnTo>
                    <a:pt x="30" y="237"/>
                  </a:lnTo>
                  <a:lnTo>
                    <a:pt x="26" y="237"/>
                  </a:lnTo>
                  <a:lnTo>
                    <a:pt x="26" y="237"/>
                  </a:lnTo>
                  <a:lnTo>
                    <a:pt x="22" y="237"/>
                  </a:lnTo>
                  <a:lnTo>
                    <a:pt x="22" y="237"/>
                  </a:lnTo>
                  <a:lnTo>
                    <a:pt x="20" y="239"/>
                  </a:lnTo>
                  <a:lnTo>
                    <a:pt x="20" y="239"/>
                  </a:lnTo>
                  <a:lnTo>
                    <a:pt x="16" y="237"/>
                  </a:lnTo>
                  <a:lnTo>
                    <a:pt x="16" y="235"/>
                  </a:lnTo>
                  <a:lnTo>
                    <a:pt x="16" y="233"/>
                  </a:lnTo>
                  <a:lnTo>
                    <a:pt x="18" y="231"/>
                  </a:lnTo>
                  <a:lnTo>
                    <a:pt x="18" y="229"/>
                  </a:lnTo>
                  <a:lnTo>
                    <a:pt x="18" y="229"/>
                  </a:lnTo>
                  <a:lnTo>
                    <a:pt x="18" y="227"/>
                  </a:lnTo>
                  <a:lnTo>
                    <a:pt x="18" y="225"/>
                  </a:lnTo>
                  <a:lnTo>
                    <a:pt x="18" y="223"/>
                  </a:lnTo>
                  <a:lnTo>
                    <a:pt x="16" y="223"/>
                  </a:lnTo>
                  <a:lnTo>
                    <a:pt x="14" y="221"/>
                  </a:lnTo>
                  <a:lnTo>
                    <a:pt x="8" y="219"/>
                  </a:lnTo>
                  <a:lnTo>
                    <a:pt x="6" y="219"/>
                  </a:lnTo>
                  <a:lnTo>
                    <a:pt x="4" y="221"/>
                  </a:lnTo>
                  <a:lnTo>
                    <a:pt x="4" y="221"/>
                  </a:lnTo>
                  <a:lnTo>
                    <a:pt x="2" y="221"/>
                  </a:lnTo>
                  <a:lnTo>
                    <a:pt x="2" y="219"/>
                  </a:lnTo>
                  <a:lnTo>
                    <a:pt x="2" y="218"/>
                  </a:lnTo>
                  <a:lnTo>
                    <a:pt x="0" y="214"/>
                  </a:lnTo>
                  <a:lnTo>
                    <a:pt x="0" y="212"/>
                  </a:lnTo>
                  <a:lnTo>
                    <a:pt x="2" y="210"/>
                  </a:lnTo>
                  <a:lnTo>
                    <a:pt x="4" y="210"/>
                  </a:lnTo>
                  <a:lnTo>
                    <a:pt x="4" y="208"/>
                  </a:lnTo>
                  <a:lnTo>
                    <a:pt x="6" y="206"/>
                  </a:lnTo>
                  <a:lnTo>
                    <a:pt x="6" y="206"/>
                  </a:lnTo>
                  <a:lnTo>
                    <a:pt x="6" y="206"/>
                  </a:lnTo>
                  <a:lnTo>
                    <a:pt x="8" y="204"/>
                  </a:lnTo>
                  <a:lnTo>
                    <a:pt x="8" y="204"/>
                  </a:lnTo>
                  <a:lnTo>
                    <a:pt x="8" y="202"/>
                  </a:lnTo>
                  <a:lnTo>
                    <a:pt x="10" y="198"/>
                  </a:lnTo>
                  <a:lnTo>
                    <a:pt x="10" y="196"/>
                  </a:lnTo>
                  <a:lnTo>
                    <a:pt x="10" y="194"/>
                  </a:lnTo>
                  <a:lnTo>
                    <a:pt x="12" y="192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2" y="186"/>
                  </a:lnTo>
                  <a:lnTo>
                    <a:pt x="12" y="186"/>
                  </a:lnTo>
                  <a:lnTo>
                    <a:pt x="12" y="184"/>
                  </a:lnTo>
                  <a:lnTo>
                    <a:pt x="12" y="184"/>
                  </a:lnTo>
                  <a:lnTo>
                    <a:pt x="14" y="184"/>
                  </a:lnTo>
                  <a:lnTo>
                    <a:pt x="14" y="182"/>
                  </a:lnTo>
                  <a:lnTo>
                    <a:pt x="14" y="182"/>
                  </a:lnTo>
                  <a:lnTo>
                    <a:pt x="14" y="182"/>
                  </a:lnTo>
                  <a:lnTo>
                    <a:pt x="12" y="178"/>
                  </a:lnTo>
                  <a:lnTo>
                    <a:pt x="12" y="176"/>
                  </a:lnTo>
                  <a:lnTo>
                    <a:pt x="12" y="176"/>
                  </a:lnTo>
                  <a:lnTo>
                    <a:pt x="12" y="174"/>
                  </a:lnTo>
                  <a:lnTo>
                    <a:pt x="14" y="170"/>
                  </a:lnTo>
                  <a:lnTo>
                    <a:pt x="14" y="170"/>
                  </a:lnTo>
                  <a:lnTo>
                    <a:pt x="12" y="164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14" y="161"/>
                  </a:lnTo>
                  <a:lnTo>
                    <a:pt x="16" y="161"/>
                  </a:lnTo>
                  <a:lnTo>
                    <a:pt x="16" y="159"/>
                  </a:lnTo>
                  <a:lnTo>
                    <a:pt x="16" y="157"/>
                  </a:lnTo>
                  <a:lnTo>
                    <a:pt x="14" y="155"/>
                  </a:lnTo>
                  <a:lnTo>
                    <a:pt x="14" y="155"/>
                  </a:lnTo>
                  <a:lnTo>
                    <a:pt x="14" y="153"/>
                  </a:lnTo>
                  <a:lnTo>
                    <a:pt x="12" y="153"/>
                  </a:lnTo>
                  <a:lnTo>
                    <a:pt x="6" y="153"/>
                  </a:lnTo>
                  <a:lnTo>
                    <a:pt x="6" y="151"/>
                  </a:lnTo>
                  <a:lnTo>
                    <a:pt x="6" y="151"/>
                  </a:lnTo>
                  <a:lnTo>
                    <a:pt x="8" y="149"/>
                  </a:lnTo>
                  <a:lnTo>
                    <a:pt x="14" y="145"/>
                  </a:lnTo>
                  <a:lnTo>
                    <a:pt x="14" y="145"/>
                  </a:lnTo>
                  <a:lnTo>
                    <a:pt x="14" y="143"/>
                  </a:lnTo>
                  <a:lnTo>
                    <a:pt x="16" y="143"/>
                  </a:lnTo>
                  <a:lnTo>
                    <a:pt x="16" y="141"/>
                  </a:lnTo>
                  <a:lnTo>
                    <a:pt x="18" y="141"/>
                  </a:lnTo>
                  <a:lnTo>
                    <a:pt x="18" y="139"/>
                  </a:lnTo>
                  <a:lnTo>
                    <a:pt x="18" y="137"/>
                  </a:lnTo>
                  <a:lnTo>
                    <a:pt x="18" y="137"/>
                  </a:lnTo>
                  <a:lnTo>
                    <a:pt x="18" y="135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4" y="133"/>
                  </a:lnTo>
                  <a:lnTo>
                    <a:pt x="26" y="133"/>
                  </a:lnTo>
                  <a:lnTo>
                    <a:pt x="26" y="131"/>
                  </a:lnTo>
                  <a:lnTo>
                    <a:pt x="28" y="129"/>
                  </a:lnTo>
                  <a:lnTo>
                    <a:pt x="30" y="125"/>
                  </a:lnTo>
                  <a:lnTo>
                    <a:pt x="30" y="123"/>
                  </a:lnTo>
                  <a:lnTo>
                    <a:pt x="30" y="123"/>
                  </a:lnTo>
                  <a:lnTo>
                    <a:pt x="30" y="121"/>
                  </a:lnTo>
                  <a:lnTo>
                    <a:pt x="28" y="117"/>
                  </a:lnTo>
                  <a:lnTo>
                    <a:pt x="28" y="115"/>
                  </a:lnTo>
                  <a:lnTo>
                    <a:pt x="26" y="113"/>
                  </a:lnTo>
                  <a:lnTo>
                    <a:pt x="24" y="110"/>
                  </a:lnTo>
                  <a:lnTo>
                    <a:pt x="24" y="108"/>
                  </a:lnTo>
                  <a:lnTo>
                    <a:pt x="24" y="106"/>
                  </a:lnTo>
                  <a:lnTo>
                    <a:pt x="26" y="106"/>
                  </a:lnTo>
                  <a:lnTo>
                    <a:pt x="26" y="104"/>
                  </a:lnTo>
                  <a:lnTo>
                    <a:pt x="28" y="100"/>
                  </a:lnTo>
                  <a:lnTo>
                    <a:pt x="20" y="98"/>
                  </a:lnTo>
                  <a:lnTo>
                    <a:pt x="20" y="96"/>
                  </a:lnTo>
                  <a:lnTo>
                    <a:pt x="20" y="96"/>
                  </a:lnTo>
                  <a:lnTo>
                    <a:pt x="22" y="94"/>
                  </a:lnTo>
                  <a:lnTo>
                    <a:pt x="22" y="92"/>
                  </a:lnTo>
                  <a:lnTo>
                    <a:pt x="22" y="92"/>
                  </a:lnTo>
                  <a:lnTo>
                    <a:pt x="22" y="92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28" y="88"/>
                  </a:lnTo>
                  <a:lnTo>
                    <a:pt x="28" y="86"/>
                  </a:lnTo>
                  <a:lnTo>
                    <a:pt x="32" y="88"/>
                  </a:lnTo>
                  <a:lnTo>
                    <a:pt x="34" y="86"/>
                  </a:lnTo>
                  <a:lnTo>
                    <a:pt x="34" y="86"/>
                  </a:lnTo>
                  <a:lnTo>
                    <a:pt x="34" y="84"/>
                  </a:lnTo>
                  <a:lnTo>
                    <a:pt x="35" y="82"/>
                  </a:lnTo>
                  <a:lnTo>
                    <a:pt x="35" y="82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9" y="80"/>
                  </a:lnTo>
                  <a:lnTo>
                    <a:pt x="45" y="82"/>
                  </a:lnTo>
                  <a:lnTo>
                    <a:pt x="47" y="82"/>
                  </a:lnTo>
                  <a:lnTo>
                    <a:pt x="49" y="82"/>
                  </a:lnTo>
                  <a:lnTo>
                    <a:pt x="49" y="82"/>
                  </a:lnTo>
                  <a:lnTo>
                    <a:pt x="51" y="80"/>
                  </a:lnTo>
                  <a:lnTo>
                    <a:pt x="49" y="80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47" y="74"/>
                  </a:lnTo>
                  <a:lnTo>
                    <a:pt x="47" y="74"/>
                  </a:lnTo>
                  <a:lnTo>
                    <a:pt x="49" y="72"/>
                  </a:lnTo>
                  <a:lnTo>
                    <a:pt x="49" y="72"/>
                  </a:lnTo>
                  <a:lnTo>
                    <a:pt x="49" y="70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49" y="66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58"/>
                  </a:lnTo>
                  <a:lnTo>
                    <a:pt x="51" y="55"/>
                  </a:lnTo>
                  <a:lnTo>
                    <a:pt x="51" y="53"/>
                  </a:lnTo>
                  <a:lnTo>
                    <a:pt x="51" y="51"/>
                  </a:lnTo>
                  <a:lnTo>
                    <a:pt x="53" y="47"/>
                  </a:lnTo>
                  <a:lnTo>
                    <a:pt x="55" y="43"/>
                  </a:lnTo>
                  <a:lnTo>
                    <a:pt x="61" y="39"/>
                  </a:lnTo>
                  <a:lnTo>
                    <a:pt x="63" y="27"/>
                  </a:lnTo>
                  <a:lnTo>
                    <a:pt x="67" y="17"/>
                  </a:lnTo>
                  <a:lnTo>
                    <a:pt x="67" y="13"/>
                  </a:lnTo>
                  <a:lnTo>
                    <a:pt x="69" y="9"/>
                  </a:lnTo>
                  <a:lnTo>
                    <a:pt x="73" y="5"/>
                  </a:lnTo>
                  <a:lnTo>
                    <a:pt x="75" y="2"/>
                  </a:lnTo>
                  <a:lnTo>
                    <a:pt x="83" y="2"/>
                  </a:lnTo>
                  <a:lnTo>
                    <a:pt x="86" y="0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777875" y="3506788"/>
              <a:ext cx="142875" cy="134938"/>
            </a:xfrm>
            <a:custGeom>
              <a:avLst/>
              <a:gdLst>
                <a:gd name="T0" fmla="*/ 129 w 180"/>
                <a:gd name="T1" fmla="*/ 2 h 169"/>
                <a:gd name="T2" fmla="*/ 133 w 180"/>
                <a:gd name="T3" fmla="*/ 0 h 169"/>
                <a:gd name="T4" fmla="*/ 145 w 180"/>
                <a:gd name="T5" fmla="*/ 8 h 169"/>
                <a:gd name="T6" fmla="*/ 147 w 180"/>
                <a:gd name="T7" fmla="*/ 18 h 169"/>
                <a:gd name="T8" fmla="*/ 153 w 180"/>
                <a:gd name="T9" fmla="*/ 22 h 169"/>
                <a:gd name="T10" fmla="*/ 161 w 180"/>
                <a:gd name="T11" fmla="*/ 25 h 169"/>
                <a:gd name="T12" fmla="*/ 163 w 180"/>
                <a:gd name="T13" fmla="*/ 35 h 169"/>
                <a:gd name="T14" fmla="*/ 163 w 180"/>
                <a:gd name="T15" fmla="*/ 49 h 169"/>
                <a:gd name="T16" fmla="*/ 161 w 180"/>
                <a:gd name="T17" fmla="*/ 55 h 169"/>
                <a:gd name="T18" fmla="*/ 163 w 180"/>
                <a:gd name="T19" fmla="*/ 63 h 169"/>
                <a:gd name="T20" fmla="*/ 178 w 180"/>
                <a:gd name="T21" fmla="*/ 73 h 169"/>
                <a:gd name="T22" fmla="*/ 175 w 180"/>
                <a:gd name="T23" fmla="*/ 80 h 169"/>
                <a:gd name="T24" fmla="*/ 177 w 180"/>
                <a:gd name="T25" fmla="*/ 84 h 169"/>
                <a:gd name="T26" fmla="*/ 177 w 180"/>
                <a:gd name="T27" fmla="*/ 94 h 169"/>
                <a:gd name="T28" fmla="*/ 180 w 180"/>
                <a:gd name="T29" fmla="*/ 102 h 169"/>
                <a:gd name="T30" fmla="*/ 173 w 180"/>
                <a:gd name="T31" fmla="*/ 102 h 169"/>
                <a:gd name="T32" fmla="*/ 171 w 180"/>
                <a:gd name="T33" fmla="*/ 102 h 169"/>
                <a:gd name="T34" fmla="*/ 167 w 180"/>
                <a:gd name="T35" fmla="*/ 104 h 169"/>
                <a:gd name="T36" fmla="*/ 163 w 180"/>
                <a:gd name="T37" fmla="*/ 102 h 169"/>
                <a:gd name="T38" fmla="*/ 159 w 180"/>
                <a:gd name="T39" fmla="*/ 102 h 169"/>
                <a:gd name="T40" fmla="*/ 153 w 180"/>
                <a:gd name="T41" fmla="*/ 106 h 169"/>
                <a:gd name="T42" fmla="*/ 157 w 180"/>
                <a:gd name="T43" fmla="*/ 114 h 169"/>
                <a:gd name="T44" fmla="*/ 157 w 180"/>
                <a:gd name="T45" fmla="*/ 120 h 169"/>
                <a:gd name="T46" fmla="*/ 155 w 180"/>
                <a:gd name="T47" fmla="*/ 126 h 169"/>
                <a:gd name="T48" fmla="*/ 147 w 180"/>
                <a:gd name="T49" fmla="*/ 133 h 169"/>
                <a:gd name="T50" fmla="*/ 139 w 180"/>
                <a:gd name="T51" fmla="*/ 139 h 169"/>
                <a:gd name="T52" fmla="*/ 141 w 180"/>
                <a:gd name="T53" fmla="*/ 145 h 169"/>
                <a:gd name="T54" fmla="*/ 137 w 180"/>
                <a:gd name="T55" fmla="*/ 151 h 169"/>
                <a:gd name="T56" fmla="*/ 131 w 180"/>
                <a:gd name="T57" fmla="*/ 151 h 169"/>
                <a:gd name="T58" fmla="*/ 127 w 180"/>
                <a:gd name="T59" fmla="*/ 149 h 169"/>
                <a:gd name="T60" fmla="*/ 126 w 180"/>
                <a:gd name="T61" fmla="*/ 155 h 169"/>
                <a:gd name="T62" fmla="*/ 118 w 180"/>
                <a:gd name="T63" fmla="*/ 159 h 169"/>
                <a:gd name="T64" fmla="*/ 116 w 180"/>
                <a:gd name="T65" fmla="*/ 155 h 169"/>
                <a:gd name="T66" fmla="*/ 104 w 180"/>
                <a:gd name="T67" fmla="*/ 161 h 169"/>
                <a:gd name="T68" fmla="*/ 108 w 180"/>
                <a:gd name="T69" fmla="*/ 165 h 169"/>
                <a:gd name="T70" fmla="*/ 102 w 180"/>
                <a:gd name="T71" fmla="*/ 167 h 169"/>
                <a:gd name="T72" fmla="*/ 98 w 180"/>
                <a:gd name="T73" fmla="*/ 157 h 169"/>
                <a:gd name="T74" fmla="*/ 100 w 180"/>
                <a:gd name="T75" fmla="*/ 141 h 169"/>
                <a:gd name="T76" fmla="*/ 96 w 180"/>
                <a:gd name="T77" fmla="*/ 122 h 169"/>
                <a:gd name="T78" fmla="*/ 78 w 180"/>
                <a:gd name="T79" fmla="*/ 116 h 169"/>
                <a:gd name="T80" fmla="*/ 65 w 180"/>
                <a:gd name="T81" fmla="*/ 110 h 169"/>
                <a:gd name="T82" fmla="*/ 47 w 180"/>
                <a:gd name="T83" fmla="*/ 108 h 169"/>
                <a:gd name="T84" fmla="*/ 29 w 180"/>
                <a:gd name="T85" fmla="*/ 102 h 169"/>
                <a:gd name="T86" fmla="*/ 6 w 180"/>
                <a:gd name="T87" fmla="*/ 104 h 169"/>
                <a:gd name="T88" fmla="*/ 2 w 180"/>
                <a:gd name="T89" fmla="*/ 86 h 169"/>
                <a:gd name="T90" fmla="*/ 4 w 180"/>
                <a:gd name="T91" fmla="*/ 76 h 169"/>
                <a:gd name="T92" fmla="*/ 8 w 180"/>
                <a:gd name="T93" fmla="*/ 65 h 169"/>
                <a:gd name="T94" fmla="*/ 16 w 180"/>
                <a:gd name="T95" fmla="*/ 47 h 169"/>
                <a:gd name="T96" fmla="*/ 12 w 180"/>
                <a:gd name="T97" fmla="*/ 29 h 169"/>
                <a:gd name="T98" fmla="*/ 24 w 180"/>
                <a:gd name="T99" fmla="*/ 16 h 169"/>
                <a:gd name="T100" fmla="*/ 35 w 180"/>
                <a:gd name="T101" fmla="*/ 29 h 169"/>
                <a:gd name="T102" fmla="*/ 51 w 180"/>
                <a:gd name="T103" fmla="*/ 39 h 169"/>
                <a:gd name="T104" fmla="*/ 61 w 180"/>
                <a:gd name="T105" fmla="*/ 35 h 169"/>
                <a:gd name="T106" fmla="*/ 75 w 180"/>
                <a:gd name="T107" fmla="*/ 31 h 169"/>
                <a:gd name="T108" fmla="*/ 86 w 180"/>
                <a:gd name="T109" fmla="*/ 25 h 169"/>
                <a:gd name="T110" fmla="*/ 90 w 180"/>
                <a:gd name="T111" fmla="*/ 27 h 169"/>
                <a:gd name="T112" fmla="*/ 96 w 180"/>
                <a:gd name="T113" fmla="*/ 20 h 169"/>
                <a:gd name="T114" fmla="*/ 114 w 180"/>
                <a:gd name="T115" fmla="*/ 14 h 169"/>
                <a:gd name="T116" fmla="*/ 118 w 180"/>
                <a:gd name="T117" fmla="*/ 10 h 169"/>
                <a:gd name="T118" fmla="*/ 120 w 180"/>
                <a:gd name="T119" fmla="*/ 6 h 169"/>
                <a:gd name="T120" fmla="*/ 124 w 180"/>
                <a:gd name="T121" fmla="*/ 2 h 169"/>
                <a:gd name="T122" fmla="*/ 127 w 180"/>
                <a:gd name="T123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0" h="169">
                  <a:moveTo>
                    <a:pt x="127" y="0"/>
                  </a:moveTo>
                  <a:lnTo>
                    <a:pt x="127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5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39" y="2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3" y="2"/>
                  </a:lnTo>
                  <a:lnTo>
                    <a:pt x="145" y="8"/>
                  </a:lnTo>
                  <a:lnTo>
                    <a:pt x="145" y="8"/>
                  </a:lnTo>
                  <a:lnTo>
                    <a:pt x="145" y="12"/>
                  </a:lnTo>
                  <a:lnTo>
                    <a:pt x="145" y="12"/>
                  </a:lnTo>
                  <a:lnTo>
                    <a:pt x="145" y="12"/>
                  </a:lnTo>
                  <a:lnTo>
                    <a:pt x="145" y="14"/>
                  </a:lnTo>
                  <a:lnTo>
                    <a:pt x="145" y="14"/>
                  </a:lnTo>
                  <a:lnTo>
                    <a:pt x="145" y="14"/>
                  </a:lnTo>
                  <a:lnTo>
                    <a:pt x="145" y="16"/>
                  </a:lnTo>
                  <a:lnTo>
                    <a:pt x="145" y="16"/>
                  </a:lnTo>
                  <a:lnTo>
                    <a:pt x="145" y="16"/>
                  </a:lnTo>
                  <a:lnTo>
                    <a:pt x="145" y="16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149" y="16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1" y="20"/>
                  </a:lnTo>
                  <a:lnTo>
                    <a:pt x="151" y="20"/>
                  </a:lnTo>
                  <a:lnTo>
                    <a:pt x="151" y="20"/>
                  </a:lnTo>
                  <a:lnTo>
                    <a:pt x="153" y="20"/>
                  </a:lnTo>
                  <a:lnTo>
                    <a:pt x="153" y="22"/>
                  </a:lnTo>
                  <a:lnTo>
                    <a:pt x="153" y="22"/>
                  </a:lnTo>
                  <a:lnTo>
                    <a:pt x="153" y="22"/>
                  </a:lnTo>
                  <a:lnTo>
                    <a:pt x="155" y="22"/>
                  </a:lnTo>
                  <a:lnTo>
                    <a:pt x="157" y="22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61" y="22"/>
                  </a:lnTo>
                  <a:lnTo>
                    <a:pt x="161" y="22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1" y="25"/>
                  </a:lnTo>
                  <a:lnTo>
                    <a:pt x="159" y="25"/>
                  </a:lnTo>
                  <a:lnTo>
                    <a:pt x="159" y="25"/>
                  </a:lnTo>
                  <a:lnTo>
                    <a:pt x="159" y="27"/>
                  </a:lnTo>
                  <a:lnTo>
                    <a:pt x="159" y="27"/>
                  </a:lnTo>
                  <a:lnTo>
                    <a:pt x="159" y="27"/>
                  </a:lnTo>
                  <a:lnTo>
                    <a:pt x="159" y="27"/>
                  </a:lnTo>
                  <a:lnTo>
                    <a:pt x="161" y="27"/>
                  </a:lnTo>
                  <a:lnTo>
                    <a:pt x="161" y="27"/>
                  </a:lnTo>
                  <a:lnTo>
                    <a:pt x="161" y="29"/>
                  </a:lnTo>
                  <a:lnTo>
                    <a:pt x="161" y="29"/>
                  </a:lnTo>
                  <a:lnTo>
                    <a:pt x="163" y="31"/>
                  </a:lnTo>
                  <a:lnTo>
                    <a:pt x="163" y="33"/>
                  </a:lnTo>
                  <a:lnTo>
                    <a:pt x="163" y="35"/>
                  </a:lnTo>
                  <a:lnTo>
                    <a:pt x="163" y="37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5" y="41"/>
                  </a:lnTo>
                  <a:lnTo>
                    <a:pt x="165" y="43"/>
                  </a:lnTo>
                  <a:lnTo>
                    <a:pt x="165" y="45"/>
                  </a:lnTo>
                  <a:lnTo>
                    <a:pt x="165" y="47"/>
                  </a:lnTo>
                  <a:lnTo>
                    <a:pt x="165" y="47"/>
                  </a:lnTo>
                  <a:lnTo>
                    <a:pt x="165" y="49"/>
                  </a:lnTo>
                  <a:lnTo>
                    <a:pt x="165" y="49"/>
                  </a:lnTo>
                  <a:lnTo>
                    <a:pt x="163" y="49"/>
                  </a:lnTo>
                  <a:lnTo>
                    <a:pt x="163" y="49"/>
                  </a:lnTo>
                  <a:lnTo>
                    <a:pt x="163" y="49"/>
                  </a:lnTo>
                  <a:lnTo>
                    <a:pt x="163" y="49"/>
                  </a:lnTo>
                  <a:lnTo>
                    <a:pt x="161" y="51"/>
                  </a:lnTo>
                  <a:lnTo>
                    <a:pt x="161" y="51"/>
                  </a:lnTo>
                  <a:lnTo>
                    <a:pt x="161" y="51"/>
                  </a:lnTo>
                  <a:lnTo>
                    <a:pt x="161" y="53"/>
                  </a:lnTo>
                  <a:lnTo>
                    <a:pt x="161" y="53"/>
                  </a:lnTo>
                  <a:lnTo>
                    <a:pt x="161" y="53"/>
                  </a:lnTo>
                  <a:lnTo>
                    <a:pt x="161" y="53"/>
                  </a:lnTo>
                  <a:lnTo>
                    <a:pt x="161" y="53"/>
                  </a:lnTo>
                  <a:lnTo>
                    <a:pt x="161" y="53"/>
                  </a:lnTo>
                  <a:lnTo>
                    <a:pt x="161" y="55"/>
                  </a:lnTo>
                  <a:lnTo>
                    <a:pt x="161" y="55"/>
                  </a:lnTo>
                  <a:lnTo>
                    <a:pt x="161" y="57"/>
                  </a:lnTo>
                  <a:lnTo>
                    <a:pt x="161" y="57"/>
                  </a:lnTo>
                  <a:lnTo>
                    <a:pt x="161" y="57"/>
                  </a:lnTo>
                  <a:lnTo>
                    <a:pt x="161" y="57"/>
                  </a:lnTo>
                  <a:lnTo>
                    <a:pt x="161" y="59"/>
                  </a:lnTo>
                  <a:lnTo>
                    <a:pt x="161" y="59"/>
                  </a:lnTo>
                  <a:lnTo>
                    <a:pt x="161" y="59"/>
                  </a:lnTo>
                  <a:lnTo>
                    <a:pt x="159" y="59"/>
                  </a:lnTo>
                  <a:lnTo>
                    <a:pt x="159" y="61"/>
                  </a:lnTo>
                  <a:lnTo>
                    <a:pt x="161" y="61"/>
                  </a:lnTo>
                  <a:lnTo>
                    <a:pt x="161" y="63"/>
                  </a:lnTo>
                  <a:lnTo>
                    <a:pt x="163" y="63"/>
                  </a:lnTo>
                  <a:lnTo>
                    <a:pt x="163" y="65"/>
                  </a:lnTo>
                  <a:lnTo>
                    <a:pt x="163" y="65"/>
                  </a:lnTo>
                  <a:lnTo>
                    <a:pt x="163" y="65"/>
                  </a:lnTo>
                  <a:lnTo>
                    <a:pt x="165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5" y="73"/>
                  </a:lnTo>
                  <a:lnTo>
                    <a:pt x="177" y="73"/>
                  </a:lnTo>
                  <a:lnTo>
                    <a:pt x="177" y="73"/>
                  </a:lnTo>
                  <a:lnTo>
                    <a:pt x="177" y="73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77" y="75"/>
                  </a:lnTo>
                  <a:lnTo>
                    <a:pt x="177" y="75"/>
                  </a:lnTo>
                  <a:lnTo>
                    <a:pt x="177" y="75"/>
                  </a:lnTo>
                  <a:lnTo>
                    <a:pt x="177" y="76"/>
                  </a:lnTo>
                  <a:lnTo>
                    <a:pt x="175" y="78"/>
                  </a:lnTo>
                  <a:lnTo>
                    <a:pt x="175" y="78"/>
                  </a:lnTo>
                  <a:lnTo>
                    <a:pt x="175" y="78"/>
                  </a:lnTo>
                  <a:lnTo>
                    <a:pt x="175" y="78"/>
                  </a:lnTo>
                  <a:lnTo>
                    <a:pt x="175" y="78"/>
                  </a:lnTo>
                  <a:lnTo>
                    <a:pt x="175" y="78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7" y="78"/>
                  </a:lnTo>
                  <a:lnTo>
                    <a:pt x="177" y="78"/>
                  </a:lnTo>
                  <a:lnTo>
                    <a:pt x="178" y="78"/>
                  </a:lnTo>
                  <a:lnTo>
                    <a:pt x="178" y="80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4"/>
                  </a:lnTo>
                  <a:lnTo>
                    <a:pt x="178" y="84"/>
                  </a:lnTo>
                  <a:lnTo>
                    <a:pt x="177" y="84"/>
                  </a:lnTo>
                  <a:lnTo>
                    <a:pt x="177" y="84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7" y="90"/>
                  </a:lnTo>
                  <a:lnTo>
                    <a:pt x="175" y="90"/>
                  </a:lnTo>
                  <a:lnTo>
                    <a:pt x="175" y="90"/>
                  </a:lnTo>
                  <a:lnTo>
                    <a:pt x="175" y="92"/>
                  </a:lnTo>
                  <a:lnTo>
                    <a:pt x="175" y="92"/>
                  </a:lnTo>
                  <a:lnTo>
                    <a:pt x="175" y="94"/>
                  </a:lnTo>
                  <a:lnTo>
                    <a:pt x="177" y="96"/>
                  </a:lnTo>
                  <a:lnTo>
                    <a:pt x="177" y="96"/>
                  </a:lnTo>
                  <a:lnTo>
                    <a:pt x="177" y="96"/>
                  </a:lnTo>
                  <a:lnTo>
                    <a:pt x="177" y="94"/>
                  </a:lnTo>
                  <a:lnTo>
                    <a:pt x="177" y="94"/>
                  </a:lnTo>
                  <a:lnTo>
                    <a:pt x="177" y="94"/>
                  </a:lnTo>
                  <a:lnTo>
                    <a:pt x="178" y="94"/>
                  </a:lnTo>
                  <a:lnTo>
                    <a:pt x="178" y="94"/>
                  </a:lnTo>
                  <a:lnTo>
                    <a:pt x="180" y="98"/>
                  </a:lnTo>
                  <a:lnTo>
                    <a:pt x="180" y="98"/>
                  </a:lnTo>
                  <a:lnTo>
                    <a:pt x="180" y="100"/>
                  </a:lnTo>
                  <a:lnTo>
                    <a:pt x="180" y="100"/>
                  </a:lnTo>
                  <a:lnTo>
                    <a:pt x="180" y="100"/>
                  </a:lnTo>
                  <a:lnTo>
                    <a:pt x="180" y="100"/>
                  </a:lnTo>
                  <a:lnTo>
                    <a:pt x="180" y="100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78" y="102"/>
                  </a:lnTo>
                  <a:lnTo>
                    <a:pt x="178" y="102"/>
                  </a:lnTo>
                  <a:lnTo>
                    <a:pt x="178" y="102"/>
                  </a:lnTo>
                  <a:lnTo>
                    <a:pt x="177" y="102"/>
                  </a:lnTo>
                  <a:lnTo>
                    <a:pt x="175" y="102"/>
                  </a:lnTo>
                  <a:lnTo>
                    <a:pt x="175" y="102"/>
                  </a:lnTo>
                  <a:lnTo>
                    <a:pt x="175" y="102"/>
                  </a:lnTo>
                  <a:lnTo>
                    <a:pt x="175" y="102"/>
                  </a:lnTo>
                  <a:lnTo>
                    <a:pt x="175" y="104"/>
                  </a:lnTo>
                  <a:lnTo>
                    <a:pt x="175" y="104"/>
                  </a:lnTo>
                  <a:lnTo>
                    <a:pt x="175" y="104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2"/>
                  </a:lnTo>
                  <a:lnTo>
                    <a:pt x="173" y="100"/>
                  </a:lnTo>
                  <a:lnTo>
                    <a:pt x="173" y="100"/>
                  </a:lnTo>
                  <a:lnTo>
                    <a:pt x="171" y="100"/>
                  </a:lnTo>
                  <a:lnTo>
                    <a:pt x="171" y="102"/>
                  </a:lnTo>
                  <a:lnTo>
                    <a:pt x="171" y="102"/>
                  </a:lnTo>
                  <a:lnTo>
                    <a:pt x="171" y="102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9" y="104"/>
                  </a:lnTo>
                  <a:lnTo>
                    <a:pt x="169" y="104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67" y="102"/>
                  </a:lnTo>
                  <a:lnTo>
                    <a:pt x="167" y="102"/>
                  </a:lnTo>
                  <a:lnTo>
                    <a:pt x="165" y="102"/>
                  </a:lnTo>
                  <a:lnTo>
                    <a:pt x="165" y="102"/>
                  </a:lnTo>
                  <a:lnTo>
                    <a:pt x="165" y="102"/>
                  </a:lnTo>
                  <a:lnTo>
                    <a:pt x="165" y="102"/>
                  </a:lnTo>
                  <a:lnTo>
                    <a:pt x="165" y="102"/>
                  </a:lnTo>
                  <a:lnTo>
                    <a:pt x="165" y="100"/>
                  </a:lnTo>
                  <a:lnTo>
                    <a:pt x="163" y="100"/>
                  </a:lnTo>
                  <a:lnTo>
                    <a:pt x="163" y="100"/>
                  </a:lnTo>
                  <a:lnTo>
                    <a:pt x="163" y="100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3" y="102"/>
                  </a:lnTo>
                  <a:lnTo>
                    <a:pt x="161" y="104"/>
                  </a:lnTo>
                  <a:lnTo>
                    <a:pt x="161" y="104"/>
                  </a:lnTo>
                  <a:lnTo>
                    <a:pt x="161" y="104"/>
                  </a:lnTo>
                  <a:lnTo>
                    <a:pt x="161" y="104"/>
                  </a:lnTo>
                  <a:lnTo>
                    <a:pt x="159" y="102"/>
                  </a:lnTo>
                  <a:lnTo>
                    <a:pt x="159" y="102"/>
                  </a:lnTo>
                  <a:lnTo>
                    <a:pt x="159" y="102"/>
                  </a:lnTo>
                  <a:lnTo>
                    <a:pt x="159" y="102"/>
                  </a:lnTo>
                  <a:lnTo>
                    <a:pt x="157" y="102"/>
                  </a:lnTo>
                  <a:lnTo>
                    <a:pt x="157" y="104"/>
                  </a:lnTo>
                  <a:lnTo>
                    <a:pt x="157" y="104"/>
                  </a:lnTo>
                  <a:lnTo>
                    <a:pt x="157" y="104"/>
                  </a:lnTo>
                  <a:lnTo>
                    <a:pt x="155" y="104"/>
                  </a:lnTo>
                  <a:lnTo>
                    <a:pt x="155" y="104"/>
                  </a:lnTo>
                  <a:lnTo>
                    <a:pt x="155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10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7" y="114"/>
                  </a:lnTo>
                  <a:lnTo>
                    <a:pt x="157" y="114"/>
                  </a:lnTo>
                  <a:lnTo>
                    <a:pt x="157" y="114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9" y="116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20"/>
                  </a:lnTo>
                  <a:lnTo>
                    <a:pt x="157" y="120"/>
                  </a:lnTo>
                  <a:lnTo>
                    <a:pt x="157" y="120"/>
                  </a:lnTo>
                  <a:lnTo>
                    <a:pt x="159" y="120"/>
                  </a:lnTo>
                  <a:lnTo>
                    <a:pt x="161" y="122"/>
                  </a:lnTo>
                  <a:lnTo>
                    <a:pt x="157" y="124"/>
                  </a:lnTo>
                  <a:lnTo>
                    <a:pt x="157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6"/>
                  </a:lnTo>
                  <a:lnTo>
                    <a:pt x="155" y="126"/>
                  </a:lnTo>
                  <a:lnTo>
                    <a:pt x="155" y="126"/>
                  </a:lnTo>
                  <a:lnTo>
                    <a:pt x="155" y="126"/>
                  </a:lnTo>
                  <a:lnTo>
                    <a:pt x="153" y="126"/>
                  </a:lnTo>
                  <a:lnTo>
                    <a:pt x="151" y="129"/>
                  </a:lnTo>
                  <a:lnTo>
                    <a:pt x="151" y="131"/>
                  </a:lnTo>
                  <a:lnTo>
                    <a:pt x="151" y="133"/>
                  </a:lnTo>
                  <a:lnTo>
                    <a:pt x="151" y="133"/>
                  </a:lnTo>
                  <a:lnTo>
                    <a:pt x="149" y="133"/>
                  </a:lnTo>
                  <a:lnTo>
                    <a:pt x="149" y="133"/>
                  </a:lnTo>
                  <a:lnTo>
                    <a:pt x="149" y="133"/>
                  </a:lnTo>
                  <a:lnTo>
                    <a:pt x="149" y="133"/>
                  </a:lnTo>
                  <a:lnTo>
                    <a:pt x="149" y="133"/>
                  </a:lnTo>
                  <a:lnTo>
                    <a:pt x="147" y="133"/>
                  </a:lnTo>
                  <a:lnTo>
                    <a:pt x="145" y="133"/>
                  </a:lnTo>
                  <a:lnTo>
                    <a:pt x="145" y="133"/>
                  </a:lnTo>
                  <a:lnTo>
                    <a:pt x="145" y="133"/>
                  </a:lnTo>
                  <a:lnTo>
                    <a:pt x="145" y="133"/>
                  </a:lnTo>
                  <a:lnTo>
                    <a:pt x="145" y="133"/>
                  </a:lnTo>
                  <a:lnTo>
                    <a:pt x="143" y="135"/>
                  </a:lnTo>
                  <a:lnTo>
                    <a:pt x="141" y="135"/>
                  </a:lnTo>
                  <a:lnTo>
                    <a:pt x="141" y="135"/>
                  </a:lnTo>
                  <a:lnTo>
                    <a:pt x="141" y="135"/>
                  </a:lnTo>
                  <a:lnTo>
                    <a:pt x="141" y="137"/>
                  </a:lnTo>
                  <a:lnTo>
                    <a:pt x="139" y="137"/>
                  </a:lnTo>
                  <a:lnTo>
                    <a:pt x="139" y="137"/>
                  </a:lnTo>
                  <a:lnTo>
                    <a:pt x="139" y="139"/>
                  </a:lnTo>
                  <a:lnTo>
                    <a:pt x="139" y="139"/>
                  </a:lnTo>
                  <a:lnTo>
                    <a:pt x="139" y="139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3"/>
                  </a:lnTo>
                  <a:lnTo>
                    <a:pt x="141" y="145"/>
                  </a:lnTo>
                  <a:lnTo>
                    <a:pt x="141" y="145"/>
                  </a:lnTo>
                  <a:lnTo>
                    <a:pt x="141" y="145"/>
                  </a:lnTo>
                  <a:lnTo>
                    <a:pt x="141" y="145"/>
                  </a:lnTo>
                  <a:lnTo>
                    <a:pt x="139" y="145"/>
                  </a:lnTo>
                  <a:lnTo>
                    <a:pt x="139" y="145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7" y="149"/>
                  </a:lnTo>
                  <a:lnTo>
                    <a:pt x="137" y="149"/>
                  </a:lnTo>
                  <a:lnTo>
                    <a:pt x="137" y="151"/>
                  </a:lnTo>
                  <a:lnTo>
                    <a:pt x="137" y="151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3" y="153"/>
                  </a:lnTo>
                  <a:lnTo>
                    <a:pt x="133" y="153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29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7" y="149"/>
                  </a:lnTo>
                  <a:lnTo>
                    <a:pt x="127" y="149"/>
                  </a:lnTo>
                  <a:lnTo>
                    <a:pt x="127" y="149"/>
                  </a:lnTo>
                  <a:lnTo>
                    <a:pt x="127" y="149"/>
                  </a:lnTo>
                  <a:lnTo>
                    <a:pt x="126" y="149"/>
                  </a:lnTo>
                  <a:lnTo>
                    <a:pt x="126" y="151"/>
                  </a:lnTo>
                  <a:lnTo>
                    <a:pt x="126" y="151"/>
                  </a:lnTo>
                  <a:lnTo>
                    <a:pt x="126" y="151"/>
                  </a:lnTo>
                  <a:lnTo>
                    <a:pt x="126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5"/>
                  </a:lnTo>
                  <a:lnTo>
                    <a:pt x="126" y="155"/>
                  </a:lnTo>
                  <a:lnTo>
                    <a:pt x="126" y="155"/>
                  </a:lnTo>
                  <a:lnTo>
                    <a:pt x="126" y="155"/>
                  </a:lnTo>
                  <a:lnTo>
                    <a:pt x="126" y="157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2" y="157"/>
                  </a:lnTo>
                  <a:lnTo>
                    <a:pt x="120" y="157"/>
                  </a:lnTo>
                  <a:lnTo>
                    <a:pt x="120" y="157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18" y="159"/>
                  </a:lnTo>
                  <a:lnTo>
                    <a:pt x="118" y="159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5"/>
                  </a:lnTo>
                  <a:lnTo>
                    <a:pt x="118" y="155"/>
                  </a:lnTo>
                  <a:lnTo>
                    <a:pt x="118" y="155"/>
                  </a:lnTo>
                  <a:lnTo>
                    <a:pt x="118" y="155"/>
                  </a:lnTo>
                  <a:lnTo>
                    <a:pt x="116" y="155"/>
                  </a:lnTo>
                  <a:lnTo>
                    <a:pt x="116" y="155"/>
                  </a:lnTo>
                  <a:lnTo>
                    <a:pt x="116" y="155"/>
                  </a:lnTo>
                  <a:lnTo>
                    <a:pt x="116" y="155"/>
                  </a:lnTo>
                  <a:lnTo>
                    <a:pt x="114" y="155"/>
                  </a:lnTo>
                  <a:lnTo>
                    <a:pt x="114" y="155"/>
                  </a:lnTo>
                  <a:lnTo>
                    <a:pt x="114" y="157"/>
                  </a:lnTo>
                  <a:lnTo>
                    <a:pt x="110" y="157"/>
                  </a:lnTo>
                  <a:lnTo>
                    <a:pt x="110" y="157"/>
                  </a:lnTo>
                  <a:lnTo>
                    <a:pt x="108" y="157"/>
                  </a:lnTo>
                  <a:lnTo>
                    <a:pt x="106" y="159"/>
                  </a:lnTo>
                  <a:lnTo>
                    <a:pt x="106" y="159"/>
                  </a:lnTo>
                  <a:lnTo>
                    <a:pt x="106" y="159"/>
                  </a:lnTo>
                  <a:lnTo>
                    <a:pt x="104" y="161"/>
                  </a:lnTo>
                  <a:lnTo>
                    <a:pt x="104" y="161"/>
                  </a:lnTo>
                  <a:lnTo>
                    <a:pt x="104" y="161"/>
                  </a:lnTo>
                  <a:lnTo>
                    <a:pt x="104" y="161"/>
                  </a:lnTo>
                  <a:lnTo>
                    <a:pt x="106" y="161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8" y="165"/>
                  </a:lnTo>
                  <a:lnTo>
                    <a:pt x="108" y="165"/>
                  </a:lnTo>
                  <a:lnTo>
                    <a:pt x="108" y="165"/>
                  </a:lnTo>
                  <a:lnTo>
                    <a:pt x="108" y="165"/>
                  </a:lnTo>
                  <a:lnTo>
                    <a:pt x="108" y="165"/>
                  </a:lnTo>
                  <a:lnTo>
                    <a:pt x="106" y="165"/>
                  </a:lnTo>
                  <a:lnTo>
                    <a:pt x="106" y="165"/>
                  </a:lnTo>
                  <a:lnTo>
                    <a:pt x="106" y="165"/>
                  </a:lnTo>
                  <a:lnTo>
                    <a:pt x="104" y="165"/>
                  </a:lnTo>
                  <a:lnTo>
                    <a:pt x="104" y="165"/>
                  </a:lnTo>
                  <a:lnTo>
                    <a:pt x="104" y="165"/>
                  </a:lnTo>
                  <a:lnTo>
                    <a:pt x="104" y="167"/>
                  </a:lnTo>
                  <a:lnTo>
                    <a:pt x="104" y="167"/>
                  </a:lnTo>
                  <a:lnTo>
                    <a:pt x="104" y="167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2" y="167"/>
                  </a:lnTo>
                  <a:lnTo>
                    <a:pt x="100" y="163"/>
                  </a:lnTo>
                  <a:lnTo>
                    <a:pt x="100" y="163"/>
                  </a:lnTo>
                  <a:lnTo>
                    <a:pt x="100" y="163"/>
                  </a:lnTo>
                  <a:lnTo>
                    <a:pt x="98" y="163"/>
                  </a:lnTo>
                  <a:lnTo>
                    <a:pt x="98" y="163"/>
                  </a:lnTo>
                  <a:lnTo>
                    <a:pt x="98" y="163"/>
                  </a:lnTo>
                  <a:lnTo>
                    <a:pt x="98" y="161"/>
                  </a:lnTo>
                  <a:lnTo>
                    <a:pt x="98" y="161"/>
                  </a:lnTo>
                  <a:lnTo>
                    <a:pt x="98" y="161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7"/>
                  </a:lnTo>
                  <a:lnTo>
                    <a:pt x="96" y="155"/>
                  </a:lnTo>
                  <a:lnTo>
                    <a:pt x="94" y="155"/>
                  </a:lnTo>
                  <a:lnTo>
                    <a:pt x="94" y="153"/>
                  </a:lnTo>
                  <a:lnTo>
                    <a:pt x="96" y="153"/>
                  </a:lnTo>
                  <a:lnTo>
                    <a:pt x="96" y="151"/>
                  </a:lnTo>
                  <a:lnTo>
                    <a:pt x="96" y="149"/>
                  </a:lnTo>
                  <a:lnTo>
                    <a:pt x="96" y="149"/>
                  </a:lnTo>
                  <a:lnTo>
                    <a:pt x="96" y="147"/>
                  </a:lnTo>
                  <a:lnTo>
                    <a:pt x="98" y="145"/>
                  </a:lnTo>
                  <a:lnTo>
                    <a:pt x="98" y="143"/>
                  </a:lnTo>
                  <a:lnTo>
                    <a:pt x="98" y="143"/>
                  </a:lnTo>
                  <a:lnTo>
                    <a:pt x="100" y="141"/>
                  </a:lnTo>
                  <a:lnTo>
                    <a:pt x="100" y="141"/>
                  </a:lnTo>
                  <a:lnTo>
                    <a:pt x="100" y="141"/>
                  </a:lnTo>
                  <a:lnTo>
                    <a:pt x="100" y="139"/>
                  </a:lnTo>
                  <a:lnTo>
                    <a:pt x="100" y="139"/>
                  </a:lnTo>
                  <a:lnTo>
                    <a:pt x="100" y="137"/>
                  </a:lnTo>
                  <a:lnTo>
                    <a:pt x="100" y="135"/>
                  </a:lnTo>
                  <a:lnTo>
                    <a:pt x="98" y="133"/>
                  </a:lnTo>
                  <a:lnTo>
                    <a:pt x="98" y="131"/>
                  </a:lnTo>
                  <a:lnTo>
                    <a:pt x="98" y="129"/>
                  </a:lnTo>
                  <a:lnTo>
                    <a:pt x="96" y="128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4" y="124"/>
                  </a:lnTo>
                  <a:lnTo>
                    <a:pt x="96" y="122"/>
                  </a:lnTo>
                  <a:lnTo>
                    <a:pt x="94" y="122"/>
                  </a:lnTo>
                  <a:lnTo>
                    <a:pt x="94" y="120"/>
                  </a:lnTo>
                  <a:lnTo>
                    <a:pt x="92" y="120"/>
                  </a:lnTo>
                  <a:lnTo>
                    <a:pt x="90" y="120"/>
                  </a:lnTo>
                  <a:lnTo>
                    <a:pt x="86" y="120"/>
                  </a:lnTo>
                  <a:lnTo>
                    <a:pt x="82" y="120"/>
                  </a:lnTo>
                  <a:lnTo>
                    <a:pt x="80" y="120"/>
                  </a:lnTo>
                  <a:lnTo>
                    <a:pt x="80" y="120"/>
                  </a:lnTo>
                  <a:lnTo>
                    <a:pt x="82" y="116"/>
                  </a:lnTo>
                  <a:lnTo>
                    <a:pt x="82" y="114"/>
                  </a:lnTo>
                  <a:lnTo>
                    <a:pt x="80" y="114"/>
                  </a:lnTo>
                  <a:lnTo>
                    <a:pt x="80" y="116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6" y="114"/>
                  </a:lnTo>
                  <a:lnTo>
                    <a:pt x="76" y="112"/>
                  </a:lnTo>
                  <a:lnTo>
                    <a:pt x="75" y="112"/>
                  </a:lnTo>
                  <a:lnTo>
                    <a:pt x="71" y="108"/>
                  </a:lnTo>
                  <a:lnTo>
                    <a:pt x="69" y="108"/>
                  </a:lnTo>
                  <a:lnTo>
                    <a:pt x="69" y="108"/>
                  </a:lnTo>
                  <a:lnTo>
                    <a:pt x="67" y="110"/>
                  </a:lnTo>
                  <a:lnTo>
                    <a:pt x="67" y="110"/>
                  </a:lnTo>
                  <a:lnTo>
                    <a:pt x="65" y="110"/>
                  </a:lnTo>
                  <a:lnTo>
                    <a:pt x="65" y="110"/>
                  </a:lnTo>
                  <a:lnTo>
                    <a:pt x="63" y="110"/>
                  </a:lnTo>
                  <a:lnTo>
                    <a:pt x="63" y="110"/>
                  </a:lnTo>
                  <a:lnTo>
                    <a:pt x="63" y="110"/>
                  </a:lnTo>
                  <a:lnTo>
                    <a:pt x="63" y="110"/>
                  </a:lnTo>
                  <a:lnTo>
                    <a:pt x="61" y="110"/>
                  </a:lnTo>
                  <a:lnTo>
                    <a:pt x="61" y="110"/>
                  </a:lnTo>
                  <a:lnTo>
                    <a:pt x="55" y="112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3" y="110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47" y="108"/>
                  </a:lnTo>
                  <a:lnTo>
                    <a:pt x="47" y="108"/>
                  </a:lnTo>
                  <a:lnTo>
                    <a:pt x="39" y="98"/>
                  </a:lnTo>
                  <a:lnTo>
                    <a:pt x="37" y="98"/>
                  </a:lnTo>
                  <a:lnTo>
                    <a:pt x="35" y="96"/>
                  </a:lnTo>
                  <a:lnTo>
                    <a:pt x="33" y="94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31" y="102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27" y="102"/>
                  </a:lnTo>
                  <a:lnTo>
                    <a:pt x="26" y="106"/>
                  </a:lnTo>
                  <a:lnTo>
                    <a:pt x="24" y="108"/>
                  </a:lnTo>
                  <a:lnTo>
                    <a:pt x="20" y="110"/>
                  </a:lnTo>
                  <a:lnTo>
                    <a:pt x="14" y="110"/>
                  </a:lnTo>
                  <a:lnTo>
                    <a:pt x="12" y="108"/>
                  </a:lnTo>
                  <a:lnTo>
                    <a:pt x="10" y="108"/>
                  </a:lnTo>
                  <a:lnTo>
                    <a:pt x="8" y="106"/>
                  </a:lnTo>
                  <a:lnTo>
                    <a:pt x="6" y="106"/>
                  </a:lnTo>
                  <a:lnTo>
                    <a:pt x="6" y="106"/>
                  </a:lnTo>
                  <a:lnTo>
                    <a:pt x="4" y="106"/>
                  </a:lnTo>
                  <a:lnTo>
                    <a:pt x="4" y="104"/>
                  </a:lnTo>
                  <a:lnTo>
                    <a:pt x="6" y="104"/>
                  </a:lnTo>
                  <a:lnTo>
                    <a:pt x="6" y="102"/>
                  </a:lnTo>
                  <a:lnTo>
                    <a:pt x="6" y="100"/>
                  </a:lnTo>
                  <a:lnTo>
                    <a:pt x="4" y="100"/>
                  </a:lnTo>
                  <a:lnTo>
                    <a:pt x="2" y="98"/>
                  </a:lnTo>
                  <a:lnTo>
                    <a:pt x="2" y="96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2"/>
                  </a:lnTo>
                  <a:lnTo>
                    <a:pt x="0" y="90"/>
                  </a:lnTo>
                  <a:lnTo>
                    <a:pt x="2" y="90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2" y="86"/>
                  </a:lnTo>
                  <a:lnTo>
                    <a:pt x="4" y="86"/>
                  </a:lnTo>
                  <a:lnTo>
                    <a:pt x="2" y="86"/>
                  </a:lnTo>
                  <a:lnTo>
                    <a:pt x="2" y="84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4" y="73"/>
                  </a:lnTo>
                  <a:lnTo>
                    <a:pt x="6" y="71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0" y="65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57"/>
                  </a:lnTo>
                  <a:lnTo>
                    <a:pt x="8" y="55"/>
                  </a:lnTo>
                  <a:lnTo>
                    <a:pt x="8" y="53"/>
                  </a:lnTo>
                  <a:lnTo>
                    <a:pt x="12" y="53"/>
                  </a:lnTo>
                  <a:lnTo>
                    <a:pt x="14" y="51"/>
                  </a:lnTo>
                  <a:lnTo>
                    <a:pt x="16" y="49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4" y="47"/>
                  </a:lnTo>
                  <a:lnTo>
                    <a:pt x="14" y="45"/>
                  </a:lnTo>
                  <a:lnTo>
                    <a:pt x="14" y="43"/>
                  </a:lnTo>
                  <a:lnTo>
                    <a:pt x="16" y="43"/>
                  </a:lnTo>
                  <a:lnTo>
                    <a:pt x="16" y="41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2" y="39"/>
                  </a:lnTo>
                  <a:lnTo>
                    <a:pt x="12" y="37"/>
                  </a:lnTo>
                  <a:lnTo>
                    <a:pt x="12" y="35"/>
                  </a:lnTo>
                  <a:lnTo>
                    <a:pt x="12" y="31"/>
                  </a:lnTo>
                  <a:lnTo>
                    <a:pt x="12" y="29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4" y="23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8" y="23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20" y="18"/>
                  </a:lnTo>
                  <a:lnTo>
                    <a:pt x="24" y="16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7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5" y="23"/>
                  </a:lnTo>
                  <a:lnTo>
                    <a:pt x="37" y="23"/>
                  </a:lnTo>
                  <a:lnTo>
                    <a:pt x="37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9" y="33"/>
                  </a:lnTo>
                  <a:lnTo>
                    <a:pt x="41" y="33"/>
                  </a:lnTo>
                  <a:lnTo>
                    <a:pt x="41" y="35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7" y="37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5" y="39"/>
                  </a:lnTo>
                  <a:lnTo>
                    <a:pt x="57" y="37"/>
                  </a:lnTo>
                  <a:lnTo>
                    <a:pt x="59" y="37"/>
                  </a:lnTo>
                  <a:lnTo>
                    <a:pt x="61" y="35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5" y="35"/>
                  </a:lnTo>
                  <a:lnTo>
                    <a:pt x="67" y="33"/>
                  </a:lnTo>
                  <a:lnTo>
                    <a:pt x="69" y="33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69" y="29"/>
                  </a:lnTo>
                  <a:lnTo>
                    <a:pt x="71" y="29"/>
                  </a:lnTo>
                  <a:lnTo>
                    <a:pt x="71" y="31"/>
                  </a:lnTo>
                  <a:lnTo>
                    <a:pt x="73" y="31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8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2" y="29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6" y="25"/>
                  </a:lnTo>
                  <a:lnTo>
                    <a:pt x="86" y="27"/>
                  </a:lnTo>
                  <a:lnTo>
                    <a:pt x="86" y="27"/>
                  </a:lnTo>
                  <a:lnTo>
                    <a:pt x="86" y="27"/>
                  </a:lnTo>
                  <a:lnTo>
                    <a:pt x="86" y="27"/>
                  </a:lnTo>
                  <a:lnTo>
                    <a:pt x="86" y="27"/>
                  </a:lnTo>
                  <a:lnTo>
                    <a:pt x="86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94" y="25"/>
                  </a:lnTo>
                  <a:lnTo>
                    <a:pt x="94" y="25"/>
                  </a:lnTo>
                  <a:lnTo>
                    <a:pt x="94" y="23"/>
                  </a:lnTo>
                  <a:lnTo>
                    <a:pt x="94" y="23"/>
                  </a:lnTo>
                  <a:lnTo>
                    <a:pt x="94" y="23"/>
                  </a:lnTo>
                  <a:lnTo>
                    <a:pt x="94" y="23"/>
                  </a:lnTo>
                  <a:lnTo>
                    <a:pt x="94" y="22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8" y="20"/>
                  </a:lnTo>
                  <a:lnTo>
                    <a:pt x="98" y="18"/>
                  </a:lnTo>
                  <a:lnTo>
                    <a:pt x="100" y="18"/>
                  </a:lnTo>
                  <a:lnTo>
                    <a:pt x="102" y="18"/>
                  </a:lnTo>
                  <a:lnTo>
                    <a:pt x="106" y="16"/>
                  </a:lnTo>
                  <a:lnTo>
                    <a:pt x="110" y="14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6" y="14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20" y="10"/>
                  </a:lnTo>
                  <a:lnTo>
                    <a:pt x="120" y="10"/>
                  </a:lnTo>
                  <a:lnTo>
                    <a:pt x="120" y="10"/>
                  </a:lnTo>
                  <a:lnTo>
                    <a:pt x="120" y="8"/>
                  </a:lnTo>
                  <a:lnTo>
                    <a:pt x="120" y="8"/>
                  </a:lnTo>
                  <a:lnTo>
                    <a:pt x="120" y="8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2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4"/>
                  </a:lnTo>
                  <a:lnTo>
                    <a:pt x="120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563" y="3371850"/>
              <a:ext cx="171450" cy="157163"/>
            </a:xfrm>
            <a:custGeom>
              <a:avLst/>
              <a:gdLst>
                <a:gd name="T0" fmla="*/ 55 w 218"/>
                <a:gd name="T1" fmla="*/ 8 h 198"/>
                <a:gd name="T2" fmla="*/ 61 w 218"/>
                <a:gd name="T3" fmla="*/ 12 h 198"/>
                <a:gd name="T4" fmla="*/ 78 w 218"/>
                <a:gd name="T5" fmla="*/ 18 h 198"/>
                <a:gd name="T6" fmla="*/ 82 w 218"/>
                <a:gd name="T7" fmla="*/ 26 h 198"/>
                <a:gd name="T8" fmla="*/ 92 w 218"/>
                <a:gd name="T9" fmla="*/ 31 h 198"/>
                <a:gd name="T10" fmla="*/ 100 w 218"/>
                <a:gd name="T11" fmla="*/ 33 h 198"/>
                <a:gd name="T12" fmla="*/ 110 w 218"/>
                <a:gd name="T13" fmla="*/ 39 h 198"/>
                <a:gd name="T14" fmla="*/ 120 w 218"/>
                <a:gd name="T15" fmla="*/ 47 h 198"/>
                <a:gd name="T16" fmla="*/ 133 w 218"/>
                <a:gd name="T17" fmla="*/ 47 h 198"/>
                <a:gd name="T18" fmla="*/ 147 w 218"/>
                <a:gd name="T19" fmla="*/ 45 h 198"/>
                <a:gd name="T20" fmla="*/ 155 w 218"/>
                <a:gd name="T21" fmla="*/ 37 h 198"/>
                <a:gd name="T22" fmla="*/ 167 w 218"/>
                <a:gd name="T23" fmla="*/ 35 h 198"/>
                <a:gd name="T24" fmla="*/ 184 w 218"/>
                <a:gd name="T25" fmla="*/ 41 h 198"/>
                <a:gd name="T26" fmla="*/ 194 w 218"/>
                <a:gd name="T27" fmla="*/ 57 h 198"/>
                <a:gd name="T28" fmla="*/ 214 w 218"/>
                <a:gd name="T29" fmla="*/ 63 h 198"/>
                <a:gd name="T30" fmla="*/ 218 w 218"/>
                <a:gd name="T31" fmla="*/ 69 h 198"/>
                <a:gd name="T32" fmla="*/ 218 w 218"/>
                <a:gd name="T33" fmla="*/ 77 h 198"/>
                <a:gd name="T34" fmla="*/ 216 w 218"/>
                <a:gd name="T35" fmla="*/ 83 h 198"/>
                <a:gd name="T36" fmla="*/ 216 w 218"/>
                <a:gd name="T37" fmla="*/ 90 h 198"/>
                <a:gd name="T38" fmla="*/ 210 w 218"/>
                <a:gd name="T39" fmla="*/ 94 h 198"/>
                <a:gd name="T40" fmla="*/ 206 w 218"/>
                <a:gd name="T41" fmla="*/ 100 h 198"/>
                <a:gd name="T42" fmla="*/ 202 w 218"/>
                <a:gd name="T43" fmla="*/ 112 h 198"/>
                <a:gd name="T44" fmla="*/ 198 w 218"/>
                <a:gd name="T45" fmla="*/ 124 h 198"/>
                <a:gd name="T46" fmla="*/ 194 w 218"/>
                <a:gd name="T47" fmla="*/ 128 h 198"/>
                <a:gd name="T48" fmla="*/ 184 w 218"/>
                <a:gd name="T49" fmla="*/ 136 h 198"/>
                <a:gd name="T50" fmla="*/ 175 w 218"/>
                <a:gd name="T51" fmla="*/ 138 h 198"/>
                <a:gd name="T52" fmla="*/ 167 w 218"/>
                <a:gd name="T53" fmla="*/ 139 h 198"/>
                <a:gd name="T54" fmla="*/ 163 w 218"/>
                <a:gd name="T55" fmla="*/ 147 h 198"/>
                <a:gd name="T56" fmla="*/ 153 w 218"/>
                <a:gd name="T57" fmla="*/ 145 h 198"/>
                <a:gd name="T58" fmla="*/ 147 w 218"/>
                <a:gd name="T59" fmla="*/ 145 h 198"/>
                <a:gd name="T60" fmla="*/ 141 w 218"/>
                <a:gd name="T61" fmla="*/ 153 h 198"/>
                <a:gd name="T62" fmla="*/ 137 w 218"/>
                <a:gd name="T63" fmla="*/ 159 h 198"/>
                <a:gd name="T64" fmla="*/ 126 w 218"/>
                <a:gd name="T65" fmla="*/ 143 h 198"/>
                <a:gd name="T66" fmla="*/ 114 w 218"/>
                <a:gd name="T67" fmla="*/ 138 h 198"/>
                <a:gd name="T68" fmla="*/ 106 w 218"/>
                <a:gd name="T69" fmla="*/ 141 h 198"/>
                <a:gd name="T70" fmla="*/ 104 w 218"/>
                <a:gd name="T71" fmla="*/ 147 h 198"/>
                <a:gd name="T72" fmla="*/ 100 w 218"/>
                <a:gd name="T73" fmla="*/ 157 h 198"/>
                <a:gd name="T74" fmla="*/ 98 w 218"/>
                <a:gd name="T75" fmla="*/ 157 h 198"/>
                <a:gd name="T76" fmla="*/ 92 w 218"/>
                <a:gd name="T77" fmla="*/ 163 h 198"/>
                <a:gd name="T78" fmla="*/ 88 w 218"/>
                <a:gd name="T79" fmla="*/ 165 h 198"/>
                <a:gd name="T80" fmla="*/ 86 w 218"/>
                <a:gd name="T81" fmla="*/ 169 h 198"/>
                <a:gd name="T82" fmla="*/ 84 w 218"/>
                <a:gd name="T83" fmla="*/ 173 h 198"/>
                <a:gd name="T84" fmla="*/ 80 w 218"/>
                <a:gd name="T85" fmla="*/ 171 h 198"/>
                <a:gd name="T86" fmla="*/ 75 w 218"/>
                <a:gd name="T87" fmla="*/ 173 h 198"/>
                <a:gd name="T88" fmla="*/ 73 w 218"/>
                <a:gd name="T89" fmla="*/ 177 h 198"/>
                <a:gd name="T90" fmla="*/ 67 w 218"/>
                <a:gd name="T91" fmla="*/ 181 h 198"/>
                <a:gd name="T92" fmla="*/ 63 w 218"/>
                <a:gd name="T93" fmla="*/ 185 h 198"/>
                <a:gd name="T94" fmla="*/ 45 w 218"/>
                <a:gd name="T95" fmla="*/ 196 h 198"/>
                <a:gd name="T96" fmla="*/ 37 w 218"/>
                <a:gd name="T97" fmla="*/ 198 h 198"/>
                <a:gd name="T98" fmla="*/ 33 w 218"/>
                <a:gd name="T99" fmla="*/ 191 h 198"/>
                <a:gd name="T100" fmla="*/ 29 w 218"/>
                <a:gd name="T101" fmla="*/ 177 h 198"/>
                <a:gd name="T102" fmla="*/ 22 w 218"/>
                <a:gd name="T103" fmla="*/ 159 h 198"/>
                <a:gd name="T104" fmla="*/ 18 w 218"/>
                <a:gd name="T105" fmla="*/ 136 h 198"/>
                <a:gd name="T106" fmla="*/ 8 w 218"/>
                <a:gd name="T107" fmla="*/ 124 h 198"/>
                <a:gd name="T108" fmla="*/ 4 w 218"/>
                <a:gd name="T109" fmla="*/ 92 h 198"/>
                <a:gd name="T110" fmla="*/ 2 w 218"/>
                <a:gd name="T111" fmla="*/ 61 h 198"/>
                <a:gd name="T112" fmla="*/ 16 w 218"/>
                <a:gd name="T113" fmla="*/ 51 h 198"/>
                <a:gd name="T114" fmla="*/ 20 w 218"/>
                <a:gd name="T115" fmla="*/ 43 h 198"/>
                <a:gd name="T116" fmla="*/ 24 w 218"/>
                <a:gd name="T117" fmla="*/ 26 h 198"/>
                <a:gd name="T118" fmla="*/ 35 w 218"/>
                <a:gd name="T119" fmla="*/ 10 h 198"/>
                <a:gd name="T120" fmla="*/ 43 w 218"/>
                <a:gd name="T121" fmla="*/ 6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8" h="198">
                  <a:moveTo>
                    <a:pt x="45" y="0"/>
                  </a:move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51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5" y="8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2"/>
                  </a:lnTo>
                  <a:lnTo>
                    <a:pt x="59" y="12"/>
                  </a:lnTo>
                  <a:lnTo>
                    <a:pt x="59" y="12"/>
                  </a:lnTo>
                  <a:lnTo>
                    <a:pt x="59" y="12"/>
                  </a:lnTo>
                  <a:lnTo>
                    <a:pt x="61" y="12"/>
                  </a:lnTo>
                  <a:lnTo>
                    <a:pt x="61" y="12"/>
                  </a:lnTo>
                  <a:lnTo>
                    <a:pt x="63" y="12"/>
                  </a:lnTo>
                  <a:lnTo>
                    <a:pt x="65" y="12"/>
                  </a:lnTo>
                  <a:lnTo>
                    <a:pt x="67" y="12"/>
                  </a:lnTo>
                  <a:lnTo>
                    <a:pt x="67" y="14"/>
                  </a:lnTo>
                  <a:lnTo>
                    <a:pt x="69" y="16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5" y="16"/>
                  </a:lnTo>
                  <a:lnTo>
                    <a:pt x="77" y="16"/>
                  </a:lnTo>
                  <a:lnTo>
                    <a:pt x="77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2" y="20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4"/>
                  </a:lnTo>
                  <a:lnTo>
                    <a:pt x="84" y="26"/>
                  </a:lnTo>
                  <a:lnTo>
                    <a:pt x="84" y="26"/>
                  </a:lnTo>
                  <a:lnTo>
                    <a:pt x="84" y="26"/>
                  </a:lnTo>
                  <a:lnTo>
                    <a:pt x="84" y="26"/>
                  </a:lnTo>
                  <a:lnTo>
                    <a:pt x="84" y="26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2" y="28"/>
                  </a:lnTo>
                  <a:lnTo>
                    <a:pt x="82" y="28"/>
                  </a:lnTo>
                  <a:lnTo>
                    <a:pt x="84" y="28"/>
                  </a:lnTo>
                  <a:lnTo>
                    <a:pt x="86" y="28"/>
                  </a:lnTo>
                  <a:lnTo>
                    <a:pt x="86" y="28"/>
                  </a:lnTo>
                  <a:lnTo>
                    <a:pt x="88" y="28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90" y="31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92" y="30"/>
                  </a:lnTo>
                  <a:lnTo>
                    <a:pt x="92" y="30"/>
                  </a:lnTo>
                  <a:lnTo>
                    <a:pt x="94" y="30"/>
                  </a:lnTo>
                  <a:lnTo>
                    <a:pt x="94" y="30"/>
                  </a:lnTo>
                  <a:lnTo>
                    <a:pt x="94" y="30"/>
                  </a:lnTo>
                  <a:lnTo>
                    <a:pt x="96" y="31"/>
                  </a:lnTo>
                  <a:lnTo>
                    <a:pt x="96" y="31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2" y="33"/>
                  </a:lnTo>
                  <a:lnTo>
                    <a:pt x="102" y="37"/>
                  </a:lnTo>
                  <a:lnTo>
                    <a:pt x="102" y="37"/>
                  </a:lnTo>
                  <a:lnTo>
                    <a:pt x="102" y="37"/>
                  </a:lnTo>
                  <a:lnTo>
                    <a:pt x="102" y="37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6" y="37"/>
                  </a:lnTo>
                  <a:lnTo>
                    <a:pt x="108" y="37"/>
                  </a:lnTo>
                  <a:lnTo>
                    <a:pt x="110" y="37"/>
                  </a:lnTo>
                  <a:lnTo>
                    <a:pt x="110" y="37"/>
                  </a:lnTo>
                  <a:lnTo>
                    <a:pt x="110" y="39"/>
                  </a:lnTo>
                  <a:lnTo>
                    <a:pt x="110" y="39"/>
                  </a:lnTo>
                  <a:lnTo>
                    <a:pt x="110" y="39"/>
                  </a:lnTo>
                  <a:lnTo>
                    <a:pt x="110" y="41"/>
                  </a:lnTo>
                  <a:lnTo>
                    <a:pt x="112" y="41"/>
                  </a:lnTo>
                  <a:lnTo>
                    <a:pt x="114" y="41"/>
                  </a:lnTo>
                  <a:lnTo>
                    <a:pt x="114" y="43"/>
                  </a:lnTo>
                  <a:lnTo>
                    <a:pt x="114" y="43"/>
                  </a:lnTo>
                  <a:lnTo>
                    <a:pt x="114" y="43"/>
                  </a:lnTo>
                  <a:lnTo>
                    <a:pt x="116" y="47"/>
                  </a:lnTo>
                  <a:lnTo>
                    <a:pt x="118" y="47"/>
                  </a:lnTo>
                  <a:lnTo>
                    <a:pt x="118" y="47"/>
                  </a:lnTo>
                  <a:lnTo>
                    <a:pt x="118" y="45"/>
                  </a:lnTo>
                  <a:lnTo>
                    <a:pt x="118" y="45"/>
                  </a:lnTo>
                  <a:lnTo>
                    <a:pt x="120" y="45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22" y="47"/>
                  </a:lnTo>
                  <a:lnTo>
                    <a:pt x="124" y="47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9" y="47"/>
                  </a:lnTo>
                  <a:lnTo>
                    <a:pt x="129" y="47"/>
                  </a:lnTo>
                  <a:lnTo>
                    <a:pt x="129" y="47"/>
                  </a:lnTo>
                  <a:lnTo>
                    <a:pt x="133" y="47"/>
                  </a:lnTo>
                  <a:lnTo>
                    <a:pt x="133" y="47"/>
                  </a:lnTo>
                  <a:lnTo>
                    <a:pt x="135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9" y="49"/>
                  </a:lnTo>
                  <a:lnTo>
                    <a:pt x="139" y="47"/>
                  </a:lnTo>
                  <a:lnTo>
                    <a:pt x="141" y="47"/>
                  </a:lnTo>
                  <a:lnTo>
                    <a:pt x="143" y="49"/>
                  </a:lnTo>
                  <a:lnTo>
                    <a:pt x="143" y="47"/>
                  </a:lnTo>
                  <a:lnTo>
                    <a:pt x="145" y="47"/>
                  </a:lnTo>
                  <a:lnTo>
                    <a:pt x="145" y="47"/>
                  </a:lnTo>
                  <a:lnTo>
                    <a:pt x="147" y="45"/>
                  </a:lnTo>
                  <a:lnTo>
                    <a:pt x="147" y="45"/>
                  </a:lnTo>
                  <a:lnTo>
                    <a:pt x="147" y="45"/>
                  </a:lnTo>
                  <a:lnTo>
                    <a:pt x="147" y="45"/>
                  </a:lnTo>
                  <a:lnTo>
                    <a:pt x="149" y="45"/>
                  </a:lnTo>
                  <a:lnTo>
                    <a:pt x="149" y="45"/>
                  </a:lnTo>
                  <a:lnTo>
                    <a:pt x="151" y="45"/>
                  </a:lnTo>
                  <a:lnTo>
                    <a:pt x="153" y="45"/>
                  </a:lnTo>
                  <a:lnTo>
                    <a:pt x="153" y="43"/>
                  </a:lnTo>
                  <a:lnTo>
                    <a:pt x="155" y="41"/>
                  </a:lnTo>
                  <a:lnTo>
                    <a:pt x="155" y="41"/>
                  </a:lnTo>
                  <a:lnTo>
                    <a:pt x="155" y="41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55" y="37"/>
                  </a:lnTo>
                  <a:lnTo>
                    <a:pt x="155" y="37"/>
                  </a:lnTo>
                  <a:lnTo>
                    <a:pt x="155" y="37"/>
                  </a:lnTo>
                  <a:lnTo>
                    <a:pt x="157" y="37"/>
                  </a:lnTo>
                  <a:lnTo>
                    <a:pt x="157" y="37"/>
                  </a:lnTo>
                  <a:lnTo>
                    <a:pt x="157" y="39"/>
                  </a:lnTo>
                  <a:lnTo>
                    <a:pt x="159" y="39"/>
                  </a:lnTo>
                  <a:lnTo>
                    <a:pt x="159" y="39"/>
                  </a:lnTo>
                  <a:lnTo>
                    <a:pt x="161" y="41"/>
                  </a:lnTo>
                  <a:lnTo>
                    <a:pt x="161" y="41"/>
                  </a:lnTo>
                  <a:lnTo>
                    <a:pt x="163" y="41"/>
                  </a:lnTo>
                  <a:lnTo>
                    <a:pt x="163" y="41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5" y="37"/>
                  </a:lnTo>
                  <a:lnTo>
                    <a:pt x="165" y="37"/>
                  </a:lnTo>
                  <a:lnTo>
                    <a:pt x="167" y="35"/>
                  </a:lnTo>
                  <a:lnTo>
                    <a:pt x="169" y="35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71" y="33"/>
                  </a:lnTo>
                  <a:lnTo>
                    <a:pt x="173" y="35"/>
                  </a:lnTo>
                  <a:lnTo>
                    <a:pt x="177" y="37"/>
                  </a:lnTo>
                  <a:lnTo>
                    <a:pt x="177" y="37"/>
                  </a:lnTo>
                  <a:lnTo>
                    <a:pt x="182" y="37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4" y="41"/>
                  </a:lnTo>
                  <a:lnTo>
                    <a:pt x="184" y="41"/>
                  </a:lnTo>
                  <a:lnTo>
                    <a:pt x="184" y="43"/>
                  </a:lnTo>
                  <a:lnTo>
                    <a:pt x="184" y="43"/>
                  </a:lnTo>
                  <a:lnTo>
                    <a:pt x="182" y="45"/>
                  </a:lnTo>
                  <a:lnTo>
                    <a:pt x="182" y="45"/>
                  </a:lnTo>
                  <a:lnTo>
                    <a:pt x="184" y="45"/>
                  </a:lnTo>
                  <a:lnTo>
                    <a:pt x="184" y="45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6" y="47"/>
                  </a:lnTo>
                  <a:lnTo>
                    <a:pt x="188" y="47"/>
                  </a:lnTo>
                  <a:lnTo>
                    <a:pt x="190" y="51"/>
                  </a:lnTo>
                  <a:lnTo>
                    <a:pt x="192" y="53"/>
                  </a:lnTo>
                  <a:lnTo>
                    <a:pt x="194" y="57"/>
                  </a:lnTo>
                  <a:lnTo>
                    <a:pt x="194" y="57"/>
                  </a:lnTo>
                  <a:lnTo>
                    <a:pt x="196" y="57"/>
                  </a:lnTo>
                  <a:lnTo>
                    <a:pt x="196" y="57"/>
                  </a:lnTo>
                  <a:lnTo>
                    <a:pt x="198" y="57"/>
                  </a:lnTo>
                  <a:lnTo>
                    <a:pt x="200" y="57"/>
                  </a:lnTo>
                  <a:lnTo>
                    <a:pt x="200" y="57"/>
                  </a:lnTo>
                  <a:lnTo>
                    <a:pt x="202" y="57"/>
                  </a:lnTo>
                  <a:lnTo>
                    <a:pt x="202" y="57"/>
                  </a:lnTo>
                  <a:lnTo>
                    <a:pt x="202" y="57"/>
                  </a:lnTo>
                  <a:lnTo>
                    <a:pt x="202" y="59"/>
                  </a:lnTo>
                  <a:lnTo>
                    <a:pt x="212" y="59"/>
                  </a:lnTo>
                  <a:lnTo>
                    <a:pt x="212" y="61"/>
                  </a:lnTo>
                  <a:lnTo>
                    <a:pt x="214" y="61"/>
                  </a:lnTo>
                  <a:lnTo>
                    <a:pt x="214" y="63"/>
                  </a:lnTo>
                  <a:lnTo>
                    <a:pt x="214" y="63"/>
                  </a:lnTo>
                  <a:lnTo>
                    <a:pt x="214" y="63"/>
                  </a:lnTo>
                  <a:lnTo>
                    <a:pt x="216" y="65"/>
                  </a:lnTo>
                  <a:lnTo>
                    <a:pt x="218" y="67"/>
                  </a:lnTo>
                  <a:lnTo>
                    <a:pt x="218" y="67"/>
                  </a:lnTo>
                  <a:lnTo>
                    <a:pt x="218" y="67"/>
                  </a:lnTo>
                  <a:lnTo>
                    <a:pt x="218" y="67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5"/>
                  </a:lnTo>
                  <a:lnTo>
                    <a:pt x="218" y="75"/>
                  </a:lnTo>
                  <a:lnTo>
                    <a:pt x="218" y="77"/>
                  </a:lnTo>
                  <a:lnTo>
                    <a:pt x="218" y="77"/>
                  </a:lnTo>
                  <a:lnTo>
                    <a:pt x="218" y="77"/>
                  </a:lnTo>
                  <a:lnTo>
                    <a:pt x="218" y="77"/>
                  </a:lnTo>
                  <a:lnTo>
                    <a:pt x="218" y="77"/>
                  </a:lnTo>
                  <a:lnTo>
                    <a:pt x="218" y="77"/>
                  </a:lnTo>
                  <a:lnTo>
                    <a:pt x="218" y="79"/>
                  </a:lnTo>
                  <a:lnTo>
                    <a:pt x="218" y="79"/>
                  </a:lnTo>
                  <a:lnTo>
                    <a:pt x="218" y="81"/>
                  </a:lnTo>
                  <a:lnTo>
                    <a:pt x="218" y="81"/>
                  </a:lnTo>
                  <a:lnTo>
                    <a:pt x="218" y="81"/>
                  </a:lnTo>
                  <a:lnTo>
                    <a:pt x="218" y="81"/>
                  </a:lnTo>
                  <a:lnTo>
                    <a:pt x="218" y="83"/>
                  </a:lnTo>
                  <a:lnTo>
                    <a:pt x="218" y="83"/>
                  </a:lnTo>
                  <a:lnTo>
                    <a:pt x="216" y="83"/>
                  </a:lnTo>
                  <a:lnTo>
                    <a:pt x="218" y="83"/>
                  </a:lnTo>
                  <a:lnTo>
                    <a:pt x="218" y="83"/>
                  </a:lnTo>
                  <a:lnTo>
                    <a:pt x="216" y="83"/>
                  </a:lnTo>
                  <a:lnTo>
                    <a:pt x="216" y="83"/>
                  </a:lnTo>
                  <a:lnTo>
                    <a:pt x="216" y="83"/>
                  </a:lnTo>
                  <a:lnTo>
                    <a:pt x="216" y="83"/>
                  </a:lnTo>
                  <a:lnTo>
                    <a:pt x="216" y="85"/>
                  </a:lnTo>
                  <a:lnTo>
                    <a:pt x="216" y="85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16" y="86"/>
                  </a:lnTo>
                  <a:lnTo>
                    <a:pt x="216" y="86"/>
                  </a:lnTo>
                  <a:lnTo>
                    <a:pt x="216" y="86"/>
                  </a:lnTo>
                  <a:lnTo>
                    <a:pt x="214" y="88"/>
                  </a:lnTo>
                  <a:lnTo>
                    <a:pt x="214" y="88"/>
                  </a:lnTo>
                  <a:lnTo>
                    <a:pt x="214" y="88"/>
                  </a:lnTo>
                  <a:lnTo>
                    <a:pt x="216" y="90"/>
                  </a:lnTo>
                  <a:lnTo>
                    <a:pt x="216" y="90"/>
                  </a:lnTo>
                  <a:lnTo>
                    <a:pt x="216" y="90"/>
                  </a:lnTo>
                  <a:lnTo>
                    <a:pt x="216" y="92"/>
                  </a:lnTo>
                  <a:lnTo>
                    <a:pt x="216" y="92"/>
                  </a:lnTo>
                  <a:lnTo>
                    <a:pt x="216" y="92"/>
                  </a:lnTo>
                  <a:lnTo>
                    <a:pt x="214" y="94"/>
                  </a:lnTo>
                  <a:lnTo>
                    <a:pt x="214" y="96"/>
                  </a:lnTo>
                  <a:lnTo>
                    <a:pt x="214" y="96"/>
                  </a:lnTo>
                  <a:lnTo>
                    <a:pt x="214" y="96"/>
                  </a:lnTo>
                  <a:lnTo>
                    <a:pt x="212" y="96"/>
                  </a:lnTo>
                  <a:lnTo>
                    <a:pt x="212" y="96"/>
                  </a:lnTo>
                  <a:lnTo>
                    <a:pt x="212" y="96"/>
                  </a:lnTo>
                  <a:lnTo>
                    <a:pt x="212" y="96"/>
                  </a:lnTo>
                  <a:lnTo>
                    <a:pt x="210" y="94"/>
                  </a:lnTo>
                  <a:lnTo>
                    <a:pt x="210" y="94"/>
                  </a:lnTo>
                  <a:lnTo>
                    <a:pt x="210" y="94"/>
                  </a:lnTo>
                  <a:lnTo>
                    <a:pt x="208" y="94"/>
                  </a:lnTo>
                  <a:lnTo>
                    <a:pt x="208" y="94"/>
                  </a:lnTo>
                  <a:lnTo>
                    <a:pt x="208" y="96"/>
                  </a:lnTo>
                  <a:lnTo>
                    <a:pt x="208" y="96"/>
                  </a:lnTo>
                  <a:lnTo>
                    <a:pt x="208" y="96"/>
                  </a:lnTo>
                  <a:lnTo>
                    <a:pt x="210" y="96"/>
                  </a:lnTo>
                  <a:lnTo>
                    <a:pt x="210" y="98"/>
                  </a:lnTo>
                  <a:lnTo>
                    <a:pt x="210" y="98"/>
                  </a:lnTo>
                  <a:lnTo>
                    <a:pt x="208" y="98"/>
                  </a:lnTo>
                  <a:lnTo>
                    <a:pt x="208" y="100"/>
                  </a:lnTo>
                  <a:lnTo>
                    <a:pt x="208" y="100"/>
                  </a:lnTo>
                  <a:lnTo>
                    <a:pt x="208" y="100"/>
                  </a:lnTo>
                  <a:lnTo>
                    <a:pt x="208" y="100"/>
                  </a:lnTo>
                  <a:lnTo>
                    <a:pt x="206" y="100"/>
                  </a:lnTo>
                  <a:lnTo>
                    <a:pt x="206" y="102"/>
                  </a:lnTo>
                  <a:lnTo>
                    <a:pt x="206" y="102"/>
                  </a:lnTo>
                  <a:lnTo>
                    <a:pt x="206" y="102"/>
                  </a:lnTo>
                  <a:lnTo>
                    <a:pt x="206" y="102"/>
                  </a:lnTo>
                  <a:lnTo>
                    <a:pt x="206" y="104"/>
                  </a:lnTo>
                  <a:lnTo>
                    <a:pt x="206" y="104"/>
                  </a:lnTo>
                  <a:lnTo>
                    <a:pt x="206" y="104"/>
                  </a:lnTo>
                  <a:lnTo>
                    <a:pt x="206" y="104"/>
                  </a:lnTo>
                  <a:lnTo>
                    <a:pt x="206" y="106"/>
                  </a:lnTo>
                  <a:lnTo>
                    <a:pt x="204" y="108"/>
                  </a:lnTo>
                  <a:lnTo>
                    <a:pt x="204" y="108"/>
                  </a:lnTo>
                  <a:lnTo>
                    <a:pt x="202" y="108"/>
                  </a:lnTo>
                  <a:lnTo>
                    <a:pt x="202" y="110"/>
                  </a:lnTo>
                  <a:lnTo>
                    <a:pt x="202" y="110"/>
                  </a:lnTo>
                  <a:lnTo>
                    <a:pt x="202" y="112"/>
                  </a:lnTo>
                  <a:lnTo>
                    <a:pt x="202" y="112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6"/>
                  </a:lnTo>
                  <a:lnTo>
                    <a:pt x="202" y="120"/>
                  </a:lnTo>
                  <a:lnTo>
                    <a:pt x="200" y="122"/>
                  </a:lnTo>
                  <a:lnTo>
                    <a:pt x="200" y="122"/>
                  </a:lnTo>
                  <a:lnTo>
                    <a:pt x="200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4"/>
                  </a:lnTo>
                  <a:lnTo>
                    <a:pt x="198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6"/>
                  </a:lnTo>
                  <a:lnTo>
                    <a:pt x="194" y="126"/>
                  </a:lnTo>
                  <a:lnTo>
                    <a:pt x="194" y="126"/>
                  </a:lnTo>
                  <a:lnTo>
                    <a:pt x="194" y="126"/>
                  </a:lnTo>
                  <a:lnTo>
                    <a:pt x="194" y="128"/>
                  </a:lnTo>
                  <a:lnTo>
                    <a:pt x="194" y="128"/>
                  </a:lnTo>
                  <a:lnTo>
                    <a:pt x="194" y="128"/>
                  </a:lnTo>
                  <a:lnTo>
                    <a:pt x="190" y="130"/>
                  </a:lnTo>
                  <a:lnTo>
                    <a:pt x="190" y="130"/>
                  </a:lnTo>
                  <a:lnTo>
                    <a:pt x="190" y="130"/>
                  </a:lnTo>
                  <a:lnTo>
                    <a:pt x="186" y="132"/>
                  </a:lnTo>
                  <a:lnTo>
                    <a:pt x="184" y="132"/>
                  </a:lnTo>
                  <a:lnTo>
                    <a:pt x="184" y="132"/>
                  </a:lnTo>
                  <a:lnTo>
                    <a:pt x="184" y="132"/>
                  </a:lnTo>
                  <a:lnTo>
                    <a:pt x="184" y="132"/>
                  </a:lnTo>
                  <a:lnTo>
                    <a:pt x="184" y="134"/>
                  </a:lnTo>
                  <a:lnTo>
                    <a:pt x="184" y="134"/>
                  </a:lnTo>
                  <a:lnTo>
                    <a:pt x="184" y="134"/>
                  </a:lnTo>
                  <a:lnTo>
                    <a:pt x="184" y="134"/>
                  </a:lnTo>
                  <a:lnTo>
                    <a:pt x="184" y="136"/>
                  </a:lnTo>
                  <a:lnTo>
                    <a:pt x="184" y="136"/>
                  </a:lnTo>
                  <a:lnTo>
                    <a:pt x="184" y="136"/>
                  </a:lnTo>
                  <a:lnTo>
                    <a:pt x="180" y="134"/>
                  </a:lnTo>
                  <a:lnTo>
                    <a:pt x="180" y="134"/>
                  </a:lnTo>
                  <a:lnTo>
                    <a:pt x="180" y="134"/>
                  </a:lnTo>
                  <a:lnTo>
                    <a:pt x="180" y="136"/>
                  </a:lnTo>
                  <a:lnTo>
                    <a:pt x="179" y="136"/>
                  </a:lnTo>
                  <a:lnTo>
                    <a:pt x="179" y="136"/>
                  </a:lnTo>
                  <a:lnTo>
                    <a:pt x="179" y="136"/>
                  </a:lnTo>
                  <a:lnTo>
                    <a:pt x="179" y="136"/>
                  </a:lnTo>
                  <a:lnTo>
                    <a:pt x="177" y="136"/>
                  </a:lnTo>
                  <a:lnTo>
                    <a:pt x="177" y="138"/>
                  </a:lnTo>
                  <a:lnTo>
                    <a:pt x="177" y="138"/>
                  </a:lnTo>
                  <a:lnTo>
                    <a:pt x="175" y="138"/>
                  </a:lnTo>
                  <a:lnTo>
                    <a:pt x="175" y="138"/>
                  </a:lnTo>
                  <a:lnTo>
                    <a:pt x="175" y="138"/>
                  </a:lnTo>
                  <a:lnTo>
                    <a:pt x="175" y="136"/>
                  </a:lnTo>
                  <a:lnTo>
                    <a:pt x="171" y="136"/>
                  </a:lnTo>
                  <a:lnTo>
                    <a:pt x="171" y="136"/>
                  </a:lnTo>
                  <a:lnTo>
                    <a:pt x="171" y="136"/>
                  </a:lnTo>
                  <a:lnTo>
                    <a:pt x="171" y="136"/>
                  </a:lnTo>
                  <a:lnTo>
                    <a:pt x="169" y="136"/>
                  </a:lnTo>
                  <a:lnTo>
                    <a:pt x="169" y="138"/>
                  </a:lnTo>
                  <a:lnTo>
                    <a:pt x="169" y="138"/>
                  </a:lnTo>
                  <a:lnTo>
                    <a:pt x="169" y="138"/>
                  </a:lnTo>
                  <a:lnTo>
                    <a:pt x="169" y="138"/>
                  </a:lnTo>
                  <a:lnTo>
                    <a:pt x="169" y="139"/>
                  </a:lnTo>
                  <a:lnTo>
                    <a:pt x="167" y="139"/>
                  </a:lnTo>
                  <a:lnTo>
                    <a:pt x="167" y="139"/>
                  </a:lnTo>
                  <a:lnTo>
                    <a:pt x="167" y="139"/>
                  </a:lnTo>
                  <a:lnTo>
                    <a:pt x="167" y="139"/>
                  </a:lnTo>
                  <a:lnTo>
                    <a:pt x="167" y="141"/>
                  </a:lnTo>
                  <a:lnTo>
                    <a:pt x="169" y="141"/>
                  </a:lnTo>
                  <a:lnTo>
                    <a:pt x="169" y="141"/>
                  </a:lnTo>
                  <a:lnTo>
                    <a:pt x="169" y="141"/>
                  </a:lnTo>
                  <a:lnTo>
                    <a:pt x="169" y="141"/>
                  </a:lnTo>
                  <a:lnTo>
                    <a:pt x="169" y="143"/>
                  </a:lnTo>
                  <a:lnTo>
                    <a:pt x="169" y="143"/>
                  </a:lnTo>
                  <a:lnTo>
                    <a:pt x="169" y="143"/>
                  </a:lnTo>
                  <a:lnTo>
                    <a:pt x="169" y="143"/>
                  </a:lnTo>
                  <a:lnTo>
                    <a:pt x="169" y="145"/>
                  </a:lnTo>
                  <a:lnTo>
                    <a:pt x="169" y="145"/>
                  </a:lnTo>
                  <a:lnTo>
                    <a:pt x="167" y="145"/>
                  </a:lnTo>
                  <a:lnTo>
                    <a:pt x="165" y="145"/>
                  </a:lnTo>
                  <a:lnTo>
                    <a:pt x="165" y="145"/>
                  </a:lnTo>
                  <a:lnTo>
                    <a:pt x="163" y="147"/>
                  </a:lnTo>
                  <a:lnTo>
                    <a:pt x="163" y="147"/>
                  </a:lnTo>
                  <a:lnTo>
                    <a:pt x="163" y="147"/>
                  </a:lnTo>
                  <a:lnTo>
                    <a:pt x="161" y="147"/>
                  </a:lnTo>
                  <a:lnTo>
                    <a:pt x="159" y="147"/>
                  </a:lnTo>
                  <a:lnTo>
                    <a:pt x="159" y="147"/>
                  </a:lnTo>
                  <a:lnTo>
                    <a:pt x="157" y="147"/>
                  </a:lnTo>
                  <a:lnTo>
                    <a:pt x="157" y="147"/>
                  </a:lnTo>
                  <a:lnTo>
                    <a:pt x="155" y="147"/>
                  </a:lnTo>
                  <a:lnTo>
                    <a:pt x="155" y="147"/>
                  </a:lnTo>
                  <a:lnTo>
                    <a:pt x="155" y="147"/>
                  </a:lnTo>
                  <a:lnTo>
                    <a:pt x="153" y="147"/>
                  </a:lnTo>
                  <a:lnTo>
                    <a:pt x="153" y="147"/>
                  </a:lnTo>
                  <a:lnTo>
                    <a:pt x="153" y="145"/>
                  </a:lnTo>
                  <a:lnTo>
                    <a:pt x="153" y="145"/>
                  </a:lnTo>
                  <a:lnTo>
                    <a:pt x="153" y="145"/>
                  </a:lnTo>
                  <a:lnTo>
                    <a:pt x="151" y="145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47" y="141"/>
                  </a:lnTo>
                  <a:lnTo>
                    <a:pt x="145" y="141"/>
                  </a:lnTo>
                  <a:lnTo>
                    <a:pt x="145" y="141"/>
                  </a:lnTo>
                  <a:lnTo>
                    <a:pt x="145" y="141"/>
                  </a:lnTo>
                  <a:lnTo>
                    <a:pt x="145" y="141"/>
                  </a:lnTo>
                  <a:lnTo>
                    <a:pt x="145" y="141"/>
                  </a:lnTo>
                  <a:lnTo>
                    <a:pt x="147" y="143"/>
                  </a:lnTo>
                  <a:lnTo>
                    <a:pt x="147" y="143"/>
                  </a:lnTo>
                  <a:lnTo>
                    <a:pt x="147" y="143"/>
                  </a:lnTo>
                  <a:lnTo>
                    <a:pt x="147" y="145"/>
                  </a:lnTo>
                  <a:lnTo>
                    <a:pt x="147" y="145"/>
                  </a:lnTo>
                  <a:lnTo>
                    <a:pt x="147" y="145"/>
                  </a:lnTo>
                  <a:lnTo>
                    <a:pt x="147" y="147"/>
                  </a:lnTo>
                  <a:lnTo>
                    <a:pt x="147" y="147"/>
                  </a:lnTo>
                  <a:lnTo>
                    <a:pt x="147" y="147"/>
                  </a:lnTo>
                  <a:lnTo>
                    <a:pt x="147" y="147"/>
                  </a:lnTo>
                  <a:lnTo>
                    <a:pt x="145" y="147"/>
                  </a:lnTo>
                  <a:lnTo>
                    <a:pt x="145" y="147"/>
                  </a:lnTo>
                  <a:lnTo>
                    <a:pt x="145" y="147"/>
                  </a:lnTo>
                  <a:lnTo>
                    <a:pt x="145" y="147"/>
                  </a:lnTo>
                  <a:lnTo>
                    <a:pt x="145" y="149"/>
                  </a:lnTo>
                  <a:lnTo>
                    <a:pt x="145" y="149"/>
                  </a:lnTo>
                  <a:lnTo>
                    <a:pt x="145" y="149"/>
                  </a:lnTo>
                  <a:lnTo>
                    <a:pt x="143" y="149"/>
                  </a:lnTo>
                  <a:lnTo>
                    <a:pt x="143" y="149"/>
                  </a:lnTo>
                  <a:lnTo>
                    <a:pt x="143" y="151"/>
                  </a:lnTo>
                  <a:lnTo>
                    <a:pt x="141" y="153"/>
                  </a:lnTo>
                  <a:lnTo>
                    <a:pt x="141" y="153"/>
                  </a:lnTo>
                  <a:lnTo>
                    <a:pt x="141" y="153"/>
                  </a:lnTo>
                  <a:lnTo>
                    <a:pt x="139" y="153"/>
                  </a:lnTo>
                  <a:lnTo>
                    <a:pt x="137" y="153"/>
                  </a:lnTo>
                  <a:lnTo>
                    <a:pt x="137" y="153"/>
                  </a:lnTo>
                  <a:lnTo>
                    <a:pt x="137" y="155"/>
                  </a:lnTo>
                  <a:lnTo>
                    <a:pt x="137" y="155"/>
                  </a:lnTo>
                  <a:lnTo>
                    <a:pt x="137" y="155"/>
                  </a:lnTo>
                  <a:lnTo>
                    <a:pt x="137" y="157"/>
                  </a:lnTo>
                  <a:lnTo>
                    <a:pt x="137" y="157"/>
                  </a:lnTo>
                  <a:lnTo>
                    <a:pt x="137" y="157"/>
                  </a:lnTo>
                  <a:lnTo>
                    <a:pt x="137" y="157"/>
                  </a:lnTo>
                  <a:lnTo>
                    <a:pt x="137" y="157"/>
                  </a:lnTo>
                  <a:lnTo>
                    <a:pt x="137" y="159"/>
                  </a:lnTo>
                  <a:lnTo>
                    <a:pt x="137" y="159"/>
                  </a:lnTo>
                  <a:lnTo>
                    <a:pt x="135" y="159"/>
                  </a:lnTo>
                  <a:lnTo>
                    <a:pt x="135" y="159"/>
                  </a:lnTo>
                  <a:lnTo>
                    <a:pt x="135" y="159"/>
                  </a:lnTo>
                  <a:lnTo>
                    <a:pt x="135" y="159"/>
                  </a:lnTo>
                  <a:lnTo>
                    <a:pt x="133" y="157"/>
                  </a:lnTo>
                  <a:lnTo>
                    <a:pt x="133" y="157"/>
                  </a:lnTo>
                  <a:lnTo>
                    <a:pt x="131" y="149"/>
                  </a:lnTo>
                  <a:lnTo>
                    <a:pt x="129" y="145"/>
                  </a:lnTo>
                  <a:lnTo>
                    <a:pt x="129" y="145"/>
                  </a:lnTo>
                  <a:lnTo>
                    <a:pt x="128" y="145"/>
                  </a:lnTo>
                  <a:lnTo>
                    <a:pt x="128" y="145"/>
                  </a:lnTo>
                  <a:lnTo>
                    <a:pt x="128" y="145"/>
                  </a:lnTo>
                  <a:lnTo>
                    <a:pt x="128" y="145"/>
                  </a:lnTo>
                  <a:lnTo>
                    <a:pt x="128" y="145"/>
                  </a:lnTo>
                  <a:lnTo>
                    <a:pt x="126" y="143"/>
                  </a:lnTo>
                  <a:lnTo>
                    <a:pt x="126" y="143"/>
                  </a:lnTo>
                  <a:lnTo>
                    <a:pt x="122" y="139"/>
                  </a:lnTo>
                  <a:lnTo>
                    <a:pt x="122" y="139"/>
                  </a:lnTo>
                  <a:lnTo>
                    <a:pt x="120" y="139"/>
                  </a:lnTo>
                  <a:lnTo>
                    <a:pt x="120" y="139"/>
                  </a:lnTo>
                  <a:lnTo>
                    <a:pt x="120" y="139"/>
                  </a:lnTo>
                  <a:lnTo>
                    <a:pt x="118" y="139"/>
                  </a:lnTo>
                  <a:lnTo>
                    <a:pt x="118" y="139"/>
                  </a:lnTo>
                  <a:lnTo>
                    <a:pt x="118" y="139"/>
                  </a:lnTo>
                  <a:lnTo>
                    <a:pt x="118" y="139"/>
                  </a:lnTo>
                  <a:lnTo>
                    <a:pt x="116" y="139"/>
                  </a:lnTo>
                  <a:lnTo>
                    <a:pt x="116" y="139"/>
                  </a:lnTo>
                  <a:lnTo>
                    <a:pt x="116" y="138"/>
                  </a:lnTo>
                  <a:lnTo>
                    <a:pt x="114" y="138"/>
                  </a:lnTo>
                  <a:lnTo>
                    <a:pt x="114" y="138"/>
                  </a:lnTo>
                  <a:lnTo>
                    <a:pt x="114" y="138"/>
                  </a:lnTo>
                  <a:lnTo>
                    <a:pt x="114" y="138"/>
                  </a:lnTo>
                  <a:lnTo>
                    <a:pt x="112" y="138"/>
                  </a:lnTo>
                  <a:lnTo>
                    <a:pt x="112" y="138"/>
                  </a:lnTo>
                  <a:lnTo>
                    <a:pt x="110" y="139"/>
                  </a:lnTo>
                  <a:lnTo>
                    <a:pt x="110" y="139"/>
                  </a:lnTo>
                  <a:lnTo>
                    <a:pt x="110" y="139"/>
                  </a:lnTo>
                  <a:lnTo>
                    <a:pt x="108" y="141"/>
                  </a:lnTo>
                  <a:lnTo>
                    <a:pt x="108" y="141"/>
                  </a:lnTo>
                  <a:lnTo>
                    <a:pt x="108" y="14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5"/>
                  </a:lnTo>
                  <a:lnTo>
                    <a:pt x="106" y="145"/>
                  </a:lnTo>
                  <a:lnTo>
                    <a:pt x="104" y="145"/>
                  </a:lnTo>
                  <a:lnTo>
                    <a:pt x="104" y="145"/>
                  </a:lnTo>
                  <a:lnTo>
                    <a:pt x="104" y="145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2" y="147"/>
                  </a:lnTo>
                  <a:lnTo>
                    <a:pt x="102" y="147"/>
                  </a:lnTo>
                  <a:lnTo>
                    <a:pt x="102" y="149"/>
                  </a:lnTo>
                  <a:lnTo>
                    <a:pt x="104" y="151"/>
                  </a:lnTo>
                  <a:lnTo>
                    <a:pt x="104" y="153"/>
                  </a:lnTo>
                  <a:lnTo>
                    <a:pt x="102" y="155"/>
                  </a:lnTo>
                  <a:lnTo>
                    <a:pt x="102" y="155"/>
                  </a:lnTo>
                  <a:lnTo>
                    <a:pt x="102" y="155"/>
                  </a:lnTo>
                  <a:lnTo>
                    <a:pt x="100" y="155"/>
                  </a:lnTo>
                  <a:lnTo>
                    <a:pt x="100" y="155"/>
                  </a:lnTo>
                  <a:lnTo>
                    <a:pt x="100" y="155"/>
                  </a:lnTo>
                  <a:lnTo>
                    <a:pt x="100" y="157"/>
                  </a:lnTo>
                  <a:lnTo>
                    <a:pt x="100" y="157"/>
                  </a:lnTo>
                  <a:lnTo>
                    <a:pt x="100" y="157"/>
                  </a:lnTo>
                  <a:lnTo>
                    <a:pt x="98" y="155"/>
                  </a:lnTo>
                  <a:lnTo>
                    <a:pt x="98" y="155"/>
                  </a:lnTo>
                  <a:lnTo>
                    <a:pt x="98" y="155"/>
                  </a:lnTo>
                  <a:lnTo>
                    <a:pt x="98" y="155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7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4" y="161"/>
                  </a:lnTo>
                  <a:lnTo>
                    <a:pt x="94" y="161"/>
                  </a:lnTo>
                  <a:lnTo>
                    <a:pt x="94" y="161"/>
                  </a:lnTo>
                  <a:lnTo>
                    <a:pt x="94" y="163"/>
                  </a:lnTo>
                  <a:lnTo>
                    <a:pt x="94" y="163"/>
                  </a:lnTo>
                  <a:lnTo>
                    <a:pt x="92" y="163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0" y="165"/>
                  </a:lnTo>
                  <a:lnTo>
                    <a:pt x="90" y="165"/>
                  </a:lnTo>
                  <a:lnTo>
                    <a:pt x="90" y="165"/>
                  </a:lnTo>
                  <a:lnTo>
                    <a:pt x="90" y="165"/>
                  </a:lnTo>
                  <a:lnTo>
                    <a:pt x="90" y="165"/>
                  </a:lnTo>
                  <a:lnTo>
                    <a:pt x="90" y="165"/>
                  </a:lnTo>
                  <a:lnTo>
                    <a:pt x="90" y="167"/>
                  </a:lnTo>
                  <a:lnTo>
                    <a:pt x="90" y="167"/>
                  </a:lnTo>
                  <a:lnTo>
                    <a:pt x="90" y="167"/>
                  </a:lnTo>
                  <a:lnTo>
                    <a:pt x="90" y="167"/>
                  </a:lnTo>
                  <a:lnTo>
                    <a:pt x="88" y="167"/>
                  </a:lnTo>
                  <a:lnTo>
                    <a:pt x="88" y="165"/>
                  </a:lnTo>
                  <a:lnTo>
                    <a:pt x="88" y="165"/>
                  </a:lnTo>
                  <a:lnTo>
                    <a:pt x="88" y="165"/>
                  </a:lnTo>
                  <a:lnTo>
                    <a:pt x="88" y="165"/>
                  </a:lnTo>
                  <a:lnTo>
                    <a:pt x="86" y="165"/>
                  </a:lnTo>
                  <a:lnTo>
                    <a:pt x="86" y="167"/>
                  </a:lnTo>
                  <a:lnTo>
                    <a:pt x="84" y="167"/>
                  </a:lnTo>
                  <a:lnTo>
                    <a:pt x="84" y="167"/>
                  </a:lnTo>
                  <a:lnTo>
                    <a:pt x="84" y="167"/>
                  </a:lnTo>
                  <a:lnTo>
                    <a:pt x="84" y="167"/>
                  </a:lnTo>
                  <a:lnTo>
                    <a:pt x="84" y="169"/>
                  </a:lnTo>
                  <a:lnTo>
                    <a:pt x="84" y="169"/>
                  </a:lnTo>
                  <a:lnTo>
                    <a:pt x="84" y="169"/>
                  </a:lnTo>
                  <a:lnTo>
                    <a:pt x="86" y="169"/>
                  </a:lnTo>
                  <a:lnTo>
                    <a:pt x="86" y="169"/>
                  </a:lnTo>
                  <a:lnTo>
                    <a:pt x="86" y="169"/>
                  </a:lnTo>
                  <a:lnTo>
                    <a:pt x="86" y="169"/>
                  </a:lnTo>
                  <a:lnTo>
                    <a:pt x="86" y="169"/>
                  </a:lnTo>
                  <a:lnTo>
                    <a:pt x="86" y="171"/>
                  </a:lnTo>
                  <a:lnTo>
                    <a:pt x="86" y="171"/>
                  </a:lnTo>
                  <a:lnTo>
                    <a:pt x="86" y="171"/>
                  </a:lnTo>
                  <a:lnTo>
                    <a:pt x="84" y="171"/>
                  </a:lnTo>
                  <a:lnTo>
                    <a:pt x="84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2" y="173"/>
                  </a:lnTo>
                  <a:lnTo>
                    <a:pt x="82" y="173"/>
                  </a:lnTo>
                  <a:lnTo>
                    <a:pt x="80" y="173"/>
                  </a:lnTo>
                  <a:lnTo>
                    <a:pt x="80" y="173"/>
                  </a:lnTo>
                  <a:lnTo>
                    <a:pt x="80" y="173"/>
                  </a:lnTo>
                  <a:lnTo>
                    <a:pt x="78" y="173"/>
                  </a:lnTo>
                  <a:lnTo>
                    <a:pt x="78" y="173"/>
                  </a:lnTo>
                  <a:lnTo>
                    <a:pt x="78" y="173"/>
                  </a:lnTo>
                  <a:lnTo>
                    <a:pt x="80" y="173"/>
                  </a:lnTo>
                  <a:lnTo>
                    <a:pt x="80" y="173"/>
                  </a:lnTo>
                  <a:lnTo>
                    <a:pt x="80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7" y="171"/>
                  </a:lnTo>
                  <a:lnTo>
                    <a:pt x="77" y="171"/>
                  </a:lnTo>
                  <a:lnTo>
                    <a:pt x="77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1"/>
                  </a:lnTo>
                  <a:lnTo>
                    <a:pt x="75" y="173"/>
                  </a:lnTo>
                  <a:lnTo>
                    <a:pt x="75" y="173"/>
                  </a:lnTo>
                  <a:lnTo>
                    <a:pt x="75" y="173"/>
                  </a:lnTo>
                  <a:lnTo>
                    <a:pt x="75" y="173"/>
                  </a:lnTo>
                  <a:lnTo>
                    <a:pt x="75" y="173"/>
                  </a:lnTo>
                  <a:lnTo>
                    <a:pt x="73" y="173"/>
                  </a:lnTo>
                  <a:lnTo>
                    <a:pt x="73" y="175"/>
                  </a:lnTo>
                  <a:lnTo>
                    <a:pt x="73" y="175"/>
                  </a:lnTo>
                  <a:lnTo>
                    <a:pt x="73" y="175"/>
                  </a:lnTo>
                  <a:lnTo>
                    <a:pt x="73" y="175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3" y="177"/>
                  </a:lnTo>
                  <a:lnTo>
                    <a:pt x="73" y="179"/>
                  </a:lnTo>
                  <a:lnTo>
                    <a:pt x="73" y="179"/>
                  </a:lnTo>
                  <a:lnTo>
                    <a:pt x="73" y="179"/>
                  </a:lnTo>
                  <a:lnTo>
                    <a:pt x="73" y="179"/>
                  </a:lnTo>
                  <a:lnTo>
                    <a:pt x="71" y="179"/>
                  </a:lnTo>
                  <a:lnTo>
                    <a:pt x="71" y="179"/>
                  </a:lnTo>
                  <a:lnTo>
                    <a:pt x="71" y="179"/>
                  </a:lnTo>
                  <a:lnTo>
                    <a:pt x="71" y="181"/>
                  </a:lnTo>
                  <a:lnTo>
                    <a:pt x="71" y="181"/>
                  </a:lnTo>
                  <a:lnTo>
                    <a:pt x="71" y="181"/>
                  </a:lnTo>
                  <a:lnTo>
                    <a:pt x="69" y="181"/>
                  </a:lnTo>
                  <a:lnTo>
                    <a:pt x="69" y="181"/>
                  </a:lnTo>
                  <a:lnTo>
                    <a:pt x="69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7" y="185"/>
                  </a:lnTo>
                  <a:lnTo>
                    <a:pt x="65" y="185"/>
                  </a:lnTo>
                  <a:lnTo>
                    <a:pt x="65" y="185"/>
                  </a:lnTo>
                  <a:lnTo>
                    <a:pt x="65" y="185"/>
                  </a:lnTo>
                  <a:lnTo>
                    <a:pt x="65" y="185"/>
                  </a:lnTo>
                  <a:lnTo>
                    <a:pt x="65" y="185"/>
                  </a:lnTo>
                  <a:lnTo>
                    <a:pt x="63" y="185"/>
                  </a:lnTo>
                  <a:lnTo>
                    <a:pt x="63" y="185"/>
                  </a:lnTo>
                  <a:lnTo>
                    <a:pt x="61" y="185"/>
                  </a:lnTo>
                  <a:lnTo>
                    <a:pt x="57" y="187"/>
                  </a:lnTo>
                  <a:lnTo>
                    <a:pt x="53" y="189"/>
                  </a:lnTo>
                  <a:lnTo>
                    <a:pt x="51" y="189"/>
                  </a:lnTo>
                  <a:lnTo>
                    <a:pt x="49" y="189"/>
                  </a:lnTo>
                  <a:lnTo>
                    <a:pt x="49" y="191"/>
                  </a:lnTo>
                  <a:lnTo>
                    <a:pt x="47" y="191"/>
                  </a:lnTo>
                  <a:lnTo>
                    <a:pt x="47" y="191"/>
                  </a:lnTo>
                  <a:lnTo>
                    <a:pt x="47" y="191"/>
                  </a:lnTo>
                  <a:lnTo>
                    <a:pt x="45" y="193"/>
                  </a:lnTo>
                  <a:lnTo>
                    <a:pt x="45" y="194"/>
                  </a:lnTo>
                  <a:lnTo>
                    <a:pt x="45" y="194"/>
                  </a:lnTo>
                  <a:lnTo>
                    <a:pt x="45" y="194"/>
                  </a:lnTo>
                  <a:lnTo>
                    <a:pt x="45" y="194"/>
                  </a:lnTo>
                  <a:lnTo>
                    <a:pt x="45" y="196"/>
                  </a:lnTo>
                  <a:lnTo>
                    <a:pt x="45" y="196"/>
                  </a:lnTo>
                  <a:lnTo>
                    <a:pt x="41" y="198"/>
                  </a:lnTo>
                  <a:lnTo>
                    <a:pt x="41" y="198"/>
                  </a:lnTo>
                  <a:lnTo>
                    <a:pt x="41" y="198"/>
                  </a:lnTo>
                  <a:lnTo>
                    <a:pt x="41" y="19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7" y="196"/>
                  </a:lnTo>
                  <a:lnTo>
                    <a:pt x="35" y="196"/>
                  </a:lnTo>
                  <a:lnTo>
                    <a:pt x="35" y="196"/>
                  </a:lnTo>
                  <a:lnTo>
                    <a:pt x="35" y="196"/>
                  </a:lnTo>
                  <a:lnTo>
                    <a:pt x="35" y="194"/>
                  </a:lnTo>
                  <a:lnTo>
                    <a:pt x="35" y="194"/>
                  </a:lnTo>
                  <a:lnTo>
                    <a:pt x="33" y="194"/>
                  </a:lnTo>
                  <a:lnTo>
                    <a:pt x="33" y="194"/>
                  </a:lnTo>
                  <a:lnTo>
                    <a:pt x="33" y="193"/>
                  </a:lnTo>
                  <a:lnTo>
                    <a:pt x="33" y="193"/>
                  </a:lnTo>
                  <a:lnTo>
                    <a:pt x="33" y="193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89"/>
                  </a:lnTo>
                  <a:lnTo>
                    <a:pt x="29" y="187"/>
                  </a:lnTo>
                  <a:lnTo>
                    <a:pt x="29" y="185"/>
                  </a:lnTo>
                  <a:lnTo>
                    <a:pt x="27" y="185"/>
                  </a:lnTo>
                  <a:lnTo>
                    <a:pt x="27" y="183"/>
                  </a:lnTo>
                  <a:lnTo>
                    <a:pt x="27" y="181"/>
                  </a:lnTo>
                  <a:lnTo>
                    <a:pt x="27" y="179"/>
                  </a:lnTo>
                  <a:lnTo>
                    <a:pt x="27" y="177"/>
                  </a:lnTo>
                  <a:lnTo>
                    <a:pt x="29" y="177"/>
                  </a:lnTo>
                  <a:lnTo>
                    <a:pt x="29" y="177"/>
                  </a:lnTo>
                  <a:lnTo>
                    <a:pt x="33" y="177"/>
                  </a:lnTo>
                  <a:lnTo>
                    <a:pt x="33" y="175"/>
                  </a:lnTo>
                  <a:lnTo>
                    <a:pt x="33" y="175"/>
                  </a:lnTo>
                  <a:lnTo>
                    <a:pt x="33" y="175"/>
                  </a:lnTo>
                  <a:lnTo>
                    <a:pt x="33" y="175"/>
                  </a:lnTo>
                  <a:lnTo>
                    <a:pt x="33" y="173"/>
                  </a:lnTo>
                  <a:lnTo>
                    <a:pt x="33" y="171"/>
                  </a:lnTo>
                  <a:lnTo>
                    <a:pt x="31" y="171"/>
                  </a:lnTo>
                  <a:lnTo>
                    <a:pt x="29" y="171"/>
                  </a:lnTo>
                  <a:lnTo>
                    <a:pt x="29" y="169"/>
                  </a:lnTo>
                  <a:lnTo>
                    <a:pt x="29" y="167"/>
                  </a:lnTo>
                  <a:lnTo>
                    <a:pt x="27" y="165"/>
                  </a:lnTo>
                  <a:lnTo>
                    <a:pt x="24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12" y="157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8" y="151"/>
                  </a:lnTo>
                  <a:lnTo>
                    <a:pt x="12" y="149"/>
                  </a:lnTo>
                  <a:lnTo>
                    <a:pt x="12" y="147"/>
                  </a:lnTo>
                  <a:lnTo>
                    <a:pt x="16" y="143"/>
                  </a:lnTo>
                  <a:lnTo>
                    <a:pt x="16" y="143"/>
                  </a:lnTo>
                  <a:lnTo>
                    <a:pt x="16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38"/>
                  </a:lnTo>
                  <a:lnTo>
                    <a:pt x="18" y="136"/>
                  </a:lnTo>
                  <a:lnTo>
                    <a:pt x="20" y="136"/>
                  </a:lnTo>
                  <a:lnTo>
                    <a:pt x="18" y="136"/>
                  </a:lnTo>
                  <a:lnTo>
                    <a:pt x="18" y="136"/>
                  </a:lnTo>
                  <a:lnTo>
                    <a:pt x="18" y="136"/>
                  </a:lnTo>
                  <a:lnTo>
                    <a:pt x="16" y="136"/>
                  </a:lnTo>
                  <a:lnTo>
                    <a:pt x="16" y="134"/>
                  </a:lnTo>
                  <a:lnTo>
                    <a:pt x="16" y="134"/>
                  </a:lnTo>
                  <a:lnTo>
                    <a:pt x="18" y="132"/>
                  </a:lnTo>
                  <a:lnTo>
                    <a:pt x="16" y="132"/>
                  </a:lnTo>
                  <a:lnTo>
                    <a:pt x="16" y="132"/>
                  </a:lnTo>
                  <a:lnTo>
                    <a:pt x="16" y="130"/>
                  </a:lnTo>
                  <a:lnTo>
                    <a:pt x="14" y="130"/>
                  </a:lnTo>
                  <a:lnTo>
                    <a:pt x="12" y="126"/>
                  </a:lnTo>
                  <a:lnTo>
                    <a:pt x="10" y="124"/>
                  </a:lnTo>
                  <a:lnTo>
                    <a:pt x="8" y="124"/>
                  </a:lnTo>
                  <a:lnTo>
                    <a:pt x="8" y="122"/>
                  </a:lnTo>
                  <a:lnTo>
                    <a:pt x="4" y="114"/>
                  </a:lnTo>
                  <a:lnTo>
                    <a:pt x="4" y="112"/>
                  </a:lnTo>
                  <a:lnTo>
                    <a:pt x="4" y="110"/>
                  </a:lnTo>
                  <a:lnTo>
                    <a:pt x="6" y="106"/>
                  </a:lnTo>
                  <a:lnTo>
                    <a:pt x="6" y="106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6" y="102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6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4" y="92"/>
                  </a:lnTo>
                  <a:lnTo>
                    <a:pt x="2" y="90"/>
                  </a:lnTo>
                  <a:lnTo>
                    <a:pt x="6" y="88"/>
                  </a:lnTo>
                  <a:lnTo>
                    <a:pt x="8" y="86"/>
                  </a:lnTo>
                  <a:lnTo>
                    <a:pt x="12" y="85"/>
                  </a:lnTo>
                  <a:lnTo>
                    <a:pt x="10" y="83"/>
                  </a:lnTo>
                  <a:lnTo>
                    <a:pt x="10" y="79"/>
                  </a:lnTo>
                  <a:lnTo>
                    <a:pt x="6" y="77"/>
                  </a:lnTo>
                  <a:lnTo>
                    <a:pt x="6" y="77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2" y="67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2" y="61"/>
                  </a:lnTo>
                  <a:lnTo>
                    <a:pt x="4" y="61"/>
                  </a:lnTo>
                  <a:lnTo>
                    <a:pt x="4" y="59"/>
                  </a:lnTo>
                  <a:lnTo>
                    <a:pt x="6" y="59"/>
                  </a:lnTo>
                  <a:lnTo>
                    <a:pt x="6" y="57"/>
                  </a:lnTo>
                  <a:lnTo>
                    <a:pt x="6" y="57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4" y="55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20" y="51"/>
                  </a:lnTo>
                  <a:lnTo>
                    <a:pt x="20" y="49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45"/>
                  </a:lnTo>
                  <a:lnTo>
                    <a:pt x="20" y="45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22" y="41"/>
                  </a:lnTo>
                  <a:lnTo>
                    <a:pt x="22" y="41"/>
                  </a:lnTo>
                  <a:lnTo>
                    <a:pt x="22" y="41"/>
                  </a:lnTo>
                  <a:lnTo>
                    <a:pt x="20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0" y="33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0" y="28"/>
                  </a:lnTo>
                  <a:lnTo>
                    <a:pt x="24" y="26"/>
                  </a:lnTo>
                  <a:lnTo>
                    <a:pt x="26" y="26"/>
                  </a:lnTo>
                  <a:lnTo>
                    <a:pt x="27" y="26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9" y="18"/>
                  </a:lnTo>
                  <a:lnTo>
                    <a:pt x="31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1" y="14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5" y="10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3" y="6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1144588" y="3405188"/>
              <a:ext cx="157163" cy="90488"/>
            </a:xfrm>
            <a:custGeom>
              <a:avLst/>
              <a:gdLst>
                <a:gd name="T0" fmla="*/ 127 w 198"/>
                <a:gd name="T1" fmla="*/ 14 h 114"/>
                <a:gd name="T2" fmla="*/ 133 w 198"/>
                <a:gd name="T3" fmla="*/ 22 h 114"/>
                <a:gd name="T4" fmla="*/ 145 w 198"/>
                <a:gd name="T5" fmla="*/ 22 h 114"/>
                <a:gd name="T6" fmla="*/ 159 w 198"/>
                <a:gd name="T7" fmla="*/ 22 h 114"/>
                <a:gd name="T8" fmla="*/ 165 w 198"/>
                <a:gd name="T9" fmla="*/ 26 h 114"/>
                <a:gd name="T10" fmla="*/ 161 w 198"/>
                <a:gd name="T11" fmla="*/ 34 h 114"/>
                <a:gd name="T12" fmla="*/ 157 w 198"/>
                <a:gd name="T13" fmla="*/ 42 h 114"/>
                <a:gd name="T14" fmla="*/ 170 w 198"/>
                <a:gd name="T15" fmla="*/ 47 h 114"/>
                <a:gd name="T16" fmla="*/ 174 w 198"/>
                <a:gd name="T17" fmla="*/ 36 h 114"/>
                <a:gd name="T18" fmla="*/ 172 w 198"/>
                <a:gd name="T19" fmla="*/ 47 h 114"/>
                <a:gd name="T20" fmla="*/ 186 w 198"/>
                <a:gd name="T21" fmla="*/ 42 h 114"/>
                <a:gd name="T22" fmla="*/ 192 w 198"/>
                <a:gd name="T23" fmla="*/ 40 h 114"/>
                <a:gd name="T24" fmla="*/ 194 w 198"/>
                <a:gd name="T25" fmla="*/ 49 h 114"/>
                <a:gd name="T26" fmla="*/ 198 w 198"/>
                <a:gd name="T27" fmla="*/ 61 h 114"/>
                <a:gd name="T28" fmla="*/ 194 w 198"/>
                <a:gd name="T29" fmla="*/ 63 h 114"/>
                <a:gd name="T30" fmla="*/ 188 w 198"/>
                <a:gd name="T31" fmla="*/ 65 h 114"/>
                <a:gd name="T32" fmla="*/ 180 w 198"/>
                <a:gd name="T33" fmla="*/ 67 h 114"/>
                <a:gd name="T34" fmla="*/ 176 w 198"/>
                <a:gd name="T35" fmla="*/ 73 h 114"/>
                <a:gd name="T36" fmla="*/ 180 w 198"/>
                <a:gd name="T37" fmla="*/ 79 h 114"/>
                <a:gd name="T38" fmla="*/ 178 w 198"/>
                <a:gd name="T39" fmla="*/ 87 h 114"/>
                <a:gd name="T40" fmla="*/ 170 w 198"/>
                <a:gd name="T41" fmla="*/ 89 h 114"/>
                <a:gd name="T42" fmla="*/ 155 w 198"/>
                <a:gd name="T43" fmla="*/ 89 h 114"/>
                <a:gd name="T44" fmla="*/ 143 w 198"/>
                <a:gd name="T45" fmla="*/ 89 h 114"/>
                <a:gd name="T46" fmla="*/ 137 w 198"/>
                <a:gd name="T47" fmla="*/ 95 h 114"/>
                <a:gd name="T48" fmla="*/ 135 w 198"/>
                <a:gd name="T49" fmla="*/ 102 h 114"/>
                <a:gd name="T50" fmla="*/ 137 w 198"/>
                <a:gd name="T51" fmla="*/ 102 h 114"/>
                <a:gd name="T52" fmla="*/ 133 w 198"/>
                <a:gd name="T53" fmla="*/ 108 h 114"/>
                <a:gd name="T54" fmla="*/ 133 w 198"/>
                <a:gd name="T55" fmla="*/ 114 h 114"/>
                <a:gd name="T56" fmla="*/ 121 w 198"/>
                <a:gd name="T57" fmla="*/ 112 h 114"/>
                <a:gd name="T58" fmla="*/ 106 w 198"/>
                <a:gd name="T59" fmla="*/ 106 h 114"/>
                <a:gd name="T60" fmla="*/ 92 w 198"/>
                <a:gd name="T61" fmla="*/ 106 h 114"/>
                <a:gd name="T62" fmla="*/ 94 w 198"/>
                <a:gd name="T63" fmla="*/ 97 h 114"/>
                <a:gd name="T64" fmla="*/ 90 w 198"/>
                <a:gd name="T65" fmla="*/ 95 h 114"/>
                <a:gd name="T66" fmla="*/ 68 w 198"/>
                <a:gd name="T67" fmla="*/ 89 h 114"/>
                <a:gd name="T68" fmla="*/ 57 w 198"/>
                <a:gd name="T69" fmla="*/ 83 h 114"/>
                <a:gd name="T70" fmla="*/ 53 w 198"/>
                <a:gd name="T71" fmla="*/ 83 h 114"/>
                <a:gd name="T72" fmla="*/ 51 w 198"/>
                <a:gd name="T73" fmla="*/ 77 h 114"/>
                <a:gd name="T74" fmla="*/ 39 w 198"/>
                <a:gd name="T75" fmla="*/ 69 h 114"/>
                <a:gd name="T76" fmla="*/ 35 w 198"/>
                <a:gd name="T77" fmla="*/ 71 h 114"/>
                <a:gd name="T78" fmla="*/ 31 w 198"/>
                <a:gd name="T79" fmla="*/ 71 h 114"/>
                <a:gd name="T80" fmla="*/ 25 w 198"/>
                <a:gd name="T81" fmla="*/ 73 h 114"/>
                <a:gd name="T82" fmla="*/ 16 w 198"/>
                <a:gd name="T83" fmla="*/ 69 h 114"/>
                <a:gd name="T84" fmla="*/ 14 w 198"/>
                <a:gd name="T85" fmla="*/ 65 h 114"/>
                <a:gd name="T86" fmla="*/ 14 w 198"/>
                <a:gd name="T87" fmla="*/ 55 h 114"/>
                <a:gd name="T88" fmla="*/ 18 w 198"/>
                <a:gd name="T89" fmla="*/ 45 h 114"/>
                <a:gd name="T90" fmla="*/ 8 w 198"/>
                <a:gd name="T91" fmla="*/ 36 h 114"/>
                <a:gd name="T92" fmla="*/ 0 w 198"/>
                <a:gd name="T93" fmla="*/ 34 h 114"/>
                <a:gd name="T94" fmla="*/ 4 w 198"/>
                <a:gd name="T95" fmla="*/ 30 h 114"/>
                <a:gd name="T96" fmla="*/ 6 w 198"/>
                <a:gd name="T97" fmla="*/ 28 h 114"/>
                <a:gd name="T98" fmla="*/ 12 w 198"/>
                <a:gd name="T99" fmla="*/ 26 h 114"/>
                <a:gd name="T100" fmla="*/ 12 w 198"/>
                <a:gd name="T101" fmla="*/ 22 h 114"/>
                <a:gd name="T102" fmla="*/ 21 w 198"/>
                <a:gd name="T103" fmla="*/ 18 h 114"/>
                <a:gd name="T104" fmla="*/ 27 w 198"/>
                <a:gd name="T105" fmla="*/ 16 h 114"/>
                <a:gd name="T106" fmla="*/ 45 w 198"/>
                <a:gd name="T107" fmla="*/ 16 h 114"/>
                <a:gd name="T108" fmla="*/ 47 w 198"/>
                <a:gd name="T109" fmla="*/ 12 h 114"/>
                <a:gd name="T110" fmla="*/ 61 w 198"/>
                <a:gd name="T111" fmla="*/ 16 h 114"/>
                <a:gd name="T112" fmla="*/ 74 w 198"/>
                <a:gd name="T113" fmla="*/ 18 h 114"/>
                <a:gd name="T114" fmla="*/ 84 w 198"/>
                <a:gd name="T115" fmla="*/ 22 h 114"/>
                <a:gd name="T116" fmla="*/ 98 w 198"/>
                <a:gd name="T117" fmla="*/ 18 h 114"/>
                <a:gd name="T118" fmla="*/ 110 w 198"/>
                <a:gd name="T119" fmla="*/ 18 h 114"/>
                <a:gd name="T120" fmla="*/ 114 w 198"/>
                <a:gd name="T121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8" h="114">
                  <a:moveTo>
                    <a:pt x="118" y="0"/>
                  </a:moveTo>
                  <a:lnTo>
                    <a:pt x="118" y="0"/>
                  </a:lnTo>
                  <a:lnTo>
                    <a:pt x="121" y="2"/>
                  </a:lnTo>
                  <a:lnTo>
                    <a:pt x="123" y="2"/>
                  </a:lnTo>
                  <a:lnTo>
                    <a:pt x="123" y="4"/>
                  </a:lnTo>
                  <a:lnTo>
                    <a:pt x="123" y="6"/>
                  </a:lnTo>
                  <a:lnTo>
                    <a:pt x="125" y="8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7" y="12"/>
                  </a:lnTo>
                  <a:lnTo>
                    <a:pt x="127" y="14"/>
                  </a:lnTo>
                  <a:lnTo>
                    <a:pt x="127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8"/>
                  </a:lnTo>
                  <a:lnTo>
                    <a:pt x="129" y="18"/>
                  </a:lnTo>
                  <a:lnTo>
                    <a:pt x="129" y="18"/>
                  </a:lnTo>
                  <a:lnTo>
                    <a:pt x="131" y="20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5" y="22"/>
                  </a:lnTo>
                  <a:lnTo>
                    <a:pt x="135" y="22"/>
                  </a:lnTo>
                  <a:lnTo>
                    <a:pt x="135" y="22"/>
                  </a:lnTo>
                  <a:lnTo>
                    <a:pt x="135" y="22"/>
                  </a:lnTo>
                  <a:lnTo>
                    <a:pt x="135" y="22"/>
                  </a:lnTo>
                  <a:lnTo>
                    <a:pt x="135" y="22"/>
                  </a:lnTo>
                  <a:lnTo>
                    <a:pt x="141" y="24"/>
                  </a:lnTo>
                  <a:lnTo>
                    <a:pt x="143" y="24"/>
                  </a:lnTo>
                  <a:lnTo>
                    <a:pt x="143" y="24"/>
                  </a:lnTo>
                  <a:lnTo>
                    <a:pt x="143" y="22"/>
                  </a:lnTo>
                  <a:lnTo>
                    <a:pt x="143" y="22"/>
                  </a:lnTo>
                  <a:lnTo>
                    <a:pt x="145" y="22"/>
                  </a:lnTo>
                  <a:lnTo>
                    <a:pt x="145" y="20"/>
                  </a:lnTo>
                  <a:lnTo>
                    <a:pt x="145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22"/>
                  </a:lnTo>
                  <a:lnTo>
                    <a:pt x="149" y="22"/>
                  </a:lnTo>
                  <a:lnTo>
                    <a:pt x="149" y="24"/>
                  </a:lnTo>
                  <a:lnTo>
                    <a:pt x="151" y="24"/>
                  </a:lnTo>
                  <a:lnTo>
                    <a:pt x="155" y="24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59" y="20"/>
                  </a:lnTo>
                  <a:lnTo>
                    <a:pt x="161" y="20"/>
                  </a:lnTo>
                  <a:lnTo>
                    <a:pt x="161" y="20"/>
                  </a:lnTo>
                  <a:lnTo>
                    <a:pt x="163" y="20"/>
                  </a:lnTo>
                  <a:lnTo>
                    <a:pt x="163" y="22"/>
                  </a:lnTo>
                  <a:lnTo>
                    <a:pt x="163" y="22"/>
                  </a:lnTo>
                  <a:lnTo>
                    <a:pt x="165" y="24"/>
                  </a:lnTo>
                  <a:lnTo>
                    <a:pt x="165" y="24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8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63" y="30"/>
                  </a:lnTo>
                  <a:lnTo>
                    <a:pt x="163" y="32"/>
                  </a:lnTo>
                  <a:lnTo>
                    <a:pt x="163" y="32"/>
                  </a:lnTo>
                  <a:lnTo>
                    <a:pt x="163" y="32"/>
                  </a:lnTo>
                  <a:lnTo>
                    <a:pt x="163" y="32"/>
                  </a:lnTo>
                  <a:lnTo>
                    <a:pt x="161" y="34"/>
                  </a:lnTo>
                  <a:lnTo>
                    <a:pt x="161" y="34"/>
                  </a:lnTo>
                  <a:lnTo>
                    <a:pt x="161" y="34"/>
                  </a:lnTo>
                  <a:lnTo>
                    <a:pt x="161" y="36"/>
                  </a:lnTo>
                  <a:lnTo>
                    <a:pt x="159" y="36"/>
                  </a:lnTo>
                  <a:lnTo>
                    <a:pt x="159" y="36"/>
                  </a:lnTo>
                  <a:lnTo>
                    <a:pt x="161" y="38"/>
                  </a:lnTo>
                  <a:lnTo>
                    <a:pt x="161" y="38"/>
                  </a:lnTo>
                  <a:lnTo>
                    <a:pt x="161" y="38"/>
                  </a:lnTo>
                  <a:lnTo>
                    <a:pt x="161" y="40"/>
                  </a:lnTo>
                  <a:lnTo>
                    <a:pt x="159" y="40"/>
                  </a:lnTo>
                  <a:lnTo>
                    <a:pt x="159" y="40"/>
                  </a:lnTo>
                  <a:lnTo>
                    <a:pt x="157" y="42"/>
                  </a:lnTo>
                  <a:lnTo>
                    <a:pt x="157" y="42"/>
                  </a:lnTo>
                  <a:lnTo>
                    <a:pt x="157" y="42"/>
                  </a:lnTo>
                  <a:lnTo>
                    <a:pt x="157" y="42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57" y="45"/>
                  </a:lnTo>
                  <a:lnTo>
                    <a:pt x="157" y="45"/>
                  </a:lnTo>
                  <a:lnTo>
                    <a:pt x="161" y="47"/>
                  </a:lnTo>
                  <a:lnTo>
                    <a:pt x="163" y="47"/>
                  </a:lnTo>
                  <a:lnTo>
                    <a:pt x="165" y="47"/>
                  </a:lnTo>
                  <a:lnTo>
                    <a:pt x="169" y="47"/>
                  </a:lnTo>
                  <a:lnTo>
                    <a:pt x="170" y="47"/>
                  </a:lnTo>
                  <a:lnTo>
                    <a:pt x="170" y="47"/>
                  </a:lnTo>
                  <a:lnTo>
                    <a:pt x="170" y="45"/>
                  </a:lnTo>
                  <a:lnTo>
                    <a:pt x="172" y="45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4" y="42"/>
                  </a:lnTo>
                  <a:lnTo>
                    <a:pt x="174" y="40"/>
                  </a:lnTo>
                  <a:lnTo>
                    <a:pt x="174" y="40"/>
                  </a:lnTo>
                  <a:lnTo>
                    <a:pt x="174" y="38"/>
                  </a:lnTo>
                  <a:lnTo>
                    <a:pt x="174" y="36"/>
                  </a:lnTo>
                  <a:lnTo>
                    <a:pt x="176" y="34"/>
                  </a:lnTo>
                  <a:lnTo>
                    <a:pt x="178" y="34"/>
                  </a:lnTo>
                  <a:lnTo>
                    <a:pt x="176" y="36"/>
                  </a:lnTo>
                  <a:lnTo>
                    <a:pt x="176" y="38"/>
                  </a:lnTo>
                  <a:lnTo>
                    <a:pt x="174" y="38"/>
                  </a:lnTo>
                  <a:lnTo>
                    <a:pt x="174" y="40"/>
                  </a:lnTo>
                  <a:lnTo>
                    <a:pt x="174" y="40"/>
                  </a:lnTo>
                  <a:lnTo>
                    <a:pt x="174" y="40"/>
                  </a:lnTo>
                  <a:lnTo>
                    <a:pt x="174" y="42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72" y="47"/>
                  </a:lnTo>
                  <a:lnTo>
                    <a:pt x="172" y="47"/>
                  </a:lnTo>
                  <a:lnTo>
                    <a:pt x="172" y="49"/>
                  </a:lnTo>
                  <a:lnTo>
                    <a:pt x="172" y="49"/>
                  </a:lnTo>
                  <a:lnTo>
                    <a:pt x="174" y="49"/>
                  </a:lnTo>
                  <a:lnTo>
                    <a:pt x="176" y="49"/>
                  </a:lnTo>
                  <a:lnTo>
                    <a:pt x="176" y="47"/>
                  </a:lnTo>
                  <a:lnTo>
                    <a:pt x="178" y="44"/>
                  </a:lnTo>
                  <a:lnTo>
                    <a:pt x="178" y="44"/>
                  </a:lnTo>
                  <a:lnTo>
                    <a:pt x="180" y="44"/>
                  </a:lnTo>
                  <a:lnTo>
                    <a:pt x="180" y="44"/>
                  </a:lnTo>
                  <a:lnTo>
                    <a:pt x="184" y="42"/>
                  </a:lnTo>
                  <a:lnTo>
                    <a:pt x="186" y="42"/>
                  </a:lnTo>
                  <a:lnTo>
                    <a:pt x="188" y="38"/>
                  </a:lnTo>
                  <a:lnTo>
                    <a:pt x="188" y="38"/>
                  </a:lnTo>
                  <a:lnTo>
                    <a:pt x="190" y="38"/>
                  </a:lnTo>
                  <a:lnTo>
                    <a:pt x="192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40"/>
                  </a:lnTo>
                  <a:lnTo>
                    <a:pt x="192" y="40"/>
                  </a:lnTo>
                  <a:lnTo>
                    <a:pt x="192" y="40"/>
                  </a:lnTo>
                  <a:lnTo>
                    <a:pt x="192" y="42"/>
                  </a:lnTo>
                  <a:lnTo>
                    <a:pt x="190" y="42"/>
                  </a:lnTo>
                  <a:lnTo>
                    <a:pt x="190" y="42"/>
                  </a:lnTo>
                  <a:lnTo>
                    <a:pt x="190" y="44"/>
                  </a:lnTo>
                  <a:lnTo>
                    <a:pt x="192" y="45"/>
                  </a:lnTo>
                  <a:lnTo>
                    <a:pt x="192" y="45"/>
                  </a:lnTo>
                  <a:lnTo>
                    <a:pt x="192" y="45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9"/>
                  </a:lnTo>
                  <a:lnTo>
                    <a:pt x="194" y="49"/>
                  </a:lnTo>
                  <a:lnTo>
                    <a:pt x="194" y="51"/>
                  </a:lnTo>
                  <a:lnTo>
                    <a:pt x="194" y="51"/>
                  </a:lnTo>
                  <a:lnTo>
                    <a:pt x="194" y="51"/>
                  </a:lnTo>
                  <a:lnTo>
                    <a:pt x="194" y="51"/>
                  </a:lnTo>
                  <a:lnTo>
                    <a:pt x="194" y="53"/>
                  </a:lnTo>
                  <a:lnTo>
                    <a:pt x="194" y="53"/>
                  </a:lnTo>
                  <a:lnTo>
                    <a:pt x="192" y="55"/>
                  </a:lnTo>
                  <a:lnTo>
                    <a:pt x="192" y="55"/>
                  </a:lnTo>
                  <a:lnTo>
                    <a:pt x="192" y="55"/>
                  </a:lnTo>
                  <a:lnTo>
                    <a:pt x="192" y="57"/>
                  </a:lnTo>
                  <a:lnTo>
                    <a:pt x="196" y="59"/>
                  </a:lnTo>
                  <a:lnTo>
                    <a:pt x="198" y="61"/>
                  </a:lnTo>
                  <a:lnTo>
                    <a:pt x="198" y="63"/>
                  </a:lnTo>
                  <a:lnTo>
                    <a:pt x="198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88" y="63"/>
                  </a:lnTo>
                  <a:lnTo>
                    <a:pt x="188" y="65"/>
                  </a:lnTo>
                  <a:lnTo>
                    <a:pt x="188" y="67"/>
                  </a:lnTo>
                  <a:lnTo>
                    <a:pt x="188" y="67"/>
                  </a:lnTo>
                  <a:lnTo>
                    <a:pt x="188" y="67"/>
                  </a:lnTo>
                  <a:lnTo>
                    <a:pt x="186" y="67"/>
                  </a:lnTo>
                  <a:lnTo>
                    <a:pt x="186" y="67"/>
                  </a:lnTo>
                  <a:lnTo>
                    <a:pt x="184" y="65"/>
                  </a:lnTo>
                  <a:lnTo>
                    <a:pt x="182" y="65"/>
                  </a:lnTo>
                  <a:lnTo>
                    <a:pt x="182" y="65"/>
                  </a:lnTo>
                  <a:lnTo>
                    <a:pt x="180" y="65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78" y="69"/>
                  </a:lnTo>
                  <a:lnTo>
                    <a:pt x="178" y="69"/>
                  </a:lnTo>
                  <a:lnTo>
                    <a:pt x="178" y="69"/>
                  </a:lnTo>
                  <a:lnTo>
                    <a:pt x="178" y="71"/>
                  </a:lnTo>
                  <a:lnTo>
                    <a:pt x="178" y="71"/>
                  </a:lnTo>
                  <a:lnTo>
                    <a:pt x="176" y="71"/>
                  </a:lnTo>
                  <a:lnTo>
                    <a:pt x="176" y="73"/>
                  </a:lnTo>
                  <a:lnTo>
                    <a:pt x="176" y="73"/>
                  </a:lnTo>
                  <a:lnTo>
                    <a:pt x="176" y="73"/>
                  </a:lnTo>
                  <a:lnTo>
                    <a:pt x="176" y="75"/>
                  </a:lnTo>
                  <a:lnTo>
                    <a:pt x="176" y="75"/>
                  </a:lnTo>
                  <a:lnTo>
                    <a:pt x="176" y="75"/>
                  </a:lnTo>
                  <a:lnTo>
                    <a:pt x="176" y="75"/>
                  </a:lnTo>
                  <a:lnTo>
                    <a:pt x="176" y="75"/>
                  </a:lnTo>
                  <a:lnTo>
                    <a:pt x="176" y="77"/>
                  </a:lnTo>
                  <a:lnTo>
                    <a:pt x="176" y="77"/>
                  </a:lnTo>
                  <a:lnTo>
                    <a:pt x="176" y="77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81"/>
                  </a:lnTo>
                  <a:lnTo>
                    <a:pt x="180" y="81"/>
                  </a:lnTo>
                  <a:lnTo>
                    <a:pt x="180" y="81"/>
                  </a:lnTo>
                  <a:lnTo>
                    <a:pt x="182" y="83"/>
                  </a:lnTo>
                  <a:lnTo>
                    <a:pt x="182" y="83"/>
                  </a:lnTo>
                  <a:lnTo>
                    <a:pt x="182" y="83"/>
                  </a:lnTo>
                  <a:lnTo>
                    <a:pt x="180" y="83"/>
                  </a:lnTo>
                  <a:lnTo>
                    <a:pt x="180" y="85"/>
                  </a:lnTo>
                  <a:lnTo>
                    <a:pt x="180" y="85"/>
                  </a:lnTo>
                  <a:lnTo>
                    <a:pt x="178" y="87"/>
                  </a:lnTo>
                  <a:lnTo>
                    <a:pt x="178" y="87"/>
                  </a:lnTo>
                  <a:lnTo>
                    <a:pt x="178" y="87"/>
                  </a:lnTo>
                  <a:lnTo>
                    <a:pt x="176" y="87"/>
                  </a:lnTo>
                  <a:lnTo>
                    <a:pt x="176" y="87"/>
                  </a:lnTo>
                  <a:lnTo>
                    <a:pt x="176" y="87"/>
                  </a:lnTo>
                  <a:lnTo>
                    <a:pt x="174" y="89"/>
                  </a:lnTo>
                  <a:lnTo>
                    <a:pt x="174" y="89"/>
                  </a:lnTo>
                  <a:lnTo>
                    <a:pt x="174" y="89"/>
                  </a:lnTo>
                  <a:lnTo>
                    <a:pt x="174" y="89"/>
                  </a:lnTo>
                  <a:lnTo>
                    <a:pt x="174" y="89"/>
                  </a:lnTo>
                  <a:lnTo>
                    <a:pt x="172" y="89"/>
                  </a:lnTo>
                  <a:lnTo>
                    <a:pt x="172" y="89"/>
                  </a:lnTo>
                  <a:lnTo>
                    <a:pt x="170" y="89"/>
                  </a:lnTo>
                  <a:lnTo>
                    <a:pt x="170" y="91"/>
                  </a:lnTo>
                  <a:lnTo>
                    <a:pt x="170" y="93"/>
                  </a:lnTo>
                  <a:lnTo>
                    <a:pt x="169" y="93"/>
                  </a:lnTo>
                  <a:lnTo>
                    <a:pt x="163" y="93"/>
                  </a:lnTo>
                  <a:lnTo>
                    <a:pt x="163" y="93"/>
                  </a:lnTo>
                  <a:lnTo>
                    <a:pt x="163" y="93"/>
                  </a:lnTo>
                  <a:lnTo>
                    <a:pt x="159" y="93"/>
                  </a:lnTo>
                  <a:lnTo>
                    <a:pt x="157" y="91"/>
                  </a:lnTo>
                  <a:lnTo>
                    <a:pt x="157" y="91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3" y="89"/>
                  </a:lnTo>
                  <a:lnTo>
                    <a:pt x="153" y="91"/>
                  </a:lnTo>
                  <a:lnTo>
                    <a:pt x="153" y="91"/>
                  </a:lnTo>
                  <a:lnTo>
                    <a:pt x="153" y="91"/>
                  </a:lnTo>
                  <a:lnTo>
                    <a:pt x="151" y="91"/>
                  </a:lnTo>
                  <a:lnTo>
                    <a:pt x="149" y="91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3" y="89"/>
                  </a:lnTo>
                  <a:lnTo>
                    <a:pt x="143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39" y="89"/>
                  </a:lnTo>
                  <a:lnTo>
                    <a:pt x="137" y="93"/>
                  </a:lnTo>
                  <a:lnTo>
                    <a:pt x="137" y="93"/>
                  </a:lnTo>
                  <a:lnTo>
                    <a:pt x="137" y="93"/>
                  </a:lnTo>
                  <a:lnTo>
                    <a:pt x="137" y="95"/>
                  </a:lnTo>
                  <a:lnTo>
                    <a:pt x="137" y="95"/>
                  </a:lnTo>
                  <a:lnTo>
                    <a:pt x="137" y="95"/>
                  </a:lnTo>
                  <a:lnTo>
                    <a:pt x="137" y="95"/>
                  </a:lnTo>
                  <a:lnTo>
                    <a:pt x="135" y="95"/>
                  </a:lnTo>
                  <a:lnTo>
                    <a:pt x="135" y="97"/>
                  </a:lnTo>
                  <a:lnTo>
                    <a:pt x="135" y="97"/>
                  </a:lnTo>
                  <a:lnTo>
                    <a:pt x="135" y="97"/>
                  </a:lnTo>
                  <a:lnTo>
                    <a:pt x="135" y="97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3" y="100"/>
                  </a:lnTo>
                  <a:lnTo>
                    <a:pt x="133" y="100"/>
                  </a:lnTo>
                  <a:lnTo>
                    <a:pt x="135" y="102"/>
                  </a:lnTo>
                  <a:lnTo>
                    <a:pt x="135" y="102"/>
                  </a:lnTo>
                  <a:lnTo>
                    <a:pt x="135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6"/>
                  </a:lnTo>
                  <a:lnTo>
                    <a:pt x="137" y="106"/>
                  </a:lnTo>
                  <a:lnTo>
                    <a:pt x="135" y="106"/>
                  </a:lnTo>
                  <a:lnTo>
                    <a:pt x="135" y="108"/>
                  </a:lnTo>
                  <a:lnTo>
                    <a:pt x="133" y="108"/>
                  </a:lnTo>
                  <a:lnTo>
                    <a:pt x="133" y="108"/>
                  </a:lnTo>
                  <a:lnTo>
                    <a:pt x="133" y="108"/>
                  </a:lnTo>
                  <a:lnTo>
                    <a:pt x="131" y="108"/>
                  </a:lnTo>
                  <a:lnTo>
                    <a:pt x="131" y="108"/>
                  </a:lnTo>
                  <a:lnTo>
                    <a:pt x="131" y="110"/>
                  </a:lnTo>
                  <a:lnTo>
                    <a:pt x="131" y="110"/>
                  </a:lnTo>
                  <a:lnTo>
                    <a:pt x="131" y="110"/>
                  </a:lnTo>
                  <a:lnTo>
                    <a:pt x="133" y="112"/>
                  </a:lnTo>
                  <a:lnTo>
                    <a:pt x="133" y="112"/>
                  </a:lnTo>
                  <a:lnTo>
                    <a:pt x="133" y="112"/>
                  </a:lnTo>
                  <a:lnTo>
                    <a:pt x="133" y="112"/>
                  </a:lnTo>
                  <a:lnTo>
                    <a:pt x="133" y="112"/>
                  </a:lnTo>
                  <a:lnTo>
                    <a:pt x="133" y="114"/>
                  </a:lnTo>
                  <a:lnTo>
                    <a:pt x="133" y="114"/>
                  </a:lnTo>
                  <a:lnTo>
                    <a:pt x="131" y="114"/>
                  </a:lnTo>
                  <a:lnTo>
                    <a:pt x="131" y="114"/>
                  </a:lnTo>
                  <a:lnTo>
                    <a:pt x="131" y="114"/>
                  </a:lnTo>
                  <a:lnTo>
                    <a:pt x="129" y="114"/>
                  </a:lnTo>
                  <a:lnTo>
                    <a:pt x="127" y="114"/>
                  </a:lnTo>
                  <a:lnTo>
                    <a:pt x="125" y="112"/>
                  </a:lnTo>
                  <a:lnTo>
                    <a:pt x="125" y="110"/>
                  </a:lnTo>
                  <a:lnTo>
                    <a:pt x="123" y="110"/>
                  </a:lnTo>
                  <a:lnTo>
                    <a:pt x="121" y="110"/>
                  </a:lnTo>
                  <a:lnTo>
                    <a:pt x="121" y="110"/>
                  </a:lnTo>
                  <a:lnTo>
                    <a:pt x="121" y="110"/>
                  </a:lnTo>
                  <a:lnTo>
                    <a:pt x="121" y="112"/>
                  </a:lnTo>
                  <a:lnTo>
                    <a:pt x="121" y="112"/>
                  </a:lnTo>
                  <a:lnTo>
                    <a:pt x="121" y="112"/>
                  </a:lnTo>
                  <a:lnTo>
                    <a:pt x="121" y="114"/>
                  </a:lnTo>
                  <a:lnTo>
                    <a:pt x="119" y="114"/>
                  </a:lnTo>
                  <a:lnTo>
                    <a:pt x="118" y="114"/>
                  </a:lnTo>
                  <a:lnTo>
                    <a:pt x="114" y="112"/>
                  </a:lnTo>
                  <a:lnTo>
                    <a:pt x="110" y="108"/>
                  </a:lnTo>
                  <a:lnTo>
                    <a:pt x="108" y="106"/>
                  </a:lnTo>
                  <a:lnTo>
                    <a:pt x="108" y="106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2" y="108"/>
                  </a:lnTo>
                  <a:lnTo>
                    <a:pt x="98" y="108"/>
                  </a:lnTo>
                  <a:lnTo>
                    <a:pt x="96" y="110"/>
                  </a:lnTo>
                  <a:lnTo>
                    <a:pt x="96" y="110"/>
                  </a:lnTo>
                  <a:lnTo>
                    <a:pt x="96" y="110"/>
                  </a:lnTo>
                  <a:lnTo>
                    <a:pt x="96" y="110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4" y="108"/>
                  </a:lnTo>
                  <a:lnTo>
                    <a:pt x="92" y="106"/>
                  </a:lnTo>
                  <a:lnTo>
                    <a:pt x="92" y="106"/>
                  </a:lnTo>
                  <a:lnTo>
                    <a:pt x="92" y="106"/>
                  </a:lnTo>
                  <a:lnTo>
                    <a:pt x="92" y="106"/>
                  </a:lnTo>
                  <a:lnTo>
                    <a:pt x="92" y="104"/>
                  </a:lnTo>
                  <a:lnTo>
                    <a:pt x="92" y="104"/>
                  </a:lnTo>
                  <a:lnTo>
                    <a:pt x="92" y="104"/>
                  </a:lnTo>
                  <a:lnTo>
                    <a:pt x="92" y="102"/>
                  </a:lnTo>
                  <a:lnTo>
                    <a:pt x="94" y="102"/>
                  </a:lnTo>
                  <a:lnTo>
                    <a:pt x="94" y="102"/>
                  </a:lnTo>
                  <a:lnTo>
                    <a:pt x="94" y="102"/>
                  </a:lnTo>
                  <a:lnTo>
                    <a:pt x="94" y="100"/>
                  </a:lnTo>
                  <a:lnTo>
                    <a:pt x="94" y="98"/>
                  </a:lnTo>
                  <a:lnTo>
                    <a:pt x="94" y="97"/>
                  </a:lnTo>
                  <a:lnTo>
                    <a:pt x="94" y="97"/>
                  </a:lnTo>
                  <a:lnTo>
                    <a:pt x="94" y="97"/>
                  </a:lnTo>
                  <a:lnTo>
                    <a:pt x="94" y="97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2" y="95"/>
                  </a:lnTo>
                  <a:lnTo>
                    <a:pt x="92" y="95"/>
                  </a:lnTo>
                  <a:lnTo>
                    <a:pt x="92" y="95"/>
                  </a:lnTo>
                  <a:lnTo>
                    <a:pt x="90" y="95"/>
                  </a:lnTo>
                  <a:lnTo>
                    <a:pt x="88" y="95"/>
                  </a:lnTo>
                  <a:lnTo>
                    <a:pt x="88" y="95"/>
                  </a:lnTo>
                  <a:lnTo>
                    <a:pt x="86" y="95"/>
                  </a:lnTo>
                  <a:lnTo>
                    <a:pt x="84" y="93"/>
                  </a:lnTo>
                  <a:lnTo>
                    <a:pt x="80" y="93"/>
                  </a:lnTo>
                  <a:lnTo>
                    <a:pt x="80" y="93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6" y="91"/>
                  </a:lnTo>
                  <a:lnTo>
                    <a:pt x="76" y="91"/>
                  </a:lnTo>
                  <a:lnTo>
                    <a:pt x="68" y="89"/>
                  </a:lnTo>
                  <a:lnTo>
                    <a:pt x="63" y="87"/>
                  </a:lnTo>
                  <a:lnTo>
                    <a:pt x="59" y="87"/>
                  </a:lnTo>
                  <a:lnTo>
                    <a:pt x="57" y="85"/>
                  </a:lnTo>
                  <a:lnTo>
                    <a:pt x="57" y="85"/>
                  </a:lnTo>
                  <a:lnTo>
                    <a:pt x="57" y="85"/>
                  </a:lnTo>
                  <a:lnTo>
                    <a:pt x="57" y="85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3" y="81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3" y="81"/>
                  </a:lnTo>
                  <a:lnTo>
                    <a:pt x="53" y="81"/>
                  </a:lnTo>
                  <a:lnTo>
                    <a:pt x="51" y="81"/>
                  </a:lnTo>
                  <a:lnTo>
                    <a:pt x="51" y="81"/>
                  </a:lnTo>
                  <a:lnTo>
                    <a:pt x="51" y="79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3" y="77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51" y="75"/>
                  </a:lnTo>
                  <a:lnTo>
                    <a:pt x="53" y="75"/>
                  </a:lnTo>
                  <a:lnTo>
                    <a:pt x="51" y="75"/>
                  </a:lnTo>
                  <a:lnTo>
                    <a:pt x="49" y="73"/>
                  </a:lnTo>
                  <a:lnTo>
                    <a:pt x="49" y="71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39" y="67"/>
                  </a:lnTo>
                  <a:lnTo>
                    <a:pt x="39" y="67"/>
                  </a:lnTo>
                  <a:lnTo>
                    <a:pt x="39" y="67"/>
                  </a:lnTo>
                  <a:lnTo>
                    <a:pt x="39" y="67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7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27" y="71"/>
                  </a:lnTo>
                  <a:lnTo>
                    <a:pt x="27" y="71"/>
                  </a:lnTo>
                  <a:lnTo>
                    <a:pt x="27" y="71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5" y="73"/>
                  </a:lnTo>
                  <a:lnTo>
                    <a:pt x="25" y="73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1" y="75"/>
                  </a:lnTo>
                  <a:lnTo>
                    <a:pt x="21" y="75"/>
                  </a:lnTo>
                  <a:lnTo>
                    <a:pt x="19" y="75"/>
                  </a:lnTo>
                  <a:lnTo>
                    <a:pt x="19" y="73"/>
                  </a:lnTo>
                  <a:lnTo>
                    <a:pt x="19" y="73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8" y="69"/>
                  </a:lnTo>
                  <a:lnTo>
                    <a:pt x="16" y="69"/>
                  </a:lnTo>
                  <a:lnTo>
                    <a:pt x="14" y="69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4" y="67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2" y="57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4" y="55"/>
                  </a:lnTo>
                  <a:lnTo>
                    <a:pt x="14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8" y="49"/>
                  </a:lnTo>
                  <a:lnTo>
                    <a:pt x="18" y="49"/>
                  </a:lnTo>
                  <a:lnTo>
                    <a:pt x="18" y="49"/>
                  </a:lnTo>
                  <a:lnTo>
                    <a:pt x="18" y="49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16" y="42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4" y="38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19" y="18"/>
                  </a:lnTo>
                  <a:lnTo>
                    <a:pt x="19" y="18"/>
                  </a:lnTo>
                  <a:lnTo>
                    <a:pt x="19" y="18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3" y="1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5" y="20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9" y="14"/>
                  </a:lnTo>
                  <a:lnTo>
                    <a:pt x="31" y="16"/>
                  </a:lnTo>
                  <a:lnTo>
                    <a:pt x="33" y="16"/>
                  </a:lnTo>
                  <a:lnTo>
                    <a:pt x="35" y="14"/>
                  </a:lnTo>
                  <a:lnTo>
                    <a:pt x="37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6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5" y="18"/>
                  </a:lnTo>
                  <a:lnTo>
                    <a:pt x="45" y="16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9" y="12"/>
                  </a:lnTo>
                  <a:lnTo>
                    <a:pt x="49" y="14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7" y="16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61" y="16"/>
                  </a:lnTo>
                  <a:lnTo>
                    <a:pt x="61" y="16"/>
                  </a:lnTo>
                  <a:lnTo>
                    <a:pt x="63" y="16"/>
                  </a:lnTo>
                  <a:lnTo>
                    <a:pt x="63" y="16"/>
                  </a:lnTo>
                  <a:lnTo>
                    <a:pt x="65" y="16"/>
                  </a:lnTo>
                  <a:lnTo>
                    <a:pt x="65" y="16"/>
                  </a:lnTo>
                  <a:lnTo>
                    <a:pt x="65" y="16"/>
                  </a:lnTo>
                  <a:lnTo>
                    <a:pt x="65" y="16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74" y="18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80" y="22"/>
                  </a:lnTo>
                  <a:lnTo>
                    <a:pt x="80" y="22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2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6"/>
                  </a:lnTo>
                  <a:lnTo>
                    <a:pt x="94" y="18"/>
                  </a:lnTo>
                  <a:lnTo>
                    <a:pt x="94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100" y="20"/>
                  </a:lnTo>
                  <a:lnTo>
                    <a:pt x="100" y="20"/>
                  </a:lnTo>
                  <a:lnTo>
                    <a:pt x="100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10" y="18"/>
                  </a:lnTo>
                  <a:lnTo>
                    <a:pt x="110" y="16"/>
                  </a:lnTo>
                  <a:lnTo>
                    <a:pt x="112" y="14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0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6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 noEditPoints="1"/>
            </p:cNvSpPr>
            <p:nvPr/>
          </p:nvSpPr>
          <p:spPr bwMode="auto">
            <a:xfrm>
              <a:off x="1190625" y="3308350"/>
              <a:ext cx="266700" cy="142875"/>
            </a:xfrm>
            <a:custGeom>
              <a:avLst/>
              <a:gdLst>
                <a:gd name="T0" fmla="*/ 127 w 335"/>
                <a:gd name="T1" fmla="*/ 0 h 180"/>
                <a:gd name="T2" fmla="*/ 131 w 335"/>
                <a:gd name="T3" fmla="*/ 15 h 180"/>
                <a:gd name="T4" fmla="*/ 145 w 335"/>
                <a:gd name="T5" fmla="*/ 17 h 180"/>
                <a:gd name="T6" fmla="*/ 147 w 335"/>
                <a:gd name="T7" fmla="*/ 25 h 180"/>
                <a:gd name="T8" fmla="*/ 153 w 335"/>
                <a:gd name="T9" fmla="*/ 31 h 180"/>
                <a:gd name="T10" fmla="*/ 164 w 335"/>
                <a:gd name="T11" fmla="*/ 27 h 180"/>
                <a:gd name="T12" fmla="*/ 170 w 335"/>
                <a:gd name="T13" fmla="*/ 35 h 180"/>
                <a:gd name="T14" fmla="*/ 180 w 335"/>
                <a:gd name="T15" fmla="*/ 31 h 180"/>
                <a:gd name="T16" fmla="*/ 176 w 335"/>
                <a:gd name="T17" fmla="*/ 39 h 180"/>
                <a:gd name="T18" fmla="*/ 192 w 335"/>
                <a:gd name="T19" fmla="*/ 41 h 180"/>
                <a:gd name="T20" fmla="*/ 208 w 335"/>
                <a:gd name="T21" fmla="*/ 53 h 180"/>
                <a:gd name="T22" fmla="*/ 249 w 335"/>
                <a:gd name="T23" fmla="*/ 66 h 180"/>
                <a:gd name="T24" fmla="*/ 263 w 335"/>
                <a:gd name="T25" fmla="*/ 70 h 180"/>
                <a:gd name="T26" fmla="*/ 280 w 335"/>
                <a:gd name="T27" fmla="*/ 66 h 180"/>
                <a:gd name="T28" fmla="*/ 300 w 335"/>
                <a:gd name="T29" fmla="*/ 55 h 180"/>
                <a:gd name="T30" fmla="*/ 331 w 335"/>
                <a:gd name="T31" fmla="*/ 98 h 180"/>
                <a:gd name="T32" fmla="*/ 335 w 335"/>
                <a:gd name="T33" fmla="*/ 110 h 180"/>
                <a:gd name="T34" fmla="*/ 327 w 335"/>
                <a:gd name="T35" fmla="*/ 119 h 180"/>
                <a:gd name="T36" fmla="*/ 319 w 335"/>
                <a:gd name="T37" fmla="*/ 115 h 180"/>
                <a:gd name="T38" fmla="*/ 317 w 335"/>
                <a:gd name="T39" fmla="*/ 125 h 180"/>
                <a:gd name="T40" fmla="*/ 308 w 335"/>
                <a:gd name="T41" fmla="*/ 125 h 180"/>
                <a:gd name="T42" fmla="*/ 286 w 335"/>
                <a:gd name="T43" fmla="*/ 133 h 180"/>
                <a:gd name="T44" fmla="*/ 280 w 335"/>
                <a:gd name="T45" fmla="*/ 137 h 180"/>
                <a:gd name="T46" fmla="*/ 276 w 335"/>
                <a:gd name="T47" fmla="*/ 145 h 180"/>
                <a:gd name="T48" fmla="*/ 272 w 335"/>
                <a:gd name="T49" fmla="*/ 149 h 180"/>
                <a:gd name="T50" fmla="*/ 263 w 335"/>
                <a:gd name="T51" fmla="*/ 159 h 180"/>
                <a:gd name="T52" fmla="*/ 241 w 335"/>
                <a:gd name="T53" fmla="*/ 163 h 180"/>
                <a:gd name="T54" fmla="*/ 225 w 335"/>
                <a:gd name="T55" fmla="*/ 166 h 180"/>
                <a:gd name="T56" fmla="*/ 215 w 335"/>
                <a:gd name="T57" fmla="*/ 153 h 180"/>
                <a:gd name="T58" fmla="*/ 196 w 335"/>
                <a:gd name="T59" fmla="*/ 149 h 180"/>
                <a:gd name="T60" fmla="*/ 192 w 335"/>
                <a:gd name="T61" fmla="*/ 163 h 180"/>
                <a:gd name="T62" fmla="*/ 172 w 335"/>
                <a:gd name="T63" fmla="*/ 174 h 180"/>
                <a:gd name="T64" fmla="*/ 147 w 335"/>
                <a:gd name="T65" fmla="*/ 180 h 180"/>
                <a:gd name="T66" fmla="*/ 133 w 335"/>
                <a:gd name="T67" fmla="*/ 165 h 180"/>
                <a:gd name="T68" fmla="*/ 127 w 335"/>
                <a:gd name="T69" fmla="*/ 163 h 180"/>
                <a:gd name="T70" fmla="*/ 117 w 335"/>
                <a:gd name="T71" fmla="*/ 161 h 180"/>
                <a:gd name="T72" fmla="*/ 113 w 335"/>
                <a:gd name="T73" fmla="*/ 168 h 180"/>
                <a:gd name="T74" fmla="*/ 104 w 335"/>
                <a:gd name="T75" fmla="*/ 159 h 180"/>
                <a:gd name="T76" fmla="*/ 108 w 335"/>
                <a:gd name="T77" fmla="*/ 147 h 180"/>
                <a:gd name="T78" fmla="*/ 100 w 335"/>
                <a:gd name="T79" fmla="*/ 145 h 180"/>
                <a:gd name="T80" fmla="*/ 78 w 335"/>
                <a:gd name="T81" fmla="*/ 143 h 180"/>
                <a:gd name="T82" fmla="*/ 70 w 335"/>
                <a:gd name="T83" fmla="*/ 135 h 180"/>
                <a:gd name="T84" fmla="*/ 57 w 335"/>
                <a:gd name="T85" fmla="*/ 125 h 180"/>
                <a:gd name="T86" fmla="*/ 45 w 335"/>
                <a:gd name="T87" fmla="*/ 139 h 180"/>
                <a:gd name="T88" fmla="*/ 27 w 335"/>
                <a:gd name="T89" fmla="*/ 143 h 180"/>
                <a:gd name="T90" fmla="*/ 8 w 335"/>
                <a:gd name="T91" fmla="*/ 137 h 180"/>
                <a:gd name="T92" fmla="*/ 2 w 335"/>
                <a:gd name="T93" fmla="*/ 127 h 180"/>
                <a:gd name="T94" fmla="*/ 6 w 335"/>
                <a:gd name="T95" fmla="*/ 119 h 180"/>
                <a:gd name="T96" fmla="*/ 8 w 335"/>
                <a:gd name="T97" fmla="*/ 115 h 180"/>
                <a:gd name="T98" fmla="*/ 13 w 335"/>
                <a:gd name="T99" fmla="*/ 119 h 180"/>
                <a:gd name="T100" fmla="*/ 17 w 335"/>
                <a:gd name="T101" fmla="*/ 111 h 180"/>
                <a:gd name="T102" fmla="*/ 31 w 335"/>
                <a:gd name="T103" fmla="*/ 88 h 180"/>
                <a:gd name="T104" fmla="*/ 43 w 335"/>
                <a:gd name="T105" fmla="*/ 78 h 180"/>
                <a:gd name="T106" fmla="*/ 51 w 335"/>
                <a:gd name="T107" fmla="*/ 70 h 180"/>
                <a:gd name="T108" fmla="*/ 59 w 335"/>
                <a:gd name="T109" fmla="*/ 58 h 180"/>
                <a:gd name="T110" fmla="*/ 59 w 335"/>
                <a:gd name="T111" fmla="*/ 51 h 180"/>
                <a:gd name="T112" fmla="*/ 70 w 335"/>
                <a:gd name="T113" fmla="*/ 41 h 180"/>
                <a:gd name="T114" fmla="*/ 76 w 335"/>
                <a:gd name="T115" fmla="*/ 31 h 180"/>
                <a:gd name="T116" fmla="*/ 76 w 335"/>
                <a:gd name="T117" fmla="*/ 25 h 180"/>
                <a:gd name="T118" fmla="*/ 88 w 335"/>
                <a:gd name="T119" fmla="*/ 23 h 180"/>
                <a:gd name="T120" fmla="*/ 110 w 335"/>
                <a:gd name="T121" fmla="*/ 23 h 180"/>
                <a:gd name="T122" fmla="*/ 121 w 335"/>
                <a:gd name="T123" fmla="*/ 19 h 180"/>
                <a:gd name="T124" fmla="*/ 121 w 335"/>
                <a:gd name="T125" fmla="*/ 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5" h="180">
                  <a:moveTo>
                    <a:pt x="215" y="51"/>
                  </a:moveTo>
                  <a:lnTo>
                    <a:pt x="215" y="53"/>
                  </a:lnTo>
                  <a:lnTo>
                    <a:pt x="215" y="53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4" y="55"/>
                  </a:lnTo>
                  <a:lnTo>
                    <a:pt x="214" y="53"/>
                  </a:lnTo>
                  <a:lnTo>
                    <a:pt x="214" y="53"/>
                  </a:lnTo>
                  <a:lnTo>
                    <a:pt x="214" y="53"/>
                  </a:lnTo>
                  <a:lnTo>
                    <a:pt x="215" y="51"/>
                  </a:lnTo>
                  <a:lnTo>
                    <a:pt x="215" y="51"/>
                  </a:lnTo>
                  <a:close/>
                  <a:moveTo>
                    <a:pt x="127" y="0"/>
                  </a:moveTo>
                  <a:lnTo>
                    <a:pt x="127" y="0"/>
                  </a:lnTo>
                  <a:lnTo>
                    <a:pt x="127" y="0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31" y="5"/>
                  </a:lnTo>
                  <a:lnTo>
                    <a:pt x="131" y="5"/>
                  </a:lnTo>
                  <a:lnTo>
                    <a:pt x="129" y="7"/>
                  </a:lnTo>
                  <a:lnTo>
                    <a:pt x="129" y="7"/>
                  </a:lnTo>
                  <a:lnTo>
                    <a:pt x="129" y="7"/>
                  </a:lnTo>
                  <a:lnTo>
                    <a:pt x="129" y="9"/>
                  </a:lnTo>
                  <a:lnTo>
                    <a:pt x="129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9" y="13"/>
                  </a:lnTo>
                  <a:lnTo>
                    <a:pt x="131" y="15"/>
                  </a:lnTo>
                  <a:lnTo>
                    <a:pt x="131" y="15"/>
                  </a:lnTo>
                  <a:lnTo>
                    <a:pt x="131" y="15"/>
                  </a:lnTo>
                  <a:lnTo>
                    <a:pt x="131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5" y="13"/>
                  </a:lnTo>
                  <a:lnTo>
                    <a:pt x="135" y="13"/>
                  </a:lnTo>
                  <a:lnTo>
                    <a:pt x="135" y="13"/>
                  </a:lnTo>
                  <a:lnTo>
                    <a:pt x="141" y="15"/>
                  </a:lnTo>
                  <a:lnTo>
                    <a:pt x="141" y="15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5" y="17"/>
                  </a:lnTo>
                  <a:lnTo>
                    <a:pt x="145" y="17"/>
                  </a:lnTo>
                  <a:lnTo>
                    <a:pt x="147" y="17"/>
                  </a:lnTo>
                  <a:lnTo>
                    <a:pt x="147" y="19"/>
                  </a:lnTo>
                  <a:lnTo>
                    <a:pt x="147" y="19"/>
                  </a:lnTo>
                  <a:lnTo>
                    <a:pt x="147" y="19"/>
                  </a:lnTo>
                  <a:lnTo>
                    <a:pt x="147" y="21"/>
                  </a:lnTo>
                  <a:lnTo>
                    <a:pt x="147" y="21"/>
                  </a:lnTo>
                  <a:lnTo>
                    <a:pt x="147" y="21"/>
                  </a:lnTo>
                  <a:lnTo>
                    <a:pt x="147" y="21"/>
                  </a:lnTo>
                  <a:lnTo>
                    <a:pt x="147" y="21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45" y="25"/>
                  </a:lnTo>
                  <a:lnTo>
                    <a:pt x="145" y="25"/>
                  </a:lnTo>
                  <a:lnTo>
                    <a:pt x="147" y="25"/>
                  </a:lnTo>
                  <a:lnTo>
                    <a:pt x="149" y="25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9" y="29"/>
                  </a:lnTo>
                  <a:lnTo>
                    <a:pt x="149" y="2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51" y="31"/>
                  </a:lnTo>
                  <a:lnTo>
                    <a:pt x="151" y="31"/>
                  </a:lnTo>
                  <a:lnTo>
                    <a:pt x="151" y="31"/>
                  </a:lnTo>
                  <a:lnTo>
                    <a:pt x="151" y="33"/>
                  </a:lnTo>
                  <a:lnTo>
                    <a:pt x="153" y="31"/>
                  </a:lnTo>
                  <a:lnTo>
                    <a:pt x="153" y="31"/>
                  </a:lnTo>
                  <a:lnTo>
                    <a:pt x="153" y="31"/>
                  </a:lnTo>
                  <a:lnTo>
                    <a:pt x="155" y="31"/>
                  </a:lnTo>
                  <a:lnTo>
                    <a:pt x="155" y="31"/>
                  </a:lnTo>
                  <a:lnTo>
                    <a:pt x="157" y="31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61" y="31"/>
                  </a:lnTo>
                  <a:lnTo>
                    <a:pt x="161" y="29"/>
                  </a:lnTo>
                  <a:lnTo>
                    <a:pt x="161" y="29"/>
                  </a:lnTo>
                  <a:lnTo>
                    <a:pt x="161" y="29"/>
                  </a:lnTo>
                  <a:lnTo>
                    <a:pt x="161" y="29"/>
                  </a:lnTo>
                  <a:lnTo>
                    <a:pt x="163" y="29"/>
                  </a:lnTo>
                  <a:lnTo>
                    <a:pt x="163" y="29"/>
                  </a:lnTo>
                  <a:lnTo>
                    <a:pt x="163" y="29"/>
                  </a:lnTo>
                  <a:lnTo>
                    <a:pt x="164" y="29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5"/>
                  </a:lnTo>
                  <a:lnTo>
                    <a:pt x="164" y="25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7"/>
                  </a:lnTo>
                  <a:lnTo>
                    <a:pt x="164" y="29"/>
                  </a:lnTo>
                  <a:lnTo>
                    <a:pt x="164" y="29"/>
                  </a:lnTo>
                  <a:lnTo>
                    <a:pt x="166" y="31"/>
                  </a:lnTo>
                  <a:lnTo>
                    <a:pt x="168" y="33"/>
                  </a:lnTo>
                  <a:lnTo>
                    <a:pt x="168" y="33"/>
                  </a:lnTo>
                  <a:lnTo>
                    <a:pt x="170" y="33"/>
                  </a:lnTo>
                  <a:lnTo>
                    <a:pt x="170" y="33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2" y="33"/>
                  </a:lnTo>
                  <a:lnTo>
                    <a:pt x="172" y="31"/>
                  </a:lnTo>
                  <a:lnTo>
                    <a:pt x="172" y="31"/>
                  </a:lnTo>
                  <a:lnTo>
                    <a:pt x="172" y="31"/>
                  </a:lnTo>
                  <a:lnTo>
                    <a:pt x="172" y="31"/>
                  </a:lnTo>
                  <a:lnTo>
                    <a:pt x="174" y="31"/>
                  </a:lnTo>
                  <a:lnTo>
                    <a:pt x="174" y="31"/>
                  </a:lnTo>
                  <a:lnTo>
                    <a:pt x="178" y="31"/>
                  </a:lnTo>
                  <a:lnTo>
                    <a:pt x="178" y="31"/>
                  </a:lnTo>
                  <a:lnTo>
                    <a:pt x="180" y="31"/>
                  </a:lnTo>
                  <a:lnTo>
                    <a:pt x="180" y="31"/>
                  </a:lnTo>
                  <a:lnTo>
                    <a:pt x="180" y="31"/>
                  </a:lnTo>
                  <a:lnTo>
                    <a:pt x="180" y="31"/>
                  </a:lnTo>
                  <a:lnTo>
                    <a:pt x="180" y="33"/>
                  </a:lnTo>
                  <a:lnTo>
                    <a:pt x="178" y="33"/>
                  </a:lnTo>
                  <a:lnTo>
                    <a:pt x="178" y="35"/>
                  </a:lnTo>
                  <a:lnTo>
                    <a:pt x="178" y="35"/>
                  </a:lnTo>
                  <a:lnTo>
                    <a:pt x="178" y="35"/>
                  </a:lnTo>
                  <a:lnTo>
                    <a:pt x="180" y="35"/>
                  </a:lnTo>
                  <a:lnTo>
                    <a:pt x="180" y="35"/>
                  </a:lnTo>
                  <a:lnTo>
                    <a:pt x="180" y="35"/>
                  </a:lnTo>
                  <a:lnTo>
                    <a:pt x="178" y="37"/>
                  </a:lnTo>
                  <a:lnTo>
                    <a:pt x="178" y="37"/>
                  </a:lnTo>
                  <a:lnTo>
                    <a:pt x="178" y="37"/>
                  </a:lnTo>
                  <a:lnTo>
                    <a:pt x="178" y="39"/>
                  </a:lnTo>
                  <a:lnTo>
                    <a:pt x="176" y="39"/>
                  </a:lnTo>
                  <a:lnTo>
                    <a:pt x="176" y="39"/>
                  </a:lnTo>
                  <a:lnTo>
                    <a:pt x="176" y="41"/>
                  </a:lnTo>
                  <a:lnTo>
                    <a:pt x="176" y="41"/>
                  </a:lnTo>
                  <a:lnTo>
                    <a:pt x="178" y="41"/>
                  </a:lnTo>
                  <a:lnTo>
                    <a:pt x="180" y="41"/>
                  </a:lnTo>
                  <a:lnTo>
                    <a:pt x="186" y="39"/>
                  </a:lnTo>
                  <a:lnTo>
                    <a:pt x="186" y="39"/>
                  </a:lnTo>
                  <a:lnTo>
                    <a:pt x="186" y="39"/>
                  </a:lnTo>
                  <a:lnTo>
                    <a:pt x="186" y="37"/>
                  </a:lnTo>
                  <a:lnTo>
                    <a:pt x="188" y="37"/>
                  </a:lnTo>
                  <a:lnTo>
                    <a:pt x="188" y="39"/>
                  </a:lnTo>
                  <a:lnTo>
                    <a:pt x="188" y="39"/>
                  </a:lnTo>
                  <a:lnTo>
                    <a:pt x="190" y="39"/>
                  </a:lnTo>
                  <a:lnTo>
                    <a:pt x="190" y="39"/>
                  </a:lnTo>
                  <a:lnTo>
                    <a:pt x="190" y="39"/>
                  </a:lnTo>
                  <a:lnTo>
                    <a:pt x="192" y="41"/>
                  </a:lnTo>
                  <a:lnTo>
                    <a:pt x="192" y="41"/>
                  </a:lnTo>
                  <a:lnTo>
                    <a:pt x="192" y="41"/>
                  </a:lnTo>
                  <a:lnTo>
                    <a:pt x="194" y="43"/>
                  </a:lnTo>
                  <a:lnTo>
                    <a:pt x="194" y="45"/>
                  </a:lnTo>
                  <a:lnTo>
                    <a:pt x="194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8" y="45"/>
                  </a:lnTo>
                  <a:lnTo>
                    <a:pt x="202" y="45"/>
                  </a:lnTo>
                  <a:lnTo>
                    <a:pt x="204" y="45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04" y="49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6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7"/>
                  </a:lnTo>
                  <a:lnTo>
                    <a:pt x="210" y="57"/>
                  </a:lnTo>
                  <a:lnTo>
                    <a:pt x="210" y="55"/>
                  </a:lnTo>
                  <a:lnTo>
                    <a:pt x="212" y="55"/>
                  </a:lnTo>
                  <a:lnTo>
                    <a:pt x="212" y="55"/>
                  </a:lnTo>
                  <a:lnTo>
                    <a:pt x="221" y="60"/>
                  </a:lnTo>
                  <a:lnTo>
                    <a:pt x="235" y="66"/>
                  </a:lnTo>
                  <a:lnTo>
                    <a:pt x="235" y="66"/>
                  </a:lnTo>
                  <a:lnTo>
                    <a:pt x="237" y="66"/>
                  </a:lnTo>
                  <a:lnTo>
                    <a:pt x="237" y="64"/>
                  </a:lnTo>
                  <a:lnTo>
                    <a:pt x="237" y="62"/>
                  </a:lnTo>
                  <a:lnTo>
                    <a:pt x="239" y="62"/>
                  </a:lnTo>
                  <a:lnTo>
                    <a:pt x="239" y="62"/>
                  </a:lnTo>
                  <a:lnTo>
                    <a:pt x="239" y="62"/>
                  </a:lnTo>
                  <a:lnTo>
                    <a:pt x="249" y="66"/>
                  </a:lnTo>
                  <a:lnTo>
                    <a:pt x="249" y="66"/>
                  </a:lnTo>
                  <a:lnTo>
                    <a:pt x="249" y="66"/>
                  </a:lnTo>
                  <a:lnTo>
                    <a:pt x="251" y="66"/>
                  </a:lnTo>
                  <a:lnTo>
                    <a:pt x="251" y="66"/>
                  </a:lnTo>
                  <a:lnTo>
                    <a:pt x="251" y="66"/>
                  </a:lnTo>
                  <a:lnTo>
                    <a:pt x="255" y="68"/>
                  </a:lnTo>
                  <a:lnTo>
                    <a:pt x="255" y="68"/>
                  </a:lnTo>
                  <a:lnTo>
                    <a:pt x="255" y="68"/>
                  </a:lnTo>
                  <a:lnTo>
                    <a:pt x="255" y="70"/>
                  </a:lnTo>
                  <a:lnTo>
                    <a:pt x="255" y="70"/>
                  </a:lnTo>
                  <a:lnTo>
                    <a:pt x="257" y="70"/>
                  </a:lnTo>
                  <a:lnTo>
                    <a:pt x="257" y="68"/>
                  </a:lnTo>
                  <a:lnTo>
                    <a:pt x="257" y="68"/>
                  </a:lnTo>
                  <a:lnTo>
                    <a:pt x="257" y="68"/>
                  </a:lnTo>
                  <a:lnTo>
                    <a:pt x="263" y="70"/>
                  </a:lnTo>
                  <a:lnTo>
                    <a:pt x="263" y="70"/>
                  </a:lnTo>
                  <a:lnTo>
                    <a:pt x="263" y="70"/>
                  </a:lnTo>
                  <a:lnTo>
                    <a:pt x="264" y="70"/>
                  </a:lnTo>
                  <a:lnTo>
                    <a:pt x="264" y="70"/>
                  </a:lnTo>
                  <a:lnTo>
                    <a:pt x="264" y="70"/>
                  </a:lnTo>
                  <a:lnTo>
                    <a:pt x="264" y="70"/>
                  </a:lnTo>
                  <a:lnTo>
                    <a:pt x="264" y="72"/>
                  </a:lnTo>
                  <a:lnTo>
                    <a:pt x="266" y="72"/>
                  </a:lnTo>
                  <a:lnTo>
                    <a:pt x="272" y="74"/>
                  </a:lnTo>
                  <a:lnTo>
                    <a:pt x="274" y="74"/>
                  </a:lnTo>
                  <a:lnTo>
                    <a:pt x="274" y="74"/>
                  </a:lnTo>
                  <a:lnTo>
                    <a:pt x="274" y="72"/>
                  </a:lnTo>
                  <a:lnTo>
                    <a:pt x="276" y="72"/>
                  </a:lnTo>
                  <a:lnTo>
                    <a:pt x="276" y="70"/>
                  </a:lnTo>
                  <a:lnTo>
                    <a:pt x="278" y="68"/>
                  </a:lnTo>
                  <a:lnTo>
                    <a:pt x="278" y="68"/>
                  </a:lnTo>
                  <a:lnTo>
                    <a:pt x="280" y="68"/>
                  </a:lnTo>
                  <a:lnTo>
                    <a:pt x="280" y="66"/>
                  </a:lnTo>
                  <a:lnTo>
                    <a:pt x="280" y="66"/>
                  </a:lnTo>
                  <a:lnTo>
                    <a:pt x="282" y="66"/>
                  </a:lnTo>
                  <a:lnTo>
                    <a:pt x="286" y="68"/>
                  </a:lnTo>
                  <a:lnTo>
                    <a:pt x="286" y="68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92" y="68"/>
                  </a:lnTo>
                  <a:lnTo>
                    <a:pt x="294" y="68"/>
                  </a:lnTo>
                  <a:lnTo>
                    <a:pt x="298" y="60"/>
                  </a:lnTo>
                  <a:lnTo>
                    <a:pt x="300" y="58"/>
                  </a:lnTo>
                  <a:lnTo>
                    <a:pt x="300" y="57"/>
                  </a:lnTo>
                  <a:lnTo>
                    <a:pt x="300" y="57"/>
                  </a:lnTo>
                  <a:lnTo>
                    <a:pt x="300" y="57"/>
                  </a:lnTo>
                  <a:lnTo>
                    <a:pt x="300" y="55"/>
                  </a:lnTo>
                  <a:lnTo>
                    <a:pt x="300" y="53"/>
                  </a:lnTo>
                  <a:lnTo>
                    <a:pt x="304" y="47"/>
                  </a:lnTo>
                  <a:lnTo>
                    <a:pt x="304" y="47"/>
                  </a:lnTo>
                  <a:lnTo>
                    <a:pt x="317" y="53"/>
                  </a:lnTo>
                  <a:lnTo>
                    <a:pt x="317" y="53"/>
                  </a:lnTo>
                  <a:lnTo>
                    <a:pt x="317" y="53"/>
                  </a:lnTo>
                  <a:lnTo>
                    <a:pt x="319" y="53"/>
                  </a:lnTo>
                  <a:lnTo>
                    <a:pt x="319" y="53"/>
                  </a:lnTo>
                  <a:lnTo>
                    <a:pt x="319" y="53"/>
                  </a:lnTo>
                  <a:lnTo>
                    <a:pt x="321" y="53"/>
                  </a:lnTo>
                  <a:lnTo>
                    <a:pt x="323" y="53"/>
                  </a:lnTo>
                  <a:lnTo>
                    <a:pt x="331" y="58"/>
                  </a:lnTo>
                  <a:lnTo>
                    <a:pt x="323" y="74"/>
                  </a:lnTo>
                  <a:lnTo>
                    <a:pt x="331" y="80"/>
                  </a:lnTo>
                  <a:lnTo>
                    <a:pt x="327" y="88"/>
                  </a:lnTo>
                  <a:lnTo>
                    <a:pt x="327" y="90"/>
                  </a:lnTo>
                  <a:lnTo>
                    <a:pt x="331" y="98"/>
                  </a:lnTo>
                  <a:lnTo>
                    <a:pt x="331" y="98"/>
                  </a:lnTo>
                  <a:lnTo>
                    <a:pt x="331" y="98"/>
                  </a:lnTo>
                  <a:lnTo>
                    <a:pt x="331" y="98"/>
                  </a:lnTo>
                  <a:lnTo>
                    <a:pt x="333" y="98"/>
                  </a:lnTo>
                  <a:lnTo>
                    <a:pt x="333" y="98"/>
                  </a:lnTo>
                  <a:lnTo>
                    <a:pt x="333" y="98"/>
                  </a:lnTo>
                  <a:lnTo>
                    <a:pt x="333" y="100"/>
                  </a:lnTo>
                  <a:lnTo>
                    <a:pt x="333" y="100"/>
                  </a:lnTo>
                  <a:lnTo>
                    <a:pt x="333" y="102"/>
                  </a:lnTo>
                  <a:lnTo>
                    <a:pt x="333" y="102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5" y="108"/>
                  </a:lnTo>
                  <a:lnTo>
                    <a:pt x="335" y="108"/>
                  </a:lnTo>
                  <a:lnTo>
                    <a:pt x="335" y="108"/>
                  </a:lnTo>
                  <a:lnTo>
                    <a:pt x="335" y="108"/>
                  </a:lnTo>
                  <a:lnTo>
                    <a:pt x="335" y="110"/>
                  </a:lnTo>
                  <a:lnTo>
                    <a:pt x="333" y="110"/>
                  </a:lnTo>
                  <a:lnTo>
                    <a:pt x="333" y="111"/>
                  </a:lnTo>
                  <a:lnTo>
                    <a:pt x="333" y="111"/>
                  </a:lnTo>
                  <a:lnTo>
                    <a:pt x="333" y="111"/>
                  </a:lnTo>
                  <a:lnTo>
                    <a:pt x="333" y="113"/>
                  </a:lnTo>
                  <a:lnTo>
                    <a:pt x="333" y="113"/>
                  </a:lnTo>
                  <a:lnTo>
                    <a:pt x="333" y="115"/>
                  </a:lnTo>
                  <a:lnTo>
                    <a:pt x="333" y="117"/>
                  </a:lnTo>
                  <a:lnTo>
                    <a:pt x="333" y="119"/>
                  </a:lnTo>
                  <a:lnTo>
                    <a:pt x="333" y="119"/>
                  </a:lnTo>
                  <a:lnTo>
                    <a:pt x="331" y="119"/>
                  </a:lnTo>
                  <a:lnTo>
                    <a:pt x="331" y="119"/>
                  </a:lnTo>
                  <a:lnTo>
                    <a:pt x="331" y="119"/>
                  </a:lnTo>
                  <a:lnTo>
                    <a:pt x="331" y="119"/>
                  </a:lnTo>
                  <a:lnTo>
                    <a:pt x="329" y="119"/>
                  </a:lnTo>
                  <a:lnTo>
                    <a:pt x="327" y="119"/>
                  </a:lnTo>
                  <a:lnTo>
                    <a:pt x="327" y="119"/>
                  </a:lnTo>
                  <a:lnTo>
                    <a:pt x="327" y="119"/>
                  </a:lnTo>
                  <a:lnTo>
                    <a:pt x="327" y="119"/>
                  </a:lnTo>
                  <a:lnTo>
                    <a:pt x="327" y="117"/>
                  </a:lnTo>
                  <a:lnTo>
                    <a:pt x="327" y="117"/>
                  </a:lnTo>
                  <a:lnTo>
                    <a:pt x="327" y="117"/>
                  </a:lnTo>
                  <a:lnTo>
                    <a:pt x="327" y="117"/>
                  </a:lnTo>
                  <a:lnTo>
                    <a:pt x="327" y="117"/>
                  </a:lnTo>
                  <a:lnTo>
                    <a:pt x="327" y="115"/>
                  </a:lnTo>
                  <a:lnTo>
                    <a:pt x="327" y="115"/>
                  </a:lnTo>
                  <a:lnTo>
                    <a:pt x="327" y="115"/>
                  </a:lnTo>
                  <a:lnTo>
                    <a:pt x="325" y="115"/>
                  </a:lnTo>
                  <a:lnTo>
                    <a:pt x="323" y="115"/>
                  </a:lnTo>
                  <a:lnTo>
                    <a:pt x="321" y="115"/>
                  </a:lnTo>
                  <a:lnTo>
                    <a:pt x="321" y="115"/>
                  </a:lnTo>
                  <a:lnTo>
                    <a:pt x="321" y="115"/>
                  </a:lnTo>
                  <a:lnTo>
                    <a:pt x="319" y="115"/>
                  </a:lnTo>
                  <a:lnTo>
                    <a:pt x="319" y="115"/>
                  </a:lnTo>
                  <a:lnTo>
                    <a:pt x="319" y="115"/>
                  </a:lnTo>
                  <a:lnTo>
                    <a:pt x="319" y="117"/>
                  </a:lnTo>
                  <a:lnTo>
                    <a:pt x="319" y="117"/>
                  </a:lnTo>
                  <a:lnTo>
                    <a:pt x="319" y="117"/>
                  </a:lnTo>
                  <a:lnTo>
                    <a:pt x="319" y="117"/>
                  </a:lnTo>
                  <a:lnTo>
                    <a:pt x="319" y="119"/>
                  </a:lnTo>
                  <a:lnTo>
                    <a:pt x="319" y="119"/>
                  </a:lnTo>
                  <a:lnTo>
                    <a:pt x="319" y="119"/>
                  </a:lnTo>
                  <a:lnTo>
                    <a:pt x="319" y="119"/>
                  </a:lnTo>
                  <a:lnTo>
                    <a:pt x="317" y="121"/>
                  </a:lnTo>
                  <a:lnTo>
                    <a:pt x="317" y="121"/>
                  </a:lnTo>
                  <a:lnTo>
                    <a:pt x="317" y="121"/>
                  </a:lnTo>
                  <a:lnTo>
                    <a:pt x="317" y="123"/>
                  </a:lnTo>
                  <a:lnTo>
                    <a:pt x="319" y="123"/>
                  </a:lnTo>
                  <a:lnTo>
                    <a:pt x="319" y="123"/>
                  </a:lnTo>
                  <a:lnTo>
                    <a:pt x="317" y="123"/>
                  </a:lnTo>
                  <a:lnTo>
                    <a:pt x="317" y="125"/>
                  </a:lnTo>
                  <a:lnTo>
                    <a:pt x="317" y="125"/>
                  </a:lnTo>
                  <a:lnTo>
                    <a:pt x="315" y="125"/>
                  </a:lnTo>
                  <a:lnTo>
                    <a:pt x="315" y="127"/>
                  </a:lnTo>
                  <a:lnTo>
                    <a:pt x="314" y="127"/>
                  </a:lnTo>
                  <a:lnTo>
                    <a:pt x="314" y="125"/>
                  </a:lnTo>
                  <a:lnTo>
                    <a:pt x="312" y="125"/>
                  </a:lnTo>
                  <a:lnTo>
                    <a:pt x="312" y="125"/>
                  </a:lnTo>
                  <a:lnTo>
                    <a:pt x="312" y="123"/>
                  </a:lnTo>
                  <a:lnTo>
                    <a:pt x="312" y="123"/>
                  </a:lnTo>
                  <a:lnTo>
                    <a:pt x="310" y="123"/>
                  </a:lnTo>
                  <a:lnTo>
                    <a:pt x="310" y="123"/>
                  </a:lnTo>
                  <a:lnTo>
                    <a:pt x="310" y="123"/>
                  </a:lnTo>
                  <a:lnTo>
                    <a:pt x="310" y="123"/>
                  </a:lnTo>
                  <a:lnTo>
                    <a:pt x="308" y="123"/>
                  </a:lnTo>
                  <a:lnTo>
                    <a:pt x="308" y="125"/>
                  </a:lnTo>
                  <a:lnTo>
                    <a:pt x="308" y="125"/>
                  </a:lnTo>
                  <a:lnTo>
                    <a:pt x="308" y="125"/>
                  </a:lnTo>
                  <a:lnTo>
                    <a:pt x="306" y="125"/>
                  </a:lnTo>
                  <a:lnTo>
                    <a:pt x="304" y="127"/>
                  </a:lnTo>
                  <a:lnTo>
                    <a:pt x="304" y="127"/>
                  </a:lnTo>
                  <a:lnTo>
                    <a:pt x="304" y="129"/>
                  </a:lnTo>
                  <a:lnTo>
                    <a:pt x="302" y="131"/>
                  </a:lnTo>
                  <a:lnTo>
                    <a:pt x="302" y="131"/>
                  </a:lnTo>
                  <a:lnTo>
                    <a:pt x="302" y="133"/>
                  </a:lnTo>
                  <a:lnTo>
                    <a:pt x="302" y="133"/>
                  </a:lnTo>
                  <a:lnTo>
                    <a:pt x="302" y="133"/>
                  </a:lnTo>
                  <a:lnTo>
                    <a:pt x="300" y="133"/>
                  </a:lnTo>
                  <a:lnTo>
                    <a:pt x="300" y="133"/>
                  </a:lnTo>
                  <a:lnTo>
                    <a:pt x="298" y="133"/>
                  </a:lnTo>
                  <a:lnTo>
                    <a:pt x="296" y="133"/>
                  </a:lnTo>
                  <a:lnTo>
                    <a:pt x="296" y="133"/>
                  </a:lnTo>
                  <a:lnTo>
                    <a:pt x="292" y="133"/>
                  </a:lnTo>
                  <a:lnTo>
                    <a:pt x="290" y="133"/>
                  </a:lnTo>
                  <a:lnTo>
                    <a:pt x="286" y="133"/>
                  </a:lnTo>
                  <a:lnTo>
                    <a:pt x="286" y="133"/>
                  </a:lnTo>
                  <a:lnTo>
                    <a:pt x="286" y="133"/>
                  </a:lnTo>
                  <a:lnTo>
                    <a:pt x="286" y="133"/>
                  </a:lnTo>
                  <a:lnTo>
                    <a:pt x="286" y="131"/>
                  </a:lnTo>
                  <a:lnTo>
                    <a:pt x="286" y="131"/>
                  </a:lnTo>
                  <a:lnTo>
                    <a:pt x="286" y="131"/>
                  </a:lnTo>
                  <a:lnTo>
                    <a:pt x="286" y="131"/>
                  </a:lnTo>
                  <a:lnTo>
                    <a:pt x="284" y="131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2" y="135"/>
                  </a:lnTo>
                  <a:lnTo>
                    <a:pt x="282" y="135"/>
                  </a:lnTo>
                  <a:lnTo>
                    <a:pt x="282" y="135"/>
                  </a:lnTo>
                  <a:lnTo>
                    <a:pt x="280" y="137"/>
                  </a:lnTo>
                  <a:lnTo>
                    <a:pt x="280" y="137"/>
                  </a:lnTo>
                  <a:lnTo>
                    <a:pt x="280" y="137"/>
                  </a:lnTo>
                  <a:lnTo>
                    <a:pt x="280" y="137"/>
                  </a:lnTo>
                  <a:lnTo>
                    <a:pt x="280" y="137"/>
                  </a:lnTo>
                  <a:lnTo>
                    <a:pt x="278" y="139"/>
                  </a:lnTo>
                  <a:lnTo>
                    <a:pt x="280" y="139"/>
                  </a:lnTo>
                  <a:lnTo>
                    <a:pt x="280" y="139"/>
                  </a:lnTo>
                  <a:lnTo>
                    <a:pt x="280" y="141"/>
                  </a:lnTo>
                  <a:lnTo>
                    <a:pt x="280" y="141"/>
                  </a:lnTo>
                  <a:lnTo>
                    <a:pt x="280" y="141"/>
                  </a:lnTo>
                  <a:lnTo>
                    <a:pt x="280" y="141"/>
                  </a:lnTo>
                  <a:lnTo>
                    <a:pt x="280" y="143"/>
                  </a:lnTo>
                  <a:lnTo>
                    <a:pt x="278" y="143"/>
                  </a:lnTo>
                  <a:lnTo>
                    <a:pt x="278" y="143"/>
                  </a:lnTo>
                  <a:lnTo>
                    <a:pt x="278" y="143"/>
                  </a:lnTo>
                  <a:lnTo>
                    <a:pt x="276" y="143"/>
                  </a:lnTo>
                  <a:lnTo>
                    <a:pt x="276" y="145"/>
                  </a:lnTo>
                  <a:lnTo>
                    <a:pt x="276" y="145"/>
                  </a:lnTo>
                  <a:lnTo>
                    <a:pt x="276" y="145"/>
                  </a:lnTo>
                  <a:lnTo>
                    <a:pt x="274" y="145"/>
                  </a:lnTo>
                  <a:lnTo>
                    <a:pt x="272" y="145"/>
                  </a:lnTo>
                  <a:lnTo>
                    <a:pt x="270" y="145"/>
                  </a:lnTo>
                  <a:lnTo>
                    <a:pt x="270" y="145"/>
                  </a:lnTo>
                  <a:lnTo>
                    <a:pt x="270" y="145"/>
                  </a:lnTo>
                  <a:lnTo>
                    <a:pt x="270" y="147"/>
                  </a:lnTo>
                  <a:lnTo>
                    <a:pt x="270" y="147"/>
                  </a:lnTo>
                  <a:lnTo>
                    <a:pt x="270" y="147"/>
                  </a:lnTo>
                  <a:lnTo>
                    <a:pt x="270" y="147"/>
                  </a:lnTo>
                  <a:lnTo>
                    <a:pt x="272" y="147"/>
                  </a:lnTo>
                  <a:lnTo>
                    <a:pt x="272" y="147"/>
                  </a:lnTo>
                  <a:lnTo>
                    <a:pt x="272" y="147"/>
                  </a:lnTo>
                  <a:lnTo>
                    <a:pt x="272" y="147"/>
                  </a:lnTo>
                  <a:lnTo>
                    <a:pt x="272" y="147"/>
                  </a:lnTo>
                  <a:lnTo>
                    <a:pt x="272" y="147"/>
                  </a:lnTo>
                  <a:lnTo>
                    <a:pt x="272" y="149"/>
                  </a:lnTo>
                  <a:lnTo>
                    <a:pt x="272" y="149"/>
                  </a:lnTo>
                  <a:lnTo>
                    <a:pt x="270" y="149"/>
                  </a:lnTo>
                  <a:lnTo>
                    <a:pt x="270" y="149"/>
                  </a:lnTo>
                  <a:lnTo>
                    <a:pt x="268" y="149"/>
                  </a:lnTo>
                  <a:lnTo>
                    <a:pt x="268" y="149"/>
                  </a:lnTo>
                  <a:lnTo>
                    <a:pt x="268" y="151"/>
                  </a:lnTo>
                  <a:lnTo>
                    <a:pt x="268" y="153"/>
                  </a:lnTo>
                  <a:lnTo>
                    <a:pt x="268" y="155"/>
                  </a:lnTo>
                  <a:lnTo>
                    <a:pt x="266" y="155"/>
                  </a:lnTo>
                  <a:lnTo>
                    <a:pt x="266" y="157"/>
                  </a:lnTo>
                  <a:lnTo>
                    <a:pt x="266" y="157"/>
                  </a:lnTo>
                  <a:lnTo>
                    <a:pt x="266" y="157"/>
                  </a:lnTo>
                  <a:lnTo>
                    <a:pt x="264" y="157"/>
                  </a:lnTo>
                  <a:lnTo>
                    <a:pt x="264" y="159"/>
                  </a:lnTo>
                  <a:lnTo>
                    <a:pt x="263" y="159"/>
                  </a:lnTo>
                  <a:lnTo>
                    <a:pt x="263" y="159"/>
                  </a:lnTo>
                  <a:lnTo>
                    <a:pt x="263" y="159"/>
                  </a:lnTo>
                  <a:lnTo>
                    <a:pt x="263" y="161"/>
                  </a:lnTo>
                  <a:lnTo>
                    <a:pt x="263" y="161"/>
                  </a:lnTo>
                  <a:lnTo>
                    <a:pt x="261" y="163"/>
                  </a:lnTo>
                  <a:lnTo>
                    <a:pt x="261" y="163"/>
                  </a:lnTo>
                  <a:lnTo>
                    <a:pt x="261" y="163"/>
                  </a:lnTo>
                  <a:lnTo>
                    <a:pt x="261" y="163"/>
                  </a:lnTo>
                  <a:lnTo>
                    <a:pt x="261" y="165"/>
                  </a:lnTo>
                  <a:lnTo>
                    <a:pt x="261" y="165"/>
                  </a:lnTo>
                  <a:lnTo>
                    <a:pt x="261" y="165"/>
                  </a:lnTo>
                  <a:lnTo>
                    <a:pt x="261" y="165"/>
                  </a:lnTo>
                  <a:lnTo>
                    <a:pt x="261" y="166"/>
                  </a:lnTo>
                  <a:lnTo>
                    <a:pt x="253" y="165"/>
                  </a:lnTo>
                  <a:lnTo>
                    <a:pt x="251" y="163"/>
                  </a:lnTo>
                  <a:lnTo>
                    <a:pt x="245" y="163"/>
                  </a:lnTo>
                  <a:lnTo>
                    <a:pt x="243" y="163"/>
                  </a:lnTo>
                  <a:lnTo>
                    <a:pt x="243" y="163"/>
                  </a:lnTo>
                  <a:lnTo>
                    <a:pt x="241" y="163"/>
                  </a:lnTo>
                  <a:lnTo>
                    <a:pt x="239" y="161"/>
                  </a:lnTo>
                  <a:lnTo>
                    <a:pt x="239" y="161"/>
                  </a:lnTo>
                  <a:lnTo>
                    <a:pt x="237" y="161"/>
                  </a:lnTo>
                  <a:lnTo>
                    <a:pt x="237" y="161"/>
                  </a:lnTo>
                  <a:lnTo>
                    <a:pt x="237" y="161"/>
                  </a:lnTo>
                  <a:lnTo>
                    <a:pt x="237" y="161"/>
                  </a:lnTo>
                  <a:lnTo>
                    <a:pt x="235" y="161"/>
                  </a:lnTo>
                  <a:lnTo>
                    <a:pt x="233" y="161"/>
                  </a:lnTo>
                  <a:lnTo>
                    <a:pt x="233" y="163"/>
                  </a:lnTo>
                  <a:lnTo>
                    <a:pt x="233" y="163"/>
                  </a:lnTo>
                  <a:lnTo>
                    <a:pt x="233" y="165"/>
                  </a:lnTo>
                  <a:lnTo>
                    <a:pt x="231" y="165"/>
                  </a:lnTo>
                  <a:lnTo>
                    <a:pt x="231" y="165"/>
                  </a:lnTo>
                  <a:lnTo>
                    <a:pt x="231" y="165"/>
                  </a:lnTo>
                  <a:lnTo>
                    <a:pt x="227" y="166"/>
                  </a:lnTo>
                  <a:lnTo>
                    <a:pt x="225" y="166"/>
                  </a:lnTo>
                  <a:lnTo>
                    <a:pt x="225" y="166"/>
                  </a:lnTo>
                  <a:lnTo>
                    <a:pt x="225" y="165"/>
                  </a:lnTo>
                  <a:lnTo>
                    <a:pt x="225" y="165"/>
                  </a:lnTo>
                  <a:lnTo>
                    <a:pt x="225" y="165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3" y="161"/>
                  </a:lnTo>
                  <a:lnTo>
                    <a:pt x="223" y="161"/>
                  </a:lnTo>
                  <a:lnTo>
                    <a:pt x="223" y="161"/>
                  </a:lnTo>
                  <a:lnTo>
                    <a:pt x="223" y="161"/>
                  </a:lnTo>
                  <a:lnTo>
                    <a:pt x="223" y="159"/>
                  </a:lnTo>
                  <a:lnTo>
                    <a:pt x="223" y="157"/>
                  </a:lnTo>
                  <a:lnTo>
                    <a:pt x="223" y="157"/>
                  </a:lnTo>
                  <a:lnTo>
                    <a:pt x="223" y="157"/>
                  </a:lnTo>
                  <a:lnTo>
                    <a:pt x="217" y="155"/>
                  </a:lnTo>
                  <a:lnTo>
                    <a:pt x="215" y="153"/>
                  </a:lnTo>
                  <a:lnTo>
                    <a:pt x="215" y="153"/>
                  </a:lnTo>
                  <a:lnTo>
                    <a:pt x="215" y="153"/>
                  </a:lnTo>
                  <a:lnTo>
                    <a:pt x="215" y="153"/>
                  </a:lnTo>
                  <a:lnTo>
                    <a:pt x="214" y="151"/>
                  </a:lnTo>
                  <a:lnTo>
                    <a:pt x="214" y="151"/>
                  </a:lnTo>
                  <a:lnTo>
                    <a:pt x="214" y="149"/>
                  </a:lnTo>
                  <a:lnTo>
                    <a:pt x="212" y="149"/>
                  </a:lnTo>
                  <a:lnTo>
                    <a:pt x="208" y="147"/>
                  </a:lnTo>
                  <a:lnTo>
                    <a:pt x="206" y="145"/>
                  </a:lnTo>
                  <a:lnTo>
                    <a:pt x="206" y="147"/>
                  </a:lnTo>
                  <a:lnTo>
                    <a:pt x="204" y="147"/>
                  </a:lnTo>
                  <a:lnTo>
                    <a:pt x="202" y="145"/>
                  </a:lnTo>
                  <a:lnTo>
                    <a:pt x="200" y="145"/>
                  </a:lnTo>
                  <a:lnTo>
                    <a:pt x="200" y="145"/>
                  </a:lnTo>
                  <a:lnTo>
                    <a:pt x="198" y="147"/>
                  </a:lnTo>
                  <a:lnTo>
                    <a:pt x="198" y="147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49"/>
                  </a:lnTo>
                  <a:lnTo>
                    <a:pt x="196" y="151"/>
                  </a:lnTo>
                  <a:lnTo>
                    <a:pt x="196" y="151"/>
                  </a:lnTo>
                  <a:lnTo>
                    <a:pt x="194" y="153"/>
                  </a:lnTo>
                  <a:lnTo>
                    <a:pt x="194" y="153"/>
                  </a:lnTo>
                  <a:lnTo>
                    <a:pt x="194" y="153"/>
                  </a:lnTo>
                  <a:lnTo>
                    <a:pt x="194" y="155"/>
                  </a:lnTo>
                  <a:lnTo>
                    <a:pt x="194" y="155"/>
                  </a:lnTo>
                  <a:lnTo>
                    <a:pt x="196" y="159"/>
                  </a:lnTo>
                  <a:lnTo>
                    <a:pt x="196" y="161"/>
                  </a:lnTo>
                  <a:lnTo>
                    <a:pt x="194" y="161"/>
                  </a:lnTo>
                  <a:lnTo>
                    <a:pt x="192" y="163"/>
                  </a:lnTo>
                  <a:lnTo>
                    <a:pt x="190" y="166"/>
                  </a:lnTo>
                  <a:lnTo>
                    <a:pt x="186" y="168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184" y="170"/>
                  </a:lnTo>
                  <a:lnTo>
                    <a:pt x="184" y="170"/>
                  </a:lnTo>
                  <a:lnTo>
                    <a:pt x="182" y="170"/>
                  </a:lnTo>
                  <a:lnTo>
                    <a:pt x="180" y="168"/>
                  </a:lnTo>
                  <a:lnTo>
                    <a:pt x="178" y="168"/>
                  </a:lnTo>
                  <a:lnTo>
                    <a:pt x="178" y="168"/>
                  </a:lnTo>
                  <a:lnTo>
                    <a:pt x="174" y="170"/>
                  </a:lnTo>
                  <a:lnTo>
                    <a:pt x="174" y="172"/>
                  </a:lnTo>
                  <a:lnTo>
                    <a:pt x="174" y="172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4"/>
                  </a:lnTo>
                  <a:lnTo>
                    <a:pt x="172" y="174"/>
                  </a:lnTo>
                  <a:lnTo>
                    <a:pt x="172" y="174"/>
                  </a:lnTo>
                  <a:lnTo>
                    <a:pt x="172" y="174"/>
                  </a:lnTo>
                  <a:lnTo>
                    <a:pt x="170" y="174"/>
                  </a:lnTo>
                  <a:lnTo>
                    <a:pt x="170" y="174"/>
                  </a:lnTo>
                  <a:lnTo>
                    <a:pt x="170" y="176"/>
                  </a:lnTo>
                  <a:lnTo>
                    <a:pt x="168" y="176"/>
                  </a:lnTo>
                  <a:lnTo>
                    <a:pt x="168" y="176"/>
                  </a:lnTo>
                  <a:lnTo>
                    <a:pt x="168" y="176"/>
                  </a:lnTo>
                  <a:lnTo>
                    <a:pt x="164" y="178"/>
                  </a:lnTo>
                  <a:lnTo>
                    <a:pt x="163" y="178"/>
                  </a:lnTo>
                  <a:lnTo>
                    <a:pt x="159" y="178"/>
                  </a:lnTo>
                  <a:lnTo>
                    <a:pt x="157" y="180"/>
                  </a:lnTo>
                  <a:lnTo>
                    <a:pt x="157" y="180"/>
                  </a:lnTo>
                  <a:lnTo>
                    <a:pt x="153" y="180"/>
                  </a:lnTo>
                  <a:lnTo>
                    <a:pt x="151" y="180"/>
                  </a:lnTo>
                  <a:lnTo>
                    <a:pt x="147" y="180"/>
                  </a:lnTo>
                  <a:lnTo>
                    <a:pt x="141" y="178"/>
                  </a:lnTo>
                  <a:lnTo>
                    <a:pt x="141" y="178"/>
                  </a:lnTo>
                  <a:lnTo>
                    <a:pt x="137" y="174"/>
                  </a:lnTo>
                  <a:lnTo>
                    <a:pt x="137" y="174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7" y="170"/>
                  </a:lnTo>
                  <a:lnTo>
                    <a:pt x="135" y="170"/>
                  </a:lnTo>
                  <a:lnTo>
                    <a:pt x="135" y="168"/>
                  </a:lnTo>
                  <a:lnTo>
                    <a:pt x="135" y="168"/>
                  </a:lnTo>
                  <a:lnTo>
                    <a:pt x="135" y="168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3" y="165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5" y="163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7" y="159"/>
                  </a:lnTo>
                  <a:lnTo>
                    <a:pt x="137" y="159"/>
                  </a:lnTo>
                  <a:lnTo>
                    <a:pt x="137" y="159"/>
                  </a:lnTo>
                  <a:lnTo>
                    <a:pt x="137" y="159"/>
                  </a:lnTo>
                  <a:lnTo>
                    <a:pt x="137" y="159"/>
                  </a:lnTo>
                  <a:lnTo>
                    <a:pt x="135" y="159"/>
                  </a:lnTo>
                  <a:lnTo>
                    <a:pt x="133" y="159"/>
                  </a:lnTo>
                  <a:lnTo>
                    <a:pt x="131" y="159"/>
                  </a:lnTo>
                  <a:lnTo>
                    <a:pt x="131" y="159"/>
                  </a:lnTo>
                  <a:lnTo>
                    <a:pt x="129" y="163"/>
                  </a:lnTo>
                  <a:lnTo>
                    <a:pt x="127" y="163"/>
                  </a:lnTo>
                  <a:lnTo>
                    <a:pt x="123" y="165"/>
                  </a:lnTo>
                  <a:lnTo>
                    <a:pt x="123" y="165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19" y="168"/>
                  </a:lnTo>
                  <a:lnTo>
                    <a:pt x="119" y="170"/>
                  </a:lnTo>
                  <a:lnTo>
                    <a:pt x="117" y="170"/>
                  </a:lnTo>
                  <a:lnTo>
                    <a:pt x="115" y="170"/>
                  </a:lnTo>
                  <a:lnTo>
                    <a:pt x="115" y="170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7" y="165"/>
                  </a:lnTo>
                  <a:lnTo>
                    <a:pt x="117" y="165"/>
                  </a:lnTo>
                  <a:lnTo>
                    <a:pt x="117" y="163"/>
                  </a:lnTo>
                  <a:lnTo>
                    <a:pt x="117" y="161"/>
                  </a:lnTo>
                  <a:lnTo>
                    <a:pt x="117" y="161"/>
                  </a:lnTo>
                  <a:lnTo>
                    <a:pt x="117" y="161"/>
                  </a:lnTo>
                  <a:lnTo>
                    <a:pt x="117" y="159"/>
                  </a:lnTo>
                  <a:lnTo>
                    <a:pt x="119" y="159"/>
                  </a:lnTo>
                  <a:lnTo>
                    <a:pt x="119" y="157"/>
                  </a:lnTo>
                  <a:lnTo>
                    <a:pt x="121" y="155"/>
                  </a:lnTo>
                  <a:lnTo>
                    <a:pt x="119" y="155"/>
                  </a:lnTo>
                  <a:lnTo>
                    <a:pt x="117" y="157"/>
                  </a:lnTo>
                  <a:lnTo>
                    <a:pt x="117" y="159"/>
                  </a:lnTo>
                  <a:lnTo>
                    <a:pt x="117" y="161"/>
                  </a:lnTo>
                  <a:lnTo>
                    <a:pt x="117" y="161"/>
                  </a:lnTo>
                  <a:lnTo>
                    <a:pt x="117" y="163"/>
                  </a:lnTo>
                  <a:lnTo>
                    <a:pt x="115" y="165"/>
                  </a:lnTo>
                  <a:lnTo>
                    <a:pt x="115" y="165"/>
                  </a:lnTo>
                  <a:lnTo>
                    <a:pt x="115" y="165"/>
                  </a:lnTo>
                  <a:lnTo>
                    <a:pt x="115" y="165"/>
                  </a:lnTo>
                  <a:lnTo>
                    <a:pt x="115" y="166"/>
                  </a:lnTo>
                  <a:lnTo>
                    <a:pt x="113" y="166"/>
                  </a:lnTo>
                  <a:lnTo>
                    <a:pt x="113" y="168"/>
                  </a:lnTo>
                  <a:lnTo>
                    <a:pt x="113" y="168"/>
                  </a:lnTo>
                  <a:lnTo>
                    <a:pt x="112" y="168"/>
                  </a:lnTo>
                  <a:lnTo>
                    <a:pt x="108" y="168"/>
                  </a:lnTo>
                  <a:lnTo>
                    <a:pt x="106" y="168"/>
                  </a:lnTo>
                  <a:lnTo>
                    <a:pt x="104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0" y="165"/>
                  </a:lnTo>
                  <a:lnTo>
                    <a:pt x="100" y="165"/>
                  </a:lnTo>
                  <a:lnTo>
                    <a:pt x="100" y="163"/>
                  </a:lnTo>
                  <a:lnTo>
                    <a:pt x="100" y="163"/>
                  </a:lnTo>
                  <a:lnTo>
                    <a:pt x="100" y="163"/>
                  </a:lnTo>
                  <a:lnTo>
                    <a:pt x="100" y="163"/>
                  </a:lnTo>
                  <a:lnTo>
                    <a:pt x="102" y="161"/>
                  </a:lnTo>
                  <a:lnTo>
                    <a:pt x="102" y="161"/>
                  </a:lnTo>
                  <a:lnTo>
                    <a:pt x="104" y="161"/>
                  </a:lnTo>
                  <a:lnTo>
                    <a:pt x="104" y="159"/>
                  </a:lnTo>
                  <a:lnTo>
                    <a:pt x="104" y="159"/>
                  </a:lnTo>
                  <a:lnTo>
                    <a:pt x="104" y="159"/>
                  </a:lnTo>
                  <a:lnTo>
                    <a:pt x="102" y="157"/>
                  </a:lnTo>
                  <a:lnTo>
                    <a:pt x="102" y="157"/>
                  </a:lnTo>
                  <a:lnTo>
                    <a:pt x="104" y="157"/>
                  </a:lnTo>
                  <a:lnTo>
                    <a:pt x="104" y="155"/>
                  </a:lnTo>
                  <a:lnTo>
                    <a:pt x="104" y="155"/>
                  </a:lnTo>
                  <a:lnTo>
                    <a:pt x="104" y="155"/>
                  </a:lnTo>
                  <a:lnTo>
                    <a:pt x="106" y="153"/>
                  </a:lnTo>
                  <a:lnTo>
                    <a:pt x="106" y="153"/>
                  </a:lnTo>
                  <a:lnTo>
                    <a:pt x="106" y="153"/>
                  </a:lnTo>
                  <a:lnTo>
                    <a:pt x="106" y="153"/>
                  </a:lnTo>
                  <a:lnTo>
                    <a:pt x="106" y="151"/>
                  </a:lnTo>
                  <a:lnTo>
                    <a:pt x="106" y="149"/>
                  </a:lnTo>
                  <a:lnTo>
                    <a:pt x="106" y="149"/>
                  </a:lnTo>
                  <a:lnTo>
                    <a:pt x="108" y="149"/>
                  </a:lnTo>
                  <a:lnTo>
                    <a:pt x="108" y="147"/>
                  </a:lnTo>
                  <a:lnTo>
                    <a:pt x="108" y="147"/>
                  </a:lnTo>
                  <a:lnTo>
                    <a:pt x="108" y="147"/>
                  </a:lnTo>
                  <a:lnTo>
                    <a:pt x="108" y="147"/>
                  </a:lnTo>
                  <a:lnTo>
                    <a:pt x="108" y="145"/>
                  </a:lnTo>
                  <a:lnTo>
                    <a:pt x="108" y="145"/>
                  </a:lnTo>
                  <a:lnTo>
                    <a:pt x="106" y="143"/>
                  </a:lnTo>
                  <a:lnTo>
                    <a:pt x="106" y="143"/>
                  </a:lnTo>
                  <a:lnTo>
                    <a:pt x="106" y="141"/>
                  </a:lnTo>
                  <a:lnTo>
                    <a:pt x="104" y="141"/>
                  </a:lnTo>
                  <a:lnTo>
                    <a:pt x="104" y="141"/>
                  </a:lnTo>
                  <a:lnTo>
                    <a:pt x="102" y="141"/>
                  </a:lnTo>
                  <a:lnTo>
                    <a:pt x="102" y="143"/>
                  </a:lnTo>
                  <a:lnTo>
                    <a:pt x="102" y="143"/>
                  </a:lnTo>
                  <a:lnTo>
                    <a:pt x="102" y="143"/>
                  </a:lnTo>
                  <a:lnTo>
                    <a:pt x="102" y="143"/>
                  </a:lnTo>
                  <a:lnTo>
                    <a:pt x="100" y="145"/>
                  </a:lnTo>
                  <a:lnTo>
                    <a:pt x="100" y="145"/>
                  </a:lnTo>
                  <a:lnTo>
                    <a:pt x="98" y="145"/>
                  </a:lnTo>
                  <a:lnTo>
                    <a:pt x="94" y="145"/>
                  </a:lnTo>
                  <a:lnTo>
                    <a:pt x="92" y="145"/>
                  </a:lnTo>
                  <a:lnTo>
                    <a:pt x="92" y="143"/>
                  </a:lnTo>
                  <a:lnTo>
                    <a:pt x="90" y="143"/>
                  </a:lnTo>
                  <a:lnTo>
                    <a:pt x="90" y="141"/>
                  </a:lnTo>
                  <a:lnTo>
                    <a:pt x="90" y="141"/>
                  </a:lnTo>
                  <a:lnTo>
                    <a:pt x="88" y="141"/>
                  </a:lnTo>
                  <a:lnTo>
                    <a:pt x="88" y="141"/>
                  </a:lnTo>
                  <a:lnTo>
                    <a:pt x="88" y="143"/>
                  </a:lnTo>
                  <a:lnTo>
                    <a:pt x="86" y="143"/>
                  </a:lnTo>
                  <a:lnTo>
                    <a:pt x="86" y="143"/>
                  </a:lnTo>
                  <a:lnTo>
                    <a:pt x="86" y="145"/>
                  </a:lnTo>
                  <a:lnTo>
                    <a:pt x="86" y="145"/>
                  </a:lnTo>
                  <a:lnTo>
                    <a:pt x="84" y="145"/>
                  </a:lnTo>
                  <a:lnTo>
                    <a:pt x="78" y="143"/>
                  </a:lnTo>
                  <a:lnTo>
                    <a:pt x="78" y="143"/>
                  </a:lnTo>
                  <a:lnTo>
                    <a:pt x="78" y="143"/>
                  </a:lnTo>
                  <a:lnTo>
                    <a:pt x="78" y="143"/>
                  </a:lnTo>
                  <a:lnTo>
                    <a:pt x="78" y="143"/>
                  </a:lnTo>
                  <a:lnTo>
                    <a:pt x="78" y="143"/>
                  </a:lnTo>
                  <a:lnTo>
                    <a:pt x="76" y="143"/>
                  </a:lnTo>
                  <a:lnTo>
                    <a:pt x="76" y="143"/>
                  </a:lnTo>
                  <a:lnTo>
                    <a:pt x="76" y="143"/>
                  </a:lnTo>
                  <a:lnTo>
                    <a:pt x="74" y="141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72" y="137"/>
                  </a:lnTo>
                  <a:lnTo>
                    <a:pt x="72" y="137"/>
                  </a:lnTo>
                  <a:lnTo>
                    <a:pt x="72" y="137"/>
                  </a:lnTo>
                  <a:lnTo>
                    <a:pt x="72" y="137"/>
                  </a:lnTo>
                  <a:lnTo>
                    <a:pt x="70" y="135"/>
                  </a:lnTo>
                  <a:lnTo>
                    <a:pt x="70" y="135"/>
                  </a:lnTo>
                  <a:lnTo>
                    <a:pt x="70" y="133"/>
                  </a:lnTo>
                  <a:lnTo>
                    <a:pt x="70" y="131"/>
                  </a:lnTo>
                  <a:lnTo>
                    <a:pt x="70" y="131"/>
                  </a:lnTo>
                  <a:lnTo>
                    <a:pt x="70" y="131"/>
                  </a:lnTo>
                  <a:lnTo>
                    <a:pt x="68" y="129"/>
                  </a:lnTo>
                  <a:lnTo>
                    <a:pt x="66" y="127"/>
                  </a:lnTo>
                  <a:lnTo>
                    <a:pt x="66" y="125"/>
                  </a:lnTo>
                  <a:lnTo>
                    <a:pt x="66" y="123"/>
                  </a:lnTo>
                  <a:lnTo>
                    <a:pt x="64" y="123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59" y="121"/>
                  </a:lnTo>
                  <a:lnTo>
                    <a:pt x="59" y="121"/>
                  </a:lnTo>
                  <a:lnTo>
                    <a:pt x="57" y="123"/>
                  </a:lnTo>
                  <a:lnTo>
                    <a:pt x="57" y="125"/>
                  </a:lnTo>
                  <a:lnTo>
                    <a:pt x="57" y="125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7" y="129"/>
                  </a:lnTo>
                  <a:lnTo>
                    <a:pt x="57" y="129"/>
                  </a:lnTo>
                  <a:lnTo>
                    <a:pt x="57" y="129"/>
                  </a:lnTo>
                  <a:lnTo>
                    <a:pt x="55" y="131"/>
                  </a:lnTo>
                  <a:lnTo>
                    <a:pt x="55" y="133"/>
                  </a:lnTo>
                  <a:lnTo>
                    <a:pt x="55" y="133"/>
                  </a:lnTo>
                  <a:lnTo>
                    <a:pt x="55" y="135"/>
                  </a:lnTo>
                  <a:lnTo>
                    <a:pt x="53" y="137"/>
                  </a:lnTo>
                  <a:lnTo>
                    <a:pt x="53" y="139"/>
                  </a:lnTo>
                  <a:lnTo>
                    <a:pt x="49" y="141"/>
                  </a:lnTo>
                  <a:lnTo>
                    <a:pt x="49" y="141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3" y="139"/>
                  </a:lnTo>
                  <a:lnTo>
                    <a:pt x="43" y="141"/>
                  </a:lnTo>
                  <a:lnTo>
                    <a:pt x="43" y="141"/>
                  </a:lnTo>
                  <a:lnTo>
                    <a:pt x="41" y="139"/>
                  </a:lnTo>
                  <a:lnTo>
                    <a:pt x="41" y="139"/>
                  </a:lnTo>
                  <a:lnTo>
                    <a:pt x="39" y="139"/>
                  </a:lnTo>
                  <a:lnTo>
                    <a:pt x="39" y="139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33" y="137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1" y="139"/>
                  </a:lnTo>
                  <a:lnTo>
                    <a:pt x="31" y="139"/>
                  </a:lnTo>
                  <a:lnTo>
                    <a:pt x="27" y="141"/>
                  </a:lnTo>
                  <a:lnTo>
                    <a:pt x="27" y="143"/>
                  </a:lnTo>
                  <a:lnTo>
                    <a:pt x="27" y="143"/>
                  </a:lnTo>
                  <a:lnTo>
                    <a:pt x="25" y="143"/>
                  </a:lnTo>
                  <a:lnTo>
                    <a:pt x="25" y="141"/>
                  </a:lnTo>
                  <a:lnTo>
                    <a:pt x="25" y="141"/>
                  </a:lnTo>
                  <a:lnTo>
                    <a:pt x="25" y="141"/>
                  </a:lnTo>
                  <a:lnTo>
                    <a:pt x="23" y="143"/>
                  </a:lnTo>
                  <a:lnTo>
                    <a:pt x="23" y="143"/>
                  </a:lnTo>
                  <a:lnTo>
                    <a:pt x="21" y="141"/>
                  </a:lnTo>
                  <a:lnTo>
                    <a:pt x="21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7" y="139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0" y="139"/>
                  </a:lnTo>
                  <a:lnTo>
                    <a:pt x="10" y="139"/>
                  </a:lnTo>
                  <a:lnTo>
                    <a:pt x="8" y="137"/>
                  </a:lnTo>
                  <a:lnTo>
                    <a:pt x="8" y="137"/>
                  </a:lnTo>
                  <a:lnTo>
                    <a:pt x="8" y="137"/>
                  </a:lnTo>
                  <a:lnTo>
                    <a:pt x="8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4" y="137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2" y="139"/>
                  </a:lnTo>
                  <a:lnTo>
                    <a:pt x="0" y="137"/>
                  </a:lnTo>
                  <a:lnTo>
                    <a:pt x="0" y="135"/>
                  </a:lnTo>
                  <a:lnTo>
                    <a:pt x="0" y="133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2" y="129"/>
                  </a:lnTo>
                  <a:lnTo>
                    <a:pt x="2" y="129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4" y="121"/>
                  </a:lnTo>
                  <a:lnTo>
                    <a:pt x="4" y="121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7"/>
                  </a:lnTo>
                  <a:lnTo>
                    <a:pt x="8" y="117"/>
                  </a:lnTo>
                  <a:lnTo>
                    <a:pt x="8" y="117"/>
                  </a:lnTo>
                  <a:lnTo>
                    <a:pt x="8" y="117"/>
                  </a:lnTo>
                  <a:lnTo>
                    <a:pt x="8" y="115"/>
                  </a:lnTo>
                  <a:lnTo>
                    <a:pt x="8" y="115"/>
                  </a:lnTo>
                  <a:lnTo>
                    <a:pt x="10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7"/>
                  </a:lnTo>
                  <a:lnTo>
                    <a:pt x="11" y="117"/>
                  </a:lnTo>
                  <a:lnTo>
                    <a:pt x="11" y="117"/>
                  </a:lnTo>
                  <a:lnTo>
                    <a:pt x="13" y="117"/>
                  </a:lnTo>
                  <a:lnTo>
                    <a:pt x="13" y="117"/>
                  </a:lnTo>
                  <a:lnTo>
                    <a:pt x="13" y="117"/>
                  </a:lnTo>
                  <a:lnTo>
                    <a:pt x="13" y="117"/>
                  </a:lnTo>
                  <a:lnTo>
                    <a:pt x="13" y="117"/>
                  </a:lnTo>
                  <a:lnTo>
                    <a:pt x="13" y="117"/>
                  </a:lnTo>
                  <a:lnTo>
                    <a:pt x="13" y="119"/>
                  </a:lnTo>
                  <a:lnTo>
                    <a:pt x="13" y="119"/>
                  </a:lnTo>
                  <a:lnTo>
                    <a:pt x="13" y="119"/>
                  </a:lnTo>
                  <a:lnTo>
                    <a:pt x="13" y="119"/>
                  </a:lnTo>
                  <a:lnTo>
                    <a:pt x="13" y="119"/>
                  </a:lnTo>
                  <a:lnTo>
                    <a:pt x="13" y="121"/>
                  </a:lnTo>
                  <a:lnTo>
                    <a:pt x="13" y="121"/>
                  </a:lnTo>
                  <a:lnTo>
                    <a:pt x="13" y="121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7" y="119"/>
                  </a:lnTo>
                  <a:lnTo>
                    <a:pt x="17" y="117"/>
                  </a:lnTo>
                  <a:lnTo>
                    <a:pt x="17" y="117"/>
                  </a:lnTo>
                  <a:lnTo>
                    <a:pt x="17" y="117"/>
                  </a:lnTo>
                  <a:lnTo>
                    <a:pt x="17" y="117"/>
                  </a:lnTo>
                  <a:lnTo>
                    <a:pt x="17" y="117"/>
                  </a:lnTo>
                  <a:lnTo>
                    <a:pt x="17" y="115"/>
                  </a:lnTo>
                  <a:lnTo>
                    <a:pt x="17" y="115"/>
                  </a:lnTo>
                  <a:lnTo>
                    <a:pt x="17" y="111"/>
                  </a:lnTo>
                  <a:lnTo>
                    <a:pt x="17" y="111"/>
                  </a:lnTo>
                  <a:lnTo>
                    <a:pt x="19" y="110"/>
                  </a:lnTo>
                  <a:lnTo>
                    <a:pt x="21" y="104"/>
                  </a:lnTo>
                  <a:lnTo>
                    <a:pt x="23" y="100"/>
                  </a:lnTo>
                  <a:lnTo>
                    <a:pt x="23" y="98"/>
                  </a:lnTo>
                  <a:lnTo>
                    <a:pt x="23" y="98"/>
                  </a:lnTo>
                  <a:lnTo>
                    <a:pt x="23" y="98"/>
                  </a:lnTo>
                  <a:lnTo>
                    <a:pt x="23" y="94"/>
                  </a:lnTo>
                  <a:lnTo>
                    <a:pt x="25" y="92"/>
                  </a:lnTo>
                  <a:lnTo>
                    <a:pt x="25" y="92"/>
                  </a:lnTo>
                  <a:lnTo>
                    <a:pt x="25" y="92"/>
                  </a:lnTo>
                  <a:lnTo>
                    <a:pt x="25" y="92"/>
                  </a:lnTo>
                  <a:lnTo>
                    <a:pt x="27" y="90"/>
                  </a:lnTo>
                  <a:lnTo>
                    <a:pt x="29" y="90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9" y="82"/>
                  </a:lnTo>
                  <a:lnTo>
                    <a:pt x="39" y="82"/>
                  </a:lnTo>
                  <a:lnTo>
                    <a:pt x="39" y="82"/>
                  </a:lnTo>
                  <a:lnTo>
                    <a:pt x="41" y="82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78"/>
                  </a:lnTo>
                  <a:lnTo>
                    <a:pt x="43" y="78"/>
                  </a:lnTo>
                  <a:lnTo>
                    <a:pt x="43" y="78"/>
                  </a:lnTo>
                  <a:lnTo>
                    <a:pt x="43" y="76"/>
                  </a:lnTo>
                  <a:lnTo>
                    <a:pt x="43" y="76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47" y="74"/>
                  </a:lnTo>
                  <a:lnTo>
                    <a:pt x="47" y="74"/>
                  </a:lnTo>
                  <a:lnTo>
                    <a:pt x="49" y="74"/>
                  </a:lnTo>
                  <a:lnTo>
                    <a:pt x="49" y="72"/>
                  </a:lnTo>
                  <a:lnTo>
                    <a:pt x="49" y="72"/>
                  </a:lnTo>
                  <a:lnTo>
                    <a:pt x="49" y="72"/>
                  </a:lnTo>
                  <a:lnTo>
                    <a:pt x="51" y="72"/>
                  </a:lnTo>
                  <a:lnTo>
                    <a:pt x="51" y="70"/>
                  </a:lnTo>
                  <a:lnTo>
                    <a:pt x="53" y="70"/>
                  </a:lnTo>
                  <a:lnTo>
                    <a:pt x="55" y="70"/>
                  </a:lnTo>
                  <a:lnTo>
                    <a:pt x="55" y="70"/>
                  </a:lnTo>
                  <a:lnTo>
                    <a:pt x="55" y="70"/>
                  </a:lnTo>
                  <a:lnTo>
                    <a:pt x="55" y="70"/>
                  </a:lnTo>
                  <a:lnTo>
                    <a:pt x="59" y="68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59" y="64"/>
                  </a:lnTo>
                  <a:lnTo>
                    <a:pt x="59" y="64"/>
                  </a:lnTo>
                  <a:lnTo>
                    <a:pt x="59" y="62"/>
                  </a:lnTo>
                  <a:lnTo>
                    <a:pt x="59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9" y="58"/>
                  </a:lnTo>
                  <a:lnTo>
                    <a:pt x="59" y="58"/>
                  </a:lnTo>
                  <a:lnTo>
                    <a:pt x="59" y="58"/>
                  </a:lnTo>
                  <a:lnTo>
                    <a:pt x="59" y="57"/>
                  </a:lnTo>
                  <a:lnTo>
                    <a:pt x="59" y="57"/>
                  </a:lnTo>
                  <a:lnTo>
                    <a:pt x="59" y="57"/>
                  </a:lnTo>
                  <a:lnTo>
                    <a:pt x="59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59" y="53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49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4" y="45"/>
                  </a:lnTo>
                  <a:lnTo>
                    <a:pt x="70" y="43"/>
                  </a:lnTo>
                  <a:lnTo>
                    <a:pt x="70" y="43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2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39"/>
                  </a:lnTo>
                  <a:lnTo>
                    <a:pt x="72" y="35"/>
                  </a:lnTo>
                  <a:lnTo>
                    <a:pt x="72" y="35"/>
                  </a:lnTo>
                  <a:lnTo>
                    <a:pt x="72" y="33"/>
                  </a:lnTo>
                  <a:lnTo>
                    <a:pt x="72" y="33"/>
                  </a:lnTo>
                  <a:lnTo>
                    <a:pt x="72" y="33"/>
                  </a:lnTo>
                  <a:lnTo>
                    <a:pt x="74" y="33"/>
                  </a:lnTo>
                  <a:lnTo>
                    <a:pt x="74" y="33"/>
                  </a:lnTo>
                  <a:lnTo>
                    <a:pt x="74" y="33"/>
                  </a:lnTo>
                  <a:lnTo>
                    <a:pt x="74" y="33"/>
                  </a:lnTo>
                  <a:lnTo>
                    <a:pt x="74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0" y="29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8" y="27"/>
                  </a:lnTo>
                  <a:lnTo>
                    <a:pt x="78" y="27"/>
                  </a:lnTo>
                  <a:lnTo>
                    <a:pt x="78" y="27"/>
                  </a:lnTo>
                  <a:lnTo>
                    <a:pt x="78" y="27"/>
                  </a:lnTo>
                  <a:lnTo>
                    <a:pt x="76" y="27"/>
                  </a:lnTo>
                  <a:lnTo>
                    <a:pt x="76" y="27"/>
                  </a:lnTo>
                  <a:lnTo>
                    <a:pt x="76" y="25"/>
                  </a:lnTo>
                  <a:lnTo>
                    <a:pt x="76" y="25"/>
                  </a:lnTo>
                  <a:lnTo>
                    <a:pt x="76" y="25"/>
                  </a:lnTo>
                  <a:lnTo>
                    <a:pt x="76" y="23"/>
                  </a:lnTo>
                  <a:lnTo>
                    <a:pt x="78" y="23"/>
                  </a:lnTo>
                  <a:lnTo>
                    <a:pt x="78" y="21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82" y="21"/>
                  </a:lnTo>
                  <a:lnTo>
                    <a:pt x="84" y="21"/>
                  </a:lnTo>
                  <a:lnTo>
                    <a:pt x="84" y="21"/>
                  </a:lnTo>
                  <a:lnTo>
                    <a:pt x="84" y="23"/>
                  </a:lnTo>
                  <a:lnTo>
                    <a:pt x="84" y="23"/>
                  </a:lnTo>
                  <a:lnTo>
                    <a:pt x="84" y="23"/>
                  </a:lnTo>
                  <a:lnTo>
                    <a:pt x="84" y="23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8" y="23"/>
                  </a:lnTo>
                  <a:lnTo>
                    <a:pt x="90" y="23"/>
                  </a:lnTo>
                  <a:lnTo>
                    <a:pt x="90" y="23"/>
                  </a:lnTo>
                  <a:lnTo>
                    <a:pt x="94" y="23"/>
                  </a:lnTo>
                  <a:lnTo>
                    <a:pt x="94" y="21"/>
                  </a:lnTo>
                  <a:lnTo>
                    <a:pt x="100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4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06" y="19"/>
                  </a:lnTo>
                  <a:lnTo>
                    <a:pt x="108" y="21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3" y="21"/>
                  </a:lnTo>
                  <a:lnTo>
                    <a:pt x="113" y="21"/>
                  </a:lnTo>
                  <a:lnTo>
                    <a:pt x="113" y="21"/>
                  </a:lnTo>
                  <a:lnTo>
                    <a:pt x="115" y="23"/>
                  </a:lnTo>
                  <a:lnTo>
                    <a:pt x="115" y="23"/>
                  </a:lnTo>
                  <a:lnTo>
                    <a:pt x="117" y="23"/>
                  </a:lnTo>
                  <a:lnTo>
                    <a:pt x="117" y="23"/>
                  </a:lnTo>
                  <a:lnTo>
                    <a:pt x="117" y="21"/>
                  </a:lnTo>
                  <a:lnTo>
                    <a:pt x="117" y="21"/>
                  </a:lnTo>
                  <a:lnTo>
                    <a:pt x="117" y="21"/>
                  </a:lnTo>
                  <a:lnTo>
                    <a:pt x="119" y="21"/>
                  </a:lnTo>
                  <a:lnTo>
                    <a:pt x="119" y="21"/>
                  </a:lnTo>
                  <a:lnTo>
                    <a:pt x="119" y="19"/>
                  </a:lnTo>
                  <a:lnTo>
                    <a:pt x="121" y="19"/>
                  </a:lnTo>
                  <a:lnTo>
                    <a:pt x="121" y="19"/>
                  </a:lnTo>
                  <a:lnTo>
                    <a:pt x="123" y="15"/>
                  </a:lnTo>
                  <a:lnTo>
                    <a:pt x="123" y="15"/>
                  </a:lnTo>
                  <a:lnTo>
                    <a:pt x="123" y="13"/>
                  </a:lnTo>
                  <a:lnTo>
                    <a:pt x="121" y="13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2"/>
                  </a:lnTo>
                  <a:lnTo>
                    <a:pt x="123" y="2"/>
                  </a:lnTo>
                  <a:lnTo>
                    <a:pt x="125" y="0"/>
                  </a:lnTo>
                  <a:lnTo>
                    <a:pt x="127" y="0"/>
                  </a:lnTo>
                  <a:lnTo>
                    <a:pt x="1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1184275" y="3422650"/>
              <a:ext cx="255588" cy="215900"/>
            </a:xfrm>
            <a:custGeom>
              <a:avLst/>
              <a:gdLst>
                <a:gd name="T0" fmla="*/ 231 w 322"/>
                <a:gd name="T1" fmla="*/ 16 h 271"/>
                <a:gd name="T2" fmla="*/ 241 w 322"/>
                <a:gd name="T3" fmla="*/ 16 h 271"/>
                <a:gd name="T4" fmla="*/ 269 w 322"/>
                <a:gd name="T5" fmla="*/ 25 h 271"/>
                <a:gd name="T6" fmla="*/ 310 w 322"/>
                <a:gd name="T7" fmla="*/ 43 h 271"/>
                <a:gd name="T8" fmla="*/ 318 w 322"/>
                <a:gd name="T9" fmla="*/ 57 h 271"/>
                <a:gd name="T10" fmla="*/ 306 w 322"/>
                <a:gd name="T11" fmla="*/ 69 h 271"/>
                <a:gd name="T12" fmla="*/ 292 w 322"/>
                <a:gd name="T13" fmla="*/ 73 h 271"/>
                <a:gd name="T14" fmla="*/ 271 w 322"/>
                <a:gd name="T15" fmla="*/ 69 h 271"/>
                <a:gd name="T16" fmla="*/ 267 w 322"/>
                <a:gd name="T17" fmla="*/ 76 h 271"/>
                <a:gd name="T18" fmla="*/ 263 w 322"/>
                <a:gd name="T19" fmla="*/ 80 h 271"/>
                <a:gd name="T20" fmla="*/ 261 w 322"/>
                <a:gd name="T21" fmla="*/ 98 h 271"/>
                <a:gd name="T22" fmla="*/ 255 w 322"/>
                <a:gd name="T23" fmla="*/ 110 h 271"/>
                <a:gd name="T24" fmla="*/ 245 w 322"/>
                <a:gd name="T25" fmla="*/ 110 h 271"/>
                <a:gd name="T26" fmla="*/ 220 w 322"/>
                <a:gd name="T27" fmla="*/ 108 h 271"/>
                <a:gd name="T28" fmla="*/ 214 w 322"/>
                <a:gd name="T29" fmla="*/ 122 h 271"/>
                <a:gd name="T30" fmla="*/ 200 w 322"/>
                <a:gd name="T31" fmla="*/ 126 h 271"/>
                <a:gd name="T32" fmla="*/ 202 w 322"/>
                <a:gd name="T33" fmla="*/ 135 h 271"/>
                <a:gd name="T34" fmla="*/ 206 w 322"/>
                <a:gd name="T35" fmla="*/ 143 h 271"/>
                <a:gd name="T36" fmla="*/ 208 w 322"/>
                <a:gd name="T37" fmla="*/ 161 h 271"/>
                <a:gd name="T38" fmla="*/ 208 w 322"/>
                <a:gd name="T39" fmla="*/ 173 h 271"/>
                <a:gd name="T40" fmla="*/ 200 w 322"/>
                <a:gd name="T41" fmla="*/ 184 h 271"/>
                <a:gd name="T42" fmla="*/ 188 w 322"/>
                <a:gd name="T43" fmla="*/ 194 h 271"/>
                <a:gd name="T44" fmla="*/ 192 w 322"/>
                <a:gd name="T45" fmla="*/ 210 h 271"/>
                <a:gd name="T46" fmla="*/ 198 w 322"/>
                <a:gd name="T47" fmla="*/ 222 h 271"/>
                <a:gd name="T48" fmla="*/ 184 w 322"/>
                <a:gd name="T49" fmla="*/ 232 h 271"/>
                <a:gd name="T50" fmla="*/ 169 w 322"/>
                <a:gd name="T51" fmla="*/ 245 h 271"/>
                <a:gd name="T52" fmla="*/ 161 w 322"/>
                <a:gd name="T53" fmla="*/ 241 h 271"/>
                <a:gd name="T54" fmla="*/ 167 w 322"/>
                <a:gd name="T55" fmla="*/ 234 h 271"/>
                <a:gd name="T56" fmla="*/ 159 w 322"/>
                <a:gd name="T57" fmla="*/ 234 h 271"/>
                <a:gd name="T58" fmla="*/ 147 w 322"/>
                <a:gd name="T59" fmla="*/ 243 h 271"/>
                <a:gd name="T60" fmla="*/ 133 w 322"/>
                <a:gd name="T61" fmla="*/ 253 h 271"/>
                <a:gd name="T62" fmla="*/ 127 w 322"/>
                <a:gd name="T63" fmla="*/ 251 h 271"/>
                <a:gd name="T64" fmla="*/ 123 w 322"/>
                <a:gd name="T65" fmla="*/ 263 h 271"/>
                <a:gd name="T66" fmla="*/ 116 w 322"/>
                <a:gd name="T67" fmla="*/ 269 h 271"/>
                <a:gd name="T68" fmla="*/ 104 w 322"/>
                <a:gd name="T69" fmla="*/ 261 h 271"/>
                <a:gd name="T70" fmla="*/ 100 w 322"/>
                <a:gd name="T71" fmla="*/ 259 h 271"/>
                <a:gd name="T72" fmla="*/ 84 w 322"/>
                <a:gd name="T73" fmla="*/ 239 h 271"/>
                <a:gd name="T74" fmla="*/ 82 w 322"/>
                <a:gd name="T75" fmla="*/ 230 h 271"/>
                <a:gd name="T76" fmla="*/ 65 w 322"/>
                <a:gd name="T77" fmla="*/ 212 h 271"/>
                <a:gd name="T78" fmla="*/ 45 w 322"/>
                <a:gd name="T79" fmla="*/ 218 h 271"/>
                <a:gd name="T80" fmla="*/ 25 w 322"/>
                <a:gd name="T81" fmla="*/ 210 h 271"/>
                <a:gd name="T82" fmla="*/ 25 w 322"/>
                <a:gd name="T83" fmla="*/ 192 h 271"/>
                <a:gd name="T84" fmla="*/ 10 w 322"/>
                <a:gd name="T85" fmla="*/ 190 h 271"/>
                <a:gd name="T86" fmla="*/ 8 w 322"/>
                <a:gd name="T87" fmla="*/ 179 h 271"/>
                <a:gd name="T88" fmla="*/ 8 w 322"/>
                <a:gd name="T89" fmla="*/ 169 h 271"/>
                <a:gd name="T90" fmla="*/ 16 w 322"/>
                <a:gd name="T91" fmla="*/ 159 h 271"/>
                <a:gd name="T92" fmla="*/ 23 w 322"/>
                <a:gd name="T93" fmla="*/ 143 h 271"/>
                <a:gd name="T94" fmla="*/ 37 w 322"/>
                <a:gd name="T95" fmla="*/ 133 h 271"/>
                <a:gd name="T96" fmla="*/ 59 w 322"/>
                <a:gd name="T97" fmla="*/ 124 h 271"/>
                <a:gd name="T98" fmla="*/ 67 w 322"/>
                <a:gd name="T99" fmla="*/ 114 h 271"/>
                <a:gd name="T100" fmla="*/ 72 w 322"/>
                <a:gd name="T101" fmla="*/ 96 h 271"/>
                <a:gd name="T102" fmla="*/ 84 w 322"/>
                <a:gd name="T103" fmla="*/ 90 h 271"/>
                <a:gd name="T104" fmla="*/ 88 w 322"/>
                <a:gd name="T105" fmla="*/ 78 h 271"/>
                <a:gd name="T106" fmla="*/ 84 w 322"/>
                <a:gd name="T107" fmla="*/ 74 h 271"/>
                <a:gd name="T108" fmla="*/ 98 w 322"/>
                <a:gd name="T109" fmla="*/ 65 h 271"/>
                <a:gd name="T110" fmla="*/ 120 w 322"/>
                <a:gd name="T111" fmla="*/ 69 h 271"/>
                <a:gd name="T112" fmla="*/ 133 w 322"/>
                <a:gd name="T113" fmla="*/ 59 h 271"/>
                <a:gd name="T114" fmla="*/ 127 w 322"/>
                <a:gd name="T115" fmla="*/ 47 h 271"/>
                <a:gd name="T116" fmla="*/ 139 w 322"/>
                <a:gd name="T117" fmla="*/ 43 h 271"/>
                <a:gd name="T118" fmla="*/ 147 w 322"/>
                <a:gd name="T119" fmla="*/ 39 h 271"/>
                <a:gd name="T120" fmla="*/ 165 w 322"/>
                <a:gd name="T121" fmla="*/ 35 h 271"/>
                <a:gd name="T122" fmla="*/ 186 w 322"/>
                <a:gd name="T123" fmla="*/ 23 h 271"/>
                <a:gd name="T124" fmla="*/ 204 w 322"/>
                <a:gd name="T125" fmla="*/ 6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22" h="271">
                  <a:moveTo>
                    <a:pt x="208" y="0"/>
                  </a:moveTo>
                  <a:lnTo>
                    <a:pt x="210" y="0"/>
                  </a:lnTo>
                  <a:lnTo>
                    <a:pt x="212" y="2"/>
                  </a:lnTo>
                  <a:lnTo>
                    <a:pt x="214" y="2"/>
                  </a:lnTo>
                  <a:lnTo>
                    <a:pt x="214" y="0"/>
                  </a:lnTo>
                  <a:lnTo>
                    <a:pt x="216" y="2"/>
                  </a:lnTo>
                  <a:lnTo>
                    <a:pt x="220" y="4"/>
                  </a:lnTo>
                  <a:lnTo>
                    <a:pt x="222" y="4"/>
                  </a:lnTo>
                  <a:lnTo>
                    <a:pt x="222" y="6"/>
                  </a:lnTo>
                  <a:lnTo>
                    <a:pt x="222" y="6"/>
                  </a:lnTo>
                  <a:lnTo>
                    <a:pt x="223" y="8"/>
                  </a:lnTo>
                  <a:lnTo>
                    <a:pt x="223" y="8"/>
                  </a:lnTo>
                  <a:lnTo>
                    <a:pt x="223" y="8"/>
                  </a:lnTo>
                  <a:lnTo>
                    <a:pt x="223" y="8"/>
                  </a:lnTo>
                  <a:lnTo>
                    <a:pt x="225" y="10"/>
                  </a:lnTo>
                  <a:lnTo>
                    <a:pt x="231" y="12"/>
                  </a:lnTo>
                  <a:lnTo>
                    <a:pt x="231" y="12"/>
                  </a:lnTo>
                  <a:lnTo>
                    <a:pt x="231" y="12"/>
                  </a:lnTo>
                  <a:lnTo>
                    <a:pt x="231" y="14"/>
                  </a:lnTo>
                  <a:lnTo>
                    <a:pt x="231" y="16"/>
                  </a:lnTo>
                  <a:lnTo>
                    <a:pt x="231" y="16"/>
                  </a:lnTo>
                  <a:lnTo>
                    <a:pt x="231" y="16"/>
                  </a:lnTo>
                  <a:lnTo>
                    <a:pt x="231" y="16"/>
                  </a:lnTo>
                  <a:lnTo>
                    <a:pt x="231" y="18"/>
                  </a:lnTo>
                  <a:lnTo>
                    <a:pt x="231" y="18"/>
                  </a:lnTo>
                  <a:lnTo>
                    <a:pt x="231" y="18"/>
                  </a:lnTo>
                  <a:lnTo>
                    <a:pt x="231" y="18"/>
                  </a:lnTo>
                  <a:lnTo>
                    <a:pt x="233" y="20"/>
                  </a:lnTo>
                  <a:lnTo>
                    <a:pt x="233" y="20"/>
                  </a:lnTo>
                  <a:lnTo>
                    <a:pt x="233" y="20"/>
                  </a:lnTo>
                  <a:lnTo>
                    <a:pt x="233" y="21"/>
                  </a:lnTo>
                  <a:lnTo>
                    <a:pt x="233" y="21"/>
                  </a:lnTo>
                  <a:lnTo>
                    <a:pt x="235" y="21"/>
                  </a:lnTo>
                  <a:lnTo>
                    <a:pt x="239" y="20"/>
                  </a:lnTo>
                  <a:lnTo>
                    <a:pt x="239" y="20"/>
                  </a:lnTo>
                  <a:lnTo>
                    <a:pt x="239" y="20"/>
                  </a:lnTo>
                  <a:lnTo>
                    <a:pt x="241" y="20"/>
                  </a:lnTo>
                  <a:lnTo>
                    <a:pt x="241" y="18"/>
                  </a:lnTo>
                  <a:lnTo>
                    <a:pt x="241" y="18"/>
                  </a:lnTo>
                  <a:lnTo>
                    <a:pt x="241" y="16"/>
                  </a:lnTo>
                  <a:lnTo>
                    <a:pt x="243" y="16"/>
                  </a:lnTo>
                  <a:lnTo>
                    <a:pt x="245" y="16"/>
                  </a:lnTo>
                  <a:lnTo>
                    <a:pt x="245" y="16"/>
                  </a:lnTo>
                  <a:lnTo>
                    <a:pt x="245" y="16"/>
                  </a:lnTo>
                  <a:lnTo>
                    <a:pt x="245" y="16"/>
                  </a:lnTo>
                  <a:lnTo>
                    <a:pt x="247" y="16"/>
                  </a:lnTo>
                  <a:lnTo>
                    <a:pt x="247" y="16"/>
                  </a:lnTo>
                  <a:lnTo>
                    <a:pt x="249" y="18"/>
                  </a:lnTo>
                  <a:lnTo>
                    <a:pt x="251" y="18"/>
                  </a:lnTo>
                  <a:lnTo>
                    <a:pt x="251" y="18"/>
                  </a:lnTo>
                  <a:lnTo>
                    <a:pt x="253" y="18"/>
                  </a:lnTo>
                  <a:lnTo>
                    <a:pt x="259" y="18"/>
                  </a:lnTo>
                  <a:lnTo>
                    <a:pt x="261" y="20"/>
                  </a:lnTo>
                  <a:lnTo>
                    <a:pt x="269" y="21"/>
                  </a:lnTo>
                  <a:lnTo>
                    <a:pt x="269" y="21"/>
                  </a:lnTo>
                  <a:lnTo>
                    <a:pt x="269" y="21"/>
                  </a:lnTo>
                  <a:lnTo>
                    <a:pt x="269" y="23"/>
                  </a:lnTo>
                  <a:lnTo>
                    <a:pt x="269" y="23"/>
                  </a:lnTo>
                  <a:lnTo>
                    <a:pt x="269" y="25"/>
                  </a:lnTo>
                  <a:lnTo>
                    <a:pt x="269" y="25"/>
                  </a:lnTo>
                  <a:lnTo>
                    <a:pt x="269" y="25"/>
                  </a:lnTo>
                  <a:lnTo>
                    <a:pt x="271" y="25"/>
                  </a:lnTo>
                  <a:lnTo>
                    <a:pt x="271" y="25"/>
                  </a:lnTo>
                  <a:lnTo>
                    <a:pt x="271" y="27"/>
                  </a:lnTo>
                  <a:lnTo>
                    <a:pt x="271" y="27"/>
                  </a:lnTo>
                  <a:lnTo>
                    <a:pt x="271" y="27"/>
                  </a:lnTo>
                  <a:lnTo>
                    <a:pt x="272" y="27"/>
                  </a:lnTo>
                  <a:lnTo>
                    <a:pt x="272" y="27"/>
                  </a:lnTo>
                  <a:lnTo>
                    <a:pt x="272" y="27"/>
                  </a:lnTo>
                  <a:lnTo>
                    <a:pt x="274" y="27"/>
                  </a:lnTo>
                  <a:lnTo>
                    <a:pt x="274" y="27"/>
                  </a:lnTo>
                  <a:lnTo>
                    <a:pt x="274" y="27"/>
                  </a:lnTo>
                  <a:lnTo>
                    <a:pt x="276" y="29"/>
                  </a:lnTo>
                  <a:lnTo>
                    <a:pt x="292" y="33"/>
                  </a:lnTo>
                  <a:lnTo>
                    <a:pt x="308" y="39"/>
                  </a:lnTo>
                  <a:lnTo>
                    <a:pt x="308" y="39"/>
                  </a:lnTo>
                  <a:lnTo>
                    <a:pt x="310" y="39"/>
                  </a:lnTo>
                  <a:lnTo>
                    <a:pt x="310" y="41"/>
                  </a:lnTo>
                  <a:lnTo>
                    <a:pt x="310" y="41"/>
                  </a:lnTo>
                  <a:lnTo>
                    <a:pt x="310" y="43"/>
                  </a:lnTo>
                  <a:lnTo>
                    <a:pt x="312" y="43"/>
                  </a:lnTo>
                  <a:lnTo>
                    <a:pt x="312" y="45"/>
                  </a:lnTo>
                  <a:lnTo>
                    <a:pt x="316" y="47"/>
                  </a:lnTo>
                  <a:lnTo>
                    <a:pt x="316" y="47"/>
                  </a:lnTo>
                  <a:lnTo>
                    <a:pt x="318" y="47"/>
                  </a:lnTo>
                  <a:lnTo>
                    <a:pt x="318" y="49"/>
                  </a:lnTo>
                  <a:lnTo>
                    <a:pt x="320" y="49"/>
                  </a:lnTo>
                  <a:lnTo>
                    <a:pt x="320" y="49"/>
                  </a:lnTo>
                  <a:lnTo>
                    <a:pt x="320" y="49"/>
                  </a:lnTo>
                  <a:lnTo>
                    <a:pt x="322" y="51"/>
                  </a:lnTo>
                  <a:lnTo>
                    <a:pt x="322" y="53"/>
                  </a:lnTo>
                  <a:lnTo>
                    <a:pt x="322" y="53"/>
                  </a:lnTo>
                  <a:lnTo>
                    <a:pt x="322" y="53"/>
                  </a:lnTo>
                  <a:lnTo>
                    <a:pt x="322" y="55"/>
                  </a:lnTo>
                  <a:lnTo>
                    <a:pt x="322" y="55"/>
                  </a:lnTo>
                  <a:lnTo>
                    <a:pt x="320" y="57"/>
                  </a:lnTo>
                  <a:lnTo>
                    <a:pt x="320" y="57"/>
                  </a:lnTo>
                  <a:lnTo>
                    <a:pt x="318" y="55"/>
                  </a:lnTo>
                  <a:lnTo>
                    <a:pt x="318" y="55"/>
                  </a:lnTo>
                  <a:lnTo>
                    <a:pt x="318" y="57"/>
                  </a:lnTo>
                  <a:lnTo>
                    <a:pt x="316" y="57"/>
                  </a:lnTo>
                  <a:lnTo>
                    <a:pt x="314" y="57"/>
                  </a:lnTo>
                  <a:lnTo>
                    <a:pt x="314" y="57"/>
                  </a:lnTo>
                  <a:lnTo>
                    <a:pt x="312" y="57"/>
                  </a:lnTo>
                  <a:lnTo>
                    <a:pt x="312" y="59"/>
                  </a:lnTo>
                  <a:lnTo>
                    <a:pt x="312" y="59"/>
                  </a:lnTo>
                  <a:lnTo>
                    <a:pt x="310" y="59"/>
                  </a:lnTo>
                  <a:lnTo>
                    <a:pt x="310" y="59"/>
                  </a:lnTo>
                  <a:lnTo>
                    <a:pt x="310" y="61"/>
                  </a:lnTo>
                  <a:lnTo>
                    <a:pt x="310" y="63"/>
                  </a:lnTo>
                  <a:lnTo>
                    <a:pt x="310" y="63"/>
                  </a:lnTo>
                  <a:lnTo>
                    <a:pt x="310" y="63"/>
                  </a:lnTo>
                  <a:lnTo>
                    <a:pt x="310" y="63"/>
                  </a:lnTo>
                  <a:lnTo>
                    <a:pt x="310" y="65"/>
                  </a:lnTo>
                  <a:lnTo>
                    <a:pt x="308" y="65"/>
                  </a:lnTo>
                  <a:lnTo>
                    <a:pt x="308" y="65"/>
                  </a:lnTo>
                  <a:lnTo>
                    <a:pt x="308" y="67"/>
                  </a:lnTo>
                  <a:lnTo>
                    <a:pt x="306" y="67"/>
                  </a:lnTo>
                  <a:lnTo>
                    <a:pt x="306" y="67"/>
                  </a:lnTo>
                  <a:lnTo>
                    <a:pt x="306" y="69"/>
                  </a:lnTo>
                  <a:lnTo>
                    <a:pt x="306" y="69"/>
                  </a:lnTo>
                  <a:lnTo>
                    <a:pt x="306" y="69"/>
                  </a:lnTo>
                  <a:lnTo>
                    <a:pt x="306" y="69"/>
                  </a:lnTo>
                  <a:lnTo>
                    <a:pt x="306" y="71"/>
                  </a:lnTo>
                  <a:lnTo>
                    <a:pt x="304" y="73"/>
                  </a:lnTo>
                  <a:lnTo>
                    <a:pt x="304" y="74"/>
                  </a:lnTo>
                  <a:lnTo>
                    <a:pt x="304" y="74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0" y="78"/>
                  </a:lnTo>
                  <a:lnTo>
                    <a:pt x="296" y="76"/>
                  </a:lnTo>
                  <a:lnTo>
                    <a:pt x="296" y="76"/>
                  </a:lnTo>
                  <a:lnTo>
                    <a:pt x="296" y="74"/>
                  </a:lnTo>
                  <a:lnTo>
                    <a:pt x="296" y="74"/>
                  </a:lnTo>
                  <a:lnTo>
                    <a:pt x="296" y="74"/>
                  </a:lnTo>
                  <a:lnTo>
                    <a:pt x="294" y="74"/>
                  </a:lnTo>
                  <a:lnTo>
                    <a:pt x="294" y="73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0" y="73"/>
                  </a:lnTo>
                  <a:lnTo>
                    <a:pt x="290" y="73"/>
                  </a:lnTo>
                  <a:lnTo>
                    <a:pt x="290" y="73"/>
                  </a:lnTo>
                  <a:lnTo>
                    <a:pt x="286" y="74"/>
                  </a:lnTo>
                  <a:lnTo>
                    <a:pt x="282" y="74"/>
                  </a:lnTo>
                  <a:lnTo>
                    <a:pt x="280" y="74"/>
                  </a:lnTo>
                  <a:lnTo>
                    <a:pt x="280" y="74"/>
                  </a:lnTo>
                  <a:lnTo>
                    <a:pt x="280" y="74"/>
                  </a:lnTo>
                  <a:lnTo>
                    <a:pt x="276" y="73"/>
                  </a:lnTo>
                  <a:lnTo>
                    <a:pt x="276" y="71"/>
                  </a:lnTo>
                  <a:lnTo>
                    <a:pt x="274" y="71"/>
                  </a:lnTo>
                  <a:lnTo>
                    <a:pt x="272" y="71"/>
                  </a:lnTo>
                  <a:lnTo>
                    <a:pt x="272" y="71"/>
                  </a:lnTo>
                  <a:lnTo>
                    <a:pt x="272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71"/>
                  </a:lnTo>
                  <a:lnTo>
                    <a:pt x="271" y="71"/>
                  </a:lnTo>
                  <a:lnTo>
                    <a:pt x="271" y="71"/>
                  </a:lnTo>
                  <a:lnTo>
                    <a:pt x="271" y="73"/>
                  </a:lnTo>
                  <a:lnTo>
                    <a:pt x="271" y="73"/>
                  </a:lnTo>
                  <a:lnTo>
                    <a:pt x="271" y="73"/>
                  </a:lnTo>
                  <a:lnTo>
                    <a:pt x="271" y="73"/>
                  </a:lnTo>
                  <a:lnTo>
                    <a:pt x="271" y="73"/>
                  </a:lnTo>
                  <a:lnTo>
                    <a:pt x="271" y="74"/>
                  </a:lnTo>
                  <a:lnTo>
                    <a:pt x="271" y="74"/>
                  </a:lnTo>
                  <a:lnTo>
                    <a:pt x="271" y="74"/>
                  </a:lnTo>
                  <a:lnTo>
                    <a:pt x="271" y="74"/>
                  </a:lnTo>
                  <a:lnTo>
                    <a:pt x="271" y="74"/>
                  </a:lnTo>
                  <a:lnTo>
                    <a:pt x="269" y="74"/>
                  </a:lnTo>
                  <a:lnTo>
                    <a:pt x="269" y="74"/>
                  </a:lnTo>
                  <a:lnTo>
                    <a:pt x="269" y="74"/>
                  </a:lnTo>
                  <a:lnTo>
                    <a:pt x="269" y="76"/>
                  </a:lnTo>
                  <a:lnTo>
                    <a:pt x="267" y="76"/>
                  </a:lnTo>
                  <a:lnTo>
                    <a:pt x="267" y="76"/>
                  </a:lnTo>
                  <a:lnTo>
                    <a:pt x="267" y="76"/>
                  </a:lnTo>
                  <a:lnTo>
                    <a:pt x="267" y="76"/>
                  </a:lnTo>
                  <a:lnTo>
                    <a:pt x="265" y="76"/>
                  </a:lnTo>
                  <a:lnTo>
                    <a:pt x="265" y="76"/>
                  </a:lnTo>
                  <a:lnTo>
                    <a:pt x="265" y="78"/>
                  </a:lnTo>
                  <a:lnTo>
                    <a:pt x="265" y="78"/>
                  </a:lnTo>
                  <a:lnTo>
                    <a:pt x="265" y="78"/>
                  </a:lnTo>
                  <a:lnTo>
                    <a:pt x="265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63" y="84"/>
                  </a:lnTo>
                  <a:lnTo>
                    <a:pt x="265" y="86"/>
                  </a:lnTo>
                  <a:lnTo>
                    <a:pt x="265" y="86"/>
                  </a:lnTo>
                  <a:lnTo>
                    <a:pt x="265" y="86"/>
                  </a:lnTo>
                  <a:lnTo>
                    <a:pt x="265" y="88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65" y="92"/>
                  </a:lnTo>
                  <a:lnTo>
                    <a:pt x="267" y="92"/>
                  </a:lnTo>
                  <a:lnTo>
                    <a:pt x="267" y="92"/>
                  </a:lnTo>
                  <a:lnTo>
                    <a:pt x="267" y="92"/>
                  </a:lnTo>
                  <a:lnTo>
                    <a:pt x="265" y="94"/>
                  </a:lnTo>
                  <a:lnTo>
                    <a:pt x="261" y="92"/>
                  </a:lnTo>
                  <a:lnTo>
                    <a:pt x="261" y="94"/>
                  </a:lnTo>
                  <a:lnTo>
                    <a:pt x="261" y="94"/>
                  </a:lnTo>
                  <a:lnTo>
                    <a:pt x="261" y="96"/>
                  </a:lnTo>
                  <a:lnTo>
                    <a:pt x="261" y="96"/>
                  </a:lnTo>
                  <a:lnTo>
                    <a:pt x="261" y="96"/>
                  </a:lnTo>
                  <a:lnTo>
                    <a:pt x="261" y="98"/>
                  </a:lnTo>
                  <a:lnTo>
                    <a:pt x="261" y="98"/>
                  </a:lnTo>
                  <a:lnTo>
                    <a:pt x="261" y="98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59" y="106"/>
                  </a:lnTo>
                  <a:lnTo>
                    <a:pt x="259" y="106"/>
                  </a:lnTo>
                  <a:lnTo>
                    <a:pt x="257" y="106"/>
                  </a:lnTo>
                  <a:lnTo>
                    <a:pt x="257" y="106"/>
                  </a:lnTo>
                  <a:lnTo>
                    <a:pt x="257" y="106"/>
                  </a:lnTo>
                  <a:lnTo>
                    <a:pt x="257" y="106"/>
                  </a:lnTo>
                  <a:lnTo>
                    <a:pt x="255" y="106"/>
                  </a:lnTo>
                  <a:lnTo>
                    <a:pt x="255" y="108"/>
                  </a:lnTo>
                  <a:lnTo>
                    <a:pt x="255" y="108"/>
                  </a:lnTo>
                  <a:lnTo>
                    <a:pt x="255" y="108"/>
                  </a:lnTo>
                  <a:lnTo>
                    <a:pt x="255" y="108"/>
                  </a:lnTo>
                  <a:lnTo>
                    <a:pt x="257" y="110"/>
                  </a:lnTo>
                  <a:lnTo>
                    <a:pt x="257" y="110"/>
                  </a:lnTo>
                  <a:lnTo>
                    <a:pt x="255" y="110"/>
                  </a:lnTo>
                  <a:lnTo>
                    <a:pt x="255" y="110"/>
                  </a:lnTo>
                  <a:lnTo>
                    <a:pt x="255" y="110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3" y="110"/>
                  </a:lnTo>
                  <a:lnTo>
                    <a:pt x="251" y="110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49" y="112"/>
                  </a:lnTo>
                  <a:lnTo>
                    <a:pt x="249" y="112"/>
                  </a:lnTo>
                  <a:lnTo>
                    <a:pt x="249" y="112"/>
                  </a:lnTo>
                  <a:lnTo>
                    <a:pt x="249" y="112"/>
                  </a:lnTo>
                  <a:lnTo>
                    <a:pt x="247" y="112"/>
                  </a:lnTo>
                  <a:lnTo>
                    <a:pt x="247" y="112"/>
                  </a:lnTo>
                  <a:lnTo>
                    <a:pt x="247" y="112"/>
                  </a:lnTo>
                  <a:lnTo>
                    <a:pt x="247" y="112"/>
                  </a:lnTo>
                  <a:lnTo>
                    <a:pt x="245" y="112"/>
                  </a:lnTo>
                  <a:lnTo>
                    <a:pt x="245" y="112"/>
                  </a:lnTo>
                  <a:lnTo>
                    <a:pt x="245" y="112"/>
                  </a:lnTo>
                  <a:lnTo>
                    <a:pt x="245" y="110"/>
                  </a:lnTo>
                  <a:lnTo>
                    <a:pt x="245" y="110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35" y="110"/>
                  </a:lnTo>
                  <a:lnTo>
                    <a:pt x="235" y="110"/>
                  </a:lnTo>
                  <a:lnTo>
                    <a:pt x="233" y="110"/>
                  </a:lnTo>
                  <a:lnTo>
                    <a:pt x="233" y="108"/>
                  </a:lnTo>
                  <a:lnTo>
                    <a:pt x="233" y="108"/>
                  </a:lnTo>
                  <a:lnTo>
                    <a:pt x="231" y="110"/>
                  </a:lnTo>
                  <a:lnTo>
                    <a:pt x="225" y="108"/>
                  </a:lnTo>
                  <a:lnTo>
                    <a:pt x="223" y="108"/>
                  </a:lnTo>
                  <a:lnTo>
                    <a:pt x="223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2" y="106"/>
                  </a:lnTo>
                  <a:lnTo>
                    <a:pt x="222" y="108"/>
                  </a:lnTo>
                  <a:lnTo>
                    <a:pt x="220" y="108"/>
                  </a:lnTo>
                  <a:lnTo>
                    <a:pt x="220" y="108"/>
                  </a:lnTo>
                  <a:lnTo>
                    <a:pt x="220" y="108"/>
                  </a:lnTo>
                  <a:lnTo>
                    <a:pt x="220" y="110"/>
                  </a:lnTo>
                  <a:lnTo>
                    <a:pt x="218" y="110"/>
                  </a:lnTo>
                  <a:lnTo>
                    <a:pt x="218" y="110"/>
                  </a:lnTo>
                  <a:lnTo>
                    <a:pt x="218" y="112"/>
                  </a:lnTo>
                  <a:lnTo>
                    <a:pt x="218" y="112"/>
                  </a:lnTo>
                  <a:lnTo>
                    <a:pt x="218" y="112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16" y="116"/>
                  </a:lnTo>
                  <a:lnTo>
                    <a:pt x="216" y="116"/>
                  </a:lnTo>
                  <a:lnTo>
                    <a:pt x="216" y="118"/>
                  </a:lnTo>
                  <a:lnTo>
                    <a:pt x="214" y="118"/>
                  </a:lnTo>
                  <a:lnTo>
                    <a:pt x="214" y="118"/>
                  </a:lnTo>
                  <a:lnTo>
                    <a:pt x="214" y="120"/>
                  </a:lnTo>
                  <a:lnTo>
                    <a:pt x="214" y="120"/>
                  </a:lnTo>
                  <a:lnTo>
                    <a:pt x="214" y="120"/>
                  </a:lnTo>
                  <a:lnTo>
                    <a:pt x="214" y="122"/>
                  </a:lnTo>
                  <a:lnTo>
                    <a:pt x="214" y="122"/>
                  </a:lnTo>
                  <a:lnTo>
                    <a:pt x="214" y="122"/>
                  </a:lnTo>
                  <a:lnTo>
                    <a:pt x="214" y="122"/>
                  </a:lnTo>
                  <a:lnTo>
                    <a:pt x="214" y="122"/>
                  </a:lnTo>
                  <a:lnTo>
                    <a:pt x="214" y="122"/>
                  </a:lnTo>
                  <a:lnTo>
                    <a:pt x="214" y="124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0" y="124"/>
                  </a:lnTo>
                  <a:lnTo>
                    <a:pt x="208" y="124"/>
                  </a:lnTo>
                  <a:lnTo>
                    <a:pt x="206" y="122"/>
                  </a:lnTo>
                  <a:lnTo>
                    <a:pt x="204" y="122"/>
                  </a:lnTo>
                  <a:lnTo>
                    <a:pt x="204" y="122"/>
                  </a:lnTo>
                  <a:lnTo>
                    <a:pt x="204" y="124"/>
                  </a:lnTo>
                  <a:lnTo>
                    <a:pt x="204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6"/>
                  </a:lnTo>
                  <a:lnTo>
                    <a:pt x="200" y="126"/>
                  </a:lnTo>
                  <a:lnTo>
                    <a:pt x="200" y="126"/>
                  </a:lnTo>
                  <a:lnTo>
                    <a:pt x="200" y="126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198" y="128"/>
                  </a:lnTo>
                  <a:lnTo>
                    <a:pt x="198" y="128"/>
                  </a:lnTo>
                  <a:lnTo>
                    <a:pt x="198" y="128"/>
                  </a:lnTo>
                  <a:lnTo>
                    <a:pt x="198" y="129"/>
                  </a:lnTo>
                  <a:lnTo>
                    <a:pt x="198" y="131"/>
                  </a:lnTo>
                  <a:lnTo>
                    <a:pt x="198" y="131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200" y="133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202" y="137"/>
                  </a:lnTo>
                  <a:lnTo>
                    <a:pt x="202" y="137"/>
                  </a:lnTo>
                  <a:lnTo>
                    <a:pt x="202" y="137"/>
                  </a:lnTo>
                  <a:lnTo>
                    <a:pt x="202" y="137"/>
                  </a:lnTo>
                  <a:lnTo>
                    <a:pt x="206" y="137"/>
                  </a:lnTo>
                  <a:lnTo>
                    <a:pt x="206" y="137"/>
                  </a:lnTo>
                  <a:lnTo>
                    <a:pt x="206" y="139"/>
                  </a:lnTo>
                  <a:lnTo>
                    <a:pt x="206" y="139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8" y="141"/>
                  </a:lnTo>
                  <a:lnTo>
                    <a:pt x="208" y="141"/>
                  </a:lnTo>
                  <a:lnTo>
                    <a:pt x="208" y="141"/>
                  </a:lnTo>
                  <a:lnTo>
                    <a:pt x="208" y="143"/>
                  </a:lnTo>
                  <a:lnTo>
                    <a:pt x="206" y="143"/>
                  </a:lnTo>
                  <a:lnTo>
                    <a:pt x="206" y="143"/>
                  </a:lnTo>
                  <a:lnTo>
                    <a:pt x="206" y="143"/>
                  </a:lnTo>
                  <a:lnTo>
                    <a:pt x="206" y="145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02" y="147"/>
                  </a:lnTo>
                  <a:lnTo>
                    <a:pt x="202" y="149"/>
                  </a:lnTo>
                  <a:lnTo>
                    <a:pt x="202" y="149"/>
                  </a:lnTo>
                  <a:lnTo>
                    <a:pt x="202" y="149"/>
                  </a:lnTo>
                  <a:lnTo>
                    <a:pt x="202" y="151"/>
                  </a:lnTo>
                  <a:lnTo>
                    <a:pt x="202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4" y="159"/>
                  </a:lnTo>
                  <a:lnTo>
                    <a:pt x="204" y="159"/>
                  </a:lnTo>
                  <a:lnTo>
                    <a:pt x="206" y="159"/>
                  </a:lnTo>
                  <a:lnTo>
                    <a:pt x="206" y="159"/>
                  </a:lnTo>
                  <a:lnTo>
                    <a:pt x="206" y="161"/>
                  </a:lnTo>
                  <a:lnTo>
                    <a:pt x="208" y="161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5"/>
                  </a:lnTo>
                  <a:lnTo>
                    <a:pt x="206" y="165"/>
                  </a:lnTo>
                  <a:lnTo>
                    <a:pt x="206" y="167"/>
                  </a:lnTo>
                  <a:lnTo>
                    <a:pt x="206" y="167"/>
                  </a:lnTo>
                  <a:lnTo>
                    <a:pt x="206" y="167"/>
                  </a:lnTo>
                  <a:lnTo>
                    <a:pt x="206" y="167"/>
                  </a:lnTo>
                  <a:lnTo>
                    <a:pt x="206" y="169"/>
                  </a:lnTo>
                  <a:lnTo>
                    <a:pt x="206" y="169"/>
                  </a:lnTo>
                  <a:lnTo>
                    <a:pt x="206" y="169"/>
                  </a:lnTo>
                  <a:lnTo>
                    <a:pt x="204" y="169"/>
                  </a:lnTo>
                  <a:lnTo>
                    <a:pt x="204" y="169"/>
                  </a:lnTo>
                  <a:lnTo>
                    <a:pt x="204" y="171"/>
                  </a:lnTo>
                  <a:lnTo>
                    <a:pt x="206" y="171"/>
                  </a:lnTo>
                  <a:lnTo>
                    <a:pt x="206" y="171"/>
                  </a:lnTo>
                  <a:lnTo>
                    <a:pt x="208" y="171"/>
                  </a:lnTo>
                  <a:lnTo>
                    <a:pt x="208" y="173"/>
                  </a:lnTo>
                  <a:lnTo>
                    <a:pt x="210" y="173"/>
                  </a:lnTo>
                  <a:lnTo>
                    <a:pt x="208" y="173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4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81"/>
                  </a:lnTo>
                  <a:lnTo>
                    <a:pt x="202" y="181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200" y="184"/>
                  </a:lnTo>
                  <a:lnTo>
                    <a:pt x="200" y="184"/>
                  </a:lnTo>
                  <a:lnTo>
                    <a:pt x="200" y="184"/>
                  </a:lnTo>
                  <a:lnTo>
                    <a:pt x="200" y="186"/>
                  </a:lnTo>
                  <a:lnTo>
                    <a:pt x="200" y="188"/>
                  </a:lnTo>
                  <a:lnTo>
                    <a:pt x="198" y="188"/>
                  </a:lnTo>
                  <a:lnTo>
                    <a:pt x="198" y="188"/>
                  </a:lnTo>
                  <a:lnTo>
                    <a:pt x="198" y="188"/>
                  </a:lnTo>
                  <a:lnTo>
                    <a:pt x="194" y="190"/>
                  </a:lnTo>
                  <a:lnTo>
                    <a:pt x="194" y="190"/>
                  </a:lnTo>
                  <a:lnTo>
                    <a:pt x="194" y="188"/>
                  </a:lnTo>
                  <a:lnTo>
                    <a:pt x="194" y="190"/>
                  </a:lnTo>
                  <a:lnTo>
                    <a:pt x="194" y="192"/>
                  </a:lnTo>
                  <a:lnTo>
                    <a:pt x="194" y="192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0" y="192"/>
                  </a:lnTo>
                  <a:lnTo>
                    <a:pt x="190" y="192"/>
                  </a:lnTo>
                  <a:lnTo>
                    <a:pt x="190" y="192"/>
                  </a:lnTo>
                  <a:lnTo>
                    <a:pt x="190" y="192"/>
                  </a:lnTo>
                  <a:lnTo>
                    <a:pt x="188" y="194"/>
                  </a:lnTo>
                  <a:lnTo>
                    <a:pt x="188" y="194"/>
                  </a:lnTo>
                  <a:lnTo>
                    <a:pt x="188" y="196"/>
                  </a:lnTo>
                  <a:lnTo>
                    <a:pt x="188" y="200"/>
                  </a:lnTo>
                  <a:lnTo>
                    <a:pt x="188" y="200"/>
                  </a:lnTo>
                  <a:lnTo>
                    <a:pt x="188" y="200"/>
                  </a:lnTo>
                  <a:lnTo>
                    <a:pt x="190" y="200"/>
                  </a:lnTo>
                  <a:lnTo>
                    <a:pt x="190" y="200"/>
                  </a:lnTo>
                  <a:lnTo>
                    <a:pt x="190" y="200"/>
                  </a:lnTo>
                  <a:lnTo>
                    <a:pt x="190" y="200"/>
                  </a:lnTo>
                  <a:lnTo>
                    <a:pt x="190" y="202"/>
                  </a:lnTo>
                  <a:lnTo>
                    <a:pt x="192" y="202"/>
                  </a:lnTo>
                  <a:lnTo>
                    <a:pt x="192" y="202"/>
                  </a:lnTo>
                  <a:lnTo>
                    <a:pt x="192" y="204"/>
                  </a:lnTo>
                  <a:lnTo>
                    <a:pt x="192" y="206"/>
                  </a:lnTo>
                  <a:lnTo>
                    <a:pt x="192" y="206"/>
                  </a:lnTo>
                  <a:lnTo>
                    <a:pt x="192" y="208"/>
                  </a:lnTo>
                  <a:lnTo>
                    <a:pt x="192" y="208"/>
                  </a:lnTo>
                  <a:lnTo>
                    <a:pt x="192" y="208"/>
                  </a:lnTo>
                  <a:lnTo>
                    <a:pt x="192" y="210"/>
                  </a:lnTo>
                  <a:lnTo>
                    <a:pt x="192" y="210"/>
                  </a:lnTo>
                  <a:lnTo>
                    <a:pt x="196" y="212"/>
                  </a:lnTo>
                  <a:lnTo>
                    <a:pt x="196" y="212"/>
                  </a:lnTo>
                  <a:lnTo>
                    <a:pt x="198" y="212"/>
                  </a:lnTo>
                  <a:lnTo>
                    <a:pt x="198" y="212"/>
                  </a:lnTo>
                  <a:lnTo>
                    <a:pt x="198" y="214"/>
                  </a:lnTo>
                  <a:lnTo>
                    <a:pt x="198" y="214"/>
                  </a:lnTo>
                  <a:lnTo>
                    <a:pt x="200" y="214"/>
                  </a:lnTo>
                  <a:lnTo>
                    <a:pt x="200" y="214"/>
                  </a:lnTo>
                  <a:lnTo>
                    <a:pt x="200" y="214"/>
                  </a:lnTo>
                  <a:lnTo>
                    <a:pt x="200" y="216"/>
                  </a:lnTo>
                  <a:lnTo>
                    <a:pt x="200" y="218"/>
                  </a:lnTo>
                  <a:lnTo>
                    <a:pt x="200" y="218"/>
                  </a:lnTo>
                  <a:lnTo>
                    <a:pt x="202" y="218"/>
                  </a:lnTo>
                  <a:lnTo>
                    <a:pt x="202" y="218"/>
                  </a:lnTo>
                  <a:lnTo>
                    <a:pt x="202" y="220"/>
                  </a:lnTo>
                  <a:lnTo>
                    <a:pt x="202" y="220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200" y="222"/>
                  </a:lnTo>
                  <a:lnTo>
                    <a:pt x="198" y="222"/>
                  </a:lnTo>
                  <a:lnTo>
                    <a:pt x="198" y="222"/>
                  </a:lnTo>
                  <a:lnTo>
                    <a:pt x="196" y="222"/>
                  </a:lnTo>
                  <a:lnTo>
                    <a:pt x="194" y="222"/>
                  </a:lnTo>
                  <a:lnTo>
                    <a:pt x="192" y="224"/>
                  </a:lnTo>
                  <a:lnTo>
                    <a:pt x="190" y="226"/>
                  </a:lnTo>
                  <a:lnTo>
                    <a:pt x="190" y="228"/>
                  </a:lnTo>
                  <a:lnTo>
                    <a:pt x="190" y="230"/>
                  </a:lnTo>
                  <a:lnTo>
                    <a:pt x="190" y="230"/>
                  </a:lnTo>
                  <a:lnTo>
                    <a:pt x="190" y="230"/>
                  </a:lnTo>
                  <a:lnTo>
                    <a:pt x="190" y="232"/>
                  </a:lnTo>
                  <a:lnTo>
                    <a:pt x="188" y="232"/>
                  </a:lnTo>
                  <a:lnTo>
                    <a:pt x="188" y="232"/>
                  </a:lnTo>
                  <a:lnTo>
                    <a:pt x="188" y="232"/>
                  </a:lnTo>
                  <a:lnTo>
                    <a:pt x="188" y="232"/>
                  </a:lnTo>
                  <a:lnTo>
                    <a:pt x="188" y="232"/>
                  </a:lnTo>
                  <a:lnTo>
                    <a:pt x="186" y="232"/>
                  </a:lnTo>
                  <a:lnTo>
                    <a:pt x="186" y="232"/>
                  </a:lnTo>
                  <a:lnTo>
                    <a:pt x="186" y="234"/>
                  </a:lnTo>
                  <a:lnTo>
                    <a:pt x="184" y="232"/>
                  </a:lnTo>
                  <a:lnTo>
                    <a:pt x="184" y="232"/>
                  </a:lnTo>
                  <a:lnTo>
                    <a:pt x="184" y="234"/>
                  </a:lnTo>
                  <a:lnTo>
                    <a:pt x="184" y="234"/>
                  </a:lnTo>
                  <a:lnTo>
                    <a:pt x="182" y="234"/>
                  </a:lnTo>
                  <a:lnTo>
                    <a:pt x="180" y="237"/>
                  </a:lnTo>
                  <a:lnTo>
                    <a:pt x="180" y="237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6" y="245"/>
                  </a:lnTo>
                  <a:lnTo>
                    <a:pt x="176" y="245"/>
                  </a:lnTo>
                  <a:lnTo>
                    <a:pt x="174" y="245"/>
                  </a:lnTo>
                  <a:lnTo>
                    <a:pt x="172" y="247"/>
                  </a:lnTo>
                  <a:lnTo>
                    <a:pt x="171" y="247"/>
                  </a:lnTo>
                  <a:lnTo>
                    <a:pt x="171" y="245"/>
                  </a:lnTo>
                  <a:lnTo>
                    <a:pt x="169" y="245"/>
                  </a:lnTo>
                  <a:lnTo>
                    <a:pt x="169" y="245"/>
                  </a:lnTo>
                  <a:lnTo>
                    <a:pt x="169" y="245"/>
                  </a:lnTo>
                  <a:lnTo>
                    <a:pt x="169" y="245"/>
                  </a:lnTo>
                  <a:lnTo>
                    <a:pt x="169" y="245"/>
                  </a:lnTo>
                  <a:lnTo>
                    <a:pt x="167" y="243"/>
                  </a:lnTo>
                  <a:lnTo>
                    <a:pt x="163" y="245"/>
                  </a:lnTo>
                  <a:lnTo>
                    <a:pt x="163" y="245"/>
                  </a:lnTo>
                  <a:lnTo>
                    <a:pt x="161" y="245"/>
                  </a:lnTo>
                  <a:lnTo>
                    <a:pt x="161" y="245"/>
                  </a:lnTo>
                  <a:lnTo>
                    <a:pt x="161" y="245"/>
                  </a:lnTo>
                  <a:lnTo>
                    <a:pt x="161" y="245"/>
                  </a:lnTo>
                  <a:lnTo>
                    <a:pt x="161" y="243"/>
                  </a:lnTo>
                  <a:lnTo>
                    <a:pt x="161" y="243"/>
                  </a:lnTo>
                  <a:lnTo>
                    <a:pt x="161" y="243"/>
                  </a:lnTo>
                  <a:lnTo>
                    <a:pt x="161" y="243"/>
                  </a:lnTo>
                  <a:lnTo>
                    <a:pt x="161" y="243"/>
                  </a:lnTo>
                  <a:lnTo>
                    <a:pt x="161" y="241"/>
                  </a:lnTo>
                  <a:lnTo>
                    <a:pt x="161" y="241"/>
                  </a:lnTo>
                  <a:lnTo>
                    <a:pt x="161" y="241"/>
                  </a:lnTo>
                  <a:lnTo>
                    <a:pt x="161" y="241"/>
                  </a:lnTo>
                  <a:lnTo>
                    <a:pt x="161" y="241"/>
                  </a:lnTo>
                  <a:lnTo>
                    <a:pt x="165" y="241"/>
                  </a:lnTo>
                  <a:lnTo>
                    <a:pt x="165" y="239"/>
                  </a:lnTo>
                  <a:lnTo>
                    <a:pt x="165" y="239"/>
                  </a:lnTo>
                  <a:lnTo>
                    <a:pt x="165" y="239"/>
                  </a:lnTo>
                  <a:lnTo>
                    <a:pt x="165" y="237"/>
                  </a:lnTo>
                  <a:lnTo>
                    <a:pt x="165" y="237"/>
                  </a:lnTo>
                  <a:lnTo>
                    <a:pt x="165" y="237"/>
                  </a:lnTo>
                  <a:lnTo>
                    <a:pt x="165" y="235"/>
                  </a:lnTo>
                  <a:lnTo>
                    <a:pt x="165" y="235"/>
                  </a:lnTo>
                  <a:lnTo>
                    <a:pt x="167" y="235"/>
                  </a:lnTo>
                  <a:lnTo>
                    <a:pt x="167" y="235"/>
                  </a:lnTo>
                  <a:lnTo>
                    <a:pt x="167" y="235"/>
                  </a:lnTo>
                  <a:lnTo>
                    <a:pt x="167" y="235"/>
                  </a:lnTo>
                  <a:lnTo>
                    <a:pt x="167" y="235"/>
                  </a:lnTo>
                  <a:lnTo>
                    <a:pt x="167" y="235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7" y="232"/>
                  </a:lnTo>
                  <a:lnTo>
                    <a:pt x="167" y="232"/>
                  </a:lnTo>
                  <a:lnTo>
                    <a:pt x="167" y="232"/>
                  </a:lnTo>
                  <a:lnTo>
                    <a:pt x="167" y="232"/>
                  </a:lnTo>
                  <a:lnTo>
                    <a:pt x="167" y="230"/>
                  </a:lnTo>
                  <a:lnTo>
                    <a:pt x="167" y="230"/>
                  </a:lnTo>
                  <a:lnTo>
                    <a:pt x="163" y="230"/>
                  </a:lnTo>
                  <a:lnTo>
                    <a:pt x="161" y="230"/>
                  </a:lnTo>
                  <a:lnTo>
                    <a:pt x="161" y="230"/>
                  </a:lnTo>
                  <a:lnTo>
                    <a:pt x="161" y="230"/>
                  </a:lnTo>
                  <a:lnTo>
                    <a:pt x="161" y="230"/>
                  </a:lnTo>
                  <a:lnTo>
                    <a:pt x="161" y="232"/>
                  </a:lnTo>
                  <a:lnTo>
                    <a:pt x="159" y="232"/>
                  </a:lnTo>
                  <a:lnTo>
                    <a:pt x="159" y="232"/>
                  </a:lnTo>
                  <a:lnTo>
                    <a:pt x="159" y="232"/>
                  </a:lnTo>
                  <a:lnTo>
                    <a:pt x="159" y="232"/>
                  </a:lnTo>
                  <a:lnTo>
                    <a:pt x="159" y="232"/>
                  </a:lnTo>
                  <a:lnTo>
                    <a:pt x="157" y="232"/>
                  </a:lnTo>
                  <a:lnTo>
                    <a:pt x="157" y="232"/>
                  </a:lnTo>
                  <a:lnTo>
                    <a:pt x="159" y="234"/>
                  </a:lnTo>
                  <a:lnTo>
                    <a:pt x="159" y="234"/>
                  </a:lnTo>
                  <a:lnTo>
                    <a:pt x="157" y="234"/>
                  </a:lnTo>
                  <a:lnTo>
                    <a:pt x="157" y="234"/>
                  </a:lnTo>
                  <a:lnTo>
                    <a:pt x="155" y="234"/>
                  </a:lnTo>
                  <a:lnTo>
                    <a:pt x="155" y="234"/>
                  </a:lnTo>
                  <a:lnTo>
                    <a:pt x="155" y="232"/>
                  </a:lnTo>
                  <a:lnTo>
                    <a:pt x="153" y="234"/>
                  </a:lnTo>
                  <a:lnTo>
                    <a:pt x="151" y="235"/>
                  </a:lnTo>
                  <a:lnTo>
                    <a:pt x="151" y="235"/>
                  </a:lnTo>
                  <a:lnTo>
                    <a:pt x="151" y="235"/>
                  </a:lnTo>
                  <a:lnTo>
                    <a:pt x="151" y="237"/>
                  </a:lnTo>
                  <a:lnTo>
                    <a:pt x="151" y="237"/>
                  </a:lnTo>
                  <a:lnTo>
                    <a:pt x="149" y="237"/>
                  </a:lnTo>
                  <a:lnTo>
                    <a:pt x="149" y="239"/>
                  </a:lnTo>
                  <a:lnTo>
                    <a:pt x="149" y="241"/>
                  </a:lnTo>
                  <a:lnTo>
                    <a:pt x="149" y="241"/>
                  </a:lnTo>
                  <a:lnTo>
                    <a:pt x="149" y="241"/>
                  </a:lnTo>
                  <a:lnTo>
                    <a:pt x="149" y="241"/>
                  </a:lnTo>
                  <a:lnTo>
                    <a:pt x="147" y="243"/>
                  </a:lnTo>
                  <a:lnTo>
                    <a:pt x="147" y="243"/>
                  </a:lnTo>
                  <a:lnTo>
                    <a:pt x="147" y="243"/>
                  </a:lnTo>
                  <a:lnTo>
                    <a:pt x="147" y="245"/>
                  </a:lnTo>
                  <a:lnTo>
                    <a:pt x="147" y="245"/>
                  </a:lnTo>
                  <a:lnTo>
                    <a:pt x="147" y="245"/>
                  </a:lnTo>
                  <a:lnTo>
                    <a:pt x="147" y="245"/>
                  </a:lnTo>
                  <a:lnTo>
                    <a:pt x="147" y="245"/>
                  </a:lnTo>
                  <a:lnTo>
                    <a:pt x="147" y="247"/>
                  </a:lnTo>
                  <a:lnTo>
                    <a:pt x="145" y="247"/>
                  </a:lnTo>
                  <a:lnTo>
                    <a:pt x="145" y="247"/>
                  </a:lnTo>
                  <a:lnTo>
                    <a:pt x="145" y="245"/>
                  </a:lnTo>
                  <a:lnTo>
                    <a:pt x="143" y="245"/>
                  </a:lnTo>
                  <a:lnTo>
                    <a:pt x="143" y="245"/>
                  </a:lnTo>
                  <a:lnTo>
                    <a:pt x="141" y="245"/>
                  </a:lnTo>
                  <a:lnTo>
                    <a:pt x="139" y="245"/>
                  </a:lnTo>
                  <a:lnTo>
                    <a:pt x="139" y="245"/>
                  </a:lnTo>
                  <a:lnTo>
                    <a:pt x="139" y="245"/>
                  </a:lnTo>
                  <a:lnTo>
                    <a:pt x="137" y="247"/>
                  </a:lnTo>
                  <a:lnTo>
                    <a:pt x="137" y="249"/>
                  </a:lnTo>
                  <a:lnTo>
                    <a:pt x="135" y="251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3" y="249"/>
                  </a:lnTo>
                  <a:lnTo>
                    <a:pt x="133" y="249"/>
                  </a:lnTo>
                  <a:lnTo>
                    <a:pt x="133" y="249"/>
                  </a:lnTo>
                  <a:lnTo>
                    <a:pt x="133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29" y="249"/>
                  </a:lnTo>
                  <a:lnTo>
                    <a:pt x="129" y="249"/>
                  </a:lnTo>
                  <a:lnTo>
                    <a:pt x="127" y="251"/>
                  </a:lnTo>
                  <a:lnTo>
                    <a:pt x="127" y="251"/>
                  </a:lnTo>
                  <a:lnTo>
                    <a:pt x="127" y="251"/>
                  </a:lnTo>
                  <a:lnTo>
                    <a:pt x="127" y="251"/>
                  </a:lnTo>
                  <a:lnTo>
                    <a:pt x="125" y="253"/>
                  </a:lnTo>
                  <a:lnTo>
                    <a:pt x="125" y="253"/>
                  </a:lnTo>
                  <a:lnTo>
                    <a:pt x="125" y="255"/>
                  </a:lnTo>
                  <a:lnTo>
                    <a:pt x="125" y="255"/>
                  </a:lnTo>
                  <a:lnTo>
                    <a:pt x="125" y="257"/>
                  </a:lnTo>
                  <a:lnTo>
                    <a:pt x="125" y="257"/>
                  </a:lnTo>
                  <a:lnTo>
                    <a:pt x="125" y="257"/>
                  </a:lnTo>
                  <a:lnTo>
                    <a:pt x="125" y="259"/>
                  </a:lnTo>
                  <a:lnTo>
                    <a:pt x="125" y="259"/>
                  </a:lnTo>
                  <a:lnTo>
                    <a:pt x="125" y="259"/>
                  </a:lnTo>
                  <a:lnTo>
                    <a:pt x="125" y="259"/>
                  </a:lnTo>
                  <a:lnTo>
                    <a:pt x="123" y="259"/>
                  </a:lnTo>
                  <a:lnTo>
                    <a:pt x="123" y="259"/>
                  </a:lnTo>
                  <a:lnTo>
                    <a:pt x="123" y="259"/>
                  </a:lnTo>
                  <a:lnTo>
                    <a:pt x="123" y="261"/>
                  </a:lnTo>
                  <a:lnTo>
                    <a:pt x="123" y="261"/>
                  </a:lnTo>
                  <a:lnTo>
                    <a:pt x="123" y="261"/>
                  </a:lnTo>
                  <a:lnTo>
                    <a:pt x="123" y="263"/>
                  </a:lnTo>
                  <a:lnTo>
                    <a:pt x="123" y="263"/>
                  </a:lnTo>
                  <a:lnTo>
                    <a:pt x="123" y="263"/>
                  </a:lnTo>
                  <a:lnTo>
                    <a:pt x="121" y="263"/>
                  </a:lnTo>
                  <a:lnTo>
                    <a:pt x="121" y="263"/>
                  </a:lnTo>
                  <a:lnTo>
                    <a:pt x="121" y="263"/>
                  </a:lnTo>
                  <a:lnTo>
                    <a:pt x="121" y="263"/>
                  </a:lnTo>
                  <a:lnTo>
                    <a:pt x="123" y="265"/>
                  </a:lnTo>
                  <a:lnTo>
                    <a:pt x="123" y="265"/>
                  </a:lnTo>
                  <a:lnTo>
                    <a:pt x="123" y="265"/>
                  </a:lnTo>
                  <a:lnTo>
                    <a:pt x="123" y="267"/>
                  </a:lnTo>
                  <a:lnTo>
                    <a:pt x="123" y="269"/>
                  </a:lnTo>
                  <a:lnTo>
                    <a:pt x="125" y="269"/>
                  </a:lnTo>
                  <a:lnTo>
                    <a:pt x="125" y="269"/>
                  </a:lnTo>
                  <a:lnTo>
                    <a:pt x="123" y="271"/>
                  </a:lnTo>
                  <a:lnTo>
                    <a:pt x="123" y="271"/>
                  </a:lnTo>
                  <a:lnTo>
                    <a:pt x="121" y="271"/>
                  </a:lnTo>
                  <a:lnTo>
                    <a:pt x="121" y="271"/>
                  </a:lnTo>
                  <a:lnTo>
                    <a:pt x="120" y="269"/>
                  </a:lnTo>
                  <a:lnTo>
                    <a:pt x="116" y="269"/>
                  </a:lnTo>
                  <a:lnTo>
                    <a:pt x="116" y="269"/>
                  </a:lnTo>
                  <a:lnTo>
                    <a:pt x="116" y="269"/>
                  </a:lnTo>
                  <a:lnTo>
                    <a:pt x="114" y="269"/>
                  </a:lnTo>
                  <a:lnTo>
                    <a:pt x="114" y="269"/>
                  </a:lnTo>
                  <a:lnTo>
                    <a:pt x="112" y="267"/>
                  </a:lnTo>
                  <a:lnTo>
                    <a:pt x="112" y="267"/>
                  </a:lnTo>
                  <a:lnTo>
                    <a:pt x="112" y="267"/>
                  </a:lnTo>
                  <a:lnTo>
                    <a:pt x="110" y="265"/>
                  </a:lnTo>
                  <a:lnTo>
                    <a:pt x="110" y="265"/>
                  </a:lnTo>
                  <a:lnTo>
                    <a:pt x="110" y="265"/>
                  </a:lnTo>
                  <a:lnTo>
                    <a:pt x="110" y="263"/>
                  </a:lnTo>
                  <a:lnTo>
                    <a:pt x="108" y="263"/>
                  </a:lnTo>
                  <a:lnTo>
                    <a:pt x="108" y="263"/>
                  </a:lnTo>
                  <a:lnTo>
                    <a:pt x="102" y="265"/>
                  </a:lnTo>
                  <a:lnTo>
                    <a:pt x="100" y="265"/>
                  </a:lnTo>
                  <a:lnTo>
                    <a:pt x="100" y="265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2" y="263"/>
                  </a:lnTo>
                  <a:lnTo>
                    <a:pt x="102" y="263"/>
                  </a:lnTo>
                  <a:lnTo>
                    <a:pt x="104" y="261"/>
                  </a:lnTo>
                  <a:lnTo>
                    <a:pt x="104" y="261"/>
                  </a:lnTo>
                  <a:lnTo>
                    <a:pt x="104" y="261"/>
                  </a:lnTo>
                  <a:lnTo>
                    <a:pt x="106" y="261"/>
                  </a:lnTo>
                  <a:lnTo>
                    <a:pt x="106" y="261"/>
                  </a:lnTo>
                  <a:lnTo>
                    <a:pt x="106" y="261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4" y="257"/>
                  </a:lnTo>
                  <a:lnTo>
                    <a:pt x="104" y="257"/>
                  </a:lnTo>
                  <a:lnTo>
                    <a:pt x="104" y="257"/>
                  </a:lnTo>
                  <a:lnTo>
                    <a:pt x="102" y="257"/>
                  </a:lnTo>
                  <a:lnTo>
                    <a:pt x="102" y="257"/>
                  </a:lnTo>
                  <a:lnTo>
                    <a:pt x="102" y="259"/>
                  </a:lnTo>
                  <a:lnTo>
                    <a:pt x="100" y="259"/>
                  </a:lnTo>
                  <a:lnTo>
                    <a:pt x="100" y="259"/>
                  </a:lnTo>
                  <a:lnTo>
                    <a:pt x="100" y="259"/>
                  </a:lnTo>
                  <a:lnTo>
                    <a:pt x="100" y="259"/>
                  </a:lnTo>
                  <a:lnTo>
                    <a:pt x="96" y="257"/>
                  </a:lnTo>
                  <a:lnTo>
                    <a:pt x="96" y="257"/>
                  </a:lnTo>
                  <a:lnTo>
                    <a:pt x="96" y="257"/>
                  </a:lnTo>
                  <a:lnTo>
                    <a:pt x="94" y="255"/>
                  </a:lnTo>
                  <a:lnTo>
                    <a:pt x="94" y="253"/>
                  </a:lnTo>
                  <a:lnTo>
                    <a:pt x="94" y="253"/>
                  </a:lnTo>
                  <a:lnTo>
                    <a:pt x="94" y="253"/>
                  </a:lnTo>
                  <a:lnTo>
                    <a:pt x="94" y="251"/>
                  </a:lnTo>
                  <a:lnTo>
                    <a:pt x="92" y="249"/>
                  </a:lnTo>
                  <a:lnTo>
                    <a:pt x="88" y="249"/>
                  </a:lnTo>
                  <a:lnTo>
                    <a:pt x="88" y="247"/>
                  </a:lnTo>
                  <a:lnTo>
                    <a:pt x="86" y="245"/>
                  </a:lnTo>
                  <a:lnTo>
                    <a:pt x="84" y="243"/>
                  </a:lnTo>
                  <a:lnTo>
                    <a:pt x="84" y="243"/>
                  </a:lnTo>
                  <a:lnTo>
                    <a:pt x="84" y="243"/>
                  </a:lnTo>
                  <a:lnTo>
                    <a:pt x="84" y="243"/>
                  </a:lnTo>
                  <a:lnTo>
                    <a:pt x="84" y="241"/>
                  </a:lnTo>
                  <a:lnTo>
                    <a:pt x="84" y="241"/>
                  </a:lnTo>
                  <a:lnTo>
                    <a:pt x="84" y="241"/>
                  </a:lnTo>
                  <a:lnTo>
                    <a:pt x="84" y="239"/>
                  </a:lnTo>
                  <a:lnTo>
                    <a:pt x="86" y="239"/>
                  </a:lnTo>
                  <a:lnTo>
                    <a:pt x="86" y="239"/>
                  </a:lnTo>
                  <a:lnTo>
                    <a:pt x="86" y="239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84" y="237"/>
                  </a:lnTo>
                  <a:lnTo>
                    <a:pt x="82" y="237"/>
                  </a:lnTo>
                  <a:lnTo>
                    <a:pt x="82" y="237"/>
                  </a:lnTo>
                  <a:lnTo>
                    <a:pt x="82" y="237"/>
                  </a:lnTo>
                  <a:lnTo>
                    <a:pt x="80" y="235"/>
                  </a:lnTo>
                  <a:lnTo>
                    <a:pt x="80" y="235"/>
                  </a:lnTo>
                  <a:lnTo>
                    <a:pt x="80" y="234"/>
                  </a:lnTo>
                  <a:lnTo>
                    <a:pt x="80" y="234"/>
                  </a:lnTo>
                  <a:lnTo>
                    <a:pt x="80" y="234"/>
                  </a:lnTo>
                  <a:lnTo>
                    <a:pt x="80" y="234"/>
                  </a:lnTo>
                  <a:lnTo>
                    <a:pt x="80" y="232"/>
                  </a:lnTo>
                  <a:lnTo>
                    <a:pt x="82" y="232"/>
                  </a:lnTo>
                  <a:lnTo>
                    <a:pt x="82" y="230"/>
                  </a:lnTo>
                  <a:lnTo>
                    <a:pt x="82" y="230"/>
                  </a:lnTo>
                  <a:lnTo>
                    <a:pt x="80" y="230"/>
                  </a:lnTo>
                  <a:lnTo>
                    <a:pt x="80" y="230"/>
                  </a:lnTo>
                  <a:lnTo>
                    <a:pt x="80" y="230"/>
                  </a:lnTo>
                  <a:lnTo>
                    <a:pt x="78" y="230"/>
                  </a:lnTo>
                  <a:lnTo>
                    <a:pt x="78" y="230"/>
                  </a:lnTo>
                  <a:lnTo>
                    <a:pt x="78" y="230"/>
                  </a:lnTo>
                  <a:lnTo>
                    <a:pt x="78" y="230"/>
                  </a:lnTo>
                  <a:lnTo>
                    <a:pt x="74" y="226"/>
                  </a:lnTo>
                  <a:lnTo>
                    <a:pt x="72" y="226"/>
                  </a:lnTo>
                  <a:lnTo>
                    <a:pt x="72" y="226"/>
                  </a:lnTo>
                  <a:lnTo>
                    <a:pt x="72" y="224"/>
                  </a:lnTo>
                  <a:lnTo>
                    <a:pt x="70" y="224"/>
                  </a:lnTo>
                  <a:lnTo>
                    <a:pt x="70" y="220"/>
                  </a:lnTo>
                  <a:lnTo>
                    <a:pt x="70" y="218"/>
                  </a:lnTo>
                  <a:lnTo>
                    <a:pt x="70" y="218"/>
                  </a:lnTo>
                  <a:lnTo>
                    <a:pt x="69" y="218"/>
                  </a:lnTo>
                  <a:lnTo>
                    <a:pt x="67" y="216"/>
                  </a:lnTo>
                  <a:lnTo>
                    <a:pt x="65" y="214"/>
                  </a:lnTo>
                  <a:lnTo>
                    <a:pt x="65" y="212"/>
                  </a:lnTo>
                  <a:lnTo>
                    <a:pt x="65" y="212"/>
                  </a:lnTo>
                  <a:lnTo>
                    <a:pt x="65" y="212"/>
                  </a:lnTo>
                  <a:lnTo>
                    <a:pt x="63" y="212"/>
                  </a:lnTo>
                  <a:lnTo>
                    <a:pt x="63" y="212"/>
                  </a:lnTo>
                  <a:lnTo>
                    <a:pt x="63" y="210"/>
                  </a:lnTo>
                  <a:lnTo>
                    <a:pt x="61" y="210"/>
                  </a:lnTo>
                  <a:lnTo>
                    <a:pt x="57" y="210"/>
                  </a:lnTo>
                  <a:lnTo>
                    <a:pt x="57" y="210"/>
                  </a:lnTo>
                  <a:lnTo>
                    <a:pt x="55" y="210"/>
                  </a:lnTo>
                  <a:lnTo>
                    <a:pt x="53" y="210"/>
                  </a:lnTo>
                  <a:lnTo>
                    <a:pt x="51" y="210"/>
                  </a:lnTo>
                  <a:lnTo>
                    <a:pt x="51" y="210"/>
                  </a:lnTo>
                  <a:lnTo>
                    <a:pt x="51" y="212"/>
                  </a:lnTo>
                  <a:lnTo>
                    <a:pt x="49" y="212"/>
                  </a:lnTo>
                  <a:lnTo>
                    <a:pt x="47" y="216"/>
                  </a:lnTo>
                  <a:lnTo>
                    <a:pt x="47" y="216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3" y="218"/>
                  </a:lnTo>
                  <a:lnTo>
                    <a:pt x="43" y="216"/>
                  </a:lnTo>
                  <a:lnTo>
                    <a:pt x="41" y="216"/>
                  </a:lnTo>
                  <a:lnTo>
                    <a:pt x="41" y="214"/>
                  </a:lnTo>
                  <a:lnTo>
                    <a:pt x="35" y="212"/>
                  </a:lnTo>
                  <a:lnTo>
                    <a:pt x="31" y="212"/>
                  </a:lnTo>
                  <a:lnTo>
                    <a:pt x="31" y="212"/>
                  </a:lnTo>
                  <a:lnTo>
                    <a:pt x="31" y="212"/>
                  </a:lnTo>
                  <a:lnTo>
                    <a:pt x="31" y="212"/>
                  </a:lnTo>
                  <a:lnTo>
                    <a:pt x="31" y="210"/>
                  </a:lnTo>
                  <a:lnTo>
                    <a:pt x="31" y="210"/>
                  </a:lnTo>
                  <a:lnTo>
                    <a:pt x="31" y="210"/>
                  </a:lnTo>
                  <a:lnTo>
                    <a:pt x="29" y="210"/>
                  </a:lnTo>
                  <a:lnTo>
                    <a:pt x="29" y="210"/>
                  </a:lnTo>
                  <a:lnTo>
                    <a:pt x="29" y="210"/>
                  </a:lnTo>
                  <a:lnTo>
                    <a:pt x="27" y="210"/>
                  </a:lnTo>
                  <a:lnTo>
                    <a:pt x="27" y="210"/>
                  </a:lnTo>
                  <a:lnTo>
                    <a:pt x="25" y="210"/>
                  </a:lnTo>
                  <a:lnTo>
                    <a:pt x="25" y="210"/>
                  </a:lnTo>
                  <a:lnTo>
                    <a:pt x="25" y="210"/>
                  </a:lnTo>
                  <a:lnTo>
                    <a:pt x="25" y="210"/>
                  </a:lnTo>
                  <a:lnTo>
                    <a:pt x="23" y="208"/>
                  </a:lnTo>
                  <a:lnTo>
                    <a:pt x="23" y="208"/>
                  </a:lnTo>
                  <a:lnTo>
                    <a:pt x="23" y="208"/>
                  </a:lnTo>
                  <a:lnTo>
                    <a:pt x="23" y="206"/>
                  </a:lnTo>
                  <a:lnTo>
                    <a:pt x="23" y="206"/>
                  </a:lnTo>
                  <a:lnTo>
                    <a:pt x="21" y="202"/>
                  </a:lnTo>
                  <a:lnTo>
                    <a:pt x="23" y="200"/>
                  </a:lnTo>
                  <a:lnTo>
                    <a:pt x="23" y="198"/>
                  </a:lnTo>
                  <a:lnTo>
                    <a:pt x="23" y="198"/>
                  </a:lnTo>
                  <a:lnTo>
                    <a:pt x="23" y="198"/>
                  </a:lnTo>
                  <a:lnTo>
                    <a:pt x="23" y="196"/>
                  </a:lnTo>
                  <a:lnTo>
                    <a:pt x="23" y="196"/>
                  </a:lnTo>
                  <a:lnTo>
                    <a:pt x="23" y="196"/>
                  </a:lnTo>
                  <a:lnTo>
                    <a:pt x="23" y="194"/>
                  </a:lnTo>
                  <a:lnTo>
                    <a:pt x="23" y="194"/>
                  </a:lnTo>
                  <a:lnTo>
                    <a:pt x="23" y="194"/>
                  </a:lnTo>
                  <a:lnTo>
                    <a:pt x="23" y="194"/>
                  </a:lnTo>
                  <a:lnTo>
                    <a:pt x="25" y="192"/>
                  </a:lnTo>
                  <a:lnTo>
                    <a:pt x="25" y="192"/>
                  </a:lnTo>
                  <a:lnTo>
                    <a:pt x="25" y="192"/>
                  </a:lnTo>
                  <a:lnTo>
                    <a:pt x="25" y="192"/>
                  </a:lnTo>
                  <a:lnTo>
                    <a:pt x="25" y="192"/>
                  </a:lnTo>
                  <a:lnTo>
                    <a:pt x="25" y="192"/>
                  </a:lnTo>
                  <a:lnTo>
                    <a:pt x="23" y="190"/>
                  </a:lnTo>
                  <a:lnTo>
                    <a:pt x="23" y="190"/>
                  </a:lnTo>
                  <a:lnTo>
                    <a:pt x="23" y="190"/>
                  </a:lnTo>
                  <a:lnTo>
                    <a:pt x="21" y="190"/>
                  </a:lnTo>
                  <a:lnTo>
                    <a:pt x="19" y="190"/>
                  </a:lnTo>
                  <a:lnTo>
                    <a:pt x="19" y="190"/>
                  </a:lnTo>
                  <a:lnTo>
                    <a:pt x="18" y="190"/>
                  </a:lnTo>
                  <a:lnTo>
                    <a:pt x="18" y="190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2" y="192"/>
                  </a:lnTo>
                  <a:lnTo>
                    <a:pt x="12" y="192"/>
                  </a:lnTo>
                  <a:lnTo>
                    <a:pt x="12" y="192"/>
                  </a:lnTo>
                  <a:lnTo>
                    <a:pt x="10" y="190"/>
                  </a:lnTo>
                  <a:lnTo>
                    <a:pt x="8" y="188"/>
                  </a:lnTo>
                  <a:lnTo>
                    <a:pt x="8" y="186"/>
                  </a:lnTo>
                  <a:lnTo>
                    <a:pt x="6" y="186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6" y="184"/>
                  </a:lnTo>
                  <a:lnTo>
                    <a:pt x="6" y="184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6" y="181"/>
                  </a:lnTo>
                  <a:lnTo>
                    <a:pt x="6" y="181"/>
                  </a:lnTo>
                  <a:lnTo>
                    <a:pt x="8" y="181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6" y="179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5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2" y="173"/>
                  </a:lnTo>
                  <a:lnTo>
                    <a:pt x="2" y="173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6" y="171"/>
                  </a:lnTo>
                  <a:lnTo>
                    <a:pt x="6" y="171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6" y="167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8" y="165"/>
                  </a:lnTo>
                  <a:lnTo>
                    <a:pt x="10" y="165"/>
                  </a:lnTo>
                  <a:lnTo>
                    <a:pt x="12" y="165"/>
                  </a:lnTo>
                  <a:lnTo>
                    <a:pt x="12" y="165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59"/>
                  </a:lnTo>
                  <a:lnTo>
                    <a:pt x="14" y="159"/>
                  </a:lnTo>
                  <a:lnTo>
                    <a:pt x="14" y="161"/>
                  </a:lnTo>
                  <a:lnTo>
                    <a:pt x="16" y="161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8" y="157"/>
                  </a:lnTo>
                  <a:lnTo>
                    <a:pt x="19" y="157"/>
                  </a:lnTo>
                  <a:lnTo>
                    <a:pt x="21" y="157"/>
                  </a:lnTo>
                  <a:lnTo>
                    <a:pt x="21" y="157"/>
                  </a:lnTo>
                  <a:lnTo>
                    <a:pt x="23" y="155"/>
                  </a:lnTo>
                  <a:lnTo>
                    <a:pt x="23" y="153"/>
                  </a:lnTo>
                  <a:lnTo>
                    <a:pt x="23" y="153"/>
                  </a:lnTo>
                  <a:lnTo>
                    <a:pt x="23" y="153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21" y="149"/>
                  </a:lnTo>
                  <a:lnTo>
                    <a:pt x="23" y="149"/>
                  </a:lnTo>
                  <a:lnTo>
                    <a:pt x="23" y="147"/>
                  </a:lnTo>
                  <a:lnTo>
                    <a:pt x="23" y="147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3"/>
                  </a:lnTo>
                  <a:lnTo>
                    <a:pt x="23" y="143"/>
                  </a:lnTo>
                  <a:lnTo>
                    <a:pt x="23" y="141"/>
                  </a:lnTo>
                  <a:lnTo>
                    <a:pt x="23" y="141"/>
                  </a:lnTo>
                  <a:lnTo>
                    <a:pt x="25" y="141"/>
                  </a:lnTo>
                  <a:lnTo>
                    <a:pt x="27" y="143"/>
                  </a:lnTo>
                  <a:lnTo>
                    <a:pt x="27" y="141"/>
                  </a:lnTo>
                  <a:lnTo>
                    <a:pt x="27" y="141"/>
                  </a:lnTo>
                  <a:lnTo>
                    <a:pt x="27" y="139"/>
                  </a:lnTo>
                  <a:lnTo>
                    <a:pt x="27" y="139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31" y="137"/>
                  </a:lnTo>
                  <a:lnTo>
                    <a:pt x="31" y="137"/>
                  </a:lnTo>
                  <a:lnTo>
                    <a:pt x="31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5" y="135"/>
                  </a:lnTo>
                  <a:lnTo>
                    <a:pt x="37" y="133"/>
                  </a:lnTo>
                  <a:lnTo>
                    <a:pt x="37" y="133"/>
                  </a:lnTo>
                  <a:lnTo>
                    <a:pt x="39" y="133"/>
                  </a:lnTo>
                  <a:lnTo>
                    <a:pt x="43" y="133"/>
                  </a:lnTo>
                  <a:lnTo>
                    <a:pt x="43" y="133"/>
                  </a:lnTo>
                  <a:lnTo>
                    <a:pt x="47" y="131"/>
                  </a:lnTo>
                  <a:lnTo>
                    <a:pt x="47" y="131"/>
                  </a:lnTo>
                  <a:lnTo>
                    <a:pt x="49" y="131"/>
                  </a:lnTo>
                  <a:lnTo>
                    <a:pt x="49" y="129"/>
                  </a:lnTo>
                  <a:lnTo>
                    <a:pt x="51" y="129"/>
                  </a:lnTo>
                  <a:lnTo>
                    <a:pt x="51" y="128"/>
                  </a:lnTo>
                  <a:lnTo>
                    <a:pt x="51" y="128"/>
                  </a:lnTo>
                  <a:lnTo>
                    <a:pt x="51" y="128"/>
                  </a:lnTo>
                  <a:lnTo>
                    <a:pt x="51" y="126"/>
                  </a:lnTo>
                  <a:lnTo>
                    <a:pt x="57" y="124"/>
                  </a:lnTo>
                  <a:lnTo>
                    <a:pt x="57" y="124"/>
                  </a:lnTo>
                  <a:lnTo>
                    <a:pt x="57" y="124"/>
                  </a:lnTo>
                  <a:lnTo>
                    <a:pt x="57" y="124"/>
                  </a:lnTo>
                  <a:lnTo>
                    <a:pt x="57" y="124"/>
                  </a:lnTo>
                  <a:lnTo>
                    <a:pt x="59" y="124"/>
                  </a:lnTo>
                  <a:lnTo>
                    <a:pt x="59" y="124"/>
                  </a:lnTo>
                  <a:lnTo>
                    <a:pt x="59" y="124"/>
                  </a:lnTo>
                  <a:lnTo>
                    <a:pt x="59" y="126"/>
                  </a:lnTo>
                  <a:lnTo>
                    <a:pt x="59" y="126"/>
                  </a:lnTo>
                  <a:lnTo>
                    <a:pt x="59" y="126"/>
                  </a:lnTo>
                  <a:lnTo>
                    <a:pt x="59" y="126"/>
                  </a:lnTo>
                  <a:lnTo>
                    <a:pt x="59" y="126"/>
                  </a:lnTo>
                  <a:lnTo>
                    <a:pt x="59" y="126"/>
                  </a:lnTo>
                  <a:lnTo>
                    <a:pt x="61" y="124"/>
                  </a:lnTo>
                  <a:lnTo>
                    <a:pt x="63" y="124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0"/>
                  </a:lnTo>
                  <a:lnTo>
                    <a:pt x="63" y="120"/>
                  </a:lnTo>
                  <a:lnTo>
                    <a:pt x="63" y="120"/>
                  </a:lnTo>
                  <a:lnTo>
                    <a:pt x="63" y="118"/>
                  </a:lnTo>
                  <a:lnTo>
                    <a:pt x="65" y="116"/>
                  </a:lnTo>
                  <a:lnTo>
                    <a:pt x="65" y="114"/>
                  </a:lnTo>
                  <a:lnTo>
                    <a:pt x="65" y="114"/>
                  </a:lnTo>
                  <a:lnTo>
                    <a:pt x="67" y="114"/>
                  </a:lnTo>
                  <a:lnTo>
                    <a:pt x="67" y="114"/>
                  </a:lnTo>
                  <a:lnTo>
                    <a:pt x="69" y="114"/>
                  </a:lnTo>
                  <a:lnTo>
                    <a:pt x="70" y="114"/>
                  </a:lnTo>
                  <a:lnTo>
                    <a:pt x="74" y="114"/>
                  </a:lnTo>
                  <a:lnTo>
                    <a:pt x="74" y="116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8" y="112"/>
                  </a:lnTo>
                  <a:lnTo>
                    <a:pt x="76" y="112"/>
                  </a:lnTo>
                  <a:lnTo>
                    <a:pt x="72" y="110"/>
                  </a:lnTo>
                  <a:lnTo>
                    <a:pt x="72" y="110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04"/>
                  </a:lnTo>
                  <a:lnTo>
                    <a:pt x="72" y="102"/>
                  </a:lnTo>
                  <a:lnTo>
                    <a:pt x="74" y="102"/>
                  </a:lnTo>
                  <a:lnTo>
                    <a:pt x="74" y="102"/>
                  </a:lnTo>
                  <a:lnTo>
                    <a:pt x="72" y="98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2" y="90"/>
                  </a:lnTo>
                  <a:lnTo>
                    <a:pt x="72" y="88"/>
                  </a:lnTo>
                  <a:lnTo>
                    <a:pt x="72" y="88"/>
                  </a:lnTo>
                  <a:lnTo>
                    <a:pt x="72" y="88"/>
                  </a:lnTo>
                  <a:lnTo>
                    <a:pt x="72" y="86"/>
                  </a:lnTo>
                  <a:lnTo>
                    <a:pt x="72" y="86"/>
                  </a:lnTo>
                  <a:lnTo>
                    <a:pt x="72" y="86"/>
                  </a:lnTo>
                  <a:lnTo>
                    <a:pt x="74" y="86"/>
                  </a:lnTo>
                  <a:lnTo>
                    <a:pt x="76" y="86"/>
                  </a:lnTo>
                  <a:lnTo>
                    <a:pt x="76" y="88"/>
                  </a:lnTo>
                  <a:lnTo>
                    <a:pt x="78" y="90"/>
                  </a:lnTo>
                  <a:lnTo>
                    <a:pt x="80" y="90"/>
                  </a:lnTo>
                  <a:lnTo>
                    <a:pt x="82" y="90"/>
                  </a:lnTo>
                  <a:lnTo>
                    <a:pt x="82" y="90"/>
                  </a:lnTo>
                  <a:lnTo>
                    <a:pt x="82" y="90"/>
                  </a:lnTo>
                  <a:lnTo>
                    <a:pt x="84" y="90"/>
                  </a:lnTo>
                  <a:lnTo>
                    <a:pt x="84" y="90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4" y="88"/>
                  </a:lnTo>
                  <a:lnTo>
                    <a:pt x="82" y="86"/>
                  </a:lnTo>
                  <a:lnTo>
                    <a:pt x="82" y="86"/>
                  </a:lnTo>
                  <a:lnTo>
                    <a:pt x="82" y="86"/>
                  </a:lnTo>
                  <a:lnTo>
                    <a:pt x="82" y="84"/>
                  </a:lnTo>
                  <a:lnTo>
                    <a:pt x="82" y="84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6" y="84"/>
                  </a:lnTo>
                  <a:lnTo>
                    <a:pt x="86" y="82"/>
                  </a:lnTo>
                  <a:lnTo>
                    <a:pt x="88" y="82"/>
                  </a:lnTo>
                  <a:lnTo>
                    <a:pt x="88" y="82"/>
                  </a:lnTo>
                  <a:lnTo>
                    <a:pt x="88" y="80"/>
                  </a:lnTo>
                  <a:lnTo>
                    <a:pt x="88" y="80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8"/>
                  </a:lnTo>
                  <a:lnTo>
                    <a:pt x="88" y="76"/>
                  </a:lnTo>
                  <a:lnTo>
                    <a:pt x="88" y="76"/>
                  </a:lnTo>
                  <a:lnTo>
                    <a:pt x="88" y="76"/>
                  </a:lnTo>
                  <a:lnTo>
                    <a:pt x="86" y="76"/>
                  </a:lnTo>
                  <a:lnTo>
                    <a:pt x="86" y="76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84" y="74"/>
                  </a:lnTo>
                  <a:lnTo>
                    <a:pt x="84" y="74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6" y="73"/>
                  </a:lnTo>
                  <a:lnTo>
                    <a:pt x="86" y="71"/>
                  </a:lnTo>
                  <a:lnTo>
                    <a:pt x="88" y="71"/>
                  </a:lnTo>
                  <a:lnTo>
                    <a:pt x="88" y="71"/>
                  </a:lnTo>
                  <a:lnTo>
                    <a:pt x="88" y="71"/>
                  </a:lnTo>
                  <a:lnTo>
                    <a:pt x="88" y="71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90" y="65"/>
                  </a:lnTo>
                  <a:lnTo>
                    <a:pt x="92" y="65"/>
                  </a:lnTo>
                  <a:lnTo>
                    <a:pt x="92" y="65"/>
                  </a:lnTo>
                  <a:lnTo>
                    <a:pt x="92" y="65"/>
                  </a:lnTo>
                  <a:lnTo>
                    <a:pt x="94" y="65"/>
                  </a:lnTo>
                  <a:lnTo>
                    <a:pt x="94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7"/>
                  </a:lnTo>
                  <a:lnTo>
                    <a:pt x="102" y="67"/>
                  </a:lnTo>
                  <a:lnTo>
                    <a:pt x="104" y="67"/>
                  </a:lnTo>
                  <a:lnTo>
                    <a:pt x="104" y="67"/>
                  </a:lnTo>
                  <a:lnTo>
                    <a:pt x="104" y="67"/>
                  </a:lnTo>
                  <a:lnTo>
                    <a:pt x="104" y="65"/>
                  </a:lnTo>
                  <a:lnTo>
                    <a:pt x="106" y="65"/>
                  </a:lnTo>
                  <a:lnTo>
                    <a:pt x="106" y="65"/>
                  </a:lnTo>
                  <a:lnTo>
                    <a:pt x="106" y="65"/>
                  </a:lnTo>
                  <a:lnTo>
                    <a:pt x="106" y="65"/>
                  </a:lnTo>
                  <a:lnTo>
                    <a:pt x="108" y="67"/>
                  </a:lnTo>
                  <a:lnTo>
                    <a:pt x="108" y="67"/>
                  </a:lnTo>
                  <a:lnTo>
                    <a:pt x="110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1" y="69"/>
                  </a:lnTo>
                  <a:lnTo>
                    <a:pt x="121" y="67"/>
                  </a:lnTo>
                  <a:lnTo>
                    <a:pt x="121" y="65"/>
                  </a:lnTo>
                  <a:lnTo>
                    <a:pt x="123" y="65"/>
                  </a:lnTo>
                  <a:lnTo>
                    <a:pt x="123" y="65"/>
                  </a:lnTo>
                  <a:lnTo>
                    <a:pt x="125" y="65"/>
                  </a:lnTo>
                  <a:lnTo>
                    <a:pt x="125" y="65"/>
                  </a:lnTo>
                  <a:lnTo>
                    <a:pt x="125" y="65"/>
                  </a:lnTo>
                  <a:lnTo>
                    <a:pt x="125" y="65"/>
                  </a:lnTo>
                  <a:lnTo>
                    <a:pt x="125" y="65"/>
                  </a:lnTo>
                  <a:lnTo>
                    <a:pt x="127" y="63"/>
                  </a:lnTo>
                  <a:lnTo>
                    <a:pt x="127" y="63"/>
                  </a:lnTo>
                  <a:lnTo>
                    <a:pt x="127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31" y="61"/>
                  </a:lnTo>
                  <a:lnTo>
                    <a:pt x="131" y="61"/>
                  </a:lnTo>
                  <a:lnTo>
                    <a:pt x="131" y="59"/>
                  </a:lnTo>
                  <a:lnTo>
                    <a:pt x="133" y="59"/>
                  </a:lnTo>
                  <a:lnTo>
                    <a:pt x="133" y="59"/>
                  </a:lnTo>
                  <a:lnTo>
                    <a:pt x="133" y="59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3"/>
                  </a:lnTo>
                  <a:lnTo>
                    <a:pt x="127" y="53"/>
                  </a:lnTo>
                  <a:lnTo>
                    <a:pt x="127" y="53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49"/>
                  </a:lnTo>
                  <a:lnTo>
                    <a:pt x="127" y="49"/>
                  </a:lnTo>
                  <a:lnTo>
                    <a:pt x="127" y="49"/>
                  </a:lnTo>
                  <a:lnTo>
                    <a:pt x="127" y="47"/>
                  </a:lnTo>
                  <a:lnTo>
                    <a:pt x="129" y="47"/>
                  </a:lnTo>
                  <a:lnTo>
                    <a:pt x="129" y="47"/>
                  </a:lnTo>
                  <a:lnTo>
                    <a:pt x="129" y="45"/>
                  </a:lnTo>
                  <a:lnTo>
                    <a:pt x="129" y="45"/>
                  </a:lnTo>
                  <a:lnTo>
                    <a:pt x="129" y="45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131" y="41"/>
                  </a:lnTo>
                  <a:lnTo>
                    <a:pt x="133" y="41"/>
                  </a:lnTo>
                  <a:lnTo>
                    <a:pt x="133" y="41"/>
                  </a:lnTo>
                  <a:lnTo>
                    <a:pt x="135" y="41"/>
                  </a:lnTo>
                  <a:lnTo>
                    <a:pt x="137" y="43"/>
                  </a:lnTo>
                  <a:lnTo>
                    <a:pt x="137" y="43"/>
                  </a:lnTo>
                  <a:lnTo>
                    <a:pt x="139" y="43"/>
                  </a:lnTo>
                  <a:lnTo>
                    <a:pt x="139" y="43"/>
                  </a:lnTo>
                  <a:lnTo>
                    <a:pt x="139" y="43"/>
                  </a:lnTo>
                  <a:lnTo>
                    <a:pt x="139" y="41"/>
                  </a:lnTo>
                  <a:lnTo>
                    <a:pt x="139" y="39"/>
                  </a:lnTo>
                  <a:lnTo>
                    <a:pt x="141" y="39"/>
                  </a:lnTo>
                  <a:lnTo>
                    <a:pt x="141" y="39"/>
                  </a:lnTo>
                  <a:lnTo>
                    <a:pt x="141" y="39"/>
                  </a:lnTo>
                  <a:lnTo>
                    <a:pt x="141" y="39"/>
                  </a:lnTo>
                  <a:lnTo>
                    <a:pt x="141" y="39"/>
                  </a:lnTo>
                  <a:lnTo>
                    <a:pt x="143" y="41"/>
                  </a:lnTo>
                  <a:lnTo>
                    <a:pt x="143" y="41"/>
                  </a:lnTo>
                  <a:lnTo>
                    <a:pt x="143" y="41"/>
                  </a:lnTo>
                  <a:lnTo>
                    <a:pt x="143" y="41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149" y="39"/>
                  </a:lnTo>
                  <a:lnTo>
                    <a:pt x="149" y="39"/>
                  </a:lnTo>
                  <a:lnTo>
                    <a:pt x="149" y="37"/>
                  </a:lnTo>
                  <a:lnTo>
                    <a:pt x="147" y="35"/>
                  </a:lnTo>
                  <a:lnTo>
                    <a:pt x="143" y="33"/>
                  </a:lnTo>
                  <a:lnTo>
                    <a:pt x="143" y="31"/>
                  </a:lnTo>
                  <a:lnTo>
                    <a:pt x="143" y="31"/>
                  </a:lnTo>
                  <a:lnTo>
                    <a:pt x="143" y="31"/>
                  </a:lnTo>
                  <a:lnTo>
                    <a:pt x="145" y="29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55" y="35"/>
                  </a:lnTo>
                  <a:lnTo>
                    <a:pt x="159" y="35"/>
                  </a:lnTo>
                  <a:lnTo>
                    <a:pt x="161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7" y="33"/>
                  </a:lnTo>
                  <a:lnTo>
                    <a:pt x="171" y="33"/>
                  </a:lnTo>
                  <a:lnTo>
                    <a:pt x="172" y="33"/>
                  </a:lnTo>
                  <a:lnTo>
                    <a:pt x="176" y="31"/>
                  </a:lnTo>
                  <a:lnTo>
                    <a:pt x="176" y="31"/>
                  </a:lnTo>
                  <a:lnTo>
                    <a:pt x="176" y="31"/>
                  </a:lnTo>
                  <a:lnTo>
                    <a:pt x="178" y="31"/>
                  </a:lnTo>
                  <a:lnTo>
                    <a:pt x="178" y="29"/>
                  </a:lnTo>
                  <a:lnTo>
                    <a:pt x="178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80" y="27"/>
                  </a:lnTo>
                  <a:lnTo>
                    <a:pt x="180" y="27"/>
                  </a:lnTo>
                  <a:lnTo>
                    <a:pt x="180" y="27"/>
                  </a:lnTo>
                  <a:lnTo>
                    <a:pt x="182" y="27"/>
                  </a:lnTo>
                  <a:lnTo>
                    <a:pt x="182" y="27"/>
                  </a:lnTo>
                  <a:lnTo>
                    <a:pt x="182" y="25"/>
                  </a:lnTo>
                  <a:lnTo>
                    <a:pt x="186" y="23"/>
                  </a:lnTo>
                  <a:lnTo>
                    <a:pt x="186" y="23"/>
                  </a:lnTo>
                  <a:lnTo>
                    <a:pt x="188" y="23"/>
                  </a:lnTo>
                  <a:lnTo>
                    <a:pt x="190" y="25"/>
                  </a:lnTo>
                  <a:lnTo>
                    <a:pt x="192" y="25"/>
                  </a:lnTo>
                  <a:lnTo>
                    <a:pt x="192" y="25"/>
                  </a:lnTo>
                  <a:lnTo>
                    <a:pt x="194" y="25"/>
                  </a:lnTo>
                  <a:lnTo>
                    <a:pt x="194" y="25"/>
                  </a:lnTo>
                  <a:lnTo>
                    <a:pt x="194" y="23"/>
                  </a:lnTo>
                  <a:lnTo>
                    <a:pt x="198" y="21"/>
                  </a:lnTo>
                  <a:lnTo>
                    <a:pt x="200" y="18"/>
                  </a:lnTo>
                  <a:lnTo>
                    <a:pt x="202" y="16"/>
                  </a:lnTo>
                  <a:lnTo>
                    <a:pt x="204" y="16"/>
                  </a:lnTo>
                  <a:lnTo>
                    <a:pt x="204" y="14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202" y="8"/>
                  </a:lnTo>
                  <a:lnTo>
                    <a:pt x="202" y="8"/>
                  </a:lnTo>
                  <a:lnTo>
                    <a:pt x="202" y="8"/>
                  </a:lnTo>
                  <a:lnTo>
                    <a:pt x="204" y="6"/>
                  </a:lnTo>
                  <a:lnTo>
                    <a:pt x="204" y="6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6" y="2"/>
                  </a:lnTo>
                  <a:lnTo>
                    <a:pt x="206" y="2"/>
                  </a:lnTo>
                  <a:lnTo>
                    <a:pt x="208" y="0"/>
                  </a:lnTo>
                  <a:lnTo>
                    <a:pt x="20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65188" y="3275013"/>
              <a:ext cx="266700" cy="147638"/>
            </a:xfrm>
            <a:custGeom>
              <a:avLst/>
              <a:gdLst>
                <a:gd name="T0" fmla="*/ 200 w 335"/>
                <a:gd name="T1" fmla="*/ 14 h 187"/>
                <a:gd name="T2" fmla="*/ 210 w 335"/>
                <a:gd name="T3" fmla="*/ 16 h 187"/>
                <a:gd name="T4" fmla="*/ 223 w 335"/>
                <a:gd name="T5" fmla="*/ 20 h 187"/>
                <a:gd name="T6" fmla="*/ 237 w 335"/>
                <a:gd name="T7" fmla="*/ 10 h 187"/>
                <a:gd name="T8" fmla="*/ 267 w 335"/>
                <a:gd name="T9" fmla="*/ 16 h 187"/>
                <a:gd name="T10" fmla="*/ 284 w 335"/>
                <a:gd name="T11" fmla="*/ 18 h 187"/>
                <a:gd name="T12" fmla="*/ 300 w 335"/>
                <a:gd name="T13" fmla="*/ 14 h 187"/>
                <a:gd name="T14" fmla="*/ 312 w 335"/>
                <a:gd name="T15" fmla="*/ 8 h 187"/>
                <a:gd name="T16" fmla="*/ 327 w 335"/>
                <a:gd name="T17" fmla="*/ 8 h 187"/>
                <a:gd name="T18" fmla="*/ 333 w 335"/>
                <a:gd name="T19" fmla="*/ 46 h 187"/>
                <a:gd name="T20" fmla="*/ 318 w 335"/>
                <a:gd name="T21" fmla="*/ 55 h 187"/>
                <a:gd name="T22" fmla="*/ 323 w 335"/>
                <a:gd name="T23" fmla="*/ 71 h 187"/>
                <a:gd name="T24" fmla="*/ 312 w 335"/>
                <a:gd name="T25" fmla="*/ 77 h 187"/>
                <a:gd name="T26" fmla="*/ 306 w 335"/>
                <a:gd name="T27" fmla="*/ 81 h 187"/>
                <a:gd name="T28" fmla="*/ 306 w 335"/>
                <a:gd name="T29" fmla="*/ 89 h 187"/>
                <a:gd name="T30" fmla="*/ 314 w 335"/>
                <a:gd name="T31" fmla="*/ 108 h 187"/>
                <a:gd name="T32" fmla="*/ 308 w 335"/>
                <a:gd name="T33" fmla="*/ 124 h 187"/>
                <a:gd name="T34" fmla="*/ 325 w 335"/>
                <a:gd name="T35" fmla="*/ 136 h 187"/>
                <a:gd name="T36" fmla="*/ 314 w 335"/>
                <a:gd name="T37" fmla="*/ 148 h 187"/>
                <a:gd name="T38" fmla="*/ 312 w 335"/>
                <a:gd name="T39" fmla="*/ 163 h 187"/>
                <a:gd name="T40" fmla="*/ 308 w 335"/>
                <a:gd name="T41" fmla="*/ 171 h 187"/>
                <a:gd name="T42" fmla="*/ 298 w 335"/>
                <a:gd name="T43" fmla="*/ 177 h 187"/>
                <a:gd name="T44" fmla="*/ 296 w 335"/>
                <a:gd name="T45" fmla="*/ 167 h 187"/>
                <a:gd name="T46" fmla="*/ 284 w 335"/>
                <a:gd name="T47" fmla="*/ 159 h 187"/>
                <a:gd name="T48" fmla="*/ 278 w 335"/>
                <a:gd name="T49" fmla="*/ 163 h 187"/>
                <a:gd name="T50" fmla="*/ 267 w 335"/>
                <a:gd name="T51" fmla="*/ 163 h 187"/>
                <a:gd name="T52" fmla="*/ 257 w 335"/>
                <a:gd name="T53" fmla="*/ 171 h 187"/>
                <a:gd name="T54" fmla="*/ 249 w 335"/>
                <a:gd name="T55" fmla="*/ 179 h 187"/>
                <a:gd name="T56" fmla="*/ 241 w 335"/>
                <a:gd name="T57" fmla="*/ 171 h 187"/>
                <a:gd name="T58" fmla="*/ 210 w 335"/>
                <a:gd name="T59" fmla="*/ 171 h 187"/>
                <a:gd name="T60" fmla="*/ 198 w 335"/>
                <a:gd name="T61" fmla="*/ 167 h 187"/>
                <a:gd name="T62" fmla="*/ 184 w 335"/>
                <a:gd name="T63" fmla="*/ 155 h 187"/>
                <a:gd name="T64" fmla="*/ 182 w 335"/>
                <a:gd name="T65" fmla="*/ 163 h 187"/>
                <a:gd name="T66" fmla="*/ 176 w 335"/>
                <a:gd name="T67" fmla="*/ 171 h 187"/>
                <a:gd name="T68" fmla="*/ 169 w 335"/>
                <a:gd name="T69" fmla="*/ 175 h 187"/>
                <a:gd name="T70" fmla="*/ 161 w 335"/>
                <a:gd name="T71" fmla="*/ 183 h 187"/>
                <a:gd name="T72" fmla="*/ 127 w 335"/>
                <a:gd name="T73" fmla="*/ 171 h 187"/>
                <a:gd name="T74" fmla="*/ 108 w 335"/>
                <a:gd name="T75" fmla="*/ 155 h 187"/>
                <a:gd name="T76" fmla="*/ 94 w 335"/>
                <a:gd name="T77" fmla="*/ 163 h 187"/>
                <a:gd name="T78" fmla="*/ 76 w 335"/>
                <a:gd name="T79" fmla="*/ 171 h 187"/>
                <a:gd name="T80" fmla="*/ 55 w 335"/>
                <a:gd name="T81" fmla="*/ 169 h 187"/>
                <a:gd name="T82" fmla="*/ 41 w 335"/>
                <a:gd name="T83" fmla="*/ 155 h 187"/>
                <a:gd name="T84" fmla="*/ 25 w 335"/>
                <a:gd name="T85" fmla="*/ 150 h 187"/>
                <a:gd name="T86" fmla="*/ 17 w 335"/>
                <a:gd name="T87" fmla="*/ 140 h 187"/>
                <a:gd name="T88" fmla="*/ 2 w 335"/>
                <a:gd name="T89" fmla="*/ 116 h 187"/>
                <a:gd name="T90" fmla="*/ 14 w 335"/>
                <a:gd name="T91" fmla="*/ 108 h 187"/>
                <a:gd name="T92" fmla="*/ 14 w 335"/>
                <a:gd name="T93" fmla="*/ 87 h 187"/>
                <a:gd name="T94" fmla="*/ 8 w 335"/>
                <a:gd name="T95" fmla="*/ 73 h 187"/>
                <a:gd name="T96" fmla="*/ 12 w 335"/>
                <a:gd name="T97" fmla="*/ 57 h 187"/>
                <a:gd name="T98" fmla="*/ 10 w 335"/>
                <a:gd name="T99" fmla="*/ 49 h 187"/>
                <a:gd name="T100" fmla="*/ 16 w 335"/>
                <a:gd name="T101" fmla="*/ 42 h 187"/>
                <a:gd name="T102" fmla="*/ 33 w 335"/>
                <a:gd name="T103" fmla="*/ 42 h 187"/>
                <a:gd name="T104" fmla="*/ 51 w 335"/>
                <a:gd name="T105" fmla="*/ 47 h 187"/>
                <a:gd name="T106" fmla="*/ 59 w 335"/>
                <a:gd name="T107" fmla="*/ 44 h 187"/>
                <a:gd name="T108" fmla="*/ 74 w 335"/>
                <a:gd name="T109" fmla="*/ 42 h 187"/>
                <a:gd name="T110" fmla="*/ 84 w 335"/>
                <a:gd name="T111" fmla="*/ 38 h 187"/>
                <a:gd name="T112" fmla="*/ 98 w 335"/>
                <a:gd name="T113" fmla="*/ 42 h 187"/>
                <a:gd name="T114" fmla="*/ 118 w 335"/>
                <a:gd name="T115" fmla="*/ 38 h 187"/>
                <a:gd name="T116" fmla="*/ 129 w 335"/>
                <a:gd name="T117" fmla="*/ 40 h 187"/>
                <a:gd name="T118" fmla="*/ 145 w 335"/>
                <a:gd name="T119" fmla="*/ 30 h 187"/>
                <a:gd name="T120" fmla="*/ 163 w 335"/>
                <a:gd name="T121" fmla="*/ 18 h 187"/>
                <a:gd name="T122" fmla="*/ 161 w 335"/>
                <a:gd name="T123" fmla="*/ 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5" h="187">
                  <a:moveTo>
                    <a:pt x="169" y="0"/>
                  </a:moveTo>
                  <a:lnTo>
                    <a:pt x="170" y="0"/>
                  </a:lnTo>
                  <a:lnTo>
                    <a:pt x="172" y="2"/>
                  </a:lnTo>
                  <a:lnTo>
                    <a:pt x="176" y="4"/>
                  </a:lnTo>
                  <a:lnTo>
                    <a:pt x="176" y="4"/>
                  </a:lnTo>
                  <a:lnTo>
                    <a:pt x="176" y="4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82" y="0"/>
                  </a:lnTo>
                  <a:lnTo>
                    <a:pt x="184" y="0"/>
                  </a:lnTo>
                  <a:lnTo>
                    <a:pt x="184" y="0"/>
                  </a:lnTo>
                  <a:lnTo>
                    <a:pt x="184" y="0"/>
                  </a:lnTo>
                  <a:lnTo>
                    <a:pt x="184" y="0"/>
                  </a:lnTo>
                  <a:lnTo>
                    <a:pt x="184" y="2"/>
                  </a:lnTo>
                  <a:lnTo>
                    <a:pt x="184" y="2"/>
                  </a:lnTo>
                  <a:lnTo>
                    <a:pt x="184" y="2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6" y="4"/>
                  </a:lnTo>
                  <a:lnTo>
                    <a:pt x="188" y="4"/>
                  </a:lnTo>
                  <a:lnTo>
                    <a:pt x="188" y="4"/>
                  </a:lnTo>
                  <a:lnTo>
                    <a:pt x="200" y="14"/>
                  </a:lnTo>
                  <a:lnTo>
                    <a:pt x="200" y="14"/>
                  </a:lnTo>
                  <a:lnTo>
                    <a:pt x="200" y="14"/>
                  </a:lnTo>
                  <a:lnTo>
                    <a:pt x="200" y="16"/>
                  </a:lnTo>
                  <a:lnTo>
                    <a:pt x="200" y="16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2" y="18"/>
                  </a:lnTo>
                  <a:lnTo>
                    <a:pt x="202" y="20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8" y="20"/>
                  </a:lnTo>
                  <a:lnTo>
                    <a:pt x="208" y="18"/>
                  </a:lnTo>
                  <a:lnTo>
                    <a:pt x="208" y="18"/>
                  </a:lnTo>
                  <a:lnTo>
                    <a:pt x="208" y="18"/>
                  </a:lnTo>
                  <a:lnTo>
                    <a:pt x="208" y="18"/>
                  </a:lnTo>
                  <a:lnTo>
                    <a:pt x="210" y="16"/>
                  </a:lnTo>
                  <a:lnTo>
                    <a:pt x="210" y="16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12" y="12"/>
                  </a:lnTo>
                  <a:lnTo>
                    <a:pt x="212" y="12"/>
                  </a:lnTo>
                  <a:lnTo>
                    <a:pt x="214" y="12"/>
                  </a:lnTo>
                  <a:lnTo>
                    <a:pt x="214" y="12"/>
                  </a:lnTo>
                  <a:lnTo>
                    <a:pt x="216" y="12"/>
                  </a:lnTo>
                  <a:lnTo>
                    <a:pt x="216" y="14"/>
                  </a:lnTo>
                  <a:lnTo>
                    <a:pt x="216" y="14"/>
                  </a:lnTo>
                  <a:lnTo>
                    <a:pt x="221" y="16"/>
                  </a:lnTo>
                  <a:lnTo>
                    <a:pt x="221" y="16"/>
                  </a:lnTo>
                  <a:lnTo>
                    <a:pt x="221" y="16"/>
                  </a:lnTo>
                  <a:lnTo>
                    <a:pt x="221" y="16"/>
                  </a:lnTo>
                  <a:lnTo>
                    <a:pt x="221" y="18"/>
                  </a:lnTo>
                  <a:lnTo>
                    <a:pt x="221" y="18"/>
                  </a:lnTo>
                  <a:lnTo>
                    <a:pt x="221" y="18"/>
                  </a:lnTo>
                  <a:lnTo>
                    <a:pt x="223" y="18"/>
                  </a:lnTo>
                  <a:lnTo>
                    <a:pt x="223" y="18"/>
                  </a:lnTo>
                  <a:lnTo>
                    <a:pt x="223" y="20"/>
                  </a:lnTo>
                  <a:lnTo>
                    <a:pt x="223" y="20"/>
                  </a:lnTo>
                  <a:lnTo>
                    <a:pt x="223" y="20"/>
                  </a:lnTo>
                  <a:lnTo>
                    <a:pt x="223" y="20"/>
                  </a:lnTo>
                  <a:lnTo>
                    <a:pt x="223" y="20"/>
                  </a:lnTo>
                  <a:lnTo>
                    <a:pt x="225" y="20"/>
                  </a:lnTo>
                  <a:lnTo>
                    <a:pt x="225" y="20"/>
                  </a:lnTo>
                  <a:lnTo>
                    <a:pt x="229" y="20"/>
                  </a:lnTo>
                  <a:lnTo>
                    <a:pt x="231" y="20"/>
                  </a:lnTo>
                  <a:lnTo>
                    <a:pt x="233" y="20"/>
                  </a:lnTo>
                  <a:lnTo>
                    <a:pt x="235" y="18"/>
                  </a:lnTo>
                  <a:lnTo>
                    <a:pt x="235" y="18"/>
                  </a:lnTo>
                  <a:lnTo>
                    <a:pt x="235" y="18"/>
                  </a:lnTo>
                  <a:lnTo>
                    <a:pt x="235" y="18"/>
                  </a:lnTo>
                  <a:lnTo>
                    <a:pt x="235" y="16"/>
                  </a:lnTo>
                  <a:lnTo>
                    <a:pt x="235" y="16"/>
                  </a:lnTo>
                  <a:lnTo>
                    <a:pt x="235" y="14"/>
                  </a:lnTo>
                  <a:lnTo>
                    <a:pt x="235" y="14"/>
                  </a:lnTo>
                  <a:lnTo>
                    <a:pt x="237" y="14"/>
                  </a:lnTo>
                  <a:lnTo>
                    <a:pt x="237" y="14"/>
                  </a:lnTo>
                  <a:lnTo>
                    <a:pt x="237" y="12"/>
                  </a:lnTo>
                  <a:lnTo>
                    <a:pt x="237" y="12"/>
                  </a:lnTo>
                  <a:lnTo>
                    <a:pt x="237" y="12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9" y="10"/>
                  </a:lnTo>
                  <a:lnTo>
                    <a:pt x="239" y="10"/>
                  </a:lnTo>
                  <a:lnTo>
                    <a:pt x="241" y="10"/>
                  </a:lnTo>
                  <a:lnTo>
                    <a:pt x="243" y="10"/>
                  </a:lnTo>
                  <a:lnTo>
                    <a:pt x="245" y="8"/>
                  </a:lnTo>
                  <a:lnTo>
                    <a:pt x="245" y="8"/>
                  </a:lnTo>
                  <a:lnTo>
                    <a:pt x="245" y="8"/>
                  </a:lnTo>
                  <a:lnTo>
                    <a:pt x="245" y="10"/>
                  </a:lnTo>
                  <a:lnTo>
                    <a:pt x="247" y="10"/>
                  </a:lnTo>
                  <a:lnTo>
                    <a:pt x="247" y="10"/>
                  </a:lnTo>
                  <a:lnTo>
                    <a:pt x="249" y="10"/>
                  </a:lnTo>
                  <a:lnTo>
                    <a:pt x="251" y="10"/>
                  </a:lnTo>
                  <a:lnTo>
                    <a:pt x="253" y="10"/>
                  </a:lnTo>
                  <a:lnTo>
                    <a:pt x="261" y="16"/>
                  </a:lnTo>
                  <a:lnTo>
                    <a:pt x="261" y="16"/>
                  </a:lnTo>
                  <a:lnTo>
                    <a:pt x="263" y="18"/>
                  </a:lnTo>
                  <a:lnTo>
                    <a:pt x="263" y="18"/>
                  </a:lnTo>
                  <a:lnTo>
                    <a:pt x="267" y="18"/>
                  </a:lnTo>
                  <a:lnTo>
                    <a:pt x="267" y="18"/>
                  </a:lnTo>
                  <a:lnTo>
                    <a:pt x="267" y="18"/>
                  </a:lnTo>
                  <a:lnTo>
                    <a:pt x="267" y="18"/>
                  </a:lnTo>
                  <a:lnTo>
                    <a:pt x="267" y="18"/>
                  </a:lnTo>
                  <a:lnTo>
                    <a:pt x="267" y="16"/>
                  </a:lnTo>
                  <a:lnTo>
                    <a:pt x="267" y="16"/>
                  </a:lnTo>
                  <a:lnTo>
                    <a:pt x="267" y="16"/>
                  </a:lnTo>
                  <a:lnTo>
                    <a:pt x="269" y="16"/>
                  </a:lnTo>
                  <a:lnTo>
                    <a:pt x="270" y="16"/>
                  </a:lnTo>
                  <a:lnTo>
                    <a:pt x="274" y="14"/>
                  </a:lnTo>
                  <a:lnTo>
                    <a:pt x="274" y="14"/>
                  </a:lnTo>
                  <a:lnTo>
                    <a:pt x="276" y="16"/>
                  </a:lnTo>
                  <a:lnTo>
                    <a:pt x="276" y="16"/>
                  </a:lnTo>
                  <a:lnTo>
                    <a:pt x="276" y="16"/>
                  </a:lnTo>
                  <a:lnTo>
                    <a:pt x="278" y="16"/>
                  </a:lnTo>
                  <a:lnTo>
                    <a:pt x="278" y="14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8"/>
                  </a:lnTo>
                  <a:lnTo>
                    <a:pt x="284" y="18"/>
                  </a:lnTo>
                  <a:lnTo>
                    <a:pt x="284" y="18"/>
                  </a:lnTo>
                  <a:lnTo>
                    <a:pt x="284" y="18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4" y="20"/>
                  </a:lnTo>
                  <a:lnTo>
                    <a:pt x="288" y="20"/>
                  </a:lnTo>
                  <a:lnTo>
                    <a:pt x="290" y="20"/>
                  </a:lnTo>
                  <a:lnTo>
                    <a:pt x="290" y="20"/>
                  </a:lnTo>
                  <a:lnTo>
                    <a:pt x="292" y="20"/>
                  </a:lnTo>
                  <a:lnTo>
                    <a:pt x="292" y="20"/>
                  </a:lnTo>
                  <a:lnTo>
                    <a:pt x="292" y="18"/>
                  </a:lnTo>
                  <a:lnTo>
                    <a:pt x="294" y="18"/>
                  </a:lnTo>
                  <a:lnTo>
                    <a:pt x="294" y="18"/>
                  </a:lnTo>
                  <a:lnTo>
                    <a:pt x="294" y="16"/>
                  </a:lnTo>
                  <a:lnTo>
                    <a:pt x="294" y="16"/>
                  </a:lnTo>
                  <a:lnTo>
                    <a:pt x="294" y="16"/>
                  </a:lnTo>
                  <a:lnTo>
                    <a:pt x="294" y="16"/>
                  </a:lnTo>
                  <a:lnTo>
                    <a:pt x="298" y="16"/>
                  </a:lnTo>
                  <a:lnTo>
                    <a:pt x="300" y="14"/>
                  </a:lnTo>
                  <a:lnTo>
                    <a:pt x="302" y="14"/>
                  </a:lnTo>
                  <a:lnTo>
                    <a:pt x="302" y="14"/>
                  </a:lnTo>
                  <a:lnTo>
                    <a:pt x="302" y="12"/>
                  </a:lnTo>
                  <a:lnTo>
                    <a:pt x="304" y="10"/>
                  </a:lnTo>
                  <a:lnTo>
                    <a:pt x="304" y="10"/>
                  </a:lnTo>
                  <a:lnTo>
                    <a:pt x="304" y="12"/>
                  </a:lnTo>
                  <a:lnTo>
                    <a:pt x="306" y="12"/>
                  </a:lnTo>
                  <a:lnTo>
                    <a:pt x="306" y="10"/>
                  </a:lnTo>
                  <a:lnTo>
                    <a:pt x="306" y="10"/>
                  </a:lnTo>
                  <a:lnTo>
                    <a:pt x="306" y="10"/>
                  </a:lnTo>
                  <a:lnTo>
                    <a:pt x="306" y="10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08" y="10"/>
                  </a:lnTo>
                  <a:lnTo>
                    <a:pt x="308" y="10"/>
                  </a:lnTo>
                  <a:lnTo>
                    <a:pt x="308" y="10"/>
                  </a:lnTo>
                  <a:lnTo>
                    <a:pt x="308" y="10"/>
                  </a:lnTo>
                  <a:lnTo>
                    <a:pt x="310" y="10"/>
                  </a:lnTo>
                  <a:lnTo>
                    <a:pt x="310" y="10"/>
                  </a:lnTo>
                  <a:lnTo>
                    <a:pt x="310" y="8"/>
                  </a:lnTo>
                  <a:lnTo>
                    <a:pt x="312" y="8"/>
                  </a:lnTo>
                  <a:lnTo>
                    <a:pt x="312" y="6"/>
                  </a:lnTo>
                  <a:lnTo>
                    <a:pt x="312" y="4"/>
                  </a:lnTo>
                  <a:lnTo>
                    <a:pt x="312" y="4"/>
                  </a:lnTo>
                  <a:lnTo>
                    <a:pt x="312" y="4"/>
                  </a:lnTo>
                  <a:lnTo>
                    <a:pt x="312" y="4"/>
                  </a:lnTo>
                  <a:lnTo>
                    <a:pt x="314" y="2"/>
                  </a:lnTo>
                  <a:lnTo>
                    <a:pt x="314" y="2"/>
                  </a:lnTo>
                  <a:lnTo>
                    <a:pt x="316" y="2"/>
                  </a:lnTo>
                  <a:lnTo>
                    <a:pt x="316" y="2"/>
                  </a:lnTo>
                  <a:lnTo>
                    <a:pt x="318" y="4"/>
                  </a:lnTo>
                  <a:lnTo>
                    <a:pt x="318" y="4"/>
                  </a:lnTo>
                  <a:lnTo>
                    <a:pt x="318" y="4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3" y="4"/>
                  </a:lnTo>
                  <a:lnTo>
                    <a:pt x="325" y="4"/>
                  </a:lnTo>
                  <a:lnTo>
                    <a:pt x="325" y="4"/>
                  </a:lnTo>
                  <a:lnTo>
                    <a:pt x="325" y="4"/>
                  </a:lnTo>
                  <a:lnTo>
                    <a:pt x="325" y="4"/>
                  </a:lnTo>
                  <a:lnTo>
                    <a:pt x="325" y="4"/>
                  </a:lnTo>
                  <a:lnTo>
                    <a:pt x="325" y="6"/>
                  </a:lnTo>
                  <a:lnTo>
                    <a:pt x="327" y="6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5" y="10"/>
                  </a:lnTo>
                  <a:lnTo>
                    <a:pt x="325" y="12"/>
                  </a:lnTo>
                  <a:lnTo>
                    <a:pt x="325" y="14"/>
                  </a:lnTo>
                  <a:lnTo>
                    <a:pt x="327" y="20"/>
                  </a:lnTo>
                  <a:lnTo>
                    <a:pt x="327" y="22"/>
                  </a:lnTo>
                  <a:lnTo>
                    <a:pt x="329" y="26"/>
                  </a:lnTo>
                  <a:lnTo>
                    <a:pt x="329" y="28"/>
                  </a:lnTo>
                  <a:lnTo>
                    <a:pt x="329" y="28"/>
                  </a:lnTo>
                  <a:lnTo>
                    <a:pt x="329" y="30"/>
                  </a:lnTo>
                  <a:lnTo>
                    <a:pt x="331" y="32"/>
                  </a:lnTo>
                  <a:lnTo>
                    <a:pt x="331" y="34"/>
                  </a:lnTo>
                  <a:lnTo>
                    <a:pt x="331" y="34"/>
                  </a:lnTo>
                  <a:lnTo>
                    <a:pt x="331" y="36"/>
                  </a:lnTo>
                  <a:lnTo>
                    <a:pt x="333" y="38"/>
                  </a:lnTo>
                  <a:lnTo>
                    <a:pt x="333" y="40"/>
                  </a:lnTo>
                  <a:lnTo>
                    <a:pt x="333" y="42"/>
                  </a:lnTo>
                  <a:lnTo>
                    <a:pt x="335" y="44"/>
                  </a:lnTo>
                  <a:lnTo>
                    <a:pt x="333" y="44"/>
                  </a:lnTo>
                  <a:lnTo>
                    <a:pt x="333" y="46"/>
                  </a:lnTo>
                  <a:lnTo>
                    <a:pt x="333" y="46"/>
                  </a:lnTo>
                  <a:lnTo>
                    <a:pt x="333" y="47"/>
                  </a:lnTo>
                  <a:lnTo>
                    <a:pt x="331" y="47"/>
                  </a:lnTo>
                  <a:lnTo>
                    <a:pt x="329" y="47"/>
                  </a:lnTo>
                  <a:lnTo>
                    <a:pt x="329" y="47"/>
                  </a:lnTo>
                  <a:lnTo>
                    <a:pt x="327" y="47"/>
                  </a:lnTo>
                  <a:lnTo>
                    <a:pt x="327" y="47"/>
                  </a:lnTo>
                  <a:lnTo>
                    <a:pt x="327" y="47"/>
                  </a:lnTo>
                  <a:lnTo>
                    <a:pt x="327" y="47"/>
                  </a:lnTo>
                  <a:lnTo>
                    <a:pt x="325" y="47"/>
                  </a:lnTo>
                  <a:lnTo>
                    <a:pt x="325" y="46"/>
                  </a:lnTo>
                  <a:lnTo>
                    <a:pt x="325" y="46"/>
                  </a:lnTo>
                  <a:lnTo>
                    <a:pt x="325" y="46"/>
                  </a:lnTo>
                  <a:lnTo>
                    <a:pt x="325" y="46"/>
                  </a:lnTo>
                  <a:lnTo>
                    <a:pt x="320" y="47"/>
                  </a:lnTo>
                  <a:lnTo>
                    <a:pt x="321" y="49"/>
                  </a:lnTo>
                  <a:lnTo>
                    <a:pt x="321" y="51"/>
                  </a:lnTo>
                  <a:lnTo>
                    <a:pt x="321" y="51"/>
                  </a:lnTo>
                  <a:lnTo>
                    <a:pt x="320" y="51"/>
                  </a:lnTo>
                  <a:lnTo>
                    <a:pt x="320" y="53"/>
                  </a:lnTo>
                  <a:lnTo>
                    <a:pt x="320" y="53"/>
                  </a:lnTo>
                  <a:lnTo>
                    <a:pt x="320" y="53"/>
                  </a:lnTo>
                  <a:lnTo>
                    <a:pt x="318" y="53"/>
                  </a:lnTo>
                  <a:lnTo>
                    <a:pt x="318" y="55"/>
                  </a:lnTo>
                  <a:lnTo>
                    <a:pt x="318" y="55"/>
                  </a:lnTo>
                  <a:lnTo>
                    <a:pt x="318" y="55"/>
                  </a:lnTo>
                  <a:lnTo>
                    <a:pt x="316" y="55"/>
                  </a:lnTo>
                  <a:lnTo>
                    <a:pt x="316" y="55"/>
                  </a:lnTo>
                  <a:lnTo>
                    <a:pt x="316" y="55"/>
                  </a:lnTo>
                  <a:lnTo>
                    <a:pt x="316" y="55"/>
                  </a:lnTo>
                  <a:lnTo>
                    <a:pt x="316" y="55"/>
                  </a:lnTo>
                  <a:lnTo>
                    <a:pt x="316" y="55"/>
                  </a:lnTo>
                  <a:lnTo>
                    <a:pt x="316" y="59"/>
                  </a:lnTo>
                  <a:lnTo>
                    <a:pt x="316" y="59"/>
                  </a:lnTo>
                  <a:lnTo>
                    <a:pt x="316" y="59"/>
                  </a:lnTo>
                  <a:lnTo>
                    <a:pt x="318" y="61"/>
                  </a:lnTo>
                  <a:lnTo>
                    <a:pt x="318" y="61"/>
                  </a:lnTo>
                  <a:lnTo>
                    <a:pt x="318" y="61"/>
                  </a:lnTo>
                  <a:lnTo>
                    <a:pt x="318" y="61"/>
                  </a:lnTo>
                  <a:lnTo>
                    <a:pt x="320" y="63"/>
                  </a:lnTo>
                  <a:lnTo>
                    <a:pt x="320" y="63"/>
                  </a:lnTo>
                  <a:lnTo>
                    <a:pt x="321" y="65"/>
                  </a:lnTo>
                  <a:lnTo>
                    <a:pt x="321" y="65"/>
                  </a:lnTo>
                  <a:lnTo>
                    <a:pt x="321" y="67"/>
                  </a:lnTo>
                  <a:lnTo>
                    <a:pt x="321" y="67"/>
                  </a:lnTo>
                  <a:lnTo>
                    <a:pt x="321" y="67"/>
                  </a:lnTo>
                  <a:lnTo>
                    <a:pt x="323" y="71"/>
                  </a:lnTo>
                  <a:lnTo>
                    <a:pt x="323" y="71"/>
                  </a:lnTo>
                  <a:lnTo>
                    <a:pt x="323" y="71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23" y="75"/>
                  </a:lnTo>
                  <a:lnTo>
                    <a:pt x="321" y="75"/>
                  </a:lnTo>
                  <a:lnTo>
                    <a:pt x="321" y="73"/>
                  </a:lnTo>
                  <a:lnTo>
                    <a:pt x="318" y="73"/>
                  </a:lnTo>
                  <a:lnTo>
                    <a:pt x="318" y="73"/>
                  </a:lnTo>
                  <a:lnTo>
                    <a:pt x="316" y="73"/>
                  </a:lnTo>
                  <a:lnTo>
                    <a:pt x="316" y="75"/>
                  </a:lnTo>
                  <a:lnTo>
                    <a:pt x="316" y="75"/>
                  </a:lnTo>
                  <a:lnTo>
                    <a:pt x="316" y="75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6" y="77"/>
                  </a:lnTo>
                  <a:lnTo>
                    <a:pt x="314" y="77"/>
                  </a:lnTo>
                  <a:lnTo>
                    <a:pt x="314" y="77"/>
                  </a:lnTo>
                  <a:lnTo>
                    <a:pt x="312" y="77"/>
                  </a:lnTo>
                  <a:lnTo>
                    <a:pt x="310" y="77"/>
                  </a:lnTo>
                  <a:lnTo>
                    <a:pt x="308" y="77"/>
                  </a:lnTo>
                  <a:lnTo>
                    <a:pt x="308" y="77"/>
                  </a:lnTo>
                  <a:lnTo>
                    <a:pt x="308" y="77"/>
                  </a:lnTo>
                  <a:lnTo>
                    <a:pt x="308" y="77"/>
                  </a:lnTo>
                  <a:lnTo>
                    <a:pt x="308" y="77"/>
                  </a:lnTo>
                  <a:lnTo>
                    <a:pt x="308" y="79"/>
                  </a:lnTo>
                  <a:lnTo>
                    <a:pt x="308" y="79"/>
                  </a:lnTo>
                  <a:lnTo>
                    <a:pt x="308" y="79"/>
                  </a:lnTo>
                  <a:lnTo>
                    <a:pt x="308" y="79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12" y="83"/>
                  </a:lnTo>
                  <a:lnTo>
                    <a:pt x="312" y="83"/>
                  </a:lnTo>
                  <a:lnTo>
                    <a:pt x="312" y="83"/>
                  </a:lnTo>
                  <a:lnTo>
                    <a:pt x="312" y="85"/>
                  </a:lnTo>
                  <a:lnTo>
                    <a:pt x="310" y="85"/>
                  </a:lnTo>
                  <a:lnTo>
                    <a:pt x="310" y="85"/>
                  </a:lnTo>
                  <a:lnTo>
                    <a:pt x="310" y="85"/>
                  </a:lnTo>
                  <a:lnTo>
                    <a:pt x="308" y="85"/>
                  </a:lnTo>
                  <a:lnTo>
                    <a:pt x="308" y="83"/>
                  </a:lnTo>
                  <a:lnTo>
                    <a:pt x="306" y="83"/>
                  </a:lnTo>
                  <a:lnTo>
                    <a:pt x="306" y="81"/>
                  </a:lnTo>
                  <a:lnTo>
                    <a:pt x="306" y="81"/>
                  </a:lnTo>
                  <a:lnTo>
                    <a:pt x="304" y="81"/>
                  </a:lnTo>
                  <a:lnTo>
                    <a:pt x="304" y="83"/>
                  </a:lnTo>
                  <a:lnTo>
                    <a:pt x="304" y="83"/>
                  </a:lnTo>
                  <a:lnTo>
                    <a:pt x="304" y="83"/>
                  </a:lnTo>
                  <a:lnTo>
                    <a:pt x="304" y="85"/>
                  </a:lnTo>
                  <a:lnTo>
                    <a:pt x="306" y="85"/>
                  </a:lnTo>
                  <a:lnTo>
                    <a:pt x="306" y="85"/>
                  </a:lnTo>
                  <a:lnTo>
                    <a:pt x="306" y="85"/>
                  </a:lnTo>
                  <a:lnTo>
                    <a:pt x="306" y="85"/>
                  </a:lnTo>
                  <a:lnTo>
                    <a:pt x="306" y="85"/>
                  </a:lnTo>
                  <a:lnTo>
                    <a:pt x="306" y="87"/>
                  </a:lnTo>
                  <a:lnTo>
                    <a:pt x="306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7"/>
                  </a:lnTo>
                  <a:lnTo>
                    <a:pt x="304" y="89"/>
                  </a:lnTo>
                  <a:lnTo>
                    <a:pt x="306" y="89"/>
                  </a:lnTo>
                  <a:lnTo>
                    <a:pt x="306" y="89"/>
                  </a:lnTo>
                  <a:lnTo>
                    <a:pt x="306" y="89"/>
                  </a:lnTo>
                  <a:lnTo>
                    <a:pt x="306" y="89"/>
                  </a:lnTo>
                  <a:lnTo>
                    <a:pt x="308" y="95"/>
                  </a:lnTo>
                  <a:lnTo>
                    <a:pt x="308" y="95"/>
                  </a:lnTo>
                  <a:lnTo>
                    <a:pt x="308" y="97"/>
                  </a:lnTo>
                  <a:lnTo>
                    <a:pt x="308" y="97"/>
                  </a:lnTo>
                  <a:lnTo>
                    <a:pt x="308" y="97"/>
                  </a:lnTo>
                  <a:lnTo>
                    <a:pt x="308" y="97"/>
                  </a:lnTo>
                  <a:lnTo>
                    <a:pt x="310" y="99"/>
                  </a:lnTo>
                  <a:lnTo>
                    <a:pt x="310" y="99"/>
                  </a:lnTo>
                  <a:lnTo>
                    <a:pt x="310" y="100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4"/>
                  </a:lnTo>
                  <a:lnTo>
                    <a:pt x="312" y="106"/>
                  </a:lnTo>
                  <a:lnTo>
                    <a:pt x="312" y="108"/>
                  </a:lnTo>
                  <a:lnTo>
                    <a:pt x="314" y="108"/>
                  </a:lnTo>
                  <a:lnTo>
                    <a:pt x="314" y="108"/>
                  </a:lnTo>
                  <a:lnTo>
                    <a:pt x="314" y="108"/>
                  </a:lnTo>
                  <a:lnTo>
                    <a:pt x="316" y="108"/>
                  </a:lnTo>
                  <a:lnTo>
                    <a:pt x="316" y="110"/>
                  </a:lnTo>
                  <a:lnTo>
                    <a:pt x="316" y="110"/>
                  </a:lnTo>
                  <a:lnTo>
                    <a:pt x="314" y="110"/>
                  </a:lnTo>
                  <a:lnTo>
                    <a:pt x="314" y="110"/>
                  </a:lnTo>
                  <a:lnTo>
                    <a:pt x="314" y="112"/>
                  </a:lnTo>
                  <a:lnTo>
                    <a:pt x="314" y="112"/>
                  </a:lnTo>
                  <a:lnTo>
                    <a:pt x="314" y="114"/>
                  </a:lnTo>
                  <a:lnTo>
                    <a:pt x="314" y="114"/>
                  </a:lnTo>
                  <a:lnTo>
                    <a:pt x="312" y="116"/>
                  </a:lnTo>
                  <a:lnTo>
                    <a:pt x="312" y="116"/>
                  </a:lnTo>
                  <a:lnTo>
                    <a:pt x="310" y="118"/>
                  </a:lnTo>
                  <a:lnTo>
                    <a:pt x="310" y="118"/>
                  </a:lnTo>
                  <a:lnTo>
                    <a:pt x="310" y="118"/>
                  </a:lnTo>
                  <a:lnTo>
                    <a:pt x="312" y="120"/>
                  </a:lnTo>
                  <a:lnTo>
                    <a:pt x="312" y="122"/>
                  </a:lnTo>
                  <a:lnTo>
                    <a:pt x="312" y="122"/>
                  </a:lnTo>
                  <a:lnTo>
                    <a:pt x="310" y="122"/>
                  </a:lnTo>
                  <a:lnTo>
                    <a:pt x="310" y="122"/>
                  </a:lnTo>
                  <a:lnTo>
                    <a:pt x="310" y="122"/>
                  </a:lnTo>
                  <a:lnTo>
                    <a:pt x="308" y="122"/>
                  </a:lnTo>
                  <a:lnTo>
                    <a:pt x="308" y="122"/>
                  </a:lnTo>
                  <a:lnTo>
                    <a:pt x="308" y="124"/>
                  </a:lnTo>
                  <a:lnTo>
                    <a:pt x="308" y="124"/>
                  </a:lnTo>
                  <a:lnTo>
                    <a:pt x="308" y="124"/>
                  </a:lnTo>
                  <a:lnTo>
                    <a:pt x="310" y="124"/>
                  </a:lnTo>
                  <a:lnTo>
                    <a:pt x="310" y="126"/>
                  </a:lnTo>
                  <a:lnTo>
                    <a:pt x="314" y="132"/>
                  </a:lnTo>
                  <a:lnTo>
                    <a:pt x="314" y="134"/>
                  </a:lnTo>
                  <a:lnTo>
                    <a:pt x="316" y="134"/>
                  </a:lnTo>
                  <a:lnTo>
                    <a:pt x="316" y="134"/>
                  </a:lnTo>
                  <a:lnTo>
                    <a:pt x="316" y="134"/>
                  </a:lnTo>
                  <a:lnTo>
                    <a:pt x="318" y="136"/>
                  </a:lnTo>
                  <a:lnTo>
                    <a:pt x="320" y="136"/>
                  </a:lnTo>
                  <a:lnTo>
                    <a:pt x="320" y="136"/>
                  </a:lnTo>
                  <a:lnTo>
                    <a:pt x="320" y="136"/>
                  </a:lnTo>
                  <a:lnTo>
                    <a:pt x="320" y="136"/>
                  </a:lnTo>
                  <a:lnTo>
                    <a:pt x="320" y="136"/>
                  </a:lnTo>
                  <a:lnTo>
                    <a:pt x="320" y="136"/>
                  </a:lnTo>
                  <a:lnTo>
                    <a:pt x="323" y="136"/>
                  </a:lnTo>
                  <a:lnTo>
                    <a:pt x="323" y="136"/>
                  </a:lnTo>
                  <a:lnTo>
                    <a:pt x="323" y="136"/>
                  </a:lnTo>
                  <a:lnTo>
                    <a:pt x="323" y="136"/>
                  </a:lnTo>
                  <a:lnTo>
                    <a:pt x="325" y="136"/>
                  </a:lnTo>
                  <a:lnTo>
                    <a:pt x="325" y="136"/>
                  </a:lnTo>
                  <a:lnTo>
                    <a:pt x="325" y="136"/>
                  </a:lnTo>
                  <a:lnTo>
                    <a:pt x="325" y="136"/>
                  </a:lnTo>
                  <a:lnTo>
                    <a:pt x="325" y="136"/>
                  </a:lnTo>
                  <a:lnTo>
                    <a:pt x="325" y="138"/>
                  </a:lnTo>
                  <a:lnTo>
                    <a:pt x="325" y="140"/>
                  </a:lnTo>
                  <a:lnTo>
                    <a:pt x="323" y="142"/>
                  </a:lnTo>
                  <a:lnTo>
                    <a:pt x="323" y="144"/>
                  </a:lnTo>
                  <a:lnTo>
                    <a:pt x="323" y="144"/>
                  </a:lnTo>
                  <a:lnTo>
                    <a:pt x="323" y="144"/>
                  </a:lnTo>
                  <a:lnTo>
                    <a:pt x="323" y="144"/>
                  </a:lnTo>
                  <a:lnTo>
                    <a:pt x="321" y="144"/>
                  </a:lnTo>
                  <a:lnTo>
                    <a:pt x="321" y="144"/>
                  </a:lnTo>
                  <a:lnTo>
                    <a:pt x="321" y="144"/>
                  </a:lnTo>
                  <a:lnTo>
                    <a:pt x="320" y="146"/>
                  </a:lnTo>
                  <a:lnTo>
                    <a:pt x="320" y="146"/>
                  </a:lnTo>
                  <a:lnTo>
                    <a:pt x="320" y="146"/>
                  </a:lnTo>
                  <a:lnTo>
                    <a:pt x="316" y="144"/>
                  </a:lnTo>
                  <a:lnTo>
                    <a:pt x="316" y="144"/>
                  </a:lnTo>
                  <a:lnTo>
                    <a:pt x="316" y="146"/>
                  </a:lnTo>
                  <a:lnTo>
                    <a:pt x="316" y="146"/>
                  </a:lnTo>
                  <a:lnTo>
                    <a:pt x="316" y="148"/>
                  </a:lnTo>
                  <a:lnTo>
                    <a:pt x="314" y="148"/>
                  </a:lnTo>
                  <a:lnTo>
                    <a:pt x="314" y="148"/>
                  </a:lnTo>
                  <a:lnTo>
                    <a:pt x="314" y="148"/>
                  </a:lnTo>
                  <a:lnTo>
                    <a:pt x="316" y="150"/>
                  </a:lnTo>
                  <a:lnTo>
                    <a:pt x="316" y="150"/>
                  </a:lnTo>
                  <a:lnTo>
                    <a:pt x="316" y="152"/>
                  </a:lnTo>
                  <a:lnTo>
                    <a:pt x="318" y="153"/>
                  </a:lnTo>
                  <a:lnTo>
                    <a:pt x="318" y="153"/>
                  </a:lnTo>
                  <a:lnTo>
                    <a:pt x="318" y="153"/>
                  </a:lnTo>
                  <a:lnTo>
                    <a:pt x="318" y="153"/>
                  </a:lnTo>
                  <a:lnTo>
                    <a:pt x="316" y="155"/>
                  </a:lnTo>
                  <a:lnTo>
                    <a:pt x="316" y="155"/>
                  </a:lnTo>
                  <a:lnTo>
                    <a:pt x="316" y="155"/>
                  </a:lnTo>
                  <a:lnTo>
                    <a:pt x="316" y="157"/>
                  </a:lnTo>
                  <a:lnTo>
                    <a:pt x="316" y="157"/>
                  </a:lnTo>
                  <a:lnTo>
                    <a:pt x="316" y="159"/>
                  </a:lnTo>
                  <a:lnTo>
                    <a:pt x="314" y="159"/>
                  </a:lnTo>
                  <a:lnTo>
                    <a:pt x="314" y="159"/>
                  </a:lnTo>
                  <a:lnTo>
                    <a:pt x="314" y="159"/>
                  </a:lnTo>
                  <a:lnTo>
                    <a:pt x="314" y="161"/>
                  </a:lnTo>
                  <a:lnTo>
                    <a:pt x="314" y="161"/>
                  </a:lnTo>
                  <a:lnTo>
                    <a:pt x="312" y="161"/>
                  </a:lnTo>
                  <a:lnTo>
                    <a:pt x="312" y="161"/>
                  </a:lnTo>
                  <a:lnTo>
                    <a:pt x="312" y="163"/>
                  </a:lnTo>
                  <a:lnTo>
                    <a:pt x="312" y="163"/>
                  </a:lnTo>
                  <a:lnTo>
                    <a:pt x="312" y="163"/>
                  </a:lnTo>
                  <a:lnTo>
                    <a:pt x="310" y="163"/>
                  </a:lnTo>
                  <a:lnTo>
                    <a:pt x="310" y="161"/>
                  </a:lnTo>
                  <a:lnTo>
                    <a:pt x="310" y="161"/>
                  </a:lnTo>
                  <a:lnTo>
                    <a:pt x="310" y="161"/>
                  </a:lnTo>
                  <a:lnTo>
                    <a:pt x="308" y="163"/>
                  </a:lnTo>
                  <a:lnTo>
                    <a:pt x="308" y="163"/>
                  </a:lnTo>
                  <a:lnTo>
                    <a:pt x="308" y="163"/>
                  </a:lnTo>
                  <a:lnTo>
                    <a:pt x="308" y="163"/>
                  </a:lnTo>
                  <a:lnTo>
                    <a:pt x="310" y="163"/>
                  </a:lnTo>
                  <a:lnTo>
                    <a:pt x="310" y="165"/>
                  </a:lnTo>
                  <a:lnTo>
                    <a:pt x="310" y="165"/>
                  </a:lnTo>
                  <a:lnTo>
                    <a:pt x="310" y="165"/>
                  </a:lnTo>
                  <a:lnTo>
                    <a:pt x="310" y="165"/>
                  </a:lnTo>
                  <a:lnTo>
                    <a:pt x="310" y="165"/>
                  </a:lnTo>
                  <a:lnTo>
                    <a:pt x="310" y="165"/>
                  </a:lnTo>
                  <a:lnTo>
                    <a:pt x="310" y="167"/>
                  </a:lnTo>
                  <a:lnTo>
                    <a:pt x="310" y="167"/>
                  </a:lnTo>
                  <a:lnTo>
                    <a:pt x="310" y="167"/>
                  </a:lnTo>
                  <a:lnTo>
                    <a:pt x="308" y="169"/>
                  </a:lnTo>
                  <a:lnTo>
                    <a:pt x="308" y="169"/>
                  </a:lnTo>
                  <a:lnTo>
                    <a:pt x="308" y="169"/>
                  </a:lnTo>
                  <a:lnTo>
                    <a:pt x="308" y="169"/>
                  </a:lnTo>
                  <a:lnTo>
                    <a:pt x="308" y="171"/>
                  </a:lnTo>
                  <a:lnTo>
                    <a:pt x="308" y="171"/>
                  </a:lnTo>
                  <a:lnTo>
                    <a:pt x="308" y="171"/>
                  </a:lnTo>
                  <a:lnTo>
                    <a:pt x="306" y="171"/>
                  </a:lnTo>
                  <a:lnTo>
                    <a:pt x="304" y="169"/>
                  </a:lnTo>
                  <a:lnTo>
                    <a:pt x="304" y="169"/>
                  </a:lnTo>
                  <a:lnTo>
                    <a:pt x="304" y="169"/>
                  </a:lnTo>
                  <a:lnTo>
                    <a:pt x="304" y="171"/>
                  </a:lnTo>
                  <a:lnTo>
                    <a:pt x="304" y="171"/>
                  </a:lnTo>
                  <a:lnTo>
                    <a:pt x="304" y="171"/>
                  </a:lnTo>
                  <a:lnTo>
                    <a:pt x="304" y="171"/>
                  </a:lnTo>
                  <a:lnTo>
                    <a:pt x="304" y="173"/>
                  </a:lnTo>
                  <a:lnTo>
                    <a:pt x="304" y="173"/>
                  </a:lnTo>
                  <a:lnTo>
                    <a:pt x="304" y="173"/>
                  </a:lnTo>
                  <a:lnTo>
                    <a:pt x="304" y="173"/>
                  </a:lnTo>
                  <a:lnTo>
                    <a:pt x="304" y="173"/>
                  </a:lnTo>
                  <a:lnTo>
                    <a:pt x="306" y="177"/>
                  </a:lnTo>
                  <a:lnTo>
                    <a:pt x="306" y="177"/>
                  </a:lnTo>
                  <a:lnTo>
                    <a:pt x="306" y="177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06" y="181"/>
                  </a:lnTo>
                  <a:lnTo>
                    <a:pt x="298" y="177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3"/>
                  </a:lnTo>
                  <a:lnTo>
                    <a:pt x="298" y="173"/>
                  </a:lnTo>
                  <a:lnTo>
                    <a:pt x="298" y="173"/>
                  </a:lnTo>
                  <a:lnTo>
                    <a:pt x="298" y="173"/>
                  </a:lnTo>
                  <a:lnTo>
                    <a:pt x="298" y="171"/>
                  </a:lnTo>
                  <a:lnTo>
                    <a:pt x="298" y="171"/>
                  </a:lnTo>
                  <a:lnTo>
                    <a:pt x="298" y="171"/>
                  </a:lnTo>
                  <a:lnTo>
                    <a:pt x="298" y="169"/>
                  </a:lnTo>
                  <a:lnTo>
                    <a:pt x="298" y="169"/>
                  </a:lnTo>
                  <a:lnTo>
                    <a:pt x="298" y="169"/>
                  </a:lnTo>
                  <a:lnTo>
                    <a:pt x="298" y="169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4" y="167"/>
                  </a:lnTo>
                  <a:lnTo>
                    <a:pt x="294" y="167"/>
                  </a:lnTo>
                  <a:lnTo>
                    <a:pt x="294" y="167"/>
                  </a:lnTo>
                  <a:lnTo>
                    <a:pt x="294" y="167"/>
                  </a:lnTo>
                  <a:lnTo>
                    <a:pt x="294" y="165"/>
                  </a:lnTo>
                  <a:lnTo>
                    <a:pt x="294" y="165"/>
                  </a:lnTo>
                  <a:lnTo>
                    <a:pt x="294" y="165"/>
                  </a:lnTo>
                  <a:lnTo>
                    <a:pt x="294" y="165"/>
                  </a:lnTo>
                  <a:lnTo>
                    <a:pt x="294" y="165"/>
                  </a:lnTo>
                  <a:lnTo>
                    <a:pt x="294" y="163"/>
                  </a:lnTo>
                  <a:lnTo>
                    <a:pt x="294" y="163"/>
                  </a:lnTo>
                  <a:lnTo>
                    <a:pt x="290" y="161"/>
                  </a:lnTo>
                  <a:lnTo>
                    <a:pt x="290" y="161"/>
                  </a:lnTo>
                  <a:lnTo>
                    <a:pt x="290" y="157"/>
                  </a:lnTo>
                  <a:lnTo>
                    <a:pt x="290" y="157"/>
                  </a:lnTo>
                  <a:lnTo>
                    <a:pt x="290" y="157"/>
                  </a:lnTo>
                  <a:lnTo>
                    <a:pt x="288" y="157"/>
                  </a:lnTo>
                  <a:lnTo>
                    <a:pt x="284" y="157"/>
                  </a:lnTo>
                  <a:lnTo>
                    <a:pt x="284" y="157"/>
                  </a:lnTo>
                  <a:lnTo>
                    <a:pt x="284" y="157"/>
                  </a:lnTo>
                  <a:lnTo>
                    <a:pt x="284" y="159"/>
                  </a:lnTo>
                  <a:lnTo>
                    <a:pt x="284" y="159"/>
                  </a:lnTo>
                  <a:lnTo>
                    <a:pt x="284" y="159"/>
                  </a:lnTo>
                  <a:lnTo>
                    <a:pt x="284" y="159"/>
                  </a:lnTo>
                  <a:lnTo>
                    <a:pt x="284" y="159"/>
                  </a:lnTo>
                  <a:lnTo>
                    <a:pt x="282" y="159"/>
                  </a:lnTo>
                  <a:lnTo>
                    <a:pt x="282" y="159"/>
                  </a:lnTo>
                  <a:lnTo>
                    <a:pt x="282" y="159"/>
                  </a:lnTo>
                  <a:lnTo>
                    <a:pt x="282" y="159"/>
                  </a:lnTo>
                  <a:lnTo>
                    <a:pt x="282" y="159"/>
                  </a:lnTo>
                  <a:lnTo>
                    <a:pt x="282" y="159"/>
                  </a:lnTo>
                  <a:lnTo>
                    <a:pt x="280" y="159"/>
                  </a:lnTo>
                  <a:lnTo>
                    <a:pt x="280" y="159"/>
                  </a:lnTo>
                  <a:lnTo>
                    <a:pt x="282" y="161"/>
                  </a:lnTo>
                  <a:lnTo>
                    <a:pt x="282" y="161"/>
                  </a:lnTo>
                  <a:lnTo>
                    <a:pt x="282" y="161"/>
                  </a:lnTo>
                  <a:lnTo>
                    <a:pt x="282" y="161"/>
                  </a:lnTo>
                  <a:lnTo>
                    <a:pt x="280" y="161"/>
                  </a:lnTo>
                  <a:lnTo>
                    <a:pt x="280" y="161"/>
                  </a:lnTo>
                  <a:lnTo>
                    <a:pt x="280" y="161"/>
                  </a:lnTo>
                  <a:lnTo>
                    <a:pt x="280" y="161"/>
                  </a:lnTo>
                  <a:lnTo>
                    <a:pt x="280" y="161"/>
                  </a:lnTo>
                  <a:lnTo>
                    <a:pt x="280" y="163"/>
                  </a:lnTo>
                  <a:lnTo>
                    <a:pt x="280" y="163"/>
                  </a:lnTo>
                  <a:lnTo>
                    <a:pt x="280" y="163"/>
                  </a:lnTo>
                  <a:lnTo>
                    <a:pt x="278" y="163"/>
                  </a:lnTo>
                  <a:lnTo>
                    <a:pt x="278" y="165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6" y="167"/>
                  </a:lnTo>
                  <a:lnTo>
                    <a:pt x="276" y="167"/>
                  </a:lnTo>
                  <a:lnTo>
                    <a:pt x="276" y="167"/>
                  </a:lnTo>
                  <a:lnTo>
                    <a:pt x="276" y="167"/>
                  </a:lnTo>
                  <a:lnTo>
                    <a:pt x="274" y="167"/>
                  </a:lnTo>
                  <a:lnTo>
                    <a:pt x="274" y="165"/>
                  </a:lnTo>
                  <a:lnTo>
                    <a:pt x="270" y="165"/>
                  </a:lnTo>
                  <a:lnTo>
                    <a:pt x="270" y="165"/>
                  </a:lnTo>
                  <a:lnTo>
                    <a:pt x="270" y="165"/>
                  </a:lnTo>
                  <a:lnTo>
                    <a:pt x="269" y="165"/>
                  </a:lnTo>
                  <a:lnTo>
                    <a:pt x="269" y="165"/>
                  </a:lnTo>
                  <a:lnTo>
                    <a:pt x="267" y="165"/>
                  </a:lnTo>
                  <a:lnTo>
                    <a:pt x="267" y="165"/>
                  </a:lnTo>
                  <a:lnTo>
                    <a:pt x="267" y="165"/>
                  </a:lnTo>
                  <a:lnTo>
                    <a:pt x="267" y="165"/>
                  </a:lnTo>
                  <a:lnTo>
                    <a:pt x="267" y="165"/>
                  </a:lnTo>
                  <a:lnTo>
                    <a:pt x="267" y="163"/>
                  </a:lnTo>
                  <a:lnTo>
                    <a:pt x="267" y="163"/>
                  </a:lnTo>
                  <a:lnTo>
                    <a:pt x="267" y="163"/>
                  </a:lnTo>
                  <a:lnTo>
                    <a:pt x="267" y="163"/>
                  </a:lnTo>
                  <a:lnTo>
                    <a:pt x="267" y="163"/>
                  </a:lnTo>
                  <a:lnTo>
                    <a:pt x="265" y="163"/>
                  </a:lnTo>
                  <a:lnTo>
                    <a:pt x="261" y="163"/>
                  </a:lnTo>
                  <a:lnTo>
                    <a:pt x="261" y="163"/>
                  </a:lnTo>
                  <a:lnTo>
                    <a:pt x="259" y="163"/>
                  </a:lnTo>
                  <a:lnTo>
                    <a:pt x="259" y="165"/>
                  </a:lnTo>
                  <a:lnTo>
                    <a:pt x="259" y="165"/>
                  </a:lnTo>
                  <a:lnTo>
                    <a:pt x="259" y="165"/>
                  </a:lnTo>
                  <a:lnTo>
                    <a:pt x="259" y="165"/>
                  </a:lnTo>
                  <a:lnTo>
                    <a:pt x="259" y="167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71"/>
                  </a:lnTo>
                  <a:lnTo>
                    <a:pt x="257" y="171"/>
                  </a:lnTo>
                  <a:lnTo>
                    <a:pt x="257" y="171"/>
                  </a:lnTo>
                  <a:lnTo>
                    <a:pt x="257" y="171"/>
                  </a:lnTo>
                  <a:lnTo>
                    <a:pt x="257" y="171"/>
                  </a:lnTo>
                  <a:lnTo>
                    <a:pt x="257" y="173"/>
                  </a:lnTo>
                  <a:lnTo>
                    <a:pt x="257" y="173"/>
                  </a:lnTo>
                  <a:lnTo>
                    <a:pt x="257" y="173"/>
                  </a:lnTo>
                  <a:lnTo>
                    <a:pt x="257" y="173"/>
                  </a:lnTo>
                  <a:lnTo>
                    <a:pt x="257" y="175"/>
                  </a:lnTo>
                  <a:lnTo>
                    <a:pt x="257" y="175"/>
                  </a:lnTo>
                  <a:lnTo>
                    <a:pt x="257" y="175"/>
                  </a:lnTo>
                  <a:lnTo>
                    <a:pt x="255" y="175"/>
                  </a:lnTo>
                  <a:lnTo>
                    <a:pt x="255" y="175"/>
                  </a:lnTo>
                  <a:lnTo>
                    <a:pt x="255" y="177"/>
                  </a:lnTo>
                  <a:lnTo>
                    <a:pt x="255" y="177"/>
                  </a:lnTo>
                  <a:lnTo>
                    <a:pt x="253" y="177"/>
                  </a:lnTo>
                  <a:lnTo>
                    <a:pt x="253" y="177"/>
                  </a:lnTo>
                  <a:lnTo>
                    <a:pt x="253" y="177"/>
                  </a:lnTo>
                  <a:lnTo>
                    <a:pt x="253" y="177"/>
                  </a:lnTo>
                  <a:lnTo>
                    <a:pt x="251" y="177"/>
                  </a:lnTo>
                  <a:lnTo>
                    <a:pt x="251" y="177"/>
                  </a:lnTo>
                  <a:lnTo>
                    <a:pt x="251" y="177"/>
                  </a:lnTo>
                  <a:lnTo>
                    <a:pt x="251" y="179"/>
                  </a:lnTo>
                  <a:lnTo>
                    <a:pt x="251" y="17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9" y="177"/>
                  </a:lnTo>
                  <a:lnTo>
                    <a:pt x="249" y="177"/>
                  </a:lnTo>
                  <a:lnTo>
                    <a:pt x="249" y="177"/>
                  </a:lnTo>
                  <a:lnTo>
                    <a:pt x="247" y="177"/>
                  </a:lnTo>
                  <a:lnTo>
                    <a:pt x="247" y="177"/>
                  </a:lnTo>
                  <a:lnTo>
                    <a:pt x="247" y="177"/>
                  </a:lnTo>
                  <a:lnTo>
                    <a:pt x="247" y="175"/>
                  </a:lnTo>
                  <a:lnTo>
                    <a:pt x="247" y="175"/>
                  </a:lnTo>
                  <a:lnTo>
                    <a:pt x="247" y="175"/>
                  </a:lnTo>
                  <a:lnTo>
                    <a:pt x="249" y="175"/>
                  </a:lnTo>
                  <a:lnTo>
                    <a:pt x="249" y="175"/>
                  </a:lnTo>
                  <a:lnTo>
                    <a:pt x="249" y="175"/>
                  </a:lnTo>
                  <a:lnTo>
                    <a:pt x="249" y="175"/>
                  </a:lnTo>
                  <a:lnTo>
                    <a:pt x="243" y="169"/>
                  </a:lnTo>
                  <a:lnTo>
                    <a:pt x="243" y="169"/>
                  </a:lnTo>
                  <a:lnTo>
                    <a:pt x="243" y="169"/>
                  </a:lnTo>
                  <a:lnTo>
                    <a:pt x="241" y="169"/>
                  </a:lnTo>
                  <a:lnTo>
                    <a:pt x="241" y="171"/>
                  </a:lnTo>
                  <a:lnTo>
                    <a:pt x="241" y="171"/>
                  </a:lnTo>
                  <a:lnTo>
                    <a:pt x="241" y="171"/>
                  </a:lnTo>
                  <a:lnTo>
                    <a:pt x="241" y="171"/>
                  </a:lnTo>
                  <a:lnTo>
                    <a:pt x="239" y="171"/>
                  </a:lnTo>
                  <a:lnTo>
                    <a:pt x="235" y="171"/>
                  </a:lnTo>
                  <a:lnTo>
                    <a:pt x="229" y="171"/>
                  </a:lnTo>
                  <a:lnTo>
                    <a:pt x="229" y="171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3" y="175"/>
                  </a:lnTo>
                  <a:lnTo>
                    <a:pt x="223" y="175"/>
                  </a:lnTo>
                  <a:lnTo>
                    <a:pt x="221" y="173"/>
                  </a:lnTo>
                  <a:lnTo>
                    <a:pt x="221" y="173"/>
                  </a:lnTo>
                  <a:lnTo>
                    <a:pt x="219" y="173"/>
                  </a:lnTo>
                  <a:lnTo>
                    <a:pt x="218" y="171"/>
                  </a:lnTo>
                  <a:lnTo>
                    <a:pt x="218" y="171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10" y="171"/>
                  </a:lnTo>
                  <a:lnTo>
                    <a:pt x="210" y="171"/>
                  </a:lnTo>
                  <a:lnTo>
                    <a:pt x="210" y="173"/>
                  </a:lnTo>
                  <a:lnTo>
                    <a:pt x="210" y="173"/>
                  </a:lnTo>
                  <a:lnTo>
                    <a:pt x="208" y="173"/>
                  </a:lnTo>
                  <a:lnTo>
                    <a:pt x="208" y="173"/>
                  </a:lnTo>
                  <a:lnTo>
                    <a:pt x="208" y="173"/>
                  </a:lnTo>
                  <a:lnTo>
                    <a:pt x="206" y="173"/>
                  </a:lnTo>
                  <a:lnTo>
                    <a:pt x="206" y="173"/>
                  </a:lnTo>
                  <a:lnTo>
                    <a:pt x="206" y="175"/>
                  </a:lnTo>
                  <a:lnTo>
                    <a:pt x="206" y="175"/>
                  </a:lnTo>
                  <a:lnTo>
                    <a:pt x="206" y="175"/>
                  </a:lnTo>
                  <a:lnTo>
                    <a:pt x="204" y="173"/>
                  </a:lnTo>
                  <a:lnTo>
                    <a:pt x="202" y="169"/>
                  </a:lnTo>
                  <a:lnTo>
                    <a:pt x="202" y="169"/>
                  </a:lnTo>
                  <a:lnTo>
                    <a:pt x="202" y="169"/>
                  </a:lnTo>
                  <a:lnTo>
                    <a:pt x="202" y="169"/>
                  </a:lnTo>
                  <a:lnTo>
                    <a:pt x="200" y="169"/>
                  </a:lnTo>
                  <a:lnTo>
                    <a:pt x="200" y="169"/>
                  </a:lnTo>
                  <a:lnTo>
                    <a:pt x="200" y="169"/>
                  </a:lnTo>
                  <a:lnTo>
                    <a:pt x="200" y="169"/>
                  </a:lnTo>
                  <a:lnTo>
                    <a:pt x="200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5"/>
                  </a:lnTo>
                  <a:lnTo>
                    <a:pt x="198" y="165"/>
                  </a:lnTo>
                  <a:lnTo>
                    <a:pt x="198" y="165"/>
                  </a:lnTo>
                  <a:lnTo>
                    <a:pt x="196" y="165"/>
                  </a:lnTo>
                  <a:lnTo>
                    <a:pt x="194" y="165"/>
                  </a:lnTo>
                  <a:lnTo>
                    <a:pt x="194" y="165"/>
                  </a:lnTo>
                  <a:lnTo>
                    <a:pt x="194" y="165"/>
                  </a:lnTo>
                  <a:lnTo>
                    <a:pt x="194" y="165"/>
                  </a:lnTo>
                  <a:lnTo>
                    <a:pt x="194" y="163"/>
                  </a:lnTo>
                  <a:lnTo>
                    <a:pt x="194" y="163"/>
                  </a:lnTo>
                  <a:lnTo>
                    <a:pt x="194" y="163"/>
                  </a:lnTo>
                  <a:lnTo>
                    <a:pt x="194" y="161"/>
                  </a:lnTo>
                  <a:lnTo>
                    <a:pt x="194" y="161"/>
                  </a:lnTo>
                  <a:lnTo>
                    <a:pt x="194" y="159"/>
                  </a:lnTo>
                  <a:lnTo>
                    <a:pt x="194" y="159"/>
                  </a:lnTo>
                  <a:lnTo>
                    <a:pt x="192" y="159"/>
                  </a:lnTo>
                  <a:lnTo>
                    <a:pt x="192" y="157"/>
                  </a:lnTo>
                  <a:lnTo>
                    <a:pt x="186" y="155"/>
                  </a:lnTo>
                  <a:lnTo>
                    <a:pt x="184" y="155"/>
                  </a:lnTo>
                  <a:lnTo>
                    <a:pt x="184" y="155"/>
                  </a:lnTo>
                  <a:lnTo>
                    <a:pt x="184" y="155"/>
                  </a:lnTo>
                  <a:lnTo>
                    <a:pt x="184" y="155"/>
                  </a:lnTo>
                  <a:lnTo>
                    <a:pt x="184" y="155"/>
                  </a:lnTo>
                  <a:lnTo>
                    <a:pt x="184" y="157"/>
                  </a:lnTo>
                  <a:lnTo>
                    <a:pt x="184" y="157"/>
                  </a:lnTo>
                  <a:lnTo>
                    <a:pt x="184" y="157"/>
                  </a:lnTo>
                  <a:lnTo>
                    <a:pt x="184" y="159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1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4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5"/>
                  </a:lnTo>
                  <a:lnTo>
                    <a:pt x="182" y="165"/>
                  </a:lnTo>
                  <a:lnTo>
                    <a:pt x="182" y="165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69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78" y="171"/>
                  </a:lnTo>
                  <a:lnTo>
                    <a:pt x="178" y="171"/>
                  </a:lnTo>
                  <a:lnTo>
                    <a:pt x="178" y="171"/>
                  </a:lnTo>
                  <a:lnTo>
                    <a:pt x="176" y="171"/>
                  </a:lnTo>
                  <a:lnTo>
                    <a:pt x="176" y="169"/>
                  </a:lnTo>
                  <a:lnTo>
                    <a:pt x="174" y="169"/>
                  </a:lnTo>
                  <a:lnTo>
                    <a:pt x="172" y="169"/>
                  </a:lnTo>
                  <a:lnTo>
                    <a:pt x="172" y="169"/>
                  </a:lnTo>
                  <a:lnTo>
                    <a:pt x="172" y="169"/>
                  </a:lnTo>
                  <a:lnTo>
                    <a:pt x="172" y="171"/>
                  </a:lnTo>
                  <a:lnTo>
                    <a:pt x="172" y="171"/>
                  </a:lnTo>
                  <a:lnTo>
                    <a:pt x="172" y="171"/>
                  </a:lnTo>
                  <a:lnTo>
                    <a:pt x="172" y="171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3"/>
                  </a:lnTo>
                  <a:lnTo>
                    <a:pt x="172" y="175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69" y="175"/>
                  </a:lnTo>
                  <a:lnTo>
                    <a:pt x="169" y="175"/>
                  </a:lnTo>
                  <a:lnTo>
                    <a:pt x="169" y="175"/>
                  </a:lnTo>
                  <a:lnTo>
                    <a:pt x="169" y="177"/>
                  </a:lnTo>
                  <a:lnTo>
                    <a:pt x="169" y="177"/>
                  </a:lnTo>
                  <a:lnTo>
                    <a:pt x="167" y="177"/>
                  </a:lnTo>
                  <a:lnTo>
                    <a:pt x="167" y="177"/>
                  </a:lnTo>
                  <a:lnTo>
                    <a:pt x="167" y="177"/>
                  </a:lnTo>
                  <a:lnTo>
                    <a:pt x="167" y="177"/>
                  </a:lnTo>
                  <a:lnTo>
                    <a:pt x="167" y="179"/>
                  </a:lnTo>
                  <a:lnTo>
                    <a:pt x="167" y="179"/>
                  </a:lnTo>
                  <a:lnTo>
                    <a:pt x="167" y="181"/>
                  </a:lnTo>
                  <a:lnTo>
                    <a:pt x="167" y="181"/>
                  </a:lnTo>
                  <a:lnTo>
                    <a:pt x="167" y="181"/>
                  </a:lnTo>
                  <a:lnTo>
                    <a:pt x="167" y="181"/>
                  </a:lnTo>
                  <a:lnTo>
                    <a:pt x="167" y="181"/>
                  </a:lnTo>
                  <a:lnTo>
                    <a:pt x="167" y="181"/>
                  </a:lnTo>
                  <a:lnTo>
                    <a:pt x="165" y="181"/>
                  </a:lnTo>
                  <a:lnTo>
                    <a:pt x="165" y="181"/>
                  </a:lnTo>
                  <a:lnTo>
                    <a:pt x="165" y="181"/>
                  </a:lnTo>
                  <a:lnTo>
                    <a:pt x="163" y="181"/>
                  </a:lnTo>
                  <a:lnTo>
                    <a:pt x="163" y="181"/>
                  </a:lnTo>
                  <a:lnTo>
                    <a:pt x="161" y="181"/>
                  </a:lnTo>
                  <a:lnTo>
                    <a:pt x="161" y="183"/>
                  </a:lnTo>
                  <a:lnTo>
                    <a:pt x="161" y="183"/>
                  </a:lnTo>
                  <a:lnTo>
                    <a:pt x="157" y="185"/>
                  </a:lnTo>
                  <a:lnTo>
                    <a:pt x="157" y="187"/>
                  </a:lnTo>
                  <a:lnTo>
                    <a:pt x="157" y="187"/>
                  </a:lnTo>
                  <a:lnTo>
                    <a:pt x="155" y="185"/>
                  </a:lnTo>
                  <a:lnTo>
                    <a:pt x="153" y="185"/>
                  </a:lnTo>
                  <a:lnTo>
                    <a:pt x="153" y="185"/>
                  </a:lnTo>
                  <a:lnTo>
                    <a:pt x="153" y="183"/>
                  </a:lnTo>
                  <a:lnTo>
                    <a:pt x="153" y="183"/>
                  </a:lnTo>
                  <a:lnTo>
                    <a:pt x="151" y="181"/>
                  </a:lnTo>
                  <a:lnTo>
                    <a:pt x="143" y="181"/>
                  </a:lnTo>
                  <a:lnTo>
                    <a:pt x="141" y="179"/>
                  </a:lnTo>
                  <a:lnTo>
                    <a:pt x="141" y="179"/>
                  </a:lnTo>
                  <a:lnTo>
                    <a:pt x="141" y="179"/>
                  </a:lnTo>
                  <a:lnTo>
                    <a:pt x="139" y="179"/>
                  </a:lnTo>
                  <a:lnTo>
                    <a:pt x="139" y="179"/>
                  </a:lnTo>
                  <a:lnTo>
                    <a:pt x="137" y="179"/>
                  </a:lnTo>
                  <a:lnTo>
                    <a:pt x="135" y="179"/>
                  </a:lnTo>
                  <a:lnTo>
                    <a:pt x="135" y="181"/>
                  </a:lnTo>
                  <a:lnTo>
                    <a:pt x="133" y="179"/>
                  </a:lnTo>
                  <a:lnTo>
                    <a:pt x="133" y="179"/>
                  </a:lnTo>
                  <a:lnTo>
                    <a:pt x="131" y="177"/>
                  </a:lnTo>
                  <a:lnTo>
                    <a:pt x="129" y="173"/>
                  </a:lnTo>
                  <a:lnTo>
                    <a:pt x="127" y="171"/>
                  </a:lnTo>
                  <a:lnTo>
                    <a:pt x="127" y="169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3" y="167"/>
                  </a:lnTo>
                  <a:lnTo>
                    <a:pt x="123" y="167"/>
                  </a:lnTo>
                  <a:lnTo>
                    <a:pt x="123" y="165"/>
                  </a:lnTo>
                  <a:lnTo>
                    <a:pt x="123" y="165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18" y="159"/>
                  </a:lnTo>
                  <a:lnTo>
                    <a:pt x="116" y="159"/>
                  </a:lnTo>
                  <a:lnTo>
                    <a:pt x="112" y="157"/>
                  </a:lnTo>
                  <a:lnTo>
                    <a:pt x="110" y="155"/>
                  </a:lnTo>
                  <a:lnTo>
                    <a:pt x="110" y="155"/>
                  </a:lnTo>
                  <a:lnTo>
                    <a:pt x="108" y="155"/>
                  </a:lnTo>
                  <a:lnTo>
                    <a:pt x="108" y="155"/>
                  </a:lnTo>
                  <a:lnTo>
                    <a:pt x="108" y="155"/>
                  </a:lnTo>
                  <a:lnTo>
                    <a:pt x="108" y="157"/>
                  </a:lnTo>
                  <a:lnTo>
                    <a:pt x="108" y="157"/>
                  </a:lnTo>
                  <a:lnTo>
                    <a:pt x="108" y="157"/>
                  </a:lnTo>
                  <a:lnTo>
                    <a:pt x="104" y="159"/>
                  </a:lnTo>
                  <a:lnTo>
                    <a:pt x="104" y="159"/>
                  </a:lnTo>
                  <a:lnTo>
                    <a:pt x="102" y="161"/>
                  </a:lnTo>
                  <a:lnTo>
                    <a:pt x="102" y="161"/>
                  </a:lnTo>
                  <a:lnTo>
                    <a:pt x="102" y="163"/>
                  </a:lnTo>
                  <a:lnTo>
                    <a:pt x="102" y="163"/>
                  </a:lnTo>
                  <a:lnTo>
                    <a:pt x="102" y="163"/>
                  </a:lnTo>
                  <a:lnTo>
                    <a:pt x="100" y="163"/>
                  </a:lnTo>
                  <a:lnTo>
                    <a:pt x="98" y="161"/>
                  </a:lnTo>
                  <a:lnTo>
                    <a:pt x="98" y="161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6" y="159"/>
                  </a:lnTo>
                  <a:lnTo>
                    <a:pt x="94" y="159"/>
                  </a:lnTo>
                  <a:lnTo>
                    <a:pt x="94" y="159"/>
                  </a:lnTo>
                  <a:lnTo>
                    <a:pt x="94" y="161"/>
                  </a:lnTo>
                  <a:lnTo>
                    <a:pt x="94" y="161"/>
                  </a:lnTo>
                  <a:lnTo>
                    <a:pt x="94" y="161"/>
                  </a:lnTo>
                  <a:lnTo>
                    <a:pt x="94" y="163"/>
                  </a:lnTo>
                  <a:lnTo>
                    <a:pt x="94" y="163"/>
                  </a:lnTo>
                  <a:lnTo>
                    <a:pt x="94" y="163"/>
                  </a:lnTo>
                  <a:lnTo>
                    <a:pt x="92" y="165"/>
                  </a:lnTo>
                  <a:lnTo>
                    <a:pt x="92" y="167"/>
                  </a:lnTo>
                  <a:lnTo>
                    <a:pt x="90" y="167"/>
                  </a:lnTo>
                  <a:lnTo>
                    <a:pt x="88" y="167"/>
                  </a:lnTo>
                  <a:lnTo>
                    <a:pt x="88" y="167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86" y="169"/>
                  </a:lnTo>
                  <a:lnTo>
                    <a:pt x="84" y="169"/>
                  </a:lnTo>
                  <a:lnTo>
                    <a:pt x="84" y="169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0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4" y="171"/>
                  </a:lnTo>
                  <a:lnTo>
                    <a:pt x="72" y="169"/>
                  </a:lnTo>
                  <a:lnTo>
                    <a:pt x="68" y="169"/>
                  </a:lnTo>
                  <a:lnTo>
                    <a:pt x="68" y="169"/>
                  </a:lnTo>
                  <a:lnTo>
                    <a:pt x="68" y="169"/>
                  </a:lnTo>
                  <a:lnTo>
                    <a:pt x="68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3"/>
                  </a:lnTo>
                  <a:lnTo>
                    <a:pt x="65" y="173"/>
                  </a:lnTo>
                  <a:lnTo>
                    <a:pt x="65" y="171"/>
                  </a:lnTo>
                  <a:lnTo>
                    <a:pt x="63" y="169"/>
                  </a:lnTo>
                  <a:lnTo>
                    <a:pt x="61" y="169"/>
                  </a:lnTo>
                  <a:lnTo>
                    <a:pt x="61" y="169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67"/>
                  </a:lnTo>
                  <a:lnTo>
                    <a:pt x="57" y="167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5" y="169"/>
                  </a:lnTo>
                  <a:lnTo>
                    <a:pt x="53" y="165"/>
                  </a:lnTo>
                  <a:lnTo>
                    <a:pt x="53" y="165"/>
                  </a:lnTo>
                  <a:lnTo>
                    <a:pt x="53" y="165"/>
                  </a:lnTo>
                  <a:lnTo>
                    <a:pt x="53" y="165"/>
                  </a:lnTo>
                  <a:lnTo>
                    <a:pt x="51" y="165"/>
                  </a:lnTo>
                  <a:lnTo>
                    <a:pt x="49" y="163"/>
                  </a:lnTo>
                  <a:lnTo>
                    <a:pt x="49" y="161"/>
                  </a:lnTo>
                  <a:lnTo>
                    <a:pt x="49" y="161"/>
                  </a:lnTo>
                  <a:lnTo>
                    <a:pt x="49" y="161"/>
                  </a:lnTo>
                  <a:lnTo>
                    <a:pt x="49" y="161"/>
                  </a:lnTo>
                  <a:lnTo>
                    <a:pt x="49" y="161"/>
                  </a:lnTo>
                  <a:lnTo>
                    <a:pt x="47" y="159"/>
                  </a:lnTo>
                  <a:lnTo>
                    <a:pt x="47" y="159"/>
                  </a:lnTo>
                  <a:lnTo>
                    <a:pt x="45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3" y="159"/>
                  </a:lnTo>
                  <a:lnTo>
                    <a:pt x="41" y="159"/>
                  </a:lnTo>
                  <a:lnTo>
                    <a:pt x="41" y="159"/>
                  </a:lnTo>
                  <a:lnTo>
                    <a:pt x="41" y="159"/>
                  </a:lnTo>
                  <a:lnTo>
                    <a:pt x="41" y="155"/>
                  </a:lnTo>
                  <a:lnTo>
                    <a:pt x="41" y="155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7" y="155"/>
                  </a:lnTo>
                  <a:lnTo>
                    <a:pt x="37" y="153"/>
                  </a:lnTo>
                  <a:lnTo>
                    <a:pt x="35" y="153"/>
                  </a:lnTo>
                  <a:lnTo>
                    <a:pt x="35" y="153"/>
                  </a:lnTo>
                  <a:lnTo>
                    <a:pt x="35" y="152"/>
                  </a:lnTo>
                  <a:lnTo>
                    <a:pt x="33" y="152"/>
                  </a:lnTo>
                  <a:lnTo>
                    <a:pt x="33" y="152"/>
                  </a:lnTo>
                  <a:lnTo>
                    <a:pt x="31" y="152"/>
                  </a:lnTo>
                  <a:lnTo>
                    <a:pt x="31" y="153"/>
                  </a:lnTo>
                  <a:lnTo>
                    <a:pt x="31" y="153"/>
                  </a:lnTo>
                  <a:lnTo>
                    <a:pt x="31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2"/>
                  </a:lnTo>
                  <a:lnTo>
                    <a:pt x="27" y="152"/>
                  </a:lnTo>
                  <a:lnTo>
                    <a:pt x="27" y="152"/>
                  </a:lnTo>
                  <a:lnTo>
                    <a:pt x="27" y="152"/>
                  </a:lnTo>
                  <a:lnTo>
                    <a:pt x="25" y="150"/>
                  </a:lnTo>
                  <a:lnTo>
                    <a:pt x="25" y="152"/>
                  </a:lnTo>
                  <a:lnTo>
                    <a:pt x="23" y="150"/>
                  </a:lnTo>
                  <a:lnTo>
                    <a:pt x="21" y="150"/>
                  </a:lnTo>
                  <a:lnTo>
                    <a:pt x="21" y="150"/>
                  </a:lnTo>
                  <a:lnTo>
                    <a:pt x="21" y="150"/>
                  </a:lnTo>
                  <a:lnTo>
                    <a:pt x="21" y="150"/>
                  </a:lnTo>
                  <a:lnTo>
                    <a:pt x="21" y="150"/>
                  </a:lnTo>
                  <a:lnTo>
                    <a:pt x="21" y="148"/>
                  </a:lnTo>
                  <a:lnTo>
                    <a:pt x="21" y="148"/>
                  </a:lnTo>
                  <a:lnTo>
                    <a:pt x="21" y="148"/>
                  </a:lnTo>
                  <a:lnTo>
                    <a:pt x="21" y="148"/>
                  </a:lnTo>
                  <a:lnTo>
                    <a:pt x="23" y="148"/>
                  </a:lnTo>
                  <a:lnTo>
                    <a:pt x="23" y="148"/>
                  </a:lnTo>
                  <a:lnTo>
                    <a:pt x="23" y="148"/>
                  </a:lnTo>
                  <a:lnTo>
                    <a:pt x="23" y="148"/>
                  </a:lnTo>
                  <a:lnTo>
                    <a:pt x="23" y="148"/>
                  </a:lnTo>
                  <a:lnTo>
                    <a:pt x="21" y="146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19" y="140"/>
                  </a:lnTo>
                  <a:lnTo>
                    <a:pt x="19" y="140"/>
                  </a:lnTo>
                  <a:lnTo>
                    <a:pt x="17" y="140"/>
                  </a:lnTo>
                  <a:lnTo>
                    <a:pt x="17" y="140"/>
                  </a:lnTo>
                  <a:lnTo>
                    <a:pt x="16" y="140"/>
                  </a:lnTo>
                  <a:lnTo>
                    <a:pt x="16" y="140"/>
                  </a:lnTo>
                  <a:lnTo>
                    <a:pt x="14" y="140"/>
                  </a:lnTo>
                  <a:lnTo>
                    <a:pt x="14" y="140"/>
                  </a:lnTo>
                  <a:lnTo>
                    <a:pt x="12" y="140"/>
                  </a:lnTo>
                  <a:lnTo>
                    <a:pt x="12" y="142"/>
                  </a:lnTo>
                  <a:lnTo>
                    <a:pt x="12" y="142"/>
                  </a:lnTo>
                  <a:lnTo>
                    <a:pt x="10" y="140"/>
                  </a:lnTo>
                  <a:lnTo>
                    <a:pt x="10" y="138"/>
                  </a:lnTo>
                  <a:lnTo>
                    <a:pt x="6" y="136"/>
                  </a:lnTo>
                  <a:lnTo>
                    <a:pt x="6" y="136"/>
                  </a:lnTo>
                  <a:lnTo>
                    <a:pt x="4" y="136"/>
                  </a:lnTo>
                  <a:lnTo>
                    <a:pt x="2" y="136"/>
                  </a:lnTo>
                  <a:lnTo>
                    <a:pt x="0" y="134"/>
                  </a:lnTo>
                  <a:lnTo>
                    <a:pt x="0" y="132"/>
                  </a:lnTo>
                  <a:lnTo>
                    <a:pt x="0" y="128"/>
                  </a:lnTo>
                  <a:lnTo>
                    <a:pt x="0" y="126"/>
                  </a:lnTo>
                  <a:lnTo>
                    <a:pt x="2" y="126"/>
                  </a:lnTo>
                  <a:lnTo>
                    <a:pt x="4" y="122"/>
                  </a:lnTo>
                  <a:lnTo>
                    <a:pt x="4" y="118"/>
                  </a:lnTo>
                  <a:lnTo>
                    <a:pt x="2" y="116"/>
                  </a:lnTo>
                  <a:lnTo>
                    <a:pt x="2" y="116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10" y="114"/>
                  </a:lnTo>
                  <a:lnTo>
                    <a:pt x="10" y="114"/>
                  </a:lnTo>
                  <a:lnTo>
                    <a:pt x="10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4"/>
                  </a:lnTo>
                  <a:lnTo>
                    <a:pt x="16" y="102"/>
                  </a:lnTo>
                  <a:lnTo>
                    <a:pt x="16" y="100"/>
                  </a:lnTo>
                  <a:lnTo>
                    <a:pt x="17" y="100"/>
                  </a:lnTo>
                  <a:lnTo>
                    <a:pt x="19" y="97"/>
                  </a:lnTo>
                  <a:lnTo>
                    <a:pt x="19" y="95"/>
                  </a:lnTo>
                  <a:lnTo>
                    <a:pt x="19" y="95"/>
                  </a:lnTo>
                  <a:lnTo>
                    <a:pt x="19" y="95"/>
                  </a:lnTo>
                  <a:lnTo>
                    <a:pt x="14" y="91"/>
                  </a:lnTo>
                  <a:lnTo>
                    <a:pt x="14" y="91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7"/>
                  </a:lnTo>
                  <a:lnTo>
                    <a:pt x="14" y="87"/>
                  </a:lnTo>
                  <a:lnTo>
                    <a:pt x="14" y="87"/>
                  </a:lnTo>
                  <a:lnTo>
                    <a:pt x="14" y="87"/>
                  </a:lnTo>
                  <a:lnTo>
                    <a:pt x="14" y="8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3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4" y="79"/>
                  </a:lnTo>
                  <a:lnTo>
                    <a:pt x="14" y="79"/>
                  </a:lnTo>
                  <a:lnTo>
                    <a:pt x="14" y="79"/>
                  </a:lnTo>
                  <a:lnTo>
                    <a:pt x="14" y="77"/>
                  </a:lnTo>
                  <a:lnTo>
                    <a:pt x="14" y="77"/>
                  </a:lnTo>
                  <a:lnTo>
                    <a:pt x="12" y="77"/>
                  </a:lnTo>
                  <a:lnTo>
                    <a:pt x="10" y="75"/>
                  </a:lnTo>
                  <a:lnTo>
                    <a:pt x="10" y="73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4" y="65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1"/>
                  </a:lnTo>
                  <a:lnTo>
                    <a:pt x="16" y="61"/>
                  </a:lnTo>
                  <a:lnTo>
                    <a:pt x="16" y="61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5"/>
                  </a:lnTo>
                  <a:lnTo>
                    <a:pt x="8" y="53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12" y="46"/>
                  </a:lnTo>
                  <a:lnTo>
                    <a:pt x="12" y="46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6" y="46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7" y="42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9" y="42"/>
                  </a:lnTo>
                  <a:lnTo>
                    <a:pt x="19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5" y="40"/>
                  </a:lnTo>
                  <a:lnTo>
                    <a:pt x="25" y="40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2"/>
                  </a:lnTo>
                  <a:lnTo>
                    <a:pt x="27" y="42"/>
                  </a:lnTo>
                  <a:lnTo>
                    <a:pt x="33" y="42"/>
                  </a:lnTo>
                  <a:lnTo>
                    <a:pt x="35" y="44"/>
                  </a:lnTo>
                  <a:lnTo>
                    <a:pt x="35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1" y="47"/>
                  </a:lnTo>
                  <a:lnTo>
                    <a:pt x="41" y="47"/>
                  </a:lnTo>
                  <a:lnTo>
                    <a:pt x="43" y="47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7" y="47"/>
                  </a:lnTo>
                  <a:lnTo>
                    <a:pt x="49" y="47"/>
                  </a:lnTo>
                  <a:lnTo>
                    <a:pt x="49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7"/>
                  </a:lnTo>
                  <a:lnTo>
                    <a:pt x="51" y="46"/>
                  </a:lnTo>
                  <a:lnTo>
                    <a:pt x="51" y="46"/>
                  </a:lnTo>
                  <a:lnTo>
                    <a:pt x="53" y="46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53" y="42"/>
                  </a:lnTo>
                  <a:lnTo>
                    <a:pt x="53" y="42"/>
                  </a:lnTo>
                  <a:lnTo>
                    <a:pt x="53" y="42"/>
                  </a:lnTo>
                  <a:lnTo>
                    <a:pt x="55" y="42"/>
                  </a:lnTo>
                  <a:lnTo>
                    <a:pt x="55" y="42"/>
                  </a:lnTo>
                  <a:lnTo>
                    <a:pt x="55" y="42"/>
                  </a:lnTo>
                  <a:lnTo>
                    <a:pt x="55" y="42"/>
                  </a:lnTo>
                  <a:lnTo>
                    <a:pt x="57" y="42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57" y="40"/>
                  </a:lnTo>
                  <a:lnTo>
                    <a:pt x="57" y="42"/>
                  </a:lnTo>
                  <a:lnTo>
                    <a:pt x="59" y="44"/>
                  </a:lnTo>
                  <a:lnTo>
                    <a:pt x="61" y="44"/>
                  </a:lnTo>
                  <a:lnTo>
                    <a:pt x="63" y="44"/>
                  </a:lnTo>
                  <a:lnTo>
                    <a:pt x="65" y="44"/>
                  </a:lnTo>
                  <a:lnTo>
                    <a:pt x="65" y="44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7" y="46"/>
                  </a:lnTo>
                  <a:lnTo>
                    <a:pt x="67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8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2" y="44"/>
                  </a:lnTo>
                  <a:lnTo>
                    <a:pt x="72" y="44"/>
                  </a:lnTo>
                  <a:lnTo>
                    <a:pt x="72" y="44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74" y="42"/>
                  </a:lnTo>
                  <a:lnTo>
                    <a:pt x="74" y="42"/>
                  </a:lnTo>
                  <a:lnTo>
                    <a:pt x="74" y="42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80" y="44"/>
                  </a:lnTo>
                  <a:lnTo>
                    <a:pt x="80" y="44"/>
                  </a:lnTo>
                  <a:lnTo>
                    <a:pt x="82" y="44"/>
                  </a:lnTo>
                  <a:lnTo>
                    <a:pt x="82" y="44"/>
                  </a:lnTo>
                  <a:lnTo>
                    <a:pt x="82" y="44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82" y="40"/>
                  </a:lnTo>
                  <a:lnTo>
                    <a:pt x="82" y="40"/>
                  </a:lnTo>
                  <a:lnTo>
                    <a:pt x="82" y="40"/>
                  </a:lnTo>
                  <a:lnTo>
                    <a:pt x="82" y="40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4" y="38"/>
                  </a:lnTo>
                  <a:lnTo>
                    <a:pt x="84" y="38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6" y="44"/>
                  </a:lnTo>
                  <a:lnTo>
                    <a:pt x="88" y="44"/>
                  </a:lnTo>
                  <a:lnTo>
                    <a:pt x="88" y="44"/>
                  </a:lnTo>
                  <a:lnTo>
                    <a:pt x="90" y="42"/>
                  </a:lnTo>
                  <a:lnTo>
                    <a:pt x="92" y="42"/>
                  </a:lnTo>
                  <a:lnTo>
                    <a:pt x="92" y="42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6" y="42"/>
                  </a:lnTo>
                  <a:lnTo>
                    <a:pt x="96" y="42"/>
                  </a:lnTo>
                  <a:lnTo>
                    <a:pt x="98" y="42"/>
                  </a:lnTo>
                  <a:lnTo>
                    <a:pt x="98" y="42"/>
                  </a:lnTo>
                  <a:lnTo>
                    <a:pt x="102" y="42"/>
                  </a:lnTo>
                  <a:lnTo>
                    <a:pt x="102" y="42"/>
                  </a:lnTo>
                  <a:lnTo>
                    <a:pt x="102" y="40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6"/>
                  </a:lnTo>
                  <a:lnTo>
                    <a:pt x="106" y="36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10" y="36"/>
                  </a:lnTo>
                  <a:lnTo>
                    <a:pt x="112" y="34"/>
                  </a:lnTo>
                  <a:lnTo>
                    <a:pt x="112" y="34"/>
                  </a:lnTo>
                  <a:lnTo>
                    <a:pt x="112" y="36"/>
                  </a:lnTo>
                  <a:lnTo>
                    <a:pt x="112" y="36"/>
                  </a:lnTo>
                  <a:lnTo>
                    <a:pt x="114" y="36"/>
                  </a:lnTo>
                  <a:lnTo>
                    <a:pt x="114" y="36"/>
                  </a:lnTo>
                  <a:lnTo>
                    <a:pt x="116" y="38"/>
                  </a:lnTo>
                  <a:lnTo>
                    <a:pt x="116" y="38"/>
                  </a:lnTo>
                  <a:lnTo>
                    <a:pt x="118" y="38"/>
                  </a:lnTo>
                  <a:lnTo>
                    <a:pt x="118" y="40"/>
                  </a:lnTo>
                  <a:lnTo>
                    <a:pt x="119" y="42"/>
                  </a:lnTo>
                  <a:lnTo>
                    <a:pt x="119" y="42"/>
                  </a:lnTo>
                  <a:lnTo>
                    <a:pt x="121" y="42"/>
                  </a:lnTo>
                  <a:lnTo>
                    <a:pt x="121" y="42"/>
                  </a:lnTo>
                  <a:lnTo>
                    <a:pt x="121" y="42"/>
                  </a:lnTo>
                  <a:lnTo>
                    <a:pt x="121" y="42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23" y="40"/>
                  </a:lnTo>
                  <a:lnTo>
                    <a:pt x="123" y="40"/>
                  </a:lnTo>
                  <a:lnTo>
                    <a:pt x="127" y="44"/>
                  </a:lnTo>
                  <a:lnTo>
                    <a:pt x="127" y="44"/>
                  </a:lnTo>
                  <a:lnTo>
                    <a:pt x="127" y="44"/>
                  </a:lnTo>
                  <a:lnTo>
                    <a:pt x="127" y="46"/>
                  </a:lnTo>
                  <a:lnTo>
                    <a:pt x="127" y="46"/>
                  </a:lnTo>
                  <a:lnTo>
                    <a:pt x="129" y="46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0"/>
                  </a:lnTo>
                  <a:lnTo>
                    <a:pt x="129" y="40"/>
                  </a:lnTo>
                  <a:lnTo>
                    <a:pt x="129" y="40"/>
                  </a:lnTo>
                  <a:lnTo>
                    <a:pt x="129" y="40"/>
                  </a:lnTo>
                  <a:lnTo>
                    <a:pt x="129" y="40"/>
                  </a:lnTo>
                  <a:lnTo>
                    <a:pt x="131" y="36"/>
                  </a:lnTo>
                  <a:lnTo>
                    <a:pt x="131" y="36"/>
                  </a:lnTo>
                  <a:lnTo>
                    <a:pt x="131" y="36"/>
                  </a:lnTo>
                  <a:lnTo>
                    <a:pt x="131" y="36"/>
                  </a:lnTo>
                  <a:lnTo>
                    <a:pt x="133" y="36"/>
                  </a:lnTo>
                  <a:lnTo>
                    <a:pt x="133" y="36"/>
                  </a:lnTo>
                  <a:lnTo>
                    <a:pt x="135" y="36"/>
                  </a:lnTo>
                  <a:lnTo>
                    <a:pt x="135" y="36"/>
                  </a:lnTo>
                  <a:lnTo>
                    <a:pt x="137" y="34"/>
                  </a:lnTo>
                  <a:lnTo>
                    <a:pt x="137" y="34"/>
                  </a:lnTo>
                  <a:lnTo>
                    <a:pt x="137" y="34"/>
                  </a:lnTo>
                  <a:lnTo>
                    <a:pt x="137" y="34"/>
                  </a:lnTo>
                  <a:lnTo>
                    <a:pt x="137" y="32"/>
                  </a:lnTo>
                  <a:lnTo>
                    <a:pt x="137" y="32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43" y="30"/>
                  </a:lnTo>
                  <a:lnTo>
                    <a:pt x="143" y="30"/>
                  </a:lnTo>
                  <a:lnTo>
                    <a:pt x="145" y="30"/>
                  </a:lnTo>
                  <a:lnTo>
                    <a:pt x="145" y="30"/>
                  </a:lnTo>
                  <a:lnTo>
                    <a:pt x="147" y="30"/>
                  </a:lnTo>
                  <a:lnTo>
                    <a:pt x="149" y="30"/>
                  </a:lnTo>
                  <a:lnTo>
                    <a:pt x="149" y="28"/>
                  </a:lnTo>
                  <a:lnTo>
                    <a:pt x="151" y="28"/>
                  </a:lnTo>
                  <a:lnTo>
                    <a:pt x="151" y="26"/>
                  </a:lnTo>
                  <a:lnTo>
                    <a:pt x="151" y="26"/>
                  </a:lnTo>
                  <a:lnTo>
                    <a:pt x="151" y="24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3" y="22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9" y="20"/>
                  </a:lnTo>
                  <a:lnTo>
                    <a:pt x="159" y="20"/>
                  </a:lnTo>
                  <a:lnTo>
                    <a:pt x="159" y="20"/>
                  </a:lnTo>
                  <a:lnTo>
                    <a:pt x="161" y="18"/>
                  </a:lnTo>
                  <a:lnTo>
                    <a:pt x="161" y="18"/>
                  </a:lnTo>
                  <a:lnTo>
                    <a:pt x="161" y="18"/>
                  </a:lnTo>
                  <a:lnTo>
                    <a:pt x="163" y="18"/>
                  </a:lnTo>
                  <a:lnTo>
                    <a:pt x="163" y="16"/>
                  </a:lnTo>
                  <a:lnTo>
                    <a:pt x="163" y="16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2"/>
                  </a:lnTo>
                  <a:lnTo>
                    <a:pt x="163" y="12"/>
                  </a:lnTo>
                  <a:lnTo>
                    <a:pt x="163" y="12"/>
                  </a:lnTo>
                  <a:lnTo>
                    <a:pt x="163" y="12"/>
                  </a:lnTo>
                  <a:lnTo>
                    <a:pt x="165" y="10"/>
                  </a:lnTo>
                  <a:lnTo>
                    <a:pt x="165" y="10"/>
                  </a:lnTo>
                  <a:lnTo>
                    <a:pt x="165" y="10"/>
                  </a:lnTo>
                  <a:lnTo>
                    <a:pt x="165" y="10"/>
                  </a:lnTo>
                  <a:lnTo>
                    <a:pt x="165" y="10"/>
                  </a:lnTo>
                  <a:lnTo>
                    <a:pt x="163" y="10"/>
                  </a:lnTo>
                  <a:lnTo>
                    <a:pt x="163" y="8"/>
                  </a:lnTo>
                  <a:lnTo>
                    <a:pt x="163" y="6"/>
                  </a:lnTo>
                  <a:lnTo>
                    <a:pt x="161" y="6"/>
                  </a:lnTo>
                  <a:lnTo>
                    <a:pt x="161" y="6"/>
                  </a:lnTo>
                  <a:lnTo>
                    <a:pt x="161" y="6"/>
                  </a:lnTo>
                  <a:lnTo>
                    <a:pt x="161" y="4"/>
                  </a:lnTo>
                  <a:lnTo>
                    <a:pt x="161" y="4"/>
                  </a:lnTo>
                  <a:lnTo>
                    <a:pt x="161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7" y="2"/>
                  </a:lnTo>
                  <a:lnTo>
                    <a:pt x="167" y="2"/>
                  </a:lnTo>
                  <a:lnTo>
                    <a:pt x="167" y="2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69" y="0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 noEditPoints="1"/>
            </p:cNvSpPr>
            <p:nvPr/>
          </p:nvSpPr>
          <p:spPr bwMode="auto">
            <a:xfrm>
              <a:off x="1057275" y="3109913"/>
              <a:ext cx="420688" cy="257175"/>
            </a:xfrm>
            <a:custGeom>
              <a:avLst/>
              <a:gdLst>
                <a:gd name="T0" fmla="*/ 194 w 532"/>
                <a:gd name="T1" fmla="*/ 63 h 324"/>
                <a:gd name="T2" fmla="*/ 196 w 532"/>
                <a:gd name="T3" fmla="*/ 26 h 324"/>
                <a:gd name="T4" fmla="*/ 194 w 532"/>
                <a:gd name="T5" fmla="*/ 49 h 324"/>
                <a:gd name="T6" fmla="*/ 194 w 532"/>
                <a:gd name="T7" fmla="*/ 69 h 324"/>
                <a:gd name="T8" fmla="*/ 198 w 532"/>
                <a:gd name="T9" fmla="*/ 87 h 324"/>
                <a:gd name="T10" fmla="*/ 220 w 532"/>
                <a:gd name="T11" fmla="*/ 104 h 324"/>
                <a:gd name="T12" fmla="*/ 233 w 532"/>
                <a:gd name="T13" fmla="*/ 110 h 324"/>
                <a:gd name="T14" fmla="*/ 257 w 532"/>
                <a:gd name="T15" fmla="*/ 122 h 324"/>
                <a:gd name="T16" fmla="*/ 277 w 532"/>
                <a:gd name="T17" fmla="*/ 126 h 324"/>
                <a:gd name="T18" fmla="*/ 286 w 532"/>
                <a:gd name="T19" fmla="*/ 132 h 324"/>
                <a:gd name="T20" fmla="*/ 320 w 532"/>
                <a:gd name="T21" fmla="*/ 128 h 324"/>
                <a:gd name="T22" fmla="*/ 335 w 532"/>
                <a:gd name="T23" fmla="*/ 132 h 324"/>
                <a:gd name="T24" fmla="*/ 353 w 532"/>
                <a:gd name="T25" fmla="*/ 149 h 324"/>
                <a:gd name="T26" fmla="*/ 369 w 532"/>
                <a:gd name="T27" fmla="*/ 157 h 324"/>
                <a:gd name="T28" fmla="*/ 394 w 532"/>
                <a:gd name="T29" fmla="*/ 161 h 324"/>
                <a:gd name="T30" fmla="*/ 418 w 532"/>
                <a:gd name="T31" fmla="*/ 151 h 324"/>
                <a:gd name="T32" fmla="*/ 490 w 532"/>
                <a:gd name="T33" fmla="*/ 179 h 324"/>
                <a:gd name="T34" fmla="*/ 516 w 532"/>
                <a:gd name="T35" fmla="*/ 185 h 324"/>
                <a:gd name="T36" fmla="*/ 532 w 532"/>
                <a:gd name="T37" fmla="*/ 210 h 324"/>
                <a:gd name="T38" fmla="*/ 524 w 532"/>
                <a:gd name="T39" fmla="*/ 230 h 324"/>
                <a:gd name="T40" fmla="*/ 508 w 532"/>
                <a:gd name="T41" fmla="*/ 246 h 324"/>
                <a:gd name="T42" fmla="*/ 486 w 532"/>
                <a:gd name="T43" fmla="*/ 250 h 324"/>
                <a:gd name="T44" fmla="*/ 496 w 532"/>
                <a:gd name="T45" fmla="*/ 265 h 324"/>
                <a:gd name="T46" fmla="*/ 512 w 532"/>
                <a:gd name="T47" fmla="*/ 267 h 324"/>
                <a:gd name="T48" fmla="*/ 473 w 532"/>
                <a:gd name="T49" fmla="*/ 297 h 324"/>
                <a:gd name="T50" fmla="*/ 443 w 532"/>
                <a:gd name="T51" fmla="*/ 324 h 324"/>
                <a:gd name="T52" fmla="*/ 408 w 532"/>
                <a:gd name="T53" fmla="*/ 312 h 324"/>
                <a:gd name="T54" fmla="*/ 365 w 532"/>
                <a:gd name="T55" fmla="*/ 295 h 324"/>
                <a:gd name="T56" fmla="*/ 349 w 532"/>
                <a:gd name="T57" fmla="*/ 285 h 324"/>
                <a:gd name="T58" fmla="*/ 339 w 532"/>
                <a:gd name="T59" fmla="*/ 283 h 324"/>
                <a:gd name="T60" fmla="*/ 328 w 532"/>
                <a:gd name="T61" fmla="*/ 281 h 324"/>
                <a:gd name="T62" fmla="*/ 314 w 532"/>
                <a:gd name="T63" fmla="*/ 271 h 324"/>
                <a:gd name="T64" fmla="*/ 300 w 532"/>
                <a:gd name="T65" fmla="*/ 265 h 324"/>
                <a:gd name="T66" fmla="*/ 290 w 532"/>
                <a:gd name="T67" fmla="*/ 257 h 324"/>
                <a:gd name="T68" fmla="*/ 282 w 532"/>
                <a:gd name="T69" fmla="*/ 271 h 324"/>
                <a:gd name="T70" fmla="*/ 253 w 532"/>
                <a:gd name="T71" fmla="*/ 273 h 324"/>
                <a:gd name="T72" fmla="*/ 245 w 532"/>
                <a:gd name="T73" fmla="*/ 281 h 324"/>
                <a:gd name="T74" fmla="*/ 220 w 532"/>
                <a:gd name="T75" fmla="*/ 295 h 324"/>
                <a:gd name="T76" fmla="*/ 196 w 532"/>
                <a:gd name="T77" fmla="*/ 285 h 324"/>
                <a:gd name="T78" fmla="*/ 188 w 532"/>
                <a:gd name="T79" fmla="*/ 265 h 324"/>
                <a:gd name="T80" fmla="*/ 167 w 532"/>
                <a:gd name="T81" fmla="*/ 240 h 324"/>
                <a:gd name="T82" fmla="*/ 153 w 532"/>
                <a:gd name="T83" fmla="*/ 252 h 324"/>
                <a:gd name="T84" fmla="*/ 116 w 532"/>
                <a:gd name="T85" fmla="*/ 240 h 324"/>
                <a:gd name="T86" fmla="*/ 90 w 532"/>
                <a:gd name="T87" fmla="*/ 240 h 324"/>
                <a:gd name="T88" fmla="*/ 75 w 532"/>
                <a:gd name="T89" fmla="*/ 210 h 324"/>
                <a:gd name="T90" fmla="*/ 63 w 532"/>
                <a:gd name="T91" fmla="*/ 220 h 324"/>
                <a:gd name="T92" fmla="*/ 41 w 532"/>
                <a:gd name="T93" fmla="*/ 224 h 324"/>
                <a:gd name="T94" fmla="*/ 39 w 532"/>
                <a:gd name="T95" fmla="*/ 216 h 324"/>
                <a:gd name="T96" fmla="*/ 29 w 532"/>
                <a:gd name="T97" fmla="*/ 200 h 324"/>
                <a:gd name="T98" fmla="*/ 22 w 532"/>
                <a:gd name="T99" fmla="*/ 189 h 324"/>
                <a:gd name="T100" fmla="*/ 6 w 532"/>
                <a:gd name="T101" fmla="*/ 185 h 324"/>
                <a:gd name="T102" fmla="*/ 4 w 532"/>
                <a:gd name="T103" fmla="*/ 169 h 324"/>
                <a:gd name="T104" fmla="*/ 4 w 532"/>
                <a:gd name="T105" fmla="*/ 155 h 324"/>
                <a:gd name="T106" fmla="*/ 33 w 532"/>
                <a:gd name="T107" fmla="*/ 151 h 324"/>
                <a:gd name="T108" fmla="*/ 35 w 532"/>
                <a:gd name="T109" fmla="*/ 136 h 324"/>
                <a:gd name="T110" fmla="*/ 45 w 532"/>
                <a:gd name="T111" fmla="*/ 134 h 324"/>
                <a:gd name="T112" fmla="*/ 53 w 532"/>
                <a:gd name="T113" fmla="*/ 124 h 324"/>
                <a:gd name="T114" fmla="*/ 53 w 532"/>
                <a:gd name="T115" fmla="*/ 100 h 324"/>
                <a:gd name="T116" fmla="*/ 51 w 532"/>
                <a:gd name="T117" fmla="*/ 87 h 324"/>
                <a:gd name="T118" fmla="*/ 73 w 532"/>
                <a:gd name="T119" fmla="*/ 38 h 324"/>
                <a:gd name="T120" fmla="*/ 102 w 532"/>
                <a:gd name="T121" fmla="*/ 22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2" h="324">
                  <a:moveTo>
                    <a:pt x="384" y="301"/>
                  </a:moveTo>
                  <a:lnTo>
                    <a:pt x="384" y="301"/>
                  </a:lnTo>
                  <a:lnTo>
                    <a:pt x="383" y="303"/>
                  </a:lnTo>
                  <a:lnTo>
                    <a:pt x="383" y="303"/>
                  </a:lnTo>
                  <a:lnTo>
                    <a:pt x="383" y="303"/>
                  </a:lnTo>
                  <a:lnTo>
                    <a:pt x="383" y="305"/>
                  </a:lnTo>
                  <a:lnTo>
                    <a:pt x="384" y="307"/>
                  </a:lnTo>
                  <a:lnTo>
                    <a:pt x="384" y="307"/>
                  </a:lnTo>
                  <a:lnTo>
                    <a:pt x="384" y="307"/>
                  </a:lnTo>
                  <a:lnTo>
                    <a:pt x="384" y="305"/>
                  </a:lnTo>
                  <a:lnTo>
                    <a:pt x="384" y="305"/>
                  </a:lnTo>
                  <a:lnTo>
                    <a:pt x="384" y="305"/>
                  </a:lnTo>
                  <a:lnTo>
                    <a:pt x="384" y="303"/>
                  </a:lnTo>
                  <a:lnTo>
                    <a:pt x="384" y="303"/>
                  </a:lnTo>
                  <a:lnTo>
                    <a:pt x="384" y="301"/>
                  </a:lnTo>
                  <a:close/>
                  <a:moveTo>
                    <a:pt x="192" y="61"/>
                  </a:moveTo>
                  <a:lnTo>
                    <a:pt x="190" y="61"/>
                  </a:lnTo>
                  <a:lnTo>
                    <a:pt x="190" y="61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2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94" y="63"/>
                  </a:lnTo>
                  <a:lnTo>
                    <a:pt x="192" y="63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close/>
                  <a:moveTo>
                    <a:pt x="155" y="0"/>
                  </a:moveTo>
                  <a:lnTo>
                    <a:pt x="157" y="0"/>
                  </a:lnTo>
                  <a:lnTo>
                    <a:pt x="163" y="4"/>
                  </a:lnTo>
                  <a:lnTo>
                    <a:pt x="163" y="4"/>
                  </a:lnTo>
                  <a:lnTo>
                    <a:pt x="165" y="4"/>
                  </a:lnTo>
                  <a:lnTo>
                    <a:pt x="169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5" y="8"/>
                  </a:lnTo>
                  <a:lnTo>
                    <a:pt x="177" y="8"/>
                  </a:lnTo>
                  <a:lnTo>
                    <a:pt x="177" y="10"/>
                  </a:lnTo>
                  <a:lnTo>
                    <a:pt x="179" y="10"/>
                  </a:lnTo>
                  <a:lnTo>
                    <a:pt x="179" y="10"/>
                  </a:lnTo>
                  <a:lnTo>
                    <a:pt x="179" y="10"/>
                  </a:lnTo>
                  <a:lnTo>
                    <a:pt x="179" y="12"/>
                  </a:lnTo>
                  <a:lnTo>
                    <a:pt x="179" y="12"/>
                  </a:lnTo>
                  <a:lnTo>
                    <a:pt x="179" y="14"/>
                  </a:lnTo>
                  <a:lnTo>
                    <a:pt x="179" y="14"/>
                  </a:lnTo>
                  <a:lnTo>
                    <a:pt x="198" y="20"/>
                  </a:lnTo>
                  <a:lnTo>
                    <a:pt x="198" y="22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194" y="30"/>
                  </a:lnTo>
                  <a:lnTo>
                    <a:pt x="194" y="30"/>
                  </a:lnTo>
                  <a:lnTo>
                    <a:pt x="194" y="32"/>
                  </a:lnTo>
                  <a:lnTo>
                    <a:pt x="194" y="34"/>
                  </a:lnTo>
                  <a:lnTo>
                    <a:pt x="194" y="34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9"/>
                  </a:lnTo>
                  <a:lnTo>
                    <a:pt x="192" y="39"/>
                  </a:lnTo>
                  <a:lnTo>
                    <a:pt x="192" y="39"/>
                  </a:lnTo>
                  <a:lnTo>
                    <a:pt x="192" y="41"/>
                  </a:lnTo>
                  <a:lnTo>
                    <a:pt x="194" y="43"/>
                  </a:lnTo>
                  <a:lnTo>
                    <a:pt x="194" y="43"/>
                  </a:lnTo>
                  <a:lnTo>
                    <a:pt x="194" y="43"/>
                  </a:lnTo>
                  <a:lnTo>
                    <a:pt x="194" y="45"/>
                  </a:lnTo>
                  <a:lnTo>
                    <a:pt x="194" y="47"/>
                  </a:lnTo>
                  <a:lnTo>
                    <a:pt x="194" y="47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2" y="51"/>
                  </a:lnTo>
                  <a:lnTo>
                    <a:pt x="192" y="51"/>
                  </a:lnTo>
                  <a:lnTo>
                    <a:pt x="192" y="53"/>
                  </a:lnTo>
                  <a:lnTo>
                    <a:pt x="192" y="53"/>
                  </a:lnTo>
                  <a:lnTo>
                    <a:pt x="192" y="53"/>
                  </a:lnTo>
                  <a:lnTo>
                    <a:pt x="194" y="55"/>
                  </a:lnTo>
                  <a:lnTo>
                    <a:pt x="194" y="55"/>
                  </a:lnTo>
                  <a:lnTo>
                    <a:pt x="196" y="53"/>
                  </a:lnTo>
                  <a:lnTo>
                    <a:pt x="196" y="53"/>
                  </a:lnTo>
                  <a:lnTo>
                    <a:pt x="198" y="53"/>
                  </a:lnTo>
                  <a:lnTo>
                    <a:pt x="198" y="55"/>
                  </a:lnTo>
                  <a:lnTo>
                    <a:pt x="200" y="57"/>
                  </a:lnTo>
                  <a:lnTo>
                    <a:pt x="200" y="57"/>
                  </a:lnTo>
                  <a:lnTo>
                    <a:pt x="200" y="57"/>
                  </a:lnTo>
                  <a:lnTo>
                    <a:pt x="200" y="57"/>
                  </a:lnTo>
                  <a:lnTo>
                    <a:pt x="198" y="59"/>
                  </a:lnTo>
                  <a:lnTo>
                    <a:pt x="198" y="59"/>
                  </a:lnTo>
                  <a:lnTo>
                    <a:pt x="198" y="59"/>
                  </a:lnTo>
                  <a:lnTo>
                    <a:pt x="196" y="61"/>
                  </a:lnTo>
                  <a:lnTo>
                    <a:pt x="196" y="61"/>
                  </a:lnTo>
                  <a:lnTo>
                    <a:pt x="196" y="61"/>
                  </a:lnTo>
                  <a:lnTo>
                    <a:pt x="196" y="63"/>
                  </a:lnTo>
                  <a:lnTo>
                    <a:pt x="196" y="65"/>
                  </a:lnTo>
                  <a:lnTo>
                    <a:pt x="196" y="67"/>
                  </a:lnTo>
                  <a:lnTo>
                    <a:pt x="196" y="67"/>
                  </a:lnTo>
                  <a:lnTo>
                    <a:pt x="196" y="67"/>
                  </a:lnTo>
                  <a:lnTo>
                    <a:pt x="196" y="67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71"/>
                  </a:lnTo>
                  <a:lnTo>
                    <a:pt x="194" y="71"/>
                  </a:lnTo>
                  <a:lnTo>
                    <a:pt x="194" y="73"/>
                  </a:lnTo>
                  <a:lnTo>
                    <a:pt x="194" y="73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6" y="75"/>
                  </a:lnTo>
                  <a:lnTo>
                    <a:pt x="196" y="77"/>
                  </a:lnTo>
                  <a:lnTo>
                    <a:pt x="198" y="77"/>
                  </a:lnTo>
                  <a:lnTo>
                    <a:pt x="198" y="77"/>
                  </a:lnTo>
                  <a:lnTo>
                    <a:pt x="198" y="77"/>
                  </a:lnTo>
                  <a:lnTo>
                    <a:pt x="198" y="77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2" y="75"/>
                  </a:lnTo>
                  <a:lnTo>
                    <a:pt x="202" y="75"/>
                  </a:lnTo>
                  <a:lnTo>
                    <a:pt x="200" y="81"/>
                  </a:lnTo>
                  <a:lnTo>
                    <a:pt x="200" y="83"/>
                  </a:lnTo>
                  <a:lnTo>
                    <a:pt x="198" y="85"/>
                  </a:lnTo>
                  <a:lnTo>
                    <a:pt x="198" y="87"/>
                  </a:lnTo>
                  <a:lnTo>
                    <a:pt x="198" y="87"/>
                  </a:lnTo>
                  <a:lnTo>
                    <a:pt x="204" y="89"/>
                  </a:lnTo>
                  <a:lnTo>
                    <a:pt x="204" y="91"/>
                  </a:lnTo>
                  <a:lnTo>
                    <a:pt x="204" y="91"/>
                  </a:lnTo>
                  <a:lnTo>
                    <a:pt x="204" y="91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04" y="98"/>
                  </a:lnTo>
                  <a:lnTo>
                    <a:pt x="210" y="100"/>
                  </a:lnTo>
                  <a:lnTo>
                    <a:pt x="210" y="100"/>
                  </a:lnTo>
                  <a:lnTo>
                    <a:pt x="212" y="98"/>
                  </a:lnTo>
                  <a:lnTo>
                    <a:pt x="212" y="98"/>
                  </a:lnTo>
                  <a:lnTo>
                    <a:pt x="212" y="98"/>
                  </a:lnTo>
                  <a:lnTo>
                    <a:pt x="214" y="96"/>
                  </a:lnTo>
                  <a:lnTo>
                    <a:pt x="214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8" y="96"/>
                  </a:lnTo>
                  <a:lnTo>
                    <a:pt x="218" y="94"/>
                  </a:lnTo>
                  <a:lnTo>
                    <a:pt x="218" y="94"/>
                  </a:lnTo>
                  <a:lnTo>
                    <a:pt x="220" y="96"/>
                  </a:lnTo>
                  <a:lnTo>
                    <a:pt x="218" y="98"/>
                  </a:lnTo>
                  <a:lnTo>
                    <a:pt x="220" y="98"/>
                  </a:lnTo>
                  <a:lnTo>
                    <a:pt x="220" y="98"/>
                  </a:lnTo>
                  <a:lnTo>
                    <a:pt x="220" y="100"/>
                  </a:lnTo>
                  <a:lnTo>
                    <a:pt x="220" y="102"/>
                  </a:lnTo>
                  <a:lnTo>
                    <a:pt x="220" y="102"/>
                  </a:lnTo>
                  <a:lnTo>
                    <a:pt x="220" y="104"/>
                  </a:lnTo>
                  <a:lnTo>
                    <a:pt x="222" y="106"/>
                  </a:lnTo>
                  <a:lnTo>
                    <a:pt x="224" y="108"/>
                  </a:lnTo>
                  <a:lnTo>
                    <a:pt x="224" y="110"/>
                  </a:lnTo>
                  <a:lnTo>
                    <a:pt x="224" y="110"/>
                  </a:lnTo>
                  <a:lnTo>
                    <a:pt x="224" y="108"/>
                  </a:lnTo>
                  <a:lnTo>
                    <a:pt x="224" y="108"/>
                  </a:lnTo>
                  <a:lnTo>
                    <a:pt x="224" y="108"/>
                  </a:lnTo>
                  <a:lnTo>
                    <a:pt x="224" y="108"/>
                  </a:lnTo>
                  <a:lnTo>
                    <a:pt x="224" y="108"/>
                  </a:lnTo>
                  <a:lnTo>
                    <a:pt x="224" y="106"/>
                  </a:lnTo>
                  <a:lnTo>
                    <a:pt x="224" y="106"/>
                  </a:lnTo>
                  <a:lnTo>
                    <a:pt x="224" y="106"/>
                  </a:lnTo>
                  <a:lnTo>
                    <a:pt x="224" y="106"/>
                  </a:lnTo>
                  <a:lnTo>
                    <a:pt x="224" y="106"/>
                  </a:lnTo>
                  <a:lnTo>
                    <a:pt x="228" y="108"/>
                  </a:lnTo>
                  <a:lnTo>
                    <a:pt x="230" y="108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0" y="110"/>
                  </a:lnTo>
                  <a:lnTo>
                    <a:pt x="231" y="110"/>
                  </a:lnTo>
                  <a:lnTo>
                    <a:pt x="231" y="110"/>
                  </a:lnTo>
                  <a:lnTo>
                    <a:pt x="231" y="110"/>
                  </a:lnTo>
                  <a:lnTo>
                    <a:pt x="231" y="110"/>
                  </a:lnTo>
                  <a:lnTo>
                    <a:pt x="233" y="110"/>
                  </a:lnTo>
                  <a:lnTo>
                    <a:pt x="233" y="110"/>
                  </a:lnTo>
                  <a:lnTo>
                    <a:pt x="233" y="110"/>
                  </a:lnTo>
                  <a:lnTo>
                    <a:pt x="241" y="110"/>
                  </a:lnTo>
                  <a:lnTo>
                    <a:pt x="243" y="110"/>
                  </a:lnTo>
                  <a:lnTo>
                    <a:pt x="243" y="110"/>
                  </a:lnTo>
                  <a:lnTo>
                    <a:pt x="243" y="110"/>
                  </a:lnTo>
                  <a:lnTo>
                    <a:pt x="243" y="110"/>
                  </a:lnTo>
                  <a:lnTo>
                    <a:pt x="243" y="112"/>
                  </a:lnTo>
                  <a:lnTo>
                    <a:pt x="243" y="112"/>
                  </a:lnTo>
                  <a:lnTo>
                    <a:pt x="245" y="112"/>
                  </a:lnTo>
                  <a:lnTo>
                    <a:pt x="247" y="112"/>
                  </a:lnTo>
                  <a:lnTo>
                    <a:pt x="247" y="112"/>
                  </a:lnTo>
                  <a:lnTo>
                    <a:pt x="247" y="112"/>
                  </a:lnTo>
                  <a:lnTo>
                    <a:pt x="247" y="114"/>
                  </a:lnTo>
                  <a:lnTo>
                    <a:pt x="247" y="114"/>
                  </a:lnTo>
                  <a:lnTo>
                    <a:pt x="249" y="116"/>
                  </a:lnTo>
                  <a:lnTo>
                    <a:pt x="249" y="120"/>
                  </a:lnTo>
                  <a:lnTo>
                    <a:pt x="251" y="122"/>
                  </a:lnTo>
                  <a:lnTo>
                    <a:pt x="251" y="122"/>
                  </a:lnTo>
                  <a:lnTo>
                    <a:pt x="251" y="122"/>
                  </a:lnTo>
                  <a:lnTo>
                    <a:pt x="251" y="122"/>
                  </a:lnTo>
                  <a:lnTo>
                    <a:pt x="251" y="122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5" y="122"/>
                  </a:lnTo>
                  <a:lnTo>
                    <a:pt x="255" y="122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61" y="124"/>
                  </a:lnTo>
                  <a:lnTo>
                    <a:pt x="261" y="124"/>
                  </a:lnTo>
                  <a:lnTo>
                    <a:pt x="261" y="124"/>
                  </a:lnTo>
                  <a:lnTo>
                    <a:pt x="263" y="124"/>
                  </a:lnTo>
                  <a:lnTo>
                    <a:pt x="263" y="124"/>
                  </a:lnTo>
                  <a:lnTo>
                    <a:pt x="263" y="124"/>
                  </a:lnTo>
                  <a:lnTo>
                    <a:pt x="267" y="124"/>
                  </a:lnTo>
                  <a:lnTo>
                    <a:pt x="269" y="124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1" y="122"/>
                  </a:lnTo>
                  <a:lnTo>
                    <a:pt x="271" y="122"/>
                  </a:lnTo>
                  <a:lnTo>
                    <a:pt x="271" y="122"/>
                  </a:lnTo>
                  <a:lnTo>
                    <a:pt x="271" y="122"/>
                  </a:lnTo>
                  <a:lnTo>
                    <a:pt x="271" y="120"/>
                  </a:lnTo>
                  <a:lnTo>
                    <a:pt x="271" y="120"/>
                  </a:lnTo>
                  <a:lnTo>
                    <a:pt x="271" y="120"/>
                  </a:lnTo>
                  <a:lnTo>
                    <a:pt x="273" y="120"/>
                  </a:lnTo>
                  <a:lnTo>
                    <a:pt x="273" y="120"/>
                  </a:lnTo>
                  <a:lnTo>
                    <a:pt x="273" y="120"/>
                  </a:lnTo>
                  <a:lnTo>
                    <a:pt x="275" y="120"/>
                  </a:lnTo>
                  <a:lnTo>
                    <a:pt x="275" y="120"/>
                  </a:lnTo>
                  <a:lnTo>
                    <a:pt x="275" y="120"/>
                  </a:lnTo>
                  <a:lnTo>
                    <a:pt x="277" y="122"/>
                  </a:lnTo>
                  <a:lnTo>
                    <a:pt x="277" y="124"/>
                  </a:lnTo>
                  <a:lnTo>
                    <a:pt x="277" y="126"/>
                  </a:lnTo>
                  <a:lnTo>
                    <a:pt x="277" y="126"/>
                  </a:lnTo>
                  <a:lnTo>
                    <a:pt x="277" y="126"/>
                  </a:lnTo>
                  <a:lnTo>
                    <a:pt x="279" y="126"/>
                  </a:lnTo>
                  <a:lnTo>
                    <a:pt x="281" y="126"/>
                  </a:lnTo>
                  <a:lnTo>
                    <a:pt x="281" y="126"/>
                  </a:lnTo>
                  <a:lnTo>
                    <a:pt x="281" y="126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4" y="126"/>
                  </a:lnTo>
                  <a:lnTo>
                    <a:pt x="284" y="126"/>
                  </a:lnTo>
                  <a:lnTo>
                    <a:pt x="284" y="126"/>
                  </a:lnTo>
                  <a:lnTo>
                    <a:pt x="284" y="126"/>
                  </a:lnTo>
                  <a:lnTo>
                    <a:pt x="286" y="124"/>
                  </a:lnTo>
                  <a:lnTo>
                    <a:pt x="286" y="124"/>
                  </a:lnTo>
                  <a:lnTo>
                    <a:pt x="286" y="124"/>
                  </a:lnTo>
                  <a:lnTo>
                    <a:pt x="286" y="126"/>
                  </a:lnTo>
                  <a:lnTo>
                    <a:pt x="286" y="126"/>
                  </a:lnTo>
                  <a:lnTo>
                    <a:pt x="286" y="126"/>
                  </a:lnTo>
                  <a:lnTo>
                    <a:pt x="286" y="126"/>
                  </a:lnTo>
                  <a:lnTo>
                    <a:pt x="286" y="128"/>
                  </a:lnTo>
                  <a:lnTo>
                    <a:pt x="286" y="128"/>
                  </a:lnTo>
                  <a:lnTo>
                    <a:pt x="286" y="128"/>
                  </a:lnTo>
                  <a:lnTo>
                    <a:pt x="286" y="130"/>
                  </a:lnTo>
                  <a:lnTo>
                    <a:pt x="286" y="130"/>
                  </a:lnTo>
                  <a:lnTo>
                    <a:pt x="286" y="130"/>
                  </a:lnTo>
                  <a:lnTo>
                    <a:pt x="286" y="130"/>
                  </a:lnTo>
                  <a:lnTo>
                    <a:pt x="286" y="132"/>
                  </a:lnTo>
                  <a:lnTo>
                    <a:pt x="292" y="138"/>
                  </a:lnTo>
                  <a:lnTo>
                    <a:pt x="294" y="138"/>
                  </a:lnTo>
                  <a:lnTo>
                    <a:pt x="294" y="140"/>
                  </a:lnTo>
                  <a:lnTo>
                    <a:pt x="294" y="140"/>
                  </a:lnTo>
                  <a:lnTo>
                    <a:pt x="300" y="142"/>
                  </a:lnTo>
                  <a:lnTo>
                    <a:pt x="302" y="142"/>
                  </a:lnTo>
                  <a:lnTo>
                    <a:pt x="304" y="142"/>
                  </a:lnTo>
                  <a:lnTo>
                    <a:pt x="304" y="144"/>
                  </a:lnTo>
                  <a:lnTo>
                    <a:pt x="306" y="144"/>
                  </a:lnTo>
                  <a:lnTo>
                    <a:pt x="306" y="144"/>
                  </a:lnTo>
                  <a:lnTo>
                    <a:pt x="306" y="144"/>
                  </a:lnTo>
                  <a:lnTo>
                    <a:pt x="306" y="142"/>
                  </a:lnTo>
                  <a:lnTo>
                    <a:pt x="306" y="142"/>
                  </a:lnTo>
                  <a:lnTo>
                    <a:pt x="306" y="142"/>
                  </a:lnTo>
                  <a:lnTo>
                    <a:pt x="306" y="140"/>
                  </a:lnTo>
                  <a:lnTo>
                    <a:pt x="308" y="140"/>
                  </a:lnTo>
                  <a:lnTo>
                    <a:pt x="308" y="138"/>
                  </a:lnTo>
                  <a:lnTo>
                    <a:pt x="308" y="138"/>
                  </a:lnTo>
                  <a:lnTo>
                    <a:pt x="310" y="136"/>
                  </a:lnTo>
                  <a:lnTo>
                    <a:pt x="312" y="134"/>
                  </a:lnTo>
                  <a:lnTo>
                    <a:pt x="312" y="134"/>
                  </a:lnTo>
                  <a:lnTo>
                    <a:pt x="312" y="132"/>
                  </a:lnTo>
                  <a:lnTo>
                    <a:pt x="312" y="132"/>
                  </a:lnTo>
                  <a:lnTo>
                    <a:pt x="312" y="130"/>
                  </a:lnTo>
                  <a:lnTo>
                    <a:pt x="312" y="130"/>
                  </a:lnTo>
                  <a:lnTo>
                    <a:pt x="312" y="128"/>
                  </a:lnTo>
                  <a:lnTo>
                    <a:pt x="314" y="128"/>
                  </a:lnTo>
                  <a:lnTo>
                    <a:pt x="320" y="128"/>
                  </a:lnTo>
                  <a:lnTo>
                    <a:pt x="320" y="128"/>
                  </a:lnTo>
                  <a:lnTo>
                    <a:pt x="324" y="130"/>
                  </a:lnTo>
                  <a:lnTo>
                    <a:pt x="324" y="130"/>
                  </a:lnTo>
                  <a:lnTo>
                    <a:pt x="324" y="130"/>
                  </a:lnTo>
                  <a:lnTo>
                    <a:pt x="324" y="132"/>
                  </a:lnTo>
                  <a:lnTo>
                    <a:pt x="324" y="132"/>
                  </a:lnTo>
                  <a:lnTo>
                    <a:pt x="324" y="132"/>
                  </a:lnTo>
                  <a:lnTo>
                    <a:pt x="324" y="134"/>
                  </a:lnTo>
                  <a:lnTo>
                    <a:pt x="324" y="134"/>
                  </a:lnTo>
                  <a:lnTo>
                    <a:pt x="324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8" y="134"/>
                  </a:lnTo>
                  <a:lnTo>
                    <a:pt x="328" y="134"/>
                  </a:lnTo>
                  <a:lnTo>
                    <a:pt x="330" y="132"/>
                  </a:lnTo>
                  <a:lnTo>
                    <a:pt x="330" y="132"/>
                  </a:lnTo>
                  <a:lnTo>
                    <a:pt x="332" y="132"/>
                  </a:lnTo>
                  <a:lnTo>
                    <a:pt x="332" y="132"/>
                  </a:lnTo>
                  <a:lnTo>
                    <a:pt x="333" y="132"/>
                  </a:lnTo>
                  <a:lnTo>
                    <a:pt x="333" y="132"/>
                  </a:lnTo>
                  <a:lnTo>
                    <a:pt x="333" y="132"/>
                  </a:lnTo>
                  <a:lnTo>
                    <a:pt x="333" y="132"/>
                  </a:lnTo>
                  <a:lnTo>
                    <a:pt x="333" y="132"/>
                  </a:lnTo>
                  <a:lnTo>
                    <a:pt x="333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4"/>
                  </a:lnTo>
                  <a:lnTo>
                    <a:pt x="335" y="134"/>
                  </a:lnTo>
                  <a:lnTo>
                    <a:pt x="335" y="134"/>
                  </a:lnTo>
                  <a:lnTo>
                    <a:pt x="335" y="134"/>
                  </a:lnTo>
                  <a:lnTo>
                    <a:pt x="335" y="136"/>
                  </a:lnTo>
                  <a:lnTo>
                    <a:pt x="335" y="136"/>
                  </a:lnTo>
                  <a:lnTo>
                    <a:pt x="335" y="136"/>
                  </a:lnTo>
                  <a:lnTo>
                    <a:pt x="333" y="136"/>
                  </a:lnTo>
                  <a:lnTo>
                    <a:pt x="333" y="136"/>
                  </a:lnTo>
                  <a:lnTo>
                    <a:pt x="333" y="136"/>
                  </a:lnTo>
                  <a:lnTo>
                    <a:pt x="333" y="136"/>
                  </a:lnTo>
                  <a:lnTo>
                    <a:pt x="333" y="138"/>
                  </a:lnTo>
                  <a:lnTo>
                    <a:pt x="333" y="138"/>
                  </a:lnTo>
                  <a:lnTo>
                    <a:pt x="333" y="138"/>
                  </a:lnTo>
                  <a:lnTo>
                    <a:pt x="333" y="138"/>
                  </a:lnTo>
                  <a:lnTo>
                    <a:pt x="335" y="140"/>
                  </a:lnTo>
                  <a:lnTo>
                    <a:pt x="335" y="140"/>
                  </a:lnTo>
                  <a:lnTo>
                    <a:pt x="337" y="140"/>
                  </a:lnTo>
                  <a:lnTo>
                    <a:pt x="337" y="140"/>
                  </a:lnTo>
                  <a:lnTo>
                    <a:pt x="349" y="149"/>
                  </a:lnTo>
                  <a:lnTo>
                    <a:pt x="349" y="149"/>
                  </a:lnTo>
                  <a:lnTo>
                    <a:pt x="351" y="149"/>
                  </a:lnTo>
                  <a:lnTo>
                    <a:pt x="353" y="149"/>
                  </a:lnTo>
                  <a:lnTo>
                    <a:pt x="353" y="149"/>
                  </a:lnTo>
                  <a:lnTo>
                    <a:pt x="353" y="149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7" y="151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7"/>
                  </a:lnTo>
                  <a:lnTo>
                    <a:pt x="357" y="147"/>
                  </a:lnTo>
                  <a:lnTo>
                    <a:pt x="357" y="147"/>
                  </a:lnTo>
                  <a:lnTo>
                    <a:pt x="357" y="147"/>
                  </a:lnTo>
                  <a:lnTo>
                    <a:pt x="359" y="147"/>
                  </a:lnTo>
                  <a:lnTo>
                    <a:pt x="361" y="146"/>
                  </a:lnTo>
                  <a:lnTo>
                    <a:pt x="361" y="146"/>
                  </a:lnTo>
                  <a:lnTo>
                    <a:pt x="367" y="149"/>
                  </a:lnTo>
                  <a:lnTo>
                    <a:pt x="367" y="149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71" y="153"/>
                  </a:lnTo>
                  <a:lnTo>
                    <a:pt x="371" y="153"/>
                  </a:lnTo>
                  <a:lnTo>
                    <a:pt x="371" y="153"/>
                  </a:lnTo>
                  <a:lnTo>
                    <a:pt x="371" y="155"/>
                  </a:lnTo>
                  <a:lnTo>
                    <a:pt x="369" y="155"/>
                  </a:lnTo>
                  <a:lnTo>
                    <a:pt x="369" y="155"/>
                  </a:lnTo>
                  <a:lnTo>
                    <a:pt x="369" y="157"/>
                  </a:lnTo>
                  <a:lnTo>
                    <a:pt x="369" y="157"/>
                  </a:lnTo>
                  <a:lnTo>
                    <a:pt x="369" y="157"/>
                  </a:lnTo>
                  <a:lnTo>
                    <a:pt x="369" y="157"/>
                  </a:lnTo>
                  <a:lnTo>
                    <a:pt x="371" y="155"/>
                  </a:lnTo>
                  <a:lnTo>
                    <a:pt x="371" y="155"/>
                  </a:lnTo>
                  <a:lnTo>
                    <a:pt x="371" y="157"/>
                  </a:lnTo>
                  <a:lnTo>
                    <a:pt x="371" y="157"/>
                  </a:lnTo>
                  <a:lnTo>
                    <a:pt x="371" y="157"/>
                  </a:lnTo>
                  <a:lnTo>
                    <a:pt x="371" y="159"/>
                  </a:lnTo>
                  <a:lnTo>
                    <a:pt x="371" y="161"/>
                  </a:lnTo>
                  <a:lnTo>
                    <a:pt x="371" y="161"/>
                  </a:lnTo>
                  <a:lnTo>
                    <a:pt x="373" y="161"/>
                  </a:lnTo>
                  <a:lnTo>
                    <a:pt x="373" y="161"/>
                  </a:lnTo>
                  <a:lnTo>
                    <a:pt x="375" y="161"/>
                  </a:lnTo>
                  <a:lnTo>
                    <a:pt x="375" y="161"/>
                  </a:lnTo>
                  <a:lnTo>
                    <a:pt x="379" y="159"/>
                  </a:lnTo>
                  <a:lnTo>
                    <a:pt x="379" y="157"/>
                  </a:lnTo>
                  <a:lnTo>
                    <a:pt x="379" y="157"/>
                  </a:lnTo>
                  <a:lnTo>
                    <a:pt x="381" y="159"/>
                  </a:lnTo>
                  <a:lnTo>
                    <a:pt x="381" y="159"/>
                  </a:lnTo>
                  <a:lnTo>
                    <a:pt x="381" y="159"/>
                  </a:lnTo>
                  <a:lnTo>
                    <a:pt x="383" y="161"/>
                  </a:lnTo>
                  <a:lnTo>
                    <a:pt x="392" y="167"/>
                  </a:lnTo>
                  <a:lnTo>
                    <a:pt x="392" y="167"/>
                  </a:lnTo>
                  <a:lnTo>
                    <a:pt x="392" y="167"/>
                  </a:lnTo>
                  <a:lnTo>
                    <a:pt x="392" y="165"/>
                  </a:lnTo>
                  <a:lnTo>
                    <a:pt x="394" y="161"/>
                  </a:lnTo>
                  <a:lnTo>
                    <a:pt x="394" y="161"/>
                  </a:lnTo>
                  <a:lnTo>
                    <a:pt x="394" y="161"/>
                  </a:lnTo>
                  <a:lnTo>
                    <a:pt x="394" y="161"/>
                  </a:lnTo>
                  <a:lnTo>
                    <a:pt x="396" y="159"/>
                  </a:lnTo>
                  <a:lnTo>
                    <a:pt x="400" y="159"/>
                  </a:lnTo>
                  <a:lnTo>
                    <a:pt x="404" y="159"/>
                  </a:lnTo>
                  <a:lnTo>
                    <a:pt x="404" y="159"/>
                  </a:lnTo>
                  <a:lnTo>
                    <a:pt x="404" y="159"/>
                  </a:lnTo>
                  <a:lnTo>
                    <a:pt x="404" y="159"/>
                  </a:lnTo>
                  <a:lnTo>
                    <a:pt x="404" y="159"/>
                  </a:lnTo>
                  <a:lnTo>
                    <a:pt x="404" y="157"/>
                  </a:lnTo>
                  <a:lnTo>
                    <a:pt x="404" y="157"/>
                  </a:lnTo>
                  <a:lnTo>
                    <a:pt x="406" y="157"/>
                  </a:lnTo>
                  <a:lnTo>
                    <a:pt x="406" y="157"/>
                  </a:lnTo>
                  <a:lnTo>
                    <a:pt x="406" y="155"/>
                  </a:lnTo>
                  <a:lnTo>
                    <a:pt x="408" y="153"/>
                  </a:lnTo>
                  <a:lnTo>
                    <a:pt x="410" y="151"/>
                  </a:lnTo>
                  <a:lnTo>
                    <a:pt x="410" y="151"/>
                  </a:lnTo>
                  <a:lnTo>
                    <a:pt x="410" y="149"/>
                  </a:lnTo>
                  <a:lnTo>
                    <a:pt x="410" y="149"/>
                  </a:lnTo>
                  <a:lnTo>
                    <a:pt x="410" y="149"/>
                  </a:lnTo>
                  <a:lnTo>
                    <a:pt x="412" y="149"/>
                  </a:lnTo>
                  <a:lnTo>
                    <a:pt x="412" y="149"/>
                  </a:lnTo>
                  <a:lnTo>
                    <a:pt x="414" y="151"/>
                  </a:lnTo>
                  <a:lnTo>
                    <a:pt x="414" y="151"/>
                  </a:lnTo>
                  <a:lnTo>
                    <a:pt x="414" y="151"/>
                  </a:lnTo>
                  <a:lnTo>
                    <a:pt x="414" y="151"/>
                  </a:lnTo>
                  <a:lnTo>
                    <a:pt x="414" y="151"/>
                  </a:lnTo>
                  <a:lnTo>
                    <a:pt x="416" y="151"/>
                  </a:lnTo>
                  <a:lnTo>
                    <a:pt x="418" y="151"/>
                  </a:lnTo>
                  <a:lnTo>
                    <a:pt x="418" y="151"/>
                  </a:lnTo>
                  <a:lnTo>
                    <a:pt x="420" y="151"/>
                  </a:lnTo>
                  <a:lnTo>
                    <a:pt x="420" y="151"/>
                  </a:lnTo>
                  <a:lnTo>
                    <a:pt x="420" y="151"/>
                  </a:lnTo>
                  <a:lnTo>
                    <a:pt x="422" y="151"/>
                  </a:lnTo>
                  <a:lnTo>
                    <a:pt x="422" y="149"/>
                  </a:lnTo>
                  <a:lnTo>
                    <a:pt x="422" y="149"/>
                  </a:lnTo>
                  <a:lnTo>
                    <a:pt x="422" y="149"/>
                  </a:lnTo>
                  <a:lnTo>
                    <a:pt x="424" y="149"/>
                  </a:lnTo>
                  <a:lnTo>
                    <a:pt x="426" y="151"/>
                  </a:lnTo>
                  <a:lnTo>
                    <a:pt x="426" y="151"/>
                  </a:lnTo>
                  <a:lnTo>
                    <a:pt x="426" y="151"/>
                  </a:lnTo>
                  <a:lnTo>
                    <a:pt x="426" y="151"/>
                  </a:lnTo>
                  <a:lnTo>
                    <a:pt x="424" y="157"/>
                  </a:lnTo>
                  <a:lnTo>
                    <a:pt x="424" y="159"/>
                  </a:lnTo>
                  <a:lnTo>
                    <a:pt x="426" y="159"/>
                  </a:lnTo>
                  <a:lnTo>
                    <a:pt x="433" y="165"/>
                  </a:lnTo>
                  <a:lnTo>
                    <a:pt x="463" y="179"/>
                  </a:lnTo>
                  <a:lnTo>
                    <a:pt x="475" y="159"/>
                  </a:lnTo>
                  <a:lnTo>
                    <a:pt x="475" y="157"/>
                  </a:lnTo>
                  <a:lnTo>
                    <a:pt x="477" y="157"/>
                  </a:lnTo>
                  <a:lnTo>
                    <a:pt x="488" y="165"/>
                  </a:lnTo>
                  <a:lnTo>
                    <a:pt x="492" y="167"/>
                  </a:lnTo>
                  <a:lnTo>
                    <a:pt x="492" y="167"/>
                  </a:lnTo>
                  <a:lnTo>
                    <a:pt x="490" y="167"/>
                  </a:lnTo>
                  <a:lnTo>
                    <a:pt x="488" y="175"/>
                  </a:lnTo>
                  <a:lnTo>
                    <a:pt x="488" y="177"/>
                  </a:lnTo>
                  <a:lnTo>
                    <a:pt x="490" y="179"/>
                  </a:lnTo>
                  <a:lnTo>
                    <a:pt x="506" y="189"/>
                  </a:lnTo>
                  <a:lnTo>
                    <a:pt x="506" y="189"/>
                  </a:lnTo>
                  <a:lnTo>
                    <a:pt x="506" y="189"/>
                  </a:lnTo>
                  <a:lnTo>
                    <a:pt x="506" y="189"/>
                  </a:lnTo>
                  <a:lnTo>
                    <a:pt x="506" y="189"/>
                  </a:lnTo>
                  <a:lnTo>
                    <a:pt x="506" y="187"/>
                  </a:lnTo>
                  <a:lnTo>
                    <a:pt x="508" y="187"/>
                  </a:lnTo>
                  <a:lnTo>
                    <a:pt x="508" y="187"/>
                  </a:lnTo>
                  <a:lnTo>
                    <a:pt x="508" y="187"/>
                  </a:lnTo>
                  <a:lnTo>
                    <a:pt x="508" y="187"/>
                  </a:lnTo>
                  <a:lnTo>
                    <a:pt x="508" y="187"/>
                  </a:lnTo>
                  <a:lnTo>
                    <a:pt x="510" y="187"/>
                  </a:lnTo>
                  <a:lnTo>
                    <a:pt x="510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2" y="187"/>
                  </a:lnTo>
                  <a:lnTo>
                    <a:pt x="514" y="187"/>
                  </a:lnTo>
                  <a:lnTo>
                    <a:pt x="514" y="187"/>
                  </a:lnTo>
                  <a:lnTo>
                    <a:pt x="514" y="187"/>
                  </a:lnTo>
                  <a:lnTo>
                    <a:pt x="514" y="187"/>
                  </a:lnTo>
                  <a:lnTo>
                    <a:pt x="516" y="187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6" y="185"/>
                  </a:lnTo>
                  <a:lnTo>
                    <a:pt x="518" y="185"/>
                  </a:lnTo>
                  <a:lnTo>
                    <a:pt x="518" y="187"/>
                  </a:lnTo>
                  <a:lnTo>
                    <a:pt x="516" y="189"/>
                  </a:lnTo>
                  <a:lnTo>
                    <a:pt x="516" y="189"/>
                  </a:lnTo>
                  <a:lnTo>
                    <a:pt x="518" y="189"/>
                  </a:lnTo>
                  <a:lnTo>
                    <a:pt x="518" y="191"/>
                  </a:lnTo>
                  <a:lnTo>
                    <a:pt x="518" y="191"/>
                  </a:lnTo>
                  <a:lnTo>
                    <a:pt x="520" y="193"/>
                  </a:lnTo>
                  <a:lnTo>
                    <a:pt x="524" y="195"/>
                  </a:lnTo>
                  <a:lnTo>
                    <a:pt x="524" y="195"/>
                  </a:lnTo>
                  <a:lnTo>
                    <a:pt x="524" y="195"/>
                  </a:lnTo>
                  <a:lnTo>
                    <a:pt x="524" y="195"/>
                  </a:lnTo>
                  <a:lnTo>
                    <a:pt x="522" y="200"/>
                  </a:lnTo>
                  <a:lnTo>
                    <a:pt x="522" y="200"/>
                  </a:lnTo>
                  <a:lnTo>
                    <a:pt x="522" y="200"/>
                  </a:lnTo>
                  <a:lnTo>
                    <a:pt x="522" y="200"/>
                  </a:lnTo>
                  <a:lnTo>
                    <a:pt x="528" y="204"/>
                  </a:lnTo>
                  <a:lnTo>
                    <a:pt x="528" y="204"/>
                  </a:lnTo>
                  <a:lnTo>
                    <a:pt x="528" y="204"/>
                  </a:lnTo>
                  <a:lnTo>
                    <a:pt x="528" y="206"/>
                  </a:lnTo>
                  <a:lnTo>
                    <a:pt x="528" y="206"/>
                  </a:lnTo>
                  <a:lnTo>
                    <a:pt x="532" y="208"/>
                  </a:lnTo>
                  <a:lnTo>
                    <a:pt x="532" y="208"/>
                  </a:lnTo>
                  <a:lnTo>
                    <a:pt x="532" y="210"/>
                  </a:lnTo>
                  <a:lnTo>
                    <a:pt x="532" y="210"/>
                  </a:lnTo>
                  <a:lnTo>
                    <a:pt x="532" y="210"/>
                  </a:lnTo>
                  <a:lnTo>
                    <a:pt x="532" y="212"/>
                  </a:lnTo>
                  <a:lnTo>
                    <a:pt x="532" y="212"/>
                  </a:lnTo>
                  <a:lnTo>
                    <a:pt x="528" y="216"/>
                  </a:lnTo>
                  <a:lnTo>
                    <a:pt x="528" y="218"/>
                  </a:lnTo>
                  <a:lnTo>
                    <a:pt x="526" y="220"/>
                  </a:lnTo>
                  <a:lnTo>
                    <a:pt x="526" y="220"/>
                  </a:lnTo>
                  <a:lnTo>
                    <a:pt x="526" y="220"/>
                  </a:lnTo>
                  <a:lnTo>
                    <a:pt x="526" y="220"/>
                  </a:lnTo>
                  <a:lnTo>
                    <a:pt x="526" y="220"/>
                  </a:lnTo>
                  <a:lnTo>
                    <a:pt x="524" y="222"/>
                  </a:lnTo>
                  <a:lnTo>
                    <a:pt x="524" y="222"/>
                  </a:lnTo>
                  <a:lnTo>
                    <a:pt x="524" y="222"/>
                  </a:lnTo>
                  <a:lnTo>
                    <a:pt x="524" y="222"/>
                  </a:lnTo>
                  <a:lnTo>
                    <a:pt x="524" y="222"/>
                  </a:lnTo>
                  <a:lnTo>
                    <a:pt x="524" y="224"/>
                  </a:lnTo>
                  <a:lnTo>
                    <a:pt x="524" y="224"/>
                  </a:lnTo>
                  <a:lnTo>
                    <a:pt x="524" y="224"/>
                  </a:lnTo>
                  <a:lnTo>
                    <a:pt x="524" y="224"/>
                  </a:lnTo>
                  <a:lnTo>
                    <a:pt x="524" y="224"/>
                  </a:lnTo>
                  <a:lnTo>
                    <a:pt x="524" y="224"/>
                  </a:lnTo>
                  <a:lnTo>
                    <a:pt x="526" y="226"/>
                  </a:lnTo>
                  <a:lnTo>
                    <a:pt x="524" y="226"/>
                  </a:lnTo>
                  <a:lnTo>
                    <a:pt x="524" y="228"/>
                  </a:lnTo>
                  <a:lnTo>
                    <a:pt x="524" y="228"/>
                  </a:lnTo>
                  <a:lnTo>
                    <a:pt x="524" y="230"/>
                  </a:lnTo>
                  <a:lnTo>
                    <a:pt x="524" y="230"/>
                  </a:lnTo>
                  <a:lnTo>
                    <a:pt x="520" y="230"/>
                  </a:lnTo>
                  <a:lnTo>
                    <a:pt x="520" y="232"/>
                  </a:lnTo>
                  <a:lnTo>
                    <a:pt x="520" y="232"/>
                  </a:lnTo>
                  <a:lnTo>
                    <a:pt x="520" y="232"/>
                  </a:lnTo>
                  <a:lnTo>
                    <a:pt x="520" y="232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4"/>
                  </a:lnTo>
                  <a:lnTo>
                    <a:pt x="516" y="236"/>
                  </a:lnTo>
                  <a:lnTo>
                    <a:pt x="516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8"/>
                  </a:lnTo>
                  <a:lnTo>
                    <a:pt x="514" y="240"/>
                  </a:lnTo>
                  <a:lnTo>
                    <a:pt x="512" y="240"/>
                  </a:lnTo>
                  <a:lnTo>
                    <a:pt x="512" y="242"/>
                  </a:lnTo>
                  <a:lnTo>
                    <a:pt x="510" y="242"/>
                  </a:lnTo>
                  <a:lnTo>
                    <a:pt x="510" y="242"/>
                  </a:lnTo>
                  <a:lnTo>
                    <a:pt x="510" y="242"/>
                  </a:lnTo>
                  <a:lnTo>
                    <a:pt x="510" y="244"/>
                  </a:lnTo>
                  <a:lnTo>
                    <a:pt x="510" y="244"/>
                  </a:lnTo>
                  <a:lnTo>
                    <a:pt x="510" y="244"/>
                  </a:lnTo>
                  <a:lnTo>
                    <a:pt x="510" y="244"/>
                  </a:lnTo>
                  <a:lnTo>
                    <a:pt x="508" y="246"/>
                  </a:lnTo>
                  <a:lnTo>
                    <a:pt x="508" y="246"/>
                  </a:lnTo>
                  <a:lnTo>
                    <a:pt x="508" y="246"/>
                  </a:lnTo>
                  <a:lnTo>
                    <a:pt x="508" y="248"/>
                  </a:lnTo>
                  <a:lnTo>
                    <a:pt x="508" y="248"/>
                  </a:lnTo>
                  <a:lnTo>
                    <a:pt x="508" y="248"/>
                  </a:lnTo>
                  <a:lnTo>
                    <a:pt x="508" y="248"/>
                  </a:lnTo>
                  <a:lnTo>
                    <a:pt x="504" y="252"/>
                  </a:lnTo>
                  <a:lnTo>
                    <a:pt x="504" y="252"/>
                  </a:lnTo>
                  <a:lnTo>
                    <a:pt x="502" y="252"/>
                  </a:lnTo>
                  <a:lnTo>
                    <a:pt x="502" y="252"/>
                  </a:lnTo>
                  <a:lnTo>
                    <a:pt x="500" y="250"/>
                  </a:lnTo>
                  <a:lnTo>
                    <a:pt x="500" y="250"/>
                  </a:lnTo>
                  <a:lnTo>
                    <a:pt x="498" y="250"/>
                  </a:lnTo>
                  <a:lnTo>
                    <a:pt x="496" y="250"/>
                  </a:lnTo>
                  <a:lnTo>
                    <a:pt x="494" y="248"/>
                  </a:lnTo>
                  <a:lnTo>
                    <a:pt x="494" y="248"/>
                  </a:lnTo>
                  <a:lnTo>
                    <a:pt x="492" y="246"/>
                  </a:lnTo>
                  <a:lnTo>
                    <a:pt x="492" y="246"/>
                  </a:lnTo>
                  <a:lnTo>
                    <a:pt x="490" y="246"/>
                  </a:lnTo>
                  <a:lnTo>
                    <a:pt x="488" y="248"/>
                  </a:lnTo>
                  <a:lnTo>
                    <a:pt x="488" y="248"/>
                  </a:lnTo>
                  <a:lnTo>
                    <a:pt x="486" y="248"/>
                  </a:lnTo>
                  <a:lnTo>
                    <a:pt x="486" y="246"/>
                  </a:lnTo>
                  <a:lnTo>
                    <a:pt x="486" y="246"/>
                  </a:lnTo>
                  <a:lnTo>
                    <a:pt x="486" y="246"/>
                  </a:lnTo>
                  <a:lnTo>
                    <a:pt x="486" y="248"/>
                  </a:lnTo>
                  <a:lnTo>
                    <a:pt x="486" y="248"/>
                  </a:lnTo>
                  <a:lnTo>
                    <a:pt x="486" y="250"/>
                  </a:lnTo>
                  <a:lnTo>
                    <a:pt x="486" y="250"/>
                  </a:lnTo>
                  <a:lnTo>
                    <a:pt x="486" y="250"/>
                  </a:lnTo>
                  <a:lnTo>
                    <a:pt x="486" y="250"/>
                  </a:lnTo>
                  <a:lnTo>
                    <a:pt x="486" y="252"/>
                  </a:lnTo>
                  <a:lnTo>
                    <a:pt x="486" y="254"/>
                  </a:lnTo>
                  <a:lnTo>
                    <a:pt x="486" y="254"/>
                  </a:lnTo>
                  <a:lnTo>
                    <a:pt x="486" y="254"/>
                  </a:lnTo>
                  <a:lnTo>
                    <a:pt x="486" y="255"/>
                  </a:lnTo>
                  <a:lnTo>
                    <a:pt x="486" y="255"/>
                  </a:lnTo>
                  <a:lnTo>
                    <a:pt x="486" y="255"/>
                  </a:lnTo>
                  <a:lnTo>
                    <a:pt x="486" y="257"/>
                  </a:lnTo>
                  <a:lnTo>
                    <a:pt x="484" y="257"/>
                  </a:lnTo>
                  <a:lnTo>
                    <a:pt x="484" y="257"/>
                  </a:lnTo>
                  <a:lnTo>
                    <a:pt x="484" y="257"/>
                  </a:lnTo>
                  <a:lnTo>
                    <a:pt x="486" y="259"/>
                  </a:lnTo>
                  <a:lnTo>
                    <a:pt x="486" y="259"/>
                  </a:lnTo>
                  <a:lnTo>
                    <a:pt x="486" y="259"/>
                  </a:lnTo>
                  <a:lnTo>
                    <a:pt x="488" y="259"/>
                  </a:lnTo>
                  <a:lnTo>
                    <a:pt x="488" y="259"/>
                  </a:lnTo>
                  <a:lnTo>
                    <a:pt x="490" y="261"/>
                  </a:lnTo>
                  <a:lnTo>
                    <a:pt x="492" y="265"/>
                  </a:lnTo>
                  <a:lnTo>
                    <a:pt x="492" y="265"/>
                  </a:lnTo>
                  <a:lnTo>
                    <a:pt x="492" y="265"/>
                  </a:lnTo>
                  <a:lnTo>
                    <a:pt x="494" y="265"/>
                  </a:lnTo>
                  <a:lnTo>
                    <a:pt x="494" y="265"/>
                  </a:lnTo>
                  <a:lnTo>
                    <a:pt x="494" y="265"/>
                  </a:lnTo>
                  <a:lnTo>
                    <a:pt x="494" y="265"/>
                  </a:lnTo>
                  <a:lnTo>
                    <a:pt x="496" y="265"/>
                  </a:lnTo>
                  <a:lnTo>
                    <a:pt x="496" y="265"/>
                  </a:lnTo>
                  <a:lnTo>
                    <a:pt x="496" y="265"/>
                  </a:lnTo>
                  <a:lnTo>
                    <a:pt x="496" y="267"/>
                  </a:lnTo>
                  <a:lnTo>
                    <a:pt x="496" y="267"/>
                  </a:lnTo>
                  <a:lnTo>
                    <a:pt x="498" y="267"/>
                  </a:lnTo>
                  <a:lnTo>
                    <a:pt x="498" y="267"/>
                  </a:lnTo>
                  <a:lnTo>
                    <a:pt x="498" y="267"/>
                  </a:lnTo>
                  <a:lnTo>
                    <a:pt x="498" y="265"/>
                  </a:lnTo>
                  <a:lnTo>
                    <a:pt x="498" y="265"/>
                  </a:lnTo>
                  <a:lnTo>
                    <a:pt x="498" y="265"/>
                  </a:lnTo>
                  <a:lnTo>
                    <a:pt x="500" y="267"/>
                  </a:lnTo>
                  <a:lnTo>
                    <a:pt x="500" y="267"/>
                  </a:lnTo>
                  <a:lnTo>
                    <a:pt x="500" y="267"/>
                  </a:lnTo>
                  <a:lnTo>
                    <a:pt x="502" y="267"/>
                  </a:lnTo>
                  <a:lnTo>
                    <a:pt x="502" y="267"/>
                  </a:lnTo>
                  <a:lnTo>
                    <a:pt x="502" y="267"/>
                  </a:lnTo>
                  <a:lnTo>
                    <a:pt x="502" y="267"/>
                  </a:lnTo>
                  <a:lnTo>
                    <a:pt x="504" y="267"/>
                  </a:lnTo>
                  <a:lnTo>
                    <a:pt x="504" y="265"/>
                  </a:lnTo>
                  <a:lnTo>
                    <a:pt x="504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10" y="265"/>
                  </a:lnTo>
                  <a:lnTo>
                    <a:pt x="512" y="267"/>
                  </a:lnTo>
                  <a:lnTo>
                    <a:pt x="512" y="267"/>
                  </a:lnTo>
                  <a:lnTo>
                    <a:pt x="512" y="267"/>
                  </a:lnTo>
                  <a:lnTo>
                    <a:pt x="512" y="267"/>
                  </a:lnTo>
                  <a:lnTo>
                    <a:pt x="510" y="267"/>
                  </a:lnTo>
                  <a:lnTo>
                    <a:pt x="506" y="275"/>
                  </a:lnTo>
                  <a:lnTo>
                    <a:pt x="502" y="283"/>
                  </a:lnTo>
                  <a:lnTo>
                    <a:pt x="502" y="283"/>
                  </a:lnTo>
                  <a:lnTo>
                    <a:pt x="500" y="287"/>
                  </a:lnTo>
                  <a:lnTo>
                    <a:pt x="498" y="289"/>
                  </a:lnTo>
                  <a:lnTo>
                    <a:pt x="498" y="291"/>
                  </a:lnTo>
                  <a:lnTo>
                    <a:pt x="498" y="291"/>
                  </a:lnTo>
                  <a:lnTo>
                    <a:pt x="498" y="293"/>
                  </a:lnTo>
                  <a:lnTo>
                    <a:pt x="502" y="295"/>
                  </a:lnTo>
                  <a:lnTo>
                    <a:pt x="504" y="295"/>
                  </a:lnTo>
                  <a:lnTo>
                    <a:pt x="504" y="297"/>
                  </a:lnTo>
                  <a:lnTo>
                    <a:pt x="504" y="299"/>
                  </a:lnTo>
                  <a:lnTo>
                    <a:pt x="504" y="299"/>
                  </a:lnTo>
                  <a:lnTo>
                    <a:pt x="504" y="301"/>
                  </a:lnTo>
                  <a:lnTo>
                    <a:pt x="504" y="301"/>
                  </a:lnTo>
                  <a:lnTo>
                    <a:pt x="500" y="308"/>
                  </a:lnTo>
                  <a:lnTo>
                    <a:pt x="492" y="303"/>
                  </a:lnTo>
                  <a:lnTo>
                    <a:pt x="490" y="303"/>
                  </a:lnTo>
                  <a:lnTo>
                    <a:pt x="488" y="303"/>
                  </a:lnTo>
                  <a:lnTo>
                    <a:pt x="488" y="303"/>
                  </a:lnTo>
                  <a:lnTo>
                    <a:pt x="488" y="303"/>
                  </a:lnTo>
                  <a:lnTo>
                    <a:pt x="486" y="303"/>
                  </a:lnTo>
                  <a:lnTo>
                    <a:pt x="486" y="303"/>
                  </a:lnTo>
                  <a:lnTo>
                    <a:pt x="486" y="303"/>
                  </a:lnTo>
                  <a:lnTo>
                    <a:pt x="473" y="297"/>
                  </a:lnTo>
                  <a:lnTo>
                    <a:pt x="473" y="297"/>
                  </a:lnTo>
                  <a:lnTo>
                    <a:pt x="469" y="303"/>
                  </a:lnTo>
                  <a:lnTo>
                    <a:pt x="469" y="305"/>
                  </a:lnTo>
                  <a:lnTo>
                    <a:pt x="469" y="307"/>
                  </a:lnTo>
                  <a:lnTo>
                    <a:pt x="469" y="307"/>
                  </a:lnTo>
                  <a:lnTo>
                    <a:pt x="469" y="307"/>
                  </a:lnTo>
                  <a:lnTo>
                    <a:pt x="469" y="308"/>
                  </a:lnTo>
                  <a:lnTo>
                    <a:pt x="467" y="310"/>
                  </a:lnTo>
                  <a:lnTo>
                    <a:pt x="463" y="318"/>
                  </a:lnTo>
                  <a:lnTo>
                    <a:pt x="461" y="318"/>
                  </a:lnTo>
                  <a:lnTo>
                    <a:pt x="457" y="316"/>
                  </a:lnTo>
                  <a:lnTo>
                    <a:pt x="457" y="316"/>
                  </a:lnTo>
                  <a:lnTo>
                    <a:pt x="455" y="316"/>
                  </a:lnTo>
                  <a:lnTo>
                    <a:pt x="455" y="316"/>
                  </a:lnTo>
                  <a:lnTo>
                    <a:pt x="455" y="316"/>
                  </a:lnTo>
                  <a:lnTo>
                    <a:pt x="455" y="316"/>
                  </a:lnTo>
                  <a:lnTo>
                    <a:pt x="455" y="318"/>
                  </a:lnTo>
                  <a:lnTo>
                    <a:pt x="455" y="318"/>
                  </a:lnTo>
                  <a:lnTo>
                    <a:pt x="451" y="316"/>
                  </a:lnTo>
                  <a:lnTo>
                    <a:pt x="449" y="316"/>
                  </a:lnTo>
                  <a:lnTo>
                    <a:pt x="449" y="316"/>
                  </a:lnTo>
                  <a:lnTo>
                    <a:pt x="449" y="318"/>
                  </a:lnTo>
                  <a:lnTo>
                    <a:pt x="447" y="318"/>
                  </a:lnTo>
                  <a:lnTo>
                    <a:pt x="447" y="318"/>
                  </a:lnTo>
                  <a:lnTo>
                    <a:pt x="445" y="320"/>
                  </a:lnTo>
                  <a:lnTo>
                    <a:pt x="445" y="322"/>
                  </a:lnTo>
                  <a:lnTo>
                    <a:pt x="443" y="322"/>
                  </a:lnTo>
                  <a:lnTo>
                    <a:pt x="443" y="324"/>
                  </a:lnTo>
                  <a:lnTo>
                    <a:pt x="443" y="324"/>
                  </a:lnTo>
                  <a:lnTo>
                    <a:pt x="441" y="324"/>
                  </a:lnTo>
                  <a:lnTo>
                    <a:pt x="435" y="322"/>
                  </a:lnTo>
                  <a:lnTo>
                    <a:pt x="433" y="322"/>
                  </a:lnTo>
                  <a:lnTo>
                    <a:pt x="433" y="320"/>
                  </a:lnTo>
                  <a:lnTo>
                    <a:pt x="433" y="320"/>
                  </a:lnTo>
                  <a:lnTo>
                    <a:pt x="433" y="320"/>
                  </a:lnTo>
                  <a:lnTo>
                    <a:pt x="433" y="320"/>
                  </a:lnTo>
                  <a:lnTo>
                    <a:pt x="432" y="320"/>
                  </a:lnTo>
                  <a:lnTo>
                    <a:pt x="432" y="320"/>
                  </a:lnTo>
                  <a:lnTo>
                    <a:pt x="432" y="320"/>
                  </a:lnTo>
                  <a:lnTo>
                    <a:pt x="426" y="318"/>
                  </a:lnTo>
                  <a:lnTo>
                    <a:pt x="426" y="318"/>
                  </a:lnTo>
                  <a:lnTo>
                    <a:pt x="426" y="318"/>
                  </a:lnTo>
                  <a:lnTo>
                    <a:pt x="426" y="320"/>
                  </a:lnTo>
                  <a:lnTo>
                    <a:pt x="424" y="320"/>
                  </a:lnTo>
                  <a:lnTo>
                    <a:pt x="424" y="320"/>
                  </a:lnTo>
                  <a:lnTo>
                    <a:pt x="424" y="318"/>
                  </a:lnTo>
                  <a:lnTo>
                    <a:pt x="424" y="318"/>
                  </a:lnTo>
                  <a:lnTo>
                    <a:pt x="424" y="318"/>
                  </a:lnTo>
                  <a:lnTo>
                    <a:pt x="420" y="316"/>
                  </a:lnTo>
                  <a:lnTo>
                    <a:pt x="420" y="316"/>
                  </a:lnTo>
                  <a:lnTo>
                    <a:pt x="420" y="316"/>
                  </a:lnTo>
                  <a:lnTo>
                    <a:pt x="418" y="316"/>
                  </a:lnTo>
                  <a:lnTo>
                    <a:pt x="418" y="316"/>
                  </a:lnTo>
                  <a:lnTo>
                    <a:pt x="418" y="316"/>
                  </a:lnTo>
                  <a:lnTo>
                    <a:pt x="408" y="312"/>
                  </a:lnTo>
                  <a:lnTo>
                    <a:pt x="408" y="312"/>
                  </a:lnTo>
                  <a:lnTo>
                    <a:pt x="408" y="312"/>
                  </a:lnTo>
                  <a:lnTo>
                    <a:pt x="406" y="312"/>
                  </a:lnTo>
                  <a:lnTo>
                    <a:pt x="406" y="314"/>
                  </a:lnTo>
                  <a:lnTo>
                    <a:pt x="406" y="316"/>
                  </a:lnTo>
                  <a:lnTo>
                    <a:pt x="404" y="316"/>
                  </a:lnTo>
                  <a:lnTo>
                    <a:pt x="404" y="316"/>
                  </a:lnTo>
                  <a:lnTo>
                    <a:pt x="390" y="310"/>
                  </a:lnTo>
                  <a:lnTo>
                    <a:pt x="381" y="305"/>
                  </a:lnTo>
                  <a:lnTo>
                    <a:pt x="381" y="305"/>
                  </a:lnTo>
                  <a:lnTo>
                    <a:pt x="379" y="305"/>
                  </a:lnTo>
                  <a:lnTo>
                    <a:pt x="379" y="307"/>
                  </a:lnTo>
                  <a:lnTo>
                    <a:pt x="377" y="307"/>
                  </a:lnTo>
                  <a:lnTo>
                    <a:pt x="377" y="305"/>
                  </a:lnTo>
                  <a:lnTo>
                    <a:pt x="377" y="305"/>
                  </a:lnTo>
                  <a:lnTo>
                    <a:pt x="377" y="303"/>
                  </a:lnTo>
                  <a:lnTo>
                    <a:pt x="377" y="303"/>
                  </a:lnTo>
                  <a:lnTo>
                    <a:pt x="375" y="303"/>
                  </a:lnTo>
                  <a:lnTo>
                    <a:pt x="373" y="301"/>
                  </a:lnTo>
                  <a:lnTo>
                    <a:pt x="373" y="301"/>
                  </a:lnTo>
                  <a:lnTo>
                    <a:pt x="373" y="301"/>
                  </a:lnTo>
                  <a:lnTo>
                    <a:pt x="373" y="299"/>
                  </a:lnTo>
                  <a:lnTo>
                    <a:pt x="373" y="297"/>
                  </a:lnTo>
                  <a:lnTo>
                    <a:pt x="373" y="297"/>
                  </a:lnTo>
                  <a:lnTo>
                    <a:pt x="373" y="295"/>
                  </a:lnTo>
                  <a:lnTo>
                    <a:pt x="371" y="295"/>
                  </a:lnTo>
                  <a:lnTo>
                    <a:pt x="367" y="295"/>
                  </a:lnTo>
                  <a:lnTo>
                    <a:pt x="365" y="295"/>
                  </a:lnTo>
                  <a:lnTo>
                    <a:pt x="365" y="295"/>
                  </a:lnTo>
                  <a:lnTo>
                    <a:pt x="363" y="295"/>
                  </a:lnTo>
                  <a:lnTo>
                    <a:pt x="363" y="295"/>
                  </a:lnTo>
                  <a:lnTo>
                    <a:pt x="363" y="293"/>
                  </a:lnTo>
                  <a:lnTo>
                    <a:pt x="361" y="291"/>
                  </a:lnTo>
                  <a:lnTo>
                    <a:pt x="361" y="291"/>
                  </a:lnTo>
                  <a:lnTo>
                    <a:pt x="361" y="291"/>
                  </a:lnTo>
                  <a:lnTo>
                    <a:pt x="359" y="289"/>
                  </a:lnTo>
                  <a:lnTo>
                    <a:pt x="359" y="289"/>
                  </a:lnTo>
                  <a:lnTo>
                    <a:pt x="359" y="289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57" y="287"/>
                  </a:lnTo>
                  <a:lnTo>
                    <a:pt x="355" y="287"/>
                  </a:lnTo>
                  <a:lnTo>
                    <a:pt x="355" y="289"/>
                  </a:lnTo>
                  <a:lnTo>
                    <a:pt x="355" y="289"/>
                  </a:lnTo>
                  <a:lnTo>
                    <a:pt x="355" y="289"/>
                  </a:lnTo>
                  <a:lnTo>
                    <a:pt x="349" y="291"/>
                  </a:lnTo>
                  <a:lnTo>
                    <a:pt x="347" y="291"/>
                  </a:lnTo>
                  <a:lnTo>
                    <a:pt x="345" y="291"/>
                  </a:lnTo>
                  <a:lnTo>
                    <a:pt x="345" y="291"/>
                  </a:lnTo>
                  <a:lnTo>
                    <a:pt x="345" y="289"/>
                  </a:lnTo>
                  <a:lnTo>
                    <a:pt x="345" y="289"/>
                  </a:lnTo>
                  <a:lnTo>
                    <a:pt x="347" y="289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9" y="285"/>
                  </a:lnTo>
                  <a:lnTo>
                    <a:pt x="349" y="285"/>
                  </a:lnTo>
                  <a:lnTo>
                    <a:pt x="349" y="285"/>
                  </a:lnTo>
                  <a:lnTo>
                    <a:pt x="347" y="285"/>
                  </a:lnTo>
                  <a:lnTo>
                    <a:pt x="347" y="285"/>
                  </a:lnTo>
                  <a:lnTo>
                    <a:pt x="347" y="285"/>
                  </a:lnTo>
                  <a:lnTo>
                    <a:pt x="347" y="283"/>
                  </a:lnTo>
                  <a:lnTo>
                    <a:pt x="349" y="283"/>
                  </a:lnTo>
                  <a:lnTo>
                    <a:pt x="349" y="281"/>
                  </a:lnTo>
                  <a:lnTo>
                    <a:pt x="349" y="281"/>
                  </a:lnTo>
                  <a:lnTo>
                    <a:pt x="349" y="281"/>
                  </a:lnTo>
                  <a:lnTo>
                    <a:pt x="349" y="281"/>
                  </a:lnTo>
                  <a:lnTo>
                    <a:pt x="347" y="281"/>
                  </a:lnTo>
                  <a:lnTo>
                    <a:pt x="347" y="281"/>
                  </a:lnTo>
                  <a:lnTo>
                    <a:pt x="343" y="281"/>
                  </a:lnTo>
                  <a:lnTo>
                    <a:pt x="343" y="281"/>
                  </a:lnTo>
                  <a:lnTo>
                    <a:pt x="341" y="281"/>
                  </a:lnTo>
                  <a:lnTo>
                    <a:pt x="341" y="281"/>
                  </a:lnTo>
                  <a:lnTo>
                    <a:pt x="341" y="281"/>
                  </a:lnTo>
                  <a:lnTo>
                    <a:pt x="341" y="281"/>
                  </a:lnTo>
                  <a:lnTo>
                    <a:pt x="341" y="283"/>
                  </a:lnTo>
                  <a:lnTo>
                    <a:pt x="341" y="285"/>
                  </a:lnTo>
                  <a:lnTo>
                    <a:pt x="341" y="285"/>
                  </a:lnTo>
                  <a:lnTo>
                    <a:pt x="341" y="285"/>
                  </a:lnTo>
                  <a:lnTo>
                    <a:pt x="341" y="285"/>
                  </a:lnTo>
                  <a:lnTo>
                    <a:pt x="341" y="285"/>
                  </a:lnTo>
                  <a:lnTo>
                    <a:pt x="339" y="285"/>
                  </a:lnTo>
                  <a:lnTo>
                    <a:pt x="339" y="285"/>
                  </a:lnTo>
                  <a:lnTo>
                    <a:pt x="339" y="285"/>
                  </a:lnTo>
                  <a:lnTo>
                    <a:pt x="339" y="283"/>
                  </a:lnTo>
                  <a:lnTo>
                    <a:pt x="339" y="283"/>
                  </a:lnTo>
                  <a:lnTo>
                    <a:pt x="337" y="283"/>
                  </a:lnTo>
                  <a:lnTo>
                    <a:pt x="337" y="283"/>
                  </a:lnTo>
                  <a:lnTo>
                    <a:pt x="335" y="281"/>
                  </a:lnTo>
                  <a:lnTo>
                    <a:pt x="333" y="279"/>
                  </a:lnTo>
                  <a:lnTo>
                    <a:pt x="333" y="279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5"/>
                  </a:lnTo>
                  <a:lnTo>
                    <a:pt x="333" y="275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7"/>
                  </a:lnTo>
                  <a:lnTo>
                    <a:pt x="333" y="279"/>
                  </a:lnTo>
                  <a:lnTo>
                    <a:pt x="332" y="279"/>
                  </a:lnTo>
                  <a:lnTo>
                    <a:pt x="332" y="279"/>
                  </a:lnTo>
                  <a:lnTo>
                    <a:pt x="332" y="279"/>
                  </a:lnTo>
                  <a:lnTo>
                    <a:pt x="330" y="279"/>
                  </a:lnTo>
                  <a:lnTo>
                    <a:pt x="330" y="279"/>
                  </a:lnTo>
                  <a:lnTo>
                    <a:pt x="330" y="279"/>
                  </a:lnTo>
                  <a:lnTo>
                    <a:pt x="330" y="279"/>
                  </a:lnTo>
                  <a:lnTo>
                    <a:pt x="330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6" y="281"/>
                  </a:lnTo>
                  <a:lnTo>
                    <a:pt x="324" y="281"/>
                  </a:lnTo>
                  <a:lnTo>
                    <a:pt x="324" y="281"/>
                  </a:lnTo>
                  <a:lnTo>
                    <a:pt x="322" y="281"/>
                  </a:lnTo>
                  <a:lnTo>
                    <a:pt x="322" y="281"/>
                  </a:lnTo>
                  <a:lnTo>
                    <a:pt x="322" y="281"/>
                  </a:lnTo>
                  <a:lnTo>
                    <a:pt x="320" y="283"/>
                  </a:lnTo>
                  <a:lnTo>
                    <a:pt x="320" y="281"/>
                  </a:lnTo>
                  <a:lnTo>
                    <a:pt x="320" y="281"/>
                  </a:lnTo>
                  <a:lnTo>
                    <a:pt x="320" y="281"/>
                  </a:lnTo>
                  <a:lnTo>
                    <a:pt x="318" y="281"/>
                  </a:lnTo>
                  <a:lnTo>
                    <a:pt x="318" y="281"/>
                  </a:lnTo>
                  <a:lnTo>
                    <a:pt x="318" y="281"/>
                  </a:lnTo>
                  <a:lnTo>
                    <a:pt x="318" y="281"/>
                  </a:lnTo>
                  <a:lnTo>
                    <a:pt x="318" y="279"/>
                  </a:lnTo>
                  <a:lnTo>
                    <a:pt x="318" y="279"/>
                  </a:lnTo>
                  <a:lnTo>
                    <a:pt x="318" y="277"/>
                  </a:lnTo>
                  <a:lnTo>
                    <a:pt x="318" y="277"/>
                  </a:lnTo>
                  <a:lnTo>
                    <a:pt x="318" y="277"/>
                  </a:lnTo>
                  <a:lnTo>
                    <a:pt x="318" y="275"/>
                  </a:lnTo>
                  <a:lnTo>
                    <a:pt x="316" y="275"/>
                  </a:lnTo>
                  <a:lnTo>
                    <a:pt x="314" y="275"/>
                  </a:lnTo>
                  <a:lnTo>
                    <a:pt x="314" y="275"/>
                  </a:lnTo>
                  <a:lnTo>
                    <a:pt x="314" y="273"/>
                  </a:lnTo>
                  <a:lnTo>
                    <a:pt x="314" y="273"/>
                  </a:lnTo>
                  <a:lnTo>
                    <a:pt x="314" y="273"/>
                  </a:lnTo>
                  <a:lnTo>
                    <a:pt x="314" y="271"/>
                  </a:lnTo>
                  <a:lnTo>
                    <a:pt x="314" y="271"/>
                  </a:lnTo>
                  <a:lnTo>
                    <a:pt x="316" y="271"/>
                  </a:lnTo>
                  <a:lnTo>
                    <a:pt x="316" y="271"/>
                  </a:lnTo>
                  <a:lnTo>
                    <a:pt x="316" y="271"/>
                  </a:lnTo>
                  <a:lnTo>
                    <a:pt x="316" y="271"/>
                  </a:lnTo>
                  <a:lnTo>
                    <a:pt x="316" y="271"/>
                  </a:lnTo>
                  <a:lnTo>
                    <a:pt x="316" y="269"/>
                  </a:lnTo>
                  <a:lnTo>
                    <a:pt x="316" y="269"/>
                  </a:lnTo>
                  <a:lnTo>
                    <a:pt x="316" y="269"/>
                  </a:lnTo>
                  <a:lnTo>
                    <a:pt x="316" y="267"/>
                  </a:lnTo>
                  <a:lnTo>
                    <a:pt x="314" y="267"/>
                  </a:lnTo>
                  <a:lnTo>
                    <a:pt x="314" y="267"/>
                  </a:lnTo>
                  <a:lnTo>
                    <a:pt x="312" y="265"/>
                  </a:lnTo>
                  <a:lnTo>
                    <a:pt x="312" y="265"/>
                  </a:lnTo>
                  <a:lnTo>
                    <a:pt x="312" y="265"/>
                  </a:lnTo>
                  <a:lnTo>
                    <a:pt x="310" y="265"/>
                  </a:lnTo>
                  <a:lnTo>
                    <a:pt x="310" y="265"/>
                  </a:lnTo>
                  <a:lnTo>
                    <a:pt x="304" y="263"/>
                  </a:lnTo>
                  <a:lnTo>
                    <a:pt x="304" y="263"/>
                  </a:lnTo>
                  <a:lnTo>
                    <a:pt x="304" y="263"/>
                  </a:lnTo>
                  <a:lnTo>
                    <a:pt x="302" y="265"/>
                  </a:lnTo>
                  <a:lnTo>
                    <a:pt x="302" y="265"/>
                  </a:lnTo>
                  <a:lnTo>
                    <a:pt x="302" y="265"/>
                  </a:lnTo>
                  <a:lnTo>
                    <a:pt x="302" y="265"/>
                  </a:lnTo>
                  <a:lnTo>
                    <a:pt x="300" y="265"/>
                  </a:lnTo>
                  <a:lnTo>
                    <a:pt x="300" y="265"/>
                  </a:lnTo>
                  <a:lnTo>
                    <a:pt x="300" y="265"/>
                  </a:lnTo>
                  <a:lnTo>
                    <a:pt x="300" y="265"/>
                  </a:lnTo>
                  <a:lnTo>
                    <a:pt x="298" y="263"/>
                  </a:lnTo>
                  <a:lnTo>
                    <a:pt x="298" y="261"/>
                  </a:lnTo>
                  <a:lnTo>
                    <a:pt x="298" y="261"/>
                  </a:lnTo>
                  <a:lnTo>
                    <a:pt x="298" y="259"/>
                  </a:lnTo>
                  <a:lnTo>
                    <a:pt x="298" y="259"/>
                  </a:lnTo>
                  <a:lnTo>
                    <a:pt x="298" y="257"/>
                  </a:lnTo>
                  <a:lnTo>
                    <a:pt x="298" y="257"/>
                  </a:lnTo>
                  <a:lnTo>
                    <a:pt x="298" y="257"/>
                  </a:lnTo>
                  <a:lnTo>
                    <a:pt x="300" y="255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54"/>
                  </a:lnTo>
                  <a:lnTo>
                    <a:pt x="300" y="254"/>
                  </a:lnTo>
                  <a:lnTo>
                    <a:pt x="298" y="252"/>
                  </a:lnTo>
                  <a:lnTo>
                    <a:pt x="298" y="252"/>
                  </a:lnTo>
                  <a:lnTo>
                    <a:pt x="296" y="250"/>
                  </a:lnTo>
                  <a:lnTo>
                    <a:pt x="296" y="250"/>
                  </a:lnTo>
                  <a:lnTo>
                    <a:pt x="296" y="250"/>
                  </a:lnTo>
                  <a:lnTo>
                    <a:pt x="296" y="250"/>
                  </a:lnTo>
                  <a:lnTo>
                    <a:pt x="294" y="250"/>
                  </a:lnTo>
                  <a:lnTo>
                    <a:pt x="292" y="252"/>
                  </a:lnTo>
                  <a:lnTo>
                    <a:pt x="292" y="252"/>
                  </a:lnTo>
                  <a:lnTo>
                    <a:pt x="292" y="254"/>
                  </a:lnTo>
                  <a:lnTo>
                    <a:pt x="292" y="254"/>
                  </a:lnTo>
                  <a:lnTo>
                    <a:pt x="290" y="257"/>
                  </a:lnTo>
                  <a:lnTo>
                    <a:pt x="290" y="257"/>
                  </a:lnTo>
                  <a:lnTo>
                    <a:pt x="290" y="257"/>
                  </a:lnTo>
                  <a:lnTo>
                    <a:pt x="290" y="257"/>
                  </a:lnTo>
                  <a:lnTo>
                    <a:pt x="288" y="257"/>
                  </a:lnTo>
                  <a:lnTo>
                    <a:pt x="288" y="257"/>
                  </a:lnTo>
                  <a:lnTo>
                    <a:pt x="288" y="257"/>
                  </a:lnTo>
                  <a:lnTo>
                    <a:pt x="288" y="259"/>
                  </a:lnTo>
                  <a:lnTo>
                    <a:pt x="288" y="259"/>
                  </a:lnTo>
                  <a:lnTo>
                    <a:pt x="288" y="259"/>
                  </a:lnTo>
                  <a:lnTo>
                    <a:pt x="288" y="259"/>
                  </a:lnTo>
                  <a:lnTo>
                    <a:pt x="288" y="261"/>
                  </a:lnTo>
                  <a:lnTo>
                    <a:pt x="288" y="261"/>
                  </a:lnTo>
                  <a:lnTo>
                    <a:pt x="290" y="263"/>
                  </a:lnTo>
                  <a:lnTo>
                    <a:pt x="292" y="263"/>
                  </a:lnTo>
                  <a:lnTo>
                    <a:pt x="292" y="265"/>
                  </a:lnTo>
                  <a:lnTo>
                    <a:pt x="292" y="265"/>
                  </a:lnTo>
                  <a:lnTo>
                    <a:pt x="290" y="269"/>
                  </a:lnTo>
                  <a:lnTo>
                    <a:pt x="290" y="269"/>
                  </a:lnTo>
                  <a:lnTo>
                    <a:pt x="288" y="269"/>
                  </a:lnTo>
                  <a:lnTo>
                    <a:pt x="288" y="271"/>
                  </a:lnTo>
                  <a:lnTo>
                    <a:pt x="288" y="271"/>
                  </a:lnTo>
                  <a:lnTo>
                    <a:pt x="286" y="271"/>
                  </a:lnTo>
                  <a:lnTo>
                    <a:pt x="286" y="271"/>
                  </a:lnTo>
                  <a:lnTo>
                    <a:pt x="286" y="271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84" y="273"/>
                  </a:lnTo>
                  <a:lnTo>
                    <a:pt x="284" y="273"/>
                  </a:lnTo>
                  <a:lnTo>
                    <a:pt x="282" y="271"/>
                  </a:lnTo>
                  <a:lnTo>
                    <a:pt x="282" y="271"/>
                  </a:lnTo>
                  <a:lnTo>
                    <a:pt x="282" y="271"/>
                  </a:lnTo>
                  <a:lnTo>
                    <a:pt x="281" y="273"/>
                  </a:lnTo>
                  <a:lnTo>
                    <a:pt x="281" y="273"/>
                  </a:lnTo>
                  <a:lnTo>
                    <a:pt x="281" y="273"/>
                  </a:lnTo>
                  <a:lnTo>
                    <a:pt x="279" y="273"/>
                  </a:lnTo>
                  <a:lnTo>
                    <a:pt x="279" y="273"/>
                  </a:lnTo>
                  <a:lnTo>
                    <a:pt x="279" y="273"/>
                  </a:lnTo>
                  <a:lnTo>
                    <a:pt x="277" y="271"/>
                  </a:lnTo>
                  <a:lnTo>
                    <a:pt x="275" y="269"/>
                  </a:lnTo>
                  <a:lnTo>
                    <a:pt x="275" y="269"/>
                  </a:lnTo>
                  <a:lnTo>
                    <a:pt x="275" y="269"/>
                  </a:lnTo>
                  <a:lnTo>
                    <a:pt x="275" y="269"/>
                  </a:lnTo>
                  <a:lnTo>
                    <a:pt x="275" y="269"/>
                  </a:lnTo>
                  <a:lnTo>
                    <a:pt x="273" y="269"/>
                  </a:lnTo>
                  <a:lnTo>
                    <a:pt x="271" y="271"/>
                  </a:lnTo>
                  <a:lnTo>
                    <a:pt x="271" y="271"/>
                  </a:lnTo>
                  <a:lnTo>
                    <a:pt x="269" y="271"/>
                  </a:lnTo>
                  <a:lnTo>
                    <a:pt x="263" y="271"/>
                  </a:lnTo>
                  <a:lnTo>
                    <a:pt x="263" y="273"/>
                  </a:lnTo>
                  <a:lnTo>
                    <a:pt x="259" y="273"/>
                  </a:lnTo>
                  <a:lnTo>
                    <a:pt x="259" y="273"/>
                  </a:lnTo>
                  <a:lnTo>
                    <a:pt x="257" y="273"/>
                  </a:lnTo>
                  <a:lnTo>
                    <a:pt x="253" y="275"/>
                  </a:lnTo>
                  <a:lnTo>
                    <a:pt x="253" y="275"/>
                  </a:lnTo>
                  <a:lnTo>
                    <a:pt x="253" y="275"/>
                  </a:lnTo>
                  <a:lnTo>
                    <a:pt x="253" y="273"/>
                  </a:lnTo>
                  <a:lnTo>
                    <a:pt x="253" y="273"/>
                  </a:lnTo>
                  <a:lnTo>
                    <a:pt x="253" y="273"/>
                  </a:lnTo>
                  <a:lnTo>
                    <a:pt x="253" y="273"/>
                  </a:lnTo>
                  <a:lnTo>
                    <a:pt x="253" y="271"/>
                  </a:lnTo>
                  <a:lnTo>
                    <a:pt x="253" y="271"/>
                  </a:lnTo>
                  <a:lnTo>
                    <a:pt x="251" y="271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47" y="271"/>
                  </a:lnTo>
                  <a:lnTo>
                    <a:pt x="247" y="273"/>
                  </a:lnTo>
                  <a:lnTo>
                    <a:pt x="245" y="273"/>
                  </a:lnTo>
                  <a:lnTo>
                    <a:pt x="245" y="275"/>
                  </a:lnTo>
                  <a:lnTo>
                    <a:pt x="245" y="275"/>
                  </a:lnTo>
                  <a:lnTo>
                    <a:pt x="245" y="275"/>
                  </a:lnTo>
                  <a:lnTo>
                    <a:pt x="245" y="277"/>
                  </a:lnTo>
                  <a:lnTo>
                    <a:pt x="245" y="277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9" y="277"/>
                  </a:lnTo>
                  <a:lnTo>
                    <a:pt x="249" y="277"/>
                  </a:lnTo>
                  <a:lnTo>
                    <a:pt x="249" y="277"/>
                  </a:lnTo>
                  <a:lnTo>
                    <a:pt x="249" y="279"/>
                  </a:lnTo>
                  <a:lnTo>
                    <a:pt x="247" y="279"/>
                  </a:lnTo>
                  <a:lnTo>
                    <a:pt x="247" y="279"/>
                  </a:lnTo>
                  <a:lnTo>
                    <a:pt x="247" y="281"/>
                  </a:lnTo>
                  <a:lnTo>
                    <a:pt x="247" y="281"/>
                  </a:lnTo>
                  <a:lnTo>
                    <a:pt x="245" y="281"/>
                  </a:lnTo>
                  <a:lnTo>
                    <a:pt x="245" y="281"/>
                  </a:lnTo>
                  <a:lnTo>
                    <a:pt x="245" y="281"/>
                  </a:lnTo>
                  <a:lnTo>
                    <a:pt x="243" y="281"/>
                  </a:lnTo>
                  <a:lnTo>
                    <a:pt x="243" y="283"/>
                  </a:lnTo>
                  <a:lnTo>
                    <a:pt x="243" y="283"/>
                  </a:lnTo>
                  <a:lnTo>
                    <a:pt x="243" y="283"/>
                  </a:lnTo>
                  <a:lnTo>
                    <a:pt x="243" y="283"/>
                  </a:lnTo>
                  <a:lnTo>
                    <a:pt x="241" y="283"/>
                  </a:lnTo>
                  <a:lnTo>
                    <a:pt x="241" y="283"/>
                  </a:lnTo>
                  <a:lnTo>
                    <a:pt x="241" y="283"/>
                  </a:lnTo>
                  <a:lnTo>
                    <a:pt x="241" y="285"/>
                  </a:lnTo>
                  <a:lnTo>
                    <a:pt x="241" y="285"/>
                  </a:lnTo>
                  <a:lnTo>
                    <a:pt x="243" y="289"/>
                  </a:lnTo>
                  <a:lnTo>
                    <a:pt x="243" y="291"/>
                  </a:lnTo>
                  <a:lnTo>
                    <a:pt x="243" y="291"/>
                  </a:lnTo>
                  <a:lnTo>
                    <a:pt x="241" y="291"/>
                  </a:lnTo>
                  <a:lnTo>
                    <a:pt x="239" y="291"/>
                  </a:lnTo>
                  <a:lnTo>
                    <a:pt x="239" y="291"/>
                  </a:lnTo>
                  <a:lnTo>
                    <a:pt x="239" y="293"/>
                  </a:lnTo>
                  <a:lnTo>
                    <a:pt x="239" y="293"/>
                  </a:lnTo>
                  <a:lnTo>
                    <a:pt x="233" y="295"/>
                  </a:lnTo>
                  <a:lnTo>
                    <a:pt x="231" y="295"/>
                  </a:lnTo>
                  <a:lnTo>
                    <a:pt x="231" y="295"/>
                  </a:lnTo>
                  <a:lnTo>
                    <a:pt x="231" y="295"/>
                  </a:lnTo>
                  <a:lnTo>
                    <a:pt x="228" y="297"/>
                  </a:lnTo>
                  <a:lnTo>
                    <a:pt x="226" y="297"/>
                  </a:lnTo>
                  <a:lnTo>
                    <a:pt x="226" y="297"/>
                  </a:lnTo>
                  <a:lnTo>
                    <a:pt x="222" y="295"/>
                  </a:lnTo>
                  <a:lnTo>
                    <a:pt x="220" y="295"/>
                  </a:lnTo>
                  <a:lnTo>
                    <a:pt x="218" y="293"/>
                  </a:lnTo>
                  <a:lnTo>
                    <a:pt x="218" y="293"/>
                  </a:lnTo>
                  <a:lnTo>
                    <a:pt x="216" y="293"/>
                  </a:lnTo>
                  <a:lnTo>
                    <a:pt x="216" y="293"/>
                  </a:lnTo>
                  <a:lnTo>
                    <a:pt x="216" y="291"/>
                  </a:lnTo>
                  <a:lnTo>
                    <a:pt x="216" y="291"/>
                  </a:lnTo>
                  <a:lnTo>
                    <a:pt x="216" y="291"/>
                  </a:lnTo>
                  <a:lnTo>
                    <a:pt x="216" y="291"/>
                  </a:lnTo>
                  <a:lnTo>
                    <a:pt x="214" y="291"/>
                  </a:lnTo>
                  <a:lnTo>
                    <a:pt x="214" y="291"/>
                  </a:lnTo>
                  <a:lnTo>
                    <a:pt x="212" y="291"/>
                  </a:lnTo>
                  <a:lnTo>
                    <a:pt x="212" y="291"/>
                  </a:lnTo>
                  <a:lnTo>
                    <a:pt x="212" y="291"/>
                  </a:lnTo>
                  <a:lnTo>
                    <a:pt x="212" y="291"/>
                  </a:lnTo>
                  <a:lnTo>
                    <a:pt x="210" y="293"/>
                  </a:lnTo>
                  <a:lnTo>
                    <a:pt x="208" y="293"/>
                  </a:lnTo>
                  <a:lnTo>
                    <a:pt x="206" y="291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02" y="291"/>
                  </a:lnTo>
                  <a:lnTo>
                    <a:pt x="202" y="289"/>
                  </a:lnTo>
                  <a:lnTo>
                    <a:pt x="202" y="289"/>
                  </a:lnTo>
                  <a:lnTo>
                    <a:pt x="200" y="291"/>
                  </a:lnTo>
                  <a:lnTo>
                    <a:pt x="196" y="289"/>
                  </a:lnTo>
                  <a:lnTo>
                    <a:pt x="196" y="287"/>
                  </a:lnTo>
                  <a:lnTo>
                    <a:pt x="196" y="287"/>
                  </a:lnTo>
                  <a:lnTo>
                    <a:pt x="196" y="287"/>
                  </a:lnTo>
                  <a:lnTo>
                    <a:pt x="196" y="285"/>
                  </a:lnTo>
                  <a:lnTo>
                    <a:pt x="196" y="285"/>
                  </a:lnTo>
                  <a:lnTo>
                    <a:pt x="196" y="285"/>
                  </a:lnTo>
                  <a:lnTo>
                    <a:pt x="194" y="283"/>
                  </a:lnTo>
                  <a:lnTo>
                    <a:pt x="194" y="283"/>
                  </a:lnTo>
                  <a:lnTo>
                    <a:pt x="194" y="283"/>
                  </a:lnTo>
                  <a:lnTo>
                    <a:pt x="194" y="281"/>
                  </a:lnTo>
                  <a:lnTo>
                    <a:pt x="194" y="281"/>
                  </a:lnTo>
                  <a:lnTo>
                    <a:pt x="196" y="279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4" y="275"/>
                  </a:lnTo>
                  <a:lnTo>
                    <a:pt x="194" y="275"/>
                  </a:lnTo>
                  <a:lnTo>
                    <a:pt x="194" y="275"/>
                  </a:lnTo>
                  <a:lnTo>
                    <a:pt x="194" y="275"/>
                  </a:lnTo>
                  <a:lnTo>
                    <a:pt x="194" y="275"/>
                  </a:lnTo>
                  <a:lnTo>
                    <a:pt x="194" y="271"/>
                  </a:lnTo>
                  <a:lnTo>
                    <a:pt x="194" y="271"/>
                  </a:lnTo>
                  <a:lnTo>
                    <a:pt x="194" y="269"/>
                  </a:lnTo>
                  <a:lnTo>
                    <a:pt x="194" y="269"/>
                  </a:lnTo>
                  <a:lnTo>
                    <a:pt x="194" y="269"/>
                  </a:lnTo>
                  <a:lnTo>
                    <a:pt x="194" y="267"/>
                  </a:lnTo>
                  <a:lnTo>
                    <a:pt x="192" y="267"/>
                  </a:lnTo>
                  <a:lnTo>
                    <a:pt x="190" y="267"/>
                  </a:lnTo>
                  <a:lnTo>
                    <a:pt x="188" y="265"/>
                  </a:lnTo>
                  <a:lnTo>
                    <a:pt x="188" y="265"/>
                  </a:lnTo>
                  <a:lnTo>
                    <a:pt x="188" y="265"/>
                  </a:lnTo>
                  <a:lnTo>
                    <a:pt x="188" y="265"/>
                  </a:lnTo>
                  <a:lnTo>
                    <a:pt x="188" y="265"/>
                  </a:lnTo>
                  <a:lnTo>
                    <a:pt x="188" y="263"/>
                  </a:lnTo>
                  <a:lnTo>
                    <a:pt x="188" y="263"/>
                  </a:lnTo>
                  <a:lnTo>
                    <a:pt x="190" y="263"/>
                  </a:lnTo>
                  <a:lnTo>
                    <a:pt x="190" y="261"/>
                  </a:lnTo>
                  <a:lnTo>
                    <a:pt x="190" y="261"/>
                  </a:lnTo>
                  <a:lnTo>
                    <a:pt x="188" y="261"/>
                  </a:lnTo>
                  <a:lnTo>
                    <a:pt x="188" y="261"/>
                  </a:lnTo>
                  <a:lnTo>
                    <a:pt x="188" y="259"/>
                  </a:lnTo>
                  <a:lnTo>
                    <a:pt x="184" y="257"/>
                  </a:lnTo>
                  <a:lnTo>
                    <a:pt x="184" y="254"/>
                  </a:lnTo>
                  <a:lnTo>
                    <a:pt x="184" y="252"/>
                  </a:lnTo>
                  <a:lnTo>
                    <a:pt x="182" y="252"/>
                  </a:lnTo>
                  <a:lnTo>
                    <a:pt x="180" y="252"/>
                  </a:lnTo>
                  <a:lnTo>
                    <a:pt x="180" y="254"/>
                  </a:lnTo>
                  <a:lnTo>
                    <a:pt x="180" y="252"/>
                  </a:lnTo>
                  <a:lnTo>
                    <a:pt x="180" y="252"/>
                  </a:lnTo>
                  <a:lnTo>
                    <a:pt x="179" y="252"/>
                  </a:lnTo>
                  <a:lnTo>
                    <a:pt x="175" y="248"/>
                  </a:lnTo>
                  <a:lnTo>
                    <a:pt x="175" y="248"/>
                  </a:lnTo>
                  <a:lnTo>
                    <a:pt x="175" y="246"/>
                  </a:lnTo>
                  <a:lnTo>
                    <a:pt x="173" y="246"/>
                  </a:lnTo>
                  <a:lnTo>
                    <a:pt x="173" y="246"/>
                  </a:lnTo>
                  <a:lnTo>
                    <a:pt x="171" y="244"/>
                  </a:lnTo>
                  <a:lnTo>
                    <a:pt x="171" y="246"/>
                  </a:lnTo>
                  <a:lnTo>
                    <a:pt x="169" y="246"/>
                  </a:lnTo>
                  <a:lnTo>
                    <a:pt x="167" y="242"/>
                  </a:lnTo>
                  <a:lnTo>
                    <a:pt x="167" y="240"/>
                  </a:lnTo>
                  <a:lnTo>
                    <a:pt x="165" y="240"/>
                  </a:lnTo>
                  <a:lnTo>
                    <a:pt x="165" y="240"/>
                  </a:lnTo>
                  <a:lnTo>
                    <a:pt x="163" y="240"/>
                  </a:lnTo>
                  <a:lnTo>
                    <a:pt x="161" y="240"/>
                  </a:lnTo>
                  <a:lnTo>
                    <a:pt x="161" y="240"/>
                  </a:lnTo>
                  <a:lnTo>
                    <a:pt x="161" y="240"/>
                  </a:lnTo>
                  <a:lnTo>
                    <a:pt x="159" y="238"/>
                  </a:lnTo>
                  <a:lnTo>
                    <a:pt x="159" y="238"/>
                  </a:lnTo>
                  <a:lnTo>
                    <a:pt x="159" y="240"/>
                  </a:lnTo>
                  <a:lnTo>
                    <a:pt x="159" y="240"/>
                  </a:lnTo>
                  <a:lnTo>
                    <a:pt x="157" y="240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4"/>
                  </a:lnTo>
                  <a:lnTo>
                    <a:pt x="157" y="244"/>
                  </a:lnTo>
                  <a:lnTo>
                    <a:pt x="157" y="244"/>
                  </a:lnTo>
                  <a:lnTo>
                    <a:pt x="159" y="244"/>
                  </a:lnTo>
                  <a:lnTo>
                    <a:pt x="159" y="246"/>
                  </a:lnTo>
                  <a:lnTo>
                    <a:pt x="159" y="246"/>
                  </a:lnTo>
                  <a:lnTo>
                    <a:pt x="159" y="246"/>
                  </a:lnTo>
                  <a:lnTo>
                    <a:pt x="153" y="248"/>
                  </a:lnTo>
                  <a:lnTo>
                    <a:pt x="153" y="250"/>
                  </a:lnTo>
                  <a:lnTo>
                    <a:pt x="153" y="250"/>
                  </a:lnTo>
                  <a:lnTo>
                    <a:pt x="153" y="250"/>
                  </a:lnTo>
                  <a:lnTo>
                    <a:pt x="153" y="252"/>
                  </a:lnTo>
                  <a:lnTo>
                    <a:pt x="153" y="252"/>
                  </a:lnTo>
                  <a:lnTo>
                    <a:pt x="151" y="254"/>
                  </a:lnTo>
                  <a:lnTo>
                    <a:pt x="151" y="254"/>
                  </a:lnTo>
                  <a:lnTo>
                    <a:pt x="151" y="254"/>
                  </a:lnTo>
                  <a:lnTo>
                    <a:pt x="149" y="252"/>
                  </a:lnTo>
                  <a:lnTo>
                    <a:pt x="149" y="252"/>
                  </a:lnTo>
                  <a:lnTo>
                    <a:pt x="149" y="252"/>
                  </a:lnTo>
                  <a:lnTo>
                    <a:pt x="149" y="250"/>
                  </a:lnTo>
                  <a:lnTo>
                    <a:pt x="145" y="250"/>
                  </a:lnTo>
                  <a:lnTo>
                    <a:pt x="145" y="250"/>
                  </a:lnTo>
                  <a:lnTo>
                    <a:pt x="143" y="250"/>
                  </a:lnTo>
                  <a:lnTo>
                    <a:pt x="143" y="248"/>
                  </a:lnTo>
                  <a:lnTo>
                    <a:pt x="143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41" y="246"/>
                  </a:lnTo>
                  <a:lnTo>
                    <a:pt x="141" y="246"/>
                  </a:lnTo>
                  <a:lnTo>
                    <a:pt x="139" y="244"/>
                  </a:lnTo>
                  <a:lnTo>
                    <a:pt x="139" y="244"/>
                  </a:lnTo>
                  <a:lnTo>
                    <a:pt x="139" y="244"/>
                  </a:lnTo>
                  <a:lnTo>
                    <a:pt x="137" y="244"/>
                  </a:lnTo>
                  <a:lnTo>
                    <a:pt x="137" y="246"/>
                  </a:lnTo>
                  <a:lnTo>
                    <a:pt x="137" y="246"/>
                  </a:lnTo>
                  <a:lnTo>
                    <a:pt x="137" y="246"/>
                  </a:lnTo>
                  <a:lnTo>
                    <a:pt x="133" y="248"/>
                  </a:lnTo>
                  <a:lnTo>
                    <a:pt x="118" y="240"/>
                  </a:lnTo>
                  <a:lnTo>
                    <a:pt x="116" y="240"/>
                  </a:lnTo>
                  <a:lnTo>
                    <a:pt x="116" y="240"/>
                  </a:lnTo>
                  <a:lnTo>
                    <a:pt x="114" y="242"/>
                  </a:lnTo>
                  <a:lnTo>
                    <a:pt x="112" y="244"/>
                  </a:lnTo>
                  <a:lnTo>
                    <a:pt x="110" y="244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6" y="244"/>
                  </a:lnTo>
                  <a:lnTo>
                    <a:pt x="106" y="244"/>
                  </a:lnTo>
                  <a:lnTo>
                    <a:pt x="106" y="244"/>
                  </a:lnTo>
                  <a:lnTo>
                    <a:pt x="106" y="244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0" y="242"/>
                  </a:lnTo>
                  <a:lnTo>
                    <a:pt x="100" y="244"/>
                  </a:lnTo>
                  <a:lnTo>
                    <a:pt x="98" y="248"/>
                  </a:lnTo>
                  <a:lnTo>
                    <a:pt x="96" y="250"/>
                  </a:lnTo>
                  <a:lnTo>
                    <a:pt x="94" y="250"/>
                  </a:lnTo>
                  <a:lnTo>
                    <a:pt x="94" y="252"/>
                  </a:lnTo>
                  <a:lnTo>
                    <a:pt x="94" y="252"/>
                  </a:lnTo>
                  <a:lnTo>
                    <a:pt x="92" y="248"/>
                  </a:lnTo>
                  <a:lnTo>
                    <a:pt x="92" y="246"/>
                  </a:lnTo>
                  <a:lnTo>
                    <a:pt x="92" y="246"/>
                  </a:lnTo>
                  <a:lnTo>
                    <a:pt x="90" y="242"/>
                  </a:lnTo>
                  <a:lnTo>
                    <a:pt x="90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8" y="238"/>
                  </a:lnTo>
                  <a:lnTo>
                    <a:pt x="88" y="236"/>
                  </a:lnTo>
                  <a:lnTo>
                    <a:pt x="88" y="234"/>
                  </a:lnTo>
                  <a:lnTo>
                    <a:pt x="86" y="230"/>
                  </a:lnTo>
                  <a:lnTo>
                    <a:pt x="86" y="230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6" y="220"/>
                  </a:lnTo>
                  <a:lnTo>
                    <a:pt x="86" y="220"/>
                  </a:lnTo>
                  <a:lnTo>
                    <a:pt x="86" y="218"/>
                  </a:lnTo>
                  <a:lnTo>
                    <a:pt x="86" y="218"/>
                  </a:lnTo>
                  <a:lnTo>
                    <a:pt x="86" y="216"/>
                  </a:lnTo>
                  <a:lnTo>
                    <a:pt x="86" y="216"/>
                  </a:lnTo>
                  <a:lnTo>
                    <a:pt x="86" y="214"/>
                  </a:lnTo>
                  <a:lnTo>
                    <a:pt x="86" y="214"/>
                  </a:lnTo>
                  <a:lnTo>
                    <a:pt x="84" y="214"/>
                  </a:lnTo>
                  <a:lnTo>
                    <a:pt x="84" y="214"/>
                  </a:lnTo>
                  <a:lnTo>
                    <a:pt x="84" y="212"/>
                  </a:lnTo>
                  <a:lnTo>
                    <a:pt x="84" y="212"/>
                  </a:lnTo>
                  <a:lnTo>
                    <a:pt x="82" y="212"/>
                  </a:lnTo>
                  <a:lnTo>
                    <a:pt x="80" y="214"/>
                  </a:lnTo>
                  <a:lnTo>
                    <a:pt x="79" y="214"/>
                  </a:lnTo>
                  <a:lnTo>
                    <a:pt x="79" y="214"/>
                  </a:lnTo>
                  <a:lnTo>
                    <a:pt x="77" y="212"/>
                  </a:lnTo>
                  <a:lnTo>
                    <a:pt x="77" y="212"/>
                  </a:lnTo>
                  <a:lnTo>
                    <a:pt x="75" y="212"/>
                  </a:lnTo>
                  <a:lnTo>
                    <a:pt x="75" y="210"/>
                  </a:lnTo>
                  <a:lnTo>
                    <a:pt x="73" y="212"/>
                  </a:lnTo>
                  <a:lnTo>
                    <a:pt x="73" y="212"/>
                  </a:lnTo>
                  <a:lnTo>
                    <a:pt x="71" y="212"/>
                  </a:lnTo>
                  <a:lnTo>
                    <a:pt x="71" y="212"/>
                  </a:lnTo>
                  <a:lnTo>
                    <a:pt x="71" y="212"/>
                  </a:lnTo>
                  <a:lnTo>
                    <a:pt x="71" y="212"/>
                  </a:lnTo>
                  <a:lnTo>
                    <a:pt x="71" y="214"/>
                  </a:lnTo>
                  <a:lnTo>
                    <a:pt x="71" y="216"/>
                  </a:lnTo>
                  <a:lnTo>
                    <a:pt x="71" y="218"/>
                  </a:lnTo>
                  <a:lnTo>
                    <a:pt x="69" y="218"/>
                  </a:lnTo>
                  <a:lnTo>
                    <a:pt x="69" y="218"/>
                  </a:lnTo>
                  <a:lnTo>
                    <a:pt x="69" y="218"/>
                  </a:lnTo>
                  <a:lnTo>
                    <a:pt x="67" y="218"/>
                  </a:lnTo>
                  <a:lnTo>
                    <a:pt x="67" y="218"/>
                  </a:lnTo>
                  <a:lnTo>
                    <a:pt x="67" y="218"/>
                  </a:lnTo>
                  <a:lnTo>
                    <a:pt x="65" y="216"/>
                  </a:lnTo>
                  <a:lnTo>
                    <a:pt x="65" y="216"/>
                  </a:lnTo>
                  <a:lnTo>
                    <a:pt x="65" y="216"/>
                  </a:lnTo>
                  <a:lnTo>
                    <a:pt x="65" y="218"/>
                  </a:lnTo>
                  <a:lnTo>
                    <a:pt x="65" y="218"/>
                  </a:lnTo>
                  <a:lnTo>
                    <a:pt x="65" y="218"/>
                  </a:lnTo>
                  <a:lnTo>
                    <a:pt x="65" y="218"/>
                  </a:lnTo>
                  <a:lnTo>
                    <a:pt x="65" y="220"/>
                  </a:lnTo>
                  <a:lnTo>
                    <a:pt x="65" y="220"/>
                  </a:lnTo>
                  <a:lnTo>
                    <a:pt x="65" y="220"/>
                  </a:lnTo>
                  <a:lnTo>
                    <a:pt x="63" y="220"/>
                  </a:lnTo>
                  <a:lnTo>
                    <a:pt x="63" y="220"/>
                  </a:lnTo>
                  <a:lnTo>
                    <a:pt x="63" y="220"/>
                  </a:lnTo>
                  <a:lnTo>
                    <a:pt x="61" y="222"/>
                  </a:lnTo>
                  <a:lnTo>
                    <a:pt x="61" y="222"/>
                  </a:lnTo>
                  <a:lnTo>
                    <a:pt x="61" y="222"/>
                  </a:lnTo>
                  <a:lnTo>
                    <a:pt x="57" y="224"/>
                  </a:lnTo>
                  <a:lnTo>
                    <a:pt x="53" y="224"/>
                  </a:lnTo>
                  <a:lnTo>
                    <a:pt x="53" y="224"/>
                  </a:lnTo>
                  <a:lnTo>
                    <a:pt x="53" y="224"/>
                  </a:lnTo>
                  <a:lnTo>
                    <a:pt x="53" y="226"/>
                  </a:lnTo>
                  <a:lnTo>
                    <a:pt x="53" y="226"/>
                  </a:lnTo>
                  <a:lnTo>
                    <a:pt x="53" y="226"/>
                  </a:lnTo>
                  <a:lnTo>
                    <a:pt x="53" y="226"/>
                  </a:lnTo>
                  <a:lnTo>
                    <a:pt x="51" y="228"/>
                  </a:lnTo>
                  <a:lnTo>
                    <a:pt x="51" y="228"/>
                  </a:lnTo>
                  <a:lnTo>
                    <a:pt x="51" y="228"/>
                  </a:lnTo>
                  <a:lnTo>
                    <a:pt x="49" y="228"/>
                  </a:lnTo>
                  <a:lnTo>
                    <a:pt x="49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26"/>
                  </a:lnTo>
                  <a:lnTo>
                    <a:pt x="43" y="226"/>
                  </a:lnTo>
                  <a:lnTo>
                    <a:pt x="43" y="226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9" y="224"/>
                  </a:lnTo>
                  <a:lnTo>
                    <a:pt x="39" y="226"/>
                  </a:lnTo>
                  <a:lnTo>
                    <a:pt x="39" y="226"/>
                  </a:lnTo>
                  <a:lnTo>
                    <a:pt x="39" y="226"/>
                  </a:lnTo>
                  <a:lnTo>
                    <a:pt x="39" y="226"/>
                  </a:lnTo>
                  <a:lnTo>
                    <a:pt x="37" y="224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9" y="220"/>
                  </a:lnTo>
                  <a:lnTo>
                    <a:pt x="39" y="220"/>
                  </a:lnTo>
                  <a:lnTo>
                    <a:pt x="39" y="220"/>
                  </a:lnTo>
                  <a:lnTo>
                    <a:pt x="41" y="220"/>
                  </a:lnTo>
                  <a:lnTo>
                    <a:pt x="41" y="220"/>
                  </a:lnTo>
                  <a:lnTo>
                    <a:pt x="41" y="220"/>
                  </a:lnTo>
                  <a:lnTo>
                    <a:pt x="43" y="220"/>
                  </a:lnTo>
                  <a:lnTo>
                    <a:pt x="43" y="218"/>
                  </a:lnTo>
                  <a:lnTo>
                    <a:pt x="43" y="218"/>
                  </a:lnTo>
                  <a:lnTo>
                    <a:pt x="43" y="218"/>
                  </a:lnTo>
                  <a:lnTo>
                    <a:pt x="43" y="218"/>
                  </a:lnTo>
                  <a:lnTo>
                    <a:pt x="41" y="216"/>
                  </a:lnTo>
                  <a:lnTo>
                    <a:pt x="39" y="216"/>
                  </a:lnTo>
                  <a:lnTo>
                    <a:pt x="39" y="216"/>
                  </a:lnTo>
                  <a:lnTo>
                    <a:pt x="39" y="216"/>
                  </a:lnTo>
                  <a:lnTo>
                    <a:pt x="39" y="216"/>
                  </a:lnTo>
                  <a:lnTo>
                    <a:pt x="39" y="214"/>
                  </a:lnTo>
                  <a:lnTo>
                    <a:pt x="39" y="214"/>
                  </a:lnTo>
                  <a:lnTo>
                    <a:pt x="39" y="214"/>
                  </a:lnTo>
                  <a:lnTo>
                    <a:pt x="41" y="214"/>
                  </a:lnTo>
                  <a:lnTo>
                    <a:pt x="41" y="214"/>
                  </a:lnTo>
                  <a:lnTo>
                    <a:pt x="41" y="214"/>
                  </a:lnTo>
                  <a:lnTo>
                    <a:pt x="41" y="212"/>
                  </a:lnTo>
                  <a:lnTo>
                    <a:pt x="41" y="212"/>
                  </a:lnTo>
                  <a:lnTo>
                    <a:pt x="41" y="212"/>
                  </a:lnTo>
                  <a:lnTo>
                    <a:pt x="41" y="210"/>
                  </a:lnTo>
                  <a:lnTo>
                    <a:pt x="41" y="210"/>
                  </a:lnTo>
                  <a:lnTo>
                    <a:pt x="41" y="210"/>
                  </a:lnTo>
                  <a:lnTo>
                    <a:pt x="41" y="210"/>
                  </a:lnTo>
                  <a:lnTo>
                    <a:pt x="41" y="208"/>
                  </a:lnTo>
                  <a:lnTo>
                    <a:pt x="39" y="208"/>
                  </a:lnTo>
                  <a:lnTo>
                    <a:pt x="39" y="206"/>
                  </a:lnTo>
                  <a:lnTo>
                    <a:pt x="37" y="204"/>
                  </a:lnTo>
                  <a:lnTo>
                    <a:pt x="37" y="204"/>
                  </a:lnTo>
                  <a:lnTo>
                    <a:pt x="37" y="204"/>
                  </a:lnTo>
                  <a:lnTo>
                    <a:pt x="37" y="204"/>
                  </a:lnTo>
                  <a:lnTo>
                    <a:pt x="37" y="202"/>
                  </a:lnTo>
                  <a:lnTo>
                    <a:pt x="37" y="202"/>
                  </a:lnTo>
                  <a:lnTo>
                    <a:pt x="33" y="202"/>
                  </a:lnTo>
                  <a:lnTo>
                    <a:pt x="31" y="200"/>
                  </a:lnTo>
                  <a:lnTo>
                    <a:pt x="31" y="200"/>
                  </a:lnTo>
                  <a:lnTo>
                    <a:pt x="29" y="200"/>
                  </a:lnTo>
                  <a:lnTo>
                    <a:pt x="29" y="200"/>
                  </a:lnTo>
                  <a:lnTo>
                    <a:pt x="29" y="200"/>
                  </a:lnTo>
                  <a:lnTo>
                    <a:pt x="29" y="199"/>
                  </a:lnTo>
                  <a:lnTo>
                    <a:pt x="29" y="199"/>
                  </a:lnTo>
                  <a:lnTo>
                    <a:pt x="29" y="199"/>
                  </a:lnTo>
                  <a:lnTo>
                    <a:pt x="29" y="197"/>
                  </a:lnTo>
                  <a:lnTo>
                    <a:pt x="31" y="197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3" y="199"/>
                  </a:lnTo>
                  <a:lnTo>
                    <a:pt x="31" y="199"/>
                  </a:lnTo>
                  <a:lnTo>
                    <a:pt x="31" y="197"/>
                  </a:lnTo>
                  <a:lnTo>
                    <a:pt x="31" y="195"/>
                  </a:lnTo>
                  <a:lnTo>
                    <a:pt x="31" y="193"/>
                  </a:lnTo>
                  <a:lnTo>
                    <a:pt x="29" y="193"/>
                  </a:lnTo>
                  <a:lnTo>
                    <a:pt x="29" y="193"/>
                  </a:lnTo>
                  <a:lnTo>
                    <a:pt x="29" y="193"/>
                  </a:lnTo>
                  <a:lnTo>
                    <a:pt x="28" y="193"/>
                  </a:lnTo>
                  <a:lnTo>
                    <a:pt x="26" y="193"/>
                  </a:lnTo>
                  <a:lnTo>
                    <a:pt x="26" y="193"/>
                  </a:lnTo>
                  <a:lnTo>
                    <a:pt x="26" y="193"/>
                  </a:lnTo>
                  <a:lnTo>
                    <a:pt x="26" y="191"/>
                  </a:lnTo>
                  <a:lnTo>
                    <a:pt x="26" y="191"/>
                  </a:lnTo>
                  <a:lnTo>
                    <a:pt x="26" y="191"/>
                  </a:lnTo>
                  <a:lnTo>
                    <a:pt x="24" y="191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0" y="187"/>
                  </a:lnTo>
                  <a:lnTo>
                    <a:pt x="18" y="187"/>
                  </a:lnTo>
                  <a:lnTo>
                    <a:pt x="18" y="187"/>
                  </a:lnTo>
                  <a:lnTo>
                    <a:pt x="16" y="187"/>
                  </a:lnTo>
                  <a:lnTo>
                    <a:pt x="16" y="187"/>
                  </a:lnTo>
                  <a:lnTo>
                    <a:pt x="14" y="189"/>
                  </a:lnTo>
                  <a:lnTo>
                    <a:pt x="12" y="189"/>
                  </a:lnTo>
                  <a:lnTo>
                    <a:pt x="12" y="191"/>
                  </a:lnTo>
                  <a:lnTo>
                    <a:pt x="10" y="191"/>
                  </a:lnTo>
                  <a:lnTo>
                    <a:pt x="10" y="191"/>
                  </a:lnTo>
                  <a:lnTo>
                    <a:pt x="10" y="189"/>
                  </a:lnTo>
                  <a:lnTo>
                    <a:pt x="10" y="187"/>
                  </a:lnTo>
                  <a:lnTo>
                    <a:pt x="10" y="187"/>
                  </a:lnTo>
                  <a:lnTo>
                    <a:pt x="10" y="187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10" y="185"/>
                  </a:lnTo>
                  <a:lnTo>
                    <a:pt x="8" y="185"/>
                  </a:lnTo>
                  <a:lnTo>
                    <a:pt x="8" y="185"/>
                  </a:lnTo>
                  <a:lnTo>
                    <a:pt x="6" y="185"/>
                  </a:lnTo>
                  <a:lnTo>
                    <a:pt x="6" y="185"/>
                  </a:lnTo>
                  <a:lnTo>
                    <a:pt x="6" y="183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8" y="181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0" y="177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0" y="175"/>
                  </a:lnTo>
                  <a:lnTo>
                    <a:pt x="8" y="175"/>
                  </a:lnTo>
                  <a:lnTo>
                    <a:pt x="8" y="175"/>
                  </a:lnTo>
                  <a:lnTo>
                    <a:pt x="6" y="175"/>
                  </a:lnTo>
                  <a:lnTo>
                    <a:pt x="6" y="175"/>
                  </a:lnTo>
                  <a:lnTo>
                    <a:pt x="6" y="173"/>
                  </a:lnTo>
                  <a:lnTo>
                    <a:pt x="6" y="173"/>
                  </a:lnTo>
                  <a:lnTo>
                    <a:pt x="6" y="173"/>
                  </a:lnTo>
                  <a:lnTo>
                    <a:pt x="6" y="173"/>
                  </a:lnTo>
                  <a:lnTo>
                    <a:pt x="6" y="173"/>
                  </a:lnTo>
                  <a:lnTo>
                    <a:pt x="6" y="171"/>
                  </a:lnTo>
                  <a:lnTo>
                    <a:pt x="6" y="171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4" y="169"/>
                  </a:lnTo>
                  <a:lnTo>
                    <a:pt x="4" y="169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2" y="165"/>
                  </a:lnTo>
                  <a:lnTo>
                    <a:pt x="2" y="165"/>
                  </a:lnTo>
                  <a:lnTo>
                    <a:pt x="2" y="165"/>
                  </a:lnTo>
                  <a:lnTo>
                    <a:pt x="2" y="165"/>
                  </a:lnTo>
                  <a:lnTo>
                    <a:pt x="2" y="165"/>
                  </a:lnTo>
                  <a:lnTo>
                    <a:pt x="2" y="163"/>
                  </a:lnTo>
                  <a:lnTo>
                    <a:pt x="4" y="163"/>
                  </a:lnTo>
                  <a:lnTo>
                    <a:pt x="4" y="163"/>
                  </a:lnTo>
                  <a:lnTo>
                    <a:pt x="4" y="161"/>
                  </a:lnTo>
                  <a:lnTo>
                    <a:pt x="4" y="161"/>
                  </a:lnTo>
                  <a:lnTo>
                    <a:pt x="4" y="161"/>
                  </a:lnTo>
                  <a:lnTo>
                    <a:pt x="4" y="161"/>
                  </a:lnTo>
                  <a:lnTo>
                    <a:pt x="2" y="161"/>
                  </a:lnTo>
                  <a:lnTo>
                    <a:pt x="2" y="161"/>
                  </a:lnTo>
                  <a:lnTo>
                    <a:pt x="2" y="161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7"/>
                  </a:lnTo>
                  <a:lnTo>
                    <a:pt x="0" y="155"/>
                  </a:lnTo>
                  <a:lnTo>
                    <a:pt x="2" y="155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4" y="155"/>
                  </a:lnTo>
                  <a:lnTo>
                    <a:pt x="4" y="155"/>
                  </a:lnTo>
                  <a:lnTo>
                    <a:pt x="4" y="155"/>
                  </a:lnTo>
                  <a:lnTo>
                    <a:pt x="4" y="153"/>
                  </a:lnTo>
                  <a:lnTo>
                    <a:pt x="6" y="153"/>
                  </a:lnTo>
                  <a:lnTo>
                    <a:pt x="8" y="151"/>
                  </a:lnTo>
                  <a:lnTo>
                    <a:pt x="8" y="151"/>
                  </a:lnTo>
                  <a:lnTo>
                    <a:pt x="10" y="149"/>
                  </a:lnTo>
                  <a:lnTo>
                    <a:pt x="12" y="147"/>
                  </a:lnTo>
                  <a:lnTo>
                    <a:pt x="12" y="147"/>
                  </a:lnTo>
                  <a:lnTo>
                    <a:pt x="14" y="147"/>
                  </a:lnTo>
                  <a:lnTo>
                    <a:pt x="14" y="147"/>
                  </a:lnTo>
                  <a:lnTo>
                    <a:pt x="14" y="149"/>
                  </a:lnTo>
                  <a:lnTo>
                    <a:pt x="14" y="149"/>
                  </a:lnTo>
                  <a:lnTo>
                    <a:pt x="14" y="149"/>
                  </a:lnTo>
                  <a:lnTo>
                    <a:pt x="14" y="149"/>
                  </a:lnTo>
                  <a:lnTo>
                    <a:pt x="14" y="149"/>
                  </a:lnTo>
                  <a:lnTo>
                    <a:pt x="18" y="149"/>
                  </a:lnTo>
                  <a:lnTo>
                    <a:pt x="18" y="149"/>
                  </a:lnTo>
                  <a:lnTo>
                    <a:pt x="20" y="151"/>
                  </a:lnTo>
                  <a:lnTo>
                    <a:pt x="22" y="15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26" y="149"/>
                  </a:lnTo>
                  <a:lnTo>
                    <a:pt x="28" y="149"/>
                  </a:lnTo>
                  <a:lnTo>
                    <a:pt x="29" y="149"/>
                  </a:lnTo>
                  <a:lnTo>
                    <a:pt x="31" y="151"/>
                  </a:lnTo>
                  <a:lnTo>
                    <a:pt x="33" y="151"/>
                  </a:lnTo>
                  <a:lnTo>
                    <a:pt x="33" y="151"/>
                  </a:lnTo>
                  <a:lnTo>
                    <a:pt x="33" y="151"/>
                  </a:lnTo>
                  <a:lnTo>
                    <a:pt x="33" y="151"/>
                  </a:lnTo>
                  <a:lnTo>
                    <a:pt x="33" y="151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7"/>
                  </a:lnTo>
                  <a:lnTo>
                    <a:pt x="31" y="147"/>
                  </a:lnTo>
                  <a:lnTo>
                    <a:pt x="31" y="147"/>
                  </a:lnTo>
                  <a:lnTo>
                    <a:pt x="31" y="147"/>
                  </a:lnTo>
                  <a:lnTo>
                    <a:pt x="33" y="147"/>
                  </a:lnTo>
                  <a:lnTo>
                    <a:pt x="33" y="147"/>
                  </a:lnTo>
                  <a:lnTo>
                    <a:pt x="33" y="147"/>
                  </a:lnTo>
                  <a:lnTo>
                    <a:pt x="35" y="147"/>
                  </a:lnTo>
                  <a:lnTo>
                    <a:pt x="35" y="147"/>
                  </a:lnTo>
                  <a:lnTo>
                    <a:pt x="37" y="146"/>
                  </a:lnTo>
                  <a:lnTo>
                    <a:pt x="39" y="146"/>
                  </a:lnTo>
                  <a:lnTo>
                    <a:pt x="39" y="144"/>
                  </a:lnTo>
                  <a:lnTo>
                    <a:pt x="39" y="144"/>
                  </a:lnTo>
                  <a:lnTo>
                    <a:pt x="39" y="142"/>
                  </a:lnTo>
                  <a:lnTo>
                    <a:pt x="37" y="142"/>
                  </a:lnTo>
                  <a:lnTo>
                    <a:pt x="37" y="142"/>
                  </a:lnTo>
                  <a:lnTo>
                    <a:pt x="37" y="142"/>
                  </a:lnTo>
                  <a:lnTo>
                    <a:pt x="37" y="142"/>
                  </a:lnTo>
                  <a:lnTo>
                    <a:pt x="37" y="140"/>
                  </a:lnTo>
                  <a:lnTo>
                    <a:pt x="37" y="140"/>
                  </a:lnTo>
                  <a:lnTo>
                    <a:pt x="37" y="140"/>
                  </a:lnTo>
                  <a:lnTo>
                    <a:pt x="37" y="138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7" y="136"/>
                  </a:lnTo>
                  <a:lnTo>
                    <a:pt x="37" y="136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3" y="138"/>
                  </a:lnTo>
                  <a:lnTo>
                    <a:pt x="43" y="138"/>
                  </a:lnTo>
                  <a:lnTo>
                    <a:pt x="43" y="138"/>
                  </a:lnTo>
                  <a:lnTo>
                    <a:pt x="43" y="138"/>
                  </a:lnTo>
                  <a:lnTo>
                    <a:pt x="43" y="138"/>
                  </a:lnTo>
                  <a:lnTo>
                    <a:pt x="43" y="136"/>
                  </a:lnTo>
                  <a:lnTo>
                    <a:pt x="41" y="136"/>
                  </a:lnTo>
                  <a:lnTo>
                    <a:pt x="41" y="136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45" y="136"/>
                  </a:lnTo>
                  <a:lnTo>
                    <a:pt x="45" y="136"/>
                  </a:lnTo>
                  <a:lnTo>
                    <a:pt x="45" y="136"/>
                  </a:lnTo>
                  <a:lnTo>
                    <a:pt x="45" y="134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51" y="130"/>
                  </a:lnTo>
                  <a:lnTo>
                    <a:pt x="51" y="130"/>
                  </a:lnTo>
                  <a:lnTo>
                    <a:pt x="51" y="132"/>
                  </a:lnTo>
                  <a:lnTo>
                    <a:pt x="51" y="132"/>
                  </a:lnTo>
                  <a:lnTo>
                    <a:pt x="51" y="132"/>
                  </a:lnTo>
                  <a:lnTo>
                    <a:pt x="53" y="132"/>
                  </a:lnTo>
                  <a:lnTo>
                    <a:pt x="53" y="132"/>
                  </a:lnTo>
                  <a:lnTo>
                    <a:pt x="53" y="130"/>
                  </a:lnTo>
                  <a:lnTo>
                    <a:pt x="53" y="130"/>
                  </a:lnTo>
                  <a:lnTo>
                    <a:pt x="53" y="130"/>
                  </a:lnTo>
                  <a:lnTo>
                    <a:pt x="55" y="130"/>
                  </a:lnTo>
                  <a:lnTo>
                    <a:pt x="55" y="128"/>
                  </a:lnTo>
                  <a:lnTo>
                    <a:pt x="55" y="128"/>
                  </a:lnTo>
                  <a:lnTo>
                    <a:pt x="55" y="126"/>
                  </a:lnTo>
                  <a:lnTo>
                    <a:pt x="55" y="126"/>
                  </a:lnTo>
                  <a:lnTo>
                    <a:pt x="55" y="126"/>
                  </a:lnTo>
                  <a:lnTo>
                    <a:pt x="55" y="126"/>
                  </a:lnTo>
                  <a:lnTo>
                    <a:pt x="55" y="124"/>
                  </a:lnTo>
                  <a:lnTo>
                    <a:pt x="55" y="124"/>
                  </a:lnTo>
                  <a:lnTo>
                    <a:pt x="53" y="124"/>
                  </a:lnTo>
                  <a:lnTo>
                    <a:pt x="51" y="124"/>
                  </a:lnTo>
                  <a:lnTo>
                    <a:pt x="49" y="124"/>
                  </a:lnTo>
                  <a:lnTo>
                    <a:pt x="47" y="122"/>
                  </a:lnTo>
                  <a:lnTo>
                    <a:pt x="47" y="122"/>
                  </a:lnTo>
                  <a:lnTo>
                    <a:pt x="47" y="122"/>
                  </a:lnTo>
                  <a:lnTo>
                    <a:pt x="47" y="122"/>
                  </a:lnTo>
                  <a:lnTo>
                    <a:pt x="47" y="122"/>
                  </a:lnTo>
                  <a:lnTo>
                    <a:pt x="47" y="120"/>
                  </a:lnTo>
                  <a:lnTo>
                    <a:pt x="47" y="120"/>
                  </a:lnTo>
                  <a:lnTo>
                    <a:pt x="47" y="120"/>
                  </a:lnTo>
                  <a:lnTo>
                    <a:pt x="49" y="114"/>
                  </a:lnTo>
                  <a:lnTo>
                    <a:pt x="51" y="110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3" y="108"/>
                  </a:lnTo>
                  <a:lnTo>
                    <a:pt x="53" y="108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7" y="104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7" y="100"/>
                  </a:lnTo>
                  <a:lnTo>
                    <a:pt x="53" y="100"/>
                  </a:lnTo>
                  <a:lnTo>
                    <a:pt x="53" y="100"/>
                  </a:lnTo>
                  <a:lnTo>
                    <a:pt x="53" y="98"/>
                  </a:lnTo>
                  <a:lnTo>
                    <a:pt x="53" y="98"/>
                  </a:lnTo>
                  <a:lnTo>
                    <a:pt x="53" y="98"/>
                  </a:lnTo>
                  <a:lnTo>
                    <a:pt x="49" y="98"/>
                  </a:lnTo>
                  <a:lnTo>
                    <a:pt x="49" y="96"/>
                  </a:lnTo>
                  <a:lnTo>
                    <a:pt x="49" y="96"/>
                  </a:lnTo>
                  <a:lnTo>
                    <a:pt x="49" y="96"/>
                  </a:lnTo>
                  <a:lnTo>
                    <a:pt x="49" y="96"/>
                  </a:lnTo>
                  <a:lnTo>
                    <a:pt x="49" y="96"/>
                  </a:lnTo>
                  <a:lnTo>
                    <a:pt x="47" y="94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1"/>
                  </a:lnTo>
                  <a:lnTo>
                    <a:pt x="47" y="91"/>
                  </a:lnTo>
                  <a:lnTo>
                    <a:pt x="47" y="91"/>
                  </a:lnTo>
                  <a:lnTo>
                    <a:pt x="47" y="91"/>
                  </a:lnTo>
                  <a:lnTo>
                    <a:pt x="49" y="91"/>
                  </a:lnTo>
                  <a:lnTo>
                    <a:pt x="51" y="91"/>
                  </a:lnTo>
                  <a:lnTo>
                    <a:pt x="51" y="89"/>
                  </a:lnTo>
                  <a:lnTo>
                    <a:pt x="51" y="89"/>
                  </a:lnTo>
                  <a:lnTo>
                    <a:pt x="51" y="89"/>
                  </a:lnTo>
                  <a:lnTo>
                    <a:pt x="51" y="89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5"/>
                  </a:lnTo>
                  <a:lnTo>
                    <a:pt x="51" y="85"/>
                  </a:lnTo>
                  <a:lnTo>
                    <a:pt x="53" y="83"/>
                  </a:lnTo>
                  <a:lnTo>
                    <a:pt x="55" y="79"/>
                  </a:lnTo>
                  <a:lnTo>
                    <a:pt x="55" y="77"/>
                  </a:lnTo>
                  <a:lnTo>
                    <a:pt x="57" y="75"/>
                  </a:lnTo>
                  <a:lnTo>
                    <a:pt x="59" y="73"/>
                  </a:lnTo>
                  <a:lnTo>
                    <a:pt x="59" y="73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3" y="71"/>
                  </a:lnTo>
                  <a:lnTo>
                    <a:pt x="63" y="69"/>
                  </a:lnTo>
                  <a:lnTo>
                    <a:pt x="63" y="67"/>
                  </a:lnTo>
                  <a:lnTo>
                    <a:pt x="67" y="63"/>
                  </a:lnTo>
                  <a:lnTo>
                    <a:pt x="67" y="61"/>
                  </a:lnTo>
                  <a:lnTo>
                    <a:pt x="67" y="59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45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3" y="43"/>
                  </a:lnTo>
                  <a:lnTo>
                    <a:pt x="73" y="43"/>
                  </a:lnTo>
                  <a:lnTo>
                    <a:pt x="73" y="41"/>
                  </a:lnTo>
                  <a:lnTo>
                    <a:pt x="75" y="41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3" y="36"/>
                  </a:lnTo>
                  <a:lnTo>
                    <a:pt x="73" y="36"/>
                  </a:lnTo>
                  <a:lnTo>
                    <a:pt x="75" y="36"/>
                  </a:lnTo>
                  <a:lnTo>
                    <a:pt x="75" y="36"/>
                  </a:lnTo>
                  <a:lnTo>
                    <a:pt x="77" y="34"/>
                  </a:lnTo>
                  <a:lnTo>
                    <a:pt x="77" y="34"/>
                  </a:lnTo>
                  <a:lnTo>
                    <a:pt x="79" y="34"/>
                  </a:lnTo>
                  <a:lnTo>
                    <a:pt x="79" y="32"/>
                  </a:lnTo>
                  <a:lnTo>
                    <a:pt x="79" y="32"/>
                  </a:lnTo>
                  <a:lnTo>
                    <a:pt x="80" y="32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2" y="30"/>
                  </a:lnTo>
                  <a:lnTo>
                    <a:pt x="92" y="30"/>
                  </a:lnTo>
                  <a:lnTo>
                    <a:pt x="92" y="30"/>
                  </a:lnTo>
                  <a:lnTo>
                    <a:pt x="92" y="30"/>
                  </a:lnTo>
                  <a:lnTo>
                    <a:pt x="92" y="28"/>
                  </a:lnTo>
                  <a:lnTo>
                    <a:pt x="92" y="28"/>
                  </a:lnTo>
                  <a:lnTo>
                    <a:pt x="92" y="26"/>
                  </a:lnTo>
                  <a:lnTo>
                    <a:pt x="94" y="26"/>
                  </a:lnTo>
                  <a:lnTo>
                    <a:pt x="94" y="26"/>
                  </a:lnTo>
                  <a:lnTo>
                    <a:pt x="94" y="26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102" y="22"/>
                  </a:lnTo>
                  <a:lnTo>
                    <a:pt x="102" y="22"/>
                  </a:lnTo>
                  <a:lnTo>
                    <a:pt x="102" y="20"/>
                  </a:lnTo>
                  <a:lnTo>
                    <a:pt x="102" y="20"/>
                  </a:lnTo>
                  <a:lnTo>
                    <a:pt x="104" y="20"/>
                  </a:lnTo>
                  <a:lnTo>
                    <a:pt x="104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2"/>
                  </a:lnTo>
                  <a:lnTo>
                    <a:pt x="104" y="12"/>
                  </a:lnTo>
                  <a:lnTo>
                    <a:pt x="104" y="12"/>
                  </a:lnTo>
                  <a:lnTo>
                    <a:pt x="143" y="8"/>
                  </a:lnTo>
                  <a:lnTo>
                    <a:pt x="145" y="8"/>
                  </a:lnTo>
                  <a:lnTo>
                    <a:pt x="145" y="8"/>
                  </a:lnTo>
                  <a:lnTo>
                    <a:pt x="147" y="6"/>
                  </a:lnTo>
                  <a:lnTo>
                    <a:pt x="147" y="6"/>
                  </a:lnTo>
                  <a:lnTo>
                    <a:pt x="153" y="0"/>
                  </a:lnTo>
                  <a:lnTo>
                    <a:pt x="153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1106488" y="3298825"/>
              <a:ext cx="131763" cy="146050"/>
            </a:xfrm>
            <a:custGeom>
              <a:avLst/>
              <a:gdLst>
                <a:gd name="T0" fmla="*/ 110 w 167"/>
                <a:gd name="T1" fmla="*/ 8 h 184"/>
                <a:gd name="T2" fmla="*/ 121 w 167"/>
                <a:gd name="T3" fmla="*/ 19 h 184"/>
                <a:gd name="T4" fmla="*/ 125 w 167"/>
                <a:gd name="T5" fmla="*/ 27 h 184"/>
                <a:gd name="T6" fmla="*/ 131 w 167"/>
                <a:gd name="T7" fmla="*/ 37 h 184"/>
                <a:gd name="T8" fmla="*/ 133 w 167"/>
                <a:gd name="T9" fmla="*/ 49 h 184"/>
                <a:gd name="T10" fmla="*/ 149 w 167"/>
                <a:gd name="T11" fmla="*/ 53 h 184"/>
                <a:gd name="T12" fmla="*/ 155 w 167"/>
                <a:gd name="T13" fmla="*/ 55 h 184"/>
                <a:gd name="T14" fmla="*/ 165 w 167"/>
                <a:gd name="T15" fmla="*/ 65 h 184"/>
                <a:gd name="T16" fmla="*/ 165 w 167"/>
                <a:gd name="T17" fmla="*/ 69 h 184"/>
                <a:gd name="T18" fmla="*/ 167 w 167"/>
                <a:gd name="T19" fmla="*/ 80 h 184"/>
                <a:gd name="T20" fmla="*/ 153 w 167"/>
                <a:gd name="T21" fmla="*/ 86 h 184"/>
                <a:gd name="T22" fmla="*/ 149 w 167"/>
                <a:gd name="T23" fmla="*/ 92 h 184"/>
                <a:gd name="T24" fmla="*/ 141 w 167"/>
                <a:gd name="T25" fmla="*/ 96 h 184"/>
                <a:gd name="T26" fmla="*/ 129 w 167"/>
                <a:gd name="T27" fmla="*/ 110 h 184"/>
                <a:gd name="T28" fmla="*/ 123 w 167"/>
                <a:gd name="T29" fmla="*/ 129 h 184"/>
                <a:gd name="T30" fmla="*/ 119 w 167"/>
                <a:gd name="T31" fmla="*/ 129 h 184"/>
                <a:gd name="T32" fmla="*/ 114 w 167"/>
                <a:gd name="T33" fmla="*/ 127 h 184"/>
                <a:gd name="T34" fmla="*/ 114 w 167"/>
                <a:gd name="T35" fmla="*/ 133 h 184"/>
                <a:gd name="T36" fmla="*/ 110 w 167"/>
                <a:gd name="T37" fmla="*/ 137 h 184"/>
                <a:gd name="T38" fmla="*/ 108 w 167"/>
                <a:gd name="T39" fmla="*/ 143 h 184"/>
                <a:gd name="T40" fmla="*/ 96 w 167"/>
                <a:gd name="T41" fmla="*/ 145 h 184"/>
                <a:gd name="T42" fmla="*/ 92 w 167"/>
                <a:gd name="T43" fmla="*/ 151 h 184"/>
                <a:gd name="T44" fmla="*/ 76 w 167"/>
                <a:gd name="T45" fmla="*/ 151 h 184"/>
                <a:gd name="T46" fmla="*/ 68 w 167"/>
                <a:gd name="T47" fmla="*/ 151 h 184"/>
                <a:gd name="T48" fmla="*/ 61 w 167"/>
                <a:gd name="T49" fmla="*/ 157 h 184"/>
                <a:gd name="T50" fmla="*/ 59 w 167"/>
                <a:gd name="T51" fmla="*/ 159 h 184"/>
                <a:gd name="T52" fmla="*/ 55 w 167"/>
                <a:gd name="T53" fmla="*/ 163 h 184"/>
                <a:gd name="T54" fmla="*/ 49 w 167"/>
                <a:gd name="T55" fmla="*/ 165 h 184"/>
                <a:gd name="T56" fmla="*/ 43 w 167"/>
                <a:gd name="T57" fmla="*/ 175 h 184"/>
                <a:gd name="T58" fmla="*/ 41 w 167"/>
                <a:gd name="T59" fmla="*/ 178 h 184"/>
                <a:gd name="T60" fmla="*/ 33 w 167"/>
                <a:gd name="T61" fmla="*/ 180 h 184"/>
                <a:gd name="T62" fmla="*/ 25 w 167"/>
                <a:gd name="T63" fmla="*/ 180 h 184"/>
                <a:gd name="T64" fmla="*/ 21 w 167"/>
                <a:gd name="T65" fmla="*/ 175 h 184"/>
                <a:gd name="T66" fmla="*/ 16 w 167"/>
                <a:gd name="T67" fmla="*/ 173 h 184"/>
                <a:gd name="T68" fmla="*/ 8 w 167"/>
                <a:gd name="T69" fmla="*/ 171 h 184"/>
                <a:gd name="T70" fmla="*/ 8 w 167"/>
                <a:gd name="T71" fmla="*/ 165 h 184"/>
                <a:gd name="T72" fmla="*/ 2 w 167"/>
                <a:gd name="T73" fmla="*/ 151 h 184"/>
                <a:gd name="T74" fmla="*/ 0 w 167"/>
                <a:gd name="T75" fmla="*/ 141 h 184"/>
                <a:gd name="T76" fmla="*/ 4 w 167"/>
                <a:gd name="T77" fmla="*/ 139 h 184"/>
                <a:gd name="T78" fmla="*/ 4 w 167"/>
                <a:gd name="T79" fmla="*/ 133 h 184"/>
                <a:gd name="T80" fmla="*/ 10 w 167"/>
                <a:gd name="T81" fmla="*/ 131 h 184"/>
                <a:gd name="T82" fmla="*/ 12 w 167"/>
                <a:gd name="T83" fmla="*/ 122 h 184"/>
                <a:gd name="T84" fmla="*/ 16 w 167"/>
                <a:gd name="T85" fmla="*/ 114 h 184"/>
                <a:gd name="T86" fmla="*/ 21 w 167"/>
                <a:gd name="T87" fmla="*/ 106 h 184"/>
                <a:gd name="T88" fmla="*/ 12 w 167"/>
                <a:gd name="T89" fmla="*/ 106 h 184"/>
                <a:gd name="T90" fmla="*/ 6 w 167"/>
                <a:gd name="T91" fmla="*/ 94 h 184"/>
                <a:gd name="T92" fmla="*/ 10 w 167"/>
                <a:gd name="T93" fmla="*/ 82 h 184"/>
                <a:gd name="T94" fmla="*/ 6 w 167"/>
                <a:gd name="T95" fmla="*/ 72 h 184"/>
                <a:gd name="T96" fmla="*/ 2 w 167"/>
                <a:gd name="T97" fmla="*/ 59 h 184"/>
                <a:gd name="T98" fmla="*/ 2 w 167"/>
                <a:gd name="T99" fmla="*/ 57 h 184"/>
                <a:gd name="T100" fmla="*/ 2 w 167"/>
                <a:gd name="T101" fmla="*/ 53 h 184"/>
                <a:gd name="T102" fmla="*/ 4 w 167"/>
                <a:gd name="T103" fmla="*/ 51 h 184"/>
                <a:gd name="T104" fmla="*/ 12 w 167"/>
                <a:gd name="T105" fmla="*/ 49 h 184"/>
                <a:gd name="T106" fmla="*/ 17 w 167"/>
                <a:gd name="T107" fmla="*/ 45 h 184"/>
                <a:gd name="T108" fmla="*/ 16 w 167"/>
                <a:gd name="T109" fmla="*/ 33 h 184"/>
                <a:gd name="T110" fmla="*/ 12 w 167"/>
                <a:gd name="T111" fmla="*/ 25 h 184"/>
                <a:gd name="T112" fmla="*/ 16 w 167"/>
                <a:gd name="T113" fmla="*/ 19 h 184"/>
                <a:gd name="T114" fmla="*/ 29 w 167"/>
                <a:gd name="T115" fmla="*/ 17 h 184"/>
                <a:gd name="T116" fmla="*/ 39 w 167"/>
                <a:gd name="T117" fmla="*/ 4 h 184"/>
                <a:gd name="T118" fmla="*/ 53 w 167"/>
                <a:gd name="T119" fmla="*/ 2 h 184"/>
                <a:gd name="T120" fmla="*/ 78 w 167"/>
                <a:gd name="T121" fmla="*/ 10 h 184"/>
                <a:gd name="T122" fmla="*/ 88 w 167"/>
                <a:gd name="T123" fmla="*/ 16 h 184"/>
                <a:gd name="T124" fmla="*/ 94 w 167"/>
                <a:gd name="T125" fmla="*/ 6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7" h="184">
                  <a:moveTo>
                    <a:pt x="96" y="0"/>
                  </a:moveTo>
                  <a:lnTo>
                    <a:pt x="98" y="2"/>
                  </a:lnTo>
                  <a:lnTo>
                    <a:pt x="98" y="2"/>
                  </a:lnTo>
                  <a:lnTo>
                    <a:pt x="98" y="2"/>
                  </a:lnTo>
                  <a:lnTo>
                    <a:pt x="100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4" y="2"/>
                  </a:lnTo>
                  <a:lnTo>
                    <a:pt x="104" y="4"/>
                  </a:lnTo>
                  <a:lnTo>
                    <a:pt x="106" y="8"/>
                  </a:lnTo>
                  <a:lnTo>
                    <a:pt x="108" y="8"/>
                  </a:lnTo>
                  <a:lnTo>
                    <a:pt x="108" y="6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2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6" y="14"/>
                  </a:lnTo>
                  <a:lnTo>
                    <a:pt x="117" y="14"/>
                  </a:lnTo>
                  <a:lnTo>
                    <a:pt x="117" y="14"/>
                  </a:lnTo>
                  <a:lnTo>
                    <a:pt x="117" y="16"/>
                  </a:lnTo>
                  <a:lnTo>
                    <a:pt x="117" y="14"/>
                  </a:lnTo>
                  <a:lnTo>
                    <a:pt x="119" y="14"/>
                  </a:lnTo>
                  <a:lnTo>
                    <a:pt x="121" y="14"/>
                  </a:lnTo>
                  <a:lnTo>
                    <a:pt x="121" y="16"/>
                  </a:lnTo>
                  <a:lnTo>
                    <a:pt x="121" y="19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5" y="23"/>
                  </a:lnTo>
                  <a:lnTo>
                    <a:pt x="127" y="23"/>
                  </a:lnTo>
                  <a:lnTo>
                    <a:pt x="127" y="23"/>
                  </a:lnTo>
                  <a:lnTo>
                    <a:pt x="127" y="25"/>
                  </a:lnTo>
                  <a:lnTo>
                    <a:pt x="125" y="25"/>
                  </a:lnTo>
                  <a:lnTo>
                    <a:pt x="125" y="25"/>
                  </a:lnTo>
                  <a:lnTo>
                    <a:pt x="125" y="27"/>
                  </a:lnTo>
                  <a:lnTo>
                    <a:pt x="125" y="27"/>
                  </a:lnTo>
                  <a:lnTo>
                    <a:pt x="125" y="27"/>
                  </a:lnTo>
                  <a:lnTo>
                    <a:pt x="125" y="27"/>
                  </a:lnTo>
                  <a:lnTo>
                    <a:pt x="125" y="27"/>
                  </a:lnTo>
                  <a:lnTo>
                    <a:pt x="127" y="29"/>
                  </a:lnTo>
                  <a:lnTo>
                    <a:pt x="129" y="29"/>
                  </a:lnTo>
                  <a:lnTo>
                    <a:pt x="131" y="29"/>
                  </a:lnTo>
                  <a:lnTo>
                    <a:pt x="131" y="31"/>
                  </a:lnTo>
                  <a:lnTo>
                    <a:pt x="131" y="31"/>
                  </a:lnTo>
                  <a:lnTo>
                    <a:pt x="131" y="31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37"/>
                  </a:lnTo>
                  <a:lnTo>
                    <a:pt x="131" y="37"/>
                  </a:lnTo>
                  <a:lnTo>
                    <a:pt x="131" y="37"/>
                  </a:lnTo>
                  <a:lnTo>
                    <a:pt x="131" y="37"/>
                  </a:lnTo>
                  <a:lnTo>
                    <a:pt x="131" y="37"/>
                  </a:lnTo>
                  <a:lnTo>
                    <a:pt x="133" y="39"/>
                  </a:lnTo>
                  <a:lnTo>
                    <a:pt x="133" y="39"/>
                  </a:lnTo>
                  <a:lnTo>
                    <a:pt x="133" y="39"/>
                  </a:lnTo>
                  <a:lnTo>
                    <a:pt x="133" y="41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1" y="45"/>
                  </a:lnTo>
                  <a:lnTo>
                    <a:pt x="133" y="47"/>
                  </a:lnTo>
                  <a:lnTo>
                    <a:pt x="133" y="47"/>
                  </a:lnTo>
                  <a:lnTo>
                    <a:pt x="133" y="47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33" y="51"/>
                  </a:lnTo>
                  <a:lnTo>
                    <a:pt x="137" y="53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39" y="5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43" y="53"/>
                  </a:lnTo>
                  <a:lnTo>
                    <a:pt x="145" y="55"/>
                  </a:lnTo>
                  <a:lnTo>
                    <a:pt x="147" y="55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51" y="53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5"/>
                  </a:lnTo>
                  <a:lnTo>
                    <a:pt x="153" y="55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7" y="57"/>
                  </a:lnTo>
                  <a:lnTo>
                    <a:pt x="159" y="57"/>
                  </a:lnTo>
                  <a:lnTo>
                    <a:pt x="163" y="59"/>
                  </a:lnTo>
                  <a:lnTo>
                    <a:pt x="163" y="59"/>
                  </a:lnTo>
                  <a:lnTo>
                    <a:pt x="163" y="59"/>
                  </a:lnTo>
                  <a:lnTo>
                    <a:pt x="165" y="61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5" y="65"/>
                  </a:lnTo>
                  <a:lnTo>
                    <a:pt x="167" y="65"/>
                  </a:lnTo>
                  <a:lnTo>
                    <a:pt x="167" y="65"/>
                  </a:lnTo>
                  <a:lnTo>
                    <a:pt x="167" y="65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9"/>
                  </a:lnTo>
                  <a:lnTo>
                    <a:pt x="165" y="69"/>
                  </a:lnTo>
                  <a:lnTo>
                    <a:pt x="165" y="69"/>
                  </a:lnTo>
                  <a:lnTo>
                    <a:pt x="165" y="69"/>
                  </a:lnTo>
                  <a:lnTo>
                    <a:pt x="165" y="70"/>
                  </a:lnTo>
                  <a:lnTo>
                    <a:pt x="165" y="70"/>
                  </a:lnTo>
                  <a:lnTo>
                    <a:pt x="165" y="70"/>
                  </a:lnTo>
                  <a:lnTo>
                    <a:pt x="165" y="72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7" y="80"/>
                  </a:lnTo>
                  <a:lnTo>
                    <a:pt x="167" y="80"/>
                  </a:lnTo>
                  <a:lnTo>
                    <a:pt x="165" y="80"/>
                  </a:lnTo>
                  <a:lnTo>
                    <a:pt x="161" y="82"/>
                  </a:lnTo>
                  <a:lnTo>
                    <a:pt x="161" y="82"/>
                  </a:lnTo>
                  <a:lnTo>
                    <a:pt x="161" y="82"/>
                  </a:lnTo>
                  <a:lnTo>
                    <a:pt x="161" y="82"/>
                  </a:lnTo>
                  <a:lnTo>
                    <a:pt x="159" y="82"/>
                  </a:lnTo>
                  <a:lnTo>
                    <a:pt x="157" y="82"/>
                  </a:lnTo>
                  <a:lnTo>
                    <a:pt x="157" y="84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5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1" y="88"/>
                  </a:lnTo>
                  <a:lnTo>
                    <a:pt x="151" y="88"/>
                  </a:lnTo>
                  <a:lnTo>
                    <a:pt x="149" y="88"/>
                  </a:lnTo>
                  <a:lnTo>
                    <a:pt x="149" y="88"/>
                  </a:lnTo>
                  <a:lnTo>
                    <a:pt x="149" y="90"/>
                  </a:lnTo>
                  <a:lnTo>
                    <a:pt x="149" y="90"/>
                  </a:lnTo>
                  <a:lnTo>
                    <a:pt x="149" y="90"/>
                  </a:lnTo>
                  <a:lnTo>
                    <a:pt x="149" y="92"/>
                  </a:lnTo>
                  <a:lnTo>
                    <a:pt x="149" y="92"/>
                  </a:lnTo>
                  <a:lnTo>
                    <a:pt x="149" y="92"/>
                  </a:lnTo>
                  <a:lnTo>
                    <a:pt x="149" y="92"/>
                  </a:lnTo>
                  <a:lnTo>
                    <a:pt x="147" y="92"/>
                  </a:lnTo>
                  <a:lnTo>
                    <a:pt x="147" y="92"/>
                  </a:lnTo>
                  <a:lnTo>
                    <a:pt x="147" y="94"/>
                  </a:lnTo>
                  <a:lnTo>
                    <a:pt x="145" y="94"/>
                  </a:lnTo>
                  <a:lnTo>
                    <a:pt x="145" y="94"/>
                  </a:lnTo>
                  <a:lnTo>
                    <a:pt x="145" y="94"/>
                  </a:lnTo>
                  <a:lnTo>
                    <a:pt x="143" y="96"/>
                  </a:lnTo>
                  <a:lnTo>
                    <a:pt x="143" y="96"/>
                  </a:lnTo>
                  <a:lnTo>
                    <a:pt x="143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5" y="102"/>
                  </a:lnTo>
                  <a:lnTo>
                    <a:pt x="133" y="102"/>
                  </a:lnTo>
                  <a:lnTo>
                    <a:pt x="131" y="104"/>
                  </a:lnTo>
                  <a:lnTo>
                    <a:pt x="131" y="104"/>
                  </a:lnTo>
                  <a:lnTo>
                    <a:pt x="131" y="104"/>
                  </a:lnTo>
                  <a:lnTo>
                    <a:pt x="131" y="104"/>
                  </a:lnTo>
                  <a:lnTo>
                    <a:pt x="129" y="106"/>
                  </a:lnTo>
                  <a:lnTo>
                    <a:pt x="129" y="110"/>
                  </a:lnTo>
                  <a:lnTo>
                    <a:pt x="129" y="110"/>
                  </a:lnTo>
                  <a:lnTo>
                    <a:pt x="129" y="110"/>
                  </a:lnTo>
                  <a:lnTo>
                    <a:pt x="129" y="112"/>
                  </a:lnTo>
                  <a:lnTo>
                    <a:pt x="127" y="116"/>
                  </a:lnTo>
                  <a:lnTo>
                    <a:pt x="125" y="122"/>
                  </a:lnTo>
                  <a:lnTo>
                    <a:pt x="123" y="123"/>
                  </a:lnTo>
                  <a:lnTo>
                    <a:pt x="123" y="123"/>
                  </a:lnTo>
                  <a:lnTo>
                    <a:pt x="123" y="127"/>
                  </a:lnTo>
                  <a:lnTo>
                    <a:pt x="123" y="127"/>
                  </a:lnTo>
                  <a:lnTo>
                    <a:pt x="123" y="129"/>
                  </a:lnTo>
                  <a:lnTo>
                    <a:pt x="123" y="129"/>
                  </a:lnTo>
                  <a:lnTo>
                    <a:pt x="123" y="129"/>
                  </a:lnTo>
                  <a:lnTo>
                    <a:pt x="123" y="129"/>
                  </a:lnTo>
                  <a:lnTo>
                    <a:pt x="123" y="129"/>
                  </a:lnTo>
                  <a:lnTo>
                    <a:pt x="123" y="131"/>
                  </a:lnTo>
                  <a:lnTo>
                    <a:pt x="121" y="131"/>
                  </a:lnTo>
                  <a:lnTo>
                    <a:pt x="121" y="131"/>
                  </a:lnTo>
                  <a:lnTo>
                    <a:pt x="119" y="133"/>
                  </a:lnTo>
                  <a:lnTo>
                    <a:pt x="119" y="133"/>
                  </a:lnTo>
                  <a:lnTo>
                    <a:pt x="119" y="133"/>
                  </a:lnTo>
                  <a:lnTo>
                    <a:pt x="119" y="131"/>
                  </a:lnTo>
                  <a:lnTo>
                    <a:pt x="119" y="131"/>
                  </a:lnTo>
                  <a:lnTo>
                    <a:pt x="119" y="131"/>
                  </a:lnTo>
                  <a:lnTo>
                    <a:pt x="119" y="131"/>
                  </a:lnTo>
                  <a:lnTo>
                    <a:pt x="119" y="131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7"/>
                  </a:lnTo>
                  <a:lnTo>
                    <a:pt x="117" y="127"/>
                  </a:lnTo>
                  <a:lnTo>
                    <a:pt x="117" y="127"/>
                  </a:lnTo>
                  <a:lnTo>
                    <a:pt x="116" y="127"/>
                  </a:lnTo>
                  <a:lnTo>
                    <a:pt x="114" y="127"/>
                  </a:lnTo>
                  <a:lnTo>
                    <a:pt x="114" y="127"/>
                  </a:lnTo>
                  <a:lnTo>
                    <a:pt x="114" y="129"/>
                  </a:lnTo>
                  <a:lnTo>
                    <a:pt x="114" y="129"/>
                  </a:lnTo>
                  <a:lnTo>
                    <a:pt x="114" y="129"/>
                  </a:lnTo>
                  <a:lnTo>
                    <a:pt x="114" y="129"/>
                  </a:lnTo>
                  <a:lnTo>
                    <a:pt x="114" y="131"/>
                  </a:lnTo>
                  <a:lnTo>
                    <a:pt x="114" y="131"/>
                  </a:lnTo>
                  <a:lnTo>
                    <a:pt x="114" y="131"/>
                  </a:lnTo>
                  <a:lnTo>
                    <a:pt x="114" y="131"/>
                  </a:lnTo>
                  <a:lnTo>
                    <a:pt x="114" y="133"/>
                  </a:lnTo>
                  <a:lnTo>
                    <a:pt x="114" y="133"/>
                  </a:lnTo>
                  <a:lnTo>
                    <a:pt x="114" y="133"/>
                  </a:lnTo>
                  <a:lnTo>
                    <a:pt x="114" y="133"/>
                  </a:lnTo>
                  <a:lnTo>
                    <a:pt x="114" y="133"/>
                  </a:lnTo>
                  <a:lnTo>
                    <a:pt x="114" y="133"/>
                  </a:lnTo>
                  <a:lnTo>
                    <a:pt x="112" y="131"/>
                  </a:lnTo>
                  <a:lnTo>
                    <a:pt x="112" y="131"/>
                  </a:lnTo>
                  <a:lnTo>
                    <a:pt x="112" y="131"/>
                  </a:lnTo>
                  <a:lnTo>
                    <a:pt x="110" y="131"/>
                  </a:lnTo>
                  <a:lnTo>
                    <a:pt x="110" y="131"/>
                  </a:lnTo>
                  <a:lnTo>
                    <a:pt x="110" y="131"/>
                  </a:lnTo>
                  <a:lnTo>
                    <a:pt x="110" y="131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7"/>
                  </a:lnTo>
                  <a:lnTo>
                    <a:pt x="110" y="137"/>
                  </a:lnTo>
                  <a:lnTo>
                    <a:pt x="110" y="137"/>
                  </a:lnTo>
                  <a:lnTo>
                    <a:pt x="110" y="137"/>
                  </a:lnTo>
                  <a:lnTo>
                    <a:pt x="110" y="137"/>
                  </a:lnTo>
                  <a:lnTo>
                    <a:pt x="108" y="137"/>
                  </a:lnTo>
                  <a:lnTo>
                    <a:pt x="108" y="137"/>
                  </a:lnTo>
                  <a:lnTo>
                    <a:pt x="108" y="137"/>
                  </a:lnTo>
                  <a:lnTo>
                    <a:pt x="108" y="139"/>
                  </a:lnTo>
                  <a:lnTo>
                    <a:pt x="108" y="139"/>
                  </a:lnTo>
                  <a:lnTo>
                    <a:pt x="108" y="139"/>
                  </a:lnTo>
                  <a:lnTo>
                    <a:pt x="108" y="141"/>
                  </a:lnTo>
                  <a:lnTo>
                    <a:pt x="108" y="141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6" y="145"/>
                  </a:lnTo>
                  <a:lnTo>
                    <a:pt x="106" y="147"/>
                  </a:lnTo>
                  <a:lnTo>
                    <a:pt x="106" y="149"/>
                  </a:lnTo>
                  <a:lnTo>
                    <a:pt x="102" y="147"/>
                  </a:lnTo>
                  <a:lnTo>
                    <a:pt x="102" y="147"/>
                  </a:lnTo>
                  <a:lnTo>
                    <a:pt x="102" y="147"/>
                  </a:lnTo>
                  <a:lnTo>
                    <a:pt x="100" y="147"/>
                  </a:lnTo>
                  <a:lnTo>
                    <a:pt x="100" y="147"/>
                  </a:lnTo>
                  <a:lnTo>
                    <a:pt x="98" y="147"/>
                  </a:lnTo>
                  <a:lnTo>
                    <a:pt x="98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4" y="145"/>
                  </a:lnTo>
                  <a:lnTo>
                    <a:pt x="94" y="145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6" y="147"/>
                  </a:lnTo>
                  <a:lnTo>
                    <a:pt x="94" y="149"/>
                  </a:lnTo>
                  <a:lnTo>
                    <a:pt x="94" y="151"/>
                  </a:lnTo>
                  <a:lnTo>
                    <a:pt x="92" y="151"/>
                  </a:lnTo>
                  <a:lnTo>
                    <a:pt x="90" y="149"/>
                  </a:lnTo>
                  <a:lnTo>
                    <a:pt x="88" y="149"/>
                  </a:lnTo>
                  <a:lnTo>
                    <a:pt x="88" y="147"/>
                  </a:lnTo>
                  <a:lnTo>
                    <a:pt x="88" y="147"/>
                  </a:lnTo>
                  <a:lnTo>
                    <a:pt x="86" y="147"/>
                  </a:lnTo>
                  <a:lnTo>
                    <a:pt x="84" y="147"/>
                  </a:lnTo>
                  <a:lnTo>
                    <a:pt x="82" y="149"/>
                  </a:lnTo>
                  <a:lnTo>
                    <a:pt x="80" y="149"/>
                  </a:lnTo>
                  <a:lnTo>
                    <a:pt x="78" y="147"/>
                  </a:lnTo>
                  <a:lnTo>
                    <a:pt x="76" y="149"/>
                  </a:lnTo>
                  <a:lnTo>
                    <a:pt x="76" y="149"/>
                  </a:lnTo>
                  <a:lnTo>
                    <a:pt x="76" y="149"/>
                  </a:lnTo>
                  <a:lnTo>
                    <a:pt x="76" y="151"/>
                  </a:lnTo>
                  <a:lnTo>
                    <a:pt x="76" y="151"/>
                  </a:lnTo>
                  <a:lnTo>
                    <a:pt x="76" y="151"/>
                  </a:lnTo>
                  <a:lnTo>
                    <a:pt x="76" y="151"/>
                  </a:lnTo>
                  <a:lnTo>
                    <a:pt x="76" y="151"/>
                  </a:lnTo>
                  <a:lnTo>
                    <a:pt x="74" y="153"/>
                  </a:lnTo>
                  <a:lnTo>
                    <a:pt x="74" y="151"/>
                  </a:lnTo>
                  <a:lnTo>
                    <a:pt x="74" y="151"/>
                  </a:lnTo>
                  <a:lnTo>
                    <a:pt x="72" y="151"/>
                  </a:lnTo>
                  <a:lnTo>
                    <a:pt x="70" y="151"/>
                  </a:lnTo>
                  <a:lnTo>
                    <a:pt x="70" y="151"/>
                  </a:lnTo>
                  <a:lnTo>
                    <a:pt x="70" y="153"/>
                  </a:lnTo>
                  <a:lnTo>
                    <a:pt x="68" y="151"/>
                  </a:lnTo>
                  <a:lnTo>
                    <a:pt x="68" y="151"/>
                  </a:lnTo>
                  <a:lnTo>
                    <a:pt x="68" y="151"/>
                  </a:lnTo>
                  <a:lnTo>
                    <a:pt x="65" y="153"/>
                  </a:lnTo>
                  <a:lnTo>
                    <a:pt x="61" y="153"/>
                  </a:lnTo>
                  <a:lnTo>
                    <a:pt x="61" y="153"/>
                  </a:lnTo>
                  <a:lnTo>
                    <a:pt x="61" y="153"/>
                  </a:lnTo>
                  <a:lnTo>
                    <a:pt x="61" y="153"/>
                  </a:lnTo>
                  <a:lnTo>
                    <a:pt x="61" y="155"/>
                  </a:lnTo>
                  <a:lnTo>
                    <a:pt x="61" y="155"/>
                  </a:lnTo>
                  <a:lnTo>
                    <a:pt x="61" y="155"/>
                  </a:lnTo>
                  <a:lnTo>
                    <a:pt x="61" y="155"/>
                  </a:lnTo>
                  <a:lnTo>
                    <a:pt x="61" y="155"/>
                  </a:lnTo>
                  <a:lnTo>
                    <a:pt x="61" y="157"/>
                  </a:lnTo>
                  <a:lnTo>
                    <a:pt x="61" y="157"/>
                  </a:lnTo>
                  <a:lnTo>
                    <a:pt x="61" y="157"/>
                  </a:lnTo>
                  <a:lnTo>
                    <a:pt x="61" y="157"/>
                  </a:lnTo>
                  <a:lnTo>
                    <a:pt x="61" y="157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59" y="159"/>
                  </a:lnTo>
                  <a:lnTo>
                    <a:pt x="59" y="159"/>
                  </a:lnTo>
                  <a:lnTo>
                    <a:pt x="59" y="159"/>
                  </a:lnTo>
                  <a:lnTo>
                    <a:pt x="59" y="159"/>
                  </a:lnTo>
                  <a:lnTo>
                    <a:pt x="57" y="161"/>
                  </a:lnTo>
                  <a:lnTo>
                    <a:pt x="57" y="161"/>
                  </a:lnTo>
                  <a:lnTo>
                    <a:pt x="57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1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1" y="163"/>
                  </a:lnTo>
                  <a:lnTo>
                    <a:pt x="51" y="163"/>
                  </a:lnTo>
                  <a:lnTo>
                    <a:pt x="51" y="163"/>
                  </a:lnTo>
                  <a:lnTo>
                    <a:pt x="51" y="165"/>
                  </a:lnTo>
                  <a:lnTo>
                    <a:pt x="49" y="165"/>
                  </a:lnTo>
                  <a:lnTo>
                    <a:pt x="49" y="165"/>
                  </a:lnTo>
                  <a:lnTo>
                    <a:pt x="49" y="165"/>
                  </a:lnTo>
                  <a:lnTo>
                    <a:pt x="49" y="165"/>
                  </a:lnTo>
                  <a:lnTo>
                    <a:pt x="49" y="167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71"/>
                  </a:lnTo>
                  <a:lnTo>
                    <a:pt x="47" y="169"/>
                  </a:lnTo>
                  <a:lnTo>
                    <a:pt x="45" y="173"/>
                  </a:lnTo>
                  <a:lnTo>
                    <a:pt x="45" y="173"/>
                  </a:lnTo>
                  <a:lnTo>
                    <a:pt x="43" y="173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1" y="175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8"/>
                  </a:lnTo>
                  <a:lnTo>
                    <a:pt x="41" y="178"/>
                  </a:lnTo>
                  <a:lnTo>
                    <a:pt x="41" y="178"/>
                  </a:lnTo>
                  <a:lnTo>
                    <a:pt x="41" y="178"/>
                  </a:lnTo>
                  <a:lnTo>
                    <a:pt x="41" y="178"/>
                  </a:lnTo>
                  <a:lnTo>
                    <a:pt x="41" y="180"/>
                  </a:lnTo>
                  <a:lnTo>
                    <a:pt x="41" y="180"/>
                  </a:lnTo>
                  <a:lnTo>
                    <a:pt x="37" y="184"/>
                  </a:lnTo>
                  <a:lnTo>
                    <a:pt x="37" y="184"/>
                  </a:lnTo>
                  <a:lnTo>
                    <a:pt x="35" y="184"/>
                  </a:lnTo>
                  <a:lnTo>
                    <a:pt x="33" y="182"/>
                  </a:lnTo>
                  <a:lnTo>
                    <a:pt x="33" y="182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1" y="178"/>
                  </a:lnTo>
                  <a:lnTo>
                    <a:pt x="31" y="178"/>
                  </a:lnTo>
                  <a:lnTo>
                    <a:pt x="31" y="178"/>
                  </a:lnTo>
                  <a:lnTo>
                    <a:pt x="31" y="178"/>
                  </a:lnTo>
                  <a:lnTo>
                    <a:pt x="29" y="178"/>
                  </a:lnTo>
                  <a:lnTo>
                    <a:pt x="29" y="178"/>
                  </a:lnTo>
                  <a:lnTo>
                    <a:pt x="29" y="178"/>
                  </a:lnTo>
                  <a:lnTo>
                    <a:pt x="27" y="180"/>
                  </a:lnTo>
                  <a:lnTo>
                    <a:pt x="25" y="180"/>
                  </a:lnTo>
                  <a:lnTo>
                    <a:pt x="25" y="180"/>
                  </a:lnTo>
                  <a:lnTo>
                    <a:pt x="25" y="180"/>
                  </a:lnTo>
                  <a:lnTo>
                    <a:pt x="21" y="178"/>
                  </a:lnTo>
                  <a:lnTo>
                    <a:pt x="21" y="178"/>
                  </a:lnTo>
                  <a:lnTo>
                    <a:pt x="21" y="177"/>
                  </a:lnTo>
                  <a:lnTo>
                    <a:pt x="21" y="177"/>
                  </a:lnTo>
                  <a:lnTo>
                    <a:pt x="21" y="177"/>
                  </a:lnTo>
                  <a:lnTo>
                    <a:pt x="21" y="177"/>
                  </a:lnTo>
                  <a:lnTo>
                    <a:pt x="21" y="177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19" y="173"/>
                  </a:lnTo>
                  <a:lnTo>
                    <a:pt x="17" y="171"/>
                  </a:lnTo>
                  <a:lnTo>
                    <a:pt x="17" y="171"/>
                  </a:lnTo>
                  <a:lnTo>
                    <a:pt x="17" y="171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2" y="171"/>
                  </a:lnTo>
                  <a:lnTo>
                    <a:pt x="12" y="171"/>
                  </a:lnTo>
                  <a:lnTo>
                    <a:pt x="10" y="171"/>
                  </a:lnTo>
                  <a:lnTo>
                    <a:pt x="10" y="173"/>
                  </a:lnTo>
                  <a:lnTo>
                    <a:pt x="10" y="17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8" y="169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5"/>
                  </a:lnTo>
                  <a:lnTo>
                    <a:pt x="4" y="159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5"/>
                  </a:lnTo>
                  <a:lnTo>
                    <a:pt x="2" y="155"/>
                  </a:lnTo>
                  <a:lnTo>
                    <a:pt x="4" y="155"/>
                  </a:lnTo>
                  <a:lnTo>
                    <a:pt x="4" y="155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2" y="149"/>
                  </a:lnTo>
                  <a:lnTo>
                    <a:pt x="2" y="149"/>
                  </a:lnTo>
                  <a:lnTo>
                    <a:pt x="2" y="147"/>
                  </a:lnTo>
                  <a:lnTo>
                    <a:pt x="2" y="147"/>
                  </a:lnTo>
                  <a:lnTo>
                    <a:pt x="2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5"/>
                  </a:lnTo>
                  <a:lnTo>
                    <a:pt x="6" y="135"/>
                  </a:lnTo>
                  <a:lnTo>
                    <a:pt x="6" y="135"/>
                  </a:lnTo>
                  <a:lnTo>
                    <a:pt x="6" y="135"/>
                  </a:lnTo>
                  <a:lnTo>
                    <a:pt x="4" y="135"/>
                  </a:lnTo>
                  <a:lnTo>
                    <a:pt x="4" y="135"/>
                  </a:lnTo>
                  <a:lnTo>
                    <a:pt x="4" y="133"/>
                  </a:lnTo>
                  <a:lnTo>
                    <a:pt x="4" y="133"/>
                  </a:lnTo>
                  <a:lnTo>
                    <a:pt x="4" y="133"/>
                  </a:lnTo>
                  <a:lnTo>
                    <a:pt x="4" y="133"/>
                  </a:lnTo>
                  <a:lnTo>
                    <a:pt x="6" y="133"/>
                  </a:lnTo>
                  <a:lnTo>
                    <a:pt x="6" y="133"/>
                  </a:lnTo>
                  <a:lnTo>
                    <a:pt x="6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1"/>
                  </a:lnTo>
                  <a:lnTo>
                    <a:pt x="10" y="131"/>
                  </a:lnTo>
                  <a:lnTo>
                    <a:pt x="10" y="131"/>
                  </a:lnTo>
                  <a:lnTo>
                    <a:pt x="10" y="131"/>
                  </a:lnTo>
                  <a:lnTo>
                    <a:pt x="10" y="129"/>
                  </a:lnTo>
                  <a:lnTo>
                    <a:pt x="12" y="129"/>
                  </a:lnTo>
                  <a:lnTo>
                    <a:pt x="12" y="127"/>
                  </a:lnTo>
                  <a:lnTo>
                    <a:pt x="12" y="127"/>
                  </a:lnTo>
                  <a:lnTo>
                    <a:pt x="12" y="127"/>
                  </a:lnTo>
                  <a:lnTo>
                    <a:pt x="12" y="127"/>
                  </a:lnTo>
                  <a:lnTo>
                    <a:pt x="12" y="125"/>
                  </a:lnTo>
                  <a:lnTo>
                    <a:pt x="12" y="123"/>
                  </a:lnTo>
                  <a:lnTo>
                    <a:pt x="12" y="123"/>
                  </a:lnTo>
                  <a:lnTo>
                    <a:pt x="12" y="123"/>
                  </a:lnTo>
                  <a:lnTo>
                    <a:pt x="12" y="123"/>
                  </a:lnTo>
                  <a:lnTo>
                    <a:pt x="12" y="123"/>
                  </a:lnTo>
                  <a:lnTo>
                    <a:pt x="12" y="122"/>
                  </a:lnTo>
                  <a:lnTo>
                    <a:pt x="12" y="120"/>
                  </a:lnTo>
                  <a:lnTo>
                    <a:pt x="10" y="118"/>
                  </a:lnTo>
                  <a:lnTo>
                    <a:pt x="10" y="118"/>
                  </a:lnTo>
                  <a:lnTo>
                    <a:pt x="10" y="118"/>
                  </a:lnTo>
                  <a:lnTo>
                    <a:pt x="10" y="118"/>
                  </a:lnTo>
                  <a:lnTo>
                    <a:pt x="12" y="116"/>
                  </a:lnTo>
                  <a:lnTo>
                    <a:pt x="12" y="116"/>
                  </a:lnTo>
                  <a:lnTo>
                    <a:pt x="12" y="116"/>
                  </a:lnTo>
                  <a:lnTo>
                    <a:pt x="12" y="116"/>
                  </a:lnTo>
                  <a:lnTo>
                    <a:pt x="16" y="116"/>
                  </a:lnTo>
                  <a:lnTo>
                    <a:pt x="16" y="116"/>
                  </a:lnTo>
                  <a:lnTo>
                    <a:pt x="16" y="116"/>
                  </a:lnTo>
                  <a:lnTo>
                    <a:pt x="16" y="114"/>
                  </a:lnTo>
                  <a:lnTo>
                    <a:pt x="17" y="114"/>
                  </a:lnTo>
                  <a:lnTo>
                    <a:pt x="17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2"/>
                  </a:lnTo>
                  <a:lnTo>
                    <a:pt x="21" y="110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7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2" y="106"/>
                  </a:lnTo>
                  <a:lnTo>
                    <a:pt x="12" y="106"/>
                  </a:lnTo>
                  <a:lnTo>
                    <a:pt x="12" y="104"/>
                  </a:lnTo>
                  <a:lnTo>
                    <a:pt x="12" y="104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6" y="96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6" y="88"/>
                  </a:lnTo>
                  <a:lnTo>
                    <a:pt x="6" y="88"/>
                  </a:lnTo>
                  <a:lnTo>
                    <a:pt x="6" y="88"/>
                  </a:lnTo>
                  <a:lnTo>
                    <a:pt x="8" y="88"/>
                  </a:lnTo>
                  <a:lnTo>
                    <a:pt x="8" y="86"/>
                  </a:lnTo>
                  <a:lnTo>
                    <a:pt x="8" y="84"/>
                  </a:lnTo>
                  <a:lnTo>
                    <a:pt x="10" y="84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0" y="80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78"/>
                  </a:lnTo>
                  <a:lnTo>
                    <a:pt x="8" y="78"/>
                  </a:lnTo>
                  <a:lnTo>
                    <a:pt x="8" y="76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6" y="53"/>
                  </a:lnTo>
                  <a:lnTo>
                    <a:pt x="6" y="5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2" y="49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19" y="45"/>
                  </a:lnTo>
                  <a:lnTo>
                    <a:pt x="19" y="45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17" y="39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1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2" y="25"/>
                  </a:lnTo>
                  <a:lnTo>
                    <a:pt x="12" y="25"/>
                  </a:lnTo>
                  <a:lnTo>
                    <a:pt x="12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6" y="19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25" y="17"/>
                  </a:lnTo>
                  <a:lnTo>
                    <a:pt x="25" y="17"/>
                  </a:lnTo>
                  <a:lnTo>
                    <a:pt x="25" y="17"/>
                  </a:lnTo>
                  <a:lnTo>
                    <a:pt x="27" y="17"/>
                  </a:lnTo>
                  <a:lnTo>
                    <a:pt x="29" y="17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3" y="12"/>
                  </a:lnTo>
                  <a:lnTo>
                    <a:pt x="35" y="10"/>
                  </a:lnTo>
                  <a:lnTo>
                    <a:pt x="37" y="6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7" y="6"/>
                  </a:lnTo>
                  <a:lnTo>
                    <a:pt x="49" y="6"/>
                  </a:lnTo>
                  <a:lnTo>
                    <a:pt x="51" y="4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5" y="2"/>
                  </a:lnTo>
                  <a:lnTo>
                    <a:pt x="70" y="10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8" y="8"/>
                  </a:lnTo>
                  <a:lnTo>
                    <a:pt x="78" y="8"/>
                  </a:lnTo>
                  <a:lnTo>
                    <a:pt x="78" y="10"/>
                  </a:lnTo>
                  <a:lnTo>
                    <a:pt x="78" y="10"/>
                  </a:lnTo>
                  <a:lnTo>
                    <a:pt x="78" y="10"/>
                  </a:lnTo>
                  <a:lnTo>
                    <a:pt x="78" y="10"/>
                  </a:lnTo>
                  <a:lnTo>
                    <a:pt x="80" y="10"/>
                  </a:lnTo>
                  <a:lnTo>
                    <a:pt x="80" y="10"/>
                  </a:lnTo>
                  <a:lnTo>
                    <a:pt x="80" y="12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6" y="12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8" y="16"/>
                  </a:lnTo>
                  <a:lnTo>
                    <a:pt x="88" y="16"/>
                  </a:lnTo>
                  <a:lnTo>
                    <a:pt x="88" y="16"/>
                  </a:lnTo>
                  <a:lnTo>
                    <a:pt x="90" y="14"/>
                  </a:lnTo>
                  <a:lnTo>
                    <a:pt x="90" y="14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0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4" y="2"/>
                  </a:lnTo>
                  <a:lnTo>
                    <a:pt x="96" y="2"/>
                  </a:lnTo>
                  <a:lnTo>
                    <a:pt x="96" y="2"/>
                  </a:lnTo>
                  <a:lnTo>
                    <a:pt x="96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838200" y="3619500"/>
              <a:ext cx="160338" cy="109538"/>
            </a:xfrm>
            <a:custGeom>
              <a:avLst/>
              <a:gdLst>
                <a:gd name="T0" fmla="*/ 75 w 203"/>
                <a:gd name="T1" fmla="*/ 6 h 138"/>
                <a:gd name="T2" fmla="*/ 81 w 203"/>
                <a:gd name="T3" fmla="*/ 6 h 138"/>
                <a:gd name="T4" fmla="*/ 89 w 203"/>
                <a:gd name="T5" fmla="*/ 6 h 138"/>
                <a:gd name="T6" fmla="*/ 93 w 203"/>
                <a:gd name="T7" fmla="*/ 8 h 138"/>
                <a:gd name="T8" fmla="*/ 95 w 203"/>
                <a:gd name="T9" fmla="*/ 12 h 138"/>
                <a:gd name="T10" fmla="*/ 93 w 203"/>
                <a:gd name="T11" fmla="*/ 22 h 138"/>
                <a:gd name="T12" fmla="*/ 108 w 203"/>
                <a:gd name="T13" fmla="*/ 26 h 138"/>
                <a:gd name="T14" fmla="*/ 130 w 203"/>
                <a:gd name="T15" fmla="*/ 34 h 138"/>
                <a:gd name="T16" fmla="*/ 134 w 203"/>
                <a:gd name="T17" fmla="*/ 43 h 138"/>
                <a:gd name="T18" fmla="*/ 144 w 203"/>
                <a:gd name="T19" fmla="*/ 57 h 138"/>
                <a:gd name="T20" fmla="*/ 153 w 203"/>
                <a:gd name="T21" fmla="*/ 65 h 138"/>
                <a:gd name="T22" fmla="*/ 161 w 203"/>
                <a:gd name="T23" fmla="*/ 75 h 138"/>
                <a:gd name="T24" fmla="*/ 169 w 203"/>
                <a:gd name="T25" fmla="*/ 75 h 138"/>
                <a:gd name="T26" fmla="*/ 177 w 203"/>
                <a:gd name="T27" fmla="*/ 79 h 138"/>
                <a:gd name="T28" fmla="*/ 177 w 203"/>
                <a:gd name="T29" fmla="*/ 87 h 138"/>
                <a:gd name="T30" fmla="*/ 183 w 203"/>
                <a:gd name="T31" fmla="*/ 91 h 138"/>
                <a:gd name="T32" fmla="*/ 195 w 203"/>
                <a:gd name="T33" fmla="*/ 91 h 138"/>
                <a:gd name="T34" fmla="*/ 201 w 203"/>
                <a:gd name="T35" fmla="*/ 95 h 138"/>
                <a:gd name="T36" fmla="*/ 201 w 203"/>
                <a:gd name="T37" fmla="*/ 102 h 138"/>
                <a:gd name="T38" fmla="*/ 201 w 203"/>
                <a:gd name="T39" fmla="*/ 110 h 138"/>
                <a:gd name="T40" fmla="*/ 187 w 203"/>
                <a:gd name="T41" fmla="*/ 108 h 138"/>
                <a:gd name="T42" fmla="*/ 183 w 203"/>
                <a:gd name="T43" fmla="*/ 110 h 138"/>
                <a:gd name="T44" fmla="*/ 185 w 203"/>
                <a:gd name="T45" fmla="*/ 122 h 138"/>
                <a:gd name="T46" fmla="*/ 181 w 203"/>
                <a:gd name="T47" fmla="*/ 130 h 138"/>
                <a:gd name="T48" fmla="*/ 183 w 203"/>
                <a:gd name="T49" fmla="*/ 134 h 138"/>
                <a:gd name="T50" fmla="*/ 175 w 203"/>
                <a:gd name="T51" fmla="*/ 136 h 138"/>
                <a:gd name="T52" fmla="*/ 169 w 203"/>
                <a:gd name="T53" fmla="*/ 128 h 138"/>
                <a:gd name="T54" fmla="*/ 171 w 203"/>
                <a:gd name="T55" fmla="*/ 124 h 138"/>
                <a:gd name="T56" fmla="*/ 163 w 203"/>
                <a:gd name="T57" fmla="*/ 122 h 138"/>
                <a:gd name="T58" fmla="*/ 150 w 203"/>
                <a:gd name="T59" fmla="*/ 120 h 138"/>
                <a:gd name="T60" fmla="*/ 146 w 203"/>
                <a:gd name="T61" fmla="*/ 116 h 138"/>
                <a:gd name="T62" fmla="*/ 132 w 203"/>
                <a:gd name="T63" fmla="*/ 114 h 138"/>
                <a:gd name="T64" fmla="*/ 128 w 203"/>
                <a:gd name="T65" fmla="*/ 114 h 138"/>
                <a:gd name="T66" fmla="*/ 126 w 203"/>
                <a:gd name="T67" fmla="*/ 118 h 138"/>
                <a:gd name="T68" fmla="*/ 110 w 203"/>
                <a:gd name="T69" fmla="*/ 118 h 138"/>
                <a:gd name="T70" fmla="*/ 97 w 203"/>
                <a:gd name="T71" fmla="*/ 116 h 138"/>
                <a:gd name="T72" fmla="*/ 91 w 203"/>
                <a:gd name="T73" fmla="*/ 114 h 138"/>
                <a:gd name="T74" fmla="*/ 79 w 203"/>
                <a:gd name="T75" fmla="*/ 106 h 138"/>
                <a:gd name="T76" fmla="*/ 71 w 203"/>
                <a:gd name="T77" fmla="*/ 108 h 138"/>
                <a:gd name="T78" fmla="*/ 67 w 203"/>
                <a:gd name="T79" fmla="*/ 112 h 138"/>
                <a:gd name="T80" fmla="*/ 61 w 203"/>
                <a:gd name="T81" fmla="*/ 116 h 138"/>
                <a:gd name="T82" fmla="*/ 59 w 203"/>
                <a:gd name="T83" fmla="*/ 112 h 138"/>
                <a:gd name="T84" fmla="*/ 55 w 203"/>
                <a:gd name="T85" fmla="*/ 114 h 138"/>
                <a:gd name="T86" fmla="*/ 51 w 203"/>
                <a:gd name="T87" fmla="*/ 112 h 138"/>
                <a:gd name="T88" fmla="*/ 48 w 203"/>
                <a:gd name="T89" fmla="*/ 110 h 138"/>
                <a:gd name="T90" fmla="*/ 42 w 203"/>
                <a:gd name="T91" fmla="*/ 106 h 138"/>
                <a:gd name="T92" fmla="*/ 38 w 203"/>
                <a:gd name="T93" fmla="*/ 96 h 138"/>
                <a:gd name="T94" fmla="*/ 32 w 203"/>
                <a:gd name="T95" fmla="*/ 81 h 138"/>
                <a:gd name="T96" fmla="*/ 12 w 203"/>
                <a:gd name="T97" fmla="*/ 69 h 138"/>
                <a:gd name="T98" fmla="*/ 8 w 203"/>
                <a:gd name="T99" fmla="*/ 57 h 138"/>
                <a:gd name="T100" fmla="*/ 8 w 203"/>
                <a:gd name="T101" fmla="*/ 49 h 138"/>
                <a:gd name="T102" fmla="*/ 8 w 203"/>
                <a:gd name="T103" fmla="*/ 36 h 138"/>
                <a:gd name="T104" fmla="*/ 28 w 203"/>
                <a:gd name="T105" fmla="*/ 26 h 138"/>
                <a:gd name="T106" fmla="*/ 30 w 203"/>
                <a:gd name="T107" fmla="*/ 22 h 138"/>
                <a:gd name="T108" fmla="*/ 30 w 203"/>
                <a:gd name="T109" fmla="*/ 18 h 138"/>
                <a:gd name="T110" fmla="*/ 42 w 203"/>
                <a:gd name="T111" fmla="*/ 14 h 138"/>
                <a:gd name="T112" fmla="*/ 44 w 203"/>
                <a:gd name="T113" fmla="*/ 16 h 138"/>
                <a:gd name="T114" fmla="*/ 50 w 203"/>
                <a:gd name="T115" fmla="*/ 12 h 138"/>
                <a:gd name="T116" fmla="*/ 53 w 203"/>
                <a:gd name="T117" fmla="*/ 8 h 138"/>
                <a:gd name="T118" fmla="*/ 55 w 203"/>
                <a:gd name="T119" fmla="*/ 10 h 138"/>
                <a:gd name="T120" fmla="*/ 59 w 203"/>
                <a:gd name="T121" fmla="*/ 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03" h="138">
                  <a:moveTo>
                    <a:pt x="65" y="0"/>
                  </a:moveTo>
                  <a:lnTo>
                    <a:pt x="69" y="4"/>
                  </a:lnTo>
                  <a:lnTo>
                    <a:pt x="69" y="4"/>
                  </a:lnTo>
                  <a:lnTo>
                    <a:pt x="69" y="4"/>
                  </a:lnTo>
                  <a:lnTo>
                    <a:pt x="69" y="4"/>
                  </a:lnTo>
                  <a:lnTo>
                    <a:pt x="69" y="6"/>
                  </a:lnTo>
                  <a:lnTo>
                    <a:pt x="71" y="6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7" y="6"/>
                  </a:lnTo>
                  <a:lnTo>
                    <a:pt x="77" y="6"/>
                  </a:lnTo>
                  <a:lnTo>
                    <a:pt x="77" y="6"/>
                  </a:lnTo>
                  <a:lnTo>
                    <a:pt x="77" y="6"/>
                  </a:lnTo>
                  <a:lnTo>
                    <a:pt x="79" y="6"/>
                  </a:lnTo>
                  <a:lnTo>
                    <a:pt x="79" y="6"/>
                  </a:lnTo>
                  <a:lnTo>
                    <a:pt x="81" y="6"/>
                  </a:lnTo>
                  <a:lnTo>
                    <a:pt x="81" y="6"/>
                  </a:lnTo>
                  <a:lnTo>
                    <a:pt x="81" y="6"/>
                  </a:lnTo>
                  <a:lnTo>
                    <a:pt x="81" y="6"/>
                  </a:lnTo>
                  <a:lnTo>
                    <a:pt x="81" y="6"/>
                  </a:lnTo>
                  <a:lnTo>
                    <a:pt x="81" y="6"/>
                  </a:lnTo>
                  <a:lnTo>
                    <a:pt x="83" y="8"/>
                  </a:lnTo>
                  <a:lnTo>
                    <a:pt x="83" y="8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9" y="6"/>
                  </a:lnTo>
                  <a:lnTo>
                    <a:pt x="89" y="6"/>
                  </a:lnTo>
                  <a:lnTo>
                    <a:pt x="89" y="6"/>
                  </a:lnTo>
                  <a:lnTo>
                    <a:pt x="89" y="6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93" y="8"/>
                  </a:lnTo>
                  <a:lnTo>
                    <a:pt x="93" y="8"/>
                  </a:lnTo>
                  <a:lnTo>
                    <a:pt x="93" y="8"/>
                  </a:lnTo>
                  <a:lnTo>
                    <a:pt x="93" y="8"/>
                  </a:lnTo>
                  <a:lnTo>
                    <a:pt x="93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0"/>
                  </a:lnTo>
                  <a:lnTo>
                    <a:pt x="95" y="10"/>
                  </a:lnTo>
                  <a:lnTo>
                    <a:pt x="95" y="12"/>
                  </a:lnTo>
                  <a:lnTo>
                    <a:pt x="95" y="12"/>
                  </a:lnTo>
                  <a:lnTo>
                    <a:pt x="95" y="12"/>
                  </a:lnTo>
                  <a:lnTo>
                    <a:pt x="95" y="14"/>
                  </a:lnTo>
                  <a:lnTo>
                    <a:pt x="97" y="16"/>
                  </a:lnTo>
                  <a:lnTo>
                    <a:pt x="97" y="18"/>
                  </a:lnTo>
                  <a:lnTo>
                    <a:pt x="95" y="18"/>
                  </a:lnTo>
                  <a:lnTo>
                    <a:pt x="95" y="18"/>
                  </a:lnTo>
                  <a:lnTo>
                    <a:pt x="95" y="18"/>
                  </a:lnTo>
                  <a:lnTo>
                    <a:pt x="95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5" y="22"/>
                  </a:lnTo>
                  <a:lnTo>
                    <a:pt x="99" y="22"/>
                  </a:lnTo>
                  <a:lnTo>
                    <a:pt x="101" y="22"/>
                  </a:lnTo>
                  <a:lnTo>
                    <a:pt x="102" y="24"/>
                  </a:lnTo>
                  <a:lnTo>
                    <a:pt x="104" y="24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6" y="26"/>
                  </a:lnTo>
                  <a:lnTo>
                    <a:pt x="106" y="26"/>
                  </a:lnTo>
                  <a:lnTo>
                    <a:pt x="108" y="26"/>
                  </a:lnTo>
                  <a:lnTo>
                    <a:pt x="108" y="24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8"/>
                  </a:lnTo>
                  <a:lnTo>
                    <a:pt x="116" y="28"/>
                  </a:lnTo>
                  <a:lnTo>
                    <a:pt x="126" y="26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4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0" y="38"/>
                  </a:lnTo>
                  <a:lnTo>
                    <a:pt x="130" y="38"/>
                  </a:lnTo>
                  <a:lnTo>
                    <a:pt x="130" y="38"/>
                  </a:lnTo>
                  <a:lnTo>
                    <a:pt x="130" y="38"/>
                  </a:lnTo>
                  <a:lnTo>
                    <a:pt x="130" y="40"/>
                  </a:lnTo>
                  <a:lnTo>
                    <a:pt x="130" y="40"/>
                  </a:lnTo>
                  <a:lnTo>
                    <a:pt x="132" y="42"/>
                  </a:lnTo>
                  <a:lnTo>
                    <a:pt x="132" y="43"/>
                  </a:lnTo>
                  <a:lnTo>
                    <a:pt x="132" y="43"/>
                  </a:lnTo>
                  <a:lnTo>
                    <a:pt x="134" y="43"/>
                  </a:lnTo>
                  <a:lnTo>
                    <a:pt x="134" y="43"/>
                  </a:lnTo>
                  <a:lnTo>
                    <a:pt x="134" y="45"/>
                  </a:lnTo>
                  <a:lnTo>
                    <a:pt x="134" y="47"/>
                  </a:lnTo>
                  <a:lnTo>
                    <a:pt x="136" y="47"/>
                  </a:lnTo>
                  <a:lnTo>
                    <a:pt x="138" y="47"/>
                  </a:lnTo>
                  <a:lnTo>
                    <a:pt x="138" y="47"/>
                  </a:lnTo>
                  <a:lnTo>
                    <a:pt x="138" y="49"/>
                  </a:lnTo>
                  <a:lnTo>
                    <a:pt x="138" y="49"/>
                  </a:lnTo>
                  <a:lnTo>
                    <a:pt x="140" y="49"/>
                  </a:lnTo>
                  <a:lnTo>
                    <a:pt x="140" y="53"/>
                  </a:lnTo>
                  <a:lnTo>
                    <a:pt x="140" y="53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8" y="59"/>
                  </a:lnTo>
                  <a:lnTo>
                    <a:pt x="148" y="59"/>
                  </a:lnTo>
                  <a:lnTo>
                    <a:pt x="148" y="59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3" y="63"/>
                  </a:lnTo>
                  <a:lnTo>
                    <a:pt x="153" y="63"/>
                  </a:lnTo>
                  <a:lnTo>
                    <a:pt x="153" y="63"/>
                  </a:lnTo>
                  <a:lnTo>
                    <a:pt x="153" y="65"/>
                  </a:lnTo>
                  <a:lnTo>
                    <a:pt x="153" y="65"/>
                  </a:lnTo>
                  <a:lnTo>
                    <a:pt x="153" y="65"/>
                  </a:lnTo>
                  <a:lnTo>
                    <a:pt x="153" y="65"/>
                  </a:lnTo>
                  <a:lnTo>
                    <a:pt x="153" y="67"/>
                  </a:lnTo>
                  <a:lnTo>
                    <a:pt x="155" y="71"/>
                  </a:lnTo>
                  <a:lnTo>
                    <a:pt x="157" y="75"/>
                  </a:lnTo>
                  <a:lnTo>
                    <a:pt x="157" y="75"/>
                  </a:lnTo>
                  <a:lnTo>
                    <a:pt x="157" y="75"/>
                  </a:lnTo>
                  <a:lnTo>
                    <a:pt x="157" y="77"/>
                  </a:lnTo>
                  <a:lnTo>
                    <a:pt x="159" y="77"/>
                  </a:lnTo>
                  <a:lnTo>
                    <a:pt x="161" y="77"/>
                  </a:lnTo>
                  <a:lnTo>
                    <a:pt x="161" y="77"/>
                  </a:lnTo>
                  <a:lnTo>
                    <a:pt x="161" y="75"/>
                  </a:lnTo>
                  <a:lnTo>
                    <a:pt x="163" y="75"/>
                  </a:lnTo>
                  <a:lnTo>
                    <a:pt x="163" y="75"/>
                  </a:lnTo>
                  <a:lnTo>
                    <a:pt x="163" y="75"/>
                  </a:lnTo>
                  <a:lnTo>
                    <a:pt x="163" y="75"/>
                  </a:lnTo>
                  <a:lnTo>
                    <a:pt x="163" y="73"/>
                  </a:lnTo>
                  <a:lnTo>
                    <a:pt x="163" y="73"/>
                  </a:lnTo>
                  <a:lnTo>
                    <a:pt x="163" y="73"/>
                  </a:lnTo>
                  <a:lnTo>
                    <a:pt x="163" y="73"/>
                  </a:lnTo>
                  <a:lnTo>
                    <a:pt x="165" y="73"/>
                  </a:lnTo>
                  <a:lnTo>
                    <a:pt x="165" y="73"/>
                  </a:lnTo>
                  <a:lnTo>
                    <a:pt x="169" y="75"/>
                  </a:lnTo>
                  <a:lnTo>
                    <a:pt x="169" y="75"/>
                  </a:lnTo>
                  <a:lnTo>
                    <a:pt x="169" y="75"/>
                  </a:lnTo>
                  <a:lnTo>
                    <a:pt x="169" y="77"/>
                  </a:lnTo>
                  <a:lnTo>
                    <a:pt x="169" y="77"/>
                  </a:lnTo>
                  <a:lnTo>
                    <a:pt x="169" y="79"/>
                  </a:lnTo>
                  <a:lnTo>
                    <a:pt x="169" y="79"/>
                  </a:lnTo>
                  <a:lnTo>
                    <a:pt x="171" y="79"/>
                  </a:lnTo>
                  <a:lnTo>
                    <a:pt x="171" y="79"/>
                  </a:lnTo>
                  <a:lnTo>
                    <a:pt x="171" y="79"/>
                  </a:lnTo>
                  <a:lnTo>
                    <a:pt x="173" y="79"/>
                  </a:lnTo>
                  <a:lnTo>
                    <a:pt x="173" y="79"/>
                  </a:lnTo>
                  <a:lnTo>
                    <a:pt x="175" y="79"/>
                  </a:lnTo>
                  <a:lnTo>
                    <a:pt x="177" y="77"/>
                  </a:lnTo>
                  <a:lnTo>
                    <a:pt x="177" y="77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7" y="81"/>
                  </a:lnTo>
                  <a:lnTo>
                    <a:pt x="177" y="81"/>
                  </a:lnTo>
                  <a:lnTo>
                    <a:pt x="177" y="81"/>
                  </a:lnTo>
                  <a:lnTo>
                    <a:pt x="177" y="81"/>
                  </a:lnTo>
                  <a:lnTo>
                    <a:pt x="175" y="81"/>
                  </a:lnTo>
                  <a:lnTo>
                    <a:pt x="175" y="83"/>
                  </a:lnTo>
                  <a:lnTo>
                    <a:pt x="175" y="83"/>
                  </a:lnTo>
                  <a:lnTo>
                    <a:pt x="175" y="83"/>
                  </a:lnTo>
                  <a:lnTo>
                    <a:pt x="175" y="85"/>
                  </a:lnTo>
                  <a:lnTo>
                    <a:pt x="175" y="87"/>
                  </a:lnTo>
                  <a:lnTo>
                    <a:pt x="177" y="87"/>
                  </a:lnTo>
                  <a:lnTo>
                    <a:pt x="177" y="87"/>
                  </a:lnTo>
                  <a:lnTo>
                    <a:pt x="177" y="87"/>
                  </a:lnTo>
                  <a:lnTo>
                    <a:pt x="177" y="87"/>
                  </a:lnTo>
                  <a:lnTo>
                    <a:pt x="179" y="87"/>
                  </a:lnTo>
                  <a:lnTo>
                    <a:pt x="179" y="87"/>
                  </a:lnTo>
                  <a:lnTo>
                    <a:pt x="179" y="87"/>
                  </a:lnTo>
                  <a:lnTo>
                    <a:pt x="179" y="89"/>
                  </a:lnTo>
                  <a:lnTo>
                    <a:pt x="179" y="89"/>
                  </a:lnTo>
                  <a:lnTo>
                    <a:pt x="179" y="89"/>
                  </a:lnTo>
                  <a:lnTo>
                    <a:pt x="179" y="89"/>
                  </a:lnTo>
                  <a:lnTo>
                    <a:pt x="183" y="91"/>
                  </a:lnTo>
                  <a:lnTo>
                    <a:pt x="183" y="91"/>
                  </a:lnTo>
                  <a:lnTo>
                    <a:pt x="183" y="91"/>
                  </a:lnTo>
                  <a:lnTo>
                    <a:pt x="185" y="91"/>
                  </a:lnTo>
                  <a:lnTo>
                    <a:pt x="185" y="91"/>
                  </a:lnTo>
                  <a:lnTo>
                    <a:pt x="189" y="91"/>
                  </a:lnTo>
                  <a:lnTo>
                    <a:pt x="189" y="91"/>
                  </a:lnTo>
                  <a:lnTo>
                    <a:pt x="191" y="91"/>
                  </a:lnTo>
                  <a:lnTo>
                    <a:pt x="191" y="91"/>
                  </a:lnTo>
                  <a:lnTo>
                    <a:pt x="191" y="93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95" y="91"/>
                  </a:lnTo>
                  <a:lnTo>
                    <a:pt x="195" y="91"/>
                  </a:lnTo>
                  <a:lnTo>
                    <a:pt x="197" y="91"/>
                  </a:lnTo>
                  <a:lnTo>
                    <a:pt x="199" y="91"/>
                  </a:lnTo>
                  <a:lnTo>
                    <a:pt x="199" y="93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199" y="95"/>
                  </a:lnTo>
                  <a:lnTo>
                    <a:pt x="199" y="95"/>
                  </a:lnTo>
                  <a:lnTo>
                    <a:pt x="199" y="95"/>
                  </a:lnTo>
                  <a:lnTo>
                    <a:pt x="199" y="95"/>
                  </a:lnTo>
                  <a:lnTo>
                    <a:pt x="199" y="95"/>
                  </a:lnTo>
                  <a:lnTo>
                    <a:pt x="201" y="95"/>
                  </a:lnTo>
                  <a:lnTo>
                    <a:pt x="201" y="95"/>
                  </a:lnTo>
                  <a:lnTo>
                    <a:pt x="203" y="95"/>
                  </a:lnTo>
                  <a:lnTo>
                    <a:pt x="203" y="96"/>
                  </a:lnTo>
                  <a:lnTo>
                    <a:pt x="203" y="96"/>
                  </a:lnTo>
                  <a:lnTo>
                    <a:pt x="201" y="96"/>
                  </a:lnTo>
                  <a:lnTo>
                    <a:pt x="201" y="98"/>
                  </a:lnTo>
                  <a:lnTo>
                    <a:pt x="201" y="98"/>
                  </a:lnTo>
                  <a:lnTo>
                    <a:pt x="201" y="98"/>
                  </a:lnTo>
                  <a:lnTo>
                    <a:pt x="201" y="100"/>
                  </a:lnTo>
                  <a:lnTo>
                    <a:pt x="201" y="100"/>
                  </a:lnTo>
                  <a:lnTo>
                    <a:pt x="201" y="100"/>
                  </a:lnTo>
                  <a:lnTo>
                    <a:pt x="201" y="102"/>
                  </a:lnTo>
                  <a:lnTo>
                    <a:pt x="201" y="102"/>
                  </a:lnTo>
                  <a:lnTo>
                    <a:pt x="199" y="104"/>
                  </a:lnTo>
                  <a:lnTo>
                    <a:pt x="197" y="104"/>
                  </a:lnTo>
                  <a:lnTo>
                    <a:pt x="197" y="104"/>
                  </a:lnTo>
                  <a:lnTo>
                    <a:pt x="197" y="106"/>
                  </a:lnTo>
                  <a:lnTo>
                    <a:pt x="197" y="106"/>
                  </a:lnTo>
                  <a:lnTo>
                    <a:pt x="197" y="108"/>
                  </a:lnTo>
                  <a:lnTo>
                    <a:pt x="197" y="108"/>
                  </a:lnTo>
                  <a:lnTo>
                    <a:pt x="197" y="108"/>
                  </a:lnTo>
                  <a:lnTo>
                    <a:pt x="199" y="108"/>
                  </a:lnTo>
                  <a:lnTo>
                    <a:pt x="199" y="108"/>
                  </a:lnTo>
                  <a:lnTo>
                    <a:pt x="199" y="110"/>
                  </a:lnTo>
                  <a:lnTo>
                    <a:pt x="201" y="110"/>
                  </a:lnTo>
                  <a:lnTo>
                    <a:pt x="201" y="110"/>
                  </a:lnTo>
                  <a:lnTo>
                    <a:pt x="201" y="110"/>
                  </a:lnTo>
                  <a:lnTo>
                    <a:pt x="199" y="110"/>
                  </a:lnTo>
                  <a:lnTo>
                    <a:pt x="199" y="112"/>
                  </a:lnTo>
                  <a:lnTo>
                    <a:pt x="197" y="112"/>
                  </a:lnTo>
                  <a:lnTo>
                    <a:pt x="197" y="112"/>
                  </a:lnTo>
                  <a:lnTo>
                    <a:pt x="195" y="112"/>
                  </a:lnTo>
                  <a:lnTo>
                    <a:pt x="195" y="112"/>
                  </a:lnTo>
                  <a:lnTo>
                    <a:pt x="193" y="110"/>
                  </a:lnTo>
                  <a:lnTo>
                    <a:pt x="189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85" y="108"/>
                  </a:lnTo>
                  <a:lnTo>
                    <a:pt x="185" y="110"/>
                  </a:lnTo>
                  <a:lnTo>
                    <a:pt x="185" y="110"/>
                  </a:lnTo>
                  <a:lnTo>
                    <a:pt x="185" y="110"/>
                  </a:lnTo>
                  <a:lnTo>
                    <a:pt x="187" y="110"/>
                  </a:lnTo>
                  <a:lnTo>
                    <a:pt x="187" y="110"/>
                  </a:lnTo>
                  <a:lnTo>
                    <a:pt x="187" y="110"/>
                  </a:lnTo>
                  <a:lnTo>
                    <a:pt x="185" y="110"/>
                  </a:lnTo>
                  <a:lnTo>
                    <a:pt x="185" y="112"/>
                  </a:lnTo>
                  <a:lnTo>
                    <a:pt x="185" y="112"/>
                  </a:lnTo>
                  <a:lnTo>
                    <a:pt x="183" y="110"/>
                  </a:lnTo>
                  <a:lnTo>
                    <a:pt x="183" y="110"/>
                  </a:lnTo>
                  <a:lnTo>
                    <a:pt x="181" y="112"/>
                  </a:lnTo>
                  <a:lnTo>
                    <a:pt x="181" y="112"/>
                  </a:lnTo>
                  <a:lnTo>
                    <a:pt x="181" y="112"/>
                  </a:lnTo>
                  <a:lnTo>
                    <a:pt x="183" y="116"/>
                  </a:lnTo>
                  <a:lnTo>
                    <a:pt x="183" y="118"/>
                  </a:lnTo>
                  <a:lnTo>
                    <a:pt x="183" y="118"/>
                  </a:lnTo>
                  <a:lnTo>
                    <a:pt x="183" y="118"/>
                  </a:lnTo>
                  <a:lnTo>
                    <a:pt x="183" y="120"/>
                  </a:lnTo>
                  <a:lnTo>
                    <a:pt x="185" y="120"/>
                  </a:lnTo>
                  <a:lnTo>
                    <a:pt x="185" y="120"/>
                  </a:lnTo>
                  <a:lnTo>
                    <a:pt x="185" y="120"/>
                  </a:lnTo>
                  <a:lnTo>
                    <a:pt x="185" y="122"/>
                  </a:lnTo>
                  <a:lnTo>
                    <a:pt x="183" y="122"/>
                  </a:lnTo>
                  <a:lnTo>
                    <a:pt x="183" y="122"/>
                  </a:lnTo>
                  <a:lnTo>
                    <a:pt x="183" y="124"/>
                  </a:lnTo>
                  <a:lnTo>
                    <a:pt x="183" y="124"/>
                  </a:lnTo>
                  <a:lnTo>
                    <a:pt x="183" y="124"/>
                  </a:lnTo>
                  <a:lnTo>
                    <a:pt x="183" y="124"/>
                  </a:lnTo>
                  <a:lnTo>
                    <a:pt x="183" y="124"/>
                  </a:lnTo>
                  <a:lnTo>
                    <a:pt x="183" y="126"/>
                  </a:lnTo>
                  <a:lnTo>
                    <a:pt x="183" y="126"/>
                  </a:lnTo>
                  <a:lnTo>
                    <a:pt x="183" y="126"/>
                  </a:lnTo>
                  <a:lnTo>
                    <a:pt x="183" y="126"/>
                  </a:lnTo>
                  <a:lnTo>
                    <a:pt x="183" y="128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1" y="132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3" y="134"/>
                  </a:lnTo>
                  <a:lnTo>
                    <a:pt x="181" y="134"/>
                  </a:lnTo>
                  <a:lnTo>
                    <a:pt x="181" y="134"/>
                  </a:lnTo>
                  <a:lnTo>
                    <a:pt x="181" y="136"/>
                  </a:lnTo>
                  <a:lnTo>
                    <a:pt x="181" y="136"/>
                  </a:lnTo>
                  <a:lnTo>
                    <a:pt x="179" y="136"/>
                  </a:lnTo>
                  <a:lnTo>
                    <a:pt x="179" y="138"/>
                  </a:lnTo>
                  <a:lnTo>
                    <a:pt x="175" y="136"/>
                  </a:lnTo>
                  <a:lnTo>
                    <a:pt x="175" y="134"/>
                  </a:lnTo>
                  <a:lnTo>
                    <a:pt x="173" y="134"/>
                  </a:lnTo>
                  <a:lnTo>
                    <a:pt x="173" y="132"/>
                  </a:lnTo>
                  <a:lnTo>
                    <a:pt x="173" y="132"/>
                  </a:lnTo>
                  <a:lnTo>
                    <a:pt x="173" y="132"/>
                  </a:lnTo>
                  <a:lnTo>
                    <a:pt x="171" y="130"/>
                  </a:lnTo>
                  <a:lnTo>
                    <a:pt x="171" y="130"/>
                  </a:lnTo>
                  <a:lnTo>
                    <a:pt x="171" y="130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6"/>
                  </a:lnTo>
                  <a:lnTo>
                    <a:pt x="171" y="126"/>
                  </a:lnTo>
                  <a:lnTo>
                    <a:pt x="171" y="126"/>
                  </a:lnTo>
                  <a:lnTo>
                    <a:pt x="171" y="126"/>
                  </a:lnTo>
                  <a:lnTo>
                    <a:pt x="171" y="126"/>
                  </a:lnTo>
                  <a:lnTo>
                    <a:pt x="171" y="126"/>
                  </a:lnTo>
                  <a:lnTo>
                    <a:pt x="171" y="126"/>
                  </a:lnTo>
                  <a:lnTo>
                    <a:pt x="171" y="124"/>
                  </a:lnTo>
                  <a:lnTo>
                    <a:pt x="171" y="124"/>
                  </a:lnTo>
                  <a:lnTo>
                    <a:pt x="171" y="124"/>
                  </a:lnTo>
                  <a:lnTo>
                    <a:pt x="171" y="124"/>
                  </a:lnTo>
                  <a:lnTo>
                    <a:pt x="171" y="124"/>
                  </a:lnTo>
                  <a:lnTo>
                    <a:pt x="167" y="122"/>
                  </a:lnTo>
                  <a:lnTo>
                    <a:pt x="167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3" y="122"/>
                  </a:lnTo>
                  <a:lnTo>
                    <a:pt x="163" y="122"/>
                  </a:lnTo>
                  <a:lnTo>
                    <a:pt x="163" y="122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1" y="120"/>
                  </a:lnTo>
                  <a:lnTo>
                    <a:pt x="161" y="120"/>
                  </a:lnTo>
                  <a:lnTo>
                    <a:pt x="161" y="120"/>
                  </a:lnTo>
                  <a:lnTo>
                    <a:pt x="157" y="122"/>
                  </a:lnTo>
                  <a:lnTo>
                    <a:pt x="157" y="122"/>
                  </a:lnTo>
                  <a:lnTo>
                    <a:pt x="155" y="120"/>
                  </a:lnTo>
                  <a:lnTo>
                    <a:pt x="155" y="122"/>
                  </a:lnTo>
                  <a:lnTo>
                    <a:pt x="155" y="122"/>
                  </a:lnTo>
                  <a:lnTo>
                    <a:pt x="155" y="122"/>
                  </a:lnTo>
                  <a:lnTo>
                    <a:pt x="153" y="122"/>
                  </a:lnTo>
                  <a:lnTo>
                    <a:pt x="150" y="120"/>
                  </a:lnTo>
                  <a:lnTo>
                    <a:pt x="150" y="118"/>
                  </a:lnTo>
                  <a:lnTo>
                    <a:pt x="150" y="118"/>
                  </a:lnTo>
                  <a:lnTo>
                    <a:pt x="150" y="118"/>
                  </a:lnTo>
                  <a:lnTo>
                    <a:pt x="150" y="118"/>
                  </a:lnTo>
                  <a:lnTo>
                    <a:pt x="150" y="116"/>
                  </a:lnTo>
                  <a:lnTo>
                    <a:pt x="150" y="116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4" y="116"/>
                  </a:lnTo>
                  <a:lnTo>
                    <a:pt x="144" y="116"/>
                  </a:lnTo>
                  <a:lnTo>
                    <a:pt x="142" y="114"/>
                  </a:lnTo>
                  <a:lnTo>
                    <a:pt x="142" y="114"/>
                  </a:lnTo>
                  <a:lnTo>
                    <a:pt x="142" y="114"/>
                  </a:lnTo>
                  <a:lnTo>
                    <a:pt x="142" y="114"/>
                  </a:lnTo>
                  <a:lnTo>
                    <a:pt x="140" y="114"/>
                  </a:lnTo>
                  <a:lnTo>
                    <a:pt x="140" y="114"/>
                  </a:lnTo>
                  <a:lnTo>
                    <a:pt x="140" y="114"/>
                  </a:lnTo>
                  <a:lnTo>
                    <a:pt x="140" y="116"/>
                  </a:lnTo>
                  <a:lnTo>
                    <a:pt x="134" y="116"/>
                  </a:lnTo>
                  <a:lnTo>
                    <a:pt x="134" y="116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2" y="114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4"/>
                  </a:lnTo>
                  <a:lnTo>
                    <a:pt x="130" y="114"/>
                  </a:lnTo>
                  <a:lnTo>
                    <a:pt x="128" y="114"/>
                  </a:lnTo>
                  <a:lnTo>
                    <a:pt x="128" y="114"/>
                  </a:lnTo>
                  <a:lnTo>
                    <a:pt x="128" y="116"/>
                  </a:lnTo>
                  <a:lnTo>
                    <a:pt x="128" y="116"/>
                  </a:lnTo>
                  <a:lnTo>
                    <a:pt x="126" y="120"/>
                  </a:lnTo>
                  <a:lnTo>
                    <a:pt x="126" y="120"/>
                  </a:lnTo>
                  <a:lnTo>
                    <a:pt x="126" y="120"/>
                  </a:lnTo>
                  <a:lnTo>
                    <a:pt x="126" y="120"/>
                  </a:lnTo>
                  <a:lnTo>
                    <a:pt x="124" y="120"/>
                  </a:lnTo>
                  <a:lnTo>
                    <a:pt x="124" y="120"/>
                  </a:lnTo>
                  <a:lnTo>
                    <a:pt x="124" y="120"/>
                  </a:lnTo>
                  <a:lnTo>
                    <a:pt x="124" y="118"/>
                  </a:lnTo>
                  <a:lnTo>
                    <a:pt x="124" y="118"/>
                  </a:lnTo>
                  <a:lnTo>
                    <a:pt x="126" y="118"/>
                  </a:lnTo>
                  <a:lnTo>
                    <a:pt x="126" y="118"/>
                  </a:lnTo>
                  <a:lnTo>
                    <a:pt x="126" y="118"/>
                  </a:lnTo>
                  <a:lnTo>
                    <a:pt x="124" y="118"/>
                  </a:lnTo>
                  <a:lnTo>
                    <a:pt x="124" y="118"/>
                  </a:lnTo>
                  <a:lnTo>
                    <a:pt x="124" y="118"/>
                  </a:lnTo>
                  <a:lnTo>
                    <a:pt x="122" y="118"/>
                  </a:lnTo>
                  <a:lnTo>
                    <a:pt x="120" y="120"/>
                  </a:lnTo>
                  <a:lnTo>
                    <a:pt x="118" y="120"/>
                  </a:lnTo>
                  <a:lnTo>
                    <a:pt x="116" y="120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0" y="118"/>
                  </a:lnTo>
                  <a:lnTo>
                    <a:pt x="110" y="118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02" y="120"/>
                  </a:lnTo>
                  <a:lnTo>
                    <a:pt x="101" y="122"/>
                  </a:lnTo>
                  <a:lnTo>
                    <a:pt x="101" y="122"/>
                  </a:lnTo>
                  <a:lnTo>
                    <a:pt x="99" y="122"/>
                  </a:lnTo>
                  <a:lnTo>
                    <a:pt x="99" y="120"/>
                  </a:lnTo>
                  <a:lnTo>
                    <a:pt x="99" y="120"/>
                  </a:lnTo>
                  <a:lnTo>
                    <a:pt x="99" y="120"/>
                  </a:lnTo>
                  <a:lnTo>
                    <a:pt x="99" y="120"/>
                  </a:lnTo>
                  <a:lnTo>
                    <a:pt x="99" y="120"/>
                  </a:lnTo>
                  <a:lnTo>
                    <a:pt x="97" y="118"/>
                  </a:lnTo>
                  <a:lnTo>
                    <a:pt x="97" y="116"/>
                  </a:lnTo>
                  <a:lnTo>
                    <a:pt x="97" y="116"/>
                  </a:lnTo>
                  <a:lnTo>
                    <a:pt x="97" y="116"/>
                  </a:lnTo>
                  <a:lnTo>
                    <a:pt x="95" y="116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3" y="116"/>
                  </a:lnTo>
                  <a:lnTo>
                    <a:pt x="93" y="114"/>
                  </a:lnTo>
                  <a:lnTo>
                    <a:pt x="91" y="114"/>
                  </a:lnTo>
                  <a:lnTo>
                    <a:pt x="91" y="114"/>
                  </a:lnTo>
                  <a:lnTo>
                    <a:pt x="91" y="114"/>
                  </a:lnTo>
                  <a:lnTo>
                    <a:pt x="91" y="114"/>
                  </a:lnTo>
                  <a:lnTo>
                    <a:pt x="91" y="114"/>
                  </a:lnTo>
                  <a:lnTo>
                    <a:pt x="89" y="114"/>
                  </a:lnTo>
                  <a:lnTo>
                    <a:pt x="89" y="114"/>
                  </a:lnTo>
                  <a:lnTo>
                    <a:pt x="89" y="114"/>
                  </a:lnTo>
                  <a:lnTo>
                    <a:pt x="87" y="114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0"/>
                  </a:lnTo>
                  <a:lnTo>
                    <a:pt x="83" y="110"/>
                  </a:lnTo>
                  <a:lnTo>
                    <a:pt x="83" y="110"/>
                  </a:lnTo>
                  <a:lnTo>
                    <a:pt x="81" y="108"/>
                  </a:lnTo>
                  <a:lnTo>
                    <a:pt x="79" y="108"/>
                  </a:lnTo>
                  <a:lnTo>
                    <a:pt x="79" y="106"/>
                  </a:lnTo>
                  <a:lnTo>
                    <a:pt x="79" y="106"/>
                  </a:lnTo>
                  <a:lnTo>
                    <a:pt x="77" y="104"/>
                  </a:lnTo>
                  <a:lnTo>
                    <a:pt x="77" y="104"/>
                  </a:lnTo>
                  <a:lnTo>
                    <a:pt x="75" y="104"/>
                  </a:lnTo>
                  <a:lnTo>
                    <a:pt x="75" y="104"/>
                  </a:lnTo>
                  <a:lnTo>
                    <a:pt x="75" y="104"/>
                  </a:lnTo>
                  <a:lnTo>
                    <a:pt x="73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3" y="110"/>
                  </a:lnTo>
                  <a:lnTo>
                    <a:pt x="73" y="110"/>
                  </a:lnTo>
                  <a:lnTo>
                    <a:pt x="73" y="110"/>
                  </a:lnTo>
                  <a:lnTo>
                    <a:pt x="73" y="112"/>
                  </a:lnTo>
                  <a:lnTo>
                    <a:pt x="73" y="112"/>
                  </a:lnTo>
                  <a:lnTo>
                    <a:pt x="71" y="110"/>
                  </a:lnTo>
                  <a:lnTo>
                    <a:pt x="71" y="110"/>
                  </a:lnTo>
                  <a:lnTo>
                    <a:pt x="71" y="110"/>
                  </a:lnTo>
                  <a:lnTo>
                    <a:pt x="71" y="110"/>
                  </a:lnTo>
                  <a:lnTo>
                    <a:pt x="71" y="110"/>
                  </a:lnTo>
                  <a:lnTo>
                    <a:pt x="67" y="112"/>
                  </a:lnTo>
                  <a:lnTo>
                    <a:pt x="67" y="112"/>
                  </a:lnTo>
                  <a:lnTo>
                    <a:pt x="67" y="112"/>
                  </a:lnTo>
                  <a:lnTo>
                    <a:pt x="65" y="112"/>
                  </a:lnTo>
                  <a:lnTo>
                    <a:pt x="65" y="112"/>
                  </a:lnTo>
                  <a:lnTo>
                    <a:pt x="65" y="112"/>
                  </a:lnTo>
                  <a:lnTo>
                    <a:pt x="65" y="112"/>
                  </a:lnTo>
                  <a:lnTo>
                    <a:pt x="65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59" y="116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0" y="112"/>
                  </a:lnTo>
                  <a:lnTo>
                    <a:pt x="50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10"/>
                  </a:lnTo>
                  <a:lnTo>
                    <a:pt x="48" y="108"/>
                  </a:lnTo>
                  <a:lnTo>
                    <a:pt x="48" y="108"/>
                  </a:lnTo>
                  <a:lnTo>
                    <a:pt x="46" y="108"/>
                  </a:lnTo>
                  <a:lnTo>
                    <a:pt x="46" y="108"/>
                  </a:lnTo>
                  <a:lnTo>
                    <a:pt x="46" y="106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0" y="104"/>
                  </a:lnTo>
                  <a:lnTo>
                    <a:pt x="40" y="104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2" y="102"/>
                  </a:lnTo>
                  <a:lnTo>
                    <a:pt x="44" y="102"/>
                  </a:lnTo>
                  <a:lnTo>
                    <a:pt x="44" y="100"/>
                  </a:lnTo>
                  <a:lnTo>
                    <a:pt x="44" y="100"/>
                  </a:lnTo>
                  <a:lnTo>
                    <a:pt x="44" y="98"/>
                  </a:lnTo>
                  <a:lnTo>
                    <a:pt x="42" y="98"/>
                  </a:lnTo>
                  <a:lnTo>
                    <a:pt x="42" y="98"/>
                  </a:lnTo>
                  <a:lnTo>
                    <a:pt x="38" y="96"/>
                  </a:lnTo>
                  <a:lnTo>
                    <a:pt x="36" y="96"/>
                  </a:lnTo>
                  <a:lnTo>
                    <a:pt x="36" y="95"/>
                  </a:lnTo>
                  <a:lnTo>
                    <a:pt x="36" y="93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3"/>
                  </a:lnTo>
                  <a:lnTo>
                    <a:pt x="38" y="83"/>
                  </a:lnTo>
                  <a:lnTo>
                    <a:pt x="36" y="83"/>
                  </a:lnTo>
                  <a:lnTo>
                    <a:pt x="36" y="83"/>
                  </a:lnTo>
                  <a:lnTo>
                    <a:pt x="34" y="83"/>
                  </a:lnTo>
                  <a:lnTo>
                    <a:pt x="34" y="81"/>
                  </a:lnTo>
                  <a:lnTo>
                    <a:pt x="32" y="81"/>
                  </a:lnTo>
                  <a:lnTo>
                    <a:pt x="32" y="81"/>
                  </a:lnTo>
                  <a:lnTo>
                    <a:pt x="30" y="81"/>
                  </a:lnTo>
                  <a:lnTo>
                    <a:pt x="26" y="81"/>
                  </a:lnTo>
                  <a:lnTo>
                    <a:pt x="22" y="81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16" y="71"/>
                  </a:lnTo>
                  <a:lnTo>
                    <a:pt x="14" y="71"/>
                  </a:lnTo>
                  <a:lnTo>
                    <a:pt x="12" y="69"/>
                  </a:lnTo>
                  <a:lnTo>
                    <a:pt x="10" y="67"/>
                  </a:lnTo>
                  <a:lnTo>
                    <a:pt x="8" y="67"/>
                  </a:lnTo>
                  <a:lnTo>
                    <a:pt x="6" y="67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2" y="67"/>
                  </a:lnTo>
                  <a:lnTo>
                    <a:pt x="0" y="63"/>
                  </a:lnTo>
                  <a:lnTo>
                    <a:pt x="4" y="63"/>
                  </a:lnTo>
                  <a:lnTo>
                    <a:pt x="6" y="61"/>
                  </a:lnTo>
                  <a:lnTo>
                    <a:pt x="8" y="59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6" y="57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0" y="43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0" y="38"/>
                  </a:lnTo>
                  <a:lnTo>
                    <a:pt x="10" y="38"/>
                  </a:lnTo>
                  <a:lnTo>
                    <a:pt x="10" y="36"/>
                  </a:lnTo>
                  <a:lnTo>
                    <a:pt x="8" y="36"/>
                  </a:lnTo>
                  <a:lnTo>
                    <a:pt x="8" y="34"/>
                  </a:lnTo>
                  <a:lnTo>
                    <a:pt x="10" y="34"/>
                  </a:lnTo>
                  <a:lnTo>
                    <a:pt x="12" y="34"/>
                  </a:lnTo>
                  <a:lnTo>
                    <a:pt x="20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0" y="20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2" y="16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8" y="16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14"/>
                  </a:lnTo>
                  <a:lnTo>
                    <a:pt x="42" y="14"/>
                  </a:lnTo>
                  <a:lnTo>
                    <a:pt x="42" y="14"/>
                  </a:lnTo>
                  <a:lnTo>
                    <a:pt x="42" y="14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0" y="16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3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7" y="10"/>
                  </a:lnTo>
                  <a:lnTo>
                    <a:pt x="57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1" y="6"/>
                  </a:lnTo>
                  <a:lnTo>
                    <a:pt x="61" y="6"/>
                  </a:lnTo>
                  <a:lnTo>
                    <a:pt x="61" y="6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65" y="4"/>
                  </a:lnTo>
                  <a:lnTo>
                    <a:pt x="65" y="4"/>
                  </a:lnTo>
                  <a:lnTo>
                    <a:pt x="65" y="4"/>
                  </a:lnTo>
                  <a:lnTo>
                    <a:pt x="65" y="4"/>
                  </a:lnTo>
                  <a:lnTo>
                    <a:pt x="65" y="2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977900" y="3609975"/>
              <a:ext cx="112713" cy="112713"/>
            </a:xfrm>
            <a:custGeom>
              <a:avLst/>
              <a:gdLst>
                <a:gd name="T0" fmla="*/ 102 w 143"/>
                <a:gd name="T1" fmla="*/ 6 h 142"/>
                <a:gd name="T2" fmla="*/ 102 w 143"/>
                <a:gd name="T3" fmla="*/ 18 h 142"/>
                <a:gd name="T4" fmla="*/ 120 w 143"/>
                <a:gd name="T5" fmla="*/ 20 h 142"/>
                <a:gd name="T6" fmla="*/ 128 w 143"/>
                <a:gd name="T7" fmla="*/ 14 h 142"/>
                <a:gd name="T8" fmla="*/ 135 w 143"/>
                <a:gd name="T9" fmla="*/ 24 h 142"/>
                <a:gd name="T10" fmla="*/ 133 w 143"/>
                <a:gd name="T11" fmla="*/ 30 h 142"/>
                <a:gd name="T12" fmla="*/ 137 w 143"/>
                <a:gd name="T13" fmla="*/ 42 h 142"/>
                <a:gd name="T14" fmla="*/ 135 w 143"/>
                <a:gd name="T15" fmla="*/ 57 h 142"/>
                <a:gd name="T16" fmla="*/ 129 w 143"/>
                <a:gd name="T17" fmla="*/ 63 h 142"/>
                <a:gd name="T18" fmla="*/ 126 w 143"/>
                <a:gd name="T19" fmla="*/ 69 h 142"/>
                <a:gd name="T20" fmla="*/ 122 w 143"/>
                <a:gd name="T21" fmla="*/ 75 h 142"/>
                <a:gd name="T22" fmla="*/ 116 w 143"/>
                <a:gd name="T23" fmla="*/ 81 h 142"/>
                <a:gd name="T24" fmla="*/ 116 w 143"/>
                <a:gd name="T25" fmla="*/ 89 h 142"/>
                <a:gd name="T26" fmla="*/ 122 w 143"/>
                <a:gd name="T27" fmla="*/ 101 h 142"/>
                <a:gd name="T28" fmla="*/ 129 w 143"/>
                <a:gd name="T29" fmla="*/ 114 h 142"/>
                <a:gd name="T30" fmla="*/ 133 w 143"/>
                <a:gd name="T31" fmla="*/ 118 h 142"/>
                <a:gd name="T32" fmla="*/ 133 w 143"/>
                <a:gd name="T33" fmla="*/ 128 h 142"/>
                <a:gd name="T34" fmla="*/ 128 w 143"/>
                <a:gd name="T35" fmla="*/ 134 h 142"/>
                <a:gd name="T36" fmla="*/ 122 w 143"/>
                <a:gd name="T37" fmla="*/ 136 h 142"/>
                <a:gd name="T38" fmla="*/ 110 w 143"/>
                <a:gd name="T39" fmla="*/ 138 h 142"/>
                <a:gd name="T40" fmla="*/ 98 w 143"/>
                <a:gd name="T41" fmla="*/ 134 h 142"/>
                <a:gd name="T42" fmla="*/ 92 w 143"/>
                <a:gd name="T43" fmla="*/ 130 h 142"/>
                <a:gd name="T44" fmla="*/ 80 w 143"/>
                <a:gd name="T45" fmla="*/ 128 h 142"/>
                <a:gd name="T46" fmla="*/ 77 w 143"/>
                <a:gd name="T47" fmla="*/ 118 h 142"/>
                <a:gd name="T48" fmla="*/ 71 w 143"/>
                <a:gd name="T49" fmla="*/ 112 h 142"/>
                <a:gd name="T50" fmla="*/ 63 w 143"/>
                <a:gd name="T51" fmla="*/ 110 h 142"/>
                <a:gd name="T52" fmla="*/ 55 w 143"/>
                <a:gd name="T53" fmla="*/ 112 h 142"/>
                <a:gd name="T54" fmla="*/ 49 w 143"/>
                <a:gd name="T55" fmla="*/ 103 h 142"/>
                <a:gd name="T56" fmla="*/ 45 w 143"/>
                <a:gd name="T57" fmla="*/ 101 h 142"/>
                <a:gd name="T58" fmla="*/ 39 w 143"/>
                <a:gd name="T59" fmla="*/ 103 h 142"/>
                <a:gd name="T60" fmla="*/ 35 w 143"/>
                <a:gd name="T61" fmla="*/ 103 h 142"/>
                <a:gd name="T62" fmla="*/ 16 w 143"/>
                <a:gd name="T63" fmla="*/ 105 h 142"/>
                <a:gd name="T64" fmla="*/ 4 w 143"/>
                <a:gd name="T65" fmla="*/ 101 h 142"/>
                <a:gd name="T66" fmla="*/ 0 w 143"/>
                <a:gd name="T67" fmla="*/ 95 h 142"/>
                <a:gd name="T68" fmla="*/ 2 w 143"/>
                <a:gd name="T69" fmla="*/ 89 h 142"/>
                <a:gd name="T70" fmla="*/ 14 w 143"/>
                <a:gd name="T71" fmla="*/ 79 h 142"/>
                <a:gd name="T72" fmla="*/ 20 w 143"/>
                <a:gd name="T73" fmla="*/ 77 h 142"/>
                <a:gd name="T74" fmla="*/ 22 w 143"/>
                <a:gd name="T75" fmla="*/ 73 h 142"/>
                <a:gd name="T76" fmla="*/ 22 w 143"/>
                <a:gd name="T77" fmla="*/ 65 h 142"/>
                <a:gd name="T78" fmla="*/ 20 w 143"/>
                <a:gd name="T79" fmla="*/ 61 h 142"/>
                <a:gd name="T80" fmla="*/ 20 w 143"/>
                <a:gd name="T81" fmla="*/ 59 h 142"/>
                <a:gd name="T82" fmla="*/ 18 w 143"/>
                <a:gd name="T83" fmla="*/ 55 h 142"/>
                <a:gd name="T84" fmla="*/ 20 w 143"/>
                <a:gd name="T85" fmla="*/ 52 h 142"/>
                <a:gd name="T86" fmla="*/ 20 w 143"/>
                <a:gd name="T87" fmla="*/ 46 h 142"/>
                <a:gd name="T88" fmla="*/ 22 w 143"/>
                <a:gd name="T89" fmla="*/ 46 h 142"/>
                <a:gd name="T90" fmla="*/ 24 w 143"/>
                <a:gd name="T91" fmla="*/ 40 h 142"/>
                <a:gd name="T92" fmla="*/ 29 w 143"/>
                <a:gd name="T93" fmla="*/ 38 h 142"/>
                <a:gd name="T94" fmla="*/ 29 w 143"/>
                <a:gd name="T95" fmla="*/ 32 h 142"/>
                <a:gd name="T96" fmla="*/ 31 w 143"/>
                <a:gd name="T97" fmla="*/ 26 h 142"/>
                <a:gd name="T98" fmla="*/ 39 w 143"/>
                <a:gd name="T99" fmla="*/ 18 h 142"/>
                <a:gd name="T100" fmla="*/ 49 w 143"/>
                <a:gd name="T101" fmla="*/ 28 h 142"/>
                <a:gd name="T102" fmla="*/ 53 w 143"/>
                <a:gd name="T103" fmla="*/ 34 h 142"/>
                <a:gd name="T104" fmla="*/ 57 w 143"/>
                <a:gd name="T105" fmla="*/ 32 h 142"/>
                <a:gd name="T106" fmla="*/ 69 w 143"/>
                <a:gd name="T107" fmla="*/ 32 h 142"/>
                <a:gd name="T108" fmla="*/ 71 w 143"/>
                <a:gd name="T109" fmla="*/ 24 h 142"/>
                <a:gd name="T110" fmla="*/ 73 w 143"/>
                <a:gd name="T111" fmla="*/ 18 h 142"/>
                <a:gd name="T112" fmla="*/ 77 w 143"/>
                <a:gd name="T113" fmla="*/ 12 h 142"/>
                <a:gd name="T114" fmla="*/ 84 w 143"/>
                <a:gd name="T115" fmla="*/ 6 h 142"/>
                <a:gd name="T116" fmla="*/ 86 w 143"/>
                <a:gd name="T117" fmla="*/ 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" h="142">
                  <a:moveTo>
                    <a:pt x="88" y="0"/>
                  </a:moveTo>
                  <a:lnTo>
                    <a:pt x="92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6" y="0"/>
                  </a:lnTo>
                  <a:lnTo>
                    <a:pt x="100" y="4"/>
                  </a:lnTo>
                  <a:lnTo>
                    <a:pt x="102" y="4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8"/>
                  </a:lnTo>
                  <a:lnTo>
                    <a:pt x="100" y="10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2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6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4" y="20"/>
                  </a:lnTo>
                  <a:lnTo>
                    <a:pt x="108" y="20"/>
                  </a:lnTo>
                  <a:lnTo>
                    <a:pt x="110" y="20"/>
                  </a:lnTo>
                  <a:lnTo>
                    <a:pt x="112" y="20"/>
                  </a:lnTo>
                  <a:lnTo>
                    <a:pt x="116" y="20"/>
                  </a:lnTo>
                  <a:lnTo>
                    <a:pt x="118" y="20"/>
                  </a:lnTo>
                  <a:lnTo>
                    <a:pt x="120" y="20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8" y="14"/>
                  </a:lnTo>
                  <a:lnTo>
                    <a:pt x="129" y="14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6"/>
                  </a:lnTo>
                  <a:lnTo>
                    <a:pt x="131" y="16"/>
                  </a:lnTo>
                  <a:lnTo>
                    <a:pt x="133" y="18"/>
                  </a:lnTo>
                  <a:lnTo>
                    <a:pt x="135" y="20"/>
                  </a:lnTo>
                  <a:lnTo>
                    <a:pt x="135" y="22"/>
                  </a:lnTo>
                  <a:lnTo>
                    <a:pt x="135" y="24"/>
                  </a:lnTo>
                  <a:lnTo>
                    <a:pt x="135" y="24"/>
                  </a:lnTo>
                  <a:lnTo>
                    <a:pt x="135" y="24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3" y="28"/>
                  </a:lnTo>
                  <a:lnTo>
                    <a:pt x="133" y="28"/>
                  </a:lnTo>
                  <a:lnTo>
                    <a:pt x="133" y="28"/>
                  </a:lnTo>
                  <a:lnTo>
                    <a:pt x="133" y="28"/>
                  </a:lnTo>
                  <a:lnTo>
                    <a:pt x="133" y="30"/>
                  </a:lnTo>
                  <a:lnTo>
                    <a:pt x="139" y="34"/>
                  </a:lnTo>
                  <a:lnTo>
                    <a:pt x="141" y="34"/>
                  </a:lnTo>
                  <a:lnTo>
                    <a:pt x="143" y="34"/>
                  </a:lnTo>
                  <a:lnTo>
                    <a:pt x="143" y="34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3" y="38"/>
                  </a:lnTo>
                  <a:lnTo>
                    <a:pt x="141" y="40"/>
                  </a:lnTo>
                  <a:lnTo>
                    <a:pt x="139" y="42"/>
                  </a:lnTo>
                  <a:lnTo>
                    <a:pt x="139" y="42"/>
                  </a:lnTo>
                  <a:lnTo>
                    <a:pt x="137" y="42"/>
                  </a:lnTo>
                  <a:lnTo>
                    <a:pt x="137" y="44"/>
                  </a:lnTo>
                  <a:lnTo>
                    <a:pt x="137" y="44"/>
                  </a:lnTo>
                  <a:lnTo>
                    <a:pt x="137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7" y="48"/>
                  </a:lnTo>
                  <a:lnTo>
                    <a:pt x="135" y="50"/>
                  </a:lnTo>
                  <a:lnTo>
                    <a:pt x="135" y="52"/>
                  </a:lnTo>
                  <a:lnTo>
                    <a:pt x="135" y="52"/>
                  </a:lnTo>
                  <a:lnTo>
                    <a:pt x="135" y="55"/>
                  </a:lnTo>
                  <a:lnTo>
                    <a:pt x="135" y="55"/>
                  </a:lnTo>
                  <a:lnTo>
                    <a:pt x="135" y="57"/>
                  </a:lnTo>
                  <a:lnTo>
                    <a:pt x="133" y="57"/>
                  </a:lnTo>
                  <a:lnTo>
                    <a:pt x="133" y="57"/>
                  </a:lnTo>
                  <a:lnTo>
                    <a:pt x="133" y="59"/>
                  </a:lnTo>
                  <a:lnTo>
                    <a:pt x="129" y="59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31" y="61"/>
                  </a:lnTo>
                  <a:lnTo>
                    <a:pt x="131" y="63"/>
                  </a:lnTo>
                  <a:lnTo>
                    <a:pt x="131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8" y="63"/>
                  </a:lnTo>
                  <a:lnTo>
                    <a:pt x="128" y="65"/>
                  </a:lnTo>
                  <a:lnTo>
                    <a:pt x="128" y="65"/>
                  </a:lnTo>
                  <a:lnTo>
                    <a:pt x="128" y="67"/>
                  </a:lnTo>
                  <a:lnTo>
                    <a:pt x="126" y="67"/>
                  </a:lnTo>
                  <a:lnTo>
                    <a:pt x="128" y="67"/>
                  </a:lnTo>
                  <a:lnTo>
                    <a:pt x="128" y="69"/>
                  </a:lnTo>
                  <a:lnTo>
                    <a:pt x="128" y="69"/>
                  </a:lnTo>
                  <a:lnTo>
                    <a:pt x="126" y="69"/>
                  </a:lnTo>
                  <a:lnTo>
                    <a:pt x="126" y="71"/>
                  </a:lnTo>
                  <a:lnTo>
                    <a:pt x="126" y="73"/>
                  </a:lnTo>
                  <a:lnTo>
                    <a:pt x="124" y="75"/>
                  </a:lnTo>
                  <a:lnTo>
                    <a:pt x="124" y="75"/>
                  </a:lnTo>
                  <a:lnTo>
                    <a:pt x="124" y="75"/>
                  </a:lnTo>
                  <a:lnTo>
                    <a:pt x="124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22" y="75"/>
                  </a:lnTo>
                  <a:lnTo>
                    <a:pt x="118" y="77"/>
                  </a:lnTo>
                  <a:lnTo>
                    <a:pt x="116" y="77"/>
                  </a:lnTo>
                  <a:lnTo>
                    <a:pt x="116" y="77"/>
                  </a:lnTo>
                  <a:lnTo>
                    <a:pt x="116" y="79"/>
                  </a:lnTo>
                  <a:lnTo>
                    <a:pt x="118" y="79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6" y="81"/>
                  </a:lnTo>
                  <a:lnTo>
                    <a:pt x="116" y="81"/>
                  </a:lnTo>
                  <a:lnTo>
                    <a:pt x="116" y="81"/>
                  </a:lnTo>
                  <a:lnTo>
                    <a:pt x="116" y="83"/>
                  </a:lnTo>
                  <a:lnTo>
                    <a:pt x="114" y="83"/>
                  </a:lnTo>
                  <a:lnTo>
                    <a:pt x="114" y="83"/>
                  </a:lnTo>
                  <a:lnTo>
                    <a:pt x="114" y="83"/>
                  </a:lnTo>
                  <a:lnTo>
                    <a:pt x="114" y="83"/>
                  </a:lnTo>
                  <a:lnTo>
                    <a:pt x="114" y="83"/>
                  </a:lnTo>
                  <a:lnTo>
                    <a:pt x="114" y="85"/>
                  </a:lnTo>
                  <a:lnTo>
                    <a:pt x="114" y="85"/>
                  </a:lnTo>
                  <a:lnTo>
                    <a:pt x="114" y="87"/>
                  </a:lnTo>
                  <a:lnTo>
                    <a:pt x="114" y="87"/>
                  </a:lnTo>
                  <a:lnTo>
                    <a:pt x="116" y="87"/>
                  </a:lnTo>
                  <a:lnTo>
                    <a:pt x="116" y="89"/>
                  </a:lnTo>
                  <a:lnTo>
                    <a:pt x="116" y="89"/>
                  </a:lnTo>
                  <a:lnTo>
                    <a:pt x="116" y="89"/>
                  </a:lnTo>
                  <a:lnTo>
                    <a:pt x="116" y="89"/>
                  </a:lnTo>
                  <a:lnTo>
                    <a:pt x="116" y="91"/>
                  </a:lnTo>
                  <a:lnTo>
                    <a:pt x="116" y="91"/>
                  </a:lnTo>
                  <a:lnTo>
                    <a:pt x="116" y="91"/>
                  </a:lnTo>
                  <a:lnTo>
                    <a:pt x="116" y="93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9"/>
                  </a:lnTo>
                  <a:lnTo>
                    <a:pt x="122" y="101"/>
                  </a:lnTo>
                  <a:lnTo>
                    <a:pt x="122" y="101"/>
                  </a:lnTo>
                  <a:lnTo>
                    <a:pt x="122" y="103"/>
                  </a:lnTo>
                  <a:lnTo>
                    <a:pt x="122" y="103"/>
                  </a:lnTo>
                  <a:lnTo>
                    <a:pt x="122" y="105"/>
                  </a:lnTo>
                  <a:lnTo>
                    <a:pt x="122" y="105"/>
                  </a:lnTo>
                  <a:lnTo>
                    <a:pt x="124" y="107"/>
                  </a:lnTo>
                  <a:lnTo>
                    <a:pt x="124" y="108"/>
                  </a:lnTo>
                  <a:lnTo>
                    <a:pt x="124" y="108"/>
                  </a:lnTo>
                  <a:lnTo>
                    <a:pt x="124" y="108"/>
                  </a:lnTo>
                  <a:lnTo>
                    <a:pt x="124" y="110"/>
                  </a:lnTo>
                  <a:lnTo>
                    <a:pt x="129" y="112"/>
                  </a:lnTo>
                  <a:lnTo>
                    <a:pt x="129" y="114"/>
                  </a:lnTo>
                  <a:lnTo>
                    <a:pt x="131" y="116"/>
                  </a:lnTo>
                  <a:lnTo>
                    <a:pt x="131" y="116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31" y="118"/>
                  </a:lnTo>
                  <a:lnTo>
                    <a:pt x="133" y="118"/>
                  </a:lnTo>
                  <a:lnTo>
                    <a:pt x="133" y="118"/>
                  </a:lnTo>
                  <a:lnTo>
                    <a:pt x="133" y="118"/>
                  </a:lnTo>
                  <a:lnTo>
                    <a:pt x="133" y="118"/>
                  </a:lnTo>
                  <a:lnTo>
                    <a:pt x="135" y="122"/>
                  </a:lnTo>
                  <a:lnTo>
                    <a:pt x="135" y="122"/>
                  </a:lnTo>
                  <a:lnTo>
                    <a:pt x="135" y="122"/>
                  </a:lnTo>
                  <a:lnTo>
                    <a:pt x="135" y="122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6"/>
                  </a:lnTo>
                  <a:lnTo>
                    <a:pt x="133" y="126"/>
                  </a:lnTo>
                  <a:lnTo>
                    <a:pt x="133" y="126"/>
                  </a:lnTo>
                  <a:lnTo>
                    <a:pt x="133" y="128"/>
                  </a:lnTo>
                  <a:lnTo>
                    <a:pt x="133" y="128"/>
                  </a:lnTo>
                  <a:lnTo>
                    <a:pt x="133" y="128"/>
                  </a:lnTo>
                  <a:lnTo>
                    <a:pt x="131" y="128"/>
                  </a:lnTo>
                  <a:lnTo>
                    <a:pt x="131" y="128"/>
                  </a:lnTo>
                  <a:lnTo>
                    <a:pt x="131" y="128"/>
                  </a:lnTo>
                  <a:lnTo>
                    <a:pt x="129" y="130"/>
                  </a:lnTo>
                  <a:lnTo>
                    <a:pt x="129" y="130"/>
                  </a:lnTo>
                  <a:lnTo>
                    <a:pt x="129" y="132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28" y="134"/>
                  </a:lnTo>
                  <a:lnTo>
                    <a:pt x="128" y="134"/>
                  </a:lnTo>
                  <a:lnTo>
                    <a:pt x="128" y="134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26" y="138"/>
                  </a:lnTo>
                  <a:lnTo>
                    <a:pt x="126" y="138"/>
                  </a:lnTo>
                  <a:lnTo>
                    <a:pt x="126" y="138"/>
                  </a:lnTo>
                  <a:lnTo>
                    <a:pt x="126" y="138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0" y="136"/>
                  </a:lnTo>
                  <a:lnTo>
                    <a:pt x="120" y="138"/>
                  </a:lnTo>
                  <a:lnTo>
                    <a:pt x="120" y="138"/>
                  </a:lnTo>
                  <a:lnTo>
                    <a:pt x="120" y="138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8" y="142"/>
                  </a:lnTo>
                  <a:lnTo>
                    <a:pt x="112" y="140"/>
                  </a:lnTo>
                  <a:lnTo>
                    <a:pt x="110" y="138"/>
                  </a:lnTo>
                  <a:lnTo>
                    <a:pt x="104" y="136"/>
                  </a:lnTo>
                  <a:lnTo>
                    <a:pt x="104" y="136"/>
                  </a:lnTo>
                  <a:lnTo>
                    <a:pt x="104" y="136"/>
                  </a:lnTo>
                  <a:lnTo>
                    <a:pt x="102" y="134"/>
                  </a:lnTo>
                  <a:lnTo>
                    <a:pt x="102" y="134"/>
                  </a:lnTo>
                  <a:lnTo>
                    <a:pt x="100" y="134"/>
                  </a:lnTo>
                  <a:lnTo>
                    <a:pt x="100" y="134"/>
                  </a:lnTo>
                  <a:lnTo>
                    <a:pt x="100" y="134"/>
                  </a:lnTo>
                  <a:lnTo>
                    <a:pt x="100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96" y="134"/>
                  </a:lnTo>
                  <a:lnTo>
                    <a:pt x="96" y="134"/>
                  </a:lnTo>
                  <a:lnTo>
                    <a:pt x="94" y="132"/>
                  </a:lnTo>
                  <a:lnTo>
                    <a:pt x="94" y="132"/>
                  </a:lnTo>
                  <a:lnTo>
                    <a:pt x="94" y="130"/>
                  </a:lnTo>
                  <a:lnTo>
                    <a:pt x="94" y="130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2" y="130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88" y="134"/>
                  </a:lnTo>
                  <a:lnTo>
                    <a:pt x="88" y="134"/>
                  </a:lnTo>
                  <a:lnTo>
                    <a:pt x="88" y="134"/>
                  </a:lnTo>
                  <a:lnTo>
                    <a:pt x="88" y="134"/>
                  </a:lnTo>
                  <a:lnTo>
                    <a:pt x="84" y="132"/>
                  </a:lnTo>
                  <a:lnTo>
                    <a:pt x="80" y="128"/>
                  </a:lnTo>
                  <a:lnTo>
                    <a:pt x="78" y="126"/>
                  </a:lnTo>
                  <a:lnTo>
                    <a:pt x="75" y="124"/>
                  </a:lnTo>
                  <a:lnTo>
                    <a:pt x="75" y="122"/>
                  </a:lnTo>
                  <a:lnTo>
                    <a:pt x="77" y="122"/>
                  </a:lnTo>
                  <a:lnTo>
                    <a:pt x="77" y="120"/>
                  </a:lnTo>
                  <a:lnTo>
                    <a:pt x="77" y="120"/>
                  </a:lnTo>
                  <a:lnTo>
                    <a:pt x="77" y="120"/>
                  </a:lnTo>
                  <a:lnTo>
                    <a:pt x="77" y="120"/>
                  </a:lnTo>
                  <a:lnTo>
                    <a:pt x="77" y="120"/>
                  </a:lnTo>
                  <a:lnTo>
                    <a:pt x="77" y="118"/>
                  </a:lnTo>
                  <a:lnTo>
                    <a:pt x="77" y="118"/>
                  </a:lnTo>
                  <a:lnTo>
                    <a:pt x="77" y="118"/>
                  </a:lnTo>
                  <a:lnTo>
                    <a:pt x="77" y="118"/>
                  </a:lnTo>
                  <a:lnTo>
                    <a:pt x="77" y="118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7" y="114"/>
                  </a:lnTo>
                  <a:lnTo>
                    <a:pt x="77" y="114"/>
                  </a:lnTo>
                  <a:lnTo>
                    <a:pt x="75" y="114"/>
                  </a:lnTo>
                  <a:lnTo>
                    <a:pt x="73" y="112"/>
                  </a:lnTo>
                  <a:lnTo>
                    <a:pt x="71" y="112"/>
                  </a:lnTo>
                  <a:lnTo>
                    <a:pt x="71" y="112"/>
                  </a:lnTo>
                  <a:lnTo>
                    <a:pt x="71" y="110"/>
                  </a:lnTo>
                  <a:lnTo>
                    <a:pt x="69" y="110"/>
                  </a:lnTo>
                  <a:lnTo>
                    <a:pt x="69" y="110"/>
                  </a:lnTo>
                  <a:lnTo>
                    <a:pt x="65" y="108"/>
                  </a:lnTo>
                  <a:lnTo>
                    <a:pt x="65" y="108"/>
                  </a:lnTo>
                  <a:lnTo>
                    <a:pt x="65" y="108"/>
                  </a:lnTo>
                  <a:lnTo>
                    <a:pt x="65" y="110"/>
                  </a:lnTo>
                  <a:lnTo>
                    <a:pt x="65" y="110"/>
                  </a:lnTo>
                  <a:lnTo>
                    <a:pt x="65" y="110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63" y="110"/>
                  </a:lnTo>
                  <a:lnTo>
                    <a:pt x="61" y="110"/>
                  </a:lnTo>
                  <a:lnTo>
                    <a:pt x="59" y="112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7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3" y="110"/>
                  </a:lnTo>
                  <a:lnTo>
                    <a:pt x="53" y="110"/>
                  </a:lnTo>
                  <a:lnTo>
                    <a:pt x="53" y="108"/>
                  </a:lnTo>
                  <a:lnTo>
                    <a:pt x="53" y="107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7" y="103"/>
                  </a:lnTo>
                  <a:lnTo>
                    <a:pt x="47" y="105"/>
                  </a:lnTo>
                  <a:lnTo>
                    <a:pt x="45" y="105"/>
                  </a:lnTo>
                  <a:lnTo>
                    <a:pt x="45" y="105"/>
                  </a:lnTo>
                  <a:lnTo>
                    <a:pt x="45" y="105"/>
                  </a:lnTo>
                  <a:lnTo>
                    <a:pt x="45" y="105"/>
                  </a:lnTo>
                  <a:lnTo>
                    <a:pt x="45" y="103"/>
                  </a:lnTo>
                  <a:lnTo>
                    <a:pt x="45" y="103"/>
                  </a:lnTo>
                  <a:lnTo>
                    <a:pt x="45" y="103"/>
                  </a:lnTo>
                  <a:lnTo>
                    <a:pt x="45" y="103"/>
                  </a:lnTo>
                  <a:lnTo>
                    <a:pt x="45" y="101"/>
                  </a:lnTo>
                  <a:lnTo>
                    <a:pt x="45" y="101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1"/>
                  </a:lnTo>
                  <a:lnTo>
                    <a:pt x="39" y="101"/>
                  </a:lnTo>
                  <a:lnTo>
                    <a:pt x="39" y="101"/>
                  </a:lnTo>
                  <a:lnTo>
                    <a:pt x="37" y="101"/>
                  </a:lnTo>
                  <a:lnTo>
                    <a:pt x="37" y="101"/>
                  </a:lnTo>
                  <a:lnTo>
                    <a:pt x="37" y="101"/>
                  </a:lnTo>
                  <a:lnTo>
                    <a:pt x="37" y="103"/>
                  </a:lnTo>
                  <a:lnTo>
                    <a:pt x="37" y="103"/>
                  </a:lnTo>
                  <a:lnTo>
                    <a:pt x="35" y="103"/>
                  </a:lnTo>
                  <a:lnTo>
                    <a:pt x="35" y="103"/>
                  </a:lnTo>
                  <a:lnTo>
                    <a:pt x="35" y="103"/>
                  </a:lnTo>
                  <a:lnTo>
                    <a:pt x="35" y="103"/>
                  </a:lnTo>
                  <a:lnTo>
                    <a:pt x="28" y="103"/>
                  </a:lnTo>
                  <a:lnTo>
                    <a:pt x="24" y="103"/>
                  </a:lnTo>
                  <a:lnTo>
                    <a:pt x="22" y="103"/>
                  </a:lnTo>
                  <a:lnTo>
                    <a:pt x="20" y="103"/>
                  </a:lnTo>
                  <a:lnTo>
                    <a:pt x="20" y="103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16" y="105"/>
                  </a:lnTo>
                  <a:lnTo>
                    <a:pt x="16" y="103"/>
                  </a:lnTo>
                  <a:lnTo>
                    <a:pt x="16" y="103"/>
                  </a:lnTo>
                  <a:lnTo>
                    <a:pt x="14" y="103"/>
                  </a:lnTo>
                  <a:lnTo>
                    <a:pt x="14" y="103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8" y="103"/>
                  </a:lnTo>
                  <a:lnTo>
                    <a:pt x="8" y="103"/>
                  </a:lnTo>
                  <a:lnTo>
                    <a:pt x="8" y="103"/>
                  </a:lnTo>
                  <a:lnTo>
                    <a:pt x="4" y="101"/>
                  </a:lnTo>
                  <a:lnTo>
                    <a:pt x="4" y="101"/>
                  </a:lnTo>
                  <a:lnTo>
                    <a:pt x="4" y="101"/>
                  </a:lnTo>
                  <a:lnTo>
                    <a:pt x="4" y="101"/>
                  </a:lnTo>
                  <a:lnTo>
                    <a:pt x="4" y="99"/>
                  </a:lnTo>
                  <a:lnTo>
                    <a:pt x="4" y="99"/>
                  </a:lnTo>
                  <a:lnTo>
                    <a:pt x="4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0" y="99"/>
                  </a:lnTo>
                  <a:lnTo>
                    <a:pt x="0" y="97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3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87"/>
                  </a:lnTo>
                  <a:lnTo>
                    <a:pt x="4" y="87"/>
                  </a:lnTo>
                  <a:lnTo>
                    <a:pt x="6" y="81"/>
                  </a:lnTo>
                  <a:lnTo>
                    <a:pt x="6" y="79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10" y="77"/>
                  </a:lnTo>
                  <a:lnTo>
                    <a:pt x="12" y="77"/>
                  </a:lnTo>
                  <a:lnTo>
                    <a:pt x="12" y="77"/>
                  </a:lnTo>
                  <a:lnTo>
                    <a:pt x="12" y="77"/>
                  </a:lnTo>
                  <a:lnTo>
                    <a:pt x="12" y="79"/>
                  </a:lnTo>
                  <a:lnTo>
                    <a:pt x="14" y="79"/>
                  </a:lnTo>
                  <a:lnTo>
                    <a:pt x="14" y="79"/>
                  </a:lnTo>
                  <a:lnTo>
                    <a:pt x="14" y="77"/>
                  </a:lnTo>
                  <a:lnTo>
                    <a:pt x="14" y="77"/>
                  </a:lnTo>
                  <a:lnTo>
                    <a:pt x="14" y="77"/>
                  </a:lnTo>
                  <a:lnTo>
                    <a:pt x="16" y="77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0" y="75"/>
                  </a:lnTo>
                  <a:lnTo>
                    <a:pt x="20" y="75"/>
                  </a:lnTo>
                  <a:lnTo>
                    <a:pt x="20" y="75"/>
                  </a:lnTo>
                  <a:lnTo>
                    <a:pt x="20" y="75"/>
                  </a:lnTo>
                  <a:lnTo>
                    <a:pt x="22" y="75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2" y="65"/>
                  </a:lnTo>
                  <a:lnTo>
                    <a:pt x="22" y="65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0" y="63"/>
                  </a:lnTo>
                  <a:lnTo>
                    <a:pt x="20" y="63"/>
                  </a:lnTo>
                  <a:lnTo>
                    <a:pt x="20" y="63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20" y="57"/>
                  </a:lnTo>
                  <a:lnTo>
                    <a:pt x="20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2" y="44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8" y="40"/>
                  </a:lnTo>
                  <a:lnTo>
                    <a:pt x="28" y="40"/>
                  </a:lnTo>
                  <a:lnTo>
                    <a:pt x="28" y="40"/>
                  </a:lnTo>
                  <a:lnTo>
                    <a:pt x="29" y="40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8" y="34"/>
                  </a:lnTo>
                  <a:lnTo>
                    <a:pt x="28" y="34"/>
                  </a:lnTo>
                  <a:lnTo>
                    <a:pt x="28" y="34"/>
                  </a:lnTo>
                  <a:lnTo>
                    <a:pt x="28" y="32"/>
                  </a:lnTo>
                  <a:lnTo>
                    <a:pt x="28" y="32"/>
                  </a:lnTo>
                  <a:lnTo>
                    <a:pt x="28" y="32"/>
                  </a:lnTo>
                  <a:lnTo>
                    <a:pt x="28" y="32"/>
                  </a:lnTo>
                  <a:lnTo>
                    <a:pt x="29" y="32"/>
                  </a:lnTo>
                  <a:lnTo>
                    <a:pt x="29" y="32"/>
                  </a:lnTo>
                  <a:lnTo>
                    <a:pt x="29" y="32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29" y="28"/>
                  </a:lnTo>
                  <a:lnTo>
                    <a:pt x="29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3" y="22"/>
                  </a:lnTo>
                  <a:lnTo>
                    <a:pt x="43" y="22"/>
                  </a:lnTo>
                  <a:lnTo>
                    <a:pt x="47" y="22"/>
                  </a:lnTo>
                  <a:lnTo>
                    <a:pt x="47" y="22"/>
                  </a:lnTo>
                  <a:lnTo>
                    <a:pt x="47" y="22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3" y="28"/>
                  </a:lnTo>
                  <a:lnTo>
                    <a:pt x="53" y="28"/>
                  </a:lnTo>
                  <a:lnTo>
                    <a:pt x="53" y="28"/>
                  </a:lnTo>
                  <a:lnTo>
                    <a:pt x="53" y="28"/>
                  </a:lnTo>
                  <a:lnTo>
                    <a:pt x="53" y="32"/>
                  </a:lnTo>
                  <a:lnTo>
                    <a:pt x="53" y="32"/>
                  </a:lnTo>
                  <a:lnTo>
                    <a:pt x="53" y="32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7" y="32"/>
                  </a:lnTo>
                  <a:lnTo>
                    <a:pt x="57" y="32"/>
                  </a:lnTo>
                  <a:lnTo>
                    <a:pt x="57" y="32"/>
                  </a:lnTo>
                  <a:lnTo>
                    <a:pt x="59" y="32"/>
                  </a:lnTo>
                  <a:lnTo>
                    <a:pt x="59" y="32"/>
                  </a:lnTo>
                  <a:lnTo>
                    <a:pt x="61" y="32"/>
                  </a:lnTo>
                  <a:lnTo>
                    <a:pt x="61" y="32"/>
                  </a:lnTo>
                  <a:lnTo>
                    <a:pt x="63" y="30"/>
                  </a:lnTo>
                  <a:lnTo>
                    <a:pt x="63" y="30"/>
                  </a:lnTo>
                  <a:lnTo>
                    <a:pt x="63" y="30"/>
                  </a:lnTo>
                  <a:lnTo>
                    <a:pt x="65" y="32"/>
                  </a:lnTo>
                  <a:lnTo>
                    <a:pt x="67" y="32"/>
                  </a:lnTo>
                  <a:lnTo>
                    <a:pt x="69" y="32"/>
                  </a:lnTo>
                  <a:lnTo>
                    <a:pt x="69" y="32"/>
                  </a:lnTo>
                  <a:lnTo>
                    <a:pt x="69" y="32"/>
                  </a:lnTo>
                  <a:lnTo>
                    <a:pt x="69" y="32"/>
                  </a:lnTo>
                  <a:lnTo>
                    <a:pt x="69" y="32"/>
                  </a:lnTo>
                  <a:lnTo>
                    <a:pt x="69" y="30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1" y="24"/>
                  </a:lnTo>
                  <a:lnTo>
                    <a:pt x="71" y="24"/>
                  </a:lnTo>
                  <a:lnTo>
                    <a:pt x="71" y="24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73" y="22"/>
                  </a:lnTo>
                  <a:lnTo>
                    <a:pt x="73" y="20"/>
                  </a:lnTo>
                  <a:lnTo>
                    <a:pt x="73" y="20"/>
                  </a:lnTo>
                  <a:lnTo>
                    <a:pt x="73" y="20"/>
                  </a:lnTo>
                  <a:lnTo>
                    <a:pt x="73" y="20"/>
                  </a:lnTo>
                  <a:lnTo>
                    <a:pt x="73" y="20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6"/>
                  </a:lnTo>
                  <a:lnTo>
                    <a:pt x="73" y="16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71" y="12"/>
                  </a:lnTo>
                  <a:lnTo>
                    <a:pt x="77" y="12"/>
                  </a:lnTo>
                  <a:lnTo>
                    <a:pt x="78" y="12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82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6" y="2"/>
                  </a:lnTo>
                  <a:lnTo>
                    <a:pt x="86" y="0"/>
                  </a:lnTo>
                  <a:lnTo>
                    <a:pt x="86" y="0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977900" y="3398838"/>
              <a:ext cx="161925" cy="171450"/>
            </a:xfrm>
            <a:custGeom>
              <a:avLst/>
              <a:gdLst>
                <a:gd name="T0" fmla="*/ 112 w 204"/>
                <a:gd name="T1" fmla="*/ 79 h 216"/>
                <a:gd name="T2" fmla="*/ 55 w 204"/>
                <a:gd name="T3" fmla="*/ 10 h 216"/>
                <a:gd name="T4" fmla="*/ 65 w 204"/>
                <a:gd name="T5" fmla="*/ 20 h 216"/>
                <a:gd name="T6" fmla="*/ 84 w 204"/>
                <a:gd name="T7" fmla="*/ 20 h 216"/>
                <a:gd name="T8" fmla="*/ 106 w 204"/>
                <a:gd name="T9" fmla="*/ 20 h 216"/>
                <a:gd name="T10" fmla="*/ 110 w 204"/>
                <a:gd name="T11" fmla="*/ 22 h 216"/>
                <a:gd name="T12" fmla="*/ 116 w 204"/>
                <a:gd name="T13" fmla="*/ 16 h 216"/>
                <a:gd name="T14" fmla="*/ 120 w 204"/>
                <a:gd name="T15" fmla="*/ 8 h 216"/>
                <a:gd name="T16" fmla="*/ 135 w 204"/>
                <a:gd name="T17" fmla="*/ 12 h 216"/>
                <a:gd name="T18" fmla="*/ 139 w 204"/>
                <a:gd name="T19" fmla="*/ 6 h 216"/>
                <a:gd name="T20" fmla="*/ 149 w 204"/>
                <a:gd name="T21" fmla="*/ 2 h 216"/>
                <a:gd name="T22" fmla="*/ 155 w 204"/>
                <a:gd name="T23" fmla="*/ 12 h 216"/>
                <a:gd name="T24" fmla="*/ 155 w 204"/>
                <a:gd name="T25" fmla="*/ 22 h 216"/>
                <a:gd name="T26" fmla="*/ 165 w 204"/>
                <a:gd name="T27" fmla="*/ 36 h 216"/>
                <a:gd name="T28" fmla="*/ 159 w 204"/>
                <a:gd name="T29" fmla="*/ 44 h 216"/>
                <a:gd name="T30" fmla="*/ 159 w 204"/>
                <a:gd name="T31" fmla="*/ 55 h 216"/>
                <a:gd name="T32" fmla="*/ 155 w 204"/>
                <a:gd name="T33" fmla="*/ 67 h 216"/>
                <a:gd name="T34" fmla="*/ 155 w 204"/>
                <a:gd name="T35" fmla="*/ 85 h 216"/>
                <a:gd name="T36" fmla="*/ 159 w 204"/>
                <a:gd name="T37" fmla="*/ 93 h 216"/>
                <a:gd name="T38" fmla="*/ 171 w 204"/>
                <a:gd name="T39" fmla="*/ 101 h 216"/>
                <a:gd name="T40" fmla="*/ 180 w 204"/>
                <a:gd name="T41" fmla="*/ 114 h 216"/>
                <a:gd name="T42" fmla="*/ 182 w 204"/>
                <a:gd name="T43" fmla="*/ 118 h 216"/>
                <a:gd name="T44" fmla="*/ 202 w 204"/>
                <a:gd name="T45" fmla="*/ 122 h 216"/>
                <a:gd name="T46" fmla="*/ 204 w 204"/>
                <a:gd name="T47" fmla="*/ 142 h 216"/>
                <a:gd name="T48" fmla="*/ 204 w 204"/>
                <a:gd name="T49" fmla="*/ 156 h 216"/>
                <a:gd name="T50" fmla="*/ 179 w 204"/>
                <a:gd name="T51" fmla="*/ 169 h 216"/>
                <a:gd name="T52" fmla="*/ 180 w 204"/>
                <a:gd name="T53" fmla="*/ 175 h 216"/>
                <a:gd name="T54" fmla="*/ 161 w 204"/>
                <a:gd name="T55" fmla="*/ 179 h 216"/>
                <a:gd name="T56" fmla="*/ 151 w 204"/>
                <a:gd name="T57" fmla="*/ 189 h 216"/>
                <a:gd name="T58" fmla="*/ 143 w 204"/>
                <a:gd name="T59" fmla="*/ 193 h 216"/>
                <a:gd name="T60" fmla="*/ 137 w 204"/>
                <a:gd name="T61" fmla="*/ 197 h 216"/>
                <a:gd name="T62" fmla="*/ 122 w 204"/>
                <a:gd name="T63" fmla="*/ 193 h 216"/>
                <a:gd name="T64" fmla="*/ 122 w 204"/>
                <a:gd name="T65" fmla="*/ 209 h 216"/>
                <a:gd name="T66" fmla="*/ 114 w 204"/>
                <a:gd name="T67" fmla="*/ 209 h 216"/>
                <a:gd name="T68" fmla="*/ 104 w 204"/>
                <a:gd name="T69" fmla="*/ 214 h 216"/>
                <a:gd name="T70" fmla="*/ 102 w 204"/>
                <a:gd name="T71" fmla="*/ 193 h 216"/>
                <a:gd name="T72" fmla="*/ 110 w 204"/>
                <a:gd name="T73" fmla="*/ 185 h 216"/>
                <a:gd name="T74" fmla="*/ 98 w 204"/>
                <a:gd name="T75" fmla="*/ 175 h 216"/>
                <a:gd name="T76" fmla="*/ 94 w 204"/>
                <a:gd name="T77" fmla="*/ 169 h 216"/>
                <a:gd name="T78" fmla="*/ 86 w 204"/>
                <a:gd name="T79" fmla="*/ 160 h 216"/>
                <a:gd name="T80" fmla="*/ 75 w 204"/>
                <a:gd name="T81" fmla="*/ 161 h 216"/>
                <a:gd name="T82" fmla="*/ 65 w 204"/>
                <a:gd name="T83" fmla="*/ 150 h 216"/>
                <a:gd name="T84" fmla="*/ 65 w 204"/>
                <a:gd name="T85" fmla="*/ 130 h 216"/>
                <a:gd name="T86" fmla="*/ 63 w 204"/>
                <a:gd name="T87" fmla="*/ 114 h 216"/>
                <a:gd name="T88" fmla="*/ 57 w 204"/>
                <a:gd name="T89" fmla="*/ 112 h 216"/>
                <a:gd name="T90" fmla="*/ 51 w 204"/>
                <a:gd name="T91" fmla="*/ 105 h 216"/>
                <a:gd name="T92" fmla="*/ 41 w 204"/>
                <a:gd name="T93" fmla="*/ 101 h 216"/>
                <a:gd name="T94" fmla="*/ 37 w 204"/>
                <a:gd name="T95" fmla="*/ 105 h 216"/>
                <a:gd name="T96" fmla="*/ 28 w 204"/>
                <a:gd name="T97" fmla="*/ 101 h 216"/>
                <a:gd name="T98" fmla="*/ 10 w 204"/>
                <a:gd name="T99" fmla="*/ 87 h 216"/>
                <a:gd name="T100" fmla="*/ 0 w 204"/>
                <a:gd name="T101" fmla="*/ 79 h 216"/>
                <a:gd name="T102" fmla="*/ 6 w 204"/>
                <a:gd name="T103" fmla="*/ 67 h 216"/>
                <a:gd name="T104" fmla="*/ 12 w 204"/>
                <a:gd name="T105" fmla="*/ 63 h 216"/>
                <a:gd name="T106" fmla="*/ 14 w 204"/>
                <a:gd name="T107" fmla="*/ 52 h 216"/>
                <a:gd name="T108" fmla="*/ 16 w 204"/>
                <a:gd name="T109" fmla="*/ 44 h 216"/>
                <a:gd name="T110" fmla="*/ 16 w 204"/>
                <a:gd name="T111" fmla="*/ 36 h 216"/>
                <a:gd name="T112" fmla="*/ 24 w 204"/>
                <a:gd name="T113" fmla="*/ 26 h 216"/>
                <a:gd name="T114" fmla="*/ 29 w 204"/>
                <a:gd name="T115" fmla="*/ 20 h 216"/>
                <a:gd name="T116" fmla="*/ 33 w 204"/>
                <a:gd name="T117" fmla="*/ 14 h 216"/>
                <a:gd name="T118" fmla="*/ 41 w 204"/>
                <a:gd name="T119" fmla="*/ 8 h 216"/>
                <a:gd name="T120" fmla="*/ 43 w 204"/>
                <a:gd name="T121" fmla="*/ 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04" h="216">
                  <a:moveTo>
                    <a:pt x="108" y="79"/>
                  </a:moveTo>
                  <a:lnTo>
                    <a:pt x="104" y="79"/>
                  </a:lnTo>
                  <a:lnTo>
                    <a:pt x="102" y="81"/>
                  </a:lnTo>
                  <a:lnTo>
                    <a:pt x="100" y="81"/>
                  </a:lnTo>
                  <a:lnTo>
                    <a:pt x="100" y="83"/>
                  </a:lnTo>
                  <a:lnTo>
                    <a:pt x="98" y="87"/>
                  </a:lnTo>
                  <a:lnTo>
                    <a:pt x="96" y="93"/>
                  </a:lnTo>
                  <a:lnTo>
                    <a:pt x="96" y="99"/>
                  </a:lnTo>
                  <a:lnTo>
                    <a:pt x="98" y="101"/>
                  </a:lnTo>
                  <a:lnTo>
                    <a:pt x="102" y="105"/>
                  </a:lnTo>
                  <a:lnTo>
                    <a:pt x="106" y="105"/>
                  </a:lnTo>
                  <a:lnTo>
                    <a:pt x="108" y="105"/>
                  </a:lnTo>
                  <a:lnTo>
                    <a:pt x="112" y="103"/>
                  </a:lnTo>
                  <a:lnTo>
                    <a:pt x="116" y="97"/>
                  </a:lnTo>
                  <a:lnTo>
                    <a:pt x="116" y="95"/>
                  </a:lnTo>
                  <a:lnTo>
                    <a:pt x="118" y="93"/>
                  </a:lnTo>
                  <a:lnTo>
                    <a:pt x="118" y="87"/>
                  </a:lnTo>
                  <a:lnTo>
                    <a:pt x="116" y="83"/>
                  </a:lnTo>
                  <a:lnTo>
                    <a:pt x="112" y="79"/>
                  </a:lnTo>
                  <a:lnTo>
                    <a:pt x="108" y="79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5" y="0"/>
                  </a:lnTo>
                  <a:lnTo>
                    <a:pt x="51" y="2"/>
                  </a:lnTo>
                  <a:lnTo>
                    <a:pt x="51" y="4"/>
                  </a:lnTo>
                  <a:lnTo>
                    <a:pt x="51" y="4"/>
                  </a:lnTo>
                  <a:lnTo>
                    <a:pt x="53" y="4"/>
                  </a:lnTo>
                  <a:lnTo>
                    <a:pt x="53" y="6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57" y="10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7" y="12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3" y="18"/>
                  </a:lnTo>
                  <a:lnTo>
                    <a:pt x="63" y="20"/>
                  </a:lnTo>
                  <a:lnTo>
                    <a:pt x="65" y="20"/>
                  </a:lnTo>
                  <a:lnTo>
                    <a:pt x="65" y="20"/>
                  </a:lnTo>
                  <a:lnTo>
                    <a:pt x="65" y="20"/>
                  </a:lnTo>
                  <a:lnTo>
                    <a:pt x="65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9" y="18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1" y="18"/>
                  </a:lnTo>
                  <a:lnTo>
                    <a:pt x="77" y="16"/>
                  </a:lnTo>
                  <a:lnTo>
                    <a:pt x="77" y="16"/>
                  </a:lnTo>
                  <a:lnTo>
                    <a:pt x="78" y="18"/>
                  </a:lnTo>
                  <a:lnTo>
                    <a:pt x="80" y="20"/>
                  </a:lnTo>
                  <a:lnTo>
                    <a:pt x="80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18"/>
                  </a:lnTo>
                  <a:lnTo>
                    <a:pt x="86" y="18"/>
                  </a:lnTo>
                  <a:lnTo>
                    <a:pt x="86" y="18"/>
                  </a:lnTo>
                  <a:lnTo>
                    <a:pt x="86" y="18"/>
                  </a:lnTo>
                  <a:lnTo>
                    <a:pt x="88" y="18"/>
                  </a:lnTo>
                  <a:lnTo>
                    <a:pt x="94" y="16"/>
                  </a:lnTo>
                  <a:lnTo>
                    <a:pt x="98" y="16"/>
                  </a:lnTo>
                  <a:lnTo>
                    <a:pt x="98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4"/>
                  </a:lnTo>
                  <a:lnTo>
                    <a:pt x="102" y="14"/>
                  </a:lnTo>
                  <a:lnTo>
                    <a:pt x="102" y="16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08" y="24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2" y="24"/>
                  </a:lnTo>
                  <a:lnTo>
                    <a:pt x="112" y="24"/>
                  </a:lnTo>
                  <a:lnTo>
                    <a:pt x="112" y="22"/>
                  </a:lnTo>
                  <a:lnTo>
                    <a:pt x="112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8" y="16"/>
                  </a:lnTo>
                  <a:lnTo>
                    <a:pt x="118" y="16"/>
                  </a:lnTo>
                  <a:lnTo>
                    <a:pt x="118" y="14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2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20" y="8"/>
                  </a:lnTo>
                  <a:lnTo>
                    <a:pt x="120" y="8"/>
                  </a:lnTo>
                  <a:lnTo>
                    <a:pt x="124" y="8"/>
                  </a:lnTo>
                  <a:lnTo>
                    <a:pt x="124" y="8"/>
                  </a:lnTo>
                  <a:lnTo>
                    <a:pt x="126" y="8"/>
                  </a:lnTo>
                  <a:lnTo>
                    <a:pt x="126" y="8"/>
                  </a:lnTo>
                  <a:lnTo>
                    <a:pt x="126" y="8"/>
                  </a:lnTo>
                  <a:lnTo>
                    <a:pt x="124" y="10"/>
                  </a:lnTo>
                  <a:lnTo>
                    <a:pt x="124" y="10"/>
                  </a:lnTo>
                  <a:lnTo>
                    <a:pt x="124" y="10"/>
                  </a:lnTo>
                  <a:lnTo>
                    <a:pt x="126" y="10"/>
                  </a:lnTo>
                  <a:lnTo>
                    <a:pt x="126" y="10"/>
                  </a:lnTo>
                  <a:lnTo>
                    <a:pt x="126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9" y="10"/>
                  </a:lnTo>
                  <a:lnTo>
                    <a:pt x="129" y="10"/>
                  </a:lnTo>
                  <a:lnTo>
                    <a:pt x="129" y="10"/>
                  </a:lnTo>
                  <a:lnTo>
                    <a:pt x="133" y="10"/>
                  </a:lnTo>
                  <a:lnTo>
                    <a:pt x="133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0"/>
                  </a:lnTo>
                  <a:lnTo>
                    <a:pt x="135" y="10"/>
                  </a:lnTo>
                  <a:lnTo>
                    <a:pt x="137" y="10"/>
                  </a:lnTo>
                  <a:lnTo>
                    <a:pt x="139" y="8"/>
                  </a:lnTo>
                  <a:lnTo>
                    <a:pt x="139" y="8"/>
                  </a:lnTo>
                  <a:lnTo>
                    <a:pt x="139" y="8"/>
                  </a:lnTo>
                  <a:lnTo>
                    <a:pt x="139" y="8"/>
                  </a:lnTo>
                  <a:lnTo>
                    <a:pt x="139" y="8"/>
                  </a:lnTo>
                  <a:lnTo>
                    <a:pt x="139" y="8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39" y="4"/>
                  </a:lnTo>
                  <a:lnTo>
                    <a:pt x="139" y="4"/>
                  </a:lnTo>
                  <a:lnTo>
                    <a:pt x="139" y="4"/>
                  </a:lnTo>
                  <a:lnTo>
                    <a:pt x="139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2"/>
                  </a:lnTo>
                  <a:lnTo>
                    <a:pt x="145" y="2"/>
                  </a:lnTo>
                  <a:lnTo>
                    <a:pt x="149" y="2"/>
                  </a:lnTo>
                  <a:lnTo>
                    <a:pt x="149" y="4"/>
                  </a:lnTo>
                  <a:lnTo>
                    <a:pt x="149" y="4"/>
                  </a:lnTo>
                  <a:lnTo>
                    <a:pt x="149" y="6"/>
                  </a:lnTo>
                  <a:lnTo>
                    <a:pt x="149" y="6"/>
                  </a:lnTo>
                  <a:lnTo>
                    <a:pt x="151" y="8"/>
                  </a:lnTo>
                  <a:lnTo>
                    <a:pt x="153" y="10"/>
                  </a:lnTo>
                  <a:lnTo>
                    <a:pt x="153" y="10"/>
                  </a:lnTo>
                  <a:lnTo>
                    <a:pt x="153" y="10"/>
                  </a:lnTo>
                  <a:lnTo>
                    <a:pt x="153" y="10"/>
                  </a:lnTo>
                  <a:lnTo>
                    <a:pt x="153" y="10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4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5" y="16"/>
                  </a:lnTo>
                  <a:lnTo>
                    <a:pt x="155" y="16"/>
                  </a:lnTo>
                  <a:lnTo>
                    <a:pt x="155" y="16"/>
                  </a:lnTo>
                  <a:lnTo>
                    <a:pt x="155" y="16"/>
                  </a:lnTo>
                  <a:lnTo>
                    <a:pt x="155" y="18"/>
                  </a:lnTo>
                  <a:lnTo>
                    <a:pt x="155" y="18"/>
                  </a:lnTo>
                  <a:lnTo>
                    <a:pt x="155" y="18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5" y="20"/>
                  </a:lnTo>
                  <a:lnTo>
                    <a:pt x="155" y="22"/>
                  </a:lnTo>
                  <a:lnTo>
                    <a:pt x="155" y="22"/>
                  </a:lnTo>
                  <a:lnTo>
                    <a:pt x="155" y="22"/>
                  </a:lnTo>
                  <a:lnTo>
                    <a:pt x="157" y="22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7" y="28"/>
                  </a:lnTo>
                  <a:lnTo>
                    <a:pt x="167" y="28"/>
                  </a:lnTo>
                  <a:lnTo>
                    <a:pt x="167" y="30"/>
                  </a:lnTo>
                  <a:lnTo>
                    <a:pt x="167" y="30"/>
                  </a:lnTo>
                  <a:lnTo>
                    <a:pt x="165" y="30"/>
                  </a:lnTo>
                  <a:lnTo>
                    <a:pt x="165" y="30"/>
                  </a:lnTo>
                  <a:lnTo>
                    <a:pt x="165" y="32"/>
                  </a:lnTo>
                  <a:lnTo>
                    <a:pt x="165" y="32"/>
                  </a:lnTo>
                  <a:lnTo>
                    <a:pt x="165" y="32"/>
                  </a:lnTo>
                  <a:lnTo>
                    <a:pt x="167" y="34"/>
                  </a:lnTo>
                  <a:lnTo>
                    <a:pt x="167" y="34"/>
                  </a:lnTo>
                  <a:lnTo>
                    <a:pt x="167" y="34"/>
                  </a:lnTo>
                  <a:lnTo>
                    <a:pt x="165" y="34"/>
                  </a:lnTo>
                  <a:lnTo>
                    <a:pt x="165" y="34"/>
                  </a:lnTo>
                  <a:lnTo>
                    <a:pt x="165" y="34"/>
                  </a:lnTo>
                  <a:lnTo>
                    <a:pt x="165" y="36"/>
                  </a:lnTo>
                  <a:lnTo>
                    <a:pt x="165" y="36"/>
                  </a:lnTo>
                  <a:lnTo>
                    <a:pt x="165" y="36"/>
                  </a:lnTo>
                  <a:lnTo>
                    <a:pt x="165" y="36"/>
                  </a:lnTo>
                  <a:lnTo>
                    <a:pt x="165" y="38"/>
                  </a:lnTo>
                  <a:lnTo>
                    <a:pt x="165" y="38"/>
                  </a:lnTo>
                  <a:lnTo>
                    <a:pt x="163" y="38"/>
                  </a:lnTo>
                  <a:lnTo>
                    <a:pt x="163" y="40"/>
                  </a:lnTo>
                  <a:lnTo>
                    <a:pt x="163" y="40"/>
                  </a:lnTo>
                  <a:lnTo>
                    <a:pt x="163" y="40"/>
                  </a:lnTo>
                  <a:lnTo>
                    <a:pt x="163" y="40"/>
                  </a:lnTo>
                  <a:lnTo>
                    <a:pt x="161" y="42"/>
                  </a:lnTo>
                  <a:lnTo>
                    <a:pt x="161" y="42"/>
                  </a:lnTo>
                  <a:lnTo>
                    <a:pt x="161" y="42"/>
                  </a:lnTo>
                  <a:lnTo>
                    <a:pt x="161" y="44"/>
                  </a:lnTo>
                  <a:lnTo>
                    <a:pt x="161" y="44"/>
                  </a:lnTo>
                  <a:lnTo>
                    <a:pt x="161" y="44"/>
                  </a:lnTo>
                  <a:lnTo>
                    <a:pt x="161" y="44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9" y="46"/>
                  </a:lnTo>
                  <a:lnTo>
                    <a:pt x="159" y="46"/>
                  </a:lnTo>
                  <a:lnTo>
                    <a:pt x="159" y="46"/>
                  </a:lnTo>
                  <a:lnTo>
                    <a:pt x="159" y="48"/>
                  </a:lnTo>
                  <a:lnTo>
                    <a:pt x="159" y="48"/>
                  </a:lnTo>
                  <a:lnTo>
                    <a:pt x="161" y="50"/>
                  </a:lnTo>
                  <a:lnTo>
                    <a:pt x="161" y="50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59" y="53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9"/>
                  </a:lnTo>
                  <a:lnTo>
                    <a:pt x="159" y="59"/>
                  </a:lnTo>
                  <a:lnTo>
                    <a:pt x="157" y="61"/>
                  </a:lnTo>
                  <a:lnTo>
                    <a:pt x="157" y="61"/>
                  </a:lnTo>
                  <a:lnTo>
                    <a:pt x="157" y="61"/>
                  </a:lnTo>
                  <a:lnTo>
                    <a:pt x="157" y="63"/>
                  </a:lnTo>
                  <a:lnTo>
                    <a:pt x="157" y="63"/>
                  </a:lnTo>
                  <a:lnTo>
                    <a:pt x="157" y="63"/>
                  </a:lnTo>
                  <a:lnTo>
                    <a:pt x="157" y="65"/>
                  </a:lnTo>
                  <a:lnTo>
                    <a:pt x="155" y="65"/>
                  </a:lnTo>
                  <a:lnTo>
                    <a:pt x="155" y="65"/>
                  </a:lnTo>
                  <a:lnTo>
                    <a:pt x="155" y="65"/>
                  </a:lnTo>
                  <a:lnTo>
                    <a:pt x="155" y="65"/>
                  </a:lnTo>
                  <a:lnTo>
                    <a:pt x="155" y="67"/>
                  </a:lnTo>
                  <a:lnTo>
                    <a:pt x="155" y="67"/>
                  </a:lnTo>
                  <a:lnTo>
                    <a:pt x="157" y="69"/>
                  </a:lnTo>
                  <a:lnTo>
                    <a:pt x="157" y="71"/>
                  </a:lnTo>
                  <a:lnTo>
                    <a:pt x="157" y="69"/>
                  </a:lnTo>
                  <a:lnTo>
                    <a:pt x="159" y="69"/>
                  </a:lnTo>
                  <a:lnTo>
                    <a:pt x="159" y="69"/>
                  </a:lnTo>
                  <a:lnTo>
                    <a:pt x="159" y="71"/>
                  </a:lnTo>
                  <a:lnTo>
                    <a:pt x="157" y="73"/>
                  </a:lnTo>
                  <a:lnTo>
                    <a:pt x="157" y="73"/>
                  </a:lnTo>
                  <a:lnTo>
                    <a:pt x="157" y="73"/>
                  </a:lnTo>
                  <a:lnTo>
                    <a:pt x="157" y="75"/>
                  </a:lnTo>
                  <a:lnTo>
                    <a:pt x="157" y="75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55" y="79"/>
                  </a:lnTo>
                  <a:lnTo>
                    <a:pt x="157" y="81"/>
                  </a:lnTo>
                  <a:lnTo>
                    <a:pt x="157" y="81"/>
                  </a:lnTo>
                  <a:lnTo>
                    <a:pt x="155" y="83"/>
                  </a:lnTo>
                  <a:lnTo>
                    <a:pt x="155" y="83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3" y="87"/>
                  </a:lnTo>
                  <a:lnTo>
                    <a:pt x="153" y="87"/>
                  </a:lnTo>
                  <a:lnTo>
                    <a:pt x="155" y="89"/>
                  </a:lnTo>
                  <a:lnTo>
                    <a:pt x="153" y="91"/>
                  </a:lnTo>
                  <a:lnTo>
                    <a:pt x="155" y="91"/>
                  </a:lnTo>
                  <a:lnTo>
                    <a:pt x="155" y="91"/>
                  </a:lnTo>
                  <a:lnTo>
                    <a:pt x="155" y="91"/>
                  </a:lnTo>
                  <a:lnTo>
                    <a:pt x="157" y="91"/>
                  </a:lnTo>
                  <a:lnTo>
                    <a:pt x="157" y="91"/>
                  </a:lnTo>
                  <a:lnTo>
                    <a:pt x="157" y="93"/>
                  </a:lnTo>
                  <a:lnTo>
                    <a:pt x="157" y="93"/>
                  </a:lnTo>
                  <a:lnTo>
                    <a:pt x="159" y="93"/>
                  </a:lnTo>
                  <a:lnTo>
                    <a:pt x="159" y="93"/>
                  </a:lnTo>
                  <a:lnTo>
                    <a:pt x="159" y="93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3" y="97"/>
                  </a:lnTo>
                  <a:lnTo>
                    <a:pt x="163" y="99"/>
                  </a:lnTo>
                  <a:lnTo>
                    <a:pt x="163" y="99"/>
                  </a:lnTo>
                  <a:lnTo>
                    <a:pt x="165" y="99"/>
                  </a:lnTo>
                  <a:lnTo>
                    <a:pt x="165" y="99"/>
                  </a:lnTo>
                  <a:lnTo>
                    <a:pt x="165" y="99"/>
                  </a:lnTo>
                  <a:lnTo>
                    <a:pt x="165" y="99"/>
                  </a:lnTo>
                  <a:lnTo>
                    <a:pt x="167" y="101"/>
                  </a:lnTo>
                  <a:lnTo>
                    <a:pt x="167" y="101"/>
                  </a:lnTo>
                  <a:lnTo>
                    <a:pt x="167" y="101"/>
                  </a:lnTo>
                  <a:lnTo>
                    <a:pt x="167" y="101"/>
                  </a:lnTo>
                  <a:lnTo>
                    <a:pt x="169" y="101"/>
                  </a:lnTo>
                  <a:lnTo>
                    <a:pt x="171" y="101"/>
                  </a:lnTo>
                  <a:lnTo>
                    <a:pt x="171" y="101"/>
                  </a:lnTo>
                  <a:lnTo>
                    <a:pt x="171" y="101"/>
                  </a:lnTo>
                  <a:lnTo>
                    <a:pt x="171" y="101"/>
                  </a:lnTo>
                  <a:lnTo>
                    <a:pt x="171" y="101"/>
                  </a:lnTo>
                  <a:lnTo>
                    <a:pt x="171" y="103"/>
                  </a:lnTo>
                  <a:lnTo>
                    <a:pt x="171" y="103"/>
                  </a:lnTo>
                  <a:lnTo>
                    <a:pt x="169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69" y="106"/>
                  </a:lnTo>
                  <a:lnTo>
                    <a:pt x="169" y="106"/>
                  </a:lnTo>
                  <a:lnTo>
                    <a:pt x="171" y="108"/>
                  </a:lnTo>
                  <a:lnTo>
                    <a:pt x="171" y="108"/>
                  </a:lnTo>
                  <a:lnTo>
                    <a:pt x="171" y="108"/>
                  </a:lnTo>
                  <a:lnTo>
                    <a:pt x="175" y="110"/>
                  </a:lnTo>
                  <a:lnTo>
                    <a:pt x="179" y="112"/>
                  </a:lnTo>
                  <a:lnTo>
                    <a:pt x="180" y="112"/>
                  </a:lnTo>
                  <a:lnTo>
                    <a:pt x="180" y="112"/>
                  </a:lnTo>
                  <a:lnTo>
                    <a:pt x="180" y="112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179" y="114"/>
                  </a:lnTo>
                  <a:lnTo>
                    <a:pt x="179" y="114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8"/>
                  </a:lnTo>
                  <a:lnTo>
                    <a:pt x="179" y="118"/>
                  </a:lnTo>
                  <a:lnTo>
                    <a:pt x="179" y="118"/>
                  </a:lnTo>
                  <a:lnTo>
                    <a:pt x="180" y="118"/>
                  </a:lnTo>
                  <a:lnTo>
                    <a:pt x="180" y="118"/>
                  </a:lnTo>
                  <a:lnTo>
                    <a:pt x="180" y="118"/>
                  </a:lnTo>
                  <a:lnTo>
                    <a:pt x="182" y="118"/>
                  </a:lnTo>
                  <a:lnTo>
                    <a:pt x="182" y="118"/>
                  </a:lnTo>
                  <a:lnTo>
                    <a:pt x="182" y="118"/>
                  </a:lnTo>
                  <a:lnTo>
                    <a:pt x="184" y="118"/>
                  </a:lnTo>
                  <a:lnTo>
                    <a:pt x="184" y="120"/>
                  </a:lnTo>
                  <a:lnTo>
                    <a:pt x="188" y="120"/>
                  </a:lnTo>
                  <a:lnTo>
                    <a:pt x="188" y="120"/>
                  </a:lnTo>
                  <a:lnTo>
                    <a:pt x="188" y="120"/>
                  </a:lnTo>
                  <a:lnTo>
                    <a:pt x="188" y="120"/>
                  </a:lnTo>
                  <a:lnTo>
                    <a:pt x="190" y="120"/>
                  </a:lnTo>
                  <a:lnTo>
                    <a:pt x="190" y="120"/>
                  </a:lnTo>
                  <a:lnTo>
                    <a:pt x="190" y="120"/>
                  </a:lnTo>
                  <a:lnTo>
                    <a:pt x="192" y="122"/>
                  </a:lnTo>
                  <a:lnTo>
                    <a:pt x="192" y="122"/>
                  </a:lnTo>
                  <a:lnTo>
                    <a:pt x="192" y="122"/>
                  </a:lnTo>
                  <a:lnTo>
                    <a:pt x="194" y="122"/>
                  </a:lnTo>
                  <a:lnTo>
                    <a:pt x="194" y="120"/>
                  </a:lnTo>
                  <a:lnTo>
                    <a:pt x="196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2" y="122"/>
                  </a:lnTo>
                  <a:lnTo>
                    <a:pt x="202" y="122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4"/>
                  </a:lnTo>
                  <a:lnTo>
                    <a:pt x="202" y="126"/>
                  </a:lnTo>
                  <a:lnTo>
                    <a:pt x="202" y="126"/>
                  </a:lnTo>
                  <a:lnTo>
                    <a:pt x="200" y="128"/>
                  </a:lnTo>
                  <a:lnTo>
                    <a:pt x="200" y="130"/>
                  </a:lnTo>
                  <a:lnTo>
                    <a:pt x="202" y="132"/>
                  </a:lnTo>
                  <a:lnTo>
                    <a:pt x="204" y="140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2" y="144"/>
                  </a:lnTo>
                  <a:lnTo>
                    <a:pt x="200" y="146"/>
                  </a:lnTo>
                  <a:lnTo>
                    <a:pt x="200" y="146"/>
                  </a:lnTo>
                  <a:lnTo>
                    <a:pt x="200" y="146"/>
                  </a:lnTo>
                  <a:lnTo>
                    <a:pt x="200" y="148"/>
                  </a:lnTo>
                  <a:lnTo>
                    <a:pt x="200" y="148"/>
                  </a:lnTo>
                  <a:lnTo>
                    <a:pt x="200" y="148"/>
                  </a:lnTo>
                  <a:lnTo>
                    <a:pt x="202" y="148"/>
                  </a:lnTo>
                  <a:lnTo>
                    <a:pt x="204" y="148"/>
                  </a:lnTo>
                  <a:lnTo>
                    <a:pt x="204" y="148"/>
                  </a:lnTo>
                  <a:lnTo>
                    <a:pt x="204" y="148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4"/>
                  </a:lnTo>
                  <a:lnTo>
                    <a:pt x="204" y="154"/>
                  </a:lnTo>
                  <a:lnTo>
                    <a:pt x="204" y="154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2" y="156"/>
                  </a:lnTo>
                  <a:lnTo>
                    <a:pt x="202" y="156"/>
                  </a:lnTo>
                  <a:lnTo>
                    <a:pt x="202" y="156"/>
                  </a:lnTo>
                  <a:lnTo>
                    <a:pt x="200" y="158"/>
                  </a:lnTo>
                  <a:lnTo>
                    <a:pt x="200" y="163"/>
                  </a:lnTo>
                  <a:lnTo>
                    <a:pt x="200" y="163"/>
                  </a:lnTo>
                  <a:lnTo>
                    <a:pt x="200" y="165"/>
                  </a:lnTo>
                  <a:lnTo>
                    <a:pt x="196" y="167"/>
                  </a:lnTo>
                  <a:lnTo>
                    <a:pt x="190" y="169"/>
                  </a:lnTo>
                  <a:lnTo>
                    <a:pt x="190" y="169"/>
                  </a:lnTo>
                  <a:lnTo>
                    <a:pt x="188" y="169"/>
                  </a:lnTo>
                  <a:lnTo>
                    <a:pt x="184" y="169"/>
                  </a:lnTo>
                  <a:lnTo>
                    <a:pt x="180" y="167"/>
                  </a:lnTo>
                  <a:lnTo>
                    <a:pt x="180" y="167"/>
                  </a:lnTo>
                  <a:lnTo>
                    <a:pt x="180" y="169"/>
                  </a:lnTo>
                  <a:lnTo>
                    <a:pt x="179" y="169"/>
                  </a:lnTo>
                  <a:lnTo>
                    <a:pt x="179" y="169"/>
                  </a:lnTo>
                  <a:lnTo>
                    <a:pt x="177" y="169"/>
                  </a:lnTo>
                  <a:lnTo>
                    <a:pt x="175" y="171"/>
                  </a:lnTo>
                  <a:lnTo>
                    <a:pt x="175" y="171"/>
                  </a:lnTo>
                  <a:lnTo>
                    <a:pt x="177" y="171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9" y="173"/>
                  </a:lnTo>
                  <a:lnTo>
                    <a:pt x="179" y="173"/>
                  </a:lnTo>
                  <a:lnTo>
                    <a:pt x="180" y="173"/>
                  </a:lnTo>
                  <a:lnTo>
                    <a:pt x="180" y="173"/>
                  </a:lnTo>
                  <a:lnTo>
                    <a:pt x="180" y="173"/>
                  </a:lnTo>
                  <a:lnTo>
                    <a:pt x="180" y="173"/>
                  </a:lnTo>
                  <a:lnTo>
                    <a:pt x="180" y="173"/>
                  </a:lnTo>
                  <a:lnTo>
                    <a:pt x="180" y="173"/>
                  </a:lnTo>
                  <a:lnTo>
                    <a:pt x="180" y="175"/>
                  </a:lnTo>
                  <a:lnTo>
                    <a:pt x="180" y="175"/>
                  </a:lnTo>
                  <a:lnTo>
                    <a:pt x="180" y="175"/>
                  </a:lnTo>
                  <a:lnTo>
                    <a:pt x="180" y="175"/>
                  </a:lnTo>
                  <a:lnTo>
                    <a:pt x="180" y="175"/>
                  </a:lnTo>
                  <a:lnTo>
                    <a:pt x="180" y="175"/>
                  </a:lnTo>
                  <a:lnTo>
                    <a:pt x="180" y="177"/>
                  </a:lnTo>
                  <a:lnTo>
                    <a:pt x="180" y="177"/>
                  </a:lnTo>
                  <a:lnTo>
                    <a:pt x="175" y="181"/>
                  </a:lnTo>
                  <a:lnTo>
                    <a:pt x="173" y="179"/>
                  </a:lnTo>
                  <a:lnTo>
                    <a:pt x="173" y="177"/>
                  </a:lnTo>
                  <a:lnTo>
                    <a:pt x="171" y="177"/>
                  </a:lnTo>
                  <a:lnTo>
                    <a:pt x="167" y="177"/>
                  </a:lnTo>
                  <a:lnTo>
                    <a:pt x="167" y="177"/>
                  </a:lnTo>
                  <a:lnTo>
                    <a:pt x="167" y="177"/>
                  </a:lnTo>
                  <a:lnTo>
                    <a:pt x="167" y="179"/>
                  </a:lnTo>
                  <a:lnTo>
                    <a:pt x="165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61" y="179"/>
                  </a:lnTo>
                  <a:lnTo>
                    <a:pt x="161" y="179"/>
                  </a:lnTo>
                  <a:lnTo>
                    <a:pt x="161" y="179"/>
                  </a:lnTo>
                  <a:lnTo>
                    <a:pt x="159" y="181"/>
                  </a:lnTo>
                  <a:lnTo>
                    <a:pt x="159" y="181"/>
                  </a:lnTo>
                  <a:lnTo>
                    <a:pt x="157" y="183"/>
                  </a:lnTo>
                  <a:lnTo>
                    <a:pt x="157" y="183"/>
                  </a:lnTo>
                  <a:lnTo>
                    <a:pt x="155" y="183"/>
                  </a:lnTo>
                  <a:lnTo>
                    <a:pt x="155" y="183"/>
                  </a:lnTo>
                  <a:lnTo>
                    <a:pt x="153" y="183"/>
                  </a:lnTo>
                  <a:lnTo>
                    <a:pt x="153" y="185"/>
                  </a:lnTo>
                  <a:lnTo>
                    <a:pt x="153" y="185"/>
                  </a:lnTo>
                  <a:lnTo>
                    <a:pt x="153" y="185"/>
                  </a:lnTo>
                  <a:lnTo>
                    <a:pt x="153" y="185"/>
                  </a:lnTo>
                  <a:lnTo>
                    <a:pt x="153" y="187"/>
                  </a:lnTo>
                  <a:lnTo>
                    <a:pt x="153" y="187"/>
                  </a:lnTo>
                  <a:lnTo>
                    <a:pt x="151" y="187"/>
                  </a:lnTo>
                  <a:lnTo>
                    <a:pt x="151" y="187"/>
                  </a:lnTo>
                  <a:lnTo>
                    <a:pt x="151" y="187"/>
                  </a:lnTo>
                  <a:lnTo>
                    <a:pt x="151" y="189"/>
                  </a:lnTo>
                  <a:lnTo>
                    <a:pt x="151" y="189"/>
                  </a:lnTo>
                  <a:lnTo>
                    <a:pt x="151" y="189"/>
                  </a:lnTo>
                  <a:lnTo>
                    <a:pt x="149" y="191"/>
                  </a:lnTo>
                  <a:lnTo>
                    <a:pt x="149" y="191"/>
                  </a:lnTo>
                  <a:lnTo>
                    <a:pt x="147" y="191"/>
                  </a:lnTo>
                  <a:lnTo>
                    <a:pt x="147" y="191"/>
                  </a:lnTo>
                  <a:lnTo>
                    <a:pt x="147" y="191"/>
                  </a:lnTo>
                  <a:lnTo>
                    <a:pt x="149" y="191"/>
                  </a:lnTo>
                  <a:lnTo>
                    <a:pt x="149" y="193"/>
                  </a:lnTo>
                  <a:lnTo>
                    <a:pt x="149" y="193"/>
                  </a:lnTo>
                  <a:lnTo>
                    <a:pt x="149" y="193"/>
                  </a:lnTo>
                  <a:lnTo>
                    <a:pt x="149" y="193"/>
                  </a:lnTo>
                  <a:lnTo>
                    <a:pt x="147" y="193"/>
                  </a:lnTo>
                  <a:lnTo>
                    <a:pt x="147" y="193"/>
                  </a:lnTo>
                  <a:lnTo>
                    <a:pt x="147" y="193"/>
                  </a:lnTo>
                  <a:lnTo>
                    <a:pt x="145" y="193"/>
                  </a:lnTo>
                  <a:lnTo>
                    <a:pt x="145" y="193"/>
                  </a:lnTo>
                  <a:lnTo>
                    <a:pt x="143" y="193"/>
                  </a:lnTo>
                  <a:lnTo>
                    <a:pt x="143" y="193"/>
                  </a:lnTo>
                  <a:lnTo>
                    <a:pt x="143" y="193"/>
                  </a:lnTo>
                  <a:lnTo>
                    <a:pt x="143" y="193"/>
                  </a:lnTo>
                  <a:lnTo>
                    <a:pt x="143" y="195"/>
                  </a:lnTo>
                  <a:lnTo>
                    <a:pt x="141" y="195"/>
                  </a:lnTo>
                  <a:lnTo>
                    <a:pt x="141" y="195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41" y="197"/>
                  </a:lnTo>
                  <a:lnTo>
                    <a:pt x="139" y="197"/>
                  </a:lnTo>
                  <a:lnTo>
                    <a:pt x="139" y="197"/>
                  </a:lnTo>
                  <a:lnTo>
                    <a:pt x="137" y="197"/>
                  </a:lnTo>
                  <a:lnTo>
                    <a:pt x="137" y="197"/>
                  </a:lnTo>
                  <a:lnTo>
                    <a:pt x="137" y="197"/>
                  </a:lnTo>
                  <a:lnTo>
                    <a:pt x="137" y="197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29" y="195"/>
                  </a:lnTo>
                  <a:lnTo>
                    <a:pt x="129" y="195"/>
                  </a:lnTo>
                  <a:lnTo>
                    <a:pt x="129" y="197"/>
                  </a:lnTo>
                  <a:lnTo>
                    <a:pt x="128" y="197"/>
                  </a:lnTo>
                  <a:lnTo>
                    <a:pt x="128" y="197"/>
                  </a:lnTo>
                  <a:lnTo>
                    <a:pt x="128" y="197"/>
                  </a:lnTo>
                  <a:lnTo>
                    <a:pt x="128" y="195"/>
                  </a:lnTo>
                  <a:lnTo>
                    <a:pt x="128" y="195"/>
                  </a:lnTo>
                  <a:lnTo>
                    <a:pt x="128" y="195"/>
                  </a:lnTo>
                  <a:lnTo>
                    <a:pt x="128" y="195"/>
                  </a:lnTo>
                  <a:lnTo>
                    <a:pt x="128" y="193"/>
                  </a:lnTo>
                  <a:lnTo>
                    <a:pt x="128" y="193"/>
                  </a:lnTo>
                  <a:lnTo>
                    <a:pt x="128" y="193"/>
                  </a:lnTo>
                  <a:lnTo>
                    <a:pt x="128" y="193"/>
                  </a:lnTo>
                  <a:lnTo>
                    <a:pt x="124" y="193"/>
                  </a:lnTo>
                  <a:lnTo>
                    <a:pt x="122" y="193"/>
                  </a:lnTo>
                  <a:lnTo>
                    <a:pt x="122" y="193"/>
                  </a:lnTo>
                  <a:lnTo>
                    <a:pt x="120" y="195"/>
                  </a:lnTo>
                  <a:lnTo>
                    <a:pt x="120" y="195"/>
                  </a:lnTo>
                  <a:lnTo>
                    <a:pt x="120" y="197"/>
                  </a:lnTo>
                  <a:lnTo>
                    <a:pt x="120" y="199"/>
                  </a:lnTo>
                  <a:lnTo>
                    <a:pt x="120" y="199"/>
                  </a:lnTo>
                  <a:lnTo>
                    <a:pt x="118" y="199"/>
                  </a:lnTo>
                  <a:lnTo>
                    <a:pt x="118" y="199"/>
                  </a:lnTo>
                  <a:lnTo>
                    <a:pt x="118" y="199"/>
                  </a:lnTo>
                  <a:lnTo>
                    <a:pt x="118" y="201"/>
                  </a:lnTo>
                  <a:lnTo>
                    <a:pt x="118" y="201"/>
                  </a:lnTo>
                  <a:lnTo>
                    <a:pt x="118" y="203"/>
                  </a:lnTo>
                  <a:lnTo>
                    <a:pt x="118" y="203"/>
                  </a:lnTo>
                  <a:lnTo>
                    <a:pt x="118" y="203"/>
                  </a:lnTo>
                  <a:lnTo>
                    <a:pt x="118" y="203"/>
                  </a:lnTo>
                  <a:lnTo>
                    <a:pt x="118" y="203"/>
                  </a:lnTo>
                  <a:lnTo>
                    <a:pt x="118" y="205"/>
                  </a:lnTo>
                  <a:lnTo>
                    <a:pt x="120" y="207"/>
                  </a:lnTo>
                  <a:lnTo>
                    <a:pt x="122" y="209"/>
                  </a:lnTo>
                  <a:lnTo>
                    <a:pt x="122" y="209"/>
                  </a:lnTo>
                  <a:lnTo>
                    <a:pt x="120" y="209"/>
                  </a:lnTo>
                  <a:lnTo>
                    <a:pt x="120" y="209"/>
                  </a:lnTo>
                  <a:lnTo>
                    <a:pt x="120" y="209"/>
                  </a:lnTo>
                  <a:lnTo>
                    <a:pt x="120" y="209"/>
                  </a:lnTo>
                  <a:lnTo>
                    <a:pt x="118" y="209"/>
                  </a:lnTo>
                  <a:lnTo>
                    <a:pt x="118" y="209"/>
                  </a:lnTo>
                  <a:lnTo>
                    <a:pt x="118" y="209"/>
                  </a:lnTo>
                  <a:lnTo>
                    <a:pt x="118" y="211"/>
                  </a:lnTo>
                  <a:lnTo>
                    <a:pt x="118" y="211"/>
                  </a:lnTo>
                  <a:lnTo>
                    <a:pt x="118" y="211"/>
                  </a:lnTo>
                  <a:lnTo>
                    <a:pt x="118" y="209"/>
                  </a:lnTo>
                  <a:lnTo>
                    <a:pt x="116" y="209"/>
                  </a:lnTo>
                  <a:lnTo>
                    <a:pt x="118" y="209"/>
                  </a:lnTo>
                  <a:lnTo>
                    <a:pt x="116" y="209"/>
                  </a:lnTo>
                  <a:lnTo>
                    <a:pt x="116" y="209"/>
                  </a:lnTo>
                  <a:lnTo>
                    <a:pt x="116" y="209"/>
                  </a:lnTo>
                  <a:lnTo>
                    <a:pt x="114" y="209"/>
                  </a:lnTo>
                  <a:lnTo>
                    <a:pt x="114" y="209"/>
                  </a:lnTo>
                  <a:lnTo>
                    <a:pt x="114" y="209"/>
                  </a:lnTo>
                  <a:lnTo>
                    <a:pt x="114" y="209"/>
                  </a:lnTo>
                  <a:lnTo>
                    <a:pt x="114" y="209"/>
                  </a:lnTo>
                  <a:lnTo>
                    <a:pt x="114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0" y="211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08" y="213"/>
                  </a:lnTo>
                  <a:lnTo>
                    <a:pt x="108" y="214"/>
                  </a:lnTo>
                  <a:lnTo>
                    <a:pt x="108" y="214"/>
                  </a:lnTo>
                  <a:lnTo>
                    <a:pt x="108" y="214"/>
                  </a:lnTo>
                  <a:lnTo>
                    <a:pt x="108" y="214"/>
                  </a:lnTo>
                  <a:lnTo>
                    <a:pt x="108" y="214"/>
                  </a:lnTo>
                  <a:lnTo>
                    <a:pt x="108" y="216"/>
                  </a:lnTo>
                  <a:lnTo>
                    <a:pt x="106" y="216"/>
                  </a:lnTo>
                  <a:lnTo>
                    <a:pt x="104" y="214"/>
                  </a:lnTo>
                  <a:lnTo>
                    <a:pt x="104" y="213"/>
                  </a:lnTo>
                  <a:lnTo>
                    <a:pt x="100" y="211"/>
                  </a:lnTo>
                  <a:lnTo>
                    <a:pt x="102" y="209"/>
                  </a:lnTo>
                  <a:lnTo>
                    <a:pt x="102" y="205"/>
                  </a:lnTo>
                  <a:lnTo>
                    <a:pt x="104" y="203"/>
                  </a:lnTo>
                  <a:lnTo>
                    <a:pt x="104" y="203"/>
                  </a:lnTo>
                  <a:lnTo>
                    <a:pt x="102" y="203"/>
                  </a:lnTo>
                  <a:lnTo>
                    <a:pt x="102" y="203"/>
                  </a:lnTo>
                  <a:lnTo>
                    <a:pt x="102" y="201"/>
                  </a:lnTo>
                  <a:lnTo>
                    <a:pt x="102" y="201"/>
                  </a:lnTo>
                  <a:lnTo>
                    <a:pt x="102" y="201"/>
                  </a:lnTo>
                  <a:lnTo>
                    <a:pt x="102" y="201"/>
                  </a:lnTo>
                  <a:lnTo>
                    <a:pt x="102" y="197"/>
                  </a:lnTo>
                  <a:lnTo>
                    <a:pt x="100" y="195"/>
                  </a:lnTo>
                  <a:lnTo>
                    <a:pt x="100" y="195"/>
                  </a:lnTo>
                  <a:lnTo>
                    <a:pt x="100" y="195"/>
                  </a:lnTo>
                  <a:lnTo>
                    <a:pt x="100" y="195"/>
                  </a:lnTo>
                  <a:lnTo>
                    <a:pt x="102" y="193"/>
                  </a:lnTo>
                  <a:lnTo>
                    <a:pt x="102" y="193"/>
                  </a:lnTo>
                  <a:lnTo>
                    <a:pt x="102" y="193"/>
                  </a:lnTo>
                  <a:lnTo>
                    <a:pt x="102" y="193"/>
                  </a:lnTo>
                  <a:lnTo>
                    <a:pt x="102" y="191"/>
                  </a:lnTo>
                  <a:lnTo>
                    <a:pt x="102" y="191"/>
                  </a:lnTo>
                  <a:lnTo>
                    <a:pt x="102" y="191"/>
                  </a:lnTo>
                  <a:lnTo>
                    <a:pt x="102" y="191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06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10" y="189"/>
                  </a:lnTo>
                  <a:lnTo>
                    <a:pt x="110" y="189"/>
                  </a:lnTo>
                  <a:lnTo>
                    <a:pt x="110" y="189"/>
                  </a:lnTo>
                  <a:lnTo>
                    <a:pt x="110" y="189"/>
                  </a:lnTo>
                  <a:lnTo>
                    <a:pt x="110" y="187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08" y="183"/>
                  </a:lnTo>
                  <a:lnTo>
                    <a:pt x="106" y="183"/>
                  </a:lnTo>
                  <a:lnTo>
                    <a:pt x="106" y="183"/>
                  </a:lnTo>
                  <a:lnTo>
                    <a:pt x="106" y="181"/>
                  </a:lnTo>
                  <a:lnTo>
                    <a:pt x="106" y="181"/>
                  </a:lnTo>
                  <a:lnTo>
                    <a:pt x="104" y="181"/>
                  </a:lnTo>
                  <a:lnTo>
                    <a:pt x="104" y="181"/>
                  </a:lnTo>
                  <a:lnTo>
                    <a:pt x="104" y="181"/>
                  </a:lnTo>
                  <a:lnTo>
                    <a:pt x="104" y="181"/>
                  </a:lnTo>
                  <a:lnTo>
                    <a:pt x="100" y="179"/>
                  </a:lnTo>
                  <a:lnTo>
                    <a:pt x="98" y="177"/>
                  </a:lnTo>
                  <a:lnTo>
                    <a:pt x="98" y="177"/>
                  </a:lnTo>
                  <a:lnTo>
                    <a:pt x="98" y="177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96" y="175"/>
                  </a:lnTo>
                  <a:lnTo>
                    <a:pt x="96" y="175"/>
                  </a:lnTo>
                  <a:lnTo>
                    <a:pt x="96" y="175"/>
                  </a:lnTo>
                  <a:lnTo>
                    <a:pt x="96" y="175"/>
                  </a:lnTo>
                  <a:lnTo>
                    <a:pt x="96" y="173"/>
                  </a:lnTo>
                  <a:lnTo>
                    <a:pt x="96" y="173"/>
                  </a:lnTo>
                  <a:lnTo>
                    <a:pt x="94" y="173"/>
                  </a:lnTo>
                  <a:lnTo>
                    <a:pt x="94" y="171"/>
                  </a:lnTo>
                  <a:lnTo>
                    <a:pt x="94" y="171"/>
                  </a:lnTo>
                  <a:lnTo>
                    <a:pt x="94" y="171"/>
                  </a:lnTo>
                  <a:lnTo>
                    <a:pt x="94" y="171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3"/>
                  </a:lnTo>
                  <a:lnTo>
                    <a:pt x="92" y="163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88" y="160"/>
                  </a:lnTo>
                  <a:lnTo>
                    <a:pt x="88" y="160"/>
                  </a:lnTo>
                  <a:lnTo>
                    <a:pt x="86" y="160"/>
                  </a:lnTo>
                  <a:lnTo>
                    <a:pt x="86" y="160"/>
                  </a:lnTo>
                  <a:lnTo>
                    <a:pt x="86" y="160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2" y="165"/>
                  </a:lnTo>
                  <a:lnTo>
                    <a:pt x="82" y="165"/>
                  </a:lnTo>
                  <a:lnTo>
                    <a:pt x="78" y="165"/>
                  </a:lnTo>
                  <a:lnTo>
                    <a:pt x="75" y="161"/>
                  </a:lnTo>
                  <a:lnTo>
                    <a:pt x="75" y="161"/>
                  </a:lnTo>
                  <a:lnTo>
                    <a:pt x="75" y="161"/>
                  </a:lnTo>
                  <a:lnTo>
                    <a:pt x="75" y="161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3" y="158"/>
                  </a:lnTo>
                  <a:lnTo>
                    <a:pt x="73" y="158"/>
                  </a:lnTo>
                  <a:lnTo>
                    <a:pt x="73" y="156"/>
                  </a:lnTo>
                  <a:lnTo>
                    <a:pt x="73" y="156"/>
                  </a:lnTo>
                  <a:lnTo>
                    <a:pt x="73" y="156"/>
                  </a:lnTo>
                  <a:lnTo>
                    <a:pt x="73" y="154"/>
                  </a:lnTo>
                  <a:lnTo>
                    <a:pt x="73" y="154"/>
                  </a:lnTo>
                  <a:lnTo>
                    <a:pt x="73" y="154"/>
                  </a:lnTo>
                  <a:lnTo>
                    <a:pt x="73" y="154"/>
                  </a:lnTo>
                  <a:lnTo>
                    <a:pt x="73" y="154"/>
                  </a:lnTo>
                  <a:lnTo>
                    <a:pt x="73" y="154"/>
                  </a:lnTo>
                  <a:lnTo>
                    <a:pt x="73" y="152"/>
                  </a:lnTo>
                  <a:lnTo>
                    <a:pt x="73" y="152"/>
                  </a:lnTo>
                  <a:lnTo>
                    <a:pt x="69" y="152"/>
                  </a:lnTo>
                  <a:lnTo>
                    <a:pt x="65" y="150"/>
                  </a:lnTo>
                  <a:lnTo>
                    <a:pt x="63" y="146"/>
                  </a:lnTo>
                  <a:lnTo>
                    <a:pt x="63" y="146"/>
                  </a:lnTo>
                  <a:lnTo>
                    <a:pt x="63" y="146"/>
                  </a:lnTo>
                  <a:lnTo>
                    <a:pt x="63" y="146"/>
                  </a:lnTo>
                  <a:lnTo>
                    <a:pt x="63" y="144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42"/>
                  </a:lnTo>
                  <a:lnTo>
                    <a:pt x="63" y="140"/>
                  </a:lnTo>
                  <a:lnTo>
                    <a:pt x="63" y="140"/>
                  </a:lnTo>
                  <a:lnTo>
                    <a:pt x="63" y="140"/>
                  </a:lnTo>
                  <a:lnTo>
                    <a:pt x="63" y="140"/>
                  </a:lnTo>
                  <a:lnTo>
                    <a:pt x="63" y="140"/>
                  </a:lnTo>
                  <a:lnTo>
                    <a:pt x="65" y="138"/>
                  </a:lnTo>
                  <a:lnTo>
                    <a:pt x="65" y="132"/>
                  </a:lnTo>
                  <a:lnTo>
                    <a:pt x="65" y="130"/>
                  </a:lnTo>
                  <a:lnTo>
                    <a:pt x="65" y="130"/>
                  </a:lnTo>
                  <a:lnTo>
                    <a:pt x="65" y="130"/>
                  </a:lnTo>
                  <a:lnTo>
                    <a:pt x="65" y="128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0"/>
                  </a:lnTo>
                  <a:lnTo>
                    <a:pt x="63" y="120"/>
                  </a:lnTo>
                  <a:lnTo>
                    <a:pt x="63" y="120"/>
                  </a:lnTo>
                  <a:lnTo>
                    <a:pt x="63" y="118"/>
                  </a:lnTo>
                  <a:lnTo>
                    <a:pt x="63" y="118"/>
                  </a:lnTo>
                  <a:lnTo>
                    <a:pt x="63" y="118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1" y="114"/>
                  </a:lnTo>
                  <a:lnTo>
                    <a:pt x="61" y="114"/>
                  </a:lnTo>
                  <a:lnTo>
                    <a:pt x="61" y="114"/>
                  </a:lnTo>
                  <a:lnTo>
                    <a:pt x="61" y="114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59" y="116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0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5" y="108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5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51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9" y="103"/>
                  </a:lnTo>
                  <a:lnTo>
                    <a:pt x="47" y="101"/>
                  </a:lnTo>
                  <a:lnTo>
                    <a:pt x="45" y="101"/>
                  </a:lnTo>
                  <a:lnTo>
                    <a:pt x="45" y="99"/>
                  </a:lnTo>
                  <a:lnTo>
                    <a:pt x="43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1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39" y="105"/>
                  </a:lnTo>
                  <a:lnTo>
                    <a:pt x="39" y="105"/>
                  </a:lnTo>
                  <a:lnTo>
                    <a:pt x="39" y="105"/>
                  </a:lnTo>
                  <a:lnTo>
                    <a:pt x="37" y="105"/>
                  </a:lnTo>
                  <a:lnTo>
                    <a:pt x="37" y="105"/>
                  </a:lnTo>
                  <a:lnTo>
                    <a:pt x="37" y="105"/>
                  </a:lnTo>
                  <a:lnTo>
                    <a:pt x="37" y="105"/>
                  </a:lnTo>
                  <a:lnTo>
                    <a:pt x="35" y="105"/>
                  </a:lnTo>
                  <a:lnTo>
                    <a:pt x="35" y="105"/>
                  </a:lnTo>
                  <a:lnTo>
                    <a:pt x="35" y="105"/>
                  </a:lnTo>
                  <a:lnTo>
                    <a:pt x="35" y="105"/>
                  </a:lnTo>
                  <a:lnTo>
                    <a:pt x="35" y="105"/>
                  </a:lnTo>
                  <a:lnTo>
                    <a:pt x="35" y="105"/>
                  </a:lnTo>
                  <a:lnTo>
                    <a:pt x="33" y="105"/>
                  </a:lnTo>
                  <a:lnTo>
                    <a:pt x="29" y="105"/>
                  </a:lnTo>
                  <a:lnTo>
                    <a:pt x="29" y="105"/>
                  </a:lnTo>
                  <a:lnTo>
                    <a:pt x="29" y="103"/>
                  </a:lnTo>
                  <a:lnTo>
                    <a:pt x="29" y="103"/>
                  </a:lnTo>
                  <a:lnTo>
                    <a:pt x="28" y="103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99"/>
                  </a:lnTo>
                  <a:lnTo>
                    <a:pt x="28" y="99"/>
                  </a:lnTo>
                  <a:lnTo>
                    <a:pt x="26" y="99"/>
                  </a:lnTo>
                  <a:lnTo>
                    <a:pt x="26" y="99"/>
                  </a:lnTo>
                  <a:lnTo>
                    <a:pt x="24" y="97"/>
                  </a:lnTo>
                  <a:lnTo>
                    <a:pt x="22" y="97"/>
                  </a:lnTo>
                  <a:lnTo>
                    <a:pt x="22" y="97"/>
                  </a:lnTo>
                  <a:lnTo>
                    <a:pt x="20" y="95"/>
                  </a:lnTo>
                  <a:lnTo>
                    <a:pt x="20" y="95"/>
                  </a:lnTo>
                  <a:lnTo>
                    <a:pt x="18" y="91"/>
                  </a:lnTo>
                  <a:lnTo>
                    <a:pt x="18" y="89"/>
                  </a:lnTo>
                  <a:lnTo>
                    <a:pt x="16" y="89"/>
                  </a:lnTo>
                  <a:lnTo>
                    <a:pt x="16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89"/>
                  </a:lnTo>
                  <a:lnTo>
                    <a:pt x="10" y="89"/>
                  </a:lnTo>
                  <a:lnTo>
                    <a:pt x="8" y="89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2" y="87"/>
                  </a:lnTo>
                  <a:lnTo>
                    <a:pt x="0" y="87"/>
                  </a:lnTo>
                  <a:lnTo>
                    <a:pt x="0" y="83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4" y="73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5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63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2" y="61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4" y="50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6" y="46"/>
                  </a:lnTo>
                  <a:lnTo>
                    <a:pt x="16" y="46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6" y="30"/>
                  </a:lnTo>
                  <a:lnTo>
                    <a:pt x="18" y="28"/>
                  </a:lnTo>
                  <a:lnTo>
                    <a:pt x="20" y="28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8" y="22"/>
                  </a:lnTo>
                  <a:lnTo>
                    <a:pt x="28" y="22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5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3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889000" y="3563938"/>
              <a:ext cx="115888" cy="117475"/>
            </a:xfrm>
            <a:custGeom>
              <a:avLst/>
              <a:gdLst>
                <a:gd name="T0" fmla="*/ 89 w 147"/>
                <a:gd name="T1" fmla="*/ 9 h 149"/>
                <a:gd name="T2" fmla="*/ 96 w 147"/>
                <a:gd name="T3" fmla="*/ 17 h 149"/>
                <a:gd name="T4" fmla="*/ 102 w 147"/>
                <a:gd name="T5" fmla="*/ 29 h 149"/>
                <a:gd name="T6" fmla="*/ 110 w 147"/>
                <a:gd name="T7" fmla="*/ 31 h 149"/>
                <a:gd name="T8" fmla="*/ 116 w 147"/>
                <a:gd name="T9" fmla="*/ 43 h 149"/>
                <a:gd name="T10" fmla="*/ 126 w 147"/>
                <a:gd name="T11" fmla="*/ 51 h 149"/>
                <a:gd name="T12" fmla="*/ 138 w 147"/>
                <a:gd name="T13" fmla="*/ 53 h 149"/>
                <a:gd name="T14" fmla="*/ 140 w 147"/>
                <a:gd name="T15" fmla="*/ 60 h 149"/>
                <a:gd name="T16" fmla="*/ 145 w 147"/>
                <a:gd name="T17" fmla="*/ 70 h 149"/>
                <a:gd name="T18" fmla="*/ 141 w 147"/>
                <a:gd name="T19" fmla="*/ 84 h 149"/>
                <a:gd name="T20" fmla="*/ 140 w 147"/>
                <a:gd name="T21" fmla="*/ 90 h 149"/>
                <a:gd name="T22" fmla="*/ 141 w 147"/>
                <a:gd name="T23" fmla="*/ 96 h 149"/>
                <a:gd name="T24" fmla="*/ 136 w 147"/>
                <a:gd name="T25" fmla="*/ 98 h 149"/>
                <a:gd name="T26" fmla="*/ 134 w 147"/>
                <a:gd name="T27" fmla="*/ 104 h 149"/>
                <a:gd name="T28" fmla="*/ 130 w 147"/>
                <a:gd name="T29" fmla="*/ 106 h 149"/>
                <a:gd name="T30" fmla="*/ 132 w 147"/>
                <a:gd name="T31" fmla="*/ 112 h 149"/>
                <a:gd name="T32" fmla="*/ 130 w 147"/>
                <a:gd name="T33" fmla="*/ 113 h 149"/>
                <a:gd name="T34" fmla="*/ 132 w 147"/>
                <a:gd name="T35" fmla="*/ 117 h 149"/>
                <a:gd name="T36" fmla="*/ 132 w 147"/>
                <a:gd name="T37" fmla="*/ 119 h 149"/>
                <a:gd name="T38" fmla="*/ 134 w 147"/>
                <a:gd name="T39" fmla="*/ 123 h 149"/>
                <a:gd name="T40" fmla="*/ 134 w 147"/>
                <a:gd name="T41" fmla="*/ 131 h 149"/>
                <a:gd name="T42" fmla="*/ 132 w 147"/>
                <a:gd name="T43" fmla="*/ 135 h 149"/>
                <a:gd name="T44" fmla="*/ 124 w 147"/>
                <a:gd name="T45" fmla="*/ 137 h 149"/>
                <a:gd name="T46" fmla="*/ 114 w 147"/>
                <a:gd name="T47" fmla="*/ 147 h 149"/>
                <a:gd name="T48" fmla="*/ 106 w 147"/>
                <a:gd name="T49" fmla="*/ 145 h 149"/>
                <a:gd name="T50" fmla="*/ 98 w 147"/>
                <a:gd name="T51" fmla="*/ 145 h 149"/>
                <a:gd name="T52" fmla="*/ 90 w 147"/>
                <a:gd name="T53" fmla="*/ 135 h 149"/>
                <a:gd name="T54" fmla="*/ 81 w 147"/>
                <a:gd name="T55" fmla="*/ 127 h 149"/>
                <a:gd name="T56" fmla="*/ 71 w 147"/>
                <a:gd name="T57" fmla="*/ 117 h 149"/>
                <a:gd name="T58" fmla="*/ 67 w 147"/>
                <a:gd name="T59" fmla="*/ 108 h 149"/>
                <a:gd name="T60" fmla="*/ 51 w 147"/>
                <a:gd name="T61" fmla="*/ 98 h 149"/>
                <a:gd name="T62" fmla="*/ 39 w 147"/>
                <a:gd name="T63" fmla="*/ 94 h 149"/>
                <a:gd name="T64" fmla="*/ 32 w 147"/>
                <a:gd name="T65" fmla="*/ 88 h 149"/>
                <a:gd name="T66" fmla="*/ 34 w 147"/>
                <a:gd name="T67" fmla="*/ 80 h 149"/>
                <a:gd name="T68" fmla="*/ 28 w 147"/>
                <a:gd name="T69" fmla="*/ 78 h 149"/>
                <a:gd name="T70" fmla="*/ 24 w 147"/>
                <a:gd name="T71" fmla="*/ 78 h 149"/>
                <a:gd name="T72" fmla="*/ 18 w 147"/>
                <a:gd name="T73" fmla="*/ 76 h 149"/>
                <a:gd name="T74" fmla="*/ 12 w 147"/>
                <a:gd name="T75" fmla="*/ 76 h 149"/>
                <a:gd name="T76" fmla="*/ 2 w 147"/>
                <a:gd name="T77" fmla="*/ 70 h 149"/>
                <a:gd name="T78" fmla="*/ 2 w 147"/>
                <a:gd name="T79" fmla="*/ 66 h 149"/>
                <a:gd name="T80" fmla="*/ 10 w 147"/>
                <a:gd name="T81" fmla="*/ 62 h 149"/>
                <a:gd name="T82" fmla="*/ 16 w 147"/>
                <a:gd name="T83" fmla="*/ 55 h 149"/>
                <a:gd name="T84" fmla="*/ 18 w 147"/>
                <a:gd name="T85" fmla="*/ 49 h 149"/>
                <a:gd name="T86" fmla="*/ 18 w 147"/>
                <a:gd name="T87" fmla="*/ 43 h 149"/>
                <a:gd name="T88" fmla="*/ 14 w 147"/>
                <a:gd name="T89" fmla="*/ 39 h 149"/>
                <a:gd name="T90" fmla="*/ 18 w 147"/>
                <a:gd name="T91" fmla="*/ 33 h 149"/>
                <a:gd name="T92" fmla="*/ 24 w 147"/>
                <a:gd name="T93" fmla="*/ 31 h 149"/>
                <a:gd name="T94" fmla="*/ 26 w 147"/>
                <a:gd name="T95" fmla="*/ 31 h 149"/>
                <a:gd name="T96" fmla="*/ 32 w 147"/>
                <a:gd name="T97" fmla="*/ 33 h 149"/>
                <a:gd name="T98" fmla="*/ 34 w 147"/>
                <a:gd name="T99" fmla="*/ 31 h 149"/>
                <a:gd name="T100" fmla="*/ 36 w 147"/>
                <a:gd name="T101" fmla="*/ 31 h 149"/>
                <a:gd name="T102" fmla="*/ 41 w 147"/>
                <a:gd name="T103" fmla="*/ 29 h 149"/>
                <a:gd name="T104" fmla="*/ 38 w 147"/>
                <a:gd name="T105" fmla="*/ 25 h 149"/>
                <a:gd name="T106" fmla="*/ 39 w 147"/>
                <a:gd name="T107" fmla="*/ 13 h 149"/>
                <a:gd name="T108" fmla="*/ 43 w 147"/>
                <a:gd name="T109" fmla="*/ 13 h 149"/>
                <a:gd name="T110" fmla="*/ 47 w 147"/>
                <a:gd name="T111" fmla="*/ 11 h 149"/>
                <a:gd name="T112" fmla="*/ 49 w 147"/>
                <a:gd name="T113" fmla="*/ 15 h 149"/>
                <a:gd name="T114" fmla="*/ 55 w 147"/>
                <a:gd name="T115" fmla="*/ 11 h 149"/>
                <a:gd name="T116" fmla="*/ 59 w 147"/>
                <a:gd name="T117" fmla="*/ 7 h 149"/>
                <a:gd name="T118" fmla="*/ 63 w 147"/>
                <a:gd name="T119" fmla="*/ 7 h 149"/>
                <a:gd name="T120" fmla="*/ 71 w 147"/>
                <a:gd name="T121" fmla="*/ 4 h 149"/>
                <a:gd name="T122" fmla="*/ 75 w 147"/>
                <a:gd name="T123" fmla="*/ 5 h 149"/>
                <a:gd name="T124" fmla="*/ 83 w 147"/>
                <a:gd name="T125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" h="149">
                  <a:moveTo>
                    <a:pt x="85" y="0"/>
                  </a:moveTo>
                  <a:lnTo>
                    <a:pt x="85" y="2"/>
                  </a:lnTo>
                  <a:lnTo>
                    <a:pt x="89" y="4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7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90" y="9"/>
                  </a:lnTo>
                  <a:lnTo>
                    <a:pt x="90" y="9"/>
                  </a:lnTo>
                  <a:lnTo>
                    <a:pt x="90" y="11"/>
                  </a:lnTo>
                  <a:lnTo>
                    <a:pt x="94" y="11"/>
                  </a:lnTo>
                  <a:lnTo>
                    <a:pt x="96" y="11"/>
                  </a:lnTo>
                  <a:lnTo>
                    <a:pt x="96" y="11"/>
                  </a:lnTo>
                  <a:lnTo>
                    <a:pt x="96" y="11"/>
                  </a:lnTo>
                  <a:lnTo>
                    <a:pt x="96" y="13"/>
                  </a:lnTo>
                  <a:lnTo>
                    <a:pt x="96" y="13"/>
                  </a:lnTo>
                  <a:lnTo>
                    <a:pt x="96" y="15"/>
                  </a:lnTo>
                  <a:lnTo>
                    <a:pt x="96" y="17"/>
                  </a:lnTo>
                  <a:lnTo>
                    <a:pt x="96" y="17"/>
                  </a:lnTo>
                  <a:lnTo>
                    <a:pt x="96" y="19"/>
                  </a:lnTo>
                  <a:lnTo>
                    <a:pt x="96" y="21"/>
                  </a:lnTo>
                  <a:lnTo>
                    <a:pt x="98" y="21"/>
                  </a:lnTo>
                  <a:lnTo>
                    <a:pt x="98" y="23"/>
                  </a:lnTo>
                  <a:lnTo>
                    <a:pt x="98" y="25"/>
                  </a:lnTo>
                  <a:lnTo>
                    <a:pt x="98" y="25"/>
                  </a:lnTo>
                  <a:lnTo>
                    <a:pt x="100" y="25"/>
                  </a:lnTo>
                  <a:lnTo>
                    <a:pt x="100" y="25"/>
                  </a:lnTo>
                  <a:lnTo>
                    <a:pt x="100" y="27"/>
                  </a:lnTo>
                  <a:lnTo>
                    <a:pt x="102" y="29"/>
                  </a:lnTo>
                  <a:lnTo>
                    <a:pt x="102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8" y="29"/>
                  </a:lnTo>
                  <a:lnTo>
                    <a:pt x="108" y="29"/>
                  </a:lnTo>
                  <a:lnTo>
                    <a:pt x="108" y="31"/>
                  </a:lnTo>
                  <a:lnTo>
                    <a:pt x="110" y="31"/>
                  </a:lnTo>
                  <a:lnTo>
                    <a:pt x="110" y="31"/>
                  </a:lnTo>
                  <a:lnTo>
                    <a:pt x="110" y="31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8" y="33"/>
                  </a:lnTo>
                  <a:lnTo>
                    <a:pt x="108" y="35"/>
                  </a:lnTo>
                  <a:lnTo>
                    <a:pt x="108" y="35"/>
                  </a:lnTo>
                  <a:lnTo>
                    <a:pt x="108" y="35"/>
                  </a:lnTo>
                  <a:lnTo>
                    <a:pt x="110" y="39"/>
                  </a:lnTo>
                  <a:lnTo>
                    <a:pt x="110" y="41"/>
                  </a:lnTo>
                  <a:lnTo>
                    <a:pt x="112" y="41"/>
                  </a:lnTo>
                  <a:lnTo>
                    <a:pt x="116" y="43"/>
                  </a:lnTo>
                  <a:lnTo>
                    <a:pt x="116" y="45"/>
                  </a:lnTo>
                  <a:lnTo>
                    <a:pt x="118" y="45"/>
                  </a:lnTo>
                  <a:lnTo>
                    <a:pt x="118" y="45"/>
                  </a:lnTo>
                  <a:lnTo>
                    <a:pt x="118" y="43"/>
                  </a:lnTo>
                  <a:lnTo>
                    <a:pt x="120" y="43"/>
                  </a:lnTo>
                  <a:lnTo>
                    <a:pt x="120" y="43"/>
                  </a:lnTo>
                  <a:lnTo>
                    <a:pt x="120" y="45"/>
                  </a:lnTo>
                  <a:lnTo>
                    <a:pt x="122" y="47"/>
                  </a:lnTo>
                  <a:lnTo>
                    <a:pt x="124" y="49"/>
                  </a:lnTo>
                  <a:lnTo>
                    <a:pt x="124" y="49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30" y="51"/>
                  </a:lnTo>
                  <a:lnTo>
                    <a:pt x="130" y="51"/>
                  </a:lnTo>
                  <a:lnTo>
                    <a:pt x="132" y="51"/>
                  </a:lnTo>
                  <a:lnTo>
                    <a:pt x="134" y="51"/>
                  </a:lnTo>
                  <a:lnTo>
                    <a:pt x="134" y="51"/>
                  </a:lnTo>
                  <a:lnTo>
                    <a:pt x="136" y="51"/>
                  </a:lnTo>
                  <a:lnTo>
                    <a:pt x="136" y="51"/>
                  </a:lnTo>
                  <a:lnTo>
                    <a:pt x="138" y="51"/>
                  </a:lnTo>
                  <a:lnTo>
                    <a:pt x="138" y="53"/>
                  </a:lnTo>
                  <a:lnTo>
                    <a:pt x="138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3" y="55"/>
                  </a:lnTo>
                  <a:lnTo>
                    <a:pt x="143" y="55"/>
                  </a:lnTo>
                  <a:lnTo>
                    <a:pt x="143" y="55"/>
                  </a:lnTo>
                  <a:lnTo>
                    <a:pt x="143" y="55"/>
                  </a:lnTo>
                  <a:lnTo>
                    <a:pt x="143" y="57"/>
                  </a:lnTo>
                  <a:lnTo>
                    <a:pt x="143" y="57"/>
                  </a:lnTo>
                  <a:lnTo>
                    <a:pt x="141" y="57"/>
                  </a:lnTo>
                  <a:lnTo>
                    <a:pt x="141" y="58"/>
                  </a:lnTo>
                  <a:lnTo>
                    <a:pt x="140" y="60"/>
                  </a:lnTo>
                  <a:lnTo>
                    <a:pt x="140" y="62"/>
                  </a:lnTo>
                  <a:lnTo>
                    <a:pt x="140" y="62"/>
                  </a:lnTo>
                  <a:lnTo>
                    <a:pt x="140" y="64"/>
                  </a:lnTo>
                  <a:lnTo>
                    <a:pt x="140" y="66"/>
                  </a:lnTo>
                  <a:lnTo>
                    <a:pt x="140" y="68"/>
                  </a:lnTo>
                  <a:lnTo>
                    <a:pt x="141" y="68"/>
                  </a:lnTo>
                  <a:lnTo>
                    <a:pt x="141" y="68"/>
                  </a:lnTo>
                  <a:lnTo>
                    <a:pt x="143" y="68"/>
                  </a:lnTo>
                  <a:lnTo>
                    <a:pt x="143" y="68"/>
                  </a:lnTo>
                  <a:lnTo>
                    <a:pt x="143" y="68"/>
                  </a:lnTo>
                  <a:lnTo>
                    <a:pt x="145" y="68"/>
                  </a:lnTo>
                  <a:lnTo>
                    <a:pt x="145" y="70"/>
                  </a:lnTo>
                  <a:lnTo>
                    <a:pt x="147" y="72"/>
                  </a:lnTo>
                  <a:lnTo>
                    <a:pt x="147" y="74"/>
                  </a:lnTo>
                  <a:lnTo>
                    <a:pt x="147" y="74"/>
                  </a:lnTo>
                  <a:lnTo>
                    <a:pt x="147" y="78"/>
                  </a:lnTo>
                  <a:lnTo>
                    <a:pt x="145" y="80"/>
                  </a:lnTo>
                  <a:lnTo>
                    <a:pt x="143" y="82"/>
                  </a:lnTo>
                  <a:lnTo>
                    <a:pt x="143" y="82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41" y="84"/>
                  </a:lnTo>
                  <a:lnTo>
                    <a:pt x="141" y="86"/>
                  </a:lnTo>
                  <a:lnTo>
                    <a:pt x="143" y="88"/>
                  </a:lnTo>
                  <a:lnTo>
                    <a:pt x="143" y="88"/>
                  </a:lnTo>
                  <a:lnTo>
                    <a:pt x="143" y="88"/>
                  </a:lnTo>
                  <a:lnTo>
                    <a:pt x="143" y="88"/>
                  </a:lnTo>
                  <a:lnTo>
                    <a:pt x="141" y="88"/>
                  </a:lnTo>
                  <a:lnTo>
                    <a:pt x="141" y="88"/>
                  </a:lnTo>
                  <a:lnTo>
                    <a:pt x="141" y="88"/>
                  </a:lnTo>
                  <a:lnTo>
                    <a:pt x="141" y="90"/>
                  </a:lnTo>
                  <a:lnTo>
                    <a:pt x="141" y="90"/>
                  </a:lnTo>
                  <a:lnTo>
                    <a:pt x="141" y="90"/>
                  </a:lnTo>
                  <a:lnTo>
                    <a:pt x="140" y="90"/>
                  </a:lnTo>
                  <a:lnTo>
                    <a:pt x="140" y="90"/>
                  </a:lnTo>
                  <a:lnTo>
                    <a:pt x="140" y="90"/>
                  </a:lnTo>
                  <a:lnTo>
                    <a:pt x="140" y="90"/>
                  </a:lnTo>
                  <a:lnTo>
                    <a:pt x="140" y="92"/>
                  </a:lnTo>
                  <a:lnTo>
                    <a:pt x="140" y="92"/>
                  </a:lnTo>
                  <a:lnTo>
                    <a:pt x="140" y="92"/>
                  </a:lnTo>
                  <a:lnTo>
                    <a:pt x="141" y="94"/>
                  </a:lnTo>
                  <a:lnTo>
                    <a:pt x="141" y="94"/>
                  </a:lnTo>
                  <a:lnTo>
                    <a:pt x="141" y="94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8"/>
                  </a:lnTo>
                  <a:lnTo>
                    <a:pt x="140" y="98"/>
                  </a:lnTo>
                  <a:lnTo>
                    <a:pt x="140" y="98"/>
                  </a:lnTo>
                  <a:lnTo>
                    <a:pt x="140" y="98"/>
                  </a:lnTo>
                  <a:lnTo>
                    <a:pt x="140" y="98"/>
                  </a:lnTo>
                  <a:lnTo>
                    <a:pt x="138" y="98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6" y="100"/>
                  </a:lnTo>
                  <a:lnTo>
                    <a:pt x="136" y="100"/>
                  </a:lnTo>
                  <a:lnTo>
                    <a:pt x="136" y="100"/>
                  </a:lnTo>
                  <a:lnTo>
                    <a:pt x="136" y="100"/>
                  </a:lnTo>
                  <a:lnTo>
                    <a:pt x="136" y="100"/>
                  </a:lnTo>
                  <a:lnTo>
                    <a:pt x="134" y="102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4" y="104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0" y="106"/>
                  </a:lnTo>
                  <a:lnTo>
                    <a:pt x="130" y="106"/>
                  </a:lnTo>
                  <a:lnTo>
                    <a:pt x="130" y="106"/>
                  </a:lnTo>
                  <a:lnTo>
                    <a:pt x="130" y="106"/>
                  </a:lnTo>
                  <a:lnTo>
                    <a:pt x="130" y="106"/>
                  </a:lnTo>
                  <a:lnTo>
                    <a:pt x="130" y="110"/>
                  </a:lnTo>
                  <a:lnTo>
                    <a:pt x="130" y="110"/>
                  </a:lnTo>
                  <a:lnTo>
                    <a:pt x="132" y="110"/>
                  </a:lnTo>
                  <a:lnTo>
                    <a:pt x="132" y="110"/>
                  </a:lnTo>
                  <a:lnTo>
                    <a:pt x="132" y="110"/>
                  </a:lnTo>
                  <a:lnTo>
                    <a:pt x="132" y="110"/>
                  </a:lnTo>
                  <a:lnTo>
                    <a:pt x="132" y="110"/>
                  </a:lnTo>
                  <a:lnTo>
                    <a:pt x="132" y="112"/>
                  </a:lnTo>
                  <a:lnTo>
                    <a:pt x="132" y="112"/>
                  </a:lnTo>
                  <a:lnTo>
                    <a:pt x="132" y="112"/>
                  </a:lnTo>
                  <a:lnTo>
                    <a:pt x="132" y="112"/>
                  </a:lnTo>
                  <a:lnTo>
                    <a:pt x="132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2"/>
                  </a:lnTo>
                  <a:lnTo>
                    <a:pt x="130" y="113"/>
                  </a:lnTo>
                  <a:lnTo>
                    <a:pt x="130" y="113"/>
                  </a:lnTo>
                  <a:lnTo>
                    <a:pt x="130" y="113"/>
                  </a:lnTo>
                  <a:lnTo>
                    <a:pt x="130" y="113"/>
                  </a:lnTo>
                  <a:lnTo>
                    <a:pt x="130" y="113"/>
                  </a:lnTo>
                  <a:lnTo>
                    <a:pt x="130" y="113"/>
                  </a:lnTo>
                  <a:lnTo>
                    <a:pt x="130" y="115"/>
                  </a:lnTo>
                  <a:lnTo>
                    <a:pt x="130" y="115"/>
                  </a:lnTo>
                  <a:lnTo>
                    <a:pt x="130" y="115"/>
                  </a:lnTo>
                  <a:lnTo>
                    <a:pt x="132" y="115"/>
                  </a:lnTo>
                  <a:lnTo>
                    <a:pt x="132" y="115"/>
                  </a:lnTo>
                  <a:lnTo>
                    <a:pt x="132" y="117"/>
                  </a:lnTo>
                  <a:lnTo>
                    <a:pt x="132" y="117"/>
                  </a:lnTo>
                  <a:lnTo>
                    <a:pt x="132" y="117"/>
                  </a:lnTo>
                  <a:lnTo>
                    <a:pt x="134" y="117"/>
                  </a:lnTo>
                  <a:lnTo>
                    <a:pt x="134" y="117"/>
                  </a:lnTo>
                  <a:lnTo>
                    <a:pt x="134" y="117"/>
                  </a:lnTo>
                  <a:lnTo>
                    <a:pt x="134" y="117"/>
                  </a:lnTo>
                  <a:lnTo>
                    <a:pt x="134" y="119"/>
                  </a:lnTo>
                  <a:lnTo>
                    <a:pt x="134" y="119"/>
                  </a:lnTo>
                  <a:lnTo>
                    <a:pt x="134" y="119"/>
                  </a:lnTo>
                  <a:lnTo>
                    <a:pt x="134" y="119"/>
                  </a:lnTo>
                  <a:lnTo>
                    <a:pt x="134" y="119"/>
                  </a:lnTo>
                  <a:lnTo>
                    <a:pt x="132" y="119"/>
                  </a:lnTo>
                  <a:lnTo>
                    <a:pt x="132" y="119"/>
                  </a:lnTo>
                  <a:lnTo>
                    <a:pt x="132" y="119"/>
                  </a:lnTo>
                  <a:lnTo>
                    <a:pt x="132" y="119"/>
                  </a:lnTo>
                  <a:lnTo>
                    <a:pt x="132" y="119"/>
                  </a:lnTo>
                  <a:lnTo>
                    <a:pt x="132" y="121"/>
                  </a:lnTo>
                  <a:lnTo>
                    <a:pt x="132" y="121"/>
                  </a:lnTo>
                  <a:lnTo>
                    <a:pt x="132" y="121"/>
                  </a:lnTo>
                  <a:lnTo>
                    <a:pt x="132" y="123"/>
                  </a:lnTo>
                  <a:lnTo>
                    <a:pt x="132" y="123"/>
                  </a:lnTo>
                  <a:lnTo>
                    <a:pt x="132" y="123"/>
                  </a:lnTo>
                  <a:lnTo>
                    <a:pt x="132" y="123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34" y="125"/>
                  </a:lnTo>
                  <a:lnTo>
                    <a:pt x="134" y="125"/>
                  </a:lnTo>
                  <a:lnTo>
                    <a:pt x="134" y="125"/>
                  </a:lnTo>
                  <a:lnTo>
                    <a:pt x="134" y="127"/>
                  </a:lnTo>
                  <a:lnTo>
                    <a:pt x="134" y="127"/>
                  </a:lnTo>
                  <a:lnTo>
                    <a:pt x="136" y="129"/>
                  </a:lnTo>
                  <a:lnTo>
                    <a:pt x="136" y="129"/>
                  </a:lnTo>
                  <a:lnTo>
                    <a:pt x="136" y="129"/>
                  </a:lnTo>
                  <a:lnTo>
                    <a:pt x="136" y="129"/>
                  </a:lnTo>
                  <a:lnTo>
                    <a:pt x="136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1"/>
                  </a:lnTo>
                  <a:lnTo>
                    <a:pt x="134" y="133"/>
                  </a:lnTo>
                  <a:lnTo>
                    <a:pt x="132" y="133"/>
                  </a:lnTo>
                  <a:lnTo>
                    <a:pt x="132" y="133"/>
                  </a:lnTo>
                  <a:lnTo>
                    <a:pt x="132" y="133"/>
                  </a:lnTo>
                  <a:lnTo>
                    <a:pt x="132" y="133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5"/>
                  </a:lnTo>
                  <a:lnTo>
                    <a:pt x="126" y="135"/>
                  </a:lnTo>
                  <a:lnTo>
                    <a:pt x="126" y="135"/>
                  </a:lnTo>
                  <a:lnTo>
                    <a:pt x="126" y="135"/>
                  </a:lnTo>
                  <a:lnTo>
                    <a:pt x="126" y="137"/>
                  </a:lnTo>
                  <a:lnTo>
                    <a:pt x="126" y="137"/>
                  </a:lnTo>
                  <a:lnTo>
                    <a:pt x="124" y="137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22" y="135"/>
                  </a:lnTo>
                  <a:lnTo>
                    <a:pt x="120" y="137"/>
                  </a:lnTo>
                  <a:lnTo>
                    <a:pt x="120" y="137"/>
                  </a:lnTo>
                  <a:lnTo>
                    <a:pt x="118" y="137"/>
                  </a:lnTo>
                  <a:lnTo>
                    <a:pt x="118" y="139"/>
                  </a:lnTo>
                  <a:lnTo>
                    <a:pt x="116" y="145"/>
                  </a:lnTo>
                  <a:lnTo>
                    <a:pt x="114" y="145"/>
                  </a:lnTo>
                  <a:lnTo>
                    <a:pt x="114" y="147"/>
                  </a:lnTo>
                  <a:lnTo>
                    <a:pt x="114" y="147"/>
                  </a:lnTo>
                  <a:lnTo>
                    <a:pt x="112" y="149"/>
                  </a:lnTo>
                  <a:lnTo>
                    <a:pt x="110" y="149"/>
                  </a:lnTo>
                  <a:lnTo>
                    <a:pt x="110" y="149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49"/>
                  </a:lnTo>
                  <a:lnTo>
                    <a:pt x="106" y="149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5"/>
                  </a:lnTo>
                  <a:lnTo>
                    <a:pt x="106" y="145"/>
                  </a:lnTo>
                  <a:lnTo>
                    <a:pt x="106" y="145"/>
                  </a:lnTo>
                  <a:lnTo>
                    <a:pt x="102" y="143"/>
                  </a:lnTo>
                  <a:lnTo>
                    <a:pt x="102" y="143"/>
                  </a:lnTo>
                  <a:lnTo>
                    <a:pt x="100" y="143"/>
                  </a:lnTo>
                  <a:lnTo>
                    <a:pt x="100" y="143"/>
                  </a:lnTo>
                  <a:lnTo>
                    <a:pt x="100" y="143"/>
                  </a:lnTo>
                  <a:lnTo>
                    <a:pt x="100" y="143"/>
                  </a:lnTo>
                  <a:lnTo>
                    <a:pt x="100" y="145"/>
                  </a:lnTo>
                  <a:lnTo>
                    <a:pt x="100" y="145"/>
                  </a:lnTo>
                  <a:lnTo>
                    <a:pt x="100" y="145"/>
                  </a:lnTo>
                  <a:lnTo>
                    <a:pt x="100" y="145"/>
                  </a:lnTo>
                  <a:lnTo>
                    <a:pt x="98" y="145"/>
                  </a:lnTo>
                  <a:lnTo>
                    <a:pt x="98" y="147"/>
                  </a:lnTo>
                  <a:lnTo>
                    <a:pt x="98" y="147"/>
                  </a:lnTo>
                  <a:lnTo>
                    <a:pt x="96" y="147"/>
                  </a:lnTo>
                  <a:lnTo>
                    <a:pt x="94" y="147"/>
                  </a:lnTo>
                  <a:lnTo>
                    <a:pt x="94" y="145"/>
                  </a:lnTo>
                  <a:lnTo>
                    <a:pt x="94" y="145"/>
                  </a:lnTo>
                  <a:lnTo>
                    <a:pt x="94" y="145"/>
                  </a:lnTo>
                  <a:lnTo>
                    <a:pt x="92" y="141"/>
                  </a:lnTo>
                  <a:lnTo>
                    <a:pt x="90" y="137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0" y="133"/>
                  </a:lnTo>
                  <a:lnTo>
                    <a:pt x="90" y="133"/>
                  </a:lnTo>
                  <a:lnTo>
                    <a:pt x="90" y="133"/>
                  </a:lnTo>
                  <a:lnTo>
                    <a:pt x="89" y="133"/>
                  </a:lnTo>
                  <a:lnTo>
                    <a:pt x="89" y="133"/>
                  </a:lnTo>
                  <a:lnTo>
                    <a:pt x="85" y="129"/>
                  </a:lnTo>
                  <a:lnTo>
                    <a:pt x="85" y="129"/>
                  </a:lnTo>
                  <a:lnTo>
                    <a:pt x="85" y="129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77" y="123"/>
                  </a:lnTo>
                  <a:lnTo>
                    <a:pt x="77" y="123"/>
                  </a:lnTo>
                  <a:lnTo>
                    <a:pt x="77" y="119"/>
                  </a:lnTo>
                  <a:lnTo>
                    <a:pt x="75" y="119"/>
                  </a:lnTo>
                  <a:lnTo>
                    <a:pt x="75" y="119"/>
                  </a:lnTo>
                  <a:lnTo>
                    <a:pt x="75" y="117"/>
                  </a:lnTo>
                  <a:lnTo>
                    <a:pt x="75" y="117"/>
                  </a:lnTo>
                  <a:lnTo>
                    <a:pt x="73" y="117"/>
                  </a:lnTo>
                  <a:lnTo>
                    <a:pt x="71" y="117"/>
                  </a:lnTo>
                  <a:lnTo>
                    <a:pt x="71" y="115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69" y="113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67" y="110"/>
                  </a:lnTo>
                  <a:lnTo>
                    <a:pt x="67" y="110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7" y="104"/>
                  </a:lnTo>
                  <a:lnTo>
                    <a:pt x="65" y="102"/>
                  </a:lnTo>
                  <a:lnTo>
                    <a:pt x="65" y="102"/>
                  </a:lnTo>
                  <a:lnTo>
                    <a:pt x="65" y="98"/>
                  </a:lnTo>
                  <a:lnTo>
                    <a:pt x="65" y="98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53" y="98"/>
                  </a:lnTo>
                  <a:lnTo>
                    <a:pt x="51" y="98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5" y="94"/>
                  </a:lnTo>
                  <a:lnTo>
                    <a:pt x="45" y="96"/>
                  </a:lnTo>
                  <a:lnTo>
                    <a:pt x="43" y="96"/>
                  </a:lnTo>
                  <a:lnTo>
                    <a:pt x="43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4"/>
                  </a:lnTo>
                  <a:lnTo>
                    <a:pt x="39" y="94"/>
                  </a:lnTo>
                  <a:lnTo>
                    <a:pt x="38" y="92"/>
                  </a:lnTo>
                  <a:lnTo>
                    <a:pt x="36" y="92"/>
                  </a:lnTo>
                  <a:lnTo>
                    <a:pt x="32" y="92"/>
                  </a:lnTo>
                  <a:lnTo>
                    <a:pt x="30" y="92"/>
                  </a:lnTo>
                  <a:lnTo>
                    <a:pt x="30" y="92"/>
                  </a:lnTo>
                  <a:lnTo>
                    <a:pt x="30" y="92"/>
                  </a:lnTo>
                  <a:lnTo>
                    <a:pt x="30" y="92"/>
                  </a:lnTo>
                  <a:lnTo>
                    <a:pt x="30" y="92"/>
                  </a:lnTo>
                  <a:lnTo>
                    <a:pt x="30" y="90"/>
                  </a:lnTo>
                  <a:lnTo>
                    <a:pt x="30" y="90"/>
                  </a:lnTo>
                  <a:lnTo>
                    <a:pt x="32" y="90"/>
                  </a:lnTo>
                  <a:lnTo>
                    <a:pt x="32" y="88"/>
                  </a:lnTo>
                  <a:lnTo>
                    <a:pt x="32" y="88"/>
                  </a:lnTo>
                  <a:lnTo>
                    <a:pt x="32" y="88"/>
                  </a:lnTo>
                  <a:lnTo>
                    <a:pt x="34" y="88"/>
                  </a:lnTo>
                  <a:lnTo>
                    <a:pt x="34" y="86"/>
                  </a:lnTo>
                  <a:lnTo>
                    <a:pt x="32" y="84"/>
                  </a:lnTo>
                  <a:lnTo>
                    <a:pt x="32" y="82"/>
                  </a:lnTo>
                  <a:lnTo>
                    <a:pt x="32" y="82"/>
                  </a:lnTo>
                  <a:lnTo>
                    <a:pt x="32" y="82"/>
                  </a:lnTo>
                  <a:lnTo>
                    <a:pt x="32" y="80"/>
                  </a:lnTo>
                  <a:lnTo>
                    <a:pt x="32" y="80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2" y="78"/>
                  </a:lnTo>
                  <a:lnTo>
                    <a:pt x="32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0" y="78"/>
                  </a:lnTo>
                  <a:lnTo>
                    <a:pt x="20" y="78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6" y="76"/>
                  </a:lnTo>
                  <a:lnTo>
                    <a:pt x="16" y="76"/>
                  </a:lnTo>
                  <a:lnTo>
                    <a:pt x="14" y="76"/>
                  </a:lnTo>
                  <a:lnTo>
                    <a:pt x="14" y="76"/>
                  </a:lnTo>
                  <a:lnTo>
                    <a:pt x="14" y="76"/>
                  </a:lnTo>
                  <a:lnTo>
                    <a:pt x="14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8" y="76"/>
                  </a:lnTo>
                  <a:lnTo>
                    <a:pt x="6" y="76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2" y="66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8" y="6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60"/>
                  </a:lnTo>
                  <a:lnTo>
                    <a:pt x="12" y="58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22" y="51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8" y="49"/>
                  </a:lnTo>
                  <a:lnTo>
                    <a:pt x="20" y="49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4" y="39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1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6" y="29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0" y="33"/>
                  </a:lnTo>
                  <a:lnTo>
                    <a:pt x="30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1"/>
                  </a:lnTo>
                  <a:lnTo>
                    <a:pt x="32" y="31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4" y="31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39" y="31"/>
                  </a:lnTo>
                  <a:lnTo>
                    <a:pt x="39" y="31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39" y="23"/>
                  </a:lnTo>
                  <a:lnTo>
                    <a:pt x="39" y="23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8" y="25"/>
                  </a:lnTo>
                  <a:lnTo>
                    <a:pt x="38" y="25"/>
                  </a:lnTo>
                  <a:lnTo>
                    <a:pt x="38" y="25"/>
                  </a:lnTo>
                  <a:lnTo>
                    <a:pt x="36" y="23"/>
                  </a:lnTo>
                  <a:lnTo>
                    <a:pt x="36" y="21"/>
                  </a:lnTo>
                  <a:lnTo>
                    <a:pt x="36" y="21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8" y="19"/>
                  </a:lnTo>
                  <a:lnTo>
                    <a:pt x="38" y="17"/>
                  </a:lnTo>
                  <a:lnTo>
                    <a:pt x="38" y="17"/>
                  </a:lnTo>
                  <a:lnTo>
                    <a:pt x="38" y="17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39" y="13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9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1" y="15"/>
                  </a:lnTo>
                  <a:lnTo>
                    <a:pt x="51" y="13"/>
                  </a:lnTo>
                  <a:lnTo>
                    <a:pt x="51" y="13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9"/>
                  </a:lnTo>
                  <a:lnTo>
                    <a:pt x="55" y="9"/>
                  </a:lnTo>
                  <a:lnTo>
                    <a:pt x="55" y="9"/>
                  </a:lnTo>
                  <a:lnTo>
                    <a:pt x="55" y="9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9" y="5"/>
                  </a:lnTo>
                  <a:lnTo>
                    <a:pt x="59" y="5"/>
                  </a:lnTo>
                  <a:lnTo>
                    <a:pt x="59" y="5"/>
                  </a:lnTo>
                  <a:lnTo>
                    <a:pt x="59" y="5"/>
                  </a:lnTo>
                  <a:lnTo>
                    <a:pt x="59" y="5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3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5" y="4"/>
                  </a:lnTo>
                  <a:lnTo>
                    <a:pt x="67" y="4"/>
                  </a:lnTo>
                  <a:lnTo>
                    <a:pt x="69" y="4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884238" y="3830638"/>
              <a:ext cx="228600" cy="249238"/>
            </a:xfrm>
            <a:custGeom>
              <a:avLst/>
              <a:gdLst>
                <a:gd name="T0" fmla="*/ 230 w 289"/>
                <a:gd name="T1" fmla="*/ 22 h 315"/>
                <a:gd name="T2" fmla="*/ 242 w 289"/>
                <a:gd name="T3" fmla="*/ 59 h 315"/>
                <a:gd name="T4" fmla="*/ 236 w 289"/>
                <a:gd name="T5" fmla="*/ 73 h 315"/>
                <a:gd name="T6" fmla="*/ 230 w 289"/>
                <a:gd name="T7" fmla="*/ 85 h 315"/>
                <a:gd name="T8" fmla="*/ 242 w 289"/>
                <a:gd name="T9" fmla="*/ 95 h 315"/>
                <a:gd name="T10" fmla="*/ 249 w 289"/>
                <a:gd name="T11" fmla="*/ 114 h 315"/>
                <a:gd name="T12" fmla="*/ 244 w 289"/>
                <a:gd name="T13" fmla="*/ 132 h 315"/>
                <a:gd name="T14" fmla="*/ 238 w 289"/>
                <a:gd name="T15" fmla="*/ 138 h 315"/>
                <a:gd name="T16" fmla="*/ 226 w 289"/>
                <a:gd name="T17" fmla="*/ 136 h 315"/>
                <a:gd name="T18" fmla="*/ 206 w 289"/>
                <a:gd name="T19" fmla="*/ 148 h 315"/>
                <a:gd name="T20" fmla="*/ 204 w 289"/>
                <a:gd name="T21" fmla="*/ 155 h 315"/>
                <a:gd name="T22" fmla="*/ 210 w 289"/>
                <a:gd name="T23" fmla="*/ 167 h 315"/>
                <a:gd name="T24" fmla="*/ 226 w 289"/>
                <a:gd name="T25" fmla="*/ 208 h 315"/>
                <a:gd name="T26" fmla="*/ 238 w 289"/>
                <a:gd name="T27" fmla="*/ 214 h 315"/>
                <a:gd name="T28" fmla="*/ 257 w 289"/>
                <a:gd name="T29" fmla="*/ 230 h 315"/>
                <a:gd name="T30" fmla="*/ 265 w 289"/>
                <a:gd name="T31" fmla="*/ 248 h 315"/>
                <a:gd name="T32" fmla="*/ 281 w 289"/>
                <a:gd name="T33" fmla="*/ 232 h 315"/>
                <a:gd name="T34" fmla="*/ 271 w 289"/>
                <a:gd name="T35" fmla="*/ 277 h 315"/>
                <a:gd name="T36" fmla="*/ 246 w 289"/>
                <a:gd name="T37" fmla="*/ 289 h 315"/>
                <a:gd name="T38" fmla="*/ 246 w 289"/>
                <a:gd name="T39" fmla="*/ 309 h 315"/>
                <a:gd name="T40" fmla="*/ 238 w 289"/>
                <a:gd name="T41" fmla="*/ 303 h 315"/>
                <a:gd name="T42" fmla="*/ 222 w 289"/>
                <a:gd name="T43" fmla="*/ 315 h 315"/>
                <a:gd name="T44" fmla="*/ 183 w 289"/>
                <a:gd name="T45" fmla="*/ 281 h 315"/>
                <a:gd name="T46" fmla="*/ 161 w 289"/>
                <a:gd name="T47" fmla="*/ 263 h 315"/>
                <a:gd name="T48" fmla="*/ 161 w 289"/>
                <a:gd name="T49" fmla="*/ 281 h 315"/>
                <a:gd name="T50" fmla="*/ 144 w 289"/>
                <a:gd name="T51" fmla="*/ 285 h 315"/>
                <a:gd name="T52" fmla="*/ 134 w 289"/>
                <a:gd name="T53" fmla="*/ 281 h 315"/>
                <a:gd name="T54" fmla="*/ 130 w 289"/>
                <a:gd name="T55" fmla="*/ 295 h 315"/>
                <a:gd name="T56" fmla="*/ 104 w 289"/>
                <a:gd name="T57" fmla="*/ 285 h 315"/>
                <a:gd name="T58" fmla="*/ 100 w 289"/>
                <a:gd name="T59" fmla="*/ 271 h 315"/>
                <a:gd name="T60" fmla="*/ 102 w 289"/>
                <a:gd name="T61" fmla="*/ 262 h 315"/>
                <a:gd name="T62" fmla="*/ 73 w 289"/>
                <a:gd name="T63" fmla="*/ 246 h 315"/>
                <a:gd name="T64" fmla="*/ 75 w 289"/>
                <a:gd name="T65" fmla="*/ 236 h 315"/>
                <a:gd name="T66" fmla="*/ 71 w 289"/>
                <a:gd name="T67" fmla="*/ 220 h 315"/>
                <a:gd name="T68" fmla="*/ 63 w 289"/>
                <a:gd name="T69" fmla="*/ 207 h 315"/>
                <a:gd name="T70" fmla="*/ 49 w 289"/>
                <a:gd name="T71" fmla="*/ 199 h 315"/>
                <a:gd name="T72" fmla="*/ 36 w 289"/>
                <a:gd name="T73" fmla="*/ 199 h 315"/>
                <a:gd name="T74" fmla="*/ 30 w 289"/>
                <a:gd name="T75" fmla="*/ 205 h 315"/>
                <a:gd name="T76" fmla="*/ 16 w 289"/>
                <a:gd name="T77" fmla="*/ 199 h 315"/>
                <a:gd name="T78" fmla="*/ 22 w 289"/>
                <a:gd name="T79" fmla="*/ 189 h 315"/>
                <a:gd name="T80" fmla="*/ 14 w 289"/>
                <a:gd name="T81" fmla="*/ 181 h 315"/>
                <a:gd name="T82" fmla="*/ 38 w 289"/>
                <a:gd name="T83" fmla="*/ 177 h 315"/>
                <a:gd name="T84" fmla="*/ 51 w 289"/>
                <a:gd name="T85" fmla="*/ 175 h 315"/>
                <a:gd name="T86" fmla="*/ 47 w 289"/>
                <a:gd name="T87" fmla="*/ 161 h 315"/>
                <a:gd name="T88" fmla="*/ 30 w 289"/>
                <a:gd name="T89" fmla="*/ 163 h 315"/>
                <a:gd name="T90" fmla="*/ 14 w 289"/>
                <a:gd name="T91" fmla="*/ 155 h 315"/>
                <a:gd name="T92" fmla="*/ 18 w 289"/>
                <a:gd name="T93" fmla="*/ 154 h 315"/>
                <a:gd name="T94" fmla="*/ 6 w 289"/>
                <a:gd name="T95" fmla="*/ 148 h 315"/>
                <a:gd name="T96" fmla="*/ 18 w 289"/>
                <a:gd name="T97" fmla="*/ 124 h 315"/>
                <a:gd name="T98" fmla="*/ 59 w 289"/>
                <a:gd name="T99" fmla="*/ 122 h 315"/>
                <a:gd name="T100" fmla="*/ 93 w 289"/>
                <a:gd name="T101" fmla="*/ 132 h 315"/>
                <a:gd name="T102" fmla="*/ 98 w 289"/>
                <a:gd name="T103" fmla="*/ 122 h 315"/>
                <a:gd name="T104" fmla="*/ 112 w 289"/>
                <a:gd name="T105" fmla="*/ 100 h 315"/>
                <a:gd name="T106" fmla="*/ 108 w 289"/>
                <a:gd name="T107" fmla="*/ 83 h 315"/>
                <a:gd name="T108" fmla="*/ 132 w 289"/>
                <a:gd name="T109" fmla="*/ 71 h 315"/>
                <a:gd name="T110" fmla="*/ 116 w 289"/>
                <a:gd name="T111" fmla="*/ 57 h 315"/>
                <a:gd name="T112" fmla="*/ 146 w 289"/>
                <a:gd name="T113" fmla="*/ 47 h 315"/>
                <a:gd name="T114" fmla="*/ 157 w 289"/>
                <a:gd name="T115" fmla="*/ 22 h 315"/>
                <a:gd name="T116" fmla="*/ 189 w 289"/>
                <a:gd name="T117" fmla="*/ 28 h 315"/>
                <a:gd name="T118" fmla="*/ 218 w 289"/>
                <a:gd name="T119" fmla="*/ 1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89" h="315">
                  <a:moveTo>
                    <a:pt x="226" y="0"/>
                  </a:moveTo>
                  <a:lnTo>
                    <a:pt x="228" y="12"/>
                  </a:lnTo>
                  <a:lnTo>
                    <a:pt x="228" y="12"/>
                  </a:lnTo>
                  <a:lnTo>
                    <a:pt x="228" y="14"/>
                  </a:lnTo>
                  <a:lnTo>
                    <a:pt x="230" y="14"/>
                  </a:lnTo>
                  <a:lnTo>
                    <a:pt x="230" y="14"/>
                  </a:lnTo>
                  <a:lnTo>
                    <a:pt x="232" y="16"/>
                  </a:lnTo>
                  <a:lnTo>
                    <a:pt x="232" y="16"/>
                  </a:lnTo>
                  <a:lnTo>
                    <a:pt x="232" y="16"/>
                  </a:lnTo>
                  <a:lnTo>
                    <a:pt x="232" y="16"/>
                  </a:lnTo>
                  <a:lnTo>
                    <a:pt x="232" y="18"/>
                  </a:lnTo>
                  <a:lnTo>
                    <a:pt x="232" y="18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30" y="20"/>
                  </a:lnTo>
                  <a:lnTo>
                    <a:pt x="230" y="20"/>
                  </a:lnTo>
                  <a:lnTo>
                    <a:pt x="230" y="20"/>
                  </a:lnTo>
                  <a:lnTo>
                    <a:pt x="230" y="22"/>
                  </a:lnTo>
                  <a:lnTo>
                    <a:pt x="230" y="24"/>
                  </a:lnTo>
                  <a:lnTo>
                    <a:pt x="240" y="32"/>
                  </a:lnTo>
                  <a:lnTo>
                    <a:pt x="240" y="32"/>
                  </a:lnTo>
                  <a:lnTo>
                    <a:pt x="242" y="34"/>
                  </a:lnTo>
                  <a:lnTo>
                    <a:pt x="244" y="40"/>
                  </a:lnTo>
                  <a:lnTo>
                    <a:pt x="244" y="40"/>
                  </a:lnTo>
                  <a:lnTo>
                    <a:pt x="247" y="46"/>
                  </a:lnTo>
                  <a:lnTo>
                    <a:pt x="247" y="47"/>
                  </a:lnTo>
                  <a:lnTo>
                    <a:pt x="247" y="49"/>
                  </a:lnTo>
                  <a:lnTo>
                    <a:pt x="247" y="51"/>
                  </a:lnTo>
                  <a:lnTo>
                    <a:pt x="247" y="51"/>
                  </a:lnTo>
                  <a:lnTo>
                    <a:pt x="247" y="51"/>
                  </a:lnTo>
                  <a:lnTo>
                    <a:pt x="247" y="51"/>
                  </a:lnTo>
                  <a:lnTo>
                    <a:pt x="247" y="53"/>
                  </a:lnTo>
                  <a:lnTo>
                    <a:pt x="247" y="53"/>
                  </a:lnTo>
                  <a:lnTo>
                    <a:pt x="246" y="55"/>
                  </a:lnTo>
                  <a:lnTo>
                    <a:pt x="242" y="59"/>
                  </a:lnTo>
                  <a:lnTo>
                    <a:pt x="242" y="59"/>
                  </a:lnTo>
                  <a:lnTo>
                    <a:pt x="242" y="61"/>
                  </a:lnTo>
                  <a:lnTo>
                    <a:pt x="242" y="61"/>
                  </a:lnTo>
                  <a:lnTo>
                    <a:pt x="242" y="61"/>
                  </a:lnTo>
                  <a:lnTo>
                    <a:pt x="242" y="61"/>
                  </a:lnTo>
                  <a:lnTo>
                    <a:pt x="240" y="61"/>
                  </a:lnTo>
                  <a:lnTo>
                    <a:pt x="240" y="61"/>
                  </a:lnTo>
                  <a:lnTo>
                    <a:pt x="240" y="61"/>
                  </a:lnTo>
                  <a:lnTo>
                    <a:pt x="240" y="63"/>
                  </a:lnTo>
                  <a:lnTo>
                    <a:pt x="238" y="63"/>
                  </a:lnTo>
                  <a:lnTo>
                    <a:pt x="238" y="63"/>
                  </a:lnTo>
                  <a:lnTo>
                    <a:pt x="238" y="67"/>
                  </a:lnTo>
                  <a:lnTo>
                    <a:pt x="236" y="67"/>
                  </a:lnTo>
                  <a:lnTo>
                    <a:pt x="236" y="69"/>
                  </a:lnTo>
                  <a:lnTo>
                    <a:pt x="236" y="71"/>
                  </a:lnTo>
                  <a:lnTo>
                    <a:pt x="236" y="71"/>
                  </a:lnTo>
                  <a:lnTo>
                    <a:pt x="236" y="73"/>
                  </a:lnTo>
                  <a:lnTo>
                    <a:pt x="236" y="73"/>
                  </a:lnTo>
                  <a:lnTo>
                    <a:pt x="236" y="73"/>
                  </a:lnTo>
                  <a:lnTo>
                    <a:pt x="236" y="75"/>
                  </a:lnTo>
                  <a:lnTo>
                    <a:pt x="234" y="75"/>
                  </a:lnTo>
                  <a:lnTo>
                    <a:pt x="234" y="77"/>
                  </a:lnTo>
                  <a:lnTo>
                    <a:pt x="234" y="77"/>
                  </a:lnTo>
                  <a:lnTo>
                    <a:pt x="234" y="77"/>
                  </a:lnTo>
                  <a:lnTo>
                    <a:pt x="234" y="79"/>
                  </a:lnTo>
                  <a:lnTo>
                    <a:pt x="234" y="79"/>
                  </a:lnTo>
                  <a:lnTo>
                    <a:pt x="232" y="77"/>
                  </a:lnTo>
                  <a:lnTo>
                    <a:pt x="232" y="77"/>
                  </a:lnTo>
                  <a:lnTo>
                    <a:pt x="230" y="79"/>
                  </a:lnTo>
                  <a:lnTo>
                    <a:pt x="230" y="79"/>
                  </a:lnTo>
                  <a:lnTo>
                    <a:pt x="230" y="79"/>
                  </a:lnTo>
                  <a:lnTo>
                    <a:pt x="230" y="79"/>
                  </a:lnTo>
                  <a:lnTo>
                    <a:pt x="230" y="79"/>
                  </a:lnTo>
                  <a:lnTo>
                    <a:pt x="230" y="83"/>
                  </a:lnTo>
                  <a:lnTo>
                    <a:pt x="230" y="83"/>
                  </a:lnTo>
                  <a:lnTo>
                    <a:pt x="230" y="83"/>
                  </a:lnTo>
                  <a:lnTo>
                    <a:pt x="230" y="85"/>
                  </a:lnTo>
                  <a:lnTo>
                    <a:pt x="230" y="85"/>
                  </a:lnTo>
                  <a:lnTo>
                    <a:pt x="230" y="87"/>
                  </a:lnTo>
                  <a:lnTo>
                    <a:pt x="230" y="87"/>
                  </a:lnTo>
                  <a:lnTo>
                    <a:pt x="230" y="87"/>
                  </a:lnTo>
                  <a:lnTo>
                    <a:pt x="230" y="87"/>
                  </a:lnTo>
                  <a:lnTo>
                    <a:pt x="230" y="87"/>
                  </a:lnTo>
                  <a:lnTo>
                    <a:pt x="230" y="89"/>
                  </a:lnTo>
                  <a:lnTo>
                    <a:pt x="234" y="89"/>
                  </a:lnTo>
                  <a:lnTo>
                    <a:pt x="236" y="89"/>
                  </a:lnTo>
                  <a:lnTo>
                    <a:pt x="240" y="91"/>
                  </a:lnTo>
                  <a:lnTo>
                    <a:pt x="240" y="91"/>
                  </a:lnTo>
                  <a:lnTo>
                    <a:pt x="242" y="91"/>
                  </a:lnTo>
                  <a:lnTo>
                    <a:pt x="242" y="91"/>
                  </a:lnTo>
                  <a:lnTo>
                    <a:pt x="242" y="91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2" y="95"/>
                  </a:lnTo>
                  <a:lnTo>
                    <a:pt x="242" y="95"/>
                  </a:lnTo>
                  <a:lnTo>
                    <a:pt x="242" y="97"/>
                  </a:lnTo>
                  <a:lnTo>
                    <a:pt x="242" y="99"/>
                  </a:lnTo>
                  <a:lnTo>
                    <a:pt x="242" y="99"/>
                  </a:lnTo>
                  <a:lnTo>
                    <a:pt x="242" y="99"/>
                  </a:lnTo>
                  <a:lnTo>
                    <a:pt x="242" y="99"/>
                  </a:lnTo>
                  <a:lnTo>
                    <a:pt x="242" y="100"/>
                  </a:lnTo>
                  <a:lnTo>
                    <a:pt x="244" y="100"/>
                  </a:lnTo>
                  <a:lnTo>
                    <a:pt x="246" y="100"/>
                  </a:lnTo>
                  <a:lnTo>
                    <a:pt x="251" y="108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49" y="112"/>
                  </a:lnTo>
                  <a:lnTo>
                    <a:pt x="249" y="114"/>
                  </a:lnTo>
                  <a:lnTo>
                    <a:pt x="249" y="114"/>
                  </a:lnTo>
                  <a:lnTo>
                    <a:pt x="249" y="114"/>
                  </a:lnTo>
                  <a:lnTo>
                    <a:pt x="249" y="116"/>
                  </a:lnTo>
                  <a:lnTo>
                    <a:pt x="251" y="118"/>
                  </a:lnTo>
                  <a:lnTo>
                    <a:pt x="251" y="120"/>
                  </a:lnTo>
                  <a:lnTo>
                    <a:pt x="251" y="122"/>
                  </a:lnTo>
                  <a:lnTo>
                    <a:pt x="251" y="122"/>
                  </a:lnTo>
                  <a:lnTo>
                    <a:pt x="249" y="122"/>
                  </a:lnTo>
                  <a:lnTo>
                    <a:pt x="249" y="122"/>
                  </a:lnTo>
                  <a:lnTo>
                    <a:pt x="249" y="124"/>
                  </a:lnTo>
                  <a:lnTo>
                    <a:pt x="247" y="124"/>
                  </a:lnTo>
                  <a:lnTo>
                    <a:pt x="246" y="126"/>
                  </a:lnTo>
                  <a:lnTo>
                    <a:pt x="244" y="126"/>
                  </a:lnTo>
                  <a:lnTo>
                    <a:pt x="244" y="128"/>
                  </a:lnTo>
                  <a:lnTo>
                    <a:pt x="244" y="128"/>
                  </a:lnTo>
                  <a:lnTo>
                    <a:pt x="244" y="128"/>
                  </a:lnTo>
                  <a:lnTo>
                    <a:pt x="244" y="128"/>
                  </a:lnTo>
                  <a:lnTo>
                    <a:pt x="244" y="132"/>
                  </a:lnTo>
                  <a:lnTo>
                    <a:pt x="244" y="132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4" y="136"/>
                  </a:lnTo>
                  <a:lnTo>
                    <a:pt x="244" y="136"/>
                  </a:lnTo>
                  <a:lnTo>
                    <a:pt x="242" y="136"/>
                  </a:lnTo>
                  <a:lnTo>
                    <a:pt x="242" y="136"/>
                  </a:lnTo>
                  <a:lnTo>
                    <a:pt x="242" y="136"/>
                  </a:lnTo>
                  <a:lnTo>
                    <a:pt x="242" y="136"/>
                  </a:lnTo>
                  <a:lnTo>
                    <a:pt x="240" y="136"/>
                  </a:lnTo>
                  <a:lnTo>
                    <a:pt x="240" y="136"/>
                  </a:lnTo>
                  <a:lnTo>
                    <a:pt x="240" y="136"/>
                  </a:lnTo>
                  <a:lnTo>
                    <a:pt x="240" y="138"/>
                  </a:lnTo>
                  <a:lnTo>
                    <a:pt x="240" y="138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6" y="138"/>
                  </a:lnTo>
                  <a:lnTo>
                    <a:pt x="236" y="138"/>
                  </a:lnTo>
                  <a:lnTo>
                    <a:pt x="236" y="138"/>
                  </a:lnTo>
                  <a:lnTo>
                    <a:pt x="236" y="138"/>
                  </a:lnTo>
                  <a:lnTo>
                    <a:pt x="236" y="138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28" y="136"/>
                  </a:lnTo>
                  <a:lnTo>
                    <a:pt x="228" y="136"/>
                  </a:lnTo>
                  <a:lnTo>
                    <a:pt x="228" y="136"/>
                  </a:lnTo>
                  <a:lnTo>
                    <a:pt x="226" y="136"/>
                  </a:lnTo>
                  <a:lnTo>
                    <a:pt x="226" y="136"/>
                  </a:lnTo>
                  <a:lnTo>
                    <a:pt x="226" y="136"/>
                  </a:lnTo>
                  <a:lnTo>
                    <a:pt x="226" y="136"/>
                  </a:lnTo>
                  <a:lnTo>
                    <a:pt x="222" y="136"/>
                  </a:lnTo>
                  <a:lnTo>
                    <a:pt x="222" y="136"/>
                  </a:lnTo>
                  <a:lnTo>
                    <a:pt x="216" y="136"/>
                  </a:lnTo>
                  <a:lnTo>
                    <a:pt x="214" y="136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44"/>
                  </a:lnTo>
                  <a:lnTo>
                    <a:pt x="210" y="146"/>
                  </a:lnTo>
                  <a:lnTo>
                    <a:pt x="210" y="146"/>
                  </a:lnTo>
                  <a:lnTo>
                    <a:pt x="210" y="148"/>
                  </a:lnTo>
                  <a:lnTo>
                    <a:pt x="210" y="148"/>
                  </a:lnTo>
                  <a:lnTo>
                    <a:pt x="210" y="148"/>
                  </a:lnTo>
                  <a:lnTo>
                    <a:pt x="206" y="148"/>
                  </a:lnTo>
                  <a:lnTo>
                    <a:pt x="206" y="148"/>
                  </a:lnTo>
                  <a:lnTo>
                    <a:pt x="206" y="148"/>
                  </a:lnTo>
                  <a:lnTo>
                    <a:pt x="204" y="148"/>
                  </a:lnTo>
                  <a:lnTo>
                    <a:pt x="204" y="148"/>
                  </a:lnTo>
                  <a:lnTo>
                    <a:pt x="204" y="148"/>
                  </a:lnTo>
                  <a:lnTo>
                    <a:pt x="204" y="148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0"/>
                  </a:lnTo>
                  <a:lnTo>
                    <a:pt x="204" y="152"/>
                  </a:lnTo>
                  <a:lnTo>
                    <a:pt x="204" y="152"/>
                  </a:lnTo>
                  <a:lnTo>
                    <a:pt x="204" y="152"/>
                  </a:lnTo>
                  <a:lnTo>
                    <a:pt x="204" y="154"/>
                  </a:lnTo>
                  <a:lnTo>
                    <a:pt x="204" y="154"/>
                  </a:lnTo>
                  <a:lnTo>
                    <a:pt x="204" y="155"/>
                  </a:lnTo>
                  <a:lnTo>
                    <a:pt x="204" y="155"/>
                  </a:lnTo>
                  <a:lnTo>
                    <a:pt x="204" y="155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198" y="161"/>
                  </a:lnTo>
                  <a:lnTo>
                    <a:pt x="198" y="161"/>
                  </a:lnTo>
                  <a:lnTo>
                    <a:pt x="198" y="161"/>
                  </a:lnTo>
                  <a:lnTo>
                    <a:pt x="198" y="163"/>
                  </a:lnTo>
                  <a:lnTo>
                    <a:pt x="198" y="163"/>
                  </a:lnTo>
                  <a:lnTo>
                    <a:pt x="200" y="163"/>
                  </a:lnTo>
                  <a:lnTo>
                    <a:pt x="204" y="165"/>
                  </a:lnTo>
                  <a:lnTo>
                    <a:pt x="206" y="165"/>
                  </a:lnTo>
                  <a:lnTo>
                    <a:pt x="208" y="167"/>
                  </a:lnTo>
                  <a:lnTo>
                    <a:pt x="208" y="167"/>
                  </a:lnTo>
                  <a:lnTo>
                    <a:pt x="208" y="167"/>
                  </a:lnTo>
                  <a:lnTo>
                    <a:pt x="208" y="167"/>
                  </a:lnTo>
                  <a:lnTo>
                    <a:pt x="210" y="167"/>
                  </a:lnTo>
                  <a:lnTo>
                    <a:pt x="210" y="167"/>
                  </a:lnTo>
                  <a:lnTo>
                    <a:pt x="210" y="167"/>
                  </a:lnTo>
                  <a:lnTo>
                    <a:pt x="210" y="167"/>
                  </a:lnTo>
                  <a:lnTo>
                    <a:pt x="212" y="167"/>
                  </a:lnTo>
                  <a:lnTo>
                    <a:pt x="212" y="167"/>
                  </a:lnTo>
                  <a:lnTo>
                    <a:pt x="212" y="167"/>
                  </a:lnTo>
                  <a:lnTo>
                    <a:pt x="214" y="167"/>
                  </a:lnTo>
                  <a:lnTo>
                    <a:pt x="218" y="171"/>
                  </a:lnTo>
                  <a:lnTo>
                    <a:pt x="220" y="173"/>
                  </a:lnTo>
                  <a:lnTo>
                    <a:pt x="220" y="173"/>
                  </a:lnTo>
                  <a:lnTo>
                    <a:pt x="220" y="175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89"/>
                  </a:lnTo>
                  <a:lnTo>
                    <a:pt x="226" y="189"/>
                  </a:lnTo>
                  <a:lnTo>
                    <a:pt x="224" y="195"/>
                  </a:lnTo>
                  <a:lnTo>
                    <a:pt x="224" y="197"/>
                  </a:lnTo>
                  <a:lnTo>
                    <a:pt x="226" y="208"/>
                  </a:lnTo>
                  <a:lnTo>
                    <a:pt x="226" y="212"/>
                  </a:lnTo>
                  <a:lnTo>
                    <a:pt x="226" y="212"/>
                  </a:lnTo>
                  <a:lnTo>
                    <a:pt x="228" y="214"/>
                  </a:lnTo>
                  <a:lnTo>
                    <a:pt x="228" y="214"/>
                  </a:lnTo>
                  <a:lnTo>
                    <a:pt x="228" y="214"/>
                  </a:lnTo>
                  <a:lnTo>
                    <a:pt x="228" y="214"/>
                  </a:lnTo>
                  <a:lnTo>
                    <a:pt x="230" y="214"/>
                  </a:lnTo>
                  <a:lnTo>
                    <a:pt x="230" y="214"/>
                  </a:lnTo>
                  <a:lnTo>
                    <a:pt x="232" y="212"/>
                  </a:lnTo>
                  <a:lnTo>
                    <a:pt x="234" y="210"/>
                  </a:lnTo>
                  <a:lnTo>
                    <a:pt x="234" y="210"/>
                  </a:lnTo>
                  <a:lnTo>
                    <a:pt x="234" y="210"/>
                  </a:lnTo>
                  <a:lnTo>
                    <a:pt x="234" y="212"/>
                  </a:lnTo>
                  <a:lnTo>
                    <a:pt x="238" y="212"/>
                  </a:lnTo>
                  <a:lnTo>
                    <a:pt x="238" y="212"/>
                  </a:lnTo>
                  <a:lnTo>
                    <a:pt x="238" y="214"/>
                  </a:lnTo>
                  <a:lnTo>
                    <a:pt x="238" y="214"/>
                  </a:lnTo>
                  <a:lnTo>
                    <a:pt x="238" y="214"/>
                  </a:lnTo>
                  <a:lnTo>
                    <a:pt x="238" y="214"/>
                  </a:lnTo>
                  <a:lnTo>
                    <a:pt x="236" y="218"/>
                  </a:lnTo>
                  <a:lnTo>
                    <a:pt x="236" y="218"/>
                  </a:lnTo>
                  <a:lnTo>
                    <a:pt x="236" y="218"/>
                  </a:lnTo>
                  <a:lnTo>
                    <a:pt x="236" y="218"/>
                  </a:lnTo>
                  <a:lnTo>
                    <a:pt x="236" y="218"/>
                  </a:lnTo>
                  <a:lnTo>
                    <a:pt x="236" y="220"/>
                  </a:lnTo>
                  <a:lnTo>
                    <a:pt x="236" y="222"/>
                  </a:lnTo>
                  <a:lnTo>
                    <a:pt x="238" y="222"/>
                  </a:lnTo>
                  <a:lnTo>
                    <a:pt x="238" y="222"/>
                  </a:lnTo>
                  <a:lnTo>
                    <a:pt x="238" y="222"/>
                  </a:lnTo>
                  <a:lnTo>
                    <a:pt x="240" y="224"/>
                  </a:lnTo>
                  <a:lnTo>
                    <a:pt x="249" y="224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7" y="228"/>
                  </a:lnTo>
                  <a:lnTo>
                    <a:pt x="257" y="228"/>
                  </a:lnTo>
                  <a:lnTo>
                    <a:pt x="257" y="230"/>
                  </a:lnTo>
                  <a:lnTo>
                    <a:pt x="257" y="230"/>
                  </a:lnTo>
                  <a:lnTo>
                    <a:pt x="257" y="230"/>
                  </a:lnTo>
                  <a:lnTo>
                    <a:pt x="257" y="230"/>
                  </a:lnTo>
                  <a:lnTo>
                    <a:pt x="259" y="230"/>
                  </a:lnTo>
                  <a:lnTo>
                    <a:pt x="259" y="230"/>
                  </a:lnTo>
                  <a:lnTo>
                    <a:pt x="261" y="230"/>
                  </a:lnTo>
                  <a:lnTo>
                    <a:pt x="261" y="230"/>
                  </a:lnTo>
                  <a:lnTo>
                    <a:pt x="261" y="232"/>
                  </a:lnTo>
                  <a:lnTo>
                    <a:pt x="263" y="236"/>
                  </a:lnTo>
                  <a:lnTo>
                    <a:pt x="261" y="238"/>
                  </a:lnTo>
                  <a:lnTo>
                    <a:pt x="261" y="238"/>
                  </a:lnTo>
                  <a:lnTo>
                    <a:pt x="261" y="240"/>
                  </a:lnTo>
                  <a:lnTo>
                    <a:pt x="261" y="242"/>
                  </a:lnTo>
                  <a:lnTo>
                    <a:pt x="259" y="242"/>
                  </a:lnTo>
                  <a:lnTo>
                    <a:pt x="259" y="244"/>
                  </a:lnTo>
                  <a:lnTo>
                    <a:pt x="259" y="244"/>
                  </a:lnTo>
                  <a:lnTo>
                    <a:pt x="259" y="244"/>
                  </a:lnTo>
                  <a:lnTo>
                    <a:pt x="265" y="248"/>
                  </a:lnTo>
                  <a:lnTo>
                    <a:pt x="265" y="248"/>
                  </a:lnTo>
                  <a:lnTo>
                    <a:pt x="265" y="248"/>
                  </a:lnTo>
                  <a:lnTo>
                    <a:pt x="267" y="248"/>
                  </a:lnTo>
                  <a:lnTo>
                    <a:pt x="267" y="246"/>
                  </a:lnTo>
                  <a:lnTo>
                    <a:pt x="269" y="242"/>
                  </a:lnTo>
                  <a:lnTo>
                    <a:pt x="269" y="240"/>
                  </a:lnTo>
                  <a:lnTo>
                    <a:pt x="269" y="240"/>
                  </a:lnTo>
                  <a:lnTo>
                    <a:pt x="271" y="240"/>
                  </a:lnTo>
                  <a:lnTo>
                    <a:pt x="271" y="240"/>
                  </a:lnTo>
                  <a:lnTo>
                    <a:pt x="271" y="240"/>
                  </a:lnTo>
                  <a:lnTo>
                    <a:pt x="273" y="238"/>
                  </a:lnTo>
                  <a:lnTo>
                    <a:pt x="273" y="238"/>
                  </a:lnTo>
                  <a:lnTo>
                    <a:pt x="273" y="238"/>
                  </a:lnTo>
                  <a:lnTo>
                    <a:pt x="277" y="240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81" y="232"/>
                  </a:lnTo>
                  <a:lnTo>
                    <a:pt x="281" y="232"/>
                  </a:lnTo>
                  <a:lnTo>
                    <a:pt x="281" y="232"/>
                  </a:lnTo>
                  <a:lnTo>
                    <a:pt x="281" y="232"/>
                  </a:lnTo>
                  <a:lnTo>
                    <a:pt x="287" y="232"/>
                  </a:lnTo>
                  <a:lnTo>
                    <a:pt x="287" y="232"/>
                  </a:lnTo>
                  <a:lnTo>
                    <a:pt x="287" y="232"/>
                  </a:lnTo>
                  <a:lnTo>
                    <a:pt x="287" y="236"/>
                  </a:lnTo>
                  <a:lnTo>
                    <a:pt x="287" y="236"/>
                  </a:lnTo>
                  <a:lnTo>
                    <a:pt x="287" y="236"/>
                  </a:lnTo>
                  <a:lnTo>
                    <a:pt x="287" y="236"/>
                  </a:lnTo>
                  <a:lnTo>
                    <a:pt x="289" y="238"/>
                  </a:lnTo>
                  <a:lnTo>
                    <a:pt x="289" y="238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89" y="242"/>
                  </a:lnTo>
                  <a:lnTo>
                    <a:pt x="287" y="244"/>
                  </a:lnTo>
                  <a:lnTo>
                    <a:pt x="281" y="265"/>
                  </a:lnTo>
                  <a:lnTo>
                    <a:pt x="271" y="277"/>
                  </a:lnTo>
                  <a:lnTo>
                    <a:pt x="267" y="281"/>
                  </a:lnTo>
                  <a:lnTo>
                    <a:pt x="265" y="281"/>
                  </a:lnTo>
                  <a:lnTo>
                    <a:pt x="263" y="279"/>
                  </a:lnTo>
                  <a:lnTo>
                    <a:pt x="261" y="279"/>
                  </a:lnTo>
                  <a:lnTo>
                    <a:pt x="261" y="279"/>
                  </a:lnTo>
                  <a:lnTo>
                    <a:pt x="261" y="279"/>
                  </a:lnTo>
                  <a:lnTo>
                    <a:pt x="261" y="279"/>
                  </a:lnTo>
                  <a:lnTo>
                    <a:pt x="259" y="281"/>
                  </a:lnTo>
                  <a:lnTo>
                    <a:pt x="259" y="281"/>
                  </a:lnTo>
                  <a:lnTo>
                    <a:pt x="257" y="281"/>
                  </a:lnTo>
                  <a:lnTo>
                    <a:pt x="251" y="283"/>
                  </a:lnTo>
                  <a:lnTo>
                    <a:pt x="251" y="285"/>
                  </a:lnTo>
                  <a:lnTo>
                    <a:pt x="251" y="285"/>
                  </a:lnTo>
                  <a:lnTo>
                    <a:pt x="249" y="287"/>
                  </a:lnTo>
                  <a:lnTo>
                    <a:pt x="249" y="287"/>
                  </a:lnTo>
                  <a:lnTo>
                    <a:pt x="247" y="289"/>
                  </a:lnTo>
                  <a:lnTo>
                    <a:pt x="247" y="289"/>
                  </a:lnTo>
                  <a:lnTo>
                    <a:pt x="246" y="289"/>
                  </a:lnTo>
                  <a:lnTo>
                    <a:pt x="246" y="291"/>
                  </a:lnTo>
                  <a:lnTo>
                    <a:pt x="244" y="291"/>
                  </a:lnTo>
                  <a:lnTo>
                    <a:pt x="244" y="291"/>
                  </a:lnTo>
                  <a:lnTo>
                    <a:pt x="244" y="291"/>
                  </a:lnTo>
                  <a:lnTo>
                    <a:pt x="244" y="293"/>
                  </a:lnTo>
                  <a:lnTo>
                    <a:pt x="244" y="293"/>
                  </a:lnTo>
                  <a:lnTo>
                    <a:pt x="244" y="293"/>
                  </a:lnTo>
                  <a:lnTo>
                    <a:pt x="246" y="295"/>
                  </a:lnTo>
                  <a:lnTo>
                    <a:pt x="247" y="295"/>
                  </a:lnTo>
                  <a:lnTo>
                    <a:pt x="247" y="297"/>
                  </a:lnTo>
                  <a:lnTo>
                    <a:pt x="247" y="297"/>
                  </a:lnTo>
                  <a:lnTo>
                    <a:pt x="247" y="297"/>
                  </a:lnTo>
                  <a:lnTo>
                    <a:pt x="247" y="297"/>
                  </a:lnTo>
                  <a:lnTo>
                    <a:pt x="244" y="303"/>
                  </a:lnTo>
                  <a:lnTo>
                    <a:pt x="244" y="305"/>
                  </a:lnTo>
                  <a:lnTo>
                    <a:pt x="244" y="305"/>
                  </a:lnTo>
                  <a:lnTo>
                    <a:pt x="244" y="307"/>
                  </a:lnTo>
                  <a:lnTo>
                    <a:pt x="246" y="309"/>
                  </a:lnTo>
                  <a:lnTo>
                    <a:pt x="246" y="309"/>
                  </a:lnTo>
                  <a:lnTo>
                    <a:pt x="246" y="309"/>
                  </a:lnTo>
                  <a:lnTo>
                    <a:pt x="246" y="311"/>
                  </a:lnTo>
                  <a:lnTo>
                    <a:pt x="244" y="311"/>
                  </a:lnTo>
                  <a:lnTo>
                    <a:pt x="244" y="311"/>
                  </a:lnTo>
                  <a:lnTo>
                    <a:pt x="242" y="311"/>
                  </a:lnTo>
                  <a:lnTo>
                    <a:pt x="240" y="311"/>
                  </a:lnTo>
                  <a:lnTo>
                    <a:pt x="240" y="313"/>
                  </a:lnTo>
                  <a:lnTo>
                    <a:pt x="240" y="313"/>
                  </a:lnTo>
                  <a:lnTo>
                    <a:pt x="238" y="313"/>
                  </a:lnTo>
                  <a:lnTo>
                    <a:pt x="240" y="311"/>
                  </a:lnTo>
                  <a:lnTo>
                    <a:pt x="240" y="309"/>
                  </a:lnTo>
                  <a:lnTo>
                    <a:pt x="240" y="309"/>
                  </a:lnTo>
                  <a:lnTo>
                    <a:pt x="240" y="307"/>
                  </a:lnTo>
                  <a:lnTo>
                    <a:pt x="240" y="305"/>
                  </a:lnTo>
                  <a:lnTo>
                    <a:pt x="240" y="305"/>
                  </a:lnTo>
                  <a:lnTo>
                    <a:pt x="238" y="303"/>
                  </a:lnTo>
                  <a:lnTo>
                    <a:pt x="238" y="303"/>
                  </a:lnTo>
                  <a:lnTo>
                    <a:pt x="238" y="303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6" y="305"/>
                  </a:lnTo>
                  <a:lnTo>
                    <a:pt x="236" y="305"/>
                  </a:lnTo>
                  <a:lnTo>
                    <a:pt x="236" y="305"/>
                  </a:lnTo>
                  <a:lnTo>
                    <a:pt x="234" y="305"/>
                  </a:lnTo>
                  <a:lnTo>
                    <a:pt x="234" y="307"/>
                  </a:lnTo>
                  <a:lnTo>
                    <a:pt x="234" y="307"/>
                  </a:lnTo>
                  <a:lnTo>
                    <a:pt x="230" y="311"/>
                  </a:lnTo>
                  <a:lnTo>
                    <a:pt x="228" y="311"/>
                  </a:lnTo>
                  <a:lnTo>
                    <a:pt x="228" y="313"/>
                  </a:lnTo>
                  <a:lnTo>
                    <a:pt x="228" y="313"/>
                  </a:lnTo>
                  <a:lnTo>
                    <a:pt x="226" y="313"/>
                  </a:lnTo>
                  <a:lnTo>
                    <a:pt x="226" y="315"/>
                  </a:lnTo>
                  <a:lnTo>
                    <a:pt x="224" y="315"/>
                  </a:lnTo>
                  <a:lnTo>
                    <a:pt x="222" y="315"/>
                  </a:lnTo>
                  <a:lnTo>
                    <a:pt x="220" y="315"/>
                  </a:lnTo>
                  <a:lnTo>
                    <a:pt x="218" y="315"/>
                  </a:lnTo>
                  <a:lnTo>
                    <a:pt x="212" y="311"/>
                  </a:lnTo>
                  <a:lnTo>
                    <a:pt x="212" y="311"/>
                  </a:lnTo>
                  <a:lnTo>
                    <a:pt x="210" y="311"/>
                  </a:lnTo>
                  <a:lnTo>
                    <a:pt x="210" y="309"/>
                  </a:lnTo>
                  <a:lnTo>
                    <a:pt x="208" y="305"/>
                  </a:lnTo>
                  <a:lnTo>
                    <a:pt x="206" y="301"/>
                  </a:lnTo>
                  <a:lnTo>
                    <a:pt x="204" y="293"/>
                  </a:lnTo>
                  <a:lnTo>
                    <a:pt x="200" y="287"/>
                  </a:lnTo>
                  <a:lnTo>
                    <a:pt x="198" y="287"/>
                  </a:lnTo>
                  <a:lnTo>
                    <a:pt x="198" y="285"/>
                  </a:lnTo>
                  <a:lnTo>
                    <a:pt x="191" y="287"/>
                  </a:lnTo>
                  <a:lnTo>
                    <a:pt x="191" y="287"/>
                  </a:lnTo>
                  <a:lnTo>
                    <a:pt x="191" y="287"/>
                  </a:lnTo>
                  <a:lnTo>
                    <a:pt x="189" y="285"/>
                  </a:lnTo>
                  <a:lnTo>
                    <a:pt x="183" y="283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79"/>
                  </a:lnTo>
                  <a:lnTo>
                    <a:pt x="181" y="279"/>
                  </a:lnTo>
                  <a:lnTo>
                    <a:pt x="181" y="279"/>
                  </a:lnTo>
                  <a:lnTo>
                    <a:pt x="181" y="277"/>
                  </a:lnTo>
                  <a:lnTo>
                    <a:pt x="179" y="277"/>
                  </a:lnTo>
                  <a:lnTo>
                    <a:pt x="177" y="275"/>
                  </a:lnTo>
                  <a:lnTo>
                    <a:pt x="177" y="275"/>
                  </a:lnTo>
                  <a:lnTo>
                    <a:pt x="177" y="273"/>
                  </a:lnTo>
                  <a:lnTo>
                    <a:pt x="177" y="273"/>
                  </a:lnTo>
                  <a:lnTo>
                    <a:pt x="177" y="273"/>
                  </a:lnTo>
                  <a:lnTo>
                    <a:pt x="177" y="273"/>
                  </a:lnTo>
                  <a:lnTo>
                    <a:pt x="177" y="273"/>
                  </a:lnTo>
                  <a:lnTo>
                    <a:pt x="177" y="271"/>
                  </a:lnTo>
                  <a:lnTo>
                    <a:pt x="167" y="263"/>
                  </a:lnTo>
                  <a:lnTo>
                    <a:pt x="167" y="263"/>
                  </a:lnTo>
                  <a:lnTo>
                    <a:pt x="161" y="263"/>
                  </a:lnTo>
                  <a:lnTo>
                    <a:pt x="161" y="262"/>
                  </a:lnTo>
                  <a:lnTo>
                    <a:pt x="159" y="262"/>
                  </a:lnTo>
                  <a:lnTo>
                    <a:pt x="159" y="263"/>
                  </a:lnTo>
                  <a:lnTo>
                    <a:pt x="159" y="263"/>
                  </a:lnTo>
                  <a:lnTo>
                    <a:pt x="159" y="267"/>
                  </a:lnTo>
                  <a:lnTo>
                    <a:pt x="159" y="269"/>
                  </a:lnTo>
                  <a:lnTo>
                    <a:pt x="159" y="271"/>
                  </a:lnTo>
                  <a:lnTo>
                    <a:pt x="159" y="273"/>
                  </a:lnTo>
                  <a:lnTo>
                    <a:pt x="159" y="273"/>
                  </a:lnTo>
                  <a:lnTo>
                    <a:pt x="159" y="273"/>
                  </a:lnTo>
                  <a:lnTo>
                    <a:pt x="159" y="273"/>
                  </a:lnTo>
                  <a:lnTo>
                    <a:pt x="159" y="273"/>
                  </a:lnTo>
                  <a:lnTo>
                    <a:pt x="161" y="275"/>
                  </a:lnTo>
                  <a:lnTo>
                    <a:pt x="161" y="275"/>
                  </a:lnTo>
                  <a:lnTo>
                    <a:pt x="161" y="275"/>
                  </a:lnTo>
                  <a:lnTo>
                    <a:pt x="161" y="275"/>
                  </a:lnTo>
                  <a:lnTo>
                    <a:pt x="161" y="277"/>
                  </a:lnTo>
                  <a:lnTo>
                    <a:pt x="161" y="281"/>
                  </a:lnTo>
                  <a:lnTo>
                    <a:pt x="161" y="281"/>
                  </a:lnTo>
                  <a:lnTo>
                    <a:pt x="161" y="281"/>
                  </a:lnTo>
                  <a:lnTo>
                    <a:pt x="159" y="281"/>
                  </a:lnTo>
                  <a:lnTo>
                    <a:pt x="151" y="279"/>
                  </a:lnTo>
                  <a:lnTo>
                    <a:pt x="149" y="279"/>
                  </a:lnTo>
                  <a:lnTo>
                    <a:pt x="149" y="281"/>
                  </a:lnTo>
                  <a:lnTo>
                    <a:pt x="149" y="281"/>
                  </a:lnTo>
                  <a:lnTo>
                    <a:pt x="147" y="281"/>
                  </a:lnTo>
                  <a:lnTo>
                    <a:pt x="147" y="281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46" y="285"/>
                  </a:lnTo>
                  <a:lnTo>
                    <a:pt x="146" y="285"/>
                  </a:lnTo>
                  <a:lnTo>
                    <a:pt x="144" y="285"/>
                  </a:lnTo>
                  <a:lnTo>
                    <a:pt x="144" y="285"/>
                  </a:lnTo>
                  <a:lnTo>
                    <a:pt x="144" y="285"/>
                  </a:lnTo>
                  <a:lnTo>
                    <a:pt x="142" y="285"/>
                  </a:lnTo>
                  <a:lnTo>
                    <a:pt x="142" y="285"/>
                  </a:lnTo>
                  <a:lnTo>
                    <a:pt x="140" y="285"/>
                  </a:lnTo>
                  <a:lnTo>
                    <a:pt x="140" y="285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8" y="281"/>
                  </a:lnTo>
                  <a:lnTo>
                    <a:pt x="138" y="281"/>
                  </a:lnTo>
                  <a:lnTo>
                    <a:pt x="138" y="281"/>
                  </a:lnTo>
                  <a:lnTo>
                    <a:pt x="138" y="279"/>
                  </a:lnTo>
                  <a:lnTo>
                    <a:pt x="138" y="279"/>
                  </a:lnTo>
                  <a:lnTo>
                    <a:pt x="138" y="279"/>
                  </a:lnTo>
                  <a:lnTo>
                    <a:pt x="136" y="279"/>
                  </a:lnTo>
                  <a:lnTo>
                    <a:pt x="136" y="279"/>
                  </a:lnTo>
                  <a:lnTo>
                    <a:pt x="136" y="279"/>
                  </a:lnTo>
                  <a:lnTo>
                    <a:pt x="136" y="281"/>
                  </a:lnTo>
                  <a:lnTo>
                    <a:pt x="134" y="281"/>
                  </a:lnTo>
                  <a:lnTo>
                    <a:pt x="134" y="281"/>
                  </a:lnTo>
                  <a:lnTo>
                    <a:pt x="132" y="281"/>
                  </a:lnTo>
                  <a:lnTo>
                    <a:pt x="132" y="281"/>
                  </a:lnTo>
                  <a:lnTo>
                    <a:pt x="132" y="281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0" y="287"/>
                  </a:lnTo>
                  <a:lnTo>
                    <a:pt x="130" y="287"/>
                  </a:lnTo>
                  <a:lnTo>
                    <a:pt x="132" y="289"/>
                  </a:lnTo>
                  <a:lnTo>
                    <a:pt x="132" y="291"/>
                  </a:lnTo>
                  <a:lnTo>
                    <a:pt x="132" y="291"/>
                  </a:lnTo>
                  <a:lnTo>
                    <a:pt x="132" y="293"/>
                  </a:lnTo>
                  <a:lnTo>
                    <a:pt x="132" y="293"/>
                  </a:lnTo>
                  <a:lnTo>
                    <a:pt x="132" y="293"/>
                  </a:lnTo>
                  <a:lnTo>
                    <a:pt x="130" y="295"/>
                  </a:lnTo>
                  <a:lnTo>
                    <a:pt x="128" y="295"/>
                  </a:lnTo>
                  <a:lnTo>
                    <a:pt x="128" y="295"/>
                  </a:lnTo>
                  <a:lnTo>
                    <a:pt x="126" y="295"/>
                  </a:lnTo>
                  <a:lnTo>
                    <a:pt x="126" y="293"/>
                  </a:lnTo>
                  <a:lnTo>
                    <a:pt x="124" y="293"/>
                  </a:lnTo>
                  <a:lnTo>
                    <a:pt x="124" y="291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91"/>
                  </a:lnTo>
                  <a:lnTo>
                    <a:pt x="114" y="291"/>
                  </a:lnTo>
                  <a:lnTo>
                    <a:pt x="114" y="291"/>
                  </a:lnTo>
                  <a:lnTo>
                    <a:pt x="114" y="291"/>
                  </a:lnTo>
                  <a:lnTo>
                    <a:pt x="114" y="291"/>
                  </a:lnTo>
                  <a:lnTo>
                    <a:pt x="104" y="287"/>
                  </a:lnTo>
                  <a:lnTo>
                    <a:pt x="104" y="285"/>
                  </a:lnTo>
                  <a:lnTo>
                    <a:pt x="104" y="283"/>
                  </a:lnTo>
                  <a:lnTo>
                    <a:pt x="104" y="283"/>
                  </a:lnTo>
                  <a:lnTo>
                    <a:pt x="104" y="283"/>
                  </a:lnTo>
                  <a:lnTo>
                    <a:pt x="104" y="283"/>
                  </a:lnTo>
                  <a:lnTo>
                    <a:pt x="104" y="283"/>
                  </a:lnTo>
                  <a:lnTo>
                    <a:pt x="104" y="281"/>
                  </a:lnTo>
                  <a:lnTo>
                    <a:pt x="104" y="279"/>
                  </a:lnTo>
                  <a:lnTo>
                    <a:pt x="104" y="279"/>
                  </a:lnTo>
                  <a:lnTo>
                    <a:pt x="104" y="279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2" y="275"/>
                  </a:lnTo>
                  <a:lnTo>
                    <a:pt x="102" y="273"/>
                  </a:lnTo>
                  <a:lnTo>
                    <a:pt x="102" y="273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69"/>
                  </a:lnTo>
                  <a:lnTo>
                    <a:pt x="100" y="269"/>
                  </a:lnTo>
                  <a:lnTo>
                    <a:pt x="100" y="267"/>
                  </a:lnTo>
                  <a:lnTo>
                    <a:pt x="100" y="267"/>
                  </a:lnTo>
                  <a:lnTo>
                    <a:pt x="100" y="267"/>
                  </a:lnTo>
                  <a:lnTo>
                    <a:pt x="100" y="267"/>
                  </a:lnTo>
                  <a:lnTo>
                    <a:pt x="100" y="267"/>
                  </a:lnTo>
                  <a:lnTo>
                    <a:pt x="100" y="265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4" y="265"/>
                  </a:lnTo>
                  <a:lnTo>
                    <a:pt x="104" y="262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93" y="262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3" y="258"/>
                  </a:lnTo>
                  <a:lnTo>
                    <a:pt x="93" y="258"/>
                  </a:lnTo>
                  <a:lnTo>
                    <a:pt x="91" y="256"/>
                  </a:lnTo>
                  <a:lnTo>
                    <a:pt x="79" y="252"/>
                  </a:lnTo>
                  <a:lnTo>
                    <a:pt x="75" y="250"/>
                  </a:lnTo>
                  <a:lnTo>
                    <a:pt x="75" y="250"/>
                  </a:lnTo>
                  <a:lnTo>
                    <a:pt x="73" y="248"/>
                  </a:lnTo>
                  <a:lnTo>
                    <a:pt x="73" y="248"/>
                  </a:lnTo>
                  <a:lnTo>
                    <a:pt x="73" y="246"/>
                  </a:lnTo>
                  <a:lnTo>
                    <a:pt x="73" y="246"/>
                  </a:lnTo>
                  <a:lnTo>
                    <a:pt x="73" y="246"/>
                  </a:lnTo>
                  <a:lnTo>
                    <a:pt x="73" y="244"/>
                  </a:lnTo>
                  <a:lnTo>
                    <a:pt x="73" y="244"/>
                  </a:lnTo>
                  <a:lnTo>
                    <a:pt x="71" y="244"/>
                  </a:lnTo>
                  <a:lnTo>
                    <a:pt x="71" y="244"/>
                  </a:lnTo>
                  <a:lnTo>
                    <a:pt x="71" y="244"/>
                  </a:lnTo>
                  <a:lnTo>
                    <a:pt x="71" y="242"/>
                  </a:lnTo>
                  <a:lnTo>
                    <a:pt x="73" y="242"/>
                  </a:lnTo>
                  <a:lnTo>
                    <a:pt x="73" y="242"/>
                  </a:lnTo>
                  <a:lnTo>
                    <a:pt x="73" y="242"/>
                  </a:lnTo>
                  <a:lnTo>
                    <a:pt x="75" y="242"/>
                  </a:lnTo>
                  <a:lnTo>
                    <a:pt x="75" y="242"/>
                  </a:lnTo>
                  <a:lnTo>
                    <a:pt x="75" y="240"/>
                  </a:lnTo>
                  <a:lnTo>
                    <a:pt x="77" y="238"/>
                  </a:lnTo>
                  <a:lnTo>
                    <a:pt x="77" y="238"/>
                  </a:lnTo>
                  <a:lnTo>
                    <a:pt x="75" y="238"/>
                  </a:lnTo>
                  <a:lnTo>
                    <a:pt x="75" y="236"/>
                  </a:lnTo>
                  <a:lnTo>
                    <a:pt x="75" y="236"/>
                  </a:lnTo>
                  <a:lnTo>
                    <a:pt x="75" y="236"/>
                  </a:lnTo>
                  <a:lnTo>
                    <a:pt x="75" y="236"/>
                  </a:lnTo>
                  <a:lnTo>
                    <a:pt x="75" y="234"/>
                  </a:lnTo>
                  <a:lnTo>
                    <a:pt x="75" y="234"/>
                  </a:lnTo>
                  <a:lnTo>
                    <a:pt x="75" y="234"/>
                  </a:lnTo>
                  <a:lnTo>
                    <a:pt x="75" y="232"/>
                  </a:lnTo>
                  <a:lnTo>
                    <a:pt x="75" y="232"/>
                  </a:lnTo>
                  <a:lnTo>
                    <a:pt x="75" y="230"/>
                  </a:lnTo>
                  <a:lnTo>
                    <a:pt x="75" y="230"/>
                  </a:lnTo>
                  <a:lnTo>
                    <a:pt x="69" y="228"/>
                  </a:lnTo>
                  <a:lnTo>
                    <a:pt x="69" y="226"/>
                  </a:lnTo>
                  <a:lnTo>
                    <a:pt x="69" y="226"/>
                  </a:lnTo>
                  <a:lnTo>
                    <a:pt x="69" y="226"/>
                  </a:lnTo>
                  <a:lnTo>
                    <a:pt x="69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0"/>
                  </a:lnTo>
                  <a:lnTo>
                    <a:pt x="71" y="220"/>
                  </a:lnTo>
                  <a:lnTo>
                    <a:pt x="73" y="222"/>
                  </a:lnTo>
                  <a:lnTo>
                    <a:pt x="73" y="220"/>
                  </a:lnTo>
                  <a:lnTo>
                    <a:pt x="73" y="220"/>
                  </a:lnTo>
                  <a:lnTo>
                    <a:pt x="73" y="220"/>
                  </a:lnTo>
                  <a:lnTo>
                    <a:pt x="75" y="218"/>
                  </a:lnTo>
                  <a:lnTo>
                    <a:pt x="75" y="218"/>
                  </a:lnTo>
                  <a:lnTo>
                    <a:pt x="75" y="218"/>
                  </a:lnTo>
                  <a:lnTo>
                    <a:pt x="77" y="216"/>
                  </a:lnTo>
                  <a:lnTo>
                    <a:pt x="77" y="216"/>
                  </a:lnTo>
                  <a:lnTo>
                    <a:pt x="75" y="214"/>
                  </a:lnTo>
                  <a:lnTo>
                    <a:pt x="75" y="214"/>
                  </a:lnTo>
                  <a:lnTo>
                    <a:pt x="73" y="212"/>
                  </a:lnTo>
                  <a:lnTo>
                    <a:pt x="65" y="208"/>
                  </a:lnTo>
                  <a:lnTo>
                    <a:pt x="65" y="208"/>
                  </a:lnTo>
                  <a:lnTo>
                    <a:pt x="63" y="208"/>
                  </a:lnTo>
                  <a:lnTo>
                    <a:pt x="63" y="207"/>
                  </a:lnTo>
                  <a:lnTo>
                    <a:pt x="63" y="207"/>
                  </a:lnTo>
                  <a:lnTo>
                    <a:pt x="63" y="207"/>
                  </a:lnTo>
                  <a:lnTo>
                    <a:pt x="63" y="207"/>
                  </a:lnTo>
                  <a:lnTo>
                    <a:pt x="61" y="205"/>
                  </a:lnTo>
                  <a:lnTo>
                    <a:pt x="59" y="205"/>
                  </a:lnTo>
                  <a:lnTo>
                    <a:pt x="59" y="205"/>
                  </a:lnTo>
                  <a:lnTo>
                    <a:pt x="59" y="205"/>
                  </a:lnTo>
                  <a:lnTo>
                    <a:pt x="57" y="205"/>
                  </a:lnTo>
                  <a:lnTo>
                    <a:pt x="57" y="205"/>
                  </a:lnTo>
                  <a:lnTo>
                    <a:pt x="55" y="205"/>
                  </a:lnTo>
                  <a:lnTo>
                    <a:pt x="53" y="203"/>
                  </a:lnTo>
                  <a:lnTo>
                    <a:pt x="53" y="203"/>
                  </a:lnTo>
                  <a:lnTo>
                    <a:pt x="53" y="203"/>
                  </a:lnTo>
                  <a:lnTo>
                    <a:pt x="53" y="203"/>
                  </a:lnTo>
                  <a:lnTo>
                    <a:pt x="53" y="203"/>
                  </a:lnTo>
                  <a:lnTo>
                    <a:pt x="53" y="201"/>
                  </a:lnTo>
                  <a:lnTo>
                    <a:pt x="53" y="201"/>
                  </a:lnTo>
                  <a:lnTo>
                    <a:pt x="51" y="201"/>
                  </a:lnTo>
                  <a:lnTo>
                    <a:pt x="49" y="199"/>
                  </a:lnTo>
                  <a:lnTo>
                    <a:pt x="49" y="199"/>
                  </a:lnTo>
                  <a:lnTo>
                    <a:pt x="49" y="199"/>
                  </a:lnTo>
                  <a:lnTo>
                    <a:pt x="49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44" y="199"/>
                  </a:lnTo>
                  <a:lnTo>
                    <a:pt x="42" y="199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36" y="197"/>
                  </a:lnTo>
                  <a:lnTo>
                    <a:pt x="36" y="199"/>
                  </a:lnTo>
                  <a:lnTo>
                    <a:pt x="36" y="199"/>
                  </a:lnTo>
                  <a:lnTo>
                    <a:pt x="36" y="201"/>
                  </a:lnTo>
                  <a:lnTo>
                    <a:pt x="36" y="201"/>
                  </a:lnTo>
                  <a:lnTo>
                    <a:pt x="36" y="201"/>
                  </a:lnTo>
                  <a:lnTo>
                    <a:pt x="36" y="201"/>
                  </a:lnTo>
                  <a:lnTo>
                    <a:pt x="36" y="201"/>
                  </a:lnTo>
                  <a:lnTo>
                    <a:pt x="36" y="201"/>
                  </a:lnTo>
                  <a:lnTo>
                    <a:pt x="36" y="203"/>
                  </a:lnTo>
                  <a:lnTo>
                    <a:pt x="36" y="203"/>
                  </a:lnTo>
                  <a:lnTo>
                    <a:pt x="34" y="203"/>
                  </a:lnTo>
                  <a:lnTo>
                    <a:pt x="34" y="203"/>
                  </a:lnTo>
                  <a:lnTo>
                    <a:pt x="32" y="201"/>
                  </a:lnTo>
                  <a:lnTo>
                    <a:pt x="32" y="201"/>
                  </a:lnTo>
                  <a:lnTo>
                    <a:pt x="32" y="201"/>
                  </a:lnTo>
                  <a:lnTo>
                    <a:pt x="32" y="201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30" y="205"/>
                  </a:lnTo>
                  <a:lnTo>
                    <a:pt x="30" y="205"/>
                  </a:lnTo>
                  <a:lnTo>
                    <a:pt x="30" y="205"/>
                  </a:lnTo>
                  <a:lnTo>
                    <a:pt x="30" y="205"/>
                  </a:lnTo>
                  <a:lnTo>
                    <a:pt x="26" y="205"/>
                  </a:lnTo>
                  <a:lnTo>
                    <a:pt x="26" y="205"/>
                  </a:lnTo>
                  <a:lnTo>
                    <a:pt x="24" y="205"/>
                  </a:lnTo>
                  <a:lnTo>
                    <a:pt x="24" y="205"/>
                  </a:lnTo>
                  <a:lnTo>
                    <a:pt x="22" y="203"/>
                  </a:lnTo>
                  <a:lnTo>
                    <a:pt x="22" y="203"/>
                  </a:lnTo>
                  <a:lnTo>
                    <a:pt x="20" y="201"/>
                  </a:lnTo>
                  <a:lnTo>
                    <a:pt x="20" y="201"/>
                  </a:lnTo>
                  <a:lnTo>
                    <a:pt x="18" y="199"/>
                  </a:lnTo>
                  <a:lnTo>
                    <a:pt x="16" y="199"/>
                  </a:lnTo>
                  <a:lnTo>
                    <a:pt x="14" y="203"/>
                  </a:lnTo>
                  <a:lnTo>
                    <a:pt x="14" y="201"/>
                  </a:lnTo>
                  <a:lnTo>
                    <a:pt x="14" y="201"/>
                  </a:lnTo>
                  <a:lnTo>
                    <a:pt x="14" y="199"/>
                  </a:lnTo>
                  <a:lnTo>
                    <a:pt x="16" y="199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16" y="195"/>
                  </a:lnTo>
                  <a:lnTo>
                    <a:pt x="18" y="195"/>
                  </a:lnTo>
                  <a:lnTo>
                    <a:pt x="18" y="195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0" y="191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9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4" y="187"/>
                  </a:lnTo>
                  <a:lnTo>
                    <a:pt x="24" y="187"/>
                  </a:lnTo>
                  <a:lnTo>
                    <a:pt x="24" y="187"/>
                  </a:lnTo>
                  <a:lnTo>
                    <a:pt x="22" y="187"/>
                  </a:lnTo>
                  <a:lnTo>
                    <a:pt x="22" y="187"/>
                  </a:lnTo>
                  <a:lnTo>
                    <a:pt x="20" y="187"/>
                  </a:lnTo>
                  <a:lnTo>
                    <a:pt x="20" y="187"/>
                  </a:lnTo>
                  <a:lnTo>
                    <a:pt x="20" y="187"/>
                  </a:lnTo>
                  <a:lnTo>
                    <a:pt x="14" y="183"/>
                  </a:lnTo>
                  <a:lnTo>
                    <a:pt x="12" y="183"/>
                  </a:lnTo>
                  <a:lnTo>
                    <a:pt x="14" y="181"/>
                  </a:lnTo>
                  <a:lnTo>
                    <a:pt x="14" y="179"/>
                  </a:lnTo>
                  <a:lnTo>
                    <a:pt x="14" y="179"/>
                  </a:lnTo>
                  <a:lnTo>
                    <a:pt x="14" y="181"/>
                  </a:lnTo>
                  <a:lnTo>
                    <a:pt x="16" y="181"/>
                  </a:lnTo>
                  <a:lnTo>
                    <a:pt x="18" y="181"/>
                  </a:lnTo>
                  <a:lnTo>
                    <a:pt x="20" y="181"/>
                  </a:lnTo>
                  <a:lnTo>
                    <a:pt x="22" y="179"/>
                  </a:lnTo>
                  <a:lnTo>
                    <a:pt x="24" y="179"/>
                  </a:lnTo>
                  <a:lnTo>
                    <a:pt x="24" y="179"/>
                  </a:lnTo>
                  <a:lnTo>
                    <a:pt x="26" y="179"/>
                  </a:lnTo>
                  <a:lnTo>
                    <a:pt x="28" y="179"/>
                  </a:lnTo>
                  <a:lnTo>
                    <a:pt x="28" y="179"/>
                  </a:lnTo>
                  <a:lnTo>
                    <a:pt x="30" y="179"/>
                  </a:lnTo>
                  <a:lnTo>
                    <a:pt x="32" y="179"/>
                  </a:lnTo>
                  <a:lnTo>
                    <a:pt x="34" y="177"/>
                  </a:lnTo>
                  <a:lnTo>
                    <a:pt x="36" y="177"/>
                  </a:lnTo>
                  <a:lnTo>
                    <a:pt x="36" y="177"/>
                  </a:lnTo>
                  <a:lnTo>
                    <a:pt x="38" y="177"/>
                  </a:lnTo>
                  <a:lnTo>
                    <a:pt x="38" y="177"/>
                  </a:lnTo>
                  <a:lnTo>
                    <a:pt x="38" y="177"/>
                  </a:lnTo>
                  <a:lnTo>
                    <a:pt x="38" y="177"/>
                  </a:lnTo>
                  <a:lnTo>
                    <a:pt x="38" y="179"/>
                  </a:lnTo>
                  <a:lnTo>
                    <a:pt x="38" y="179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0" y="177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7" y="177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51" y="177"/>
                  </a:lnTo>
                  <a:lnTo>
                    <a:pt x="53" y="177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49" y="175"/>
                  </a:lnTo>
                  <a:lnTo>
                    <a:pt x="47" y="177"/>
                  </a:lnTo>
                  <a:lnTo>
                    <a:pt x="47" y="175"/>
                  </a:lnTo>
                  <a:lnTo>
                    <a:pt x="47" y="175"/>
                  </a:lnTo>
                  <a:lnTo>
                    <a:pt x="49" y="173"/>
                  </a:lnTo>
                  <a:lnTo>
                    <a:pt x="47" y="173"/>
                  </a:lnTo>
                  <a:lnTo>
                    <a:pt x="47" y="171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51" y="169"/>
                  </a:lnTo>
                  <a:lnTo>
                    <a:pt x="51" y="169"/>
                  </a:lnTo>
                  <a:lnTo>
                    <a:pt x="51" y="167"/>
                  </a:lnTo>
                  <a:lnTo>
                    <a:pt x="51" y="165"/>
                  </a:lnTo>
                  <a:lnTo>
                    <a:pt x="49" y="163"/>
                  </a:lnTo>
                  <a:lnTo>
                    <a:pt x="47" y="163"/>
                  </a:lnTo>
                  <a:lnTo>
                    <a:pt x="47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59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2" y="159"/>
                  </a:lnTo>
                  <a:lnTo>
                    <a:pt x="42" y="159"/>
                  </a:lnTo>
                  <a:lnTo>
                    <a:pt x="40" y="159"/>
                  </a:lnTo>
                  <a:lnTo>
                    <a:pt x="38" y="159"/>
                  </a:lnTo>
                  <a:lnTo>
                    <a:pt x="38" y="159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6" y="163"/>
                  </a:lnTo>
                  <a:lnTo>
                    <a:pt x="34" y="163"/>
                  </a:lnTo>
                  <a:lnTo>
                    <a:pt x="32" y="163"/>
                  </a:lnTo>
                  <a:lnTo>
                    <a:pt x="32" y="163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26" y="161"/>
                  </a:lnTo>
                  <a:lnTo>
                    <a:pt x="24" y="161"/>
                  </a:lnTo>
                  <a:lnTo>
                    <a:pt x="22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6" y="161"/>
                  </a:lnTo>
                  <a:lnTo>
                    <a:pt x="16" y="161"/>
                  </a:lnTo>
                  <a:lnTo>
                    <a:pt x="14" y="161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7"/>
                  </a:lnTo>
                  <a:lnTo>
                    <a:pt x="14" y="157"/>
                  </a:lnTo>
                  <a:lnTo>
                    <a:pt x="14" y="155"/>
                  </a:lnTo>
                  <a:lnTo>
                    <a:pt x="16" y="155"/>
                  </a:lnTo>
                  <a:lnTo>
                    <a:pt x="16" y="155"/>
                  </a:lnTo>
                  <a:lnTo>
                    <a:pt x="18" y="155"/>
                  </a:lnTo>
                  <a:lnTo>
                    <a:pt x="18" y="154"/>
                  </a:lnTo>
                  <a:lnTo>
                    <a:pt x="20" y="154"/>
                  </a:lnTo>
                  <a:lnTo>
                    <a:pt x="30" y="155"/>
                  </a:lnTo>
                  <a:lnTo>
                    <a:pt x="30" y="155"/>
                  </a:lnTo>
                  <a:lnTo>
                    <a:pt x="32" y="155"/>
                  </a:lnTo>
                  <a:lnTo>
                    <a:pt x="32" y="155"/>
                  </a:lnTo>
                  <a:lnTo>
                    <a:pt x="32" y="154"/>
                  </a:lnTo>
                  <a:lnTo>
                    <a:pt x="32" y="154"/>
                  </a:lnTo>
                  <a:lnTo>
                    <a:pt x="32" y="154"/>
                  </a:lnTo>
                  <a:lnTo>
                    <a:pt x="30" y="155"/>
                  </a:lnTo>
                  <a:lnTo>
                    <a:pt x="30" y="155"/>
                  </a:lnTo>
                  <a:lnTo>
                    <a:pt x="30" y="155"/>
                  </a:lnTo>
                  <a:lnTo>
                    <a:pt x="28" y="155"/>
                  </a:lnTo>
                  <a:lnTo>
                    <a:pt x="20" y="154"/>
                  </a:lnTo>
                  <a:lnTo>
                    <a:pt x="18" y="154"/>
                  </a:lnTo>
                  <a:lnTo>
                    <a:pt x="16" y="154"/>
                  </a:lnTo>
                  <a:lnTo>
                    <a:pt x="14" y="155"/>
                  </a:lnTo>
                  <a:lnTo>
                    <a:pt x="14" y="155"/>
                  </a:lnTo>
                  <a:lnTo>
                    <a:pt x="14" y="155"/>
                  </a:lnTo>
                  <a:lnTo>
                    <a:pt x="12" y="155"/>
                  </a:lnTo>
                  <a:lnTo>
                    <a:pt x="12" y="155"/>
                  </a:lnTo>
                  <a:lnTo>
                    <a:pt x="12" y="157"/>
                  </a:lnTo>
                  <a:lnTo>
                    <a:pt x="10" y="157"/>
                  </a:lnTo>
                  <a:lnTo>
                    <a:pt x="10" y="157"/>
                  </a:lnTo>
                  <a:lnTo>
                    <a:pt x="2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4"/>
                  </a:lnTo>
                  <a:lnTo>
                    <a:pt x="0" y="152"/>
                  </a:lnTo>
                  <a:lnTo>
                    <a:pt x="2" y="150"/>
                  </a:lnTo>
                  <a:lnTo>
                    <a:pt x="2" y="148"/>
                  </a:lnTo>
                  <a:lnTo>
                    <a:pt x="4" y="148"/>
                  </a:lnTo>
                  <a:lnTo>
                    <a:pt x="6" y="148"/>
                  </a:lnTo>
                  <a:lnTo>
                    <a:pt x="6" y="148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8" y="144"/>
                  </a:lnTo>
                  <a:lnTo>
                    <a:pt x="8" y="144"/>
                  </a:lnTo>
                  <a:lnTo>
                    <a:pt x="6" y="144"/>
                  </a:lnTo>
                  <a:lnTo>
                    <a:pt x="4" y="144"/>
                  </a:lnTo>
                  <a:lnTo>
                    <a:pt x="4" y="142"/>
                  </a:lnTo>
                  <a:lnTo>
                    <a:pt x="4" y="142"/>
                  </a:lnTo>
                  <a:lnTo>
                    <a:pt x="4" y="140"/>
                  </a:lnTo>
                  <a:lnTo>
                    <a:pt x="6" y="140"/>
                  </a:lnTo>
                  <a:lnTo>
                    <a:pt x="8" y="138"/>
                  </a:lnTo>
                  <a:lnTo>
                    <a:pt x="10" y="136"/>
                  </a:lnTo>
                  <a:lnTo>
                    <a:pt x="10" y="136"/>
                  </a:lnTo>
                  <a:lnTo>
                    <a:pt x="12" y="130"/>
                  </a:lnTo>
                  <a:lnTo>
                    <a:pt x="14" y="128"/>
                  </a:lnTo>
                  <a:lnTo>
                    <a:pt x="16" y="126"/>
                  </a:lnTo>
                  <a:lnTo>
                    <a:pt x="18" y="124"/>
                  </a:lnTo>
                  <a:lnTo>
                    <a:pt x="20" y="124"/>
                  </a:lnTo>
                  <a:lnTo>
                    <a:pt x="30" y="126"/>
                  </a:lnTo>
                  <a:lnTo>
                    <a:pt x="32" y="126"/>
                  </a:lnTo>
                  <a:lnTo>
                    <a:pt x="32" y="126"/>
                  </a:lnTo>
                  <a:lnTo>
                    <a:pt x="36" y="126"/>
                  </a:lnTo>
                  <a:lnTo>
                    <a:pt x="36" y="124"/>
                  </a:lnTo>
                  <a:lnTo>
                    <a:pt x="36" y="126"/>
                  </a:lnTo>
                  <a:lnTo>
                    <a:pt x="38" y="126"/>
                  </a:lnTo>
                  <a:lnTo>
                    <a:pt x="40" y="126"/>
                  </a:lnTo>
                  <a:lnTo>
                    <a:pt x="40" y="126"/>
                  </a:lnTo>
                  <a:lnTo>
                    <a:pt x="42" y="124"/>
                  </a:lnTo>
                  <a:lnTo>
                    <a:pt x="44" y="120"/>
                  </a:lnTo>
                  <a:lnTo>
                    <a:pt x="45" y="118"/>
                  </a:lnTo>
                  <a:lnTo>
                    <a:pt x="47" y="116"/>
                  </a:lnTo>
                  <a:lnTo>
                    <a:pt x="51" y="116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9" y="122"/>
                  </a:lnTo>
                  <a:lnTo>
                    <a:pt x="61" y="124"/>
                  </a:lnTo>
                  <a:lnTo>
                    <a:pt x="61" y="124"/>
                  </a:lnTo>
                  <a:lnTo>
                    <a:pt x="63" y="124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73" y="128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77" y="130"/>
                  </a:lnTo>
                  <a:lnTo>
                    <a:pt x="77" y="130"/>
                  </a:lnTo>
                  <a:lnTo>
                    <a:pt x="79" y="132"/>
                  </a:lnTo>
                  <a:lnTo>
                    <a:pt x="81" y="132"/>
                  </a:lnTo>
                  <a:lnTo>
                    <a:pt x="83" y="132"/>
                  </a:lnTo>
                  <a:lnTo>
                    <a:pt x="87" y="136"/>
                  </a:lnTo>
                  <a:lnTo>
                    <a:pt x="89" y="136"/>
                  </a:lnTo>
                  <a:lnTo>
                    <a:pt x="91" y="136"/>
                  </a:lnTo>
                  <a:lnTo>
                    <a:pt x="91" y="134"/>
                  </a:lnTo>
                  <a:lnTo>
                    <a:pt x="93" y="132"/>
                  </a:lnTo>
                  <a:lnTo>
                    <a:pt x="93" y="132"/>
                  </a:lnTo>
                  <a:lnTo>
                    <a:pt x="93" y="130"/>
                  </a:lnTo>
                  <a:lnTo>
                    <a:pt x="93" y="130"/>
                  </a:lnTo>
                  <a:lnTo>
                    <a:pt x="93" y="130"/>
                  </a:lnTo>
                  <a:lnTo>
                    <a:pt x="95" y="128"/>
                  </a:lnTo>
                  <a:lnTo>
                    <a:pt x="95" y="128"/>
                  </a:lnTo>
                  <a:lnTo>
                    <a:pt x="95" y="128"/>
                  </a:lnTo>
                  <a:lnTo>
                    <a:pt x="95" y="126"/>
                  </a:lnTo>
                  <a:lnTo>
                    <a:pt x="95" y="124"/>
                  </a:lnTo>
                  <a:lnTo>
                    <a:pt x="95" y="124"/>
                  </a:lnTo>
                  <a:lnTo>
                    <a:pt x="95" y="124"/>
                  </a:lnTo>
                  <a:lnTo>
                    <a:pt x="95" y="122"/>
                  </a:lnTo>
                  <a:lnTo>
                    <a:pt x="95" y="122"/>
                  </a:lnTo>
                  <a:lnTo>
                    <a:pt x="96" y="122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100" y="120"/>
                  </a:lnTo>
                  <a:lnTo>
                    <a:pt x="100" y="118"/>
                  </a:lnTo>
                  <a:lnTo>
                    <a:pt x="100" y="118"/>
                  </a:lnTo>
                  <a:lnTo>
                    <a:pt x="104" y="114"/>
                  </a:lnTo>
                  <a:lnTo>
                    <a:pt x="106" y="114"/>
                  </a:lnTo>
                  <a:lnTo>
                    <a:pt x="110" y="112"/>
                  </a:lnTo>
                  <a:lnTo>
                    <a:pt x="110" y="112"/>
                  </a:lnTo>
                  <a:lnTo>
                    <a:pt x="112" y="110"/>
                  </a:lnTo>
                  <a:lnTo>
                    <a:pt x="112" y="110"/>
                  </a:lnTo>
                  <a:lnTo>
                    <a:pt x="112" y="108"/>
                  </a:lnTo>
                  <a:lnTo>
                    <a:pt x="110" y="108"/>
                  </a:lnTo>
                  <a:lnTo>
                    <a:pt x="108" y="108"/>
                  </a:lnTo>
                  <a:lnTo>
                    <a:pt x="108" y="106"/>
                  </a:lnTo>
                  <a:lnTo>
                    <a:pt x="104" y="104"/>
                  </a:lnTo>
                  <a:lnTo>
                    <a:pt x="110" y="102"/>
                  </a:lnTo>
                  <a:lnTo>
                    <a:pt x="110" y="102"/>
                  </a:lnTo>
                  <a:lnTo>
                    <a:pt x="112" y="102"/>
                  </a:lnTo>
                  <a:lnTo>
                    <a:pt x="112" y="100"/>
                  </a:lnTo>
                  <a:lnTo>
                    <a:pt x="112" y="100"/>
                  </a:lnTo>
                  <a:lnTo>
                    <a:pt x="112" y="99"/>
                  </a:lnTo>
                  <a:lnTo>
                    <a:pt x="112" y="95"/>
                  </a:lnTo>
                  <a:lnTo>
                    <a:pt x="112" y="93"/>
                  </a:lnTo>
                  <a:lnTo>
                    <a:pt x="112" y="93"/>
                  </a:lnTo>
                  <a:lnTo>
                    <a:pt x="112" y="93"/>
                  </a:lnTo>
                  <a:lnTo>
                    <a:pt x="112" y="93"/>
                  </a:lnTo>
                  <a:lnTo>
                    <a:pt x="112" y="93"/>
                  </a:lnTo>
                  <a:lnTo>
                    <a:pt x="112" y="93"/>
                  </a:lnTo>
                  <a:lnTo>
                    <a:pt x="112" y="91"/>
                  </a:lnTo>
                  <a:lnTo>
                    <a:pt x="112" y="91"/>
                  </a:lnTo>
                  <a:lnTo>
                    <a:pt x="112" y="91"/>
                  </a:lnTo>
                  <a:lnTo>
                    <a:pt x="114" y="91"/>
                  </a:lnTo>
                  <a:lnTo>
                    <a:pt x="114" y="91"/>
                  </a:lnTo>
                  <a:lnTo>
                    <a:pt x="114" y="89"/>
                  </a:lnTo>
                  <a:lnTo>
                    <a:pt x="114" y="87"/>
                  </a:lnTo>
                  <a:lnTo>
                    <a:pt x="112" y="85"/>
                  </a:lnTo>
                  <a:lnTo>
                    <a:pt x="108" y="83"/>
                  </a:lnTo>
                  <a:lnTo>
                    <a:pt x="106" y="83"/>
                  </a:lnTo>
                  <a:lnTo>
                    <a:pt x="104" y="83"/>
                  </a:lnTo>
                  <a:lnTo>
                    <a:pt x="106" y="81"/>
                  </a:lnTo>
                  <a:lnTo>
                    <a:pt x="112" y="73"/>
                  </a:lnTo>
                  <a:lnTo>
                    <a:pt x="112" y="71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6" y="71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20" y="69"/>
                  </a:lnTo>
                  <a:lnTo>
                    <a:pt x="124" y="73"/>
                  </a:lnTo>
                  <a:lnTo>
                    <a:pt x="126" y="75"/>
                  </a:lnTo>
                  <a:lnTo>
                    <a:pt x="128" y="73"/>
                  </a:lnTo>
                  <a:lnTo>
                    <a:pt x="130" y="73"/>
                  </a:lnTo>
                  <a:lnTo>
                    <a:pt x="130" y="71"/>
                  </a:lnTo>
                  <a:lnTo>
                    <a:pt x="132" y="71"/>
                  </a:lnTo>
                  <a:lnTo>
                    <a:pt x="130" y="69"/>
                  </a:lnTo>
                  <a:lnTo>
                    <a:pt x="130" y="69"/>
                  </a:lnTo>
                  <a:lnTo>
                    <a:pt x="128" y="69"/>
                  </a:lnTo>
                  <a:lnTo>
                    <a:pt x="128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26" y="67"/>
                  </a:lnTo>
                  <a:lnTo>
                    <a:pt x="124" y="67"/>
                  </a:lnTo>
                  <a:lnTo>
                    <a:pt x="124" y="67"/>
                  </a:lnTo>
                  <a:lnTo>
                    <a:pt x="122" y="67"/>
                  </a:lnTo>
                  <a:lnTo>
                    <a:pt x="120" y="65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18" y="61"/>
                  </a:lnTo>
                  <a:lnTo>
                    <a:pt x="118" y="59"/>
                  </a:lnTo>
                  <a:lnTo>
                    <a:pt x="118" y="59"/>
                  </a:lnTo>
                  <a:lnTo>
                    <a:pt x="118" y="57"/>
                  </a:lnTo>
                  <a:lnTo>
                    <a:pt x="116" y="57"/>
                  </a:lnTo>
                  <a:lnTo>
                    <a:pt x="118" y="53"/>
                  </a:lnTo>
                  <a:lnTo>
                    <a:pt x="120" y="53"/>
                  </a:lnTo>
                  <a:lnTo>
                    <a:pt x="122" y="53"/>
                  </a:lnTo>
                  <a:lnTo>
                    <a:pt x="126" y="55"/>
                  </a:lnTo>
                  <a:lnTo>
                    <a:pt x="128" y="55"/>
                  </a:lnTo>
                  <a:lnTo>
                    <a:pt x="128" y="55"/>
                  </a:lnTo>
                  <a:lnTo>
                    <a:pt x="130" y="55"/>
                  </a:lnTo>
                  <a:lnTo>
                    <a:pt x="130" y="55"/>
                  </a:lnTo>
                  <a:lnTo>
                    <a:pt x="130" y="55"/>
                  </a:lnTo>
                  <a:lnTo>
                    <a:pt x="132" y="53"/>
                  </a:lnTo>
                  <a:lnTo>
                    <a:pt x="132" y="53"/>
                  </a:lnTo>
                  <a:lnTo>
                    <a:pt x="134" y="51"/>
                  </a:lnTo>
                  <a:lnTo>
                    <a:pt x="136" y="51"/>
                  </a:lnTo>
                  <a:lnTo>
                    <a:pt x="140" y="49"/>
                  </a:lnTo>
                  <a:lnTo>
                    <a:pt x="140" y="49"/>
                  </a:lnTo>
                  <a:lnTo>
                    <a:pt x="142" y="47"/>
                  </a:lnTo>
                  <a:lnTo>
                    <a:pt x="144" y="47"/>
                  </a:lnTo>
                  <a:lnTo>
                    <a:pt x="146" y="47"/>
                  </a:lnTo>
                  <a:lnTo>
                    <a:pt x="146" y="46"/>
                  </a:lnTo>
                  <a:lnTo>
                    <a:pt x="146" y="44"/>
                  </a:lnTo>
                  <a:lnTo>
                    <a:pt x="147" y="42"/>
                  </a:lnTo>
                  <a:lnTo>
                    <a:pt x="149" y="42"/>
                  </a:lnTo>
                  <a:lnTo>
                    <a:pt x="149" y="40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7" y="30"/>
                  </a:lnTo>
                  <a:lnTo>
                    <a:pt x="147" y="28"/>
                  </a:lnTo>
                  <a:lnTo>
                    <a:pt x="149" y="26"/>
                  </a:lnTo>
                  <a:lnTo>
                    <a:pt x="149" y="26"/>
                  </a:lnTo>
                  <a:lnTo>
                    <a:pt x="151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3" y="22"/>
                  </a:lnTo>
                  <a:lnTo>
                    <a:pt x="155" y="22"/>
                  </a:lnTo>
                  <a:lnTo>
                    <a:pt x="155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59" y="22"/>
                  </a:lnTo>
                  <a:lnTo>
                    <a:pt x="161" y="24"/>
                  </a:lnTo>
                  <a:lnTo>
                    <a:pt x="167" y="28"/>
                  </a:lnTo>
                  <a:lnTo>
                    <a:pt x="169" y="28"/>
                  </a:lnTo>
                  <a:lnTo>
                    <a:pt x="171" y="28"/>
                  </a:lnTo>
                  <a:lnTo>
                    <a:pt x="173" y="28"/>
                  </a:lnTo>
                  <a:lnTo>
                    <a:pt x="173" y="28"/>
                  </a:lnTo>
                  <a:lnTo>
                    <a:pt x="175" y="28"/>
                  </a:lnTo>
                  <a:lnTo>
                    <a:pt x="177" y="28"/>
                  </a:lnTo>
                  <a:lnTo>
                    <a:pt x="177" y="28"/>
                  </a:lnTo>
                  <a:lnTo>
                    <a:pt x="181" y="28"/>
                  </a:lnTo>
                  <a:lnTo>
                    <a:pt x="183" y="30"/>
                  </a:lnTo>
                  <a:lnTo>
                    <a:pt x="183" y="30"/>
                  </a:lnTo>
                  <a:lnTo>
                    <a:pt x="183" y="28"/>
                  </a:lnTo>
                  <a:lnTo>
                    <a:pt x="187" y="28"/>
                  </a:lnTo>
                  <a:lnTo>
                    <a:pt x="187" y="28"/>
                  </a:lnTo>
                  <a:lnTo>
                    <a:pt x="189" y="28"/>
                  </a:lnTo>
                  <a:lnTo>
                    <a:pt x="191" y="30"/>
                  </a:lnTo>
                  <a:lnTo>
                    <a:pt x="191" y="30"/>
                  </a:lnTo>
                  <a:lnTo>
                    <a:pt x="191" y="28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202" y="22"/>
                  </a:lnTo>
                  <a:lnTo>
                    <a:pt x="202" y="20"/>
                  </a:lnTo>
                  <a:lnTo>
                    <a:pt x="202" y="18"/>
                  </a:lnTo>
                  <a:lnTo>
                    <a:pt x="204" y="16"/>
                  </a:lnTo>
                  <a:lnTo>
                    <a:pt x="206" y="16"/>
                  </a:lnTo>
                  <a:lnTo>
                    <a:pt x="208" y="14"/>
                  </a:lnTo>
                  <a:lnTo>
                    <a:pt x="208" y="12"/>
                  </a:lnTo>
                  <a:lnTo>
                    <a:pt x="212" y="12"/>
                  </a:lnTo>
                  <a:lnTo>
                    <a:pt x="212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8" y="12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8"/>
                  </a:lnTo>
                  <a:lnTo>
                    <a:pt x="222" y="8"/>
                  </a:lnTo>
                  <a:lnTo>
                    <a:pt x="222" y="8"/>
                  </a:lnTo>
                  <a:lnTo>
                    <a:pt x="222" y="6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2" y="2"/>
                  </a:lnTo>
                  <a:lnTo>
                    <a:pt x="22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957263" y="3516313"/>
              <a:ext cx="106363" cy="120650"/>
            </a:xfrm>
            <a:custGeom>
              <a:avLst/>
              <a:gdLst>
                <a:gd name="T0" fmla="*/ 98 w 135"/>
                <a:gd name="T1" fmla="*/ 6 h 151"/>
                <a:gd name="T2" fmla="*/ 103 w 135"/>
                <a:gd name="T3" fmla="*/ 15 h 151"/>
                <a:gd name="T4" fmla="*/ 109 w 135"/>
                <a:gd name="T5" fmla="*/ 10 h 151"/>
                <a:gd name="T6" fmla="*/ 117 w 135"/>
                <a:gd name="T7" fmla="*/ 15 h 151"/>
                <a:gd name="T8" fmla="*/ 119 w 135"/>
                <a:gd name="T9" fmla="*/ 19 h 151"/>
                <a:gd name="T10" fmla="*/ 121 w 135"/>
                <a:gd name="T11" fmla="*/ 25 h 151"/>
                <a:gd name="T12" fmla="*/ 129 w 135"/>
                <a:gd name="T13" fmla="*/ 31 h 151"/>
                <a:gd name="T14" fmla="*/ 135 w 135"/>
                <a:gd name="T15" fmla="*/ 35 h 151"/>
                <a:gd name="T16" fmla="*/ 129 w 135"/>
                <a:gd name="T17" fmla="*/ 41 h 151"/>
                <a:gd name="T18" fmla="*/ 125 w 135"/>
                <a:gd name="T19" fmla="*/ 45 h 151"/>
                <a:gd name="T20" fmla="*/ 125 w 135"/>
                <a:gd name="T21" fmla="*/ 61 h 151"/>
                <a:gd name="T22" fmla="*/ 131 w 135"/>
                <a:gd name="T23" fmla="*/ 70 h 151"/>
                <a:gd name="T24" fmla="*/ 133 w 135"/>
                <a:gd name="T25" fmla="*/ 72 h 151"/>
                <a:gd name="T26" fmla="*/ 129 w 135"/>
                <a:gd name="T27" fmla="*/ 76 h 151"/>
                <a:gd name="T28" fmla="*/ 125 w 135"/>
                <a:gd name="T29" fmla="*/ 84 h 151"/>
                <a:gd name="T30" fmla="*/ 127 w 135"/>
                <a:gd name="T31" fmla="*/ 86 h 151"/>
                <a:gd name="T32" fmla="*/ 127 w 135"/>
                <a:gd name="T33" fmla="*/ 92 h 151"/>
                <a:gd name="T34" fmla="*/ 125 w 135"/>
                <a:gd name="T35" fmla="*/ 98 h 151"/>
                <a:gd name="T36" fmla="*/ 123 w 135"/>
                <a:gd name="T37" fmla="*/ 104 h 151"/>
                <a:gd name="T38" fmla="*/ 123 w 135"/>
                <a:gd name="T39" fmla="*/ 112 h 151"/>
                <a:gd name="T40" fmla="*/ 121 w 135"/>
                <a:gd name="T41" fmla="*/ 116 h 151"/>
                <a:gd name="T42" fmla="*/ 111 w 135"/>
                <a:gd name="T43" fmla="*/ 117 h 151"/>
                <a:gd name="T44" fmla="*/ 109 w 135"/>
                <a:gd name="T45" fmla="*/ 123 h 151"/>
                <a:gd name="T46" fmla="*/ 103 w 135"/>
                <a:gd name="T47" fmla="*/ 129 h 151"/>
                <a:gd name="T48" fmla="*/ 98 w 135"/>
                <a:gd name="T49" fmla="*/ 135 h 151"/>
                <a:gd name="T50" fmla="*/ 96 w 135"/>
                <a:gd name="T51" fmla="*/ 141 h 151"/>
                <a:gd name="T52" fmla="*/ 94 w 135"/>
                <a:gd name="T53" fmla="*/ 149 h 151"/>
                <a:gd name="T54" fmla="*/ 82 w 135"/>
                <a:gd name="T55" fmla="*/ 149 h 151"/>
                <a:gd name="T56" fmla="*/ 78 w 135"/>
                <a:gd name="T57" fmla="*/ 151 h 151"/>
                <a:gd name="T58" fmla="*/ 76 w 135"/>
                <a:gd name="T59" fmla="*/ 145 h 151"/>
                <a:gd name="T60" fmla="*/ 64 w 135"/>
                <a:gd name="T61" fmla="*/ 135 h 151"/>
                <a:gd name="T62" fmla="*/ 58 w 135"/>
                <a:gd name="T63" fmla="*/ 129 h 151"/>
                <a:gd name="T64" fmla="*/ 53 w 135"/>
                <a:gd name="T65" fmla="*/ 119 h 151"/>
                <a:gd name="T66" fmla="*/ 51 w 135"/>
                <a:gd name="T67" fmla="*/ 112 h 151"/>
                <a:gd name="T68" fmla="*/ 39 w 135"/>
                <a:gd name="T69" fmla="*/ 110 h 151"/>
                <a:gd name="T70" fmla="*/ 29 w 135"/>
                <a:gd name="T71" fmla="*/ 102 h 151"/>
                <a:gd name="T72" fmla="*/ 23 w 135"/>
                <a:gd name="T73" fmla="*/ 90 h 151"/>
                <a:gd name="T74" fmla="*/ 15 w 135"/>
                <a:gd name="T75" fmla="*/ 88 h 151"/>
                <a:gd name="T76" fmla="*/ 9 w 135"/>
                <a:gd name="T77" fmla="*/ 76 h 151"/>
                <a:gd name="T78" fmla="*/ 2 w 135"/>
                <a:gd name="T79" fmla="*/ 68 h 151"/>
                <a:gd name="T80" fmla="*/ 2 w 135"/>
                <a:gd name="T81" fmla="*/ 61 h 151"/>
                <a:gd name="T82" fmla="*/ 3 w 135"/>
                <a:gd name="T83" fmla="*/ 55 h 151"/>
                <a:gd name="T84" fmla="*/ 3 w 135"/>
                <a:gd name="T85" fmla="*/ 49 h 151"/>
                <a:gd name="T86" fmla="*/ 3 w 135"/>
                <a:gd name="T87" fmla="*/ 45 h 151"/>
                <a:gd name="T88" fmla="*/ 9 w 135"/>
                <a:gd name="T89" fmla="*/ 41 h 151"/>
                <a:gd name="T90" fmla="*/ 17 w 135"/>
                <a:gd name="T91" fmla="*/ 37 h 151"/>
                <a:gd name="T92" fmla="*/ 23 w 135"/>
                <a:gd name="T93" fmla="*/ 35 h 151"/>
                <a:gd name="T94" fmla="*/ 21 w 135"/>
                <a:gd name="T95" fmla="*/ 31 h 151"/>
                <a:gd name="T96" fmla="*/ 21 w 135"/>
                <a:gd name="T97" fmla="*/ 29 h 151"/>
                <a:gd name="T98" fmla="*/ 19 w 135"/>
                <a:gd name="T99" fmla="*/ 23 h 151"/>
                <a:gd name="T100" fmla="*/ 23 w 135"/>
                <a:gd name="T101" fmla="*/ 25 h 151"/>
                <a:gd name="T102" fmla="*/ 29 w 135"/>
                <a:gd name="T103" fmla="*/ 25 h 151"/>
                <a:gd name="T104" fmla="*/ 31 w 135"/>
                <a:gd name="T105" fmla="*/ 25 h 151"/>
                <a:gd name="T106" fmla="*/ 37 w 135"/>
                <a:gd name="T107" fmla="*/ 27 h 151"/>
                <a:gd name="T108" fmla="*/ 41 w 135"/>
                <a:gd name="T109" fmla="*/ 23 h 151"/>
                <a:gd name="T110" fmla="*/ 51 w 135"/>
                <a:gd name="T111" fmla="*/ 29 h 151"/>
                <a:gd name="T112" fmla="*/ 60 w 135"/>
                <a:gd name="T113" fmla="*/ 31 h 151"/>
                <a:gd name="T114" fmla="*/ 64 w 135"/>
                <a:gd name="T115" fmla="*/ 25 h 151"/>
                <a:gd name="T116" fmla="*/ 62 w 135"/>
                <a:gd name="T117" fmla="*/ 19 h 151"/>
                <a:gd name="T118" fmla="*/ 62 w 135"/>
                <a:gd name="T119" fmla="*/ 11 h 151"/>
                <a:gd name="T120" fmla="*/ 66 w 135"/>
                <a:gd name="T121" fmla="*/ 8 h 151"/>
                <a:gd name="T122" fmla="*/ 72 w 135"/>
                <a:gd name="T123" fmla="*/ 13 h 151"/>
                <a:gd name="T124" fmla="*/ 84 w 135"/>
                <a:gd name="T125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5" h="151">
                  <a:moveTo>
                    <a:pt x="90" y="0"/>
                  </a:moveTo>
                  <a:lnTo>
                    <a:pt x="94" y="2"/>
                  </a:lnTo>
                  <a:lnTo>
                    <a:pt x="98" y="2"/>
                  </a:lnTo>
                  <a:lnTo>
                    <a:pt x="98" y="2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98" y="6"/>
                  </a:lnTo>
                  <a:lnTo>
                    <a:pt x="98" y="6"/>
                  </a:lnTo>
                  <a:lnTo>
                    <a:pt x="98" y="6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3" y="15"/>
                  </a:lnTo>
                  <a:lnTo>
                    <a:pt x="107" y="15"/>
                  </a:lnTo>
                  <a:lnTo>
                    <a:pt x="107" y="15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1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11" y="10"/>
                  </a:lnTo>
                  <a:lnTo>
                    <a:pt x="111" y="10"/>
                  </a:lnTo>
                  <a:lnTo>
                    <a:pt x="111" y="10"/>
                  </a:lnTo>
                  <a:lnTo>
                    <a:pt x="113" y="10"/>
                  </a:lnTo>
                  <a:lnTo>
                    <a:pt x="113" y="10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7" y="13"/>
                  </a:lnTo>
                  <a:lnTo>
                    <a:pt x="117" y="13"/>
                  </a:lnTo>
                  <a:lnTo>
                    <a:pt x="117" y="15"/>
                  </a:lnTo>
                  <a:lnTo>
                    <a:pt x="117" y="15"/>
                  </a:lnTo>
                  <a:lnTo>
                    <a:pt x="117" y="15"/>
                  </a:lnTo>
                  <a:lnTo>
                    <a:pt x="117" y="15"/>
                  </a:lnTo>
                  <a:lnTo>
                    <a:pt x="117" y="15"/>
                  </a:lnTo>
                  <a:lnTo>
                    <a:pt x="117" y="15"/>
                  </a:lnTo>
                  <a:lnTo>
                    <a:pt x="119" y="17"/>
                  </a:lnTo>
                  <a:lnTo>
                    <a:pt x="119" y="17"/>
                  </a:lnTo>
                  <a:lnTo>
                    <a:pt x="119" y="17"/>
                  </a:lnTo>
                  <a:lnTo>
                    <a:pt x="119" y="17"/>
                  </a:lnTo>
                  <a:lnTo>
                    <a:pt x="119" y="19"/>
                  </a:lnTo>
                  <a:lnTo>
                    <a:pt x="119" y="19"/>
                  </a:lnTo>
                  <a:lnTo>
                    <a:pt x="119" y="19"/>
                  </a:lnTo>
                  <a:lnTo>
                    <a:pt x="119" y="19"/>
                  </a:lnTo>
                  <a:lnTo>
                    <a:pt x="119" y="19"/>
                  </a:lnTo>
                  <a:lnTo>
                    <a:pt x="119" y="19"/>
                  </a:lnTo>
                  <a:lnTo>
                    <a:pt x="119" y="21"/>
                  </a:lnTo>
                  <a:lnTo>
                    <a:pt x="119" y="21"/>
                  </a:lnTo>
                  <a:lnTo>
                    <a:pt x="119" y="21"/>
                  </a:lnTo>
                  <a:lnTo>
                    <a:pt x="119" y="21"/>
                  </a:lnTo>
                  <a:lnTo>
                    <a:pt x="119" y="23"/>
                  </a:lnTo>
                  <a:lnTo>
                    <a:pt x="121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3" y="27"/>
                  </a:lnTo>
                  <a:lnTo>
                    <a:pt x="123" y="27"/>
                  </a:lnTo>
                  <a:lnTo>
                    <a:pt x="123" y="27"/>
                  </a:lnTo>
                  <a:lnTo>
                    <a:pt x="125" y="29"/>
                  </a:lnTo>
                  <a:lnTo>
                    <a:pt x="129" y="31"/>
                  </a:lnTo>
                  <a:lnTo>
                    <a:pt x="129" y="31"/>
                  </a:lnTo>
                  <a:lnTo>
                    <a:pt x="129" y="31"/>
                  </a:lnTo>
                  <a:lnTo>
                    <a:pt x="129" y="31"/>
                  </a:lnTo>
                  <a:lnTo>
                    <a:pt x="131" y="31"/>
                  </a:lnTo>
                  <a:lnTo>
                    <a:pt x="131" y="31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3" y="33"/>
                  </a:lnTo>
                  <a:lnTo>
                    <a:pt x="135" y="35"/>
                  </a:lnTo>
                  <a:lnTo>
                    <a:pt x="135" y="35"/>
                  </a:lnTo>
                  <a:lnTo>
                    <a:pt x="135" y="35"/>
                  </a:lnTo>
                  <a:lnTo>
                    <a:pt x="135" y="35"/>
                  </a:lnTo>
                  <a:lnTo>
                    <a:pt x="135" y="37"/>
                  </a:lnTo>
                  <a:lnTo>
                    <a:pt x="135" y="39"/>
                  </a:lnTo>
                  <a:lnTo>
                    <a:pt x="135" y="39"/>
                  </a:lnTo>
                  <a:lnTo>
                    <a:pt x="135" y="39"/>
                  </a:lnTo>
                  <a:lnTo>
                    <a:pt x="135" y="39"/>
                  </a:lnTo>
                  <a:lnTo>
                    <a:pt x="133" y="39"/>
                  </a:lnTo>
                  <a:lnTo>
                    <a:pt x="133" y="39"/>
                  </a:lnTo>
                  <a:lnTo>
                    <a:pt x="133" y="39"/>
                  </a:lnTo>
                  <a:lnTo>
                    <a:pt x="131" y="41"/>
                  </a:lnTo>
                  <a:lnTo>
                    <a:pt x="129" y="41"/>
                  </a:lnTo>
                  <a:lnTo>
                    <a:pt x="129" y="41"/>
                  </a:lnTo>
                  <a:lnTo>
                    <a:pt x="129" y="41"/>
                  </a:lnTo>
                  <a:lnTo>
                    <a:pt x="127" y="41"/>
                  </a:lnTo>
                  <a:lnTo>
                    <a:pt x="127" y="41"/>
                  </a:lnTo>
                  <a:lnTo>
                    <a:pt x="127" y="41"/>
                  </a:lnTo>
                  <a:lnTo>
                    <a:pt x="127" y="41"/>
                  </a:lnTo>
                  <a:lnTo>
                    <a:pt x="127" y="43"/>
                  </a:lnTo>
                  <a:lnTo>
                    <a:pt x="127" y="43"/>
                  </a:lnTo>
                  <a:lnTo>
                    <a:pt x="127" y="43"/>
                  </a:lnTo>
                  <a:lnTo>
                    <a:pt x="127" y="43"/>
                  </a:lnTo>
                  <a:lnTo>
                    <a:pt x="125" y="45"/>
                  </a:lnTo>
                  <a:lnTo>
                    <a:pt x="125" y="45"/>
                  </a:lnTo>
                  <a:lnTo>
                    <a:pt x="125" y="45"/>
                  </a:lnTo>
                  <a:lnTo>
                    <a:pt x="125" y="45"/>
                  </a:lnTo>
                  <a:lnTo>
                    <a:pt x="127" y="47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3"/>
                  </a:lnTo>
                  <a:lnTo>
                    <a:pt x="127" y="53"/>
                  </a:lnTo>
                  <a:lnTo>
                    <a:pt x="129" y="53"/>
                  </a:lnTo>
                  <a:lnTo>
                    <a:pt x="129" y="53"/>
                  </a:lnTo>
                  <a:lnTo>
                    <a:pt x="127" y="55"/>
                  </a:lnTo>
                  <a:lnTo>
                    <a:pt x="127" y="59"/>
                  </a:lnTo>
                  <a:lnTo>
                    <a:pt x="125" y="61"/>
                  </a:lnTo>
                  <a:lnTo>
                    <a:pt x="129" y="63"/>
                  </a:lnTo>
                  <a:lnTo>
                    <a:pt x="129" y="64"/>
                  </a:lnTo>
                  <a:lnTo>
                    <a:pt x="131" y="66"/>
                  </a:lnTo>
                  <a:lnTo>
                    <a:pt x="129" y="68"/>
                  </a:lnTo>
                  <a:lnTo>
                    <a:pt x="129" y="70"/>
                  </a:lnTo>
                  <a:lnTo>
                    <a:pt x="129" y="70"/>
                  </a:lnTo>
                  <a:lnTo>
                    <a:pt x="129" y="70"/>
                  </a:lnTo>
                  <a:lnTo>
                    <a:pt x="129" y="70"/>
                  </a:lnTo>
                  <a:lnTo>
                    <a:pt x="129" y="72"/>
                  </a:lnTo>
                  <a:lnTo>
                    <a:pt x="129" y="72"/>
                  </a:lnTo>
                  <a:lnTo>
                    <a:pt x="129" y="72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33" y="70"/>
                  </a:lnTo>
                  <a:lnTo>
                    <a:pt x="133" y="72"/>
                  </a:lnTo>
                  <a:lnTo>
                    <a:pt x="133" y="72"/>
                  </a:lnTo>
                  <a:lnTo>
                    <a:pt x="133" y="72"/>
                  </a:lnTo>
                  <a:lnTo>
                    <a:pt x="133" y="72"/>
                  </a:lnTo>
                  <a:lnTo>
                    <a:pt x="133" y="72"/>
                  </a:lnTo>
                  <a:lnTo>
                    <a:pt x="133" y="72"/>
                  </a:lnTo>
                  <a:lnTo>
                    <a:pt x="131" y="74"/>
                  </a:lnTo>
                  <a:lnTo>
                    <a:pt x="131" y="74"/>
                  </a:lnTo>
                  <a:lnTo>
                    <a:pt x="131" y="76"/>
                  </a:lnTo>
                  <a:lnTo>
                    <a:pt x="131" y="76"/>
                  </a:lnTo>
                  <a:lnTo>
                    <a:pt x="131" y="76"/>
                  </a:lnTo>
                  <a:lnTo>
                    <a:pt x="131" y="76"/>
                  </a:lnTo>
                  <a:lnTo>
                    <a:pt x="129" y="76"/>
                  </a:lnTo>
                  <a:lnTo>
                    <a:pt x="129" y="76"/>
                  </a:lnTo>
                  <a:lnTo>
                    <a:pt x="129" y="76"/>
                  </a:lnTo>
                  <a:lnTo>
                    <a:pt x="129" y="76"/>
                  </a:lnTo>
                  <a:lnTo>
                    <a:pt x="129" y="76"/>
                  </a:lnTo>
                  <a:lnTo>
                    <a:pt x="129" y="76"/>
                  </a:lnTo>
                  <a:lnTo>
                    <a:pt x="127" y="76"/>
                  </a:lnTo>
                  <a:lnTo>
                    <a:pt x="127" y="78"/>
                  </a:lnTo>
                  <a:lnTo>
                    <a:pt x="127" y="78"/>
                  </a:lnTo>
                  <a:lnTo>
                    <a:pt x="127" y="80"/>
                  </a:lnTo>
                  <a:lnTo>
                    <a:pt x="127" y="80"/>
                  </a:lnTo>
                  <a:lnTo>
                    <a:pt x="127" y="80"/>
                  </a:lnTo>
                  <a:lnTo>
                    <a:pt x="127" y="82"/>
                  </a:lnTo>
                  <a:lnTo>
                    <a:pt x="127" y="82"/>
                  </a:lnTo>
                  <a:lnTo>
                    <a:pt x="127" y="82"/>
                  </a:lnTo>
                  <a:lnTo>
                    <a:pt x="125" y="82"/>
                  </a:lnTo>
                  <a:lnTo>
                    <a:pt x="125" y="84"/>
                  </a:lnTo>
                  <a:lnTo>
                    <a:pt x="125" y="84"/>
                  </a:lnTo>
                  <a:lnTo>
                    <a:pt x="125" y="84"/>
                  </a:lnTo>
                  <a:lnTo>
                    <a:pt x="125" y="84"/>
                  </a:lnTo>
                  <a:lnTo>
                    <a:pt x="125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4"/>
                  </a:lnTo>
                  <a:lnTo>
                    <a:pt x="127" y="86"/>
                  </a:lnTo>
                  <a:lnTo>
                    <a:pt x="127" y="86"/>
                  </a:lnTo>
                  <a:lnTo>
                    <a:pt x="127" y="86"/>
                  </a:lnTo>
                  <a:lnTo>
                    <a:pt x="127" y="88"/>
                  </a:lnTo>
                  <a:lnTo>
                    <a:pt x="127" y="88"/>
                  </a:lnTo>
                  <a:lnTo>
                    <a:pt x="127" y="88"/>
                  </a:lnTo>
                  <a:lnTo>
                    <a:pt x="127" y="88"/>
                  </a:lnTo>
                  <a:lnTo>
                    <a:pt x="127" y="88"/>
                  </a:lnTo>
                  <a:lnTo>
                    <a:pt x="127" y="90"/>
                  </a:lnTo>
                  <a:lnTo>
                    <a:pt x="127" y="90"/>
                  </a:lnTo>
                  <a:lnTo>
                    <a:pt x="129" y="90"/>
                  </a:lnTo>
                  <a:lnTo>
                    <a:pt x="129" y="92"/>
                  </a:lnTo>
                  <a:lnTo>
                    <a:pt x="127" y="92"/>
                  </a:lnTo>
                  <a:lnTo>
                    <a:pt x="127" y="92"/>
                  </a:lnTo>
                  <a:lnTo>
                    <a:pt x="127" y="94"/>
                  </a:lnTo>
                  <a:lnTo>
                    <a:pt x="125" y="94"/>
                  </a:lnTo>
                  <a:lnTo>
                    <a:pt x="125" y="94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5" y="96"/>
                  </a:lnTo>
                  <a:lnTo>
                    <a:pt x="125" y="96"/>
                  </a:lnTo>
                  <a:lnTo>
                    <a:pt x="125" y="96"/>
                  </a:lnTo>
                  <a:lnTo>
                    <a:pt x="125" y="98"/>
                  </a:lnTo>
                  <a:lnTo>
                    <a:pt x="125" y="98"/>
                  </a:lnTo>
                  <a:lnTo>
                    <a:pt x="125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100"/>
                  </a:lnTo>
                  <a:lnTo>
                    <a:pt x="123" y="100"/>
                  </a:lnTo>
                  <a:lnTo>
                    <a:pt x="123" y="100"/>
                  </a:lnTo>
                  <a:lnTo>
                    <a:pt x="123" y="100"/>
                  </a:lnTo>
                  <a:lnTo>
                    <a:pt x="123" y="102"/>
                  </a:lnTo>
                  <a:lnTo>
                    <a:pt x="123" y="102"/>
                  </a:lnTo>
                  <a:lnTo>
                    <a:pt x="123" y="102"/>
                  </a:lnTo>
                  <a:lnTo>
                    <a:pt x="123" y="102"/>
                  </a:lnTo>
                  <a:lnTo>
                    <a:pt x="123" y="104"/>
                  </a:lnTo>
                  <a:lnTo>
                    <a:pt x="123" y="104"/>
                  </a:lnTo>
                  <a:lnTo>
                    <a:pt x="125" y="104"/>
                  </a:lnTo>
                  <a:lnTo>
                    <a:pt x="125" y="104"/>
                  </a:lnTo>
                  <a:lnTo>
                    <a:pt x="125" y="104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5" y="108"/>
                  </a:lnTo>
                  <a:lnTo>
                    <a:pt x="125" y="108"/>
                  </a:lnTo>
                  <a:lnTo>
                    <a:pt x="125" y="110"/>
                  </a:lnTo>
                  <a:lnTo>
                    <a:pt x="123" y="112"/>
                  </a:lnTo>
                  <a:lnTo>
                    <a:pt x="123" y="112"/>
                  </a:lnTo>
                  <a:lnTo>
                    <a:pt x="123" y="112"/>
                  </a:lnTo>
                  <a:lnTo>
                    <a:pt x="123" y="112"/>
                  </a:lnTo>
                  <a:lnTo>
                    <a:pt x="123" y="112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1" y="116"/>
                  </a:lnTo>
                  <a:lnTo>
                    <a:pt x="121" y="117"/>
                  </a:lnTo>
                  <a:lnTo>
                    <a:pt x="121" y="117"/>
                  </a:lnTo>
                  <a:lnTo>
                    <a:pt x="121" y="117"/>
                  </a:lnTo>
                  <a:lnTo>
                    <a:pt x="121" y="117"/>
                  </a:lnTo>
                  <a:lnTo>
                    <a:pt x="119" y="117"/>
                  </a:lnTo>
                  <a:lnTo>
                    <a:pt x="119" y="117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13" y="117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1" y="119"/>
                  </a:lnTo>
                  <a:lnTo>
                    <a:pt x="109" y="119"/>
                  </a:lnTo>
                  <a:lnTo>
                    <a:pt x="109" y="119"/>
                  </a:lnTo>
                  <a:lnTo>
                    <a:pt x="109" y="119"/>
                  </a:lnTo>
                  <a:lnTo>
                    <a:pt x="111" y="121"/>
                  </a:lnTo>
                  <a:lnTo>
                    <a:pt x="111" y="121"/>
                  </a:lnTo>
                  <a:lnTo>
                    <a:pt x="111" y="121"/>
                  </a:lnTo>
                  <a:lnTo>
                    <a:pt x="111" y="121"/>
                  </a:lnTo>
                  <a:lnTo>
                    <a:pt x="109" y="121"/>
                  </a:lnTo>
                  <a:lnTo>
                    <a:pt x="109" y="123"/>
                  </a:lnTo>
                  <a:lnTo>
                    <a:pt x="109" y="123"/>
                  </a:lnTo>
                  <a:lnTo>
                    <a:pt x="109" y="123"/>
                  </a:lnTo>
                  <a:lnTo>
                    <a:pt x="109" y="123"/>
                  </a:lnTo>
                  <a:lnTo>
                    <a:pt x="109" y="125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29"/>
                  </a:lnTo>
                  <a:lnTo>
                    <a:pt x="109" y="129"/>
                  </a:lnTo>
                  <a:lnTo>
                    <a:pt x="109" y="129"/>
                  </a:lnTo>
                  <a:lnTo>
                    <a:pt x="109" y="129"/>
                  </a:lnTo>
                  <a:lnTo>
                    <a:pt x="107" y="129"/>
                  </a:lnTo>
                  <a:lnTo>
                    <a:pt x="105" y="129"/>
                  </a:lnTo>
                  <a:lnTo>
                    <a:pt x="105" y="129"/>
                  </a:lnTo>
                  <a:lnTo>
                    <a:pt x="103" y="129"/>
                  </a:lnTo>
                  <a:lnTo>
                    <a:pt x="102" y="129"/>
                  </a:lnTo>
                  <a:lnTo>
                    <a:pt x="96" y="129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8" y="131"/>
                  </a:lnTo>
                  <a:lnTo>
                    <a:pt x="98" y="133"/>
                  </a:lnTo>
                  <a:lnTo>
                    <a:pt x="98" y="133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98" y="137"/>
                  </a:lnTo>
                  <a:lnTo>
                    <a:pt x="98" y="137"/>
                  </a:lnTo>
                  <a:lnTo>
                    <a:pt x="98" y="137"/>
                  </a:lnTo>
                  <a:lnTo>
                    <a:pt x="98" y="137"/>
                  </a:lnTo>
                  <a:lnTo>
                    <a:pt x="98" y="137"/>
                  </a:lnTo>
                  <a:lnTo>
                    <a:pt x="98" y="139"/>
                  </a:lnTo>
                  <a:lnTo>
                    <a:pt x="96" y="139"/>
                  </a:lnTo>
                  <a:lnTo>
                    <a:pt x="96" y="139"/>
                  </a:lnTo>
                  <a:lnTo>
                    <a:pt x="96" y="139"/>
                  </a:lnTo>
                  <a:lnTo>
                    <a:pt x="96" y="139"/>
                  </a:lnTo>
                  <a:lnTo>
                    <a:pt x="96" y="141"/>
                  </a:lnTo>
                  <a:lnTo>
                    <a:pt x="96" y="141"/>
                  </a:lnTo>
                  <a:lnTo>
                    <a:pt x="96" y="141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7"/>
                  </a:lnTo>
                  <a:lnTo>
                    <a:pt x="94" y="147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2" y="149"/>
                  </a:lnTo>
                  <a:lnTo>
                    <a:pt x="90" y="149"/>
                  </a:lnTo>
                  <a:lnTo>
                    <a:pt x="88" y="147"/>
                  </a:lnTo>
                  <a:lnTo>
                    <a:pt x="88" y="147"/>
                  </a:lnTo>
                  <a:lnTo>
                    <a:pt x="88" y="147"/>
                  </a:lnTo>
                  <a:lnTo>
                    <a:pt x="86" y="149"/>
                  </a:lnTo>
                  <a:lnTo>
                    <a:pt x="86" y="149"/>
                  </a:lnTo>
                  <a:lnTo>
                    <a:pt x="84" y="149"/>
                  </a:lnTo>
                  <a:lnTo>
                    <a:pt x="84" y="149"/>
                  </a:lnTo>
                  <a:lnTo>
                    <a:pt x="82" y="149"/>
                  </a:lnTo>
                  <a:lnTo>
                    <a:pt x="82" y="149"/>
                  </a:lnTo>
                  <a:lnTo>
                    <a:pt x="82" y="149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5"/>
                  </a:lnTo>
                  <a:lnTo>
                    <a:pt x="78" y="145"/>
                  </a:lnTo>
                  <a:lnTo>
                    <a:pt x="78" y="145"/>
                  </a:lnTo>
                  <a:lnTo>
                    <a:pt x="78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4" y="145"/>
                  </a:lnTo>
                  <a:lnTo>
                    <a:pt x="74" y="145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68" y="139"/>
                  </a:lnTo>
                  <a:lnTo>
                    <a:pt x="68" y="139"/>
                  </a:lnTo>
                  <a:lnTo>
                    <a:pt x="66" y="137"/>
                  </a:lnTo>
                  <a:lnTo>
                    <a:pt x="66" y="137"/>
                  </a:lnTo>
                  <a:lnTo>
                    <a:pt x="66" y="137"/>
                  </a:lnTo>
                  <a:lnTo>
                    <a:pt x="66" y="137"/>
                  </a:lnTo>
                  <a:lnTo>
                    <a:pt x="64" y="135"/>
                  </a:lnTo>
                  <a:lnTo>
                    <a:pt x="64" y="135"/>
                  </a:lnTo>
                  <a:lnTo>
                    <a:pt x="64" y="135"/>
                  </a:lnTo>
                  <a:lnTo>
                    <a:pt x="64" y="135"/>
                  </a:lnTo>
                  <a:lnTo>
                    <a:pt x="62" y="137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58" y="139"/>
                  </a:lnTo>
                  <a:lnTo>
                    <a:pt x="60" y="137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1"/>
                  </a:lnTo>
                  <a:lnTo>
                    <a:pt x="58" y="129"/>
                  </a:lnTo>
                  <a:lnTo>
                    <a:pt x="58" y="127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3" y="127"/>
                  </a:lnTo>
                  <a:lnTo>
                    <a:pt x="53" y="125"/>
                  </a:lnTo>
                  <a:lnTo>
                    <a:pt x="53" y="123"/>
                  </a:lnTo>
                  <a:lnTo>
                    <a:pt x="53" y="121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4" y="117"/>
                  </a:lnTo>
                  <a:lnTo>
                    <a:pt x="54" y="116"/>
                  </a:lnTo>
                  <a:lnTo>
                    <a:pt x="56" y="116"/>
                  </a:lnTo>
                  <a:lnTo>
                    <a:pt x="56" y="116"/>
                  </a:lnTo>
                  <a:lnTo>
                    <a:pt x="56" y="114"/>
                  </a:lnTo>
                  <a:lnTo>
                    <a:pt x="56" y="114"/>
                  </a:lnTo>
                  <a:lnTo>
                    <a:pt x="56" y="114"/>
                  </a:lnTo>
                  <a:lnTo>
                    <a:pt x="56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3" y="114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1" y="11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7" y="110"/>
                  </a:lnTo>
                  <a:lnTo>
                    <a:pt x="47" y="110"/>
                  </a:lnTo>
                  <a:lnTo>
                    <a:pt x="45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41" y="110"/>
                  </a:lnTo>
                  <a:lnTo>
                    <a:pt x="41" y="110"/>
                  </a:lnTo>
                  <a:lnTo>
                    <a:pt x="39" y="110"/>
                  </a:lnTo>
                  <a:lnTo>
                    <a:pt x="39" y="110"/>
                  </a:lnTo>
                  <a:lnTo>
                    <a:pt x="37" y="108"/>
                  </a:lnTo>
                  <a:lnTo>
                    <a:pt x="37" y="108"/>
                  </a:lnTo>
                  <a:lnTo>
                    <a:pt x="35" y="106"/>
                  </a:lnTo>
                  <a:lnTo>
                    <a:pt x="33" y="104"/>
                  </a:lnTo>
                  <a:lnTo>
                    <a:pt x="33" y="102"/>
                  </a:lnTo>
                  <a:lnTo>
                    <a:pt x="33" y="102"/>
                  </a:lnTo>
                  <a:lnTo>
                    <a:pt x="31" y="102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29" y="104"/>
                  </a:lnTo>
                  <a:lnTo>
                    <a:pt x="29" y="102"/>
                  </a:lnTo>
                  <a:lnTo>
                    <a:pt x="25" y="100"/>
                  </a:lnTo>
                  <a:lnTo>
                    <a:pt x="23" y="100"/>
                  </a:lnTo>
                  <a:lnTo>
                    <a:pt x="23" y="98"/>
                  </a:lnTo>
                  <a:lnTo>
                    <a:pt x="21" y="94"/>
                  </a:lnTo>
                  <a:lnTo>
                    <a:pt x="21" y="94"/>
                  </a:lnTo>
                  <a:lnTo>
                    <a:pt x="21" y="94"/>
                  </a:lnTo>
                  <a:lnTo>
                    <a:pt x="21" y="92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21" y="90"/>
                  </a:lnTo>
                  <a:lnTo>
                    <a:pt x="21" y="88"/>
                  </a:lnTo>
                  <a:lnTo>
                    <a:pt x="21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15" y="88"/>
                  </a:lnTo>
                  <a:lnTo>
                    <a:pt x="15" y="88"/>
                  </a:lnTo>
                  <a:lnTo>
                    <a:pt x="13" y="86"/>
                  </a:lnTo>
                  <a:lnTo>
                    <a:pt x="13" y="84"/>
                  </a:lnTo>
                  <a:lnTo>
                    <a:pt x="13" y="84"/>
                  </a:lnTo>
                  <a:lnTo>
                    <a:pt x="11" y="84"/>
                  </a:lnTo>
                  <a:lnTo>
                    <a:pt x="11" y="84"/>
                  </a:lnTo>
                  <a:lnTo>
                    <a:pt x="11" y="82"/>
                  </a:lnTo>
                  <a:lnTo>
                    <a:pt x="11" y="80"/>
                  </a:lnTo>
                  <a:lnTo>
                    <a:pt x="9" y="80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9" y="74"/>
                  </a:lnTo>
                  <a:lnTo>
                    <a:pt x="9" y="72"/>
                  </a:lnTo>
                  <a:lnTo>
                    <a:pt x="9" y="72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7" y="70"/>
                  </a:lnTo>
                  <a:lnTo>
                    <a:pt x="3" y="70"/>
                  </a:lnTo>
                  <a:lnTo>
                    <a:pt x="3" y="68"/>
                  </a:lnTo>
                  <a:lnTo>
                    <a:pt x="3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57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9" y="43"/>
                  </a:lnTo>
                  <a:lnTo>
                    <a:pt x="9" y="41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3" y="41"/>
                  </a:lnTo>
                  <a:lnTo>
                    <a:pt x="13" y="41"/>
                  </a:lnTo>
                  <a:lnTo>
                    <a:pt x="13" y="41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39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1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19" y="27"/>
                  </a:lnTo>
                  <a:lnTo>
                    <a:pt x="19" y="25"/>
                  </a:lnTo>
                  <a:lnTo>
                    <a:pt x="19" y="25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5"/>
                  </a:lnTo>
                  <a:lnTo>
                    <a:pt x="23" y="25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5" y="29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3" y="27"/>
                  </a:lnTo>
                  <a:lnTo>
                    <a:pt x="35" y="27"/>
                  </a:lnTo>
                  <a:lnTo>
                    <a:pt x="35" y="27"/>
                  </a:lnTo>
                  <a:lnTo>
                    <a:pt x="35" y="27"/>
                  </a:lnTo>
                  <a:lnTo>
                    <a:pt x="35" y="27"/>
                  </a:lnTo>
                  <a:lnTo>
                    <a:pt x="35" y="27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7" y="27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9" y="23"/>
                  </a:lnTo>
                  <a:lnTo>
                    <a:pt x="39" y="23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5" y="25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3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0" y="31"/>
                  </a:lnTo>
                  <a:lnTo>
                    <a:pt x="60" y="31"/>
                  </a:lnTo>
                  <a:lnTo>
                    <a:pt x="60" y="31"/>
                  </a:lnTo>
                  <a:lnTo>
                    <a:pt x="62" y="29"/>
                  </a:lnTo>
                  <a:lnTo>
                    <a:pt x="62" y="29"/>
                  </a:lnTo>
                  <a:lnTo>
                    <a:pt x="62" y="29"/>
                  </a:lnTo>
                  <a:lnTo>
                    <a:pt x="62" y="29"/>
                  </a:lnTo>
                  <a:lnTo>
                    <a:pt x="62" y="29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4" y="25"/>
                  </a:lnTo>
                  <a:lnTo>
                    <a:pt x="64" y="25"/>
                  </a:lnTo>
                  <a:lnTo>
                    <a:pt x="64" y="25"/>
                  </a:lnTo>
                  <a:lnTo>
                    <a:pt x="64" y="25"/>
                  </a:lnTo>
                  <a:lnTo>
                    <a:pt x="64" y="25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2" y="19"/>
                  </a:lnTo>
                  <a:lnTo>
                    <a:pt x="62" y="19"/>
                  </a:lnTo>
                  <a:lnTo>
                    <a:pt x="62" y="19"/>
                  </a:lnTo>
                  <a:lnTo>
                    <a:pt x="62" y="19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2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8" y="11"/>
                  </a:lnTo>
                  <a:lnTo>
                    <a:pt x="68" y="11"/>
                  </a:lnTo>
                  <a:lnTo>
                    <a:pt x="70" y="11"/>
                  </a:lnTo>
                  <a:lnTo>
                    <a:pt x="72" y="11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4" y="17"/>
                  </a:lnTo>
                  <a:lnTo>
                    <a:pt x="84" y="10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6" y="4"/>
                  </a:lnTo>
                  <a:lnTo>
                    <a:pt x="86" y="2"/>
                  </a:lnTo>
                  <a:lnTo>
                    <a:pt x="88" y="2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1041400" y="3783013"/>
              <a:ext cx="239713" cy="230188"/>
            </a:xfrm>
            <a:custGeom>
              <a:avLst/>
              <a:gdLst>
                <a:gd name="T0" fmla="*/ 112 w 302"/>
                <a:gd name="T1" fmla="*/ 12 h 289"/>
                <a:gd name="T2" fmla="*/ 142 w 302"/>
                <a:gd name="T3" fmla="*/ 40 h 289"/>
                <a:gd name="T4" fmla="*/ 159 w 302"/>
                <a:gd name="T5" fmla="*/ 38 h 289"/>
                <a:gd name="T6" fmla="*/ 169 w 302"/>
                <a:gd name="T7" fmla="*/ 38 h 289"/>
                <a:gd name="T8" fmla="*/ 169 w 302"/>
                <a:gd name="T9" fmla="*/ 44 h 289"/>
                <a:gd name="T10" fmla="*/ 177 w 302"/>
                <a:gd name="T11" fmla="*/ 46 h 289"/>
                <a:gd name="T12" fmla="*/ 193 w 302"/>
                <a:gd name="T13" fmla="*/ 48 h 289"/>
                <a:gd name="T14" fmla="*/ 202 w 302"/>
                <a:gd name="T15" fmla="*/ 51 h 289"/>
                <a:gd name="T16" fmla="*/ 212 w 302"/>
                <a:gd name="T17" fmla="*/ 57 h 289"/>
                <a:gd name="T18" fmla="*/ 218 w 302"/>
                <a:gd name="T19" fmla="*/ 69 h 289"/>
                <a:gd name="T20" fmla="*/ 220 w 302"/>
                <a:gd name="T21" fmla="*/ 81 h 289"/>
                <a:gd name="T22" fmla="*/ 210 w 302"/>
                <a:gd name="T23" fmla="*/ 89 h 289"/>
                <a:gd name="T24" fmla="*/ 208 w 302"/>
                <a:gd name="T25" fmla="*/ 97 h 289"/>
                <a:gd name="T26" fmla="*/ 222 w 302"/>
                <a:gd name="T27" fmla="*/ 103 h 289"/>
                <a:gd name="T28" fmla="*/ 230 w 302"/>
                <a:gd name="T29" fmla="*/ 105 h 289"/>
                <a:gd name="T30" fmla="*/ 244 w 302"/>
                <a:gd name="T31" fmla="*/ 97 h 289"/>
                <a:gd name="T32" fmla="*/ 246 w 302"/>
                <a:gd name="T33" fmla="*/ 116 h 289"/>
                <a:gd name="T34" fmla="*/ 259 w 302"/>
                <a:gd name="T35" fmla="*/ 118 h 289"/>
                <a:gd name="T36" fmla="*/ 267 w 302"/>
                <a:gd name="T37" fmla="*/ 116 h 289"/>
                <a:gd name="T38" fmla="*/ 279 w 302"/>
                <a:gd name="T39" fmla="*/ 114 h 289"/>
                <a:gd name="T40" fmla="*/ 279 w 302"/>
                <a:gd name="T41" fmla="*/ 124 h 289"/>
                <a:gd name="T42" fmla="*/ 289 w 302"/>
                <a:gd name="T43" fmla="*/ 134 h 289"/>
                <a:gd name="T44" fmla="*/ 295 w 302"/>
                <a:gd name="T45" fmla="*/ 140 h 289"/>
                <a:gd name="T46" fmla="*/ 295 w 302"/>
                <a:gd name="T47" fmla="*/ 154 h 289"/>
                <a:gd name="T48" fmla="*/ 248 w 302"/>
                <a:gd name="T49" fmla="*/ 211 h 289"/>
                <a:gd name="T50" fmla="*/ 216 w 302"/>
                <a:gd name="T51" fmla="*/ 240 h 289"/>
                <a:gd name="T52" fmla="*/ 197 w 302"/>
                <a:gd name="T53" fmla="*/ 234 h 289"/>
                <a:gd name="T54" fmla="*/ 177 w 302"/>
                <a:gd name="T55" fmla="*/ 244 h 289"/>
                <a:gd name="T56" fmla="*/ 159 w 302"/>
                <a:gd name="T57" fmla="*/ 240 h 289"/>
                <a:gd name="T58" fmla="*/ 161 w 302"/>
                <a:gd name="T59" fmla="*/ 244 h 289"/>
                <a:gd name="T60" fmla="*/ 161 w 302"/>
                <a:gd name="T61" fmla="*/ 250 h 289"/>
                <a:gd name="T62" fmla="*/ 153 w 302"/>
                <a:gd name="T63" fmla="*/ 248 h 289"/>
                <a:gd name="T64" fmla="*/ 144 w 302"/>
                <a:gd name="T65" fmla="*/ 252 h 289"/>
                <a:gd name="T66" fmla="*/ 148 w 302"/>
                <a:gd name="T67" fmla="*/ 264 h 289"/>
                <a:gd name="T68" fmla="*/ 138 w 302"/>
                <a:gd name="T69" fmla="*/ 260 h 289"/>
                <a:gd name="T70" fmla="*/ 126 w 302"/>
                <a:gd name="T71" fmla="*/ 266 h 289"/>
                <a:gd name="T72" fmla="*/ 118 w 302"/>
                <a:gd name="T73" fmla="*/ 258 h 289"/>
                <a:gd name="T74" fmla="*/ 114 w 302"/>
                <a:gd name="T75" fmla="*/ 248 h 289"/>
                <a:gd name="T76" fmla="*/ 108 w 302"/>
                <a:gd name="T77" fmla="*/ 248 h 289"/>
                <a:gd name="T78" fmla="*/ 104 w 302"/>
                <a:gd name="T79" fmla="*/ 269 h 289"/>
                <a:gd name="T80" fmla="*/ 81 w 302"/>
                <a:gd name="T81" fmla="*/ 273 h 289"/>
                <a:gd name="T82" fmla="*/ 61 w 302"/>
                <a:gd name="T83" fmla="*/ 279 h 289"/>
                <a:gd name="T84" fmla="*/ 42 w 302"/>
                <a:gd name="T85" fmla="*/ 283 h 289"/>
                <a:gd name="T86" fmla="*/ 40 w 302"/>
                <a:gd name="T87" fmla="*/ 271 h 289"/>
                <a:gd name="T88" fmla="*/ 26 w 302"/>
                <a:gd name="T89" fmla="*/ 254 h 289"/>
                <a:gd name="T90" fmla="*/ 12 w 302"/>
                <a:gd name="T91" fmla="*/ 226 h 289"/>
                <a:gd name="T92" fmla="*/ 4 w 302"/>
                <a:gd name="T93" fmla="*/ 214 h 289"/>
                <a:gd name="T94" fmla="*/ 6 w 302"/>
                <a:gd name="T95" fmla="*/ 207 h 289"/>
                <a:gd name="T96" fmla="*/ 12 w 302"/>
                <a:gd name="T97" fmla="*/ 197 h 289"/>
                <a:gd name="T98" fmla="*/ 34 w 302"/>
                <a:gd name="T99" fmla="*/ 197 h 289"/>
                <a:gd name="T100" fmla="*/ 44 w 302"/>
                <a:gd name="T101" fmla="*/ 195 h 289"/>
                <a:gd name="T102" fmla="*/ 46 w 302"/>
                <a:gd name="T103" fmla="*/ 185 h 289"/>
                <a:gd name="T104" fmla="*/ 53 w 302"/>
                <a:gd name="T105" fmla="*/ 169 h 289"/>
                <a:gd name="T106" fmla="*/ 44 w 302"/>
                <a:gd name="T107" fmla="*/ 152 h 289"/>
                <a:gd name="T108" fmla="*/ 32 w 302"/>
                <a:gd name="T109" fmla="*/ 144 h 289"/>
                <a:gd name="T110" fmla="*/ 36 w 302"/>
                <a:gd name="T111" fmla="*/ 134 h 289"/>
                <a:gd name="T112" fmla="*/ 44 w 302"/>
                <a:gd name="T113" fmla="*/ 120 h 289"/>
                <a:gd name="T114" fmla="*/ 46 w 302"/>
                <a:gd name="T115" fmla="*/ 99 h 289"/>
                <a:gd name="T116" fmla="*/ 34 w 302"/>
                <a:gd name="T117" fmla="*/ 75 h 289"/>
                <a:gd name="T118" fmla="*/ 38 w 302"/>
                <a:gd name="T119" fmla="*/ 42 h 289"/>
                <a:gd name="T120" fmla="*/ 42 w 302"/>
                <a:gd name="T121" fmla="*/ 34 h 289"/>
                <a:gd name="T122" fmla="*/ 46 w 302"/>
                <a:gd name="T123" fmla="*/ 16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2" h="289">
                  <a:moveTo>
                    <a:pt x="75" y="0"/>
                  </a:moveTo>
                  <a:lnTo>
                    <a:pt x="81" y="2"/>
                  </a:lnTo>
                  <a:lnTo>
                    <a:pt x="81" y="2"/>
                  </a:lnTo>
                  <a:lnTo>
                    <a:pt x="83" y="4"/>
                  </a:lnTo>
                  <a:lnTo>
                    <a:pt x="85" y="6"/>
                  </a:lnTo>
                  <a:lnTo>
                    <a:pt x="85" y="6"/>
                  </a:lnTo>
                  <a:lnTo>
                    <a:pt x="87" y="8"/>
                  </a:lnTo>
                  <a:lnTo>
                    <a:pt x="93" y="12"/>
                  </a:lnTo>
                  <a:lnTo>
                    <a:pt x="93" y="12"/>
                  </a:lnTo>
                  <a:lnTo>
                    <a:pt x="95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106" y="14"/>
                  </a:lnTo>
                  <a:lnTo>
                    <a:pt x="108" y="14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4" y="12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8" y="12"/>
                  </a:lnTo>
                  <a:lnTo>
                    <a:pt x="120" y="14"/>
                  </a:lnTo>
                  <a:lnTo>
                    <a:pt x="122" y="14"/>
                  </a:lnTo>
                  <a:lnTo>
                    <a:pt x="126" y="20"/>
                  </a:lnTo>
                  <a:lnTo>
                    <a:pt x="128" y="26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8"/>
                  </a:lnTo>
                  <a:lnTo>
                    <a:pt x="136" y="38"/>
                  </a:lnTo>
                  <a:lnTo>
                    <a:pt x="136" y="38"/>
                  </a:lnTo>
                  <a:lnTo>
                    <a:pt x="138" y="38"/>
                  </a:lnTo>
                  <a:lnTo>
                    <a:pt x="140" y="40"/>
                  </a:lnTo>
                  <a:lnTo>
                    <a:pt x="142" y="40"/>
                  </a:lnTo>
                  <a:lnTo>
                    <a:pt x="144" y="38"/>
                  </a:lnTo>
                  <a:lnTo>
                    <a:pt x="146" y="38"/>
                  </a:lnTo>
                  <a:lnTo>
                    <a:pt x="150" y="38"/>
                  </a:lnTo>
                  <a:lnTo>
                    <a:pt x="150" y="40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3" y="40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9" y="38"/>
                  </a:lnTo>
                  <a:lnTo>
                    <a:pt x="161" y="38"/>
                  </a:lnTo>
                  <a:lnTo>
                    <a:pt x="161" y="40"/>
                  </a:lnTo>
                  <a:lnTo>
                    <a:pt x="161" y="40"/>
                  </a:lnTo>
                  <a:lnTo>
                    <a:pt x="161" y="40"/>
                  </a:lnTo>
                  <a:lnTo>
                    <a:pt x="161" y="40"/>
                  </a:lnTo>
                  <a:lnTo>
                    <a:pt x="163" y="40"/>
                  </a:lnTo>
                  <a:lnTo>
                    <a:pt x="163" y="40"/>
                  </a:lnTo>
                  <a:lnTo>
                    <a:pt x="163" y="40"/>
                  </a:lnTo>
                  <a:lnTo>
                    <a:pt x="165" y="38"/>
                  </a:lnTo>
                  <a:lnTo>
                    <a:pt x="165" y="38"/>
                  </a:lnTo>
                  <a:lnTo>
                    <a:pt x="165" y="38"/>
                  </a:lnTo>
                  <a:lnTo>
                    <a:pt x="165" y="38"/>
                  </a:lnTo>
                  <a:lnTo>
                    <a:pt x="167" y="38"/>
                  </a:lnTo>
                  <a:lnTo>
                    <a:pt x="167" y="38"/>
                  </a:lnTo>
                  <a:lnTo>
                    <a:pt x="167" y="38"/>
                  </a:lnTo>
                  <a:lnTo>
                    <a:pt x="169" y="38"/>
                  </a:lnTo>
                  <a:lnTo>
                    <a:pt x="169" y="38"/>
                  </a:lnTo>
                  <a:lnTo>
                    <a:pt x="169" y="38"/>
                  </a:lnTo>
                  <a:lnTo>
                    <a:pt x="169" y="38"/>
                  </a:lnTo>
                  <a:lnTo>
                    <a:pt x="169" y="38"/>
                  </a:lnTo>
                  <a:lnTo>
                    <a:pt x="169" y="40"/>
                  </a:lnTo>
                  <a:lnTo>
                    <a:pt x="169" y="40"/>
                  </a:lnTo>
                  <a:lnTo>
                    <a:pt x="169" y="40"/>
                  </a:lnTo>
                  <a:lnTo>
                    <a:pt x="169" y="40"/>
                  </a:lnTo>
                  <a:lnTo>
                    <a:pt x="169" y="42"/>
                  </a:lnTo>
                  <a:lnTo>
                    <a:pt x="169" y="42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5" y="46"/>
                  </a:lnTo>
                  <a:lnTo>
                    <a:pt x="175" y="46"/>
                  </a:lnTo>
                  <a:lnTo>
                    <a:pt x="175" y="46"/>
                  </a:lnTo>
                  <a:lnTo>
                    <a:pt x="175" y="46"/>
                  </a:lnTo>
                  <a:lnTo>
                    <a:pt x="175" y="46"/>
                  </a:lnTo>
                  <a:lnTo>
                    <a:pt x="175" y="46"/>
                  </a:lnTo>
                  <a:lnTo>
                    <a:pt x="177" y="46"/>
                  </a:lnTo>
                  <a:lnTo>
                    <a:pt x="179" y="40"/>
                  </a:lnTo>
                  <a:lnTo>
                    <a:pt x="181" y="42"/>
                  </a:lnTo>
                  <a:lnTo>
                    <a:pt x="183" y="42"/>
                  </a:lnTo>
                  <a:lnTo>
                    <a:pt x="189" y="44"/>
                  </a:lnTo>
                  <a:lnTo>
                    <a:pt x="189" y="44"/>
                  </a:lnTo>
                  <a:lnTo>
                    <a:pt x="189" y="44"/>
                  </a:lnTo>
                  <a:lnTo>
                    <a:pt x="191" y="42"/>
                  </a:lnTo>
                  <a:lnTo>
                    <a:pt x="191" y="42"/>
                  </a:lnTo>
                  <a:lnTo>
                    <a:pt x="191" y="42"/>
                  </a:lnTo>
                  <a:lnTo>
                    <a:pt x="191" y="42"/>
                  </a:lnTo>
                  <a:lnTo>
                    <a:pt x="191" y="44"/>
                  </a:lnTo>
                  <a:lnTo>
                    <a:pt x="191" y="44"/>
                  </a:lnTo>
                  <a:lnTo>
                    <a:pt x="191" y="44"/>
                  </a:lnTo>
                  <a:lnTo>
                    <a:pt x="193" y="46"/>
                  </a:lnTo>
                  <a:lnTo>
                    <a:pt x="193" y="46"/>
                  </a:lnTo>
                  <a:lnTo>
                    <a:pt x="193" y="48"/>
                  </a:lnTo>
                  <a:lnTo>
                    <a:pt x="193" y="48"/>
                  </a:lnTo>
                  <a:lnTo>
                    <a:pt x="195" y="50"/>
                  </a:lnTo>
                  <a:lnTo>
                    <a:pt x="195" y="50"/>
                  </a:lnTo>
                  <a:lnTo>
                    <a:pt x="195" y="50"/>
                  </a:lnTo>
                  <a:lnTo>
                    <a:pt x="195" y="50"/>
                  </a:lnTo>
                  <a:lnTo>
                    <a:pt x="197" y="50"/>
                  </a:lnTo>
                  <a:lnTo>
                    <a:pt x="197" y="50"/>
                  </a:lnTo>
                  <a:lnTo>
                    <a:pt x="197" y="50"/>
                  </a:lnTo>
                  <a:lnTo>
                    <a:pt x="197" y="50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9" y="48"/>
                  </a:lnTo>
                  <a:lnTo>
                    <a:pt x="199" y="48"/>
                  </a:lnTo>
                  <a:lnTo>
                    <a:pt x="199" y="48"/>
                  </a:lnTo>
                  <a:lnTo>
                    <a:pt x="202" y="51"/>
                  </a:lnTo>
                  <a:lnTo>
                    <a:pt x="202" y="51"/>
                  </a:lnTo>
                  <a:lnTo>
                    <a:pt x="204" y="51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5"/>
                  </a:lnTo>
                  <a:lnTo>
                    <a:pt x="208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4" y="57"/>
                  </a:lnTo>
                  <a:lnTo>
                    <a:pt x="214" y="57"/>
                  </a:lnTo>
                  <a:lnTo>
                    <a:pt x="214" y="59"/>
                  </a:lnTo>
                  <a:lnTo>
                    <a:pt x="214" y="59"/>
                  </a:lnTo>
                  <a:lnTo>
                    <a:pt x="214" y="59"/>
                  </a:lnTo>
                  <a:lnTo>
                    <a:pt x="214" y="61"/>
                  </a:lnTo>
                  <a:lnTo>
                    <a:pt x="214" y="61"/>
                  </a:lnTo>
                  <a:lnTo>
                    <a:pt x="216" y="61"/>
                  </a:lnTo>
                  <a:lnTo>
                    <a:pt x="216" y="63"/>
                  </a:lnTo>
                  <a:lnTo>
                    <a:pt x="218" y="63"/>
                  </a:lnTo>
                  <a:lnTo>
                    <a:pt x="220" y="65"/>
                  </a:lnTo>
                  <a:lnTo>
                    <a:pt x="220" y="67"/>
                  </a:lnTo>
                  <a:lnTo>
                    <a:pt x="220" y="67"/>
                  </a:lnTo>
                  <a:lnTo>
                    <a:pt x="220" y="67"/>
                  </a:lnTo>
                  <a:lnTo>
                    <a:pt x="220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20" y="77"/>
                  </a:lnTo>
                  <a:lnTo>
                    <a:pt x="220" y="79"/>
                  </a:lnTo>
                  <a:lnTo>
                    <a:pt x="220" y="79"/>
                  </a:lnTo>
                  <a:lnTo>
                    <a:pt x="220" y="79"/>
                  </a:lnTo>
                  <a:lnTo>
                    <a:pt x="220" y="81"/>
                  </a:lnTo>
                  <a:lnTo>
                    <a:pt x="220" y="81"/>
                  </a:lnTo>
                  <a:lnTo>
                    <a:pt x="220" y="83"/>
                  </a:lnTo>
                  <a:lnTo>
                    <a:pt x="218" y="83"/>
                  </a:lnTo>
                  <a:lnTo>
                    <a:pt x="218" y="85"/>
                  </a:lnTo>
                  <a:lnTo>
                    <a:pt x="216" y="87"/>
                  </a:lnTo>
                  <a:lnTo>
                    <a:pt x="216" y="87"/>
                  </a:lnTo>
                  <a:lnTo>
                    <a:pt x="216" y="87"/>
                  </a:lnTo>
                  <a:lnTo>
                    <a:pt x="214" y="89"/>
                  </a:lnTo>
                  <a:lnTo>
                    <a:pt x="214" y="89"/>
                  </a:lnTo>
                  <a:lnTo>
                    <a:pt x="214" y="89"/>
                  </a:lnTo>
                  <a:lnTo>
                    <a:pt x="212" y="89"/>
                  </a:lnTo>
                  <a:lnTo>
                    <a:pt x="212" y="89"/>
                  </a:lnTo>
                  <a:lnTo>
                    <a:pt x="210" y="89"/>
                  </a:lnTo>
                  <a:lnTo>
                    <a:pt x="210" y="89"/>
                  </a:lnTo>
                  <a:lnTo>
                    <a:pt x="210" y="89"/>
                  </a:lnTo>
                  <a:lnTo>
                    <a:pt x="210" y="89"/>
                  </a:lnTo>
                  <a:lnTo>
                    <a:pt x="210" y="89"/>
                  </a:lnTo>
                  <a:lnTo>
                    <a:pt x="210" y="89"/>
                  </a:lnTo>
                  <a:lnTo>
                    <a:pt x="210" y="91"/>
                  </a:lnTo>
                  <a:lnTo>
                    <a:pt x="210" y="91"/>
                  </a:lnTo>
                  <a:lnTo>
                    <a:pt x="212" y="91"/>
                  </a:lnTo>
                  <a:lnTo>
                    <a:pt x="212" y="93"/>
                  </a:lnTo>
                  <a:lnTo>
                    <a:pt x="212" y="93"/>
                  </a:lnTo>
                  <a:lnTo>
                    <a:pt x="212" y="93"/>
                  </a:lnTo>
                  <a:lnTo>
                    <a:pt x="212" y="93"/>
                  </a:lnTo>
                  <a:lnTo>
                    <a:pt x="212" y="93"/>
                  </a:lnTo>
                  <a:lnTo>
                    <a:pt x="212" y="93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7"/>
                  </a:lnTo>
                  <a:lnTo>
                    <a:pt x="210" y="97"/>
                  </a:lnTo>
                  <a:lnTo>
                    <a:pt x="208" y="97"/>
                  </a:lnTo>
                  <a:lnTo>
                    <a:pt x="208" y="97"/>
                  </a:lnTo>
                  <a:lnTo>
                    <a:pt x="208" y="99"/>
                  </a:lnTo>
                  <a:lnTo>
                    <a:pt x="208" y="99"/>
                  </a:lnTo>
                  <a:lnTo>
                    <a:pt x="210" y="99"/>
                  </a:lnTo>
                  <a:lnTo>
                    <a:pt x="210" y="99"/>
                  </a:lnTo>
                  <a:lnTo>
                    <a:pt x="214" y="101"/>
                  </a:lnTo>
                  <a:lnTo>
                    <a:pt x="216" y="101"/>
                  </a:lnTo>
                  <a:lnTo>
                    <a:pt x="216" y="101"/>
                  </a:lnTo>
                  <a:lnTo>
                    <a:pt x="218" y="101"/>
                  </a:lnTo>
                  <a:lnTo>
                    <a:pt x="218" y="101"/>
                  </a:lnTo>
                  <a:lnTo>
                    <a:pt x="218" y="101"/>
                  </a:lnTo>
                  <a:lnTo>
                    <a:pt x="220" y="101"/>
                  </a:lnTo>
                  <a:lnTo>
                    <a:pt x="222" y="101"/>
                  </a:lnTo>
                  <a:lnTo>
                    <a:pt x="222" y="101"/>
                  </a:lnTo>
                  <a:lnTo>
                    <a:pt x="222" y="101"/>
                  </a:lnTo>
                  <a:lnTo>
                    <a:pt x="222" y="103"/>
                  </a:lnTo>
                  <a:lnTo>
                    <a:pt x="222" y="103"/>
                  </a:lnTo>
                  <a:lnTo>
                    <a:pt x="222" y="103"/>
                  </a:lnTo>
                  <a:lnTo>
                    <a:pt x="222" y="103"/>
                  </a:lnTo>
                  <a:lnTo>
                    <a:pt x="222" y="105"/>
                  </a:lnTo>
                  <a:lnTo>
                    <a:pt x="222" y="105"/>
                  </a:lnTo>
                  <a:lnTo>
                    <a:pt x="222" y="105"/>
                  </a:lnTo>
                  <a:lnTo>
                    <a:pt x="222" y="105"/>
                  </a:lnTo>
                  <a:lnTo>
                    <a:pt x="222" y="105"/>
                  </a:lnTo>
                  <a:lnTo>
                    <a:pt x="224" y="105"/>
                  </a:lnTo>
                  <a:lnTo>
                    <a:pt x="224" y="105"/>
                  </a:lnTo>
                  <a:lnTo>
                    <a:pt x="226" y="105"/>
                  </a:lnTo>
                  <a:lnTo>
                    <a:pt x="230" y="105"/>
                  </a:lnTo>
                  <a:lnTo>
                    <a:pt x="230" y="105"/>
                  </a:lnTo>
                  <a:lnTo>
                    <a:pt x="230" y="105"/>
                  </a:lnTo>
                  <a:lnTo>
                    <a:pt x="230" y="105"/>
                  </a:lnTo>
                  <a:lnTo>
                    <a:pt x="230" y="105"/>
                  </a:lnTo>
                  <a:lnTo>
                    <a:pt x="230" y="103"/>
                  </a:lnTo>
                  <a:lnTo>
                    <a:pt x="230" y="103"/>
                  </a:lnTo>
                  <a:lnTo>
                    <a:pt x="230" y="103"/>
                  </a:lnTo>
                  <a:lnTo>
                    <a:pt x="232" y="99"/>
                  </a:lnTo>
                  <a:lnTo>
                    <a:pt x="232" y="97"/>
                  </a:lnTo>
                  <a:lnTo>
                    <a:pt x="232" y="97"/>
                  </a:lnTo>
                  <a:lnTo>
                    <a:pt x="232" y="97"/>
                  </a:lnTo>
                  <a:lnTo>
                    <a:pt x="234" y="97"/>
                  </a:lnTo>
                  <a:lnTo>
                    <a:pt x="234" y="95"/>
                  </a:lnTo>
                  <a:lnTo>
                    <a:pt x="234" y="95"/>
                  </a:lnTo>
                  <a:lnTo>
                    <a:pt x="234" y="95"/>
                  </a:lnTo>
                  <a:lnTo>
                    <a:pt x="236" y="95"/>
                  </a:lnTo>
                  <a:lnTo>
                    <a:pt x="238" y="95"/>
                  </a:lnTo>
                  <a:lnTo>
                    <a:pt x="240" y="95"/>
                  </a:lnTo>
                  <a:lnTo>
                    <a:pt x="242" y="95"/>
                  </a:lnTo>
                  <a:lnTo>
                    <a:pt x="244" y="97"/>
                  </a:lnTo>
                  <a:lnTo>
                    <a:pt x="246" y="103"/>
                  </a:lnTo>
                  <a:lnTo>
                    <a:pt x="246" y="103"/>
                  </a:lnTo>
                  <a:lnTo>
                    <a:pt x="246" y="103"/>
                  </a:lnTo>
                  <a:lnTo>
                    <a:pt x="248" y="105"/>
                  </a:lnTo>
                  <a:lnTo>
                    <a:pt x="248" y="105"/>
                  </a:lnTo>
                  <a:lnTo>
                    <a:pt x="248" y="105"/>
                  </a:lnTo>
                  <a:lnTo>
                    <a:pt x="248" y="105"/>
                  </a:lnTo>
                  <a:lnTo>
                    <a:pt x="248" y="106"/>
                  </a:lnTo>
                  <a:lnTo>
                    <a:pt x="248" y="106"/>
                  </a:lnTo>
                  <a:lnTo>
                    <a:pt x="248" y="106"/>
                  </a:lnTo>
                  <a:lnTo>
                    <a:pt x="248" y="106"/>
                  </a:lnTo>
                  <a:lnTo>
                    <a:pt x="246" y="114"/>
                  </a:lnTo>
                  <a:lnTo>
                    <a:pt x="246" y="114"/>
                  </a:lnTo>
                  <a:lnTo>
                    <a:pt x="246" y="116"/>
                  </a:lnTo>
                  <a:lnTo>
                    <a:pt x="246" y="116"/>
                  </a:lnTo>
                  <a:lnTo>
                    <a:pt x="246" y="116"/>
                  </a:lnTo>
                  <a:lnTo>
                    <a:pt x="246" y="116"/>
                  </a:lnTo>
                  <a:lnTo>
                    <a:pt x="253" y="118"/>
                  </a:lnTo>
                  <a:lnTo>
                    <a:pt x="253" y="118"/>
                  </a:lnTo>
                  <a:lnTo>
                    <a:pt x="255" y="118"/>
                  </a:lnTo>
                  <a:lnTo>
                    <a:pt x="255" y="118"/>
                  </a:lnTo>
                  <a:lnTo>
                    <a:pt x="255" y="118"/>
                  </a:lnTo>
                  <a:lnTo>
                    <a:pt x="255" y="118"/>
                  </a:lnTo>
                  <a:lnTo>
                    <a:pt x="255" y="116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9" y="116"/>
                  </a:lnTo>
                  <a:lnTo>
                    <a:pt x="259" y="118"/>
                  </a:lnTo>
                  <a:lnTo>
                    <a:pt x="259" y="118"/>
                  </a:lnTo>
                  <a:lnTo>
                    <a:pt x="259" y="118"/>
                  </a:lnTo>
                  <a:lnTo>
                    <a:pt x="259" y="118"/>
                  </a:lnTo>
                  <a:lnTo>
                    <a:pt x="259" y="118"/>
                  </a:lnTo>
                  <a:lnTo>
                    <a:pt x="259" y="118"/>
                  </a:lnTo>
                  <a:lnTo>
                    <a:pt x="259" y="120"/>
                  </a:lnTo>
                  <a:lnTo>
                    <a:pt x="263" y="120"/>
                  </a:lnTo>
                  <a:lnTo>
                    <a:pt x="263" y="120"/>
                  </a:lnTo>
                  <a:lnTo>
                    <a:pt x="263" y="120"/>
                  </a:lnTo>
                  <a:lnTo>
                    <a:pt x="265" y="120"/>
                  </a:lnTo>
                  <a:lnTo>
                    <a:pt x="265" y="120"/>
                  </a:lnTo>
                  <a:lnTo>
                    <a:pt x="265" y="120"/>
                  </a:lnTo>
                  <a:lnTo>
                    <a:pt x="265" y="118"/>
                  </a:lnTo>
                  <a:lnTo>
                    <a:pt x="265" y="118"/>
                  </a:lnTo>
                  <a:lnTo>
                    <a:pt x="265" y="118"/>
                  </a:lnTo>
                  <a:lnTo>
                    <a:pt x="265" y="116"/>
                  </a:lnTo>
                  <a:lnTo>
                    <a:pt x="265" y="116"/>
                  </a:lnTo>
                  <a:lnTo>
                    <a:pt x="265" y="116"/>
                  </a:lnTo>
                  <a:lnTo>
                    <a:pt x="267" y="116"/>
                  </a:lnTo>
                  <a:lnTo>
                    <a:pt x="269" y="116"/>
                  </a:lnTo>
                  <a:lnTo>
                    <a:pt x="269" y="116"/>
                  </a:lnTo>
                  <a:lnTo>
                    <a:pt x="269" y="116"/>
                  </a:lnTo>
                  <a:lnTo>
                    <a:pt x="269" y="116"/>
                  </a:lnTo>
                  <a:lnTo>
                    <a:pt x="269" y="116"/>
                  </a:lnTo>
                  <a:lnTo>
                    <a:pt x="271" y="116"/>
                  </a:lnTo>
                  <a:lnTo>
                    <a:pt x="271" y="112"/>
                  </a:lnTo>
                  <a:lnTo>
                    <a:pt x="271" y="112"/>
                  </a:lnTo>
                  <a:lnTo>
                    <a:pt x="273" y="112"/>
                  </a:lnTo>
                  <a:lnTo>
                    <a:pt x="273" y="112"/>
                  </a:lnTo>
                  <a:lnTo>
                    <a:pt x="273" y="112"/>
                  </a:lnTo>
                  <a:lnTo>
                    <a:pt x="275" y="114"/>
                  </a:lnTo>
                  <a:lnTo>
                    <a:pt x="275" y="114"/>
                  </a:lnTo>
                  <a:lnTo>
                    <a:pt x="277" y="114"/>
                  </a:lnTo>
                  <a:lnTo>
                    <a:pt x="279" y="114"/>
                  </a:lnTo>
                  <a:lnTo>
                    <a:pt x="279" y="114"/>
                  </a:lnTo>
                  <a:lnTo>
                    <a:pt x="279" y="116"/>
                  </a:lnTo>
                  <a:lnTo>
                    <a:pt x="279" y="118"/>
                  </a:lnTo>
                  <a:lnTo>
                    <a:pt x="281" y="118"/>
                  </a:lnTo>
                  <a:lnTo>
                    <a:pt x="281" y="118"/>
                  </a:lnTo>
                  <a:lnTo>
                    <a:pt x="281" y="120"/>
                  </a:lnTo>
                  <a:lnTo>
                    <a:pt x="283" y="120"/>
                  </a:lnTo>
                  <a:lnTo>
                    <a:pt x="283" y="120"/>
                  </a:lnTo>
                  <a:lnTo>
                    <a:pt x="283" y="120"/>
                  </a:lnTo>
                  <a:lnTo>
                    <a:pt x="281" y="120"/>
                  </a:lnTo>
                  <a:lnTo>
                    <a:pt x="281" y="120"/>
                  </a:lnTo>
                  <a:lnTo>
                    <a:pt x="281" y="122"/>
                  </a:lnTo>
                  <a:lnTo>
                    <a:pt x="281" y="122"/>
                  </a:lnTo>
                  <a:lnTo>
                    <a:pt x="281" y="122"/>
                  </a:lnTo>
                  <a:lnTo>
                    <a:pt x="279" y="122"/>
                  </a:lnTo>
                  <a:lnTo>
                    <a:pt x="279" y="124"/>
                  </a:lnTo>
                  <a:lnTo>
                    <a:pt x="279" y="124"/>
                  </a:lnTo>
                  <a:lnTo>
                    <a:pt x="281" y="124"/>
                  </a:lnTo>
                  <a:lnTo>
                    <a:pt x="281" y="124"/>
                  </a:lnTo>
                  <a:lnTo>
                    <a:pt x="281" y="126"/>
                  </a:lnTo>
                  <a:lnTo>
                    <a:pt x="283" y="126"/>
                  </a:lnTo>
                  <a:lnTo>
                    <a:pt x="283" y="126"/>
                  </a:lnTo>
                  <a:lnTo>
                    <a:pt x="281" y="126"/>
                  </a:lnTo>
                  <a:lnTo>
                    <a:pt x="281" y="128"/>
                  </a:lnTo>
                  <a:lnTo>
                    <a:pt x="281" y="128"/>
                  </a:lnTo>
                  <a:lnTo>
                    <a:pt x="283" y="130"/>
                  </a:lnTo>
                  <a:lnTo>
                    <a:pt x="283" y="132"/>
                  </a:lnTo>
                  <a:lnTo>
                    <a:pt x="283" y="132"/>
                  </a:lnTo>
                  <a:lnTo>
                    <a:pt x="285" y="132"/>
                  </a:lnTo>
                  <a:lnTo>
                    <a:pt x="287" y="134"/>
                  </a:lnTo>
                  <a:lnTo>
                    <a:pt x="287" y="134"/>
                  </a:lnTo>
                  <a:lnTo>
                    <a:pt x="287" y="134"/>
                  </a:lnTo>
                  <a:lnTo>
                    <a:pt x="289" y="134"/>
                  </a:lnTo>
                  <a:lnTo>
                    <a:pt x="289" y="134"/>
                  </a:lnTo>
                  <a:lnTo>
                    <a:pt x="289" y="134"/>
                  </a:lnTo>
                  <a:lnTo>
                    <a:pt x="289" y="134"/>
                  </a:lnTo>
                  <a:lnTo>
                    <a:pt x="289" y="132"/>
                  </a:lnTo>
                  <a:lnTo>
                    <a:pt x="289" y="132"/>
                  </a:lnTo>
                  <a:lnTo>
                    <a:pt x="289" y="132"/>
                  </a:lnTo>
                  <a:lnTo>
                    <a:pt x="289" y="132"/>
                  </a:lnTo>
                  <a:lnTo>
                    <a:pt x="295" y="134"/>
                  </a:lnTo>
                  <a:lnTo>
                    <a:pt x="295" y="134"/>
                  </a:lnTo>
                  <a:lnTo>
                    <a:pt x="297" y="134"/>
                  </a:lnTo>
                  <a:lnTo>
                    <a:pt x="297" y="136"/>
                  </a:lnTo>
                  <a:lnTo>
                    <a:pt x="297" y="136"/>
                  </a:lnTo>
                  <a:lnTo>
                    <a:pt x="295" y="136"/>
                  </a:lnTo>
                  <a:lnTo>
                    <a:pt x="295" y="138"/>
                  </a:lnTo>
                  <a:lnTo>
                    <a:pt x="295" y="140"/>
                  </a:lnTo>
                  <a:lnTo>
                    <a:pt x="295" y="140"/>
                  </a:lnTo>
                  <a:lnTo>
                    <a:pt x="295" y="140"/>
                  </a:lnTo>
                  <a:lnTo>
                    <a:pt x="295" y="140"/>
                  </a:lnTo>
                  <a:lnTo>
                    <a:pt x="295" y="142"/>
                  </a:lnTo>
                  <a:lnTo>
                    <a:pt x="295" y="142"/>
                  </a:lnTo>
                  <a:lnTo>
                    <a:pt x="295" y="142"/>
                  </a:lnTo>
                  <a:lnTo>
                    <a:pt x="295" y="144"/>
                  </a:lnTo>
                  <a:lnTo>
                    <a:pt x="295" y="144"/>
                  </a:lnTo>
                  <a:lnTo>
                    <a:pt x="297" y="146"/>
                  </a:lnTo>
                  <a:lnTo>
                    <a:pt x="302" y="148"/>
                  </a:lnTo>
                  <a:lnTo>
                    <a:pt x="302" y="148"/>
                  </a:lnTo>
                  <a:lnTo>
                    <a:pt x="301" y="150"/>
                  </a:lnTo>
                  <a:lnTo>
                    <a:pt x="301" y="152"/>
                  </a:lnTo>
                  <a:lnTo>
                    <a:pt x="297" y="152"/>
                  </a:lnTo>
                  <a:lnTo>
                    <a:pt x="295" y="152"/>
                  </a:lnTo>
                  <a:lnTo>
                    <a:pt x="295" y="154"/>
                  </a:lnTo>
                  <a:lnTo>
                    <a:pt x="295" y="154"/>
                  </a:lnTo>
                  <a:lnTo>
                    <a:pt x="295" y="156"/>
                  </a:lnTo>
                  <a:lnTo>
                    <a:pt x="295" y="156"/>
                  </a:lnTo>
                  <a:lnTo>
                    <a:pt x="295" y="158"/>
                  </a:lnTo>
                  <a:lnTo>
                    <a:pt x="291" y="158"/>
                  </a:lnTo>
                  <a:lnTo>
                    <a:pt x="291" y="158"/>
                  </a:lnTo>
                  <a:lnTo>
                    <a:pt x="291" y="161"/>
                  </a:lnTo>
                  <a:lnTo>
                    <a:pt x="293" y="165"/>
                  </a:lnTo>
                  <a:lnTo>
                    <a:pt x="291" y="167"/>
                  </a:lnTo>
                  <a:lnTo>
                    <a:pt x="289" y="169"/>
                  </a:lnTo>
                  <a:lnTo>
                    <a:pt x="285" y="171"/>
                  </a:lnTo>
                  <a:lnTo>
                    <a:pt x="281" y="173"/>
                  </a:lnTo>
                  <a:lnTo>
                    <a:pt x="269" y="175"/>
                  </a:lnTo>
                  <a:lnTo>
                    <a:pt x="267" y="175"/>
                  </a:lnTo>
                  <a:lnTo>
                    <a:pt x="265" y="179"/>
                  </a:lnTo>
                  <a:lnTo>
                    <a:pt x="257" y="195"/>
                  </a:lnTo>
                  <a:lnTo>
                    <a:pt x="248" y="211"/>
                  </a:lnTo>
                  <a:lnTo>
                    <a:pt x="251" y="213"/>
                  </a:lnTo>
                  <a:lnTo>
                    <a:pt x="255" y="220"/>
                  </a:lnTo>
                  <a:lnTo>
                    <a:pt x="257" y="224"/>
                  </a:lnTo>
                  <a:lnTo>
                    <a:pt x="255" y="228"/>
                  </a:lnTo>
                  <a:lnTo>
                    <a:pt x="253" y="230"/>
                  </a:lnTo>
                  <a:lnTo>
                    <a:pt x="251" y="234"/>
                  </a:lnTo>
                  <a:lnTo>
                    <a:pt x="248" y="236"/>
                  </a:lnTo>
                  <a:lnTo>
                    <a:pt x="246" y="236"/>
                  </a:lnTo>
                  <a:lnTo>
                    <a:pt x="246" y="236"/>
                  </a:lnTo>
                  <a:lnTo>
                    <a:pt x="242" y="238"/>
                  </a:lnTo>
                  <a:lnTo>
                    <a:pt x="240" y="238"/>
                  </a:lnTo>
                  <a:lnTo>
                    <a:pt x="238" y="240"/>
                  </a:lnTo>
                  <a:lnTo>
                    <a:pt x="226" y="254"/>
                  </a:lnTo>
                  <a:lnTo>
                    <a:pt x="226" y="254"/>
                  </a:lnTo>
                  <a:lnTo>
                    <a:pt x="220" y="246"/>
                  </a:lnTo>
                  <a:lnTo>
                    <a:pt x="216" y="240"/>
                  </a:lnTo>
                  <a:lnTo>
                    <a:pt x="216" y="240"/>
                  </a:lnTo>
                  <a:lnTo>
                    <a:pt x="216" y="238"/>
                  </a:lnTo>
                  <a:lnTo>
                    <a:pt x="214" y="238"/>
                  </a:lnTo>
                  <a:lnTo>
                    <a:pt x="214" y="238"/>
                  </a:lnTo>
                  <a:lnTo>
                    <a:pt x="204" y="232"/>
                  </a:lnTo>
                  <a:lnTo>
                    <a:pt x="202" y="230"/>
                  </a:lnTo>
                  <a:lnTo>
                    <a:pt x="202" y="230"/>
                  </a:lnTo>
                  <a:lnTo>
                    <a:pt x="202" y="230"/>
                  </a:lnTo>
                  <a:lnTo>
                    <a:pt x="200" y="232"/>
                  </a:lnTo>
                  <a:lnTo>
                    <a:pt x="199" y="232"/>
                  </a:lnTo>
                  <a:lnTo>
                    <a:pt x="199" y="232"/>
                  </a:lnTo>
                  <a:lnTo>
                    <a:pt x="199" y="232"/>
                  </a:lnTo>
                  <a:lnTo>
                    <a:pt x="199" y="232"/>
                  </a:lnTo>
                  <a:lnTo>
                    <a:pt x="199" y="234"/>
                  </a:lnTo>
                  <a:lnTo>
                    <a:pt x="197" y="234"/>
                  </a:lnTo>
                  <a:lnTo>
                    <a:pt x="197" y="234"/>
                  </a:lnTo>
                  <a:lnTo>
                    <a:pt x="197" y="234"/>
                  </a:lnTo>
                  <a:lnTo>
                    <a:pt x="197" y="234"/>
                  </a:lnTo>
                  <a:lnTo>
                    <a:pt x="195" y="234"/>
                  </a:lnTo>
                  <a:lnTo>
                    <a:pt x="193" y="238"/>
                  </a:lnTo>
                  <a:lnTo>
                    <a:pt x="187" y="240"/>
                  </a:lnTo>
                  <a:lnTo>
                    <a:pt x="185" y="240"/>
                  </a:lnTo>
                  <a:lnTo>
                    <a:pt x="185" y="242"/>
                  </a:lnTo>
                  <a:lnTo>
                    <a:pt x="183" y="240"/>
                  </a:lnTo>
                  <a:lnTo>
                    <a:pt x="183" y="240"/>
                  </a:lnTo>
                  <a:lnTo>
                    <a:pt x="181" y="242"/>
                  </a:lnTo>
                  <a:lnTo>
                    <a:pt x="179" y="242"/>
                  </a:lnTo>
                  <a:lnTo>
                    <a:pt x="179" y="242"/>
                  </a:lnTo>
                  <a:lnTo>
                    <a:pt x="179" y="244"/>
                  </a:lnTo>
                  <a:lnTo>
                    <a:pt x="179" y="244"/>
                  </a:lnTo>
                  <a:lnTo>
                    <a:pt x="177" y="244"/>
                  </a:lnTo>
                  <a:lnTo>
                    <a:pt x="177" y="244"/>
                  </a:lnTo>
                  <a:lnTo>
                    <a:pt x="175" y="242"/>
                  </a:lnTo>
                  <a:lnTo>
                    <a:pt x="173" y="242"/>
                  </a:lnTo>
                  <a:lnTo>
                    <a:pt x="171" y="242"/>
                  </a:lnTo>
                  <a:lnTo>
                    <a:pt x="169" y="242"/>
                  </a:lnTo>
                  <a:lnTo>
                    <a:pt x="169" y="242"/>
                  </a:lnTo>
                  <a:lnTo>
                    <a:pt x="169" y="242"/>
                  </a:lnTo>
                  <a:lnTo>
                    <a:pt x="167" y="242"/>
                  </a:lnTo>
                  <a:lnTo>
                    <a:pt x="163" y="242"/>
                  </a:lnTo>
                  <a:lnTo>
                    <a:pt x="163" y="242"/>
                  </a:lnTo>
                  <a:lnTo>
                    <a:pt x="163" y="240"/>
                  </a:lnTo>
                  <a:lnTo>
                    <a:pt x="161" y="240"/>
                  </a:lnTo>
                  <a:lnTo>
                    <a:pt x="161" y="240"/>
                  </a:lnTo>
                  <a:lnTo>
                    <a:pt x="161" y="240"/>
                  </a:lnTo>
                  <a:lnTo>
                    <a:pt x="159" y="240"/>
                  </a:lnTo>
                  <a:lnTo>
                    <a:pt x="159" y="240"/>
                  </a:lnTo>
                  <a:lnTo>
                    <a:pt x="159" y="240"/>
                  </a:lnTo>
                  <a:lnTo>
                    <a:pt x="157" y="240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2"/>
                  </a:lnTo>
                  <a:lnTo>
                    <a:pt x="157" y="244"/>
                  </a:lnTo>
                  <a:lnTo>
                    <a:pt x="157" y="244"/>
                  </a:lnTo>
                  <a:lnTo>
                    <a:pt x="157" y="244"/>
                  </a:lnTo>
                  <a:lnTo>
                    <a:pt x="159" y="244"/>
                  </a:lnTo>
                  <a:lnTo>
                    <a:pt x="159" y="244"/>
                  </a:lnTo>
                  <a:lnTo>
                    <a:pt x="159" y="244"/>
                  </a:lnTo>
                  <a:lnTo>
                    <a:pt x="159" y="244"/>
                  </a:lnTo>
                  <a:lnTo>
                    <a:pt x="161" y="244"/>
                  </a:lnTo>
                  <a:lnTo>
                    <a:pt x="161" y="244"/>
                  </a:lnTo>
                  <a:lnTo>
                    <a:pt x="161" y="244"/>
                  </a:lnTo>
                  <a:lnTo>
                    <a:pt x="161" y="246"/>
                  </a:lnTo>
                  <a:lnTo>
                    <a:pt x="161" y="246"/>
                  </a:lnTo>
                  <a:lnTo>
                    <a:pt x="163" y="246"/>
                  </a:lnTo>
                  <a:lnTo>
                    <a:pt x="163" y="246"/>
                  </a:lnTo>
                  <a:lnTo>
                    <a:pt x="163" y="246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3" y="250"/>
                  </a:lnTo>
                  <a:lnTo>
                    <a:pt x="161" y="250"/>
                  </a:lnTo>
                  <a:lnTo>
                    <a:pt x="161" y="250"/>
                  </a:lnTo>
                  <a:lnTo>
                    <a:pt x="161" y="250"/>
                  </a:lnTo>
                  <a:lnTo>
                    <a:pt x="161" y="250"/>
                  </a:lnTo>
                  <a:lnTo>
                    <a:pt x="161" y="250"/>
                  </a:lnTo>
                  <a:lnTo>
                    <a:pt x="159" y="250"/>
                  </a:lnTo>
                  <a:lnTo>
                    <a:pt x="159" y="250"/>
                  </a:lnTo>
                  <a:lnTo>
                    <a:pt x="159" y="248"/>
                  </a:lnTo>
                  <a:lnTo>
                    <a:pt x="159" y="246"/>
                  </a:lnTo>
                  <a:lnTo>
                    <a:pt x="157" y="246"/>
                  </a:lnTo>
                  <a:lnTo>
                    <a:pt x="157" y="246"/>
                  </a:lnTo>
                  <a:lnTo>
                    <a:pt x="155" y="244"/>
                  </a:lnTo>
                  <a:lnTo>
                    <a:pt x="155" y="244"/>
                  </a:lnTo>
                  <a:lnTo>
                    <a:pt x="155" y="244"/>
                  </a:lnTo>
                  <a:lnTo>
                    <a:pt x="155" y="244"/>
                  </a:lnTo>
                  <a:lnTo>
                    <a:pt x="153" y="246"/>
                  </a:lnTo>
                  <a:lnTo>
                    <a:pt x="153" y="246"/>
                  </a:lnTo>
                  <a:lnTo>
                    <a:pt x="153" y="246"/>
                  </a:lnTo>
                  <a:lnTo>
                    <a:pt x="153" y="248"/>
                  </a:lnTo>
                  <a:lnTo>
                    <a:pt x="153" y="248"/>
                  </a:lnTo>
                  <a:lnTo>
                    <a:pt x="151" y="246"/>
                  </a:lnTo>
                  <a:lnTo>
                    <a:pt x="151" y="246"/>
                  </a:lnTo>
                  <a:lnTo>
                    <a:pt x="150" y="248"/>
                  </a:lnTo>
                  <a:lnTo>
                    <a:pt x="150" y="248"/>
                  </a:lnTo>
                  <a:lnTo>
                    <a:pt x="150" y="248"/>
                  </a:lnTo>
                  <a:lnTo>
                    <a:pt x="150" y="248"/>
                  </a:lnTo>
                  <a:lnTo>
                    <a:pt x="148" y="248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6" y="250"/>
                  </a:lnTo>
                  <a:lnTo>
                    <a:pt x="146" y="250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4" y="252"/>
                  </a:lnTo>
                  <a:lnTo>
                    <a:pt x="144" y="252"/>
                  </a:lnTo>
                  <a:lnTo>
                    <a:pt x="142" y="252"/>
                  </a:lnTo>
                  <a:lnTo>
                    <a:pt x="142" y="252"/>
                  </a:lnTo>
                  <a:lnTo>
                    <a:pt x="142" y="252"/>
                  </a:lnTo>
                  <a:lnTo>
                    <a:pt x="142" y="254"/>
                  </a:lnTo>
                  <a:lnTo>
                    <a:pt x="142" y="254"/>
                  </a:lnTo>
                  <a:lnTo>
                    <a:pt x="142" y="254"/>
                  </a:lnTo>
                  <a:lnTo>
                    <a:pt x="142" y="256"/>
                  </a:lnTo>
                  <a:lnTo>
                    <a:pt x="142" y="256"/>
                  </a:lnTo>
                  <a:lnTo>
                    <a:pt x="148" y="260"/>
                  </a:lnTo>
                  <a:lnTo>
                    <a:pt x="148" y="260"/>
                  </a:lnTo>
                  <a:lnTo>
                    <a:pt x="148" y="262"/>
                  </a:lnTo>
                  <a:lnTo>
                    <a:pt x="148" y="262"/>
                  </a:lnTo>
                  <a:lnTo>
                    <a:pt x="148" y="262"/>
                  </a:lnTo>
                  <a:lnTo>
                    <a:pt x="148" y="264"/>
                  </a:lnTo>
                  <a:lnTo>
                    <a:pt x="148" y="264"/>
                  </a:lnTo>
                  <a:lnTo>
                    <a:pt x="148" y="264"/>
                  </a:lnTo>
                  <a:lnTo>
                    <a:pt x="148" y="264"/>
                  </a:lnTo>
                  <a:lnTo>
                    <a:pt x="151" y="267"/>
                  </a:lnTo>
                  <a:lnTo>
                    <a:pt x="151" y="267"/>
                  </a:lnTo>
                  <a:lnTo>
                    <a:pt x="151" y="267"/>
                  </a:lnTo>
                  <a:lnTo>
                    <a:pt x="151" y="267"/>
                  </a:lnTo>
                  <a:lnTo>
                    <a:pt x="151" y="267"/>
                  </a:lnTo>
                  <a:lnTo>
                    <a:pt x="151" y="269"/>
                  </a:lnTo>
                  <a:lnTo>
                    <a:pt x="151" y="269"/>
                  </a:lnTo>
                  <a:lnTo>
                    <a:pt x="151" y="271"/>
                  </a:lnTo>
                  <a:lnTo>
                    <a:pt x="144" y="269"/>
                  </a:lnTo>
                  <a:lnTo>
                    <a:pt x="144" y="267"/>
                  </a:lnTo>
                  <a:lnTo>
                    <a:pt x="144" y="267"/>
                  </a:lnTo>
                  <a:lnTo>
                    <a:pt x="144" y="267"/>
                  </a:lnTo>
                  <a:lnTo>
                    <a:pt x="144" y="267"/>
                  </a:lnTo>
                  <a:lnTo>
                    <a:pt x="144" y="266"/>
                  </a:lnTo>
                  <a:lnTo>
                    <a:pt x="138" y="260"/>
                  </a:lnTo>
                  <a:lnTo>
                    <a:pt x="138" y="260"/>
                  </a:lnTo>
                  <a:lnTo>
                    <a:pt x="138" y="260"/>
                  </a:lnTo>
                  <a:lnTo>
                    <a:pt x="138" y="260"/>
                  </a:lnTo>
                  <a:lnTo>
                    <a:pt x="136" y="260"/>
                  </a:lnTo>
                  <a:lnTo>
                    <a:pt x="136" y="262"/>
                  </a:lnTo>
                  <a:lnTo>
                    <a:pt x="136" y="262"/>
                  </a:lnTo>
                  <a:lnTo>
                    <a:pt x="136" y="262"/>
                  </a:lnTo>
                  <a:lnTo>
                    <a:pt x="136" y="264"/>
                  </a:lnTo>
                  <a:lnTo>
                    <a:pt x="136" y="264"/>
                  </a:lnTo>
                  <a:lnTo>
                    <a:pt x="136" y="264"/>
                  </a:lnTo>
                  <a:lnTo>
                    <a:pt x="136" y="264"/>
                  </a:lnTo>
                  <a:lnTo>
                    <a:pt x="132" y="266"/>
                  </a:lnTo>
                  <a:lnTo>
                    <a:pt x="130" y="266"/>
                  </a:lnTo>
                  <a:lnTo>
                    <a:pt x="128" y="267"/>
                  </a:lnTo>
                  <a:lnTo>
                    <a:pt x="126" y="266"/>
                  </a:lnTo>
                  <a:lnTo>
                    <a:pt x="126" y="266"/>
                  </a:lnTo>
                  <a:lnTo>
                    <a:pt x="122" y="262"/>
                  </a:lnTo>
                  <a:lnTo>
                    <a:pt x="122" y="262"/>
                  </a:lnTo>
                  <a:lnTo>
                    <a:pt x="120" y="262"/>
                  </a:lnTo>
                  <a:lnTo>
                    <a:pt x="120" y="262"/>
                  </a:lnTo>
                  <a:lnTo>
                    <a:pt x="120" y="264"/>
                  </a:lnTo>
                  <a:lnTo>
                    <a:pt x="118" y="264"/>
                  </a:lnTo>
                  <a:lnTo>
                    <a:pt x="118" y="264"/>
                  </a:lnTo>
                  <a:lnTo>
                    <a:pt x="118" y="264"/>
                  </a:lnTo>
                  <a:lnTo>
                    <a:pt x="116" y="264"/>
                  </a:lnTo>
                  <a:lnTo>
                    <a:pt x="116" y="264"/>
                  </a:lnTo>
                  <a:lnTo>
                    <a:pt x="116" y="262"/>
                  </a:lnTo>
                  <a:lnTo>
                    <a:pt x="116" y="262"/>
                  </a:lnTo>
                  <a:lnTo>
                    <a:pt x="116" y="262"/>
                  </a:lnTo>
                  <a:lnTo>
                    <a:pt x="116" y="260"/>
                  </a:lnTo>
                  <a:lnTo>
                    <a:pt x="118" y="260"/>
                  </a:lnTo>
                  <a:lnTo>
                    <a:pt x="118" y="258"/>
                  </a:lnTo>
                  <a:lnTo>
                    <a:pt x="118" y="256"/>
                  </a:lnTo>
                  <a:lnTo>
                    <a:pt x="118" y="254"/>
                  </a:lnTo>
                  <a:lnTo>
                    <a:pt x="118" y="254"/>
                  </a:lnTo>
                  <a:lnTo>
                    <a:pt x="118" y="252"/>
                  </a:lnTo>
                  <a:lnTo>
                    <a:pt x="118" y="252"/>
                  </a:lnTo>
                  <a:lnTo>
                    <a:pt x="118" y="252"/>
                  </a:lnTo>
                  <a:lnTo>
                    <a:pt x="118" y="252"/>
                  </a:lnTo>
                  <a:lnTo>
                    <a:pt x="116" y="250"/>
                  </a:lnTo>
                  <a:lnTo>
                    <a:pt x="116" y="250"/>
                  </a:lnTo>
                  <a:lnTo>
                    <a:pt x="116" y="250"/>
                  </a:lnTo>
                  <a:lnTo>
                    <a:pt x="116" y="250"/>
                  </a:lnTo>
                  <a:lnTo>
                    <a:pt x="116" y="250"/>
                  </a:lnTo>
                  <a:lnTo>
                    <a:pt x="116" y="250"/>
                  </a:lnTo>
                  <a:lnTo>
                    <a:pt x="114" y="248"/>
                  </a:lnTo>
                  <a:lnTo>
                    <a:pt x="114" y="248"/>
                  </a:lnTo>
                  <a:lnTo>
                    <a:pt x="114" y="248"/>
                  </a:lnTo>
                  <a:lnTo>
                    <a:pt x="112" y="248"/>
                  </a:lnTo>
                  <a:lnTo>
                    <a:pt x="112" y="248"/>
                  </a:lnTo>
                  <a:lnTo>
                    <a:pt x="112" y="248"/>
                  </a:lnTo>
                  <a:lnTo>
                    <a:pt x="112" y="248"/>
                  </a:lnTo>
                  <a:lnTo>
                    <a:pt x="112" y="246"/>
                  </a:lnTo>
                  <a:lnTo>
                    <a:pt x="112" y="246"/>
                  </a:lnTo>
                  <a:lnTo>
                    <a:pt x="112" y="246"/>
                  </a:lnTo>
                  <a:lnTo>
                    <a:pt x="112" y="246"/>
                  </a:lnTo>
                  <a:lnTo>
                    <a:pt x="110" y="246"/>
                  </a:lnTo>
                  <a:lnTo>
                    <a:pt x="110" y="246"/>
                  </a:lnTo>
                  <a:lnTo>
                    <a:pt x="110" y="246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8" y="246"/>
                  </a:lnTo>
                  <a:lnTo>
                    <a:pt x="108" y="248"/>
                  </a:lnTo>
                  <a:lnTo>
                    <a:pt x="106" y="256"/>
                  </a:lnTo>
                  <a:lnTo>
                    <a:pt x="106" y="258"/>
                  </a:lnTo>
                  <a:lnTo>
                    <a:pt x="106" y="258"/>
                  </a:lnTo>
                  <a:lnTo>
                    <a:pt x="106" y="260"/>
                  </a:lnTo>
                  <a:lnTo>
                    <a:pt x="106" y="260"/>
                  </a:lnTo>
                  <a:lnTo>
                    <a:pt x="110" y="262"/>
                  </a:lnTo>
                  <a:lnTo>
                    <a:pt x="112" y="262"/>
                  </a:lnTo>
                  <a:lnTo>
                    <a:pt x="112" y="262"/>
                  </a:lnTo>
                  <a:lnTo>
                    <a:pt x="112" y="262"/>
                  </a:lnTo>
                  <a:lnTo>
                    <a:pt x="112" y="264"/>
                  </a:lnTo>
                  <a:lnTo>
                    <a:pt x="110" y="266"/>
                  </a:lnTo>
                  <a:lnTo>
                    <a:pt x="110" y="266"/>
                  </a:lnTo>
                  <a:lnTo>
                    <a:pt x="110" y="267"/>
                  </a:lnTo>
                  <a:lnTo>
                    <a:pt x="108" y="267"/>
                  </a:lnTo>
                  <a:lnTo>
                    <a:pt x="106" y="269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104" y="273"/>
                  </a:lnTo>
                  <a:lnTo>
                    <a:pt x="91" y="266"/>
                  </a:lnTo>
                  <a:lnTo>
                    <a:pt x="91" y="266"/>
                  </a:lnTo>
                  <a:lnTo>
                    <a:pt x="89" y="266"/>
                  </a:lnTo>
                  <a:lnTo>
                    <a:pt x="87" y="267"/>
                  </a:lnTo>
                  <a:lnTo>
                    <a:pt x="87" y="267"/>
                  </a:lnTo>
                  <a:lnTo>
                    <a:pt x="87" y="267"/>
                  </a:lnTo>
                  <a:lnTo>
                    <a:pt x="87" y="269"/>
                  </a:lnTo>
                  <a:lnTo>
                    <a:pt x="87" y="269"/>
                  </a:lnTo>
                  <a:lnTo>
                    <a:pt x="87" y="271"/>
                  </a:lnTo>
                  <a:lnTo>
                    <a:pt x="85" y="271"/>
                  </a:lnTo>
                  <a:lnTo>
                    <a:pt x="83" y="273"/>
                  </a:lnTo>
                  <a:lnTo>
                    <a:pt x="81" y="273"/>
                  </a:lnTo>
                  <a:lnTo>
                    <a:pt x="81" y="273"/>
                  </a:lnTo>
                  <a:lnTo>
                    <a:pt x="81" y="273"/>
                  </a:lnTo>
                  <a:lnTo>
                    <a:pt x="81" y="273"/>
                  </a:lnTo>
                  <a:lnTo>
                    <a:pt x="81" y="273"/>
                  </a:lnTo>
                  <a:lnTo>
                    <a:pt x="79" y="273"/>
                  </a:lnTo>
                  <a:lnTo>
                    <a:pt x="79" y="271"/>
                  </a:lnTo>
                  <a:lnTo>
                    <a:pt x="79" y="271"/>
                  </a:lnTo>
                  <a:lnTo>
                    <a:pt x="77" y="271"/>
                  </a:lnTo>
                  <a:lnTo>
                    <a:pt x="75" y="271"/>
                  </a:lnTo>
                  <a:lnTo>
                    <a:pt x="75" y="271"/>
                  </a:lnTo>
                  <a:lnTo>
                    <a:pt x="73" y="271"/>
                  </a:lnTo>
                  <a:lnTo>
                    <a:pt x="69" y="273"/>
                  </a:lnTo>
                  <a:lnTo>
                    <a:pt x="69" y="273"/>
                  </a:lnTo>
                  <a:lnTo>
                    <a:pt x="67" y="273"/>
                  </a:lnTo>
                  <a:lnTo>
                    <a:pt x="67" y="273"/>
                  </a:lnTo>
                  <a:lnTo>
                    <a:pt x="63" y="279"/>
                  </a:lnTo>
                  <a:lnTo>
                    <a:pt x="61" y="279"/>
                  </a:lnTo>
                  <a:lnTo>
                    <a:pt x="61" y="279"/>
                  </a:lnTo>
                  <a:lnTo>
                    <a:pt x="61" y="281"/>
                  </a:lnTo>
                  <a:lnTo>
                    <a:pt x="61" y="283"/>
                  </a:lnTo>
                  <a:lnTo>
                    <a:pt x="63" y="289"/>
                  </a:lnTo>
                  <a:lnTo>
                    <a:pt x="63" y="289"/>
                  </a:lnTo>
                  <a:lnTo>
                    <a:pt x="61" y="289"/>
                  </a:lnTo>
                  <a:lnTo>
                    <a:pt x="61" y="289"/>
                  </a:lnTo>
                  <a:lnTo>
                    <a:pt x="59" y="289"/>
                  </a:lnTo>
                  <a:lnTo>
                    <a:pt x="59" y="289"/>
                  </a:lnTo>
                  <a:lnTo>
                    <a:pt x="59" y="289"/>
                  </a:lnTo>
                  <a:lnTo>
                    <a:pt x="59" y="289"/>
                  </a:lnTo>
                  <a:lnTo>
                    <a:pt x="59" y="287"/>
                  </a:lnTo>
                  <a:lnTo>
                    <a:pt x="59" y="287"/>
                  </a:lnTo>
                  <a:lnTo>
                    <a:pt x="57" y="285"/>
                  </a:lnTo>
                  <a:lnTo>
                    <a:pt x="57" y="285"/>
                  </a:lnTo>
                  <a:lnTo>
                    <a:pt x="51" y="283"/>
                  </a:lnTo>
                  <a:lnTo>
                    <a:pt x="42" y="283"/>
                  </a:lnTo>
                  <a:lnTo>
                    <a:pt x="40" y="281"/>
                  </a:lnTo>
                  <a:lnTo>
                    <a:pt x="40" y="281"/>
                  </a:lnTo>
                  <a:lnTo>
                    <a:pt x="40" y="281"/>
                  </a:lnTo>
                  <a:lnTo>
                    <a:pt x="38" y="281"/>
                  </a:lnTo>
                  <a:lnTo>
                    <a:pt x="38" y="279"/>
                  </a:lnTo>
                  <a:lnTo>
                    <a:pt x="38" y="277"/>
                  </a:lnTo>
                  <a:lnTo>
                    <a:pt x="38" y="277"/>
                  </a:lnTo>
                  <a:lnTo>
                    <a:pt x="38" y="277"/>
                  </a:lnTo>
                  <a:lnTo>
                    <a:pt x="38" y="277"/>
                  </a:lnTo>
                  <a:lnTo>
                    <a:pt x="38" y="277"/>
                  </a:lnTo>
                  <a:lnTo>
                    <a:pt x="40" y="273"/>
                  </a:lnTo>
                  <a:lnTo>
                    <a:pt x="40" y="273"/>
                  </a:lnTo>
                  <a:lnTo>
                    <a:pt x="40" y="273"/>
                  </a:lnTo>
                  <a:lnTo>
                    <a:pt x="40" y="273"/>
                  </a:lnTo>
                  <a:lnTo>
                    <a:pt x="40" y="271"/>
                  </a:lnTo>
                  <a:lnTo>
                    <a:pt x="40" y="271"/>
                  </a:lnTo>
                  <a:lnTo>
                    <a:pt x="36" y="271"/>
                  </a:lnTo>
                  <a:lnTo>
                    <a:pt x="36" y="269"/>
                  </a:lnTo>
                  <a:lnTo>
                    <a:pt x="36" y="269"/>
                  </a:lnTo>
                  <a:lnTo>
                    <a:pt x="36" y="269"/>
                  </a:lnTo>
                  <a:lnTo>
                    <a:pt x="34" y="271"/>
                  </a:lnTo>
                  <a:lnTo>
                    <a:pt x="32" y="273"/>
                  </a:lnTo>
                  <a:lnTo>
                    <a:pt x="32" y="273"/>
                  </a:lnTo>
                  <a:lnTo>
                    <a:pt x="30" y="273"/>
                  </a:lnTo>
                  <a:lnTo>
                    <a:pt x="30" y="273"/>
                  </a:lnTo>
                  <a:lnTo>
                    <a:pt x="30" y="273"/>
                  </a:lnTo>
                  <a:lnTo>
                    <a:pt x="30" y="273"/>
                  </a:lnTo>
                  <a:lnTo>
                    <a:pt x="28" y="271"/>
                  </a:lnTo>
                  <a:lnTo>
                    <a:pt x="28" y="271"/>
                  </a:lnTo>
                  <a:lnTo>
                    <a:pt x="28" y="267"/>
                  </a:lnTo>
                  <a:lnTo>
                    <a:pt x="26" y="256"/>
                  </a:lnTo>
                  <a:lnTo>
                    <a:pt x="26" y="254"/>
                  </a:lnTo>
                  <a:lnTo>
                    <a:pt x="28" y="248"/>
                  </a:lnTo>
                  <a:lnTo>
                    <a:pt x="28" y="248"/>
                  </a:lnTo>
                  <a:lnTo>
                    <a:pt x="28" y="246"/>
                  </a:lnTo>
                  <a:lnTo>
                    <a:pt x="28" y="246"/>
                  </a:lnTo>
                  <a:lnTo>
                    <a:pt x="28" y="246"/>
                  </a:lnTo>
                  <a:lnTo>
                    <a:pt x="22" y="234"/>
                  </a:lnTo>
                  <a:lnTo>
                    <a:pt x="22" y="232"/>
                  </a:lnTo>
                  <a:lnTo>
                    <a:pt x="22" y="232"/>
                  </a:lnTo>
                  <a:lnTo>
                    <a:pt x="20" y="230"/>
                  </a:lnTo>
                  <a:lnTo>
                    <a:pt x="16" y="226"/>
                  </a:lnTo>
                  <a:lnTo>
                    <a:pt x="14" y="226"/>
                  </a:lnTo>
                  <a:lnTo>
                    <a:pt x="14" y="226"/>
                  </a:lnTo>
                  <a:lnTo>
                    <a:pt x="14" y="226"/>
                  </a:lnTo>
                  <a:lnTo>
                    <a:pt x="12" y="226"/>
                  </a:lnTo>
                  <a:lnTo>
                    <a:pt x="12" y="226"/>
                  </a:lnTo>
                  <a:lnTo>
                    <a:pt x="12" y="226"/>
                  </a:lnTo>
                  <a:lnTo>
                    <a:pt x="12" y="226"/>
                  </a:lnTo>
                  <a:lnTo>
                    <a:pt x="10" y="226"/>
                  </a:lnTo>
                  <a:lnTo>
                    <a:pt x="10" y="226"/>
                  </a:lnTo>
                  <a:lnTo>
                    <a:pt x="10" y="226"/>
                  </a:lnTo>
                  <a:lnTo>
                    <a:pt x="10" y="226"/>
                  </a:lnTo>
                  <a:lnTo>
                    <a:pt x="8" y="224"/>
                  </a:lnTo>
                  <a:lnTo>
                    <a:pt x="6" y="224"/>
                  </a:lnTo>
                  <a:lnTo>
                    <a:pt x="2" y="222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0" y="220"/>
                  </a:lnTo>
                  <a:lnTo>
                    <a:pt x="0" y="220"/>
                  </a:lnTo>
                  <a:lnTo>
                    <a:pt x="0" y="220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6" y="214"/>
                  </a:lnTo>
                  <a:lnTo>
                    <a:pt x="6" y="214"/>
                  </a:lnTo>
                  <a:lnTo>
                    <a:pt x="6" y="214"/>
                  </a:lnTo>
                  <a:lnTo>
                    <a:pt x="6" y="213"/>
                  </a:lnTo>
                  <a:lnTo>
                    <a:pt x="6" y="213"/>
                  </a:lnTo>
                  <a:lnTo>
                    <a:pt x="6" y="211"/>
                  </a:lnTo>
                  <a:lnTo>
                    <a:pt x="6" y="211"/>
                  </a:lnTo>
                  <a:lnTo>
                    <a:pt x="6" y="211"/>
                  </a:lnTo>
                  <a:lnTo>
                    <a:pt x="6" y="209"/>
                  </a:lnTo>
                  <a:lnTo>
                    <a:pt x="6" y="209"/>
                  </a:lnTo>
                  <a:lnTo>
                    <a:pt x="6" y="209"/>
                  </a:lnTo>
                  <a:lnTo>
                    <a:pt x="6" y="209"/>
                  </a:lnTo>
                  <a:lnTo>
                    <a:pt x="6" y="207"/>
                  </a:lnTo>
                  <a:lnTo>
                    <a:pt x="6" y="207"/>
                  </a:lnTo>
                  <a:lnTo>
                    <a:pt x="6" y="207"/>
                  </a:lnTo>
                  <a:lnTo>
                    <a:pt x="6" y="207"/>
                  </a:lnTo>
                  <a:lnTo>
                    <a:pt x="8" y="207"/>
                  </a:lnTo>
                  <a:lnTo>
                    <a:pt x="8" y="207"/>
                  </a:lnTo>
                  <a:lnTo>
                    <a:pt x="8" y="207"/>
                  </a:lnTo>
                  <a:lnTo>
                    <a:pt x="12" y="207"/>
                  </a:lnTo>
                  <a:lnTo>
                    <a:pt x="12" y="207"/>
                  </a:lnTo>
                  <a:lnTo>
                    <a:pt x="12" y="207"/>
                  </a:lnTo>
                  <a:lnTo>
                    <a:pt x="12" y="205"/>
                  </a:lnTo>
                  <a:lnTo>
                    <a:pt x="12" y="205"/>
                  </a:lnTo>
                  <a:lnTo>
                    <a:pt x="12" y="203"/>
                  </a:lnTo>
                  <a:lnTo>
                    <a:pt x="12" y="197"/>
                  </a:lnTo>
                  <a:lnTo>
                    <a:pt x="12" y="197"/>
                  </a:lnTo>
                  <a:lnTo>
                    <a:pt x="12" y="197"/>
                  </a:lnTo>
                  <a:lnTo>
                    <a:pt x="12" y="197"/>
                  </a:lnTo>
                  <a:lnTo>
                    <a:pt x="12" y="197"/>
                  </a:lnTo>
                  <a:lnTo>
                    <a:pt x="12" y="197"/>
                  </a:lnTo>
                  <a:lnTo>
                    <a:pt x="16" y="195"/>
                  </a:lnTo>
                  <a:lnTo>
                    <a:pt x="18" y="195"/>
                  </a:lnTo>
                  <a:lnTo>
                    <a:pt x="24" y="195"/>
                  </a:lnTo>
                  <a:lnTo>
                    <a:pt x="24" y="195"/>
                  </a:lnTo>
                  <a:lnTo>
                    <a:pt x="28" y="195"/>
                  </a:lnTo>
                  <a:lnTo>
                    <a:pt x="28" y="195"/>
                  </a:lnTo>
                  <a:lnTo>
                    <a:pt x="28" y="195"/>
                  </a:lnTo>
                  <a:lnTo>
                    <a:pt x="28" y="195"/>
                  </a:lnTo>
                  <a:lnTo>
                    <a:pt x="30" y="195"/>
                  </a:lnTo>
                  <a:lnTo>
                    <a:pt x="30" y="195"/>
                  </a:lnTo>
                  <a:lnTo>
                    <a:pt x="30" y="195"/>
                  </a:lnTo>
                  <a:lnTo>
                    <a:pt x="32" y="197"/>
                  </a:lnTo>
                  <a:lnTo>
                    <a:pt x="32" y="197"/>
                  </a:lnTo>
                  <a:lnTo>
                    <a:pt x="32" y="197"/>
                  </a:lnTo>
                  <a:lnTo>
                    <a:pt x="32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38" y="197"/>
                  </a:lnTo>
                  <a:lnTo>
                    <a:pt x="40" y="197"/>
                  </a:lnTo>
                  <a:lnTo>
                    <a:pt x="40" y="197"/>
                  </a:lnTo>
                  <a:lnTo>
                    <a:pt x="40" y="197"/>
                  </a:lnTo>
                  <a:lnTo>
                    <a:pt x="42" y="197"/>
                  </a:lnTo>
                  <a:lnTo>
                    <a:pt x="42" y="197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6" y="195"/>
                  </a:lnTo>
                  <a:lnTo>
                    <a:pt x="46" y="195"/>
                  </a:lnTo>
                  <a:lnTo>
                    <a:pt x="46" y="193"/>
                  </a:lnTo>
                  <a:lnTo>
                    <a:pt x="46" y="193"/>
                  </a:lnTo>
                  <a:lnTo>
                    <a:pt x="46" y="193"/>
                  </a:lnTo>
                  <a:lnTo>
                    <a:pt x="46" y="193"/>
                  </a:lnTo>
                  <a:lnTo>
                    <a:pt x="46" y="191"/>
                  </a:lnTo>
                  <a:lnTo>
                    <a:pt x="46" y="191"/>
                  </a:lnTo>
                  <a:lnTo>
                    <a:pt x="46" y="187"/>
                  </a:lnTo>
                  <a:lnTo>
                    <a:pt x="46" y="187"/>
                  </a:lnTo>
                  <a:lnTo>
                    <a:pt x="46" y="187"/>
                  </a:lnTo>
                  <a:lnTo>
                    <a:pt x="46" y="187"/>
                  </a:lnTo>
                  <a:lnTo>
                    <a:pt x="46" y="185"/>
                  </a:lnTo>
                  <a:lnTo>
                    <a:pt x="48" y="185"/>
                  </a:lnTo>
                  <a:lnTo>
                    <a:pt x="49" y="183"/>
                  </a:lnTo>
                  <a:lnTo>
                    <a:pt x="51" y="183"/>
                  </a:lnTo>
                  <a:lnTo>
                    <a:pt x="51" y="181"/>
                  </a:lnTo>
                  <a:lnTo>
                    <a:pt x="51" y="181"/>
                  </a:lnTo>
                  <a:lnTo>
                    <a:pt x="53" y="181"/>
                  </a:lnTo>
                  <a:lnTo>
                    <a:pt x="53" y="181"/>
                  </a:lnTo>
                  <a:lnTo>
                    <a:pt x="53" y="179"/>
                  </a:lnTo>
                  <a:lnTo>
                    <a:pt x="53" y="177"/>
                  </a:lnTo>
                  <a:lnTo>
                    <a:pt x="51" y="175"/>
                  </a:lnTo>
                  <a:lnTo>
                    <a:pt x="51" y="173"/>
                  </a:lnTo>
                  <a:lnTo>
                    <a:pt x="51" y="173"/>
                  </a:lnTo>
                  <a:lnTo>
                    <a:pt x="51" y="173"/>
                  </a:lnTo>
                  <a:lnTo>
                    <a:pt x="51" y="171"/>
                  </a:lnTo>
                  <a:lnTo>
                    <a:pt x="53" y="169"/>
                  </a:lnTo>
                  <a:lnTo>
                    <a:pt x="53" y="169"/>
                  </a:lnTo>
                  <a:lnTo>
                    <a:pt x="53" y="169"/>
                  </a:lnTo>
                  <a:lnTo>
                    <a:pt x="53" y="169"/>
                  </a:lnTo>
                  <a:lnTo>
                    <a:pt x="53" y="169"/>
                  </a:lnTo>
                  <a:lnTo>
                    <a:pt x="53" y="167"/>
                  </a:lnTo>
                  <a:lnTo>
                    <a:pt x="48" y="159"/>
                  </a:lnTo>
                  <a:lnTo>
                    <a:pt x="46" y="159"/>
                  </a:lnTo>
                  <a:lnTo>
                    <a:pt x="44" y="159"/>
                  </a:lnTo>
                  <a:lnTo>
                    <a:pt x="44" y="158"/>
                  </a:lnTo>
                  <a:lnTo>
                    <a:pt x="44" y="158"/>
                  </a:lnTo>
                  <a:lnTo>
                    <a:pt x="44" y="158"/>
                  </a:lnTo>
                  <a:lnTo>
                    <a:pt x="44" y="158"/>
                  </a:lnTo>
                  <a:lnTo>
                    <a:pt x="44" y="156"/>
                  </a:lnTo>
                  <a:lnTo>
                    <a:pt x="44" y="154"/>
                  </a:lnTo>
                  <a:lnTo>
                    <a:pt x="44" y="154"/>
                  </a:lnTo>
                  <a:lnTo>
                    <a:pt x="44" y="152"/>
                  </a:lnTo>
                  <a:lnTo>
                    <a:pt x="44" y="152"/>
                  </a:lnTo>
                  <a:lnTo>
                    <a:pt x="44" y="152"/>
                  </a:lnTo>
                  <a:lnTo>
                    <a:pt x="44" y="150"/>
                  </a:lnTo>
                  <a:lnTo>
                    <a:pt x="44" y="150"/>
                  </a:lnTo>
                  <a:lnTo>
                    <a:pt x="44" y="150"/>
                  </a:lnTo>
                  <a:lnTo>
                    <a:pt x="42" y="150"/>
                  </a:lnTo>
                  <a:lnTo>
                    <a:pt x="42" y="150"/>
                  </a:lnTo>
                  <a:lnTo>
                    <a:pt x="38" y="148"/>
                  </a:lnTo>
                  <a:lnTo>
                    <a:pt x="36" y="148"/>
                  </a:lnTo>
                  <a:lnTo>
                    <a:pt x="32" y="148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4"/>
                  </a:lnTo>
                  <a:lnTo>
                    <a:pt x="32" y="144"/>
                  </a:lnTo>
                  <a:lnTo>
                    <a:pt x="32" y="142"/>
                  </a:lnTo>
                  <a:lnTo>
                    <a:pt x="32" y="142"/>
                  </a:lnTo>
                  <a:lnTo>
                    <a:pt x="32" y="142"/>
                  </a:lnTo>
                  <a:lnTo>
                    <a:pt x="32" y="138"/>
                  </a:lnTo>
                  <a:lnTo>
                    <a:pt x="32" y="138"/>
                  </a:lnTo>
                  <a:lnTo>
                    <a:pt x="32" y="138"/>
                  </a:lnTo>
                  <a:lnTo>
                    <a:pt x="32" y="138"/>
                  </a:lnTo>
                  <a:lnTo>
                    <a:pt x="32" y="138"/>
                  </a:lnTo>
                  <a:lnTo>
                    <a:pt x="34" y="136"/>
                  </a:lnTo>
                  <a:lnTo>
                    <a:pt x="34" y="136"/>
                  </a:lnTo>
                  <a:lnTo>
                    <a:pt x="36" y="138"/>
                  </a:lnTo>
                  <a:lnTo>
                    <a:pt x="36" y="138"/>
                  </a:lnTo>
                  <a:lnTo>
                    <a:pt x="36" y="136"/>
                  </a:lnTo>
                  <a:lnTo>
                    <a:pt x="36" y="136"/>
                  </a:lnTo>
                  <a:lnTo>
                    <a:pt x="36" y="136"/>
                  </a:lnTo>
                  <a:lnTo>
                    <a:pt x="36" y="134"/>
                  </a:lnTo>
                  <a:lnTo>
                    <a:pt x="38" y="134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38" y="130"/>
                  </a:lnTo>
                  <a:lnTo>
                    <a:pt x="38" y="130"/>
                  </a:lnTo>
                  <a:lnTo>
                    <a:pt x="38" y="128"/>
                  </a:lnTo>
                  <a:lnTo>
                    <a:pt x="38" y="126"/>
                  </a:lnTo>
                  <a:lnTo>
                    <a:pt x="40" y="126"/>
                  </a:lnTo>
                  <a:lnTo>
                    <a:pt x="40" y="122"/>
                  </a:lnTo>
                  <a:lnTo>
                    <a:pt x="40" y="122"/>
                  </a:lnTo>
                  <a:lnTo>
                    <a:pt x="42" y="122"/>
                  </a:lnTo>
                  <a:lnTo>
                    <a:pt x="42" y="120"/>
                  </a:lnTo>
                  <a:lnTo>
                    <a:pt x="42" y="120"/>
                  </a:lnTo>
                  <a:lnTo>
                    <a:pt x="42" y="120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44" y="118"/>
                  </a:lnTo>
                  <a:lnTo>
                    <a:pt x="44" y="118"/>
                  </a:lnTo>
                  <a:lnTo>
                    <a:pt x="48" y="114"/>
                  </a:lnTo>
                  <a:lnTo>
                    <a:pt x="49" y="112"/>
                  </a:lnTo>
                  <a:lnTo>
                    <a:pt x="49" y="112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08"/>
                  </a:lnTo>
                  <a:lnTo>
                    <a:pt x="49" y="106"/>
                  </a:lnTo>
                  <a:lnTo>
                    <a:pt x="49" y="105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4" y="93"/>
                  </a:lnTo>
                  <a:lnTo>
                    <a:pt x="42" y="91"/>
                  </a:lnTo>
                  <a:lnTo>
                    <a:pt x="42" y="91"/>
                  </a:lnTo>
                  <a:lnTo>
                    <a:pt x="32" y="83"/>
                  </a:lnTo>
                  <a:lnTo>
                    <a:pt x="32" y="81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2" y="77"/>
                  </a:lnTo>
                  <a:lnTo>
                    <a:pt x="32" y="77"/>
                  </a:lnTo>
                  <a:lnTo>
                    <a:pt x="34" y="77"/>
                  </a:lnTo>
                  <a:lnTo>
                    <a:pt x="34" y="77"/>
                  </a:lnTo>
                  <a:lnTo>
                    <a:pt x="34" y="75"/>
                  </a:lnTo>
                  <a:lnTo>
                    <a:pt x="34" y="75"/>
                  </a:lnTo>
                  <a:lnTo>
                    <a:pt x="34" y="75"/>
                  </a:lnTo>
                  <a:lnTo>
                    <a:pt x="34" y="75"/>
                  </a:lnTo>
                  <a:lnTo>
                    <a:pt x="32" y="73"/>
                  </a:lnTo>
                  <a:lnTo>
                    <a:pt x="32" y="73"/>
                  </a:lnTo>
                  <a:lnTo>
                    <a:pt x="30" y="73"/>
                  </a:lnTo>
                  <a:lnTo>
                    <a:pt x="30" y="71"/>
                  </a:lnTo>
                  <a:lnTo>
                    <a:pt x="30" y="71"/>
                  </a:lnTo>
                  <a:lnTo>
                    <a:pt x="28" y="59"/>
                  </a:lnTo>
                  <a:lnTo>
                    <a:pt x="38" y="53"/>
                  </a:lnTo>
                  <a:lnTo>
                    <a:pt x="40" y="51"/>
                  </a:lnTo>
                  <a:lnTo>
                    <a:pt x="40" y="50"/>
                  </a:lnTo>
                  <a:lnTo>
                    <a:pt x="40" y="48"/>
                  </a:lnTo>
                  <a:lnTo>
                    <a:pt x="38" y="44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2" y="38"/>
                  </a:lnTo>
                  <a:lnTo>
                    <a:pt x="42" y="38"/>
                  </a:lnTo>
                  <a:lnTo>
                    <a:pt x="42" y="38"/>
                  </a:lnTo>
                  <a:lnTo>
                    <a:pt x="44" y="38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2" y="34"/>
                  </a:lnTo>
                  <a:lnTo>
                    <a:pt x="42" y="34"/>
                  </a:lnTo>
                  <a:lnTo>
                    <a:pt x="42" y="32"/>
                  </a:lnTo>
                  <a:lnTo>
                    <a:pt x="42" y="28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36" y="20"/>
                  </a:lnTo>
                  <a:lnTo>
                    <a:pt x="34" y="18"/>
                  </a:lnTo>
                  <a:lnTo>
                    <a:pt x="34" y="18"/>
                  </a:lnTo>
                  <a:lnTo>
                    <a:pt x="34" y="18"/>
                  </a:lnTo>
                  <a:lnTo>
                    <a:pt x="38" y="18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8" y="14"/>
                  </a:lnTo>
                  <a:lnTo>
                    <a:pt x="49" y="14"/>
                  </a:lnTo>
                  <a:lnTo>
                    <a:pt x="51" y="12"/>
                  </a:lnTo>
                  <a:lnTo>
                    <a:pt x="55" y="12"/>
                  </a:lnTo>
                  <a:lnTo>
                    <a:pt x="61" y="12"/>
                  </a:lnTo>
                  <a:lnTo>
                    <a:pt x="65" y="10"/>
                  </a:lnTo>
                  <a:lnTo>
                    <a:pt x="67" y="10"/>
                  </a:lnTo>
                  <a:lnTo>
                    <a:pt x="69" y="8"/>
                  </a:lnTo>
                  <a:lnTo>
                    <a:pt x="69" y="8"/>
                  </a:lnTo>
                  <a:lnTo>
                    <a:pt x="71" y="4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863600" y="3702050"/>
              <a:ext cx="128588" cy="119063"/>
            </a:xfrm>
            <a:custGeom>
              <a:avLst/>
              <a:gdLst>
                <a:gd name="T0" fmla="*/ 53 w 163"/>
                <a:gd name="T1" fmla="*/ 6 h 150"/>
                <a:gd name="T2" fmla="*/ 59 w 163"/>
                <a:gd name="T3" fmla="*/ 10 h 150"/>
                <a:gd name="T4" fmla="*/ 67 w 163"/>
                <a:gd name="T5" fmla="*/ 16 h 150"/>
                <a:gd name="T6" fmla="*/ 82 w 163"/>
                <a:gd name="T7" fmla="*/ 14 h 150"/>
                <a:gd name="T8" fmla="*/ 94 w 163"/>
                <a:gd name="T9" fmla="*/ 14 h 150"/>
                <a:gd name="T10" fmla="*/ 96 w 163"/>
                <a:gd name="T11" fmla="*/ 10 h 150"/>
                <a:gd name="T12" fmla="*/ 100 w 163"/>
                <a:gd name="T13" fmla="*/ 10 h 150"/>
                <a:gd name="T14" fmla="*/ 112 w 163"/>
                <a:gd name="T15" fmla="*/ 12 h 150"/>
                <a:gd name="T16" fmla="*/ 118 w 163"/>
                <a:gd name="T17" fmla="*/ 14 h 150"/>
                <a:gd name="T18" fmla="*/ 129 w 163"/>
                <a:gd name="T19" fmla="*/ 16 h 150"/>
                <a:gd name="T20" fmla="*/ 133 w 163"/>
                <a:gd name="T21" fmla="*/ 18 h 150"/>
                <a:gd name="T22" fmla="*/ 139 w 163"/>
                <a:gd name="T23" fmla="*/ 22 h 150"/>
                <a:gd name="T24" fmla="*/ 139 w 163"/>
                <a:gd name="T25" fmla="*/ 26 h 150"/>
                <a:gd name="T26" fmla="*/ 147 w 163"/>
                <a:gd name="T27" fmla="*/ 36 h 150"/>
                <a:gd name="T28" fmla="*/ 153 w 163"/>
                <a:gd name="T29" fmla="*/ 40 h 150"/>
                <a:gd name="T30" fmla="*/ 151 w 163"/>
                <a:gd name="T31" fmla="*/ 46 h 150"/>
                <a:gd name="T32" fmla="*/ 145 w 163"/>
                <a:gd name="T33" fmla="*/ 47 h 150"/>
                <a:gd name="T34" fmla="*/ 149 w 163"/>
                <a:gd name="T35" fmla="*/ 53 h 150"/>
                <a:gd name="T36" fmla="*/ 155 w 163"/>
                <a:gd name="T37" fmla="*/ 59 h 150"/>
                <a:gd name="T38" fmla="*/ 159 w 163"/>
                <a:gd name="T39" fmla="*/ 57 h 150"/>
                <a:gd name="T40" fmla="*/ 163 w 163"/>
                <a:gd name="T41" fmla="*/ 63 h 150"/>
                <a:gd name="T42" fmla="*/ 159 w 163"/>
                <a:gd name="T43" fmla="*/ 71 h 150"/>
                <a:gd name="T44" fmla="*/ 155 w 163"/>
                <a:gd name="T45" fmla="*/ 71 h 150"/>
                <a:gd name="T46" fmla="*/ 153 w 163"/>
                <a:gd name="T47" fmla="*/ 73 h 150"/>
                <a:gd name="T48" fmla="*/ 153 w 163"/>
                <a:gd name="T49" fmla="*/ 77 h 150"/>
                <a:gd name="T50" fmla="*/ 153 w 163"/>
                <a:gd name="T51" fmla="*/ 81 h 150"/>
                <a:gd name="T52" fmla="*/ 155 w 163"/>
                <a:gd name="T53" fmla="*/ 87 h 150"/>
                <a:gd name="T54" fmla="*/ 157 w 163"/>
                <a:gd name="T55" fmla="*/ 91 h 150"/>
                <a:gd name="T56" fmla="*/ 161 w 163"/>
                <a:gd name="T57" fmla="*/ 95 h 150"/>
                <a:gd name="T58" fmla="*/ 159 w 163"/>
                <a:gd name="T59" fmla="*/ 102 h 150"/>
                <a:gd name="T60" fmla="*/ 153 w 163"/>
                <a:gd name="T61" fmla="*/ 104 h 150"/>
                <a:gd name="T62" fmla="*/ 155 w 163"/>
                <a:gd name="T63" fmla="*/ 114 h 150"/>
                <a:gd name="T64" fmla="*/ 153 w 163"/>
                <a:gd name="T65" fmla="*/ 118 h 150"/>
                <a:gd name="T66" fmla="*/ 151 w 163"/>
                <a:gd name="T67" fmla="*/ 124 h 150"/>
                <a:gd name="T68" fmla="*/ 151 w 163"/>
                <a:gd name="T69" fmla="*/ 130 h 150"/>
                <a:gd name="T70" fmla="*/ 155 w 163"/>
                <a:gd name="T71" fmla="*/ 136 h 150"/>
                <a:gd name="T72" fmla="*/ 149 w 163"/>
                <a:gd name="T73" fmla="*/ 144 h 150"/>
                <a:gd name="T74" fmla="*/ 139 w 163"/>
                <a:gd name="T75" fmla="*/ 150 h 150"/>
                <a:gd name="T76" fmla="*/ 125 w 163"/>
                <a:gd name="T77" fmla="*/ 132 h 150"/>
                <a:gd name="T78" fmla="*/ 112 w 163"/>
                <a:gd name="T79" fmla="*/ 124 h 150"/>
                <a:gd name="T80" fmla="*/ 100 w 163"/>
                <a:gd name="T81" fmla="*/ 124 h 150"/>
                <a:gd name="T82" fmla="*/ 92 w 163"/>
                <a:gd name="T83" fmla="*/ 112 h 150"/>
                <a:gd name="T84" fmla="*/ 84 w 163"/>
                <a:gd name="T85" fmla="*/ 85 h 150"/>
                <a:gd name="T86" fmla="*/ 55 w 163"/>
                <a:gd name="T87" fmla="*/ 73 h 150"/>
                <a:gd name="T88" fmla="*/ 39 w 163"/>
                <a:gd name="T89" fmla="*/ 73 h 150"/>
                <a:gd name="T90" fmla="*/ 35 w 163"/>
                <a:gd name="T91" fmla="*/ 65 h 150"/>
                <a:gd name="T92" fmla="*/ 14 w 163"/>
                <a:gd name="T93" fmla="*/ 47 h 150"/>
                <a:gd name="T94" fmla="*/ 4 w 163"/>
                <a:gd name="T95" fmla="*/ 49 h 150"/>
                <a:gd name="T96" fmla="*/ 0 w 163"/>
                <a:gd name="T97" fmla="*/ 36 h 150"/>
                <a:gd name="T98" fmla="*/ 6 w 163"/>
                <a:gd name="T99" fmla="*/ 14 h 150"/>
                <a:gd name="T100" fmla="*/ 8 w 163"/>
                <a:gd name="T101" fmla="*/ 2 h 150"/>
                <a:gd name="T102" fmla="*/ 14 w 163"/>
                <a:gd name="T103" fmla="*/ 4 h 150"/>
                <a:gd name="T104" fmla="*/ 16 w 163"/>
                <a:gd name="T105" fmla="*/ 8 h 150"/>
                <a:gd name="T106" fmla="*/ 21 w 163"/>
                <a:gd name="T107" fmla="*/ 8 h 150"/>
                <a:gd name="T108" fmla="*/ 23 w 163"/>
                <a:gd name="T109" fmla="*/ 10 h 150"/>
                <a:gd name="T110" fmla="*/ 27 w 163"/>
                <a:gd name="T111" fmla="*/ 8 h 150"/>
                <a:gd name="T112" fmla="*/ 29 w 163"/>
                <a:gd name="T113" fmla="*/ 12 h 150"/>
                <a:gd name="T114" fmla="*/ 35 w 163"/>
                <a:gd name="T115" fmla="*/ 8 h 150"/>
                <a:gd name="T116" fmla="*/ 41 w 163"/>
                <a:gd name="T117" fmla="*/ 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3" h="150">
                  <a:moveTo>
                    <a:pt x="43" y="0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51" y="6"/>
                  </a:lnTo>
                  <a:lnTo>
                    <a:pt x="51" y="6"/>
                  </a:lnTo>
                  <a:lnTo>
                    <a:pt x="53" y="6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57" y="10"/>
                  </a:lnTo>
                  <a:lnTo>
                    <a:pt x="57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5" y="14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8"/>
                  </a:lnTo>
                  <a:lnTo>
                    <a:pt x="69" y="18"/>
                  </a:lnTo>
                  <a:lnTo>
                    <a:pt x="69" y="18"/>
                  </a:lnTo>
                  <a:lnTo>
                    <a:pt x="70" y="16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82" y="14"/>
                  </a:lnTo>
                  <a:lnTo>
                    <a:pt x="82" y="14"/>
                  </a:lnTo>
                  <a:lnTo>
                    <a:pt x="82" y="14"/>
                  </a:lnTo>
                  <a:lnTo>
                    <a:pt x="84" y="16"/>
                  </a:lnTo>
                  <a:lnTo>
                    <a:pt x="86" y="16"/>
                  </a:lnTo>
                  <a:lnTo>
                    <a:pt x="88" y="16"/>
                  </a:lnTo>
                  <a:lnTo>
                    <a:pt x="90" y="14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4"/>
                  </a:lnTo>
                  <a:lnTo>
                    <a:pt x="94" y="14"/>
                  </a:lnTo>
                  <a:lnTo>
                    <a:pt x="94" y="14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2" y="16"/>
                  </a:lnTo>
                  <a:lnTo>
                    <a:pt x="92" y="16"/>
                  </a:lnTo>
                  <a:lnTo>
                    <a:pt x="92" y="16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0"/>
                  </a:lnTo>
                  <a:lnTo>
                    <a:pt x="96" y="10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08" y="10"/>
                  </a:lnTo>
                  <a:lnTo>
                    <a:pt x="108" y="10"/>
                  </a:lnTo>
                  <a:lnTo>
                    <a:pt x="108" y="10"/>
                  </a:lnTo>
                  <a:lnTo>
                    <a:pt x="110" y="10"/>
                  </a:lnTo>
                  <a:lnTo>
                    <a:pt x="110" y="10"/>
                  </a:lnTo>
                  <a:lnTo>
                    <a:pt x="110" y="10"/>
                  </a:lnTo>
                  <a:lnTo>
                    <a:pt x="110" y="10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6" y="12"/>
                  </a:lnTo>
                  <a:lnTo>
                    <a:pt x="118" y="12"/>
                  </a:lnTo>
                  <a:lnTo>
                    <a:pt x="118" y="12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6"/>
                  </a:lnTo>
                  <a:lnTo>
                    <a:pt x="121" y="18"/>
                  </a:lnTo>
                  <a:lnTo>
                    <a:pt x="123" y="18"/>
                  </a:lnTo>
                  <a:lnTo>
                    <a:pt x="123" y="18"/>
                  </a:lnTo>
                  <a:lnTo>
                    <a:pt x="123" y="18"/>
                  </a:lnTo>
                  <a:lnTo>
                    <a:pt x="123" y="16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6"/>
                  </a:lnTo>
                  <a:lnTo>
                    <a:pt x="131" y="16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39" y="20"/>
                  </a:lnTo>
                  <a:lnTo>
                    <a:pt x="139" y="20"/>
                  </a:lnTo>
                  <a:lnTo>
                    <a:pt x="139" y="20"/>
                  </a:lnTo>
                  <a:lnTo>
                    <a:pt x="139" y="20"/>
                  </a:lnTo>
                  <a:lnTo>
                    <a:pt x="139" y="20"/>
                  </a:lnTo>
                  <a:lnTo>
                    <a:pt x="139" y="22"/>
                  </a:lnTo>
                  <a:lnTo>
                    <a:pt x="139" y="22"/>
                  </a:lnTo>
                  <a:lnTo>
                    <a:pt x="139" y="22"/>
                  </a:lnTo>
                  <a:lnTo>
                    <a:pt x="139" y="22"/>
                  </a:lnTo>
                  <a:lnTo>
                    <a:pt x="139" y="22"/>
                  </a:lnTo>
                  <a:lnTo>
                    <a:pt x="139" y="22"/>
                  </a:lnTo>
                  <a:lnTo>
                    <a:pt x="137" y="22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7" y="24"/>
                  </a:lnTo>
                  <a:lnTo>
                    <a:pt x="139" y="26"/>
                  </a:lnTo>
                  <a:lnTo>
                    <a:pt x="139" y="26"/>
                  </a:lnTo>
                  <a:lnTo>
                    <a:pt x="139" y="26"/>
                  </a:lnTo>
                  <a:lnTo>
                    <a:pt x="141" y="28"/>
                  </a:lnTo>
                  <a:lnTo>
                    <a:pt x="141" y="28"/>
                  </a:lnTo>
                  <a:lnTo>
                    <a:pt x="141" y="28"/>
                  </a:lnTo>
                  <a:lnTo>
                    <a:pt x="141" y="30"/>
                  </a:lnTo>
                  <a:lnTo>
                    <a:pt x="143" y="30"/>
                  </a:lnTo>
                  <a:lnTo>
                    <a:pt x="143" y="32"/>
                  </a:lnTo>
                  <a:lnTo>
                    <a:pt x="147" y="34"/>
                  </a:lnTo>
                  <a:lnTo>
                    <a:pt x="147" y="34"/>
                  </a:lnTo>
                  <a:lnTo>
                    <a:pt x="147" y="34"/>
                  </a:lnTo>
                  <a:lnTo>
                    <a:pt x="147" y="34"/>
                  </a:lnTo>
                  <a:lnTo>
                    <a:pt x="147" y="36"/>
                  </a:lnTo>
                  <a:lnTo>
                    <a:pt x="147" y="36"/>
                  </a:lnTo>
                  <a:lnTo>
                    <a:pt x="147" y="36"/>
                  </a:lnTo>
                  <a:lnTo>
                    <a:pt x="147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51" y="36"/>
                  </a:lnTo>
                  <a:lnTo>
                    <a:pt x="151" y="36"/>
                  </a:lnTo>
                  <a:lnTo>
                    <a:pt x="151" y="38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40"/>
                  </a:lnTo>
                  <a:lnTo>
                    <a:pt x="151" y="40"/>
                  </a:lnTo>
                  <a:lnTo>
                    <a:pt x="151" y="42"/>
                  </a:lnTo>
                  <a:lnTo>
                    <a:pt x="153" y="44"/>
                  </a:lnTo>
                  <a:lnTo>
                    <a:pt x="153" y="44"/>
                  </a:lnTo>
                  <a:lnTo>
                    <a:pt x="153" y="44"/>
                  </a:lnTo>
                  <a:lnTo>
                    <a:pt x="153" y="44"/>
                  </a:lnTo>
                  <a:lnTo>
                    <a:pt x="153" y="46"/>
                  </a:lnTo>
                  <a:lnTo>
                    <a:pt x="153" y="46"/>
                  </a:lnTo>
                  <a:lnTo>
                    <a:pt x="153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47" y="46"/>
                  </a:lnTo>
                  <a:lnTo>
                    <a:pt x="147" y="46"/>
                  </a:lnTo>
                  <a:lnTo>
                    <a:pt x="147" y="46"/>
                  </a:lnTo>
                  <a:lnTo>
                    <a:pt x="145" y="46"/>
                  </a:lnTo>
                  <a:lnTo>
                    <a:pt x="145" y="46"/>
                  </a:lnTo>
                  <a:lnTo>
                    <a:pt x="145" y="46"/>
                  </a:lnTo>
                  <a:lnTo>
                    <a:pt x="145" y="46"/>
                  </a:lnTo>
                  <a:lnTo>
                    <a:pt x="145" y="46"/>
                  </a:lnTo>
                  <a:lnTo>
                    <a:pt x="145" y="46"/>
                  </a:lnTo>
                  <a:lnTo>
                    <a:pt x="145" y="47"/>
                  </a:lnTo>
                  <a:lnTo>
                    <a:pt x="145" y="47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51"/>
                  </a:lnTo>
                  <a:lnTo>
                    <a:pt x="145" y="51"/>
                  </a:lnTo>
                  <a:lnTo>
                    <a:pt x="145" y="51"/>
                  </a:lnTo>
                  <a:lnTo>
                    <a:pt x="145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9" y="51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49" y="57"/>
                  </a:lnTo>
                  <a:lnTo>
                    <a:pt x="149" y="57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3" y="59"/>
                  </a:lnTo>
                  <a:lnTo>
                    <a:pt x="153" y="59"/>
                  </a:lnTo>
                  <a:lnTo>
                    <a:pt x="153" y="59"/>
                  </a:lnTo>
                  <a:lnTo>
                    <a:pt x="153" y="59"/>
                  </a:lnTo>
                  <a:lnTo>
                    <a:pt x="155" y="59"/>
                  </a:lnTo>
                  <a:lnTo>
                    <a:pt x="155" y="59"/>
                  </a:lnTo>
                  <a:lnTo>
                    <a:pt x="155" y="57"/>
                  </a:lnTo>
                  <a:lnTo>
                    <a:pt x="155" y="57"/>
                  </a:lnTo>
                  <a:lnTo>
                    <a:pt x="155" y="57"/>
                  </a:lnTo>
                  <a:lnTo>
                    <a:pt x="157" y="57"/>
                  </a:lnTo>
                  <a:lnTo>
                    <a:pt x="157" y="57"/>
                  </a:lnTo>
                  <a:lnTo>
                    <a:pt x="157" y="57"/>
                  </a:lnTo>
                  <a:lnTo>
                    <a:pt x="157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59" y="57"/>
                  </a:lnTo>
                  <a:lnTo>
                    <a:pt x="161" y="57"/>
                  </a:lnTo>
                  <a:lnTo>
                    <a:pt x="161" y="57"/>
                  </a:lnTo>
                  <a:lnTo>
                    <a:pt x="163" y="59"/>
                  </a:lnTo>
                  <a:lnTo>
                    <a:pt x="163" y="59"/>
                  </a:lnTo>
                  <a:lnTo>
                    <a:pt x="163" y="61"/>
                  </a:lnTo>
                  <a:lnTo>
                    <a:pt x="163" y="61"/>
                  </a:lnTo>
                  <a:lnTo>
                    <a:pt x="163" y="61"/>
                  </a:lnTo>
                  <a:lnTo>
                    <a:pt x="163" y="63"/>
                  </a:lnTo>
                  <a:lnTo>
                    <a:pt x="163" y="63"/>
                  </a:lnTo>
                  <a:lnTo>
                    <a:pt x="163" y="63"/>
                  </a:lnTo>
                  <a:lnTo>
                    <a:pt x="163" y="65"/>
                  </a:lnTo>
                  <a:lnTo>
                    <a:pt x="163" y="65"/>
                  </a:lnTo>
                  <a:lnTo>
                    <a:pt x="163" y="65"/>
                  </a:lnTo>
                  <a:lnTo>
                    <a:pt x="163" y="67"/>
                  </a:lnTo>
                  <a:lnTo>
                    <a:pt x="161" y="69"/>
                  </a:lnTo>
                  <a:lnTo>
                    <a:pt x="161" y="69"/>
                  </a:lnTo>
                  <a:lnTo>
                    <a:pt x="161" y="71"/>
                  </a:lnTo>
                  <a:lnTo>
                    <a:pt x="161" y="71"/>
                  </a:lnTo>
                  <a:lnTo>
                    <a:pt x="161" y="71"/>
                  </a:lnTo>
                  <a:lnTo>
                    <a:pt x="161" y="71"/>
                  </a:lnTo>
                  <a:lnTo>
                    <a:pt x="161" y="71"/>
                  </a:lnTo>
                  <a:lnTo>
                    <a:pt x="159" y="71"/>
                  </a:lnTo>
                  <a:lnTo>
                    <a:pt x="159" y="71"/>
                  </a:lnTo>
                  <a:lnTo>
                    <a:pt x="159" y="69"/>
                  </a:lnTo>
                  <a:lnTo>
                    <a:pt x="159" y="69"/>
                  </a:lnTo>
                  <a:lnTo>
                    <a:pt x="159" y="69"/>
                  </a:lnTo>
                  <a:lnTo>
                    <a:pt x="159" y="69"/>
                  </a:lnTo>
                  <a:lnTo>
                    <a:pt x="155" y="69"/>
                  </a:lnTo>
                  <a:lnTo>
                    <a:pt x="155" y="69"/>
                  </a:lnTo>
                  <a:lnTo>
                    <a:pt x="155" y="69"/>
                  </a:lnTo>
                  <a:lnTo>
                    <a:pt x="155" y="69"/>
                  </a:lnTo>
                  <a:lnTo>
                    <a:pt x="155" y="71"/>
                  </a:lnTo>
                  <a:lnTo>
                    <a:pt x="155" y="71"/>
                  </a:lnTo>
                  <a:lnTo>
                    <a:pt x="155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1" y="73"/>
                  </a:lnTo>
                  <a:lnTo>
                    <a:pt x="151" y="75"/>
                  </a:lnTo>
                  <a:lnTo>
                    <a:pt x="151" y="75"/>
                  </a:lnTo>
                  <a:lnTo>
                    <a:pt x="151" y="77"/>
                  </a:lnTo>
                  <a:lnTo>
                    <a:pt x="151" y="77"/>
                  </a:lnTo>
                  <a:lnTo>
                    <a:pt x="151" y="77"/>
                  </a:lnTo>
                  <a:lnTo>
                    <a:pt x="151" y="77"/>
                  </a:lnTo>
                  <a:lnTo>
                    <a:pt x="153" y="77"/>
                  </a:lnTo>
                  <a:lnTo>
                    <a:pt x="153" y="77"/>
                  </a:lnTo>
                  <a:lnTo>
                    <a:pt x="153" y="77"/>
                  </a:lnTo>
                  <a:lnTo>
                    <a:pt x="153" y="77"/>
                  </a:lnTo>
                  <a:lnTo>
                    <a:pt x="153" y="77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3" y="81"/>
                  </a:lnTo>
                  <a:lnTo>
                    <a:pt x="153" y="81"/>
                  </a:lnTo>
                  <a:lnTo>
                    <a:pt x="153" y="81"/>
                  </a:lnTo>
                  <a:lnTo>
                    <a:pt x="153" y="81"/>
                  </a:lnTo>
                  <a:lnTo>
                    <a:pt x="153" y="81"/>
                  </a:lnTo>
                  <a:lnTo>
                    <a:pt x="153" y="83"/>
                  </a:lnTo>
                  <a:lnTo>
                    <a:pt x="153" y="83"/>
                  </a:lnTo>
                  <a:lnTo>
                    <a:pt x="153" y="83"/>
                  </a:lnTo>
                  <a:lnTo>
                    <a:pt x="153" y="83"/>
                  </a:lnTo>
                  <a:lnTo>
                    <a:pt x="153" y="83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5" y="87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7" y="89"/>
                  </a:lnTo>
                  <a:lnTo>
                    <a:pt x="157" y="91"/>
                  </a:lnTo>
                  <a:lnTo>
                    <a:pt x="157" y="91"/>
                  </a:lnTo>
                  <a:lnTo>
                    <a:pt x="159" y="91"/>
                  </a:lnTo>
                  <a:lnTo>
                    <a:pt x="163" y="93"/>
                  </a:lnTo>
                  <a:lnTo>
                    <a:pt x="163" y="95"/>
                  </a:lnTo>
                  <a:lnTo>
                    <a:pt x="163" y="95"/>
                  </a:lnTo>
                  <a:lnTo>
                    <a:pt x="163" y="97"/>
                  </a:lnTo>
                  <a:lnTo>
                    <a:pt x="163" y="97"/>
                  </a:lnTo>
                  <a:lnTo>
                    <a:pt x="163" y="97"/>
                  </a:lnTo>
                  <a:lnTo>
                    <a:pt x="163" y="97"/>
                  </a:lnTo>
                  <a:lnTo>
                    <a:pt x="161" y="97"/>
                  </a:lnTo>
                  <a:lnTo>
                    <a:pt x="161" y="95"/>
                  </a:lnTo>
                  <a:lnTo>
                    <a:pt x="161" y="95"/>
                  </a:lnTo>
                  <a:lnTo>
                    <a:pt x="161" y="95"/>
                  </a:lnTo>
                  <a:lnTo>
                    <a:pt x="161" y="95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1" y="97"/>
                  </a:lnTo>
                  <a:lnTo>
                    <a:pt x="161" y="99"/>
                  </a:lnTo>
                  <a:lnTo>
                    <a:pt x="161" y="99"/>
                  </a:lnTo>
                  <a:lnTo>
                    <a:pt x="161" y="99"/>
                  </a:lnTo>
                  <a:lnTo>
                    <a:pt x="159" y="99"/>
                  </a:lnTo>
                  <a:lnTo>
                    <a:pt x="159" y="99"/>
                  </a:lnTo>
                  <a:lnTo>
                    <a:pt x="159" y="100"/>
                  </a:lnTo>
                  <a:lnTo>
                    <a:pt x="159" y="102"/>
                  </a:lnTo>
                  <a:lnTo>
                    <a:pt x="159" y="102"/>
                  </a:lnTo>
                  <a:lnTo>
                    <a:pt x="157" y="102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3" y="102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8"/>
                  </a:lnTo>
                  <a:lnTo>
                    <a:pt x="153" y="110"/>
                  </a:lnTo>
                  <a:lnTo>
                    <a:pt x="153" y="110"/>
                  </a:lnTo>
                  <a:lnTo>
                    <a:pt x="153" y="110"/>
                  </a:lnTo>
                  <a:lnTo>
                    <a:pt x="153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5" y="114"/>
                  </a:lnTo>
                  <a:lnTo>
                    <a:pt x="153" y="114"/>
                  </a:lnTo>
                  <a:lnTo>
                    <a:pt x="153" y="114"/>
                  </a:lnTo>
                  <a:lnTo>
                    <a:pt x="153" y="114"/>
                  </a:lnTo>
                  <a:lnTo>
                    <a:pt x="153" y="114"/>
                  </a:lnTo>
                  <a:lnTo>
                    <a:pt x="151" y="116"/>
                  </a:lnTo>
                  <a:lnTo>
                    <a:pt x="151" y="116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20"/>
                  </a:lnTo>
                  <a:lnTo>
                    <a:pt x="153" y="120"/>
                  </a:lnTo>
                  <a:lnTo>
                    <a:pt x="153" y="120"/>
                  </a:lnTo>
                  <a:lnTo>
                    <a:pt x="153" y="122"/>
                  </a:lnTo>
                  <a:lnTo>
                    <a:pt x="153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9" y="126"/>
                  </a:lnTo>
                  <a:lnTo>
                    <a:pt x="149" y="126"/>
                  </a:lnTo>
                  <a:lnTo>
                    <a:pt x="149" y="126"/>
                  </a:lnTo>
                  <a:lnTo>
                    <a:pt x="149" y="126"/>
                  </a:lnTo>
                  <a:lnTo>
                    <a:pt x="151" y="128"/>
                  </a:lnTo>
                  <a:lnTo>
                    <a:pt x="151" y="12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51" y="130"/>
                  </a:lnTo>
                  <a:lnTo>
                    <a:pt x="153" y="132"/>
                  </a:lnTo>
                  <a:lnTo>
                    <a:pt x="153" y="132"/>
                  </a:lnTo>
                  <a:lnTo>
                    <a:pt x="153" y="134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5" y="136"/>
                  </a:lnTo>
                  <a:lnTo>
                    <a:pt x="155" y="136"/>
                  </a:lnTo>
                  <a:lnTo>
                    <a:pt x="155" y="136"/>
                  </a:lnTo>
                  <a:lnTo>
                    <a:pt x="155" y="136"/>
                  </a:lnTo>
                  <a:lnTo>
                    <a:pt x="153" y="138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49" y="140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49" y="144"/>
                  </a:lnTo>
                  <a:lnTo>
                    <a:pt x="149" y="144"/>
                  </a:lnTo>
                  <a:lnTo>
                    <a:pt x="147" y="144"/>
                  </a:lnTo>
                  <a:lnTo>
                    <a:pt x="147" y="144"/>
                  </a:lnTo>
                  <a:lnTo>
                    <a:pt x="147" y="144"/>
                  </a:lnTo>
                  <a:lnTo>
                    <a:pt x="147" y="144"/>
                  </a:lnTo>
                  <a:lnTo>
                    <a:pt x="147" y="144"/>
                  </a:lnTo>
                  <a:lnTo>
                    <a:pt x="147" y="144"/>
                  </a:lnTo>
                  <a:lnTo>
                    <a:pt x="145" y="148"/>
                  </a:lnTo>
                  <a:lnTo>
                    <a:pt x="145" y="148"/>
                  </a:lnTo>
                  <a:lnTo>
                    <a:pt x="143" y="148"/>
                  </a:lnTo>
                  <a:lnTo>
                    <a:pt x="141" y="146"/>
                  </a:lnTo>
                  <a:lnTo>
                    <a:pt x="141" y="148"/>
                  </a:lnTo>
                  <a:lnTo>
                    <a:pt x="139" y="150"/>
                  </a:lnTo>
                  <a:lnTo>
                    <a:pt x="137" y="150"/>
                  </a:lnTo>
                  <a:lnTo>
                    <a:pt x="137" y="150"/>
                  </a:lnTo>
                  <a:lnTo>
                    <a:pt x="133" y="148"/>
                  </a:lnTo>
                  <a:lnTo>
                    <a:pt x="131" y="146"/>
                  </a:lnTo>
                  <a:lnTo>
                    <a:pt x="131" y="144"/>
                  </a:lnTo>
                  <a:lnTo>
                    <a:pt x="131" y="142"/>
                  </a:lnTo>
                  <a:lnTo>
                    <a:pt x="125" y="138"/>
                  </a:lnTo>
                  <a:lnTo>
                    <a:pt x="125" y="136"/>
                  </a:lnTo>
                  <a:lnTo>
                    <a:pt x="123" y="136"/>
                  </a:lnTo>
                  <a:lnTo>
                    <a:pt x="123" y="134"/>
                  </a:lnTo>
                  <a:lnTo>
                    <a:pt x="125" y="134"/>
                  </a:lnTo>
                  <a:lnTo>
                    <a:pt x="125" y="132"/>
                  </a:lnTo>
                  <a:lnTo>
                    <a:pt x="125" y="132"/>
                  </a:lnTo>
                  <a:lnTo>
                    <a:pt x="125" y="132"/>
                  </a:lnTo>
                  <a:lnTo>
                    <a:pt x="123" y="132"/>
                  </a:lnTo>
                  <a:lnTo>
                    <a:pt x="123" y="132"/>
                  </a:lnTo>
                  <a:lnTo>
                    <a:pt x="123" y="132"/>
                  </a:lnTo>
                  <a:lnTo>
                    <a:pt x="121" y="130"/>
                  </a:lnTo>
                  <a:lnTo>
                    <a:pt x="118" y="130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14" y="126"/>
                  </a:lnTo>
                  <a:lnTo>
                    <a:pt x="112" y="126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12" y="120"/>
                  </a:lnTo>
                  <a:lnTo>
                    <a:pt x="112" y="118"/>
                  </a:lnTo>
                  <a:lnTo>
                    <a:pt x="112" y="118"/>
                  </a:lnTo>
                  <a:lnTo>
                    <a:pt x="110" y="118"/>
                  </a:lnTo>
                  <a:lnTo>
                    <a:pt x="108" y="116"/>
                  </a:lnTo>
                  <a:lnTo>
                    <a:pt x="106" y="116"/>
                  </a:lnTo>
                  <a:lnTo>
                    <a:pt x="104" y="118"/>
                  </a:lnTo>
                  <a:lnTo>
                    <a:pt x="104" y="122"/>
                  </a:lnTo>
                  <a:lnTo>
                    <a:pt x="102" y="124"/>
                  </a:lnTo>
                  <a:lnTo>
                    <a:pt x="100" y="124"/>
                  </a:lnTo>
                  <a:lnTo>
                    <a:pt x="100" y="124"/>
                  </a:lnTo>
                  <a:lnTo>
                    <a:pt x="98" y="124"/>
                  </a:lnTo>
                  <a:lnTo>
                    <a:pt x="98" y="124"/>
                  </a:lnTo>
                  <a:lnTo>
                    <a:pt x="98" y="124"/>
                  </a:lnTo>
                  <a:lnTo>
                    <a:pt x="96" y="124"/>
                  </a:lnTo>
                  <a:lnTo>
                    <a:pt x="94" y="124"/>
                  </a:lnTo>
                  <a:lnTo>
                    <a:pt x="94" y="124"/>
                  </a:lnTo>
                  <a:lnTo>
                    <a:pt x="94" y="122"/>
                  </a:lnTo>
                  <a:lnTo>
                    <a:pt x="94" y="120"/>
                  </a:lnTo>
                  <a:lnTo>
                    <a:pt x="94" y="120"/>
                  </a:lnTo>
                  <a:lnTo>
                    <a:pt x="94" y="118"/>
                  </a:lnTo>
                  <a:lnTo>
                    <a:pt x="94" y="114"/>
                  </a:lnTo>
                  <a:lnTo>
                    <a:pt x="92" y="112"/>
                  </a:lnTo>
                  <a:lnTo>
                    <a:pt x="90" y="112"/>
                  </a:lnTo>
                  <a:lnTo>
                    <a:pt x="88" y="108"/>
                  </a:lnTo>
                  <a:lnTo>
                    <a:pt x="86" y="106"/>
                  </a:lnTo>
                  <a:lnTo>
                    <a:pt x="86" y="99"/>
                  </a:lnTo>
                  <a:lnTo>
                    <a:pt x="84" y="97"/>
                  </a:lnTo>
                  <a:lnTo>
                    <a:pt x="84" y="95"/>
                  </a:lnTo>
                  <a:lnTo>
                    <a:pt x="84" y="95"/>
                  </a:lnTo>
                  <a:lnTo>
                    <a:pt x="86" y="95"/>
                  </a:lnTo>
                  <a:lnTo>
                    <a:pt x="86" y="93"/>
                  </a:lnTo>
                  <a:lnTo>
                    <a:pt x="88" y="89"/>
                  </a:lnTo>
                  <a:lnTo>
                    <a:pt x="86" y="87"/>
                  </a:lnTo>
                  <a:lnTo>
                    <a:pt x="84" y="85"/>
                  </a:lnTo>
                  <a:lnTo>
                    <a:pt x="84" y="83"/>
                  </a:lnTo>
                  <a:lnTo>
                    <a:pt x="84" y="79"/>
                  </a:lnTo>
                  <a:lnTo>
                    <a:pt x="84" y="77"/>
                  </a:lnTo>
                  <a:lnTo>
                    <a:pt x="84" y="77"/>
                  </a:lnTo>
                  <a:lnTo>
                    <a:pt x="78" y="75"/>
                  </a:lnTo>
                  <a:lnTo>
                    <a:pt x="78" y="75"/>
                  </a:lnTo>
                  <a:lnTo>
                    <a:pt x="74" y="77"/>
                  </a:lnTo>
                  <a:lnTo>
                    <a:pt x="72" y="77"/>
                  </a:lnTo>
                  <a:lnTo>
                    <a:pt x="65" y="77"/>
                  </a:lnTo>
                  <a:lnTo>
                    <a:pt x="63" y="75"/>
                  </a:lnTo>
                  <a:lnTo>
                    <a:pt x="59" y="73"/>
                  </a:lnTo>
                  <a:lnTo>
                    <a:pt x="55" y="73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5"/>
                  </a:lnTo>
                  <a:lnTo>
                    <a:pt x="43" y="77"/>
                  </a:lnTo>
                  <a:lnTo>
                    <a:pt x="43" y="77"/>
                  </a:lnTo>
                  <a:lnTo>
                    <a:pt x="43" y="77"/>
                  </a:lnTo>
                  <a:lnTo>
                    <a:pt x="41" y="77"/>
                  </a:lnTo>
                  <a:lnTo>
                    <a:pt x="41" y="77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5"/>
                  </a:lnTo>
                  <a:lnTo>
                    <a:pt x="35" y="65"/>
                  </a:lnTo>
                  <a:lnTo>
                    <a:pt x="33" y="67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29" y="67"/>
                  </a:lnTo>
                  <a:lnTo>
                    <a:pt x="29" y="65"/>
                  </a:lnTo>
                  <a:lnTo>
                    <a:pt x="27" y="57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5" y="53"/>
                  </a:lnTo>
                  <a:lnTo>
                    <a:pt x="19" y="49"/>
                  </a:lnTo>
                  <a:lnTo>
                    <a:pt x="16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2" y="47"/>
                  </a:lnTo>
                  <a:lnTo>
                    <a:pt x="12" y="49"/>
                  </a:lnTo>
                  <a:lnTo>
                    <a:pt x="10" y="49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6" y="8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3" y="10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781050" y="3968750"/>
              <a:ext cx="187325" cy="209550"/>
            </a:xfrm>
            <a:custGeom>
              <a:avLst/>
              <a:gdLst>
                <a:gd name="T0" fmla="*/ 123 w 235"/>
                <a:gd name="T1" fmla="*/ 157 h 263"/>
                <a:gd name="T2" fmla="*/ 129 w 235"/>
                <a:gd name="T3" fmla="*/ 147 h 263"/>
                <a:gd name="T4" fmla="*/ 137 w 235"/>
                <a:gd name="T5" fmla="*/ 143 h 263"/>
                <a:gd name="T6" fmla="*/ 135 w 235"/>
                <a:gd name="T7" fmla="*/ 149 h 263"/>
                <a:gd name="T8" fmla="*/ 139 w 235"/>
                <a:gd name="T9" fmla="*/ 153 h 263"/>
                <a:gd name="T10" fmla="*/ 147 w 235"/>
                <a:gd name="T11" fmla="*/ 165 h 263"/>
                <a:gd name="T12" fmla="*/ 143 w 235"/>
                <a:gd name="T13" fmla="*/ 173 h 263"/>
                <a:gd name="T14" fmla="*/ 127 w 235"/>
                <a:gd name="T15" fmla="*/ 191 h 263"/>
                <a:gd name="T16" fmla="*/ 137 w 235"/>
                <a:gd name="T17" fmla="*/ 204 h 263"/>
                <a:gd name="T18" fmla="*/ 125 w 235"/>
                <a:gd name="T19" fmla="*/ 214 h 263"/>
                <a:gd name="T20" fmla="*/ 120 w 235"/>
                <a:gd name="T21" fmla="*/ 202 h 263"/>
                <a:gd name="T22" fmla="*/ 114 w 235"/>
                <a:gd name="T23" fmla="*/ 216 h 263"/>
                <a:gd name="T24" fmla="*/ 127 w 235"/>
                <a:gd name="T25" fmla="*/ 232 h 263"/>
                <a:gd name="T26" fmla="*/ 149 w 235"/>
                <a:gd name="T27" fmla="*/ 228 h 263"/>
                <a:gd name="T28" fmla="*/ 159 w 235"/>
                <a:gd name="T29" fmla="*/ 194 h 263"/>
                <a:gd name="T30" fmla="*/ 173 w 235"/>
                <a:gd name="T31" fmla="*/ 183 h 263"/>
                <a:gd name="T32" fmla="*/ 171 w 235"/>
                <a:gd name="T33" fmla="*/ 200 h 263"/>
                <a:gd name="T34" fmla="*/ 176 w 235"/>
                <a:gd name="T35" fmla="*/ 179 h 263"/>
                <a:gd name="T36" fmla="*/ 149 w 235"/>
                <a:gd name="T37" fmla="*/ 145 h 263"/>
                <a:gd name="T38" fmla="*/ 143 w 235"/>
                <a:gd name="T39" fmla="*/ 136 h 263"/>
                <a:gd name="T40" fmla="*/ 114 w 235"/>
                <a:gd name="T41" fmla="*/ 138 h 263"/>
                <a:gd name="T42" fmla="*/ 102 w 235"/>
                <a:gd name="T43" fmla="*/ 130 h 263"/>
                <a:gd name="T44" fmla="*/ 110 w 235"/>
                <a:gd name="T45" fmla="*/ 8 h 263"/>
                <a:gd name="T46" fmla="*/ 125 w 235"/>
                <a:gd name="T47" fmla="*/ 10 h 263"/>
                <a:gd name="T48" fmla="*/ 153 w 235"/>
                <a:gd name="T49" fmla="*/ 12 h 263"/>
                <a:gd name="T50" fmla="*/ 145 w 235"/>
                <a:gd name="T51" fmla="*/ 22 h 263"/>
                <a:gd name="T52" fmla="*/ 163 w 235"/>
                <a:gd name="T53" fmla="*/ 28 h 263"/>
                <a:gd name="T54" fmla="*/ 178 w 235"/>
                <a:gd name="T55" fmla="*/ 24 h 263"/>
                <a:gd name="T56" fmla="*/ 206 w 235"/>
                <a:gd name="T57" fmla="*/ 41 h 263"/>
                <a:gd name="T58" fmla="*/ 204 w 235"/>
                <a:gd name="T59" fmla="*/ 61 h 263"/>
                <a:gd name="T60" fmla="*/ 222 w 235"/>
                <a:gd name="T61" fmla="*/ 83 h 263"/>
                <a:gd name="T62" fmla="*/ 229 w 235"/>
                <a:gd name="T63" fmla="*/ 96 h 263"/>
                <a:gd name="T64" fmla="*/ 235 w 235"/>
                <a:gd name="T65" fmla="*/ 118 h 263"/>
                <a:gd name="T66" fmla="*/ 225 w 235"/>
                <a:gd name="T67" fmla="*/ 130 h 263"/>
                <a:gd name="T68" fmla="*/ 208 w 235"/>
                <a:gd name="T69" fmla="*/ 141 h 263"/>
                <a:gd name="T70" fmla="*/ 220 w 235"/>
                <a:gd name="T71" fmla="*/ 161 h 263"/>
                <a:gd name="T72" fmla="*/ 220 w 235"/>
                <a:gd name="T73" fmla="*/ 200 h 263"/>
                <a:gd name="T74" fmla="*/ 216 w 235"/>
                <a:gd name="T75" fmla="*/ 214 h 263"/>
                <a:gd name="T76" fmla="*/ 214 w 235"/>
                <a:gd name="T77" fmla="*/ 224 h 263"/>
                <a:gd name="T78" fmla="*/ 202 w 235"/>
                <a:gd name="T79" fmla="*/ 244 h 263"/>
                <a:gd name="T80" fmla="*/ 190 w 235"/>
                <a:gd name="T81" fmla="*/ 244 h 263"/>
                <a:gd name="T82" fmla="*/ 184 w 235"/>
                <a:gd name="T83" fmla="*/ 234 h 263"/>
                <a:gd name="T84" fmla="*/ 173 w 235"/>
                <a:gd name="T85" fmla="*/ 238 h 263"/>
                <a:gd name="T86" fmla="*/ 157 w 235"/>
                <a:gd name="T87" fmla="*/ 246 h 263"/>
                <a:gd name="T88" fmla="*/ 149 w 235"/>
                <a:gd name="T89" fmla="*/ 259 h 263"/>
                <a:gd name="T90" fmla="*/ 102 w 235"/>
                <a:gd name="T91" fmla="*/ 242 h 263"/>
                <a:gd name="T92" fmla="*/ 74 w 235"/>
                <a:gd name="T93" fmla="*/ 177 h 263"/>
                <a:gd name="T94" fmla="*/ 45 w 235"/>
                <a:gd name="T95" fmla="*/ 132 h 263"/>
                <a:gd name="T96" fmla="*/ 23 w 235"/>
                <a:gd name="T97" fmla="*/ 120 h 263"/>
                <a:gd name="T98" fmla="*/ 0 w 235"/>
                <a:gd name="T99" fmla="*/ 75 h 263"/>
                <a:gd name="T100" fmla="*/ 14 w 235"/>
                <a:gd name="T101" fmla="*/ 67 h 263"/>
                <a:gd name="T102" fmla="*/ 20 w 235"/>
                <a:gd name="T103" fmla="*/ 65 h 263"/>
                <a:gd name="T104" fmla="*/ 35 w 235"/>
                <a:gd name="T105" fmla="*/ 81 h 263"/>
                <a:gd name="T106" fmla="*/ 51 w 235"/>
                <a:gd name="T107" fmla="*/ 87 h 263"/>
                <a:gd name="T108" fmla="*/ 57 w 235"/>
                <a:gd name="T109" fmla="*/ 87 h 263"/>
                <a:gd name="T110" fmla="*/ 63 w 235"/>
                <a:gd name="T111" fmla="*/ 71 h 263"/>
                <a:gd name="T112" fmla="*/ 57 w 235"/>
                <a:gd name="T113" fmla="*/ 79 h 263"/>
                <a:gd name="T114" fmla="*/ 63 w 235"/>
                <a:gd name="T115" fmla="*/ 67 h 263"/>
                <a:gd name="T116" fmla="*/ 90 w 235"/>
                <a:gd name="T117" fmla="*/ 51 h 263"/>
                <a:gd name="T118" fmla="*/ 98 w 235"/>
                <a:gd name="T119" fmla="*/ 45 h 263"/>
                <a:gd name="T120" fmla="*/ 108 w 235"/>
                <a:gd name="T121" fmla="*/ 35 h 263"/>
                <a:gd name="T122" fmla="*/ 94 w 235"/>
                <a:gd name="T123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5" h="263">
                  <a:moveTo>
                    <a:pt x="94" y="126"/>
                  </a:moveTo>
                  <a:lnTo>
                    <a:pt x="92" y="130"/>
                  </a:lnTo>
                  <a:lnTo>
                    <a:pt x="90" y="130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0" y="132"/>
                  </a:lnTo>
                  <a:lnTo>
                    <a:pt x="92" y="134"/>
                  </a:lnTo>
                  <a:lnTo>
                    <a:pt x="92" y="134"/>
                  </a:lnTo>
                  <a:lnTo>
                    <a:pt x="94" y="134"/>
                  </a:lnTo>
                  <a:lnTo>
                    <a:pt x="94" y="134"/>
                  </a:lnTo>
                  <a:lnTo>
                    <a:pt x="94" y="134"/>
                  </a:lnTo>
                  <a:lnTo>
                    <a:pt x="94" y="134"/>
                  </a:lnTo>
                  <a:lnTo>
                    <a:pt x="96" y="136"/>
                  </a:lnTo>
                  <a:lnTo>
                    <a:pt x="96" y="138"/>
                  </a:lnTo>
                  <a:lnTo>
                    <a:pt x="98" y="141"/>
                  </a:lnTo>
                  <a:lnTo>
                    <a:pt x="100" y="143"/>
                  </a:lnTo>
                  <a:lnTo>
                    <a:pt x="102" y="145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6" y="149"/>
                  </a:lnTo>
                  <a:lnTo>
                    <a:pt x="118" y="153"/>
                  </a:lnTo>
                  <a:lnTo>
                    <a:pt x="120" y="155"/>
                  </a:lnTo>
                  <a:lnTo>
                    <a:pt x="122" y="155"/>
                  </a:lnTo>
                  <a:lnTo>
                    <a:pt x="123" y="157"/>
                  </a:lnTo>
                  <a:lnTo>
                    <a:pt x="123" y="157"/>
                  </a:lnTo>
                  <a:lnTo>
                    <a:pt x="123" y="157"/>
                  </a:lnTo>
                  <a:lnTo>
                    <a:pt x="123" y="157"/>
                  </a:lnTo>
                  <a:lnTo>
                    <a:pt x="125" y="157"/>
                  </a:lnTo>
                  <a:lnTo>
                    <a:pt x="127" y="157"/>
                  </a:lnTo>
                  <a:lnTo>
                    <a:pt x="127" y="157"/>
                  </a:lnTo>
                  <a:lnTo>
                    <a:pt x="129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3"/>
                  </a:lnTo>
                  <a:lnTo>
                    <a:pt x="131" y="153"/>
                  </a:lnTo>
                  <a:lnTo>
                    <a:pt x="131" y="153"/>
                  </a:lnTo>
                  <a:lnTo>
                    <a:pt x="131" y="153"/>
                  </a:lnTo>
                  <a:lnTo>
                    <a:pt x="131" y="153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31" y="147"/>
                  </a:lnTo>
                  <a:lnTo>
                    <a:pt x="129" y="147"/>
                  </a:lnTo>
                  <a:lnTo>
                    <a:pt x="129" y="147"/>
                  </a:lnTo>
                  <a:lnTo>
                    <a:pt x="129" y="147"/>
                  </a:lnTo>
                  <a:lnTo>
                    <a:pt x="129" y="147"/>
                  </a:lnTo>
                  <a:lnTo>
                    <a:pt x="129" y="147"/>
                  </a:lnTo>
                  <a:lnTo>
                    <a:pt x="129" y="145"/>
                  </a:lnTo>
                  <a:lnTo>
                    <a:pt x="129" y="145"/>
                  </a:lnTo>
                  <a:lnTo>
                    <a:pt x="129" y="143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5" y="143"/>
                  </a:lnTo>
                  <a:lnTo>
                    <a:pt x="135" y="143"/>
                  </a:lnTo>
                  <a:lnTo>
                    <a:pt x="137" y="143"/>
                  </a:lnTo>
                  <a:lnTo>
                    <a:pt x="137" y="143"/>
                  </a:lnTo>
                  <a:lnTo>
                    <a:pt x="137" y="145"/>
                  </a:lnTo>
                  <a:lnTo>
                    <a:pt x="139" y="145"/>
                  </a:lnTo>
                  <a:lnTo>
                    <a:pt x="139" y="145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5" y="147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51"/>
                  </a:lnTo>
                  <a:lnTo>
                    <a:pt x="135" y="151"/>
                  </a:lnTo>
                  <a:lnTo>
                    <a:pt x="135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7" y="149"/>
                  </a:lnTo>
                  <a:lnTo>
                    <a:pt x="137" y="149"/>
                  </a:lnTo>
                  <a:lnTo>
                    <a:pt x="137" y="149"/>
                  </a:lnTo>
                  <a:lnTo>
                    <a:pt x="137" y="149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1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41" y="153"/>
                  </a:lnTo>
                  <a:lnTo>
                    <a:pt x="143" y="151"/>
                  </a:lnTo>
                  <a:lnTo>
                    <a:pt x="145" y="151"/>
                  </a:lnTo>
                  <a:lnTo>
                    <a:pt x="149" y="151"/>
                  </a:lnTo>
                  <a:lnTo>
                    <a:pt x="149" y="151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5"/>
                  </a:lnTo>
                  <a:lnTo>
                    <a:pt x="149" y="155"/>
                  </a:lnTo>
                  <a:lnTo>
                    <a:pt x="149" y="155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49" y="159"/>
                  </a:lnTo>
                  <a:lnTo>
                    <a:pt x="149" y="159"/>
                  </a:lnTo>
                  <a:lnTo>
                    <a:pt x="149" y="161"/>
                  </a:lnTo>
                  <a:lnTo>
                    <a:pt x="149" y="161"/>
                  </a:lnTo>
                  <a:lnTo>
                    <a:pt x="147" y="161"/>
                  </a:lnTo>
                  <a:lnTo>
                    <a:pt x="147" y="163"/>
                  </a:lnTo>
                  <a:lnTo>
                    <a:pt x="147" y="163"/>
                  </a:lnTo>
                  <a:lnTo>
                    <a:pt x="147" y="165"/>
                  </a:lnTo>
                  <a:lnTo>
                    <a:pt x="149" y="165"/>
                  </a:lnTo>
                  <a:lnTo>
                    <a:pt x="149" y="165"/>
                  </a:lnTo>
                  <a:lnTo>
                    <a:pt x="149" y="165"/>
                  </a:lnTo>
                  <a:lnTo>
                    <a:pt x="149" y="165"/>
                  </a:lnTo>
                  <a:lnTo>
                    <a:pt x="149" y="165"/>
                  </a:lnTo>
                  <a:lnTo>
                    <a:pt x="149" y="165"/>
                  </a:lnTo>
                  <a:lnTo>
                    <a:pt x="149" y="167"/>
                  </a:lnTo>
                  <a:lnTo>
                    <a:pt x="147" y="169"/>
                  </a:lnTo>
                  <a:lnTo>
                    <a:pt x="147" y="171"/>
                  </a:lnTo>
                  <a:lnTo>
                    <a:pt x="147" y="171"/>
                  </a:lnTo>
                  <a:lnTo>
                    <a:pt x="147" y="171"/>
                  </a:lnTo>
                  <a:lnTo>
                    <a:pt x="147" y="171"/>
                  </a:lnTo>
                  <a:lnTo>
                    <a:pt x="147" y="173"/>
                  </a:lnTo>
                  <a:lnTo>
                    <a:pt x="147" y="173"/>
                  </a:lnTo>
                  <a:lnTo>
                    <a:pt x="147" y="173"/>
                  </a:lnTo>
                  <a:lnTo>
                    <a:pt x="147" y="173"/>
                  </a:lnTo>
                  <a:lnTo>
                    <a:pt x="147" y="173"/>
                  </a:lnTo>
                  <a:lnTo>
                    <a:pt x="147" y="173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3" y="173"/>
                  </a:lnTo>
                  <a:lnTo>
                    <a:pt x="143" y="173"/>
                  </a:lnTo>
                  <a:lnTo>
                    <a:pt x="143" y="173"/>
                  </a:lnTo>
                  <a:lnTo>
                    <a:pt x="143" y="173"/>
                  </a:lnTo>
                  <a:lnTo>
                    <a:pt x="143" y="173"/>
                  </a:lnTo>
                  <a:lnTo>
                    <a:pt x="143" y="173"/>
                  </a:lnTo>
                  <a:lnTo>
                    <a:pt x="141" y="171"/>
                  </a:lnTo>
                  <a:lnTo>
                    <a:pt x="141" y="171"/>
                  </a:lnTo>
                  <a:lnTo>
                    <a:pt x="141" y="171"/>
                  </a:lnTo>
                  <a:lnTo>
                    <a:pt x="141" y="173"/>
                  </a:lnTo>
                  <a:lnTo>
                    <a:pt x="141" y="173"/>
                  </a:lnTo>
                  <a:lnTo>
                    <a:pt x="141" y="173"/>
                  </a:lnTo>
                  <a:lnTo>
                    <a:pt x="141" y="173"/>
                  </a:lnTo>
                  <a:lnTo>
                    <a:pt x="139" y="175"/>
                  </a:lnTo>
                  <a:lnTo>
                    <a:pt x="139" y="175"/>
                  </a:lnTo>
                  <a:lnTo>
                    <a:pt x="139" y="177"/>
                  </a:lnTo>
                  <a:lnTo>
                    <a:pt x="139" y="177"/>
                  </a:lnTo>
                  <a:lnTo>
                    <a:pt x="139" y="177"/>
                  </a:lnTo>
                  <a:lnTo>
                    <a:pt x="139" y="179"/>
                  </a:lnTo>
                  <a:lnTo>
                    <a:pt x="139" y="179"/>
                  </a:lnTo>
                  <a:lnTo>
                    <a:pt x="139" y="179"/>
                  </a:lnTo>
                  <a:lnTo>
                    <a:pt x="139" y="179"/>
                  </a:lnTo>
                  <a:lnTo>
                    <a:pt x="137" y="179"/>
                  </a:lnTo>
                  <a:lnTo>
                    <a:pt x="137" y="179"/>
                  </a:lnTo>
                  <a:lnTo>
                    <a:pt x="135" y="181"/>
                  </a:lnTo>
                  <a:lnTo>
                    <a:pt x="135" y="181"/>
                  </a:lnTo>
                  <a:lnTo>
                    <a:pt x="135" y="185"/>
                  </a:lnTo>
                  <a:lnTo>
                    <a:pt x="133" y="185"/>
                  </a:lnTo>
                  <a:lnTo>
                    <a:pt x="133" y="187"/>
                  </a:lnTo>
                  <a:lnTo>
                    <a:pt x="133" y="187"/>
                  </a:lnTo>
                  <a:lnTo>
                    <a:pt x="131" y="189"/>
                  </a:lnTo>
                  <a:lnTo>
                    <a:pt x="129" y="189"/>
                  </a:lnTo>
                  <a:lnTo>
                    <a:pt x="127" y="191"/>
                  </a:lnTo>
                  <a:lnTo>
                    <a:pt x="127" y="191"/>
                  </a:lnTo>
                  <a:lnTo>
                    <a:pt x="127" y="193"/>
                  </a:lnTo>
                  <a:lnTo>
                    <a:pt x="127" y="193"/>
                  </a:lnTo>
                  <a:lnTo>
                    <a:pt x="127" y="193"/>
                  </a:lnTo>
                  <a:lnTo>
                    <a:pt x="127" y="193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7" y="194"/>
                  </a:lnTo>
                  <a:lnTo>
                    <a:pt x="129" y="194"/>
                  </a:lnTo>
                  <a:lnTo>
                    <a:pt x="129" y="194"/>
                  </a:lnTo>
                  <a:lnTo>
                    <a:pt x="131" y="194"/>
                  </a:lnTo>
                  <a:lnTo>
                    <a:pt x="131" y="194"/>
                  </a:lnTo>
                  <a:lnTo>
                    <a:pt x="131" y="194"/>
                  </a:lnTo>
                  <a:lnTo>
                    <a:pt x="131" y="196"/>
                  </a:lnTo>
                  <a:lnTo>
                    <a:pt x="131" y="196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2"/>
                  </a:lnTo>
                  <a:lnTo>
                    <a:pt x="133" y="202"/>
                  </a:lnTo>
                  <a:lnTo>
                    <a:pt x="135" y="204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7" y="206"/>
                  </a:lnTo>
                  <a:lnTo>
                    <a:pt x="135" y="206"/>
                  </a:lnTo>
                  <a:lnTo>
                    <a:pt x="135" y="208"/>
                  </a:lnTo>
                  <a:lnTo>
                    <a:pt x="135" y="208"/>
                  </a:lnTo>
                  <a:lnTo>
                    <a:pt x="135" y="208"/>
                  </a:lnTo>
                  <a:lnTo>
                    <a:pt x="133" y="210"/>
                  </a:lnTo>
                  <a:lnTo>
                    <a:pt x="133" y="210"/>
                  </a:lnTo>
                  <a:lnTo>
                    <a:pt x="133" y="210"/>
                  </a:lnTo>
                  <a:lnTo>
                    <a:pt x="133" y="210"/>
                  </a:lnTo>
                  <a:lnTo>
                    <a:pt x="131" y="210"/>
                  </a:lnTo>
                  <a:lnTo>
                    <a:pt x="131" y="210"/>
                  </a:lnTo>
                  <a:lnTo>
                    <a:pt x="131" y="210"/>
                  </a:lnTo>
                  <a:lnTo>
                    <a:pt x="131" y="212"/>
                  </a:lnTo>
                  <a:lnTo>
                    <a:pt x="129" y="212"/>
                  </a:lnTo>
                  <a:lnTo>
                    <a:pt x="129" y="212"/>
                  </a:lnTo>
                  <a:lnTo>
                    <a:pt x="129" y="212"/>
                  </a:lnTo>
                  <a:lnTo>
                    <a:pt x="129" y="214"/>
                  </a:lnTo>
                  <a:lnTo>
                    <a:pt x="129" y="214"/>
                  </a:lnTo>
                  <a:lnTo>
                    <a:pt x="127" y="214"/>
                  </a:lnTo>
                  <a:lnTo>
                    <a:pt x="127" y="214"/>
                  </a:lnTo>
                  <a:lnTo>
                    <a:pt x="127" y="214"/>
                  </a:lnTo>
                  <a:lnTo>
                    <a:pt x="127" y="214"/>
                  </a:lnTo>
                  <a:lnTo>
                    <a:pt x="125" y="214"/>
                  </a:lnTo>
                  <a:lnTo>
                    <a:pt x="125" y="214"/>
                  </a:lnTo>
                  <a:lnTo>
                    <a:pt x="125" y="214"/>
                  </a:lnTo>
                  <a:lnTo>
                    <a:pt x="125" y="212"/>
                  </a:lnTo>
                  <a:lnTo>
                    <a:pt x="125" y="212"/>
                  </a:lnTo>
                  <a:lnTo>
                    <a:pt x="125" y="212"/>
                  </a:lnTo>
                  <a:lnTo>
                    <a:pt x="125" y="210"/>
                  </a:lnTo>
                  <a:lnTo>
                    <a:pt x="125" y="210"/>
                  </a:lnTo>
                  <a:lnTo>
                    <a:pt x="125" y="210"/>
                  </a:lnTo>
                  <a:lnTo>
                    <a:pt x="125" y="210"/>
                  </a:lnTo>
                  <a:lnTo>
                    <a:pt x="125" y="210"/>
                  </a:lnTo>
                  <a:lnTo>
                    <a:pt x="125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6"/>
                  </a:lnTo>
                  <a:lnTo>
                    <a:pt x="123" y="206"/>
                  </a:lnTo>
                  <a:lnTo>
                    <a:pt x="123" y="206"/>
                  </a:lnTo>
                  <a:lnTo>
                    <a:pt x="123" y="204"/>
                  </a:lnTo>
                  <a:lnTo>
                    <a:pt x="123" y="204"/>
                  </a:lnTo>
                  <a:lnTo>
                    <a:pt x="123" y="204"/>
                  </a:lnTo>
                  <a:lnTo>
                    <a:pt x="123" y="204"/>
                  </a:lnTo>
                  <a:lnTo>
                    <a:pt x="123" y="202"/>
                  </a:lnTo>
                  <a:lnTo>
                    <a:pt x="122" y="202"/>
                  </a:lnTo>
                  <a:lnTo>
                    <a:pt x="122" y="202"/>
                  </a:lnTo>
                  <a:lnTo>
                    <a:pt x="120" y="202"/>
                  </a:lnTo>
                  <a:lnTo>
                    <a:pt x="120" y="202"/>
                  </a:lnTo>
                  <a:lnTo>
                    <a:pt x="120" y="202"/>
                  </a:lnTo>
                  <a:lnTo>
                    <a:pt x="120" y="202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8" y="206"/>
                  </a:lnTo>
                  <a:lnTo>
                    <a:pt x="118" y="206"/>
                  </a:lnTo>
                  <a:lnTo>
                    <a:pt x="118" y="206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6" y="212"/>
                  </a:lnTo>
                  <a:lnTo>
                    <a:pt x="116" y="212"/>
                  </a:lnTo>
                  <a:lnTo>
                    <a:pt x="116" y="212"/>
                  </a:lnTo>
                  <a:lnTo>
                    <a:pt x="116" y="214"/>
                  </a:lnTo>
                  <a:lnTo>
                    <a:pt x="114" y="214"/>
                  </a:lnTo>
                  <a:lnTo>
                    <a:pt x="114" y="214"/>
                  </a:lnTo>
                  <a:lnTo>
                    <a:pt x="114" y="214"/>
                  </a:lnTo>
                  <a:lnTo>
                    <a:pt x="114" y="214"/>
                  </a:lnTo>
                  <a:lnTo>
                    <a:pt x="114" y="214"/>
                  </a:lnTo>
                  <a:lnTo>
                    <a:pt x="116" y="216"/>
                  </a:lnTo>
                  <a:lnTo>
                    <a:pt x="116" y="216"/>
                  </a:lnTo>
                  <a:lnTo>
                    <a:pt x="116" y="216"/>
                  </a:lnTo>
                  <a:lnTo>
                    <a:pt x="114" y="216"/>
                  </a:lnTo>
                  <a:lnTo>
                    <a:pt x="114" y="216"/>
                  </a:lnTo>
                  <a:lnTo>
                    <a:pt x="114" y="216"/>
                  </a:lnTo>
                  <a:lnTo>
                    <a:pt x="114" y="216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2" y="218"/>
                  </a:lnTo>
                  <a:lnTo>
                    <a:pt x="112" y="218"/>
                  </a:lnTo>
                  <a:lnTo>
                    <a:pt x="112" y="220"/>
                  </a:lnTo>
                  <a:lnTo>
                    <a:pt x="114" y="220"/>
                  </a:lnTo>
                  <a:lnTo>
                    <a:pt x="114" y="220"/>
                  </a:lnTo>
                  <a:lnTo>
                    <a:pt x="116" y="222"/>
                  </a:lnTo>
                  <a:lnTo>
                    <a:pt x="116" y="224"/>
                  </a:lnTo>
                  <a:lnTo>
                    <a:pt x="116" y="224"/>
                  </a:lnTo>
                  <a:lnTo>
                    <a:pt x="116" y="224"/>
                  </a:lnTo>
                  <a:lnTo>
                    <a:pt x="118" y="224"/>
                  </a:lnTo>
                  <a:lnTo>
                    <a:pt x="118" y="224"/>
                  </a:lnTo>
                  <a:lnTo>
                    <a:pt x="120" y="224"/>
                  </a:lnTo>
                  <a:lnTo>
                    <a:pt x="120" y="224"/>
                  </a:lnTo>
                  <a:lnTo>
                    <a:pt x="122" y="224"/>
                  </a:lnTo>
                  <a:lnTo>
                    <a:pt x="122" y="224"/>
                  </a:lnTo>
                  <a:lnTo>
                    <a:pt x="122" y="224"/>
                  </a:lnTo>
                  <a:lnTo>
                    <a:pt x="122" y="226"/>
                  </a:lnTo>
                  <a:lnTo>
                    <a:pt x="123" y="230"/>
                  </a:lnTo>
                  <a:lnTo>
                    <a:pt x="123" y="230"/>
                  </a:lnTo>
                  <a:lnTo>
                    <a:pt x="123" y="230"/>
                  </a:lnTo>
                  <a:lnTo>
                    <a:pt x="125" y="230"/>
                  </a:lnTo>
                  <a:lnTo>
                    <a:pt x="127" y="232"/>
                  </a:lnTo>
                  <a:lnTo>
                    <a:pt x="129" y="234"/>
                  </a:lnTo>
                  <a:lnTo>
                    <a:pt x="129" y="23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3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7" y="242"/>
                  </a:lnTo>
                  <a:lnTo>
                    <a:pt x="137" y="242"/>
                  </a:lnTo>
                  <a:lnTo>
                    <a:pt x="137" y="240"/>
                  </a:lnTo>
                  <a:lnTo>
                    <a:pt x="137" y="240"/>
                  </a:lnTo>
                  <a:lnTo>
                    <a:pt x="139" y="240"/>
                  </a:lnTo>
                  <a:lnTo>
                    <a:pt x="141" y="238"/>
                  </a:lnTo>
                  <a:lnTo>
                    <a:pt x="141" y="238"/>
                  </a:lnTo>
                  <a:lnTo>
                    <a:pt x="143" y="234"/>
                  </a:lnTo>
                  <a:lnTo>
                    <a:pt x="143" y="234"/>
                  </a:lnTo>
                  <a:lnTo>
                    <a:pt x="145" y="234"/>
                  </a:lnTo>
                  <a:lnTo>
                    <a:pt x="145" y="234"/>
                  </a:lnTo>
                  <a:lnTo>
                    <a:pt x="145" y="232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0"/>
                  </a:lnTo>
                  <a:lnTo>
                    <a:pt x="149" y="230"/>
                  </a:lnTo>
                  <a:lnTo>
                    <a:pt x="149" y="230"/>
                  </a:lnTo>
                  <a:lnTo>
                    <a:pt x="149" y="228"/>
                  </a:lnTo>
                  <a:lnTo>
                    <a:pt x="149" y="228"/>
                  </a:lnTo>
                  <a:lnTo>
                    <a:pt x="149" y="228"/>
                  </a:lnTo>
                  <a:lnTo>
                    <a:pt x="149" y="228"/>
                  </a:lnTo>
                  <a:lnTo>
                    <a:pt x="147" y="228"/>
                  </a:lnTo>
                  <a:lnTo>
                    <a:pt x="147" y="228"/>
                  </a:lnTo>
                  <a:lnTo>
                    <a:pt x="147" y="226"/>
                  </a:lnTo>
                  <a:lnTo>
                    <a:pt x="147" y="226"/>
                  </a:lnTo>
                  <a:lnTo>
                    <a:pt x="147" y="226"/>
                  </a:lnTo>
                  <a:lnTo>
                    <a:pt x="147" y="224"/>
                  </a:lnTo>
                  <a:lnTo>
                    <a:pt x="149" y="214"/>
                  </a:lnTo>
                  <a:lnTo>
                    <a:pt x="151" y="212"/>
                  </a:lnTo>
                  <a:lnTo>
                    <a:pt x="151" y="212"/>
                  </a:lnTo>
                  <a:lnTo>
                    <a:pt x="151" y="212"/>
                  </a:lnTo>
                  <a:lnTo>
                    <a:pt x="153" y="210"/>
                  </a:lnTo>
                  <a:lnTo>
                    <a:pt x="153" y="210"/>
                  </a:lnTo>
                  <a:lnTo>
                    <a:pt x="155" y="210"/>
                  </a:lnTo>
                  <a:lnTo>
                    <a:pt x="155" y="210"/>
                  </a:lnTo>
                  <a:lnTo>
                    <a:pt x="155" y="210"/>
                  </a:lnTo>
                  <a:lnTo>
                    <a:pt x="155" y="208"/>
                  </a:lnTo>
                  <a:lnTo>
                    <a:pt x="155" y="208"/>
                  </a:lnTo>
                  <a:lnTo>
                    <a:pt x="155" y="208"/>
                  </a:lnTo>
                  <a:lnTo>
                    <a:pt x="155" y="208"/>
                  </a:lnTo>
                  <a:lnTo>
                    <a:pt x="155" y="206"/>
                  </a:lnTo>
                  <a:lnTo>
                    <a:pt x="155" y="204"/>
                  </a:lnTo>
                  <a:lnTo>
                    <a:pt x="155" y="204"/>
                  </a:lnTo>
                  <a:lnTo>
                    <a:pt x="159" y="194"/>
                  </a:lnTo>
                  <a:lnTo>
                    <a:pt x="159" y="194"/>
                  </a:lnTo>
                  <a:lnTo>
                    <a:pt x="159" y="194"/>
                  </a:lnTo>
                  <a:lnTo>
                    <a:pt x="159" y="193"/>
                  </a:lnTo>
                  <a:lnTo>
                    <a:pt x="159" y="191"/>
                  </a:lnTo>
                  <a:lnTo>
                    <a:pt x="159" y="191"/>
                  </a:lnTo>
                  <a:lnTo>
                    <a:pt x="157" y="191"/>
                  </a:lnTo>
                  <a:lnTo>
                    <a:pt x="157" y="189"/>
                  </a:lnTo>
                  <a:lnTo>
                    <a:pt x="157" y="189"/>
                  </a:lnTo>
                  <a:lnTo>
                    <a:pt x="157" y="189"/>
                  </a:lnTo>
                  <a:lnTo>
                    <a:pt x="157" y="187"/>
                  </a:lnTo>
                  <a:lnTo>
                    <a:pt x="157" y="187"/>
                  </a:lnTo>
                  <a:lnTo>
                    <a:pt x="159" y="185"/>
                  </a:lnTo>
                  <a:lnTo>
                    <a:pt x="159" y="185"/>
                  </a:lnTo>
                  <a:lnTo>
                    <a:pt x="159" y="185"/>
                  </a:lnTo>
                  <a:lnTo>
                    <a:pt x="161" y="185"/>
                  </a:lnTo>
                  <a:lnTo>
                    <a:pt x="163" y="183"/>
                  </a:lnTo>
                  <a:lnTo>
                    <a:pt x="163" y="181"/>
                  </a:lnTo>
                  <a:lnTo>
                    <a:pt x="165" y="179"/>
                  </a:lnTo>
                  <a:lnTo>
                    <a:pt x="165" y="179"/>
                  </a:lnTo>
                  <a:lnTo>
                    <a:pt x="167" y="179"/>
                  </a:lnTo>
                  <a:lnTo>
                    <a:pt x="167" y="179"/>
                  </a:lnTo>
                  <a:lnTo>
                    <a:pt x="167" y="179"/>
                  </a:lnTo>
                  <a:lnTo>
                    <a:pt x="167" y="179"/>
                  </a:lnTo>
                  <a:lnTo>
                    <a:pt x="169" y="179"/>
                  </a:lnTo>
                  <a:lnTo>
                    <a:pt x="169" y="179"/>
                  </a:lnTo>
                  <a:lnTo>
                    <a:pt x="171" y="179"/>
                  </a:lnTo>
                  <a:lnTo>
                    <a:pt x="173" y="181"/>
                  </a:lnTo>
                  <a:lnTo>
                    <a:pt x="173" y="183"/>
                  </a:lnTo>
                  <a:lnTo>
                    <a:pt x="173" y="183"/>
                  </a:lnTo>
                  <a:lnTo>
                    <a:pt x="171" y="185"/>
                  </a:lnTo>
                  <a:lnTo>
                    <a:pt x="171" y="185"/>
                  </a:lnTo>
                  <a:lnTo>
                    <a:pt x="171" y="185"/>
                  </a:lnTo>
                  <a:lnTo>
                    <a:pt x="171" y="187"/>
                  </a:lnTo>
                  <a:lnTo>
                    <a:pt x="171" y="187"/>
                  </a:lnTo>
                  <a:lnTo>
                    <a:pt x="171" y="187"/>
                  </a:lnTo>
                  <a:lnTo>
                    <a:pt x="173" y="187"/>
                  </a:lnTo>
                  <a:lnTo>
                    <a:pt x="173" y="189"/>
                  </a:lnTo>
                  <a:lnTo>
                    <a:pt x="173" y="189"/>
                  </a:lnTo>
                  <a:lnTo>
                    <a:pt x="173" y="189"/>
                  </a:lnTo>
                  <a:lnTo>
                    <a:pt x="173" y="191"/>
                  </a:lnTo>
                  <a:lnTo>
                    <a:pt x="173" y="191"/>
                  </a:lnTo>
                  <a:lnTo>
                    <a:pt x="173" y="191"/>
                  </a:lnTo>
                  <a:lnTo>
                    <a:pt x="173" y="193"/>
                  </a:lnTo>
                  <a:lnTo>
                    <a:pt x="173" y="193"/>
                  </a:lnTo>
                  <a:lnTo>
                    <a:pt x="173" y="193"/>
                  </a:lnTo>
                  <a:lnTo>
                    <a:pt x="173" y="193"/>
                  </a:lnTo>
                  <a:lnTo>
                    <a:pt x="173" y="196"/>
                  </a:lnTo>
                  <a:lnTo>
                    <a:pt x="173" y="196"/>
                  </a:lnTo>
                  <a:lnTo>
                    <a:pt x="173" y="196"/>
                  </a:lnTo>
                  <a:lnTo>
                    <a:pt x="173" y="198"/>
                  </a:lnTo>
                  <a:lnTo>
                    <a:pt x="173" y="200"/>
                  </a:lnTo>
                  <a:lnTo>
                    <a:pt x="173" y="200"/>
                  </a:lnTo>
                  <a:lnTo>
                    <a:pt x="171" y="200"/>
                  </a:lnTo>
                  <a:lnTo>
                    <a:pt x="171" y="200"/>
                  </a:lnTo>
                  <a:lnTo>
                    <a:pt x="171" y="200"/>
                  </a:lnTo>
                  <a:lnTo>
                    <a:pt x="169" y="200"/>
                  </a:lnTo>
                  <a:lnTo>
                    <a:pt x="169" y="200"/>
                  </a:lnTo>
                  <a:lnTo>
                    <a:pt x="169" y="200"/>
                  </a:lnTo>
                  <a:lnTo>
                    <a:pt x="169" y="200"/>
                  </a:lnTo>
                  <a:lnTo>
                    <a:pt x="169" y="200"/>
                  </a:lnTo>
                  <a:lnTo>
                    <a:pt x="169" y="200"/>
                  </a:lnTo>
                  <a:lnTo>
                    <a:pt x="174" y="202"/>
                  </a:lnTo>
                  <a:lnTo>
                    <a:pt x="174" y="202"/>
                  </a:lnTo>
                  <a:lnTo>
                    <a:pt x="174" y="202"/>
                  </a:lnTo>
                  <a:lnTo>
                    <a:pt x="174" y="202"/>
                  </a:lnTo>
                  <a:lnTo>
                    <a:pt x="176" y="196"/>
                  </a:lnTo>
                  <a:lnTo>
                    <a:pt x="176" y="196"/>
                  </a:lnTo>
                  <a:lnTo>
                    <a:pt x="176" y="194"/>
                  </a:lnTo>
                  <a:lnTo>
                    <a:pt x="176" y="194"/>
                  </a:lnTo>
                  <a:lnTo>
                    <a:pt x="176" y="194"/>
                  </a:lnTo>
                  <a:lnTo>
                    <a:pt x="178" y="193"/>
                  </a:lnTo>
                  <a:lnTo>
                    <a:pt x="178" y="193"/>
                  </a:lnTo>
                  <a:lnTo>
                    <a:pt x="176" y="193"/>
                  </a:lnTo>
                  <a:lnTo>
                    <a:pt x="176" y="191"/>
                  </a:lnTo>
                  <a:lnTo>
                    <a:pt x="176" y="191"/>
                  </a:lnTo>
                  <a:lnTo>
                    <a:pt x="176" y="189"/>
                  </a:lnTo>
                  <a:lnTo>
                    <a:pt x="176" y="187"/>
                  </a:lnTo>
                  <a:lnTo>
                    <a:pt x="176" y="185"/>
                  </a:lnTo>
                  <a:lnTo>
                    <a:pt x="176" y="181"/>
                  </a:lnTo>
                  <a:lnTo>
                    <a:pt x="176" y="179"/>
                  </a:lnTo>
                  <a:lnTo>
                    <a:pt x="176" y="179"/>
                  </a:lnTo>
                  <a:lnTo>
                    <a:pt x="176" y="179"/>
                  </a:lnTo>
                  <a:lnTo>
                    <a:pt x="176" y="179"/>
                  </a:lnTo>
                  <a:lnTo>
                    <a:pt x="176" y="177"/>
                  </a:lnTo>
                  <a:lnTo>
                    <a:pt x="176" y="173"/>
                  </a:lnTo>
                  <a:lnTo>
                    <a:pt x="176" y="171"/>
                  </a:lnTo>
                  <a:lnTo>
                    <a:pt x="176" y="171"/>
                  </a:lnTo>
                  <a:lnTo>
                    <a:pt x="176" y="169"/>
                  </a:lnTo>
                  <a:lnTo>
                    <a:pt x="176" y="169"/>
                  </a:lnTo>
                  <a:lnTo>
                    <a:pt x="173" y="161"/>
                  </a:lnTo>
                  <a:lnTo>
                    <a:pt x="171" y="159"/>
                  </a:lnTo>
                  <a:lnTo>
                    <a:pt x="171" y="157"/>
                  </a:lnTo>
                  <a:lnTo>
                    <a:pt x="169" y="155"/>
                  </a:lnTo>
                  <a:lnTo>
                    <a:pt x="169" y="153"/>
                  </a:lnTo>
                  <a:lnTo>
                    <a:pt x="169" y="153"/>
                  </a:lnTo>
                  <a:lnTo>
                    <a:pt x="169" y="151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57" y="149"/>
                  </a:lnTo>
                  <a:lnTo>
                    <a:pt x="155" y="147"/>
                  </a:lnTo>
                  <a:lnTo>
                    <a:pt x="155" y="147"/>
                  </a:lnTo>
                  <a:lnTo>
                    <a:pt x="155" y="147"/>
                  </a:lnTo>
                  <a:lnTo>
                    <a:pt x="151" y="147"/>
                  </a:lnTo>
                  <a:lnTo>
                    <a:pt x="151" y="145"/>
                  </a:lnTo>
                  <a:lnTo>
                    <a:pt x="151" y="145"/>
                  </a:lnTo>
                  <a:lnTo>
                    <a:pt x="149" y="145"/>
                  </a:lnTo>
                  <a:lnTo>
                    <a:pt x="151" y="145"/>
                  </a:lnTo>
                  <a:lnTo>
                    <a:pt x="151" y="145"/>
                  </a:lnTo>
                  <a:lnTo>
                    <a:pt x="151" y="145"/>
                  </a:lnTo>
                  <a:lnTo>
                    <a:pt x="151" y="143"/>
                  </a:lnTo>
                  <a:lnTo>
                    <a:pt x="151" y="143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47" y="143"/>
                  </a:lnTo>
                  <a:lnTo>
                    <a:pt x="147" y="141"/>
                  </a:lnTo>
                  <a:lnTo>
                    <a:pt x="147" y="141"/>
                  </a:lnTo>
                  <a:lnTo>
                    <a:pt x="147" y="141"/>
                  </a:lnTo>
                  <a:lnTo>
                    <a:pt x="147" y="141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5" y="140"/>
                  </a:lnTo>
                  <a:lnTo>
                    <a:pt x="143" y="138"/>
                  </a:lnTo>
                  <a:lnTo>
                    <a:pt x="143" y="138"/>
                  </a:lnTo>
                  <a:lnTo>
                    <a:pt x="143" y="138"/>
                  </a:lnTo>
                  <a:lnTo>
                    <a:pt x="143" y="138"/>
                  </a:lnTo>
                  <a:lnTo>
                    <a:pt x="143" y="138"/>
                  </a:lnTo>
                  <a:lnTo>
                    <a:pt x="143" y="136"/>
                  </a:lnTo>
                  <a:lnTo>
                    <a:pt x="143" y="136"/>
                  </a:lnTo>
                  <a:lnTo>
                    <a:pt x="143" y="136"/>
                  </a:lnTo>
                  <a:lnTo>
                    <a:pt x="143" y="136"/>
                  </a:lnTo>
                  <a:lnTo>
                    <a:pt x="143" y="134"/>
                  </a:lnTo>
                  <a:lnTo>
                    <a:pt x="143" y="134"/>
                  </a:lnTo>
                  <a:lnTo>
                    <a:pt x="141" y="134"/>
                  </a:lnTo>
                  <a:lnTo>
                    <a:pt x="141" y="134"/>
                  </a:lnTo>
                  <a:lnTo>
                    <a:pt x="141" y="134"/>
                  </a:lnTo>
                  <a:lnTo>
                    <a:pt x="139" y="134"/>
                  </a:lnTo>
                  <a:lnTo>
                    <a:pt x="137" y="134"/>
                  </a:lnTo>
                  <a:lnTo>
                    <a:pt x="137" y="134"/>
                  </a:lnTo>
                  <a:lnTo>
                    <a:pt x="137" y="134"/>
                  </a:lnTo>
                  <a:lnTo>
                    <a:pt x="133" y="136"/>
                  </a:lnTo>
                  <a:lnTo>
                    <a:pt x="131" y="138"/>
                  </a:lnTo>
                  <a:lnTo>
                    <a:pt x="129" y="138"/>
                  </a:lnTo>
                  <a:lnTo>
                    <a:pt x="125" y="140"/>
                  </a:lnTo>
                  <a:lnTo>
                    <a:pt x="125" y="140"/>
                  </a:lnTo>
                  <a:lnTo>
                    <a:pt x="123" y="140"/>
                  </a:lnTo>
                  <a:lnTo>
                    <a:pt x="123" y="140"/>
                  </a:lnTo>
                  <a:lnTo>
                    <a:pt x="123" y="140"/>
                  </a:lnTo>
                  <a:lnTo>
                    <a:pt x="123" y="140"/>
                  </a:lnTo>
                  <a:lnTo>
                    <a:pt x="122" y="140"/>
                  </a:lnTo>
                  <a:lnTo>
                    <a:pt x="122" y="141"/>
                  </a:lnTo>
                  <a:lnTo>
                    <a:pt x="122" y="141"/>
                  </a:lnTo>
                  <a:lnTo>
                    <a:pt x="118" y="140"/>
                  </a:lnTo>
                  <a:lnTo>
                    <a:pt x="116" y="140"/>
                  </a:lnTo>
                  <a:lnTo>
                    <a:pt x="114" y="140"/>
                  </a:lnTo>
                  <a:lnTo>
                    <a:pt x="114" y="138"/>
                  </a:lnTo>
                  <a:lnTo>
                    <a:pt x="112" y="138"/>
                  </a:lnTo>
                  <a:lnTo>
                    <a:pt x="112" y="138"/>
                  </a:lnTo>
                  <a:lnTo>
                    <a:pt x="110" y="138"/>
                  </a:lnTo>
                  <a:lnTo>
                    <a:pt x="110" y="138"/>
                  </a:lnTo>
                  <a:lnTo>
                    <a:pt x="108" y="138"/>
                  </a:lnTo>
                  <a:lnTo>
                    <a:pt x="108" y="138"/>
                  </a:lnTo>
                  <a:lnTo>
                    <a:pt x="108" y="136"/>
                  </a:lnTo>
                  <a:lnTo>
                    <a:pt x="108" y="136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2" y="130"/>
                  </a:lnTo>
                  <a:lnTo>
                    <a:pt x="102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6" y="130"/>
                  </a:lnTo>
                  <a:lnTo>
                    <a:pt x="96" y="130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94" y="126"/>
                  </a:lnTo>
                  <a:close/>
                  <a:moveTo>
                    <a:pt x="94" y="0"/>
                  </a:moveTo>
                  <a:lnTo>
                    <a:pt x="96" y="0"/>
                  </a:lnTo>
                  <a:lnTo>
                    <a:pt x="98" y="4"/>
                  </a:lnTo>
                  <a:lnTo>
                    <a:pt x="98" y="6"/>
                  </a:lnTo>
                  <a:lnTo>
                    <a:pt x="100" y="6"/>
                  </a:lnTo>
                  <a:lnTo>
                    <a:pt x="102" y="8"/>
                  </a:lnTo>
                  <a:lnTo>
                    <a:pt x="104" y="8"/>
                  </a:lnTo>
                  <a:lnTo>
                    <a:pt x="108" y="8"/>
                  </a:lnTo>
                  <a:lnTo>
                    <a:pt x="110" y="8"/>
                  </a:lnTo>
                  <a:lnTo>
                    <a:pt x="112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6" y="8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20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2" y="10"/>
                  </a:lnTo>
                  <a:lnTo>
                    <a:pt x="122" y="10"/>
                  </a:lnTo>
                  <a:lnTo>
                    <a:pt x="127" y="16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33" y="16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3" y="12"/>
                  </a:lnTo>
                  <a:lnTo>
                    <a:pt x="131" y="10"/>
                  </a:lnTo>
                  <a:lnTo>
                    <a:pt x="129" y="10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25" y="8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8"/>
                  </a:lnTo>
                  <a:lnTo>
                    <a:pt x="125" y="8"/>
                  </a:lnTo>
                  <a:lnTo>
                    <a:pt x="125" y="6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7" y="6"/>
                  </a:lnTo>
                  <a:lnTo>
                    <a:pt x="129" y="4"/>
                  </a:lnTo>
                  <a:lnTo>
                    <a:pt x="129" y="4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39" y="4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6"/>
                  </a:lnTo>
                  <a:lnTo>
                    <a:pt x="141" y="8"/>
                  </a:lnTo>
                  <a:lnTo>
                    <a:pt x="143" y="8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3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9" y="16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5" y="20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5" y="24"/>
                  </a:lnTo>
                  <a:lnTo>
                    <a:pt x="143" y="24"/>
                  </a:lnTo>
                  <a:lnTo>
                    <a:pt x="143" y="26"/>
                  </a:lnTo>
                  <a:lnTo>
                    <a:pt x="143" y="26"/>
                  </a:lnTo>
                  <a:lnTo>
                    <a:pt x="143" y="28"/>
                  </a:lnTo>
                  <a:lnTo>
                    <a:pt x="145" y="24"/>
                  </a:lnTo>
                  <a:lnTo>
                    <a:pt x="147" y="24"/>
                  </a:lnTo>
                  <a:lnTo>
                    <a:pt x="149" y="26"/>
                  </a:lnTo>
                  <a:lnTo>
                    <a:pt x="149" y="26"/>
                  </a:lnTo>
                  <a:lnTo>
                    <a:pt x="151" y="28"/>
                  </a:lnTo>
                  <a:lnTo>
                    <a:pt x="151" y="28"/>
                  </a:lnTo>
                  <a:lnTo>
                    <a:pt x="153" y="30"/>
                  </a:lnTo>
                  <a:lnTo>
                    <a:pt x="153" y="30"/>
                  </a:lnTo>
                  <a:lnTo>
                    <a:pt x="155" y="30"/>
                  </a:lnTo>
                  <a:lnTo>
                    <a:pt x="155" y="30"/>
                  </a:lnTo>
                  <a:lnTo>
                    <a:pt x="159" y="30"/>
                  </a:lnTo>
                  <a:lnTo>
                    <a:pt x="159" y="30"/>
                  </a:lnTo>
                  <a:lnTo>
                    <a:pt x="159" y="30"/>
                  </a:lnTo>
                  <a:lnTo>
                    <a:pt x="159" y="30"/>
                  </a:lnTo>
                  <a:lnTo>
                    <a:pt x="161" y="28"/>
                  </a:lnTo>
                  <a:lnTo>
                    <a:pt x="161" y="28"/>
                  </a:lnTo>
                  <a:lnTo>
                    <a:pt x="161" y="28"/>
                  </a:lnTo>
                  <a:lnTo>
                    <a:pt x="161" y="26"/>
                  </a:lnTo>
                  <a:lnTo>
                    <a:pt x="161" y="26"/>
                  </a:lnTo>
                  <a:lnTo>
                    <a:pt x="161" y="26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65" y="28"/>
                  </a:lnTo>
                  <a:lnTo>
                    <a:pt x="165" y="28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6"/>
                  </a:lnTo>
                  <a:lnTo>
                    <a:pt x="165" y="24"/>
                  </a:lnTo>
                  <a:lnTo>
                    <a:pt x="165" y="24"/>
                  </a:lnTo>
                  <a:lnTo>
                    <a:pt x="165" y="22"/>
                  </a:lnTo>
                  <a:lnTo>
                    <a:pt x="167" y="22"/>
                  </a:lnTo>
                  <a:lnTo>
                    <a:pt x="167" y="22"/>
                  </a:lnTo>
                  <a:lnTo>
                    <a:pt x="167" y="22"/>
                  </a:lnTo>
                  <a:lnTo>
                    <a:pt x="171" y="24"/>
                  </a:lnTo>
                  <a:lnTo>
                    <a:pt x="173" y="24"/>
                  </a:lnTo>
                  <a:lnTo>
                    <a:pt x="174" y="24"/>
                  </a:lnTo>
                  <a:lnTo>
                    <a:pt x="174" y="24"/>
                  </a:lnTo>
                  <a:lnTo>
                    <a:pt x="174" y="24"/>
                  </a:lnTo>
                  <a:lnTo>
                    <a:pt x="176" y="24"/>
                  </a:lnTo>
                  <a:lnTo>
                    <a:pt x="176" y="24"/>
                  </a:lnTo>
                  <a:lnTo>
                    <a:pt x="176" y="24"/>
                  </a:lnTo>
                  <a:lnTo>
                    <a:pt x="176" y="24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0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2" y="28"/>
                  </a:lnTo>
                  <a:lnTo>
                    <a:pt x="182" y="28"/>
                  </a:lnTo>
                  <a:lnTo>
                    <a:pt x="182" y="28"/>
                  </a:lnTo>
                  <a:lnTo>
                    <a:pt x="182" y="28"/>
                  </a:lnTo>
                  <a:lnTo>
                    <a:pt x="184" y="30"/>
                  </a:lnTo>
                  <a:lnTo>
                    <a:pt x="186" y="30"/>
                  </a:lnTo>
                  <a:lnTo>
                    <a:pt x="186" y="30"/>
                  </a:lnTo>
                  <a:lnTo>
                    <a:pt x="188" y="30"/>
                  </a:lnTo>
                  <a:lnTo>
                    <a:pt x="188" y="30"/>
                  </a:lnTo>
                  <a:lnTo>
                    <a:pt x="188" y="30"/>
                  </a:lnTo>
                  <a:lnTo>
                    <a:pt x="190" y="30"/>
                  </a:lnTo>
                  <a:lnTo>
                    <a:pt x="192" y="32"/>
                  </a:lnTo>
                  <a:lnTo>
                    <a:pt x="192" y="32"/>
                  </a:lnTo>
                  <a:lnTo>
                    <a:pt x="192" y="32"/>
                  </a:lnTo>
                  <a:lnTo>
                    <a:pt x="192" y="32"/>
                  </a:lnTo>
                  <a:lnTo>
                    <a:pt x="192" y="33"/>
                  </a:lnTo>
                  <a:lnTo>
                    <a:pt x="194" y="33"/>
                  </a:lnTo>
                  <a:lnTo>
                    <a:pt x="194" y="33"/>
                  </a:lnTo>
                  <a:lnTo>
                    <a:pt x="202" y="37"/>
                  </a:lnTo>
                  <a:lnTo>
                    <a:pt x="204" y="39"/>
                  </a:lnTo>
                  <a:lnTo>
                    <a:pt x="204" y="39"/>
                  </a:lnTo>
                  <a:lnTo>
                    <a:pt x="206" y="41"/>
                  </a:lnTo>
                  <a:lnTo>
                    <a:pt x="206" y="41"/>
                  </a:lnTo>
                  <a:lnTo>
                    <a:pt x="204" y="43"/>
                  </a:lnTo>
                  <a:lnTo>
                    <a:pt x="204" y="43"/>
                  </a:lnTo>
                  <a:lnTo>
                    <a:pt x="204" y="43"/>
                  </a:lnTo>
                  <a:lnTo>
                    <a:pt x="202" y="45"/>
                  </a:lnTo>
                  <a:lnTo>
                    <a:pt x="202" y="45"/>
                  </a:lnTo>
                  <a:lnTo>
                    <a:pt x="202" y="45"/>
                  </a:lnTo>
                  <a:lnTo>
                    <a:pt x="202" y="47"/>
                  </a:lnTo>
                  <a:lnTo>
                    <a:pt x="200" y="45"/>
                  </a:lnTo>
                  <a:lnTo>
                    <a:pt x="200" y="45"/>
                  </a:lnTo>
                  <a:lnTo>
                    <a:pt x="200" y="47"/>
                  </a:lnTo>
                  <a:lnTo>
                    <a:pt x="200" y="47"/>
                  </a:lnTo>
                  <a:lnTo>
                    <a:pt x="198" y="47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3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9"/>
                  </a:lnTo>
                  <a:lnTo>
                    <a:pt x="204" y="59"/>
                  </a:lnTo>
                  <a:lnTo>
                    <a:pt x="204" y="59"/>
                  </a:lnTo>
                  <a:lnTo>
                    <a:pt x="204" y="61"/>
                  </a:lnTo>
                  <a:lnTo>
                    <a:pt x="204" y="61"/>
                  </a:lnTo>
                  <a:lnTo>
                    <a:pt x="204" y="61"/>
                  </a:lnTo>
                  <a:lnTo>
                    <a:pt x="204" y="61"/>
                  </a:lnTo>
                  <a:lnTo>
                    <a:pt x="204" y="63"/>
                  </a:lnTo>
                  <a:lnTo>
                    <a:pt x="206" y="63"/>
                  </a:lnTo>
                  <a:lnTo>
                    <a:pt x="206" y="63"/>
                  </a:lnTo>
                  <a:lnTo>
                    <a:pt x="204" y="65"/>
                  </a:lnTo>
                  <a:lnTo>
                    <a:pt x="204" y="67"/>
                  </a:lnTo>
                  <a:lnTo>
                    <a:pt x="204" y="67"/>
                  </a:lnTo>
                  <a:lnTo>
                    <a:pt x="202" y="67"/>
                  </a:lnTo>
                  <a:lnTo>
                    <a:pt x="202" y="67"/>
                  </a:lnTo>
                  <a:lnTo>
                    <a:pt x="202" y="67"/>
                  </a:lnTo>
                  <a:lnTo>
                    <a:pt x="200" y="67"/>
                  </a:lnTo>
                  <a:lnTo>
                    <a:pt x="200" y="69"/>
                  </a:lnTo>
                  <a:lnTo>
                    <a:pt x="200" y="69"/>
                  </a:lnTo>
                  <a:lnTo>
                    <a:pt x="200" y="69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202" y="71"/>
                  </a:lnTo>
                  <a:lnTo>
                    <a:pt x="202" y="71"/>
                  </a:lnTo>
                  <a:lnTo>
                    <a:pt x="202" y="71"/>
                  </a:lnTo>
                  <a:lnTo>
                    <a:pt x="202" y="73"/>
                  </a:lnTo>
                  <a:lnTo>
                    <a:pt x="202" y="73"/>
                  </a:lnTo>
                  <a:lnTo>
                    <a:pt x="204" y="75"/>
                  </a:lnTo>
                  <a:lnTo>
                    <a:pt x="204" y="75"/>
                  </a:lnTo>
                  <a:lnTo>
                    <a:pt x="208" y="77"/>
                  </a:lnTo>
                  <a:lnTo>
                    <a:pt x="220" y="81"/>
                  </a:lnTo>
                  <a:lnTo>
                    <a:pt x="222" y="83"/>
                  </a:lnTo>
                  <a:lnTo>
                    <a:pt x="222" y="83"/>
                  </a:lnTo>
                  <a:lnTo>
                    <a:pt x="222" y="85"/>
                  </a:lnTo>
                  <a:lnTo>
                    <a:pt x="222" y="85"/>
                  </a:lnTo>
                  <a:lnTo>
                    <a:pt x="222" y="87"/>
                  </a:lnTo>
                  <a:lnTo>
                    <a:pt x="229" y="88"/>
                  </a:lnTo>
                  <a:lnTo>
                    <a:pt x="229" y="88"/>
                  </a:lnTo>
                  <a:lnTo>
                    <a:pt x="229" y="88"/>
                  </a:lnTo>
                  <a:lnTo>
                    <a:pt x="229" y="88"/>
                  </a:lnTo>
                  <a:lnTo>
                    <a:pt x="231" y="87"/>
                  </a:lnTo>
                  <a:lnTo>
                    <a:pt x="231" y="87"/>
                  </a:lnTo>
                  <a:lnTo>
                    <a:pt x="231" y="87"/>
                  </a:lnTo>
                  <a:lnTo>
                    <a:pt x="231" y="87"/>
                  </a:lnTo>
                  <a:lnTo>
                    <a:pt x="233" y="87"/>
                  </a:lnTo>
                  <a:lnTo>
                    <a:pt x="233" y="90"/>
                  </a:lnTo>
                  <a:lnTo>
                    <a:pt x="231" y="90"/>
                  </a:lnTo>
                  <a:lnTo>
                    <a:pt x="231" y="90"/>
                  </a:lnTo>
                  <a:lnTo>
                    <a:pt x="231" y="90"/>
                  </a:lnTo>
                  <a:lnTo>
                    <a:pt x="229" y="90"/>
                  </a:lnTo>
                  <a:lnTo>
                    <a:pt x="229" y="92"/>
                  </a:lnTo>
                  <a:lnTo>
                    <a:pt x="229" y="92"/>
                  </a:lnTo>
                  <a:lnTo>
                    <a:pt x="229" y="92"/>
                  </a:lnTo>
                  <a:lnTo>
                    <a:pt x="229" y="92"/>
                  </a:lnTo>
                  <a:lnTo>
                    <a:pt x="229" y="92"/>
                  </a:lnTo>
                  <a:lnTo>
                    <a:pt x="229" y="94"/>
                  </a:lnTo>
                  <a:lnTo>
                    <a:pt x="229" y="94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31" y="98"/>
                  </a:lnTo>
                  <a:lnTo>
                    <a:pt x="231" y="98"/>
                  </a:lnTo>
                  <a:lnTo>
                    <a:pt x="231" y="100"/>
                  </a:lnTo>
                  <a:lnTo>
                    <a:pt x="233" y="102"/>
                  </a:lnTo>
                  <a:lnTo>
                    <a:pt x="233" y="102"/>
                  </a:lnTo>
                  <a:lnTo>
                    <a:pt x="233" y="102"/>
                  </a:lnTo>
                  <a:lnTo>
                    <a:pt x="233" y="102"/>
                  </a:lnTo>
                  <a:lnTo>
                    <a:pt x="233" y="102"/>
                  </a:lnTo>
                  <a:lnTo>
                    <a:pt x="233" y="104"/>
                  </a:lnTo>
                  <a:lnTo>
                    <a:pt x="233" y="104"/>
                  </a:lnTo>
                  <a:lnTo>
                    <a:pt x="233" y="104"/>
                  </a:lnTo>
                  <a:lnTo>
                    <a:pt x="233" y="106"/>
                  </a:lnTo>
                  <a:lnTo>
                    <a:pt x="233" y="108"/>
                  </a:lnTo>
                  <a:lnTo>
                    <a:pt x="233" y="108"/>
                  </a:lnTo>
                  <a:lnTo>
                    <a:pt x="233" y="108"/>
                  </a:lnTo>
                  <a:lnTo>
                    <a:pt x="233" y="108"/>
                  </a:lnTo>
                  <a:lnTo>
                    <a:pt x="233" y="108"/>
                  </a:lnTo>
                  <a:lnTo>
                    <a:pt x="233" y="110"/>
                  </a:lnTo>
                  <a:lnTo>
                    <a:pt x="233" y="112"/>
                  </a:lnTo>
                  <a:lnTo>
                    <a:pt x="233" y="112"/>
                  </a:lnTo>
                  <a:lnTo>
                    <a:pt x="231" y="114"/>
                  </a:lnTo>
                  <a:lnTo>
                    <a:pt x="231" y="116"/>
                  </a:lnTo>
                  <a:lnTo>
                    <a:pt x="231" y="116"/>
                  </a:lnTo>
                  <a:lnTo>
                    <a:pt x="231" y="116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35" y="120"/>
                  </a:lnTo>
                  <a:lnTo>
                    <a:pt x="235" y="120"/>
                  </a:lnTo>
                  <a:lnTo>
                    <a:pt x="235" y="120"/>
                  </a:lnTo>
                  <a:lnTo>
                    <a:pt x="233" y="122"/>
                  </a:lnTo>
                  <a:lnTo>
                    <a:pt x="233" y="122"/>
                  </a:lnTo>
                  <a:lnTo>
                    <a:pt x="233" y="122"/>
                  </a:lnTo>
                  <a:lnTo>
                    <a:pt x="233" y="122"/>
                  </a:lnTo>
                  <a:lnTo>
                    <a:pt x="233" y="122"/>
                  </a:lnTo>
                  <a:lnTo>
                    <a:pt x="233" y="122"/>
                  </a:lnTo>
                  <a:lnTo>
                    <a:pt x="233" y="124"/>
                  </a:lnTo>
                  <a:lnTo>
                    <a:pt x="235" y="124"/>
                  </a:lnTo>
                  <a:lnTo>
                    <a:pt x="235" y="124"/>
                  </a:lnTo>
                  <a:lnTo>
                    <a:pt x="235" y="124"/>
                  </a:lnTo>
                  <a:lnTo>
                    <a:pt x="233" y="126"/>
                  </a:lnTo>
                  <a:lnTo>
                    <a:pt x="233" y="128"/>
                  </a:lnTo>
                  <a:lnTo>
                    <a:pt x="231" y="128"/>
                  </a:lnTo>
                  <a:lnTo>
                    <a:pt x="229" y="126"/>
                  </a:lnTo>
                  <a:lnTo>
                    <a:pt x="227" y="126"/>
                  </a:lnTo>
                  <a:lnTo>
                    <a:pt x="227" y="126"/>
                  </a:lnTo>
                  <a:lnTo>
                    <a:pt x="227" y="126"/>
                  </a:lnTo>
                  <a:lnTo>
                    <a:pt x="227" y="126"/>
                  </a:lnTo>
                  <a:lnTo>
                    <a:pt x="227" y="128"/>
                  </a:lnTo>
                  <a:lnTo>
                    <a:pt x="227" y="128"/>
                  </a:lnTo>
                  <a:lnTo>
                    <a:pt x="227" y="128"/>
                  </a:lnTo>
                  <a:lnTo>
                    <a:pt x="227" y="130"/>
                  </a:lnTo>
                  <a:lnTo>
                    <a:pt x="227" y="130"/>
                  </a:lnTo>
                  <a:lnTo>
                    <a:pt x="225" y="130"/>
                  </a:lnTo>
                  <a:lnTo>
                    <a:pt x="225" y="130"/>
                  </a:lnTo>
                  <a:lnTo>
                    <a:pt x="222" y="128"/>
                  </a:lnTo>
                  <a:lnTo>
                    <a:pt x="222" y="128"/>
                  </a:lnTo>
                  <a:lnTo>
                    <a:pt x="222" y="128"/>
                  </a:lnTo>
                  <a:lnTo>
                    <a:pt x="222" y="128"/>
                  </a:lnTo>
                  <a:lnTo>
                    <a:pt x="222" y="128"/>
                  </a:lnTo>
                  <a:lnTo>
                    <a:pt x="222" y="126"/>
                  </a:lnTo>
                  <a:lnTo>
                    <a:pt x="222" y="126"/>
                  </a:lnTo>
                  <a:lnTo>
                    <a:pt x="220" y="126"/>
                  </a:lnTo>
                  <a:lnTo>
                    <a:pt x="220" y="126"/>
                  </a:lnTo>
                  <a:lnTo>
                    <a:pt x="218" y="126"/>
                  </a:lnTo>
                  <a:lnTo>
                    <a:pt x="216" y="126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0" y="130"/>
                  </a:lnTo>
                  <a:lnTo>
                    <a:pt x="208" y="134"/>
                  </a:lnTo>
                  <a:lnTo>
                    <a:pt x="208" y="134"/>
                  </a:lnTo>
                  <a:lnTo>
                    <a:pt x="208" y="134"/>
                  </a:lnTo>
                  <a:lnTo>
                    <a:pt x="208" y="136"/>
                  </a:lnTo>
                  <a:lnTo>
                    <a:pt x="208" y="136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0" y="140"/>
                  </a:lnTo>
                  <a:lnTo>
                    <a:pt x="208" y="141"/>
                  </a:lnTo>
                  <a:lnTo>
                    <a:pt x="208" y="141"/>
                  </a:lnTo>
                  <a:lnTo>
                    <a:pt x="208" y="141"/>
                  </a:lnTo>
                  <a:lnTo>
                    <a:pt x="210" y="145"/>
                  </a:lnTo>
                  <a:lnTo>
                    <a:pt x="210" y="145"/>
                  </a:lnTo>
                  <a:lnTo>
                    <a:pt x="212" y="147"/>
                  </a:lnTo>
                  <a:lnTo>
                    <a:pt x="210" y="147"/>
                  </a:lnTo>
                  <a:lnTo>
                    <a:pt x="210" y="149"/>
                  </a:lnTo>
                  <a:lnTo>
                    <a:pt x="210" y="149"/>
                  </a:lnTo>
                  <a:lnTo>
                    <a:pt x="210" y="149"/>
                  </a:lnTo>
                  <a:lnTo>
                    <a:pt x="210" y="151"/>
                  </a:lnTo>
                  <a:lnTo>
                    <a:pt x="210" y="151"/>
                  </a:lnTo>
                  <a:lnTo>
                    <a:pt x="210" y="151"/>
                  </a:lnTo>
                  <a:lnTo>
                    <a:pt x="210" y="151"/>
                  </a:lnTo>
                  <a:lnTo>
                    <a:pt x="210" y="153"/>
                  </a:lnTo>
                  <a:lnTo>
                    <a:pt x="210" y="153"/>
                  </a:lnTo>
                  <a:lnTo>
                    <a:pt x="210" y="153"/>
                  </a:lnTo>
                  <a:lnTo>
                    <a:pt x="210" y="153"/>
                  </a:lnTo>
                  <a:lnTo>
                    <a:pt x="210" y="153"/>
                  </a:lnTo>
                  <a:lnTo>
                    <a:pt x="208" y="155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208" y="159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2" y="163"/>
                  </a:lnTo>
                  <a:lnTo>
                    <a:pt x="224" y="165"/>
                  </a:lnTo>
                  <a:lnTo>
                    <a:pt x="222" y="167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75"/>
                  </a:lnTo>
                  <a:lnTo>
                    <a:pt x="222" y="175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181"/>
                  </a:lnTo>
                  <a:lnTo>
                    <a:pt x="222" y="181"/>
                  </a:lnTo>
                  <a:lnTo>
                    <a:pt x="222" y="181"/>
                  </a:lnTo>
                  <a:lnTo>
                    <a:pt x="229" y="185"/>
                  </a:lnTo>
                  <a:lnTo>
                    <a:pt x="231" y="187"/>
                  </a:lnTo>
                  <a:lnTo>
                    <a:pt x="231" y="187"/>
                  </a:lnTo>
                  <a:lnTo>
                    <a:pt x="231" y="187"/>
                  </a:lnTo>
                  <a:lnTo>
                    <a:pt x="231" y="187"/>
                  </a:lnTo>
                  <a:lnTo>
                    <a:pt x="231" y="187"/>
                  </a:lnTo>
                  <a:lnTo>
                    <a:pt x="229" y="187"/>
                  </a:lnTo>
                  <a:lnTo>
                    <a:pt x="229" y="189"/>
                  </a:lnTo>
                  <a:lnTo>
                    <a:pt x="229" y="191"/>
                  </a:lnTo>
                  <a:lnTo>
                    <a:pt x="227" y="191"/>
                  </a:lnTo>
                  <a:lnTo>
                    <a:pt x="224" y="196"/>
                  </a:lnTo>
                  <a:lnTo>
                    <a:pt x="224" y="196"/>
                  </a:lnTo>
                  <a:lnTo>
                    <a:pt x="220" y="200"/>
                  </a:lnTo>
                  <a:lnTo>
                    <a:pt x="220" y="200"/>
                  </a:lnTo>
                  <a:lnTo>
                    <a:pt x="218" y="200"/>
                  </a:lnTo>
                  <a:lnTo>
                    <a:pt x="218" y="200"/>
                  </a:lnTo>
                  <a:lnTo>
                    <a:pt x="218" y="200"/>
                  </a:lnTo>
                  <a:lnTo>
                    <a:pt x="214" y="198"/>
                  </a:lnTo>
                  <a:lnTo>
                    <a:pt x="214" y="198"/>
                  </a:lnTo>
                  <a:lnTo>
                    <a:pt x="214" y="198"/>
                  </a:lnTo>
                  <a:lnTo>
                    <a:pt x="212" y="198"/>
                  </a:lnTo>
                  <a:lnTo>
                    <a:pt x="212" y="200"/>
                  </a:lnTo>
                  <a:lnTo>
                    <a:pt x="212" y="200"/>
                  </a:lnTo>
                  <a:lnTo>
                    <a:pt x="212" y="200"/>
                  </a:lnTo>
                  <a:lnTo>
                    <a:pt x="212" y="200"/>
                  </a:lnTo>
                  <a:lnTo>
                    <a:pt x="212" y="202"/>
                  </a:lnTo>
                  <a:lnTo>
                    <a:pt x="212" y="202"/>
                  </a:lnTo>
                  <a:lnTo>
                    <a:pt x="214" y="204"/>
                  </a:lnTo>
                  <a:lnTo>
                    <a:pt x="214" y="206"/>
                  </a:lnTo>
                  <a:lnTo>
                    <a:pt x="214" y="206"/>
                  </a:lnTo>
                  <a:lnTo>
                    <a:pt x="214" y="206"/>
                  </a:lnTo>
                  <a:lnTo>
                    <a:pt x="214" y="208"/>
                  </a:lnTo>
                  <a:lnTo>
                    <a:pt x="214" y="208"/>
                  </a:lnTo>
                  <a:lnTo>
                    <a:pt x="216" y="208"/>
                  </a:lnTo>
                  <a:lnTo>
                    <a:pt x="216" y="208"/>
                  </a:lnTo>
                  <a:lnTo>
                    <a:pt x="216" y="208"/>
                  </a:lnTo>
                  <a:lnTo>
                    <a:pt x="216" y="210"/>
                  </a:lnTo>
                  <a:lnTo>
                    <a:pt x="216" y="212"/>
                  </a:lnTo>
                  <a:lnTo>
                    <a:pt x="216" y="212"/>
                  </a:lnTo>
                  <a:lnTo>
                    <a:pt x="216" y="214"/>
                  </a:lnTo>
                  <a:lnTo>
                    <a:pt x="216" y="214"/>
                  </a:lnTo>
                  <a:lnTo>
                    <a:pt x="218" y="214"/>
                  </a:lnTo>
                  <a:lnTo>
                    <a:pt x="218" y="214"/>
                  </a:lnTo>
                  <a:lnTo>
                    <a:pt x="218" y="214"/>
                  </a:lnTo>
                  <a:lnTo>
                    <a:pt x="218" y="216"/>
                  </a:lnTo>
                  <a:lnTo>
                    <a:pt x="218" y="216"/>
                  </a:lnTo>
                  <a:lnTo>
                    <a:pt x="218" y="216"/>
                  </a:lnTo>
                  <a:lnTo>
                    <a:pt x="218" y="216"/>
                  </a:lnTo>
                  <a:lnTo>
                    <a:pt x="222" y="218"/>
                  </a:lnTo>
                  <a:lnTo>
                    <a:pt x="222" y="218"/>
                  </a:lnTo>
                  <a:lnTo>
                    <a:pt x="222" y="218"/>
                  </a:lnTo>
                  <a:lnTo>
                    <a:pt x="222" y="220"/>
                  </a:lnTo>
                  <a:lnTo>
                    <a:pt x="222" y="220"/>
                  </a:lnTo>
                  <a:lnTo>
                    <a:pt x="222" y="222"/>
                  </a:lnTo>
                  <a:lnTo>
                    <a:pt x="220" y="222"/>
                  </a:lnTo>
                  <a:lnTo>
                    <a:pt x="220" y="222"/>
                  </a:lnTo>
                  <a:lnTo>
                    <a:pt x="220" y="222"/>
                  </a:lnTo>
                  <a:lnTo>
                    <a:pt x="220" y="222"/>
                  </a:lnTo>
                  <a:lnTo>
                    <a:pt x="218" y="222"/>
                  </a:lnTo>
                  <a:lnTo>
                    <a:pt x="218" y="222"/>
                  </a:lnTo>
                  <a:lnTo>
                    <a:pt x="218" y="224"/>
                  </a:lnTo>
                  <a:lnTo>
                    <a:pt x="218" y="224"/>
                  </a:lnTo>
                  <a:lnTo>
                    <a:pt x="216" y="222"/>
                  </a:lnTo>
                  <a:lnTo>
                    <a:pt x="216" y="222"/>
                  </a:lnTo>
                  <a:lnTo>
                    <a:pt x="214" y="224"/>
                  </a:lnTo>
                  <a:lnTo>
                    <a:pt x="214" y="224"/>
                  </a:lnTo>
                  <a:lnTo>
                    <a:pt x="214" y="224"/>
                  </a:lnTo>
                  <a:lnTo>
                    <a:pt x="214" y="224"/>
                  </a:lnTo>
                  <a:lnTo>
                    <a:pt x="214" y="224"/>
                  </a:lnTo>
                  <a:lnTo>
                    <a:pt x="212" y="224"/>
                  </a:lnTo>
                  <a:lnTo>
                    <a:pt x="212" y="226"/>
                  </a:lnTo>
                  <a:lnTo>
                    <a:pt x="214" y="226"/>
                  </a:lnTo>
                  <a:lnTo>
                    <a:pt x="216" y="228"/>
                  </a:lnTo>
                  <a:lnTo>
                    <a:pt x="216" y="228"/>
                  </a:lnTo>
                  <a:lnTo>
                    <a:pt x="216" y="230"/>
                  </a:lnTo>
                  <a:lnTo>
                    <a:pt x="216" y="230"/>
                  </a:lnTo>
                  <a:lnTo>
                    <a:pt x="216" y="232"/>
                  </a:lnTo>
                  <a:lnTo>
                    <a:pt x="216" y="234"/>
                  </a:lnTo>
                  <a:lnTo>
                    <a:pt x="216" y="234"/>
                  </a:lnTo>
                  <a:lnTo>
                    <a:pt x="214" y="236"/>
                  </a:lnTo>
                  <a:lnTo>
                    <a:pt x="214" y="236"/>
                  </a:lnTo>
                  <a:lnTo>
                    <a:pt x="214" y="238"/>
                  </a:lnTo>
                  <a:lnTo>
                    <a:pt x="210" y="240"/>
                  </a:lnTo>
                  <a:lnTo>
                    <a:pt x="210" y="240"/>
                  </a:lnTo>
                  <a:lnTo>
                    <a:pt x="210" y="240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6" y="242"/>
                  </a:lnTo>
                  <a:lnTo>
                    <a:pt x="206" y="242"/>
                  </a:lnTo>
                  <a:lnTo>
                    <a:pt x="204" y="242"/>
                  </a:lnTo>
                  <a:lnTo>
                    <a:pt x="202" y="242"/>
                  </a:lnTo>
                  <a:lnTo>
                    <a:pt x="202" y="242"/>
                  </a:lnTo>
                  <a:lnTo>
                    <a:pt x="202" y="244"/>
                  </a:lnTo>
                  <a:lnTo>
                    <a:pt x="202" y="244"/>
                  </a:lnTo>
                  <a:lnTo>
                    <a:pt x="200" y="244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198" y="246"/>
                  </a:lnTo>
                  <a:lnTo>
                    <a:pt x="198" y="246"/>
                  </a:lnTo>
                  <a:lnTo>
                    <a:pt x="196" y="246"/>
                  </a:lnTo>
                  <a:lnTo>
                    <a:pt x="196" y="246"/>
                  </a:lnTo>
                  <a:lnTo>
                    <a:pt x="196" y="248"/>
                  </a:lnTo>
                  <a:lnTo>
                    <a:pt x="196" y="248"/>
                  </a:lnTo>
                  <a:lnTo>
                    <a:pt x="196" y="248"/>
                  </a:lnTo>
                  <a:lnTo>
                    <a:pt x="196" y="248"/>
                  </a:lnTo>
                  <a:lnTo>
                    <a:pt x="194" y="248"/>
                  </a:lnTo>
                  <a:lnTo>
                    <a:pt x="194" y="246"/>
                  </a:lnTo>
                  <a:lnTo>
                    <a:pt x="192" y="246"/>
                  </a:lnTo>
                  <a:lnTo>
                    <a:pt x="192" y="246"/>
                  </a:lnTo>
                  <a:lnTo>
                    <a:pt x="192" y="246"/>
                  </a:lnTo>
                  <a:lnTo>
                    <a:pt x="192" y="246"/>
                  </a:lnTo>
                  <a:lnTo>
                    <a:pt x="192" y="246"/>
                  </a:lnTo>
                  <a:lnTo>
                    <a:pt x="190" y="246"/>
                  </a:lnTo>
                  <a:lnTo>
                    <a:pt x="190" y="246"/>
                  </a:lnTo>
                  <a:lnTo>
                    <a:pt x="190" y="246"/>
                  </a:lnTo>
                  <a:lnTo>
                    <a:pt x="190" y="246"/>
                  </a:lnTo>
                  <a:lnTo>
                    <a:pt x="190" y="244"/>
                  </a:lnTo>
                  <a:lnTo>
                    <a:pt x="190" y="244"/>
                  </a:lnTo>
                  <a:lnTo>
                    <a:pt x="190" y="244"/>
                  </a:lnTo>
                  <a:lnTo>
                    <a:pt x="190" y="244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0" y="244"/>
                  </a:lnTo>
                  <a:lnTo>
                    <a:pt x="190" y="244"/>
                  </a:lnTo>
                  <a:lnTo>
                    <a:pt x="188" y="244"/>
                  </a:lnTo>
                  <a:lnTo>
                    <a:pt x="188" y="244"/>
                  </a:lnTo>
                  <a:lnTo>
                    <a:pt x="188" y="244"/>
                  </a:lnTo>
                  <a:lnTo>
                    <a:pt x="188" y="244"/>
                  </a:lnTo>
                  <a:lnTo>
                    <a:pt x="188" y="242"/>
                  </a:lnTo>
                  <a:lnTo>
                    <a:pt x="188" y="242"/>
                  </a:lnTo>
                  <a:lnTo>
                    <a:pt x="190" y="242"/>
                  </a:lnTo>
                  <a:lnTo>
                    <a:pt x="190" y="242"/>
                  </a:lnTo>
                  <a:lnTo>
                    <a:pt x="190" y="242"/>
                  </a:lnTo>
                  <a:lnTo>
                    <a:pt x="190" y="240"/>
                  </a:lnTo>
                  <a:lnTo>
                    <a:pt x="190" y="240"/>
                  </a:lnTo>
                  <a:lnTo>
                    <a:pt x="190" y="240"/>
                  </a:lnTo>
                  <a:lnTo>
                    <a:pt x="190" y="240"/>
                  </a:lnTo>
                  <a:lnTo>
                    <a:pt x="190" y="238"/>
                  </a:lnTo>
                  <a:lnTo>
                    <a:pt x="190" y="238"/>
                  </a:lnTo>
                  <a:lnTo>
                    <a:pt x="188" y="238"/>
                  </a:lnTo>
                  <a:lnTo>
                    <a:pt x="186" y="236"/>
                  </a:lnTo>
                  <a:lnTo>
                    <a:pt x="184" y="236"/>
                  </a:lnTo>
                  <a:lnTo>
                    <a:pt x="184" y="236"/>
                  </a:lnTo>
                  <a:lnTo>
                    <a:pt x="184" y="236"/>
                  </a:lnTo>
                  <a:lnTo>
                    <a:pt x="184" y="236"/>
                  </a:lnTo>
                  <a:lnTo>
                    <a:pt x="184" y="236"/>
                  </a:lnTo>
                  <a:lnTo>
                    <a:pt x="184" y="234"/>
                  </a:lnTo>
                  <a:lnTo>
                    <a:pt x="182" y="234"/>
                  </a:lnTo>
                  <a:lnTo>
                    <a:pt x="182" y="234"/>
                  </a:lnTo>
                  <a:lnTo>
                    <a:pt x="182" y="234"/>
                  </a:lnTo>
                  <a:lnTo>
                    <a:pt x="180" y="234"/>
                  </a:lnTo>
                  <a:lnTo>
                    <a:pt x="180" y="232"/>
                  </a:lnTo>
                  <a:lnTo>
                    <a:pt x="180" y="232"/>
                  </a:lnTo>
                  <a:lnTo>
                    <a:pt x="180" y="232"/>
                  </a:lnTo>
                  <a:lnTo>
                    <a:pt x="176" y="230"/>
                  </a:lnTo>
                  <a:lnTo>
                    <a:pt x="176" y="230"/>
                  </a:lnTo>
                  <a:lnTo>
                    <a:pt x="174" y="228"/>
                  </a:lnTo>
                  <a:lnTo>
                    <a:pt x="174" y="228"/>
                  </a:lnTo>
                  <a:lnTo>
                    <a:pt x="173" y="228"/>
                  </a:lnTo>
                  <a:lnTo>
                    <a:pt x="173" y="228"/>
                  </a:lnTo>
                  <a:lnTo>
                    <a:pt x="173" y="228"/>
                  </a:lnTo>
                  <a:lnTo>
                    <a:pt x="171" y="228"/>
                  </a:lnTo>
                  <a:lnTo>
                    <a:pt x="171" y="228"/>
                  </a:lnTo>
                  <a:lnTo>
                    <a:pt x="171" y="228"/>
                  </a:lnTo>
                  <a:lnTo>
                    <a:pt x="171" y="228"/>
                  </a:lnTo>
                  <a:lnTo>
                    <a:pt x="171" y="228"/>
                  </a:lnTo>
                  <a:lnTo>
                    <a:pt x="171" y="228"/>
                  </a:lnTo>
                  <a:lnTo>
                    <a:pt x="173" y="232"/>
                  </a:lnTo>
                  <a:lnTo>
                    <a:pt x="173" y="234"/>
                  </a:lnTo>
                  <a:lnTo>
                    <a:pt x="173" y="236"/>
                  </a:lnTo>
                  <a:lnTo>
                    <a:pt x="173" y="236"/>
                  </a:lnTo>
                  <a:lnTo>
                    <a:pt x="173" y="238"/>
                  </a:lnTo>
                  <a:lnTo>
                    <a:pt x="173" y="238"/>
                  </a:lnTo>
                  <a:lnTo>
                    <a:pt x="173" y="238"/>
                  </a:lnTo>
                  <a:lnTo>
                    <a:pt x="173" y="238"/>
                  </a:lnTo>
                  <a:lnTo>
                    <a:pt x="171" y="240"/>
                  </a:lnTo>
                  <a:lnTo>
                    <a:pt x="169" y="240"/>
                  </a:lnTo>
                  <a:lnTo>
                    <a:pt x="169" y="240"/>
                  </a:lnTo>
                  <a:lnTo>
                    <a:pt x="169" y="240"/>
                  </a:lnTo>
                  <a:lnTo>
                    <a:pt x="169" y="238"/>
                  </a:lnTo>
                  <a:lnTo>
                    <a:pt x="169" y="238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5" y="240"/>
                  </a:lnTo>
                  <a:lnTo>
                    <a:pt x="165" y="240"/>
                  </a:lnTo>
                  <a:lnTo>
                    <a:pt x="165" y="240"/>
                  </a:lnTo>
                  <a:lnTo>
                    <a:pt x="165" y="240"/>
                  </a:lnTo>
                  <a:lnTo>
                    <a:pt x="165" y="240"/>
                  </a:lnTo>
                  <a:lnTo>
                    <a:pt x="163" y="240"/>
                  </a:lnTo>
                  <a:lnTo>
                    <a:pt x="163" y="240"/>
                  </a:lnTo>
                  <a:lnTo>
                    <a:pt x="163" y="240"/>
                  </a:lnTo>
                  <a:lnTo>
                    <a:pt x="163" y="240"/>
                  </a:lnTo>
                  <a:lnTo>
                    <a:pt x="163" y="240"/>
                  </a:lnTo>
                  <a:lnTo>
                    <a:pt x="161" y="240"/>
                  </a:lnTo>
                  <a:lnTo>
                    <a:pt x="161" y="242"/>
                  </a:lnTo>
                  <a:lnTo>
                    <a:pt x="161" y="242"/>
                  </a:lnTo>
                  <a:lnTo>
                    <a:pt x="161" y="242"/>
                  </a:lnTo>
                  <a:lnTo>
                    <a:pt x="157" y="246"/>
                  </a:lnTo>
                  <a:lnTo>
                    <a:pt x="157" y="246"/>
                  </a:lnTo>
                  <a:lnTo>
                    <a:pt x="157" y="246"/>
                  </a:lnTo>
                  <a:lnTo>
                    <a:pt x="155" y="248"/>
                  </a:lnTo>
                  <a:lnTo>
                    <a:pt x="155" y="248"/>
                  </a:lnTo>
                  <a:lnTo>
                    <a:pt x="155" y="249"/>
                  </a:lnTo>
                  <a:lnTo>
                    <a:pt x="155" y="249"/>
                  </a:lnTo>
                  <a:lnTo>
                    <a:pt x="155" y="251"/>
                  </a:lnTo>
                  <a:lnTo>
                    <a:pt x="155" y="251"/>
                  </a:lnTo>
                  <a:lnTo>
                    <a:pt x="155" y="251"/>
                  </a:lnTo>
                  <a:lnTo>
                    <a:pt x="153" y="251"/>
                  </a:lnTo>
                  <a:lnTo>
                    <a:pt x="153" y="251"/>
                  </a:lnTo>
                  <a:lnTo>
                    <a:pt x="153" y="251"/>
                  </a:lnTo>
                  <a:lnTo>
                    <a:pt x="153" y="251"/>
                  </a:lnTo>
                  <a:lnTo>
                    <a:pt x="153" y="253"/>
                  </a:lnTo>
                  <a:lnTo>
                    <a:pt x="153" y="253"/>
                  </a:lnTo>
                  <a:lnTo>
                    <a:pt x="153" y="253"/>
                  </a:lnTo>
                  <a:lnTo>
                    <a:pt x="153" y="253"/>
                  </a:lnTo>
                  <a:lnTo>
                    <a:pt x="151" y="255"/>
                  </a:lnTo>
                  <a:lnTo>
                    <a:pt x="151" y="255"/>
                  </a:lnTo>
                  <a:lnTo>
                    <a:pt x="151" y="255"/>
                  </a:lnTo>
                  <a:lnTo>
                    <a:pt x="151" y="255"/>
                  </a:lnTo>
                  <a:lnTo>
                    <a:pt x="151" y="257"/>
                  </a:lnTo>
                  <a:lnTo>
                    <a:pt x="151" y="257"/>
                  </a:lnTo>
                  <a:lnTo>
                    <a:pt x="151" y="257"/>
                  </a:lnTo>
                  <a:lnTo>
                    <a:pt x="151" y="257"/>
                  </a:lnTo>
                  <a:lnTo>
                    <a:pt x="151" y="259"/>
                  </a:lnTo>
                  <a:lnTo>
                    <a:pt x="151" y="259"/>
                  </a:lnTo>
                  <a:lnTo>
                    <a:pt x="149" y="259"/>
                  </a:lnTo>
                  <a:lnTo>
                    <a:pt x="149" y="261"/>
                  </a:lnTo>
                  <a:lnTo>
                    <a:pt x="149" y="263"/>
                  </a:lnTo>
                  <a:lnTo>
                    <a:pt x="147" y="263"/>
                  </a:lnTo>
                  <a:lnTo>
                    <a:pt x="147" y="263"/>
                  </a:lnTo>
                  <a:lnTo>
                    <a:pt x="147" y="261"/>
                  </a:lnTo>
                  <a:lnTo>
                    <a:pt x="145" y="261"/>
                  </a:lnTo>
                  <a:lnTo>
                    <a:pt x="141" y="261"/>
                  </a:lnTo>
                  <a:lnTo>
                    <a:pt x="139" y="261"/>
                  </a:lnTo>
                  <a:lnTo>
                    <a:pt x="137" y="261"/>
                  </a:lnTo>
                  <a:lnTo>
                    <a:pt x="127" y="251"/>
                  </a:lnTo>
                  <a:lnTo>
                    <a:pt x="123" y="249"/>
                  </a:lnTo>
                  <a:lnTo>
                    <a:pt x="120" y="249"/>
                  </a:lnTo>
                  <a:lnTo>
                    <a:pt x="120" y="249"/>
                  </a:lnTo>
                  <a:lnTo>
                    <a:pt x="118" y="251"/>
                  </a:lnTo>
                  <a:lnTo>
                    <a:pt x="112" y="257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08" y="257"/>
                  </a:lnTo>
                  <a:lnTo>
                    <a:pt x="108" y="255"/>
                  </a:lnTo>
                  <a:lnTo>
                    <a:pt x="108" y="253"/>
                  </a:lnTo>
                  <a:lnTo>
                    <a:pt x="108" y="251"/>
                  </a:lnTo>
                  <a:lnTo>
                    <a:pt x="108" y="249"/>
                  </a:lnTo>
                  <a:lnTo>
                    <a:pt x="108" y="248"/>
                  </a:lnTo>
                  <a:lnTo>
                    <a:pt x="104" y="244"/>
                  </a:lnTo>
                  <a:lnTo>
                    <a:pt x="104" y="244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0"/>
                  </a:lnTo>
                  <a:lnTo>
                    <a:pt x="102" y="238"/>
                  </a:lnTo>
                  <a:lnTo>
                    <a:pt x="102" y="238"/>
                  </a:lnTo>
                  <a:lnTo>
                    <a:pt x="100" y="236"/>
                  </a:lnTo>
                  <a:lnTo>
                    <a:pt x="100" y="236"/>
                  </a:lnTo>
                  <a:lnTo>
                    <a:pt x="98" y="232"/>
                  </a:lnTo>
                  <a:lnTo>
                    <a:pt x="96" y="224"/>
                  </a:lnTo>
                  <a:lnTo>
                    <a:pt x="94" y="218"/>
                  </a:lnTo>
                  <a:lnTo>
                    <a:pt x="92" y="214"/>
                  </a:lnTo>
                  <a:lnTo>
                    <a:pt x="86" y="200"/>
                  </a:lnTo>
                  <a:lnTo>
                    <a:pt x="86" y="198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2" y="194"/>
                  </a:lnTo>
                  <a:lnTo>
                    <a:pt x="82" y="191"/>
                  </a:lnTo>
                  <a:lnTo>
                    <a:pt x="82" y="191"/>
                  </a:lnTo>
                  <a:lnTo>
                    <a:pt x="82" y="189"/>
                  </a:lnTo>
                  <a:lnTo>
                    <a:pt x="82" y="189"/>
                  </a:lnTo>
                  <a:lnTo>
                    <a:pt x="80" y="187"/>
                  </a:lnTo>
                  <a:lnTo>
                    <a:pt x="78" y="187"/>
                  </a:lnTo>
                  <a:lnTo>
                    <a:pt x="78" y="185"/>
                  </a:lnTo>
                  <a:lnTo>
                    <a:pt x="76" y="179"/>
                  </a:lnTo>
                  <a:lnTo>
                    <a:pt x="76" y="177"/>
                  </a:lnTo>
                  <a:lnTo>
                    <a:pt x="74" y="177"/>
                  </a:lnTo>
                  <a:lnTo>
                    <a:pt x="74" y="175"/>
                  </a:lnTo>
                  <a:lnTo>
                    <a:pt x="71" y="171"/>
                  </a:lnTo>
                  <a:lnTo>
                    <a:pt x="57" y="163"/>
                  </a:lnTo>
                  <a:lnTo>
                    <a:pt x="57" y="161"/>
                  </a:lnTo>
                  <a:lnTo>
                    <a:pt x="57" y="161"/>
                  </a:lnTo>
                  <a:lnTo>
                    <a:pt x="53" y="159"/>
                  </a:lnTo>
                  <a:lnTo>
                    <a:pt x="53" y="157"/>
                  </a:lnTo>
                  <a:lnTo>
                    <a:pt x="53" y="155"/>
                  </a:lnTo>
                  <a:lnTo>
                    <a:pt x="53" y="153"/>
                  </a:lnTo>
                  <a:lnTo>
                    <a:pt x="51" y="149"/>
                  </a:lnTo>
                  <a:lnTo>
                    <a:pt x="51" y="147"/>
                  </a:lnTo>
                  <a:lnTo>
                    <a:pt x="51" y="147"/>
                  </a:lnTo>
                  <a:lnTo>
                    <a:pt x="51" y="145"/>
                  </a:lnTo>
                  <a:lnTo>
                    <a:pt x="51" y="145"/>
                  </a:lnTo>
                  <a:lnTo>
                    <a:pt x="49" y="145"/>
                  </a:lnTo>
                  <a:lnTo>
                    <a:pt x="49" y="143"/>
                  </a:lnTo>
                  <a:lnTo>
                    <a:pt x="47" y="143"/>
                  </a:lnTo>
                  <a:lnTo>
                    <a:pt x="47" y="140"/>
                  </a:lnTo>
                  <a:lnTo>
                    <a:pt x="47" y="140"/>
                  </a:lnTo>
                  <a:lnTo>
                    <a:pt x="47" y="140"/>
                  </a:lnTo>
                  <a:lnTo>
                    <a:pt x="47" y="140"/>
                  </a:lnTo>
                  <a:lnTo>
                    <a:pt x="47" y="138"/>
                  </a:lnTo>
                  <a:lnTo>
                    <a:pt x="47" y="138"/>
                  </a:lnTo>
                  <a:lnTo>
                    <a:pt x="47" y="138"/>
                  </a:lnTo>
                  <a:lnTo>
                    <a:pt x="47" y="138"/>
                  </a:lnTo>
                  <a:lnTo>
                    <a:pt x="45" y="134"/>
                  </a:lnTo>
                  <a:lnTo>
                    <a:pt x="45" y="132"/>
                  </a:lnTo>
                  <a:lnTo>
                    <a:pt x="45" y="132"/>
                  </a:lnTo>
                  <a:lnTo>
                    <a:pt x="43" y="130"/>
                  </a:lnTo>
                  <a:lnTo>
                    <a:pt x="43" y="128"/>
                  </a:lnTo>
                  <a:lnTo>
                    <a:pt x="43" y="130"/>
                  </a:lnTo>
                  <a:lnTo>
                    <a:pt x="43" y="132"/>
                  </a:lnTo>
                  <a:lnTo>
                    <a:pt x="43" y="134"/>
                  </a:lnTo>
                  <a:lnTo>
                    <a:pt x="43" y="136"/>
                  </a:lnTo>
                  <a:lnTo>
                    <a:pt x="41" y="136"/>
                  </a:lnTo>
                  <a:lnTo>
                    <a:pt x="39" y="136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35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1" y="130"/>
                  </a:lnTo>
                  <a:lnTo>
                    <a:pt x="31" y="130"/>
                  </a:lnTo>
                  <a:lnTo>
                    <a:pt x="31" y="130"/>
                  </a:lnTo>
                  <a:lnTo>
                    <a:pt x="29" y="128"/>
                  </a:lnTo>
                  <a:lnTo>
                    <a:pt x="29" y="128"/>
                  </a:lnTo>
                  <a:lnTo>
                    <a:pt x="29" y="126"/>
                  </a:lnTo>
                  <a:lnTo>
                    <a:pt x="27" y="128"/>
                  </a:lnTo>
                  <a:lnTo>
                    <a:pt x="27" y="126"/>
                  </a:lnTo>
                  <a:lnTo>
                    <a:pt x="27" y="126"/>
                  </a:lnTo>
                  <a:lnTo>
                    <a:pt x="27" y="124"/>
                  </a:lnTo>
                  <a:lnTo>
                    <a:pt x="25" y="122"/>
                  </a:lnTo>
                  <a:lnTo>
                    <a:pt x="25" y="120"/>
                  </a:lnTo>
                  <a:lnTo>
                    <a:pt x="23" y="120"/>
                  </a:lnTo>
                  <a:lnTo>
                    <a:pt x="23" y="116"/>
                  </a:lnTo>
                  <a:lnTo>
                    <a:pt x="23" y="112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6"/>
                  </a:lnTo>
                  <a:lnTo>
                    <a:pt x="23" y="100"/>
                  </a:lnTo>
                  <a:lnTo>
                    <a:pt x="22" y="98"/>
                  </a:lnTo>
                  <a:lnTo>
                    <a:pt x="22" y="98"/>
                  </a:lnTo>
                  <a:lnTo>
                    <a:pt x="20" y="98"/>
                  </a:lnTo>
                  <a:lnTo>
                    <a:pt x="20" y="96"/>
                  </a:lnTo>
                  <a:lnTo>
                    <a:pt x="20" y="96"/>
                  </a:lnTo>
                  <a:lnTo>
                    <a:pt x="18" y="94"/>
                  </a:lnTo>
                  <a:lnTo>
                    <a:pt x="18" y="92"/>
                  </a:lnTo>
                  <a:lnTo>
                    <a:pt x="14" y="90"/>
                  </a:lnTo>
                  <a:lnTo>
                    <a:pt x="10" y="85"/>
                  </a:lnTo>
                  <a:lnTo>
                    <a:pt x="8" y="85"/>
                  </a:lnTo>
                  <a:lnTo>
                    <a:pt x="8" y="85"/>
                  </a:lnTo>
                  <a:lnTo>
                    <a:pt x="6" y="83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2" y="81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2" y="75"/>
                  </a:lnTo>
                  <a:lnTo>
                    <a:pt x="6" y="77"/>
                  </a:lnTo>
                  <a:lnTo>
                    <a:pt x="8" y="77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12" y="77"/>
                  </a:lnTo>
                  <a:lnTo>
                    <a:pt x="12" y="77"/>
                  </a:lnTo>
                  <a:lnTo>
                    <a:pt x="14" y="77"/>
                  </a:lnTo>
                  <a:lnTo>
                    <a:pt x="14" y="77"/>
                  </a:lnTo>
                  <a:lnTo>
                    <a:pt x="16" y="77"/>
                  </a:lnTo>
                  <a:lnTo>
                    <a:pt x="18" y="77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0" y="73"/>
                  </a:lnTo>
                  <a:lnTo>
                    <a:pt x="12" y="73"/>
                  </a:lnTo>
                  <a:lnTo>
                    <a:pt x="12" y="71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4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6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2" y="65"/>
                  </a:lnTo>
                  <a:lnTo>
                    <a:pt x="10" y="67"/>
                  </a:lnTo>
                  <a:lnTo>
                    <a:pt x="8" y="67"/>
                  </a:lnTo>
                  <a:lnTo>
                    <a:pt x="8" y="67"/>
                  </a:lnTo>
                  <a:lnTo>
                    <a:pt x="10" y="65"/>
                  </a:lnTo>
                  <a:lnTo>
                    <a:pt x="12" y="63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2" y="65"/>
                  </a:lnTo>
                  <a:lnTo>
                    <a:pt x="27" y="73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29" y="77"/>
                  </a:lnTo>
                  <a:lnTo>
                    <a:pt x="29" y="77"/>
                  </a:lnTo>
                  <a:lnTo>
                    <a:pt x="27" y="77"/>
                  </a:lnTo>
                  <a:lnTo>
                    <a:pt x="27" y="77"/>
                  </a:lnTo>
                  <a:lnTo>
                    <a:pt x="27" y="79"/>
                  </a:lnTo>
                  <a:lnTo>
                    <a:pt x="27" y="79"/>
                  </a:lnTo>
                  <a:lnTo>
                    <a:pt x="27" y="81"/>
                  </a:lnTo>
                  <a:lnTo>
                    <a:pt x="25" y="81"/>
                  </a:lnTo>
                  <a:lnTo>
                    <a:pt x="25" y="79"/>
                  </a:lnTo>
                  <a:lnTo>
                    <a:pt x="23" y="79"/>
                  </a:lnTo>
                  <a:lnTo>
                    <a:pt x="23" y="81"/>
                  </a:lnTo>
                  <a:lnTo>
                    <a:pt x="23" y="81"/>
                  </a:lnTo>
                  <a:lnTo>
                    <a:pt x="23" y="81"/>
                  </a:lnTo>
                  <a:lnTo>
                    <a:pt x="25" y="83"/>
                  </a:lnTo>
                  <a:lnTo>
                    <a:pt x="25" y="83"/>
                  </a:lnTo>
                  <a:lnTo>
                    <a:pt x="29" y="83"/>
                  </a:lnTo>
                  <a:lnTo>
                    <a:pt x="31" y="83"/>
                  </a:lnTo>
                  <a:lnTo>
                    <a:pt x="31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7" y="85"/>
                  </a:lnTo>
                  <a:lnTo>
                    <a:pt x="35" y="83"/>
                  </a:lnTo>
                  <a:lnTo>
                    <a:pt x="35" y="81"/>
                  </a:lnTo>
                  <a:lnTo>
                    <a:pt x="33" y="81"/>
                  </a:lnTo>
                  <a:lnTo>
                    <a:pt x="31" y="79"/>
                  </a:lnTo>
                  <a:lnTo>
                    <a:pt x="31" y="79"/>
                  </a:lnTo>
                  <a:lnTo>
                    <a:pt x="29" y="79"/>
                  </a:lnTo>
                  <a:lnTo>
                    <a:pt x="29" y="77"/>
                  </a:lnTo>
                  <a:lnTo>
                    <a:pt x="31" y="77"/>
                  </a:lnTo>
                  <a:lnTo>
                    <a:pt x="39" y="81"/>
                  </a:lnTo>
                  <a:lnTo>
                    <a:pt x="39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5" y="83"/>
                  </a:lnTo>
                  <a:lnTo>
                    <a:pt x="47" y="83"/>
                  </a:lnTo>
                  <a:lnTo>
                    <a:pt x="49" y="81"/>
                  </a:lnTo>
                  <a:lnTo>
                    <a:pt x="49" y="83"/>
                  </a:lnTo>
                  <a:lnTo>
                    <a:pt x="47" y="83"/>
                  </a:lnTo>
                  <a:lnTo>
                    <a:pt x="47" y="83"/>
                  </a:lnTo>
                  <a:lnTo>
                    <a:pt x="49" y="83"/>
                  </a:lnTo>
                  <a:lnTo>
                    <a:pt x="49" y="83"/>
                  </a:lnTo>
                  <a:lnTo>
                    <a:pt x="49" y="85"/>
                  </a:lnTo>
                  <a:lnTo>
                    <a:pt x="51" y="85"/>
                  </a:lnTo>
                  <a:lnTo>
                    <a:pt x="51" y="85"/>
                  </a:lnTo>
                  <a:lnTo>
                    <a:pt x="51" y="85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9" y="87"/>
                  </a:lnTo>
                  <a:lnTo>
                    <a:pt x="49" y="88"/>
                  </a:lnTo>
                  <a:lnTo>
                    <a:pt x="51" y="88"/>
                  </a:lnTo>
                  <a:lnTo>
                    <a:pt x="51" y="87"/>
                  </a:lnTo>
                  <a:lnTo>
                    <a:pt x="53" y="87"/>
                  </a:lnTo>
                  <a:lnTo>
                    <a:pt x="53" y="87"/>
                  </a:lnTo>
                  <a:lnTo>
                    <a:pt x="53" y="87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88"/>
                  </a:lnTo>
                  <a:lnTo>
                    <a:pt x="57" y="88"/>
                  </a:lnTo>
                  <a:lnTo>
                    <a:pt x="57" y="88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3"/>
                  </a:lnTo>
                  <a:lnTo>
                    <a:pt x="59" y="81"/>
                  </a:lnTo>
                  <a:lnTo>
                    <a:pt x="59" y="81"/>
                  </a:lnTo>
                  <a:lnTo>
                    <a:pt x="59" y="79"/>
                  </a:lnTo>
                  <a:lnTo>
                    <a:pt x="59" y="81"/>
                  </a:lnTo>
                  <a:lnTo>
                    <a:pt x="61" y="81"/>
                  </a:lnTo>
                  <a:lnTo>
                    <a:pt x="61" y="81"/>
                  </a:lnTo>
                  <a:lnTo>
                    <a:pt x="61" y="81"/>
                  </a:lnTo>
                  <a:lnTo>
                    <a:pt x="61" y="81"/>
                  </a:lnTo>
                  <a:lnTo>
                    <a:pt x="59" y="79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61" y="73"/>
                  </a:lnTo>
                  <a:lnTo>
                    <a:pt x="63" y="73"/>
                  </a:lnTo>
                  <a:lnTo>
                    <a:pt x="63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9"/>
                  </a:lnTo>
                  <a:lnTo>
                    <a:pt x="59" y="69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9" y="73"/>
                  </a:lnTo>
                  <a:lnTo>
                    <a:pt x="59" y="73"/>
                  </a:lnTo>
                  <a:lnTo>
                    <a:pt x="59" y="73"/>
                  </a:lnTo>
                  <a:lnTo>
                    <a:pt x="59" y="73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9" y="75"/>
                  </a:lnTo>
                  <a:lnTo>
                    <a:pt x="57" y="75"/>
                  </a:lnTo>
                  <a:lnTo>
                    <a:pt x="57" y="79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3" y="81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5" y="77"/>
                  </a:lnTo>
                  <a:lnTo>
                    <a:pt x="55" y="75"/>
                  </a:lnTo>
                  <a:lnTo>
                    <a:pt x="57" y="69"/>
                  </a:lnTo>
                  <a:lnTo>
                    <a:pt x="59" y="67"/>
                  </a:lnTo>
                  <a:lnTo>
                    <a:pt x="59" y="65"/>
                  </a:lnTo>
                  <a:lnTo>
                    <a:pt x="61" y="65"/>
                  </a:lnTo>
                  <a:lnTo>
                    <a:pt x="61" y="63"/>
                  </a:lnTo>
                  <a:lnTo>
                    <a:pt x="61" y="63"/>
                  </a:lnTo>
                  <a:lnTo>
                    <a:pt x="63" y="65"/>
                  </a:lnTo>
                  <a:lnTo>
                    <a:pt x="61" y="65"/>
                  </a:lnTo>
                  <a:lnTo>
                    <a:pt x="61" y="65"/>
                  </a:lnTo>
                  <a:lnTo>
                    <a:pt x="61" y="67"/>
                  </a:lnTo>
                  <a:lnTo>
                    <a:pt x="61" y="67"/>
                  </a:lnTo>
                  <a:lnTo>
                    <a:pt x="63" y="69"/>
                  </a:lnTo>
                  <a:lnTo>
                    <a:pt x="63" y="69"/>
                  </a:lnTo>
                  <a:lnTo>
                    <a:pt x="63" y="67"/>
                  </a:lnTo>
                  <a:lnTo>
                    <a:pt x="63" y="69"/>
                  </a:lnTo>
                  <a:lnTo>
                    <a:pt x="65" y="69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3" y="65"/>
                  </a:lnTo>
                  <a:lnTo>
                    <a:pt x="63" y="65"/>
                  </a:lnTo>
                  <a:lnTo>
                    <a:pt x="65" y="65"/>
                  </a:lnTo>
                  <a:lnTo>
                    <a:pt x="69" y="63"/>
                  </a:lnTo>
                  <a:lnTo>
                    <a:pt x="72" y="63"/>
                  </a:lnTo>
                  <a:lnTo>
                    <a:pt x="72" y="63"/>
                  </a:lnTo>
                  <a:lnTo>
                    <a:pt x="72" y="63"/>
                  </a:lnTo>
                  <a:lnTo>
                    <a:pt x="74" y="61"/>
                  </a:lnTo>
                  <a:lnTo>
                    <a:pt x="76" y="59"/>
                  </a:lnTo>
                  <a:lnTo>
                    <a:pt x="78" y="57"/>
                  </a:lnTo>
                  <a:lnTo>
                    <a:pt x="82" y="51"/>
                  </a:lnTo>
                  <a:lnTo>
                    <a:pt x="84" y="49"/>
                  </a:lnTo>
                  <a:lnTo>
                    <a:pt x="86" y="47"/>
                  </a:lnTo>
                  <a:lnTo>
                    <a:pt x="88" y="45"/>
                  </a:lnTo>
                  <a:lnTo>
                    <a:pt x="92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2" y="47"/>
                  </a:lnTo>
                  <a:lnTo>
                    <a:pt x="90" y="47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9"/>
                  </a:lnTo>
                  <a:lnTo>
                    <a:pt x="92" y="49"/>
                  </a:lnTo>
                  <a:lnTo>
                    <a:pt x="92" y="49"/>
                  </a:lnTo>
                  <a:lnTo>
                    <a:pt x="90" y="51"/>
                  </a:lnTo>
                  <a:lnTo>
                    <a:pt x="90" y="51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4" y="59"/>
                  </a:lnTo>
                  <a:lnTo>
                    <a:pt x="84" y="61"/>
                  </a:lnTo>
                  <a:lnTo>
                    <a:pt x="84" y="61"/>
                  </a:lnTo>
                  <a:lnTo>
                    <a:pt x="84" y="63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86" y="59"/>
                  </a:lnTo>
                  <a:lnTo>
                    <a:pt x="88" y="59"/>
                  </a:lnTo>
                  <a:lnTo>
                    <a:pt x="90" y="55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92" y="53"/>
                  </a:lnTo>
                  <a:lnTo>
                    <a:pt x="94" y="53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8" y="49"/>
                  </a:lnTo>
                  <a:lnTo>
                    <a:pt x="98" y="45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6" y="49"/>
                  </a:lnTo>
                  <a:lnTo>
                    <a:pt x="106" y="51"/>
                  </a:lnTo>
                  <a:lnTo>
                    <a:pt x="108" y="55"/>
                  </a:lnTo>
                  <a:lnTo>
                    <a:pt x="108" y="55"/>
                  </a:lnTo>
                  <a:lnTo>
                    <a:pt x="110" y="55"/>
                  </a:lnTo>
                  <a:lnTo>
                    <a:pt x="112" y="57"/>
                  </a:lnTo>
                  <a:lnTo>
                    <a:pt x="112" y="57"/>
                  </a:lnTo>
                  <a:lnTo>
                    <a:pt x="112" y="57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5"/>
                  </a:lnTo>
                  <a:lnTo>
                    <a:pt x="118" y="55"/>
                  </a:lnTo>
                  <a:lnTo>
                    <a:pt x="118" y="53"/>
                  </a:lnTo>
                  <a:lnTo>
                    <a:pt x="118" y="53"/>
                  </a:lnTo>
                  <a:lnTo>
                    <a:pt x="108" y="41"/>
                  </a:lnTo>
                  <a:lnTo>
                    <a:pt x="108" y="39"/>
                  </a:lnTo>
                  <a:lnTo>
                    <a:pt x="108" y="37"/>
                  </a:lnTo>
                  <a:lnTo>
                    <a:pt x="108" y="35"/>
                  </a:lnTo>
                  <a:lnTo>
                    <a:pt x="108" y="35"/>
                  </a:lnTo>
                  <a:lnTo>
                    <a:pt x="106" y="33"/>
                  </a:lnTo>
                  <a:lnTo>
                    <a:pt x="104" y="28"/>
                  </a:lnTo>
                  <a:lnTo>
                    <a:pt x="104" y="26"/>
                  </a:lnTo>
                  <a:lnTo>
                    <a:pt x="102" y="24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6"/>
                  </a:lnTo>
                  <a:lnTo>
                    <a:pt x="100" y="26"/>
                  </a:lnTo>
                  <a:lnTo>
                    <a:pt x="98" y="26"/>
                  </a:lnTo>
                  <a:lnTo>
                    <a:pt x="96" y="26"/>
                  </a:lnTo>
                  <a:lnTo>
                    <a:pt x="96" y="20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4" y="14"/>
                  </a:lnTo>
                  <a:lnTo>
                    <a:pt x="94" y="12"/>
                  </a:lnTo>
                  <a:lnTo>
                    <a:pt x="94" y="10"/>
                  </a:lnTo>
                  <a:lnTo>
                    <a:pt x="94" y="6"/>
                  </a:lnTo>
                  <a:lnTo>
                    <a:pt x="94" y="4"/>
                  </a:lnTo>
                  <a:lnTo>
                    <a:pt x="94" y="2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1173163" y="3584575"/>
              <a:ext cx="160338" cy="93663"/>
            </a:xfrm>
            <a:custGeom>
              <a:avLst/>
              <a:gdLst>
                <a:gd name="T0" fmla="*/ 35 w 202"/>
                <a:gd name="T1" fmla="*/ 8 h 120"/>
                <a:gd name="T2" fmla="*/ 39 w 202"/>
                <a:gd name="T3" fmla="*/ 8 h 120"/>
                <a:gd name="T4" fmla="*/ 55 w 202"/>
                <a:gd name="T5" fmla="*/ 12 h 120"/>
                <a:gd name="T6" fmla="*/ 69 w 202"/>
                <a:gd name="T7" fmla="*/ 8 h 120"/>
                <a:gd name="T8" fmla="*/ 84 w 202"/>
                <a:gd name="T9" fmla="*/ 22 h 120"/>
                <a:gd name="T10" fmla="*/ 94 w 202"/>
                <a:gd name="T11" fmla="*/ 32 h 120"/>
                <a:gd name="T12" fmla="*/ 98 w 202"/>
                <a:gd name="T13" fmla="*/ 37 h 120"/>
                <a:gd name="T14" fmla="*/ 108 w 202"/>
                <a:gd name="T15" fmla="*/ 53 h 120"/>
                <a:gd name="T16" fmla="*/ 120 w 202"/>
                <a:gd name="T17" fmla="*/ 57 h 120"/>
                <a:gd name="T18" fmla="*/ 116 w 202"/>
                <a:gd name="T19" fmla="*/ 63 h 120"/>
                <a:gd name="T20" fmla="*/ 135 w 202"/>
                <a:gd name="T21" fmla="*/ 69 h 120"/>
                <a:gd name="T22" fmla="*/ 137 w 202"/>
                <a:gd name="T23" fmla="*/ 61 h 120"/>
                <a:gd name="T24" fmla="*/ 139 w 202"/>
                <a:gd name="T25" fmla="*/ 53 h 120"/>
                <a:gd name="T26" fmla="*/ 147 w 202"/>
                <a:gd name="T27" fmla="*/ 49 h 120"/>
                <a:gd name="T28" fmla="*/ 157 w 202"/>
                <a:gd name="T29" fmla="*/ 43 h 120"/>
                <a:gd name="T30" fmla="*/ 163 w 202"/>
                <a:gd name="T31" fmla="*/ 39 h 120"/>
                <a:gd name="T32" fmla="*/ 173 w 202"/>
                <a:gd name="T33" fmla="*/ 32 h 120"/>
                <a:gd name="T34" fmla="*/ 181 w 202"/>
                <a:gd name="T35" fmla="*/ 30 h 120"/>
                <a:gd name="T36" fmla="*/ 179 w 202"/>
                <a:gd name="T37" fmla="*/ 33 h 120"/>
                <a:gd name="T38" fmla="*/ 175 w 202"/>
                <a:gd name="T39" fmla="*/ 41 h 120"/>
                <a:gd name="T40" fmla="*/ 186 w 202"/>
                <a:gd name="T41" fmla="*/ 45 h 120"/>
                <a:gd name="T42" fmla="*/ 192 w 202"/>
                <a:gd name="T43" fmla="*/ 49 h 120"/>
                <a:gd name="T44" fmla="*/ 200 w 202"/>
                <a:gd name="T45" fmla="*/ 47 h 120"/>
                <a:gd name="T46" fmla="*/ 202 w 202"/>
                <a:gd name="T47" fmla="*/ 61 h 120"/>
                <a:gd name="T48" fmla="*/ 198 w 202"/>
                <a:gd name="T49" fmla="*/ 75 h 120"/>
                <a:gd name="T50" fmla="*/ 200 w 202"/>
                <a:gd name="T51" fmla="*/ 83 h 120"/>
                <a:gd name="T52" fmla="*/ 200 w 202"/>
                <a:gd name="T53" fmla="*/ 90 h 120"/>
                <a:gd name="T54" fmla="*/ 196 w 202"/>
                <a:gd name="T55" fmla="*/ 96 h 120"/>
                <a:gd name="T56" fmla="*/ 194 w 202"/>
                <a:gd name="T57" fmla="*/ 106 h 120"/>
                <a:gd name="T58" fmla="*/ 171 w 202"/>
                <a:gd name="T59" fmla="*/ 104 h 120"/>
                <a:gd name="T60" fmla="*/ 149 w 202"/>
                <a:gd name="T61" fmla="*/ 116 h 120"/>
                <a:gd name="T62" fmla="*/ 132 w 202"/>
                <a:gd name="T63" fmla="*/ 116 h 120"/>
                <a:gd name="T64" fmla="*/ 110 w 202"/>
                <a:gd name="T65" fmla="*/ 104 h 120"/>
                <a:gd name="T66" fmla="*/ 100 w 202"/>
                <a:gd name="T67" fmla="*/ 106 h 120"/>
                <a:gd name="T68" fmla="*/ 100 w 202"/>
                <a:gd name="T69" fmla="*/ 120 h 120"/>
                <a:gd name="T70" fmla="*/ 88 w 202"/>
                <a:gd name="T71" fmla="*/ 116 h 120"/>
                <a:gd name="T72" fmla="*/ 79 w 202"/>
                <a:gd name="T73" fmla="*/ 108 h 120"/>
                <a:gd name="T74" fmla="*/ 67 w 202"/>
                <a:gd name="T75" fmla="*/ 98 h 120"/>
                <a:gd name="T76" fmla="*/ 69 w 202"/>
                <a:gd name="T77" fmla="*/ 90 h 120"/>
                <a:gd name="T78" fmla="*/ 47 w 202"/>
                <a:gd name="T79" fmla="*/ 75 h 120"/>
                <a:gd name="T80" fmla="*/ 35 w 202"/>
                <a:gd name="T81" fmla="*/ 81 h 120"/>
                <a:gd name="T82" fmla="*/ 33 w 202"/>
                <a:gd name="T83" fmla="*/ 83 h 120"/>
                <a:gd name="T84" fmla="*/ 26 w 202"/>
                <a:gd name="T85" fmla="*/ 85 h 120"/>
                <a:gd name="T86" fmla="*/ 20 w 202"/>
                <a:gd name="T87" fmla="*/ 81 h 120"/>
                <a:gd name="T88" fmla="*/ 18 w 202"/>
                <a:gd name="T89" fmla="*/ 81 h 120"/>
                <a:gd name="T90" fmla="*/ 10 w 202"/>
                <a:gd name="T91" fmla="*/ 79 h 120"/>
                <a:gd name="T92" fmla="*/ 8 w 202"/>
                <a:gd name="T93" fmla="*/ 83 h 120"/>
                <a:gd name="T94" fmla="*/ 10 w 202"/>
                <a:gd name="T95" fmla="*/ 67 h 120"/>
                <a:gd name="T96" fmla="*/ 8 w 202"/>
                <a:gd name="T97" fmla="*/ 51 h 120"/>
                <a:gd name="T98" fmla="*/ 14 w 202"/>
                <a:gd name="T99" fmla="*/ 55 h 120"/>
                <a:gd name="T100" fmla="*/ 18 w 202"/>
                <a:gd name="T101" fmla="*/ 55 h 120"/>
                <a:gd name="T102" fmla="*/ 18 w 202"/>
                <a:gd name="T103" fmla="*/ 43 h 120"/>
                <a:gd name="T104" fmla="*/ 8 w 202"/>
                <a:gd name="T105" fmla="*/ 47 h 120"/>
                <a:gd name="T106" fmla="*/ 10 w 202"/>
                <a:gd name="T107" fmla="*/ 43 h 120"/>
                <a:gd name="T108" fmla="*/ 30 w 202"/>
                <a:gd name="T109" fmla="*/ 37 h 120"/>
                <a:gd name="T110" fmla="*/ 30 w 202"/>
                <a:gd name="T111" fmla="*/ 28 h 120"/>
                <a:gd name="T112" fmla="*/ 33 w 202"/>
                <a:gd name="T113" fmla="*/ 26 h 120"/>
                <a:gd name="T114" fmla="*/ 35 w 202"/>
                <a:gd name="T115" fmla="*/ 22 h 120"/>
                <a:gd name="T116" fmla="*/ 37 w 202"/>
                <a:gd name="T117" fmla="*/ 14 h 120"/>
                <a:gd name="T118" fmla="*/ 32 w 202"/>
                <a:gd name="T119" fmla="*/ 1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2" h="120">
                  <a:moveTo>
                    <a:pt x="33" y="4"/>
                  </a:moveTo>
                  <a:lnTo>
                    <a:pt x="33" y="4"/>
                  </a:lnTo>
                  <a:lnTo>
                    <a:pt x="33" y="4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close/>
                  <a:moveTo>
                    <a:pt x="35" y="0"/>
                  </a:moveTo>
                  <a:lnTo>
                    <a:pt x="37" y="4"/>
                  </a:lnTo>
                  <a:lnTo>
                    <a:pt x="37" y="4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9" y="10"/>
                  </a:lnTo>
                  <a:lnTo>
                    <a:pt x="55" y="12"/>
                  </a:lnTo>
                  <a:lnTo>
                    <a:pt x="55" y="14"/>
                  </a:lnTo>
                  <a:lnTo>
                    <a:pt x="57" y="14"/>
                  </a:lnTo>
                  <a:lnTo>
                    <a:pt x="57" y="16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5" y="8"/>
                  </a:lnTo>
                  <a:lnTo>
                    <a:pt x="65" y="8"/>
                  </a:lnTo>
                  <a:lnTo>
                    <a:pt x="67" y="8"/>
                  </a:lnTo>
                  <a:lnTo>
                    <a:pt x="69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75" y="8"/>
                  </a:lnTo>
                  <a:lnTo>
                    <a:pt x="77" y="8"/>
                  </a:lnTo>
                  <a:lnTo>
                    <a:pt x="77" y="10"/>
                  </a:lnTo>
                  <a:lnTo>
                    <a:pt x="77" y="10"/>
                  </a:lnTo>
                  <a:lnTo>
                    <a:pt x="79" y="10"/>
                  </a:lnTo>
                  <a:lnTo>
                    <a:pt x="79" y="10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1" y="14"/>
                  </a:lnTo>
                  <a:lnTo>
                    <a:pt x="83" y="16"/>
                  </a:lnTo>
                  <a:lnTo>
                    <a:pt x="84" y="16"/>
                  </a:lnTo>
                  <a:lnTo>
                    <a:pt x="84" y="16"/>
                  </a:lnTo>
                  <a:lnTo>
                    <a:pt x="84" y="18"/>
                  </a:lnTo>
                  <a:lnTo>
                    <a:pt x="84" y="22"/>
                  </a:lnTo>
                  <a:lnTo>
                    <a:pt x="86" y="22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4"/>
                  </a:lnTo>
                  <a:lnTo>
                    <a:pt x="92" y="28"/>
                  </a:lnTo>
                  <a:lnTo>
                    <a:pt x="92" y="28"/>
                  </a:lnTo>
                  <a:lnTo>
                    <a:pt x="92" y="28"/>
                  </a:lnTo>
                  <a:lnTo>
                    <a:pt x="92" y="28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6" y="28"/>
                  </a:lnTo>
                  <a:lnTo>
                    <a:pt x="96" y="28"/>
                  </a:lnTo>
                  <a:lnTo>
                    <a:pt x="96" y="30"/>
                  </a:lnTo>
                  <a:lnTo>
                    <a:pt x="94" y="30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4" y="33"/>
                  </a:lnTo>
                  <a:lnTo>
                    <a:pt x="94" y="33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8" y="35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7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100" y="43"/>
                  </a:lnTo>
                  <a:lnTo>
                    <a:pt x="102" y="45"/>
                  </a:lnTo>
                  <a:lnTo>
                    <a:pt x="102" y="47"/>
                  </a:lnTo>
                  <a:lnTo>
                    <a:pt x="106" y="47"/>
                  </a:lnTo>
                  <a:lnTo>
                    <a:pt x="108" y="49"/>
                  </a:lnTo>
                  <a:lnTo>
                    <a:pt x="108" y="51"/>
                  </a:lnTo>
                  <a:lnTo>
                    <a:pt x="108" y="51"/>
                  </a:lnTo>
                  <a:lnTo>
                    <a:pt x="108" y="51"/>
                  </a:lnTo>
                  <a:lnTo>
                    <a:pt x="108" y="53"/>
                  </a:lnTo>
                  <a:lnTo>
                    <a:pt x="110" y="55"/>
                  </a:lnTo>
                  <a:lnTo>
                    <a:pt x="110" y="55"/>
                  </a:lnTo>
                  <a:lnTo>
                    <a:pt x="110" y="55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6" y="57"/>
                  </a:lnTo>
                  <a:lnTo>
                    <a:pt x="116" y="55"/>
                  </a:lnTo>
                  <a:lnTo>
                    <a:pt x="116" y="55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20" y="55"/>
                  </a:lnTo>
                  <a:lnTo>
                    <a:pt x="120" y="55"/>
                  </a:lnTo>
                  <a:lnTo>
                    <a:pt x="120" y="57"/>
                  </a:lnTo>
                  <a:lnTo>
                    <a:pt x="120" y="57"/>
                  </a:lnTo>
                  <a:lnTo>
                    <a:pt x="120" y="57"/>
                  </a:lnTo>
                  <a:lnTo>
                    <a:pt x="120" y="57"/>
                  </a:lnTo>
                  <a:lnTo>
                    <a:pt x="120" y="59"/>
                  </a:lnTo>
                  <a:lnTo>
                    <a:pt x="120" y="59"/>
                  </a:lnTo>
                  <a:lnTo>
                    <a:pt x="120" y="59"/>
                  </a:lnTo>
                  <a:lnTo>
                    <a:pt x="118" y="59"/>
                  </a:lnTo>
                  <a:lnTo>
                    <a:pt x="118" y="59"/>
                  </a:lnTo>
                  <a:lnTo>
                    <a:pt x="118" y="59"/>
                  </a:lnTo>
                  <a:lnTo>
                    <a:pt x="116" y="61"/>
                  </a:lnTo>
                  <a:lnTo>
                    <a:pt x="116" y="61"/>
                  </a:lnTo>
                  <a:lnTo>
                    <a:pt x="114" y="61"/>
                  </a:lnTo>
                  <a:lnTo>
                    <a:pt x="114" y="61"/>
                  </a:lnTo>
                  <a:lnTo>
                    <a:pt x="114" y="63"/>
                  </a:lnTo>
                  <a:lnTo>
                    <a:pt x="114" y="63"/>
                  </a:lnTo>
                  <a:lnTo>
                    <a:pt x="116" y="63"/>
                  </a:lnTo>
                  <a:lnTo>
                    <a:pt x="122" y="61"/>
                  </a:lnTo>
                  <a:lnTo>
                    <a:pt x="122" y="61"/>
                  </a:lnTo>
                  <a:lnTo>
                    <a:pt x="124" y="61"/>
                  </a:lnTo>
                  <a:lnTo>
                    <a:pt x="124" y="63"/>
                  </a:lnTo>
                  <a:lnTo>
                    <a:pt x="124" y="63"/>
                  </a:lnTo>
                  <a:lnTo>
                    <a:pt x="124" y="63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28" y="67"/>
                  </a:lnTo>
                  <a:lnTo>
                    <a:pt x="128" y="67"/>
                  </a:lnTo>
                  <a:lnTo>
                    <a:pt x="130" y="67"/>
                  </a:lnTo>
                  <a:lnTo>
                    <a:pt x="130" y="67"/>
                  </a:lnTo>
                  <a:lnTo>
                    <a:pt x="130" y="67"/>
                  </a:lnTo>
                  <a:lnTo>
                    <a:pt x="134" y="6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7" y="69"/>
                  </a:lnTo>
                  <a:lnTo>
                    <a:pt x="137" y="69"/>
                  </a:lnTo>
                  <a:lnTo>
                    <a:pt x="139" y="67"/>
                  </a:lnTo>
                  <a:lnTo>
                    <a:pt x="139" y="67"/>
                  </a:lnTo>
                  <a:lnTo>
                    <a:pt x="137" y="67"/>
                  </a:lnTo>
                  <a:lnTo>
                    <a:pt x="137" y="65"/>
                  </a:lnTo>
                  <a:lnTo>
                    <a:pt x="137" y="63"/>
                  </a:lnTo>
                  <a:lnTo>
                    <a:pt x="137" y="63"/>
                  </a:lnTo>
                  <a:lnTo>
                    <a:pt x="137" y="63"/>
                  </a:lnTo>
                  <a:lnTo>
                    <a:pt x="135" y="61"/>
                  </a:lnTo>
                  <a:lnTo>
                    <a:pt x="135" y="61"/>
                  </a:lnTo>
                  <a:lnTo>
                    <a:pt x="135" y="61"/>
                  </a:lnTo>
                  <a:lnTo>
                    <a:pt x="135" y="61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9" y="57"/>
                  </a:lnTo>
                  <a:lnTo>
                    <a:pt x="139" y="57"/>
                  </a:lnTo>
                  <a:lnTo>
                    <a:pt x="139" y="57"/>
                  </a:lnTo>
                  <a:lnTo>
                    <a:pt x="139" y="57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9" y="53"/>
                  </a:lnTo>
                  <a:lnTo>
                    <a:pt x="139" y="53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41" y="49"/>
                  </a:lnTo>
                  <a:lnTo>
                    <a:pt x="141" y="49"/>
                  </a:lnTo>
                  <a:lnTo>
                    <a:pt x="141" y="49"/>
                  </a:lnTo>
                  <a:lnTo>
                    <a:pt x="141" y="49"/>
                  </a:lnTo>
                  <a:lnTo>
                    <a:pt x="143" y="47"/>
                  </a:lnTo>
                  <a:lnTo>
                    <a:pt x="143" y="47"/>
                  </a:lnTo>
                  <a:lnTo>
                    <a:pt x="145" y="47"/>
                  </a:lnTo>
                  <a:lnTo>
                    <a:pt x="145" y="47"/>
                  </a:lnTo>
                  <a:lnTo>
                    <a:pt x="145" y="47"/>
                  </a:lnTo>
                  <a:lnTo>
                    <a:pt x="147" y="47"/>
                  </a:lnTo>
                  <a:lnTo>
                    <a:pt x="147" y="47"/>
                  </a:lnTo>
                  <a:lnTo>
                    <a:pt x="147" y="47"/>
                  </a:lnTo>
                  <a:lnTo>
                    <a:pt x="147" y="47"/>
                  </a:lnTo>
                  <a:lnTo>
                    <a:pt x="147" y="49"/>
                  </a:lnTo>
                  <a:lnTo>
                    <a:pt x="147" y="49"/>
                  </a:lnTo>
                  <a:lnTo>
                    <a:pt x="147" y="49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9" y="49"/>
                  </a:lnTo>
                  <a:lnTo>
                    <a:pt x="151" y="47"/>
                  </a:lnTo>
                  <a:lnTo>
                    <a:pt x="151" y="45"/>
                  </a:lnTo>
                  <a:lnTo>
                    <a:pt x="153" y="43"/>
                  </a:lnTo>
                  <a:lnTo>
                    <a:pt x="153" y="43"/>
                  </a:lnTo>
                  <a:lnTo>
                    <a:pt x="153" y="43"/>
                  </a:lnTo>
                  <a:lnTo>
                    <a:pt x="155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9" y="43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1" y="45"/>
                  </a:lnTo>
                  <a:lnTo>
                    <a:pt x="161" y="43"/>
                  </a:lnTo>
                  <a:lnTo>
                    <a:pt x="161" y="43"/>
                  </a:lnTo>
                  <a:lnTo>
                    <a:pt x="161" y="43"/>
                  </a:lnTo>
                  <a:lnTo>
                    <a:pt x="161" y="43"/>
                  </a:lnTo>
                  <a:lnTo>
                    <a:pt x="161" y="43"/>
                  </a:lnTo>
                  <a:lnTo>
                    <a:pt x="161" y="41"/>
                  </a:lnTo>
                  <a:lnTo>
                    <a:pt x="161" y="41"/>
                  </a:lnTo>
                  <a:lnTo>
                    <a:pt x="161" y="41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3" y="39"/>
                  </a:lnTo>
                  <a:lnTo>
                    <a:pt x="163" y="37"/>
                  </a:lnTo>
                  <a:lnTo>
                    <a:pt x="163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5" y="33"/>
                  </a:lnTo>
                  <a:lnTo>
                    <a:pt x="165" y="33"/>
                  </a:lnTo>
                  <a:lnTo>
                    <a:pt x="165" y="33"/>
                  </a:lnTo>
                  <a:lnTo>
                    <a:pt x="167" y="32"/>
                  </a:lnTo>
                  <a:lnTo>
                    <a:pt x="169" y="30"/>
                  </a:lnTo>
                  <a:lnTo>
                    <a:pt x="169" y="32"/>
                  </a:lnTo>
                  <a:lnTo>
                    <a:pt x="169" y="32"/>
                  </a:lnTo>
                  <a:lnTo>
                    <a:pt x="171" y="32"/>
                  </a:lnTo>
                  <a:lnTo>
                    <a:pt x="171" y="32"/>
                  </a:lnTo>
                  <a:lnTo>
                    <a:pt x="173" y="32"/>
                  </a:lnTo>
                  <a:lnTo>
                    <a:pt x="173" y="32"/>
                  </a:lnTo>
                  <a:lnTo>
                    <a:pt x="171" y="30"/>
                  </a:lnTo>
                  <a:lnTo>
                    <a:pt x="171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5" y="30"/>
                  </a:lnTo>
                  <a:lnTo>
                    <a:pt x="175" y="28"/>
                  </a:lnTo>
                  <a:lnTo>
                    <a:pt x="175" y="28"/>
                  </a:lnTo>
                  <a:lnTo>
                    <a:pt x="175" y="28"/>
                  </a:lnTo>
                  <a:lnTo>
                    <a:pt x="175" y="28"/>
                  </a:lnTo>
                  <a:lnTo>
                    <a:pt x="177" y="28"/>
                  </a:lnTo>
                  <a:lnTo>
                    <a:pt x="181" y="28"/>
                  </a:lnTo>
                  <a:lnTo>
                    <a:pt x="181" y="28"/>
                  </a:lnTo>
                  <a:lnTo>
                    <a:pt x="181" y="30"/>
                  </a:lnTo>
                  <a:lnTo>
                    <a:pt x="181" y="30"/>
                  </a:lnTo>
                  <a:lnTo>
                    <a:pt x="181" y="30"/>
                  </a:lnTo>
                  <a:lnTo>
                    <a:pt x="181" y="30"/>
                  </a:lnTo>
                  <a:lnTo>
                    <a:pt x="181" y="32"/>
                  </a:lnTo>
                  <a:lnTo>
                    <a:pt x="181" y="32"/>
                  </a:lnTo>
                  <a:lnTo>
                    <a:pt x="181" y="32"/>
                  </a:lnTo>
                  <a:lnTo>
                    <a:pt x="181" y="32"/>
                  </a:lnTo>
                  <a:lnTo>
                    <a:pt x="181" y="32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79" y="33"/>
                  </a:lnTo>
                  <a:lnTo>
                    <a:pt x="179" y="33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9" y="37"/>
                  </a:lnTo>
                  <a:lnTo>
                    <a:pt x="179" y="37"/>
                  </a:lnTo>
                  <a:lnTo>
                    <a:pt x="179" y="37"/>
                  </a:lnTo>
                  <a:lnTo>
                    <a:pt x="179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3"/>
                  </a:lnTo>
                  <a:lnTo>
                    <a:pt x="175" y="43"/>
                  </a:lnTo>
                  <a:lnTo>
                    <a:pt x="175" y="43"/>
                  </a:lnTo>
                  <a:lnTo>
                    <a:pt x="175" y="43"/>
                  </a:lnTo>
                  <a:lnTo>
                    <a:pt x="177" y="43"/>
                  </a:lnTo>
                  <a:lnTo>
                    <a:pt x="177" y="43"/>
                  </a:lnTo>
                  <a:lnTo>
                    <a:pt x="181" y="41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5" y="43"/>
                  </a:lnTo>
                  <a:lnTo>
                    <a:pt x="185" y="45"/>
                  </a:lnTo>
                  <a:lnTo>
                    <a:pt x="186" y="45"/>
                  </a:lnTo>
                  <a:lnTo>
                    <a:pt x="188" y="43"/>
                  </a:lnTo>
                  <a:lnTo>
                    <a:pt x="190" y="43"/>
                  </a:lnTo>
                  <a:lnTo>
                    <a:pt x="190" y="43"/>
                  </a:lnTo>
                  <a:lnTo>
                    <a:pt x="192" y="45"/>
                  </a:lnTo>
                  <a:lnTo>
                    <a:pt x="192" y="45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6" y="47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8" y="43"/>
                  </a:lnTo>
                  <a:lnTo>
                    <a:pt x="198" y="43"/>
                  </a:lnTo>
                  <a:lnTo>
                    <a:pt x="198" y="43"/>
                  </a:lnTo>
                  <a:lnTo>
                    <a:pt x="198" y="43"/>
                  </a:lnTo>
                  <a:lnTo>
                    <a:pt x="198" y="43"/>
                  </a:lnTo>
                  <a:lnTo>
                    <a:pt x="200" y="45"/>
                  </a:lnTo>
                  <a:lnTo>
                    <a:pt x="200" y="45"/>
                  </a:lnTo>
                  <a:lnTo>
                    <a:pt x="200" y="47"/>
                  </a:lnTo>
                  <a:lnTo>
                    <a:pt x="200" y="47"/>
                  </a:lnTo>
                  <a:lnTo>
                    <a:pt x="200" y="49"/>
                  </a:lnTo>
                  <a:lnTo>
                    <a:pt x="200" y="49"/>
                  </a:lnTo>
                  <a:lnTo>
                    <a:pt x="200" y="49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3"/>
                  </a:lnTo>
                  <a:lnTo>
                    <a:pt x="200" y="53"/>
                  </a:lnTo>
                  <a:lnTo>
                    <a:pt x="200" y="57"/>
                  </a:lnTo>
                  <a:lnTo>
                    <a:pt x="202" y="57"/>
                  </a:lnTo>
                  <a:lnTo>
                    <a:pt x="202" y="59"/>
                  </a:lnTo>
                  <a:lnTo>
                    <a:pt x="202" y="59"/>
                  </a:lnTo>
                  <a:lnTo>
                    <a:pt x="202" y="59"/>
                  </a:lnTo>
                  <a:lnTo>
                    <a:pt x="202" y="61"/>
                  </a:lnTo>
                  <a:lnTo>
                    <a:pt x="202" y="61"/>
                  </a:lnTo>
                  <a:lnTo>
                    <a:pt x="202" y="61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5"/>
                  </a:lnTo>
                  <a:lnTo>
                    <a:pt x="200" y="65"/>
                  </a:lnTo>
                  <a:lnTo>
                    <a:pt x="200" y="65"/>
                  </a:lnTo>
                  <a:lnTo>
                    <a:pt x="200" y="67"/>
                  </a:lnTo>
                  <a:lnTo>
                    <a:pt x="200" y="69"/>
                  </a:lnTo>
                  <a:lnTo>
                    <a:pt x="200" y="69"/>
                  </a:lnTo>
                  <a:lnTo>
                    <a:pt x="198" y="71"/>
                  </a:lnTo>
                  <a:lnTo>
                    <a:pt x="198" y="71"/>
                  </a:lnTo>
                  <a:lnTo>
                    <a:pt x="198" y="73"/>
                  </a:lnTo>
                  <a:lnTo>
                    <a:pt x="198" y="75"/>
                  </a:lnTo>
                  <a:lnTo>
                    <a:pt x="198" y="75"/>
                  </a:lnTo>
                  <a:lnTo>
                    <a:pt x="200" y="79"/>
                  </a:lnTo>
                  <a:lnTo>
                    <a:pt x="200" y="79"/>
                  </a:lnTo>
                  <a:lnTo>
                    <a:pt x="200" y="79"/>
                  </a:lnTo>
                  <a:lnTo>
                    <a:pt x="200" y="79"/>
                  </a:lnTo>
                  <a:lnTo>
                    <a:pt x="200" y="79"/>
                  </a:lnTo>
                  <a:lnTo>
                    <a:pt x="200" y="81"/>
                  </a:lnTo>
                  <a:lnTo>
                    <a:pt x="196" y="81"/>
                  </a:lnTo>
                  <a:lnTo>
                    <a:pt x="196" y="83"/>
                  </a:lnTo>
                  <a:lnTo>
                    <a:pt x="196" y="83"/>
                  </a:lnTo>
                  <a:lnTo>
                    <a:pt x="196" y="83"/>
                  </a:lnTo>
                  <a:lnTo>
                    <a:pt x="196" y="83"/>
                  </a:lnTo>
                  <a:lnTo>
                    <a:pt x="196" y="83"/>
                  </a:lnTo>
                  <a:lnTo>
                    <a:pt x="198" y="83"/>
                  </a:lnTo>
                  <a:lnTo>
                    <a:pt x="198" y="83"/>
                  </a:lnTo>
                  <a:lnTo>
                    <a:pt x="200" y="83"/>
                  </a:lnTo>
                  <a:lnTo>
                    <a:pt x="200" y="83"/>
                  </a:lnTo>
                  <a:lnTo>
                    <a:pt x="200" y="83"/>
                  </a:lnTo>
                  <a:lnTo>
                    <a:pt x="198" y="85"/>
                  </a:lnTo>
                  <a:lnTo>
                    <a:pt x="198" y="85"/>
                  </a:lnTo>
                  <a:lnTo>
                    <a:pt x="198" y="87"/>
                  </a:lnTo>
                  <a:lnTo>
                    <a:pt x="198" y="87"/>
                  </a:lnTo>
                  <a:lnTo>
                    <a:pt x="198" y="87"/>
                  </a:lnTo>
                  <a:lnTo>
                    <a:pt x="198" y="87"/>
                  </a:lnTo>
                  <a:lnTo>
                    <a:pt x="194" y="88"/>
                  </a:lnTo>
                  <a:lnTo>
                    <a:pt x="194" y="88"/>
                  </a:lnTo>
                  <a:lnTo>
                    <a:pt x="194" y="88"/>
                  </a:lnTo>
                  <a:lnTo>
                    <a:pt x="196" y="88"/>
                  </a:lnTo>
                  <a:lnTo>
                    <a:pt x="196" y="90"/>
                  </a:lnTo>
                  <a:lnTo>
                    <a:pt x="200" y="90"/>
                  </a:lnTo>
                  <a:lnTo>
                    <a:pt x="200" y="90"/>
                  </a:lnTo>
                  <a:lnTo>
                    <a:pt x="200" y="90"/>
                  </a:lnTo>
                  <a:lnTo>
                    <a:pt x="200" y="90"/>
                  </a:lnTo>
                  <a:lnTo>
                    <a:pt x="200" y="90"/>
                  </a:lnTo>
                  <a:lnTo>
                    <a:pt x="198" y="90"/>
                  </a:lnTo>
                  <a:lnTo>
                    <a:pt x="198" y="90"/>
                  </a:lnTo>
                  <a:lnTo>
                    <a:pt x="198" y="90"/>
                  </a:lnTo>
                  <a:lnTo>
                    <a:pt x="198" y="90"/>
                  </a:lnTo>
                  <a:lnTo>
                    <a:pt x="196" y="90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4" y="92"/>
                  </a:lnTo>
                  <a:lnTo>
                    <a:pt x="194" y="92"/>
                  </a:lnTo>
                  <a:lnTo>
                    <a:pt x="196" y="94"/>
                  </a:lnTo>
                  <a:lnTo>
                    <a:pt x="196" y="96"/>
                  </a:lnTo>
                  <a:lnTo>
                    <a:pt x="196" y="96"/>
                  </a:lnTo>
                  <a:lnTo>
                    <a:pt x="196" y="96"/>
                  </a:lnTo>
                  <a:lnTo>
                    <a:pt x="198" y="98"/>
                  </a:lnTo>
                  <a:lnTo>
                    <a:pt x="200" y="98"/>
                  </a:lnTo>
                  <a:lnTo>
                    <a:pt x="202" y="100"/>
                  </a:lnTo>
                  <a:lnTo>
                    <a:pt x="202" y="100"/>
                  </a:lnTo>
                  <a:lnTo>
                    <a:pt x="202" y="100"/>
                  </a:lnTo>
                  <a:lnTo>
                    <a:pt x="202" y="102"/>
                  </a:lnTo>
                  <a:lnTo>
                    <a:pt x="202" y="104"/>
                  </a:lnTo>
                  <a:lnTo>
                    <a:pt x="202" y="104"/>
                  </a:lnTo>
                  <a:lnTo>
                    <a:pt x="202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196" y="104"/>
                  </a:lnTo>
                  <a:lnTo>
                    <a:pt x="194" y="104"/>
                  </a:lnTo>
                  <a:lnTo>
                    <a:pt x="194" y="104"/>
                  </a:lnTo>
                  <a:lnTo>
                    <a:pt x="194" y="106"/>
                  </a:lnTo>
                  <a:lnTo>
                    <a:pt x="194" y="106"/>
                  </a:lnTo>
                  <a:lnTo>
                    <a:pt x="194" y="106"/>
                  </a:lnTo>
                  <a:lnTo>
                    <a:pt x="192" y="106"/>
                  </a:lnTo>
                  <a:lnTo>
                    <a:pt x="192" y="104"/>
                  </a:lnTo>
                  <a:lnTo>
                    <a:pt x="192" y="104"/>
                  </a:lnTo>
                  <a:lnTo>
                    <a:pt x="192" y="104"/>
                  </a:lnTo>
                  <a:lnTo>
                    <a:pt x="190" y="104"/>
                  </a:lnTo>
                  <a:lnTo>
                    <a:pt x="190" y="104"/>
                  </a:lnTo>
                  <a:lnTo>
                    <a:pt x="185" y="106"/>
                  </a:lnTo>
                  <a:lnTo>
                    <a:pt x="183" y="106"/>
                  </a:lnTo>
                  <a:lnTo>
                    <a:pt x="183" y="106"/>
                  </a:lnTo>
                  <a:lnTo>
                    <a:pt x="181" y="106"/>
                  </a:lnTo>
                  <a:lnTo>
                    <a:pt x="181" y="106"/>
                  </a:lnTo>
                  <a:lnTo>
                    <a:pt x="179" y="106"/>
                  </a:lnTo>
                  <a:lnTo>
                    <a:pt x="173" y="106"/>
                  </a:lnTo>
                  <a:lnTo>
                    <a:pt x="171" y="104"/>
                  </a:lnTo>
                  <a:lnTo>
                    <a:pt x="167" y="104"/>
                  </a:lnTo>
                  <a:lnTo>
                    <a:pt x="165" y="106"/>
                  </a:lnTo>
                  <a:lnTo>
                    <a:pt x="163" y="108"/>
                  </a:lnTo>
                  <a:lnTo>
                    <a:pt x="163" y="108"/>
                  </a:lnTo>
                  <a:lnTo>
                    <a:pt x="163" y="108"/>
                  </a:lnTo>
                  <a:lnTo>
                    <a:pt x="161" y="110"/>
                  </a:lnTo>
                  <a:lnTo>
                    <a:pt x="161" y="110"/>
                  </a:lnTo>
                  <a:lnTo>
                    <a:pt x="159" y="110"/>
                  </a:lnTo>
                  <a:lnTo>
                    <a:pt x="159" y="112"/>
                  </a:lnTo>
                  <a:lnTo>
                    <a:pt x="157" y="114"/>
                  </a:lnTo>
                  <a:lnTo>
                    <a:pt x="157" y="114"/>
                  </a:lnTo>
                  <a:lnTo>
                    <a:pt x="153" y="114"/>
                  </a:lnTo>
                  <a:lnTo>
                    <a:pt x="153" y="114"/>
                  </a:lnTo>
                  <a:lnTo>
                    <a:pt x="151" y="116"/>
                  </a:lnTo>
                  <a:lnTo>
                    <a:pt x="151" y="116"/>
                  </a:lnTo>
                  <a:lnTo>
                    <a:pt x="149" y="116"/>
                  </a:lnTo>
                  <a:lnTo>
                    <a:pt x="149" y="118"/>
                  </a:lnTo>
                  <a:lnTo>
                    <a:pt x="149" y="120"/>
                  </a:lnTo>
                  <a:lnTo>
                    <a:pt x="147" y="120"/>
                  </a:lnTo>
                  <a:lnTo>
                    <a:pt x="147" y="120"/>
                  </a:lnTo>
                  <a:lnTo>
                    <a:pt x="147" y="120"/>
                  </a:lnTo>
                  <a:lnTo>
                    <a:pt x="147" y="120"/>
                  </a:lnTo>
                  <a:lnTo>
                    <a:pt x="145" y="118"/>
                  </a:lnTo>
                  <a:lnTo>
                    <a:pt x="145" y="118"/>
                  </a:lnTo>
                  <a:lnTo>
                    <a:pt x="145" y="118"/>
                  </a:lnTo>
                  <a:lnTo>
                    <a:pt x="141" y="118"/>
                  </a:lnTo>
                  <a:lnTo>
                    <a:pt x="139" y="118"/>
                  </a:lnTo>
                  <a:lnTo>
                    <a:pt x="137" y="118"/>
                  </a:lnTo>
                  <a:lnTo>
                    <a:pt x="137" y="118"/>
                  </a:lnTo>
                  <a:lnTo>
                    <a:pt x="137" y="118"/>
                  </a:lnTo>
                  <a:lnTo>
                    <a:pt x="134" y="116"/>
                  </a:lnTo>
                  <a:lnTo>
                    <a:pt x="132" y="116"/>
                  </a:lnTo>
                  <a:lnTo>
                    <a:pt x="130" y="116"/>
                  </a:lnTo>
                  <a:lnTo>
                    <a:pt x="130" y="114"/>
                  </a:lnTo>
                  <a:lnTo>
                    <a:pt x="126" y="106"/>
                  </a:lnTo>
                  <a:lnTo>
                    <a:pt x="124" y="108"/>
                  </a:lnTo>
                  <a:lnTo>
                    <a:pt x="124" y="108"/>
                  </a:lnTo>
                  <a:lnTo>
                    <a:pt x="122" y="108"/>
                  </a:lnTo>
                  <a:lnTo>
                    <a:pt x="120" y="106"/>
                  </a:lnTo>
                  <a:lnTo>
                    <a:pt x="120" y="106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4" y="104"/>
                  </a:lnTo>
                  <a:lnTo>
                    <a:pt x="112" y="102"/>
                  </a:lnTo>
                  <a:lnTo>
                    <a:pt x="112" y="104"/>
                  </a:lnTo>
                  <a:lnTo>
                    <a:pt x="112" y="104"/>
                  </a:lnTo>
                  <a:lnTo>
                    <a:pt x="112" y="104"/>
                  </a:lnTo>
                  <a:lnTo>
                    <a:pt x="110" y="104"/>
                  </a:lnTo>
                  <a:lnTo>
                    <a:pt x="110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2"/>
                  </a:lnTo>
                  <a:lnTo>
                    <a:pt x="98" y="112"/>
                  </a:lnTo>
                  <a:lnTo>
                    <a:pt x="98" y="114"/>
                  </a:lnTo>
                  <a:lnTo>
                    <a:pt x="98" y="114"/>
                  </a:lnTo>
                  <a:lnTo>
                    <a:pt x="98" y="114"/>
                  </a:lnTo>
                  <a:lnTo>
                    <a:pt x="98" y="116"/>
                  </a:lnTo>
                  <a:lnTo>
                    <a:pt x="98" y="116"/>
                  </a:lnTo>
                  <a:lnTo>
                    <a:pt x="100" y="118"/>
                  </a:lnTo>
                  <a:lnTo>
                    <a:pt x="100" y="118"/>
                  </a:lnTo>
                  <a:lnTo>
                    <a:pt x="100" y="120"/>
                  </a:lnTo>
                  <a:lnTo>
                    <a:pt x="100" y="120"/>
                  </a:lnTo>
                  <a:lnTo>
                    <a:pt x="100" y="120"/>
                  </a:lnTo>
                  <a:lnTo>
                    <a:pt x="100" y="120"/>
                  </a:lnTo>
                  <a:lnTo>
                    <a:pt x="100" y="120"/>
                  </a:lnTo>
                  <a:lnTo>
                    <a:pt x="100" y="120"/>
                  </a:lnTo>
                  <a:lnTo>
                    <a:pt x="98" y="120"/>
                  </a:lnTo>
                  <a:lnTo>
                    <a:pt x="96" y="120"/>
                  </a:lnTo>
                  <a:lnTo>
                    <a:pt x="94" y="120"/>
                  </a:lnTo>
                  <a:lnTo>
                    <a:pt x="92" y="120"/>
                  </a:lnTo>
                  <a:lnTo>
                    <a:pt x="92" y="120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8" y="116"/>
                  </a:lnTo>
                  <a:lnTo>
                    <a:pt x="88" y="114"/>
                  </a:lnTo>
                  <a:lnTo>
                    <a:pt x="88" y="114"/>
                  </a:lnTo>
                  <a:lnTo>
                    <a:pt x="86" y="114"/>
                  </a:lnTo>
                  <a:lnTo>
                    <a:pt x="86" y="114"/>
                  </a:lnTo>
                  <a:lnTo>
                    <a:pt x="84" y="112"/>
                  </a:lnTo>
                  <a:lnTo>
                    <a:pt x="84" y="112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83" y="114"/>
                  </a:lnTo>
                  <a:lnTo>
                    <a:pt x="83" y="114"/>
                  </a:lnTo>
                  <a:lnTo>
                    <a:pt x="83" y="114"/>
                  </a:lnTo>
                  <a:lnTo>
                    <a:pt x="81" y="112"/>
                  </a:lnTo>
                  <a:lnTo>
                    <a:pt x="81" y="112"/>
                  </a:lnTo>
                  <a:lnTo>
                    <a:pt x="79" y="108"/>
                  </a:lnTo>
                  <a:lnTo>
                    <a:pt x="79" y="108"/>
                  </a:lnTo>
                  <a:lnTo>
                    <a:pt x="79" y="108"/>
                  </a:lnTo>
                  <a:lnTo>
                    <a:pt x="79" y="108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6"/>
                  </a:lnTo>
                  <a:lnTo>
                    <a:pt x="69" y="104"/>
                  </a:lnTo>
                  <a:lnTo>
                    <a:pt x="69" y="102"/>
                  </a:lnTo>
                  <a:lnTo>
                    <a:pt x="69" y="100"/>
                  </a:lnTo>
                  <a:lnTo>
                    <a:pt x="67" y="100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8"/>
                  </a:lnTo>
                  <a:lnTo>
                    <a:pt x="67" y="96"/>
                  </a:lnTo>
                  <a:lnTo>
                    <a:pt x="67" y="96"/>
                  </a:lnTo>
                  <a:lnTo>
                    <a:pt x="67" y="96"/>
                  </a:lnTo>
                  <a:lnTo>
                    <a:pt x="67" y="96"/>
                  </a:lnTo>
                  <a:lnTo>
                    <a:pt x="69" y="96"/>
                  </a:lnTo>
                  <a:lnTo>
                    <a:pt x="69" y="96"/>
                  </a:lnTo>
                  <a:lnTo>
                    <a:pt x="69" y="96"/>
                  </a:lnTo>
                  <a:lnTo>
                    <a:pt x="71" y="96"/>
                  </a:lnTo>
                  <a:lnTo>
                    <a:pt x="71" y="96"/>
                  </a:lnTo>
                  <a:lnTo>
                    <a:pt x="71" y="96"/>
                  </a:lnTo>
                  <a:lnTo>
                    <a:pt x="71" y="96"/>
                  </a:lnTo>
                  <a:lnTo>
                    <a:pt x="71" y="94"/>
                  </a:lnTo>
                  <a:lnTo>
                    <a:pt x="71" y="94"/>
                  </a:lnTo>
                  <a:lnTo>
                    <a:pt x="69" y="92"/>
                  </a:lnTo>
                  <a:lnTo>
                    <a:pt x="69" y="90"/>
                  </a:lnTo>
                  <a:lnTo>
                    <a:pt x="65" y="87"/>
                  </a:lnTo>
                  <a:lnTo>
                    <a:pt x="59" y="83"/>
                  </a:lnTo>
                  <a:lnTo>
                    <a:pt x="59" y="83"/>
                  </a:lnTo>
                  <a:lnTo>
                    <a:pt x="59" y="81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57" y="79"/>
                  </a:lnTo>
                  <a:lnTo>
                    <a:pt x="57" y="79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1" y="79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7" y="77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7" y="77"/>
                  </a:lnTo>
                  <a:lnTo>
                    <a:pt x="37" y="79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83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35" y="87"/>
                  </a:lnTo>
                  <a:lnTo>
                    <a:pt x="35" y="87"/>
                  </a:lnTo>
                  <a:lnTo>
                    <a:pt x="35" y="87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2" y="85"/>
                  </a:lnTo>
                  <a:lnTo>
                    <a:pt x="32" y="85"/>
                  </a:lnTo>
                  <a:lnTo>
                    <a:pt x="32" y="85"/>
                  </a:lnTo>
                  <a:lnTo>
                    <a:pt x="32" y="85"/>
                  </a:lnTo>
                  <a:lnTo>
                    <a:pt x="32" y="85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28" y="85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3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0" y="83"/>
                  </a:lnTo>
                  <a:lnTo>
                    <a:pt x="20" y="81"/>
                  </a:lnTo>
                  <a:lnTo>
                    <a:pt x="20" y="81"/>
                  </a:lnTo>
                  <a:lnTo>
                    <a:pt x="20" y="81"/>
                  </a:lnTo>
                  <a:lnTo>
                    <a:pt x="20" y="81"/>
                  </a:lnTo>
                  <a:lnTo>
                    <a:pt x="20" y="81"/>
                  </a:lnTo>
                  <a:lnTo>
                    <a:pt x="20" y="81"/>
                  </a:lnTo>
                  <a:lnTo>
                    <a:pt x="18" y="83"/>
                  </a:lnTo>
                  <a:lnTo>
                    <a:pt x="18" y="83"/>
                  </a:lnTo>
                  <a:lnTo>
                    <a:pt x="18" y="83"/>
                  </a:lnTo>
                  <a:lnTo>
                    <a:pt x="18" y="85"/>
                  </a:lnTo>
                  <a:lnTo>
                    <a:pt x="16" y="85"/>
                  </a:lnTo>
                  <a:lnTo>
                    <a:pt x="16" y="85"/>
                  </a:lnTo>
                  <a:lnTo>
                    <a:pt x="16" y="85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8" y="81"/>
                  </a:lnTo>
                  <a:lnTo>
                    <a:pt x="18" y="81"/>
                  </a:lnTo>
                  <a:lnTo>
                    <a:pt x="18" y="81"/>
                  </a:lnTo>
                  <a:lnTo>
                    <a:pt x="18" y="81"/>
                  </a:lnTo>
                  <a:lnTo>
                    <a:pt x="16" y="81"/>
                  </a:lnTo>
                  <a:lnTo>
                    <a:pt x="14" y="79"/>
                  </a:lnTo>
                  <a:lnTo>
                    <a:pt x="14" y="79"/>
                  </a:lnTo>
                  <a:lnTo>
                    <a:pt x="14" y="79"/>
                  </a:lnTo>
                  <a:lnTo>
                    <a:pt x="12" y="81"/>
                  </a:lnTo>
                  <a:lnTo>
                    <a:pt x="10" y="83"/>
                  </a:lnTo>
                  <a:lnTo>
                    <a:pt x="10" y="83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2" y="79"/>
                  </a:lnTo>
                  <a:lnTo>
                    <a:pt x="12" y="79"/>
                  </a:lnTo>
                  <a:lnTo>
                    <a:pt x="12" y="77"/>
                  </a:lnTo>
                  <a:lnTo>
                    <a:pt x="12" y="77"/>
                  </a:lnTo>
                  <a:lnTo>
                    <a:pt x="12" y="77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8" y="77"/>
                  </a:lnTo>
                  <a:lnTo>
                    <a:pt x="8" y="77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6" y="81"/>
                  </a:lnTo>
                  <a:lnTo>
                    <a:pt x="6" y="79"/>
                  </a:lnTo>
                  <a:lnTo>
                    <a:pt x="6" y="77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2" y="73"/>
                  </a:lnTo>
                  <a:lnTo>
                    <a:pt x="0" y="71"/>
                  </a:lnTo>
                  <a:lnTo>
                    <a:pt x="2" y="71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10" y="67"/>
                  </a:lnTo>
                  <a:lnTo>
                    <a:pt x="10" y="67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0" y="59"/>
                  </a:lnTo>
                  <a:lnTo>
                    <a:pt x="8" y="57"/>
                  </a:lnTo>
                  <a:lnTo>
                    <a:pt x="6" y="55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8" y="51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16" y="59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6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8" y="41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6" y="43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8" y="41"/>
                  </a:lnTo>
                  <a:lnTo>
                    <a:pt x="18" y="41"/>
                  </a:lnTo>
                  <a:lnTo>
                    <a:pt x="20" y="41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6" y="37"/>
                  </a:lnTo>
                  <a:lnTo>
                    <a:pt x="28" y="39"/>
                  </a:lnTo>
                  <a:lnTo>
                    <a:pt x="28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0" y="35"/>
                  </a:lnTo>
                  <a:lnTo>
                    <a:pt x="30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2"/>
                  </a:lnTo>
                  <a:lnTo>
                    <a:pt x="28" y="32"/>
                  </a:lnTo>
                  <a:lnTo>
                    <a:pt x="28" y="32"/>
                  </a:lnTo>
                  <a:lnTo>
                    <a:pt x="30" y="30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5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4"/>
                  </a:lnTo>
                  <a:lnTo>
                    <a:pt x="37" y="24"/>
                  </a:lnTo>
                  <a:lnTo>
                    <a:pt x="37" y="24"/>
                  </a:lnTo>
                  <a:lnTo>
                    <a:pt x="37" y="24"/>
                  </a:lnTo>
                  <a:lnTo>
                    <a:pt x="37" y="24"/>
                  </a:lnTo>
                  <a:lnTo>
                    <a:pt x="37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5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2" y="10"/>
                  </a:lnTo>
                  <a:lnTo>
                    <a:pt x="30" y="8"/>
                  </a:lnTo>
                  <a:lnTo>
                    <a:pt x="32" y="8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3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1158875" y="3640138"/>
              <a:ext cx="160338" cy="127000"/>
            </a:xfrm>
            <a:custGeom>
              <a:avLst/>
              <a:gdLst>
                <a:gd name="T0" fmla="*/ 25 w 202"/>
                <a:gd name="T1" fmla="*/ 12 h 161"/>
                <a:gd name="T2" fmla="*/ 29 w 202"/>
                <a:gd name="T3" fmla="*/ 6 h 161"/>
                <a:gd name="T4" fmla="*/ 27 w 202"/>
                <a:gd name="T5" fmla="*/ 12 h 161"/>
                <a:gd name="T6" fmla="*/ 33 w 202"/>
                <a:gd name="T7" fmla="*/ 12 h 161"/>
                <a:gd name="T8" fmla="*/ 37 w 202"/>
                <a:gd name="T9" fmla="*/ 10 h 161"/>
                <a:gd name="T10" fmla="*/ 43 w 202"/>
                <a:gd name="T11" fmla="*/ 14 h 161"/>
                <a:gd name="T12" fmla="*/ 50 w 202"/>
                <a:gd name="T13" fmla="*/ 12 h 161"/>
                <a:gd name="T14" fmla="*/ 54 w 202"/>
                <a:gd name="T15" fmla="*/ 10 h 161"/>
                <a:gd name="T16" fmla="*/ 58 w 202"/>
                <a:gd name="T17" fmla="*/ 4 h 161"/>
                <a:gd name="T18" fmla="*/ 66 w 202"/>
                <a:gd name="T19" fmla="*/ 6 h 161"/>
                <a:gd name="T20" fmla="*/ 86 w 202"/>
                <a:gd name="T21" fmla="*/ 21 h 161"/>
                <a:gd name="T22" fmla="*/ 84 w 202"/>
                <a:gd name="T23" fmla="*/ 25 h 161"/>
                <a:gd name="T24" fmla="*/ 90 w 202"/>
                <a:gd name="T25" fmla="*/ 37 h 161"/>
                <a:gd name="T26" fmla="*/ 101 w 202"/>
                <a:gd name="T27" fmla="*/ 43 h 161"/>
                <a:gd name="T28" fmla="*/ 107 w 202"/>
                <a:gd name="T29" fmla="*/ 49 h 161"/>
                <a:gd name="T30" fmla="*/ 117 w 202"/>
                <a:gd name="T31" fmla="*/ 47 h 161"/>
                <a:gd name="T32" fmla="*/ 115 w 202"/>
                <a:gd name="T33" fmla="*/ 37 h 161"/>
                <a:gd name="T34" fmla="*/ 125 w 202"/>
                <a:gd name="T35" fmla="*/ 33 h 161"/>
                <a:gd name="T36" fmla="*/ 137 w 202"/>
                <a:gd name="T37" fmla="*/ 35 h 161"/>
                <a:gd name="T38" fmla="*/ 158 w 202"/>
                <a:gd name="T39" fmla="*/ 47 h 161"/>
                <a:gd name="T40" fmla="*/ 170 w 202"/>
                <a:gd name="T41" fmla="*/ 43 h 161"/>
                <a:gd name="T42" fmla="*/ 182 w 202"/>
                <a:gd name="T43" fmla="*/ 51 h 161"/>
                <a:gd name="T44" fmla="*/ 186 w 202"/>
                <a:gd name="T45" fmla="*/ 59 h 161"/>
                <a:gd name="T46" fmla="*/ 186 w 202"/>
                <a:gd name="T47" fmla="*/ 65 h 161"/>
                <a:gd name="T48" fmla="*/ 188 w 202"/>
                <a:gd name="T49" fmla="*/ 69 h 161"/>
                <a:gd name="T50" fmla="*/ 192 w 202"/>
                <a:gd name="T51" fmla="*/ 82 h 161"/>
                <a:gd name="T52" fmla="*/ 190 w 202"/>
                <a:gd name="T53" fmla="*/ 88 h 161"/>
                <a:gd name="T54" fmla="*/ 196 w 202"/>
                <a:gd name="T55" fmla="*/ 96 h 161"/>
                <a:gd name="T56" fmla="*/ 198 w 202"/>
                <a:gd name="T57" fmla="*/ 102 h 161"/>
                <a:gd name="T58" fmla="*/ 202 w 202"/>
                <a:gd name="T59" fmla="*/ 114 h 161"/>
                <a:gd name="T60" fmla="*/ 196 w 202"/>
                <a:gd name="T61" fmla="*/ 120 h 161"/>
                <a:gd name="T62" fmla="*/ 198 w 202"/>
                <a:gd name="T63" fmla="*/ 124 h 161"/>
                <a:gd name="T64" fmla="*/ 190 w 202"/>
                <a:gd name="T65" fmla="*/ 141 h 161"/>
                <a:gd name="T66" fmla="*/ 190 w 202"/>
                <a:gd name="T67" fmla="*/ 149 h 161"/>
                <a:gd name="T68" fmla="*/ 188 w 202"/>
                <a:gd name="T69" fmla="*/ 151 h 161"/>
                <a:gd name="T70" fmla="*/ 180 w 202"/>
                <a:gd name="T71" fmla="*/ 159 h 161"/>
                <a:gd name="T72" fmla="*/ 172 w 202"/>
                <a:gd name="T73" fmla="*/ 151 h 161"/>
                <a:gd name="T74" fmla="*/ 168 w 202"/>
                <a:gd name="T75" fmla="*/ 149 h 161"/>
                <a:gd name="T76" fmla="*/ 154 w 202"/>
                <a:gd name="T77" fmla="*/ 151 h 161"/>
                <a:gd name="T78" fmla="*/ 147 w 202"/>
                <a:gd name="T79" fmla="*/ 153 h 161"/>
                <a:gd name="T80" fmla="*/ 141 w 202"/>
                <a:gd name="T81" fmla="*/ 157 h 161"/>
                <a:gd name="T82" fmla="*/ 135 w 202"/>
                <a:gd name="T83" fmla="*/ 159 h 161"/>
                <a:gd name="T84" fmla="*/ 131 w 202"/>
                <a:gd name="T85" fmla="*/ 149 h 161"/>
                <a:gd name="T86" fmla="*/ 121 w 202"/>
                <a:gd name="T87" fmla="*/ 149 h 161"/>
                <a:gd name="T88" fmla="*/ 115 w 202"/>
                <a:gd name="T89" fmla="*/ 153 h 161"/>
                <a:gd name="T90" fmla="*/ 101 w 202"/>
                <a:gd name="T91" fmla="*/ 147 h 161"/>
                <a:gd name="T92" fmla="*/ 98 w 202"/>
                <a:gd name="T93" fmla="*/ 151 h 161"/>
                <a:gd name="T94" fmla="*/ 90 w 202"/>
                <a:gd name="T95" fmla="*/ 147 h 161"/>
                <a:gd name="T96" fmla="*/ 80 w 202"/>
                <a:gd name="T97" fmla="*/ 129 h 161"/>
                <a:gd name="T98" fmla="*/ 76 w 202"/>
                <a:gd name="T99" fmla="*/ 137 h 161"/>
                <a:gd name="T100" fmla="*/ 70 w 202"/>
                <a:gd name="T101" fmla="*/ 137 h 161"/>
                <a:gd name="T102" fmla="*/ 49 w 202"/>
                <a:gd name="T103" fmla="*/ 129 h 161"/>
                <a:gd name="T104" fmla="*/ 29 w 202"/>
                <a:gd name="T105" fmla="*/ 122 h 161"/>
                <a:gd name="T106" fmla="*/ 21 w 202"/>
                <a:gd name="T107" fmla="*/ 116 h 161"/>
                <a:gd name="T108" fmla="*/ 15 w 202"/>
                <a:gd name="T109" fmla="*/ 108 h 161"/>
                <a:gd name="T110" fmla="*/ 23 w 202"/>
                <a:gd name="T111" fmla="*/ 102 h 161"/>
                <a:gd name="T112" fmla="*/ 23 w 202"/>
                <a:gd name="T113" fmla="*/ 84 h 161"/>
                <a:gd name="T114" fmla="*/ 9 w 202"/>
                <a:gd name="T115" fmla="*/ 57 h 161"/>
                <a:gd name="T116" fmla="*/ 7 w 202"/>
                <a:gd name="T117" fmla="*/ 35 h 161"/>
                <a:gd name="T118" fmla="*/ 3 w 202"/>
                <a:gd name="T119" fmla="*/ 31 h 161"/>
                <a:gd name="T120" fmla="*/ 3 w 202"/>
                <a:gd name="T121" fmla="*/ 21 h 161"/>
                <a:gd name="T122" fmla="*/ 5 w 202"/>
                <a:gd name="T123" fmla="*/ 10 h 161"/>
                <a:gd name="T124" fmla="*/ 7 w 202"/>
                <a:gd name="T125" fmla="*/ 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61">
                  <a:moveTo>
                    <a:pt x="9" y="0"/>
                  </a:moveTo>
                  <a:lnTo>
                    <a:pt x="13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3" y="10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9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3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5" y="14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7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49" y="14"/>
                  </a:lnTo>
                  <a:lnTo>
                    <a:pt x="49" y="14"/>
                  </a:lnTo>
                  <a:lnTo>
                    <a:pt x="49" y="14"/>
                  </a:lnTo>
                  <a:lnTo>
                    <a:pt x="49" y="14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4" y="8"/>
                  </a:lnTo>
                  <a:lnTo>
                    <a:pt x="54" y="6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4"/>
                  </a:lnTo>
                  <a:lnTo>
                    <a:pt x="64" y="4"/>
                  </a:lnTo>
                  <a:lnTo>
                    <a:pt x="64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8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10"/>
                  </a:lnTo>
                  <a:lnTo>
                    <a:pt x="74" y="10"/>
                  </a:lnTo>
                  <a:lnTo>
                    <a:pt x="76" y="10"/>
                  </a:lnTo>
                  <a:lnTo>
                    <a:pt x="76" y="12"/>
                  </a:lnTo>
                  <a:lnTo>
                    <a:pt x="76" y="12"/>
                  </a:lnTo>
                  <a:lnTo>
                    <a:pt x="82" y="16"/>
                  </a:lnTo>
                  <a:lnTo>
                    <a:pt x="86" y="19"/>
                  </a:lnTo>
                  <a:lnTo>
                    <a:pt x="86" y="21"/>
                  </a:lnTo>
                  <a:lnTo>
                    <a:pt x="88" y="23"/>
                  </a:lnTo>
                  <a:lnTo>
                    <a:pt x="88" y="23"/>
                  </a:lnTo>
                  <a:lnTo>
                    <a:pt x="88" y="25"/>
                  </a:lnTo>
                  <a:lnTo>
                    <a:pt x="88" y="25"/>
                  </a:lnTo>
                  <a:lnTo>
                    <a:pt x="88" y="25"/>
                  </a:lnTo>
                  <a:lnTo>
                    <a:pt x="88" y="25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4" y="25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7"/>
                  </a:lnTo>
                  <a:lnTo>
                    <a:pt x="84" y="29"/>
                  </a:lnTo>
                  <a:lnTo>
                    <a:pt x="86" y="29"/>
                  </a:lnTo>
                  <a:lnTo>
                    <a:pt x="86" y="31"/>
                  </a:lnTo>
                  <a:lnTo>
                    <a:pt x="86" y="33"/>
                  </a:lnTo>
                  <a:lnTo>
                    <a:pt x="88" y="35"/>
                  </a:lnTo>
                  <a:lnTo>
                    <a:pt x="90" y="37"/>
                  </a:lnTo>
                  <a:lnTo>
                    <a:pt x="90" y="37"/>
                  </a:lnTo>
                  <a:lnTo>
                    <a:pt x="92" y="37"/>
                  </a:lnTo>
                  <a:lnTo>
                    <a:pt x="92" y="37"/>
                  </a:lnTo>
                  <a:lnTo>
                    <a:pt x="96" y="37"/>
                  </a:lnTo>
                  <a:lnTo>
                    <a:pt x="96" y="37"/>
                  </a:lnTo>
                  <a:lnTo>
                    <a:pt x="96" y="37"/>
                  </a:lnTo>
                  <a:lnTo>
                    <a:pt x="96" y="37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100" y="43"/>
                  </a:lnTo>
                  <a:lnTo>
                    <a:pt x="100" y="43"/>
                  </a:lnTo>
                  <a:lnTo>
                    <a:pt x="100" y="43"/>
                  </a:lnTo>
                  <a:lnTo>
                    <a:pt x="101" y="43"/>
                  </a:lnTo>
                  <a:lnTo>
                    <a:pt x="101" y="43"/>
                  </a:lnTo>
                  <a:lnTo>
                    <a:pt x="101" y="41"/>
                  </a:lnTo>
                  <a:lnTo>
                    <a:pt x="101" y="41"/>
                  </a:lnTo>
                  <a:lnTo>
                    <a:pt x="103" y="43"/>
                  </a:lnTo>
                  <a:lnTo>
                    <a:pt x="103" y="43"/>
                  </a:lnTo>
                  <a:lnTo>
                    <a:pt x="105" y="43"/>
                  </a:lnTo>
                  <a:lnTo>
                    <a:pt x="105" y="43"/>
                  </a:lnTo>
                  <a:lnTo>
                    <a:pt x="105" y="45"/>
                  </a:lnTo>
                  <a:lnTo>
                    <a:pt x="105" y="45"/>
                  </a:lnTo>
                  <a:lnTo>
                    <a:pt x="107" y="47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9" y="49"/>
                  </a:lnTo>
                  <a:lnTo>
                    <a:pt x="109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49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7" y="47"/>
                  </a:lnTo>
                  <a:lnTo>
                    <a:pt x="117" y="47"/>
                  </a:lnTo>
                  <a:lnTo>
                    <a:pt x="115" y="45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5" y="43"/>
                  </a:lnTo>
                  <a:lnTo>
                    <a:pt x="115" y="43"/>
                  </a:lnTo>
                  <a:lnTo>
                    <a:pt x="115" y="41"/>
                  </a:lnTo>
                  <a:lnTo>
                    <a:pt x="115" y="41"/>
                  </a:lnTo>
                  <a:lnTo>
                    <a:pt x="115" y="39"/>
                  </a:lnTo>
                  <a:lnTo>
                    <a:pt x="115" y="39"/>
                  </a:lnTo>
                  <a:lnTo>
                    <a:pt x="115" y="39"/>
                  </a:lnTo>
                  <a:lnTo>
                    <a:pt x="115" y="39"/>
                  </a:lnTo>
                  <a:lnTo>
                    <a:pt x="115" y="39"/>
                  </a:lnTo>
                  <a:lnTo>
                    <a:pt x="115" y="37"/>
                  </a:lnTo>
                  <a:lnTo>
                    <a:pt x="117" y="35"/>
                  </a:lnTo>
                  <a:lnTo>
                    <a:pt x="117" y="35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9" y="33"/>
                  </a:lnTo>
                  <a:lnTo>
                    <a:pt x="121" y="33"/>
                  </a:lnTo>
                  <a:lnTo>
                    <a:pt x="121" y="33"/>
                  </a:lnTo>
                  <a:lnTo>
                    <a:pt x="121" y="33"/>
                  </a:lnTo>
                  <a:lnTo>
                    <a:pt x="121" y="3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7" y="33"/>
                  </a:lnTo>
                  <a:lnTo>
                    <a:pt x="127" y="33"/>
                  </a:lnTo>
                  <a:lnTo>
                    <a:pt x="129" y="33"/>
                  </a:lnTo>
                  <a:lnTo>
                    <a:pt x="129" y="33"/>
                  </a:lnTo>
                  <a:lnTo>
                    <a:pt x="129" y="33"/>
                  </a:lnTo>
                  <a:lnTo>
                    <a:pt x="129" y="31"/>
                  </a:lnTo>
                  <a:lnTo>
                    <a:pt x="131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7" y="35"/>
                  </a:lnTo>
                  <a:lnTo>
                    <a:pt x="137" y="35"/>
                  </a:lnTo>
                  <a:lnTo>
                    <a:pt x="139" y="37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3" y="35"/>
                  </a:lnTo>
                  <a:lnTo>
                    <a:pt x="147" y="43"/>
                  </a:lnTo>
                  <a:lnTo>
                    <a:pt x="147" y="45"/>
                  </a:lnTo>
                  <a:lnTo>
                    <a:pt x="149" y="45"/>
                  </a:lnTo>
                  <a:lnTo>
                    <a:pt x="151" y="45"/>
                  </a:lnTo>
                  <a:lnTo>
                    <a:pt x="154" y="47"/>
                  </a:lnTo>
                  <a:lnTo>
                    <a:pt x="154" y="47"/>
                  </a:lnTo>
                  <a:lnTo>
                    <a:pt x="154" y="47"/>
                  </a:lnTo>
                  <a:lnTo>
                    <a:pt x="156" y="47"/>
                  </a:lnTo>
                  <a:lnTo>
                    <a:pt x="158" y="47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6" y="49"/>
                  </a:lnTo>
                  <a:lnTo>
                    <a:pt x="166" y="47"/>
                  </a:lnTo>
                  <a:lnTo>
                    <a:pt x="166" y="45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70" y="43"/>
                  </a:lnTo>
                  <a:lnTo>
                    <a:pt x="170" y="47"/>
                  </a:lnTo>
                  <a:lnTo>
                    <a:pt x="172" y="47"/>
                  </a:lnTo>
                  <a:lnTo>
                    <a:pt x="172" y="47"/>
                  </a:lnTo>
                  <a:lnTo>
                    <a:pt x="174" y="47"/>
                  </a:lnTo>
                  <a:lnTo>
                    <a:pt x="174" y="47"/>
                  </a:lnTo>
                  <a:lnTo>
                    <a:pt x="176" y="47"/>
                  </a:lnTo>
                  <a:lnTo>
                    <a:pt x="176" y="47"/>
                  </a:lnTo>
                  <a:lnTo>
                    <a:pt x="178" y="45"/>
                  </a:lnTo>
                  <a:lnTo>
                    <a:pt x="178" y="47"/>
                  </a:lnTo>
                  <a:lnTo>
                    <a:pt x="180" y="47"/>
                  </a:lnTo>
                  <a:lnTo>
                    <a:pt x="180" y="49"/>
                  </a:lnTo>
                  <a:lnTo>
                    <a:pt x="182" y="51"/>
                  </a:lnTo>
                  <a:lnTo>
                    <a:pt x="182" y="51"/>
                  </a:lnTo>
                  <a:lnTo>
                    <a:pt x="182" y="51"/>
                  </a:lnTo>
                  <a:lnTo>
                    <a:pt x="182" y="53"/>
                  </a:lnTo>
                  <a:lnTo>
                    <a:pt x="182" y="53"/>
                  </a:lnTo>
                  <a:lnTo>
                    <a:pt x="184" y="53"/>
                  </a:lnTo>
                  <a:lnTo>
                    <a:pt x="186" y="55"/>
                  </a:lnTo>
                  <a:lnTo>
                    <a:pt x="186" y="55"/>
                  </a:lnTo>
                  <a:lnTo>
                    <a:pt x="186" y="57"/>
                  </a:lnTo>
                  <a:lnTo>
                    <a:pt x="186" y="57"/>
                  </a:lnTo>
                  <a:lnTo>
                    <a:pt x="186" y="57"/>
                  </a:lnTo>
                  <a:lnTo>
                    <a:pt x="186" y="57"/>
                  </a:lnTo>
                  <a:lnTo>
                    <a:pt x="186" y="59"/>
                  </a:lnTo>
                  <a:lnTo>
                    <a:pt x="186" y="59"/>
                  </a:lnTo>
                  <a:lnTo>
                    <a:pt x="186" y="59"/>
                  </a:lnTo>
                  <a:lnTo>
                    <a:pt x="186" y="59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4" y="63"/>
                  </a:lnTo>
                  <a:lnTo>
                    <a:pt x="184" y="63"/>
                  </a:lnTo>
                  <a:lnTo>
                    <a:pt x="184" y="63"/>
                  </a:lnTo>
                  <a:lnTo>
                    <a:pt x="186" y="65"/>
                  </a:lnTo>
                  <a:lnTo>
                    <a:pt x="186" y="67"/>
                  </a:lnTo>
                  <a:lnTo>
                    <a:pt x="186" y="67"/>
                  </a:lnTo>
                  <a:lnTo>
                    <a:pt x="186" y="67"/>
                  </a:lnTo>
                  <a:lnTo>
                    <a:pt x="186" y="67"/>
                  </a:lnTo>
                  <a:lnTo>
                    <a:pt x="184" y="69"/>
                  </a:lnTo>
                  <a:lnTo>
                    <a:pt x="184" y="69"/>
                  </a:lnTo>
                  <a:lnTo>
                    <a:pt x="184" y="69"/>
                  </a:lnTo>
                  <a:lnTo>
                    <a:pt x="184" y="69"/>
                  </a:lnTo>
                  <a:lnTo>
                    <a:pt x="186" y="69"/>
                  </a:lnTo>
                  <a:lnTo>
                    <a:pt x="186" y="69"/>
                  </a:lnTo>
                  <a:lnTo>
                    <a:pt x="186" y="69"/>
                  </a:lnTo>
                  <a:lnTo>
                    <a:pt x="186" y="69"/>
                  </a:lnTo>
                  <a:lnTo>
                    <a:pt x="188" y="69"/>
                  </a:lnTo>
                  <a:lnTo>
                    <a:pt x="188" y="70"/>
                  </a:lnTo>
                  <a:lnTo>
                    <a:pt x="188" y="70"/>
                  </a:lnTo>
                  <a:lnTo>
                    <a:pt x="188" y="72"/>
                  </a:lnTo>
                  <a:lnTo>
                    <a:pt x="188" y="74"/>
                  </a:lnTo>
                  <a:lnTo>
                    <a:pt x="188" y="76"/>
                  </a:lnTo>
                  <a:lnTo>
                    <a:pt x="188" y="76"/>
                  </a:lnTo>
                  <a:lnTo>
                    <a:pt x="188" y="76"/>
                  </a:lnTo>
                  <a:lnTo>
                    <a:pt x="190" y="78"/>
                  </a:lnTo>
                  <a:lnTo>
                    <a:pt x="190" y="80"/>
                  </a:lnTo>
                  <a:lnTo>
                    <a:pt x="192" y="80"/>
                  </a:lnTo>
                  <a:lnTo>
                    <a:pt x="192" y="82"/>
                  </a:lnTo>
                  <a:lnTo>
                    <a:pt x="192" y="82"/>
                  </a:lnTo>
                  <a:lnTo>
                    <a:pt x="192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88" y="86"/>
                  </a:lnTo>
                  <a:lnTo>
                    <a:pt x="188" y="86"/>
                  </a:lnTo>
                  <a:lnTo>
                    <a:pt x="188" y="86"/>
                  </a:lnTo>
                  <a:lnTo>
                    <a:pt x="190" y="86"/>
                  </a:lnTo>
                  <a:lnTo>
                    <a:pt x="190" y="88"/>
                  </a:lnTo>
                  <a:lnTo>
                    <a:pt x="190" y="88"/>
                  </a:lnTo>
                  <a:lnTo>
                    <a:pt x="190" y="88"/>
                  </a:lnTo>
                  <a:lnTo>
                    <a:pt x="190" y="88"/>
                  </a:lnTo>
                  <a:lnTo>
                    <a:pt x="188" y="88"/>
                  </a:lnTo>
                  <a:lnTo>
                    <a:pt x="188" y="88"/>
                  </a:lnTo>
                  <a:lnTo>
                    <a:pt x="188" y="88"/>
                  </a:lnTo>
                  <a:lnTo>
                    <a:pt x="188" y="90"/>
                  </a:lnTo>
                  <a:lnTo>
                    <a:pt x="188" y="90"/>
                  </a:lnTo>
                  <a:lnTo>
                    <a:pt x="190" y="92"/>
                  </a:lnTo>
                  <a:lnTo>
                    <a:pt x="190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4" y="94"/>
                  </a:lnTo>
                  <a:lnTo>
                    <a:pt x="196" y="94"/>
                  </a:lnTo>
                  <a:lnTo>
                    <a:pt x="196" y="96"/>
                  </a:lnTo>
                  <a:lnTo>
                    <a:pt x="196" y="96"/>
                  </a:lnTo>
                  <a:lnTo>
                    <a:pt x="196" y="96"/>
                  </a:lnTo>
                  <a:lnTo>
                    <a:pt x="196" y="96"/>
                  </a:lnTo>
                  <a:lnTo>
                    <a:pt x="194" y="96"/>
                  </a:lnTo>
                  <a:lnTo>
                    <a:pt x="194" y="98"/>
                  </a:lnTo>
                  <a:lnTo>
                    <a:pt x="194" y="98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6" y="100"/>
                  </a:lnTo>
                  <a:lnTo>
                    <a:pt x="196" y="100"/>
                  </a:lnTo>
                  <a:lnTo>
                    <a:pt x="198" y="100"/>
                  </a:lnTo>
                  <a:lnTo>
                    <a:pt x="198" y="102"/>
                  </a:lnTo>
                  <a:lnTo>
                    <a:pt x="198" y="102"/>
                  </a:lnTo>
                  <a:lnTo>
                    <a:pt x="198" y="102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200" y="106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2" y="110"/>
                  </a:lnTo>
                  <a:lnTo>
                    <a:pt x="202" y="112"/>
                  </a:lnTo>
                  <a:lnTo>
                    <a:pt x="200" y="112"/>
                  </a:lnTo>
                  <a:lnTo>
                    <a:pt x="202" y="112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6"/>
                  </a:lnTo>
                  <a:lnTo>
                    <a:pt x="200" y="116"/>
                  </a:lnTo>
                  <a:lnTo>
                    <a:pt x="198" y="116"/>
                  </a:lnTo>
                  <a:lnTo>
                    <a:pt x="198" y="116"/>
                  </a:lnTo>
                  <a:lnTo>
                    <a:pt x="198" y="116"/>
                  </a:lnTo>
                  <a:lnTo>
                    <a:pt x="198" y="116"/>
                  </a:lnTo>
                  <a:lnTo>
                    <a:pt x="198" y="116"/>
                  </a:lnTo>
                  <a:lnTo>
                    <a:pt x="198" y="118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0" y="120"/>
                  </a:lnTo>
                  <a:lnTo>
                    <a:pt x="200" y="122"/>
                  </a:lnTo>
                  <a:lnTo>
                    <a:pt x="200" y="122"/>
                  </a:lnTo>
                  <a:lnTo>
                    <a:pt x="200" y="122"/>
                  </a:lnTo>
                  <a:lnTo>
                    <a:pt x="200" y="122"/>
                  </a:lnTo>
                  <a:lnTo>
                    <a:pt x="198" y="122"/>
                  </a:lnTo>
                  <a:lnTo>
                    <a:pt x="198" y="124"/>
                  </a:lnTo>
                  <a:lnTo>
                    <a:pt x="198" y="124"/>
                  </a:lnTo>
                  <a:lnTo>
                    <a:pt x="198" y="124"/>
                  </a:lnTo>
                  <a:lnTo>
                    <a:pt x="198" y="124"/>
                  </a:lnTo>
                  <a:lnTo>
                    <a:pt x="198" y="125"/>
                  </a:lnTo>
                  <a:lnTo>
                    <a:pt x="198" y="125"/>
                  </a:lnTo>
                  <a:lnTo>
                    <a:pt x="196" y="127"/>
                  </a:lnTo>
                  <a:lnTo>
                    <a:pt x="196" y="127"/>
                  </a:lnTo>
                  <a:lnTo>
                    <a:pt x="196" y="127"/>
                  </a:lnTo>
                  <a:lnTo>
                    <a:pt x="194" y="133"/>
                  </a:lnTo>
                  <a:lnTo>
                    <a:pt x="194" y="135"/>
                  </a:lnTo>
                  <a:lnTo>
                    <a:pt x="192" y="139"/>
                  </a:lnTo>
                  <a:lnTo>
                    <a:pt x="192" y="139"/>
                  </a:lnTo>
                  <a:lnTo>
                    <a:pt x="190" y="141"/>
                  </a:lnTo>
                  <a:lnTo>
                    <a:pt x="190" y="141"/>
                  </a:lnTo>
                  <a:lnTo>
                    <a:pt x="190" y="141"/>
                  </a:lnTo>
                  <a:lnTo>
                    <a:pt x="190" y="141"/>
                  </a:lnTo>
                  <a:lnTo>
                    <a:pt x="190" y="143"/>
                  </a:lnTo>
                  <a:lnTo>
                    <a:pt x="190" y="143"/>
                  </a:lnTo>
                  <a:lnTo>
                    <a:pt x="190" y="143"/>
                  </a:lnTo>
                  <a:lnTo>
                    <a:pt x="192" y="145"/>
                  </a:lnTo>
                  <a:lnTo>
                    <a:pt x="192" y="145"/>
                  </a:lnTo>
                  <a:lnTo>
                    <a:pt x="192" y="145"/>
                  </a:lnTo>
                  <a:lnTo>
                    <a:pt x="192" y="147"/>
                  </a:lnTo>
                  <a:lnTo>
                    <a:pt x="192" y="147"/>
                  </a:lnTo>
                  <a:lnTo>
                    <a:pt x="190" y="147"/>
                  </a:lnTo>
                  <a:lnTo>
                    <a:pt x="190" y="149"/>
                  </a:lnTo>
                  <a:lnTo>
                    <a:pt x="190" y="149"/>
                  </a:lnTo>
                  <a:lnTo>
                    <a:pt x="192" y="149"/>
                  </a:lnTo>
                  <a:lnTo>
                    <a:pt x="192" y="149"/>
                  </a:lnTo>
                  <a:lnTo>
                    <a:pt x="192" y="151"/>
                  </a:lnTo>
                  <a:lnTo>
                    <a:pt x="190" y="151"/>
                  </a:lnTo>
                  <a:lnTo>
                    <a:pt x="190" y="151"/>
                  </a:lnTo>
                  <a:lnTo>
                    <a:pt x="190" y="151"/>
                  </a:lnTo>
                  <a:lnTo>
                    <a:pt x="190" y="151"/>
                  </a:lnTo>
                  <a:lnTo>
                    <a:pt x="190" y="151"/>
                  </a:lnTo>
                  <a:lnTo>
                    <a:pt x="188" y="151"/>
                  </a:lnTo>
                  <a:lnTo>
                    <a:pt x="188" y="151"/>
                  </a:lnTo>
                  <a:lnTo>
                    <a:pt x="188" y="151"/>
                  </a:lnTo>
                  <a:lnTo>
                    <a:pt x="188" y="151"/>
                  </a:lnTo>
                  <a:lnTo>
                    <a:pt x="188" y="151"/>
                  </a:lnTo>
                  <a:lnTo>
                    <a:pt x="186" y="153"/>
                  </a:lnTo>
                  <a:lnTo>
                    <a:pt x="186" y="153"/>
                  </a:lnTo>
                  <a:lnTo>
                    <a:pt x="186" y="153"/>
                  </a:lnTo>
                  <a:lnTo>
                    <a:pt x="184" y="151"/>
                  </a:lnTo>
                  <a:lnTo>
                    <a:pt x="184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2" y="153"/>
                  </a:lnTo>
                  <a:lnTo>
                    <a:pt x="182" y="155"/>
                  </a:lnTo>
                  <a:lnTo>
                    <a:pt x="182" y="155"/>
                  </a:lnTo>
                  <a:lnTo>
                    <a:pt x="180" y="157"/>
                  </a:lnTo>
                  <a:lnTo>
                    <a:pt x="180" y="159"/>
                  </a:lnTo>
                  <a:lnTo>
                    <a:pt x="180" y="159"/>
                  </a:lnTo>
                  <a:lnTo>
                    <a:pt x="180" y="159"/>
                  </a:lnTo>
                  <a:lnTo>
                    <a:pt x="180" y="159"/>
                  </a:lnTo>
                  <a:lnTo>
                    <a:pt x="176" y="157"/>
                  </a:lnTo>
                  <a:lnTo>
                    <a:pt x="176" y="157"/>
                  </a:lnTo>
                  <a:lnTo>
                    <a:pt x="176" y="157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3"/>
                  </a:lnTo>
                  <a:lnTo>
                    <a:pt x="172" y="153"/>
                  </a:lnTo>
                  <a:lnTo>
                    <a:pt x="172" y="153"/>
                  </a:lnTo>
                  <a:lnTo>
                    <a:pt x="172" y="153"/>
                  </a:lnTo>
                  <a:lnTo>
                    <a:pt x="172" y="151"/>
                  </a:lnTo>
                  <a:lnTo>
                    <a:pt x="172" y="151"/>
                  </a:lnTo>
                  <a:lnTo>
                    <a:pt x="172" y="149"/>
                  </a:lnTo>
                  <a:lnTo>
                    <a:pt x="174" y="149"/>
                  </a:lnTo>
                  <a:lnTo>
                    <a:pt x="174" y="149"/>
                  </a:lnTo>
                  <a:lnTo>
                    <a:pt x="172" y="147"/>
                  </a:lnTo>
                  <a:lnTo>
                    <a:pt x="172" y="147"/>
                  </a:lnTo>
                  <a:lnTo>
                    <a:pt x="172" y="147"/>
                  </a:lnTo>
                  <a:lnTo>
                    <a:pt x="172" y="147"/>
                  </a:lnTo>
                  <a:lnTo>
                    <a:pt x="172" y="149"/>
                  </a:lnTo>
                  <a:lnTo>
                    <a:pt x="170" y="149"/>
                  </a:lnTo>
                  <a:lnTo>
                    <a:pt x="170" y="149"/>
                  </a:lnTo>
                  <a:lnTo>
                    <a:pt x="170" y="149"/>
                  </a:lnTo>
                  <a:lnTo>
                    <a:pt x="168" y="149"/>
                  </a:lnTo>
                  <a:lnTo>
                    <a:pt x="164" y="149"/>
                  </a:lnTo>
                  <a:lnTo>
                    <a:pt x="162" y="149"/>
                  </a:lnTo>
                  <a:lnTo>
                    <a:pt x="160" y="147"/>
                  </a:lnTo>
                  <a:lnTo>
                    <a:pt x="158" y="147"/>
                  </a:lnTo>
                  <a:lnTo>
                    <a:pt x="158" y="147"/>
                  </a:lnTo>
                  <a:lnTo>
                    <a:pt x="158" y="147"/>
                  </a:lnTo>
                  <a:lnTo>
                    <a:pt x="156" y="149"/>
                  </a:lnTo>
                  <a:lnTo>
                    <a:pt x="156" y="149"/>
                  </a:lnTo>
                  <a:lnTo>
                    <a:pt x="156" y="149"/>
                  </a:lnTo>
                  <a:lnTo>
                    <a:pt x="156" y="149"/>
                  </a:lnTo>
                  <a:lnTo>
                    <a:pt x="156" y="151"/>
                  </a:lnTo>
                  <a:lnTo>
                    <a:pt x="156" y="151"/>
                  </a:lnTo>
                  <a:lnTo>
                    <a:pt x="154" y="151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9" y="153"/>
                  </a:lnTo>
                  <a:lnTo>
                    <a:pt x="147" y="153"/>
                  </a:lnTo>
                  <a:lnTo>
                    <a:pt x="147" y="153"/>
                  </a:lnTo>
                  <a:lnTo>
                    <a:pt x="147" y="153"/>
                  </a:lnTo>
                  <a:lnTo>
                    <a:pt x="147" y="153"/>
                  </a:lnTo>
                  <a:lnTo>
                    <a:pt x="147" y="153"/>
                  </a:lnTo>
                  <a:lnTo>
                    <a:pt x="145" y="153"/>
                  </a:lnTo>
                  <a:lnTo>
                    <a:pt x="145" y="153"/>
                  </a:lnTo>
                  <a:lnTo>
                    <a:pt x="145" y="155"/>
                  </a:lnTo>
                  <a:lnTo>
                    <a:pt x="143" y="155"/>
                  </a:lnTo>
                  <a:lnTo>
                    <a:pt x="141" y="155"/>
                  </a:lnTo>
                  <a:lnTo>
                    <a:pt x="141" y="155"/>
                  </a:lnTo>
                  <a:lnTo>
                    <a:pt x="139" y="155"/>
                  </a:lnTo>
                  <a:lnTo>
                    <a:pt x="139" y="157"/>
                  </a:lnTo>
                  <a:lnTo>
                    <a:pt x="141" y="157"/>
                  </a:lnTo>
                  <a:lnTo>
                    <a:pt x="141" y="157"/>
                  </a:lnTo>
                  <a:lnTo>
                    <a:pt x="141" y="157"/>
                  </a:lnTo>
                  <a:lnTo>
                    <a:pt x="141" y="159"/>
                  </a:lnTo>
                  <a:lnTo>
                    <a:pt x="141" y="159"/>
                  </a:lnTo>
                  <a:lnTo>
                    <a:pt x="141" y="159"/>
                  </a:lnTo>
                  <a:lnTo>
                    <a:pt x="141" y="159"/>
                  </a:lnTo>
                  <a:lnTo>
                    <a:pt x="139" y="159"/>
                  </a:lnTo>
                  <a:lnTo>
                    <a:pt x="139" y="159"/>
                  </a:lnTo>
                  <a:lnTo>
                    <a:pt x="139" y="159"/>
                  </a:lnTo>
                  <a:lnTo>
                    <a:pt x="139" y="161"/>
                  </a:lnTo>
                  <a:lnTo>
                    <a:pt x="139" y="161"/>
                  </a:lnTo>
                  <a:lnTo>
                    <a:pt x="139" y="161"/>
                  </a:lnTo>
                  <a:lnTo>
                    <a:pt x="135" y="159"/>
                  </a:lnTo>
                  <a:lnTo>
                    <a:pt x="133" y="157"/>
                  </a:lnTo>
                  <a:lnTo>
                    <a:pt x="131" y="157"/>
                  </a:lnTo>
                  <a:lnTo>
                    <a:pt x="129" y="155"/>
                  </a:lnTo>
                  <a:lnTo>
                    <a:pt x="129" y="153"/>
                  </a:lnTo>
                  <a:lnTo>
                    <a:pt x="129" y="153"/>
                  </a:lnTo>
                  <a:lnTo>
                    <a:pt x="129" y="153"/>
                  </a:lnTo>
                  <a:lnTo>
                    <a:pt x="129" y="153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31" y="149"/>
                  </a:lnTo>
                  <a:lnTo>
                    <a:pt x="131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7" y="149"/>
                  </a:lnTo>
                  <a:lnTo>
                    <a:pt x="127" y="149"/>
                  </a:lnTo>
                  <a:lnTo>
                    <a:pt x="125" y="149"/>
                  </a:lnTo>
                  <a:lnTo>
                    <a:pt x="125" y="149"/>
                  </a:lnTo>
                  <a:lnTo>
                    <a:pt x="125" y="149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19" y="151"/>
                  </a:lnTo>
                  <a:lnTo>
                    <a:pt x="119" y="151"/>
                  </a:lnTo>
                  <a:lnTo>
                    <a:pt x="119" y="151"/>
                  </a:lnTo>
                  <a:lnTo>
                    <a:pt x="117" y="153"/>
                  </a:lnTo>
                  <a:lnTo>
                    <a:pt x="117" y="153"/>
                  </a:lnTo>
                  <a:lnTo>
                    <a:pt x="117" y="153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3" y="153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1"/>
                  </a:lnTo>
                  <a:lnTo>
                    <a:pt x="109" y="151"/>
                  </a:lnTo>
                  <a:lnTo>
                    <a:pt x="107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3" y="149"/>
                  </a:lnTo>
                  <a:lnTo>
                    <a:pt x="103" y="147"/>
                  </a:lnTo>
                  <a:lnTo>
                    <a:pt x="101" y="147"/>
                  </a:lnTo>
                  <a:lnTo>
                    <a:pt x="101" y="147"/>
                  </a:lnTo>
                  <a:lnTo>
                    <a:pt x="100" y="147"/>
                  </a:lnTo>
                  <a:lnTo>
                    <a:pt x="100" y="147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98" y="149"/>
                  </a:lnTo>
                  <a:lnTo>
                    <a:pt x="98" y="149"/>
                  </a:lnTo>
                  <a:lnTo>
                    <a:pt x="98" y="149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98" y="153"/>
                  </a:lnTo>
                  <a:lnTo>
                    <a:pt x="98" y="153"/>
                  </a:lnTo>
                  <a:lnTo>
                    <a:pt x="98" y="153"/>
                  </a:lnTo>
                  <a:lnTo>
                    <a:pt x="96" y="153"/>
                  </a:lnTo>
                  <a:lnTo>
                    <a:pt x="96" y="153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2" y="147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90" y="145"/>
                  </a:lnTo>
                  <a:lnTo>
                    <a:pt x="90" y="143"/>
                  </a:lnTo>
                  <a:lnTo>
                    <a:pt x="90" y="141"/>
                  </a:lnTo>
                  <a:lnTo>
                    <a:pt x="90" y="141"/>
                  </a:lnTo>
                  <a:lnTo>
                    <a:pt x="90" y="141"/>
                  </a:lnTo>
                  <a:lnTo>
                    <a:pt x="88" y="139"/>
                  </a:lnTo>
                  <a:lnTo>
                    <a:pt x="84" y="135"/>
                  </a:lnTo>
                  <a:lnTo>
                    <a:pt x="82" y="135"/>
                  </a:lnTo>
                  <a:lnTo>
                    <a:pt x="82" y="133"/>
                  </a:lnTo>
                  <a:lnTo>
                    <a:pt x="80" y="131"/>
                  </a:lnTo>
                  <a:lnTo>
                    <a:pt x="80" y="129"/>
                  </a:lnTo>
                  <a:lnTo>
                    <a:pt x="76" y="129"/>
                  </a:lnTo>
                  <a:lnTo>
                    <a:pt x="76" y="129"/>
                  </a:lnTo>
                  <a:lnTo>
                    <a:pt x="76" y="129"/>
                  </a:lnTo>
                  <a:lnTo>
                    <a:pt x="78" y="133"/>
                  </a:lnTo>
                  <a:lnTo>
                    <a:pt x="78" y="133"/>
                  </a:lnTo>
                  <a:lnTo>
                    <a:pt x="78" y="133"/>
                  </a:lnTo>
                  <a:lnTo>
                    <a:pt x="78" y="133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6" y="137"/>
                  </a:lnTo>
                  <a:lnTo>
                    <a:pt x="76" y="137"/>
                  </a:lnTo>
                  <a:lnTo>
                    <a:pt x="76" y="137"/>
                  </a:lnTo>
                  <a:lnTo>
                    <a:pt x="76" y="137"/>
                  </a:lnTo>
                  <a:lnTo>
                    <a:pt x="74" y="137"/>
                  </a:lnTo>
                  <a:lnTo>
                    <a:pt x="74" y="137"/>
                  </a:lnTo>
                  <a:lnTo>
                    <a:pt x="74" y="137"/>
                  </a:lnTo>
                  <a:lnTo>
                    <a:pt x="74" y="137"/>
                  </a:lnTo>
                  <a:lnTo>
                    <a:pt x="72" y="137"/>
                  </a:lnTo>
                  <a:lnTo>
                    <a:pt x="72" y="137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9"/>
                  </a:lnTo>
                  <a:lnTo>
                    <a:pt x="68" y="139"/>
                  </a:lnTo>
                  <a:lnTo>
                    <a:pt x="66" y="139"/>
                  </a:lnTo>
                  <a:lnTo>
                    <a:pt x="64" y="139"/>
                  </a:lnTo>
                  <a:lnTo>
                    <a:pt x="64" y="141"/>
                  </a:lnTo>
                  <a:lnTo>
                    <a:pt x="64" y="141"/>
                  </a:lnTo>
                  <a:lnTo>
                    <a:pt x="64" y="141"/>
                  </a:lnTo>
                  <a:lnTo>
                    <a:pt x="64" y="141"/>
                  </a:lnTo>
                  <a:lnTo>
                    <a:pt x="64" y="143"/>
                  </a:lnTo>
                  <a:lnTo>
                    <a:pt x="60" y="139"/>
                  </a:lnTo>
                  <a:lnTo>
                    <a:pt x="52" y="135"/>
                  </a:lnTo>
                  <a:lnTo>
                    <a:pt x="49" y="131"/>
                  </a:lnTo>
                  <a:lnTo>
                    <a:pt x="49" y="129"/>
                  </a:lnTo>
                  <a:lnTo>
                    <a:pt x="47" y="129"/>
                  </a:lnTo>
                  <a:lnTo>
                    <a:pt x="47" y="129"/>
                  </a:lnTo>
                  <a:lnTo>
                    <a:pt x="45" y="129"/>
                  </a:lnTo>
                  <a:lnTo>
                    <a:pt x="45" y="127"/>
                  </a:lnTo>
                  <a:lnTo>
                    <a:pt x="45" y="127"/>
                  </a:lnTo>
                  <a:lnTo>
                    <a:pt x="43" y="125"/>
                  </a:lnTo>
                  <a:lnTo>
                    <a:pt x="41" y="125"/>
                  </a:lnTo>
                  <a:lnTo>
                    <a:pt x="39" y="125"/>
                  </a:lnTo>
                  <a:lnTo>
                    <a:pt x="39" y="125"/>
                  </a:lnTo>
                  <a:lnTo>
                    <a:pt x="37" y="124"/>
                  </a:lnTo>
                  <a:lnTo>
                    <a:pt x="33" y="122"/>
                  </a:lnTo>
                  <a:lnTo>
                    <a:pt x="31" y="122"/>
                  </a:lnTo>
                  <a:lnTo>
                    <a:pt x="29" y="122"/>
                  </a:lnTo>
                  <a:lnTo>
                    <a:pt x="29" y="122"/>
                  </a:lnTo>
                  <a:lnTo>
                    <a:pt x="25" y="122"/>
                  </a:lnTo>
                  <a:lnTo>
                    <a:pt x="25" y="122"/>
                  </a:lnTo>
                  <a:lnTo>
                    <a:pt x="25" y="122"/>
                  </a:lnTo>
                  <a:lnTo>
                    <a:pt x="23" y="122"/>
                  </a:lnTo>
                  <a:lnTo>
                    <a:pt x="23" y="122"/>
                  </a:lnTo>
                  <a:lnTo>
                    <a:pt x="23" y="120"/>
                  </a:lnTo>
                  <a:lnTo>
                    <a:pt x="23" y="120"/>
                  </a:lnTo>
                  <a:lnTo>
                    <a:pt x="23" y="120"/>
                  </a:lnTo>
                  <a:lnTo>
                    <a:pt x="23" y="118"/>
                  </a:lnTo>
                  <a:lnTo>
                    <a:pt x="23" y="118"/>
                  </a:lnTo>
                  <a:lnTo>
                    <a:pt x="23" y="118"/>
                  </a:lnTo>
                  <a:lnTo>
                    <a:pt x="21" y="116"/>
                  </a:lnTo>
                  <a:lnTo>
                    <a:pt x="19" y="114"/>
                  </a:lnTo>
                  <a:lnTo>
                    <a:pt x="17" y="114"/>
                  </a:lnTo>
                  <a:lnTo>
                    <a:pt x="17" y="114"/>
                  </a:lnTo>
                  <a:lnTo>
                    <a:pt x="17" y="114"/>
                  </a:lnTo>
                  <a:lnTo>
                    <a:pt x="15" y="114"/>
                  </a:lnTo>
                  <a:lnTo>
                    <a:pt x="15" y="116"/>
                  </a:lnTo>
                  <a:lnTo>
                    <a:pt x="13" y="116"/>
                  </a:lnTo>
                  <a:lnTo>
                    <a:pt x="11" y="116"/>
                  </a:lnTo>
                  <a:lnTo>
                    <a:pt x="11" y="110"/>
                  </a:lnTo>
                  <a:lnTo>
                    <a:pt x="11" y="108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5" y="106"/>
                  </a:lnTo>
                  <a:lnTo>
                    <a:pt x="15" y="106"/>
                  </a:lnTo>
                  <a:lnTo>
                    <a:pt x="13" y="106"/>
                  </a:lnTo>
                  <a:lnTo>
                    <a:pt x="13" y="104"/>
                  </a:lnTo>
                  <a:lnTo>
                    <a:pt x="13" y="104"/>
                  </a:lnTo>
                  <a:lnTo>
                    <a:pt x="15" y="104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23" y="102"/>
                  </a:lnTo>
                  <a:lnTo>
                    <a:pt x="23" y="102"/>
                  </a:lnTo>
                  <a:lnTo>
                    <a:pt x="23" y="102"/>
                  </a:lnTo>
                  <a:lnTo>
                    <a:pt x="25" y="102"/>
                  </a:lnTo>
                  <a:lnTo>
                    <a:pt x="25" y="102"/>
                  </a:lnTo>
                  <a:lnTo>
                    <a:pt x="25" y="102"/>
                  </a:lnTo>
                  <a:lnTo>
                    <a:pt x="25" y="100"/>
                  </a:lnTo>
                  <a:lnTo>
                    <a:pt x="25" y="100"/>
                  </a:lnTo>
                  <a:lnTo>
                    <a:pt x="25" y="98"/>
                  </a:lnTo>
                  <a:lnTo>
                    <a:pt x="25" y="94"/>
                  </a:lnTo>
                  <a:lnTo>
                    <a:pt x="25" y="90"/>
                  </a:lnTo>
                  <a:lnTo>
                    <a:pt x="23" y="88"/>
                  </a:lnTo>
                  <a:lnTo>
                    <a:pt x="23" y="86"/>
                  </a:lnTo>
                  <a:lnTo>
                    <a:pt x="23" y="86"/>
                  </a:lnTo>
                  <a:lnTo>
                    <a:pt x="23" y="84"/>
                  </a:lnTo>
                  <a:lnTo>
                    <a:pt x="21" y="84"/>
                  </a:lnTo>
                  <a:lnTo>
                    <a:pt x="21" y="82"/>
                  </a:lnTo>
                  <a:lnTo>
                    <a:pt x="21" y="80"/>
                  </a:lnTo>
                  <a:lnTo>
                    <a:pt x="21" y="74"/>
                  </a:lnTo>
                  <a:lnTo>
                    <a:pt x="19" y="74"/>
                  </a:lnTo>
                  <a:lnTo>
                    <a:pt x="19" y="72"/>
                  </a:lnTo>
                  <a:lnTo>
                    <a:pt x="17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3" y="61"/>
                  </a:lnTo>
                  <a:lnTo>
                    <a:pt x="11" y="59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7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51"/>
                  </a:lnTo>
                  <a:lnTo>
                    <a:pt x="9" y="53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9" y="47"/>
                  </a:lnTo>
                  <a:lnTo>
                    <a:pt x="7" y="37"/>
                  </a:lnTo>
                  <a:lnTo>
                    <a:pt x="7" y="35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5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3" y="2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1054100" y="3527425"/>
              <a:ext cx="150813" cy="122238"/>
            </a:xfrm>
            <a:custGeom>
              <a:avLst/>
              <a:gdLst>
                <a:gd name="T0" fmla="*/ 184 w 190"/>
                <a:gd name="T1" fmla="*/ 79 h 154"/>
                <a:gd name="T2" fmla="*/ 112 w 190"/>
                <a:gd name="T3" fmla="*/ 2 h 154"/>
                <a:gd name="T4" fmla="*/ 110 w 190"/>
                <a:gd name="T5" fmla="*/ 6 h 154"/>
                <a:gd name="T6" fmla="*/ 118 w 190"/>
                <a:gd name="T7" fmla="*/ 10 h 154"/>
                <a:gd name="T8" fmla="*/ 122 w 190"/>
                <a:gd name="T9" fmla="*/ 18 h 154"/>
                <a:gd name="T10" fmla="*/ 132 w 190"/>
                <a:gd name="T11" fmla="*/ 16 h 154"/>
                <a:gd name="T12" fmla="*/ 135 w 190"/>
                <a:gd name="T13" fmla="*/ 28 h 154"/>
                <a:gd name="T14" fmla="*/ 149 w 190"/>
                <a:gd name="T15" fmla="*/ 32 h 154"/>
                <a:gd name="T16" fmla="*/ 157 w 190"/>
                <a:gd name="T17" fmla="*/ 38 h 154"/>
                <a:gd name="T18" fmla="*/ 167 w 190"/>
                <a:gd name="T19" fmla="*/ 48 h 154"/>
                <a:gd name="T20" fmla="*/ 171 w 190"/>
                <a:gd name="T21" fmla="*/ 51 h 154"/>
                <a:gd name="T22" fmla="*/ 179 w 190"/>
                <a:gd name="T23" fmla="*/ 61 h 154"/>
                <a:gd name="T24" fmla="*/ 190 w 190"/>
                <a:gd name="T25" fmla="*/ 61 h 154"/>
                <a:gd name="T26" fmla="*/ 184 w 190"/>
                <a:gd name="T27" fmla="*/ 71 h 154"/>
                <a:gd name="T28" fmla="*/ 183 w 190"/>
                <a:gd name="T29" fmla="*/ 83 h 154"/>
                <a:gd name="T30" fmla="*/ 188 w 190"/>
                <a:gd name="T31" fmla="*/ 87 h 154"/>
                <a:gd name="T32" fmla="*/ 186 w 190"/>
                <a:gd name="T33" fmla="*/ 93 h 154"/>
                <a:gd name="T34" fmla="*/ 184 w 190"/>
                <a:gd name="T35" fmla="*/ 97 h 154"/>
                <a:gd name="T36" fmla="*/ 181 w 190"/>
                <a:gd name="T37" fmla="*/ 99 h 154"/>
                <a:gd name="T38" fmla="*/ 181 w 190"/>
                <a:gd name="T39" fmla="*/ 106 h 154"/>
                <a:gd name="T40" fmla="*/ 167 w 190"/>
                <a:gd name="T41" fmla="*/ 112 h 154"/>
                <a:gd name="T42" fmla="*/ 157 w 190"/>
                <a:gd name="T43" fmla="*/ 116 h 154"/>
                <a:gd name="T44" fmla="*/ 167 w 190"/>
                <a:gd name="T45" fmla="*/ 114 h 154"/>
                <a:gd name="T46" fmla="*/ 173 w 190"/>
                <a:gd name="T47" fmla="*/ 124 h 154"/>
                <a:gd name="T48" fmla="*/ 167 w 190"/>
                <a:gd name="T49" fmla="*/ 128 h 154"/>
                <a:gd name="T50" fmla="*/ 159 w 190"/>
                <a:gd name="T51" fmla="*/ 124 h 154"/>
                <a:gd name="T52" fmla="*/ 161 w 190"/>
                <a:gd name="T53" fmla="*/ 132 h 154"/>
                <a:gd name="T54" fmla="*/ 147 w 190"/>
                <a:gd name="T55" fmla="*/ 142 h 154"/>
                <a:gd name="T56" fmla="*/ 122 w 190"/>
                <a:gd name="T57" fmla="*/ 136 h 154"/>
                <a:gd name="T58" fmla="*/ 108 w 190"/>
                <a:gd name="T59" fmla="*/ 134 h 154"/>
                <a:gd name="T60" fmla="*/ 98 w 190"/>
                <a:gd name="T61" fmla="*/ 150 h 154"/>
                <a:gd name="T62" fmla="*/ 88 w 190"/>
                <a:gd name="T63" fmla="*/ 152 h 154"/>
                <a:gd name="T64" fmla="*/ 81 w 190"/>
                <a:gd name="T65" fmla="*/ 144 h 154"/>
                <a:gd name="T66" fmla="*/ 73 w 190"/>
                <a:gd name="T67" fmla="*/ 138 h 154"/>
                <a:gd name="T68" fmla="*/ 61 w 190"/>
                <a:gd name="T69" fmla="*/ 138 h 154"/>
                <a:gd name="T70" fmla="*/ 53 w 190"/>
                <a:gd name="T71" fmla="*/ 146 h 154"/>
                <a:gd name="T72" fmla="*/ 47 w 190"/>
                <a:gd name="T73" fmla="*/ 144 h 154"/>
                <a:gd name="T74" fmla="*/ 37 w 190"/>
                <a:gd name="T75" fmla="*/ 132 h 154"/>
                <a:gd name="T76" fmla="*/ 35 w 190"/>
                <a:gd name="T77" fmla="*/ 118 h 154"/>
                <a:gd name="T78" fmla="*/ 24 w 190"/>
                <a:gd name="T79" fmla="*/ 122 h 154"/>
                <a:gd name="T80" fmla="*/ 6 w 190"/>
                <a:gd name="T81" fmla="*/ 122 h 154"/>
                <a:gd name="T82" fmla="*/ 4 w 190"/>
                <a:gd name="T83" fmla="*/ 108 h 154"/>
                <a:gd name="T84" fmla="*/ 2 w 190"/>
                <a:gd name="T85" fmla="*/ 99 h 154"/>
                <a:gd name="T86" fmla="*/ 2 w 190"/>
                <a:gd name="T87" fmla="*/ 89 h 154"/>
                <a:gd name="T88" fmla="*/ 4 w 190"/>
                <a:gd name="T89" fmla="*/ 83 h 154"/>
                <a:gd name="T90" fmla="*/ 6 w 190"/>
                <a:gd name="T91" fmla="*/ 75 h 154"/>
                <a:gd name="T92" fmla="*/ 4 w 190"/>
                <a:gd name="T93" fmla="*/ 71 h 154"/>
                <a:gd name="T94" fmla="*/ 8 w 190"/>
                <a:gd name="T95" fmla="*/ 63 h 154"/>
                <a:gd name="T96" fmla="*/ 12 w 190"/>
                <a:gd name="T97" fmla="*/ 59 h 154"/>
                <a:gd name="T98" fmla="*/ 8 w 190"/>
                <a:gd name="T99" fmla="*/ 57 h 154"/>
                <a:gd name="T100" fmla="*/ 16 w 190"/>
                <a:gd name="T101" fmla="*/ 48 h 154"/>
                <a:gd name="T102" fmla="*/ 22 w 190"/>
                <a:gd name="T103" fmla="*/ 48 h 154"/>
                <a:gd name="T104" fmla="*/ 22 w 190"/>
                <a:gd name="T105" fmla="*/ 40 h 154"/>
                <a:gd name="T106" fmla="*/ 32 w 190"/>
                <a:gd name="T107" fmla="*/ 30 h 154"/>
                <a:gd name="T108" fmla="*/ 35 w 190"/>
                <a:gd name="T109" fmla="*/ 32 h 154"/>
                <a:gd name="T110" fmla="*/ 45 w 190"/>
                <a:gd name="T111" fmla="*/ 34 h 154"/>
                <a:gd name="T112" fmla="*/ 53 w 190"/>
                <a:gd name="T113" fmla="*/ 30 h 154"/>
                <a:gd name="T114" fmla="*/ 57 w 190"/>
                <a:gd name="T115" fmla="*/ 24 h 154"/>
                <a:gd name="T116" fmla="*/ 67 w 190"/>
                <a:gd name="T117" fmla="*/ 16 h 154"/>
                <a:gd name="T118" fmla="*/ 84 w 190"/>
                <a:gd name="T119" fmla="*/ 12 h 154"/>
                <a:gd name="T120" fmla="*/ 81 w 190"/>
                <a:gd name="T121" fmla="*/ 10 h 154"/>
                <a:gd name="T122" fmla="*/ 100 w 190"/>
                <a:gd name="T123" fmla="*/ 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0" h="154">
                  <a:moveTo>
                    <a:pt x="184" y="75"/>
                  </a:moveTo>
                  <a:lnTo>
                    <a:pt x="184" y="75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86" y="77"/>
                  </a:lnTo>
                  <a:lnTo>
                    <a:pt x="186" y="77"/>
                  </a:lnTo>
                  <a:lnTo>
                    <a:pt x="186" y="77"/>
                  </a:lnTo>
                  <a:lnTo>
                    <a:pt x="186" y="77"/>
                  </a:lnTo>
                  <a:lnTo>
                    <a:pt x="186" y="79"/>
                  </a:lnTo>
                  <a:lnTo>
                    <a:pt x="186" y="79"/>
                  </a:lnTo>
                  <a:lnTo>
                    <a:pt x="184" y="79"/>
                  </a:lnTo>
                  <a:lnTo>
                    <a:pt x="184" y="79"/>
                  </a:lnTo>
                  <a:lnTo>
                    <a:pt x="184" y="79"/>
                  </a:lnTo>
                  <a:lnTo>
                    <a:pt x="184" y="79"/>
                  </a:lnTo>
                  <a:lnTo>
                    <a:pt x="184" y="79"/>
                  </a:lnTo>
                  <a:lnTo>
                    <a:pt x="183" y="79"/>
                  </a:lnTo>
                  <a:lnTo>
                    <a:pt x="183" y="79"/>
                  </a:lnTo>
                  <a:lnTo>
                    <a:pt x="183" y="77"/>
                  </a:lnTo>
                  <a:lnTo>
                    <a:pt x="183" y="77"/>
                  </a:lnTo>
                  <a:lnTo>
                    <a:pt x="183" y="77"/>
                  </a:lnTo>
                  <a:lnTo>
                    <a:pt x="183" y="75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84" y="75"/>
                  </a:lnTo>
                  <a:close/>
                  <a:moveTo>
                    <a:pt x="106" y="0"/>
                  </a:moveTo>
                  <a:lnTo>
                    <a:pt x="108" y="0"/>
                  </a:lnTo>
                  <a:lnTo>
                    <a:pt x="110" y="2"/>
                  </a:lnTo>
                  <a:lnTo>
                    <a:pt x="110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10" y="6"/>
                  </a:lnTo>
                  <a:lnTo>
                    <a:pt x="110" y="6"/>
                  </a:lnTo>
                  <a:lnTo>
                    <a:pt x="112" y="6"/>
                  </a:lnTo>
                  <a:lnTo>
                    <a:pt x="112" y="6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8"/>
                  </a:lnTo>
                  <a:lnTo>
                    <a:pt x="120" y="8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8" y="12"/>
                  </a:lnTo>
                  <a:lnTo>
                    <a:pt x="118" y="12"/>
                  </a:lnTo>
                  <a:lnTo>
                    <a:pt x="118" y="12"/>
                  </a:lnTo>
                  <a:lnTo>
                    <a:pt x="118" y="12"/>
                  </a:lnTo>
                  <a:lnTo>
                    <a:pt x="118" y="12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4"/>
                  </a:lnTo>
                  <a:lnTo>
                    <a:pt x="118" y="16"/>
                  </a:lnTo>
                  <a:lnTo>
                    <a:pt x="118" y="16"/>
                  </a:lnTo>
                  <a:lnTo>
                    <a:pt x="118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22" y="16"/>
                  </a:lnTo>
                  <a:lnTo>
                    <a:pt x="122" y="18"/>
                  </a:lnTo>
                  <a:lnTo>
                    <a:pt x="122" y="18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8" y="18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2" y="16"/>
                  </a:lnTo>
                  <a:lnTo>
                    <a:pt x="132" y="16"/>
                  </a:lnTo>
                  <a:lnTo>
                    <a:pt x="134" y="18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35" y="20"/>
                  </a:lnTo>
                  <a:lnTo>
                    <a:pt x="135" y="20"/>
                  </a:lnTo>
                  <a:lnTo>
                    <a:pt x="135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5" y="24"/>
                  </a:lnTo>
                  <a:lnTo>
                    <a:pt x="135" y="24"/>
                  </a:lnTo>
                  <a:lnTo>
                    <a:pt x="135" y="24"/>
                  </a:lnTo>
                  <a:lnTo>
                    <a:pt x="135" y="26"/>
                  </a:lnTo>
                  <a:lnTo>
                    <a:pt x="135" y="28"/>
                  </a:lnTo>
                  <a:lnTo>
                    <a:pt x="135" y="28"/>
                  </a:lnTo>
                  <a:lnTo>
                    <a:pt x="137" y="28"/>
                  </a:lnTo>
                  <a:lnTo>
                    <a:pt x="137" y="26"/>
                  </a:lnTo>
                  <a:lnTo>
                    <a:pt x="139" y="24"/>
                  </a:lnTo>
                  <a:lnTo>
                    <a:pt x="139" y="24"/>
                  </a:lnTo>
                  <a:lnTo>
                    <a:pt x="141" y="26"/>
                  </a:lnTo>
                  <a:lnTo>
                    <a:pt x="141" y="26"/>
                  </a:lnTo>
                  <a:lnTo>
                    <a:pt x="143" y="24"/>
                  </a:lnTo>
                  <a:lnTo>
                    <a:pt x="143" y="24"/>
                  </a:lnTo>
                  <a:lnTo>
                    <a:pt x="143" y="24"/>
                  </a:lnTo>
                  <a:lnTo>
                    <a:pt x="143" y="26"/>
                  </a:lnTo>
                  <a:lnTo>
                    <a:pt x="145" y="26"/>
                  </a:lnTo>
                  <a:lnTo>
                    <a:pt x="147" y="28"/>
                  </a:lnTo>
                  <a:lnTo>
                    <a:pt x="147" y="28"/>
                  </a:lnTo>
                  <a:lnTo>
                    <a:pt x="147" y="30"/>
                  </a:lnTo>
                  <a:lnTo>
                    <a:pt x="149" y="32"/>
                  </a:lnTo>
                  <a:lnTo>
                    <a:pt x="149" y="32"/>
                  </a:lnTo>
                  <a:lnTo>
                    <a:pt x="149" y="32"/>
                  </a:lnTo>
                  <a:lnTo>
                    <a:pt x="149" y="34"/>
                  </a:lnTo>
                  <a:lnTo>
                    <a:pt x="149" y="34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51" y="36"/>
                  </a:lnTo>
                  <a:lnTo>
                    <a:pt x="151" y="36"/>
                  </a:lnTo>
                  <a:lnTo>
                    <a:pt x="153" y="36"/>
                  </a:lnTo>
                  <a:lnTo>
                    <a:pt x="153" y="36"/>
                  </a:lnTo>
                  <a:lnTo>
                    <a:pt x="153" y="36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9" y="38"/>
                  </a:lnTo>
                  <a:lnTo>
                    <a:pt x="159" y="40"/>
                  </a:lnTo>
                  <a:lnTo>
                    <a:pt x="159" y="40"/>
                  </a:lnTo>
                  <a:lnTo>
                    <a:pt x="159" y="40"/>
                  </a:lnTo>
                  <a:lnTo>
                    <a:pt x="159" y="40"/>
                  </a:lnTo>
                  <a:lnTo>
                    <a:pt x="161" y="40"/>
                  </a:lnTo>
                  <a:lnTo>
                    <a:pt x="161" y="40"/>
                  </a:lnTo>
                  <a:lnTo>
                    <a:pt x="163" y="40"/>
                  </a:lnTo>
                  <a:lnTo>
                    <a:pt x="165" y="42"/>
                  </a:lnTo>
                  <a:lnTo>
                    <a:pt x="165" y="42"/>
                  </a:lnTo>
                  <a:lnTo>
                    <a:pt x="165" y="44"/>
                  </a:lnTo>
                  <a:lnTo>
                    <a:pt x="165" y="46"/>
                  </a:lnTo>
                  <a:lnTo>
                    <a:pt x="165" y="46"/>
                  </a:lnTo>
                  <a:lnTo>
                    <a:pt x="167" y="48"/>
                  </a:lnTo>
                  <a:lnTo>
                    <a:pt x="167" y="48"/>
                  </a:lnTo>
                  <a:lnTo>
                    <a:pt x="167" y="48"/>
                  </a:lnTo>
                  <a:lnTo>
                    <a:pt x="171" y="48"/>
                  </a:lnTo>
                  <a:lnTo>
                    <a:pt x="173" y="48"/>
                  </a:lnTo>
                  <a:lnTo>
                    <a:pt x="173" y="48"/>
                  </a:lnTo>
                  <a:lnTo>
                    <a:pt x="173" y="48"/>
                  </a:lnTo>
                  <a:lnTo>
                    <a:pt x="173" y="48"/>
                  </a:lnTo>
                  <a:lnTo>
                    <a:pt x="173" y="48"/>
                  </a:lnTo>
                  <a:lnTo>
                    <a:pt x="173" y="50"/>
                  </a:lnTo>
                  <a:lnTo>
                    <a:pt x="171" y="50"/>
                  </a:lnTo>
                  <a:lnTo>
                    <a:pt x="171" y="50"/>
                  </a:lnTo>
                  <a:lnTo>
                    <a:pt x="171" y="50"/>
                  </a:lnTo>
                  <a:lnTo>
                    <a:pt x="171" y="51"/>
                  </a:lnTo>
                  <a:lnTo>
                    <a:pt x="171" y="51"/>
                  </a:lnTo>
                  <a:lnTo>
                    <a:pt x="171" y="51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69" y="53"/>
                  </a:lnTo>
                  <a:lnTo>
                    <a:pt x="169" y="53"/>
                  </a:lnTo>
                  <a:lnTo>
                    <a:pt x="169" y="53"/>
                  </a:lnTo>
                  <a:lnTo>
                    <a:pt x="169" y="53"/>
                  </a:lnTo>
                  <a:lnTo>
                    <a:pt x="169" y="53"/>
                  </a:lnTo>
                  <a:lnTo>
                    <a:pt x="171" y="55"/>
                  </a:lnTo>
                  <a:lnTo>
                    <a:pt x="173" y="55"/>
                  </a:lnTo>
                  <a:lnTo>
                    <a:pt x="173" y="57"/>
                  </a:lnTo>
                  <a:lnTo>
                    <a:pt x="175" y="59"/>
                  </a:lnTo>
                  <a:lnTo>
                    <a:pt x="177" y="61"/>
                  </a:lnTo>
                  <a:lnTo>
                    <a:pt x="177" y="61"/>
                  </a:lnTo>
                  <a:lnTo>
                    <a:pt x="177" y="61"/>
                  </a:lnTo>
                  <a:lnTo>
                    <a:pt x="179" y="61"/>
                  </a:lnTo>
                  <a:lnTo>
                    <a:pt x="179" y="61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83" y="59"/>
                  </a:lnTo>
                  <a:lnTo>
                    <a:pt x="183" y="59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86" y="59"/>
                  </a:lnTo>
                  <a:lnTo>
                    <a:pt x="188" y="59"/>
                  </a:lnTo>
                  <a:lnTo>
                    <a:pt x="188" y="59"/>
                  </a:lnTo>
                  <a:lnTo>
                    <a:pt x="188" y="59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88" y="63"/>
                  </a:lnTo>
                  <a:lnTo>
                    <a:pt x="188" y="63"/>
                  </a:lnTo>
                  <a:lnTo>
                    <a:pt x="188" y="63"/>
                  </a:lnTo>
                  <a:lnTo>
                    <a:pt x="188" y="63"/>
                  </a:lnTo>
                  <a:lnTo>
                    <a:pt x="188" y="65"/>
                  </a:lnTo>
                  <a:lnTo>
                    <a:pt x="188" y="65"/>
                  </a:lnTo>
                  <a:lnTo>
                    <a:pt x="188" y="65"/>
                  </a:lnTo>
                  <a:lnTo>
                    <a:pt x="188" y="67"/>
                  </a:lnTo>
                  <a:lnTo>
                    <a:pt x="188" y="67"/>
                  </a:lnTo>
                  <a:lnTo>
                    <a:pt x="188" y="67"/>
                  </a:lnTo>
                  <a:lnTo>
                    <a:pt x="188" y="69"/>
                  </a:lnTo>
                  <a:lnTo>
                    <a:pt x="186" y="71"/>
                  </a:lnTo>
                  <a:lnTo>
                    <a:pt x="184" y="71"/>
                  </a:lnTo>
                  <a:lnTo>
                    <a:pt x="181" y="75"/>
                  </a:lnTo>
                  <a:lnTo>
                    <a:pt x="181" y="75"/>
                  </a:lnTo>
                  <a:lnTo>
                    <a:pt x="181" y="75"/>
                  </a:lnTo>
                  <a:lnTo>
                    <a:pt x="181" y="75"/>
                  </a:lnTo>
                  <a:lnTo>
                    <a:pt x="181" y="77"/>
                  </a:lnTo>
                  <a:lnTo>
                    <a:pt x="181" y="77"/>
                  </a:lnTo>
                  <a:lnTo>
                    <a:pt x="183" y="77"/>
                  </a:lnTo>
                  <a:lnTo>
                    <a:pt x="183" y="77"/>
                  </a:lnTo>
                  <a:lnTo>
                    <a:pt x="183" y="79"/>
                  </a:lnTo>
                  <a:lnTo>
                    <a:pt x="181" y="79"/>
                  </a:lnTo>
                  <a:lnTo>
                    <a:pt x="183" y="81"/>
                  </a:lnTo>
                  <a:lnTo>
                    <a:pt x="183" y="81"/>
                  </a:lnTo>
                  <a:lnTo>
                    <a:pt x="183" y="83"/>
                  </a:lnTo>
                  <a:lnTo>
                    <a:pt x="183" y="83"/>
                  </a:lnTo>
                  <a:lnTo>
                    <a:pt x="183" y="83"/>
                  </a:lnTo>
                  <a:lnTo>
                    <a:pt x="184" y="83"/>
                  </a:lnTo>
                  <a:lnTo>
                    <a:pt x="184" y="81"/>
                  </a:lnTo>
                  <a:lnTo>
                    <a:pt x="184" y="81"/>
                  </a:lnTo>
                  <a:lnTo>
                    <a:pt x="184" y="83"/>
                  </a:lnTo>
                  <a:lnTo>
                    <a:pt x="184" y="83"/>
                  </a:lnTo>
                  <a:lnTo>
                    <a:pt x="184" y="83"/>
                  </a:lnTo>
                  <a:lnTo>
                    <a:pt x="184" y="83"/>
                  </a:lnTo>
                  <a:lnTo>
                    <a:pt x="184" y="85"/>
                  </a:lnTo>
                  <a:lnTo>
                    <a:pt x="184" y="85"/>
                  </a:lnTo>
                  <a:lnTo>
                    <a:pt x="186" y="85"/>
                  </a:lnTo>
                  <a:lnTo>
                    <a:pt x="188" y="85"/>
                  </a:lnTo>
                  <a:lnTo>
                    <a:pt x="188" y="85"/>
                  </a:lnTo>
                  <a:lnTo>
                    <a:pt x="188" y="85"/>
                  </a:lnTo>
                  <a:lnTo>
                    <a:pt x="188" y="85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88" y="89"/>
                  </a:lnTo>
                  <a:lnTo>
                    <a:pt x="188" y="89"/>
                  </a:lnTo>
                  <a:lnTo>
                    <a:pt x="186" y="89"/>
                  </a:lnTo>
                  <a:lnTo>
                    <a:pt x="186" y="89"/>
                  </a:lnTo>
                  <a:lnTo>
                    <a:pt x="186" y="89"/>
                  </a:lnTo>
                  <a:lnTo>
                    <a:pt x="186" y="89"/>
                  </a:lnTo>
                  <a:lnTo>
                    <a:pt x="186" y="91"/>
                  </a:lnTo>
                  <a:lnTo>
                    <a:pt x="186" y="91"/>
                  </a:lnTo>
                  <a:lnTo>
                    <a:pt x="186" y="91"/>
                  </a:lnTo>
                  <a:lnTo>
                    <a:pt x="186" y="91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8" y="93"/>
                  </a:lnTo>
                  <a:lnTo>
                    <a:pt x="188" y="95"/>
                  </a:lnTo>
                  <a:lnTo>
                    <a:pt x="188" y="95"/>
                  </a:lnTo>
                  <a:lnTo>
                    <a:pt x="188" y="95"/>
                  </a:lnTo>
                  <a:lnTo>
                    <a:pt x="188" y="95"/>
                  </a:lnTo>
                  <a:lnTo>
                    <a:pt x="188" y="95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86" y="97"/>
                  </a:lnTo>
                  <a:lnTo>
                    <a:pt x="186" y="97"/>
                  </a:lnTo>
                  <a:lnTo>
                    <a:pt x="184" y="97"/>
                  </a:lnTo>
                  <a:lnTo>
                    <a:pt x="184" y="97"/>
                  </a:lnTo>
                  <a:lnTo>
                    <a:pt x="184" y="97"/>
                  </a:lnTo>
                  <a:lnTo>
                    <a:pt x="184" y="97"/>
                  </a:lnTo>
                  <a:lnTo>
                    <a:pt x="184" y="99"/>
                  </a:lnTo>
                  <a:lnTo>
                    <a:pt x="184" y="99"/>
                  </a:lnTo>
                  <a:lnTo>
                    <a:pt x="184" y="99"/>
                  </a:lnTo>
                  <a:lnTo>
                    <a:pt x="184" y="101"/>
                  </a:lnTo>
                  <a:lnTo>
                    <a:pt x="184" y="101"/>
                  </a:lnTo>
                  <a:lnTo>
                    <a:pt x="184" y="101"/>
                  </a:lnTo>
                  <a:lnTo>
                    <a:pt x="184" y="101"/>
                  </a:lnTo>
                  <a:lnTo>
                    <a:pt x="184" y="101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81" y="99"/>
                  </a:lnTo>
                  <a:lnTo>
                    <a:pt x="181" y="99"/>
                  </a:lnTo>
                  <a:lnTo>
                    <a:pt x="181" y="99"/>
                  </a:lnTo>
                  <a:lnTo>
                    <a:pt x="181" y="99"/>
                  </a:lnTo>
                  <a:lnTo>
                    <a:pt x="181" y="99"/>
                  </a:lnTo>
                  <a:lnTo>
                    <a:pt x="181" y="99"/>
                  </a:lnTo>
                  <a:lnTo>
                    <a:pt x="181" y="101"/>
                  </a:lnTo>
                  <a:lnTo>
                    <a:pt x="179" y="103"/>
                  </a:lnTo>
                  <a:lnTo>
                    <a:pt x="179" y="103"/>
                  </a:lnTo>
                  <a:lnTo>
                    <a:pt x="179" y="103"/>
                  </a:lnTo>
                  <a:lnTo>
                    <a:pt x="179" y="104"/>
                  </a:lnTo>
                  <a:lnTo>
                    <a:pt x="179" y="104"/>
                  </a:lnTo>
                  <a:lnTo>
                    <a:pt x="179" y="104"/>
                  </a:lnTo>
                  <a:lnTo>
                    <a:pt x="179" y="104"/>
                  </a:lnTo>
                  <a:lnTo>
                    <a:pt x="181" y="104"/>
                  </a:lnTo>
                  <a:lnTo>
                    <a:pt x="181" y="106"/>
                  </a:lnTo>
                  <a:lnTo>
                    <a:pt x="181" y="108"/>
                  </a:lnTo>
                  <a:lnTo>
                    <a:pt x="181" y="108"/>
                  </a:lnTo>
                  <a:lnTo>
                    <a:pt x="181" y="108"/>
                  </a:lnTo>
                  <a:lnTo>
                    <a:pt x="179" y="110"/>
                  </a:lnTo>
                  <a:lnTo>
                    <a:pt x="179" y="110"/>
                  </a:lnTo>
                  <a:lnTo>
                    <a:pt x="179" y="110"/>
                  </a:lnTo>
                  <a:lnTo>
                    <a:pt x="177" y="108"/>
                  </a:lnTo>
                  <a:lnTo>
                    <a:pt x="175" y="108"/>
                  </a:lnTo>
                  <a:lnTo>
                    <a:pt x="175" y="108"/>
                  </a:lnTo>
                  <a:lnTo>
                    <a:pt x="171" y="112"/>
                  </a:lnTo>
                  <a:lnTo>
                    <a:pt x="169" y="112"/>
                  </a:lnTo>
                  <a:lnTo>
                    <a:pt x="169" y="112"/>
                  </a:lnTo>
                  <a:lnTo>
                    <a:pt x="169" y="112"/>
                  </a:lnTo>
                  <a:lnTo>
                    <a:pt x="167" y="112"/>
                  </a:lnTo>
                  <a:lnTo>
                    <a:pt x="167" y="112"/>
                  </a:lnTo>
                  <a:lnTo>
                    <a:pt x="167" y="114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59" y="112"/>
                  </a:lnTo>
                  <a:lnTo>
                    <a:pt x="157" y="110"/>
                  </a:lnTo>
                  <a:lnTo>
                    <a:pt x="157" y="110"/>
                  </a:lnTo>
                  <a:lnTo>
                    <a:pt x="157" y="110"/>
                  </a:lnTo>
                  <a:lnTo>
                    <a:pt x="157" y="112"/>
                  </a:lnTo>
                  <a:lnTo>
                    <a:pt x="157" y="112"/>
                  </a:lnTo>
                  <a:lnTo>
                    <a:pt x="157" y="114"/>
                  </a:lnTo>
                  <a:lnTo>
                    <a:pt x="157" y="114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61" y="118"/>
                  </a:lnTo>
                  <a:lnTo>
                    <a:pt x="163" y="118"/>
                  </a:lnTo>
                  <a:lnTo>
                    <a:pt x="165" y="118"/>
                  </a:lnTo>
                  <a:lnTo>
                    <a:pt x="165" y="118"/>
                  </a:lnTo>
                  <a:lnTo>
                    <a:pt x="165" y="116"/>
                  </a:lnTo>
                  <a:lnTo>
                    <a:pt x="165" y="116"/>
                  </a:lnTo>
                  <a:lnTo>
                    <a:pt x="165" y="116"/>
                  </a:lnTo>
                  <a:lnTo>
                    <a:pt x="165" y="116"/>
                  </a:lnTo>
                  <a:lnTo>
                    <a:pt x="165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9" y="114"/>
                  </a:lnTo>
                  <a:lnTo>
                    <a:pt x="169" y="114"/>
                  </a:lnTo>
                  <a:lnTo>
                    <a:pt x="169" y="114"/>
                  </a:lnTo>
                  <a:lnTo>
                    <a:pt x="169" y="116"/>
                  </a:lnTo>
                  <a:lnTo>
                    <a:pt x="171" y="118"/>
                  </a:lnTo>
                  <a:lnTo>
                    <a:pt x="171" y="118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73" y="124"/>
                  </a:lnTo>
                  <a:lnTo>
                    <a:pt x="173" y="124"/>
                  </a:lnTo>
                  <a:lnTo>
                    <a:pt x="173" y="124"/>
                  </a:lnTo>
                  <a:lnTo>
                    <a:pt x="169" y="124"/>
                  </a:lnTo>
                  <a:lnTo>
                    <a:pt x="169" y="124"/>
                  </a:lnTo>
                  <a:lnTo>
                    <a:pt x="169" y="124"/>
                  </a:lnTo>
                  <a:lnTo>
                    <a:pt x="169" y="126"/>
                  </a:lnTo>
                  <a:lnTo>
                    <a:pt x="169" y="126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7" y="130"/>
                  </a:lnTo>
                  <a:lnTo>
                    <a:pt x="167" y="128"/>
                  </a:lnTo>
                  <a:lnTo>
                    <a:pt x="167" y="128"/>
                  </a:lnTo>
                  <a:lnTo>
                    <a:pt x="165" y="128"/>
                  </a:lnTo>
                  <a:lnTo>
                    <a:pt x="165" y="128"/>
                  </a:lnTo>
                  <a:lnTo>
                    <a:pt x="165" y="126"/>
                  </a:lnTo>
                  <a:lnTo>
                    <a:pt x="165" y="126"/>
                  </a:lnTo>
                  <a:lnTo>
                    <a:pt x="165" y="126"/>
                  </a:lnTo>
                  <a:lnTo>
                    <a:pt x="165" y="126"/>
                  </a:lnTo>
                  <a:lnTo>
                    <a:pt x="165" y="126"/>
                  </a:lnTo>
                  <a:lnTo>
                    <a:pt x="163" y="126"/>
                  </a:lnTo>
                  <a:lnTo>
                    <a:pt x="163" y="126"/>
                  </a:lnTo>
                  <a:lnTo>
                    <a:pt x="161" y="126"/>
                  </a:lnTo>
                  <a:lnTo>
                    <a:pt x="161" y="126"/>
                  </a:lnTo>
                  <a:lnTo>
                    <a:pt x="161" y="126"/>
                  </a:lnTo>
                  <a:lnTo>
                    <a:pt x="159" y="124"/>
                  </a:lnTo>
                  <a:lnTo>
                    <a:pt x="159" y="124"/>
                  </a:lnTo>
                  <a:lnTo>
                    <a:pt x="159" y="124"/>
                  </a:lnTo>
                  <a:lnTo>
                    <a:pt x="159" y="122"/>
                  </a:lnTo>
                  <a:lnTo>
                    <a:pt x="161" y="122"/>
                  </a:lnTo>
                  <a:lnTo>
                    <a:pt x="161" y="122"/>
                  </a:lnTo>
                  <a:lnTo>
                    <a:pt x="161" y="122"/>
                  </a:lnTo>
                  <a:lnTo>
                    <a:pt x="159" y="122"/>
                  </a:lnTo>
                  <a:lnTo>
                    <a:pt x="159" y="122"/>
                  </a:lnTo>
                  <a:lnTo>
                    <a:pt x="159" y="122"/>
                  </a:lnTo>
                  <a:lnTo>
                    <a:pt x="159" y="122"/>
                  </a:lnTo>
                  <a:lnTo>
                    <a:pt x="157" y="124"/>
                  </a:lnTo>
                  <a:lnTo>
                    <a:pt x="157" y="124"/>
                  </a:lnTo>
                  <a:lnTo>
                    <a:pt x="157" y="126"/>
                  </a:lnTo>
                  <a:lnTo>
                    <a:pt x="159" y="128"/>
                  </a:lnTo>
                  <a:lnTo>
                    <a:pt x="161" y="130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1" y="134"/>
                  </a:lnTo>
                  <a:lnTo>
                    <a:pt x="161" y="134"/>
                  </a:lnTo>
                  <a:lnTo>
                    <a:pt x="161" y="134"/>
                  </a:lnTo>
                  <a:lnTo>
                    <a:pt x="161" y="136"/>
                  </a:lnTo>
                  <a:lnTo>
                    <a:pt x="161" y="136"/>
                  </a:lnTo>
                  <a:lnTo>
                    <a:pt x="161" y="136"/>
                  </a:lnTo>
                  <a:lnTo>
                    <a:pt x="161" y="138"/>
                  </a:lnTo>
                  <a:lnTo>
                    <a:pt x="161" y="138"/>
                  </a:lnTo>
                  <a:lnTo>
                    <a:pt x="161" y="138"/>
                  </a:lnTo>
                  <a:lnTo>
                    <a:pt x="157" y="138"/>
                  </a:lnTo>
                  <a:lnTo>
                    <a:pt x="157" y="138"/>
                  </a:lnTo>
                  <a:lnTo>
                    <a:pt x="157" y="138"/>
                  </a:lnTo>
                  <a:lnTo>
                    <a:pt x="153" y="142"/>
                  </a:lnTo>
                  <a:lnTo>
                    <a:pt x="151" y="142"/>
                  </a:lnTo>
                  <a:lnTo>
                    <a:pt x="147" y="142"/>
                  </a:lnTo>
                  <a:lnTo>
                    <a:pt x="143" y="142"/>
                  </a:lnTo>
                  <a:lnTo>
                    <a:pt x="141" y="142"/>
                  </a:lnTo>
                  <a:lnTo>
                    <a:pt x="141" y="142"/>
                  </a:lnTo>
                  <a:lnTo>
                    <a:pt x="139" y="142"/>
                  </a:lnTo>
                  <a:lnTo>
                    <a:pt x="139" y="140"/>
                  </a:lnTo>
                  <a:lnTo>
                    <a:pt x="128" y="134"/>
                  </a:lnTo>
                  <a:lnTo>
                    <a:pt x="126" y="134"/>
                  </a:lnTo>
                  <a:lnTo>
                    <a:pt x="124" y="134"/>
                  </a:lnTo>
                  <a:lnTo>
                    <a:pt x="124" y="136"/>
                  </a:lnTo>
                  <a:lnTo>
                    <a:pt x="124" y="136"/>
                  </a:lnTo>
                  <a:lnTo>
                    <a:pt x="124" y="136"/>
                  </a:lnTo>
                  <a:lnTo>
                    <a:pt x="124" y="136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0" y="134"/>
                  </a:lnTo>
                  <a:lnTo>
                    <a:pt x="120" y="134"/>
                  </a:lnTo>
                  <a:lnTo>
                    <a:pt x="118" y="134"/>
                  </a:lnTo>
                  <a:lnTo>
                    <a:pt x="118" y="134"/>
                  </a:lnTo>
                  <a:lnTo>
                    <a:pt x="118" y="134"/>
                  </a:lnTo>
                  <a:lnTo>
                    <a:pt x="116" y="134"/>
                  </a:lnTo>
                  <a:lnTo>
                    <a:pt x="116" y="134"/>
                  </a:lnTo>
                  <a:lnTo>
                    <a:pt x="114" y="132"/>
                  </a:lnTo>
                  <a:lnTo>
                    <a:pt x="112" y="132"/>
                  </a:lnTo>
                  <a:lnTo>
                    <a:pt x="112" y="132"/>
                  </a:lnTo>
                  <a:lnTo>
                    <a:pt x="110" y="132"/>
                  </a:lnTo>
                  <a:lnTo>
                    <a:pt x="110" y="132"/>
                  </a:lnTo>
                  <a:lnTo>
                    <a:pt x="110" y="132"/>
                  </a:lnTo>
                  <a:lnTo>
                    <a:pt x="108" y="134"/>
                  </a:lnTo>
                  <a:lnTo>
                    <a:pt x="108" y="134"/>
                  </a:lnTo>
                  <a:lnTo>
                    <a:pt x="108" y="134"/>
                  </a:lnTo>
                  <a:lnTo>
                    <a:pt x="106" y="140"/>
                  </a:lnTo>
                  <a:lnTo>
                    <a:pt x="106" y="140"/>
                  </a:lnTo>
                  <a:lnTo>
                    <a:pt x="106" y="142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2" y="148"/>
                  </a:lnTo>
                  <a:lnTo>
                    <a:pt x="102" y="148"/>
                  </a:lnTo>
                  <a:lnTo>
                    <a:pt x="102" y="148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98" y="148"/>
                  </a:lnTo>
                  <a:lnTo>
                    <a:pt x="98" y="150"/>
                  </a:lnTo>
                  <a:lnTo>
                    <a:pt x="98" y="150"/>
                  </a:lnTo>
                  <a:lnTo>
                    <a:pt x="98" y="150"/>
                  </a:lnTo>
                  <a:lnTo>
                    <a:pt x="98" y="150"/>
                  </a:lnTo>
                  <a:lnTo>
                    <a:pt x="96" y="150"/>
                  </a:lnTo>
                  <a:lnTo>
                    <a:pt x="96" y="150"/>
                  </a:lnTo>
                  <a:lnTo>
                    <a:pt x="96" y="152"/>
                  </a:lnTo>
                  <a:lnTo>
                    <a:pt x="96" y="152"/>
                  </a:lnTo>
                  <a:lnTo>
                    <a:pt x="94" y="152"/>
                  </a:lnTo>
                  <a:lnTo>
                    <a:pt x="94" y="152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0" y="154"/>
                  </a:lnTo>
                  <a:lnTo>
                    <a:pt x="90" y="154"/>
                  </a:lnTo>
                  <a:lnTo>
                    <a:pt x="88" y="152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8" y="148"/>
                  </a:lnTo>
                  <a:lnTo>
                    <a:pt x="88" y="148"/>
                  </a:lnTo>
                  <a:lnTo>
                    <a:pt x="86" y="148"/>
                  </a:lnTo>
                  <a:lnTo>
                    <a:pt x="86" y="148"/>
                  </a:lnTo>
                  <a:lnTo>
                    <a:pt x="83" y="144"/>
                  </a:lnTo>
                  <a:lnTo>
                    <a:pt x="83" y="144"/>
                  </a:lnTo>
                  <a:lnTo>
                    <a:pt x="83" y="144"/>
                  </a:lnTo>
                  <a:lnTo>
                    <a:pt x="81" y="144"/>
                  </a:lnTo>
                  <a:lnTo>
                    <a:pt x="81" y="144"/>
                  </a:lnTo>
                  <a:lnTo>
                    <a:pt x="81" y="144"/>
                  </a:lnTo>
                  <a:lnTo>
                    <a:pt x="81" y="144"/>
                  </a:lnTo>
                  <a:lnTo>
                    <a:pt x="81" y="144"/>
                  </a:lnTo>
                  <a:lnTo>
                    <a:pt x="81" y="146"/>
                  </a:lnTo>
                  <a:lnTo>
                    <a:pt x="81" y="146"/>
                  </a:lnTo>
                  <a:lnTo>
                    <a:pt x="81" y="144"/>
                  </a:lnTo>
                  <a:lnTo>
                    <a:pt x="79" y="144"/>
                  </a:lnTo>
                  <a:lnTo>
                    <a:pt x="79" y="142"/>
                  </a:lnTo>
                  <a:lnTo>
                    <a:pt x="79" y="142"/>
                  </a:lnTo>
                  <a:lnTo>
                    <a:pt x="79" y="142"/>
                  </a:lnTo>
                  <a:lnTo>
                    <a:pt x="77" y="140"/>
                  </a:lnTo>
                  <a:lnTo>
                    <a:pt x="77" y="140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6"/>
                  </a:lnTo>
                  <a:lnTo>
                    <a:pt x="73" y="136"/>
                  </a:lnTo>
                  <a:lnTo>
                    <a:pt x="73" y="138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69" y="138"/>
                  </a:lnTo>
                  <a:lnTo>
                    <a:pt x="65" y="140"/>
                  </a:lnTo>
                  <a:lnTo>
                    <a:pt x="63" y="140"/>
                  </a:lnTo>
                  <a:lnTo>
                    <a:pt x="63" y="140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3" y="136"/>
                  </a:lnTo>
                  <a:lnTo>
                    <a:pt x="63" y="136"/>
                  </a:lnTo>
                  <a:lnTo>
                    <a:pt x="61" y="136"/>
                  </a:lnTo>
                  <a:lnTo>
                    <a:pt x="61" y="136"/>
                  </a:lnTo>
                  <a:lnTo>
                    <a:pt x="61" y="138"/>
                  </a:lnTo>
                  <a:lnTo>
                    <a:pt x="59" y="140"/>
                  </a:lnTo>
                  <a:lnTo>
                    <a:pt x="59" y="144"/>
                  </a:lnTo>
                  <a:lnTo>
                    <a:pt x="59" y="144"/>
                  </a:lnTo>
                  <a:lnTo>
                    <a:pt x="59" y="144"/>
                  </a:lnTo>
                  <a:lnTo>
                    <a:pt x="57" y="144"/>
                  </a:lnTo>
                  <a:lnTo>
                    <a:pt x="57" y="144"/>
                  </a:lnTo>
                  <a:lnTo>
                    <a:pt x="57" y="144"/>
                  </a:lnTo>
                  <a:lnTo>
                    <a:pt x="57" y="146"/>
                  </a:lnTo>
                  <a:lnTo>
                    <a:pt x="57" y="146"/>
                  </a:lnTo>
                  <a:lnTo>
                    <a:pt x="57" y="146"/>
                  </a:lnTo>
                  <a:lnTo>
                    <a:pt x="57" y="146"/>
                  </a:lnTo>
                  <a:lnTo>
                    <a:pt x="57" y="146"/>
                  </a:lnTo>
                  <a:lnTo>
                    <a:pt x="55" y="146"/>
                  </a:lnTo>
                  <a:lnTo>
                    <a:pt x="55" y="146"/>
                  </a:lnTo>
                  <a:lnTo>
                    <a:pt x="53" y="146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3" y="144"/>
                  </a:lnTo>
                  <a:lnTo>
                    <a:pt x="53" y="144"/>
                  </a:lnTo>
                  <a:lnTo>
                    <a:pt x="53" y="144"/>
                  </a:lnTo>
                  <a:lnTo>
                    <a:pt x="53" y="144"/>
                  </a:lnTo>
                  <a:lnTo>
                    <a:pt x="53" y="144"/>
                  </a:lnTo>
                  <a:lnTo>
                    <a:pt x="51" y="144"/>
                  </a:lnTo>
                  <a:lnTo>
                    <a:pt x="51" y="144"/>
                  </a:lnTo>
                  <a:lnTo>
                    <a:pt x="51" y="144"/>
                  </a:lnTo>
                  <a:lnTo>
                    <a:pt x="51" y="144"/>
                  </a:lnTo>
                  <a:lnTo>
                    <a:pt x="51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2"/>
                  </a:lnTo>
                  <a:lnTo>
                    <a:pt x="45" y="140"/>
                  </a:lnTo>
                  <a:lnTo>
                    <a:pt x="45" y="140"/>
                  </a:lnTo>
                  <a:lnTo>
                    <a:pt x="45" y="140"/>
                  </a:lnTo>
                  <a:lnTo>
                    <a:pt x="47" y="138"/>
                  </a:lnTo>
                  <a:lnTo>
                    <a:pt x="47" y="138"/>
                  </a:lnTo>
                  <a:lnTo>
                    <a:pt x="45" y="138"/>
                  </a:lnTo>
                  <a:lnTo>
                    <a:pt x="43" y="138"/>
                  </a:lnTo>
                  <a:lnTo>
                    <a:pt x="37" y="134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9" y="130"/>
                  </a:lnTo>
                  <a:lnTo>
                    <a:pt x="39" y="130"/>
                  </a:lnTo>
                  <a:lnTo>
                    <a:pt x="39" y="130"/>
                  </a:lnTo>
                  <a:lnTo>
                    <a:pt x="39" y="130"/>
                  </a:lnTo>
                  <a:lnTo>
                    <a:pt x="39" y="130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9" y="126"/>
                  </a:lnTo>
                  <a:lnTo>
                    <a:pt x="39" y="124"/>
                  </a:lnTo>
                  <a:lnTo>
                    <a:pt x="37" y="122"/>
                  </a:lnTo>
                  <a:lnTo>
                    <a:pt x="35" y="120"/>
                  </a:lnTo>
                  <a:lnTo>
                    <a:pt x="35" y="120"/>
                  </a:lnTo>
                  <a:lnTo>
                    <a:pt x="35" y="118"/>
                  </a:lnTo>
                  <a:lnTo>
                    <a:pt x="35" y="118"/>
                  </a:lnTo>
                  <a:lnTo>
                    <a:pt x="35" y="118"/>
                  </a:lnTo>
                  <a:lnTo>
                    <a:pt x="35" y="118"/>
                  </a:lnTo>
                  <a:lnTo>
                    <a:pt x="35" y="118"/>
                  </a:lnTo>
                  <a:lnTo>
                    <a:pt x="33" y="118"/>
                  </a:lnTo>
                  <a:lnTo>
                    <a:pt x="32" y="118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4" y="124"/>
                  </a:lnTo>
                  <a:lnTo>
                    <a:pt x="22" y="124"/>
                  </a:lnTo>
                  <a:lnTo>
                    <a:pt x="20" y="124"/>
                  </a:lnTo>
                  <a:lnTo>
                    <a:pt x="16" y="124"/>
                  </a:lnTo>
                  <a:lnTo>
                    <a:pt x="14" y="124"/>
                  </a:lnTo>
                  <a:lnTo>
                    <a:pt x="12" y="124"/>
                  </a:lnTo>
                  <a:lnTo>
                    <a:pt x="8" y="124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6" y="120"/>
                  </a:lnTo>
                  <a:lnTo>
                    <a:pt x="6" y="118"/>
                  </a:lnTo>
                  <a:lnTo>
                    <a:pt x="6" y="118"/>
                  </a:lnTo>
                  <a:lnTo>
                    <a:pt x="6" y="118"/>
                  </a:lnTo>
                  <a:lnTo>
                    <a:pt x="6" y="116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4" y="114"/>
                  </a:lnTo>
                  <a:lnTo>
                    <a:pt x="6" y="112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6" y="108"/>
                  </a:lnTo>
                  <a:lnTo>
                    <a:pt x="4" y="108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3"/>
                  </a:lnTo>
                  <a:lnTo>
                    <a:pt x="2" y="103"/>
                  </a:lnTo>
                  <a:lnTo>
                    <a:pt x="2" y="103"/>
                  </a:lnTo>
                  <a:lnTo>
                    <a:pt x="2" y="103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4" y="97"/>
                  </a:lnTo>
                  <a:lnTo>
                    <a:pt x="4" y="95"/>
                  </a:lnTo>
                  <a:lnTo>
                    <a:pt x="4" y="95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4" y="91"/>
                  </a:lnTo>
                  <a:lnTo>
                    <a:pt x="4" y="91"/>
                  </a:lnTo>
                  <a:lnTo>
                    <a:pt x="4" y="91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4" y="81"/>
                  </a:lnTo>
                  <a:lnTo>
                    <a:pt x="4" y="81"/>
                  </a:lnTo>
                  <a:lnTo>
                    <a:pt x="4" y="81"/>
                  </a:lnTo>
                  <a:lnTo>
                    <a:pt x="6" y="81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8" y="79"/>
                  </a:lnTo>
                  <a:lnTo>
                    <a:pt x="8" y="77"/>
                  </a:lnTo>
                  <a:lnTo>
                    <a:pt x="6" y="77"/>
                  </a:lnTo>
                  <a:lnTo>
                    <a:pt x="6" y="77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3"/>
                  </a:lnTo>
                  <a:lnTo>
                    <a:pt x="6" y="73"/>
                  </a:lnTo>
                  <a:lnTo>
                    <a:pt x="6" y="73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7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5"/>
                  </a:lnTo>
                  <a:lnTo>
                    <a:pt x="10" y="53"/>
                  </a:lnTo>
                  <a:lnTo>
                    <a:pt x="12" y="53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2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48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8" y="48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24" y="44"/>
                  </a:lnTo>
                  <a:lnTo>
                    <a:pt x="22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8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33" y="34"/>
                  </a:lnTo>
                  <a:lnTo>
                    <a:pt x="33" y="32"/>
                  </a:lnTo>
                  <a:lnTo>
                    <a:pt x="33" y="32"/>
                  </a:lnTo>
                  <a:lnTo>
                    <a:pt x="35" y="32"/>
                  </a:lnTo>
                  <a:lnTo>
                    <a:pt x="35" y="32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3" y="34"/>
                  </a:lnTo>
                  <a:lnTo>
                    <a:pt x="43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5" y="32"/>
                  </a:lnTo>
                  <a:lnTo>
                    <a:pt x="45" y="32"/>
                  </a:lnTo>
                  <a:lnTo>
                    <a:pt x="47" y="32"/>
                  </a:lnTo>
                  <a:lnTo>
                    <a:pt x="47" y="30"/>
                  </a:lnTo>
                  <a:lnTo>
                    <a:pt x="47" y="30"/>
                  </a:lnTo>
                  <a:lnTo>
                    <a:pt x="47" y="30"/>
                  </a:lnTo>
                  <a:lnTo>
                    <a:pt x="47" y="30"/>
                  </a:lnTo>
                  <a:lnTo>
                    <a:pt x="49" y="30"/>
                  </a:lnTo>
                  <a:lnTo>
                    <a:pt x="49" y="30"/>
                  </a:lnTo>
                  <a:lnTo>
                    <a:pt x="51" y="30"/>
                  </a:lnTo>
                  <a:lnTo>
                    <a:pt x="51" y="30"/>
                  </a:lnTo>
                  <a:lnTo>
                    <a:pt x="51" y="30"/>
                  </a:lnTo>
                  <a:lnTo>
                    <a:pt x="53" y="30"/>
                  </a:lnTo>
                  <a:lnTo>
                    <a:pt x="53" y="30"/>
                  </a:lnTo>
                  <a:lnTo>
                    <a:pt x="53" y="30"/>
                  </a:lnTo>
                  <a:lnTo>
                    <a:pt x="53" y="30"/>
                  </a:lnTo>
                  <a:lnTo>
                    <a:pt x="53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3" y="28"/>
                  </a:lnTo>
                  <a:lnTo>
                    <a:pt x="53" y="28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5" y="24"/>
                  </a:lnTo>
                  <a:lnTo>
                    <a:pt x="55" y="24"/>
                  </a:lnTo>
                  <a:lnTo>
                    <a:pt x="55" y="24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57" y="20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61" y="20"/>
                  </a:lnTo>
                  <a:lnTo>
                    <a:pt x="61" y="20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5" y="16"/>
                  </a:lnTo>
                  <a:lnTo>
                    <a:pt x="65" y="16"/>
                  </a:lnTo>
                  <a:lnTo>
                    <a:pt x="65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9" y="16"/>
                  </a:lnTo>
                  <a:lnTo>
                    <a:pt x="71" y="16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75" y="14"/>
                  </a:lnTo>
                  <a:lnTo>
                    <a:pt x="77" y="14"/>
                  </a:lnTo>
                  <a:lnTo>
                    <a:pt x="77" y="16"/>
                  </a:lnTo>
                  <a:lnTo>
                    <a:pt x="79" y="18"/>
                  </a:lnTo>
                  <a:lnTo>
                    <a:pt x="84" y="14"/>
                  </a:lnTo>
                  <a:lnTo>
                    <a:pt x="84" y="14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3" y="10"/>
                  </a:lnTo>
                  <a:lnTo>
                    <a:pt x="83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8"/>
                  </a:lnTo>
                  <a:lnTo>
                    <a:pt x="79" y="8"/>
                  </a:lnTo>
                  <a:lnTo>
                    <a:pt x="79" y="8"/>
                  </a:lnTo>
                  <a:lnTo>
                    <a:pt x="81" y="6"/>
                  </a:lnTo>
                  <a:lnTo>
                    <a:pt x="83" y="6"/>
                  </a:lnTo>
                  <a:lnTo>
                    <a:pt x="83" y="6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8" y="6"/>
                  </a:lnTo>
                  <a:lnTo>
                    <a:pt x="92" y="6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100" y="4"/>
                  </a:lnTo>
                  <a:lnTo>
                    <a:pt x="10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1066800" y="3632200"/>
              <a:ext cx="112713" cy="136525"/>
            </a:xfrm>
            <a:custGeom>
              <a:avLst/>
              <a:gdLst>
                <a:gd name="T0" fmla="*/ 102 w 141"/>
                <a:gd name="T1" fmla="*/ 2 h 173"/>
                <a:gd name="T2" fmla="*/ 110 w 141"/>
                <a:gd name="T3" fmla="*/ 2 h 173"/>
                <a:gd name="T4" fmla="*/ 125 w 141"/>
                <a:gd name="T5" fmla="*/ 14 h 173"/>
                <a:gd name="T6" fmla="*/ 121 w 141"/>
                <a:gd name="T7" fmla="*/ 16 h 173"/>
                <a:gd name="T8" fmla="*/ 119 w 141"/>
                <a:gd name="T9" fmla="*/ 22 h 173"/>
                <a:gd name="T10" fmla="*/ 117 w 141"/>
                <a:gd name="T11" fmla="*/ 31 h 173"/>
                <a:gd name="T12" fmla="*/ 123 w 141"/>
                <a:gd name="T13" fmla="*/ 39 h 173"/>
                <a:gd name="T14" fmla="*/ 119 w 141"/>
                <a:gd name="T15" fmla="*/ 45 h 173"/>
                <a:gd name="T16" fmla="*/ 127 w 141"/>
                <a:gd name="T17" fmla="*/ 61 h 173"/>
                <a:gd name="T18" fmla="*/ 127 w 141"/>
                <a:gd name="T19" fmla="*/ 69 h 173"/>
                <a:gd name="T20" fmla="*/ 137 w 141"/>
                <a:gd name="T21" fmla="*/ 94 h 173"/>
                <a:gd name="T22" fmla="*/ 141 w 141"/>
                <a:gd name="T23" fmla="*/ 112 h 173"/>
                <a:gd name="T24" fmla="*/ 129 w 141"/>
                <a:gd name="T25" fmla="*/ 114 h 173"/>
                <a:gd name="T26" fmla="*/ 127 w 141"/>
                <a:gd name="T27" fmla="*/ 118 h 173"/>
                <a:gd name="T28" fmla="*/ 123 w 141"/>
                <a:gd name="T29" fmla="*/ 128 h 173"/>
                <a:gd name="T30" fmla="*/ 114 w 141"/>
                <a:gd name="T31" fmla="*/ 134 h 173"/>
                <a:gd name="T32" fmla="*/ 106 w 141"/>
                <a:gd name="T33" fmla="*/ 145 h 173"/>
                <a:gd name="T34" fmla="*/ 100 w 141"/>
                <a:gd name="T35" fmla="*/ 151 h 173"/>
                <a:gd name="T36" fmla="*/ 82 w 141"/>
                <a:gd name="T37" fmla="*/ 167 h 173"/>
                <a:gd name="T38" fmla="*/ 82 w 141"/>
                <a:gd name="T39" fmla="*/ 173 h 173"/>
                <a:gd name="T40" fmla="*/ 76 w 141"/>
                <a:gd name="T41" fmla="*/ 171 h 173"/>
                <a:gd name="T42" fmla="*/ 72 w 141"/>
                <a:gd name="T43" fmla="*/ 165 h 173"/>
                <a:gd name="T44" fmla="*/ 68 w 141"/>
                <a:gd name="T45" fmla="*/ 159 h 173"/>
                <a:gd name="T46" fmla="*/ 65 w 141"/>
                <a:gd name="T47" fmla="*/ 163 h 173"/>
                <a:gd name="T48" fmla="*/ 57 w 141"/>
                <a:gd name="T49" fmla="*/ 159 h 173"/>
                <a:gd name="T50" fmla="*/ 53 w 141"/>
                <a:gd name="T51" fmla="*/ 153 h 173"/>
                <a:gd name="T52" fmla="*/ 45 w 141"/>
                <a:gd name="T53" fmla="*/ 145 h 173"/>
                <a:gd name="T54" fmla="*/ 41 w 141"/>
                <a:gd name="T55" fmla="*/ 141 h 173"/>
                <a:gd name="T56" fmla="*/ 33 w 141"/>
                <a:gd name="T57" fmla="*/ 139 h 173"/>
                <a:gd name="T58" fmla="*/ 31 w 141"/>
                <a:gd name="T59" fmla="*/ 143 h 173"/>
                <a:gd name="T60" fmla="*/ 17 w 141"/>
                <a:gd name="T61" fmla="*/ 137 h 173"/>
                <a:gd name="T62" fmla="*/ 17 w 141"/>
                <a:gd name="T63" fmla="*/ 132 h 173"/>
                <a:gd name="T64" fmla="*/ 17 w 141"/>
                <a:gd name="T65" fmla="*/ 124 h 173"/>
                <a:gd name="T66" fmla="*/ 14 w 141"/>
                <a:gd name="T67" fmla="*/ 122 h 173"/>
                <a:gd name="T68" fmla="*/ 6 w 141"/>
                <a:gd name="T69" fmla="*/ 112 h 173"/>
                <a:gd name="T70" fmla="*/ 12 w 141"/>
                <a:gd name="T71" fmla="*/ 110 h 173"/>
                <a:gd name="T72" fmla="*/ 14 w 141"/>
                <a:gd name="T73" fmla="*/ 104 h 173"/>
                <a:gd name="T74" fmla="*/ 19 w 141"/>
                <a:gd name="T75" fmla="*/ 100 h 173"/>
                <a:gd name="T76" fmla="*/ 21 w 141"/>
                <a:gd name="T77" fmla="*/ 94 h 173"/>
                <a:gd name="T78" fmla="*/ 17 w 141"/>
                <a:gd name="T79" fmla="*/ 90 h 173"/>
                <a:gd name="T80" fmla="*/ 8 w 141"/>
                <a:gd name="T81" fmla="*/ 77 h 173"/>
                <a:gd name="T82" fmla="*/ 2 w 141"/>
                <a:gd name="T83" fmla="*/ 65 h 173"/>
                <a:gd name="T84" fmla="*/ 0 w 141"/>
                <a:gd name="T85" fmla="*/ 59 h 173"/>
                <a:gd name="T86" fmla="*/ 2 w 141"/>
                <a:gd name="T87" fmla="*/ 53 h 173"/>
                <a:gd name="T88" fmla="*/ 8 w 141"/>
                <a:gd name="T89" fmla="*/ 47 h 173"/>
                <a:gd name="T90" fmla="*/ 10 w 141"/>
                <a:gd name="T91" fmla="*/ 47 h 173"/>
                <a:gd name="T92" fmla="*/ 14 w 141"/>
                <a:gd name="T93" fmla="*/ 37 h 173"/>
                <a:gd name="T94" fmla="*/ 17 w 141"/>
                <a:gd name="T95" fmla="*/ 33 h 173"/>
                <a:gd name="T96" fmla="*/ 21 w 141"/>
                <a:gd name="T97" fmla="*/ 24 h 173"/>
                <a:gd name="T98" fmla="*/ 25 w 141"/>
                <a:gd name="T99" fmla="*/ 14 h 173"/>
                <a:gd name="T100" fmla="*/ 33 w 141"/>
                <a:gd name="T101" fmla="*/ 12 h 173"/>
                <a:gd name="T102" fmla="*/ 35 w 141"/>
                <a:gd name="T103" fmla="*/ 14 h 173"/>
                <a:gd name="T104" fmla="*/ 39 w 141"/>
                <a:gd name="T105" fmla="*/ 12 h 173"/>
                <a:gd name="T106" fmla="*/ 45 w 141"/>
                <a:gd name="T107" fmla="*/ 4 h 173"/>
                <a:gd name="T108" fmla="*/ 53 w 141"/>
                <a:gd name="T109" fmla="*/ 6 h 173"/>
                <a:gd name="T110" fmla="*/ 61 w 141"/>
                <a:gd name="T111" fmla="*/ 10 h 173"/>
                <a:gd name="T112" fmla="*/ 63 w 141"/>
                <a:gd name="T113" fmla="*/ 12 h 173"/>
                <a:gd name="T114" fmla="*/ 68 w 141"/>
                <a:gd name="T115" fmla="*/ 18 h 173"/>
                <a:gd name="T116" fmla="*/ 76 w 141"/>
                <a:gd name="T117" fmla="*/ 20 h 173"/>
                <a:gd name="T118" fmla="*/ 82 w 141"/>
                <a:gd name="T119" fmla="*/ 18 h 173"/>
                <a:gd name="T120" fmla="*/ 90 w 141"/>
                <a:gd name="T121" fmla="*/ 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1" h="173">
                  <a:moveTo>
                    <a:pt x="94" y="0"/>
                  </a:moveTo>
                  <a:lnTo>
                    <a:pt x="94" y="0"/>
                  </a:lnTo>
                  <a:lnTo>
                    <a:pt x="96" y="0"/>
                  </a:lnTo>
                  <a:lnTo>
                    <a:pt x="98" y="2"/>
                  </a:lnTo>
                  <a:lnTo>
                    <a:pt x="98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06" y="2"/>
                  </a:lnTo>
                  <a:lnTo>
                    <a:pt x="108" y="2"/>
                  </a:lnTo>
                  <a:lnTo>
                    <a:pt x="110" y="2"/>
                  </a:lnTo>
                  <a:lnTo>
                    <a:pt x="121" y="8"/>
                  </a:lnTo>
                  <a:lnTo>
                    <a:pt x="121" y="10"/>
                  </a:lnTo>
                  <a:lnTo>
                    <a:pt x="123" y="10"/>
                  </a:lnTo>
                  <a:lnTo>
                    <a:pt x="123" y="10"/>
                  </a:lnTo>
                  <a:lnTo>
                    <a:pt x="125" y="10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1" y="14"/>
                  </a:lnTo>
                  <a:lnTo>
                    <a:pt x="121" y="14"/>
                  </a:lnTo>
                  <a:lnTo>
                    <a:pt x="121" y="16"/>
                  </a:lnTo>
                  <a:lnTo>
                    <a:pt x="121" y="16"/>
                  </a:lnTo>
                  <a:lnTo>
                    <a:pt x="121" y="16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21" y="20"/>
                  </a:lnTo>
                  <a:lnTo>
                    <a:pt x="121" y="20"/>
                  </a:lnTo>
                  <a:lnTo>
                    <a:pt x="121" y="20"/>
                  </a:lnTo>
                  <a:lnTo>
                    <a:pt x="119" y="20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6" y="29"/>
                  </a:lnTo>
                  <a:lnTo>
                    <a:pt x="116" y="29"/>
                  </a:lnTo>
                  <a:lnTo>
                    <a:pt x="116" y="29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1"/>
                  </a:lnTo>
                  <a:lnTo>
                    <a:pt x="117" y="31"/>
                  </a:lnTo>
                  <a:lnTo>
                    <a:pt x="119" y="31"/>
                  </a:lnTo>
                  <a:lnTo>
                    <a:pt x="117" y="31"/>
                  </a:lnTo>
                  <a:lnTo>
                    <a:pt x="117" y="31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21" y="35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23" y="39"/>
                  </a:lnTo>
                  <a:lnTo>
                    <a:pt x="123" y="39"/>
                  </a:lnTo>
                  <a:lnTo>
                    <a:pt x="123" y="39"/>
                  </a:lnTo>
                  <a:lnTo>
                    <a:pt x="121" y="39"/>
                  </a:lnTo>
                  <a:lnTo>
                    <a:pt x="119" y="41"/>
                  </a:lnTo>
                  <a:lnTo>
                    <a:pt x="119" y="41"/>
                  </a:lnTo>
                  <a:lnTo>
                    <a:pt x="117" y="41"/>
                  </a:lnTo>
                  <a:lnTo>
                    <a:pt x="117" y="43"/>
                  </a:lnTo>
                  <a:lnTo>
                    <a:pt x="117" y="43"/>
                  </a:lnTo>
                  <a:lnTo>
                    <a:pt x="117" y="43"/>
                  </a:lnTo>
                  <a:lnTo>
                    <a:pt x="117" y="43"/>
                  </a:lnTo>
                  <a:lnTo>
                    <a:pt x="119" y="45"/>
                  </a:lnTo>
                  <a:lnTo>
                    <a:pt x="119" y="45"/>
                  </a:lnTo>
                  <a:lnTo>
                    <a:pt x="119" y="45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3" y="45"/>
                  </a:lnTo>
                  <a:lnTo>
                    <a:pt x="123" y="47"/>
                  </a:lnTo>
                  <a:lnTo>
                    <a:pt x="125" y="57"/>
                  </a:lnTo>
                  <a:lnTo>
                    <a:pt x="127" y="61"/>
                  </a:lnTo>
                  <a:lnTo>
                    <a:pt x="127" y="61"/>
                  </a:lnTo>
                  <a:lnTo>
                    <a:pt x="127" y="61"/>
                  </a:lnTo>
                  <a:lnTo>
                    <a:pt x="125" y="61"/>
                  </a:lnTo>
                  <a:lnTo>
                    <a:pt x="125" y="61"/>
                  </a:lnTo>
                  <a:lnTo>
                    <a:pt x="125" y="63"/>
                  </a:lnTo>
                  <a:lnTo>
                    <a:pt x="125" y="61"/>
                  </a:lnTo>
                  <a:lnTo>
                    <a:pt x="123" y="63"/>
                  </a:lnTo>
                  <a:lnTo>
                    <a:pt x="123" y="63"/>
                  </a:lnTo>
                  <a:lnTo>
                    <a:pt x="123" y="67"/>
                  </a:lnTo>
                  <a:lnTo>
                    <a:pt x="125" y="67"/>
                  </a:lnTo>
                  <a:lnTo>
                    <a:pt x="127" y="67"/>
                  </a:lnTo>
                  <a:lnTo>
                    <a:pt x="127" y="69"/>
                  </a:lnTo>
                  <a:lnTo>
                    <a:pt x="129" y="71"/>
                  </a:lnTo>
                  <a:lnTo>
                    <a:pt x="129" y="77"/>
                  </a:lnTo>
                  <a:lnTo>
                    <a:pt x="131" y="79"/>
                  </a:lnTo>
                  <a:lnTo>
                    <a:pt x="133" y="80"/>
                  </a:lnTo>
                  <a:lnTo>
                    <a:pt x="135" y="82"/>
                  </a:lnTo>
                  <a:lnTo>
                    <a:pt x="135" y="84"/>
                  </a:lnTo>
                  <a:lnTo>
                    <a:pt x="137" y="84"/>
                  </a:lnTo>
                  <a:lnTo>
                    <a:pt x="137" y="90"/>
                  </a:lnTo>
                  <a:lnTo>
                    <a:pt x="137" y="92"/>
                  </a:lnTo>
                  <a:lnTo>
                    <a:pt x="137" y="94"/>
                  </a:lnTo>
                  <a:lnTo>
                    <a:pt x="139" y="94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9" y="98"/>
                  </a:lnTo>
                  <a:lnTo>
                    <a:pt x="141" y="100"/>
                  </a:lnTo>
                  <a:lnTo>
                    <a:pt x="141" y="104"/>
                  </a:lnTo>
                  <a:lnTo>
                    <a:pt x="141" y="108"/>
                  </a:lnTo>
                  <a:lnTo>
                    <a:pt x="141" y="110"/>
                  </a:lnTo>
                  <a:lnTo>
                    <a:pt x="141" y="110"/>
                  </a:lnTo>
                  <a:lnTo>
                    <a:pt x="141" y="112"/>
                  </a:lnTo>
                  <a:lnTo>
                    <a:pt x="141" y="112"/>
                  </a:lnTo>
                  <a:lnTo>
                    <a:pt x="141" y="112"/>
                  </a:lnTo>
                  <a:lnTo>
                    <a:pt x="139" y="112"/>
                  </a:lnTo>
                  <a:lnTo>
                    <a:pt x="139" y="112"/>
                  </a:lnTo>
                  <a:lnTo>
                    <a:pt x="139" y="112"/>
                  </a:lnTo>
                  <a:lnTo>
                    <a:pt x="135" y="114"/>
                  </a:lnTo>
                  <a:lnTo>
                    <a:pt x="135" y="114"/>
                  </a:lnTo>
                  <a:lnTo>
                    <a:pt x="131" y="114"/>
                  </a:lnTo>
                  <a:lnTo>
                    <a:pt x="129" y="114"/>
                  </a:lnTo>
                  <a:lnTo>
                    <a:pt x="129" y="114"/>
                  </a:lnTo>
                  <a:lnTo>
                    <a:pt x="129" y="116"/>
                  </a:lnTo>
                  <a:lnTo>
                    <a:pt x="131" y="116"/>
                  </a:lnTo>
                  <a:lnTo>
                    <a:pt x="131" y="116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129" y="118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7" y="120"/>
                  </a:lnTo>
                  <a:lnTo>
                    <a:pt x="127" y="126"/>
                  </a:lnTo>
                  <a:lnTo>
                    <a:pt x="125" y="126"/>
                  </a:lnTo>
                  <a:lnTo>
                    <a:pt x="125" y="126"/>
                  </a:lnTo>
                  <a:lnTo>
                    <a:pt x="125" y="126"/>
                  </a:lnTo>
                  <a:lnTo>
                    <a:pt x="125" y="128"/>
                  </a:lnTo>
                  <a:lnTo>
                    <a:pt x="123" y="128"/>
                  </a:lnTo>
                  <a:lnTo>
                    <a:pt x="123" y="128"/>
                  </a:lnTo>
                  <a:lnTo>
                    <a:pt x="123" y="128"/>
                  </a:lnTo>
                  <a:lnTo>
                    <a:pt x="123" y="128"/>
                  </a:lnTo>
                  <a:lnTo>
                    <a:pt x="121" y="126"/>
                  </a:lnTo>
                  <a:lnTo>
                    <a:pt x="121" y="126"/>
                  </a:lnTo>
                  <a:lnTo>
                    <a:pt x="121" y="126"/>
                  </a:lnTo>
                  <a:lnTo>
                    <a:pt x="121" y="126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17" y="130"/>
                  </a:lnTo>
                  <a:lnTo>
                    <a:pt x="117" y="132"/>
                  </a:lnTo>
                  <a:lnTo>
                    <a:pt x="116" y="132"/>
                  </a:lnTo>
                  <a:lnTo>
                    <a:pt x="114" y="134"/>
                  </a:lnTo>
                  <a:lnTo>
                    <a:pt x="114" y="134"/>
                  </a:lnTo>
                  <a:lnTo>
                    <a:pt x="110" y="135"/>
                  </a:lnTo>
                  <a:lnTo>
                    <a:pt x="108" y="135"/>
                  </a:lnTo>
                  <a:lnTo>
                    <a:pt x="108" y="137"/>
                  </a:lnTo>
                  <a:lnTo>
                    <a:pt x="108" y="137"/>
                  </a:lnTo>
                  <a:lnTo>
                    <a:pt x="106" y="139"/>
                  </a:lnTo>
                  <a:lnTo>
                    <a:pt x="106" y="141"/>
                  </a:lnTo>
                  <a:lnTo>
                    <a:pt x="106" y="143"/>
                  </a:lnTo>
                  <a:lnTo>
                    <a:pt x="106" y="143"/>
                  </a:lnTo>
                  <a:lnTo>
                    <a:pt x="106" y="145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9"/>
                  </a:lnTo>
                  <a:lnTo>
                    <a:pt x="106" y="149"/>
                  </a:lnTo>
                  <a:lnTo>
                    <a:pt x="104" y="149"/>
                  </a:lnTo>
                  <a:lnTo>
                    <a:pt x="102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98" y="153"/>
                  </a:lnTo>
                  <a:lnTo>
                    <a:pt x="98" y="155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94" y="159"/>
                  </a:lnTo>
                  <a:lnTo>
                    <a:pt x="94" y="161"/>
                  </a:lnTo>
                  <a:lnTo>
                    <a:pt x="92" y="161"/>
                  </a:lnTo>
                  <a:lnTo>
                    <a:pt x="82" y="167"/>
                  </a:lnTo>
                  <a:lnTo>
                    <a:pt x="82" y="167"/>
                  </a:lnTo>
                  <a:lnTo>
                    <a:pt x="82" y="167"/>
                  </a:lnTo>
                  <a:lnTo>
                    <a:pt x="82" y="167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3"/>
                  </a:lnTo>
                  <a:lnTo>
                    <a:pt x="82" y="173"/>
                  </a:lnTo>
                  <a:lnTo>
                    <a:pt x="80" y="173"/>
                  </a:lnTo>
                  <a:lnTo>
                    <a:pt x="80" y="171"/>
                  </a:lnTo>
                  <a:lnTo>
                    <a:pt x="78" y="169"/>
                  </a:lnTo>
                  <a:lnTo>
                    <a:pt x="78" y="169"/>
                  </a:lnTo>
                  <a:lnTo>
                    <a:pt x="78" y="169"/>
                  </a:lnTo>
                  <a:lnTo>
                    <a:pt x="78" y="169"/>
                  </a:lnTo>
                  <a:lnTo>
                    <a:pt x="78" y="169"/>
                  </a:lnTo>
                  <a:lnTo>
                    <a:pt x="76" y="169"/>
                  </a:lnTo>
                  <a:lnTo>
                    <a:pt x="76" y="171"/>
                  </a:lnTo>
                  <a:lnTo>
                    <a:pt x="76" y="171"/>
                  </a:lnTo>
                  <a:lnTo>
                    <a:pt x="74" y="171"/>
                  </a:lnTo>
                  <a:lnTo>
                    <a:pt x="70" y="169"/>
                  </a:lnTo>
                  <a:lnTo>
                    <a:pt x="70" y="169"/>
                  </a:lnTo>
                  <a:lnTo>
                    <a:pt x="70" y="169"/>
                  </a:lnTo>
                  <a:lnTo>
                    <a:pt x="72" y="167"/>
                  </a:lnTo>
                  <a:lnTo>
                    <a:pt x="72" y="167"/>
                  </a:lnTo>
                  <a:lnTo>
                    <a:pt x="72" y="167"/>
                  </a:lnTo>
                  <a:lnTo>
                    <a:pt x="72" y="165"/>
                  </a:lnTo>
                  <a:lnTo>
                    <a:pt x="72" y="165"/>
                  </a:lnTo>
                  <a:lnTo>
                    <a:pt x="72" y="165"/>
                  </a:lnTo>
                  <a:lnTo>
                    <a:pt x="72" y="163"/>
                  </a:lnTo>
                  <a:lnTo>
                    <a:pt x="72" y="161"/>
                  </a:lnTo>
                  <a:lnTo>
                    <a:pt x="72" y="161"/>
                  </a:lnTo>
                  <a:lnTo>
                    <a:pt x="72" y="159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68" y="159"/>
                  </a:lnTo>
                  <a:lnTo>
                    <a:pt x="68" y="159"/>
                  </a:lnTo>
                  <a:lnTo>
                    <a:pt x="68" y="159"/>
                  </a:lnTo>
                  <a:lnTo>
                    <a:pt x="68" y="159"/>
                  </a:lnTo>
                  <a:lnTo>
                    <a:pt x="66" y="161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5" y="163"/>
                  </a:lnTo>
                  <a:lnTo>
                    <a:pt x="65" y="163"/>
                  </a:lnTo>
                  <a:lnTo>
                    <a:pt x="65" y="163"/>
                  </a:lnTo>
                  <a:lnTo>
                    <a:pt x="65" y="163"/>
                  </a:lnTo>
                  <a:lnTo>
                    <a:pt x="65" y="163"/>
                  </a:lnTo>
                  <a:lnTo>
                    <a:pt x="65" y="161"/>
                  </a:lnTo>
                  <a:lnTo>
                    <a:pt x="65" y="161"/>
                  </a:lnTo>
                  <a:lnTo>
                    <a:pt x="65" y="161"/>
                  </a:lnTo>
                  <a:lnTo>
                    <a:pt x="63" y="161"/>
                  </a:lnTo>
                  <a:lnTo>
                    <a:pt x="63" y="161"/>
                  </a:lnTo>
                  <a:lnTo>
                    <a:pt x="63" y="161"/>
                  </a:lnTo>
                  <a:lnTo>
                    <a:pt x="59" y="159"/>
                  </a:lnTo>
                  <a:lnTo>
                    <a:pt x="57" y="159"/>
                  </a:lnTo>
                  <a:lnTo>
                    <a:pt x="55" y="157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5" y="153"/>
                  </a:lnTo>
                  <a:lnTo>
                    <a:pt x="55" y="153"/>
                  </a:lnTo>
                  <a:lnTo>
                    <a:pt x="53" y="153"/>
                  </a:lnTo>
                  <a:lnTo>
                    <a:pt x="53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51" y="149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47" y="147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3" y="143"/>
                  </a:lnTo>
                  <a:lnTo>
                    <a:pt x="43" y="143"/>
                  </a:lnTo>
                  <a:lnTo>
                    <a:pt x="43" y="143"/>
                  </a:lnTo>
                  <a:lnTo>
                    <a:pt x="43" y="141"/>
                  </a:lnTo>
                  <a:lnTo>
                    <a:pt x="43" y="141"/>
                  </a:lnTo>
                  <a:lnTo>
                    <a:pt x="43" y="141"/>
                  </a:lnTo>
                  <a:lnTo>
                    <a:pt x="41" y="141"/>
                  </a:lnTo>
                  <a:lnTo>
                    <a:pt x="41" y="143"/>
                  </a:lnTo>
                  <a:lnTo>
                    <a:pt x="41" y="143"/>
                  </a:lnTo>
                  <a:lnTo>
                    <a:pt x="41" y="143"/>
                  </a:lnTo>
                  <a:lnTo>
                    <a:pt x="39" y="143"/>
                  </a:lnTo>
                  <a:lnTo>
                    <a:pt x="39" y="143"/>
                  </a:lnTo>
                  <a:lnTo>
                    <a:pt x="39" y="143"/>
                  </a:lnTo>
                  <a:lnTo>
                    <a:pt x="37" y="143"/>
                  </a:lnTo>
                  <a:lnTo>
                    <a:pt x="35" y="139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31" y="143"/>
                  </a:lnTo>
                  <a:lnTo>
                    <a:pt x="25" y="141"/>
                  </a:lnTo>
                  <a:lnTo>
                    <a:pt x="23" y="141"/>
                  </a:lnTo>
                  <a:lnTo>
                    <a:pt x="23" y="141"/>
                  </a:lnTo>
                  <a:lnTo>
                    <a:pt x="23" y="141"/>
                  </a:lnTo>
                  <a:lnTo>
                    <a:pt x="21" y="141"/>
                  </a:lnTo>
                  <a:lnTo>
                    <a:pt x="21" y="141"/>
                  </a:lnTo>
                  <a:lnTo>
                    <a:pt x="21" y="139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5" y="137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7" y="134"/>
                  </a:lnTo>
                  <a:lnTo>
                    <a:pt x="17" y="132"/>
                  </a:lnTo>
                  <a:lnTo>
                    <a:pt x="17" y="132"/>
                  </a:lnTo>
                  <a:lnTo>
                    <a:pt x="17" y="132"/>
                  </a:lnTo>
                  <a:lnTo>
                    <a:pt x="19" y="132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21" y="128"/>
                  </a:lnTo>
                  <a:lnTo>
                    <a:pt x="21" y="126"/>
                  </a:lnTo>
                  <a:lnTo>
                    <a:pt x="19" y="124"/>
                  </a:lnTo>
                  <a:lnTo>
                    <a:pt x="17" y="124"/>
                  </a:lnTo>
                  <a:lnTo>
                    <a:pt x="17" y="124"/>
                  </a:lnTo>
                  <a:lnTo>
                    <a:pt x="17" y="124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5" y="124"/>
                  </a:lnTo>
                  <a:lnTo>
                    <a:pt x="14" y="124"/>
                  </a:lnTo>
                  <a:lnTo>
                    <a:pt x="14" y="124"/>
                  </a:lnTo>
                  <a:lnTo>
                    <a:pt x="14" y="124"/>
                  </a:lnTo>
                  <a:lnTo>
                    <a:pt x="14" y="122"/>
                  </a:lnTo>
                  <a:lnTo>
                    <a:pt x="14" y="122"/>
                  </a:lnTo>
                  <a:lnTo>
                    <a:pt x="14" y="122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4" y="114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6" y="108"/>
                  </a:lnTo>
                  <a:lnTo>
                    <a:pt x="8" y="108"/>
                  </a:lnTo>
                  <a:lnTo>
                    <a:pt x="8" y="108"/>
                  </a:lnTo>
                  <a:lnTo>
                    <a:pt x="8" y="108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5" y="104"/>
                  </a:lnTo>
                  <a:lnTo>
                    <a:pt x="15" y="102"/>
                  </a:lnTo>
                  <a:lnTo>
                    <a:pt x="15" y="102"/>
                  </a:lnTo>
                  <a:lnTo>
                    <a:pt x="17" y="100"/>
                  </a:lnTo>
                  <a:lnTo>
                    <a:pt x="17" y="100"/>
                  </a:lnTo>
                  <a:lnTo>
                    <a:pt x="17" y="100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9" y="98"/>
                  </a:lnTo>
                  <a:lnTo>
                    <a:pt x="19" y="98"/>
                  </a:lnTo>
                  <a:lnTo>
                    <a:pt x="21" y="98"/>
                  </a:lnTo>
                  <a:lnTo>
                    <a:pt x="21" y="96"/>
                  </a:lnTo>
                  <a:lnTo>
                    <a:pt x="21" y="96"/>
                  </a:lnTo>
                  <a:lnTo>
                    <a:pt x="21" y="94"/>
                  </a:lnTo>
                  <a:lnTo>
                    <a:pt x="21" y="94"/>
                  </a:lnTo>
                  <a:lnTo>
                    <a:pt x="21" y="94"/>
                  </a:lnTo>
                  <a:lnTo>
                    <a:pt x="21" y="94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7" y="90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0"/>
                  </a:lnTo>
                  <a:lnTo>
                    <a:pt x="17" y="90"/>
                  </a:lnTo>
                  <a:lnTo>
                    <a:pt x="17" y="90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15" y="86"/>
                  </a:lnTo>
                  <a:lnTo>
                    <a:pt x="15" y="84"/>
                  </a:lnTo>
                  <a:lnTo>
                    <a:pt x="10" y="82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79"/>
                  </a:lnTo>
                  <a:lnTo>
                    <a:pt x="8" y="77"/>
                  </a:lnTo>
                  <a:lnTo>
                    <a:pt x="8" y="77"/>
                  </a:lnTo>
                  <a:lnTo>
                    <a:pt x="8" y="75"/>
                  </a:lnTo>
                  <a:lnTo>
                    <a:pt x="8" y="75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6" y="71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2" y="65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2" y="55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4" y="49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2" y="45"/>
                  </a:lnTo>
                  <a:lnTo>
                    <a:pt x="12" y="43"/>
                  </a:lnTo>
                  <a:lnTo>
                    <a:pt x="12" y="41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4" y="39"/>
                  </a:lnTo>
                  <a:lnTo>
                    <a:pt x="12" y="39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7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1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2"/>
                  </a:lnTo>
                  <a:lnTo>
                    <a:pt x="23" y="20"/>
                  </a:lnTo>
                  <a:lnTo>
                    <a:pt x="23" y="20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7" y="12"/>
                  </a:lnTo>
                  <a:lnTo>
                    <a:pt x="29" y="10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8"/>
                  </a:lnTo>
                  <a:lnTo>
                    <a:pt x="43" y="6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7" y="8"/>
                  </a:lnTo>
                  <a:lnTo>
                    <a:pt x="51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5" y="6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3" y="12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8" y="16"/>
                  </a:lnTo>
                  <a:lnTo>
                    <a:pt x="68" y="16"/>
                  </a:lnTo>
                  <a:lnTo>
                    <a:pt x="70" y="16"/>
                  </a:lnTo>
                  <a:lnTo>
                    <a:pt x="70" y="16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70" y="20"/>
                  </a:lnTo>
                  <a:lnTo>
                    <a:pt x="72" y="22"/>
                  </a:lnTo>
                  <a:lnTo>
                    <a:pt x="72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0" y="16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4" y="16"/>
                  </a:lnTo>
                  <a:lnTo>
                    <a:pt x="84" y="16"/>
                  </a:lnTo>
                  <a:lnTo>
                    <a:pt x="84" y="16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8" y="10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1098550" y="3424238"/>
              <a:ext cx="147638" cy="136525"/>
            </a:xfrm>
            <a:custGeom>
              <a:avLst/>
              <a:gdLst>
                <a:gd name="T0" fmla="*/ 18 w 186"/>
                <a:gd name="T1" fmla="*/ 12 h 171"/>
                <a:gd name="T2" fmla="*/ 22 w 186"/>
                <a:gd name="T3" fmla="*/ 12 h 171"/>
                <a:gd name="T4" fmla="*/ 29 w 186"/>
                <a:gd name="T5" fmla="*/ 14 h 171"/>
                <a:gd name="T6" fmla="*/ 31 w 186"/>
                <a:gd name="T7" fmla="*/ 19 h 171"/>
                <a:gd name="T8" fmla="*/ 43 w 186"/>
                <a:gd name="T9" fmla="*/ 21 h 171"/>
                <a:gd name="T10" fmla="*/ 51 w 186"/>
                <a:gd name="T11" fmla="*/ 19 h 171"/>
                <a:gd name="T12" fmla="*/ 53 w 186"/>
                <a:gd name="T13" fmla="*/ 16 h 171"/>
                <a:gd name="T14" fmla="*/ 63 w 186"/>
                <a:gd name="T15" fmla="*/ 12 h 171"/>
                <a:gd name="T16" fmla="*/ 77 w 186"/>
                <a:gd name="T17" fmla="*/ 19 h 171"/>
                <a:gd name="T18" fmla="*/ 75 w 186"/>
                <a:gd name="T19" fmla="*/ 27 h 171"/>
                <a:gd name="T20" fmla="*/ 73 w 186"/>
                <a:gd name="T21" fmla="*/ 39 h 171"/>
                <a:gd name="T22" fmla="*/ 75 w 186"/>
                <a:gd name="T23" fmla="*/ 43 h 171"/>
                <a:gd name="T24" fmla="*/ 86 w 186"/>
                <a:gd name="T25" fmla="*/ 47 h 171"/>
                <a:gd name="T26" fmla="*/ 90 w 186"/>
                <a:gd name="T27" fmla="*/ 45 h 171"/>
                <a:gd name="T28" fmla="*/ 96 w 186"/>
                <a:gd name="T29" fmla="*/ 43 h 171"/>
                <a:gd name="T30" fmla="*/ 106 w 186"/>
                <a:gd name="T31" fmla="*/ 45 h 171"/>
                <a:gd name="T32" fmla="*/ 112 w 186"/>
                <a:gd name="T33" fmla="*/ 53 h 171"/>
                <a:gd name="T34" fmla="*/ 114 w 186"/>
                <a:gd name="T35" fmla="*/ 55 h 171"/>
                <a:gd name="T36" fmla="*/ 116 w 186"/>
                <a:gd name="T37" fmla="*/ 59 h 171"/>
                <a:gd name="T38" fmla="*/ 143 w 186"/>
                <a:gd name="T39" fmla="*/ 67 h 171"/>
                <a:gd name="T40" fmla="*/ 153 w 186"/>
                <a:gd name="T41" fmla="*/ 69 h 171"/>
                <a:gd name="T42" fmla="*/ 151 w 186"/>
                <a:gd name="T43" fmla="*/ 78 h 171"/>
                <a:gd name="T44" fmla="*/ 161 w 186"/>
                <a:gd name="T45" fmla="*/ 82 h 171"/>
                <a:gd name="T46" fmla="*/ 180 w 186"/>
                <a:gd name="T47" fmla="*/ 96 h 171"/>
                <a:gd name="T48" fmla="*/ 186 w 186"/>
                <a:gd name="T49" fmla="*/ 112 h 171"/>
                <a:gd name="T50" fmla="*/ 171 w 186"/>
                <a:gd name="T51" fmla="*/ 118 h 171"/>
                <a:gd name="T52" fmla="*/ 167 w 186"/>
                <a:gd name="T53" fmla="*/ 122 h 171"/>
                <a:gd name="T54" fmla="*/ 157 w 186"/>
                <a:gd name="T55" fmla="*/ 127 h 171"/>
                <a:gd name="T56" fmla="*/ 141 w 186"/>
                <a:gd name="T57" fmla="*/ 133 h 171"/>
                <a:gd name="T58" fmla="*/ 131 w 186"/>
                <a:gd name="T59" fmla="*/ 139 h 171"/>
                <a:gd name="T60" fmla="*/ 131 w 186"/>
                <a:gd name="T61" fmla="*/ 151 h 171"/>
                <a:gd name="T62" fmla="*/ 120 w 186"/>
                <a:gd name="T63" fmla="*/ 159 h 171"/>
                <a:gd name="T64" fmla="*/ 116 w 186"/>
                <a:gd name="T65" fmla="*/ 167 h 171"/>
                <a:gd name="T66" fmla="*/ 104 w 186"/>
                <a:gd name="T67" fmla="*/ 169 h 171"/>
                <a:gd name="T68" fmla="*/ 96 w 186"/>
                <a:gd name="T69" fmla="*/ 165 h 171"/>
                <a:gd name="T70" fmla="*/ 90 w 186"/>
                <a:gd name="T71" fmla="*/ 157 h 171"/>
                <a:gd name="T72" fmla="*/ 78 w 186"/>
                <a:gd name="T73" fmla="*/ 157 h 171"/>
                <a:gd name="T74" fmla="*/ 77 w 186"/>
                <a:gd name="T75" fmla="*/ 147 h 171"/>
                <a:gd name="T76" fmla="*/ 67 w 186"/>
                <a:gd name="T77" fmla="*/ 147 h 171"/>
                <a:gd name="T78" fmla="*/ 61 w 186"/>
                <a:gd name="T79" fmla="*/ 141 h 171"/>
                <a:gd name="T80" fmla="*/ 63 w 186"/>
                <a:gd name="T81" fmla="*/ 135 h 171"/>
                <a:gd name="T82" fmla="*/ 53 w 186"/>
                <a:gd name="T83" fmla="*/ 133 h 171"/>
                <a:gd name="T84" fmla="*/ 51 w 186"/>
                <a:gd name="T85" fmla="*/ 129 h 171"/>
                <a:gd name="T86" fmla="*/ 51 w 186"/>
                <a:gd name="T87" fmla="*/ 122 h 171"/>
                <a:gd name="T88" fmla="*/ 47 w 186"/>
                <a:gd name="T89" fmla="*/ 114 h 171"/>
                <a:gd name="T90" fmla="*/ 47 w 186"/>
                <a:gd name="T91" fmla="*/ 96 h 171"/>
                <a:gd name="T92" fmla="*/ 49 w 186"/>
                <a:gd name="T93" fmla="*/ 88 h 171"/>
                <a:gd name="T94" fmla="*/ 35 w 186"/>
                <a:gd name="T95" fmla="*/ 86 h 171"/>
                <a:gd name="T96" fmla="*/ 26 w 186"/>
                <a:gd name="T97" fmla="*/ 84 h 171"/>
                <a:gd name="T98" fmla="*/ 27 w 186"/>
                <a:gd name="T99" fmla="*/ 80 h 171"/>
                <a:gd name="T100" fmla="*/ 16 w 186"/>
                <a:gd name="T101" fmla="*/ 69 h 171"/>
                <a:gd name="T102" fmla="*/ 12 w 186"/>
                <a:gd name="T103" fmla="*/ 65 h 171"/>
                <a:gd name="T104" fmla="*/ 6 w 186"/>
                <a:gd name="T105" fmla="*/ 59 h 171"/>
                <a:gd name="T106" fmla="*/ 2 w 186"/>
                <a:gd name="T107" fmla="*/ 53 h 171"/>
                <a:gd name="T108" fmla="*/ 4 w 186"/>
                <a:gd name="T109" fmla="*/ 41 h 171"/>
                <a:gd name="T110" fmla="*/ 2 w 186"/>
                <a:gd name="T111" fmla="*/ 31 h 171"/>
                <a:gd name="T112" fmla="*/ 6 w 186"/>
                <a:gd name="T113" fmla="*/ 23 h 171"/>
                <a:gd name="T114" fmla="*/ 8 w 186"/>
                <a:gd name="T115" fmla="*/ 16 h 171"/>
                <a:gd name="T116" fmla="*/ 8 w 186"/>
                <a:gd name="T117" fmla="*/ 10 h 171"/>
                <a:gd name="T118" fmla="*/ 12 w 186"/>
                <a:gd name="T119" fmla="*/ 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6" h="171">
                  <a:moveTo>
                    <a:pt x="14" y="0"/>
                  </a:moveTo>
                  <a:lnTo>
                    <a:pt x="18" y="6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9" y="14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7" y="21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5" y="25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51" y="21"/>
                  </a:lnTo>
                  <a:lnTo>
                    <a:pt x="51" y="21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53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2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3" y="14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7" y="10"/>
                  </a:lnTo>
                  <a:lnTo>
                    <a:pt x="67" y="10"/>
                  </a:lnTo>
                  <a:lnTo>
                    <a:pt x="67" y="10"/>
                  </a:lnTo>
                  <a:lnTo>
                    <a:pt x="69" y="12"/>
                  </a:lnTo>
                  <a:lnTo>
                    <a:pt x="71" y="12"/>
                  </a:lnTo>
                  <a:lnTo>
                    <a:pt x="75" y="16"/>
                  </a:lnTo>
                  <a:lnTo>
                    <a:pt x="77" y="18"/>
                  </a:lnTo>
                  <a:lnTo>
                    <a:pt x="77" y="18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3" y="27"/>
                  </a:lnTo>
                  <a:lnTo>
                    <a:pt x="73" y="29"/>
                  </a:lnTo>
                  <a:lnTo>
                    <a:pt x="71" y="29"/>
                  </a:lnTo>
                  <a:lnTo>
                    <a:pt x="71" y="29"/>
                  </a:lnTo>
                  <a:lnTo>
                    <a:pt x="71" y="29"/>
                  </a:lnTo>
                  <a:lnTo>
                    <a:pt x="71" y="31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73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3" y="41"/>
                  </a:lnTo>
                  <a:lnTo>
                    <a:pt x="73" y="41"/>
                  </a:lnTo>
                  <a:lnTo>
                    <a:pt x="73" y="41"/>
                  </a:lnTo>
                  <a:lnTo>
                    <a:pt x="73" y="43"/>
                  </a:lnTo>
                  <a:lnTo>
                    <a:pt x="75" y="43"/>
                  </a:lnTo>
                  <a:lnTo>
                    <a:pt x="77" y="43"/>
                  </a:lnTo>
                  <a:lnTo>
                    <a:pt x="77" y="45"/>
                  </a:lnTo>
                  <a:lnTo>
                    <a:pt x="77" y="45"/>
                  </a:lnTo>
                  <a:lnTo>
                    <a:pt x="78" y="47"/>
                  </a:lnTo>
                  <a:lnTo>
                    <a:pt x="78" y="47"/>
                  </a:lnTo>
                  <a:lnTo>
                    <a:pt x="78" y="49"/>
                  </a:lnTo>
                  <a:lnTo>
                    <a:pt x="80" y="49"/>
                  </a:lnTo>
                  <a:lnTo>
                    <a:pt x="80" y="49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4" y="47"/>
                  </a:lnTo>
                  <a:lnTo>
                    <a:pt x="84" y="47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8" y="47"/>
                  </a:lnTo>
                  <a:lnTo>
                    <a:pt x="88" y="47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6" y="45"/>
                  </a:lnTo>
                  <a:lnTo>
                    <a:pt x="96" y="43"/>
                  </a:lnTo>
                  <a:lnTo>
                    <a:pt x="96" y="43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100" y="45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6" y="45"/>
                  </a:lnTo>
                  <a:lnTo>
                    <a:pt x="106" y="45"/>
                  </a:lnTo>
                  <a:lnTo>
                    <a:pt x="106" y="45"/>
                  </a:lnTo>
                  <a:lnTo>
                    <a:pt x="108" y="45"/>
                  </a:lnTo>
                  <a:lnTo>
                    <a:pt x="108" y="47"/>
                  </a:lnTo>
                  <a:lnTo>
                    <a:pt x="110" y="49"/>
                  </a:lnTo>
                  <a:lnTo>
                    <a:pt x="112" y="49"/>
                  </a:lnTo>
                  <a:lnTo>
                    <a:pt x="110" y="49"/>
                  </a:lnTo>
                  <a:lnTo>
                    <a:pt x="110" y="51"/>
                  </a:lnTo>
                  <a:lnTo>
                    <a:pt x="110" y="51"/>
                  </a:lnTo>
                  <a:lnTo>
                    <a:pt x="110" y="51"/>
                  </a:lnTo>
                  <a:lnTo>
                    <a:pt x="112" y="51"/>
                  </a:lnTo>
                  <a:lnTo>
                    <a:pt x="112" y="53"/>
                  </a:lnTo>
                  <a:lnTo>
                    <a:pt x="112" y="53"/>
                  </a:lnTo>
                  <a:lnTo>
                    <a:pt x="112" y="53"/>
                  </a:lnTo>
                  <a:lnTo>
                    <a:pt x="110" y="53"/>
                  </a:lnTo>
                  <a:lnTo>
                    <a:pt x="110" y="55"/>
                  </a:lnTo>
                  <a:lnTo>
                    <a:pt x="110" y="55"/>
                  </a:lnTo>
                  <a:lnTo>
                    <a:pt x="112" y="55"/>
                  </a:lnTo>
                  <a:lnTo>
                    <a:pt x="112" y="55"/>
                  </a:lnTo>
                  <a:lnTo>
                    <a:pt x="112" y="57"/>
                  </a:lnTo>
                  <a:lnTo>
                    <a:pt x="112" y="57"/>
                  </a:lnTo>
                  <a:lnTo>
                    <a:pt x="112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7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8" y="61"/>
                  </a:lnTo>
                  <a:lnTo>
                    <a:pt x="122" y="61"/>
                  </a:lnTo>
                  <a:lnTo>
                    <a:pt x="127" y="63"/>
                  </a:lnTo>
                  <a:lnTo>
                    <a:pt x="135" y="65"/>
                  </a:lnTo>
                  <a:lnTo>
                    <a:pt x="135" y="65"/>
                  </a:lnTo>
                  <a:lnTo>
                    <a:pt x="137" y="67"/>
                  </a:lnTo>
                  <a:lnTo>
                    <a:pt x="137" y="67"/>
                  </a:lnTo>
                  <a:lnTo>
                    <a:pt x="137" y="67"/>
                  </a:lnTo>
                  <a:lnTo>
                    <a:pt x="139" y="67"/>
                  </a:lnTo>
                  <a:lnTo>
                    <a:pt x="139" y="67"/>
                  </a:lnTo>
                  <a:lnTo>
                    <a:pt x="143" y="67"/>
                  </a:lnTo>
                  <a:lnTo>
                    <a:pt x="145" y="69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9" y="69"/>
                  </a:lnTo>
                  <a:lnTo>
                    <a:pt x="151" y="69"/>
                  </a:lnTo>
                  <a:lnTo>
                    <a:pt x="151" y="69"/>
                  </a:lnTo>
                  <a:lnTo>
                    <a:pt x="151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2"/>
                  </a:lnTo>
                  <a:lnTo>
                    <a:pt x="153" y="74"/>
                  </a:lnTo>
                  <a:lnTo>
                    <a:pt x="153" y="76"/>
                  </a:lnTo>
                  <a:lnTo>
                    <a:pt x="153" y="76"/>
                  </a:lnTo>
                  <a:lnTo>
                    <a:pt x="153" y="76"/>
                  </a:lnTo>
                  <a:lnTo>
                    <a:pt x="151" y="76"/>
                  </a:lnTo>
                  <a:lnTo>
                    <a:pt x="151" y="78"/>
                  </a:lnTo>
                  <a:lnTo>
                    <a:pt x="151" y="78"/>
                  </a:lnTo>
                  <a:lnTo>
                    <a:pt x="151" y="78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3" y="82"/>
                  </a:lnTo>
                  <a:lnTo>
                    <a:pt x="155" y="82"/>
                  </a:lnTo>
                  <a:lnTo>
                    <a:pt x="155" y="82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7" y="82"/>
                  </a:lnTo>
                  <a:lnTo>
                    <a:pt x="161" y="82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67" y="80"/>
                  </a:lnTo>
                  <a:lnTo>
                    <a:pt x="169" y="82"/>
                  </a:lnTo>
                  <a:lnTo>
                    <a:pt x="173" y="86"/>
                  </a:lnTo>
                  <a:lnTo>
                    <a:pt x="177" y="88"/>
                  </a:lnTo>
                  <a:lnTo>
                    <a:pt x="178" y="88"/>
                  </a:lnTo>
                  <a:lnTo>
                    <a:pt x="178" y="88"/>
                  </a:lnTo>
                  <a:lnTo>
                    <a:pt x="180" y="94"/>
                  </a:lnTo>
                  <a:lnTo>
                    <a:pt x="180" y="94"/>
                  </a:lnTo>
                  <a:lnTo>
                    <a:pt x="180" y="96"/>
                  </a:lnTo>
                  <a:lnTo>
                    <a:pt x="182" y="100"/>
                  </a:lnTo>
                  <a:lnTo>
                    <a:pt x="182" y="100"/>
                  </a:lnTo>
                  <a:lnTo>
                    <a:pt x="180" y="100"/>
                  </a:lnTo>
                  <a:lnTo>
                    <a:pt x="180" y="102"/>
                  </a:lnTo>
                  <a:lnTo>
                    <a:pt x="178" y="104"/>
                  </a:lnTo>
                  <a:lnTo>
                    <a:pt x="178" y="104"/>
                  </a:lnTo>
                  <a:lnTo>
                    <a:pt x="178" y="106"/>
                  </a:lnTo>
                  <a:lnTo>
                    <a:pt x="178" y="106"/>
                  </a:lnTo>
                  <a:lnTo>
                    <a:pt x="180" y="108"/>
                  </a:lnTo>
                  <a:lnTo>
                    <a:pt x="180" y="108"/>
                  </a:lnTo>
                  <a:lnTo>
                    <a:pt x="184" y="110"/>
                  </a:lnTo>
                  <a:lnTo>
                    <a:pt x="186" y="110"/>
                  </a:lnTo>
                  <a:lnTo>
                    <a:pt x="186" y="112"/>
                  </a:lnTo>
                  <a:lnTo>
                    <a:pt x="186" y="112"/>
                  </a:lnTo>
                  <a:lnTo>
                    <a:pt x="182" y="114"/>
                  </a:lnTo>
                  <a:lnTo>
                    <a:pt x="182" y="112"/>
                  </a:lnTo>
                  <a:lnTo>
                    <a:pt x="178" y="112"/>
                  </a:lnTo>
                  <a:lnTo>
                    <a:pt x="177" y="112"/>
                  </a:lnTo>
                  <a:lnTo>
                    <a:pt x="175" y="112"/>
                  </a:lnTo>
                  <a:lnTo>
                    <a:pt x="175" y="112"/>
                  </a:lnTo>
                  <a:lnTo>
                    <a:pt x="173" y="112"/>
                  </a:lnTo>
                  <a:lnTo>
                    <a:pt x="173" y="112"/>
                  </a:lnTo>
                  <a:lnTo>
                    <a:pt x="173" y="114"/>
                  </a:lnTo>
                  <a:lnTo>
                    <a:pt x="171" y="116"/>
                  </a:lnTo>
                  <a:lnTo>
                    <a:pt x="171" y="118"/>
                  </a:lnTo>
                  <a:lnTo>
                    <a:pt x="171" y="118"/>
                  </a:lnTo>
                  <a:lnTo>
                    <a:pt x="171" y="118"/>
                  </a:lnTo>
                  <a:lnTo>
                    <a:pt x="171" y="120"/>
                  </a:lnTo>
                  <a:lnTo>
                    <a:pt x="171" y="120"/>
                  </a:lnTo>
                  <a:lnTo>
                    <a:pt x="171" y="120"/>
                  </a:lnTo>
                  <a:lnTo>
                    <a:pt x="171" y="122"/>
                  </a:lnTo>
                  <a:lnTo>
                    <a:pt x="169" y="122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7" y="122"/>
                  </a:lnTo>
                  <a:lnTo>
                    <a:pt x="167" y="122"/>
                  </a:lnTo>
                  <a:lnTo>
                    <a:pt x="167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65" y="122"/>
                  </a:lnTo>
                  <a:lnTo>
                    <a:pt x="159" y="124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59" y="127"/>
                  </a:lnTo>
                  <a:lnTo>
                    <a:pt x="157" y="127"/>
                  </a:lnTo>
                  <a:lnTo>
                    <a:pt x="157" y="129"/>
                  </a:lnTo>
                  <a:lnTo>
                    <a:pt x="155" y="129"/>
                  </a:lnTo>
                  <a:lnTo>
                    <a:pt x="155" y="129"/>
                  </a:lnTo>
                  <a:lnTo>
                    <a:pt x="151" y="131"/>
                  </a:lnTo>
                  <a:lnTo>
                    <a:pt x="151" y="131"/>
                  </a:lnTo>
                  <a:lnTo>
                    <a:pt x="147" y="131"/>
                  </a:lnTo>
                  <a:lnTo>
                    <a:pt x="145" y="131"/>
                  </a:lnTo>
                  <a:lnTo>
                    <a:pt x="145" y="131"/>
                  </a:lnTo>
                  <a:lnTo>
                    <a:pt x="143" y="133"/>
                  </a:lnTo>
                  <a:lnTo>
                    <a:pt x="141" y="133"/>
                  </a:lnTo>
                  <a:lnTo>
                    <a:pt x="141" y="133"/>
                  </a:lnTo>
                  <a:lnTo>
                    <a:pt x="141" y="133"/>
                  </a:lnTo>
                  <a:lnTo>
                    <a:pt x="141" y="133"/>
                  </a:lnTo>
                  <a:lnTo>
                    <a:pt x="139" y="133"/>
                  </a:lnTo>
                  <a:lnTo>
                    <a:pt x="139" y="135"/>
                  </a:lnTo>
                  <a:lnTo>
                    <a:pt x="139" y="135"/>
                  </a:lnTo>
                  <a:lnTo>
                    <a:pt x="137" y="135"/>
                  </a:lnTo>
                  <a:lnTo>
                    <a:pt x="137" y="135"/>
                  </a:lnTo>
                  <a:lnTo>
                    <a:pt x="135" y="137"/>
                  </a:lnTo>
                  <a:lnTo>
                    <a:pt x="135" y="137"/>
                  </a:lnTo>
                  <a:lnTo>
                    <a:pt x="135" y="139"/>
                  </a:lnTo>
                  <a:lnTo>
                    <a:pt x="135" y="139"/>
                  </a:lnTo>
                  <a:lnTo>
                    <a:pt x="135" y="141"/>
                  </a:lnTo>
                  <a:lnTo>
                    <a:pt x="133" y="139"/>
                  </a:lnTo>
                  <a:lnTo>
                    <a:pt x="131" y="139"/>
                  </a:lnTo>
                  <a:lnTo>
                    <a:pt x="131" y="139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1" y="145"/>
                  </a:lnTo>
                  <a:lnTo>
                    <a:pt x="131" y="145"/>
                  </a:lnTo>
                  <a:lnTo>
                    <a:pt x="131" y="147"/>
                  </a:lnTo>
                  <a:lnTo>
                    <a:pt x="129" y="147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1" y="153"/>
                  </a:lnTo>
                  <a:lnTo>
                    <a:pt x="129" y="155"/>
                  </a:lnTo>
                  <a:lnTo>
                    <a:pt x="129" y="155"/>
                  </a:lnTo>
                  <a:lnTo>
                    <a:pt x="127" y="155"/>
                  </a:lnTo>
                  <a:lnTo>
                    <a:pt x="126" y="155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9"/>
                  </a:lnTo>
                  <a:lnTo>
                    <a:pt x="122" y="159"/>
                  </a:lnTo>
                  <a:lnTo>
                    <a:pt x="122" y="157"/>
                  </a:lnTo>
                  <a:lnTo>
                    <a:pt x="120" y="157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18" y="163"/>
                  </a:lnTo>
                  <a:lnTo>
                    <a:pt x="116" y="163"/>
                  </a:lnTo>
                  <a:lnTo>
                    <a:pt x="116" y="163"/>
                  </a:lnTo>
                  <a:lnTo>
                    <a:pt x="114" y="163"/>
                  </a:lnTo>
                  <a:lnTo>
                    <a:pt x="114" y="165"/>
                  </a:lnTo>
                  <a:lnTo>
                    <a:pt x="116" y="167"/>
                  </a:lnTo>
                  <a:lnTo>
                    <a:pt x="116" y="167"/>
                  </a:lnTo>
                  <a:lnTo>
                    <a:pt x="116" y="167"/>
                  </a:lnTo>
                  <a:lnTo>
                    <a:pt x="116" y="167"/>
                  </a:lnTo>
                  <a:lnTo>
                    <a:pt x="116" y="167"/>
                  </a:lnTo>
                  <a:lnTo>
                    <a:pt x="114" y="169"/>
                  </a:lnTo>
                  <a:lnTo>
                    <a:pt x="114" y="16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0" y="171"/>
                  </a:lnTo>
                  <a:lnTo>
                    <a:pt x="110" y="171"/>
                  </a:lnTo>
                  <a:lnTo>
                    <a:pt x="108" y="171"/>
                  </a:lnTo>
                  <a:lnTo>
                    <a:pt x="106" y="169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96" y="165"/>
                  </a:lnTo>
                  <a:lnTo>
                    <a:pt x="96" y="165"/>
                  </a:lnTo>
                  <a:lnTo>
                    <a:pt x="96" y="165"/>
                  </a:lnTo>
                  <a:lnTo>
                    <a:pt x="94" y="165"/>
                  </a:lnTo>
                  <a:lnTo>
                    <a:pt x="94" y="165"/>
                  </a:lnTo>
                  <a:lnTo>
                    <a:pt x="92" y="165"/>
                  </a:lnTo>
                  <a:lnTo>
                    <a:pt x="92" y="165"/>
                  </a:lnTo>
                  <a:lnTo>
                    <a:pt x="92" y="163"/>
                  </a:lnTo>
                  <a:lnTo>
                    <a:pt x="92" y="163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90" y="159"/>
                  </a:lnTo>
                  <a:lnTo>
                    <a:pt x="90" y="157"/>
                  </a:lnTo>
                  <a:lnTo>
                    <a:pt x="90" y="157"/>
                  </a:lnTo>
                  <a:lnTo>
                    <a:pt x="88" y="155"/>
                  </a:lnTo>
                  <a:lnTo>
                    <a:pt x="86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4" y="155"/>
                  </a:lnTo>
                  <a:lnTo>
                    <a:pt x="84" y="155"/>
                  </a:lnTo>
                  <a:lnTo>
                    <a:pt x="82" y="153"/>
                  </a:lnTo>
                  <a:lnTo>
                    <a:pt x="82" y="153"/>
                  </a:lnTo>
                  <a:lnTo>
                    <a:pt x="80" y="155"/>
                  </a:lnTo>
                  <a:lnTo>
                    <a:pt x="80" y="157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78" y="155"/>
                  </a:lnTo>
                  <a:lnTo>
                    <a:pt x="78" y="153"/>
                  </a:lnTo>
                  <a:lnTo>
                    <a:pt x="78" y="153"/>
                  </a:lnTo>
                  <a:lnTo>
                    <a:pt x="78" y="153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78" y="151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7"/>
                  </a:lnTo>
                  <a:lnTo>
                    <a:pt x="78" y="147"/>
                  </a:lnTo>
                  <a:lnTo>
                    <a:pt x="77" y="147"/>
                  </a:lnTo>
                  <a:lnTo>
                    <a:pt x="75" y="145"/>
                  </a:lnTo>
                  <a:lnTo>
                    <a:pt x="75" y="145"/>
                  </a:lnTo>
                  <a:lnTo>
                    <a:pt x="75" y="147"/>
                  </a:lnTo>
                  <a:lnTo>
                    <a:pt x="75" y="147"/>
                  </a:lnTo>
                  <a:lnTo>
                    <a:pt x="75" y="147"/>
                  </a:lnTo>
                  <a:lnTo>
                    <a:pt x="75" y="147"/>
                  </a:lnTo>
                  <a:lnTo>
                    <a:pt x="73" y="147"/>
                  </a:lnTo>
                  <a:lnTo>
                    <a:pt x="73" y="147"/>
                  </a:lnTo>
                  <a:lnTo>
                    <a:pt x="71" y="147"/>
                  </a:lnTo>
                  <a:lnTo>
                    <a:pt x="69" y="147"/>
                  </a:lnTo>
                  <a:lnTo>
                    <a:pt x="69" y="147"/>
                  </a:lnTo>
                  <a:lnTo>
                    <a:pt x="67" y="147"/>
                  </a:lnTo>
                  <a:lnTo>
                    <a:pt x="67" y="147"/>
                  </a:lnTo>
                  <a:lnTo>
                    <a:pt x="67" y="147"/>
                  </a:lnTo>
                  <a:lnTo>
                    <a:pt x="65" y="147"/>
                  </a:lnTo>
                  <a:lnTo>
                    <a:pt x="65" y="147"/>
                  </a:lnTo>
                  <a:lnTo>
                    <a:pt x="65" y="145"/>
                  </a:lnTo>
                  <a:lnTo>
                    <a:pt x="63" y="145"/>
                  </a:lnTo>
                  <a:lnTo>
                    <a:pt x="63" y="145"/>
                  </a:lnTo>
                  <a:lnTo>
                    <a:pt x="61" y="145"/>
                  </a:lnTo>
                  <a:lnTo>
                    <a:pt x="61" y="145"/>
                  </a:lnTo>
                  <a:lnTo>
                    <a:pt x="61" y="145"/>
                  </a:lnTo>
                  <a:lnTo>
                    <a:pt x="61" y="143"/>
                  </a:lnTo>
                  <a:lnTo>
                    <a:pt x="61" y="143"/>
                  </a:lnTo>
                  <a:lnTo>
                    <a:pt x="61" y="143"/>
                  </a:lnTo>
                  <a:lnTo>
                    <a:pt x="61" y="141"/>
                  </a:lnTo>
                  <a:lnTo>
                    <a:pt x="61" y="141"/>
                  </a:lnTo>
                  <a:lnTo>
                    <a:pt x="61" y="141"/>
                  </a:lnTo>
                  <a:lnTo>
                    <a:pt x="61" y="141"/>
                  </a:lnTo>
                  <a:lnTo>
                    <a:pt x="61" y="141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7"/>
                  </a:lnTo>
                  <a:lnTo>
                    <a:pt x="61" y="137"/>
                  </a:lnTo>
                  <a:lnTo>
                    <a:pt x="61" y="137"/>
                  </a:lnTo>
                  <a:lnTo>
                    <a:pt x="61" y="137"/>
                  </a:lnTo>
                  <a:lnTo>
                    <a:pt x="63" y="137"/>
                  </a:lnTo>
                  <a:lnTo>
                    <a:pt x="63" y="137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5" y="133"/>
                  </a:lnTo>
                  <a:lnTo>
                    <a:pt x="55" y="133"/>
                  </a:lnTo>
                  <a:lnTo>
                    <a:pt x="55" y="133"/>
                  </a:lnTo>
                  <a:lnTo>
                    <a:pt x="55" y="131"/>
                  </a:lnTo>
                  <a:lnTo>
                    <a:pt x="55" y="131"/>
                  </a:lnTo>
                  <a:lnTo>
                    <a:pt x="55" y="131"/>
                  </a:lnTo>
                  <a:lnTo>
                    <a:pt x="55" y="131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1" y="129"/>
                  </a:lnTo>
                  <a:lnTo>
                    <a:pt x="49" y="129"/>
                  </a:lnTo>
                  <a:lnTo>
                    <a:pt x="49" y="129"/>
                  </a:lnTo>
                  <a:lnTo>
                    <a:pt x="49" y="129"/>
                  </a:lnTo>
                  <a:lnTo>
                    <a:pt x="47" y="131"/>
                  </a:lnTo>
                  <a:lnTo>
                    <a:pt x="47" y="129"/>
                  </a:lnTo>
                  <a:lnTo>
                    <a:pt x="47" y="129"/>
                  </a:lnTo>
                  <a:lnTo>
                    <a:pt x="47" y="124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51" y="122"/>
                  </a:lnTo>
                  <a:lnTo>
                    <a:pt x="51" y="122"/>
                  </a:lnTo>
                  <a:lnTo>
                    <a:pt x="51" y="122"/>
                  </a:lnTo>
                  <a:lnTo>
                    <a:pt x="51" y="122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51" y="116"/>
                  </a:lnTo>
                  <a:lnTo>
                    <a:pt x="51" y="116"/>
                  </a:lnTo>
                  <a:lnTo>
                    <a:pt x="51" y="116"/>
                  </a:lnTo>
                  <a:lnTo>
                    <a:pt x="51" y="116"/>
                  </a:lnTo>
                  <a:lnTo>
                    <a:pt x="51" y="114"/>
                  </a:lnTo>
                  <a:lnTo>
                    <a:pt x="51" y="114"/>
                  </a:lnTo>
                  <a:lnTo>
                    <a:pt x="51" y="114"/>
                  </a:lnTo>
                  <a:lnTo>
                    <a:pt x="49" y="114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2"/>
                  </a:lnTo>
                  <a:lnTo>
                    <a:pt x="47" y="112"/>
                  </a:lnTo>
                  <a:lnTo>
                    <a:pt x="47" y="112"/>
                  </a:lnTo>
                  <a:lnTo>
                    <a:pt x="49" y="110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1" y="106"/>
                  </a:lnTo>
                  <a:lnTo>
                    <a:pt x="49" y="98"/>
                  </a:lnTo>
                  <a:lnTo>
                    <a:pt x="47" y="96"/>
                  </a:lnTo>
                  <a:lnTo>
                    <a:pt x="47" y="94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49" y="88"/>
                  </a:lnTo>
                  <a:lnTo>
                    <a:pt x="49" y="88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3" y="86"/>
                  </a:lnTo>
                  <a:lnTo>
                    <a:pt x="41" y="86"/>
                  </a:lnTo>
                  <a:lnTo>
                    <a:pt x="41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1" y="86"/>
                  </a:lnTo>
                  <a:lnTo>
                    <a:pt x="31" y="84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7" y="84"/>
                  </a:lnTo>
                  <a:lnTo>
                    <a:pt x="27" y="84"/>
                  </a:lnTo>
                  <a:lnTo>
                    <a:pt x="27" y="84"/>
                  </a:lnTo>
                  <a:lnTo>
                    <a:pt x="26" y="84"/>
                  </a:lnTo>
                  <a:lnTo>
                    <a:pt x="26" y="84"/>
                  </a:lnTo>
                  <a:lnTo>
                    <a:pt x="26" y="84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7" y="80"/>
                  </a:lnTo>
                  <a:lnTo>
                    <a:pt x="27" y="80"/>
                  </a:lnTo>
                  <a:lnTo>
                    <a:pt x="27" y="80"/>
                  </a:lnTo>
                  <a:lnTo>
                    <a:pt x="27" y="80"/>
                  </a:lnTo>
                  <a:lnTo>
                    <a:pt x="27" y="78"/>
                  </a:lnTo>
                  <a:lnTo>
                    <a:pt x="27" y="78"/>
                  </a:lnTo>
                  <a:lnTo>
                    <a:pt x="27" y="78"/>
                  </a:lnTo>
                  <a:lnTo>
                    <a:pt x="26" y="78"/>
                  </a:lnTo>
                  <a:lnTo>
                    <a:pt x="22" y="76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6" y="72"/>
                  </a:lnTo>
                  <a:lnTo>
                    <a:pt x="16" y="72"/>
                  </a:lnTo>
                  <a:lnTo>
                    <a:pt x="16" y="71"/>
                  </a:lnTo>
                  <a:lnTo>
                    <a:pt x="16" y="71"/>
                  </a:lnTo>
                  <a:lnTo>
                    <a:pt x="16" y="69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8" y="67"/>
                  </a:lnTo>
                  <a:lnTo>
                    <a:pt x="18" y="67"/>
                  </a:lnTo>
                  <a:lnTo>
                    <a:pt x="18" y="67"/>
                  </a:lnTo>
                  <a:lnTo>
                    <a:pt x="18" y="67"/>
                  </a:lnTo>
                  <a:lnTo>
                    <a:pt x="18" y="67"/>
                  </a:lnTo>
                  <a:lnTo>
                    <a:pt x="16" y="67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4" y="67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0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2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5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979488" y="3689350"/>
              <a:ext cx="160338" cy="163513"/>
            </a:xfrm>
            <a:custGeom>
              <a:avLst/>
              <a:gdLst>
                <a:gd name="T0" fmla="*/ 45 w 204"/>
                <a:gd name="T1" fmla="*/ 2 h 206"/>
                <a:gd name="T2" fmla="*/ 53 w 204"/>
                <a:gd name="T3" fmla="*/ 11 h 206"/>
                <a:gd name="T4" fmla="*/ 63 w 204"/>
                <a:gd name="T5" fmla="*/ 9 h 206"/>
                <a:gd name="T6" fmla="*/ 75 w 204"/>
                <a:gd name="T7" fmla="*/ 13 h 206"/>
                <a:gd name="T8" fmla="*/ 75 w 204"/>
                <a:gd name="T9" fmla="*/ 19 h 206"/>
                <a:gd name="T10" fmla="*/ 88 w 204"/>
                <a:gd name="T11" fmla="*/ 31 h 206"/>
                <a:gd name="T12" fmla="*/ 94 w 204"/>
                <a:gd name="T13" fmla="*/ 33 h 206"/>
                <a:gd name="T14" fmla="*/ 110 w 204"/>
                <a:gd name="T15" fmla="*/ 39 h 206"/>
                <a:gd name="T16" fmla="*/ 127 w 204"/>
                <a:gd name="T17" fmla="*/ 51 h 206"/>
                <a:gd name="T18" fmla="*/ 129 w 204"/>
                <a:gd name="T19" fmla="*/ 59 h 206"/>
                <a:gd name="T20" fmla="*/ 135 w 204"/>
                <a:gd name="T21" fmla="*/ 68 h 206"/>
                <a:gd name="T22" fmla="*/ 145 w 204"/>
                <a:gd name="T23" fmla="*/ 66 h 206"/>
                <a:gd name="T24" fmla="*/ 155 w 204"/>
                <a:gd name="T25" fmla="*/ 70 h 206"/>
                <a:gd name="T26" fmla="*/ 163 w 204"/>
                <a:gd name="T27" fmla="*/ 80 h 206"/>
                <a:gd name="T28" fmla="*/ 175 w 204"/>
                <a:gd name="T29" fmla="*/ 88 h 206"/>
                <a:gd name="T30" fmla="*/ 178 w 204"/>
                <a:gd name="T31" fmla="*/ 88 h 206"/>
                <a:gd name="T32" fmla="*/ 184 w 204"/>
                <a:gd name="T33" fmla="*/ 92 h 206"/>
                <a:gd name="T34" fmla="*/ 190 w 204"/>
                <a:gd name="T35" fmla="*/ 96 h 206"/>
                <a:gd name="T36" fmla="*/ 202 w 204"/>
                <a:gd name="T37" fmla="*/ 123 h 206"/>
                <a:gd name="T38" fmla="*/ 196 w 204"/>
                <a:gd name="T39" fmla="*/ 129 h 206"/>
                <a:gd name="T40" fmla="*/ 163 w 204"/>
                <a:gd name="T41" fmla="*/ 123 h 206"/>
                <a:gd name="T42" fmla="*/ 133 w 204"/>
                <a:gd name="T43" fmla="*/ 129 h 206"/>
                <a:gd name="T44" fmla="*/ 118 w 204"/>
                <a:gd name="T45" fmla="*/ 141 h 206"/>
                <a:gd name="T46" fmla="*/ 124 w 204"/>
                <a:gd name="T47" fmla="*/ 155 h 206"/>
                <a:gd name="T48" fmla="*/ 118 w 204"/>
                <a:gd name="T49" fmla="*/ 165 h 206"/>
                <a:gd name="T50" fmla="*/ 102 w 204"/>
                <a:gd name="T51" fmla="*/ 186 h 206"/>
                <a:gd name="T52" fmla="*/ 82 w 204"/>
                <a:gd name="T53" fmla="*/ 198 h 206"/>
                <a:gd name="T54" fmla="*/ 57 w 204"/>
                <a:gd name="T55" fmla="*/ 204 h 206"/>
                <a:gd name="T56" fmla="*/ 33 w 204"/>
                <a:gd name="T57" fmla="*/ 198 h 206"/>
                <a:gd name="T58" fmla="*/ 12 w 204"/>
                <a:gd name="T59" fmla="*/ 188 h 206"/>
                <a:gd name="T60" fmla="*/ 0 w 204"/>
                <a:gd name="T61" fmla="*/ 163 h 206"/>
                <a:gd name="T62" fmla="*/ 4 w 204"/>
                <a:gd name="T63" fmla="*/ 155 h 206"/>
                <a:gd name="T64" fmla="*/ 8 w 204"/>
                <a:gd name="T65" fmla="*/ 151 h 206"/>
                <a:gd name="T66" fmla="*/ 6 w 204"/>
                <a:gd name="T67" fmla="*/ 139 h 206"/>
                <a:gd name="T68" fmla="*/ 8 w 204"/>
                <a:gd name="T69" fmla="*/ 133 h 206"/>
                <a:gd name="T70" fmla="*/ 10 w 204"/>
                <a:gd name="T71" fmla="*/ 127 h 206"/>
                <a:gd name="T72" fmla="*/ 8 w 204"/>
                <a:gd name="T73" fmla="*/ 119 h 206"/>
                <a:gd name="T74" fmla="*/ 16 w 204"/>
                <a:gd name="T75" fmla="*/ 114 h 206"/>
                <a:gd name="T76" fmla="*/ 18 w 204"/>
                <a:gd name="T77" fmla="*/ 112 h 206"/>
                <a:gd name="T78" fmla="*/ 12 w 204"/>
                <a:gd name="T79" fmla="*/ 102 h 206"/>
                <a:gd name="T80" fmla="*/ 8 w 204"/>
                <a:gd name="T81" fmla="*/ 96 h 206"/>
                <a:gd name="T82" fmla="*/ 8 w 204"/>
                <a:gd name="T83" fmla="*/ 92 h 206"/>
                <a:gd name="T84" fmla="*/ 8 w 204"/>
                <a:gd name="T85" fmla="*/ 88 h 206"/>
                <a:gd name="T86" fmla="*/ 10 w 204"/>
                <a:gd name="T87" fmla="*/ 84 h 206"/>
                <a:gd name="T88" fmla="*/ 16 w 204"/>
                <a:gd name="T89" fmla="*/ 84 h 206"/>
                <a:gd name="T90" fmla="*/ 16 w 204"/>
                <a:gd name="T91" fmla="*/ 72 h 206"/>
                <a:gd name="T92" fmla="*/ 10 w 204"/>
                <a:gd name="T93" fmla="*/ 74 h 206"/>
                <a:gd name="T94" fmla="*/ 4 w 204"/>
                <a:gd name="T95" fmla="*/ 68 h 206"/>
                <a:gd name="T96" fmla="*/ 0 w 204"/>
                <a:gd name="T97" fmla="*/ 61 h 206"/>
                <a:gd name="T98" fmla="*/ 8 w 204"/>
                <a:gd name="T99" fmla="*/ 61 h 206"/>
                <a:gd name="T100" fmla="*/ 4 w 204"/>
                <a:gd name="T101" fmla="*/ 51 h 206"/>
                <a:gd name="T102" fmla="*/ 4 w 204"/>
                <a:gd name="T103" fmla="*/ 45 h 206"/>
                <a:gd name="T104" fmla="*/ 4 w 204"/>
                <a:gd name="T105" fmla="*/ 43 h 206"/>
                <a:gd name="T106" fmla="*/ 6 w 204"/>
                <a:gd name="T107" fmla="*/ 35 h 206"/>
                <a:gd name="T108" fmla="*/ 4 w 204"/>
                <a:gd name="T109" fmla="*/ 23 h 206"/>
                <a:gd name="T110" fmla="*/ 8 w 204"/>
                <a:gd name="T111" fmla="*/ 19 h 206"/>
                <a:gd name="T112" fmla="*/ 22 w 204"/>
                <a:gd name="T113" fmla="*/ 21 h 206"/>
                <a:gd name="T114" fmla="*/ 22 w 204"/>
                <a:gd name="T115" fmla="*/ 15 h 206"/>
                <a:gd name="T116" fmla="*/ 24 w 204"/>
                <a:gd name="T117" fmla="*/ 6 h 206"/>
                <a:gd name="T118" fmla="*/ 33 w 204"/>
                <a:gd name="T119" fmla="*/ 2 h 206"/>
                <a:gd name="T120" fmla="*/ 37 w 204"/>
                <a:gd name="T121" fmla="*/ 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04" h="206">
                  <a:moveTo>
                    <a:pt x="41" y="0"/>
                  </a:moveTo>
                  <a:lnTo>
                    <a:pt x="41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1" y="6"/>
                  </a:lnTo>
                  <a:lnTo>
                    <a:pt x="51" y="7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13"/>
                  </a:lnTo>
                  <a:lnTo>
                    <a:pt x="53" y="13"/>
                  </a:lnTo>
                  <a:lnTo>
                    <a:pt x="53" y="13"/>
                  </a:lnTo>
                  <a:lnTo>
                    <a:pt x="53" y="13"/>
                  </a:lnTo>
                  <a:lnTo>
                    <a:pt x="55" y="13"/>
                  </a:lnTo>
                  <a:lnTo>
                    <a:pt x="57" y="13"/>
                  </a:lnTo>
                  <a:lnTo>
                    <a:pt x="57" y="13"/>
                  </a:lnTo>
                  <a:lnTo>
                    <a:pt x="57" y="13"/>
                  </a:lnTo>
                  <a:lnTo>
                    <a:pt x="57" y="11"/>
                  </a:lnTo>
                  <a:lnTo>
                    <a:pt x="59" y="9"/>
                  </a:lnTo>
                  <a:lnTo>
                    <a:pt x="61" y="9"/>
                  </a:lnTo>
                  <a:lnTo>
                    <a:pt x="61" y="11"/>
                  </a:lnTo>
                  <a:lnTo>
                    <a:pt x="61" y="11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7" y="9"/>
                  </a:lnTo>
                  <a:lnTo>
                    <a:pt x="67" y="9"/>
                  </a:lnTo>
                  <a:lnTo>
                    <a:pt x="69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1" y="11"/>
                  </a:lnTo>
                  <a:lnTo>
                    <a:pt x="73" y="13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7"/>
                  </a:lnTo>
                  <a:lnTo>
                    <a:pt x="75" y="17"/>
                  </a:lnTo>
                  <a:lnTo>
                    <a:pt x="75" y="17"/>
                  </a:lnTo>
                  <a:lnTo>
                    <a:pt x="75" y="17"/>
                  </a:lnTo>
                  <a:lnTo>
                    <a:pt x="75" y="17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21"/>
                  </a:lnTo>
                  <a:lnTo>
                    <a:pt x="73" y="21"/>
                  </a:lnTo>
                  <a:lnTo>
                    <a:pt x="73" y="23"/>
                  </a:lnTo>
                  <a:lnTo>
                    <a:pt x="76" y="25"/>
                  </a:lnTo>
                  <a:lnTo>
                    <a:pt x="78" y="27"/>
                  </a:lnTo>
                  <a:lnTo>
                    <a:pt x="82" y="31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90" y="29"/>
                  </a:lnTo>
                  <a:lnTo>
                    <a:pt x="90" y="29"/>
                  </a:lnTo>
                  <a:lnTo>
                    <a:pt x="90" y="29"/>
                  </a:lnTo>
                  <a:lnTo>
                    <a:pt x="90" y="29"/>
                  </a:lnTo>
                  <a:lnTo>
                    <a:pt x="90" y="29"/>
                  </a:lnTo>
                  <a:lnTo>
                    <a:pt x="90" y="29"/>
                  </a:lnTo>
                  <a:lnTo>
                    <a:pt x="92" y="29"/>
                  </a:lnTo>
                  <a:lnTo>
                    <a:pt x="92" y="29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94" y="33"/>
                  </a:lnTo>
                  <a:lnTo>
                    <a:pt x="94" y="33"/>
                  </a:lnTo>
                  <a:lnTo>
                    <a:pt x="96" y="33"/>
                  </a:lnTo>
                  <a:lnTo>
                    <a:pt x="96" y="33"/>
                  </a:lnTo>
                  <a:lnTo>
                    <a:pt x="96" y="33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2" y="35"/>
                  </a:lnTo>
                  <a:lnTo>
                    <a:pt x="102" y="35"/>
                  </a:lnTo>
                  <a:lnTo>
                    <a:pt x="102" y="35"/>
                  </a:lnTo>
                  <a:lnTo>
                    <a:pt x="108" y="37"/>
                  </a:lnTo>
                  <a:lnTo>
                    <a:pt x="110" y="39"/>
                  </a:lnTo>
                  <a:lnTo>
                    <a:pt x="116" y="41"/>
                  </a:lnTo>
                  <a:lnTo>
                    <a:pt x="126" y="47"/>
                  </a:lnTo>
                  <a:lnTo>
                    <a:pt x="126" y="47"/>
                  </a:lnTo>
                  <a:lnTo>
                    <a:pt x="126" y="47"/>
                  </a:lnTo>
                  <a:lnTo>
                    <a:pt x="126" y="47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9" y="51"/>
                  </a:lnTo>
                  <a:lnTo>
                    <a:pt x="129" y="51"/>
                  </a:lnTo>
                  <a:lnTo>
                    <a:pt x="129" y="51"/>
                  </a:lnTo>
                  <a:lnTo>
                    <a:pt x="131" y="51"/>
                  </a:lnTo>
                  <a:lnTo>
                    <a:pt x="133" y="53"/>
                  </a:lnTo>
                  <a:lnTo>
                    <a:pt x="133" y="55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9"/>
                  </a:lnTo>
                  <a:lnTo>
                    <a:pt x="129" y="59"/>
                  </a:lnTo>
                  <a:lnTo>
                    <a:pt x="129" y="59"/>
                  </a:lnTo>
                  <a:lnTo>
                    <a:pt x="129" y="59"/>
                  </a:lnTo>
                  <a:lnTo>
                    <a:pt x="129" y="61"/>
                  </a:lnTo>
                  <a:lnTo>
                    <a:pt x="127" y="62"/>
                  </a:lnTo>
                  <a:lnTo>
                    <a:pt x="127" y="62"/>
                  </a:lnTo>
                  <a:lnTo>
                    <a:pt x="127" y="62"/>
                  </a:lnTo>
                  <a:lnTo>
                    <a:pt x="127" y="62"/>
                  </a:lnTo>
                  <a:lnTo>
                    <a:pt x="127" y="64"/>
                  </a:lnTo>
                  <a:lnTo>
                    <a:pt x="129" y="64"/>
                  </a:lnTo>
                  <a:lnTo>
                    <a:pt x="129" y="64"/>
                  </a:lnTo>
                  <a:lnTo>
                    <a:pt x="129" y="64"/>
                  </a:lnTo>
                  <a:lnTo>
                    <a:pt x="133" y="66"/>
                  </a:lnTo>
                  <a:lnTo>
                    <a:pt x="133" y="68"/>
                  </a:lnTo>
                  <a:lnTo>
                    <a:pt x="133" y="68"/>
                  </a:lnTo>
                  <a:lnTo>
                    <a:pt x="135" y="68"/>
                  </a:lnTo>
                  <a:lnTo>
                    <a:pt x="135" y="68"/>
                  </a:lnTo>
                  <a:lnTo>
                    <a:pt x="135" y="68"/>
                  </a:lnTo>
                  <a:lnTo>
                    <a:pt x="137" y="68"/>
                  </a:lnTo>
                  <a:lnTo>
                    <a:pt x="143" y="70"/>
                  </a:lnTo>
                  <a:lnTo>
                    <a:pt x="143" y="70"/>
                  </a:lnTo>
                  <a:lnTo>
                    <a:pt x="143" y="70"/>
                  </a:lnTo>
                  <a:lnTo>
                    <a:pt x="143" y="70"/>
                  </a:lnTo>
                  <a:lnTo>
                    <a:pt x="145" y="68"/>
                  </a:lnTo>
                  <a:lnTo>
                    <a:pt x="145" y="68"/>
                  </a:lnTo>
                  <a:lnTo>
                    <a:pt x="145" y="68"/>
                  </a:lnTo>
                  <a:lnTo>
                    <a:pt x="145" y="66"/>
                  </a:lnTo>
                  <a:lnTo>
                    <a:pt x="145" y="66"/>
                  </a:lnTo>
                  <a:lnTo>
                    <a:pt x="145" y="66"/>
                  </a:lnTo>
                  <a:lnTo>
                    <a:pt x="145" y="66"/>
                  </a:lnTo>
                  <a:lnTo>
                    <a:pt x="145" y="66"/>
                  </a:lnTo>
                  <a:lnTo>
                    <a:pt x="145" y="66"/>
                  </a:lnTo>
                  <a:lnTo>
                    <a:pt x="147" y="66"/>
                  </a:lnTo>
                  <a:lnTo>
                    <a:pt x="149" y="70"/>
                  </a:lnTo>
                  <a:lnTo>
                    <a:pt x="151" y="70"/>
                  </a:lnTo>
                  <a:lnTo>
                    <a:pt x="151" y="70"/>
                  </a:lnTo>
                  <a:lnTo>
                    <a:pt x="151" y="70"/>
                  </a:lnTo>
                  <a:lnTo>
                    <a:pt x="153" y="70"/>
                  </a:lnTo>
                  <a:lnTo>
                    <a:pt x="153" y="70"/>
                  </a:lnTo>
                  <a:lnTo>
                    <a:pt x="153" y="70"/>
                  </a:lnTo>
                  <a:lnTo>
                    <a:pt x="153" y="68"/>
                  </a:lnTo>
                  <a:lnTo>
                    <a:pt x="155" y="68"/>
                  </a:lnTo>
                  <a:lnTo>
                    <a:pt x="155" y="68"/>
                  </a:lnTo>
                  <a:lnTo>
                    <a:pt x="155" y="68"/>
                  </a:lnTo>
                  <a:lnTo>
                    <a:pt x="155" y="70"/>
                  </a:lnTo>
                  <a:lnTo>
                    <a:pt x="155" y="70"/>
                  </a:lnTo>
                  <a:lnTo>
                    <a:pt x="155" y="70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9" y="74"/>
                  </a:lnTo>
                  <a:lnTo>
                    <a:pt x="159" y="76"/>
                  </a:lnTo>
                  <a:lnTo>
                    <a:pt x="159" y="76"/>
                  </a:lnTo>
                  <a:lnTo>
                    <a:pt x="163" y="76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63" y="80"/>
                  </a:lnTo>
                  <a:lnTo>
                    <a:pt x="163" y="80"/>
                  </a:lnTo>
                  <a:lnTo>
                    <a:pt x="163" y="80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67" y="80"/>
                  </a:lnTo>
                  <a:lnTo>
                    <a:pt x="167" y="82"/>
                  </a:lnTo>
                  <a:lnTo>
                    <a:pt x="167" y="82"/>
                  </a:lnTo>
                  <a:lnTo>
                    <a:pt x="167" y="82"/>
                  </a:lnTo>
                  <a:lnTo>
                    <a:pt x="167" y="82"/>
                  </a:lnTo>
                  <a:lnTo>
                    <a:pt x="167" y="82"/>
                  </a:lnTo>
                  <a:lnTo>
                    <a:pt x="167" y="84"/>
                  </a:lnTo>
                  <a:lnTo>
                    <a:pt x="169" y="86"/>
                  </a:lnTo>
                  <a:lnTo>
                    <a:pt x="171" y="86"/>
                  </a:lnTo>
                  <a:lnTo>
                    <a:pt x="175" y="88"/>
                  </a:lnTo>
                  <a:lnTo>
                    <a:pt x="175" y="88"/>
                  </a:lnTo>
                  <a:lnTo>
                    <a:pt x="175" y="88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7" y="90"/>
                  </a:lnTo>
                  <a:lnTo>
                    <a:pt x="177" y="90"/>
                  </a:lnTo>
                  <a:lnTo>
                    <a:pt x="177" y="90"/>
                  </a:lnTo>
                  <a:lnTo>
                    <a:pt x="177" y="90"/>
                  </a:lnTo>
                  <a:lnTo>
                    <a:pt x="177" y="90"/>
                  </a:lnTo>
                  <a:lnTo>
                    <a:pt x="178" y="90"/>
                  </a:lnTo>
                  <a:lnTo>
                    <a:pt x="178" y="90"/>
                  </a:lnTo>
                  <a:lnTo>
                    <a:pt x="178" y="90"/>
                  </a:lnTo>
                  <a:lnTo>
                    <a:pt x="178" y="88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182" y="86"/>
                  </a:lnTo>
                  <a:lnTo>
                    <a:pt x="182" y="86"/>
                  </a:lnTo>
                  <a:lnTo>
                    <a:pt x="182" y="86"/>
                  </a:lnTo>
                  <a:lnTo>
                    <a:pt x="182" y="86"/>
                  </a:lnTo>
                  <a:lnTo>
                    <a:pt x="182" y="86"/>
                  </a:lnTo>
                  <a:lnTo>
                    <a:pt x="184" y="86"/>
                  </a:lnTo>
                  <a:lnTo>
                    <a:pt x="184" y="88"/>
                  </a:lnTo>
                  <a:lnTo>
                    <a:pt x="184" y="88"/>
                  </a:lnTo>
                  <a:lnTo>
                    <a:pt x="184" y="90"/>
                  </a:lnTo>
                  <a:lnTo>
                    <a:pt x="184" y="92"/>
                  </a:lnTo>
                  <a:lnTo>
                    <a:pt x="184" y="92"/>
                  </a:lnTo>
                  <a:lnTo>
                    <a:pt x="184" y="92"/>
                  </a:lnTo>
                  <a:lnTo>
                    <a:pt x="184" y="94"/>
                  </a:lnTo>
                  <a:lnTo>
                    <a:pt x="184" y="94"/>
                  </a:lnTo>
                  <a:lnTo>
                    <a:pt x="184" y="94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6" y="98"/>
                  </a:lnTo>
                  <a:lnTo>
                    <a:pt x="188" y="98"/>
                  </a:lnTo>
                  <a:lnTo>
                    <a:pt x="188" y="98"/>
                  </a:lnTo>
                  <a:lnTo>
                    <a:pt x="188" y="96"/>
                  </a:lnTo>
                  <a:lnTo>
                    <a:pt x="190" y="96"/>
                  </a:lnTo>
                  <a:lnTo>
                    <a:pt x="190" y="96"/>
                  </a:lnTo>
                  <a:lnTo>
                    <a:pt x="190" y="96"/>
                  </a:lnTo>
                  <a:lnTo>
                    <a:pt x="190" y="96"/>
                  </a:lnTo>
                  <a:lnTo>
                    <a:pt x="190" y="96"/>
                  </a:lnTo>
                  <a:lnTo>
                    <a:pt x="192" y="98"/>
                  </a:lnTo>
                  <a:lnTo>
                    <a:pt x="192" y="100"/>
                  </a:lnTo>
                  <a:lnTo>
                    <a:pt x="194" y="102"/>
                  </a:lnTo>
                  <a:lnTo>
                    <a:pt x="196" y="106"/>
                  </a:lnTo>
                  <a:lnTo>
                    <a:pt x="200" y="112"/>
                  </a:lnTo>
                  <a:lnTo>
                    <a:pt x="202" y="115"/>
                  </a:lnTo>
                  <a:lnTo>
                    <a:pt x="202" y="117"/>
                  </a:lnTo>
                  <a:lnTo>
                    <a:pt x="204" y="121"/>
                  </a:lnTo>
                  <a:lnTo>
                    <a:pt x="204" y="121"/>
                  </a:lnTo>
                  <a:lnTo>
                    <a:pt x="202" y="123"/>
                  </a:lnTo>
                  <a:lnTo>
                    <a:pt x="202" y="123"/>
                  </a:lnTo>
                  <a:lnTo>
                    <a:pt x="202" y="123"/>
                  </a:lnTo>
                  <a:lnTo>
                    <a:pt x="202" y="123"/>
                  </a:lnTo>
                  <a:lnTo>
                    <a:pt x="200" y="125"/>
                  </a:lnTo>
                  <a:lnTo>
                    <a:pt x="200" y="125"/>
                  </a:lnTo>
                  <a:lnTo>
                    <a:pt x="200" y="127"/>
                  </a:lnTo>
                  <a:lnTo>
                    <a:pt x="200" y="129"/>
                  </a:lnTo>
                  <a:lnTo>
                    <a:pt x="200" y="129"/>
                  </a:lnTo>
                  <a:lnTo>
                    <a:pt x="202" y="131"/>
                  </a:lnTo>
                  <a:lnTo>
                    <a:pt x="202" y="131"/>
                  </a:lnTo>
                  <a:lnTo>
                    <a:pt x="202" y="131"/>
                  </a:lnTo>
                  <a:lnTo>
                    <a:pt x="202" y="131"/>
                  </a:lnTo>
                  <a:lnTo>
                    <a:pt x="200" y="131"/>
                  </a:lnTo>
                  <a:lnTo>
                    <a:pt x="198" y="131"/>
                  </a:lnTo>
                  <a:lnTo>
                    <a:pt x="196" y="129"/>
                  </a:lnTo>
                  <a:lnTo>
                    <a:pt x="194" y="129"/>
                  </a:lnTo>
                  <a:lnTo>
                    <a:pt x="194" y="129"/>
                  </a:lnTo>
                  <a:lnTo>
                    <a:pt x="192" y="129"/>
                  </a:lnTo>
                  <a:lnTo>
                    <a:pt x="190" y="129"/>
                  </a:lnTo>
                  <a:lnTo>
                    <a:pt x="190" y="129"/>
                  </a:lnTo>
                  <a:lnTo>
                    <a:pt x="186" y="131"/>
                  </a:lnTo>
                  <a:lnTo>
                    <a:pt x="184" y="131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3" y="129"/>
                  </a:lnTo>
                  <a:lnTo>
                    <a:pt x="171" y="129"/>
                  </a:lnTo>
                  <a:lnTo>
                    <a:pt x="171" y="129"/>
                  </a:lnTo>
                  <a:lnTo>
                    <a:pt x="165" y="125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1" y="121"/>
                  </a:lnTo>
                  <a:lnTo>
                    <a:pt x="159" y="119"/>
                  </a:lnTo>
                  <a:lnTo>
                    <a:pt x="159" y="119"/>
                  </a:lnTo>
                  <a:lnTo>
                    <a:pt x="153" y="117"/>
                  </a:lnTo>
                  <a:lnTo>
                    <a:pt x="153" y="119"/>
                  </a:lnTo>
                  <a:lnTo>
                    <a:pt x="151" y="119"/>
                  </a:lnTo>
                  <a:lnTo>
                    <a:pt x="149" y="121"/>
                  </a:lnTo>
                  <a:lnTo>
                    <a:pt x="147" y="125"/>
                  </a:lnTo>
                  <a:lnTo>
                    <a:pt x="147" y="125"/>
                  </a:lnTo>
                  <a:lnTo>
                    <a:pt x="145" y="127"/>
                  </a:lnTo>
                  <a:lnTo>
                    <a:pt x="143" y="127"/>
                  </a:lnTo>
                  <a:lnTo>
                    <a:pt x="139" y="129"/>
                  </a:lnTo>
                  <a:lnTo>
                    <a:pt x="133" y="129"/>
                  </a:lnTo>
                  <a:lnTo>
                    <a:pt x="129" y="129"/>
                  </a:lnTo>
                  <a:lnTo>
                    <a:pt x="127" y="131"/>
                  </a:lnTo>
                  <a:lnTo>
                    <a:pt x="126" y="131"/>
                  </a:lnTo>
                  <a:lnTo>
                    <a:pt x="124" y="133"/>
                  </a:lnTo>
                  <a:lnTo>
                    <a:pt x="124" y="133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16" y="135"/>
                  </a:lnTo>
                  <a:lnTo>
                    <a:pt x="112" y="135"/>
                  </a:lnTo>
                  <a:lnTo>
                    <a:pt x="112" y="135"/>
                  </a:lnTo>
                  <a:lnTo>
                    <a:pt x="112" y="135"/>
                  </a:lnTo>
                  <a:lnTo>
                    <a:pt x="114" y="137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8" y="143"/>
                  </a:lnTo>
                  <a:lnTo>
                    <a:pt x="118" y="143"/>
                  </a:lnTo>
                  <a:lnTo>
                    <a:pt x="120" y="145"/>
                  </a:lnTo>
                  <a:lnTo>
                    <a:pt x="120" y="149"/>
                  </a:lnTo>
                  <a:lnTo>
                    <a:pt x="120" y="151"/>
                  </a:lnTo>
                  <a:lnTo>
                    <a:pt x="120" y="151"/>
                  </a:lnTo>
                  <a:lnTo>
                    <a:pt x="120" y="151"/>
                  </a:lnTo>
                  <a:lnTo>
                    <a:pt x="122" y="153"/>
                  </a:lnTo>
                  <a:lnTo>
                    <a:pt x="124" y="153"/>
                  </a:lnTo>
                  <a:lnTo>
                    <a:pt x="124" y="153"/>
                  </a:lnTo>
                  <a:lnTo>
                    <a:pt x="124" y="153"/>
                  </a:lnTo>
                  <a:lnTo>
                    <a:pt x="124" y="155"/>
                  </a:lnTo>
                  <a:lnTo>
                    <a:pt x="124" y="155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0" y="155"/>
                  </a:lnTo>
                  <a:lnTo>
                    <a:pt x="120" y="155"/>
                  </a:lnTo>
                  <a:lnTo>
                    <a:pt x="120" y="155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6" y="159"/>
                  </a:lnTo>
                  <a:lnTo>
                    <a:pt x="116" y="159"/>
                  </a:lnTo>
                  <a:lnTo>
                    <a:pt x="116" y="159"/>
                  </a:lnTo>
                  <a:lnTo>
                    <a:pt x="116" y="159"/>
                  </a:lnTo>
                  <a:lnTo>
                    <a:pt x="116" y="161"/>
                  </a:lnTo>
                  <a:lnTo>
                    <a:pt x="118" y="165"/>
                  </a:lnTo>
                  <a:lnTo>
                    <a:pt x="118" y="167"/>
                  </a:lnTo>
                  <a:lnTo>
                    <a:pt x="118" y="168"/>
                  </a:lnTo>
                  <a:lnTo>
                    <a:pt x="116" y="170"/>
                  </a:lnTo>
                  <a:lnTo>
                    <a:pt x="106" y="176"/>
                  </a:lnTo>
                  <a:lnTo>
                    <a:pt x="102" y="178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102" y="182"/>
                  </a:lnTo>
                  <a:lnTo>
                    <a:pt x="102" y="184"/>
                  </a:lnTo>
                  <a:lnTo>
                    <a:pt x="102" y="184"/>
                  </a:lnTo>
                  <a:lnTo>
                    <a:pt x="102" y="184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98" y="188"/>
                  </a:lnTo>
                  <a:lnTo>
                    <a:pt x="96" y="188"/>
                  </a:lnTo>
                  <a:lnTo>
                    <a:pt x="96" y="188"/>
                  </a:lnTo>
                  <a:lnTo>
                    <a:pt x="92" y="188"/>
                  </a:lnTo>
                  <a:lnTo>
                    <a:pt x="92" y="188"/>
                  </a:lnTo>
                  <a:lnTo>
                    <a:pt x="88" y="188"/>
                  </a:lnTo>
                  <a:lnTo>
                    <a:pt x="88" y="190"/>
                  </a:lnTo>
                  <a:lnTo>
                    <a:pt x="86" y="192"/>
                  </a:lnTo>
                  <a:lnTo>
                    <a:pt x="84" y="192"/>
                  </a:lnTo>
                  <a:lnTo>
                    <a:pt x="82" y="194"/>
                  </a:lnTo>
                  <a:lnTo>
                    <a:pt x="82" y="196"/>
                  </a:lnTo>
                  <a:lnTo>
                    <a:pt x="82" y="198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1" y="204"/>
                  </a:lnTo>
                  <a:lnTo>
                    <a:pt x="71" y="206"/>
                  </a:lnTo>
                  <a:lnTo>
                    <a:pt x="71" y="206"/>
                  </a:lnTo>
                  <a:lnTo>
                    <a:pt x="69" y="204"/>
                  </a:lnTo>
                  <a:lnTo>
                    <a:pt x="67" y="204"/>
                  </a:lnTo>
                  <a:lnTo>
                    <a:pt x="67" y="204"/>
                  </a:lnTo>
                  <a:lnTo>
                    <a:pt x="63" y="204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1" y="204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55" y="204"/>
                  </a:lnTo>
                  <a:lnTo>
                    <a:pt x="53" y="204"/>
                  </a:lnTo>
                  <a:lnTo>
                    <a:pt x="53" y="204"/>
                  </a:lnTo>
                  <a:lnTo>
                    <a:pt x="51" y="204"/>
                  </a:lnTo>
                  <a:lnTo>
                    <a:pt x="49" y="204"/>
                  </a:lnTo>
                  <a:lnTo>
                    <a:pt x="47" y="204"/>
                  </a:lnTo>
                  <a:lnTo>
                    <a:pt x="41" y="200"/>
                  </a:lnTo>
                  <a:lnTo>
                    <a:pt x="39" y="198"/>
                  </a:lnTo>
                  <a:lnTo>
                    <a:pt x="37" y="198"/>
                  </a:lnTo>
                  <a:lnTo>
                    <a:pt x="37" y="198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33" y="198"/>
                  </a:lnTo>
                  <a:lnTo>
                    <a:pt x="33" y="198"/>
                  </a:lnTo>
                  <a:lnTo>
                    <a:pt x="29" y="196"/>
                  </a:lnTo>
                  <a:lnTo>
                    <a:pt x="29" y="194"/>
                  </a:lnTo>
                  <a:lnTo>
                    <a:pt x="27" y="194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2" y="196"/>
                  </a:lnTo>
                  <a:lnTo>
                    <a:pt x="20" y="196"/>
                  </a:lnTo>
                  <a:lnTo>
                    <a:pt x="18" y="196"/>
                  </a:lnTo>
                  <a:lnTo>
                    <a:pt x="18" y="196"/>
                  </a:lnTo>
                  <a:lnTo>
                    <a:pt x="16" y="192"/>
                  </a:lnTo>
                  <a:lnTo>
                    <a:pt x="16" y="190"/>
                  </a:lnTo>
                  <a:lnTo>
                    <a:pt x="14" y="190"/>
                  </a:lnTo>
                  <a:lnTo>
                    <a:pt x="12" y="188"/>
                  </a:lnTo>
                  <a:lnTo>
                    <a:pt x="12" y="184"/>
                  </a:lnTo>
                  <a:lnTo>
                    <a:pt x="12" y="182"/>
                  </a:lnTo>
                  <a:lnTo>
                    <a:pt x="14" y="180"/>
                  </a:lnTo>
                  <a:lnTo>
                    <a:pt x="12" y="178"/>
                  </a:lnTo>
                  <a:lnTo>
                    <a:pt x="10" y="178"/>
                  </a:lnTo>
                  <a:lnTo>
                    <a:pt x="10" y="176"/>
                  </a:lnTo>
                  <a:lnTo>
                    <a:pt x="8" y="174"/>
                  </a:lnTo>
                  <a:lnTo>
                    <a:pt x="6" y="174"/>
                  </a:lnTo>
                  <a:lnTo>
                    <a:pt x="4" y="174"/>
                  </a:lnTo>
                  <a:lnTo>
                    <a:pt x="2" y="174"/>
                  </a:lnTo>
                  <a:lnTo>
                    <a:pt x="0" y="174"/>
                  </a:lnTo>
                  <a:lnTo>
                    <a:pt x="0" y="172"/>
                  </a:lnTo>
                  <a:lnTo>
                    <a:pt x="0" y="170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2" y="159"/>
                  </a:lnTo>
                  <a:lnTo>
                    <a:pt x="2" y="159"/>
                  </a:lnTo>
                  <a:lnTo>
                    <a:pt x="2" y="159"/>
                  </a:lnTo>
                  <a:lnTo>
                    <a:pt x="2" y="159"/>
                  </a:lnTo>
                  <a:lnTo>
                    <a:pt x="2" y="159"/>
                  </a:lnTo>
                  <a:lnTo>
                    <a:pt x="2" y="159"/>
                  </a:lnTo>
                  <a:lnTo>
                    <a:pt x="4" y="159"/>
                  </a:lnTo>
                  <a:lnTo>
                    <a:pt x="4" y="159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6" y="155"/>
                  </a:lnTo>
                  <a:lnTo>
                    <a:pt x="6" y="155"/>
                  </a:lnTo>
                  <a:lnTo>
                    <a:pt x="6" y="155"/>
                  </a:lnTo>
                  <a:lnTo>
                    <a:pt x="6" y="155"/>
                  </a:lnTo>
                  <a:lnTo>
                    <a:pt x="8" y="153"/>
                  </a:lnTo>
                  <a:lnTo>
                    <a:pt x="10" y="151"/>
                  </a:lnTo>
                  <a:lnTo>
                    <a:pt x="10" y="151"/>
                  </a:lnTo>
                  <a:lnTo>
                    <a:pt x="10" y="151"/>
                  </a:lnTo>
                  <a:lnTo>
                    <a:pt x="10" y="151"/>
                  </a:lnTo>
                  <a:lnTo>
                    <a:pt x="8" y="151"/>
                  </a:lnTo>
                  <a:lnTo>
                    <a:pt x="8" y="151"/>
                  </a:lnTo>
                  <a:lnTo>
                    <a:pt x="8" y="151"/>
                  </a:lnTo>
                  <a:lnTo>
                    <a:pt x="8" y="151"/>
                  </a:lnTo>
                  <a:lnTo>
                    <a:pt x="8" y="151"/>
                  </a:lnTo>
                  <a:lnTo>
                    <a:pt x="8" y="149"/>
                  </a:lnTo>
                  <a:lnTo>
                    <a:pt x="8" y="147"/>
                  </a:lnTo>
                  <a:lnTo>
                    <a:pt x="8" y="147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6" y="143"/>
                  </a:lnTo>
                  <a:lnTo>
                    <a:pt x="6" y="143"/>
                  </a:lnTo>
                  <a:lnTo>
                    <a:pt x="6" y="143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6" y="139"/>
                  </a:lnTo>
                  <a:lnTo>
                    <a:pt x="8" y="139"/>
                  </a:lnTo>
                  <a:lnTo>
                    <a:pt x="8" y="137"/>
                  </a:lnTo>
                  <a:lnTo>
                    <a:pt x="8" y="135"/>
                  </a:lnTo>
                  <a:lnTo>
                    <a:pt x="8" y="135"/>
                  </a:lnTo>
                  <a:lnTo>
                    <a:pt x="8" y="135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8" y="133"/>
                  </a:lnTo>
                  <a:lnTo>
                    <a:pt x="6" y="131"/>
                  </a:lnTo>
                  <a:lnTo>
                    <a:pt x="6" y="131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8" y="127"/>
                  </a:lnTo>
                  <a:lnTo>
                    <a:pt x="8" y="125"/>
                  </a:lnTo>
                  <a:lnTo>
                    <a:pt x="8" y="125"/>
                  </a:lnTo>
                  <a:lnTo>
                    <a:pt x="8" y="125"/>
                  </a:lnTo>
                  <a:lnTo>
                    <a:pt x="8" y="123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21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0" y="117"/>
                  </a:lnTo>
                  <a:lnTo>
                    <a:pt x="12" y="117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4" y="115"/>
                  </a:lnTo>
                  <a:lnTo>
                    <a:pt x="14" y="114"/>
                  </a:lnTo>
                  <a:lnTo>
                    <a:pt x="14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2"/>
                  </a:lnTo>
                  <a:lnTo>
                    <a:pt x="16" y="112"/>
                  </a:lnTo>
                  <a:lnTo>
                    <a:pt x="16" y="112"/>
                  </a:lnTo>
                  <a:lnTo>
                    <a:pt x="16" y="112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2"/>
                  </a:lnTo>
                  <a:lnTo>
                    <a:pt x="18" y="112"/>
                  </a:lnTo>
                  <a:lnTo>
                    <a:pt x="18" y="112"/>
                  </a:lnTo>
                  <a:lnTo>
                    <a:pt x="18" y="112"/>
                  </a:lnTo>
                  <a:lnTo>
                    <a:pt x="18" y="11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8"/>
                  </a:lnTo>
                  <a:lnTo>
                    <a:pt x="14" y="106"/>
                  </a:lnTo>
                  <a:lnTo>
                    <a:pt x="12" y="106"/>
                  </a:lnTo>
                  <a:lnTo>
                    <a:pt x="12" y="106"/>
                  </a:lnTo>
                  <a:lnTo>
                    <a:pt x="12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4" y="102"/>
                  </a:lnTo>
                  <a:lnTo>
                    <a:pt x="14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0"/>
                  </a:lnTo>
                  <a:lnTo>
                    <a:pt x="6" y="90"/>
                  </a:lnTo>
                  <a:lnTo>
                    <a:pt x="6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86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18" y="82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6" y="72"/>
                  </a:lnTo>
                  <a:lnTo>
                    <a:pt x="16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6" y="74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6" y="57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6" y="2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2" y="23"/>
                  </a:lnTo>
                  <a:lnTo>
                    <a:pt x="22" y="21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0" y="19"/>
                  </a:lnTo>
                  <a:lnTo>
                    <a:pt x="20" y="19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0" y="15"/>
                  </a:lnTo>
                  <a:lnTo>
                    <a:pt x="20" y="15"/>
                  </a:lnTo>
                  <a:lnTo>
                    <a:pt x="22" y="15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6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1558925" y="3617913"/>
              <a:ext cx="236538" cy="319088"/>
            </a:xfrm>
            <a:custGeom>
              <a:avLst/>
              <a:gdLst>
                <a:gd name="T0" fmla="*/ 119 w 298"/>
                <a:gd name="T1" fmla="*/ 22 h 403"/>
                <a:gd name="T2" fmla="*/ 147 w 298"/>
                <a:gd name="T3" fmla="*/ 22 h 403"/>
                <a:gd name="T4" fmla="*/ 170 w 298"/>
                <a:gd name="T5" fmla="*/ 36 h 403"/>
                <a:gd name="T6" fmla="*/ 180 w 298"/>
                <a:gd name="T7" fmla="*/ 47 h 403"/>
                <a:gd name="T8" fmla="*/ 204 w 298"/>
                <a:gd name="T9" fmla="*/ 57 h 403"/>
                <a:gd name="T10" fmla="*/ 213 w 298"/>
                <a:gd name="T11" fmla="*/ 55 h 403"/>
                <a:gd name="T12" fmla="*/ 249 w 298"/>
                <a:gd name="T13" fmla="*/ 73 h 403"/>
                <a:gd name="T14" fmla="*/ 266 w 298"/>
                <a:gd name="T15" fmla="*/ 79 h 403"/>
                <a:gd name="T16" fmla="*/ 292 w 298"/>
                <a:gd name="T17" fmla="*/ 83 h 403"/>
                <a:gd name="T18" fmla="*/ 280 w 298"/>
                <a:gd name="T19" fmla="*/ 106 h 403"/>
                <a:gd name="T20" fmla="*/ 286 w 298"/>
                <a:gd name="T21" fmla="*/ 124 h 403"/>
                <a:gd name="T22" fmla="*/ 286 w 298"/>
                <a:gd name="T23" fmla="*/ 136 h 403"/>
                <a:gd name="T24" fmla="*/ 262 w 298"/>
                <a:gd name="T25" fmla="*/ 144 h 403"/>
                <a:gd name="T26" fmla="*/ 249 w 298"/>
                <a:gd name="T27" fmla="*/ 152 h 403"/>
                <a:gd name="T28" fmla="*/ 251 w 298"/>
                <a:gd name="T29" fmla="*/ 161 h 403"/>
                <a:gd name="T30" fmla="*/ 233 w 298"/>
                <a:gd name="T31" fmla="*/ 153 h 403"/>
                <a:gd name="T32" fmla="*/ 221 w 298"/>
                <a:gd name="T33" fmla="*/ 153 h 403"/>
                <a:gd name="T34" fmla="*/ 217 w 298"/>
                <a:gd name="T35" fmla="*/ 155 h 403"/>
                <a:gd name="T36" fmla="*/ 225 w 298"/>
                <a:gd name="T37" fmla="*/ 140 h 403"/>
                <a:gd name="T38" fmla="*/ 186 w 298"/>
                <a:gd name="T39" fmla="*/ 132 h 403"/>
                <a:gd name="T40" fmla="*/ 180 w 298"/>
                <a:gd name="T41" fmla="*/ 152 h 403"/>
                <a:gd name="T42" fmla="*/ 190 w 298"/>
                <a:gd name="T43" fmla="*/ 175 h 403"/>
                <a:gd name="T44" fmla="*/ 200 w 298"/>
                <a:gd name="T45" fmla="*/ 199 h 403"/>
                <a:gd name="T46" fmla="*/ 237 w 298"/>
                <a:gd name="T47" fmla="*/ 201 h 403"/>
                <a:gd name="T48" fmla="*/ 280 w 298"/>
                <a:gd name="T49" fmla="*/ 183 h 403"/>
                <a:gd name="T50" fmla="*/ 286 w 298"/>
                <a:gd name="T51" fmla="*/ 208 h 403"/>
                <a:gd name="T52" fmla="*/ 280 w 298"/>
                <a:gd name="T53" fmla="*/ 232 h 403"/>
                <a:gd name="T54" fmla="*/ 245 w 298"/>
                <a:gd name="T55" fmla="*/ 246 h 403"/>
                <a:gd name="T56" fmla="*/ 229 w 298"/>
                <a:gd name="T57" fmla="*/ 259 h 403"/>
                <a:gd name="T58" fmla="*/ 217 w 298"/>
                <a:gd name="T59" fmla="*/ 299 h 403"/>
                <a:gd name="T60" fmla="*/ 211 w 298"/>
                <a:gd name="T61" fmla="*/ 320 h 403"/>
                <a:gd name="T62" fmla="*/ 207 w 298"/>
                <a:gd name="T63" fmla="*/ 350 h 403"/>
                <a:gd name="T64" fmla="*/ 194 w 298"/>
                <a:gd name="T65" fmla="*/ 367 h 403"/>
                <a:gd name="T66" fmla="*/ 184 w 298"/>
                <a:gd name="T67" fmla="*/ 395 h 403"/>
                <a:gd name="T68" fmla="*/ 168 w 298"/>
                <a:gd name="T69" fmla="*/ 401 h 403"/>
                <a:gd name="T70" fmla="*/ 151 w 298"/>
                <a:gd name="T71" fmla="*/ 389 h 403"/>
                <a:gd name="T72" fmla="*/ 139 w 298"/>
                <a:gd name="T73" fmla="*/ 391 h 403"/>
                <a:gd name="T74" fmla="*/ 115 w 298"/>
                <a:gd name="T75" fmla="*/ 401 h 403"/>
                <a:gd name="T76" fmla="*/ 100 w 298"/>
                <a:gd name="T77" fmla="*/ 383 h 403"/>
                <a:gd name="T78" fmla="*/ 96 w 298"/>
                <a:gd name="T79" fmla="*/ 383 h 403"/>
                <a:gd name="T80" fmla="*/ 102 w 298"/>
                <a:gd name="T81" fmla="*/ 371 h 403"/>
                <a:gd name="T82" fmla="*/ 96 w 298"/>
                <a:gd name="T83" fmla="*/ 350 h 403"/>
                <a:gd name="T84" fmla="*/ 86 w 298"/>
                <a:gd name="T85" fmla="*/ 350 h 403"/>
                <a:gd name="T86" fmla="*/ 96 w 298"/>
                <a:gd name="T87" fmla="*/ 332 h 403"/>
                <a:gd name="T88" fmla="*/ 100 w 298"/>
                <a:gd name="T89" fmla="*/ 316 h 403"/>
                <a:gd name="T90" fmla="*/ 80 w 298"/>
                <a:gd name="T91" fmla="*/ 316 h 403"/>
                <a:gd name="T92" fmla="*/ 64 w 298"/>
                <a:gd name="T93" fmla="*/ 324 h 403"/>
                <a:gd name="T94" fmla="*/ 56 w 298"/>
                <a:gd name="T95" fmla="*/ 311 h 403"/>
                <a:gd name="T96" fmla="*/ 56 w 298"/>
                <a:gd name="T97" fmla="*/ 301 h 403"/>
                <a:gd name="T98" fmla="*/ 52 w 298"/>
                <a:gd name="T99" fmla="*/ 295 h 403"/>
                <a:gd name="T100" fmla="*/ 58 w 298"/>
                <a:gd name="T101" fmla="*/ 291 h 403"/>
                <a:gd name="T102" fmla="*/ 45 w 298"/>
                <a:gd name="T103" fmla="*/ 261 h 403"/>
                <a:gd name="T104" fmla="*/ 31 w 298"/>
                <a:gd name="T105" fmla="*/ 242 h 403"/>
                <a:gd name="T106" fmla="*/ 1 w 298"/>
                <a:gd name="T107" fmla="*/ 197 h 403"/>
                <a:gd name="T108" fmla="*/ 1 w 298"/>
                <a:gd name="T109" fmla="*/ 148 h 403"/>
                <a:gd name="T110" fmla="*/ 19 w 298"/>
                <a:gd name="T111" fmla="*/ 126 h 403"/>
                <a:gd name="T112" fmla="*/ 15 w 298"/>
                <a:gd name="T113" fmla="*/ 102 h 403"/>
                <a:gd name="T114" fmla="*/ 7 w 298"/>
                <a:gd name="T115" fmla="*/ 89 h 403"/>
                <a:gd name="T116" fmla="*/ 37 w 298"/>
                <a:gd name="T117" fmla="*/ 81 h 403"/>
                <a:gd name="T118" fmla="*/ 64 w 298"/>
                <a:gd name="T119" fmla="*/ 63 h 403"/>
                <a:gd name="T120" fmla="*/ 60 w 298"/>
                <a:gd name="T121" fmla="*/ 45 h 403"/>
                <a:gd name="T122" fmla="*/ 54 w 298"/>
                <a:gd name="T123" fmla="*/ 32 h 403"/>
                <a:gd name="T124" fmla="*/ 88 w 298"/>
                <a:gd name="T125" fmla="*/ 1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403">
                  <a:moveTo>
                    <a:pt x="98" y="0"/>
                  </a:moveTo>
                  <a:lnTo>
                    <a:pt x="100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3" y="8"/>
                  </a:lnTo>
                  <a:lnTo>
                    <a:pt x="103" y="10"/>
                  </a:lnTo>
                  <a:lnTo>
                    <a:pt x="105" y="10"/>
                  </a:lnTo>
                  <a:lnTo>
                    <a:pt x="105" y="10"/>
                  </a:lnTo>
                  <a:lnTo>
                    <a:pt x="107" y="14"/>
                  </a:lnTo>
                  <a:lnTo>
                    <a:pt x="109" y="14"/>
                  </a:lnTo>
                  <a:lnTo>
                    <a:pt x="109" y="14"/>
                  </a:lnTo>
                  <a:lnTo>
                    <a:pt x="109" y="14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20"/>
                  </a:lnTo>
                  <a:lnTo>
                    <a:pt x="111" y="20"/>
                  </a:lnTo>
                  <a:lnTo>
                    <a:pt x="111" y="20"/>
                  </a:lnTo>
                  <a:lnTo>
                    <a:pt x="111" y="22"/>
                  </a:lnTo>
                  <a:lnTo>
                    <a:pt x="111" y="22"/>
                  </a:lnTo>
                  <a:lnTo>
                    <a:pt x="113" y="22"/>
                  </a:lnTo>
                  <a:lnTo>
                    <a:pt x="117" y="22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9" y="22"/>
                  </a:lnTo>
                  <a:lnTo>
                    <a:pt x="119" y="24"/>
                  </a:lnTo>
                  <a:lnTo>
                    <a:pt x="119" y="24"/>
                  </a:lnTo>
                  <a:lnTo>
                    <a:pt x="119" y="24"/>
                  </a:lnTo>
                  <a:lnTo>
                    <a:pt x="119" y="24"/>
                  </a:lnTo>
                  <a:lnTo>
                    <a:pt x="121" y="24"/>
                  </a:lnTo>
                  <a:lnTo>
                    <a:pt x="121" y="24"/>
                  </a:lnTo>
                  <a:lnTo>
                    <a:pt x="121" y="22"/>
                  </a:lnTo>
                  <a:lnTo>
                    <a:pt x="121" y="22"/>
                  </a:lnTo>
                  <a:lnTo>
                    <a:pt x="121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2"/>
                  </a:lnTo>
                  <a:lnTo>
                    <a:pt x="123" y="24"/>
                  </a:lnTo>
                  <a:lnTo>
                    <a:pt x="125" y="24"/>
                  </a:lnTo>
                  <a:lnTo>
                    <a:pt x="131" y="26"/>
                  </a:lnTo>
                  <a:lnTo>
                    <a:pt x="131" y="26"/>
                  </a:lnTo>
                  <a:lnTo>
                    <a:pt x="133" y="26"/>
                  </a:lnTo>
                  <a:lnTo>
                    <a:pt x="133" y="24"/>
                  </a:lnTo>
                  <a:lnTo>
                    <a:pt x="135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43" y="22"/>
                  </a:lnTo>
                  <a:lnTo>
                    <a:pt x="145" y="22"/>
                  </a:lnTo>
                  <a:lnTo>
                    <a:pt x="147" y="22"/>
                  </a:lnTo>
                  <a:lnTo>
                    <a:pt x="147" y="22"/>
                  </a:lnTo>
                  <a:lnTo>
                    <a:pt x="147" y="22"/>
                  </a:lnTo>
                  <a:lnTo>
                    <a:pt x="147" y="22"/>
                  </a:lnTo>
                  <a:lnTo>
                    <a:pt x="149" y="22"/>
                  </a:lnTo>
                  <a:lnTo>
                    <a:pt x="149" y="22"/>
                  </a:lnTo>
                  <a:lnTo>
                    <a:pt x="151" y="24"/>
                  </a:lnTo>
                  <a:lnTo>
                    <a:pt x="151" y="24"/>
                  </a:lnTo>
                  <a:lnTo>
                    <a:pt x="153" y="24"/>
                  </a:lnTo>
                  <a:lnTo>
                    <a:pt x="153" y="22"/>
                  </a:lnTo>
                  <a:lnTo>
                    <a:pt x="154" y="22"/>
                  </a:lnTo>
                  <a:lnTo>
                    <a:pt x="154" y="22"/>
                  </a:lnTo>
                  <a:lnTo>
                    <a:pt x="154" y="24"/>
                  </a:lnTo>
                  <a:lnTo>
                    <a:pt x="154" y="24"/>
                  </a:lnTo>
                  <a:lnTo>
                    <a:pt x="154" y="26"/>
                  </a:lnTo>
                  <a:lnTo>
                    <a:pt x="154" y="28"/>
                  </a:lnTo>
                  <a:lnTo>
                    <a:pt x="154" y="28"/>
                  </a:lnTo>
                  <a:lnTo>
                    <a:pt x="154" y="30"/>
                  </a:lnTo>
                  <a:lnTo>
                    <a:pt x="156" y="34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6"/>
                  </a:lnTo>
                  <a:lnTo>
                    <a:pt x="164" y="36"/>
                  </a:lnTo>
                  <a:lnTo>
                    <a:pt x="164" y="38"/>
                  </a:lnTo>
                  <a:lnTo>
                    <a:pt x="164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2" y="34"/>
                  </a:lnTo>
                  <a:lnTo>
                    <a:pt x="172" y="34"/>
                  </a:lnTo>
                  <a:lnTo>
                    <a:pt x="172" y="34"/>
                  </a:lnTo>
                  <a:lnTo>
                    <a:pt x="172" y="34"/>
                  </a:lnTo>
                  <a:lnTo>
                    <a:pt x="172" y="34"/>
                  </a:lnTo>
                  <a:lnTo>
                    <a:pt x="172" y="32"/>
                  </a:lnTo>
                  <a:lnTo>
                    <a:pt x="172" y="32"/>
                  </a:lnTo>
                  <a:lnTo>
                    <a:pt x="174" y="32"/>
                  </a:lnTo>
                  <a:lnTo>
                    <a:pt x="174" y="34"/>
                  </a:lnTo>
                  <a:lnTo>
                    <a:pt x="174" y="34"/>
                  </a:lnTo>
                  <a:lnTo>
                    <a:pt x="174" y="34"/>
                  </a:lnTo>
                  <a:lnTo>
                    <a:pt x="178" y="34"/>
                  </a:lnTo>
                  <a:lnTo>
                    <a:pt x="180" y="36"/>
                  </a:lnTo>
                  <a:lnTo>
                    <a:pt x="180" y="36"/>
                  </a:lnTo>
                  <a:lnTo>
                    <a:pt x="180" y="36"/>
                  </a:lnTo>
                  <a:lnTo>
                    <a:pt x="178" y="38"/>
                  </a:lnTo>
                  <a:lnTo>
                    <a:pt x="176" y="38"/>
                  </a:lnTo>
                  <a:lnTo>
                    <a:pt x="176" y="40"/>
                  </a:lnTo>
                  <a:lnTo>
                    <a:pt x="176" y="40"/>
                  </a:lnTo>
                  <a:lnTo>
                    <a:pt x="178" y="44"/>
                  </a:lnTo>
                  <a:lnTo>
                    <a:pt x="178" y="44"/>
                  </a:lnTo>
                  <a:lnTo>
                    <a:pt x="178" y="44"/>
                  </a:lnTo>
                  <a:lnTo>
                    <a:pt x="180" y="45"/>
                  </a:lnTo>
                  <a:lnTo>
                    <a:pt x="180" y="45"/>
                  </a:lnTo>
                  <a:lnTo>
                    <a:pt x="180" y="45"/>
                  </a:lnTo>
                  <a:lnTo>
                    <a:pt x="180" y="45"/>
                  </a:lnTo>
                  <a:lnTo>
                    <a:pt x="180" y="45"/>
                  </a:lnTo>
                  <a:lnTo>
                    <a:pt x="180" y="47"/>
                  </a:lnTo>
                  <a:lnTo>
                    <a:pt x="180" y="47"/>
                  </a:lnTo>
                  <a:lnTo>
                    <a:pt x="180" y="47"/>
                  </a:lnTo>
                  <a:lnTo>
                    <a:pt x="184" y="49"/>
                  </a:lnTo>
                  <a:lnTo>
                    <a:pt x="184" y="49"/>
                  </a:lnTo>
                  <a:lnTo>
                    <a:pt x="184" y="49"/>
                  </a:lnTo>
                  <a:lnTo>
                    <a:pt x="184" y="49"/>
                  </a:lnTo>
                  <a:lnTo>
                    <a:pt x="184" y="51"/>
                  </a:lnTo>
                  <a:lnTo>
                    <a:pt x="184" y="53"/>
                  </a:lnTo>
                  <a:lnTo>
                    <a:pt x="184" y="53"/>
                  </a:lnTo>
                  <a:lnTo>
                    <a:pt x="186" y="53"/>
                  </a:lnTo>
                  <a:lnTo>
                    <a:pt x="186" y="55"/>
                  </a:lnTo>
                  <a:lnTo>
                    <a:pt x="186" y="55"/>
                  </a:lnTo>
                  <a:lnTo>
                    <a:pt x="186" y="55"/>
                  </a:lnTo>
                  <a:lnTo>
                    <a:pt x="188" y="57"/>
                  </a:lnTo>
                  <a:lnTo>
                    <a:pt x="188" y="59"/>
                  </a:lnTo>
                  <a:lnTo>
                    <a:pt x="188" y="59"/>
                  </a:lnTo>
                  <a:lnTo>
                    <a:pt x="188" y="59"/>
                  </a:lnTo>
                  <a:lnTo>
                    <a:pt x="188" y="59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0" y="61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6" y="59"/>
                  </a:lnTo>
                  <a:lnTo>
                    <a:pt x="196" y="59"/>
                  </a:lnTo>
                  <a:lnTo>
                    <a:pt x="196" y="59"/>
                  </a:lnTo>
                  <a:lnTo>
                    <a:pt x="196" y="57"/>
                  </a:lnTo>
                  <a:lnTo>
                    <a:pt x="196" y="57"/>
                  </a:lnTo>
                  <a:lnTo>
                    <a:pt x="196" y="57"/>
                  </a:lnTo>
                  <a:lnTo>
                    <a:pt x="202" y="59"/>
                  </a:lnTo>
                  <a:lnTo>
                    <a:pt x="202" y="59"/>
                  </a:lnTo>
                  <a:lnTo>
                    <a:pt x="202" y="59"/>
                  </a:lnTo>
                  <a:lnTo>
                    <a:pt x="202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7" y="53"/>
                  </a:lnTo>
                  <a:lnTo>
                    <a:pt x="207" y="53"/>
                  </a:lnTo>
                  <a:lnTo>
                    <a:pt x="207" y="51"/>
                  </a:lnTo>
                  <a:lnTo>
                    <a:pt x="207" y="51"/>
                  </a:lnTo>
                  <a:lnTo>
                    <a:pt x="207" y="51"/>
                  </a:lnTo>
                  <a:lnTo>
                    <a:pt x="207" y="51"/>
                  </a:lnTo>
                  <a:lnTo>
                    <a:pt x="207" y="49"/>
                  </a:lnTo>
                  <a:lnTo>
                    <a:pt x="207" y="49"/>
                  </a:lnTo>
                  <a:lnTo>
                    <a:pt x="207" y="49"/>
                  </a:lnTo>
                  <a:lnTo>
                    <a:pt x="209" y="49"/>
                  </a:lnTo>
                  <a:lnTo>
                    <a:pt x="209" y="49"/>
                  </a:lnTo>
                  <a:lnTo>
                    <a:pt x="211" y="49"/>
                  </a:lnTo>
                  <a:lnTo>
                    <a:pt x="215" y="47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15" y="51"/>
                  </a:lnTo>
                  <a:lnTo>
                    <a:pt x="213" y="53"/>
                  </a:lnTo>
                  <a:lnTo>
                    <a:pt x="213" y="53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5" y="57"/>
                  </a:lnTo>
                  <a:lnTo>
                    <a:pt x="215" y="59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3" y="61"/>
                  </a:lnTo>
                  <a:lnTo>
                    <a:pt x="213" y="63"/>
                  </a:lnTo>
                  <a:lnTo>
                    <a:pt x="213" y="63"/>
                  </a:lnTo>
                  <a:lnTo>
                    <a:pt x="213" y="63"/>
                  </a:lnTo>
                  <a:lnTo>
                    <a:pt x="213" y="63"/>
                  </a:lnTo>
                  <a:lnTo>
                    <a:pt x="213" y="65"/>
                  </a:lnTo>
                  <a:lnTo>
                    <a:pt x="213" y="65"/>
                  </a:lnTo>
                  <a:lnTo>
                    <a:pt x="215" y="67"/>
                  </a:lnTo>
                  <a:lnTo>
                    <a:pt x="221" y="69"/>
                  </a:lnTo>
                  <a:lnTo>
                    <a:pt x="223" y="67"/>
                  </a:lnTo>
                  <a:lnTo>
                    <a:pt x="223" y="67"/>
                  </a:lnTo>
                  <a:lnTo>
                    <a:pt x="223" y="65"/>
                  </a:lnTo>
                  <a:lnTo>
                    <a:pt x="225" y="67"/>
                  </a:lnTo>
                  <a:lnTo>
                    <a:pt x="229" y="67"/>
                  </a:lnTo>
                  <a:lnTo>
                    <a:pt x="229" y="67"/>
                  </a:lnTo>
                  <a:lnTo>
                    <a:pt x="231" y="67"/>
                  </a:lnTo>
                  <a:lnTo>
                    <a:pt x="231" y="67"/>
                  </a:lnTo>
                  <a:lnTo>
                    <a:pt x="231" y="69"/>
                  </a:lnTo>
                  <a:lnTo>
                    <a:pt x="231" y="69"/>
                  </a:lnTo>
                  <a:lnTo>
                    <a:pt x="233" y="69"/>
                  </a:lnTo>
                  <a:lnTo>
                    <a:pt x="237" y="71"/>
                  </a:lnTo>
                  <a:lnTo>
                    <a:pt x="239" y="71"/>
                  </a:lnTo>
                  <a:lnTo>
                    <a:pt x="239" y="71"/>
                  </a:lnTo>
                  <a:lnTo>
                    <a:pt x="241" y="69"/>
                  </a:lnTo>
                  <a:lnTo>
                    <a:pt x="245" y="73"/>
                  </a:lnTo>
                  <a:lnTo>
                    <a:pt x="247" y="75"/>
                  </a:lnTo>
                  <a:lnTo>
                    <a:pt x="249" y="75"/>
                  </a:lnTo>
                  <a:lnTo>
                    <a:pt x="249" y="73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49" y="79"/>
                  </a:lnTo>
                  <a:lnTo>
                    <a:pt x="249" y="79"/>
                  </a:lnTo>
                  <a:lnTo>
                    <a:pt x="249" y="79"/>
                  </a:lnTo>
                  <a:lnTo>
                    <a:pt x="251" y="79"/>
                  </a:lnTo>
                  <a:lnTo>
                    <a:pt x="251" y="79"/>
                  </a:lnTo>
                  <a:lnTo>
                    <a:pt x="251" y="79"/>
                  </a:lnTo>
                  <a:lnTo>
                    <a:pt x="251" y="79"/>
                  </a:lnTo>
                  <a:lnTo>
                    <a:pt x="251" y="79"/>
                  </a:lnTo>
                  <a:lnTo>
                    <a:pt x="253" y="77"/>
                  </a:lnTo>
                  <a:lnTo>
                    <a:pt x="253" y="77"/>
                  </a:lnTo>
                  <a:lnTo>
                    <a:pt x="253" y="77"/>
                  </a:lnTo>
                  <a:lnTo>
                    <a:pt x="253" y="77"/>
                  </a:lnTo>
                  <a:lnTo>
                    <a:pt x="254" y="77"/>
                  </a:lnTo>
                  <a:lnTo>
                    <a:pt x="254" y="75"/>
                  </a:lnTo>
                  <a:lnTo>
                    <a:pt x="256" y="73"/>
                  </a:lnTo>
                  <a:lnTo>
                    <a:pt x="256" y="73"/>
                  </a:lnTo>
                  <a:lnTo>
                    <a:pt x="256" y="73"/>
                  </a:lnTo>
                  <a:lnTo>
                    <a:pt x="258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2" y="73"/>
                  </a:lnTo>
                  <a:lnTo>
                    <a:pt x="262" y="75"/>
                  </a:lnTo>
                  <a:lnTo>
                    <a:pt x="262" y="75"/>
                  </a:lnTo>
                  <a:lnTo>
                    <a:pt x="262" y="75"/>
                  </a:lnTo>
                  <a:lnTo>
                    <a:pt x="264" y="77"/>
                  </a:lnTo>
                  <a:lnTo>
                    <a:pt x="264" y="77"/>
                  </a:lnTo>
                  <a:lnTo>
                    <a:pt x="266" y="79"/>
                  </a:lnTo>
                  <a:lnTo>
                    <a:pt x="266" y="79"/>
                  </a:lnTo>
                  <a:lnTo>
                    <a:pt x="266" y="81"/>
                  </a:lnTo>
                  <a:lnTo>
                    <a:pt x="266" y="81"/>
                  </a:lnTo>
                  <a:lnTo>
                    <a:pt x="266" y="81"/>
                  </a:lnTo>
                  <a:lnTo>
                    <a:pt x="266" y="83"/>
                  </a:lnTo>
                  <a:lnTo>
                    <a:pt x="266" y="83"/>
                  </a:lnTo>
                  <a:lnTo>
                    <a:pt x="268" y="83"/>
                  </a:lnTo>
                  <a:lnTo>
                    <a:pt x="270" y="85"/>
                  </a:lnTo>
                  <a:lnTo>
                    <a:pt x="274" y="85"/>
                  </a:lnTo>
                  <a:lnTo>
                    <a:pt x="276" y="85"/>
                  </a:lnTo>
                  <a:lnTo>
                    <a:pt x="276" y="85"/>
                  </a:lnTo>
                  <a:lnTo>
                    <a:pt x="276" y="85"/>
                  </a:lnTo>
                  <a:lnTo>
                    <a:pt x="278" y="83"/>
                  </a:lnTo>
                  <a:lnTo>
                    <a:pt x="278" y="83"/>
                  </a:lnTo>
                  <a:lnTo>
                    <a:pt x="278" y="83"/>
                  </a:lnTo>
                  <a:lnTo>
                    <a:pt x="280" y="83"/>
                  </a:lnTo>
                  <a:lnTo>
                    <a:pt x="280" y="81"/>
                  </a:lnTo>
                  <a:lnTo>
                    <a:pt x="280" y="79"/>
                  </a:lnTo>
                  <a:lnTo>
                    <a:pt x="280" y="79"/>
                  </a:lnTo>
                  <a:lnTo>
                    <a:pt x="282" y="77"/>
                  </a:lnTo>
                  <a:lnTo>
                    <a:pt x="282" y="79"/>
                  </a:lnTo>
                  <a:lnTo>
                    <a:pt x="284" y="79"/>
                  </a:lnTo>
                  <a:lnTo>
                    <a:pt x="286" y="81"/>
                  </a:lnTo>
                  <a:lnTo>
                    <a:pt x="286" y="81"/>
                  </a:lnTo>
                  <a:lnTo>
                    <a:pt x="286" y="81"/>
                  </a:lnTo>
                  <a:lnTo>
                    <a:pt x="286" y="81"/>
                  </a:lnTo>
                  <a:lnTo>
                    <a:pt x="286" y="83"/>
                  </a:lnTo>
                  <a:lnTo>
                    <a:pt x="286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92" y="83"/>
                  </a:lnTo>
                  <a:lnTo>
                    <a:pt x="292" y="83"/>
                  </a:lnTo>
                  <a:lnTo>
                    <a:pt x="292" y="83"/>
                  </a:lnTo>
                  <a:lnTo>
                    <a:pt x="292" y="85"/>
                  </a:lnTo>
                  <a:lnTo>
                    <a:pt x="292" y="85"/>
                  </a:lnTo>
                  <a:lnTo>
                    <a:pt x="292" y="87"/>
                  </a:lnTo>
                  <a:lnTo>
                    <a:pt x="290" y="87"/>
                  </a:lnTo>
                  <a:lnTo>
                    <a:pt x="290" y="89"/>
                  </a:lnTo>
                  <a:lnTo>
                    <a:pt x="290" y="89"/>
                  </a:lnTo>
                  <a:lnTo>
                    <a:pt x="290" y="89"/>
                  </a:lnTo>
                  <a:lnTo>
                    <a:pt x="286" y="91"/>
                  </a:lnTo>
                  <a:lnTo>
                    <a:pt x="286" y="91"/>
                  </a:lnTo>
                  <a:lnTo>
                    <a:pt x="284" y="91"/>
                  </a:lnTo>
                  <a:lnTo>
                    <a:pt x="284" y="93"/>
                  </a:lnTo>
                  <a:lnTo>
                    <a:pt x="284" y="93"/>
                  </a:lnTo>
                  <a:lnTo>
                    <a:pt x="284" y="93"/>
                  </a:lnTo>
                  <a:lnTo>
                    <a:pt x="284" y="97"/>
                  </a:lnTo>
                  <a:lnTo>
                    <a:pt x="286" y="100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2" y="104"/>
                  </a:lnTo>
                  <a:lnTo>
                    <a:pt x="282" y="104"/>
                  </a:lnTo>
                  <a:lnTo>
                    <a:pt x="282" y="104"/>
                  </a:lnTo>
                  <a:lnTo>
                    <a:pt x="282" y="104"/>
                  </a:lnTo>
                  <a:lnTo>
                    <a:pt x="282" y="106"/>
                  </a:lnTo>
                  <a:lnTo>
                    <a:pt x="282" y="106"/>
                  </a:lnTo>
                  <a:lnTo>
                    <a:pt x="280" y="106"/>
                  </a:lnTo>
                  <a:lnTo>
                    <a:pt x="280" y="106"/>
                  </a:lnTo>
                  <a:lnTo>
                    <a:pt x="280" y="106"/>
                  </a:lnTo>
                  <a:lnTo>
                    <a:pt x="280" y="106"/>
                  </a:lnTo>
                  <a:lnTo>
                    <a:pt x="280" y="108"/>
                  </a:lnTo>
                  <a:lnTo>
                    <a:pt x="280" y="108"/>
                  </a:lnTo>
                  <a:lnTo>
                    <a:pt x="282" y="108"/>
                  </a:lnTo>
                  <a:lnTo>
                    <a:pt x="286" y="110"/>
                  </a:lnTo>
                  <a:lnTo>
                    <a:pt x="286" y="110"/>
                  </a:lnTo>
                  <a:lnTo>
                    <a:pt x="286" y="110"/>
                  </a:lnTo>
                  <a:lnTo>
                    <a:pt x="286" y="112"/>
                  </a:lnTo>
                  <a:lnTo>
                    <a:pt x="286" y="112"/>
                  </a:lnTo>
                  <a:lnTo>
                    <a:pt x="286" y="112"/>
                  </a:lnTo>
                  <a:lnTo>
                    <a:pt x="286" y="114"/>
                  </a:lnTo>
                  <a:lnTo>
                    <a:pt x="284" y="114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84" y="118"/>
                  </a:lnTo>
                  <a:lnTo>
                    <a:pt x="286" y="120"/>
                  </a:lnTo>
                  <a:lnTo>
                    <a:pt x="286" y="122"/>
                  </a:lnTo>
                  <a:lnTo>
                    <a:pt x="284" y="122"/>
                  </a:lnTo>
                  <a:lnTo>
                    <a:pt x="284" y="122"/>
                  </a:lnTo>
                  <a:lnTo>
                    <a:pt x="280" y="122"/>
                  </a:lnTo>
                  <a:lnTo>
                    <a:pt x="280" y="122"/>
                  </a:lnTo>
                  <a:lnTo>
                    <a:pt x="280" y="122"/>
                  </a:lnTo>
                  <a:lnTo>
                    <a:pt x="280" y="124"/>
                  </a:lnTo>
                  <a:lnTo>
                    <a:pt x="280" y="124"/>
                  </a:lnTo>
                  <a:lnTo>
                    <a:pt x="280" y="124"/>
                  </a:lnTo>
                  <a:lnTo>
                    <a:pt x="280" y="124"/>
                  </a:lnTo>
                  <a:lnTo>
                    <a:pt x="280" y="126"/>
                  </a:lnTo>
                  <a:lnTo>
                    <a:pt x="280" y="126"/>
                  </a:lnTo>
                  <a:lnTo>
                    <a:pt x="280" y="126"/>
                  </a:lnTo>
                  <a:lnTo>
                    <a:pt x="280" y="126"/>
                  </a:lnTo>
                  <a:lnTo>
                    <a:pt x="280" y="126"/>
                  </a:lnTo>
                  <a:lnTo>
                    <a:pt x="286" y="124"/>
                  </a:lnTo>
                  <a:lnTo>
                    <a:pt x="286" y="124"/>
                  </a:lnTo>
                  <a:lnTo>
                    <a:pt x="286" y="124"/>
                  </a:lnTo>
                  <a:lnTo>
                    <a:pt x="288" y="124"/>
                  </a:lnTo>
                  <a:lnTo>
                    <a:pt x="288" y="122"/>
                  </a:lnTo>
                  <a:lnTo>
                    <a:pt x="288" y="122"/>
                  </a:lnTo>
                  <a:lnTo>
                    <a:pt x="290" y="124"/>
                  </a:lnTo>
                  <a:lnTo>
                    <a:pt x="290" y="124"/>
                  </a:lnTo>
                  <a:lnTo>
                    <a:pt x="290" y="124"/>
                  </a:lnTo>
                  <a:lnTo>
                    <a:pt x="290" y="124"/>
                  </a:lnTo>
                  <a:lnTo>
                    <a:pt x="290" y="126"/>
                  </a:lnTo>
                  <a:lnTo>
                    <a:pt x="290" y="128"/>
                  </a:lnTo>
                  <a:lnTo>
                    <a:pt x="290" y="128"/>
                  </a:lnTo>
                  <a:lnTo>
                    <a:pt x="292" y="128"/>
                  </a:lnTo>
                  <a:lnTo>
                    <a:pt x="296" y="128"/>
                  </a:lnTo>
                  <a:lnTo>
                    <a:pt x="296" y="130"/>
                  </a:lnTo>
                  <a:lnTo>
                    <a:pt x="296" y="130"/>
                  </a:lnTo>
                  <a:lnTo>
                    <a:pt x="296" y="130"/>
                  </a:lnTo>
                  <a:lnTo>
                    <a:pt x="296" y="130"/>
                  </a:lnTo>
                  <a:lnTo>
                    <a:pt x="296" y="132"/>
                  </a:lnTo>
                  <a:lnTo>
                    <a:pt x="294" y="132"/>
                  </a:lnTo>
                  <a:lnTo>
                    <a:pt x="294" y="132"/>
                  </a:lnTo>
                  <a:lnTo>
                    <a:pt x="292" y="134"/>
                  </a:lnTo>
                  <a:lnTo>
                    <a:pt x="292" y="134"/>
                  </a:lnTo>
                  <a:lnTo>
                    <a:pt x="292" y="134"/>
                  </a:lnTo>
                  <a:lnTo>
                    <a:pt x="292" y="134"/>
                  </a:lnTo>
                  <a:lnTo>
                    <a:pt x="292" y="134"/>
                  </a:lnTo>
                  <a:lnTo>
                    <a:pt x="292" y="134"/>
                  </a:lnTo>
                  <a:lnTo>
                    <a:pt x="290" y="136"/>
                  </a:lnTo>
                  <a:lnTo>
                    <a:pt x="288" y="136"/>
                  </a:lnTo>
                  <a:lnTo>
                    <a:pt x="288" y="136"/>
                  </a:lnTo>
                  <a:lnTo>
                    <a:pt x="288" y="136"/>
                  </a:lnTo>
                  <a:lnTo>
                    <a:pt x="288" y="136"/>
                  </a:lnTo>
                  <a:lnTo>
                    <a:pt x="286" y="136"/>
                  </a:lnTo>
                  <a:lnTo>
                    <a:pt x="286" y="136"/>
                  </a:lnTo>
                  <a:lnTo>
                    <a:pt x="284" y="134"/>
                  </a:lnTo>
                  <a:lnTo>
                    <a:pt x="284" y="134"/>
                  </a:lnTo>
                  <a:lnTo>
                    <a:pt x="284" y="134"/>
                  </a:lnTo>
                  <a:lnTo>
                    <a:pt x="282" y="134"/>
                  </a:lnTo>
                  <a:lnTo>
                    <a:pt x="280" y="136"/>
                  </a:lnTo>
                  <a:lnTo>
                    <a:pt x="280" y="136"/>
                  </a:lnTo>
                  <a:lnTo>
                    <a:pt x="278" y="136"/>
                  </a:lnTo>
                  <a:lnTo>
                    <a:pt x="276" y="134"/>
                  </a:lnTo>
                  <a:lnTo>
                    <a:pt x="274" y="134"/>
                  </a:lnTo>
                  <a:lnTo>
                    <a:pt x="274" y="136"/>
                  </a:lnTo>
                  <a:lnTo>
                    <a:pt x="274" y="138"/>
                  </a:lnTo>
                  <a:lnTo>
                    <a:pt x="272" y="138"/>
                  </a:lnTo>
                  <a:lnTo>
                    <a:pt x="272" y="140"/>
                  </a:lnTo>
                  <a:lnTo>
                    <a:pt x="272" y="140"/>
                  </a:lnTo>
                  <a:lnTo>
                    <a:pt x="272" y="142"/>
                  </a:lnTo>
                  <a:lnTo>
                    <a:pt x="272" y="14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68" y="146"/>
                  </a:lnTo>
                  <a:lnTo>
                    <a:pt x="262" y="148"/>
                  </a:lnTo>
                  <a:lnTo>
                    <a:pt x="262" y="148"/>
                  </a:lnTo>
                  <a:lnTo>
                    <a:pt x="262" y="148"/>
                  </a:lnTo>
                  <a:lnTo>
                    <a:pt x="262" y="148"/>
                  </a:lnTo>
                  <a:lnTo>
                    <a:pt x="262" y="148"/>
                  </a:lnTo>
                  <a:lnTo>
                    <a:pt x="262" y="148"/>
                  </a:lnTo>
                  <a:lnTo>
                    <a:pt x="262" y="146"/>
                  </a:lnTo>
                  <a:lnTo>
                    <a:pt x="262" y="146"/>
                  </a:lnTo>
                  <a:lnTo>
                    <a:pt x="262" y="144"/>
                  </a:lnTo>
                  <a:lnTo>
                    <a:pt x="262" y="144"/>
                  </a:lnTo>
                  <a:lnTo>
                    <a:pt x="262" y="144"/>
                  </a:lnTo>
                  <a:lnTo>
                    <a:pt x="262" y="144"/>
                  </a:lnTo>
                  <a:lnTo>
                    <a:pt x="262" y="144"/>
                  </a:lnTo>
                  <a:lnTo>
                    <a:pt x="262" y="142"/>
                  </a:lnTo>
                  <a:lnTo>
                    <a:pt x="262" y="142"/>
                  </a:lnTo>
                  <a:lnTo>
                    <a:pt x="262" y="142"/>
                  </a:lnTo>
                  <a:lnTo>
                    <a:pt x="260" y="142"/>
                  </a:lnTo>
                  <a:lnTo>
                    <a:pt x="258" y="140"/>
                  </a:lnTo>
                  <a:lnTo>
                    <a:pt x="258" y="142"/>
                  </a:lnTo>
                  <a:lnTo>
                    <a:pt x="258" y="142"/>
                  </a:lnTo>
                  <a:lnTo>
                    <a:pt x="256" y="142"/>
                  </a:lnTo>
                  <a:lnTo>
                    <a:pt x="256" y="142"/>
                  </a:lnTo>
                  <a:lnTo>
                    <a:pt x="258" y="142"/>
                  </a:lnTo>
                  <a:lnTo>
                    <a:pt x="260" y="144"/>
                  </a:lnTo>
                  <a:lnTo>
                    <a:pt x="260" y="144"/>
                  </a:lnTo>
                  <a:lnTo>
                    <a:pt x="260" y="144"/>
                  </a:lnTo>
                  <a:lnTo>
                    <a:pt x="260" y="146"/>
                  </a:lnTo>
                  <a:lnTo>
                    <a:pt x="258" y="146"/>
                  </a:lnTo>
                  <a:lnTo>
                    <a:pt x="258" y="146"/>
                  </a:lnTo>
                  <a:lnTo>
                    <a:pt x="256" y="146"/>
                  </a:lnTo>
                  <a:lnTo>
                    <a:pt x="256" y="146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1" y="144"/>
                  </a:lnTo>
                  <a:lnTo>
                    <a:pt x="251" y="146"/>
                  </a:lnTo>
                  <a:lnTo>
                    <a:pt x="251" y="146"/>
                  </a:lnTo>
                  <a:lnTo>
                    <a:pt x="251" y="146"/>
                  </a:lnTo>
                  <a:lnTo>
                    <a:pt x="253" y="148"/>
                  </a:lnTo>
                  <a:lnTo>
                    <a:pt x="254" y="148"/>
                  </a:lnTo>
                  <a:lnTo>
                    <a:pt x="254" y="148"/>
                  </a:lnTo>
                  <a:lnTo>
                    <a:pt x="253" y="150"/>
                  </a:lnTo>
                  <a:lnTo>
                    <a:pt x="253" y="150"/>
                  </a:lnTo>
                  <a:lnTo>
                    <a:pt x="251" y="152"/>
                  </a:lnTo>
                  <a:lnTo>
                    <a:pt x="251" y="152"/>
                  </a:lnTo>
                  <a:lnTo>
                    <a:pt x="251" y="152"/>
                  </a:lnTo>
                  <a:lnTo>
                    <a:pt x="249" y="152"/>
                  </a:lnTo>
                  <a:lnTo>
                    <a:pt x="249" y="152"/>
                  </a:lnTo>
                  <a:lnTo>
                    <a:pt x="249" y="152"/>
                  </a:lnTo>
                  <a:lnTo>
                    <a:pt x="249" y="152"/>
                  </a:lnTo>
                  <a:lnTo>
                    <a:pt x="249" y="152"/>
                  </a:lnTo>
                  <a:lnTo>
                    <a:pt x="249" y="152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7" y="150"/>
                  </a:lnTo>
                  <a:lnTo>
                    <a:pt x="245" y="150"/>
                  </a:lnTo>
                  <a:lnTo>
                    <a:pt x="245" y="150"/>
                  </a:lnTo>
                  <a:lnTo>
                    <a:pt x="243" y="150"/>
                  </a:lnTo>
                  <a:lnTo>
                    <a:pt x="243" y="150"/>
                  </a:lnTo>
                  <a:lnTo>
                    <a:pt x="243" y="150"/>
                  </a:lnTo>
                  <a:lnTo>
                    <a:pt x="243" y="150"/>
                  </a:lnTo>
                  <a:lnTo>
                    <a:pt x="243" y="152"/>
                  </a:lnTo>
                  <a:lnTo>
                    <a:pt x="243" y="152"/>
                  </a:lnTo>
                  <a:lnTo>
                    <a:pt x="243" y="152"/>
                  </a:lnTo>
                  <a:lnTo>
                    <a:pt x="243" y="152"/>
                  </a:lnTo>
                  <a:lnTo>
                    <a:pt x="243" y="152"/>
                  </a:lnTo>
                  <a:lnTo>
                    <a:pt x="245" y="153"/>
                  </a:lnTo>
                  <a:lnTo>
                    <a:pt x="249" y="155"/>
                  </a:lnTo>
                  <a:lnTo>
                    <a:pt x="249" y="155"/>
                  </a:lnTo>
                  <a:lnTo>
                    <a:pt x="251" y="155"/>
                  </a:lnTo>
                  <a:lnTo>
                    <a:pt x="251" y="155"/>
                  </a:lnTo>
                  <a:lnTo>
                    <a:pt x="251" y="155"/>
                  </a:lnTo>
                  <a:lnTo>
                    <a:pt x="251" y="155"/>
                  </a:lnTo>
                  <a:lnTo>
                    <a:pt x="251" y="161"/>
                  </a:lnTo>
                  <a:lnTo>
                    <a:pt x="251" y="161"/>
                  </a:lnTo>
                  <a:lnTo>
                    <a:pt x="251" y="161"/>
                  </a:lnTo>
                  <a:lnTo>
                    <a:pt x="251" y="163"/>
                  </a:lnTo>
                  <a:lnTo>
                    <a:pt x="241" y="167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7" y="165"/>
                  </a:lnTo>
                  <a:lnTo>
                    <a:pt x="237" y="165"/>
                  </a:lnTo>
                  <a:lnTo>
                    <a:pt x="237" y="163"/>
                  </a:lnTo>
                  <a:lnTo>
                    <a:pt x="239" y="161"/>
                  </a:lnTo>
                  <a:lnTo>
                    <a:pt x="239" y="161"/>
                  </a:lnTo>
                  <a:lnTo>
                    <a:pt x="239" y="161"/>
                  </a:lnTo>
                  <a:lnTo>
                    <a:pt x="239" y="161"/>
                  </a:lnTo>
                  <a:lnTo>
                    <a:pt x="239" y="161"/>
                  </a:lnTo>
                  <a:lnTo>
                    <a:pt x="239" y="159"/>
                  </a:lnTo>
                  <a:lnTo>
                    <a:pt x="237" y="159"/>
                  </a:lnTo>
                  <a:lnTo>
                    <a:pt x="237" y="159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59"/>
                  </a:lnTo>
                  <a:lnTo>
                    <a:pt x="231" y="159"/>
                  </a:lnTo>
                  <a:lnTo>
                    <a:pt x="231" y="159"/>
                  </a:lnTo>
                  <a:lnTo>
                    <a:pt x="231" y="159"/>
                  </a:lnTo>
                  <a:lnTo>
                    <a:pt x="231" y="159"/>
                  </a:lnTo>
                  <a:lnTo>
                    <a:pt x="231" y="159"/>
                  </a:lnTo>
                  <a:lnTo>
                    <a:pt x="231" y="159"/>
                  </a:lnTo>
                  <a:lnTo>
                    <a:pt x="233" y="159"/>
                  </a:lnTo>
                  <a:lnTo>
                    <a:pt x="233" y="15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5" y="155"/>
                  </a:lnTo>
                  <a:lnTo>
                    <a:pt x="235" y="155"/>
                  </a:lnTo>
                  <a:lnTo>
                    <a:pt x="235" y="155"/>
                  </a:lnTo>
                  <a:lnTo>
                    <a:pt x="233" y="153"/>
                  </a:lnTo>
                  <a:lnTo>
                    <a:pt x="233" y="153"/>
                  </a:lnTo>
                  <a:lnTo>
                    <a:pt x="233" y="153"/>
                  </a:lnTo>
                  <a:lnTo>
                    <a:pt x="233" y="153"/>
                  </a:lnTo>
                  <a:lnTo>
                    <a:pt x="233" y="153"/>
                  </a:lnTo>
                  <a:lnTo>
                    <a:pt x="233" y="152"/>
                  </a:lnTo>
                  <a:lnTo>
                    <a:pt x="233" y="152"/>
                  </a:lnTo>
                  <a:lnTo>
                    <a:pt x="233" y="152"/>
                  </a:lnTo>
                  <a:lnTo>
                    <a:pt x="235" y="150"/>
                  </a:lnTo>
                  <a:lnTo>
                    <a:pt x="235" y="150"/>
                  </a:lnTo>
                  <a:lnTo>
                    <a:pt x="235" y="150"/>
                  </a:lnTo>
                  <a:lnTo>
                    <a:pt x="235" y="148"/>
                  </a:lnTo>
                  <a:lnTo>
                    <a:pt x="235" y="148"/>
                  </a:lnTo>
                  <a:lnTo>
                    <a:pt x="233" y="148"/>
                  </a:lnTo>
                  <a:lnTo>
                    <a:pt x="231" y="146"/>
                  </a:lnTo>
                  <a:lnTo>
                    <a:pt x="231" y="146"/>
                  </a:lnTo>
                  <a:lnTo>
                    <a:pt x="231" y="146"/>
                  </a:lnTo>
                  <a:lnTo>
                    <a:pt x="231" y="146"/>
                  </a:lnTo>
                  <a:lnTo>
                    <a:pt x="223" y="150"/>
                  </a:lnTo>
                  <a:lnTo>
                    <a:pt x="223" y="150"/>
                  </a:lnTo>
                  <a:lnTo>
                    <a:pt x="223" y="150"/>
                  </a:lnTo>
                  <a:lnTo>
                    <a:pt x="223" y="150"/>
                  </a:lnTo>
                  <a:lnTo>
                    <a:pt x="223" y="150"/>
                  </a:lnTo>
                  <a:lnTo>
                    <a:pt x="223" y="150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3" y="153"/>
                  </a:lnTo>
                  <a:lnTo>
                    <a:pt x="223" y="153"/>
                  </a:lnTo>
                  <a:lnTo>
                    <a:pt x="223" y="153"/>
                  </a:lnTo>
                  <a:lnTo>
                    <a:pt x="221" y="153"/>
                  </a:lnTo>
                  <a:lnTo>
                    <a:pt x="221" y="153"/>
                  </a:lnTo>
                  <a:lnTo>
                    <a:pt x="221" y="153"/>
                  </a:lnTo>
                  <a:lnTo>
                    <a:pt x="221" y="153"/>
                  </a:lnTo>
                  <a:lnTo>
                    <a:pt x="219" y="155"/>
                  </a:lnTo>
                  <a:lnTo>
                    <a:pt x="219" y="155"/>
                  </a:lnTo>
                  <a:lnTo>
                    <a:pt x="219" y="155"/>
                  </a:lnTo>
                  <a:lnTo>
                    <a:pt x="219" y="155"/>
                  </a:lnTo>
                  <a:lnTo>
                    <a:pt x="219" y="155"/>
                  </a:lnTo>
                  <a:lnTo>
                    <a:pt x="219" y="157"/>
                  </a:lnTo>
                  <a:lnTo>
                    <a:pt x="219" y="157"/>
                  </a:lnTo>
                  <a:lnTo>
                    <a:pt x="219" y="157"/>
                  </a:lnTo>
                  <a:lnTo>
                    <a:pt x="219" y="157"/>
                  </a:lnTo>
                  <a:lnTo>
                    <a:pt x="219" y="159"/>
                  </a:lnTo>
                  <a:lnTo>
                    <a:pt x="219" y="159"/>
                  </a:lnTo>
                  <a:lnTo>
                    <a:pt x="219" y="161"/>
                  </a:lnTo>
                  <a:lnTo>
                    <a:pt x="215" y="161"/>
                  </a:lnTo>
                  <a:lnTo>
                    <a:pt x="213" y="161"/>
                  </a:lnTo>
                  <a:lnTo>
                    <a:pt x="213" y="161"/>
                  </a:lnTo>
                  <a:lnTo>
                    <a:pt x="213" y="161"/>
                  </a:lnTo>
                  <a:lnTo>
                    <a:pt x="213" y="161"/>
                  </a:lnTo>
                  <a:lnTo>
                    <a:pt x="213" y="161"/>
                  </a:lnTo>
                  <a:lnTo>
                    <a:pt x="213" y="161"/>
                  </a:lnTo>
                  <a:lnTo>
                    <a:pt x="211" y="161"/>
                  </a:lnTo>
                  <a:lnTo>
                    <a:pt x="211" y="161"/>
                  </a:lnTo>
                  <a:lnTo>
                    <a:pt x="211" y="159"/>
                  </a:lnTo>
                  <a:lnTo>
                    <a:pt x="211" y="159"/>
                  </a:lnTo>
                  <a:lnTo>
                    <a:pt x="213" y="159"/>
                  </a:lnTo>
                  <a:lnTo>
                    <a:pt x="213" y="157"/>
                  </a:lnTo>
                  <a:lnTo>
                    <a:pt x="215" y="157"/>
                  </a:lnTo>
                  <a:lnTo>
                    <a:pt x="215" y="155"/>
                  </a:lnTo>
                  <a:lnTo>
                    <a:pt x="215" y="155"/>
                  </a:lnTo>
                  <a:lnTo>
                    <a:pt x="215" y="155"/>
                  </a:lnTo>
                  <a:lnTo>
                    <a:pt x="215" y="155"/>
                  </a:lnTo>
                  <a:lnTo>
                    <a:pt x="215" y="155"/>
                  </a:lnTo>
                  <a:lnTo>
                    <a:pt x="217" y="155"/>
                  </a:lnTo>
                  <a:lnTo>
                    <a:pt x="217" y="155"/>
                  </a:lnTo>
                  <a:lnTo>
                    <a:pt x="217" y="153"/>
                  </a:lnTo>
                  <a:lnTo>
                    <a:pt x="217" y="153"/>
                  </a:lnTo>
                  <a:lnTo>
                    <a:pt x="217" y="153"/>
                  </a:lnTo>
                  <a:lnTo>
                    <a:pt x="217" y="152"/>
                  </a:lnTo>
                  <a:lnTo>
                    <a:pt x="217" y="152"/>
                  </a:lnTo>
                  <a:lnTo>
                    <a:pt x="217" y="152"/>
                  </a:lnTo>
                  <a:lnTo>
                    <a:pt x="217" y="152"/>
                  </a:lnTo>
                  <a:lnTo>
                    <a:pt x="217" y="150"/>
                  </a:lnTo>
                  <a:lnTo>
                    <a:pt x="217" y="150"/>
                  </a:lnTo>
                  <a:lnTo>
                    <a:pt x="217" y="148"/>
                  </a:lnTo>
                  <a:lnTo>
                    <a:pt x="217" y="148"/>
                  </a:lnTo>
                  <a:lnTo>
                    <a:pt x="217" y="146"/>
                  </a:lnTo>
                  <a:lnTo>
                    <a:pt x="217" y="144"/>
                  </a:lnTo>
                  <a:lnTo>
                    <a:pt x="217" y="144"/>
                  </a:lnTo>
                  <a:lnTo>
                    <a:pt x="217" y="144"/>
                  </a:lnTo>
                  <a:lnTo>
                    <a:pt x="217" y="142"/>
                  </a:lnTo>
                  <a:lnTo>
                    <a:pt x="217" y="142"/>
                  </a:lnTo>
                  <a:lnTo>
                    <a:pt x="217" y="142"/>
                  </a:lnTo>
                  <a:lnTo>
                    <a:pt x="219" y="142"/>
                  </a:lnTo>
                  <a:lnTo>
                    <a:pt x="219" y="142"/>
                  </a:lnTo>
                  <a:lnTo>
                    <a:pt x="219" y="144"/>
                  </a:lnTo>
                  <a:lnTo>
                    <a:pt x="219" y="144"/>
                  </a:lnTo>
                  <a:lnTo>
                    <a:pt x="219" y="144"/>
                  </a:lnTo>
                  <a:lnTo>
                    <a:pt x="219" y="144"/>
                  </a:lnTo>
                  <a:lnTo>
                    <a:pt x="219" y="144"/>
                  </a:lnTo>
                  <a:lnTo>
                    <a:pt x="223" y="144"/>
                  </a:lnTo>
                  <a:lnTo>
                    <a:pt x="223" y="144"/>
                  </a:lnTo>
                  <a:lnTo>
                    <a:pt x="225" y="142"/>
                  </a:lnTo>
                  <a:lnTo>
                    <a:pt x="225" y="142"/>
                  </a:lnTo>
                  <a:lnTo>
                    <a:pt x="225" y="142"/>
                  </a:lnTo>
                  <a:lnTo>
                    <a:pt x="225" y="142"/>
                  </a:lnTo>
                  <a:lnTo>
                    <a:pt x="225" y="142"/>
                  </a:lnTo>
                  <a:lnTo>
                    <a:pt x="225" y="140"/>
                  </a:lnTo>
                  <a:lnTo>
                    <a:pt x="223" y="140"/>
                  </a:lnTo>
                  <a:lnTo>
                    <a:pt x="221" y="138"/>
                  </a:lnTo>
                  <a:lnTo>
                    <a:pt x="221" y="138"/>
                  </a:lnTo>
                  <a:lnTo>
                    <a:pt x="221" y="138"/>
                  </a:lnTo>
                  <a:lnTo>
                    <a:pt x="221" y="136"/>
                  </a:lnTo>
                  <a:lnTo>
                    <a:pt x="221" y="136"/>
                  </a:lnTo>
                  <a:lnTo>
                    <a:pt x="221" y="136"/>
                  </a:lnTo>
                  <a:lnTo>
                    <a:pt x="221" y="136"/>
                  </a:lnTo>
                  <a:lnTo>
                    <a:pt x="217" y="132"/>
                  </a:lnTo>
                  <a:lnTo>
                    <a:pt x="209" y="130"/>
                  </a:lnTo>
                  <a:lnTo>
                    <a:pt x="207" y="130"/>
                  </a:lnTo>
                  <a:lnTo>
                    <a:pt x="207" y="130"/>
                  </a:lnTo>
                  <a:lnTo>
                    <a:pt x="204" y="128"/>
                  </a:lnTo>
                  <a:lnTo>
                    <a:pt x="202" y="126"/>
                  </a:lnTo>
                  <a:lnTo>
                    <a:pt x="200" y="126"/>
                  </a:lnTo>
                  <a:lnTo>
                    <a:pt x="198" y="126"/>
                  </a:lnTo>
                  <a:lnTo>
                    <a:pt x="196" y="124"/>
                  </a:lnTo>
                  <a:lnTo>
                    <a:pt x="196" y="124"/>
                  </a:lnTo>
                  <a:lnTo>
                    <a:pt x="196" y="126"/>
                  </a:lnTo>
                  <a:lnTo>
                    <a:pt x="192" y="128"/>
                  </a:lnTo>
                  <a:lnTo>
                    <a:pt x="190" y="128"/>
                  </a:lnTo>
                  <a:lnTo>
                    <a:pt x="190" y="128"/>
                  </a:lnTo>
                  <a:lnTo>
                    <a:pt x="190" y="128"/>
                  </a:lnTo>
                  <a:lnTo>
                    <a:pt x="188" y="128"/>
                  </a:lnTo>
                  <a:lnTo>
                    <a:pt x="188" y="128"/>
                  </a:lnTo>
                  <a:lnTo>
                    <a:pt x="188" y="128"/>
                  </a:lnTo>
                  <a:lnTo>
                    <a:pt x="188" y="128"/>
                  </a:lnTo>
                  <a:lnTo>
                    <a:pt x="188" y="130"/>
                  </a:lnTo>
                  <a:lnTo>
                    <a:pt x="186" y="130"/>
                  </a:lnTo>
                  <a:lnTo>
                    <a:pt x="186" y="130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0"/>
                  </a:lnTo>
                  <a:lnTo>
                    <a:pt x="186" y="130"/>
                  </a:lnTo>
                  <a:lnTo>
                    <a:pt x="186" y="130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4"/>
                  </a:lnTo>
                  <a:lnTo>
                    <a:pt x="186" y="134"/>
                  </a:lnTo>
                  <a:lnTo>
                    <a:pt x="186" y="134"/>
                  </a:lnTo>
                  <a:lnTo>
                    <a:pt x="186" y="134"/>
                  </a:lnTo>
                  <a:lnTo>
                    <a:pt x="186" y="136"/>
                  </a:lnTo>
                  <a:lnTo>
                    <a:pt x="186" y="136"/>
                  </a:lnTo>
                  <a:lnTo>
                    <a:pt x="184" y="136"/>
                  </a:lnTo>
                  <a:lnTo>
                    <a:pt x="184" y="136"/>
                  </a:lnTo>
                  <a:lnTo>
                    <a:pt x="184" y="138"/>
                  </a:lnTo>
                  <a:lnTo>
                    <a:pt x="182" y="138"/>
                  </a:lnTo>
                  <a:lnTo>
                    <a:pt x="180" y="138"/>
                  </a:lnTo>
                  <a:lnTo>
                    <a:pt x="180" y="138"/>
                  </a:lnTo>
                  <a:lnTo>
                    <a:pt x="180" y="138"/>
                  </a:lnTo>
                  <a:lnTo>
                    <a:pt x="180" y="140"/>
                  </a:lnTo>
                  <a:lnTo>
                    <a:pt x="180" y="140"/>
                  </a:lnTo>
                  <a:lnTo>
                    <a:pt x="180" y="140"/>
                  </a:lnTo>
                  <a:lnTo>
                    <a:pt x="178" y="140"/>
                  </a:lnTo>
                  <a:lnTo>
                    <a:pt x="178" y="142"/>
                  </a:lnTo>
                  <a:lnTo>
                    <a:pt x="180" y="148"/>
                  </a:lnTo>
                  <a:lnTo>
                    <a:pt x="180" y="148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82" y="150"/>
                  </a:lnTo>
                  <a:lnTo>
                    <a:pt x="182" y="150"/>
                  </a:lnTo>
                  <a:lnTo>
                    <a:pt x="182" y="152"/>
                  </a:lnTo>
                  <a:lnTo>
                    <a:pt x="182" y="152"/>
                  </a:lnTo>
                  <a:lnTo>
                    <a:pt x="180" y="152"/>
                  </a:lnTo>
                  <a:lnTo>
                    <a:pt x="180" y="152"/>
                  </a:lnTo>
                  <a:lnTo>
                    <a:pt x="180" y="153"/>
                  </a:lnTo>
                  <a:lnTo>
                    <a:pt x="178" y="155"/>
                  </a:lnTo>
                  <a:lnTo>
                    <a:pt x="176" y="155"/>
                  </a:lnTo>
                  <a:lnTo>
                    <a:pt x="176" y="155"/>
                  </a:lnTo>
                  <a:lnTo>
                    <a:pt x="176" y="157"/>
                  </a:lnTo>
                  <a:lnTo>
                    <a:pt x="176" y="157"/>
                  </a:lnTo>
                  <a:lnTo>
                    <a:pt x="176" y="157"/>
                  </a:lnTo>
                  <a:lnTo>
                    <a:pt x="176" y="157"/>
                  </a:lnTo>
                  <a:lnTo>
                    <a:pt x="174" y="159"/>
                  </a:lnTo>
                  <a:lnTo>
                    <a:pt x="174" y="159"/>
                  </a:lnTo>
                  <a:lnTo>
                    <a:pt x="174" y="159"/>
                  </a:lnTo>
                  <a:lnTo>
                    <a:pt x="176" y="159"/>
                  </a:lnTo>
                  <a:lnTo>
                    <a:pt x="176" y="161"/>
                  </a:lnTo>
                  <a:lnTo>
                    <a:pt x="178" y="163"/>
                  </a:lnTo>
                  <a:lnTo>
                    <a:pt x="178" y="165"/>
                  </a:lnTo>
                  <a:lnTo>
                    <a:pt x="180" y="167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2" y="169"/>
                  </a:lnTo>
                  <a:lnTo>
                    <a:pt x="182" y="169"/>
                  </a:lnTo>
                  <a:lnTo>
                    <a:pt x="182" y="169"/>
                  </a:lnTo>
                  <a:lnTo>
                    <a:pt x="182" y="171"/>
                  </a:lnTo>
                  <a:lnTo>
                    <a:pt x="186" y="171"/>
                  </a:lnTo>
                  <a:lnTo>
                    <a:pt x="188" y="173"/>
                  </a:lnTo>
                  <a:lnTo>
                    <a:pt x="188" y="173"/>
                  </a:lnTo>
                  <a:lnTo>
                    <a:pt x="188" y="173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90" y="175"/>
                  </a:lnTo>
                  <a:lnTo>
                    <a:pt x="190" y="175"/>
                  </a:lnTo>
                  <a:lnTo>
                    <a:pt x="190" y="177"/>
                  </a:lnTo>
                  <a:lnTo>
                    <a:pt x="190" y="177"/>
                  </a:lnTo>
                  <a:lnTo>
                    <a:pt x="190" y="179"/>
                  </a:lnTo>
                  <a:lnTo>
                    <a:pt x="190" y="179"/>
                  </a:lnTo>
                  <a:lnTo>
                    <a:pt x="190" y="179"/>
                  </a:lnTo>
                  <a:lnTo>
                    <a:pt x="190" y="179"/>
                  </a:lnTo>
                  <a:lnTo>
                    <a:pt x="196" y="185"/>
                  </a:lnTo>
                  <a:lnTo>
                    <a:pt x="196" y="185"/>
                  </a:lnTo>
                  <a:lnTo>
                    <a:pt x="196" y="185"/>
                  </a:lnTo>
                  <a:lnTo>
                    <a:pt x="196" y="185"/>
                  </a:lnTo>
                  <a:lnTo>
                    <a:pt x="194" y="189"/>
                  </a:lnTo>
                  <a:lnTo>
                    <a:pt x="194" y="189"/>
                  </a:lnTo>
                  <a:lnTo>
                    <a:pt x="194" y="191"/>
                  </a:lnTo>
                  <a:lnTo>
                    <a:pt x="194" y="191"/>
                  </a:lnTo>
                  <a:lnTo>
                    <a:pt x="194" y="191"/>
                  </a:lnTo>
                  <a:lnTo>
                    <a:pt x="194" y="191"/>
                  </a:lnTo>
                  <a:lnTo>
                    <a:pt x="194" y="191"/>
                  </a:lnTo>
                  <a:lnTo>
                    <a:pt x="196" y="193"/>
                  </a:lnTo>
                  <a:lnTo>
                    <a:pt x="196" y="193"/>
                  </a:lnTo>
                  <a:lnTo>
                    <a:pt x="198" y="193"/>
                  </a:lnTo>
                  <a:lnTo>
                    <a:pt x="198" y="193"/>
                  </a:lnTo>
                  <a:lnTo>
                    <a:pt x="198" y="193"/>
                  </a:lnTo>
                  <a:lnTo>
                    <a:pt x="198" y="195"/>
                  </a:lnTo>
                  <a:lnTo>
                    <a:pt x="198" y="195"/>
                  </a:lnTo>
                  <a:lnTo>
                    <a:pt x="198" y="195"/>
                  </a:lnTo>
                  <a:lnTo>
                    <a:pt x="198" y="195"/>
                  </a:lnTo>
                  <a:lnTo>
                    <a:pt x="200" y="197"/>
                  </a:lnTo>
                  <a:lnTo>
                    <a:pt x="200" y="197"/>
                  </a:lnTo>
                  <a:lnTo>
                    <a:pt x="200" y="197"/>
                  </a:lnTo>
                  <a:lnTo>
                    <a:pt x="200" y="199"/>
                  </a:lnTo>
                  <a:lnTo>
                    <a:pt x="200" y="199"/>
                  </a:lnTo>
                  <a:lnTo>
                    <a:pt x="200" y="199"/>
                  </a:lnTo>
                  <a:lnTo>
                    <a:pt x="200" y="199"/>
                  </a:lnTo>
                  <a:lnTo>
                    <a:pt x="200" y="199"/>
                  </a:lnTo>
                  <a:lnTo>
                    <a:pt x="202" y="201"/>
                  </a:lnTo>
                  <a:lnTo>
                    <a:pt x="202" y="201"/>
                  </a:lnTo>
                  <a:lnTo>
                    <a:pt x="202" y="201"/>
                  </a:lnTo>
                  <a:lnTo>
                    <a:pt x="202" y="201"/>
                  </a:lnTo>
                  <a:lnTo>
                    <a:pt x="204" y="201"/>
                  </a:lnTo>
                  <a:lnTo>
                    <a:pt x="204" y="201"/>
                  </a:lnTo>
                  <a:lnTo>
                    <a:pt x="204" y="201"/>
                  </a:lnTo>
                  <a:lnTo>
                    <a:pt x="207" y="199"/>
                  </a:lnTo>
                  <a:lnTo>
                    <a:pt x="207" y="199"/>
                  </a:lnTo>
                  <a:lnTo>
                    <a:pt x="207" y="199"/>
                  </a:lnTo>
                  <a:lnTo>
                    <a:pt x="209" y="197"/>
                  </a:lnTo>
                  <a:lnTo>
                    <a:pt x="213" y="197"/>
                  </a:lnTo>
                  <a:lnTo>
                    <a:pt x="213" y="197"/>
                  </a:lnTo>
                  <a:lnTo>
                    <a:pt x="213" y="197"/>
                  </a:lnTo>
                  <a:lnTo>
                    <a:pt x="213" y="197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5" y="195"/>
                  </a:lnTo>
                  <a:lnTo>
                    <a:pt x="215" y="195"/>
                  </a:lnTo>
                  <a:lnTo>
                    <a:pt x="221" y="195"/>
                  </a:lnTo>
                  <a:lnTo>
                    <a:pt x="223" y="195"/>
                  </a:lnTo>
                  <a:lnTo>
                    <a:pt x="225" y="197"/>
                  </a:lnTo>
                  <a:lnTo>
                    <a:pt x="229" y="199"/>
                  </a:lnTo>
                  <a:lnTo>
                    <a:pt x="229" y="199"/>
                  </a:lnTo>
                  <a:lnTo>
                    <a:pt x="229" y="199"/>
                  </a:lnTo>
                  <a:lnTo>
                    <a:pt x="231" y="201"/>
                  </a:lnTo>
                  <a:lnTo>
                    <a:pt x="231" y="203"/>
                  </a:lnTo>
                  <a:lnTo>
                    <a:pt x="233" y="203"/>
                  </a:lnTo>
                  <a:lnTo>
                    <a:pt x="233" y="203"/>
                  </a:lnTo>
                  <a:lnTo>
                    <a:pt x="237" y="201"/>
                  </a:lnTo>
                  <a:lnTo>
                    <a:pt x="237" y="201"/>
                  </a:lnTo>
                  <a:lnTo>
                    <a:pt x="237" y="201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43" y="197"/>
                  </a:lnTo>
                  <a:lnTo>
                    <a:pt x="243" y="197"/>
                  </a:lnTo>
                  <a:lnTo>
                    <a:pt x="247" y="197"/>
                  </a:lnTo>
                  <a:lnTo>
                    <a:pt x="251" y="197"/>
                  </a:lnTo>
                  <a:lnTo>
                    <a:pt x="253" y="197"/>
                  </a:lnTo>
                  <a:lnTo>
                    <a:pt x="254" y="195"/>
                  </a:lnTo>
                  <a:lnTo>
                    <a:pt x="254" y="195"/>
                  </a:lnTo>
                  <a:lnTo>
                    <a:pt x="258" y="197"/>
                  </a:lnTo>
                  <a:lnTo>
                    <a:pt x="260" y="199"/>
                  </a:lnTo>
                  <a:lnTo>
                    <a:pt x="262" y="199"/>
                  </a:lnTo>
                  <a:lnTo>
                    <a:pt x="262" y="197"/>
                  </a:lnTo>
                  <a:lnTo>
                    <a:pt x="264" y="197"/>
                  </a:lnTo>
                  <a:lnTo>
                    <a:pt x="266" y="195"/>
                  </a:lnTo>
                  <a:lnTo>
                    <a:pt x="268" y="195"/>
                  </a:lnTo>
                  <a:lnTo>
                    <a:pt x="270" y="193"/>
                  </a:lnTo>
                  <a:lnTo>
                    <a:pt x="270" y="193"/>
                  </a:lnTo>
                  <a:lnTo>
                    <a:pt x="272" y="193"/>
                  </a:lnTo>
                  <a:lnTo>
                    <a:pt x="272" y="191"/>
                  </a:lnTo>
                  <a:lnTo>
                    <a:pt x="274" y="191"/>
                  </a:lnTo>
                  <a:lnTo>
                    <a:pt x="276" y="189"/>
                  </a:lnTo>
                  <a:lnTo>
                    <a:pt x="276" y="189"/>
                  </a:lnTo>
                  <a:lnTo>
                    <a:pt x="276" y="187"/>
                  </a:lnTo>
                  <a:lnTo>
                    <a:pt x="278" y="187"/>
                  </a:lnTo>
                  <a:lnTo>
                    <a:pt x="278" y="187"/>
                  </a:lnTo>
                  <a:lnTo>
                    <a:pt x="278" y="185"/>
                  </a:lnTo>
                  <a:lnTo>
                    <a:pt x="278" y="185"/>
                  </a:lnTo>
                  <a:lnTo>
                    <a:pt x="278" y="185"/>
                  </a:lnTo>
                  <a:lnTo>
                    <a:pt x="280" y="183"/>
                  </a:lnTo>
                  <a:lnTo>
                    <a:pt x="280" y="183"/>
                  </a:lnTo>
                  <a:lnTo>
                    <a:pt x="282" y="183"/>
                  </a:lnTo>
                  <a:lnTo>
                    <a:pt x="282" y="183"/>
                  </a:lnTo>
                  <a:lnTo>
                    <a:pt x="284" y="183"/>
                  </a:lnTo>
                  <a:lnTo>
                    <a:pt x="284" y="179"/>
                  </a:lnTo>
                  <a:lnTo>
                    <a:pt x="290" y="185"/>
                  </a:lnTo>
                  <a:lnTo>
                    <a:pt x="290" y="185"/>
                  </a:lnTo>
                  <a:lnTo>
                    <a:pt x="290" y="185"/>
                  </a:lnTo>
                  <a:lnTo>
                    <a:pt x="290" y="187"/>
                  </a:lnTo>
                  <a:lnTo>
                    <a:pt x="292" y="187"/>
                  </a:lnTo>
                  <a:lnTo>
                    <a:pt x="292" y="187"/>
                  </a:lnTo>
                  <a:lnTo>
                    <a:pt x="294" y="187"/>
                  </a:lnTo>
                  <a:lnTo>
                    <a:pt x="294" y="187"/>
                  </a:lnTo>
                  <a:lnTo>
                    <a:pt x="296" y="187"/>
                  </a:lnTo>
                  <a:lnTo>
                    <a:pt x="298" y="187"/>
                  </a:lnTo>
                  <a:lnTo>
                    <a:pt x="296" y="189"/>
                  </a:lnTo>
                  <a:lnTo>
                    <a:pt x="296" y="189"/>
                  </a:lnTo>
                  <a:lnTo>
                    <a:pt x="296" y="189"/>
                  </a:lnTo>
                  <a:lnTo>
                    <a:pt x="296" y="189"/>
                  </a:lnTo>
                  <a:lnTo>
                    <a:pt x="296" y="189"/>
                  </a:lnTo>
                  <a:lnTo>
                    <a:pt x="298" y="191"/>
                  </a:lnTo>
                  <a:lnTo>
                    <a:pt x="298" y="191"/>
                  </a:lnTo>
                  <a:lnTo>
                    <a:pt x="298" y="193"/>
                  </a:lnTo>
                  <a:lnTo>
                    <a:pt x="298" y="193"/>
                  </a:lnTo>
                  <a:lnTo>
                    <a:pt x="296" y="195"/>
                  </a:lnTo>
                  <a:lnTo>
                    <a:pt x="294" y="197"/>
                  </a:lnTo>
                  <a:lnTo>
                    <a:pt x="294" y="197"/>
                  </a:lnTo>
                  <a:lnTo>
                    <a:pt x="292" y="199"/>
                  </a:lnTo>
                  <a:lnTo>
                    <a:pt x="292" y="199"/>
                  </a:lnTo>
                  <a:lnTo>
                    <a:pt x="292" y="203"/>
                  </a:lnTo>
                  <a:lnTo>
                    <a:pt x="290" y="203"/>
                  </a:lnTo>
                  <a:lnTo>
                    <a:pt x="290" y="205"/>
                  </a:lnTo>
                  <a:lnTo>
                    <a:pt x="288" y="206"/>
                  </a:lnTo>
                  <a:lnTo>
                    <a:pt x="286" y="208"/>
                  </a:lnTo>
                  <a:lnTo>
                    <a:pt x="284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0" y="210"/>
                  </a:lnTo>
                  <a:lnTo>
                    <a:pt x="280" y="210"/>
                  </a:lnTo>
                  <a:lnTo>
                    <a:pt x="278" y="212"/>
                  </a:lnTo>
                  <a:lnTo>
                    <a:pt x="278" y="212"/>
                  </a:lnTo>
                  <a:lnTo>
                    <a:pt x="278" y="212"/>
                  </a:lnTo>
                  <a:lnTo>
                    <a:pt x="278" y="212"/>
                  </a:lnTo>
                  <a:lnTo>
                    <a:pt x="280" y="212"/>
                  </a:lnTo>
                  <a:lnTo>
                    <a:pt x="280" y="214"/>
                  </a:lnTo>
                  <a:lnTo>
                    <a:pt x="282" y="216"/>
                  </a:lnTo>
                  <a:lnTo>
                    <a:pt x="280" y="216"/>
                  </a:lnTo>
                  <a:lnTo>
                    <a:pt x="280" y="220"/>
                  </a:lnTo>
                  <a:lnTo>
                    <a:pt x="280" y="220"/>
                  </a:lnTo>
                  <a:lnTo>
                    <a:pt x="278" y="220"/>
                  </a:lnTo>
                  <a:lnTo>
                    <a:pt x="276" y="222"/>
                  </a:lnTo>
                  <a:lnTo>
                    <a:pt x="276" y="222"/>
                  </a:lnTo>
                  <a:lnTo>
                    <a:pt x="276" y="222"/>
                  </a:lnTo>
                  <a:lnTo>
                    <a:pt x="276" y="224"/>
                  </a:lnTo>
                  <a:lnTo>
                    <a:pt x="276" y="224"/>
                  </a:lnTo>
                  <a:lnTo>
                    <a:pt x="276" y="224"/>
                  </a:lnTo>
                  <a:lnTo>
                    <a:pt x="280" y="228"/>
                  </a:lnTo>
                  <a:lnTo>
                    <a:pt x="280" y="228"/>
                  </a:lnTo>
                  <a:lnTo>
                    <a:pt x="280" y="228"/>
                  </a:lnTo>
                  <a:lnTo>
                    <a:pt x="280" y="228"/>
                  </a:lnTo>
                  <a:lnTo>
                    <a:pt x="280" y="228"/>
                  </a:lnTo>
                  <a:lnTo>
                    <a:pt x="280" y="230"/>
                  </a:lnTo>
                  <a:lnTo>
                    <a:pt x="280" y="230"/>
                  </a:lnTo>
                  <a:lnTo>
                    <a:pt x="280" y="232"/>
                  </a:lnTo>
                  <a:lnTo>
                    <a:pt x="280" y="232"/>
                  </a:lnTo>
                  <a:lnTo>
                    <a:pt x="280" y="232"/>
                  </a:lnTo>
                  <a:lnTo>
                    <a:pt x="280" y="232"/>
                  </a:lnTo>
                  <a:lnTo>
                    <a:pt x="276" y="234"/>
                  </a:lnTo>
                  <a:lnTo>
                    <a:pt x="276" y="234"/>
                  </a:lnTo>
                  <a:lnTo>
                    <a:pt x="276" y="236"/>
                  </a:lnTo>
                  <a:lnTo>
                    <a:pt x="276" y="236"/>
                  </a:lnTo>
                  <a:lnTo>
                    <a:pt x="276" y="236"/>
                  </a:lnTo>
                  <a:lnTo>
                    <a:pt x="276" y="238"/>
                  </a:lnTo>
                  <a:lnTo>
                    <a:pt x="276" y="238"/>
                  </a:lnTo>
                  <a:lnTo>
                    <a:pt x="274" y="238"/>
                  </a:lnTo>
                  <a:lnTo>
                    <a:pt x="274" y="240"/>
                  </a:lnTo>
                  <a:lnTo>
                    <a:pt x="272" y="240"/>
                  </a:lnTo>
                  <a:lnTo>
                    <a:pt x="272" y="240"/>
                  </a:lnTo>
                  <a:lnTo>
                    <a:pt x="272" y="238"/>
                  </a:lnTo>
                  <a:lnTo>
                    <a:pt x="272" y="238"/>
                  </a:lnTo>
                  <a:lnTo>
                    <a:pt x="272" y="236"/>
                  </a:lnTo>
                  <a:lnTo>
                    <a:pt x="268" y="232"/>
                  </a:lnTo>
                  <a:lnTo>
                    <a:pt x="268" y="232"/>
                  </a:lnTo>
                  <a:lnTo>
                    <a:pt x="266" y="232"/>
                  </a:lnTo>
                  <a:lnTo>
                    <a:pt x="260" y="232"/>
                  </a:lnTo>
                  <a:lnTo>
                    <a:pt x="260" y="232"/>
                  </a:lnTo>
                  <a:lnTo>
                    <a:pt x="258" y="232"/>
                  </a:lnTo>
                  <a:lnTo>
                    <a:pt x="258" y="232"/>
                  </a:lnTo>
                  <a:lnTo>
                    <a:pt x="256" y="232"/>
                  </a:lnTo>
                  <a:lnTo>
                    <a:pt x="256" y="232"/>
                  </a:lnTo>
                  <a:lnTo>
                    <a:pt x="254" y="232"/>
                  </a:lnTo>
                  <a:lnTo>
                    <a:pt x="254" y="234"/>
                  </a:lnTo>
                  <a:lnTo>
                    <a:pt x="249" y="242"/>
                  </a:lnTo>
                  <a:lnTo>
                    <a:pt x="247" y="244"/>
                  </a:lnTo>
                  <a:lnTo>
                    <a:pt x="247" y="244"/>
                  </a:lnTo>
                  <a:lnTo>
                    <a:pt x="247" y="246"/>
                  </a:lnTo>
                  <a:lnTo>
                    <a:pt x="247" y="246"/>
                  </a:lnTo>
                  <a:lnTo>
                    <a:pt x="245" y="246"/>
                  </a:lnTo>
                  <a:lnTo>
                    <a:pt x="243" y="244"/>
                  </a:lnTo>
                  <a:lnTo>
                    <a:pt x="243" y="244"/>
                  </a:lnTo>
                  <a:lnTo>
                    <a:pt x="241" y="246"/>
                  </a:lnTo>
                  <a:lnTo>
                    <a:pt x="241" y="246"/>
                  </a:lnTo>
                  <a:lnTo>
                    <a:pt x="241" y="246"/>
                  </a:lnTo>
                  <a:lnTo>
                    <a:pt x="239" y="246"/>
                  </a:lnTo>
                  <a:lnTo>
                    <a:pt x="239" y="244"/>
                  </a:lnTo>
                  <a:lnTo>
                    <a:pt x="239" y="244"/>
                  </a:lnTo>
                  <a:lnTo>
                    <a:pt x="239" y="244"/>
                  </a:lnTo>
                  <a:lnTo>
                    <a:pt x="237" y="244"/>
                  </a:lnTo>
                  <a:lnTo>
                    <a:pt x="237" y="244"/>
                  </a:lnTo>
                  <a:lnTo>
                    <a:pt x="237" y="244"/>
                  </a:lnTo>
                  <a:lnTo>
                    <a:pt x="235" y="246"/>
                  </a:lnTo>
                  <a:lnTo>
                    <a:pt x="235" y="246"/>
                  </a:lnTo>
                  <a:lnTo>
                    <a:pt x="235" y="248"/>
                  </a:lnTo>
                  <a:lnTo>
                    <a:pt x="235" y="248"/>
                  </a:lnTo>
                  <a:lnTo>
                    <a:pt x="235" y="248"/>
                  </a:lnTo>
                  <a:lnTo>
                    <a:pt x="237" y="248"/>
                  </a:lnTo>
                  <a:lnTo>
                    <a:pt x="237" y="248"/>
                  </a:lnTo>
                  <a:lnTo>
                    <a:pt x="237" y="250"/>
                  </a:lnTo>
                  <a:lnTo>
                    <a:pt x="235" y="250"/>
                  </a:lnTo>
                  <a:lnTo>
                    <a:pt x="235" y="250"/>
                  </a:lnTo>
                  <a:lnTo>
                    <a:pt x="233" y="252"/>
                  </a:lnTo>
                  <a:lnTo>
                    <a:pt x="233" y="252"/>
                  </a:lnTo>
                  <a:lnTo>
                    <a:pt x="233" y="252"/>
                  </a:lnTo>
                  <a:lnTo>
                    <a:pt x="233" y="254"/>
                  </a:lnTo>
                  <a:lnTo>
                    <a:pt x="233" y="256"/>
                  </a:lnTo>
                  <a:lnTo>
                    <a:pt x="233" y="256"/>
                  </a:lnTo>
                  <a:lnTo>
                    <a:pt x="233" y="258"/>
                  </a:lnTo>
                  <a:lnTo>
                    <a:pt x="231" y="258"/>
                  </a:lnTo>
                  <a:lnTo>
                    <a:pt x="231" y="259"/>
                  </a:lnTo>
                  <a:lnTo>
                    <a:pt x="229" y="259"/>
                  </a:lnTo>
                  <a:lnTo>
                    <a:pt x="229" y="259"/>
                  </a:lnTo>
                  <a:lnTo>
                    <a:pt x="229" y="263"/>
                  </a:lnTo>
                  <a:lnTo>
                    <a:pt x="231" y="265"/>
                  </a:lnTo>
                  <a:lnTo>
                    <a:pt x="229" y="265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7" y="269"/>
                  </a:lnTo>
                  <a:lnTo>
                    <a:pt x="225" y="269"/>
                  </a:lnTo>
                  <a:lnTo>
                    <a:pt x="225" y="269"/>
                  </a:lnTo>
                  <a:lnTo>
                    <a:pt x="225" y="269"/>
                  </a:lnTo>
                  <a:lnTo>
                    <a:pt x="225" y="271"/>
                  </a:lnTo>
                  <a:lnTo>
                    <a:pt x="225" y="273"/>
                  </a:lnTo>
                  <a:lnTo>
                    <a:pt x="225" y="273"/>
                  </a:lnTo>
                  <a:lnTo>
                    <a:pt x="225" y="273"/>
                  </a:lnTo>
                  <a:lnTo>
                    <a:pt x="225" y="273"/>
                  </a:lnTo>
                  <a:lnTo>
                    <a:pt x="227" y="273"/>
                  </a:lnTo>
                  <a:lnTo>
                    <a:pt x="227" y="275"/>
                  </a:lnTo>
                  <a:lnTo>
                    <a:pt x="225" y="277"/>
                  </a:lnTo>
                  <a:lnTo>
                    <a:pt x="225" y="279"/>
                  </a:lnTo>
                  <a:lnTo>
                    <a:pt x="223" y="291"/>
                  </a:lnTo>
                  <a:lnTo>
                    <a:pt x="221" y="291"/>
                  </a:lnTo>
                  <a:lnTo>
                    <a:pt x="221" y="291"/>
                  </a:lnTo>
                  <a:lnTo>
                    <a:pt x="221" y="291"/>
                  </a:lnTo>
                  <a:lnTo>
                    <a:pt x="221" y="293"/>
                  </a:lnTo>
                  <a:lnTo>
                    <a:pt x="221" y="293"/>
                  </a:lnTo>
                  <a:lnTo>
                    <a:pt x="221" y="293"/>
                  </a:lnTo>
                  <a:lnTo>
                    <a:pt x="219" y="293"/>
                  </a:lnTo>
                  <a:lnTo>
                    <a:pt x="219" y="293"/>
                  </a:lnTo>
                  <a:lnTo>
                    <a:pt x="219" y="293"/>
                  </a:lnTo>
                  <a:lnTo>
                    <a:pt x="219" y="295"/>
                  </a:lnTo>
                  <a:lnTo>
                    <a:pt x="217" y="299"/>
                  </a:lnTo>
                  <a:lnTo>
                    <a:pt x="217" y="299"/>
                  </a:lnTo>
                  <a:lnTo>
                    <a:pt x="217" y="299"/>
                  </a:lnTo>
                  <a:lnTo>
                    <a:pt x="217" y="299"/>
                  </a:lnTo>
                  <a:lnTo>
                    <a:pt x="219" y="301"/>
                  </a:lnTo>
                  <a:lnTo>
                    <a:pt x="219" y="301"/>
                  </a:lnTo>
                  <a:lnTo>
                    <a:pt x="219" y="301"/>
                  </a:lnTo>
                  <a:lnTo>
                    <a:pt x="221" y="301"/>
                  </a:lnTo>
                  <a:lnTo>
                    <a:pt x="221" y="301"/>
                  </a:lnTo>
                  <a:lnTo>
                    <a:pt x="221" y="303"/>
                  </a:lnTo>
                  <a:lnTo>
                    <a:pt x="221" y="303"/>
                  </a:lnTo>
                  <a:lnTo>
                    <a:pt x="221" y="305"/>
                  </a:lnTo>
                  <a:lnTo>
                    <a:pt x="219" y="311"/>
                  </a:lnTo>
                  <a:lnTo>
                    <a:pt x="219" y="311"/>
                  </a:lnTo>
                  <a:lnTo>
                    <a:pt x="219" y="311"/>
                  </a:lnTo>
                  <a:lnTo>
                    <a:pt x="219" y="313"/>
                  </a:lnTo>
                  <a:lnTo>
                    <a:pt x="223" y="313"/>
                  </a:lnTo>
                  <a:lnTo>
                    <a:pt x="223" y="313"/>
                  </a:lnTo>
                  <a:lnTo>
                    <a:pt x="223" y="313"/>
                  </a:lnTo>
                  <a:lnTo>
                    <a:pt x="223" y="313"/>
                  </a:lnTo>
                  <a:lnTo>
                    <a:pt x="223" y="316"/>
                  </a:lnTo>
                  <a:lnTo>
                    <a:pt x="223" y="314"/>
                  </a:lnTo>
                  <a:lnTo>
                    <a:pt x="215" y="314"/>
                  </a:lnTo>
                  <a:lnTo>
                    <a:pt x="215" y="314"/>
                  </a:lnTo>
                  <a:lnTo>
                    <a:pt x="215" y="314"/>
                  </a:lnTo>
                  <a:lnTo>
                    <a:pt x="215" y="316"/>
                  </a:lnTo>
                  <a:lnTo>
                    <a:pt x="215" y="316"/>
                  </a:lnTo>
                  <a:lnTo>
                    <a:pt x="213" y="316"/>
                  </a:lnTo>
                  <a:lnTo>
                    <a:pt x="213" y="316"/>
                  </a:lnTo>
                  <a:lnTo>
                    <a:pt x="213" y="318"/>
                  </a:lnTo>
                  <a:lnTo>
                    <a:pt x="213" y="318"/>
                  </a:lnTo>
                  <a:lnTo>
                    <a:pt x="213" y="318"/>
                  </a:lnTo>
                  <a:lnTo>
                    <a:pt x="211" y="318"/>
                  </a:lnTo>
                  <a:lnTo>
                    <a:pt x="211" y="318"/>
                  </a:lnTo>
                  <a:lnTo>
                    <a:pt x="211" y="320"/>
                  </a:lnTo>
                  <a:lnTo>
                    <a:pt x="211" y="320"/>
                  </a:lnTo>
                  <a:lnTo>
                    <a:pt x="209" y="324"/>
                  </a:lnTo>
                  <a:lnTo>
                    <a:pt x="207" y="324"/>
                  </a:lnTo>
                  <a:lnTo>
                    <a:pt x="207" y="324"/>
                  </a:lnTo>
                  <a:lnTo>
                    <a:pt x="207" y="326"/>
                  </a:lnTo>
                  <a:lnTo>
                    <a:pt x="207" y="328"/>
                  </a:lnTo>
                  <a:lnTo>
                    <a:pt x="207" y="328"/>
                  </a:lnTo>
                  <a:lnTo>
                    <a:pt x="207" y="330"/>
                  </a:lnTo>
                  <a:lnTo>
                    <a:pt x="207" y="330"/>
                  </a:lnTo>
                  <a:lnTo>
                    <a:pt x="207" y="332"/>
                  </a:lnTo>
                  <a:lnTo>
                    <a:pt x="207" y="332"/>
                  </a:lnTo>
                  <a:lnTo>
                    <a:pt x="207" y="334"/>
                  </a:lnTo>
                  <a:lnTo>
                    <a:pt x="207" y="336"/>
                  </a:lnTo>
                  <a:lnTo>
                    <a:pt x="207" y="336"/>
                  </a:lnTo>
                  <a:lnTo>
                    <a:pt x="207" y="336"/>
                  </a:lnTo>
                  <a:lnTo>
                    <a:pt x="205" y="338"/>
                  </a:lnTo>
                  <a:lnTo>
                    <a:pt x="205" y="338"/>
                  </a:lnTo>
                  <a:lnTo>
                    <a:pt x="204" y="338"/>
                  </a:lnTo>
                  <a:lnTo>
                    <a:pt x="204" y="338"/>
                  </a:lnTo>
                  <a:lnTo>
                    <a:pt x="204" y="340"/>
                  </a:lnTo>
                  <a:lnTo>
                    <a:pt x="204" y="340"/>
                  </a:lnTo>
                  <a:lnTo>
                    <a:pt x="204" y="340"/>
                  </a:lnTo>
                  <a:lnTo>
                    <a:pt x="204" y="342"/>
                  </a:lnTo>
                  <a:lnTo>
                    <a:pt x="204" y="342"/>
                  </a:lnTo>
                  <a:lnTo>
                    <a:pt x="204" y="342"/>
                  </a:lnTo>
                  <a:lnTo>
                    <a:pt x="205" y="344"/>
                  </a:lnTo>
                  <a:lnTo>
                    <a:pt x="205" y="344"/>
                  </a:lnTo>
                  <a:lnTo>
                    <a:pt x="205" y="344"/>
                  </a:lnTo>
                  <a:lnTo>
                    <a:pt x="205" y="348"/>
                  </a:lnTo>
                  <a:lnTo>
                    <a:pt x="207" y="348"/>
                  </a:lnTo>
                  <a:lnTo>
                    <a:pt x="207" y="348"/>
                  </a:lnTo>
                  <a:lnTo>
                    <a:pt x="207" y="348"/>
                  </a:lnTo>
                  <a:lnTo>
                    <a:pt x="207" y="348"/>
                  </a:lnTo>
                  <a:lnTo>
                    <a:pt x="207" y="350"/>
                  </a:lnTo>
                  <a:lnTo>
                    <a:pt x="205" y="350"/>
                  </a:lnTo>
                  <a:lnTo>
                    <a:pt x="204" y="350"/>
                  </a:lnTo>
                  <a:lnTo>
                    <a:pt x="204" y="350"/>
                  </a:lnTo>
                  <a:lnTo>
                    <a:pt x="204" y="350"/>
                  </a:lnTo>
                  <a:lnTo>
                    <a:pt x="204" y="350"/>
                  </a:lnTo>
                  <a:lnTo>
                    <a:pt x="204" y="350"/>
                  </a:lnTo>
                  <a:lnTo>
                    <a:pt x="204" y="356"/>
                  </a:lnTo>
                  <a:lnTo>
                    <a:pt x="204" y="356"/>
                  </a:lnTo>
                  <a:lnTo>
                    <a:pt x="204" y="356"/>
                  </a:lnTo>
                  <a:lnTo>
                    <a:pt x="204" y="358"/>
                  </a:lnTo>
                  <a:lnTo>
                    <a:pt x="204" y="360"/>
                  </a:lnTo>
                  <a:lnTo>
                    <a:pt x="204" y="360"/>
                  </a:lnTo>
                  <a:lnTo>
                    <a:pt x="202" y="362"/>
                  </a:lnTo>
                  <a:lnTo>
                    <a:pt x="202" y="362"/>
                  </a:lnTo>
                  <a:lnTo>
                    <a:pt x="202" y="362"/>
                  </a:lnTo>
                  <a:lnTo>
                    <a:pt x="204" y="362"/>
                  </a:lnTo>
                  <a:lnTo>
                    <a:pt x="204" y="364"/>
                  </a:lnTo>
                  <a:lnTo>
                    <a:pt x="205" y="364"/>
                  </a:lnTo>
                  <a:lnTo>
                    <a:pt x="207" y="366"/>
                  </a:lnTo>
                  <a:lnTo>
                    <a:pt x="207" y="366"/>
                  </a:lnTo>
                  <a:lnTo>
                    <a:pt x="207" y="366"/>
                  </a:lnTo>
                  <a:lnTo>
                    <a:pt x="207" y="366"/>
                  </a:lnTo>
                  <a:lnTo>
                    <a:pt x="207" y="367"/>
                  </a:lnTo>
                  <a:lnTo>
                    <a:pt x="207" y="367"/>
                  </a:lnTo>
                  <a:lnTo>
                    <a:pt x="207" y="367"/>
                  </a:lnTo>
                  <a:lnTo>
                    <a:pt x="207" y="367"/>
                  </a:lnTo>
                  <a:lnTo>
                    <a:pt x="205" y="369"/>
                  </a:lnTo>
                  <a:lnTo>
                    <a:pt x="205" y="369"/>
                  </a:lnTo>
                  <a:lnTo>
                    <a:pt x="204" y="369"/>
                  </a:lnTo>
                  <a:lnTo>
                    <a:pt x="204" y="369"/>
                  </a:lnTo>
                  <a:lnTo>
                    <a:pt x="202" y="369"/>
                  </a:lnTo>
                  <a:lnTo>
                    <a:pt x="196" y="367"/>
                  </a:lnTo>
                  <a:lnTo>
                    <a:pt x="194" y="367"/>
                  </a:lnTo>
                  <a:lnTo>
                    <a:pt x="194" y="369"/>
                  </a:lnTo>
                  <a:lnTo>
                    <a:pt x="194" y="36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0" y="375"/>
                  </a:lnTo>
                  <a:lnTo>
                    <a:pt x="190" y="375"/>
                  </a:lnTo>
                  <a:lnTo>
                    <a:pt x="190" y="375"/>
                  </a:lnTo>
                  <a:lnTo>
                    <a:pt x="190" y="375"/>
                  </a:lnTo>
                  <a:lnTo>
                    <a:pt x="190" y="377"/>
                  </a:lnTo>
                  <a:lnTo>
                    <a:pt x="190" y="379"/>
                  </a:lnTo>
                  <a:lnTo>
                    <a:pt x="190" y="379"/>
                  </a:lnTo>
                  <a:lnTo>
                    <a:pt x="190" y="379"/>
                  </a:lnTo>
                  <a:lnTo>
                    <a:pt x="192" y="381"/>
                  </a:lnTo>
                  <a:lnTo>
                    <a:pt x="192" y="383"/>
                  </a:lnTo>
                  <a:lnTo>
                    <a:pt x="192" y="383"/>
                  </a:lnTo>
                  <a:lnTo>
                    <a:pt x="192" y="383"/>
                  </a:lnTo>
                  <a:lnTo>
                    <a:pt x="192" y="383"/>
                  </a:lnTo>
                  <a:lnTo>
                    <a:pt x="190" y="385"/>
                  </a:lnTo>
                  <a:lnTo>
                    <a:pt x="188" y="385"/>
                  </a:lnTo>
                  <a:lnTo>
                    <a:pt x="188" y="385"/>
                  </a:lnTo>
                  <a:lnTo>
                    <a:pt x="188" y="385"/>
                  </a:lnTo>
                  <a:lnTo>
                    <a:pt x="188" y="387"/>
                  </a:lnTo>
                  <a:lnTo>
                    <a:pt x="188" y="389"/>
                  </a:lnTo>
                  <a:lnTo>
                    <a:pt x="186" y="391"/>
                  </a:lnTo>
                  <a:lnTo>
                    <a:pt x="186" y="393"/>
                  </a:lnTo>
                  <a:lnTo>
                    <a:pt x="186" y="393"/>
                  </a:lnTo>
                  <a:lnTo>
                    <a:pt x="186" y="393"/>
                  </a:lnTo>
                  <a:lnTo>
                    <a:pt x="184" y="393"/>
                  </a:lnTo>
                  <a:lnTo>
                    <a:pt x="184" y="393"/>
                  </a:lnTo>
                  <a:lnTo>
                    <a:pt x="184" y="395"/>
                  </a:lnTo>
                  <a:lnTo>
                    <a:pt x="184" y="395"/>
                  </a:lnTo>
                  <a:lnTo>
                    <a:pt x="184" y="395"/>
                  </a:lnTo>
                  <a:lnTo>
                    <a:pt x="182" y="399"/>
                  </a:lnTo>
                  <a:lnTo>
                    <a:pt x="182" y="399"/>
                  </a:lnTo>
                  <a:lnTo>
                    <a:pt x="182" y="399"/>
                  </a:lnTo>
                  <a:lnTo>
                    <a:pt x="182" y="401"/>
                  </a:lnTo>
                  <a:lnTo>
                    <a:pt x="182" y="401"/>
                  </a:lnTo>
                  <a:lnTo>
                    <a:pt x="180" y="401"/>
                  </a:lnTo>
                  <a:lnTo>
                    <a:pt x="180" y="401"/>
                  </a:lnTo>
                  <a:lnTo>
                    <a:pt x="180" y="401"/>
                  </a:lnTo>
                  <a:lnTo>
                    <a:pt x="178" y="403"/>
                  </a:lnTo>
                  <a:lnTo>
                    <a:pt x="178" y="403"/>
                  </a:lnTo>
                  <a:lnTo>
                    <a:pt x="178" y="403"/>
                  </a:lnTo>
                  <a:lnTo>
                    <a:pt x="178" y="403"/>
                  </a:lnTo>
                  <a:lnTo>
                    <a:pt x="176" y="401"/>
                  </a:lnTo>
                  <a:lnTo>
                    <a:pt x="176" y="401"/>
                  </a:lnTo>
                  <a:lnTo>
                    <a:pt x="176" y="401"/>
                  </a:lnTo>
                  <a:lnTo>
                    <a:pt x="176" y="401"/>
                  </a:lnTo>
                  <a:lnTo>
                    <a:pt x="176" y="401"/>
                  </a:lnTo>
                  <a:lnTo>
                    <a:pt x="174" y="401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0" y="401"/>
                  </a:lnTo>
                  <a:lnTo>
                    <a:pt x="170" y="401"/>
                  </a:lnTo>
                  <a:lnTo>
                    <a:pt x="170" y="399"/>
                  </a:lnTo>
                  <a:lnTo>
                    <a:pt x="170" y="399"/>
                  </a:lnTo>
                  <a:lnTo>
                    <a:pt x="170" y="399"/>
                  </a:lnTo>
                  <a:lnTo>
                    <a:pt x="170" y="399"/>
                  </a:lnTo>
                  <a:lnTo>
                    <a:pt x="168" y="399"/>
                  </a:lnTo>
                  <a:lnTo>
                    <a:pt x="168" y="401"/>
                  </a:lnTo>
                  <a:lnTo>
                    <a:pt x="168" y="401"/>
                  </a:lnTo>
                  <a:lnTo>
                    <a:pt x="168" y="401"/>
                  </a:lnTo>
                  <a:lnTo>
                    <a:pt x="166" y="401"/>
                  </a:lnTo>
                  <a:lnTo>
                    <a:pt x="164" y="401"/>
                  </a:lnTo>
                  <a:lnTo>
                    <a:pt x="162" y="399"/>
                  </a:lnTo>
                  <a:lnTo>
                    <a:pt x="160" y="399"/>
                  </a:lnTo>
                  <a:lnTo>
                    <a:pt x="160" y="399"/>
                  </a:lnTo>
                  <a:lnTo>
                    <a:pt x="160" y="399"/>
                  </a:lnTo>
                  <a:lnTo>
                    <a:pt x="160" y="399"/>
                  </a:lnTo>
                  <a:lnTo>
                    <a:pt x="162" y="397"/>
                  </a:lnTo>
                  <a:lnTo>
                    <a:pt x="162" y="397"/>
                  </a:lnTo>
                  <a:lnTo>
                    <a:pt x="162" y="397"/>
                  </a:lnTo>
                  <a:lnTo>
                    <a:pt x="160" y="397"/>
                  </a:lnTo>
                  <a:lnTo>
                    <a:pt x="160" y="395"/>
                  </a:lnTo>
                  <a:lnTo>
                    <a:pt x="158" y="395"/>
                  </a:lnTo>
                  <a:lnTo>
                    <a:pt x="158" y="395"/>
                  </a:lnTo>
                  <a:lnTo>
                    <a:pt x="158" y="395"/>
                  </a:lnTo>
                  <a:lnTo>
                    <a:pt x="156" y="395"/>
                  </a:lnTo>
                  <a:lnTo>
                    <a:pt x="156" y="395"/>
                  </a:lnTo>
                  <a:lnTo>
                    <a:pt x="154" y="395"/>
                  </a:lnTo>
                  <a:lnTo>
                    <a:pt x="154" y="395"/>
                  </a:lnTo>
                  <a:lnTo>
                    <a:pt x="154" y="395"/>
                  </a:lnTo>
                  <a:lnTo>
                    <a:pt x="154" y="395"/>
                  </a:lnTo>
                  <a:lnTo>
                    <a:pt x="154" y="393"/>
                  </a:lnTo>
                  <a:lnTo>
                    <a:pt x="154" y="393"/>
                  </a:lnTo>
                  <a:lnTo>
                    <a:pt x="154" y="393"/>
                  </a:lnTo>
                  <a:lnTo>
                    <a:pt x="154" y="393"/>
                  </a:lnTo>
                  <a:lnTo>
                    <a:pt x="154" y="393"/>
                  </a:lnTo>
                  <a:lnTo>
                    <a:pt x="154" y="391"/>
                  </a:lnTo>
                  <a:lnTo>
                    <a:pt x="154" y="391"/>
                  </a:lnTo>
                  <a:lnTo>
                    <a:pt x="154" y="391"/>
                  </a:lnTo>
                  <a:lnTo>
                    <a:pt x="154" y="391"/>
                  </a:lnTo>
                  <a:lnTo>
                    <a:pt x="151" y="389"/>
                  </a:lnTo>
                  <a:lnTo>
                    <a:pt x="151" y="389"/>
                  </a:lnTo>
                  <a:lnTo>
                    <a:pt x="151" y="389"/>
                  </a:lnTo>
                  <a:lnTo>
                    <a:pt x="149" y="389"/>
                  </a:lnTo>
                  <a:lnTo>
                    <a:pt x="147" y="389"/>
                  </a:lnTo>
                  <a:lnTo>
                    <a:pt x="147" y="389"/>
                  </a:lnTo>
                  <a:lnTo>
                    <a:pt x="145" y="389"/>
                  </a:lnTo>
                  <a:lnTo>
                    <a:pt x="145" y="387"/>
                  </a:lnTo>
                  <a:lnTo>
                    <a:pt x="145" y="387"/>
                  </a:lnTo>
                  <a:lnTo>
                    <a:pt x="145" y="387"/>
                  </a:lnTo>
                  <a:lnTo>
                    <a:pt x="145" y="387"/>
                  </a:lnTo>
                  <a:lnTo>
                    <a:pt x="145" y="387"/>
                  </a:lnTo>
                  <a:lnTo>
                    <a:pt x="145" y="385"/>
                  </a:lnTo>
                  <a:lnTo>
                    <a:pt x="145" y="385"/>
                  </a:lnTo>
                  <a:lnTo>
                    <a:pt x="143" y="385"/>
                  </a:lnTo>
                  <a:lnTo>
                    <a:pt x="143" y="385"/>
                  </a:lnTo>
                  <a:lnTo>
                    <a:pt x="143" y="385"/>
                  </a:lnTo>
                  <a:lnTo>
                    <a:pt x="141" y="385"/>
                  </a:lnTo>
                  <a:lnTo>
                    <a:pt x="141" y="385"/>
                  </a:lnTo>
                  <a:lnTo>
                    <a:pt x="141" y="385"/>
                  </a:lnTo>
                  <a:lnTo>
                    <a:pt x="141" y="385"/>
                  </a:lnTo>
                  <a:lnTo>
                    <a:pt x="141" y="387"/>
                  </a:lnTo>
                  <a:lnTo>
                    <a:pt x="141" y="387"/>
                  </a:lnTo>
                  <a:lnTo>
                    <a:pt x="141" y="387"/>
                  </a:lnTo>
                  <a:lnTo>
                    <a:pt x="141" y="387"/>
                  </a:lnTo>
                  <a:lnTo>
                    <a:pt x="141" y="389"/>
                  </a:lnTo>
                  <a:lnTo>
                    <a:pt x="141" y="389"/>
                  </a:lnTo>
                  <a:lnTo>
                    <a:pt x="139" y="389"/>
                  </a:lnTo>
                  <a:lnTo>
                    <a:pt x="139" y="389"/>
                  </a:lnTo>
                  <a:lnTo>
                    <a:pt x="139" y="389"/>
                  </a:lnTo>
                  <a:lnTo>
                    <a:pt x="139" y="389"/>
                  </a:lnTo>
                  <a:lnTo>
                    <a:pt x="139" y="391"/>
                  </a:lnTo>
                  <a:lnTo>
                    <a:pt x="139" y="391"/>
                  </a:lnTo>
                  <a:lnTo>
                    <a:pt x="139" y="391"/>
                  </a:lnTo>
                  <a:lnTo>
                    <a:pt x="139" y="391"/>
                  </a:lnTo>
                  <a:lnTo>
                    <a:pt x="137" y="393"/>
                  </a:lnTo>
                  <a:lnTo>
                    <a:pt x="135" y="393"/>
                  </a:lnTo>
                  <a:lnTo>
                    <a:pt x="135" y="393"/>
                  </a:lnTo>
                  <a:lnTo>
                    <a:pt x="133" y="393"/>
                  </a:lnTo>
                  <a:lnTo>
                    <a:pt x="133" y="393"/>
                  </a:lnTo>
                  <a:lnTo>
                    <a:pt x="133" y="395"/>
                  </a:lnTo>
                  <a:lnTo>
                    <a:pt x="133" y="395"/>
                  </a:lnTo>
                  <a:lnTo>
                    <a:pt x="131" y="393"/>
                  </a:lnTo>
                  <a:lnTo>
                    <a:pt x="129" y="393"/>
                  </a:lnTo>
                  <a:lnTo>
                    <a:pt x="129" y="393"/>
                  </a:lnTo>
                  <a:lnTo>
                    <a:pt x="127" y="393"/>
                  </a:lnTo>
                  <a:lnTo>
                    <a:pt x="127" y="393"/>
                  </a:lnTo>
                  <a:lnTo>
                    <a:pt x="127" y="395"/>
                  </a:lnTo>
                  <a:lnTo>
                    <a:pt x="127" y="395"/>
                  </a:lnTo>
                  <a:lnTo>
                    <a:pt x="127" y="395"/>
                  </a:lnTo>
                  <a:lnTo>
                    <a:pt x="127" y="397"/>
                  </a:lnTo>
                  <a:lnTo>
                    <a:pt x="125" y="397"/>
                  </a:lnTo>
                  <a:lnTo>
                    <a:pt x="125" y="397"/>
                  </a:lnTo>
                  <a:lnTo>
                    <a:pt x="125" y="397"/>
                  </a:lnTo>
                  <a:lnTo>
                    <a:pt x="125" y="399"/>
                  </a:lnTo>
                  <a:lnTo>
                    <a:pt x="125" y="399"/>
                  </a:lnTo>
                  <a:lnTo>
                    <a:pt x="125" y="399"/>
                  </a:lnTo>
                  <a:lnTo>
                    <a:pt x="121" y="399"/>
                  </a:lnTo>
                  <a:lnTo>
                    <a:pt x="121" y="399"/>
                  </a:lnTo>
                  <a:lnTo>
                    <a:pt x="119" y="399"/>
                  </a:lnTo>
                  <a:lnTo>
                    <a:pt x="119" y="399"/>
                  </a:lnTo>
                  <a:lnTo>
                    <a:pt x="119" y="399"/>
                  </a:lnTo>
                  <a:lnTo>
                    <a:pt x="117" y="399"/>
                  </a:lnTo>
                  <a:lnTo>
                    <a:pt x="117" y="401"/>
                  </a:lnTo>
                  <a:lnTo>
                    <a:pt x="117" y="401"/>
                  </a:lnTo>
                  <a:lnTo>
                    <a:pt x="115" y="401"/>
                  </a:lnTo>
                  <a:lnTo>
                    <a:pt x="115" y="401"/>
                  </a:lnTo>
                  <a:lnTo>
                    <a:pt x="115" y="401"/>
                  </a:lnTo>
                  <a:lnTo>
                    <a:pt x="115" y="401"/>
                  </a:lnTo>
                  <a:lnTo>
                    <a:pt x="115" y="401"/>
                  </a:lnTo>
                  <a:lnTo>
                    <a:pt x="113" y="401"/>
                  </a:lnTo>
                  <a:lnTo>
                    <a:pt x="113" y="399"/>
                  </a:lnTo>
                  <a:lnTo>
                    <a:pt x="113" y="399"/>
                  </a:lnTo>
                  <a:lnTo>
                    <a:pt x="113" y="399"/>
                  </a:lnTo>
                  <a:lnTo>
                    <a:pt x="113" y="395"/>
                  </a:lnTo>
                  <a:lnTo>
                    <a:pt x="111" y="395"/>
                  </a:lnTo>
                  <a:lnTo>
                    <a:pt x="111" y="395"/>
                  </a:lnTo>
                  <a:lnTo>
                    <a:pt x="111" y="393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09" y="391"/>
                  </a:lnTo>
                  <a:lnTo>
                    <a:pt x="109" y="391"/>
                  </a:lnTo>
                  <a:lnTo>
                    <a:pt x="109" y="391"/>
                  </a:lnTo>
                  <a:lnTo>
                    <a:pt x="109" y="389"/>
                  </a:lnTo>
                  <a:lnTo>
                    <a:pt x="109" y="387"/>
                  </a:lnTo>
                  <a:lnTo>
                    <a:pt x="109" y="387"/>
                  </a:lnTo>
                  <a:lnTo>
                    <a:pt x="109" y="387"/>
                  </a:lnTo>
                  <a:lnTo>
                    <a:pt x="109" y="387"/>
                  </a:lnTo>
                  <a:lnTo>
                    <a:pt x="109" y="387"/>
                  </a:lnTo>
                  <a:lnTo>
                    <a:pt x="107" y="385"/>
                  </a:lnTo>
                  <a:lnTo>
                    <a:pt x="105" y="385"/>
                  </a:lnTo>
                  <a:lnTo>
                    <a:pt x="105" y="385"/>
                  </a:lnTo>
                  <a:lnTo>
                    <a:pt x="105" y="385"/>
                  </a:lnTo>
                  <a:lnTo>
                    <a:pt x="103" y="385"/>
                  </a:lnTo>
                  <a:lnTo>
                    <a:pt x="103" y="385"/>
                  </a:lnTo>
                  <a:lnTo>
                    <a:pt x="103" y="385"/>
                  </a:lnTo>
                  <a:lnTo>
                    <a:pt x="102" y="383"/>
                  </a:lnTo>
                  <a:lnTo>
                    <a:pt x="102" y="383"/>
                  </a:lnTo>
                  <a:lnTo>
                    <a:pt x="102" y="383"/>
                  </a:lnTo>
                  <a:lnTo>
                    <a:pt x="100" y="383"/>
                  </a:lnTo>
                  <a:lnTo>
                    <a:pt x="100" y="383"/>
                  </a:lnTo>
                  <a:lnTo>
                    <a:pt x="100" y="383"/>
                  </a:lnTo>
                  <a:lnTo>
                    <a:pt x="100" y="385"/>
                  </a:lnTo>
                  <a:lnTo>
                    <a:pt x="100" y="385"/>
                  </a:lnTo>
                  <a:lnTo>
                    <a:pt x="100" y="385"/>
                  </a:lnTo>
                  <a:lnTo>
                    <a:pt x="103" y="387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102" y="391"/>
                  </a:lnTo>
                  <a:lnTo>
                    <a:pt x="102" y="391"/>
                  </a:lnTo>
                  <a:lnTo>
                    <a:pt x="102" y="391"/>
                  </a:lnTo>
                  <a:lnTo>
                    <a:pt x="102" y="393"/>
                  </a:lnTo>
                  <a:lnTo>
                    <a:pt x="102" y="393"/>
                  </a:lnTo>
                  <a:lnTo>
                    <a:pt x="102" y="393"/>
                  </a:lnTo>
                  <a:lnTo>
                    <a:pt x="102" y="395"/>
                  </a:lnTo>
                  <a:lnTo>
                    <a:pt x="102" y="395"/>
                  </a:lnTo>
                  <a:lnTo>
                    <a:pt x="102" y="395"/>
                  </a:lnTo>
                  <a:lnTo>
                    <a:pt x="100" y="395"/>
                  </a:lnTo>
                  <a:lnTo>
                    <a:pt x="96" y="395"/>
                  </a:lnTo>
                  <a:lnTo>
                    <a:pt x="96" y="393"/>
                  </a:lnTo>
                  <a:lnTo>
                    <a:pt x="96" y="391"/>
                  </a:lnTo>
                  <a:lnTo>
                    <a:pt x="96" y="391"/>
                  </a:lnTo>
                  <a:lnTo>
                    <a:pt x="96" y="391"/>
                  </a:lnTo>
                  <a:lnTo>
                    <a:pt x="98" y="389"/>
                  </a:lnTo>
                  <a:lnTo>
                    <a:pt x="98" y="389"/>
                  </a:lnTo>
                  <a:lnTo>
                    <a:pt x="98" y="389"/>
                  </a:lnTo>
                  <a:lnTo>
                    <a:pt x="96" y="38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96" y="383"/>
                  </a:lnTo>
                  <a:lnTo>
                    <a:pt x="96" y="383"/>
                  </a:lnTo>
                  <a:lnTo>
                    <a:pt x="98" y="383"/>
                  </a:lnTo>
                  <a:lnTo>
                    <a:pt x="98" y="383"/>
                  </a:lnTo>
                  <a:lnTo>
                    <a:pt x="98" y="383"/>
                  </a:lnTo>
                  <a:lnTo>
                    <a:pt x="98" y="383"/>
                  </a:lnTo>
                  <a:lnTo>
                    <a:pt x="98" y="383"/>
                  </a:lnTo>
                  <a:lnTo>
                    <a:pt x="100" y="383"/>
                  </a:lnTo>
                  <a:lnTo>
                    <a:pt x="100" y="383"/>
                  </a:lnTo>
                  <a:lnTo>
                    <a:pt x="100" y="381"/>
                  </a:lnTo>
                  <a:lnTo>
                    <a:pt x="100" y="381"/>
                  </a:lnTo>
                  <a:lnTo>
                    <a:pt x="98" y="381"/>
                  </a:lnTo>
                  <a:lnTo>
                    <a:pt x="98" y="381"/>
                  </a:lnTo>
                  <a:lnTo>
                    <a:pt x="98" y="379"/>
                  </a:lnTo>
                  <a:lnTo>
                    <a:pt x="98" y="379"/>
                  </a:lnTo>
                  <a:lnTo>
                    <a:pt x="96" y="379"/>
                  </a:lnTo>
                  <a:lnTo>
                    <a:pt x="96" y="377"/>
                  </a:lnTo>
                  <a:lnTo>
                    <a:pt x="96" y="377"/>
                  </a:lnTo>
                  <a:lnTo>
                    <a:pt x="94" y="377"/>
                  </a:lnTo>
                  <a:lnTo>
                    <a:pt x="94" y="377"/>
                  </a:lnTo>
                  <a:lnTo>
                    <a:pt x="94" y="377"/>
                  </a:lnTo>
                  <a:lnTo>
                    <a:pt x="94" y="375"/>
                  </a:lnTo>
                  <a:lnTo>
                    <a:pt x="94" y="375"/>
                  </a:lnTo>
                  <a:lnTo>
                    <a:pt x="94" y="373"/>
                  </a:lnTo>
                  <a:lnTo>
                    <a:pt x="94" y="371"/>
                  </a:lnTo>
                  <a:lnTo>
                    <a:pt x="94" y="371"/>
                  </a:lnTo>
                  <a:lnTo>
                    <a:pt x="96" y="371"/>
                  </a:lnTo>
                  <a:lnTo>
                    <a:pt x="96" y="371"/>
                  </a:lnTo>
                  <a:lnTo>
                    <a:pt x="96" y="37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102" y="371"/>
                  </a:lnTo>
                  <a:lnTo>
                    <a:pt x="102" y="369"/>
                  </a:lnTo>
                  <a:lnTo>
                    <a:pt x="102" y="369"/>
                  </a:lnTo>
                  <a:lnTo>
                    <a:pt x="100" y="369"/>
                  </a:lnTo>
                  <a:lnTo>
                    <a:pt x="100" y="369"/>
                  </a:lnTo>
                  <a:lnTo>
                    <a:pt x="98" y="369"/>
                  </a:lnTo>
                  <a:lnTo>
                    <a:pt x="98" y="369"/>
                  </a:lnTo>
                  <a:lnTo>
                    <a:pt x="98" y="367"/>
                  </a:lnTo>
                  <a:lnTo>
                    <a:pt x="98" y="367"/>
                  </a:lnTo>
                  <a:lnTo>
                    <a:pt x="98" y="366"/>
                  </a:lnTo>
                  <a:lnTo>
                    <a:pt x="98" y="366"/>
                  </a:lnTo>
                  <a:lnTo>
                    <a:pt x="98" y="366"/>
                  </a:lnTo>
                  <a:lnTo>
                    <a:pt x="98" y="366"/>
                  </a:lnTo>
                  <a:lnTo>
                    <a:pt x="100" y="364"/>
                  </a:lnTo>
                  <a:lnTo>
                    <a:pt x="102" y="360"/>
                  </a:lnTo>
                  <a:lnTo>
                    <a:pt x="102" y="360"/>
                  </a:lnTo>
                  <a:lnTo>
                    <a:pt x="102" y="360"/>
                  </a:lnTo>
                  <a:lnTo>
                    <a:pt x="100" y="360"/>
                  </a:lnTo>
                  <a:lnTo>
                    <a:pt x="100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98" y="358"/>
                  </a:lnTo>
                  <a:lnTo>
                    <a:pt x="100" y="354"/>
                  </a:lnTo>
                  <a:lnTo>
                    <a:pt x="100" y="354"/>
                  </a:lnTo>
                  <a:lnTo>
                    <a:pt x="100" y="354"/>
                  </a:lnTo>
                  <a:lnTo>
                    <a:pt x="98" y="352"/>
                  </a:lnTo>
                  <a:lnTo>
                    <a:pt x="96" y="352"/>
                  </a:lnTo>
                  <a:lnTo>
                    <a:pt x="96" y="350"/>
                  </a:lnTo>
                  <a:lnTo>
                    <a:pt x="96" y="350"/>
                  </a:lnTo>
                  <a:lnTo>
                    <a:pt x="96" y="350"/>
                  </a:lnTo>
                  <a:lnTo>
                    <a:pt x="94" y="350"/>
                  </a:lnTo>
                  <a:lnTo>
                    <a:pt x="94" y="350"/>
                  </a:lnTo>
                  <a:lnTo>
                    <a:pt x="94" y="350"/>
                  </a:lnTo>
                  <a:lnTo>
                    <a:pt x="92" y="350"/>
                  </a:lnTo>
                  <a:lnTo>
                    <a:pt x="92" y="350"/>
                  </a:lnTo>
                  <a:lnTo>
                    <a:pt x="92" y="350"/>
                  </a:lnTo>
                  <a:lnTo>
                    <a:pt x="92" y="350"/>
                  </a:lnTo>
                  <a:lnTo>
                    <a:pt x="92" y="348"/>
                  </a:lnTo>
                  <a:lnTo>
                    <a:pt x="92" y="348"/>
                  </a:lnTo>
                  <a:lnTo>
                    <a:pt x="92" y="348"/>
                  </a:lnTo>
                  <a:lnTo>
                    <a:pt x="92" y="348"/>
                  </a:lnTo>
                  <a:lnTo>
                    <a:pt x="92" y="348"/>
                  </a:lnTo>
                  <a:lnTo>
                    <a:pt x="94" y="348"/>
                  </a:lnTo>
                  <a:lnTo>
                    <a:pt x="94" y="348"/>
                  </a:lnTo>
                  <a:lnTo>
                    <a:pt x="94" y="348"/>
                  </a:lnTo>
                  <a:lnTo>
                    <a:pt x="94" y="348"/>
                  </a:lnTo>
                  <a:lnTo>
                    <a:pt x="94" y="346"/>
                  </a:lnTo>
                  <a:lnTo>
                    <a:pt x="94" y="346"/>
                  </a:lnTo>
                  <a:lnTo>
                    <a:pt x="92" y="348"/>
                  </a:lnTo>
                  <a:lnTo>
                    <a:pt x="90" y="348"/>
                  </a:lnTo>
                  <a:lnTo>
                    <a:pt x="90" y="348"/>
                  </a:lnTo>
                  <a:lnTo>
                    <a:pt x="88" y="348"/>
                  </a:lnTo>
                  <a:lnTo>
                    <a:pt x="88" y="348"/>
                  </a:lnTo>
                  <a:lnTo>
                    <a:pt x="88" y="348"/>
                  </a:lnTo>
                  <a:lnTo>
                    <a:pt x="88" y="348"/>
                  </a:lnTo>
                  <a:lnTo>
                    <a:pt x="88" y="348"/>
                  </a:lnTo>
                  <a:lnTo>
                    <a:pt x="88" y="350"/>
                  </a:lnTo>
                  <a:lnTo>
                    <a:pt x="88" y="350"/>
                  </a:lnTo>
                  <a:lnTo>
                    <a:pt x="88" y="350"/>
                  </a:lnTo>
                  <a:lnTo>
                    <a:pt x="86" y="350"/>
                  </a:lnTo>
                  <a:lnTo>
                    <a:pt x="86" y="350"/>
                  </a:lnTo>
                  <a:lnTo>
                    <a:pt x="86" y="350"/>
                  </a:lnTo>
                  <a:lnTo>
                    <a:pt x="84" y="350"/>
                  </a:lnTo>
                  <a:lnTo>
                    <a:pt x="84" y="350"/>
                  </a:lnTo>
                  <a:lnTo>
                    <a:pt x="82" y="350"/>
                  </a:lnTo>
                  <a:lnTo>
                    <a:pt x="82" y="350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2" y="346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84" y="344"/>
                  </a:lnTo>
                  <a:lnTo>
                    <a:pt x="86" y="342"/>
                  </a:lnTo>
                  <a:lnTo>
                    <a:pt x="86" y="342"/>
                  </a:lnTo>
                  <a:lnTo>
                    <a:pt x="88" y="342"/>
                  </a:lnTo>
                  <a:lnTo>
                    <a:pt x="90" y="340"/>
                  </a:lnTo>
                  <a:lnTo>
                    <a:pt x="90" y="340"/>
                  </a:lnTo>
                  <a:lnTo>
                    <a:pt x="90" y="340"/>
                  </a:lnTo>
                  <a:lnTo>
                    <a:pt x="94" y="340"/>
                  </a:lnTo>
                  <a:lnTo>
                    <a:pt x="94" y="340"/>
                  </a:lnTo>
                  <a:lnTo>
                    <a:pt x="96" y="340"/>
                  </a:lnTo>
                  <a:lnTo>
                    <a:pt x="96" y="340"/>
                  </a:lnTo>
                  <a:lnTo>
                    <a:pt x="96" y="338"/>
                  </a:lnTo>
                  <a:lnTo>
                    <a:pt x="96" y="338"/>
                  </a:lnTo>
                  <a:lnTo>
                    <a:pt x="96" y="338"/>
                  </a:lnTo>
                  <a:lnTo>
                    <a:pt x="96" y="338"/>
                  </a:lnTo>
                  <a:lnTo>
                    <a:pt x="96" y="338"/>
                  </a:lnTo>
                  <a:lnTo>
                    <a:pt x="96" y="336"/>
                  </a:lnTo>
                  <a:lnTo>
                    <a:pt x="96" y="336"/>
                  </a:lnTo>
                  <a:lnTo>
                    <a:pt x="96" y="332"/>
                  </a:lnTo>
                  <a:lnTo>
                    <a:pt x="96" y="332"/>
                  </a:lnTo>
                  <a:lnTo>
                    <a:pt x="96" y="332"/>
                  </a:lnTo>
                  <a:lnTo>
                    <a:pt x="96" y="332"/>
                  </a:lnTo>
                  <a:lnTo>
                    <a:pt x="98" y="330"/>
                  </a:lnTo>
                  <a:lnTo>
                    <a:pt x="98" y="330"/>
                  </a:lnTo>
                  <a:lnTo>
                    <a:pt x="98" y="330"/>
                  </a:lnTo>
                  <a:lnTo>
                    <a:pt x="96" y="328"/>
                  </a:lnTo>
                  <a:lnTo>
                    <a:pt x="96" y="328"/>
                  </a:lnTo>
                  <a:lnTo>
                    <a:pt x="96" y="328"/>
                  </a:lnTo>
                  <a:lnTo>
                    <a:pt x="96" y="328"/>
                  </a:lnTo>
                  <a:lnTo>
                    <a:pt x="96" y="326"/>
                  </a:lnTo>
                  <a:lnTo>
                    <a:pt x="96" y="326"/>
                  </a:lnTo>
                  <a:lnTo>
                    <a:pt x="96" y="324"/>
                  </a:lnTo>
                  <a:lnTo>
                    <a:pt x="96" y="324"/>
                  </a:lnTo>
                  <a:lnTo>
                    <a:pt x="96" y="324"/>
                  </a:lnTo>
                  <a:lnTo>
                    <a:pt x="96" y="324"/>
                  </a:lnTo>
                  <a:lnTo>
                    <a:pt x="96" y="322"/>
                  </a:lnTo>
                  <a:lnTo>
                    <a:pt x="96" y="322"/>
                  </a:lnTo>
                  <a:lnTo>
                    <a:pt x="96" y="322"/>
                  </a:lnTo>
                  <a:lnTo>
                    <a:pt x="96" y="322"/>
                  </a:lnTo>
                  <a:lnTo>
                    <a:pt x="96" y="322"/>
                  </a:lnTo>
                  <a:lnTo>
                    <a:pt x="96" y="320"/>
                  </a:lnTo>
                  <a:lnTo>
                    <a:pt x="98" y="320"/>
                  </a:lnTo>
                  <a:lnTo>
                    <a:pt x="98" y="320"/>
                  </a:lnTo>
                  <a:lnTo>
                    <a:pt x="98" y="320"/>
                  </a:lnTo>
                  <a:lnTo>
                    <a:pt x="98" y="320"/>
                  </a:lnTo>
                  <a:lnTo>
                    <a:pt x="98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6"/>
                  </a:lnTo>
                  <a:lnTo>
                    <a:pt x="100" y="316"/>
                  </a:lnTo>
                  <a:lnTo>
                    <a:pt x="100" y="316"/>
                  </a:lnTo>
                  <a:lnTo>
                    <a:pt x="100" y="316"/>
                  </a:lnTo>
                  <a:lnTo>
                    <a:pt x="98" y="316"/>
                  </a:lnTo>
                  <a:lnTo>
                    <a:pt x="96" y="318"/>
                  </a:lnTo>
                  <a:lnTo>
                    <a:pt x="92" y="318"/>
                  </a:lnTo>
                  <a:lnTo>
                    <a:pt x="92" y="318"/>
                  </a:lnTo>
                  <a:lnTo>
                    <a:pt x="92" y="318"/>
                  </a:lnTo>
                  <a:lnTo>
                    <a:pt x="88" y="314"/>
                  </a:lnTo>
                  <a:lnTo>
                    <a:pt x="88" y="313"/>
                  </a:lnTo>
                  <a:lnTo>
                    <a:pt x="88" y="313"/>
                  </a:lnTo>
                  <a:lnTo>
                    <a:pt x="88" y="311"/>
                  </a:lnTo>
                  <a:lnTo>
                    <a:pt x="88" y="311"/>
                  </a:lnTo>
                  <a:lnTo>
                    <a:pt x="88" y="311"/>
                  </a:lnTo>
                  <a:lnTo>
                    <a:pt x="86" y="311"/>
                  </a:lnTo>
                  <a:lnTo>
                    <a:pt x="86" y="309"/>
                  </a:lnTo>
                  <a:lnTo>
                    <a:pt x="86" y="309"/>
                  </a:lnTo>
                  <a:lnTo>
                    <a:pt x="86" y="309"/>
                  </a:lnTo>
                  <a:lnTo>
                    <a:pt x="84" y="309"/>
                  </a:lnTo>
                  <a:lnTo>
                    <a:pt x="84" y="309"/>
                  </a:lnTo>
                  <a:lnTo>
                    <a:pt x="84" y="309"/>
                  </a:lnTo>
                  <a:lnTo>
                    <a:pt x="84" y="311"/>
                  </a:lnTo>
                  <a:lnTo>
                    <a:pt x="84" y="311"/>
                  </a:lnTo>
                  <a:lnTo>
                    <a:pt x="84" y="311"/>
                  </a:lnTo>
                  <a:lnTo>
                    <a:pt x="84" y="311"/>
                  </a:lnTo>
                  <a:lnTo>
                    <a:pt x="84" y="313"/>
                  </a:lnTo>
                  <a:lnTo>
                    <a:pt x="84" y="313"/>
                  </a:lnTo>
                  <a:lnTo>
                    <a:pt x="84" y="313"/>
                  </a:lnTo>
                  <a:lnTo>
                    <a:pt x="84" y="313"/>
                  </a:lnTo>
                  <a:lnTo>
                    <a:pt x="84" y="314"/>
                  </a:lnTo>
                  <a:lnTo>
                    <a:pt x="82" y="314"/>
                  </a:lnTo>
                  <a:lnTo>
                    <a:pt x="80" y="316"/>
                  </a:lnTo>
                  <a:lnTo>
                    <a:pt x="80" y="316"/>
                  </a:lnTo>
                  <a:lnTo>
                    <a:pt x="80" y="316"/>
                  </a:lnTo>
                  <a:lnTo>
                    <a:pt x="80" y="316"/>
                  </a:lnTo>
                  <a:lnTo>
                    <a:pt x="78" y="316"/>
                  </a:lnTo>
                  <a:lnTo>
                    <a:pt x="78" y="316"/>
                  </a:lnTo>
                  <a:lnTo>
                    <a:pt x="78" y="318"/>
                  </a:lnTo>
                  <a:lnTo>
                    <a:pt x="76" y="318"/>
                  </a:lnTo>
                  <a:lnTo>
                    <a:pt x="76" y="318"/>
                  </a:lnTo>
                  <a:lnTo>
                    <a:pt x="76" y="316"/>
                  </a:lnTo>
                  <a:lnTo>
                    <a:pt x="76" y="316"/>
                  </a:lnTo>
                  <a:lnTo>
                    <a:pt x="76" y="316"/>
                  </a:lnTo>
                  <a:lnTo>
                    <a:pt x="76" y="318"/>
                  </a:lnTo>
                  <a:lnTo>
                    <a:pt x="74" y="322"/>
                  </a:lnTo>
                  <a:lnTo>
                    <a:pt x="72" y="322"/>
                  </a:lnTo>
                  <a:lnTo>
                    <a:pt x="72" y="324"/>
                  </a:lnTo>
                  <a:lnTo>
                    <a:pt x="72" y="324"/>
                  </a:lnTo>
                  <a:lnTo>
                    <a:pt x="72" y="324"/>
                  </a:lnTo>
                  <a:lnTo>
                    <a:pt x="72" y="324"/>
                  </a:lnTo>
                  <a:lnTo>
                    <a:pt x="70" y="326"/>
                  </a:lnTo>
                  <a:lnTo>
                    <a:pt x="70" y="326"/>
                  </a:lnTo>
                  <a:lnTo>
                    <a:pt x="68" y="326"/>
                  </a:lnTo>
                  <a:lnTo>
                    <a:pt x="68" y="326"/>
                  </a:lnTo>
                  <a:lnTo>
                    <a:pt x="68" y="326"/>
                  </a:lnTo>
                  <a:lnTo>
                    <a:pt x="68" y="326"/>
                  </a:lnTo>
                  <a:lnTo>
                    <a:pt x="66" y="328"/>
                  </a:lnTo>
                  <a:lnTo>
                    <a:pt x="66" y="328"/>
                  </a:lnTo>
                  <a:lnTo>
                    <a:pt x="66" y="328"/>
                  </a:lnTo>
                  <a:lnTo>
                    <a:pt x="66" y="328"/>
                  </a:lnTo>
                  <a:lnTo>
                    <a:pt x="64" y="328"/>
                  </a:lnTo>
                  <a:lnTo>
                    <a:pt x="64" y="326"/>
                  </a:lnTo>
                  <a:lnTo>
                    <a:pt x="64" y="326"/>
                  </a:lnTo>
                  <a:lnTo>
                    <a:pt x="64" y="326"/>
                  </a:lnTo>
                  <a:lnTo>
                    <a:pt x="64" y="326"/>
                  </a:lnTo>
                  <a:lnTo>
                    <a:pt x="64" y="324"/>
                  </a:lnTo>
                  <a:lnTo>
                    <a:pt x="64" y="324"/>
                  </a:lnTo>
                  <a:lnTo>
                    <a:pt x="64" y="324"/>
                  </a:lnTo>
                  <a:lnTo>
                    <a:pt x="64" y="324"/>
                  </a:lnTo>
                  <a:lnTo>
                    <a:pt x="64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2" y="324"/>
                  </a:lnTo>
                  <a:lnTo>
                    <a:pt x="60" y="324"/>
                  </a:lnTo>
                  <a:lnTo>
                    <a:pt x="56" y="322"/>
                  </a:lnTo>
                  <a:lnTo>
                    <a:pt x="56" y="322"/>
                  </a:lnTo>
                  <a:lnTo>
                    <a:pt x="56" y="320"/>
                  </a:lnTo>
                  <a:lnTo>
                    <a:pt x="56" y="320"/>
                  </a:lnTo>
                  <a:lnTo>
                    <a:pt x="56" y="320"/>
                  </a:lnTo>
                  <a:lnTo>
                    <a:pt x="56" y="318"/>
                  </a:lnTo>
                  <a:lnTo>
                    <a:pt x="56" y="316"/>
                  </a:lnTo>
                  <a:lnTo>
                    <a:pt x="56" y="316"/>
                  </a:lnTo>
                  <a:lnTo>
                    <a:pt x="56" y="316"/>
                  </a:lnTo>
                  <a:lnTo>
                    <a:pt x="56" y="316"/>
                  </a:lnTo>
                  <a:lnTo>
                    <a:pt x="56" y="314"/>
                  </a:lnTo>
                  <a:lnTo>
                    <a:pt x="56" y="314"/>
                  </a:lnTo>
                  <a:lnTo>
                    <a:pt x="56" y="314"/>
                  </a:lnTo>
                  <a:lnTo>
                    <a:pt x="58" y="314"/>
                  </a:lnTo>
                  <a:lnTo>
                    <a:pt x="58" y="314"/>
                  </a:lnTo>
                  <a:lnTo>
                    <a:pt x="58" y="313"/>
                  </a:lnTo>
                  <a:lnTo>
                    <a:pt x="58" y="313"/>
                  </a:lnTo>
                  <a:lnTo>
                    <a:pt x="58" y="313"/>
                  </a:lnTo>
                  <a:lnTo>
                    <a:pt x="56" y="313"/>
                  </a:lnTo>
                  <a:lnTo>
                    <a:pt x="56" y="313"/>
                  </a:lnTo>
                  <a:lnTo>
                    <a:pt x="56" y="311"/>
                  </a:lnTo>
                  <a:lnTo>
                    <a:pt x="56" y="311"/>
                  </a:lnTo>
                  <a:lnTo>
                    <a:pt x="56" y="311"/>
                  </a:lnTo>
                  <a:lnTo>
                    <a:pt x="56" y="311"/>
                  </a:lnTo>
                  <a:lnTo>
                    <a:pt x="58" y="311"/>
                  </a:lnTo>
                  <a:lnTo>
                    <a:pt x="58" y="311"/>
                  </a:lnTo>
                  <a:lnTo>
                    <a:pt x="58" y="311"/>
                  </a:lnTo>
                  <a:lnTo>
                    <a:pt x="58" y="311"/>
                  </a:lnTo>
                  <a:lnTo>
                    <a:pt x="60" y="311"/>
                  </a:lnTo>
                  <a:lnTo>
                    <a:pt x="58" y="311"/>
                  </a:lnTo>
                  <a:lnTo>
                    <a:pt x="58" y="309"/>
                  </a:lnTo>
                  <a:lnTo>
                    <a:pt x="58" y="309"/>
                  </a:lnTo>
                  <a:lnTo>
                    <a:pt x="58" y="309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0" y="307"/>
                  </a:lnTo>
                  <a:lnTo>
                    <a:pt x="60" y="307"/>
                  </a:lnTo>
                  <a:lnTo>
                    <a:pt x="60" y="307"/>
                  </a:lnTo>
                  <a:lnTo>
                    <a:pt x="60" y="307"/>
                  </a:lnTo>
                  <a:lnTo>
                    <a:pt x="60" y="307"/>
                  </a:lnTo>
                  <a:lnTo>
                    <a:pt x="58" y="307"/>
                  </a:lnTo>
                  <a:lnTo>
                    <a:pt x="56" y="307"/>
                  </a:lnTo>
                  <a:lnTo>
                    <a:pt x="56" y="307"/>
                  </a:lnTo>
                  <a:lnTo>
                    <a:pt x="56" y="307"/>
                  </a:lnTo>
                  <a:lnTo>
                    <a:pt x="56" y="305"/>
                  </a:lnTo>
                  <a:lnTo>
                    <a:pt x="56" y="305"/>
                  </a:lnTo>
                  <a:lnTo>
                    <a:pt x="56" y="305"/>
                  </a:lnTo>
                  <a:lnTo>
                    <a:pt x="56" y="305"/>
                  </a:lnTo>
                  <a:lnTo>
                    <a:pt x="56" y="303"/>
                  </a:lnTo>
                  <a:lnTo>
                    <a:pt x="56" y="303"/>
                  </a:lnTo>
                  <a:lnTo>
                    <a:pt x="56" y="303"/>
                  </a:lnTo>
                  <a:lnTo>
                    <a:pt x="56" y="301"/>
                  </a:lnTo>
                  <a:lnTo>
                    <a:pt x="56" y="301"/>
                  </a:lnTo>
                  <a:lnTo>
                    <a:pt x="54" y="301"/>
                  </a:lnTo>
                  <a:lnTo>
                    <a:pt x="54" y="301"/>
                  </a:lnTo>
                  <a:lnTo>
                    <a:pt x="52" y="301"/>
                  </a:lnTo>
                  <a:lnTo>
                    <a:pt x="52" y="301"/>
                  </a:lnTo>
                  <a:lnTo>
                    <a:pt x="52" y="301"/>
                  </a:lnTo>
                  <a:lnTo>
                    <a:pt x="52" y="301"/>
                  </a:lnTo>
                  <a:lnTo>
                    <a:pt x="52" y="303"/>
                  </a:lnTo>
                  <a:lnTo>
                    <a:pt x="52" y="303"/>
                  </a:lnTo>
                  <a:lnTo>
                    <a:pt x="51" y="303"/>
                  </a:lnTo>
                  <a:lnTo>
                    <a:pt x="51" y="301"/>
                  </a:lnTo>
                  <a:lnTo>
                    <a:pt x="49" y="301"/>
                  </a:lnTo>
                  <a:lnTo>
                    <a:pt x="49" y="301"/>
                  </a:lnTo>
                  <a:lnTo>
                    <a:pt x="49" y="299"/>
                  </a:lnTo>
                  <a:lnTo>
                    <a:pt x="49" y="299"/>
                  </a:lnTo>
                  <a:lnTo>
                    <a:pt x="51" y="299"/>
                  </a:lnTo>
                  <a:lnTo>
                    <a:pt x="51" y="299"/>
                  </a:lnTo>
                  <a:lnTo>
                    <a:pt x="51" y="297"/>
                  </a:lnTo>
                  <a:lnTo>
                    <a:pt x="51" y="297"/>
                  </a:lnTo>
                  <a:lnTo>
                    <a:pt x="51" y="297"/>
                  </a:lnTo>
                  <a:lnTo>
                    <a:pt x="51" y="295"/>
                  </a:lnTo>
                  <a:lnTo>
                    <a:pt x="51" y="295"/>
                  </a:lnTo>
                  <a:lnTo>
                    <a:pt x="51" y="295"/>
                  </a:lnTo>
                  <a:lnTo>
                    <a:pt x="51" y="295"/>
                  </a:lnTo>
                  <a:lnTo>
                    <a:pt x="51" y="293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5"/>
                  </a:lnTo>
                  <a:lnTo>
                    <a:pt x="52" y="295"/>
                  </a:lnTo>
                  <a:lnTo>
                    <a:pt x="52" y="295"/>
                  </a:lnTo>
                  <a:lnTo>
                    <a:pt x="52" y="295"/>
                  </a:lnTo>
                  <a:lnTo>
                    <a:pt x="52" y="297"/>
                  </a:lnTo>
                  <a:lnTo>
                    <a:pt x="52" y="297"/>
                  </a:lnTo>
                  <a:lnTo>
                    <a:pt x="52" y="297"/>
                  </a:lnTo>
                  <a:lnTo>
                    <a:pt x="52" y="297"/>
                  </a:lnTo>
                  <a:lnTo>
                    <a:pt x="52" y="297"/>
                  </a:lnTo>
                  <a:lnTo>
                    <a:pt x="54" y="297"/>
                  </a:lnTo>
                  <a:lnTo>
                    <a:pt x="54" y="297"/>
                  </a:lnTo>
                  <a:lnTo>
                    <a:pt x="54" y="297"/>
                  </a:lnTo>
                  <a:lnTo>
                    <a:pt x="54" y="297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8" y="297"/>
                  </a:lnTo>
                  <a:lnTo>
                    <a:pt x="58" y="295"/>
                  </a:lnTo>
                  <a:lnTo>
                    <a:pt x="58" y="295"/>
                  </a:lnTo>
                  <a:lnTo>
                    <a:pt x="58" y="295"/>
                  </a:lnTo>
                  <a:lnTo>
                    <a:pt x="56" y="295"/>
                  </a:lnTo>
                  <a:lnTo>
                    <a:pt x="56" y="293"/>
                  </a:lnTo>
                  <a:lnTo>
                    <a:pt x="56" y="293"/>
                  </a:lnTo>
                  <a:lnTo>
                    <a:pt x="54" y="293"/>
                  </a:lnTo>
                  <a:lnTo>
                    <a:pt x="54" y="293"/>
                  </a:lnTo>
                  <a:lnTo>
                    <a:pt x="56" y="291"/>
                  </a:lnTo>
                  <a:lnTo>
                    <a:pt x="56" y="291"/>
                  </a:lnTo>
                  <a:lnTo>
                    <a:pt x="56" y="291"/>
                  </a:lnTo>
                  <a:lnTo>
                    <a:pt x="56" y="291"/>
                  </a:lnTo>
                  <a:lnTo>
                    <a:pt x="56" y="291"/>
                  </a:lnTo>
                  <a:lnTo>
                    <a:pt x="56" y="291"/>
                  </a:lnTo>
                  <a:lnTo>
                    <a:pt x="58" y="291"/>
                  </a:lnTo>
                  <a:lnTo>
                    <a:pt x="58" y="291"/>
                  </a:lnTo>
                  <a:lnTo>
                    <a:pt x="58" y="291"/>
                  </a:lnTo>
                  <a:lnTo>
                    <a:pt x="58" y="291"/>
                  </a:lnTo>
                  <a:lnTo>
                    <a:pt x="58" y="291"/>
                  </a:lnTo>
                  <a:lnTo>
                    <a:pt x="58" y="289"/>
                  </a:lnTo>
                  <a:lnTo>
                    <a:pt x="58" y="289"/>
                  </a:lnTo>
                  <a:lnTo>
                    <a:pt x="58" y="287"/>
                  </a:lnTo>
                  <a:lnTo>
                    <a:pt x="58" y="287"/>
                  </a:lnTo>
                  <a:lnTo>
                    <a:pt x="58" y="287"/>
                  </a:lnTo>
                  <a:lnTo>
                    <a:pt x="58" y="287"/>
                  </a:lnTo>
                  <a:lnTo>
                    <a:pt x="56" y="285"/>
                  </a:lnTo>
                  <a:lnTo>
                    <a:pt x="52" y="283"/>
                  </a:lnTo>
                  <a:lnTo>
                    <a:pt x="52" y="285"/>
                  </a:lnTo>
                  <a:lnTo>
                    <a:pt x="52" y="285"/>
                  </a:lnTo>
                  <a:lnTo>
                    <a:pt x="52" y="285"/>
                  </a:lnTo>
                  <a:lnTo>
                    <a:pt x="52" y="285"/>
                  </a:lnTo>
                  <a:lnTo>
                    <a:pt x="51" y="285"/>
                  </a:lnTo>
                  <a:lnTo>
                    <a:pt x="51" y="285"/>
                  </a:lnTo>
                  <a:lnTo>
                    <a:pt x="49" y="285"/>
                  </a:lnTo>
                  <a:lnTo>
                    <a:pt x="49" y="285"/>
                  </a:lnTo>
                  <a:lnTo>
                    <a:pt x="47" y="285"/>
                  </a:lnTo>
                  <a:lnTo>
                    <a:pt x="49" y="283"/>
                  </a:lnTo>
                  <a:lnTo>
                    <a:pt x="49" y="283"/>
                  </a:lnTo>
                  <a:lnTo>
                    <a:pt x="49" y="281"/>
                  </a:lnTo>
                  <a:lnTo>
                    <a:pt x="49" y="279"/>
                  </a:lnTo>
                  <a:lnTo>
                    <a:pt x="49" y="279"/>
                  </a:lnTo>
                  <a:lnTo>
                    <a:pt x="49" y="279"/>
                  </a:lnTo>
                  <a:lnTo>
                    <a:pt x="49" y="277"/>
                  </a:lnTo>
                  <a:lnTo>
                    <a:pt x="47" y="275"/>
                  </a:lnTo>
                  <a:lnTo>
                    <a:pt x="47" y="275"/>
                  </a:lnTo>
                  <a:lnTo>
                    <a:pt x="47" y="275"/>
                  </a:lnTo>
                  <a:lnTo>
                    <a:pt x="47" y="271"/>
                  </a:lnTo>
                  <a:lnTo>
                    <a:pt x="47" y="271"/>
                  </a:lnTo>
                  <a:lnTo>
                    <a:pt x="47" y="269"/>
                  </a:lnTo>
                  <a:lnTo>
                    <a:pt x="45" y="269"/>
                  </a:lnTo>
                  <a:lnTo>
                    <a:pt x="45" y="263"/>
                  </a:lnTo>
                  <a:lnTo>
                    <a:pt x="45" y="261"/>
                  </a:lnTo>
                  <a:lnTo>
                    <a:pt x="45" y="259"/>
                  </a:lnTo>
                  <a:lnTo>
                    <a:pt x="45" y="259"/>
                  </a:lnTo>
                  <a:lnTo>
                    <a:pt x="45" y="258"/>
                  </a:lnTo>
                  <a:lnTo>
                    <a:pt x="45" y="258"/>
                  </a:lnTo>
                  <a:lnTo>
                    <a:pt x="45" y="256"/>
                  </a:lnTo>
                  <a:lnTo>
                    <a:pt x="45" y="256"/>
                  </a:lnTo>
                  <a:lnTo>
                    <a:pt x="47" y="256"/>
                  </a:lnTo>
                  <a:lnTo>
                    <a:pt x="45" y="254"/>
                  </a:lnTo>
                  <a:lnTo>
                    <a:pt x="45" y="254"/>
                  </a:lnTo>
                  <a:lnTo>
                    <a:pt x="45" y="254"/>
                  </a:lnTo>
                  <a:lnTo>
                    <a:pt x="45" y="254"/>
                  </a:lnTo>
                  <a:lnTo>
                    <a:pt x="43" y="252"/>
                  </a:lnTo>
                  <a:lnTo>
                    <a:pt x="43" y="252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3" y="248"/>
                  </a:lnTo>
                  <a:lnTo>
                    <a:pt x="43" y="248"/>
                  </a:lnTo>
                  <a:lnTo>
                    <a:pt x="41" y="248"/>
                  </a:lnTo>
                  <a:lnTo>
                    <a:pt x="39" y="250"/>
                  </a:lnTo>
                  <a:lnTo>
                    <a:pt x="35" y="250"/>
                  </a:lnTo>
                  <a:lnTo>
                    <a:pt x="33" y="248"/>
                  </a:lnTo>
                  <a:lnTo>
                    <a:pt x="33" y="248"/>
                  </a:lnTo>
                  <a:lnTo>
                    <a:pt x="33" y="246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31" y="244"/>
                  </a:lnTo>
                  <a:lnTo>
                    <a:pt x="31" y="244"/>
                  </a:lnTo>
                  <a:lnTo>
                    <a:pt x="31" y="244"/>
                  </a:lnTo>
                  <a:lnTo>
                    <a:pt x="31" y="242"/>
                  </a:lnTo>
                  <a:lnTo>
                    <a:pt x="31" y="240"/>
                  </a:lnTo>
                  <a:lnTo>
                    <a:pt x="31" y="240"/>
                  </a:lnTo>
                  <a:lnTo>
                    <a:pt x="31" y="238"/>
                  </a:lnTo>
                  <a:lnTo>
                    <a:pt x="21" y="232"/>
                  </a:lnTo>
                  <a:lnTo>
                    <a:pt x="21" y="232"/>
                  </a:lnTo>
                  <a:lnTo>
                    <a:pt x="21" y="232"/>
                  </a:lnTo>
                  <a:lnTo>
                    <a:pt x="21" y="232"/>
                  </a:lnTo>
                  <a:lnTo>
                    <a:pt x="19" y="232"/>
                  </a:lnTo>
                  <a:lnTo>
                    <a:pt x="19" y="234"/>
                  </a:lnTo>
                  <a:lnTo>
                    <a:pt x="19" y="234"/>
                  </a:lnTo>
                  <a:lnTo>
                    <a:pt x="17" y="232"/>
                  </a:lnTo>
                  <a:lnTo>
                    <a:pt x="13" y="228"/>
                  </a:lnTo>
                  <a:lnTo>
                    <a:pt x="13" y="228"/>
                  </a:lnTo>
                  <a:lnTo>
                    <a:pt x="13" y="228"/>
                  </a:lnTo>
                  <a:lnTo>
                    <a:pt x="13" y="226"/>
                  </a:lnTo>
                  <a:lnTo>
                    <a:pt x="13" y="224"/>
                  </a:lnTo>
                  <a:lnTo>
                    <a:pt x="13" y="224"/>
                  </a:lnTo>
                  <a:lnTo>
                    <a:pt x="13" y="222"/>
                  </a:lnTo>
                  <a:lnTo>
                    <a:pt x="11" y="222"/>
                  </a:lnTo>
                  <a:lnTo>
                    <a:pt x="11" y="220"/>
                  </a:lnTo>
                  <a:lnTo>
                    <a:pt x="11" y="220"/>
                  </a:lnTo>
                  <a:lnTo>
                    <a:pt x="11" y="220"/>
                  </a:lnTo>
                  <a:lnTo>
                    <a:pt x="11" y="220"/>
                  </a:lnTo>
                  <a:lnTo>
                    <a:pt x="9" y="216"/>
                  </a:lnTo>
                  <a:lnTo>
                    <a:pt x="7" y="208"/>
                  </a:lnTo>
                  <a:lnTo>
                    <a:pt x="7" y="206"/>
                  </a:lnTo>
                  <a:lnTo>
                    <a:pt x="5" y="205"/>
                  </a:lnTo>
                  <a:lnTo>
                    <a:pt x="1" y="201"/>
                  </a:lnTo>
                  <a:lnTo>
                    <a:pt x="1" y="199"/>
                  </a:lnTo>
                  <a:lnTo>
                    <a:pt x="1" y="199"/>
                  </a:lnTo>
                  <a:lnTo>
                    <a:pt x="1" y="199"/>
                  </a:lnTo>
                  <a:lnTo>
                    <a:pt x="1" y="197"/>
                  </a:lnTo>
                  <a:lnTo>
                    <a:pt x="1" y="197"/>
                  </a:lnTo>
                  <a:lnTo>
                    <a:pt x="1" y="197"/>
                  </a:lnTo>
                  <a:lnTo>
                    <a:pt x="1" y="191"/>
                  </a:lnTo>
                  <a:lnTo>
                    <a:pt x="1" y="191"/>
                  </a:lnTo>
                  <a:lnTo>
                    <a:pt x="1" y="189"/>
                  </a:lnTo>
                  <a:lnTo>
                    <a:pt x="0" y="177"/>
                  </a:lnTo>
                  <a:lnTo>
                    <a:pt x="0" y="175"/>
                  </a:lnTo>
                  <a:lnTo>
                    <a:pt x="0" y="173"/>
                  </a:lnTo>
                  <a:lnTo>
                    <a:pt x="0" y="171"/>
                  </a:lnTo>
                  <a:lnTo>
                    <a:pt x="0" y="171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1"/>
                  </a:lnTo>
                  <a:lnTo>
                    <a:pt x="0" y="159"/>
                  </a:lnTo>
                  <a:lnTo>
                    <a:pt x="1" y="159"/>
                  </a:lnTo>
                  <a:lnTo>
                    <a:pt x="1" y="157"/>
                  </a:lnTo>
                  <a:lnTo>
                    <a:pt x="1" y="157"/>
                  </a:lnTo>
                  <a:lnTo>
                    <a:pt x="1" y="157"/>
                  </a:lnTo>
                  <a:lnTo>
                    <a:pt x="1" y="155"/>
                  </a:lnTo>
                  <a:lnTo>
                    <a:pt x="0" y="153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0" y="150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1" y="146"/>
                  </a:lnTo>
                  <a:lnTo>
                    <a:pt x="1" y="146"/>
                  </a:lnTo>
                  <a:lnTo>
                    <a:pt x="1" y="146"/>
                  </a:lnTo>
                  <a:lnTo>
                    <a:pt x="3" y="146"/>
                  </a:lnTo>
                  <a:lnTo>
                    <a:pt x="3" y="144"/>
                  </a:lnTo>
                  <a:lnTo>
                    <a:pt x="3" y="142"/>
                  </a:lnTo>
                  <a:lnTo>
                    <a:pt x="3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7" y="140"/>
                  </a:lnTo>
                  <a:lnTo>
                    <a:pt x="7" y="140"/>
                  </a:lnTo>
                  <a:lnTo>
                    <a:pt x="7" y="140"/>
                  </a:lnTo>
                  <a:lnTo>
                    <a:pt x="7" y="140"/>
                  </a:lnTo>
                  <a:lnTo>
                    <a:pt x="7" y="138"/>
                  </a:lnTo>
                  <a:lnTo>
                    <a:pt x="7" y="138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9" y="134"/>
                  </a:lnTo>
                  <a:lnTo>
                    <a:pt x="11" y="134"/>
                  </a:lnTo>
                  <a:lnTo>
                    <a:pt x="13" y="132"/>
                  </a:lnTo>
                  <a:lnTo>
                    <a:pt x="15" y="130"/>
                  </a:lnTo>
                  <a:lnTo>
                    <a:pt x="15" y="130"/>
                  </a:lnTo>
                  <a:lnTo>
                    <a:pt x="17" y="128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4"/>
                  </a:lnTo>
                  <a:lnTo>
                    <a:pt x="19" y="124"/>
                  </a:lnTo>
                  <a:lnTo>
                    <a:pt x="19" y="124"/>
                  </a:lnTo>
                  <a:lnTo>
                    <a:pt x="19" y="124"/>
                  </a:lnTo>
                  <a:lnTo>
                    <a:pt x="19" y="124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21" y="120"/>
                  </a:lnTo>
                  <a:lnTo>
                    <a:pt x="21" y="120"/>
                  </a:lnTo>
                  <a:lnTo>
                    <a:pt x="21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25" y="112"/>
                  </a:lnTo>
                  <a:lnTo>
                    <a:pt x="23" y="112"/>
                  </a:lnTo>
                  <a:lnTo>
                    <a:pt x="19" y="112"/>
                  </a:lnTo>
                  <a:lnTo>
                    <a:pt x="19" y="112"/>
                  </a:lnTo>
                  <a:lnTo>
                    <a:pt x="17" y="112"/>
                  </a:lnTo>
                  <a:lnTo>
                    <a:pt x="17" y="112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7" y="108"/>
                  </a:lnTo>
                  <a:lnTo>
                    <a:pt x="17" y="104"/>
                  </a:lnTo>
                  <a:lnTo>
                    <a:pt x="17" y="104"/>
                  </a:lnTo>
                  <a:lnTo>
                    <a:pt x="17" y="104"/>
                  </a:lnTo>
                  <a:lnTo>
                    <a:pt x="17" y="104"/>
                  </a:lnTo>
                  <a:lnTo>
                    <a:pt x="15" y="102"/>
                  </a:lnTo>
                  <a:lnTo>
                    <a:pt x="15" y="102"/>
                  </a:lnTo>
                  <a:lnTo>
                    <a:pt x="15" y="10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1" y="98"/>
                  </a:lnTo>
                  <a:lnTo>
                    <a:pt x="11" y="98"/>
                  </a:lnTo>
                  <a:lnTo>
                    <a:pt x="11" y="98"/>
                  </a:lnTo>
                  <a:lnTo>
                    <a:pt x="11" y="98"/>
                  </a:lnTo>
                  <a:lnTo>
                    <a:pt x="11" y="98"/>
                  </a:lnTo>
                  <a:lnTo>
                    <a:pt x="11" y="98"/>
                  </a:lnTo>
                  <a:lnTo>
                    <a:pt x="11" y="97"/>
                  </a:lnTo>
                  <a:lnTo>
                    <a:pt x="11" y="97"/>
                  </a:lnTo>
                  <a:lnTo>
                    <a:pt x="11" y="97"/>
                  </a:lnTo>
                  <a:lnTo>
                    <a:pt x="11" y="97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7" y="91"/>
                  </a:lnTo>
                  <a:lnTo>
                    <a:pt x="7" y="91"/>
                  </a:lnTo>
                  <a:lnTo>
                    <a:pt x="7" y="91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3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9" y="87"/>
                  </a:lnTo>
                  <a:lnTo>
                    <a:pt x="19" y="87"/>
                  </a:lnTo>
                  <a:lnTo>
                    <a:pt x="21" y="87"/>
                  </a:lnTo>
                  <a:lnTo>
                    <a:pt x="21" y="87"/>
                  </a:lnTo>
                  <a:lnTo>
                    <a:pt x="23" y="87"/>
                  </a:lnTo>
                  <a:lnTo>
                    <a:pt x="23" y="87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7" y="89"/>
                  </a:lnTo>
                  <a:lnTo>
                    <a:pt x="29" y="89"/>
                  </a:lnTo>
                  <a:lnTo>
                    <a:pt x="29" y="89"/>
                  </a:lnTo>
                  <a:lnTo>
                    <a:pt x="29" y="89"/>
                  </a:lnTo>
                  <a:lnTo>
                    <a:pt x="29" y="89"/>
                  </a:lnTo>
                  <a:lnTo>
                    <a:pt x="29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1" y="87"/>
                  </a:lnTo>
                  <a:lnTo>
                    <a:pt x="31" y="85"/>
                  </a:lnTo>
                  <a:lnTo>
                    <a:pt x="33" y="85"/>
                  </a:lnTo>
                  <a:lnTo>
                    <a:pt x="35" y="85"/>
                  </a:lnTo>
                  <a:lnTo>
                    <a:pt x="35" y="83"/>
                  </a:lnTo>
                  <a:lnTo>
                    <a:pt x="35" y="83"/>
                  </a:lnTo>
                  <a:lnTo>
                    <a:pt x="35" y="83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43" y="81"/>
                  </a:lnTo>
                  <a:lnTo>
                    <a:pt x="45" y="79"/>
                  </a:lnTo>
                  <a:lnTo>
                    <a:pt x="47" y="79"/>
                  </a:lnTo>
                  <a:lnTo>
                    <a:pt x="47" y="77"/>
                  </a:lnTo>
                  <a:lnTo>
                    <a:pt x="49" y="77"/>
                  </a:lnTo>
                  <a:lnTo>
                    <a:pt x="49" y="75"/>
                  </a:lnTo>
                  <a:lnTo>
                    <a:pt x="49" y="75"/>
                  </a:lnTo>
                  <a:lnTo>
                    <a:pt x="49" y="75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2" y="73"/>
                  </a:lnTo>
                  <a:lnTo>
                    <a:pt x="52" y="71"/>
                  </a:lnTo>
                  <a:lnTo>
                    <a:pt x="52" y="71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54" y="69"/>
                  </a:lnTo>
                  <a:lnTo>
                    <a:pt x="54" y="69"/>
                  </a:lnTo>
                  <a:lnTo>
                    <a:pt x="54" y="67"/>
                  </a:lnTo>
                  <a:lnTo>
                    <a:pt x="56" y="67"/>
                  </a:lnTo>
                  <a:lnTo>
                    <a:pt x="56" y="67"/>
                  </a:lnTo>
                  <a:lnTo>
                    <a:pt x="58" y="67"/>
                  </a:lnTo>
                  <a:lnTo>
                    <a:pt x="60" y="65"/>
                  </a:lnTo>
                  <a:lnTo>
                    <a:pt x="60" y="65"/>
                  </a:lnTo>
                  <a:lnTo>
                    <a:pt x="60" y="65"/>
                  </a:lnTo>
                  <a:lnTo>
                    <a:pt x="60" y="65"/>
                  </a:lnTo>
                  <a:lnTo>
                    <a:pt x="62" y="65"/>
                  </a:lnTo>
                  <a:lnTo>
                    <a:pt x="62" y="65"/>
                  </a:lnTo>
                  <a:lnTo>
                    <a:pt x="62" y="65"/>
                  </a:lnTo>
                  <a:lnTo>
                    <a:pt x="62" y="65"/>
                  </a:lnTo>
                  <a:lnTo>
                    <a:pt x="64" y="63"/>
                  </a:lnTo>
                  <a:lnTo>
                    <a:pt x="64" y="63"/>
                  </a:lnTo>
                  <a:lnTo>
                    <a:pt x="64" y="63"/>
                  </a:lnTo>
                  <a:lnTo>
                    <a:pt x="66" y="61"/>
                  </a:lnTo>
                  <a:lnTo>
                    <a:pt x="66" y="61"/>
                  </a:lnTo>
                  <a:lnTo>
                    <a:pt x="66" y="59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57"/>
                  </a:lnTo>
                  <a:lnTo>
                    <a:pt x="64" y="57"/>
                  </a:lnTo>
                  <a:lnTo>
                    <a:pt x="64" y="57"/>
                  </a:lnTo>
                  <a:lnTo>
                    <a:pt x="62" y="55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0" y="53"/>
                  </a:lnTo>
                  <a:lnTo>
                    <a:pt x="58" y="53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0" y="49"/>
                  </a:lnTo>
                  <a:lnTo>
                    <a:pt x="60" y="49"/>
                  </a:lnTo>
                  <a:lnTo>
                    <a:pt x="58" y="49"/>
                  </a:lnTo>
                  <a:lnTo>
                    <a:pt x="56" y="51"/>
                  </a:lnTo>
                  <a:lnTo>
                    <a:pt x="56" y="49"/>
                  </a:lnTo>
                  <a:lnTo>
                    <a:pt x="56" y="49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60" y="47"/>
                  </a:lnTo>
                  <a:lnTo>
                    <a:pt x="60" y="45"/>
                  </a:lnTo>
                  <a:lnTo>
                    <a:pt x="60" y="45"/>
                  </a:lnTo>
                  <a:lnTo>
                    <a:pt x="60" y="45"/>
                  </a:lnTo>
                  <a:lnTo>
                    <a:pt x="58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6" y="44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2" y="42"/>
                  </a:lnTo>
                  <a:lnTo>
                    <a:pt x="52" y="40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49" y="42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7" y="38"/>
                  </a:lnTo>
                  <a:lnTo>
                    <a:pt x="45" y="38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9" y="34"/>
                  </a:lnTo>
                  <a:lnTo>
                    <a:pt x="49" y="34"/>
                  </a:lnTo>
                  <a:lnTo>
                    <a:pt x="49" y="34"/>
                  </a:lnTo>
                  <a:lnTo>
                    <a:pt x="51" y="34"/>
                  </a:lnTo>
                  <a:lnTo>
                    <a:pt x="52" y="34"/>
                  </a:lnTo>
                  <a:lnTo>
                    <a:pt x="54" y="34"/>
                  </a:lnTo>
                  <a:lnTo>
                    <a:pt x="54" y="34"/>
                  </a:lnTo>
                  <a:lnTo>
                    <a:pt x="54" y="32"/>
                  </a:lnTo>
                  <a:lnTo>
                    <a:pt x="54" y="32"/>
                  </a:lnTo>
                  <a:lnTo>
                    <a:pt x="54" y="32"/>
                  </a:lnTo>
                  <a:lnTo>
                    <a:pt x="56" y="30"/>
                  </a:lnTo>
                  <a:lnTo>
                    <a:pt x="56" y="30"/>
                  </a:lnTo>
                  <a:lnTo>
                    <a:pt x="58" y="30"/>
                  </a:lnTo>
                  <a:lnTo>
                    <a:pt x="58" y="30"/>
                  </a:lnTo>
                  <a:lnTo>
                    <a:pt x="58" y="30"/>
                  </a:lnTo>
                  <a:lnTo>
                    <a:pt x="62" y="32"/>
                  </a:lnTo>
                  <a:lnTo>
                    <a:pt x="64" y="32"/>
                  </a:lnTo>
                  <a:lnTo>
                    <a:pt x="66" y="30"/>
                  </a:lnTo>
                  <a:lnTo>
                    <a:pt x="70" y="26"/>
                  </a:lnTo>
                  <a:lnTo>
                    <a:pt x="70" y="24"/>
                  </a:lnTo>
                  <a:lnTo>
                    <a:pt x="72" y="24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8" y="20"/>
                  </a:lnTo>
                  <a:lnTo>
                    <a:pt x="80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6" y="16"/>
                  </a:lnTo>
                  <a:lnTo>
                    <a:pt x="86" y="16"/>
                  </a:lnTo>
                  <a:lnTo>
                    <a:pt x="86" y="14"/>
                  </a:lnTo>
                  <a:lnTo>
                    <a:pt x="84" y="14"/>
                  </a:lnTo>
                  <a:lnTo>
                    <a:pt x="84" y="14"/>
                  </a:lnTo>
                  <a:lnTo>
                    <a:pt x="84" y="14"/>
                  </a:lnTo>
                  <a:lnTo>
                    <a:pt x="84" y="14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8" y="12"/>
                  </a:lnTo>
                  <a:lnTo>
                    <a:pt x="88" y="12"/>
                  </a:lnTo>
                  <a:lnTo>
                    <a:pt x="88" y="14"/>
                  </a:lnTo>
                  <a:lnTo>
                    <a:pt x="88" y="14"/>
                  </a:lnTo>
                  <a:lnTo>
                    <a:pt x="88" y="14"/>
                  </a:lnTo>
                  <a:lnTo>
                    <a:pt x="88" y="14"/>
                  </a:lnTo>
                  <a:lnTo>
                    <a:pt x="90" y="12"/>
                  </a:lnTo>
                  <a:lnTo>
                    <a:pt x="90" y="10"/>
                  </a:lnTo>
                  <a:lnTo>
                    <a:pt x="90" y="10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8" y="2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1698625" y="3670300"/>
              <a:ext cx="209550" cy="266700"/>
            </a:xfrm>
            <a:custGeom>
              <a:avLst/>
              <a:gdLst>
                <a:gd name="T0" fmla="*/ 157 w 265"/>
                <a:gd name="T1" fmla="*/ 20 h 338"/>
                <a:gd name="T2" fmla="*/ 184 w 265"/>
                <a:gd name="T3" fmla="*/ 28 h 338"/>
                <a:gd name="T4" fmla="*/ 206 w 265"/>
                <a:gd name="T5" fmla="*/ 22 h 338"/>
                <a:gd name="T6" fmla="*/ 222 w 265"/>
                <a:gd name="T7" fmla="*/ 28 h 338"/>
                <a:gd name="T8" fmla="*/ 237 w 265"/>
                <a:gd name="T9" fmla="*/ 49 h 338"/>
                <a:gd name="T10" fmla="*/ 245 w 265"/>
                <a:gd name="T11" fmla="*/ 61 h 338"/>
                <a:gd name="T12" fmla="*/ 247 w 265"/>
                <a:gd name="T13" fmla="*/ 73 h 338"/>
                <a:gd name="T14" fmla="*/ 247 w 265"/>
                <a:gd name="T15" fmla="*/ 92 h 338"/>
                <a:gd name="T16" fmla="*/ 243 w 265"/>
                <a:gd name="T17" fmla="*/ 102 h 338"/>
                <a:gd name="T18" fmla="*/ 226 w 265"/>
                <a:gd name="T19" fmla="*/ 108 h 338"/>
                <a:gd name="T20" fmla="*/ 228 w 265"/>
                <a:gd name="T21" fmla="*/ 124 h 338"/>
                <a:gd name="T22" fmla="*/ 216 w 265"/>
                <a:gd name="T23" fmla="*/ 130 h 338"/>
                <a:gd name="T24" fmla="*/ 214 w 265"/>
                <a:gd name="T25" fmla="*/ 149 h 338"/>
                <a:gd name="T26" fmla="*/ 222 w 265"/>
                <a:gd name="T27" fmla="*/ 161 h 338"/>
                <a:gd name="T28" fmla="*/ 233 w 265"/>
                <a:gd name="T29" fmla="*/ 161 h 338"/>
                <a:gd name="T30" fmla="*/ 251 w 265"/>
                <a:gd name="T31" fmla="*/ 163 h 338"/>
                <a:gd name="T32" fmla="*/ 261 w 265"/>
                <a:gd name="T33" fmla="*/ 181 h 338"/>
                <a:gd name="T34" fmla="*/ 257 w 265"/>
                <a:gd name="T35" fmla="*/ 187 h 338"/>
                <a:gd name="T36" fmla="*/ 259 w 265"/>
                <a:gd name="T37" fmla="*/ 200 h 338"/>
                <a:gd name="T38" fmla="*/ 237 w 265"/>
                <a:gd name="T39" fmla="*/ 208 h 338"/>
                <a:gd name="T40" fmla="*/ 218 w 265"/>
                <a:gd name="T41" fmla="*/ 210 h 338"/>
                <a:gd name="T42" fmla="*/ 177 w 265"/>
                <a:gd name="T43" fmla="*/ 202 h 338"/>
                <a:gd name="T44" fmla="*/ 151 w 265"/>
                <a:gd name="T45" fmla="*/ 204 h 338"/>
                <a:gd name="T46" fmla="*/ 151 w 265"/>
                <a:gd name="T47" fmla="*/ 228 h 338"/>
                <a:gd name="T48" fmla="*/ 151 w 265"/>
                <a:gd name="T49" fmla="*/ 244 h 338"/>
                <a:gd name="T50" fmla="*/ 175 w 265"/>
                <a:gd name="T51" fmla="*/ 283 h 338"/>
                <a:gd name="T52" fmla="*/ 130 w 265"/>
                <a:gd name="T53" fmla="*/ 285 h 338"/>
                <a:gd name="T54" fmla="*/ 126 w 265"/>
                <a:gd name="T55" fmla="*/ 310 h 338"/>
                <a:gd name="T56" fmla="*/ 75 w 265"/>
                <a:gd name="T57" fmla="*/ 332 h 338"/>
                <a:gd name="T58" fmla="*/ 84 w 265"/>
                <a:gd name="T59" fmla="*/ 320 h 338"/>
                <a:gd name="T60" fmla="*/ 79 w 265"/>
                <a:gd name="T61" fmla="*/ 301 h 338"/>
                <a:gd name="T62" fmla="*/ 63 w 265"/>
                <a:gd name="T63" fmla="*/ 299 h 338"/>
                <a:gd name="T64" fmla="*/ 35 w 265"/>
                <a:gd name="T65" fmla="*/ 299 h 338"/>
                <a:gd name="T66" fmla="*/ 33 w 265"/>
                <a:gd name="T67" fmla="*/ 285 h 338"/>
                <a:gd name="T68" fmla="*/ 33 w 265"/>
                <a:gd name="T69" fmla="*/ 263 h 338"/>
                <a:gd name="T70" fmla="*/ 45 w 265"/>
                <a:gd name="T71" fmla="*/ 246 h 338"/>
                <a:gd name="T72" fmla="*/ 51 w 265"/>
                <a:gd name="T73" fmla="*/ 208 h 338"/>
                <a:gd name="T74" fmla="*/ 63 w 265"/>
                <a:gd name="T75" fmla="*/ 185 h 338"/>
                <a:gd name="T76" fmla="*/ 82 w 265"/>
                <a:gd name="T77" fmla="*/ 167 h 338"/>
                <a:gd name="T78" fmla="*/ 106 w 265"/>
                <a:gd name="T79" fmla="*/ 165 h 338"/>
                <a:gd name="T80" fmla="*/ 108 w 265"/>
                <a:gd name="T81" fmla="*/ 143 h 338"/>
                <a:gd name="T82" fmla="*/ 116 w 265"/>
                <a:gd name="T83" fmla="*/ 120 h 338"/>
                <a:gd name="T84" fmla="*/ 84 w 265"/>
                <a:gd name="T85" fmla="*/ 132 h 338"/>
                <a:gd name="T86" fmla="*/ 39 w 265"/>
                <a:gd name="T87" fmla="*/ 132 h 338"/>
                <a:gd name="T88" fmla="*/ 24 w 265"/>
                <a:gd name="T89" fmla="*/ 128 h 338"/>
                <a:gd name="T90" fmla="*/ 14 w 265"/>
                <a:gd name="T91" fmla="*/ 108 h 338"/>
                <a:gd name="T92" fmla="*/ 8 w 265"/>
                <a:gd name="T93" fmla="*/ 87 h 338"/>
                <a:gd name="T94" fmla="*/ 12 w 265"/>
                <a:gd name="T95" fmla="*/ 67 h 338"/>
                <a:gd name="T96" fmla="*/ 43 w 265"/>
                <a:gd name="T97" fmla="*/ 67 h 338"/>
                <a:gd name="T98" fmla="*/ 43 w 265"/>
                <a:gd name="T99" fmla="*/ 79 h 338"/>
                <a:gd name="T100" fmla="*/ 39 w 265"/>
                <a:gd name="T101" fmla="*/ 96 h 338"/>
                <a:gd name="T102" fmla="*/ 51 w 265"/>
                <a:gd name="T103" fmla="*/ 87 h 338"/>
                <a:gd name="T104" fmla="*/ 61 w 265"/>
                <a:gd name="T105" fmla="*/ 92 h 338"/>
                <a:gd name="T106" fmla="*/ 77 w 265"/>
                <a:gd name="T107" fmla="*/ 98 h 338"/>
                <a:gd name="T108" fmla="*/ 73 w 265"/>
                <a:gd name="T109" fmla="*/ 85 h 338"/>
                <a:gd name="T110" fmla="*/ 86 w 265"/>
                <a:gd name="T111" fmla="*/ 79 h 338"/>
                <a:gd name="T112" fmla="*/ 98 w 265"/>
                <a:gd name="T113" fmla="*/ 77 h 338"/>
                <a:gd name="T114" fmla="*/ 120 w 265"/>
                <a:gd name="T115" fmla="*/ 67 h 338"/>
                <a:gd name="T116" fmla="*/ 106 w 265"/>
                <a:gd name="T117" fmla="*/ 59 h 338"/>
                <a:gd name="T118" fmla="*/ 106 w 265"/>
                <a:gd name="T119" fmla="*/ 41 h 338"/>
                <a:gd name="T120" fmla="*/ 118 w 265"/>
                <a:gd name="T121" fmla="*/ 20 h 338"/>
                <a:gd name="T122" fmla="*/ 114 w 265"/>
                <a:gd name="T123" fmla="*/ 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5" h="338">
                  <a:moveTo>
                    <a:pt x="118" y="0"/>
                  </a:moveTo>
                  <a:lnTo>
                    <a:pt x="118" y="0"/>
                  </a:lnTo>
                  <a:lnTo>
                    <a:pt x="12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7" y="10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2"/>
                  </a:lnTo>
                  <a:lnTo>
                    <a:pt x="135" y="14"/>
                  </a:lnTo>
                  <a:lnTo>
                    <a:pt x="137" y="14"/>
                  </a:lnTo>
                  <a:lnTo>
                    <a:pt x="141" y="16"/>
                  </a:lnTo>
                  <a:lnTo>
                    <a:pt x="141" y="16"/>
                  </a:lnTo>
                  <a:lnTo>
                    <a:pt x="143" y="16"/>
                  </a:lnTo>
                  <a:lnTo>
                    <a:pt x="147" y="14"/>
                  </a:lnTo>
                  <a:lnTo>
                    <a:pt x="149" y="16"/>
                  </a:lnTo>
                  <a:lnTo>
                    <a:pt x="151" y="18"/>
                  </a:lnTo>
                  <a:lnTo>
                    <a:pt x="153" y="20"/>
                  </a:lnTo>
                  <a:lnTo>
                    <a:pt x="155" y="20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59" y="22"/>
                  </a:lnTo>
                  <a:lnTo>
                    <a:pt x="159" y="22"/>
                  </a:lnTo>
                  <a:lnTo>
                    <a:pt x="161" y="22"/>
                  </a:lnTo>
                  <a:lnTo>
                    <a:pt x="161" y="22"/>
                  </a:lnTo>
                  <a:lnTo>
                    <a:pt x="163" y="20"/>
                  </a:lnTo>
                  <a:lnTo>
                    <a:pt x="163" y="20"/>
                  </a:lnTo>
                  <a:lnTo>
                    <a:pt x="163" y="20"/>
                  </a:lnTo>
                  <a:lnTo>
                    <a:pt x="165" y="22"/>
                  </a:lnTo>
                  <a:lnTo>
                    <a:pt x="169" y="22"/>
                  </a:lnTo>
                  <a:lnTo>
                    <a:pt x="171" y="22"/>
                  </a:lnTo>
                  <a:lnTo>
                    <a:pt x="173" y="22"/>
                  </a:lnTo>
                  <a:lnTo>
                    <a:pt x="173" y="24"/>
                  </a:lnTo>
                  <a:lnTo>
                    <a:pt x="175" y="26"/>
                  </a:lnTo>
                  <a:lnTo>
                    <a:pt x="179" y="24"/>
                  </a:lnTo>
                  <a:lnTo>
                    <a:pt x="181" y="24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4" y="28"/>
                  </a:lnTo>
                  <a:lnTo>
                    <a:pt x="184" y="28"/>
                  </a:lnTo>
                  <a:lnTo>
                    <a:pt x="186" y="30"/>
                  </a:lnTo>
                  <a:lnTo>
                    <a:pt x="188" y="30"/>
                  </a:lnTo>
                  <a:lnTo>
                    <a:pt x="188" y="30"/>
                  </a:lnTo>
                  <a:lnTo>
                    <a:pt x="188" y="30"/>
                  </a:lnTo>
                  <a:lnTo>
                    <a:pt x="190" y="30"/>
                  </a:lnTo>
                  <a:lnTo>
                    <a:pt x="190" y="30"/>
                  </a:lnTo>
                  <a:lnTo>
                    <a:pt x="192" y="30"/>
                  </a:lnTo>
                  <a:lnTo>
                    <a:pt x="192" y="30"/>
                  </a:lnTo>
                  <a:lnTo>
                    <a:pt x="192" y="30"/>
                  </a:lnTo>
                  <a:lnTo>
                    <a:pt x="194" y="30"/>
                  </a:lnTo>
                  <a:lnTo>
                    <a:pt x="194" y="30"/>
                  </a:lnTo>
                  <a:lnTo>
                    <a:pt x="194" y="30"/>
                  </a:lnTo>
                  <a:lnTo>
                    <a:pt x="194" y="32"/>
                  </a:lnTo>
                  <a:lnTo>
                    <a:pt x="196" y="32"/>
                  </a:lnTo>
                  <a:lnTo>
                    <a:pt x="198" y="30"/>
                  </a:lnTo>
                  <a:lnTo>
                    <a:pt x="200" y="30"/>
                  </a:lnTo>
                  <a:lnTo>
                    <a:pt x="200" y="30"/>
                  </a:lnTo>
                  <a:lnTo>
                    <a:pt x="200" y="28"/>
                  </a:lnTo>
                  <a:lnTo>
                    <a:pt x="200" y="28"/>
                  </a:lnTo>
                  <a:lnTo>
                    <a:pt x="200" y="26"/>
                  </a:lnTo>
                  <a:lnTo>
                    <a:pt x="198" y="24"/>
                  </a:lnTo>
                  <a:lnTo>
                    <a:pt x="198" y="22"/>
                  </a:lnTo>
                  <a:lnTo>
                    <a:pt x="198" y="20"/>
                  </a:lnTo>
                  <a:lnTo>
                    <a:pt x="202" y="18"/>
                  </a:lnTo>
                  <a:lnTo>
                    <a:pt x="204" y="20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2" y="20"/>
                  </a:lnTo>
                  <a:lnTo>
                    <a:pt x="212" y="22"/>
                  </a:lnTo>
                  <a:lnTo>
                    <a:pt x="212" y="22"/>
                  </a:lnTo>
                  <a:lnTo>
                    <a:pt x="212" y="22"/>
                  </a:lnTo>
                  <a:lnTo>
                    <a:pt x="212" y="24"/>
                  </a:lnTo>
                  <a:lnTo>
                    <a:pt x="212" y="24"/>
                  </a:lnTo>
                  <a:lnTo>
                    <a:pt x="214" y="24"/>
                  </a:lnTo>
                  <a:lnTo>
                    <a:pt x="214" y="24"/>
                  </a:lnTo>
                  <a:lnTo>
                    <a:pt x="214" y="26"/>
                  </a:lnTo>
                  <a:lnTo>
                    <a:pt x="216" y="26"/>
                  </a:lnTo>
                  <a:lnTo>
                    <a:pt x="216" y="28"/>
                  </a:lnTo>
                  <a:lnTo>
                    <a:pt x="216" y="28"/>
                  </a:lnTo>
                  <a:lnTo>
                    <a:pt x="218" y="28"/>
                  </a:lnTo>
                  <a:lnTo>
                    <a:pt x="218" y="28"/>
                  </a:lnTo>
                  <a:lnTo>
                    <a:pt x="218" y="28"/>
                  </a:lnTo>
                  <a:lnTo>
                    <a:pt x="218" y="28"/>
                  </a:lnTo>
                  <a:lnTo>
                    <a:pt x="220" y="26"/>
                  </a:lnTo>
                  <a:lnTo>
                    <a:pt x="222" y="26"/>
                  </a:lnTo>
                  <a:lnTo>
                    <a:pt x="222" y="26"/>
                  </a:lnTo>
                  <a:lnTo>
                    <a:pt x="222" y="28"/>
                  </a:lnTo>
                  <a:lnTo>
                    <a:pt x="226" y="32"/>
                  </a:lnTo>
                  <a:lnTo>
                    <a:pt x="226" y="32"/>
                  </a:lnTo>
                  <a:lnTo>
                    <a:pt x="226" y="32"/>
                  </a:lnTo>
                  <a:lnTo>
                    <a:pt x="226" y="32"/>
                  </a:lnTo>
                  <a:lnTo>
                    <a:pt x="226" y="33"/>
                  </a:lnTo>
                  <a:lnTo>
                    <a:pt x="226" y="35"/>
                  </a:lnTo>
                  <a:lnTo>
                    <a:pt x="228" y="33"/>
                  </a:lnTo>
                  <a:lnTo>
                    <a:pt x="228" y="33"/>
                  </a:lnTo>
                  <a:lnTo>
                    <a:pt x="228" y="35"/>
                  </a:lnTo>
                  <a:lnTo>
                    <a:pt x="230" y="37"/>
                  </a:lnTo>
                  <a:lnTo>
                    <a:pt x="230" y="37"/>
                  </a:lnTo>
                  <a:lnTo>
                    <a:pt x="230" y="37"/>
                  </a:lnTo>
                  <a:lnTo>
                    <a:pt x="230" y="37"/>
                  </a:lnTo>
                  <a:lnTo>
                    <a:pt x="230" y="37"/>
                  </a:lnTo>
                  <a:lnTo>
                    <a:pt x="230" y="39"/>
                  </a:lnTo>
                  <a:lnTo>
                    <a:pt x="228" y="39"/>
                  </a:lnTo>
                  <a:lnTo>
                    <a:pt x="228" y="39"/>
                  </a:lnTo>
                  <a:lnTo>
                    <a:pt x="230" y="39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39" y="45"/>
                  </a:lnTo>
                  <a:lnTo>
                    <a:pt x="239" y="47"/>
                  </a:lnTo>
                  <a:lnTo>
                    <a:pt x="239" y="47"/>
                  </a:lnTo>
                  <a:lnTo>
                    <a:pt x="239" y="47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7" y="51"/>
                  </a:lnTo>
                  <a:lnTo>
                    <a:pt x="239" y="51"/>
                  </a:lnTo>
                  <a:lnTo>
                    <a:pt x="241" y="55"/>
                  </a:lnTo>
                  <a:lnTo>
                    <a:pt x="241" y="55"/>
                  </a:lnTo>
                  <a:lnTo>
                    <a:pt x="241" y="55"/>
                  </a:lnTo>
                  <a:lnTo>
                    <a:pt x="241" y="55"/>
                  </a:lnTo>
                  <a:lnTo>
                    <a:pt x="241" y="57"/>
                  </a:lnTo>
                  <a:lnTo>
                    <a:pt x="241" y="57"/>
                  </a:lnTo>
                  <a:lnTo>
                    <a:pt x="241" y="57"/>
                  </a:lnTo>
                  <a:lnTo>
                    <a:pt x="241" y="59"/>
                  </a:lnTo>
                  <a:lnTo>
                    <a:pt x="241" y="59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41" y="63"/>
                  </a:lnTo>
                  <a:lnTo>
                    <a:pt x="241" y="63"/>
                  </a:lnTo>
                  <a:lnTo>
                    <a:pt x="241" y="63"/>
                  </a:lnTo>
                  <a:lnTo>
                    <a:pt x="243" y="63"/>
                  </a:lnTo>
                  <a:lnTo>
                    <a:pt x="243" y="61"/>
                  </a:lnTo>
                  <a:lnTo>
                    <a:pt x="243" y="61"/>
                  </a:lnTo>
                  <a:lnTo>
                    <a:pt x="243" y="61"/>
                  </a:lnTo>
                  <a:lnTo>
                    <a:pt x="243" y="61"/>
                  </a:lnTo>
                  <a:lnTo>
                    <a:pt x="243" y="59"/>
                  </a:lnTo>
                  <a:lnTo>
                    <a:pt x="243" y="59"/>
                  </a:lnTo>
                  <a:lnTo>
                    <a:pt x="245" y="59"/>
                  </a:lnTo>
                  <a:lnTo>
                    <a:pt x="245" y="59"/>
                  </a:lnTo>
                  <a:lnTo>
                    <a:pt x="245" y="61"/>
                  </a:lnTo>
                  <a:lnTo>
                    <a:pt x="245" y="61"/>
                  </a:lnTo>
                  <a:lnTo>
                    <a:pt x="245" y="65"/>
                  </a:lnTo>
                  <a:lnTo>
                    <a:pt x="245" y="65"/>
                  </a:lnTo>
                  <a:lnTo>
                    <a:pt x="245" y="65"/>
                  </a:lnTo>
                  <a:lnTo>
                    <a:pt x="245" y="65"/>
                  </a:lnTo>
                  <a:lnTo>
                    <a:pt x="243" y="67"/>
                  </a:lnTo>
                  <a:lnTo>
                    <a:pt x="243" y="67"/>
                  </a:lnTo>
                  <a:lnTo>
                    <a:pt x="241" y="65"/>
                  </a:lnTo>
                  <a:lnTo>
                    <a:pt x="241" y="67"/>
                  </a:lnTo>
                  <a:lnTo>
                    <a:pt x="241" y="67"/>
                  </a:lnTo>
                  <a:lnTo>
                    <a:pt x="239" y="69"/>
                  </a:lnTo>
                  <a:lnTo>
                    <a:pt x="239" y="69"/>
                  </a:lnTo>
                  <a:lnTo>
                    <a:pt x="241" y="71"/>
                  </a:lnTo>
                  <a:lnTo>
                    <a:pt x="241" y="71"/>
                  </a:lnTo>
                  <a:lnTo>
                    <a:pt x="241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5" y="71"/>
                  </a:lnTo>
                  <a:lnTo>
                    <a:pt x="245" y="73"/>
                  </a:lnTo>
                  <a:lnTo>
                    <a:pt x="245" y="73"/>
                  </a:lnTo>
                  <a:lnTo>
                    <a:pt x="245" y="73"/>
                  </a:lnTo>
                  <a:lnTo>
                    <a:pt x="247" y="73"/>
                  </a:lnTo>
                  <a:lnTo>
                    <a:pt x="247" y="73"/>
                  </a:lnTo>
                  <a:lnTo>
                    <a:pt x="247" y="73"/>
                  </a:lnTo>
                  <a:lnTo>
                    <a:pt x="247" y="73"/>
                  </a:lnTo>
                  <a:lnTo>
                    <a:pt x="247" y="75"/>
                  </a:lnTo>
                  <a:lnTo>
                    <a:pt x="247" y="75"/>
                  </a:lnTo>
                  <a:lnTo>
                    <a:pt x="249" y="79"/>
                  </a:lnTo>
                  <a:lnTo>
                    <a:pt x="249" y="79"/>
                  </a:lnTo>
                  <a:lnTo>
                    <a:pt x="249" y="81"/>
                  </a:lnTo>
                  <a:lnTo>
                    <a:pt x="249" y="81"/>
                  </a:lnTo>
                  <a:lnTo>
                    <a:pt x="249" y="81"/>
                  </a:lnTo>
                  <a:lnTo>
                    <a:pt x="249" y="81"/>
                  </a:lnTo>
                  <a:lnTo>
                    <a:pt x="249" y="83"/>
                  </a:lnTo>
                  <a:lnTo>
                    <a:pt x="249" y="85"/>
                  </a:lnTo>
                  <a:lnTo>
                    <a:pt x="249" y="85"/>
                  </a:lnTo>
                  <a:lnTo>
                    <a:pt x="249" y="85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49" y="88"/>
                  </a:lnTo>
                  <a:lnTo>
                    <a:pt x="249" y="88"/>
                  </a:lnTo>
                  <a:lnTo>
                    <a:pt x="249" y="88"/>
                  </a:lnTo>
                  <a:lnTo>
                    <a:pt x="247" y="88"/>
                  </a:lnTo>
                  <a:lnTo>
                    <a:pt x="247" y="90"/>
                  </a:lnTo>
                  <a:lnTo>
                    <a:pt x="247" y="90"/>
                  </a:lnTo>
                  <a:lnTo>
                    <a:pt x="247" y="90"/>
                  </a:lnTo>
                  <a:lnTo>
                    <a:pt x="247" y="90"/>
                  </a:lnTo>
                  <a:lnTo>
                    <a:pt x="247" y="92"/>
                  </a:lnTo>
                  <a:lnTo>
                    <a:pt x="247" y="92"/>
                  </a:lnTo>
                  <a:lnTo>
                    <a:pt x="245" y="92"/>
                  </a:lnTo>
                  <a:lnTo>
                    <a:pt x="245" y="92"/>
                  </a:lnTo>
                  <a:lnTo>
                    <a:pt x="245" y="92"/>
                  </a:lnTo>
                  <a:lnTo>
                    <a:pt x="245" y="92"/>
                  </a:lnTo>
                  <a:lnTo>
                    <a:pt x="245" y="92"/>
                  </a:lnTo>
                  <a:lnTo>
                    <a:pt x="245" y="94"/>
                  </a:lnTo>
                  <a:lnTo>
                    <a:pt x="247" y="92"/>
                  </a:lnTo>
                  <a:lnTo>
                    <a:pt x="247" y="92"/>
                  </a:lnTo>
                  <a:lnTo>
                    <a:pt x="247" y="94"/>
                  </a:lnTo>
                  <a:lnTo>
                    <a:pt x="247" y="94"/>
                  </a:lnTo>
                  <a:lnTo>
                    <a:pt x="247" y="94"/>
                  </a:lnTo>
                  <a:lnTo>
                    <a:pt x="249" y="98"/>
                  </a:lnTo>
                  <a:lnTo>
                    <a:pt x="249" y="98"/>
                  </a:lnTo>
                  <a:lnTo>
                    <a:pt x="249" y="98"/>
                  </a:lnTo>
                  <a:lnTo>
                    <a:pt x="249" y="98"/>
                  </a:lnTo>
                  <a:lnTo>
                    <a:pt x="249" y="98"/>
                  </a:lnTo>
                  <a:lnTo>
                    <a:pt x="247" y="100"/>
                  </a:lnTo>
                  <a:lnTo>
                    <a:pt x="245" y="100"/>
                  </a:lnTo>
                  <a:lnTo>
                    <a:pt x="243" y="98"/>
                  </a:lnTo>
                  <a:lnTo>
                    <a:pt x="243" y="98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2"/>
                  </a:lnTo>
                  <a:lnTo>
                    <a:pt x="243" y="102"/>
                  </a:lnTo>
                  <a:lnTo>
                    <a:pt x="243" y="102"/>
                  </a:lnTo>
                  <a:lnTo>
                    <a:pt x="243" y="102"/>
                  </a:lnTo>
                  <a:lnTo>
                    <a:pt x="243" y="102"/>
                  </a:lnTo>
                  <a:lnTo>
                    <a:pt x="243" y="104"/>
                  </a:lnTo>
                  <a:lnTo>
                    <a:pt x="243" y="104"/>
                  </a:lnTo>
                  <a:lnTo>
                    <a:pt x="241" y="104"/>
                  </a:lnTo>
                  <a:lnTo>
                    <a:pt x="239" y="102"/>
                  </a:lnTo>
                  <a:lnTo>
                    <a:pt x="239" y="102"/>
                  </a:lnTo>
                  <a:lnTo>
                    <a:pt x="237" y="102"/>
                  </a:lnTo>
                  <a:lnTo>
                    <a:pt x="235" y="104"/>
                  </a:lnTo>
                  <a:lnTo>
                    <a:pt x="235" y="104"/>
                  </a:lnTo>
                  <a:lnTo>
                    <a:pt x="235" y="104"/>
                  </a:lnTo>
                  <a:lnTo>
                    <a:pt x="233" y="104"/>
                  </a:lnTo>
                  <a:lnTo>
                    <a:pt x="233" y="100"/>
                  </a:lnTo>
                  <a:lnTo>
                    <a:pt x="232" y="100"/>
                  </a:lnTo>
                  <a:lnTo>
                    <a:pt x="232" y="100"/>
                  </a:lnTo>
                  <a:lnTo>
                    <a:pt x="232" y="100"/>
                  </a:lnTo>
                  <a:lnTo>
                    <a:pt x="230" y="102"/>
                  </a:lnTo>
                  <a:lnTo>
                    <a:pt x="230" y="102"/>
                  </a:lnTo>
                  <a:lnTo>
                    <a:pt x="230" y="102"/>
                  </a:lnTo>
                  <a:lnTo>
                    <a:pt x="230" y="102"/>
                  </a:lnTo>
                  <a:lnTo>
                    <a:pt x="232" y="106"/>
                  </a:lnTo>
                  <a:lnTo>
                    <a:pt x="232" y="106"/>
                  </a:lnTo>
                  <a:lnTo>
                    <a:pt x="232" y="106"/>
                  </a:lnTo>
                  <a:lnTo>
                    <a:pt x="232" y="108"/>
                  </a:lnTo>
                  <a:lnTo>
                    <a:pt x="232" y="108"/>
                  </a:lnTo>
                  <a:lnTo>
                    <a:pt x="232" y="108"/>
                  </a:lnTo>
                  <a:lnTo>
                    <a:pt x="230" y="108"/>
                  </a:lnTo>
                  <a:lnTo>
                    <a:pt x="228" y="108"/>
                  </a:lnTo>
                  <a:lnTo>
                    <a:pt x="226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2" y="110"/>
                  </a:lnTo>
                  <a:lnTo>
                    <a:pt x="222" y="110"/>
                  </a:lnTo>
                  <a:lnTo>
                    <a:pt x="222" y="112"/>
                  </a:lnTo>
                  <a:lnTo>
                    <a:pt x="222" y="112"/>
                  </a:lnTo>
                  <a:lnTo>
                    <a:pt x="226" y="114"/>
                  </a:lnTo>
                  <a:lnTo>
                    <a:pt x="226" y="116"/>
                  </a:lnTo>
                  <a:lnTo>
                    <a:pt x="226" y="116"/>
                  </a:lnTo>
                  <a:lnTo>
                    <a:pt x="226" y="116"/>
                  </a:lnTo>
                  <a:lnTo>
                    <a:pt x="226" y="116"/>
                  </a:lnTo>
                  <a:lnTo>
                    <a:pt x="228" y="118"/>
                  </a:lnTo>
                  <a:lnTo>
                    <a:pt x="228" y="118"/>
                  </a:lnTo>
                  <a:lnTo>
                    <a:pt x="230" y="118"/>
                  </a:lnTo>
                  <a:lnTo>
                    <a:pt x="230" y="118"/>
                  </a:lnTo>
                  <a:lnTo>
                    <a:pt x="228" y="118"/>
                  </a:lnTo>
                  <a:lnTo>
                    <a:pt x="228" y="120"/>
                  </a:lnTo>
                  <a:lnTo>
                    <a:pt x="228" y="120"/>
                  </a:lnTo>
                  <a:lnTo>
                    <a:pt x="228" y="120"/>
                  </a:lnTo>
                  <a:lnTo>
                    <a:pt x="226" y="120"/>
                  </a:lnTo>
                  <a:lnTo>
                    <a:pt x="226" y="120"/>
                  </a:lnTo>
                  <a:lnTo>
                    <a:pt x="226" y="122"/>
                  </a:lnTo>
                  <a:lnTo>
                    <a:pt x="226" y="122"/>
                  </a:lnTo>
                  <a:lnTo>
                    <a:pt x="226" y="122"/>
                  </a:lnTo>
                  <a:lnTo>
                    <a:pt x="226" y="122"/>
                  </a:lnTo>
                  <a:lnTo>
                    <a:pt x="228" y="124"/>
                  </a:lnTo>
                  <a:lnTo>
                    <a:pt x="228" y="124"/>
                  </a:lnTo>
                  <a:lnTo>
                    <a:pt x="228" y="124"/>
                  </a:lnTo>
                  <a:lnTo>
                    <a:pt x="230" y="124"/>
                  </a:lnTo>
                  <a:lnTo>
                    <a:pt x="230" y="124"/>
                  </a:lnTo>
                  <a:lnTo>
                    <a:pt x="228" y="126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26" y="128"/>
                  </a:lnTo>
                  <a:lnTo>
                    <a:pt x="226" y="130"/>
                  </a:lnTo>
                  <a:lnTo>
                    <a:pt x="226" y="130"/>
                  </a:lnTo>
                  <a:lnTo>
                    <a:pt x="226" y="130"/>
                  </a:lnTo>
                  <a:lnTo>
                    <a:pt x="224" y="132"/>
                  </a:lnTo>
                  <a:lnTo>
                    <a:pt x="224" y="132"/>
                  </a:lnTo>
                  <a:lnTo>
                    <a:pt x="224" y="134"/>
                  </a:lnTo>
                  <a:lnTo>
                    <a:pt x="224" y="134"/>
                  </a:lnTo>
                  <a:lnTo>
                    <a:pt x="224" y="134"/>
                  </a:lnTo>
                  <a:lnTo>
                    <a:pt x="224" y="134"/>
                  </a:lnTo>
                  <a:lnTo>
                    <a:pt x="222" y="134"/>
                  </a:lnTo>
                  <a:lnTo>
                    <a:pt x="222" y="134"/>
                  </a:lnTo>
                  <a:lnTo>
                    <a:pt x="222" y="134"/>
                  </a:lnTo>
                  <a:lnTo>
                    <a:pt x="222" y="130"/>
                  </a:lnTo>
                  <a:lnTo>
                    <a:pt x="222" y="130"/>
                  </a:lnTo>
                  <a:lnTo>
                    <a:pt x="222" y="130"/>
                  </a:lnTo>
                  <a:lnTo>
                    <a:pt x="220" y="130"/>
                  </a:lnTo>
                  <a:lnTo>
                    <a:pt x="218" y="130"/>
                  </a:lnTo>
                  <a:lnTo>
                    <a:pt x="218" y="130"/>
                  </a:lnTo>
                  <a:lnTo>
                    <a:pt x="216" y="130"/>
                  </a:lnTo>
                  <a:lnTo>
                    <a:pt x="216" y="130"/>
                  </a:lnTo>
                  <a:lnTo>
                    <a:pt x="216" y="130"/>
                  </a:lnTo>
                  <a:lnTo>
                    <a:pt x="214" y="130"/>
                  </a:lnTo>
                  <a:lnTo>
                    <a:pt x="214" y="130"/>
                  </a:lnTo>
                  <a:lnTo>
                    <a:pt x="214" y="130"/>
                  </a:lnTo>
                  <a:lnTo>
                    <a:pt x="214" y="132"/>
                  </a:lnTo>
                  <a:lnTo>
                    <a:pt x="214" y="136"/>
                  </a:lnTo>
                  <a:lnTo>
                    <a:pt x="214" y="138"/>
                  </a:lnTo>
                  <a:lnTo>
                    <a:pt x="214" y="138"/>
                  </a:lnTo>
                  <a:lnTo>
                    <a:pt x="214" y="140"/>
                  </a:lnTo>
                  <a:lnTo>
                    <a:pt x="214" y="140"/>
                  </a:lnTo>
                  <a:lnTo>
                    <a:pt x="216" y="140"/>
                  </a:lnTo>
                  <a:lnTo>
                    <a:pt x="216" y="140"/>
                  </a:lnTo>
                  <a:lnTo>
                    <a:pt x="216" y="140"/>
                  </a:lnTo>
                  <a:lnTo>
                    <a:pt x="216" y="140"/>
                  </a:lnTo>
                  <a:lnTo>
                    <a:pt x="216" y="141"/>
                  </a:lnTo>
                  <a:lnTo>
                    <a:pt x="216" y="141"/>
                  </a:lnTo>
                  <a:lnTo>
                    <a:pt x="218" y="141"/>
                  </a:lnTo>
                  <a:lnTo>
                    <a:pt x="218" y="141"/>
                  </a:lnTo>
                  <a:lnTo>
                    <a:pt x="216" y="143"/>
                  </a:lnTo>
                  <a:lnTo>
                    <a:pt x="216" y="143"/>
                  </a:lnTo>
                  <a:lnTo>
                    <a:pt x="216" y="143"/>
                  </a:lnTo>
                  <a:lnTo>
                    <a:pt x="216" y="145"/>
                  </a:lnTo>
                  <a:lnTo>
                    <a:pt x="218" y="145"/>
                  </a:lnTo>
                  <a:lnTo>
                    <a:pt x="218" y="147"/>
                  </a:lnTo>
                  <a:lnTo>
                    <a:pt x="218" y="147"/>
                  </a:lnTo>
                  <a:lnTo>
                    <a:pt x="218" y="147"/>
                  </a:lnTo>
                  <a:lnTo>
                    <a:pt x="218" y="147"/>
                  </a:lnTo>
                  <a:lnTo>
                    <a:pt x="214" y="149"/>
                  </a:lnTo>
                  <a:lnTo>
                    <a:pt x="214" y="149"/>
                  </a:lnTo>
                  <a:lnTo>
                    <a:pt x="214" y="149"/>
                  </a:lnTo>
                  <a:lnTo>
                    <a:pt x="212" y="151"/>
                  </a:lnTo>
                  <a:lnTo>
                    <a:pt x="212" y="151"/>
                  </a:lnTo>
                  <a:lnTo>
                    <a:pt x="212" y="153"/>
                  </a:lnTo>
                  <a:lnTo>
                    <a:pt x="212" y="153"/>
                  </a:lnTo>
                  <a:lnTo>
                    <a:pt x="212" y="153"/>
                  </a:lnTo>
                  <a:lnTo>
                    <a:pt x="212" y="153"/>
                  </a:lnTo>
                  <a:lnTo>
                    <a:pt x="212" y="153"/>
                  </a:lnTo>
                  <a:lnTo>
                    <a:pt x="214" y="155"/>
                  </a:lnTo>
                  <a:lnTo>
                    <a:pt x="214" y="155"/>
                  </a:lnTo>
                  <a:lnTo>
                    <a:pt x="214" y="155"/>
                  </a:lnTo>
                  <a:lnTo>
                    <a:pt x="214" y="155"/>
                  </a:lnTo>
                  <a:lnTo>
                    <a:pt x="214" y="157"/>
                  </a:lnTo>
                  <a:lnTo>
                    <a:pt x="214" y="159"/>
                  </a:lnTo>
                  <a:lnTo>
                    <a:pt x="216" y="159"/>
                  </a:lnTo>
                  <a:lnTo>
                    <a:pt x="216" y="159"/>
                  </a:lnTo>
                  <a:lnTo>
                    <a:pt x="218" y="159"/>
                  </a:lnTo>
                  <a:lnTo>
                    <a:pt x="218" y="159"/>
                  </a:lnTo>
                  <a:lnTo>
                    <a:pt x="218" y="157"/>
                  </a:lnTo>
                  <a:lnTo>
                    <a:pt x="218" y="157"/>
                  </a:lnTo>
                  <a:lnTo>
                    <a:pt x="218" y="157"/>
                  </a:lnTo>
                  <a:lnTo>
                    <a:pt x="220" y="157"/>
                  </a:lnTo>
                  <a:lnTo>
                    <a:pt x="220" y="159"/>
                  </a:lnTo>
                  <a:lnTo>
                    <a:pt x="220" y="159"/>
                  </a:lnTo>
                  <a:lnTo>
                    <a:pt x="220" y="159"/>
                  </a:lnTo>
                  <a:lnTo>
                    <a:pt x="220" y="159"/>
                  </a:lnTo>
                  <a:lnTo>
                    <a:pt x="220" y="161"/>
                  </a:lnTo>
                  <a:lnTo>
                    <a:pt x="222" y="161"/>
                  </a:lnTo>
                  <a:lnTo>
                    <a:pt x="222" y="161"/>
                  </a:lnTo>
                  <a:lnTo>
                    <a:pt x="226" y="161"/>
                  </a:lnTo>
                  <a:lnTo>
                    <a:pt x="228" y="159"/>
                  </a:lnTo>
                  <a:lnTo>
                    <a:pt x="228" y="159"/>
                  </a:lnTo>
                  <a:lnTo>
                    <a:pt x="228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57"/>
                  </a:lnTo>
                  <a:lnTo>
                    <a:pt x="233" y="157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5" y="159"/>
                  </a:lnTo>
                  <a:lnTo>
                    <a:pt x="235" y="159"/>
                  </a:lnTo>
                  <a:lnTo>
                    <a:pt x="235" y="159"/>
                  </a:lnTo>
                  <a:lnTo>
                    <a:pt x="235" y="159"/>
                  </a:lnTo>
                  <a:lnTo>
                    <a:pt x="235" y="159"/>
                  </a:lnTo>
                  <a:lnTo>
                    <a:pt x="235" y="159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61"/>
                  </a:lnTo>
                  <a:lnTo>
                    <a:pt x="233" y="163"/>
                  </a:lnTo>
                  <a:lnTo>
                    <a:pt x="233" y="163"/>
                  </a:lnTo>
                  <a:lnTo>
                    <a:pt x="233" y="163"/>
                  </a:lnTo>
                  <a:lnTo>
                    <a:pt x="233" y="165"/>
                  </a:lnTo>
                  <a:lnTo>
                    <a:pt x="233" y="165"/>
                  </a:lnTo>
                  <a:lnTo>
                    <a:pt x="233" y="165"/>
                  </a:lnTo>
                  <a:lnTo>
                    <a:pt x="233" y="165"/>
                  </a:lnTo>
                  <a:lnTo>
                    <a:pt x="235" y="165"/>
                  </a:lnTo>
                  <a:lnTo>
                    <a:pt x="235" y="165"/>
                  </a:lnTo>
                  <a:lnTo>
                    <a:pt x="235" y="165"/>
                  </a:lnTo>
                  <a:lnTo>
                    <a:pt x="235" y="163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3" y="165"/>
                  </a:lnTo>
                  <a:lnTo>
                    <a:pt x="247" y="165"/>
                  </a:lnTo>
                  <a:lnTo>
                    <a:pt x="249" y="163"/>
                  </a:lnTo>
                  <a:lnTo>
                    <a:pt x="251" y="163"/>
                  </a:lnTo>
                  <a:lnTo>
                    <a:pt x="251" y="163"/>
                  </a:lnTo>
                  <a:lnTo>
                    <a:pt x="253" y="165"/>
                  </a:lnTo>
                  <a:lnTo>
                    <a:pt x="261" y="167"/>
                  </a:lnTo>
                  <a:lnTo>
                    <a:pt x="263" y="167"/>
                  </a:lnTo>
                  <a:lnTo>
                    <a:pt x="263" y="167"/>
                  </a:lnTo>
                  <a:lnTo>
                    <a:pt x="263" y="169"/>
                  </a:lnTo>
                  <a:lnTo>
                    <a:pt x="263" y="169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5"/>
                  </a:lnTo>
                  <a:lnTo>
                    <a:pt x="263" y="175"/>
                  </a:lnTo>
                  <a:lnTo>
                    <a:pt x="263" y="175"/>
                  </a:lnTo>
                  <a:lnTo>
                    <a:pt x="265" y="175"/>
                  </a:lnTo>
                  <a:lnTo>
                    <a:pt x="265" y="177"/>
                  </a:lnTo>
                  <a:lnTo>
                    <a:pt x="265" y="177"/>
                  </a:lnTo>
                  <a:lnTo>
                    <a:pt x="265" y="179"/>
                  </a:lnTo>
                  <a:lnTo>
                    <a:pt x="265" y="181"/>
                  </a:lnTo>
                  <a:lnTo>
                    <a:pt x="265" y="181"/>
                  </a:lnTo>
                  <a:lnTo>
                    <a:pt x="263" y="181"/>
                  </a:lnTo>
                  <a:lnTo>
                    <a:pt x="263" y="181"/>
                  </a:lnTo>
                  <a:lnTo>
                    <a:pt x="263" y="181"/>
                  </a:lnTo>
                  <a:lnTo>
                    <a:pt x="261" y="181"/>
                  </a:lnTo>
                  <a:lnTo>
                    <a:pt x="261" y="181"/>
                  </a:lnTo>
                  <a:lnTo>
                    <a:pt x="261" y="181"/>
                  </a:lnTo>
                  <a:lnTo>
                    <a:pt x="261" y="183"/>
                  </a:lnTo>
                  <a:lnTo>
                    <a:pt x="261" y="183"/>
                  </a:lnTo>
                  <a:lnTo>
                    <a:pt x="261" y="183"/>
                  </a:lnTo>
                  <a:lnTo>
                    <a:pt x="261" y="183"/>
                  </a:lnTo>
                  <a:lnTo>
                    <a:pt x="259" y="183"/>
                  </a:lnTo>
                  <a:lnTo>
                    <a:pt x="259" y="183"/>
                  </a:lnTo>
                  <a:lnTo>
                    <a:pt x="259" y="183"/>
                  </a:lnTo>
                  <a:lnTo>
                    <a:pt x="259" y="185"/>
                  </a:lnTo>
                  <a:lnTo>
                    <a:pt x="259" y="185"/>
                  </a:lnTo>
                  <a:lnTo>
                    <a:pt x="259" y="185"/>
                  </a:lnTo>
                  <a:lnTo>
                    <a:pt x="259" y="183"/>
                  </a:lnTo>
                  <a:lnTo>
                    <a:pt x="259" y="183"/>
                  </a:lnTo>
                  <a:lnTo>
                    <a:pt x="259" y="183"/>
                  </a:lnTo>
                  <a:lnTo>
                    <a:pt x="259" y="183"/>
                  </a:lnTo>
                  <a:lnTo>
                    <a:pt x="257" y="183"/>
                  </a:lnTo>
                  <a:lnTo>
                    <a:pt x="257" y="181"/>
                  </a:lnTo>
                  <a:lnTo>
                    <a:pt x="257" y="181"/>
                  </a:lnTo>
                  <a:lnTo>
                    <a:pt x="257" y="181"/>
                  </a:lnTo>
                  <a:lnTo>
                    <a:pt x="257" y="183"/>
                  </a:lnTo>
                  <a:lnTo>
                    <a:pt x="257" y="183"/>
                  </a:lnTo>
                  <a:lnTo>
                    <a:pt x="257" y="183"/>
                  </a:lnTo>
                  <a:lnTo>
                    <a:pt x="255" y="183"/>
                  </a:lnTo>
                  <a:lnTo>
                    <a:pt x="255" y="183"/>
                  </a:lnTo>
                  <a:lnTo>
                    <a:pt x="255" y="185"/>
                  </a:lnTo>
                  <a:lnTo>
                    <a:pt x="257" y="185"/>
                  </a:lnTo>
                  <a:lnTo>
                    <a:pt x="257" y="187"/>
                  </a:lnTo>
                  <a:lnTo>
                    <a:pt x="257" y="187"/>
                  </a:lnTo>
                  <a:lnTo>
                    <a:pt x="257" y="187"/>
                  </a:lnTo>
                  <a:lnTo>
                    <a:pt x="257" y="187"/>
                  </a:lnTo>
                  <a:lnTo>
                    <a:pt x="257" y="187"/>
                  </a:lnTo>
                  <a:lnTo>
                    <a:pt x="257" y="189"/>
                  </a:lnTo>
                  <a:lnTo>
                    <a:pt x="257" y="189"/>
                  </a:lnTo>
                  <a:lnTo>
                    <a:pt x="257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91"/>
                  </a:lnTo>
                  <a:lnTo>
                    <a:pt x="255" y="193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4"/>
                  </a:lnTo>
                  <a:lnTo>
                    <a:pt x="253" y="194"/>
                  </a:lnTo>
                  <a:lnTo>
                    <a:pt x="253" y="194"/>
                  </a:lnTo>
                  <a:lnTo>
                    <a:pt x="253" y="194"/>
                  </a:lnTo>
                  <a:lnTo>
                    <a:pt x="257" y="194"/>
                  </a:lnTo>
                  <a:lnTo>
                    <a:pt x="257" y="196"/>
                  </a:lnTo>
                  <a:lnTo>
                    <a:pt x="257" y="196"/>
                  </a:lnTo>
                  <a:lnTo>
                    <a:pt x="259" y="200"/>
                  </a:lnTo>
                  <a:lnTo>
                    <a:pt x="259" y="200"/>
                  </a:lnTo>
                  <a:lnTo>
                    <a:pt x="259" y="200"/>
                  </a:lnTo>
                  <a:lnTo>
                    <a:pt x="259" y="200"/>
                  </a:lnTo>
                  <a:lnTo>
                    <a:pt x="259" y="200"/>
                  </a:lnTo>
                  <a:lnTo>
                    <a:pt x="261" y="200"/>
                  </a:lnTo>
                  <a:lnTo>
                    <a:pt x="261" y="200"/>
                  </a:lnTo>
                  <a:lnTo>
                    <a:pt x="261" y="200"/>
                  </a:lnTo>
                  <a:lnTo>
                    <a:pt x="261" y="200"/>
                  </a:lnTo>
                  <a:lnTo>
                    <a:pt x="261" y="200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61" y="204"/>
                  </a:lnTo>
                  <a:lnTo>
                    <a:pt x="261" y="206"/>
                  </a:lnTo>
                  <a:lnTo>
                    <a:pt x="261" y="208"/>
                  </a:lnTo>
                  <a:lnTo>
                    <a:pt x="261" y="208"/>
                  </a:lnTo>
                  <a:lnTo>
                    <a:pt x="255" y="206"/>
                  </a:lnTo>
                  <a:lnTo>
                    <a:pt x="253" y="204"/>
                  </a:lnTo>
                  <a:lnTo>
                    <a:pt x="251" y="204"/>
                  </a:lnTo>
                  <a:lnTo>
                    <a:pt x="251" y="206"/>
                  </a:lnTo>
                  <a:lnTo>
                    <a:pt x="251" y="208"/>
                  </a:lnTo>
                  <a:lnTo>
                    <a:pt x="251" y="208"/>
                  </a:lnTo>
                  <a:lnTo>
                    <a:pt x="251" y="210"/>
                  </a:lnTo>
                  <a:lnTo>
                    <a:pt x="249" y="210"/>
                  </a:lnTo>
                  <a:lnTo>
                    <a:pt x="247" y="210"/>
                  </a:lnTo>
                  <a:lnTo>
                    <a:pt x="243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7" y="208"/>
                  </a:lnTo>
                  <a:lnTo>
                    <a:pt x="235" y="208"/>
                  </a:lnTo>
                  <a:lnTo>
                    <a:pt x="233" y="208"/>
                  </a:lnTo>
                  <a:lnTo>
                    <a:pt x="230" y="208"/>
                  </a:lnTo>
                  <a:lnTo>
                    <a:pt x="228" y="208"/>
                  </a:lnTo>
                  <a:lnTo>
                    <a:pt x="226" y="208"/>
                  </a:lnTo>
                  <a:lnTo>
                    <a:pt x="224" y="210"/>
                  </a:lnTo>
                  <a:lnTo>
                    <a:pt x="224" y="214"/>
                  </a:lnTo>
                  <a:lnTo>
                    <a:pt x="224" y="214"/>
                  </a:lnTo>
                  <a:lnTo>
                    <a:pt x="224" y="216"/>
                  </a:lnTo>
                  <a:lnTo>
                    <a:pt x="222" y="216"/>
                  </a:lnTo>
                  <a:lnTo>
                    <a:pt x="222" y="218"/>
                  </a:lnTo>
                  <a:lnTo>
                    <a:pt x="222" y="218"/>
                  </a:lnTo>
                  <a:lnTo>
                    <a:pt x="222" y="218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20" y="222"/>
                  </a:lnTo>
                  <a:lnTo>
                    <a:pt x="220" y="222"/>
                  </a:lnTo>
                  <a:lnTo>
                    <a:pt x="220" y="222"/>
                  </a:lnTo>
                  <a:lnTo>
                    <a:pt x="218" y="220"/>
                  </a:lnTo>
                  <a:lnTo>
                    <a:pt x="218" y="220"/>
                  </a:lnTo>
                  <a:lnTo>
                    <a:pt x="218" y="218"/>
                  </a:lnTo>
                  <a:lnTo>
                    <a:pt x="216" y="216"/>
                  </a:lnTo>
                  <a:lnTo>
                    <a:pt x="216" y="216"/>
                  </a:lnTo>
                  <a:lnTo>
                    <a:pt x="216" y="214"/>
                  </a:lnTo>
                  <a:lnTo>
                    <a:pt x="216" y="212"/>
                  </a:lnTo>
                  <a:lnTo>
                    <a:pt x="218" y="212"/>
                  </a:lnTo>
                  <a:lnTo>
                    <a:pt x="218" y="212"/>
                  </a:lnTo>
                  <a:lnTo>
                    <a:pt x="218" y="210"/>
                  </a:lnTo>
                  <a:lnTo>
                    <a:pt x="218" y="210"/>
                  </a:lnTo>
                  <a:lnTo>
                    <a:pt x="218" y="210"/>
                  </a:lnTo>
                  <a:lnTo>
                    <a:pt x="198" y="206"/>
                  </a:lnTo>
                  <a:lnTo>
                    <a:pt x="198" y="208"/>
                  </a:lnTo>
                  <a:lnTo>
                    <a:pt x="198" y="208"/>
                  </a:lnTo>
                  <a:lnTo>
                    <a:pt x="198" y="212"/>
                  </a:lnTo>
                  <a:lnTo>
                    <a:pt x="192" y="210"/>
                  </a:lnTo>
                  <a:lnTo>
                    <a:pt x="192" y="210"/>
                  </a:lnTo>
                  <a:lnTo>
                    <a:pt x="190" y="210"/>
                  </a:lnTo>
                  <a:lnTo>
                    <a:pt x="190" y="208"/>
                  </a:lnTo>
                  <a:lnTo>
                    <a:pt x="190" y="208"/>
                  </a:lnTo>
                  <a:lnTo>
                    <a:pt x="190" y="206"/>
                  </a:lnTo>
                  <a:lnTo>
                    <a:pt x="190" y="206"/>
                  </a:lnTo>
                  <a:lnTo>
                    <a:pt x="190" y="204"/>
                  </a:lnTo>
                  <a:lnTo>
                    <a:pt x="188" y="204"/>
                  </a:lnTo>
                  <a:lnTo>
                    <a:pt x="188" y="206"/>
                  </a:lnTo>
                  <a:lnTo>
                    <a:pt x="186" y="206"/>
                  </a:lnTo>
                  <a:lnTo>
                    <a:pt x="186" y="206"/>
                  </a:lnTo>
                  <a:lnTo>
                    <a:pt x="186" y="204"/>
                  </a:lnTo>
                  <a:lnTo>
                    <a:pt x="182" y="204"/>
                  </a:lnTo>
                  <a:lnTo>
                    <a:pt x="181" y="206"/>
                  </a:lnTo>
                  <a:lnTo>
                    <a:pt x="181" y="206"/>
                  </a:lnTo>
                  <a:lnTo>
                    <a:pt x="181" y="206"/>
                  </a:lnTo>
                  <a:lnTo>
                    <a:pt x="179" y="206"/>
                  </a:lnTo>
                  <a:lnTo>
                    <a:pt x="179" y="206"/>
                  </a:lnTo>
                  <a:lnTo>
                    <a:pt x="179" y="206"/>
                  </a:lnTo>
                  <a:lnTo>
                    <a:pt x="179" y="204"/>
                  </a:lnTo>
                  <a:lnTo>
                    <a:pt x="177" y="202"/>
                  </a:lnTo>
                  <a:lnTo>
                    <a:pt x="175" y="20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1" y="196"/>
                  </a:lnTo>
                  <a:lnTo>
                    <a:pt x="169" y="196"/>
                  </a:lnTo>
                  <a:lnTo>
                    <a:pt x="169" y="196"/>
                  </a:lnTo>
                  <a:lnTo>
                    <a:pt x="167" y="198"/>
                  </a:lnTo>
                  <a:lnTo>
                    <a:pt x="167" y="198"/>
                  </a:lnTo>
                  <a:lnTo>
                    <a:pt x="163" y="198"/>
                  </a:lnTo>
                  <a:lnTo>
                    <a:pt x="163" y="200"/>
                  </a:lnTo>
                  <a:lnTo>
                    <a:pt x="163" y="200"/>
                  </a:lnTo>
                  <a:lnTo>
                    <a:pt x="163" y="202"/>
                  </a:lnTo>
                  <a:lnTo>
                    <a:pt x="163" y="204"/>
                  </a:lnTo>
                  <a:lnTo>
                    <a:pt x="163" y="206"/>
                  </a:lnTo>
                  <a:lnTo>
                    <a:pt x="163" y="206"/>
                  </a:lnTo>
                  <a:lnTo>
                    <a:pt x="161" y="206"/>
                  </a:lnTo>
                  <a:lnTo>
                    <a:pt x="161" y="206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61" y="202"/>
                  </a:lnTo>
                  <a:lnTo>
                    <a:pt x="161" y="202"/>
                  </a:lnTo>
                  <a:lnTo>
                    <a:pt x="159" y="202"/>
                  </a:lnTo>
                  <a:lnTo>
                    <a:pt x="157" y="202"/>
                  </a:lnTo>
                  <a:lnTo>
                    <a:pt x="155" y="202"/>
                  </a:lnTo>
                  <a:lnTo>
                    <a:pt x="153" y="202"/>
                  </a:lnTo>
                  <a:lnTo>
                    <a:pt x="153" y="202"/>
                  </a:lnTo>
                  <a:lnTo>
                    <a:pt x="151" y="204"/>
                  </a:lnTo>
                  <a:lnTo>
                    <a:pt x="151" y="204"/>
                  </a:lnTo>
                  <a:lnTo>
                    <a:pt x="151" y="204"/>
                  </a:lnTo>
                  <a:lnTo>
                    <a:pt x="151" y="206"/>
                  </a:lnTo>
                  <a:lnTo>
                    <a:pt x="153" y="206"/>
                  </a:lnTo>
                  <a:lnTo>
                    <a:pt x="155" y="208"/>
                  </a:lnTo>
                  <a:lnTo>
                    <a:pt x="157" y="208"/>
                  </a:lnTo>
                  <a:lnTo>
                    <a:pt x="157" y="208"/>
                  </a:lnTo>
                  <a:lnTo>
                    <a:pt x="157" y="210"/>
                  </a:lnTo>
                  <a:lnTo>
                    <a:pt x="159" y="210"/>
                  </a:lnTo>
                  <a:lnTo>
                    <a:pt x="159" y="212"/>
                  </a:lnTo>
                  <a:lnTo>
                    <a:pt x="161" y="212"/>
                  </a:lnTo>
                  <a:lnTo>
                    <a:pt x="159" y="214"/>
                  </a:lnTo>
                  <a:lnTo>
                    <a:pt x="159" y="216"/>
                  </a:lnTo>
                  <a:lnTo>
                    <a:pt x="157" y="216"/>
                  </a:lnTo>
                  <a:lnTo>
                    <a:pt x="155" y="218"/>
                  </a:lnTo>
                  <a:lnTo>
                    <a:pt x="155" y="220"/>
                  </a:lnTo>
                  <a:lnTo>
                    <a:pt x="155" y="220"/>
                  </a:lnTo>
                  <a:lnTo>
                    <a:pt x="153" y="220"/>
                  </a:lnTo>
                  <a:lnTo>
                    <a:pt x="151" y="220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1" y="224"/>
                  </a:lnTo>
                  <a:lnTo>
                    <a:pt x="151" y="224"/>
                  </a:lnTo>
                  <a:lnTo>
                    <a:pt x="149" y="226"/>
                  </a:lnTo>
                  <a:lnTo>
                    <a:pt x="145" y="222"/>
                  </a:lnTo>
                  <a:lnTo>
                    <a:pt x="143" y="224"/>
                  </a:lnTo>
                  <a:lnTo>
                    <a:pt x="143" y="226"/>
                  </a:lnTo>
                  <a:lnTo>
                    <a:pt x="149" y="228"/>
                  </a:lnTo>
                  <a:lnTo>
                    <a:pt x="151" y="228"/>
                  </a:lnTo>
                  <a:lnTo>
                    <a:pt x="153" y="230"/>
                  </a:lnTo>
                  <a:lnTo>
                    <a:pt x="153" y="230"/>
                  </a:lnTo>
                  <a:lnTo>
                    <a:pt x="153" y="232"/>
                  </a:lnTo>
                  <a:lnTo>
                    <a:pt x="153" y="232"/>
                  </a:lnTo>
                  <a:lnTo>
                    <a:pt x="159" y="234"/>
                  </a:lnTo>
                  <a:lnTo>
                    <a:pt x="161" y="236"/>
                  </a:lnTo>
                  <a:lnTo>
                    <a:pt x="163" y="232"/>
                  </a:lnTo>
                  <a:lnTo>
                    <a:pt x="165" y="232"/>
                  </a:lnTo>
                  <a:lnTo>
                    <a:pt x="171" y="234"/>
                  </a:lnTo>
                  <a:lnTo>
                    <a:pt x="171" y="234"/>
                  </a:lnTo>
                  <a:lnTo>
                    <a:pt x="171" y="236"/>
                  </a:lnTo>
                  <a:lnTo>
                    <a:pt x="171" y="240"/>
                  </a:lnTo>
                  <a:lnTo>
                    <a:pt x="169" y="242"/>
                  </a:lnTo>
                  <a:lnTo>
                    <a:pt x="167" y="242"/>
                  </a:lnTo>
                  <a:lnTo>
                    <a:pt x="165" y="244"/>
                  </a:lnTo>
                  <a:lnTo>
                    <a:pt x="163" y="244"/>
                  </a:lnTo>
                  <a:lnTo>
                    <a:pt x="163" y="244"/>
                  </a:lnTo>
                  <a:lnTo>
                    <a:pt x="161" y="242"/>
                  </a:lnTo>
                  <a:lnTo>
                    <a:pt x="161" y="240"/>
                  </a:lnTo>
                  <a:lnTo>
                    <a:pt x="159" y="238"/>
                  </a:lnTo>
                  <a:lnTo>
                    <a:pt x="159" y="238"/>
                  </a:lnTo>
                  <a:lnTo>
                    <a:pt x="157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5" y="240"/>
                  </a:lnTo>
                  <a:lnTo>
                    <a:pt x="155" y="242"/>
                  </a:lnTo>
                  <a:lnTo>
                    <a:pt x="153" y="242"/>
                  </a:lnTo>
                  <a:lnTo>
                    <a:pt x="151" y="244"/>
                  </a:lnTo>
                  <a:lnTo>
                    <a:pt x="149" y="246"/>
                  </a:lnTo>
                  <a:lnTo>
                    <a:pt x="149" y="248"/>
                  </a:lnTo>
                  <a:lnTo>
                    <a:pt x="149" y="249"/>
                  </a:lnTo>
                  <a:lnTo>
                    <a:pt x="149" y="251"/>
                  </a:lnTo>
                  <a:lnTo>
                    <a:pt x="151" y="253"/>
                  </a:lnTo>
                  <a:lnTo>
                    <a:pt x="153" y="255"/>
                  </a:lnTo>
                  <a:lnTo>
                    <a:pt x="157" y="255"/>
                  </a:lnTo>
                  <a:lnTo>
                    <a:pt x="159" y="257"/>
                  </a:lnTo>
                  <a:lnTo>
                    <a:pt x="163" y="261"/>
                  </a:lnTo>
                  <a:lnTo>
                    <a:pt x="165" y="261"/>
                  </a:lnTo>
                  <a:lnTo>
                    <a:pt x="165" y="261"/>
                  </a:lnTo>
                  <a:lnTo>
                    <a:pt x="171" y="261"/>
                  </a:lnTo>
                  <a:lnTo>
                    <a:pt x="171" y="261"/>
                  </a:lnTo>
                  <a:lnTo>
                    <a:pt x="173" y="263"/>
                  </a:lnTo>
                  <a:lnTo>
                    <a:pt x="175" y="267"/>
                  </a:lnTo>
                  <a:lnTo>
                    <a:pt x="177" y="269"/>
                  </a:lnTo>
                  <a:lnTo>
                    <a:pt x="186" y="273"/>
                  </a:lnTo>
                  <a:lnTo>
                    <a:pt x="188" y="275"/>
                  </a:lnTo>
                  <a:lnTo>
                    <a:pt x="188" y="277"/>
                  </a:lnTo>
                  <a:lnTo>
                    <a:pt x="188" y="279"/>
                  </a:lnTo>
                  <a:lnTo>
                    <a:pt x="188" y="281"/>
                  </a:lnTo>
                  <a:lnTo>
                    <a:pt x="186" y="283"/>
                  </a:lnTo>
                  <a:lnTo>
                    <a:pt x="186" y="283"/>
                  </a:lnTo>
                  <a:lnTo>
                    <a:pt x="184" y="285"/>
                  </a:lnTo>
                  <a:lnTo>
                    <a:pt x="182" y="287"/>
                  </a:lnTo>
                  <a:lnTo>
                    <a:pt x="181" y="287"/>
                  </a:lnTo>
                  <a:lnTo>
                    <a:pt x="179" y="287"/>
                  </a:lnTo>
                  <a:lnTo>
                    <a:pt x="175" y="283"/>
                  </a:lnTo>
                  <a:lnTo>
                    <a:pt x="175" y="283"/>
                  </a:lnTo>
                  <a:lnTo>
                    <a:pt x="169" y="281"/>
                  </a:lnTo>
                  <a:lnTo>
                    <a:pt x="167" y="281"/>
                  </a:lnTo>
                  <a:lnTo>
                    <a:pt x="167" y="281"/>
                  </a:lnTo>
                  <a:lnTo>
                    <a:pt x="165" y="281"/>
                  </a:lnTo>
                  <a:lnTo>
                    <a:pt x="165" y="283"/>
                  </a:lnTo>
                  <a:lnTo>
                    <a:pt x="163" y="281"/>
                  </a:lnTo>
                  <a:lnTo>
                    <a:pt x="161" y="279"/>
                  </a:lnTo>
                  <a:lnTo>
                    <a:pt x="159" y="277"/>
                  </a:lnTo>
                  <a:lnTo>
                    <a:pt x="159" y="275"/>
                  </a:lnTo>
                  <a:lnTo>
                    <a:pt x="157" y="275"/>
                  </a:lnTo>
                  <a:lnTo>
                    <a:pt x="155" y="277"/>
                  </a:lnTo>
                  <a:lnTo>
                    <a:pt x="153" y="277"/>
                  </a:lnTo>
                  <a:lnTo>
                    <a:pt x="151" y="277"/>
                  </a:lnTo>
                  <a:lnTo>
                    <a:pt x="151" y="277"/>
                  </a:lnTo>
                  <a:lnTo>
                    <a:pt x="149" y="275"/>
                  </a:lnTo>
                  <a:lnTo>
                    <a:pt x="147" y="275"/>
                  </a:lnTo>
                  <a:lnTo>
                    <a:pt x="147" y="273"/>
                  </a:lnTo>
                  <a:lnTo>
                    <a:pt x="145" y="273"/>
                  </a:lnTo>
                  <a:lnTo>
                    <a:pt x="143" y="275"/>
                  </a:lnTo>
                  <a:lnTo>
                    <a:pt x="143" y="275"/>
                  </a:lnTo>
                  <a:lnTo>
                    <a:pt x="141" y="275"/>
                  </a:lnTo>
                  <a:lnTo>
                    <a:pt x="139" y="275"/>
                  </a:lnTo>
                  <a:lnTo>
                    <a:pt x="135" y="275"/>
                  </a:lnTo>
                  <a:lnTo>
                    <a:pt x="135" y="275"/>
                  </a:lnTo>
                  <a:lnTo>
                    <a:pt x="135" y="275"/>
                  </a:lnTo>
                  <a:lnTo>
                    <a:pt x="139" y="279"/>
                  </a:lnTo>
                  <a:lnTo>
                    <a:pt x="130" y="285"/>
                  </a:lnTo>
                  <a:lnTo>
                    <a:pt x="128" y="285"/>
                  </a:lnTo>
                  <a:lnTo>
                    <a:pt x="128" y="287"/>
                  </a:lnTo>
                  <a:lnTo>
                    <a:pt x="126" y="287"/>
                  </a:lnTo>
                  <a:lnTo>
                    <a:pt x="124" y="289"/>
                  </a:lnTo>
                  <a:lnTo>
                    <a:pt x="122" y="289"/>
                  </a:lnTo>
                  <a:lnTo>
                    <a:pt x="120" y="289"/>
                  </a:lnTo>
                  <a:lnTo>
                    <a:pt x="118" y="291"/>
                  </a:lnTo>
                  <a:lnTo>
                    <a:pt x="118" y="293"/>
                  </a:lnTo>
                  <a:lnTo>
                    <a:pt x="118" y="293"/>
                  </a:lnTo>
                  <a:lnTo>
                    <a:pt x="118" y="295"/>
                  </a:lnTo>
                  <a:lnTo>
                    <a:pt x="118" y="295"/>
                  </a:lnTo>
                  <a:lnTo>
                    <a:pt x="118" y="295"/>
                  </a:lnTo>
                  <a:lnTo>
                    <a:pt x="118" y="295"/>
                  </a:lnTo>
                  <a:lnTo>
                    <a:pt x="118" y="297"/>
                  </a:lnTo>
                  <a:lnTo>
                    <a:pt x="118" y="297"/>
                  </a:lnTo>
                  <a:lnTo>
                    <a:pt x="120" y="297"/>
                  </a:lnTo>
                  <a:lnTo>
                    <a:pt x="120" y="297"/>
                  </a:lnTo>
                  <a:lnTo>
                    <a:pt x="122" y="299"/>
                  </a:lnTo>
                  <a:lnTo>
                    <a:pt x="122" y="299"/>
                  </a:lnTo>
                  <a:lnTo>
                    <a:pt x="122" y="299"/>
                  </a:lnTo>
                  <a:lnTo>
                    <a:pt x="122" y="301"/>
                  </a:lnTo>
                  <a:lnTo>
                    <a:pt x="122" y="301"/>
                  </a:lnTo>
                  <a:lnTo>
                    <a:pt x="122" y="304"/>
                  </a:lnTo>
                  <a:lnTo>
                    <a:pt x="122" y="306"/>
                  </a:lnTo>
                  <a:lnTo>
                    <a:pt x="122" y="306"/>
                  </a:lnTo>
                  <a:lnTo>
                    <a:pt x="126" y="308"/>
                  </a:lnTo>
                  <a:lnTo>
                    <a:pt x="126" y="310"/>
                  </a:lnTo>
                  <a:lnTo>
                    <a:pt x="126" y="310"/>
                  </a:lnTo>
                  <a:lnTo>
                    <a:pt x="126" y="312"/>
                  </a:lnTo>
                  <a:lnTo>
                    <a:pt x="126" y="314"/>
                  </a:lnTo>
                  <a:lnTo>
                    <a:pt x="126" y="316"/>
                  </a:lnTo>
                  <a:lnTo>
                    <a:pt x="126" y="318"/>
                  </a:lnTo>
                  <a:lnTo>
                    <a:pt x="128" y="322"/>
                  </a:lnTo>
                  <a:lnTo>
                    <a:pt x="126" y="324"/>
                  </a:lnTo>
                  <a:lnTo>
                    <a:pt x="124" y="324"/>
                  </a:lnTo>
                  <a:lnTo>
                    <a:pt x="124" y="324"/>
                  </a:lnTo>
                  <a:lnTo>
                    <a:pt x="120" y="326"/>
                  </a:lnTo>
                  <a:lnTo>
                    <a:pt x="120" y="326"/>
                  </a:lnTo>
                  <a:lnTo>
                    <a:pt x="114" y="328"/>
                  </a:lnTo>
                  <a:lnTo>
                    <a:pt x="114" y="328"/>
                  </a:lnTo>
                  <a:lnTo>
                    <a:pt x="112" y="330"/>
                  </a:lnTo>
                  <a:lnTo>
                    <a:pt x="108" y="332"/>
                  </a:lnTo>
                  <a:lnTo>
                    <a:pt x="106" y="332"/>
                  </a:lnTo>
                  <a:lnTo>
                    <a:pt x="104" y="330"/>
                  </a:lnTo>
                  <a:lnTo>
                    <a:pt x="102" y="330"/>
                  </a:lnTo>
                  <a:lnTo>
                    <a:pt x="96" y="330"/>
                  </a:lnTo>
                  <a:lnTo>
                    <a:pt x="92" y="332"/>
                  </a:lnTo>
                  <a:lnTo>
                    <a:pt x="84" y="338"/>
                  </a:lnTo>
                  <a:lnTo>
                    <a:pt x="77" y="336"/>
                  </a:lnTo>
                  <a:lnTo>
                    <a:pt x="77" y="336"/>
                  </a:lnTo>
                  <a:lnTo>
                    <a:pt x="77" y="336"/>
                  </a:lnTo>
                  <a:lnTo>
                    <a:pt x="77" y="334"/>
                  </a:lnTo>
                  <a:lnTo>
                    <a:pt x="77" y="334"/>
                  </a:lnTo>
                  <a:lnTo>
                    <a:pt x="77" y="332"/>
                  </a:lnTo>
                  <a:lnTo>
                    <a:pt x="77" y="332"/>
                  </a:lnTo>
                  <a:lnTo>
                    <a:pt x="75" y="332"/>
                  </a:lnTo>
                  <a:lnTo>
                    <a:pt x="73" y="330"/>
                  </a:lnTo>
                  <a:lnTo>
                    <a:pt x="73" y="330"/>
                  </a:lnTo>
                  <a:lnTo>
                    <a:pt x="73" y="330"/>
                  </a:lnTo>
                  <a:lnTo>
                    <a:pt x="73" y="328"/>
                  </a:lnTo>
                  <a:lnTo>
                    <a:pt x="73" y="328"/>
                  </a:lnTo>
                  <a:lnTo>
                    <a:pt x="75" y="328"/>
                  </a:lnTo>
                  <a:lnTo>
                    <a:pt x="75" y="326"/>
                  </a:lnTo>
                  <a:lnTo>
                    <a:pt x="75" y="326"/>
                  </a:lnTo>
                  <a:lnTo>
                    <a:pt x="75" y="326"/>
                  </a:lnTo>
                  <a:lnTo>
                    <a:pt x="75" y="326"/>
                  </a:lnTo>
                  <a:lnTo>
                    <a:pt x="75" y="326"/>
                  </a:lnTo>
                  <a:lnTo>
                    <a:pt x="77" y="324"/>
                  </a:lnTo>
                  <a:lnTo>
                    <a:pt x="77" y="324"/>
                  </a:lnTo>
                  <a:lnTo>
                    <a:pt x="77" y="324"/>
                  </a:lnTo>
                  <a:lnTo>
                    <a:pt x="77" y="322"/>
                  </a:lnTo>
                  <a:lnTo>
                    <a:pt x="77" y="322"/>
                  </a:lnTo>
                  <a:lnTo>
                    <a:pt x="77" y="322"/>
                  </a:lnTo>
                  <a:lnTo>
                    <a:pt x="79" y="322"/>
                  </a:lnTo>
                  <a:lnTo>
                    <a:pt x="80" y="322"/>
                  </a:lnTo>
                  <a:lnTo>
                    <a:pt x="80" y="322"/>
                  </a:lnTo>
                  <a:lnTo>
                    <a:pt x="80" y="322"/>
                  </a:lnTo>
                  <a:lnTo>
                    <a:pt x="80" y="322"/>
                  </a:lnTo>
                  <a:lnTo>
                    <a:pt x="80" y="320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4" y="318"/>
                  </a:lnTo>
                  <a:lnTo>
                    <a:pt x="84" y="318"/>
                  </a:lnTo>
                  <a:lnTo>
                    <a:pt x="84" y="318"/>
                  </a:lnTo>
                  <a:lnTo>
                    <a:pt x="86" y="318"/>
                  </a:lnTo>
                  <a:lnTo>
                    <a:pt x="86" y="318"/>
                  </a:lnTo>
                  <a:lnTo>
                    <a:pt x="86" y="318"/>
                  </a:lnTo>
                  <a:lnTo>
                    <a:pt x="86" y="316"/>
                  </a:lnTo>
                  <a:lnTo>
                    <a:pt x="88" y="316"/>
                  </a:lnTo>
                  <a:lnTo>
                    <a:pt x="88" y="316"/>
                  </a:lnTo>
                  <a:lnTo>
                    <a:pt x="88" y="314"/>
                  </a:lnTo>
                  <a:lnTo>
                    <a:pt x="88" y="314"/>
                  </a:lnTo>
                  <a:lnTo>
                    <a:pt x="88" y="314"/>
                  </a:lnTo>
                  <a:lnTo>
                    <a:pt x="88" y="312"/>
                  </a:lnTo>
                  <a:lnTo>
                    <a:pt x="88" y="310"/>
                  </a:lnTo>
                  <a:lnTo>
                    <a:pt x="88" y="310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88" y="306"/>
                  </a:lnTo>
                  <a:lnTo>
                    <a:pt x="88" y="304"/>
                  </a:lnTo>
                  <a:lnTo>
                    <a:pt x="86" y="304"/>
                  </a:lnTo>
                  <a:lnTo>
                    <a:pt x="80" y="304"/>
                  </a:lnTo>
                  <a:lnTo>
                    <a:pt x="80" y="304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79" y="302"/>
                  </a:lnTo>
                  <a:lnTo>
                    <a:pt x="79" y="302"/>
                  </a:lnTo>
                  <a:lnTo>
                    <a:pt x="79" y="301"/>
                  </a:lnTo>
                  <a:lnTo>
                    <a:pt x="79" y="299"/>
                  </a:lnTo>
                  <a:lnTo>
                    <a:pt x="79" y="299"/>
                  </a:lnTo>
                  <a:lnTo>
                    <a:pt x="79" y="299"/>
                  </a:lnTo>
                  <a:lnTo>
                    <a:pt x="77" y="297"/>
                  </a:lnTo>
                  <a:lnTo>
                    <a:pt x="75" y="297"/>
                  </a:lnTo>
                  <a:lnTo>
                    <a:pt x="75" y="297"/>
                  </a:lnTo>
                  <a:lnTo>
                    <a:pt x="75" y="297"/>
                  </a:lnTo>
                  <a:lnTo>
                    <a:pt x="75" y="297"/>
                  </a:lnTo>
                  <a:lnTo>
                    <a:pt x="75" y="299"/>
                  </a:lnTo>
                  <a:lnTo>
                    <a:pt x="73" y="299"/>
                  </a:lnTo>
                  <a:lnTo>
                    <a:pt x="71" y="301"/>
                  </a:lnTo>
                  <a:lnTo>
                    <a:pt x="71" y="301"/>
                  </a:lnTo>
                  <a:lnTo>
                    <a:pt x="71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301"/>
                  </a:lnTo>
                  <a:lnTo>
                    <a:pt x="69" y="299"/>
                  </a:lnTo>
                  <a:lnTo>
                    <a:pt x="69" y="299"/>
                  </a:lnTo>
                  <a:lnTo>
                    <a:pt x="69" y="299"/>
                  </a:lnTo>
                  <a:lnTo>
                    <a:pt x="69" y="299"/>
                  </a:lnTo>
                  <a:lnTo>
                    <a:pt x="69" y="299"/>
                  </a:lnTo>
                  <a:lnTo>
                    <a:pt x="63" y="297"/>
                  </a:lnTo>
                  <a:lnTo>
                    <a:pt x="63" y="299"/>
                  </a:lnTo>
                  <a:lnTo>
                    <a:pt x="63" y="299"/>
                  </a:lnTo>
                  <a:lnTo>
                    <a:pt x="61" y="299"/>
                  </a:lnTo>
                  <a:lnTo>
                    <a:pt x="61" y="299"/>
                  </a:lnTo>
                  <a:lnTo>
                    <a:pt x="61" y="299"/>
                  </a:lnTo>
                  <a:lnTo>
                    <a:pt x="61" y="299"/>
                  </a:lnTo>
                  <a:lnTo>
                    <a:pt x="59" y="297"/>
                  </a:lnTo>
                  <a:lnTo>
                    <a:pt x="57" y="295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3"/>
                  </a:lnTo>
                  <a:lnTo>
                    <a:pt x="53" y="293"/>
                  </a:lnTo>
                  <a:lnTo>
                    <a:pt x="51" y="293"/>
                  </a:lnTo>
                  <a:lnTo>
                    <a:pt x="51" y="293"/>
                  </a:lnTo>
                  <a:lnTo>
                    <a:pt x="51" y="293"/>
                  </a:lnTo>
                  <a:lnTo>
                    <a:pt x="49" y="293"/>
                  </a:lnTo>
                  <a:lnTo>
                    <a:pt x="49" y="297"/>
                  </a:lnTo>
                  <a:lnTo>
                    <a:pt x="45" y="302"/>
                  </a:lnTo>
                  <a:lnTo>
                    <a:pt x="45" y="304"/>
                  </a:lnTo>
                  <a:lnTo>
                    <a:pt x="45" y="304"/>
                  </a:lnTo>
                  <a:lnTo>
                    <a:pt x="45" y="306"/>
                  </a:lnTo>
                  <a:lnTo>
                    <a:pt x="43" y="306"/>
                  </a:lnTo>
                  <a:lnTo>
                    <a:pt x="43" y="306"/>
                  </a:lnTo>
                  <a:lnTo>
                    <a:pt x="43" y="306"/>
                  </a:lnTo>
                  <a:lnTo>
                    <a:pt x="43" y="306"/>
                  </a:lnTo>
                  <a:lnTo>
                    <a:pt x="41" y="304"/>
                  </a:lnTo>
                  <a:lnTo>
                    <a:pt x="39" y="302"/>
                  </a:lnTo>
                  <a:lnTo>
                    <a:pt x="39" y="301"/>
                  </a:lnTo>
                  <a:lnTo>
                    <a:pt x="37" y="299"/>
                  </a:lnTo>
                  <a:lnTo>
                    <a:pt x="35" y="299"/>
                  </a:lnTo>
                  <a:lnTo>
                    <a:pt x="35" y="299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7" y="295"/>
                  </a:lnTo>
                  <a:lnTo>
                    <a:pt x="37" y="295"/>
                  </a:lnTo>
                  <a:lnTo>
                    <a:pt x="37" y="295"/>
                  </a:lnTo>
                  <a:lnTo>
                    <a:pt x="37" y="293"/>
                  </a:lnTo>
                  <a:lnTo>
                    <a:pt x="37" y="293"/>
                  </a:lnTo>
                  <a:lnTo>
                    <a:pt x="37" y="293"/>
                  </a:lnTo>
                  <a:lnTo>
                    <a:pt x="33" y="291"/>
                  </a:lnTo>
                  <a:lnTo>
                    <a:pt x="33" y="291"/>
                  </a:lnTo>
                  <a:lnTo>
                    <a:pt x="31" y="291"/>
                  </a:lnTo>
                  <a:lnTo>
                    <a:pt x="31" y="291"/>
                  </a:lnTo>
                  <a:lnTo>
                    <a:pt x="31" y="291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1" y="285"/>
                  </a:lnTo>
                  <a:lnTo>
                    <a:pt x="33" y="285"/>
                  </a:lnTo>
                  <a:lnTo>
                    <a:pt x="33" y="283"/>
                  </a:lnTo>
                  <a:lnTo>
                    <a:pt x="33" y="283"/>
                  </a:lnTo>
                  <a:lnTo>
                    <a:pt x="33" y="283"/>
                  </a:lnTo>
                  <a:lnTo>
                    <a:pt x="33" y="283"/>
                  </a:lnTo>
                  <a:lnTo>
                    <a:pt x="31" y="283"/>
                  </a:lnTo>
                  <a:lnTo>
                    <a:pt x="31" y="279"/>
                  </a:lnTo>
                  <a:lnTo>
                    <a:pt x="31" y="279"/>
                  </a:lnTo>
                  <a:lnTo>
                    <a:pt x="31" y="279"/>
                  </a:lnTo>
                  <a:lnTo>
                    <a:pt x="30" y="277"/>
                  </a:lnTo>
                  <a:lnTo>
                    <a:pt x="30" y="277"/>
                  </a:lnTo>
                  <a:lnTo>
                    <a:pt x="30" y="277"/>
                  </a:lnTo>
                  <a:lnTo>
                    <a:pt x="30" y="275"/>
                  </a:lnTo>
                  <a:lnTo>
                    <a:pt x="30" y="275"/>
                  </a:lnTo>
                  <a:lnTo>
                    <a:pt x="30" y="275"/>
                  </a:lnTo>
                  <a:lnTo>
                    <a:pt x="30" y="273"/>
                  </a:lnTo>
                  <a:lnTo>
                    <a:pt x="30" y="273"/>
                  </a:lnTo>
                  <a:lnTo>
                    <a:pt x="31" y="273"/>
                  </a:lnTo>
                  <a:lnTo>
                    <a:pt x="31" y="273"/>
                  </a:lnTo>
                  <a:lnTo>
                    <a:pt x="33" y="271"/>
                  </a:lnTo>
                  <a:lnTo>
                    <a:pt x="33" y="271"/>
                  </a:lnTo>
                  <a:lnTo>
                    <a:pt x="33" y="271"/>
                  </a:lnTo>
                  <a:lnTo>
                    <a:pt x="33" y="269"/>
                  </a:lnTo>
                  <a:lnTo>
                    <a:pt x="33" y="267"/>
                  </a:lnTo>
                  <a:lnTo>
                    <a:pt x="33" y="267"/>
                  </a:lnTo>
                  <a:lnTo>
                    <a:pt x="33" y="265"/>
                  </a:lnTo>
                  <a:lnTo>
                    <a:pt x="33" y="265"/>
                  </a:lnTo>
                  <a:lnTo>
                    <a:pt x="33" y="263"/>
                  </a:lnTo>
                  <a:lnTo>
                    <a:pt x="33" y="263"/>
                  </a:lnTo>
                  <a:lnTo>
                    <a:pt x="33" y="261"/>
                  </a:lnTo>
                  <a:lnTo>
                    <a:pt x="33" y="259"/>
                  </a:lnTo>
                  <a:lnTo>
                    <a:pt x="33" y="259"/>
                  </a:lnTo>
                  <a:lnTo>
                    <a:pt x="35" y="259"/>
                  </a:lnTo>
                  <a:lnTo>
                    <a:pt x="37" y="255"/>
                  </a:lnTo>
                  <a:lnTo>
                    <a:pt x="37" y="255"/>
                  </a:lnTo>
                  <a:lnTo>
                    <a:pt x="37" y="253"/>
                  </a:lnTo>
                  <a:lnTo>
                    <a:pt x="37" y="253"/>
                  </a:lnTo>
                  <a:lnTo>
                    <a:pt x="39" y="253"/>
                  </a:lnTo>
                  <a:lnTo>
                    <a:pt x="39" y="253"/>
                  </a:lnTo>
                  <a:lnTo>
                    <a:pt x="39" y="253"/>
                  </a:lnTo>
                  <a:lnTo>
                    <a:pt x="39" y="251"/>
                  </a:lnTo>
                  <a:lnTo>
                    <a:pt x="39" y="251"/>
                  </a:lnTo>
                  <a:lnTo>
                    <a:pt x="41" y="251"/>
                  </a:lnTo>
                  <a:lnTo>
                    <a:pt x="41" y="251"/>
                  </a:lnTo>
                  <a:lnTo>
                    <a:pt x="41" y="249"/>
                  </a:lnTo>
                  <a:lnTo>
                    <a:pt x="41" y="249"/>
                  </a:lnTo>
                  <a:lnTo>
                    <a:pt x="41" y="249"/>
                  </a:lnTo>
                  <a:lnTo>
                    <a:pt x="49" y="249"/>
                  </a:lnTo>
                  <a:lnTo>
                    <a:pt x="49" y="251"/>
                  </a:lnTo>
                  <a:lnTo>
                    <a:pt x="49" y="248"/>
                  </a:lnTo>
                  <a:lnTo>
                    <a:pt x="49" y="248"/>
                  </a:lnTo>
                  <a:lnTo>
                    <a:pt x="49" y="248"/>
                  </a:lnTo>
                  <a:lnTo>
                    <a:pt x="49" y="248"/>
                  </a:lnTo>
                  <a:lnTo>
                    <a:pt x="45" y="248"/>
                  </a:lnTo>
                  <a:lnTo>
                    <a:pt x="45" y="246"/>
                  </a:lnTo>
                  <a:lnTo>
                    <a:pt x="45" y="246"/>
                  </a:lnTo>
                  <a:lnTo>
                    <a:pt x="45" y="246"/>
                  </a:lnTo>
                  <a:lnTo>
                    <a:pt x="47" y="240"/>
                  </a:lnTo>
                  <a:lnTo>
                    <a:pt x="47" y="238"/>
                  </a:lnTo>
                  <a:lnTo>
                    <a:pt x="47" y="238"/>
                  </a:lnTo>
                  <a:lnTo>
                    <a:pt x="47" y="236"/>
                  </a:lnTo>
                  <a:lnTo>
                    <a:pt x="47" y="236"/>
                  </a:lnTo>
                  <a:lnTo>
                    <a:pt x="45" y="236"/>
                  </a:lnTo>
                  <a:lnTo>
                    <a:pt x="45" y="236"/>
                  </a:lnTo>
                  <a:lnTo>
                    <a:pt x="45" y="236"/>
                  </a:lnTo>
                  <a:lnTo>
                    <a:pt x="43" y="234"/>
                  </a:lnTo>
                  <a:lnTo>
                    <a:pt x="43" y="234"/>
                  </a:lnTo>
                  <a:lnTo>
                    <a:pt x="43" y="234"/>
                  </a:lnTo>
                  <a:lnTo>
                    <a:pt x="43" y="234"/>
                  </a:lnTo>
                  <a:lnTo>
                    <a:pt x="45" y="230"/>
                  </a:lnTo>
                  <a:lnTo>
                    <a:pt x="45" y="228"/>
                  </a:lnTo>
                  <a:lnTo>
                    <a:pt x="45" y="228"/>
                  </a:lnTo>
                  <a:lnTo>
                    <a:pt x="45" y="228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6"/>
                  </a:lnTo>
                  <a:lnTo>
                    <a:pt x="47" y="226"/>
                  </a:lnTo>
                  <a:lnTo>
                    <a:pt x="47" y="226"/>
                  </a:lnTo>
                  <a:lnTo>
                    <a:pt x="49" y="226"/>
                  </a:lnTo>
                  <a:lnTo>
                    <a:pt x="51" y="214"/>
                  </a:lnTo>
                  <a:lnTo>
                    <a:pt x="51" y="212"/>
                  </a:lnTo>
                  <a:lnTo>
                    <a:pt x="53" y="210"/>
                  </a:lnTo>
                  <a:lnTo>
                    <a:pt x="53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6"/>
                  </a:lnTo>
                  <a:lnTo>
                    <a:pt x="51" y="204"/>
                  </a:lnTo>
                  <a:lnTo>
                    <a:pt x="51" y="204"/>
                  </a:lnTo>
                  <a:lnTo>
                    <a:pt x="51" y="204"/>
                  </a:lnTo>
                  <a:lnTo>
                    <a:pt x="53" y="204"/>
                  </a:lnTo>
                  <a:lnTo>
                    <a:pt x="55" y="202"/>
                  </a:lnTo>
                  <a:lnTo>
                    <a:pt x="55" y="202"/>
                  </a:lnTo>
                  <a:lnTo>
                    <a:pt x="55" y="202"/>
                  </a:lnTo>
                  <a:lnTo>
                    <a:pt x="55" y="200"/>
                  </a:lnTo>
                  <a:lnTo>
                    <a:pt x="57" y="200"/>
                  </a:lnTo>
                  <a:lnTo>
                    <a:pt x="55" y="198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7" y="194"/>
                  </a:lnTo>
                  <a:lnTo>
                    <a:pt x="57" y="193"/>
                  </a:lnTo>
                  <a:lnTo>
                    <a:pt x="59" y="193"/>
                  </a:lnTo>
                  <a:lnTo>
                    <a:pt x="59" y="191"/>
                  </a:lnTo>
                  <a:lnTo>
                    <a:pt x="59" y="191"/>
                  </a:lnTo>
                  <a:lnTo>
                    <a:pt x="59" y="189"/>
                  </a:lnTo>
                  <a:lnTo>
                    <a:pt x="59" y="187"/>
                  </a:lnTo>
                  <a:lnTo>
                    <a:pt x="59" y="187"/>
                  </a:lnTo>
                  <a:lnTo>
                    <a:pt x="59" y="187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3" y="185"/>
                  </a:lnTo>
                  <a:lnTo>
                    <a:pt x="63" y="183"/>
                  </a:lnTo>
                  <a:lnTo>
                    <a:pt x="63" y="183"/>
                  </a:lnTo>
                  <a:lnTo>
                    <a:pt x="61" y="183"/>
                  </a:lnTo>
                  <a:lnTo>
                    <a:pt x="61" y="183"/>
                  </a:lnTo>
                  <a:lnTo>
                    <a:pt x="61" y="183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3" y="179"/>
                  </a:lnTo>
                  <a:lnTo>
                    <a:pt x="63" y="179"/>
                  </a:lnTo>
                  <a:lnTo>
                    <a:pt x="63" y="179"/>
                  </a:lnTo>
                  <a:lnTo>
                    <a:pt x="65" y="179"/>
                  </a:lnTo>
                  <a:lnTo>
                    <a:pt x="65" y="179"/>
                  </a:lnTo>
                  <a:lnTo>
                    <a:pt x="65" y="179"/>
                  </a:lnTo>
                  <a:lnTo>
                    <a:pt x="65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7" y="181"/>
                  </a:lnTo>
                  <a:lnTo>
                    <a:pt x="69" y="179"/>
                  </a:lnTo>
                  <a:lnTo>
                    <a:pt x="69" y="179"/>
                  </a:lnTo>
                  <a:lnTo>
                    <a:pt x="71" y="181"/>
                  </a:lnTo>
                  <a:lnTo>
                    <a:pt x="73" y="181"/>
                  </a:lnTo>
                  <a:lnTo>
                    <a:pt x="73" y="181"/>
                  </a:lnTo>
                  <a:lnTo>
                    <a:pt x="73" y="179"/>
                  </a:lnTo>
                  <a:lnTo>
                    <a:pt x="73" y="179"/>
                  </a:lnTo>
                  <a:lnTo>
                    <a:pt x="75" y="177"/>
                  </a:lnTo>
                  <a:lnTo>
                    <a:pt x="80" y="169"/>
                  </a:lnTo>
                  <a:lnTo>
                    <a:pt x="80" y="167"/>
                  </a:lnTo>
                  <a:lnTo>
                    <a:pt x="82" y="167"/>
                  </a:lnTo>
                  <a:lnTo>
                    <a:pt x="82" y="167"/>
                  </a:lnTo>
                  <a:lnTo>
                    <a:pt x="84" y="167"/>
                  </a:lnTo>
                  <a:lnTo>
                    <a:pt x="84" y="167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2" y="167"/>
                  </a:lnTo>
                  <a:lnTo>
                    <a:pt x="94" y="167"/>
                  </a:lnTo>
                  <a:lnTo>
                    <a:pt x="94" y="167"/>
                  </a:lnTo>
                  <a:lnTo>
                    <a:pt x="98" y="171"/>
                  </a:lnTo>
                  <a:lnTo>
                    <a:pt x="98" y="173"/>
                  </a:lnTo>
                  <a:lnTo>
                    <a:pt x="98" y="173"/>
                  </a:lnTo>
                  <a:lnTo>
                    <a:pt x="98" y="175"/>
                  </a:lnTo>
                  <a:lnTo>
                    <a:pt x="98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73"/>
                  </a:lnTo>
                  <a:lnTo>
                    <a:pt x="102" y="173"/>
                  </a:lnTo>
                  <a:lnTo>
                    <a:pt x="102" y="171"/>
                  </a:lnTo>
                  <a:lnTo>
                    <a:pt x="102" y="171"/>
                  </a:lnTo>
                  <a:lnTo>
                    <a:pt x="102" y="171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6" y="165"/>
                  </a:lnTo>
                  <a:lnTo>
                    <a:pt x="106" y="165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102" y="157"/>
                  </a:lnTo>
                  <a:lnTo>
                    <a:pt x="102" y="157"/>
                  </a:lnTo>
                  <a:lnTo>
                    <a:pt x="102" y="157"/>
                  </a:lnTo>
                  <a:lnTo>
                    <a:pt x="104" y="155"/>
                  </a:lnTo>
                  <a:lnTo>
                    <a:pt x="106" y="155"/>
                  </a:lnTo>
                  <a:lnTo>
                    <a:pt x="106" y="155"/>
                  </a:lnTo>
                  <a:lnTo>
                    <a:pt x="106" y="151"/>
                  </a:lnTo>
                  <a:lnTo>
                    <a:pt x="108" y="151"/>
                  </a:lnTo>
                  <a:lnTo>
                    <a:pt x="106" y="149"/>
                  </a:lnTo>
                  <a:lnTo>
                    <a:pt x="106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6" y="145"/>
                  </a:lnTo>
                  <a:lnTo>
                    <a:pt x="106" y="145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08" y="143"/>
                  </a:lnTo>
                  <a:lnTo>
                    <a:pt x="110" y="143"/>
                  </a:lnTo>
                  <a:lnTo>
                    <a:pt x="112" y="143"/>
                  </a:lnTo>
                  <a:lnTo>
                    <a:pt x="114" y="141"/>
                  </a:lnTo>
                  <a:lnTo>
                    <a:pt x="116" y="140"/>
                  </a:lnTo>
                  <a:lnTo>
                    <a:pt x="116" y="138"/>
                  </a:lnTo>
                  <a:lnTo>
                    <a:pt x="118" y="138"/>
                  </a:lnTo>
                  <a:lnTo>
                    <a:pt x="118" y="134"/>
                  </a:lnTo>
                  <a:lnTo>
                    <a:pt x="118" y="134"/>
                  </a:lnTo>
                  <a:lnTo>
                    <a:pt x="120" y="132"/>
                  </a:lnTo>
                  <a:lnTo>
                    <a:pt x="120" y="132"/>
                  </a:lnTo>
                  <a:lnTo>
                    <a:pt x="122" y="130"/>
                  </a:lnTo>
                  <a:lnTo>
                    <a:pt x="124" y="128"/>
                  </a:lnTo>
                  <a:lnTo>
                    <a:pt x="124" y="128"/>
                  </a:lnTo>
                  <a:lnTo>
                    <a:pt x="124" y="126"/>
                  </a:lnTo>
                  <a:lnTo>
                    <a:pt x="124" y="126"/>
                  </a:lnTo>
                  <a:lnTo>
                    <a:pt x="122" y="124"/>
                  </a:lnTo>
                  <a:lnTo>
                    <a:pt x="122" y="124"/>
                  </a:lnTo>
                  <a:lnTo>
                    <a:pt x="122" y="124"/>
                  </a:lnTo>
                  <a:lnTo>
                    <a:pt x="122" y="124"/>
                  </a:lnTo>
                  <a:lnTo>
                    <a:pt x="122" y="124"/>
                  </a:lnTo>
                  <a:lnTo>
                    <a:pt x="124" y="122"/>
                  </a:lnTo>
                  <a:lnTo>
                    <a:pt x="122" y="122"/>
                  </a:lnTo>
                  <a:lnTo>
                    <a:pt x="120" y="122"/>
                  </a:lnTo>
                  <a:lnTo>
                    <a:pt x="120" y="122"/>
                  </a:lnTo>
                  <a:lnTo>
                    <a:pt x="118" y="122"/>
                  </a:lnTo>
                  <a:lnTo>
                    <a:pt x="118" y="122"/>
                  </a:lnTo>
                  <a:lnTo>
                    <a:pt x="116" y="122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0" y="114"/>
                  </a:lnTo>
                  <a:lnTo>
                    <a:pt x="110" y="118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04" y="122"/>
                  </a:lnTo>
                  <a:lnTo>
                    <a:pt x="104" y="122"/>
                  </a:lnTo>
                  <a:lnTo>
                    <a:pt x="102" y="122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0" y="126"/>
                  </a:lnTo>
                  <a:lnTo>
                    <a:pt x="98" y="126"/>
                  </a:lnTo>
                  <a:lnTo>
                    <a:pt x="98" y="128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94" y="130"/>
                  </a:lnTo>
                  <a:lnTo>
                    <a:pt x="92" y="130"/>
                  </a:lnTo>
                  <a:lnTo>
                    <a:pt x="90" y="132"/>
                  </a:lnTo>
                  <a:lnTo>
                    <a:pt x="88" y="132"/>
                  </a:lnTo>
                  <a:lnTo>
                    <a:pt x="88" y="134"/>
                  </a:lnTo>
                  <a:lnTo>
                    <a:pt x="86" y="134"/>
                  </a:lnTo>
                  <a:lnTo>
                    <a:pt x="84" y="132"/>
                  </a:lnTo>
                  <a:lnTo>
                    <a:pt x="80" y="130"/>
                  </a:lnTo>
                  <a:lnTo>
                    <a:pt x="80" y="130"/>
                  </a:lnTo>
                  <a:lnTo>
                    <a:pt x="79" y="132"/>
                  </a:lnTo>
                  <a:lnTo>
                    <a:pt x="77" y="132"/>
                  </a:lnTo>
                  <a:lnTo>
                    <a:pt x="73" y="132"/>
                  </a:lnTo>
                  <a:lnTo>
                    <a:pt x="69" y="132"/>
                  </a:lnTo>
                  <a:lnTo>
                    <a:pt x="69" y="132"/>
                  </a:lnTo>
                  <a:lnTo>
                    <a:pt x="65" y="134"/>
                  </a:lnTo>
                  <a:lnTo>
                    <a:pt x="65" y="134"/>
                  </a:lnTo>
                  <a:lnTo>
                    <a:pt x="65" y="134"/>
                  </a:lnTo>
                  <a:lnTo>
                    <a:pt x="63" y="136"/>
                  </a:lnTo>
                  <a:lnTo>
                    <a:pt x="63" y="136"/>
                  </a:lnTo>
                  <a:lnTo>
                    <a:pt x="63" y="136"/>
                  </a:lnTo>
                  <a:lnTo>
                    <a:pt x="59" y="138"/>
                  </a:lnTo>
                  <a:lnTo>
                    <a:pt x="59" y="138"/>
                  </a:lnTo>
                  <a:lnTo>
                    <a:pt x="57" y="138"/>
                  </a:lnTo>
                  <a:lnTo>
                    <a:pt x="57" y="136"/>
                  </a:lnTo>
                  <a:lnTo>
                    <a:pt x="55" y="134"/>
                  </a:lnTo>
                  <a:lnTo>
                    <a:pt x="55" y="134"/>
                  </a:lnTo>
                  <a:lnTo>
                    <a:pt x="55" y="134"/>
                  </a:lnTo>
                  <a:lnTo>
                    <a:pt x="51" y="132"/>
                  </a:lnTo>
                  <a:lnTo>
                    <a:pt x="49" y="130"/>
                  </a:lnTo>
                  <a:lnTo>
                    <a:pt x="47" y="130"/>
                  </a:lnTo>
                  <a:lnTo>
                    <a:pt x="41" y="130"/>
                  </a:lnTo>
                  <a:lnTo>
                    <a:pt x="41" y="130"/>
                  </a:lnTo>
                  <a:lnTo>
                    <a:pt x="39" y="130"/>
                  </a:lnTo>
                  <a:lnTo>
                    <a:pt x="39" y="130"/>
                  </a:lnTo>
                  <a:lnTo>
                    <a:pt x="39" y="132"/>
                  </a:lnTo>
                  <a:lnTo>
                    <a:pt x="39" y="132"/>
                  </a:lnTo>
                  <a:lnTo>
                    <a:pt x="39" y="132"/>
                  </a:lnTo>
                  <a:lnTo>
                    <a:pt x="39" y="132"/>
                  </a:lnTo>
                  <a:lnTo>
                    <a:pt x="35" y="132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28" y="136"/>
                  </a:lnTo>
                  <a:lnTo>
                    <a:pt x="28" y="136"/>
                  </a:lnTo>
                  <a:lnTo>
                    <a:pt x="28" y="136"/>
                  </a:lnTo>
                  <a:lnTo>
                    <a:pt x="28" y="136"/>
                  </a:lnTo>
                  <a:lnTo>
                    <a:pt x="26" y="134"/>
                  </a:lnTo>
                  <a:lnTo>
                    <a:pt x="26" y="134"/>
                  </a:lnTo>
                  <a:lnTo>
                    <a:pt x="26" y="134"/>
                  </a:lnTo>
                  <a:lnTo>
                    <a:pt x="26" y="134"/>
                  </a:lnTo>
                  <a:lnTo>
                    <a:pt x="26" y="134"/>
                  </a:lnTo>
                  <a:lnTo>
                    <a:pt x="26" y="132"/>
                  </a:lnTo>
                  <a:lnTo>
                    <a:pt x="26" y="132"/>
                  </a:lnTo>
                  <a:lnTo>
                    <a:pt x="26" y="132"/>
                  </a:lnTo>
                  <a:lnTo>
                    <a:pt x="24" y="130"/>
                  </a:lnTo>
                  <a:lnTo>
                    <a:pt x="24" y="130"/>
                  </a:lnTo>
                  <a:lnTo>
                    <a:pt x="24" y="130"/>
                  </a:lnTo>
                  <a:lnTo>
                    <a:pt x="24" y="130"/>
                  </a:lnTo>
                  <a:lnTo>
                    <a:pt x="24" y="128"/>
                  </a:lnTo>
                  <a:lnTo>
                    <a:pt x="24" y="128"/>
                  </a:lnTo>
                  <a:lnTo>
                    <a:pt x="24" y="128"/>
                  </a:lnTo>
                  <a:lnTo>
                    <a:pt x="22" y="128"/>
                  </a:lnTo>
                  <a:lnTo>
                    <a:pt x="22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0" y="124"/>
                  </a:lnTo>
                  <a:lnTo>
                    <a:pt x="20" y="124"/>
                  </a:lnTo>
                  <a:lnTo>
                    <a:pt x="22" y="120"/>
                  </a:lnTo>
                  <a:lnTo>
                    <a:pt x="22" y="120"/>
                  </a:lnTo>
                  <a:lnTo>
                    <a:pt x="22" y="120"/>
                  </a:lnTo>
                  <a:lnTo>
                    <a:pt x="22" y="120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2"/>
                  </a:lnTo>
                  <a:lnTo>
                    <a:pt x="16" y="112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2" y="106"/>
                  </a:lnTo>
                  <a:lnTo>
                    <a:pt x="8" y="106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2"/>
                  </a:lnTo>
                  <a:lnTo>
                    <a:pt x="4" y="100"/>
                  </a:lnTo>
                  <a:lnTo>
                    <a:pt x="4" y="98"/>
                  </a:lnTo>
                  <a:lnTo>
                    <a:pt x="2" y="96"/>
                  </a:lnTo>
                  <a:lnTo>
                    <a:pt x="2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4" y="90"/>
                  </a:lnTo>
                  <a:lnTo>
                    <a:pt x="6" y="88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8" y="87"/>
                  </a:lnTo>
                  <a:lnTo>
                    <a:pt x="8" y="87"/>
                  </a:lnTo>
                  <a:lnTo>
                    <a:pt x="8" y="85"/>
                  </a:lnTo>
                  <a:lnTo>
                    <a:pt x="8" y="85"/>
                  </a:lnTo>
                  <a:lnTo>
                    <a:pt x="6" y="85"/>
                  </a:lnTo>
                  <a:lnTo>
                    <a:pt x="6" y="85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4" y="77"/>
                  </a:lnTo>
                  <a:lnTo>
                    <a:pt x="4" y="75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5"/>
                  </a:lnTo>
                  <a:lnTo>
                    <a:pt x="6" y="73"/>
                  </a:lnTo>
                  <a:lnTo>
                    <a:pt x="6" y="73"/>
                  </a:lnTo>
                  <a:lnTo>
                    <a:pt x="6" y="73"/>
                  </a:lnTo>
                  <a:lnTo>
                    <a:pt x="8" y="73"/>
                  </a:lnTo>
                  <a:lnTo>
                    <a:pt x="10" y="73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8" y="63"/>
                  </a:lnTo>
                  <a:lnTo>
                    <a:pt x="22" y="61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8" y="61"/>
                  </a:lnTo>
                  <a:lnTo>
                    <a:pt x="30" y="6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35" y="65"/>
                  </a:lnTo>
                  <a:lnTo>
                    <a:pt x="43" y="67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51" y="77"/>
                  </a:lnTo>
                  <a:lnTo>
                    <a:pt x="49" y="79"/>
                  </a:lnTo>
                  <a:lnTo>
                    <a:pt x="49" y="79"/>
                  </a:lnTo>
                  <a:lnTo>
                    <a:pt x="45" y="79"/>
                  </a:lnTo>
                  <a:lnTo>
                    <a:pt x="45" y="79"/>
                  </a:lnTo>
                  <a:lnTo>
                    <a:pt x="45" y="79"/>
                  </a:lnTo>
                  <a:lnTo>
                    <a:pt x="45" y="79"/>
                  </a:lnTo>
                  <a:lnTo>
                    <a:pt x="45" y="79"/>
                  </a:lnTo>
                  <a:lnTo>
                    <a:pt x="45" y="77"/>
                  </a:lnTo>
                  <a:lnTo>
                    <a:pt x="45" y="77"/>
                  </a:lnTo>
                  <a:lnTo>
                    <a:pt x="43" y="77"/>
                  </a:lnTo>
                  <a:lnTo>
                    <a:pt x="43" y="77"/>
                  </a:lnTo>
                  <a:lnTo>
                    <a:pt x="43" y="77"/>
                  </a:lnTo>
                  <a:lnTo>
                    <a:pt x="43" y="79"/>
                  </a:lnTo>
                  <a:lnTo>
                    <a:pt x="43" y="79"/>
                  </a:lnTo>
                  <a:lnTo>
                    <a:pt x="43" y="79"/>
                  </a:lnTo>
                  <a:lnTo>
                    <a:pt x="43" y="81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1" y="92"/>
                  </a:lnTo>
                  <a:lnTo>
                    <a:pt x="39" y="92"/>
                  </a:lnTo>
                  <a:lnTo>
                    <a:pt x="39" y="94"/>
                  </a:lnTo>
                  <a:lnTo>
                    <a:pt x="37" y="94"/>
                  </a:lnTo>
                  <a:lnTo>
                    <a:pt x="37" y="94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41" y="96"/>
                  </a:lnTo>
                  <a:lnTo>
                    <a:pt x="45" y="96"/>
                  </a:lnTo>
                  <a:lnTo>
                    <a:pt x="45" y="94"/>
                  </a:lnTo>
                  <a:lnTo>
                    <a:pt x="45" y="94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7" y="88"/>
                  </a:lnTo>
                  <a:lnTo>
                    <a:pt x="47" y="88"/>
                  </a:lnTo>
                  <a:lnTo>
                    <a:pt x="47" y="88"/>
                  </a:lnTo>
                  <a:lnTo>
                    <a:pt x="47" y="88"/>
                  </a:lnTo>
                  <a:lnTo>
                    <a:pt x="49" y="88"/>
                  </a:lnTo>
                  <a:lnTo>
                    <a:pt x="49" y="88"/>
                  </a:lnTo>
                  <a:lnTo>
                    <a:pt x="49" y="88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57" y="81"/>
                  </a:lnTo>
                  <a:lnTo>
                    <a:pt x="59" y="83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61" y="90"/>
                  </a:lnTo>
                  <a:lnTo>
                    <a:pt x="61" y="90"/>
                  </a:lnTo>
                  <a:lnTo>
                    <a:pt x="61" y="90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9" y="94"/>
                  </a:lnTo>
                  <a:lnTo>
                    <a:pt x="59" y="96"/>
                  </a:lnTo>
                  <a:lnTo>
                    <a:pt x="59" y="96"/>
                  </a:lnTo>
                  <a:lnTo>
                    <a:pt x="63" y="94"/>
                  </a:lnTo>
                  <a:lnTo>
                    <a:pt x="63" y="94"/>
                  </a:lnTo>
                  <a:lnTo>
                    <a:pt x="65" y="94"/>
                  </a:lnTo>
                  <a:lnTo>
                    <a:pt x="65" y="96"/>
                  </a:lnTo>
                  <a:lnTo>
                    <a:pt x="65" y="96"/>
                  </a:lnTo>
                  <a:lnTo>
                    <a:pt x="65" y="96"/>
                  </a:lnTo>
                  <a:lnTo>
                    <a:pt x="65" y="96"/>
                  </a:lnTo>
                  <a:lnTo>
                    <a:pt x="65" y="96"/>
                  </a:lnTo>
                  <a:lnTo>
                    <a:pt x="63" y="98"/>
                  </a:lnTo>
                  <a:lnTo>
                    <a:pt x="63" y="100"/>
                  </a:lnTo>
                  <a:lnTo>
                    <a:pt x="63" y="100"/>
                  </a:lnTo>
                  <a:lnTo>
                    <a:pt x="65" y="100"/>
                  </a:lnTo>
                  <a:lnTo>
                    <a:pt x="65" y="100"/>
                  </a:lnTo>
                  <a:lnTo>
                    <a:pt x="67" y="102"/>
                  </a:lnTo>
                  <a:lnTo>
                    <a:pt x="77" y="98"/>
                  </a:lnTo>
                  <a:lnTo>
                    <a:pt x="77" y="96"/>
                  </a:lnTo>
                  <a:lnTo>
                    <a:pt x="77" y="96"/>
                  </a:lnTo>
                  <a:lnTo>
                    <a:pt x="77" y="96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75" y="90"/>
                  </a:lnTo>
                  <a:lnTo>
                    <a:pt x="75" y="90"/>
                  </a:lnTo>
                  <a:lnTo>
                    <a:pt x="71" y="88"/>
                  </a:lnTo>
                  <a:lnTo>
                    <a:pt x="69" y="87"/>
                  </a:lnTo>
                  <a:lnTo>
                    <a:pt x="69" y="87"/>
                  </a:lnTo>
                  <a:lnTo>
                    <a:pt x="69" y="87"/>
                  </a:lnTo>
                  <a:lnTo>
                    <a:pt x="69" y="87"/>
                  </a:lnTo>
                  <a:lnTo>
                    <a:pt x="69" y="87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71" y="85"/>
                  </a:lnTo>
                  <a:lnTo>
                    <a:pt x="71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5" y="87"/>
                  </a:lnTo>
                  <a:lnTo>
                    <a:pt x="75" y="87"/>
                  </a:lnTo>
                  <a:lnTo>
                    <a:pt x="75" y="87"/>
                  </a:lnTo>
                  <a:lnTo>
                    <a:pt x="75" y="87"/>
                  </a:lnTo>
                  <a:lnTo>
                    <a:pt x="75" y="87"/>
                  </a:lnTo>
                  <a:lnTo>
                    <a:pt x="75" y="87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79" y="85"/>
                  </a:lnTo>
                  <a:lnTo>
                    <a:pt x="79" y="85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79" y="83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7" y="79"/>
                  </a:lnTo>
                  <a:lnTo>
                    <a:pt x="79" y="79"/>
                  </a:lnTo>
                  <a:lnTo>
                    <a:pt x="79" y="79"/>
                  </a:lnTo>
                  <a:lnTo>
                    <a:pt x="82" y="81"/>
                  </a:lnTo>
                  <a:lnTo>
                    <a:pt x="82" y="81"/>
                  </a:lnTo>
                  <a:lnTo>
                    <a:pt x="84" y="81"/>
                  </a:lnTo>
                  <a:lnTo>
                    <a:pt x="84" y="81"/>
                  </a:lnTo>
                  <a:lnTo>
                    <a:pt x="86" y="81"/>
                  </a:lnTo>
                  <a:lnTo>
                    <a:pt x="86" y="79"/>
                  </a:lnTo>
                  <a:lnTo>
                    <a:pt x="86" y="79"/>
                  </a:lnTo>
                  <a:lnTo>
                    <a:pt x="86" y="79"/>
                  </a:lnTo>
                  <a:lnTo>
                    <a:pt x="84" y="77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84" y="77"/>
                  </a:lnTo>
                  <a:lnTo>
                    <a:pt x="84" y="77"/>
                  </a:lnTo>
                  <a:lnTo>
                    <a:pt x="84" y="75"/>
                  </a:lnTo>
                  <a:lnTo>
                    <a:pt x="86" y="77"/>
                  </a:lnTo>
                  <a:lnTo>
                    <a:pt x="88" y="77"/>
                  </a:lnTo>
                  <a:lnTo>
                    <a:pt x="88" y="77"/>
                  </a:lnTo>
                  <a:lnTo>
                    <a:pt x="88" y="77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8" y="81"/>
                  </a:lnTo>
                  <a:lnTo>
                    <a:pt x="88" y="81"/>
                  </a:lnTo>
                  <a:lnTo>
                    <a:pt x="88" y="83"/>
                  </a:lnTo>
                  <a:lnTo>
                    <a:pt x="88" y="83"/>
                  </a:lnTo>
                  <a:lnTo>
                    <a:pt x="88" y="83"/>
                  </a:lnTo>
                  <a:lnTo>
                    <a:pt x="88" y="83"/>
                  </a:lnTo>
                  <a:lnTo>
                    <a:pt x="88" y="83"/>
                  </a:lnTo>
                  <a:lnTo>
                    <a:pt x="88" y="83"/>
                  </a:lnTo>
                  <a:lnTo>
                    <a:pt x="94" y="81"/>
                  </a:lnTo>
                  <a:lnTo>
                    <a:pt x="96" y="79"/>
                  </a:lnTo>
                  <a:lnTo>
                    <a:pt x="96" y="79"/>
                  </a:lnTo>
                  <a:lnTo>
                    <a:pt x="98" y="79"/>
                  </a:lnTo>
                  <a:lnTo>
                    <a:pt x="98" y="77"/>
                  </a:lnTo>
                  <a:lnTo>
                    <a:pt x="98" y="75"/>
                  </a:lnTo>
                  <a:lnTo>
                    <a:pt x="98" y="75"/>
                  </a:lnTo>
                  <a:lnTo>
                    <a:pt x="98" y="73"/>
                  </a:lnTo>
                  <a:lnTo>
                    <a:pt x="100" y="73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102" y="69"/>
                  </a:lnTo>
                  <a:lnTo>
                    <a:pt x="104" y="71"/>
                  </a:lnTo>
                  <a:lnTo>
                    <a:pt x="106" y="71"/>
                  </a:lnTo>
                  <a:lnTo>
                    <a:pt x="106" y="71"/>
                  </a:lnTo>
                  <a:lnTo>
                    <a:pt x="108" y="69"/>
                  </a:lnTo>
                  <a:lnTo>
                    <a:pt x="110" y="69"/>
                  </a:lnTo>
                  <a:lnTo>
                    <a:pt x="110" y="69"/>
                  </a:lnTo>
                  <a:lnTo>
                    <a:pt x="110" y="69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18" y="69"/>
                  </a:lnTo>
                  <a:lnTo>
                    <a:pt x="120" y="67"/>
                  </a:lnTo>
                  <a:lnTo>
                    <a:pt x="120" y="67"/>
                  </a:lnTo>
                  <a:lnTo>
                    <a:pt x="122" y="67"/>
                  </a:lnTo>
                  <a:lnTo>
                    <a:pt x="122" y="65"/>
                  </a:lnTo>
                  <a:lnTo>
                    <a:pt x="122" y="65"/>
                  </a:lnTo>
                  <a:lnTo>
                    <a:pt x="122" y="65"/>
                  </a:lnTo>
                  <a:lnTo>
                    <a:pt x="122" y="65"/>
                  </a:lnTo>
                  <a:lnTo>
                    <a:pt x="122" y="63"/>
                  </a:lnTo>
                  <a:lnTo>
                    <a:pt x="118" y="63"/>
                  </a:lnTo>
                  <a:lnTo>
                    <a:pt x="116" y="63"/>
                  </a:lnTo>
                  <a:lnTo>
                    <a:pt x="116" y="63"/>
                  </a:lnTo>
                  <a:lnTo>
                    <a:pt x="116" y="61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4" y="57"/>
                  </a:lnTo>
                  <a:lnTo>
                    <a:pt x="114" y="57"/>
                  </a:lnTo>
                  <a:lnTo>
                    <a:pt x="114" y="59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110" y="57"/>
                  </a:lnTo>
                  <a:lnTo>
                    <a:pt x="110" y="57"/>
                  </a:lnTo>
                  <a:lnTo>
                    <a:pt x="112" y="57"/>
                  </a:lnTo>
                  <a:lnTo>
                    <a:pt x="112" y="55"/>
                  </a:lnTo>
                  <a:lnTo>
                    <a:pt x="110" y="53"/>
                  </a:lnTo>
                  <a:lnTo>
                    <a:pt x="110" y="51"/>
                  </a:lnTo>
                  <a:lnTo>
                    <a:pt x="110" y="51"/>
                  </a:lnTo>
                  <a:lnTo>
                    <a:pt x="110" y="51"/>
                  </a:lnTo>
                  <a:lnTo>
                    <a:pt x="110" y="49"/>
                  </a:lnTo>
                  <a:lnTo>
                    <a:pt x="112" y="49"/>
                  </a:lnTo>
                  <a:lnTo>
                    <a:pt x="112" y="47"/>
                  </a:lnTo>
                  <a:lnTo>
                    <a:pt x="112" y="47"/>
                  </a:lnTo>
                  <a:lnTo>
                    <a:pt x="112" y="47"/>
                  </a:lnTo>
                  <a:lnTo>
                    <a:pt x="112" y="45"/>
                  </a:lnTo>
                  <a:lnTo>
                    <a:pt x="112" y="45"/>
                  </a:lnTo>
                  <a:lnTo>
                    <a:pt x="112" y="45"/>
                  </a:lnTo>
                  <a:lnTo>
                    <a:pt x="108" y="43"/>
                  </a:lnTo>
                  <a:lnTo>
                    <a:pt x="106" y="43"/>
                  </a:lnTo>
                  <a:lnTo>
                    <a:pt x="106" y="43"/>
                  </a:lnTo>
                  <a:lnTo>
                    <a:pt x="106" y="41"/>
                  </a:lnTo>
                  <a:lnTo>
                    <a:pt x="106" y="41"/>
                  </a:lnTo>
                  <a:lnTo>
                    <a:pt x="106" y="41"/>
                  </a:lnTo>
                  <a:lnTo>
                    <a:pt x="106" y="41"/>
                  </a:lnTo>
                  <a:lnTo>
                    <a:pt x="108" y="41"/>
                  </a:lnTo>
                  <a:lnTo>
                    <a:pt x="108" y="41"/>
                  </a:lnTo>
                  <a:lnTo>
                    <a:pt x="108" y="39"/>
                  </a:lnTo>
                  <a:lnTo>
                    <a:pt x="108" y="39"/>
                  </a:lnTo>
                  <a:lnTo>
                    <a:pt x="108" y="39"/>
                  </a:lnTo>
                  <a:lnTo>
                    <a:pt x="108" y="39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10" y="35"/>
                  </a:lnTo>
                  <a:lnTo>
                    <a:pt x="110" y="35"/>
                  </a:lnTo>
                  <a:lnTo>
                    <a:pt x="110" y="35"/>
                  </a:lnTo>
                  <a:lnTo>
                    <a:pt x="110" y="35"/>
                  </a:lnTo>
                  <a:lnTo>
                    <a:pt x="110" y="35"/>
                  </a:lnTo>
                  <a:lnTo>
                    <a:pt x="112" y="35"/>
                  </a:lnTo>
                  <a:lnTo>
                    <a:pt x="110" y="32"/>
                  </a:lnTo>
                  <a:lnTo>
                    <a:pt x="110" y="28"/>
                  </a:lnTo>
                  <a:lnTo>
                    <a:pt x="110" y="28"/>
                  </a:lnTo>
                  <a:lnTo>
                    <a:pt x="110" y="28"/>
                  </a:lnTo>
                  <a:lnTo>
                    <a:pt x="110" y="26"/>
                  </a:lnTo>
                  <a:lnTo>
                    <a:pt x="112" y="26"/>
                  </a:lnTo>
                  <a:lnTo>
                    <a:pt x="112" y="26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6" y="22"/>
                  </a:lnTo>
                  <a:lnTo>
                    <a:pt x="118" y="22"/>
                  </a:lnTo>
                  <a:lnTo>
                    <a:pt x="118" y="20"/>
                  </a:lnTo>
                  <a:lnTo>
                    <a:pt x="118" y="20"/>
                  </a:lnTo>
                  <a:lnTo>
                    <a:pt x="118" y="18"/>
                  </a:lnTo>
                  <a:lnTo>
                    <a:pt x="118" y="18"/>
                  </a:lnTo>
                  <a:lnTo>
                    <a:pt x="118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2" y="18"/>
                  </a:lnTo>
                  <a:lnTo>
                    <a:pt x="112" y="18"/>
                  </a:lnTo>
                  <a:lnTo>
                    <a:pt x="112" y="16"/>
                  </a:lnTo>
                  <a:lnTo>
                    <a:pt x="112" y="16"/>
                  </a:lnTo>
                  <a:lnTo>
                    <a:pt x="112" y="16"/>
                  </a:lnTo>
                  <a:lnTo>
                    <a:pt x="112" y="16"/>
                  </a:lnTo>
                  <a:lnTo>
                    <a:pt x="110" y="14"/>
                  </a:lnTo>
                  <a:lnTo>
                    <a:pt x="108" y="14"/>
                  </a:lnTo>
                  <a:lnTo>
                    <a:pt x="108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0"/>
                  </a:lnTo>
                  <a:lnTo>
                    <a:pt x="106" y="8"/>
                  </a:lnTo>
                  <a:lnTo>
                    <a:pt x="110" y="10"/>
                  </a:lnTo>
                  <a:lnTo>
                    <a:pt x="112" y="10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0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1865313" y="3679825"/>
              <a:ext cx="241300" cy="158750"/>
            </a:xfrm>
            <a:custGeom>
              <a:avLst/>
              <a:gdLst>
                <a:gd name="T0" fmla="*/ 161 w 304"/>
                <a:gd name="T1" fmla="*/ 10 h 198"/>
                <a:gd name="T2" fmla="*/ 161 w 304"/>
                <a:gd name="T3" fmla="*/ 19 h 198"/>
                <a:gd name="T4" fmla="*/ 157 w 304"/>
                <a:gd name="T5" fmla="*/ 25 h 198"/>
                <a:gd name="T6" fmla="*/ 161 w 304"/>
                <a:gd name="T7" fmla="*/ 37 h 198"/>
                <a:gd name="T8" fmla="*/ 161 w 304"/>
                <a:gd name="T9" fmla="*/ 43 h 198"/>
                <a:gd name="T10" fmla="*/ 186 w 304"/>
                <a:gd name="T11" fmla="*/ 63 h 198"/>
                <a:gd name="T12" fmla="*/ 200 w 304"/>
                <a:gd name="T13" fmla="*/ 73 h 198"/>
                <a:gd name="T14" fmla="*/ 210 w 304"/>
                <a:gd name="T15" fmla="*/ 82 h 198"/>
                <a:gd name="T16" fmla="*/ 227 w 304"/>
                <a:gd name="T17" fmla="*/ 82 h 198"/>
                <a:gd name="T18" fmla="*/ 247 w 304"/>
                <a:gd name="T19" fmla="*/ 88 h 198"/>
                <a:gd name="T20" fmla="*/ 271 w 304"/>
                <a:gd name="T21" fmla="*/ 116 h 198"/>
                <a:gd name="T22" fmla="*/ 284 w 304"/>
                <a:gd name="T23" fmla="*/ 127 h 198"/>
                <a:gd name="T24" fmla="*/ 292 w 304"/>
                <a:gd name="T25" fmla="*/ 137 h 198"/>
                <a:gd name="T26" fmla="*/ 304 w 304"/>
                <a:gd name="T27" fmla="*/ 147 h 198"/>
                <a:gd name="T28" fmla="*/ 294 w 304"/>
                <a:gd name="T29" fmla="*/ 157 h 198"/>
                <a:gd name="T30" fmla="*/ 280 w 304"/>
                <a:gd name="T31" fmla="*/ 165 h 198"/>
                <a:gd name="T32" fmla="*/ 257 w 304"/>
                <a:gd name="T33" fmla="*/ 173 h 198"/>
                <a:gd name="T34" fmla="*/ 210 w 304"/>
                <a:gd name="T35" fmla="*/ 179 h 198"/>
                <a:gd name="T36" fmla="*/ 161 w 304"/>
                <a:gd name="T37" fmla="*/ 180 h 198"/>
                <a:gd name="T38" fmla="*/ 135 w 304"/>
                <a:gd name="T39" fmla="*/ 188 h 198"/>
                <a:gd name="T40" fmla="*/ 112 w 304"/>
                <a:gd name="T41" fmla="*/ 192 h 198"/>
                <a:gd name="T42" fmla="*/ 94 w 304"/>
                <a:gd name="T43" fmla="*/ 188 h 198"/>
                <a:gd name="T44" fmla="*/ 80 w 304"/>
                <a:gd name="T45" fmla="*/ 188 h 198"/>
                <a:gd name="T46" fmla="*/ 59 w 304"/>
                <a:gd name="T47" fmla="*/ 192 h 198"/>
                <a:gd name="T48" fmla="*/ 49 w 304"/>
                <a:gd name="T49" fmla="*/ 186 h 198"/>
                <a:gd name="T50" fmla="*/ 41 w 304"/>
                <a:gd name="T51" fmla="*/ 179 h 198"/>
                <a:gd name="T52" fmla="*/ 45 w 304"/>
                <a:gd name="T53" fmla="*/ 173 h 198"/>
                <a:gd name="T54" fmla="*/ 47 w 304"/>
                <a:gd name="T55" fmla="*/ 169 h 198"/>
                <a:gd name="T56" fmla="*/ 51 w 304"/>
                <a:gd name="T57" fmla="*/ 167 h 198"/>
                <a:gd name="T58" fmla="*/ 51 w 304"/>
                <a:gd name="T59" fmla="*/ 157 h 198"/>
                <a:gd name="T60" fmla="*/ 27 w 304"/>
                <a:gd name="T61" fmla="*/ 153 h 198"/>
                <a:gd name="T62" fmla="*/ 21 w 304"/>
                <a:gd name="T63" fmla="*/ 151 h 198"/>
                <a:gd name="T64" fmla="*/ 23 w 304"/>
                <a:gd name="T65" fmla="*/ 143 h 198"/>
                <a:gd name="T66" fmla="*/ 10 w 304"/>
                <a:gd name="T67" fmla="*/ 147 h 198"/>
                <a:gd name="T68" fmla="*/ 2 w 304"/>
                <a:gd name="T69" fmla="*/ 143 h 198"/>
                <a:gd name="T70" fmla="*/ 6 w 304"/>
                <a:gd name="T71" fmla="*/ 133 h 198"/>
                <a:gd name="T72" fmla="*/ 2 w 304"/>
                <a:gd name="T73" fmla="*/ 126 h 198"/>
                <a:gd name="T74" fmla="*/ 10 w 304"/>
                <a:gd name="T75" fmla="*/ 116 h 198"/>
                <a:gd name="T76" fmla="*/ 16 w 304"/>
                <a:gd name="T77" fmla="*/ 114 h 198"/>
                <a:gd name="T78" fmla="*/ 16 w 304"/>
                <a:gd name="T79" fmla="*/ 106 h 198"/>
                <a:gd name="T80" fmla="*/ 10 w 304"/>
                <a:gd name="T81" fmla="*/ 94 h 198"/>
                <a:gd name="T82" fmla="*/ 20 w 304"/>
                <a:gd name="T83" fmla="*/ 86 h 198"/>
                <a:gd name="T84" fmla="*/ 31 w 304"/>
                <a:gd name="T85" fmla="*/ 88 h 198"/>
                <a:gd name="T86" fmla="*/ 35 w 304"/>
                <a:gd name="T87" fmla="*/ 80 h 198"/>
                <a:gd name="T88" fmla="*/ 37 w 304"/>
                <a:gd name="T89" fmla="*/ 74 h 198"/>
                <a:gd name="T90" fmla="*/ 37 w 304"/>
                <a:gd name="T91" fmla="*/ 65 h 198"/>
                <a:gd name="T92" fmla="*/ 31 w 304"/>
                <a:gd name="T93" fmla="*/ 57 h 198"/>
                <a:gd name="T94" fmla="*/ 33 w 304"/>
                <a:gd name="T95" fmla="*/ 47 h 198"/>
                <a:gd name="T96" fmla="*/ 27 w 304"/>
                <a:gd name="T97" fmla="*/ 47 h 198"/>
                <a:gd name="T98" fmla="*/ 27 w 304"/>
                <a:gd name="T99" fmla="*/ 33 h 198"/>
                <a:gd name="T100" fmla="*/ 27 w 304"/>
                <a:gd name="T101" fmla="*/ 19 h 198"/>
                <a:gd name="T102" fmla="*/ 39 w 304"/>
                <a:gd name="T103" fmla="*/ 12 h 198"/>
                <a:gd name="T104" fmla="*/ 55 w 304"/>
                <a:gd name="T105" fmla="*/ 6 h 198"/>
                <a:gd name="T106" fmla="*/ 63 w 304"/>
                <a:gd name="T107" fmla="*/ 6 h 198"/>
                <a:gd name="T108" fmla="*/ 78 w 304"/>
                <a:gd name="T109" fmla="*/ 8 h 198"/>
                <a:gd name="T110" fmla="*/ 88 w 304"/>
                <a:gd name="T111" fmla="*/ 10 h 198"/>
                <a:gd name="T112" fmla="*/ 96 w 304"/>
                <a:gd name="T113" fmla="*/ 8 h 198"/>
                <a:gd name="T114" fmla="*/ 104 w 304"/>
                <a:gd name="T115" fmla="*/ 18 h 198"/>
                <a:gd name="T116" fmla="*/ 125 w 304"/>
                <a:gd name="T117" fmla="*/ 21 h 198"/>
                <a:gd name="T118" fmla="*/ 129 w 304"/>
                <a:gd name="T119" fmla="*/ 14 h 198"/>
                <a:gd name="T120" fmla="*/ 131 w 304"/>
                <a:gd name="T121" fmla="*/ 8 h 198"/>
                <a:gd name="T122" fmla="*/ 151 w 304"/>
                <a:gd name="T123" fmla="*/ 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4" h="198">
                  <a:moveTo>
                    <a:pt x="155" y="0"/>
                  </a:moveTo>
                  <a:lnTo>
                    <a:pt x="155" y="0"/>
                  </a:lnTo>
                  <a:lnTo>
                    <a:pt x="155" y="2"/>
                  </a:lnTo>
                  <a:lnTo>
                    <a:pt x="157" y="2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7" y="4"/>
                  </a:lnTo>
                  <a:lnTo>
                    <a:pt x="157" y="6"/>
                  </a:lnTo>
                  <a:lnTo>
                    <a:pt x="157" y="6"/>
                  </a:lnTo>
                  <a:lnTo>
                    <a:pt x="157" y="6"/>
                  </a:lnTo>
                  <a:lnTo>
                    <a:pt x="159" y="8"/>
                  </a:lnTo>
                  <a:lnTo>
                    <a:pt x="161" y="8"/>
                  </a:lnTo>
                  <a:lnTo>
                    <a:pt x="161" y="8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1" y="12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61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8"/>
                  </a:lnTo>
                  <a:lnTo>
                    <a:pt x="161" y="18"/>
                  </a:lnTo>
                  <a:lnTo>
                    <a:pt x="161" y="18"/>
                  </a:lnTo>
                  <a:lnTo>
                    <a:pt x="161" y="18"/>
                  </a:lnTo>
                  <a:lnTo>
                    <a:pt x="161" y="18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59" y="19"/>
                  </a:lnTo>
                  <a:lnTo>
                    <a:pt x="159" y="19"/>
                  </a:lnTo>
                  <a:lnTo>
                    <a:pt x="159" y="19"/>
                  </a:lnTo>
                  <a:lnTo>
                    <a:pt x="159" y="21"/>
                  </a:lnTo>
                  <a:lnTo>
                    <a:pt x="159" y="21"/>
                  </a:lnTo>
                  <a:lnTo>
                    <a:pt x="159" y="21"/>
                  </a:lnTo>
                  <a:lnTo>
                    <a:pt x="159" y="23"/>
                  </a:lnTo>
                  <a:lnTo>
                    <a:pt x="159" y="23"/>
                  </a:lnTo>
                  <a:lnTo>
                    <a:pt x="159" y="23"/>
                  </a:lnTo>
                  <a:lnTo>
                    <a:pt x="159" y="23"/>
                  </a:lnTo>
                  <a:lnTo>
                    <a:pt x="159" y="23"/>
                  </a:lnTo>
                  <a:lnTo>
                    <a:pt x="159" y="25"/>
                  </a:lnTo>
                  <a:lnTo>
                    <a:pt x="159" y="25"/>
                  </a:lnTo>
                  <a:lnTo>
                    <a:pt x="157" y="25"/>
                  </a:lnTo>
                  <a:lnTo>
                    <a:pt x="157" y="25"/>
                  </a:lnTo>
                  <a:lnTo>
                    <a:pt x="157" y="25"/>
                  </a:lnTo>
                  <a:lnTo>
                    <a:pt x="157" y="25"/>
                  </a:lnTo>
                  <a:lnTo>
                    <a:pt x="157" y="27"/>
                  </a:lnTo>
                  <a:lnTo>
                    <a:pt x="157" y="27"/>
                  </a:lnTo>
                  <a:lnTo>
                    <a:pt x="157" y="27"/>
                  </a:lnTo>
                  <a:lnTo>
                    <a:pt x="155" y="29"/>
                  </a:lnTo>
                  <a:lnTo>
                    <a:pt x="155" y="29"/>
                  </a:lnTo>
                  <a:lnTo>
                    <a:pt x="157" y="29"/>
                  </a:lnTo>
                  <a:lnTo>
                    <a:pt x="157" y="29"/>
                  </a:lnTo>
                  <a:lnTo>
                    <a:pt x="161" y="33"/>
                  </a:lnTo>
                  <a:lnTo>
                    <a:pt x="161" y="33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3" y="41"/>
                  </a:lnTo>
                  <a:lnTo>
                    <a:pt x="163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3" y="41"/>
                  </a:lnTo>
                  <a:lnTo>
                    <a:pt x="163" y="41"/>
                  </a:lnTo>
                  <a:lnTo>
                    <a:pt x="163" y="41"/>
                  </a:lnTo>
                  <a:lnTo>
                    <a:pt x="161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61" y="47"/>
                  </a:lnTo>
                  <a:lnTo>
                    <a:pt x="161" y="47"/>
                  </a:lnTo>
                  <a:lnTo>
                    <a:pt x="163" y="47"/>
                  </a:lnTo>
                  <a:lnTo>
                    <a:pt x="165" y="47"/>
                  </a:lnTo>
                  <a:lnTo>
                    <a:pt x="167" y="47"/>
                  </a:lnTo>
                  <a:lnTo>
                    <a:pt x="167" y="47"/>
                  </a:lnTo>
                  <a:lnTo>
                    <a:pt x="169" y="47"/>
                  </a:lnTo>
                  <a:lnTo>
                    <a:pt x="182" y="53"/>
                  </a:lnTo>
                  <a:lnTo>
                    <a:pt x="182" y="57"/>
                  </a:lnTo>
                  <a:lnTo>
                    <a:pt x="182" y="57"/>
                  </a:lnTo>
                  <a:lnTo>
                    <a:pt x="182" y="59"/>
                  </a:lnTo>
                  <a:lnTo>
                    <a:pt x="184" y="59"/>
                  </a:lnTo>
                  <a:lnTo>
                    <a:pt x="186" y="63"/>
                  </a:lnTo>
                  <a:lnTo>
                    <a:pt x="186" y="63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88" y="71"/>
                  </a:lnTo>
                  <a:lnTo>
                    <a:pt x="192" y="74"/>
                  </a:lnTo>
                  <a:lnTo>
                    <a:pt x="192" y="76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200" y="74"/>
                  </a:lnTo>
                  <a:lnTo>
                    <a:pt x="200" y="74"/>
                  </a:lnTo>
                  <a:lnTo>
                    <a:pt x="200" y="73"/>
                  </a:lnTo>
                  <a:lnTo>
                    <a:pt x="200" y="73"/>
                  </a:lnTo>
                  <a:lnTo>
                    <a:pt x="202" y="73"/>
                  </a:lnTo>
                  <a:lnTo>
                    <a:pt x="202" y="73"/>
                  </a:lnTo>
                  <a:lnTo>
                    <a:pt x="202" y="73"/>
                  </a:lnTo>
                  <a:lnTo>
                    <a:pt x="206" y="73"/>
                  </a:lnTo>
                  <a:lnTo>
                    <a:pt x="206" y="73"/>
                  </a:lnTo>
                  <a:lnTo>
                    <a:pt x="206" y="74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08" y="76"/>
                  </a:lnTo>
                  <a:lnTo>
                    <a:pt x="208" y="76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10" y="80"/>
                  </a:lnTo>
                  <a:lnTo>
                    <a:pt x="210" y="80"/>
                  </a:lnTo>
                  <a:lnTo>
                    <a:pt x="210" y="82"/>
                  </a:lnTo>
                  <a:lnTo>
                    <a:pt x="212" y="82"/>
                  </a:lnTo>
                  <a:lnTo>
                    <a:pt x="212" y="84"/>
                  </a:lnTo>
                  <a:lnTo>
                    <a:pt x="218" y="82"/>
                  </a:lnTo>
                  <a:lnTo>
                    <a:pt x="222" y="80"/>
                  </a:lnTo>
                  <a:lnTo>
                    <a:pt x="222" y="80"/>
                  </a:lnTo>
                  <a:lnTo>
                    <a:pt x="223" y="78"/>
                  </a:lnTo>
                  <a:lnTo>
                    <a:pt x="223" y="78"/>
                  </a:lnTo>
                  <a:lnTo>
                    <a:pt x="223" y="78"/>
                  </a:lnTo>
                  <a:lnTo>
                    <a:pt x="225" y="78"/>
                  </a:lnTo>
                  <a:lnTo>
                    <a:pt x="225" y="78"/>
                  </a:lnTo>
                  <a:lnTo>
                    <a:pt x="227" y="78"/>
                  </a:lnTo>
                  <a:lnTo>
                    <a:pt x="227" y="78"/>
                  </a:lnTo>
                  <a:lnTo>
                    <a:pt x="227" y="80"/>
                  </a:lnTo>
                  <a:lnTo>
                    <a:pt x="227" y="80"/>
                  </a:lnTo>
                  <a:lnTo>
                    <a:pt x="227" y="82"/>
                  </a:lnTo>
                  <a:lnTo>
                    <a:pt x="227" y="82"/>
                  </a:lnTo>
                  <a:lnTo>
                    <a:pt x="227" y="82"/>
                  </a:lnTo>
                  <a:lnTo>
                    <a:pt x="227" y="84"/>
                  </a:lnTo>
                  <a:lnTo>
                    <a:pt x="227" y="84"/>
                  </a:lnTo>
                  <a:lnTo>
                    <a:pt x="227" y="86"/>
                  </a:lnTo>
                  <a:lnTo>
                    <a:pt x="231" y="86"/>
                  </a:lnTo>
                  <a:lnTo>
                    <a:pt x="231" y="86"/>
                  </a:lnTo>
                  <a:lnTo>
                    <a:pt x="233" y="86"/>
                  </a:lnTo>
                  <a:lnTo>
                    <a:pt x="233" y="84"/>
                  </a:lnTo>
                  <a:lnTo>
                    <a:pt x="235" y="84"/>
                  </a:lnTo>
                  <a:lnTo>
                    <a:pt x="237" y="86"/>
                  </a:lnTo>
                  <a:lnTo>
                    <a:pt x="241" y="88"/>
                  </a:lnTo>
                  <a:lnTo>
                    <a:pt x="241" y="88"/>
                  </a:lnTo>
                  <a:lnTo>
                    <a:pt x="241" y="88"/>
                  </a:lnTo>
                  <a:lnTo>
                    <a:pt x="241" y="88"/>
                  </a:lnTo>
                  <a:lnTo>
                    <a:pt x="243" y="88"/>
                  </a:lnTo>
                  <a:lnTo>
                    <a:pt x="247" y="88"/>
                  </a:lnTo>
                  <a:lnTo>
                    <a:pt x="249" y="88"/>
                  </a:lnTo>
                  <a:lnTo>
                    <a:pt x="249" y="90"/>
                  </a:lnTo>
                  <a:lnTo>
                    <a:pt x="249" y="90"/>
                  </a:lnTo>
                  <a:lnTo>
                    <a:pt x="249" y="90"/>
                  </a:lnTo>
                  <a:lnTo>
                    <a:pt x="249" y="92"/>
                  </a:lnTo>
                  <a:lnTo>
                    <a:pt x="249" y="92"/>
                  </a:lnTo>
                  <a:lnTo>
                    <a:pt x="247" y="94"/>
                  </a:lnTo>
                  <a:lnTo>
                    <a:pt x="253" y="108"/>
                  </a:lnTo>
                  <a:lnTo>
                    <a:pt x="253" y="108"/>
                  </a:lnTo>
                  <a:lnTo>
                    <a:pt x="257" y="110"/>
                  </a:lnTo>
                  <a:lnTo>
                    <a:pt x="257" y="110"/>
                  </a:lnTo>
                  <a:lnTo>
                    <a:pt x="259" y="112"/>
                  </a:lnTo>
                  <a:lnTo>
                    <a:pt x="269" y="112"/>
                  </a:lnTo>
                  <a:lnTo>
                    <a:pt x="269" y="112"/>
                  </a:lnTo>
                  <a:lnTo>
                    <a:pt x="271" y="114"/>
                  </a:lnTo>
                  <a:lnTo>
                    <a:pt x="271" y="116"/>
                  </a:lnTo>
                  <a:lnTo>
                    <a:pt x="271" y="116"/>
                  </a:lnTo>
                  <a:lnTo>
                    <a:pt x="273" y="118"/>
                  </a:lnTo>
                  <a:lnTo>
                    <a:pt x="273" y="118"/>
                  </a:lnTo>
                  <a:lnTo>
                    <a:pt x="274" y="118"/>
                  </a:lnTo>
                  <a:lnTo>
                    <a:pt x="280" y="116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84" y="118"/>
                  </a:lnTo>
                  <a:lnTo>
                    <a:pt x="282" y="124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4" y="126"/>
                  </a:lnTo>
                  <a:lnTo>
                    <a:pt x="284" y="126"/>
                  </a:lnTo>
                  <a:lnTo>
                    <a:pt x="284" y="127"/>
                  </a:lnTo>
                  <a:lnTo>
                    <a:pt x="284" y="127"/>
                  </a:lnTo>
                  <a:lnTo>
                    <a:pt x="286" y="127"/>
                  </a:lnTo>
                  <a:lnTo>
                    <a:pt x="288" y="127"/>
                  </a:lnTo>
                  <a:lnTo>
                    <a:pt x="288" y="127"/>
                  </a:lnTo>
                  <a:lnTo>
                    <a:pt x="288" y="127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31"/>
                  </a:lnTo>
                  <a:lnTo>
                    <a:pt x="288" y="133"/>
                  </a:lnTo>
                  <a:lnTo>
                    <a:pt x="288" y="133"/>
                  </a:lnTo>
                  <a:lnTo>
                    <a:pt x="288" y="133"/>
                  </a:lnTo>
                  <a:lnTo>
                    <a:pt x="288" y="133"/>
                  </a:lnTo>
                  <a:lnTo>
                    <a:pt x="292" y="135"/>
                  </a:lnTo>
                  <a:lnTo>
                    <a:pt x="292" y="135"/>
                  </a:lnTo>
                  <a:lnTo>
                    <a:pt x="292" y="137"/>
                  </a:lnTo>
                  <a:lnTo>
                    <a:pt x="292" y="137"/>
                  </a:lnTo>
                  <a:lnTo>
                    <a:pt x="292" y="139"/>
                  </a:lnTo>
                  <a:lnTo>
                    <a:pt x="292" y="139"/>
                  </a:lnTo>
                  <a:lnTo>
                    <a:pt x="292" y="141"/>
                  </a:lnTo>
                  <a:lnTo>
                    <a:pt x="292" y="141"/>
                  </a:lnTo>
                  <a:lnTo>
                    <a:pt x="292" y="141"/>
                  </a:lnTo>
                  <a:lnTo>
                    <a:pt x="294" y="141"/>
                  </a:lnTo>
                  <a:lnTo>
                    <a:pt x="294" y="141"/>
                  </a:lnTo>
                  <a:lnTo>
                    <a:pt x="298" y="141"/>
                  </a:lnTo>
                  <a:lnTo>
                    <a:pt x="298" y="141"/>
                  </a:lnTo>
                  <a:lnTo>
                    <a:pt x="298" y="141"/>
                  </a:lnTo>
                  <a:lnTo>
                    <a:pt x="300" y="141"/>
                  </a:lnTo>
                  <a:lnTo>
                    <a:pt x="300" y="143"/>
                  </a:lnTo>
                  <a:lnTo>
                    <a:pt x="300" y="143"/>
                  </a:lnTo>
                  <a:lnTo>
                    <a:pt x="300" y="145"/>
                  </a:lnTo>
                  <a:lnTo>
                    <a:pt x="304" y="145"/>
                  </a:lnTo>
                  <a:lnTo>
                    <a:pt x="304" y="147"/>
                  </a:lnTo>
                  <a:lnTo>
                    <a:pt x="304" y="147"/>
                  </a:lnTo>
                  <a:lnTo>
                    <a:pt x="304" y="147"/>
                  </a:lnTo>
                  <a:lnTo>
                    <a:pt x="302" y="147"/>
                  </a:lnTo>
                  <a:lnTo>
                    <a:pt x="302" y="147"/>
                  </a:lnTo>
                  <a:lnTo>
                    <a:pt x="302" y="149"/>
                  </a:lnTo>
                  <a:lnTo>
                    <a:pt x="300" y="149"/>
                  </a:lnTo>
                  <a:lnTo>
                    <a:pt x="300" y="151"/>
                  </a:lnTo>
                  <a:lnTo>
                    <a:pt x="300" y="153"/>
                  </a:lnTo>
                  <a:lnTo>
                    <a:pt x="298" y="153"/>
                  </a:lnTo>
                  <a:lnTo>
                    <a:pt x="296" y="155"/>
                  </a:lnTo>
                  <a:lnTo>
                    <a:pt x="296" y="155"/>
                  </a:lnTo>
                  <a:lnTo>
                    <a:pt x="296" y="157"/>
                  </a:lnTo>
                  <a:lnTo>
                    <a:pt x="296" y="157"/>
                  </a:lnTo>
                  <a:lnTo>
                    <a:pt x="296" y="159"/>
                  </a:lnTo>
                  <a:lnTo>
                    <a:pt x="296" y="159"/>
                  </a:lnTo>
                  <a:lnTo>
                    <a:pt x="294" y="157"/>
                  </a:lnTo>
                  <a:lnTo>
                    <a:pt x="294" y="157"/>
                  </a:lnTo>
                  <a:lnTo>
                    <a:pt x="290" y="159"/>
                  </a:lnTo>
                  <a:lnTo>
                    <a:pt x="286" y="157"/>
                  </a:lnTo>
                  <a:lnTo>
                    <a:pt x="286" y="157"/>
                  </a:lnTo>
                  <a:lnTo>
                    <a:pt x="284" y="157"/>
                  </a:lnTo>
                  <a:lnTo>
                    <a:pt x="282" y="157"/>
                  </a:lnTo>
                  <a:lnTo>
                    <a:pt x="282" y="157"/>
                  </a:lnTo>
                  <a:lnTo>
                    <a:pt x="282" y="157"/>
                  </a:lnTo>
                  <a:lnTo>
                    <a:pt x="280" y="155"/>
                  </a:lnTo>
                  <a:lnTo>
                    <a:pt x="280" y="155"/>
                  </a:lnTo>
                  <a:lnTo>
                    <a:pt x="276" y="157"/>
                  </a:lnTo>
                  <a:lnTo>
                    <a:pt x="276" y="157"/>
                  </a:lnTo>
                  <a:lnTo>
                    <a:pt x="278" y="159"/>
                  </a:lnTo>
                  <a:lnTo>
                    <a:pt x="276" y="161"/>
                  </a:lnTo>
                  <a:lnTo>
                    <a:pt x="278" y="163"/>
                  </a:lnTo>
                  <a:lnTo>
                    <a:pt x="280" y="165"/>
                  </a:lnTo>
                  <a:lnTo>
                    <a:pt x="280" y="167"/>
                  </a:lnTo>
                  <a:lnTo>
                    <a:pt x="280" y="167"/>
                  </a:lnTo>
                  <a:lnTo>
                    <a:pt x="278" y="167"/>
                  </a:lnTo>
                  <a:lnTo>
                    <a:pt x="278" y="167"/>
                  </a:lnTo>
                  <a:lnTo>
                    <a:pt x="276" y="169"/>
                  </a:lnTo>
                  <a:lnTo>
                    <a:pt x="276" y="171"/>
                  </a:lnTo>
                  <a:lnTo>
                    <a:pt x="276" y="171"/>
                  </a:lnTo>
                  <a:lnTo>
                    <a:pt x="274" y="171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67" y="173"/>
                  </a:lnTo>
                  <a:lnTo>
                    <a:pt x="263" y="171"/>
                  </a:lnTo>
                  <a:lnTo>
                    <a:pt x="261" y="171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7" y="173"/>
                  </a:lnTo>
                  <a:lnTo>
                    <a:pt x="255" y="175"/>
                  </a:lnTo>
                  <a:lnTo>
                    <a:pt x="251" y="177"/>
                  </a:lnTo>
                  <a:lnTo>
                    <a:pt x="249" y="177"/>
                  </a:lnTo>
                  <a:lnTo>
                    <a:pt x="241" y="175"/>
                  </a:lnTo>
                  <a:lnTo>
                    <a:pt x="237" y="175"/>
                  </a:lnTo>
                  <a:lnTo>
                    <a:pt x="235" y="175"/>
                  </a:lnTo>
                  <a:lnTo>
                    <a:pt x="233" y="175"/>
                  </a:lnTo>
                  <a:lnTo>
                    <a:pt x="231" y="177"/>
                  </a:lnTo>
                  <a:lnTo>
                    <a:pt x="231" y="177"/>
                  </a:lnTo>
                  <a:lnTo>
                    <a:pt x="229" y="179"/>
                  </a:lnTo>
                  <a:lnTo>
                    <a:pt x="227" y="179"/>
                  </a:lnTo>
                  <a:lnTo>
                    <a:pt x="223" y="179"/>
                  </a:lnTo>
                  <a:lnTo>
                    <a:pt x="223" y="179"/>
                  </a:lnTo>
                  <a:lnTo>
                    <a:pt x="220" y="179"/>
                  </a:lnTo>
                  <a:lnTo>
                    <a:pt x="218" y="179"/>
                  </a:lnTo>
                  <a:lnTo>
                    <a:pt x="210" y="179"/>
                  </a:lnTo>
                  <a:lnTo>
                    <a:pt x="208" y="179"/>
                  </a:lnTo>
                  <a:lnTo>
                    <a:pt x="206" y="180"/>
                  </a:lnTo>
                  <a:lnTo>
                    <a:pt x="206" y="180"/>
                  </a:lnTo>
                  <a:lnTo>
                    <a:pt x="202" y="180"/>
                  </a:lnTo>
                  <a:lnTo>
                    <a:pt x="198" y="179"/>
                  </a:lnTo>
                  <a:lnTo>
                    <a:pt x="194" y="179"/>
                  </a:lnTo>
                  <a:lnTo>
                    <a:pt x="178" y="182"/>
                  </a:lnTo>
                  <a:lnTo>
                    <a:pt x="172" y="182"/>
                  </a:lnTo>
                  <a:lnTo>
                    <a:pt x="172" y="180"/>
                  </a:lnTo>
                  <a:lnTo>
                    <a:pt x="172" y="177"/>
                  </a:lnTo>
                  <a:lnTo>
                    <a:pt x="171" y="175"/>
                  </a:lnTo>
                  <a:lnTo>
                    <a:pt x="169" y="177"/>
                  </a:lnTo>
                  <a:lnTo>
                    <a:pt x="167" y="177"/>
                  </a:lnTo>
                  <a:lnTo>
                    <a:pt x="165" y="179"/>
                  </a:lnTo>
                  <a:lnTo>
                    <a:pt x="163" y="180"/>
                  </a:lnTo>
                  <a:lnTo>
                    <a:pt x="161" y="180"/>
                  </a:lnTo>
                  <a:lnTo>
                    <a:pt x="161" y="180"/>
                  </a:lnTo>
                  <a:lnTo>
                    <a:pt x="155" y="179"/>
                  </a:lnTo>
                  <a:lnTo>
                    <a:pt x="151" y="177"/>
                  </a:lnTo>
                  <a:lnTo>
                    <a:pt x="149" y="177"/>
                  </a:lnTo>
                  <a:lnTo>
                    <a:pt x="149" y="179"/>
                  </a:lnTo>
                  <a:lnTo>
                    <a:pt x="149" y="180"/>
                  </a:lnTo>
                  <a:lnTo>
                    <a:pt x="149" y="182"/>
                  </a:lnTo>
                  <a:lnTo>
                    <a:pt x="147" y="182"/>
                  </a:lnTo>
                  <a:lnTo>
                    <a:pt x="145" y="180"/>
                  </a:lnTo>
                  <a:lnTo>
                    <a:pt x="143" y="180"/>
                  </a:lnTo>
                  <a:lnTo>
                    <a:pt x="137" y="182"/>
                  </a:lnTo>
                  <a:lnTo>
                    <a:pt x="137" y="182"/>
                  </a:lnTo>
                  <a:lnTo>
                    <a:pt x="135" y="184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5" y="188"/>
                  </a:lnTo>
                  <a:lnTo>
                    <a:pt x="135" y="196"/>
                  </a:lnTo>
                  <a:lnTo>
                    <a:pt x="133" y="198"/>
                  </a:lnTo>
                  <a:lnTo>
                    <a:pt x="131" y="198"/>
                  </a:lnTo>
                  <a:lnTo>
                    <a:pt x="131" y="198"/>
                  </a:lnTo>
                  <a:lnTo>
                    <a:pt x="131" y="198"/>
                  </a:lnTo>
                  <a:lnTo>
                    <a:pt x="129" y="198"/>
                  </a:lnTo>
                  <a:lnTo>
                    <a:pt x="129" y="198"/>
                  </a:lnTo>
                  <a:lnTo>
                    <a:pt x="129" y="198"/>
                  </a:lnTo>
                  <a:lnTo>
                    <a:pt x="127" y="198"/>
                  </a:lnTo>
                  <a:lnTo>
                    <a:pt x="127" y="198"/>
                  </a:lnTo>
                  <a:lnTo>
                    <a:pt x="127" y="196"/>
                  </a:lnTo>
                  <a:lnTo>
                    <a:pt x="125" y="190"/>
                  </a:lnTo>
                  <a:lnTo>
                    <a:pt x="121" y="190"/>
                  </a:lnTo>
                  <a:lnTo>
                    <a:pt x="120" y="190"/>
                  </a:lnTo>
                  <a:lnTo>
                    <a:pt x="116" y="192"/>
                  </a:lnTo>
                  <a:lnTo>
                    <a:pt x="112" y="192"/>
                  </a:lnTo>
                  <a:lnTo>
                    <a:pt x="112" y="192"/>
                  </a:lnTo>
                  <a:lnTo>
                    <a:pt x="110" y="192"/>
                  </a:lnTo>
                  <a:lnTo>
                    <a:pt x="108" y="188"/>
                  </a:lnTo>
                  <a:lnTo>
                    <a:pt x="108" y="188"/>
                  </a:lnTo>
                  <a:lnTo>
                    <a:pt x="106" y="188"/>
                  </a:lnTo>
                  <a:lnTo>
                    <a:pt x="104" y="188"/>
                  </a:lnTo>
                  <a:lnTo>
                    <a:pt x="104" y="188"/>
                  </a:lnTo>
                  <a:lnTo>
                    <a:pt x="102" y="188"/>
                  </a:lnTo>
                  <a:lnTo>
                    <a:pt x="102" y="188"/>
                  </a:lnTo>
                  <a:lnTo>
                    <a:pt x="102" y="188"/>
                  </a:lnTo>
                  <a:lnTo>
                    <a:pt x="102" y="188"/>
                  </a:lnTo>
                  <a:lnTo>
                    <a:pt x="100" y="188"/>
                  </a:lnTo>
                  <a:lnTo>
                    <a:pt x="100" y="188"/>
                  </a:lnTo>
                  <a:lnTo>
                    <a:pt x="96" y="188"/>
                  </a:lnTo>
                  <a:lnTo>
                    <a:pt x="94" y="188"/>
                  </a:lnTo>
                  <a:lnTo>
                    <a:pt x="94" y="188"/>
                  </a:lnTo>
                  <a:lnTo>
                    <a:pt x="94" y="188"/>
                  </a:lnTo>
                  <a:lnTo>
                    <a:pt x="92" y="188"/>
                  </a:lnTo>
                  <a:lnTo>
                    <a:pt x="92" y="188"/>
                  </a:lnTo>
                  <a:lnTo>
                    <a:pt x="90" y="188"/>
                  </a:lnTo>
                  <a:lnTo>
                    <a:pt x="88" y="188"/>
                  </a:lnTo>
                  <a:lnTo>
                    <a:pt x="86" y="188"/>
                  </a:lnTo>
                  <a:lnTo>
                    <a:pt x="86" y="188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82" y="188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8"/>
                  </a:lnTo>
                  <a:lnTo>
                    <a:pt x="80" y="188"/>
                  </a:lnTo>
                  <a:lnTo>
                    <a:pt x="80" y="188"/>
                  </a:lnTo>
                  <a:lnTo>
                    <a:pt x="80" y="188"/>
                  </a:lnTo>
                  <a:lnTo>
                    <a:pt x="80" y="188"/>
                  </a:lnTo>
                  <a:lnTo>
                    <a:pt x="78" y="188"/>
                  </a:lnTo>
                  <a:lnTo>
                    <a:pt x="78" y="190"/>
                  </a:lnTo>
                  <a:lnTo>
                    <a:pt x="80" y="190"/>
                  </a:lnTo>
                  <a:lnTo>
                    <a:pt x="80" y="192"/>
                  </a:lnTo>
                  <a:lnTo>
                    <a:pt x="78" y="194"/>
                  </a:lnTo>
                  <a:lnTo>
                    <a:pt x="78" y="194"/>
                  </a:lnTo>
                  <a:lnTo>
                    <a:pt x="76" y="194"/>
                  </a:lnTo>
                  <a:lnTo>
                    <a:pt x="74" y="196"/>
                  </a:lnTo>
                  <a:lnTo>
                    <a:pt x="74" y="196"/>
                  </a:lnTo>
                  <a:lnTo>
                    <a:pt x="72" y="196"/>
                  </a:lnTo>
                  <a:lnTo>
                    <a:pt x="72" y="196"/>
                  </a:lnTo>
                  <a:lnTo>
                    <a:pt x="69" y="192"/>
                  </a:lnTo>
                  <a:lnTo>
                    <a:pt x="69" y="190"/>
                  </a:lnTo>
                  <a:lnTo>
                    <a:pt x="67" y="190"/>
                  </a:lnTo>
                  <a:lnTo>
                    <a:pt x="59" y="192"/>
                  </a:lnTo>
                  <a:lnTo>
                    <a:pt x="55" y="192"/>
                  </a:lnTo>
                  <a:lnTo>
                    <a:pt x="55" y="192"/>
                  </a:lnTo>
                  <a:lnTo>
                    <a:pt x="51" y="194"/>
                  </a:lnTo>
                  <a:lnTo>
                    <a:pt x="51" y="194"/>
                  </a:lnTo>
                  <a:lnTo>
                    <a:pt x="49" y="194"/>
                  </a:lnTo>
                  <a:lnTo>
                    <a:pt x="49" y="194"/>
                  </a:lnTo>
                  <a:lnTo>
                    <a:pt x="49" y="194"/>
                  </a:lnTo>
                  <a:lnTo>
                    <a:pt x="49" y="192"/>
                  </a:lnTo>
                  <a:lnTo>
                    <a:pt x="49" y="190"/>
                  </a:lnTo>
                  <a:lnTo>
                    <a:pt x="49" y="188"/>
                  </a:lnTo>
                  <a:lnTo>
                    <a:pt x="49" y="188"/>
                  </a:lnTo>
                  <a:lnTo>
                    <a:pt x="49" y="188"/>
                  </a:lnTo>
                  <a:lnTo>
                    <a:pt x="49" y="186"/>
                  </a:lnTo>
                  <a:lnTo>
                    <a:pt x="49" y="186"/>
                  </a:lnTo>
                  <a:lnTo>
                    <a:pt x="49" y="186"/>
                  </a:lnTo>
                  <a:lnTo>
                    <a:pt x="49" y="186"/>
                  </a:lnTo>
                  <a:lnTo>
                    <a:pt x="49" y="186"/>
                  </a:lnTo>
                  <a:lnTo>
                    <a:pt x="47" y="186"/>
                  </a:lnTo>
                  <a:lnTo>
                    <a:pt x="47" y="186"/>
                  </a:lnTo>
                  <a:lnTo>
                    <a:pt x="47" y="186"/>
                  </a:lnTo>
                  <a:lnTo>
                    <a:pt x="47" y="186"/>
                  </a:lnTo>
                  <a:lnTo>
                    <a:pt x="47" y="186"/>
                  </a:lnTo>
                  <a:lnTo>
                    <a:pt x="45" y="182"/>
                  </a:lnTo>
                  <a:lnTo>
                    <a:pt x="45" y="182"/>
                  </a:lnTo>
                  <a:lnTo>
                    <a:pt x="45" y="180"/>
                  </a:lnTo>
                  <a:lnTo>
                    <a:pt x="41" y="180"/>
                  </a:lnTo>
                  <a:lnTo>
                    <a:pt x="41" y="180"/>
                  </a:lnTo>
                  <a:lnTo>
                    <a:pt x="41" y="180"/>
                  </a:lnTo>
                  <a:lnTo>
                    <a:pt x="41" y="180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3" y="179"/>
                  </a:lnTo>
                  <a:lnTo>
                    <a:pt x="43" y="177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3" y="175"/>
                  </a:lnTo>
                  <a:lnTo>
                    <a:pt x="45" y="175"/>
                  </a:lnTo>
                  <a:lnTo>
                    <a:pt x="45" y="175"/>
                  </a:lnTo>
                  <a:lnTo>
                    <a:pt x="45" y="175"/>
                  </a:lnTo>
                  <a:lnTo>
                    <a:pt x="45" y="173"/>
                  </a:lnTo>
                  <a:lnTo>
                    <a:pt x="45" y="173"/>
                  </a:lnTo>
                  <a:lnTo>
                    <a:pt x="45" y="173"/>
                  </a:lnTo>
                  <a:lnTo>
                    <a:pt x="45" y="173"/>
                  </a:lnTo>
                  <a:lnTo>
                    <a:pt x="45" y="173"/>
                  </a:lnTo>
                  <a:lnTo>
                    <a:pt x="45" y="171"/>
                  </a:lnTo>
                  <a:lnTo>
                    <a:pt x="43" y="171"/>
                  </a:lnTo>
                  <a:lnTo>
                    <a:pt x="43" y="169"/>
                  </a:lnTo>
                  <a:lnTo>
                    <a:pt x="43" y="169"/>
                  </a:lnTo>
                  <a:lnTo>
                    <a:pt x="45" y="169"/>
                  </a:lnTo>
                  <a:lnTo>
                    <a:pt x="45" y="169"/>
                  </a:lnTo>
                  <a:lnTo>
                    <a:pt x="45" y="169"/>
                  </a:lnTo>
                  <a:lnTo>
                    <a:pt x="45" y="167"/>
                  </a:lnTo>
                  <a:lnTo>
                    <a:pt x="45" y="167"/>
                  </a:lnTo>
                  <a:lnTo>
                    <a:pt x="45" y="167"/>
                  </a:lnTo>
                  <a:lnTo>
                    <a:pt x="45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71"/>
                  </a:lnTo>
                  <a:lnTo>
                    <a:pt x="47" y="171"/>
                  </a:lnTo>
                  <a:lnTo>
                    <a:pt x="47" y="171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7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7"/>
                  </a:lnTo>
                  <a:lnTo>
                    <a:pt x="49" y="167"/>
                  </a:lnTo>
                  <a:lnTo>
                    <a:pt x="49" y="167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53" y="167"/>
                  </a:lnTo>
                  <a:lnTo>
                    <a:pt x="53" y="167"/>
                  </a:lnTo>
                  <a:lnTo>
                    <a:pt x="53" y="165"/>
                  </a:lnTo>
                  <a:lnTo>
                    <a:pt x="53" y="163"/>
                  </a:lnTo>
                  <a:lnTo>
                    <a:pt x="53" y="163"/>
                  </a:lnTo>
                  <a:lnTo>
                    <a:pt x="53" y="161"/>
                  </a:lnTo>
                  <a:lnTo>
                    <a:pt x="51" y="161"/>
                  </a:lnTo>
                  <a:lnTo>
                    <a:pt x="51" y="161"/>
                  </a:lnTo>
                  <a:lnTo>
                    <a:pt x="51" y="161"/>
                  </a:lnTo>
                  <a:lnTo>
                    <a:pt x="51" y="159"/>
                  </a:lnTo>
                  <a:lnTo>
                    <a:pt x="51" y="159"/>
                  </a:lnTo>
                  <a:lnTo>
                    <a:pt x="51" y="159"/>
                  </a:lnTo>
                  <a:lnTo>
                    <a:pt x="51" y="159"/>
                  </a:lnTo>
                  <a:lnTo>
                    <a:pt x="51" y="157"/>
                  </a:lnTo>
                  <a:lnTo>
                    <a:pt x="51" y="157"/>
                  </a:lnTo>
                  <a:lnTo>
                    <a:pt x="51" y="157"/>
                  </a:lnTo>
                  <a:lnTo>
                    <a:pt x="51" y="157"/>
                  </a:lnTo>
                  <a:lnTo>
                    <a:pt x="51" y="155"/>
                  </a:lnTo>
                  <a:lnTo>
                    <a:pt x="51" y="155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49" y="153"/>
                  </a:lnTo>
                  <a:lnTo>
                    <a:pt x="41" y="151"/>
                  </a:lnTo>
                  <a:lnTo>
                    <a:pt x="39" y="149"/>
                  </a:lnTo>
                  <a:lnTo>
                    <a:pt x="39" y="149"/>
                  </a:lnTo>
                  <a:lnTo>
                    <a:pt x="37" y="149"/>
                  </a:lnTo>
                  <a:lnTo>
                    <a:pt x="35" y="151"/>
                  </a:lnTo>
                  <a:lnTo>
                    <a:pt x="31" y="151"/>
                  </a:lnTo>
                  <a:lnTo>
                    <a:pt x="27" y="153"/>
                  </a:lnTo>
                  <a:lnTo>
                    <a:pt x="27" y="153"/>
                  </a:lnTo>
                  <a:lnTo>
                    <a:pt x="27" y="153"/>
                  </a:lnTo>
                  <a:lnTo>
                    <a:pt x="27" y="153"/>
                  </a:lnTo>
                  <a:lnTo>
                    <a:pt x="27" y="151"/>
                  </a:lnTo>
                  <a:lnTo>
                    <a:pt x="27" y="151"/>
                  </a:lnTo>
                  <a:lnTo>
                    <a:pt x="27" y="151"/>
                  </a:lnTo>
                  <a:lnTo>
                    <a:pt x="27" y="151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5" y="149"/>
                  </a:lnTo>
                  <a:lnTo>
                    <a:pt x="23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21" y="149"/>
                  </a:lnTo>
                  <a:lnTo>
                    <a:pt x="21" y="149"/>
                  </a:lnTo>
                  <a:lnTo>
                    <a:pt x="21" y="149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3"/>
                  </a:lnTo>
                  <a:lnTo>
                    <a:pt x="23" y="143"/>
                  </a:lnTo>
                  <a:lnTo>
                    <a:pt x="21" y="143"/>
                  </a:lnTo>
                  <a:lnTo>
                    <a:pt x="20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6" y="143"/>
                  </a:lnTo>
                  <a:lnTo>
                    <a:pt x="16" y="145"/>
                  </a:lnTo>
                  <a:lnTo>
                    <a:pt x="16" y="145"/>
                  </a:lnTo>
                  <a:lnTo>
                    <a:pt x="14" y="147"/>
                  </a:lnTo>
                  <a:lnTo>
                    <a:pt x="10" y="147"/>
                  </a:lnTo>
                  <a:lnTo>
                    <a:pt x="10" y="147"/>
                  </a:lnTo>
                  <a:lnTo>
                    <a:pt x="8" y="147"/>
                  </a:lnTo>
                  <a:lnTo>
                    <a:pt x="8" y="145"/>
                  </a:lnTo>
                  <a:lnTo>
                    <a:pt x="8" y="145"/>
                  </a:lnTo>
                  <a:lnTo>
                    <a:pt x="8" y="145"/>
                  </a:lnTo>
                  <a:lnTo>
                    <a:pt x="8" y="145"/>
                  </a:lnTo>
                  <a:lnTo>
                    <a:pt x="8" y="143"/>
                  </a:lnTo>
                  <a:lnTo>
                    <a:pt x="6" y="143"/>
                  </a:lnTo>
                  <a:lnTo>
                    <a:pt x="6" y="143"/>
                  </a:lnTo>
                  <a:lnTo>
                    <a:pt x="6" y="143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4" y="145"/>
                  </a:lnTo>
                  <a:lnTo>
                    <a:pt x="4" y="145"/>
                  </a:lnTo>
                  <a:lnTo>
                    <a:pt x="2" y="145"/>
                  </a:lnTo>
                  <a:lnTo>
                    <a:pt x="2" y="143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2" y="135"/>
                  </a:lnTo>
                  <a:lnTo>
                    <a:pt x="2" y="135"/>
                  </a:lnTo>
                  <a:lnTo>
                    <a:pt x="2" y="135"/>
                  </a:lnTo>
                  <a:lnTo>
                    <a:pt x="6" y="133"/>
                  </a:lnTo>
                  <a:lnTo>
                    <a:pt x="6" y="133"/>
                  </a:lnTo>
                  <a:lnTo>
                    <a:pt x="6" y="133"/>
                  </a:lnTo>
                  <a:lnTo>
                    <a:pt x="6" y="133"/>
                  </a:lnTo>
                  <a:lnTo>
                    <a:pt x="6" y="131"/>
                  </a:lnTo>
                  <a:lnTo>
                    <a:pt x="4" y="131"/>
                  </a:lnTo>
                  <a:lnTo>
                    <a:pt x="4" y="129"/>
                  </a:lnTo>
                  <a:lnTo>
                    <a:pt x="4" y="129"/>
                  </a:lnTo>
                  <a:lnTo>
                    <a:pt x="4" y="129"/>
                  </a:lnTo>
                  <a:lnTo>
                    <a:pt x="6" y="127"/>
                  </a:lnTo>
                  <a:lnTo>
                    <a:pt x="6" y="127"/>
                  </a:lnTo>
                  <a:lnTo>
                    <a:pt x="4" y="127"/>
                  </a:lnTo>
                  <a:lnTo>
                    <a:pt x="4" y="127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2" y="122"/>
                  </a:lnTo>
                  <a:lnTo>
                    <a:pt x="2" y="118"/>
                  </a:lnTo>
                  <a:lnTo>
                    <a:pt x="2" y="116"/>
                  </a:lnTo>
                  <a:lnTo>
                    <a:pt x="2" y="116"/>
                  </a:lnTo>
                  <a:lnTo>
                    <a:pt x="2" y="116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6" y="116"/>
                  </a:lnTo>
                  <a:lnTo>
                    <a:pt x="6" y="116"/>
                  </a:lnTo>
                  <a:lnTo>
                    <a:pt x="8" y="116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10" y="120"/>
                  </a:lnTo>
                  <a:lnTo>
                    <a:pt x="10" y="120"/>
                  </a:lnTo>
                  <a:lnTo>
                    <a:pt x="10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18"/>
                  </a:lnTo>
                  <a:lnTo>
                    <a:pt x="12" y="118"/>
                  </a:lnTo>
                  <a:lnTo>
                    <a:pt x="14" y="116"/>
                  </a:lnTo>
                  <a:lnTo>
                    <a:pt x="14" y="116"/>
                  </a:lnTo>
                  <a:lnTo>
                    <a:pt x="14" y="116"/>
                  </a:lnTo>
                  <a:lnTo>
                    <a:pt x="14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6" y="104"/>
                  </a:lnTo>
                  <a:lnTo>
                    <a:pt x="18" y="104"/>
                  </a:lnTo>
                  <a:lnTo>
                    <a:pt x="18" y="104"/>
                  </a:lnTo>
                  <a:lnTo>
                    <a:pt x="16" y="104"/>
                  </a:lnTo>
                  <a:lnTo>
                    <a:pt x="16" y="104"/>
                  </a:lnTo>
                  <a:lnTo>
                    <a:pt x="14" y="102"/>
                  </a:lnTo>
                  <a:lnTo>
                    <a:pt x="14" y="102"/>
                  </a:lnTo>
                  <a:lnTo>
                    <a:pt x="14" y="102"/>
                  </a:lnTo>
                  <a:lnTo>
                    <a:pt x="14" y="102"/>
                  </a:lnTo>
                  <a:lnTo>
                    <a:pt x="14" y="100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4" y="94"/>
                  </a:lnTo>
                  <a:lnTo>
                    <a:pt x="16" y="94"/>
                  </a:lnTo>
                  <a:lnTo>
                    <a:pt x="18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2"/>
                  </a:lnTo>
                  <a:lnTo>
                    <a:pt x="20" y="92"/>
                  </a:lnTo>
                  <a:lnTo>
                    <a:pt x="20" y="92"/>
                  </a:lnTo>
                  <a:lnTo>
                    <a:pt x="18" y="88"/>
                  </a:lnTo>
                  <a:lnTo>
                    <a:pt x="18" y="88"/>
                  </a:lnTo>
                  <a:lnTo>
                    <a:pt x="18" y="88"/>
                  </a:lnTo>
                  <a:lnTo>
                    <a:pt x="18" y="88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1" y="86"/>
                  </a:lnTo>
                  <a:lnTo>
                    <a:pt x="21" y="90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25" y="8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9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1" y="86"/>
                  </a:lnTo>
                  <a:lnTo>
                    <a:pt x="31" y="86"/>
                  </a:lnTo>
                  <a:lnTo>
                    <a:pt x="31" y="86"/>
                  </a:lnTo>
                  <a:lnTo>
                    <a:pt x="31" y="84"/>
                  </a:lnTo>
                  <a:lnTo>
                    <a:pt x="31" y="84"/>
                  </a:lnTo>
                  <a:lnTo>
                    <a:pt x="33" y="86"/>
                  </a:lnTo>
                  <a:lnTo>
                    <a:pt x="35" y="86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5" y="80"/>
                  </a:lnTo>
                  <a:lnTo>
                    <a:pt x="35" y="80"/>
                  </a:lnTo>
                  <a:lnTo>
                    <a:pt x="35" y="80"/>
                  </a:lnTo>
                  <a:lnTo>
                    <a:pt x="35" y="78"/>
                  </a:lnTo>
                  <a:lnTo>
                    <a:pt x="35" y="78"/>
                  </a:lnTo>
                  <a:lnTo>
                    <a:pt x="33" y="80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5" y="78"/>
                  </a:lnTo>
                  <a:lnTo>
                    <a:pt x="35" y="78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5" y="74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7" y="69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5"/>
                  </a:lnTo>
                  <a:lnTo>
                    <a:pt x="37" y="65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59"/>
                  </a:lnTo>
                  <a:lnTo>
                    <a:pt x="35" y="59"/>
                  </a:lnTo>
                  <a:lnTo>
                    <a:pt x="35" y="59"/>
                  </a:lnTo>
                  <a:lnTo>
                    <a:pt x="35" y="59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33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29" y="57"/>
                  </a:lnTo>
                  <a:lnTo>
                    <a:pt x="29" y="57"/>
                  </a:lnTo>
                  <a:lnTo>
                    <a:pt x="29" y="57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9" y="45"/>
                  </a:lnTo>
                  <a:lnTo>
                    <a:pt x="29" y="45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7" y="37"/>
                  </a:lnTo>
                  <a:lnTo>
                    <a:pt x="25" y="37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31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5" y="27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7" y="23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1" y="19"/>
                  </a:lnTo>
                  <a:lnTo>
                    <a:pt x="31" y="18"/>
                  </a:lnTo>
                  <a:lnTo>
                    <a:pt x="33" y="18"/>
                  </a:lnTo>
                  <a:lnTo>
                    <a:pt x="33" y="18"/>
                  </a:lnTo>
                  <a:lnTo>
                    <a:pt x="35" y="18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7" y="6"/>
                  </a:lnTo>
                  <a:lnTo>
                    <a:pt x="53" y="2"/>
                  </a:lnTo>
                  <a:lnTo>
                    <a:pt x="55" y="2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7" y="8"/>
                  </a:lnTo>
                  <a:lnTo>
                    <a:pt x="57" y="8"/>
                  </a:lnTo>
                  <a:lnTo>
                    <a:pt x="57" y="8"/>
                  </a:lnTo>
                  <a:lnTo>
                    <a:pt x="57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1" y="6"/>
                  </a:lnTo>
                  <a:lnTo>
                    <a:pt x="63" y="6"/>
                  </a:lnTo>
                  <a:lnTo>
                    <a:pt x="65" y="6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9" y="4"/>
                  </a:lnTo>
                  <a:lnTo>
                    <a:pt x="69" y="4"/>
                  </a:lnTo>
                  <a:lnTo>
                    <a:pt x="69" y="4"/>
                  </a:lnTo>
                  <a:lnTo>
                    <a:pt x="71" y="4"/>
                  </a:lnTo>
                  <a:lnTo>
                    <a:pt x="72" y="4"/>
                  </a:lnTo>
                  <a:lnTo>
                    <a:pt x="76" y="8"/>
                  </a:lnTo>
                  <a:lnTo>
                    <a:pt x="78" y="8"/>
                  </a:lnTo>
                  <a:lnTo>
                    <a:pt x="78" y="8"/>
                  </a:lnTo>
                  <a:lnTo>
                    <a:pt x="78" y="8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6" y="8"/>
                  </a:lnTo>
                  <a:lnTo>
                    <a:pt x="86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2"/>
                  </a:lnTo>
                  <a:lnTo>
                    <a:pt x="86" y="12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2"/>
                  </a:lnTo>
                  <a:lnTo>
                    <a:pt x="88" y="10"/>
                  </a:lnTo>
                  <a:lnTo>
                    <a:pt x="88" y="10"/>
                  </a:lnTo>
                  <a:lnTo>
                    <a:pt x="88" y="10"/>
                  </a:lnTo>
                  <a:lnTo>
                    <a:pt x="88" y="10"/>
                  </a:lnTo>
                  <a:lnTo>
                    <a:pt x="88" y="10"/>
                  </a:lnTo>
                  <a:lnTo>
                    <a:pt x="90" y="8"/>
                  </a:lnTo>
                  <a:lnTo>
                    <a:pt x="90" y="8"/>
                  </a:lnTo>
                  <a:lnTo>
                    <a:pt x="90" y="8"/>
                  </a:lnTo>
                  <a:lnTo>
                    <a:pt x="88" y="8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4" y="8"/>
                  </a:lnTo>
                  <a:lnTo>
                    <a:pt x="94" y="8"/>
                  </a:lnTo>
                  <a:lnTo>
                    <a:pt x="94" y="8"/>
                  </a:lnTo>
                  <a:lnTo>
                    <a:pt x="96" y="8"/>
                  </a:lnTo>
                  <a:lnTo>
                    <a:pt x="98" y="8"/>
                  </a:lnTo>
                  <a:lnTo>
                    <a:pt x="98" y="10"/>
                  </a:lnTo>
                  <a:lnTo>
                    <a:pt x="98" y="10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8" y="14"/>
                  </a:lnTo>
                  <a:lnTo>
                    <a:pt x="100" y="16"/>
                  </a:lnTo>
                  <a:lnTo>
                    <a:pt x="102" y="16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4" y="18"/>
                  </a:lnTo>
                  <a:lnTo>
                    <a:pt x="108" y="19"/>
                  </a:lnTo>
                  <a:lnTo>
                    <a:pt x="108" y="19"/>
                  </a:lnTo>
                  <a:lnTo>
                    <a:pt x="110" y="19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4" y="21"/>
                  </a:lnTo>
                  <a:lnTo>
                    <a:pt x="114" y="21"/>
                  </a:lnTo>
                  <a:lnTo>
                    <a:pt x="116" y="21"/>
                  </a:lnTo>
                  <a:lnTo>
                    <a:pt x="118" y="23"/>
                  </a:lnTo>
                  <a:lnTo>
                    <a:pt x="121" y="23"/>
                  </a:lnTo>
                  <a:lnTo>
                    <a:pt x="121" y="23"/>
                  </a:lnTo>
                  <a:lnTo>
                    <a:pt x="123" y="23"/>
                  </a:lnTo>
                  <a:lnTo>
                    <a:pt x="123" y="21"/>
                  </a:lnTo>
                  <a:lnTo>
                    <a:pt x="123" y="21"/>
                  </a:lnTo>
                  <a:lnTo>
                    <a:pt x="125" y="21"/>
                  </a:lnTo>
                  <a:lnTo>
                    <a:pt x="125" y="21"/>
                  </a:lnTo>
                  <a:lnTo>
                    <a:pt x="123" y="19"/>
                  </a:lnTo>
                  <a:lnTo>
                    <a:pt x="123" y="18"/>
                  </a:lnTo>
                  <a:lnTo>
                    <a:pt x="123" y="18"/>
                  </a:lnTo>
                  <a:lnTo>
                    <a:pt x="123" y="16"/>
                  </a:lnTo>
                  <a:lnTo>
                    <a:pt x="123" y="16"/>
                  </a:lnTo>
                  <a:lnTo>
                    <a:pt x="125" y="16"/>
                  </a:lnTo>
                  <a:lnTo>
                    <a:pt x="125" y="14"/>
                  </a:lnTo>
                  <a:lnTo>
                    <a:pt x="125" y="14"/>
                  </a:lnTo>
                  <a:lnTo>
                    <a:pt x="125" y="14"/>
                  </a:lnTo>
                  <a:lnTo>
                    <a:pt x="127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4"/>
                  </a:lnTo>
                  <a:lnTo>
                    <a:pt x="129" y="14"/>
                  </a:lnTo>
                  <a:lnTo>
                    <a:pt x="129" y="14"/>
                  </a:lnTo>
                  <a:lnTo>
                    <a:pt x="129" y="14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31" y="12"/>
                  </a:lnTo>
                  <a:lnTo>
                    <a:pt x="131" y="12"/>
                  </a:lnTo>
                  <a:lnTo>
                    <a:pt x="131" y="12"/>
                  </a:lnTo>
                  <a:lnTo>
                    <a:pt x="131" y="12"/>
                  </a:lnTo>
                  <a:lnTo>
                    <a:pt x="133" y="10"/>
                  </a:lnTo>
                  <a:lnTo>
                    <a:pt x="133" y="10"/>
                  </a:lnTo>
                  <a:lnTo>
                    <a:pt x="133" y="10"/>
                  </a:lnTo>
                  <a:lnTo>
                    <a:pt x="133" y="10"/>
                  </a:lnTo>
                  <a:lnTo>
                    <a:pt x="131" y="10"/>
                  </a:lnTo>
                  <a:lnTo>
                    <a:pt x="131" y="8"/>
                  </a:lnTo>
                  <a:lnTo>
                    <a:pt x="131" y="8"/>
                  </a:lnTo>
                  <a:lnTo>
                    <a:pt x="131" y="8"/>
                  </a:lnTo>
                  <a:lnTo>
                    <a:pt x="131" y="8"/>
                  </a:lnTo>
                  <a:lnTo>
                    <a:pt x="131" y="6"/>
                  </a:lnTo>
                  <a:lnTo>
                    <a:pt x="131" y="6"/>
                  </a:lnTo>
                  <a:lnTo>
                    <a:pt x="131" y="6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9" y="4"/>
                  </a:lnTo>
                  <a:lnTo>
                    <a:pt x="141" y="4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7" y="2"/>
                  </a:lnTo>
                  <a:lnTo>
                    <a:pt x="151" y="2"/>
                  </a:lnTo>
                  <a:lnTo>
                    <a:pt x="151" y="2"/>
                  </a:lnTo>
                  <a:lnTo>
                    <a:pt x="153" y="2"/>
                  </a:lnTo>
                  <a:lnTo>
                    <a:pt x="153" y="2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1500188" y="2892425"/>
              <a:ext cx="671513" cy="514350"/>
            </a:xfrm>
            <a:custGeom>
              <a:avLst/>
              <a:gdLst>
                <a:gd name="T0" fmla="*/ 826 w 845"/>
                <a:gd name="T1" fmla="*/ 16 h 648"/>
                <a:gd name="T2" fmla="*/ 818 w 845"/>
                <a:gd name="T3" fmla="*/ 42 h 648"/>
                <a:gd name="T4" fmla="*/ 845 w 845"/>
                <a:gd name="T5" fmla="*/ 55 h 648"/>
                <a:gd name="T6" fmla="*/ 843 w 845"/>
                <a:gd name="T7" fmla="*/ 71 h 648"/>
                <a:gd name="T8" fmla="*/ 832 w 845"/>
                <a:gd name="T9" fmla="*/ 81 h 648"/>
                <a:gd name="T10" fmla="*/ 839 w 845"/>
                <a:gd name="T11" fmla="*/ 95 h 648"/>
                <a:gd name="T12" fmla="*/ 820 w 845"/>
                <a:gd name="T13" fmla="*/ 110 h 648"/>
                <a:gd name="T14" fmla="*/ 798 w 845"/>
                <a:gd name="T15" fmla="*/ 128 h 648"/>
                <a:gd name="T16" fmla="*/ 792 w 845"/>
                <a:gd name="T17" fmla="*/ 144 h 648"/>
                <a:gd name="T18" fmla="*/ 769 w 845"/>
                <a:gd name="T19" fmla="*/ 155 h 648"/>
                <a:gd name="T20" fmla="*/ 745 w 845"/>
                <a:gd name="T21" fmla="*/ 161 h 648"/>
                <a:gd name="T22" fmla="*/ 724 w 845"/>
                <a:gd name="T23" fmla="*/ 171 h 648"/>
                <a:gd name="T24" fmla="*/ 714 w 845"/>
                <a:gd name="T25" fmla="*/ 191 h 648"/>
                <a:gd name="T26" fmla="*/ 700 w 845"/>
                <a:gd name="T27" fmla="*/ 201 h 648"/>
                <a:gd name="T28" fmla="*/ 690 w 845"/>
                <a:gd name="T29" fmla="*/ 218 h 648"/>
                <a:gd name="T30" fmla="*/ 647 w 845"/>
                <a:gd name="T31" fmla="*/ 236 h 648"/>
                <a:gd name="T32" fmla="*/ 626 w 845"/>
                <a:gd name="T33" fmla="*/ 256 h 648"/>
                <a:gd name="T34" fmla="*/ 612 w 845"/>
                <a:gd name="T35" fmla="*/ 273 h 648"/>
                <a:gd name="T36" fmla="*/ 588 w 845"/>
                <a:gd name="T37" fmla="*/ 293 h 648"/>
                <a:gd name="T38" fmla="*/ 561 w 845"/>
                <a:gd name="T39" fmla="*/ 285 h 648"/>
                <a:gd name="T40" fmla="*/ 543 w 845"/>
                <a:gd name="T41" fmla="*/ 309 h 648"/>
                <a:gd name="T42" fmla="*/ 539 w 845"/>
                <a:gd name="T43" fmla="*/ 330 h 648"/>
                <a:gd name="T44" fmla="*/ 543 w 845"/>
                <a:gd name="T45" fmla="*/ 350 h 648"/>
                <a:gd name="T46" fmla="*/ 526 w 845"/>
                <a:gd name="T47" fmla="*/ 377 h 648"/>
                <a:gd name="T48" fmla="*/ 506 w 845"/>
                <a:gd name="T49" fmla="*/ 417 h 648"/>
                <a:gd name="T50" fmla="*/ 498 w 845"/>
                <a:gd name="T51" fmla="*/ 440 h 648"/>
                <a:gd name="T52" fmla="*/ 500 w 845"/>
                <a:gd name="T53" fmla="*/ 466 h 648"/>
                <a:gd name="T54" fmla="*/ 502 w 845"/>
                <a:gd name="T55" fmla="*/ 491 h 648"/>
                <a:gd name="T56" fmla="*/ 486 w 845"/>
                <a:gd name="T57" fmla="*/ 519 h 648"/>
                <a:gd name="T58" fmla="*/ 479 w 845"/>
                <a:gd name="T59" fmla="*/ 550 h 648"/>
                <a:gd name="T60" fmla="*/ 386 w 845"/>
                <a:gd name="T61" fmla="*/ 548 h 648"/>
                <a:gd name="T62" fmla="*/ 345 w 845"/>
                <a:gd name="T63" fmla="*/ 562 h 648"/>
                <a:gd name="T64" fmla="*/ 294 w 845"/>
                <a:gd name="T65" fmla="*/ 570 h 648"/>
                <a:gd name="T66" fmla="*/ 206 w 845"/>
                <a:gd name="T67" fmla="*/ 536 h 648"/>
                <a:gd name="T68" fmla="*/ 151 w 845"/>
                <a:gd name="T69" fmla="*/ 564 h 648"/>
                <a:gd name="T70" fmla="*/ 141 w 845"/>
                <a:gd name="T71" fmla="*/ 601 h 648"/>
                <a:gd name="T72" fmla="*/ 110 w 845"/>
                <a:gd name="T73" fmla="*/ 599 h 648"/>
                <a:gd name="T74" fmla="*/ 69 w 845"/>
                <a:gd name="T75" fmla="*/ 611 h 648"/>
                <a:gd name="T76" fmla="*/ 45 w 845"/>
                <a:gd name="T77" fmla="*/ 627 h 648"/>
                <a:gd name="T78" fmla="*/ 27 w 845"/>
                <a:gd name="T79" fmla="*/ 642 h 648"/>
                <a:gd name="T80" fmla="*/ 18 w 845"/>
                <a:gd name="T81" fmla="*/ 619 h 648"/>
                <a:gd name="T82" fmla="*/ 6 w 845"/>
                <a:gd name="T83" fmla="*/ 576 h 648"/>
                <a:gd name="T84" fmla="*/ 20 w 845"/>
                <a:gd name="T85" fmla="*/ 538 h 648"/>
                <a:gd name="T86" fmla="*/ 24 w 845"/>
                <a:gd name="T87" fmla="*/ 525 h 648"/>
                <a:gd name="T88" fmla="*/ 65 w 845"/>
                <a:gd name="T89" fmla="*/ 485 h 648"/>
                <a:gd name="T90" fmla="*/ 92 w 845"/>
                <a:gd name="T91" fmla="*/ 407 h 648"/>
                <a:gd name="T92" fmla="*/ 63 w 845"/>
                <a:gd name="T93" fmla="*/ 371 h 648"/>
                <a:gd name="T94" fmla="*/ 27 w 845"/>
                <a:gd name="T95" fmla="*/ 346 h 648"/>
                <a:gd name="T96" fmla="*/ 47 w 845"/>
                <a:gd name="T97" fmla="*/ 295 h 648"/>
                <a:gd name="T98" fmla="*/ 41 w 845"/>
                <a:gd name="T99" fmla="*/ 269 h 648"/>
                <a:gd name="T100" fmla="*/ 24 w 845"/>
                <a:gd name="T101" fmla="*/ 187 h 648"/>
                <a:gd name="T102" fmla="*/ 163 w 845"/>
                <a:gd name="T103" fmla="*/ 216 h 648"/>
                <a:gd name="T104" fmla="*/ 173 w 845"/>
                <a:gd name="T105" fmla="*/ 128 h 648"/>
                <a:gd name="T106" fmla="*/ 306 w 845"/>
                <a:gd name="T107" fmla="*/ 22 h 648"/>
                <a:gd name="T108" fmla="*/ 322 w 845"/>
                <a:gd name="T109" fmla="*/ 18 h 648"/>
                <a:gd name="T110" fmla="*/ 663 w 845"/>
                <a:gd name="T111" fmla="*/ 108 h 648"/>
                <a:gd name="T112" fmla="*/ 722 w 845"/>
                <a:gd name="T113" fmla="*/ 77 h 648"/>
                <a:gd name="T114" fmla="*/ 741 w 845"/>
                <a:gd name="T115" fmla="*/ 55 h 648"/>
                <a:gd name="T116" fmla="*/ 769 w 845"/>
                <a:gd name="T117" fmla="*/ 44 h 648"/>
                <a:gd name="T118" fmla="*/ 771 w 845"/>
                <a:gd name="T119" fmla="*/ 30 h 648"/>
                <a:gd name="T120" fmla="*/ 796 w 845"/>
                <a:gd name="T121" fmla="*/ 1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5" h="648">
                  <a:moveTo>
                    <a:pt x="806" y="0"/>
                  </a:moveTo>
                  <a:lnTo>
                    <a:pt x="808" y="2"/>
                  </a:lnTo>
                  <a:lnTo>
                    <a:pt x="808" y="2"/>
                  </a:lnTo>
                  <a:lnTo>
                    <a:pt x="810" y="2"/>
                  </a:lnTo>
                  <a:lnTo>
                    <a:pt x="810" y="2"/>
                  </a:lnTo>
                  <a:lnTo>
                    <a:pt x="812" y="2"/>
                  </a:lnTo>
                  <a:lnTo>
                    <a:pt x="816" y="4"/>
                  </a:lnTo>
                  <a:lnTo>
                    <a:pt x="816" y="4"/>
                  </a:lnTo>
                  <a:lnTo>
                    <a:pt x="816" y="4"/>
                  </a:lnTo>
                  <a:lnTo>
                    <a:pt x="816" y="4"/>
                  </a:lnTo>
                  <a:lnTo>
                    <a:pt x="816" y="2"/>
                  </a:lnTo>
                  <a:lnTo>
                    <a:pt x="826" y="4"/>
                  </a:lnTo>
                  <a:lnTo>
                    <a:pt x="830" y="4"/>
                  </a:lnTo>
                  <a:lnTo>
                    <a:pt x="834" y="4"/>
                  </a:lnTo>
                  <a:lnTo>
                    <a:pt x="832" y="4"/>
                  </a:lnTo>
                  <a:lnTo>
                    <a:pt x="832" y="4"/>
                  </a:lnTo>
                  <a:lnTo>
                    <a:pt x="830" y="8"/>
                  </a:lnTo>
                  <a:lnTo>
                    <a:pt x="830" y="8"/>
                  </a:lnTo>
                  <a:lnTo>
                    <a:pt x="830" y="8"/>
                  </a:lnTo>
                  <a:lnTo>
                    <a:pt x="830" y="10"/>
                  </a:lnTo>
                  <a:lnTo>
                    <a:pt x="830" y="10"/>
                  </a:lnTo>
                  <a:lnTo>
                    <a:pt x="828" y="12"/>
                  </a:lnTo>
                  <a:lnTo>
                    <a:pt x="826" y="14"/>
                  </a:lnTo>
                  <a:lnTo>
                    <a:pt x="826" y="16"/>
                  </a:lnTo>
                  <a:lnTo>
                    <a:pt x="826" y="18"/>
                  </a:lnTo>
                  <a:lnTo>
                    <a:pt x="824" y="18"/>
                  </a:lnTo>
                  <a:lnTo>
                    <a:pt x="824" y="18"/>
                  </a:lnTo>
                  <a:lnTo>
                    <a:pt x="824" y="18"/>
                  </a:lnTo>
                  <a:lnTo>
                    <a:pt x="824" y="18"/>
                  </a:lnTo>
                  <a:lnTo>
                    <a:pt x="824" y="20"/>
                  </a:lnTo>
                  <a:lnTo>
                    <a:pt x="822" y="22"/>
                  </a:lnTo>
                  <a:lnTo>
                    <a:pt x="822" y="22"/>
                  </a:lnTo>
                  <a:lnTo>
                    <a:pt x="822" y="22"/>
                  </a:lnTo>
                  <a:lnTo>
                    <a:pt x="822" y="24"/>
                  </a:lnTo>
                  <a:lnTo>
                    <a:pt x="822" y="24"/>
                  </a:lnTo>
                  <a:lnTo>
                    <a:pt x="822" y="26"/>
                  </a:lnTo>
                  <a:lnTo>
                    <a:pt x="822" y="26"/>
                  </a:lnTo>
                  <a:lnTo>
                    <a:pt x="822" y="26"/>
                  </a:lnTo>
                  <a:lnTo>
                    <a:pt x="822" y="28"/>
                  </a:lnTo>
                  <a:lnTo>
                    <a:pt x="822" y="30"/>
                  </a:lnTo>
                  <a:lnTo>
                    <a:pt x="822" y="30"/>
                  </a:lnTo>
                  <a:lnTo>
                    <a:pt x="822" y="30"/>
                  </a:lnTo>
                  <a:lnTo>
                    <a:pt x="822" y="36"/>
                  </a:lnTo>
                  <a:lnTo>
                    <a:pt x="822" y="36"/>
                  </a:lnTo>
                  <a:lnTo>
                    <a:pt x="822" y="36"/>
                  </a:lnTo>
                  <a:lnTo>
                    <a:pt x="818" y="42"/>
                  </a:lnTo>
                  <a:lnTo>
                    <a:pt x="818" y="42"/>
                  </a:lnTo>
                  <a:lnTo>
                    <a:pt x="818" y="42"/>
                  </a:lnTo>
                  <a:lnTo>
                    <a:pt x="818" y="44"/>
                  </a:lnTo>
                  <a:lnTo>
                    <a:pt x="820" y="44"/>
                  </a:lnTo>
                  <a:lnTo>
                    <a:pt x="820" y="45"/>
                  </a:lnTo>
                  <a:lnTo>
                    <a:pt x="820" y="47"/>
                  </a:lnTo>
                  <a:lnTo>
                    <a:pt x="820" y="47"/>
                  </a:lnTo>
                  <a:lnTo>
                    <a:pt x="820" y="49"/>
                  </a:lnTo>
                  <a:lnTo>
                    <a:pt x="822" y="49"/>
                  </a:lnTo>
                  <a:lnTo>
                    <a:pt x="822" y="51"/>
                  </a:lnTo>
                  <a:lnTo>
                    <a:pt x="822" y="51"/>
                  </a:lnTo>
                  <a:lnTo>
                    <a:pt x="822" y="51"/>
                  </a:lnTo>
                  <a:lnTo>
                    <a:pt x="828" y="51"/>
                  </a:lnTo>
                  <a:lnTo>
                    <a:pt x="832" y="53"/>
                  </a:lnTo>
                  <a:lnTo>
                    <a:pt x="834" y="53"/>
                  </a:lnTo>
                  <a:lnTo>
                    <a:pt x="837" y="53"/>
                  </a:lnTo>
                  <a:lnTo>
                    <a:pt x="839" y="51"/>
                  </a:lnTo>
                  <a:lnTo>
                    <a:pt x="839" y="51"/>
                  </a:lnTo>
                  <a:lnTo>
                    <a:pt x="839" y="51"/>
                  </a:lnTo>
                  <a:lnTo>
                    <a:pt x="841" y="55"/>
                  </a:lnTo>
                  <a:lnTo>
                    <a:pt x="841" y="55"/>
                  </a:lnTo>
                  <a:lnTo>
                    <a:pt x="843" y="55"/>
                  </a:lnTo>
                  <a:lnTo>
                    <a:pt x="845" y="55"/>
                  </a:lnTo>
                  <a:lnTo>
                    <a:pt x="845" y="55"/>
                  </a:lnTo>
                  <a:lnTo>
                    <a:pt x="845" y="55"/>
                  </a:lnTo>
                  <a:lnTo>
                    <a:pt x="845" y="55"/>
                  </a:lnTo>
                  <a:lnTo>
                    <a:pt x="845" y="55"/>
                  </a:lnTo>
                  <a:lnTo>
                    <a:pt x="845" y="57"/>
                  </a:lnTo>
                  <a:lnTo>
                    <a:pt x="845" y="57"/>
                  </a:lnTo>
                  <a:lnTo>
                    <a:pt x="845" y="59"/>
                  </a:lnTo>
                  <a:lnTo>
                    <a:pt x="843" y="61"/>
                  </a:lnTo>
                  <a:lnTo>
                    <a:pt x="843" y="61"/>
                  </a:lnTo>
                  <a:lnTo>
                    <a:pt x="843" y="61"/>
                  </a:lnTo>
                  <a:lnTo>
                    <a:pt x="843" y="63"/>
                  </a:lnTo>
                  <a:lnTo>
                    <a:pt x="843" y="63"/>
                  </a:lnTo>
                  <a:lnTo>
                    <a:pt x="843" y="63"/>
                  </a:lnTo>
                  <a:lnTo>
                    <a:pt x="841" y="63"/>
                  </a:lnTo>
                  <a:lnTo>
                    <a:pt x="841" y="67"/>
                  </a:lnTo>
                  <a:lnTo>
                    <a:pt x="841" y="67"/>
                  </a:lnTo>
                  <a:lnTo>
                    <a:pt x="841" y="67"/>
                  </a:lnTo>
                  <a:lnTo>
                    <a:pt x="841" y="69"/>
                  </a:lnTo>
                  <a:lnTo>
                    <a:pt x="841" y="69"/>
                  </a:lnTo>
                  <a:lnTo>
                    <a:pt x="841" y="69"/>
                  </a:lnTo>
                  <a:lnTo>
                    <a:pt x="841" y="69"/>
                  </a:lnTo>
                  <a:lnTo>
                    <a:pt x="841" y="69"/>
                  </a:lnTo>
                  <a:lnTo>
                    <a:pt x="841" y="71"/>
                  </a:lnTo>
                  <a:lnTo>
                    <a:pt x="843" y="71"/>
                  </a:lnTo>
                  <a:lnTo>
                    <a:pt x="843" y="71"/>
                  </a:lnTo>
                  <a:lnTo>
                    <a:pt x="843" y="71"/>
                  </a:lnTo>
                  <a:lnTo>
                    <a:pt x="843" y="71"/>
                  </a:lnTo>
                  <a:lnTo>
                    <a:pt x="845" y="71"/>
                  </a:lnTo>
                  <a:lnTo>
                    <a:pt x="845" y="75"/>
                  </a:lnTo>
                  <a:lnTo>
                    <a:pt x="845" y="75"/>
                  </a:lnTo>
                  <a:lnTo>
                    <a:pt x="845" y="75"/>
                  </a:lnTo>
                  <a:lnTo>
                    <a:pt x="845" y="75"/>
                  </a:lnTo>
                  <a:lnTo>
                    <a:pt x="845" y="77"/>
                  </a:lnTo>
                  <a:lnTo>
                    <a:pt x="845" y="79"/>
                  </a:lnTo>
                  <a:lnTo>
                    <a:pt x="845" y="79"/>
                  </a:lnTo>
                  <a:lnTo>
                    <a:pt x="845" y="79"/>
                  </a:lnTo>
                  <a:lnTo>
                    <a:pt x="845" y="81"/>
                  </a:lnTo>
                  <a:lnTo>
                    <a:pt x="843" y="83"/>
                  </a:lnTo>
                  <a:lnTo>
                    <a:pt x="841" y="83"/>
                  </a:lnTo>
                  <a:lnTo>
                    <a:pt x="841" y="83"/>
                  </a:lnTo>
                  <a:lnTo>
                    <a:pt x="841" y="83"/>
                  </a:lnTo>
                  <a:lnTo>
                    <a:pt x="839" y="83"/>
                  </a:lnTo>
                  <a:lnTo>
                    <a:pt x="839" y="81"/>
                  </a:lnTo>
                  <a:lnTo>
                    <a:pt x="837" y="79"/>
                  </a:lnTo>
                  <a:lnTo>
                    <a:pt x="837" y="79"/>
                  </a:lnTo>
                  <a:lnTo>
                    <a:pt x="837" y="79"/>
                  </a:lnTo>
                  <a:lnTo>
                    <a:pt x="837" y="79"/>
                  </a:lnTo>
                  <a:lnTo>
                    <a:pt x="835" y="81"/>
                  </a:lnTo>
                  <a:lnTo>
                    <a:pt x="834" y="81"/>
                  </a:lnTo>
                  <a:lnTo>
                    <a:pt x="832" y="81"/>
                  </a:lnTo>
                  <a:lnTo>
                    <a:pt x="832" y="81"/>
                  </a:lnTo>
                  <a:lnTo>
                    <a:pt x="832" y="81"/>
                  </a:lnTo>
                  <a:lnTo>
                    <a:pt x="832" y="83"/>
                  </a:lnTo>
                  <a:lnTo>
                    <a:pt x="832" y="83"/>
                  </a:lnTo>
                  <a:lnTo>
                    <a:pt x="832" y="83"/>
                  </a:lnTo>
                  <a:lnTo>
                    <a:pt x="832" y="85"/>
                  </a:lnTo>
                  <a:lnTo>
                    <a:pt x="832" y="85"/>
                  </a:lnTo>
                  <a:lnTo>
                    <a:pt x="832" y="85"/>
                  </a:lnTo>
                  <a:lnTo>
                    <a:pt x="832" y="85"/>
                  </a:lnTo>
                  <a:lnTo>
                    <a:pt x="830" y="87"/>
                  </a:lnTo>
                  <a:lnTo>
                    <a:pt x="830" y="87"/>
                  </a:lnTo>
                  <a:lnTo>
                    <a:pt x="830" y="87"/>
                  </a:lnTo>
                  <a:lnTo>
                    <a:pt x="828" y="89"/>
                  </a:lnTo>
                  <a:lnTo>
                    <a:pt x="828" y="89"/>
                  </a:lnTo>
                  <a:lnTo>
                    <a:pt x="830" y="89"/>
                  </a:lnTo>
                  <a:lnTo>
                    <a:pt x="830" y="89"/>
                  </a:lnTo>
                  <a:lnTo>
                    <a:pt x="830" y="89"/>
                  </a:lnTo>
                  <a:lnTo>
                    <a:pt x="835" y="89"/>
                  </a:lnTo>
                  <a:lnTo>
                    <a:pt x="837" y="89"/>
                  </a:lnTo>
                  <a:lnTo>
                    <a:pt x="837" y="89"/>
                  </a:lnTo>
                  <a:lnTo>
                    <a:pt x="837" y="89"/>
                  </a:lnTo>
                  <a:lnTo>
                    <a:pt x="837" y="89"/>
                  </a:lnTo>
                  <a:lnTo>
                    <a:pt x="837" y="91"/>
                  </a:lnTo>
                  <a:lnTo>
                    <a:pt x="837" y="93"/>
                  </a:lnTo>
                  <a:lnTo>
                    <a:pt x="839" y="95"/>
                  </a:lnTo>
                  <a:lnTo>
                    <a:pt x="839" y="95"/>
                  </a:lnTo>
                  <a:lnTo>
                    <a:pt x="839" y="97"/>
                  </a:lnTo>
                  <a:lnTo>
                    <a:pt x="839" y="97"/>
                  </a:lnTo>
                  <a:lnTo>
                    <a:pt x="839" y="97"/>
                  </a:lnTo>
                  <a:lnTo>
                    <a:pt x="839" y="97"/>
                  </a:lnTo>
                  <a:lnTo>
                    <a:pt x="837" y="98"/>
                  </a:lnTo>
                  <a:lnTo>
                    <a:pt x="837" y="98"/>
                  </a:lnTo>
                  <a:lnTo>
                    <a:pt x="834" y="104"/>
                  </a:lnTo>
                  <a:lnTo>
                    <a:pt x="832" y="104"/>
                  </a:lnTo>
                  <a:lnTo>
                    <a:pt x="830" y="104"/>
                  </a:lnTo>
                  <a:lnTo>
                    <a:pt x="826" y="106"/>
                  </a:lnTo>
                  <a:lnTo>
                    <a:pt x="826" y="104"/>
                  </a:lnTo>
                  <a:lnTo>
                    <a:pt x="824" y="104"/>
                  </a:lnTo>
                  <a:lnTo>
                    <a:pt x="822" y="104"/>
                  </a:lnTo>
                  <a:lnTo>
                    <a:pt x="822" y="104"/>
                  </a:lnTo>
                  <a:lnTo>
                    <a:pt x="822" y="104"/>
                  </a:lnTo>
                  <a:lnTo>
                    <a:pt x="822" y="104"/>
                  </a:lnTo>
                  <a:lnTo>
                    <a:pt x="822" y="106"/>
                  </a:lnTo>
                  <a:lnTo>
                    <a:pt x="822" y="106"/>
                  </a:lnTo>
                  <a:lnTo>
                    <a:pt x="822" y="106"/>
                  </a:lnTo>
                  <a:lnTo>
                    <a:pt x="822" y="108"/>
                  </a:lnTo>
                  <a:lnTo>
                    <a:pt x="822" y="108"/>
                  </a:lnTo>
                  <a:lnTo>
                    <a:pt x="822" y="108"/>
                  </a:lnTo>
                  <a:lnTo>
                    <a:pt x="820" y="110"/>
                  </a:lnTo>
                  <a:lnTo>
                    <a:pt x="818" y="112"/>
                  </a:lnTo>
                  <a:lnTo>
                    <a:pt x="816" y="112"/>
                  </a:lnTo>
                  <a:lnTo>
                    <a:pt x="816" y="112"/>
                  </a:lnTo>
                  <a:lnTo>
                    <a:pt x="816" y="112"/>
                  </a:lnTo>
                  <a:lnTo>
                    <a:pt x="816" y="112"/>
                  </a:lnTo>
                  <a:lnTo>
                    <a:pt x="814" y="114"/>
                  </a:lnTo>
                  <a:lnTo>
                    <a:pt x="814" y="114"/>
                  </a:lnTo>
                  <a:lnTo>
                    <a:pt x="812" y="116"/>
                  </a:lnTo>
                  <a:lnTo>
                    <a:pt x="808" y="118"/>
                  </a:lnTo>
                  <a:lnTo>
                    <a:pt x="808" y="118"/>
                  </a:lnTo>
                  <a:lnTo>
                    <a:pt x="806" y="118"/>
                  </a:lnTo>
                  <a:lnTo>
                    <a:pt x="806" y="120"/>
                  </a:lnTo>
                  <a:lnTo>
                    <a:pt x="804" y="120"/>
                  </a:lnTo>
                  <a:lnTo>
                    <a:pt x="802" y="122"/>
                  </a:lnTo>
                  <a:lnTo>
                    <a:pt x="800" y="122"/>
                  </a:lnTo>
                  <a:lnTo>
                    <a:pt x="800" y="122"/>
                  </a:lnTo>
                  <a:lnTo>
                    <a:pt x="800" y="122"/>
                  </a:lnTo>
                  <a:lnTo>
                    <a:pt x="798" y="122"/>
                  </a:lnTo>
                  <a:lnTo>
                    <a:pt x="798" y="124"/>
                  </a:lnTo>
                  <a:lnTo>
                    <a:pt x="800" y="126"/>
                  </a:lnTo>
                  <a:lnTo>
                    <a:pt x="800" y="126"/>
                  </a:lnTo>
                  <a:lnTo>
                    <a:pt x="798" y="126"/>
                  </a:lnTo>
                  <a:lnTo>
                    <a:pt x="798" y="128"/>
                  </a:lnTo>
                  <a:lnTo>
                    <a:pt x="798" y="128"/>
                  </a:lnTo>
                  <a:lnTo>
                    <a:pt x="798" y="128"/>
                  </a:lnTo>
                  <a:lnTo>
                    <a:pt x="798" y="130"/>
                  </a:lnTo>
                  <a:lnTo>
                    <a:pt x="798" y="130"/>
                  </a:lnTo>
                  <a:lnTo>
                    <a:pt x="798" y="130"/>
                  </a:lnTo>
                  <a:lnTo>
                    <a:pt x="798" y="130"/>
                  </a:lnTo>
                  <a:lnTo>
                    <a:pt x="798" y="130"/>
                  </a:lnTo>
                  <a:lnTo>
                    <a:pt x="796" y="132"/>
                  </a:lnTo>
                  <a:lnTo>
                    <a:pt x="796" y="130"/>
                  </a:lnTo>
                  <a:lnTo>
                    <a:pt x="794" y="130"/>
                  </a:lnTo>
                  <a:lnTo>
                    <a:pt x="794" y="132"/>
                  </a:lnTo>
                  <a:lnTo>
                    <a:pt x="794" y="132"/>
                  </a:lnTo>
                  <a:lnTo>
                    <a:pt x="792" y="132"/>
                  </a:lnTo>
                  <a:lnTo>
                    <a:pt x="792" y="134"/>
                  </a:lnTo>
                  <a:lnTo>
                    <a:pt x="792" y="134"/>
                  </a:lnTo>
                  <a:lnTo>
                    <a:pt x="792" y="134"/>
                  </a:lnTo>
                  <a:lnTo>
                    <a:pt x="794" y="134"/>
                  </a:lnTo>
                  <a:lnTo>
                    <a:pt x="794" y="136"/>
                  </a:lnTo>
                  <a:lnTo>
                    <a:pt x="794" y="136"/>
                  </a:lnTo>
                  <a:lnTo>
                    <a:pt x="794" y="136"/>
                  </a:lnTo>
                  <a:lnTo>
                    <a:pt x="794" y="136"/>
                  </a:lnTo>
                  <a:lnTo>
                    <a:pt x="792" y="138"/>
                  </a:lnTo>
                  <a:lnTo>
                    <a:pt x="792" y="140"/>
                  </a:lnTo>
                  <a:lnTo>
                    <a:pt x="792" y="142"/>
                  </a:lnTo>
                  <a:lnTo>
                    <a:pt x="792" y="144"/>
                  </a:lnTo>
                  <a:lnTo>
                    <a:pt x="792" y="146"/>
                  </a:lnTo>
                  <a:lnTo>
                    <a:pt x="792" y="146"/>
                  </a:lnTo>
                  <a:lnTo>
                    <a:pt x="792" y="146"/>
                  </a:lnTo>
                  <a:lnTo>
                    <a:pt x="790" y="148"/>
                  </a:lnTo>
                  <a:lnTo>
                    <a:pt x="786" y="148"/>
                  </a:lnTo>
                  <a:lnTo>
                    <a:pt x="786" y="148"/>
                  </a:lnTo>
                  <a:lnTo>
                    <a:pt x="786" y="148"/>
                  </a:lnTo>
                  <a:lnTo>
                    <a:pt x="784" y="148"/>
                  </a:lnTo>
                  <a:lnTo>
                    <a:pt x="784" y="148"/>
                  </a:lnTo>
                  <a:lnTo>
                    <a:pt x="783" y="150"/>
                  </a:lnTo>
                  <a:lnTo>
                    <a:pt x="781" y="150"/>
                  </a:lnTo>
                  <a:lnTo>
                    <a:pt x="781" y="150"/>
                  </a:lnTo>
                  <a:lnTo>
                    <a:pt x="779" y="150"/>
                  </a:lnTo>
                  <a:lnTo>
                    <a:pt x="779" y="150"/>
                  </a:lnTo>
                  <a:lnTo>
                    <a:pt x="771" y="152"/>
                  </a:lnTo>
                  <a:lnTo>
                    <a:pt x="771" y="152"/>
                  </a:lnTo>
                  <a:lnTo>
                    <a:pt x="771" y="152"/>
                  </a:lnTo>
                  <a:lnTo>
                    <a:pt x="771" y="152"/>
                  </a:lnTo>
                  <a:lnTo>
                    <a:pt x="769" y="153"/>
                  </a:lnTo>
                  <a:lnTo>
                    <a:pt x="769" y="153"/>
                  </a:lnTo>
                  <a:lnTo>
                    <a:pt x="769" y="153"/>
                  </a:lnTo>
                  <a:lnTo>
                    <a:pt x="769" y="153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769" y="157"/>
                  </a:lnTo>
                  <a:lnTo>
                    <a:pt x="769" y="157"/>
                  </a:lnTo>
                  <a:lnTo>
                    <a:pt x="769" y="157"/>
                  </a:lnTo>
                  <a:lnTo>
                    <a:pt x="767" y="157"/>
                  </a:lnTo>
                  <a:lnTo>
                    <a:pt x="765" y="157"/>
                  </a:lnTo>
                  <a:lnTo>
                    <a:pt x="765" y="157"/>
                  </a:lnTo>
                  <a:lnTo>
                    <a:pt x="765" y="157"/>
                  </a:lnTo>
                  <a:lnTo>
                    <a:pt x="765" y="157"/>
                  </a:lnTo>
                  <a:lnTo>
                    <a:pt x="763" y="157"/>
                  </a:lnTo>
                  <a:lnTo>
                    <a:pt x="763" y="157"/>
                  </a:lnTo>
                  <a:lnTo>
                    <a:pt x="761" y="159"/>
                  </a:lnTo>
                  <a:lnTo>
                    <a:pt x="759" y="161"/>
                  </a:lnTo>
                  <a:lnTo>
                    <a:pt x="759" y="161"/>
                  </a:lnTo>
                  <a:lnTo>
                    <a:pt x="759" y="161"/>
                  </a:lnTo>
                  <a:lnTo>
                    <a:pt x="757" y="161"/>
                  </a:lnTo>
                  <a:lnTo>
                    <a:pt x="757" y="161"/>
                  </a:lnTo>
                  <a:lnTo>
                    <a:pt x="755" y="161"/>
                  </a:lnTo>
                  <a:lnTo>
                    <a:pt x="749" y="161"/>
                  </a:lnTo>
                  <a:lnTo>
                    <a:pt x="747" y="159"/>
                  </a:lnTo>
                  <a:lnTo>
                    <a:pt x="747" y="159"/>
                  </a:lnTo>
                  <a:lnTo>
                    <a:pt x="747" y="161"/>
                  </a:lnTo>
                  <a:lnTo>
                    <a:pt x="745" y="161"/>
                  </a:lnTo>
                  <a:lnTo>
                    <a:pt x="743" y="163"/>
                  </a:lnTo>
                  <a:lnTo>
                    <a:pt x="743" y="163"/>
                  </a:lnTo>
                  <a:lnTo>
                    <a:pt x="743" y="165"/>
                  </a:lnTo>
                  <a:lnTo>
                    <a:pt x="741" y="165"/>
                  </a:lnTo>
                  <a:lnTo>
                    <a:pt x="741" y="165"/>
                  </a:lnTo>
                  <a:lnTo>
                    <a:pt x="741" y="165"/>
                  </a:lnTo>
                  <a:lnTo>
                    <a:pt x="739" y="165"/>
                  </a:lnTo>
                  <a:lnTo>
                    <a:pt x="739" y="167"/>
                  </a:lnTo>
                  <a:lnTo>
                    <a:pt x="739" y="167"/>
                  </a:lnTo>
                  <a:lnTo>
                    <a:pt x="739" y="167"/>
                  </a:lnTo>
                  <a:lnTo>
                    <a:pt x="739" y="169"/>
                  </a:lnTo>
                  <a:lnTo>
                    <a:pt x="737" y="169"/>
                  </a:lnTo>
                  <a:lnTo>
                    <a:pt x="734" y="171"/>
                  </a:lnTo>
                  <a:lnTo>
                    <a:pt x="734" y="171"/>
                  </a:lnTo>
                  <a:lnTo>
                    <a:pt x="734" y="169"/>
                  </a:lnTo>
                  <a:lnTo>
                    <a:pt x="734" y="169"/>
                  </a:lnTo>
                  <a:lnTo>
                    <a:pt x="732" y="169"/>
                  </a:lnTo>
                  <a:lnTo>
                    <a:pt x="730" y="171"/>
                  </a:lnTo>
                  <a:lnTo>
                    <a:pt x="730" y="173"/>
                  </a:lnTo>
                  <a:lnTo>
                    <a:pt x="728" y="173"/>
                  </a:lnTo>
                  <a:lnTo>
                    <a:pt x="726" y="173"/>
                  </a:lnTo>
                  <a:lnTo>
                    <a:pt x="726" y="173"/>
                  </a:lnTo>
                  <a:lnTo>
                    <a:pt x="724" y="171"/>
                  </a:lnTo>
                  <a:lnTo>
                    <a:pt x="724" y="171"/>
                  </a:lnTo>
                  <a:lnTo>
                    <a:pt x="722" y="171"/>
                  </a:lnTo>
                  <a:lnTo>
                    <a:pt x="722" y="173"/>
                  </a:lnTo>
                  <a:lnTo>
                    <a:pt x="722" y="173"/>
                  </a:lnTo>
                  <a:lnTo>
                    <a:pt x="722" y="173"/>
                  </a:lnTo>
                  <a:lnTo>
                    <a:pt x="722" y="173"/>
                  </a:lnTo>
                  <a:lnTo>
                    <a:pt x="722" y="175"/>
                  </a:lnTo>
                  <a:lnTo>
                    <a:pt x="720" y="177"/>
                  </a:lnTo>
                  <a:lnTo>
                    <a:pt x="720" y="177"/>
                  </a:lnTo>
                  <a:lnTo>
                    <a:pt x="718" y="179"/>
                  </a:lnTo>
                  <a:lnTo>
                    <a:pt x="716" y="179"/>
                  </a:lnTo>
                  <a:lnTo>
                    <a:pt x="716" y="179"/>
                  </a:lnTo>
                  <a:lnTo>
                    <a:pt x="716" y="179"/>
                  </a:lnTo>
                  <a:lnTo>
                    <a:pt x="716" y="181"/>
                  </a:lnTo>
                  <a:lnTo>
                    <a:pt x="716" y="181"/>
                  </a:lnTo>
                  <a:lnTo>
                    <a:pt x="716" y="181"/>
                  </a:lnTo>
                  <a:lnTo>
                    <a:pt x="714" y="185"/>
                  </a:lnTo>
                  <a:lnTo>
                    <a:pt x="714" y="185"/>
                  </a:lnTo>
                  <a:lnTo>
                    <a:pt x="712" y="185"/>
                  </a:lnTo>
                  <a:lnTo>
                    <a:pt x="714" y="189"/>
                  </a:lnTo>
                  <a:lnTo>
                    <a:pt x="714" y="189"/>
                  </a:lnTo>
                  <a:lnTo>
                    <a:pt x="714" y="191"/>
                  </a:lnTo>
                  <a:lnTo>
                    <a:pt x="714" y="191"/>
                  </a:lnTo>
                  <a:lnTo>
                    <a:pt x="714" y="191"/>
                  </a:lnTo>
                  <a:lnTo>
                    <a:pt x="714" y="191"/>
                  </a:lnTo>
                  <a:lnTo>
                    <a:pt x="714" y="191"/>
                  </a:lnTo>
                  <a:lnTo>
                    <a:pt x="714" y="193"/>
                  </a:lnTo>
                  <a:lnTo>
                    <a:pt x="714" y="193"/>
                  </a:lnTo>
                  <a:lnTo>
                    <a:pt x="714" y="193"/>
                  </a:lnTo>
                  <a:lnTo>
                    <a:pt x="714" y="193"/>
                  </a:lnTo>
                  <a:lnTo>
                    <a:pt x="712" y="193"/>
                  </a:lnTo>
                  <a:lnTo>
                    <a:pt x="712" y="193"/>
                  </a:lnTo>
                  <a:lnTo>
                    <a:pt x="710" y="191"/>
                  </a:lnTo>
                  <a:lnTo>
                    <a:pt x="710" y="191"/>
                  </a:lnTo>
                  <a:lnTo>
                    <a:pt x="710" y="189"/>
                  </a:lnTo>
                  <a:lnTo>
                    <a:pt x="708" y="189"/>
                  </a:lnTo>
                  <a:lnTo>
                    <a:pt x="706" y="191"/>
                  </a:lnTo>
                  <a:lnTo>
                    <a:pt x="704" y="193"/>
                  </a:lnTo>
                  <a:lnTo>
                    <a:pt x="702" y="195"/>
                  </a:lnTo>
                  <a:lnTo>
                    <a:pt x="702" y="195"/>
                  </a:lnTo>
                  <a:lnTo>
                    <a:pt x="702" y="197"/>
                  </a:lnTo>
                  <a:lnTo>
                    <a:pt x="702" y="197"/>
                  </a:lnTo>
                  <a:lnTo>
                    <a:pt x="700" y="197"/>
                  </a:lnTo>
                  <a:lnTo>
                    <a:pt x="700" y="197"/>
                  </a:lnTo>
                  <a:lnTo>
                    <a:pt x="700" y="197"/>
                  </a:lnTo>
                  <a:lnTo>
                    <a:pt x="700" y="199"/>
                  </a:lnTo>
                  <a:lnTo>
                    <a:pt x="700" y="199"/>
                  </a:lnTo>
                  <a:lnTo>
                    <a:pt x="700" y="199"/>
                  </a:lnTo>
                  <a:lnTo>
                    <a:pt x="700" y="201"/>
                  </a:lnTo>
                  <a:lnTo>
                    <a:pt x="700" y="201"/>
                  </a:lnTo>
                  <a:lnTo>
                    <a:pt x="698" y="203"/>
                  </a:lnTo>
                  <a:lnTo>
                    <a:pt x="698" y="203"/>
                  </a:lnTo>
                  <a:lnTo>
                    <a:pt x="698" y="203"/>
                  </a:lnTo>
                  <a:lnTo>
                    <a:pt x="694" y="205"/>
                  </a:lnTo>
                  <a:lnTo>
                    <a:pt x="694" y="205"/>
                  </a:lnTo>
                  <a:lnTo>
                    <a:pt x="694" y="205"/>
                  </a:lnTo>
                  <a:lnTo>
                    <a:pt x="694" y="206"/>
                  </a:lnTo>
                  <a:lnTo>
                    <a:pt x="694" y="206"/>
                  </a:lnTo>
                  <a:lnTo>
                    <a:pt x="694" y="206"/>
                  </a:lnTo>
                  <a:lnTo>
                    <a:pt x="694" y="206"/>
                  </a:lnTo>
                  <a:lnTo>
                    <a:pt x="694" y="208"/>
                  </a:lnTo>
                  <a:lnTo>
                    <a:pt x="692" y="208"/>
                  </a:lnTo>
                  <a:lnTo>
                    <a:pt x="692" y="210"/>
                  </a:lnTo>
                  <a:lnTo>
                    <a:pt x="692" y="210"/>
                  </a:lnTo>
                  <a:lnTo>
                    <a:pt x="692" y="210"/>
                  </a:lnTo>
                  <a:lnTo>
                    <a:pt x="692" y="210"/>
                  </a:lnTo>
                  <a:lnTo>
                    <a:pt x="692" y="212"/>
                  </a:lnTo>
                  <a:lnTo>
                    <a:pt x="694" y="212"/>
                  </a:lnTo>
                  <a:lnTo>
                    <a:pt x="694" y="214"/>
                  </a:lnTo>
                  <a:lnTo>
                    <a:pt x="692" y="214"/>
                  </a:lnTo>
                  <a:lnTo>
                    <a:pt x="690" y="216"/>
                  </a:lnTo>
                  <a:lnTo>
                    <a:pt x="690" y="216"/>
                  </a:lnTo>
                  <a:lnTo>
                    <a:pt x="690" y="218"/>
                  </a:lnTo>
                  <a:lnTo>
                    <a:pt x="690" y="218"/>
                  </a:lnTo>
                  <a:lnTo>
                    <a:pt x="690" y="220"/>
                  </a:lnTo>
                  <a:lnTo>
                    <a:pt x="690" y="220"/>
                  </a:lnTo>
                  <a:lnTo>
                    <a:pt x="690" y="220"/>
                  </a:lnTo>
                  <a:lnTo>
                    <a:pt x="690" y="222"/>
                  </a:lnTo>
                  <a:lnTo>
                    <a:pt x="690" y="222"/>
                  </a:lnTo>
                  <a:lnTo>
                    <a:pt x="690" y="222"/>
                  </a:lnTo>
                  <a:lnTo>
                    <a:pt x="690" y="222"/>
                  </a:lnTo>
                  <a:lnTo>
                    <a:pt x="690" y="222"/>
                  </a:lnTo>
                  <a:lnTo>
                    <a:pt x="684" y="222"/>
                  </a:lnTo>
                  <a:lnTo>
                    <a:pt x="684" y="222"/>
                  </a:lnTo>
                  <a:lnTo>
                    <a:pt x="677" y="224"/>
                  </a:lnTo>
                  <a:lnTo>
                    <a:pt x="677" y="224"/>
                  </a:lnTo>
                  <a:lnTo>
                    <a:pt x="661" y="230"/>
                  </a:lnTo>
                  <a:lnTo>
                    <a:pt x="661" y="230"/>
                  </a:lnTo>
                  <a:lnTo>
                    <a:pt x="659" y="230"/>
                  </a:lnTo>
                  <a:lnTo>
                    <a:pt x="657" y="230"/>
                  </a:lnTo>
                  <a:lnTo>
                    <a:pt x="651" y="230"/>
                  </a:lnTo>
                  <a:lnTo>
                    <a:pt x="651" y="230"/>
                  </a:lnTo>
                  <a:lnTo>
                    <a:pt x="649" y="232"/>
                  </a:lnTo>
                  <a:lnTo>
                    <a:pt x="649" y="232"/>
                  </a:lnTo>
                  <a:lnTo>
                    <a:pt x="649" y="232"/>
                  </a:lnTo>
                  <a:lnTo>
                    <a:pt x="649" y="234"/>
                  </a:lnTo>
                  <a:lnTo>
                    <a:pt x="647" y="236"/>
                  </a:lnTo>
                  <a:lnTo>
                    <a:pt x="645" y="236"/>
                  </a:lnTo>
                  <a:lnTo>
                    <a:pt x="645" y="236"/>
                  </a:lnTo>
                  <a:lnTo>
                    <a:pt x="645" y="236"/>
                  </a:lnTo>
                  <a:lnTo>
                    <a:pt x="643" y="238"/>
                  </a:lnTo>
                  <a:lnTo>
                    <a:pt x="641" y="240"/>
                  </a:lnTo>
                  <a:lnTo>
                    <a:pt x="641" y="240"/>
                  </a:lnTo>
                  <a:lnTo>
                    <a:pt x="641" y="240"/>
                  </a:lnTo>
                  <a:lnTo>
                    <a:pt x="637" y="242"/>
                  </a:lnTo>
                  <a:lnTo>
                    <a:pt x="637" y="242"/>
                  </a:lnTo>
                  <a:lnTo>
                    <a:pt x="635" y="244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2" y="248"/>
                  </a:lnTo>
                  <a:lnTo>
                    <a:pt x="632" y="248"/>
                  </a:lnTo>
                  <a:lnTo>
                    <a:pt x="632" y="248"/>
                  </a:lnTo>
                  <a:lnTo>
                    <a:pt x="632" y="248"/>
                  </a:lnTo>
                  <a:lnTo>
                    <a:pt x="632" y="250"/>
                  </a:lnTo>
                  <a:lnTo>
                    <a:pt x="630" y="252"/>
                  </a:lnTo>
                  <a:lnTo>
                    <a:pt x="630" y="252"/>
                  </a:lnTo>
                  <a:lnTo>
                    <a:pt x="628" y="254"/>
                  </a:lnTo>
                  <a:lnTo>
                    <a:pt x="628" y="254"/>
                  </a:lnTo>
                  <a:lnTo>
                    <a:pt x="628" y="254"/>
                  </a:lnTo>
                  <a:lnTo>
                    <a:pt x="626" y="256"/>
                  </a:lnTo>
                  <a:lnTo>
                    <a:pt x="622" y="258"/>
                  </a:lnTo>
                  <a:lnTo>
                    <a:pt x="620" y="260"/>
                  </a:lnTo>
                  <a:lnTo>
                    <a:pt x="620" y="260"/>
                  </a:lnTo>
                  <a:lnTo>
                    <a:pt x="620" y="260"/>
                  </a:lnTo>
                  <a:lnTo>
                    <a:pt x="620" y="261"/>
                  </a:lnTo>
                  <a:lnTo>
                    <a:pt x="622" y="261"/>
                  </a:lnTo>
                  <a:lnTo>
                    <a:pt x="622" y="263"/>
                  </a:lnTo>
                  <a:lnTo>
                    <a:pt x="622" y="263"/>
                  </a:lnTo>
                  <a:lnTo>
                    <a:pt x="622" y="263"/>
                  </a:lnTo>
                  <a:lnTo>
                    <a:pt x="622" y="263"/>
                  </a:lnTo>
                  <a:lnTo>
                    <a:pt x="622" y="265"/>
                  </a:lnTo>
                  <a:lnTo>
                    <a:pt x="622" y="265"/>
                  </a:lnTo>
                  <a:lnTo>
                    <a:pt x="620" y="267"/>
                  </a:lnTo>
                  <a:lnTo>
                    <a:pt x="618" y="267"/>
                  </a:lnTo>
                  <a:lnTo>
                    <a:pt x="618" y="267"/>
                  </a:lnTo>
                  <a:lnTo>
                    <a:pt x="618" y="269"/>
                  </a:lnTo>
                  <a:lnTo>
                    <a:pt x="618" y="269"/>
                  </a:lnTo>
                  <a:lnTo>
                    <a:pt x="618" y="271"/>
                  </a:lnTo>
                  <a:lnTo>
                    <a:pt x="616" y="271"/>
                  </a:lnTo>
                  <a:lnTo>
                    <a:pt x="616" y="271"/>
                  </a:lnTo>
                  <a:lnTo>
                    <a:pt x="614" y="271"/>
                  </a:lnTo>
                  <a:lnTo>
                    <a:pt x="612" y="271"/>
                  </a:lnTo>
                  <a:lnTo>
                    <a:pt x="612" y="273"/>
                  </a:lnTo>
                  <a:lnTo>
                    <a:pt x="612" y="273"/>
                  </a:lnTo>
                  <a:lnTo>
                    <a:pt x="612" y="273"/>
                  </a:lnTo>
                  <a:lnTo>
                    <a:pt x="610" y="273"/>
                  </a:lnTo>
                  <a:lnTo>
                    <a:pt x="610" y="275"/>
                  </a:lnTo>
                  <a:lnTo>
                    <a:pt x="610" y="275"/>
                  </a:lnTo>
                  <a:lnTo>
                    <a:pt x="606" y="281"/>
                  </a:lnTo>
                  <a:lnTo>
                    <a:pt x="604" y="281"/>
                  </a:lnTo>
                  <a:lnTo>
                    <a:pt x="604" y="281"/>
                  </a:lnTo>
                  <a:lnTo>
                    <a:pt x="598" y="279"/>
                  </a:lnTo>
                  <a:lnTo>
                    <a:pt x="598" y="279"/>
                  </a:lnTo>
                  <a:lnTo>
                    <a:pt x="598" y="281"/>
                  </a:lnTo>
                  <a:lnTo>
                    <a:pt x="598" y="281"/>
                  </a:lnTo>
                  <a:lnTo>
                    <a:pt x="598" y="281"/>
                  </a:lnTo>
                  <a:lnTo>
                    <a:pt x="596" y="283"/>
                  </a:lnTo>
                  <a:lnTo>
                    <a:pt x="596" y="283"/>
                  </a:lnTo>
                  <a:lnTo>
                    <a:pt x="596" y="283"/>
                  </a:lnTo>
                  <a:lnTo>
                    <a:pt x="596" y="285"/>
                  </a:lnTo>
                  <a:lnTo>
                    <a:pt x="596" y="285"/>
                  </a:lnTo>
                  <a:lnTo>
                    <a:pt x="594" y="287"/>
                  </a:lnTo>
                  <a:lnTo>
                    <a:pt x="592" y="287"/>
                  </a:lnTo>
                  <a:lnTo>
                    <a:pt x="590" y="291"/>
                  </a:lnTo>
                  <a:lnTo>
                    <a:pt x="590" y="291"/>
                  </a:lnTo>
                  <a:lnTo>
                    <a:pt x="588" y="293"/>
                  </a:lnTo>
                  <a:lnTo>
                    <a:pt x="588" y="293"/>
                  </a:lnTo>
                  <a:lnTo>
                    <a:pt x="588" y="293"/>
                  </a:lnTo>
                  <a:lnTo>
                    <a:pt x="588" y="291"/>
                  </a:lnTo>
                  <a:lnTo>
                    <a:pt x="588" y="291"/>
                  </a:lnTo>
                  <a:lnTo>
                    <a:pt x="588" y="291"/>
                  </a:lnTo>
                  <a:lnTo>
                    <a:pt x="588" y="289"/>
                  </a:lnTo>
                  <a:lnTo>
                    <a:pt x="588" y="289"/>
                  </a:lnTo>
                  <a:lnTo>
                    <a:pt x="588" y="289"/>
                  </a:lnTo>
                  <a:lnTo>
                    <a:pt x="588" y="289"/>
                  </a:lnTo>
                  <a:lnTo>
                    <a:pt x="584" y="281"/>
                  </a:lnTo>
                  <a:lnTo>
                    <a:pt x="584" y="281"/>
                  </a:lnTo>
                  <a:lnTo>
                    <a:pt x="582" y="279"/>
                  </a:lnTo>
                  <a:lnTo>
                    <a:pt x="584" y="279"/>
                  </a:lnTo>
                  <a:lnTo>
                    <a:pt x="584" y="279"/>
                  </a:lnTo>
                  <a:lnTo>
                    <a:pt x="584" y="277"/>
                  </a:lnTo>
                  <a:lnTo>
                    <a:pt x="584" y="277"/>
                  </a:lnTo>
                  <a:lnTo>
                    <a:pt x="584" y="277"/>
                  </a:lnTo>
                  <a:lnTo>
                    <a:pt x="584" y="277"/>
                  </a:lnTo>
                  <a:lnTo>
                    <a:pt x="582" y="275"/>
                  </a:lnTo>
                  <a:lnTo>
                    <a:pt x="581" y="273"/>
                  </a:lnTo>
                  <a:lnTo>
                    <a:pt x="577" y="273"/>
                  </a:lnTo>
                  <a:lnTo>
                    <a:pt x="575" y="273"/>
                  </a:lnTo>
                  <a:lnTo>
                    <a:pt x="573" y="273"/>
                  </a:lnTo>
                  <a:lnTo>
                    <a:pt x="571" y="273"/>
                  </a:lnTo>
                  <a:lnTo>
                    <a:pt x="569" y="277"/>
                  </a:lnTo>
                  <a:lnTo>
                    <a:pt x="561" y="285"/>
                  </a:lnTo>
                  <a:lnTo>
                    <a:pt x="561" y="285"/>
                  </a:lnTo>
                  <a:lnTo>
                    <a:pt x="555" y="287"/>
                  </a:lnTo>
                  <a:lnTo>
                    <a:pt x="553" y="289"/>
                  </a:lnTo>
                  <a:lnTo>
                    <a:pt x="551" y="291"/>
                  </a:lnTo>
                  <a:lnTo>
                    <a:pt x="549" y="293"/>
                  </a:lnTo>
                  <a:lnTo>
                    <a:pt x="549" y="293"/>
                  </a:lnTo>
                  <a:lnTo>
                    <a:pt x="549" y="295"/>
                  </a:lnTo>
                  <a:lnTo>
                    <a:pt x="549" y="295"/>
                  </a:lnTo>
                  <a:lnTo>
                    <a:pt x="547" y="297"/>
                  </a:lnTo>
                  <a:lnTo>
                    <a:pt x="547" y="297"/>
                  </a:lnTo>
                  <a:lnTo>
                    <a:pt x="547" y="299"/>
                  </a:lnTo>
                  <a:lnTo>
                    <a:pt x="547" y="299"/>
                  </a:lnTo>
                  <a:lnTo>
                    <a:pt x="547" y="299"/>
                  </a:lnTo>
                  <a:lnTo>
                    <a:pt x="547" y="301"/>
                  </a:lnTo>
                  <a:lnTo>
                    <a:pt x="549" y="303"/>
                  </a:lnTo>
                  <a:lnTo>
                    <a:pt x="549" y="305"/>
                  </a:lnTo>
                  <a:lnTo>
                    <a:pt x="547" y="305"/>
                  </a:lnTo>
                  <a:lnTo>
                    <a:pt x="547" y="307"/>
                  </a:lnTo>
                  <a:lnTo>
                    <a:pt x="545" y="307"/>
                  </a:lnTo>
                  <a:lnTo>
                    <a:pt x="545" y="307"/>
                  </a:lnTo>
                  <a:lnTo>
                    <a:pt x="545" y="307"/>
                  </a:lnTo>
                  <a:lnTo>
                    <a:pt x="545" y="307"/>
                  </a:lnTo>
                  <a:lnTo>
                    <a:pt x="545" y="307"/>
                  </a:lnTo>
                  <a:lnTo>
                    <a:pt x="543" y="309"/>
                  </a:lnTo>
                  <a:lnTo>
                    <a:pt x="543" y="311"/>
                  </a:lnTo>
                  <a:lnTo>
                    <a:pt x="543" y="313"/>
                  </a:lnTo>
                  <a:lnTo>
                    <a:pt x="541" y="313"/>
                  </a:lnTo>
                  <a:lnTo>
                    <a:pt x="539" y="314"/>
                  </a:lnTo>
                  <a:lnTo>
                    <a:pt x="539" y="314"/>
                  </a:lnTo>
                  <a:lnTo>
                    <a:pt x="537" y="316"/>
                  </a:lnTo>
                  <a:lnTo>
                    <a:pt x="537" y="316"/>
                  </a:lnTo>
                  <a:lnTo>
                    <a:pt x="537" y="316"/>
                  </a:lnTo>
                  <a:lnTo>
                    <a:pt x="537" y="316"/>
                  </a:lnTo>
                  <a:lnTo>
                    <a:pt x="537" y="318"/>
                  </a:lnTo>
                  <a:lnTo>
                    <a:pt x="537" y="318"/>
                  </a:lnTo>
                  <a:lnTo>
                    <a:pt x="537" y="318"/>
                  </a:lnTo>
                  <a:lnTo>
                    <a:pt x="537" y="318"/>
                  </a:lnTo>
                  <a:lnTo>
                    <a:pt x="541" y="320"/>
                  </a:lnTo>
                  <a:lnTo>
                    <a:pt x="541" y="320"/>
                  </a:lnTo>
                  <a:lnTo>
                    <a:pt x="541" y="320"/>
                  </a:lnTo>
                  <a:lnTo>
                    <a:pt x="541" y="322"/>
                  </a:lnTo>
                  <a:lnTo>
                    <a:pt x="541" y="322"/>
                  </a:lnTo>
                  <a:lnTo>
                    <a:pt x="541" y="322"/>
                  </a:lnTo>
                  <a:lnTo>
                    <a:pt x="541" y="324"/>
                  </a:lnTo>
                  <a:lnTo>
                    <a:pt x="539" y="328"/>
                  </a:lnTo>
                  <a:lnTo>
                    <a:pt x="539" y="328"/>
                  </a:lnTo>
                  <a:lnTo>
                    <a:pt x="539" y="328"/>
                  </a:lnTo>
                  <a:lnTo>
                    <a:pt x="539" y="330"/>
                  </a:lnTo>
                  <a:lnTo>
                    <a:pt x="539" y="330"/>
                  </a:lnTo>
                  <a:lnTo>
                    <a:pt x="539" y="332"/>
                  </a:lnTo>
                  <a:lnTo>
                    <a:pt x="539" y="332"/>
                  </a:lnTo>
                  <a:lnTo>
                    <a:pt x="539" y="332"/>
                  </a:lnTo>
                  <a:lnTo>
                    <a:pt x="539" y="334"/>
                  </a:lnTo>
                  <a:lnTo>
                    <a:pt x="539" y="334"/>
                  </a:lnTo>
                  <a:lnTo>
                    <a:pt x="537" y="334"/>
                  </a:lnTo>
                  <a:lnTo>
                    <a:pt x="537" y="334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5" y="336"/>
                  </a:lnTo>
                  <a:lnTo>
                    <a:pt x="535" y="338"/>
                  </a:lnTo>
                  <a:lnTo>
                    <a:pt x="535" y="338"/>
                  </a:lnTo>
                  <a:lnTo>
                    <a:pt x="535" y="340"/>
                  </a:lnTo>
                  <a:lnTo>
                    <a:pt x="535" y="340"/>
                  </a:lnTo>
                  <a:lnTo>
                    <a:pt x="535" y="340"/>
                  </a:lnTo>
                  <a:lnTo>
                    <a:pt x="539" y="350"/>
                  </a:lnTo>
                  <a:lnTo>
                    <a:pt x="539" y="350"/>
                  </a:lnTo>
                  <a:lnTo>
                    <a:pt x="541" y="350"/>
                  </a:lnTo>
                  <a:lnTo>
                    <a:pt x="543" y="350"/>
                  </a:lnTo>
                  <a:lnTo>
                    <a:pt x="543" y="350"/>
                  </a:lnTo>
                  <a:lnTo>
                    <a:pt x="543" y="350"/>
                  </a:lnTo>
                  <a:lnTo>
                    <a:pt x="543" y="352"/>
                  </a:lnTo>
                  <a:lnTo>
                    <a:pt x="543" y="352"/>
                  </a:lnTo>
                  <a:lnTo>
                    <a:pt x="543" y="356"/>
                  </a:lnTo>
                  <a:lnTo>
                    <a:pt x="543" y="356"/>
                  </a:lnTo>
                  <a:lnTo>
                    <a:pt x="541" y="356"/>
                  </a:lnTo>
                  <a:lnTo>
                    <a:pt x="539" y="358"/>
                  </a:lnTo>
                  <a:lnTo>
                    <a:pt x="539" y="360"/>
                  </a:lnTo>
                  <a:lnTo>
                    <a:pt x="539" y="360"/>
                  </a:lnTo>
                  <a:lnTo>
                    <a:pt x="539" y="362"/>
                  </a:lnTo>
                  <a:lnTo>
                    <a:pt x="537" y="364"/>
                  </a:lnTo>
                  <a:lnTo>
                    <a:pt x="537" y="364"/>
                  </a:lnTo>
                  <a:lnTo>
                    <a:pt x="537" y="364"/>
                  </a:lnTo>
                  <a:lnTo>
                    <a:pt x="530" y="366"/>
                  </a:lnTo>
                  <a:lnTo>
                    <a:pt x="530" y="367"/>
                  </a:lnTo>
                  <a:lnTo>
                    <a:pt x="530" y="367"/>
                  </a:lnTo>
                  <a:lnTo>
                    <a:pt x="528" y="367"/>
                  </a:lnTo>
                  <a:lnTo>
                    <a:pt x="528" y="369"/>
                  </a:lnTo>
                  <a:lnTo>
                    <a:pt x="528" y="371"/>
                  </a:lnTo>
                  <a:lnTo>
                    <a:pt x="528" y="373"/>
                  </a:lnTo>
                  <a:lnTo>
                    <a:pt x="528" y="373"/>
                  </a:lnTo>
                  <a:lnTo>
                    <a:pt x="528" y="375"/>
                  </a:lnTo>
                  <a:lnTo>
                    <a:pt x="528" y="375"/>
                  </a:lnTo>
                  <a:lnTo>
                    <a:pt x="526" y="375"/>
                  </a:lnTo>
                  <a:lnTo>
                    <a:pt x="526" y="377"/>
                  </a:lnTo>
                  <a:lnTo>
                    <a:pt x="526" y="377"/>
                  </a:lnTo>
                  <a:lnTo>
                    <a:pt x="524" y="379"/>
                  </a:lnTo>
                  <a:lnTo>
                    <a:pt x="524" y="379"/>
                  </a:lnTo>
                  <a:lnTo>
                    <a:pt x="524" y="379"/>
                  </a:lnTo>
                  <a:lnTo>
                    <a:pt x="524" y="381"/>
                  </a:lnTo>
                  <a:lnTo>
                    <a:pt x="520" y="391"/>
                  </a:lnTo>
                  <a:lnTo>
                    <a:pt x="520" y="393"/>
                  </a:lnTo>
                  <a:lnTo>
                    <a:pt x="516" y="401"/>
                  </a:lnTo>
                  <a:lnTo>
                    <a:pt x="514" y="403"/>
                  </a:lnTo>
                  <a:lnTo>
                    <a:pt x="508" y="411"/>
                  </a:lnTo>
                  <a:lnTo>
                    <a:pt x="508" y="411"/>
                  </a:lnTo>
                  <a:lnTo>
                    <a:pt x="508" y="411"/>
                  </a:lnTo>
                  <a:lnTo>
                    <a:pt x="508" y="411"/>
                  </a:lnTo>
                  <a:lnTo>
                    <a:pt x="508" y="413"/>
                  </a:lnTo>
                  <a:lnTo>
                    <a:pt x="508" y="413"/>
                  </a:lnTo>
                  <a:lnTo>
                    <a:pt x="508" y="413"/>
                  </a:lnTo>
                  <a:lnTo>
                    <a:pt x="508" y="413"/>
                  </a:lnTo>
                  <a:lnTo>
                    <a:pt x="508" y="415"/>
                  </a:lnTo>
                  <a:lnTo>
                    <a:pt x="508" y="415"/>
                  </a:lnTo>
                  <a:lnTo>
                    <a:pt x="508" y="415"/>
                  </a:lnTo>
                  <a:lnTo>
                    <a:pt x="506" y="415"/>
                  </a:lnTo>
                  <a:lnTo>
                    <a:pt x="506" y="415"/>
                  </a:lnTo>
                  <a:lnTo>
                    <a:pt x="506" y="417"/>
                  </a:lnTo>
                  <a:lnTo>
                    <a:pt x="506" y="417"/>
                  </a:lnTo>
                  <a:lnTo>
                    <a:pt x="506" y="417"/>
                  </a:lnTo>
                  <a:lnTo>
                    <a:pt x="506" y="419"/>
                  </a:lnTo>
                  <a:lnTo>
                    <a:pt x="506" y="419"/>
                  </a:lnTo>
                  <a:lnTo>
                    <a:pt x="506" y="421"/>
                  </a:lnTo>
                  <a:lnTo>
                    <a:pt x="506" y="421"/>
                  </a:lnTo>
                  <a:lnTo>
                    <a:pt x="506" y="421"/>
                  </a:lnTo>
                  <a:lnTo>
                    <a:pt x="506" y="422"/>
                  </a:lnTo>
                  <a:lnTo>
                    <a:pt x="504" y="424"/>
                  </a:lnTo>
                  <a:lnTo>
                    <a:pt x="504" y="424"/>
                  </a:lnTo>
                  <a:lnTo>
                    <a:pt x="502" y="426"/>
                  </a:lnTo>
                  <a:lnTo>
                    <a:pt x="502" y="426"/>
                  </a:lnTo>
                  <a:lnTo>
                    <a:pt x="502" y="426"/>
                  </a:lnTo>
                  <a:lnTo>
                    <a:pt x="502" y="428"/>
                  </a:lnTo>
                  <a:lnTo>
                    <a:pt x="502" y="428"/>
                  </a:lnTo>
                  <a:lnTo>
                    <a:pt x="502" y="430"/>
                  </a:lnTo>
                  <a:lnTo>
                    <a:pt x="502" y="432"/>
                  </a:lnTo>
                  <a:lnTo>
                    <a:pt x="502" y="434"/>
                  </a:lnTo>
                  <a:lnTo>
                    <a:pt x="498" y="436"/>
                  </a:lnTo>
                  <a:lnTo>
                    <a:pt x="498" y="436"/>
                  </a:lnTo>
                  <a:lnTo>
                    <a:pt x="498" y="436"/>
                  </a:lnTo>
                  <a:lnTo>
                    <a:pt x="498" y="436"/>
                  </a:lnTo>
                  <a:lnTo>
                    <a:pt x="498" y="438"/>
                  </a:lnTo>
                  <a:lnTo>
                    <a:pt x="498" y="438"/>
                  </a:lnTo>
                  <a:lnTo>
                    <a:pt x="498" y="440"/>
                  </a:lnTo>
                  <a:lnTo>
                    <a:pt x="498" y="440"/>
                  </a:lnTo>
                  <a:lnTo>
                    <a:pt x="498" y="442"/>
                  </a:lnTo>
                  <a:lnTo>
                    <a:pt x="498" y="446"/>
                  </a:lnTo>
                  <a:lnTo>
                    <a:pt x="498" y="448"/>
                  </a:lnTo>
                  <a:lnTo>
                    <a:pt x="498" y="448"/>
                  </a:lnTo>
                  <a:lnTo>
                    <a:pt x="498" y="448"/>
                  </a:lnTo>
                  <a:lnTo>
                    <a:pt x="500" y="448"/>
                  </a:lnTo>
                  <a:lnTo>
                    <a:pt x="502" y="450"/>
                  </a:lnTo>
                  <a:lnTo>
                    <a:pt x="504" y="450"/>
                  </a:lnTo>
                  <a:lnTo>
                    <a:pt x="504" y="452"/>
                  </a:lnTo>
                  <a:lnTo>
                    <a:pt x="504" y="454"/>
                  </a:lnTo>
                  <a:lnTo>
                    <a:pt x="504" y="454"/>
                  </a:lnTo>
                  <a:lnTo>
                    <a:pt x="504" y="456"/>
                  </a:lnTo>
                  <a:lnTo>
                    <a:pt x="504" y="456"/>
                  </a:lnTo>
                  <a:lnTo>
                    <a:pt x="504" y="458"/>
                  </a:lnTo>
                  <a:lnTo>
                    <a:pt x="502" y="458"/>
                  </a:lnTo>
                  <a:lnTo>
                    <a:pt x="502" y="460"/>
                  </a:lnTo>
                  <a:lnTo>
                    <a:pt x="502" y="460"/>
                  </a:lnTo>
                  <a:lnTo>
                    <a:pt x="502" y="460"/>
                  </a:lnTo>
                  <a:lnTo>
                    <a:pt x="502" y="462"/>
                  </a:lnTo>
                  <a:lnTo>
                    <a:pt x="502" y="462"/>
                  </a:lnTo>
                  <a:lnTo>
                    <a:pt x="502" y="464"/>
                  </a:lnTo>
                  <a:lnTo>
                    <a:pt x="502" y="464"/>
                  </a:lnTo>
                  <a:lnTo>
                    <a:pt x="500" y="466"/>
                  </a:lnTo>
                  <a:lnTo>
                    <a:pt x="500" y="466"/>
                  </a:lnTo>
                  <a:lnTo>
                    <a:pt x="498" y="466"/>
                  </a:lnTo>
                  <a:lnTo>
                    <a:pt x="498" y="468"/>
                  </a:lnTo>
                  <a:lnTo>
                    <a:pt x="498" y="468"/>
                  </a:lnTo>
                  <a:lnTo>
                    <a:pt x="498" y="468"/>
                  </a:lnTo>
                  <a:lnTo>
                    <a:pt x="498" y="470"/>
                  </a:lnTo>
                  <a:lnTo>
                    <a:pt x="498" y="470"/>
                  </a:lnTo>
                  <a:lnTo>
                    <a:pt x="498" y="472"/>
                  </a:lnTo>
                  <a:lnTo>
                    <a:pt x="498" y="474"/>
                  </a:lnTo>
                  <a:lnTo>
                    <a:pt x="498" y="474"/>
                  </a:lnTo>
                  <a:lnTo>
                    <a:pt x="498" y="475"/>
                  </a:lnTo>
                  <a:lnTo>
                    <a:pt x="498" y="475"/>
                  </a:lnTo>
                  <a:lnTo>
                    <a:pt x="498" y="477"/>
                  </a:lnTo>
                  <a:lnTo>
                    <a:pt x="498" y="477"/>
                  </a:lnTo>
                  <a:lnTo>
                    <a:pt x="498" y="479"/>
                  </a:lnTo>
                  <a:lnTo>
                    <a:pt x="498" y="483"/>
                  </a:lnTo>
                  <a:lnTo>
                    <a:pt x="498" y="483"/>
                  </a:lnTo>
                  <a:lnTo>
                    <a:pt x="498" y="485"/>
                  </a:lnTo>
                  <a:lnTo>
                    <a:pt x="498" y="485"/>
                  </a:lnTo>
                  <a:lnTo>
                    <a:pt x="498" y="485"/>
                  </a:lnTo>
                  <a:lnTo>
                    <a:pt x="502" y="487"/>
                  </a:lnTo>
                  <a:lnTo>
                    <a:pt x="502" y="489"/>
                  </a:lnTo>
                  <a:lnTo>
                    <a:pt x="502" y="489"/>
                  </a:lnTo>
                  <a:lnTo>
                    <a:pt x="502" y="491"/>
                  </a:lnTo>
                  <a:lnTo>
                    <a:pt x="502" y="493"/>
                  </a:lnTo>
                  <a:lnTo>
                    <a:pt x="500" y="495"/>
                  </a:lnTo>
                  <a:lnTo>
                    <a:pt x="500" y="495"/>
                  </a:lnTo>
                  <a:lnTo>
                    <a:pt x="498" y="497"/>
                  </a:lnTo>
                  <a:lnTo>
                    <a:pt x="498" y="497"/>
                  </a:lnTo>
                  <a:lnTo>
                    <a:pt x="498" y="499"/>
                  </a:lnTo>
                  <a:lnTo>
                    <a:pt x="498" y="499"/>
                  </a:lnTo>
                  <a:lnTo>
                    <a:pt x="498" y="499"/>
                  </a:lnTo>
                  <a:lnTo>
                    <a:pt x="498" y="499"/>
                  </a:lnTo>
                  <a:lnTo>
                    <a:pt x="498" y="501"/>
                  </a:lnTo>
                  <a:lnTo>
                    <a:pt x="496" y="503"/>
                  </a:lnTo>
                  <a:lnTo>
                    <a:pt x="496" y="503"/>
                  </a:lnTo>
                  <a:lnTo>
                    <a:pt x="496" y="503"/>
                  </a:lnTo>
                  <a:lnTo>
                    <a:pt x="494" y="503"/>
                  </a:lnTo>
                  <a:lnTo>
                    <a:pt x="494" y="503"/>
                  </a:lnTo>
                  <a:lnTo>
                    <a:pt x="494" y="505"/>
                  </a:lnTo>
                  <a:lnTo>
                    <a:pt x="494" y="505"/>
                  </a:lnTo>
                  <a:lnTo>
                    <a:pt x="492" y="507"/>
                  </a:lnTo>
                  <a:lnTo>
                    <a:pt x="492" y="509"/>
                  </a:lnTo>
                  <a:lnTo>
                    <a:pt x="492" y="509"/>
                  </a:lnTo>
                  <a:lnTo>
                    <a:pt x="490" y="511"/>
                  </a:lnTo>
                  <a:lnTo>
                    <a:pt x="486" y="517"/>
                  </a:lnTo>
                  <a:lnTo>
                    <a:pt x="486" y="519"/>
                  </a:lnTo>
                  <a:lnTo>
                    <a:pt x="486" y="519"/>
                  </a:lnTo>
                  <a:lnTo>
                    <a:pt x="486" y="519"/>
                  </a:lnTo>
                  <a:lnTo>
                    <a:pt x="486" y="521"/>
                  </a:lnTo>
                  <a:lnTo>
                    <a:pt x="486" y="521"/>
                  </a:lnTo>
                  <a:lnTo>
                    <a:pt x="486" y="525"/>
                  </a:lnTo>
                  <a:lnTo>
                    <a:pt x="486" y="527"/>
                  </a:lnTo>
                  <a:lnTo>
                    <a:pt x="486" y="530"/>
                  </a:lnTo>
                  <a:lnTo>
                    <a:pt x="486" y="532"/>
                  </a:lnTo>
                  <a:lnTo>
                    <a:pt x="484" y="534"/>
                  </a:lnTo>
                  <a:lnTo>
                    <a:pt x="484" y="534"/>
                  </a:lnTo>
                  <a:lnTo>
                    <a:pt x="482" y="534"/>
                  </a:lnTo>
                  <a:lnTo>
                    <a:pt x="481" y="536"/>
                  </a:lnTo>
                  <a:lnTo>
                    <a:pt x="479" y="540"/>
                  </a:lnTo>
                  <a:lnTo>
                    <a:pt x="479" y="542"/>
                  </a:lnTo>
                  <a:lnTo>
                    <a:pt x="477" y="544"/>
                  </a:lnTo>
                  <a:lnTo>
                    <a:pt x="477" y="544"/>
                  </a:lnTo>
                  <a:lnTo>
                    <a:pt x="477" y="544"/>
                  </a:lnTo>
                  <a:lnTo>
                    <a:pt x="477" y="544"/>
                  </a:lnTo>
                  <a:lnTo>
                    <a:pt x="477" y="546"/>
                  </a:lnTo>
                  <a:lnTo>
                    <a:pt x="477" y="546"/>
                  </a:lnTo>
                  <a:lnTo>
                    <a:pt x="477" y="546"/>
                  </a:lnTo>
                  <a:lnTo>
                    <a:pt x="479" y="548"/>
                  </a:lnTo>
                  <a:lnTo>
                    <a:pt x="479" y="548"/>
                  </a:lnTo>
                  <a:lnTo>
                    <a:pt x="479" y="548"/>
                  </a:lnTo>
                  <a:lnTo>
                    <a:pt x="479" y="550"/>
                  </a:lnTo>
                  <a:lnTo>
                    <a:pt x="479" y="550"/>
                  </a:lnTo>
                  <a:lnTo>
                    <a:pt x="479" y="550"/>
                  </a:lnTo>
                  <a:lnTo>
                    <a:pt x="475" y="556"/>
                  </a:lnTo>
                  <a:lnTo>
                    <a:pt x="473" y="556"/>
                  </a:lnTo>
                  <a:lnTo>
                    <a:pt x="469" y="558"/>
                  </a:lnTo>
                  <a:lnTo>
                    <a:pt x="467" y="558"/>
                  </a:lnTo>
                  <a:lnTo>
                    <a:pt x="467" y="558"/>
                  </a:lnTo>
                  <a:lnTo>
                    <a:pt x="465" y="560"/>
                  </a:lnTo>
                  <a:lnTo>
                    <a:pt x="459" y="564"/>
                  </a:lnTo>
                  <a:lnTo>
                    <a:pt x="459" y="564"/>
                  </a:lnTo>
                  <a:lnTo>
                    <a:pt x="459" y="564"/>
                  </a:lnTo>
                  <a:lnTo>
                    <a:pt x="457" y="564"/>
                  </a:lnTo>
                  <a:lnTo>
                    <a:pt x="457" y="564"/>
                  </a:lnTo>
                  <a:lnTo>
                    <a:pt x="457" y="562"/>
                  </a:lnTo>
                  <a:lnTo>
                    <a:pt x="457" y="562"/>
                  </a:lnTo>
                  <a:lnTo>
                    <a:pt x="455" y="562"/>
                  </a:lnTo>
                  <a:lnTo>
                    <a:pt x="455" y="562"/>
                  </a:lnTo>
                  <a:lnTo>
                    <a:pt x="455" y="562"/>
                  </a:lnTo>
                  <a:lnTo>
                    <a:pt x="453" y="564"/>
                  </a:lnTo>
                  <a:lnTo>
                    <a:pt x="451" y="564"/>
                  </a:lnTo>
                  <a:lnTo>
                    <a:pt x="451" y="566"/>
                  </a:lnTo>
                  <a:lnTo>
                    <a:pt x="445" y="564"/>
                  </a:lnTo>
                  <a:lnTo>
                    <a:pt x="386" y="548"/>
                  </a:lnTo>
                  <a:lnTo>
                    <a:pt x="386" y="548"/>
                  </a:lnTo>
                  <a:lnTo>
                    <a:pt x="382" y="550"/>
                  </a:lnTo>
                  <a:lnTo>
                    <a:pt x="382" y="550"/>
                  </a:lnTo>
                  <a:lnTo>
                    <a:pt x="367" y="542"/>
                  </a:lnTo>
                  <a:lnTo>
                    <a:pt x="367" y="542"/>
                  </a:lnTo>
                  <a:lnTo>
                    <a:pt x="367" y="542"/>
                  </a:lnTo>
                  <a:lnTo>
                    <a:pt x="365" y="542"/>
                  </a:lnTo>
                  <a:lnTo>
                    <a:pt x="365" y="544"/>
                  </a:lnTo>
                  <a:lnTo>
                    <a:pt x="365" y="544"/>
                  </a:lnTo>
                  <a:lnTo>
                    <a:pt x="365" y="544"/>
                  </a:lnTo>
                  <a:lnTo>
                    <a:pt x="363" y="544"/>
                  </a:lnTo>
                  <a:lnTo>
                    <a:pt x="363" y="544"/>
                  </a:lnTo>
                  <a:lnTo>
                    <a:pt x="363" y="544"/>
                  </a:lnTo>
                  <a:lnTo>
                    <a:pt x="361" y="544"/>
                  </a:lnTo>
                  <a:lnTo>
                    <a:pt x="359" y="548"/>
                  </a:lnTo>
                  <a:lnTo>
                    <a:pt x="359" y="548"/>
                  </a:lnTo>
                  <a:lnTo>
                    <a:pt x="359" y="548"/>
                  </a:lnTo>
                  <a:lnTo>
                    <a:pt x="355" y="548"/>
                  </a:lnTo>
                  <a:lnTo>
                    <a:pt x="353" y="548"/>
                  </a:lnTo>
                  <a:lnTo>
                    <a:pt x="347" y="554"/>
                  </a:lnTo>
                  <a:lnTo>
                    <a:pt x="347" y="556"/>
                  </a:lnTo>
                  <a:lnTo>
                    <a:pt x="347" y="558"/>
                  </a:lnTo>
                  <a:lnTo>
                    <a:pt x="347" y="558"/>
                  </a:lnTo>
                  <a:lnTo>
                    <a:pt x="347" y="560"/>
                  </a:lnTo>
                  <a:lnTo>
                    <a:pt x="345" y="562"/>
                  </a:lnTo>
                  <a:lnTo>
                    <a:pt x="345" y="564"/>
                  </a:lnTo>
                  <a:lnTo>
                    <a:pt x="343" y="564"/>
                  </a:lnTo>
                  <a:lnTo>
                    <a:pt x="343" y="564"/>
                  </a:lnTo>
                  <a:lnTo>
                    <a:pt x="343" y="564"/>
                  </a:lnTo>
                  <a:lnTo>
                    <a:pt x="328" y="556"/>
                  </a:lnTo>
                  <a:lnTo>
                    <a:pt x="328" y="556"/>
                  </a:lnTo>
                  <a:lnTo>
                    <a:pt x="326" y="556"/>
                  </a:lnTo>
                  <a:lnTo>
                    <a:pt x="326" y="558"/>
                  </a:lnTo>
                  <a:lnTo>
                    <a:pt x="326" y="560"/>
                  </a:lnTo>
                  <a:lnTo>
                    <a:pt x="320" y="566"/>
                  </a:lnTo>
                  <a:lnTo>
                    <a:pt x="320" y="568"/>
                  </a:lnTo>
                  <a:lnTo>
                    <a:pt x="320" y="568"/>
                  </a:lnTo>
                  <a:lnTo>
                    <a:pt x="318" y="568"/>
                  </a:lnTo>
                  <a:lnTo>
                    <a:pt x="304" y="562"/>
                  </a:lnTo>
                  <a:lnTo>
                    <a:pt x="302" y="562"/>
                  </a:lnTo>
                  <a:lnTo>
                    <a:pt x="302" y="562"/>
                  </a:lnTo>
                  <a:lnTo>
                    <a:pt x="302" y="562"/>
                  </a:lnTo>
                  <a:lnTo>
                    <a:pt x="300" y="564"/>
                  </a:lnTo>
                  <a:lnTo>
                    <a:pt x="300" y="566"/>
                  </a:lnTo>
                  <a:lnTo>
                    <a:pt x="298" y="568"/>
                  </a:lnTo>
                  <a:lnTo>
                    <a:pt x="296" y="570"/>
                  </a:lnTo>
                  <a:lnTo>
                    <a:pt x="296" y="570"/>
                  </a:lnTo>
                  <a:lnTo>
                    <a:pt x="296" y="570"/>
                  </a:lnTo>
                  <a:lnTo>
                    <a:pt x="294" y="570"/>
                  </a:lnTo>
                  <a:lnTo>
                    <a:pt x="292" y="568"/>
                  </a:lnTo>
                  <a:lnTo>
                    <a:pt x="292" y="568"/>
                  </a:lnTo>
                  <a:lnTo>
                    <a:pt x="290" y="568"/>
                  </a:lnTo>
                  <a:lnTo>
                    <a:pt x="288" y="572"/>
                  </a:lnTo>
                  <a:lnTo>
                    <a:pt x="286" y="578"/>
                  </a:lnTo>
                  <a:lnTo>
                    <a:pt x="284" y="580"/>
                  </a:lnTo>
                  <a:lnTo>
                    <a:pt x="243" y="556"/>
                  </a:lnTo>
                  <a:lnTo>
                    <a:pt x="243" y="558"/>
                  </a:lnTo>
                  <a:lnTo>
                    <a:pt x="241" y="560"/>
                  </a:lnTo>
                  <a:lnTo>
                    <a:pt x="239" y="566"/>
                  </a:lnTo>
                  <a:lnTo>
                    <a:pt x="237" y="566"/>
                  </a:lnTo>
                  <a:lnTo>
                    <a:pt x="237" y="566"/>
                  </a:lnTo>
                  <a:lnTo>
                    <a:pt x="237" y="566"/>
                  </a:lnTo>
                  <a:lnTo>
                    <a:pt x="222" y="558"/>
                  </a:lnTo>
                  <a:lnTo>
                    <a:pt x="222" y="558"/>
                  </a:lnTo>
                  <a:lnTo>
                    <a:pt x="222" y="558"/>
                  </a:lnTo>
                  <a:lnTo>
                    <a:pt x="222" y="556"/>
                  </a:lnTo>
                  <a:lnTo>
                    <a:pt x="222" y="556"/>
                  </a:lnTo>
                  <a:lnTo>
                    <a:pt x="226" y="548"/>
                  </a:lnTo>
                  <a:lnTo>
                    <a:pt x="226" y="548"/>
                  </a:lnTo>
                  <a:lnTo>
                    <a:pt x="226" y="548"/>
                  </a:lnTo>
                  <a:lnTo>
                    <a:pt x="224" y="546"/>
                  </a:lnTo>
                  <a:lnTo>
                    <a:pt x="206" y="536"/>
                  </a:lnTo>
                  <a:lnTo>
                    <a:pt x="206" y="536"/>
                  </a:lnTo>
                  <a:lnTo>
                    <a:pt x="206" y="538"/>
                  </a:lnTo>
                  <a:lnTo>
                    <a:pt x="202" y="542"/>
                  </a:lnTo>
                  <a:lnTo>
                    <a:pt x="200" y="546"/>
                  </a:lnTo>
                  <a:lnTo>
                    <a:pt x="200" y="546"/>
                  </a:lnTo>
                  <a:lnTo>
                    <a:pt x="200" y="546"/>
                  </a:lnTo>
                  <a:lnTo>
                    <a:pt x="186" y="540"/>
                  </a:lnTo>
                  <a:lnTo>
                    <a:pt x="186" y="540"/>
                  </a:lnTo>
                  <a:lnTo>
                    <a:pt x="186" y="540"/>
                  </a:lnTo>
                  <a:lnTo>
                    <a:pt x="186" y="542"/>
                  </a:lnTo>
                  <a:lnTo>
                    <a:pt x="186" y="542"/>
                  </a:lnTo>
                  <a:lnTo>
                    <a:pt x="180" y="550"/>
                  </a:lnTo>
                  <a:lnTo>
                    <a:pt x="180" y="550"/>
                  </a:lnTo>
                  <a:lnTo>
                    <a:pt x="178" y="550"/>
                  </a:lnTo>
                  <a:lnTo>
                    <a:pt x="165" y="542"/>
                  </a:lnTo>
                  <a:lnTo>
                    <a:pt x="163" y="542"/>
                  </a:lnTo>
                  <a:lnTo>
                    <a:pt x="163" y="542"/>
                  </a:lnTo>
                  <a:lnTo>
                    <a:pt x="163" y="542"/>
                  </a:lnTo>
                  <a:lnTo>
                    <a:pt x="163" y="542"/>
                  </a:lnTo>
                  <a:lnTo>
                    <a:pt x="161" y="544"/>
                  </a:lnTo>
                  <a:lnTo>
                    <a:pt x="161" y="546"/>
                  </a:lnTo>
                  <a:lnTo>
                    <a:pt x="159" y="550"/>
                  </a:lnTo>
                  <a:lnTo>
                    <a:pt x="151" y="564"/>
                  </a:lnTo>
                  <a:lnTo>
                    <a:pt x="151" y="564"/>
                  </a:lnTo>
                  <a:lnTo>
                    <a:pt x="151" y="564"/>
                  </a:lnTo>
                  <a:lnTo>
                    <a:pt x="165" y="572"/>
                  </a:lnTo>
                  <a:lnTo>
                    <a:pt x="165" y="572"/>
                  </a:lnTo>
                  <a:lnTo>
                    <a:pt x="165" y="574"/>
                  </a:lnTo>
                  <a:lnTo>
                    <a:pt x="163" y="576"/>
                  </a:lnTo>
                  <a:lnTo>
                    <a:pt x="163" y="578"/>
                  </a:lnTo>
                  <a:lnTo>
                    <a:pt x="163" y="578"/>
                  </a:lnTo>
                  <a:lnTo>
                    <a:pt x="165" y="580"/>
                  </a:lnTo>
                  <a:lnTo>
                    <a:pt x="167" y="582"/>
                  </a:lnTo>
                  <a:lnTo>
                    <a:pt x="169" y="582"/>
                  </a:lnTo>
                  <a:lnTo>
                    <a:pt x="169" y="583"/>
                  </a:lnTo>
                  <a:lnTo>
                    <a:pt x="169" y="585"/>
                  </a:lnTo>
                  <a:lnTo>
                    <a:pt x="169" y="587"/>
                  </a:lnTo>
                  <a:lnTo>
                    <a:pt x="169" y="589"/>
                  </a:lnTo>
                  <a:lnTo>
                    <a:pt x="165" y="599"/>
                  </a:lnTo>
                  <a:lnTo>
                    <a:pt x="157" y="591"/>
                  </a:lnTo>
                  <a:lnTo>
                    <a:pt x="157" y="589"/>
                  </a:lnTo>
                  <a:lnTo>
                    <a:pt x="155" y="589"/>
                  </a:lnTo>
                  <a:lnTo>
                    <a:pt x="153" y="589"/>
                  </a:lnTo>
                  <a:lnTo>
                    <a:pt x="149" y="593"/>
                  </a:lnTo>
                  <a:lnTo>
                    <a:pt x="147" y="593"/>
                  </a:lnTo>
                  <a:lnTo>
                    <a:pt x="145" y="597"/>
                  </a:lnTo>
                  <a:lnTo>
                    <a:pt x="143" y="599"/>
                  </a:lnTo>
                  <a:lnTo>
                    <a:pt x="141" y="601"/>
                  </a:lnTo>
                  <a:lnTo>
                    <a:pt x="141" y="601"/>
                  </a:lnTo>
                  <a:lnTo>
                    <a:pt x="141" y="603"/>
                  </a:lnTo>
                  <a:lnTo>
                    <a:pt x="141" y="603"/>
                  </a:lnTo>
                  <a:lnTo>
                    <a:pt x="131" y="609"/>
                  </a:lnTo>
                  <a:lnTo>
                    <a:pt x="131" y="609"/>
                  </a:lnTo>
                  <a:lnTo>
                    <a:pt x="131" y="609"/>
                  </a:lnTo>
                  <a:lnTo>
                    <a:pt x="129" y="611"/>
                  </a:lnTo>
                  <a:lnTo>
                    <a:pt x="127" y="613"/>
                  </a:lnTo>
                  <a:lnTo>
                    <a:pt x="126" y="613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122" y="609"/>
                  </a:lnTo>
                  <a:lnTo>
                    <a:pt x="122" y="609"/>
                  </a:lnTo>
                  <a:lnTo>
                    <a:pt x="122" y="607"/>
                  </a:lnTo>
                  <a:lnTo>
                    <a:pt x="122" y="607"/>
                  </a:lnTo>
                  <a:lnTo>
                    <a:pt x="120" y="605"/>
                  </a:lnTo>
                  <a:lnTo>
                    <a:pt x="120" y="605"/>
                  </a:lnTo>
                  <a:lnTo>
                    <a:pt x="120" y="603"/>
                  </a:lnTo>
                  <a:lnTo>
                    <a:pt x="116" y="599"/>
                  </a:lnTo>
                  <a:lnTo>
                    <a:pt x="114" y="599"/>
                  </a:lnTo>
                  <a:lnTo>
                    <a:pt x="110" y="597"/>
                  </a:lnTo>
                  <a:lnTo>
                    <a:pt x="110" y="599"/>
                  </a:lnTo>
                  <a:lnTo>
                    <a:pt x="110" y="599"/>
                  </a:lnTo>
                  <a:lnTo>
                    <a:pt x="108" y="601"/>
                  </a:lnTo>
                  <a:lnTo>
                    <a:pt x="102" y="605"/>
                  </a:lnTo>
                  <a:lnTo>
                    <a:pt x="100" y="607"/>
                  </a:lnTo>
                  <a:lnTo>
                    <a:pt x="98" y="607"/>
                  </a:lnTo>
                  <a:lnTo>
                    <a:pt x="98" y="609"/>
                  </a:lnTo>
                  <a:lnTo>
                    <a:pt x="98" y="609"/>
                  </a:lnTo>
                  <a:lnTo>
                    <a:pt x="96" y="609"/>
                  </a:lnTo>
                  <a:lnTo>
                    <a:pt x="96" y="611"/>
                  </a:lnTo>
                  <a:lnTo>
                    <a:pt x="96" y="611"/>
                  </a:lnTo>
                  <a:lnTo>
                    <a:pt x="94" y="611"/>
                  </a:lnTo>
                  <a:lnTo>
                    <a:pt x="94" y="611"/>
                  </a:lnTo>
                  <a:lnTo>
                    <a:pt x="90" y="609"/>
                  </a:lnTo>
                  <a:lnTo>
                    <a:pt x="88" y="609"/>
                  </a:lnTo>
                  <a:lnTo>
                    <a:pt x="82" y="609"/>
                  </a:lnTo>
                  <a:lnTo>
                    <a:pt x="78" y="607"/>
                  </a:lnTo>
                  <a:lnTo>
                    <a:pt x="78" y="607"/>
                  </a:lnTo>
                  <a:lnTo>
                    <a:pt x="73" y="609"/>
                  </a:lnTo>
                  <a:lnTo>
                    <a:pt x="73" y="609"/>
                  </a:lnTo>
                  <a:lnTo>
                    <a:pt x="73" y="609"/>
                  </a:lnTo>
                  <a:lnTo>
                    <a:pt x="73" y="609"/>
                  </a:lnTo>
                  <a:lnTo>
                    <a:pt x="71" y="611"/>
                  </a:lnTo>
                  <a:lnTo>
                    <a:pt x="71" y="611"/>
                  </a:lnTo>
                  <a:lnTo>
                    <a:pt x="71" y="613"/>
                  </a:lnTo>
                  <a:lnTo>
                    <a:pt x="69" y="611"/>
                  </a:lnTo>
                  <a:lnTo>
                    <a:pt x="63" y="607"/>
                  </a:lnTo>
                  <a:lnTo>
                    <a:pt x="61" y="607"/>
                  </a:lnTo>
                  <a:lnTo>
                    <a:pt x="61" y="607"/>
                  </a:lnTo>
                  <a:lnTo>
                    <a:pt x="59" y="607"/>
                  </a:lnTo>
                  <a:lnTo>
                    <a:pt x="59" y="609"/>
                  </a:lnTo>
                  <a:lnTo>
                    <a:pt x="59" y="609"/>
                  </a:lnTo>
                  <a:lnTo>
                    <a:pt x="59" y="609"/>
                  </a:lnTo>
                  <a:lnTo>
                    <a:pt x="59" y="609"/>
                  </a:lnTo>
                  <a:lnTo>
                    <a:pt x="59" y="609"/>
                  </a:lnTo>
                  <a:lnTo>
                    <a:pt x="61" y="615"/>
                  </a:lnTo>
                  <a:lnTo>
                    <a:pt x="61" y="615"/>
                  </a:lnTo>
                  <a:lnTo>
                    <a:pt x="61" y="615"/>
                  </a:lnTo>
                  <a:lnTo>
                    <a:pt x="61" y="615"/>
                  </a:lnTo>
                  <a:lnTo>
                    <a:pt x="53" y="615"/>
                  </a:lnTo>
                  <a:lnTo>
                    <a:pt x="53" y="615"/>
                  </a:lnTo>
                  <a:lnTo>
                    <a:pt x="51" y="615"/>
                  </a:lnTo>
                  <a:lnTo>
                    <a:pt x="51" y="615"/>
                  </a:lnTo>
                  <a:lnTo>
                    <a:pt x="51" y="617"/>
                  </a:lnTo>
                  <a:lnTo>
                    <a:pt x="45" y="625"/>
                  </a:lnTo>
                  <a:lnTo>
                    <a:pt x="45" y="627"/>
                  </a:lnTo>
                  <a:lnTo>
                    <a:pt x="45" y="627"/>
                  </a:lnTo>
                  <a:lnTo>
                    <a:pt x="45" y="627"/>
                  </a:lnTo>
                  <a:lnTo>
                    <a:pt x="45" y="627"/>
                  </a:lnTo>
                  <a:lnTo>
                    <a:pt x="45" y="627"/>
                  </a:lnTo>
                  <a:lnTo>
                    <a:pt x="45" y="627"/>
                  </a:lnTo>
                  <a:lnTo>
                    <a:pt x="47" y="629"/>
                  </a:lnTo>
                  <a:lnTo>
                    <a:pt x="47" y="629"/>
                  </a:lnTo>
                  <a:lnTo>
                    <a:pt x="47" y="629"/>
                  </a:lnTo>
                  <a:lnTo>
                    <a:pt x="43" y="635"/>
                  </a:lnTo>
                  <a:lnTo>
                    <a:pt x="43" y="636"/>
                  </a:lnTo>
                  <a:lnTo>
                    <a:pt x="43" y="636"/>
                  </a:lnTo>
                  <a:lnTo>
                    <a:pt x="43" y="636"/>
                  </a:lnTo>
                  <a:lnTo>
                    <a:pt x="43" y="636"/>
                  </a:lnTo>
                  <a:lnTo>
                    <a:pt x="43" y="638"/>
                  </a:lnTo>
                  <a:lnTo>
                    <a:pt x="43" y="638"/>
                  </a:lnTo>
                  <a:lnTo>
                    <a:pt x="41" y="642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7" y="648"/>
                  </a:lnTo>
                  <a:lnTo>
                    <a:pt x="37" y="648"/>
                  </a:lnTo>
                  <a:lnTo>
                    <a:pt x="35" y="648"/>
                  </a:lnTo>
                  <a:lnTo>
                    <a:pt x="33" y="648"/>
                  </a:lnTo>
                  <a:lnTo>
                    <a:pt x="31" y="646"/>
                  </a:lnTo>
                  <a:lnTo>
                    <a:pt x="29" y="644"/>
                  </a:lnTo>
                  <a:lnTo>
                    <a:pt x="27" y="644"/>
                  </a:lnTo>
                  <a:lnTo>
                    <a:pt x="27" y="644"/>
                  </a:lnTo>
                  <a:lnTo>
                    <a:pt x="27" y="642"/>
                  </a:lnTo>
                  <a:lnTo>
                    <a:pt x="27" y="642"/>
                  </a:lnTo>
                  <a:lnTo>
                    <a:pt x="27" y="642"/>
                  </a:lnTo>
                  <a:lnTo>
                    <a:pt x="27" y="642"/>
                  </a:lnTo>
                  <a:lnTo>
                    <a:pt x="29" y="640"/>
                  </a:lnTo>
                  <a:lnTo>
                    <a:pt x="31" y="635"/>
                  </a:lnTo>
                  <a:lnTo>
                    <a:pt x="33" y="633"/>
                  </a:lnTo>
                  <a:lnTo>
                    <a:pt x="33" y="631"/>
                  </a:lnTo>
                  <a:lnTo>
                    <a:pt x="33" y="631"/>
                  </a:lnTo>
                  <a:lnTo>
                    <a:pt x="26" y="629"/>
                  </a:lnTo>
                  <a:lnTo>
                    <a:pt x="26" y="627"/>
                  </a:lnTo>
                  <a:lnTo>
                    <a:pt x="26" y="627"/>
                  </a:lnTo>
                  <a:lnTo>
                    <a:pt x="26" y="627"/>
                  </a:lnTo>
                  <a:lnTo>
                    <a:pt x="26" y="625"/>
                  </a:lnTo>
                  <a:lnTo>
                    <a:pt x="26" y="625"/>
                  </a:lnTo>
                  <a:lnTo>
                    <a:pt x="26" y="623"/>
                  </a:lnTo>
                  <a:lnTo>
                    <a:pt x="26" y="623"/>
                  </a:lnTo>
                  <a:lnTo>
                    <a:pt x="24" y="623"/>
                  </a:lnTo>
                  <a:lnTo>
                    <a:pt x="24" y="621"/>
                  </a:lnTo>
                  <a:lnTo>
                    <a:pt x="22" y="621"/>
                  </a:lnTo>
                  <a:lnTo>
                    <a:pt x="20" y="619"/>
                  </a:lnTo>
                  <a:lnTo>
                    <a:pt x="20" y="617"/>
                  </a:lnTo>
                  <a:lnTo>
                    <a:pt x="20" y="617"/>
                  </a:lnTo>
                  <a:lnTo>
                    <a:pt x="20" y="617"/>
                  </a:lnTo>
                  <a:lnTo>
                    <a:pt x="18" y="619"/>
                  </a:lnTo>
                  <a:lnTo>
                    <a:pt x="18" y="619"/>
                  </a:lnTo>
                  <a:lnTo>
                    <a:pt x="18" y="619"/>
                  </a:lnTo>
                  <a:lnTo>
                    <a:pt x="18" y="619"/>
                  </a:lnTo>
                  <a:lnTo>
                    <a:pt x="18" y="619"/>
                  </a:lnTo>
                  <a:lnTo>
                    <a:pt x="16" y="619"/>
                  </a:lnTo>
                  <a:lnTo>
                    <a:pt x="16" y="619"/>
                  </a:lnTo>
                  <a:lnTo>
                    <a:pt x="16" y="619"/>
                  </a:lnTo>
                  <a:lnTo>
                    <a:pt x="16" y="617"/>
                  </a:lnTo>
                  <a:lnTo>
                    <a:pt x="16" y="617"/>
                  </a:lnTo>
                  <a:lnTo>
                    <a:pt x="22" y="605"/>
                  </a:lnTo>
                  <a:lnTo>
                    <a:pt x="22" y="605"/>
                  </a:lnTo>
                  <a:lnTo>
                    <a:pt x="22" y="605"/>
                  </a:lnTo>
                  <a:lnTo>
                    <a:pt x="2" y="595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89"/>
                  </a:lnTo>
                  <a:lnTo>
                    <a:pt x="0" y="589"/>
                  </a:lnTo>
                  <a:lnTo>
                    <a:pt x="2" y="587"/>
                  </a:lnTo>
                  <a:lnTo>
                    <a:pt x="2" y="585"/>
                  </a:lnTo>
                  <a:lnTo>
                    <a:pt x="2" y="585"/>
                  </a:lnTo>
                  <a:lnTo>
                    <a:pt x="4" y="583"/>
                  </a:lnTo>
                  <a:lnTo>
                    <a:pt x="4" y="582"/>
                  </a:lnTo>
                  <a:lnTo>
                    <a:pt x="4" y="578"/>
                  </a:lnTo>
                  <a:lnTo>
                    <a:pt x="6" y="576"/>
                  </a:lnTo>
                  <a:lnTo>
                    <a:pt x="6" y="574"/>
                  </a:lnTo>
                  <a:lnTo>
                    <a:pt x="6" y="572"/>
                  </a:lnTo>
                  <a:lnTo>
                    <a:pt x="8" y="564"/>
                  </a:lnTo>
                  <a:lnTo>
                    <a:pt x="8" y="560"/>
                  </a:lnTo>
                  <a:lnTo>
                    <a:pt x="10" y="558"/>
                  </a:lnTo>
                  <a:lnTo>
                    <a:pt x="10" y="556"/>
                  </a:lnTo>
                  <a:lnTo>
                    <a:pt x="10" y="556"/>
                  </a:lnTo>
                  <a:lnTo>
                    <a:pt x="10" y="556"/>
                  </a:lnTo>
                  <a:lnTo>
                    <a:pt x="10" y="554"/>
                  </a:lnTo>
                  <a:lnTo>
                    <a:pt x="12" y="554"/>
                  </a:lnTo>
                  <a:lnTo>
                    <a:pt x="22" y="548"/>
                  </a:lnTo>
                  <a:lnTo>
                    <a:pt x="24" y="548"/>
                  </a:lnTo>
                  <a:lnTo>
                    <a:pt x="24" y="548"/>
                  </a:lnTo>
                  <a:lnTo>
                    <a:pt x="26" y="544"/>
                  </a:lnTo>
                  <a:lnTo>
                    <a:pt x="27" y="544"/>
                  </a:lnTo>
                  <a:lnTo>
                    <a:pt x="26" y="544"/>
                  </a:lnTo>
                  <a:lnTo>
                    <a:pt x="26" y="540"/>
                  </a:lnTo>
                  <a:lnTo>
                    <a:pt x="24" y="540"/>
                  </a:lnTo>
                  <a:lnTo>
                    <a:pt x="24" y="540"/>
                  </a:lnTo>
                  <a:lnTo>
                    <a:pt x="24" y="540"/>
                  </a:lnTo>
                  <a:lnTo>
                    <a:pt x="24" y="540"/>
                  </a:lnTo>
                  <a:lnTo>
                    <a:pt x="24" y="540"/>
                  </a:lnTo>
                  <a:lnTo>
                    <a:pt x="20" y="538"/>
                  </a:lnTo>
                  <a:lnTo>
                    <a:pt x="20" y="538"/>
                  </a:lnTo>
                  <a:lnTo>
                    <a:pt x="20" y="538"/>
                  </a:lnTo>
                  <a:lnTo>
                    <a:pt x="20" y="538"/>
                  </a:lnTo>
                  <a:lnTo>
                    <a:pt x="20" y="538"/>
                  </a:lnTo>
                  <a:lnTo>
                    <a:pt x="20" y="536"/>
                  </a:lnTo>
                  <a:lnTo>
                    <a:pt x="22" y="536"/>
                  </a:lnTo>
                  <a:lnTo>
                    <a:pt x="22" y="538"/>
                  </a:lnTo>
                  <a:lnTo>
                    <a:pt x="24" y="538"/>
                  </a:lnTo>
                  <a:lnTo>
                    <a:pt x="24" y="536"/>
                  </a:lnTo>
                  <a:lnTo>
                    <a:pt x="24" y="536"/>
                  </a:lnTo>
                  <a:lnTo>
                    <a:pt x="20" y="532"/>
                  </a:lnTo>
                  <a:lnTo>
                    <a:pt x="20" y="532"/>
                  </a:lnTo>
                  <a:lnTo>
                    <a:pt x="20" y="532"/>
                  </a:lnTo>
                  <a:lnTo>
                    <a:pt x="20" y="530"/>
                  </a:lnTo>
                  <a:lnTo>
                    <a:pt x="20" y="530"/>
                  </a:lnTo>
                  <a:lnTo>
                    <a:pt x="20" y="530"/>
                  </a:lnTo>
                  <a:lnTo>
                    <a:pt x="20" y="529"/>
                  </a:lnTo>
                  <a:lnTo>
                    <a:pt x="20" y="529"/>
                  </a:lnTo>
                  <a:lnTo>
                    <a:pt x="20" y="529"/>
                  </a:lnTo>
                  <a:lnTo>
                    <a:pt x="20" y="529"/>
                  </a:lnTo>
                  <a:lnTo>
                    <a:pt x="22" y="527"/>
                  </a:lnTo>
                  <a:lnTo>
                    <a:pt x="24" y="527"/>
                  </a:lnTo>
                  <a:lnTo>
                    <a:pt x="24" y="527"/>
                  </a:lnTo>
                  <a:lnTo>
                    <a:pt x="24" y="525"/>
                  </a:lnTo>
                  <a:lnTo>
                    <a:pt x="24" y="525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4" y="521"/>
                  </a:lnTo>
                  <a:lnTo>
                    <a:pt x="24" y="521"/>
                  </a:lnTo>
                  <a:lnTo>
                    <a:pt x="24" y="521"/>
                  </a:lnTo>
                  <a:lnTo>
                    <a:pt x="24" y="519"/>
                  </a:lnTo>
                  <a:lnTo>
                    <a:pt x="26" y="515"/>
                  </a:lnTo>
                  <a:lnTo>
                    <a:pt x="26" y="513"/>
                  </a:lnTo>
                  <a:lnTo>
                    <a:pt x="26" y="507"/>
                  </a:lnTo>
                  <a:lnTo>
                    <a:pt x="26" y="503"/>
                  </a:lnTo>
                  <a:lnTo>
                    <a:pt x="26" y="501"/>
                  </a:lnTo>
                  <a:lnTo>
                    <a:pt x="27" y="497"/>
                  </a:lnTo>
                  <a:lnTo>
                    <a:pt x="29" y="493"/>
                  </a:lnTo>
                  <a:lnTo>
                    <a:pt x="31" y="491"/>
                  </a:lnTo>
                  <a:lnTo>
                    <a:pt x="31" y="489"/>
                  </a:lnTo>
                  <a:lnTo>
                    <a:pt x="31" y="489"/>
                  </a:lnTo>
                  <a:lnTo>
                    <a:pt x="33" y="487"/>
                  </a:lnTo>
                  <a:lnTo>
                    <a:pt x="33" y="487"/>
                  </a:lnTo>
                  <a:lnTo>
                    <a:pt x="35" y="487"/>
                  </a:lnTo>
                  <a:lnTo>
                    <a:pt x="53" y="483"/>
                  </a:lnTo>
                  <a:lnTo>
                    <a:pt x="53" y="485"/>
                  </a:lnTo>
                  <a:lnTo>
                    <a:pt x="53" y="487"/>
                  </a:lnTo>
                  <a:lnTo>
                    <a:pt x="61" y="483"/>
                  </a:lnTo>
                  <a:lnTo>
                    <a:pt x="65" y="485"/>
                  </a:lnTo>
                  <a:lnTo>
                    <a:pt x="69" y="487"/>
                  </a:lnTo>
                  <a:lnTo>
                    <a:pt x="69" y="487"/>
                  </a:lnTo>
                  <a:lnTo>
                    <a:pt x="71" y="485"/>
                  </a:lnTo>
                  <a:lnTo>
                    <a:pt x="71" y="485"/>
                  </a:lnTo>
                  <a:lnTo>
                    <a:pt x="80" y="468"/>
                  </a:lnTo>
                  <a:lnTo>
                    <a:pt x="80" y="466"/>
                  </a:lnTo>
                  <a:lnTo>
                    <a:pt x="86" y="456"/>
                  </a:lnTo>
                  <a:lnTo>
                    <a:pt x="84" y="452"/>
                  </a:lnTo>
                  <a:lnTo>
                    <a:pt x="82" y="452"/>
                  </a:lnTo>
                  <a:lnTo>
                    <a:pt x="75" y="446"/>
                  </a:lnTo>
                  <a:lnTo>
                    <a:pt x="73" y="442"/>
                  </a:lnTo>
                  <a:lnTo>
                    <a:pt x="90" y="411"/>
                  </a:lnTo>
                  <a:lnTo>
                    <a:pt x="90" y="411"/>
                  </a:lnTo>
                  <a:lnTo>
                    <a:pt x="90" y="411"/>
                  </a:lnTo>
                  <a:lnTo>
                    <a:pt x="90" y="411"/>
                  </a:lnTo>
                  <a:lnTo>
                    <a:pt x="90" y="411"/>
                  </a:lnTo>
                  <a:lnTo>
                    <a:pt x="92" y="411"/>
                  </a:lnTo>
                  <a:lnTo>
                    <a:pt x="92" y="411"/>
                  </a:lnTo>
                  <a:lnTo>
                    <a:pt x="92" y="411"/>
                  </a:lnTo>
                  <a:lnTo>
                    <a:pt x="92" y="411"/>
                  </a:lnTo>
                  <a:lnTo>
                    <a:pt x="92" y="409"/>
                  </a:lnTo>
                  <a:lnTo>
                    <a:pt x="92" y="409"/>
                  </a:lnTo>
                  <a:lnTo>
                    <a:pt x="92" y="409"/>
                  </a:lnTo>
                  <a:lnTo>
                    <a:pt x="92" y="407"/>
                  </a:lnTo>
                  <a:lnTo>
                    <a:pt x="94" y="407"/>
                  </a:lnTo>
                  <a:lnTo>
                    <a:pt x="94" y="409"/>
                  </a:lnTo>
                  <a:lnTo>
                    <a:pt x="96" y="409"/>
                  </a:lnTo>
                  <a:lnTo>
                    <a:pt x="96" y="409"/>
                  </a:lnTo>
                  <a:lnTo>
                    <a:pt x="96" y="409"/>
                  </a:lnTo>
                  <a:lnTo>
                    <a:pt x="96" y="409"/>
                  </a:lnTo>
                  <a:lnTo>
                    <a:pt x="96" y="409"/>
                  </a:lnTo>
                  <a:lnTo>
                    <a:pt x="124" y="360"/>
                  </a:lnTo>
                  <a:lnTo>
                    <a:pt x="96" y="346"/>
                  </a:lnTo>
                  <a:lnTo>
                    <a:pt x="90" y="346"/>
                  </a:lnTo>
                  <a:lnTo>
                    <a:pt x="86" y="352"/>
                  </a:lnTo>
                  <a:lnTo>
                    <a:pt x="86" y="354"/>
                  </a:lnTo>
                  <a:lnTo>
                    <a:pt x="84" y="354"/>
                  </a:lnTo>
                  <a:lnTo>
                    <a:pt x="84" y="354"/>
                  </a:lnTo>
                  <a:lnTo>
                    <a:pt x="75" y="348"/>
                  </a:lnTo>
                  <a:lnTo>
                    <a:pt x="73" y="348"/>
                  </a:lnTo>
                  <a:lnTo>
                    <a:pt x="73" y="350"/>
                  </a:lnTo>
                  <a:lnTo>
                    <a:pt x="63" y="367"/>
                  </a:lnTo>
                  <a:lnTo>
                    <a:pt x="63" y="367"/>
                  </a:lnTo>
                  <a:lnTo>
                    <a:pt x="63" y="369"/>
                  </a:lnTo>
                  <a:lnTo>
                    <a:pt x="63" y="369"/>
                  </a:lnTo>
                  <a:lnTo>
                    <a:pt x="63" y="369"/>
                  </a:lnTo>
                  <a:lnTo>
                    <a:pt x="63" y="371"/>
                  </a:lnTo>
                  <a:lnTo>
                    <a:pt x="63" y="371"/>
                  </a:lnTo>
                  <a:lnTo>
                    <a:pt x="63" y="373"/>
                  </a:lnTo>
                  <a:lnTo>
                    <a:pt x="63" y="373"/>
                  </a:lnTo>
                  <a:lnTo>
                    <a:pt x="63" y="375"/>
                  </a:lnTo>
                  <a:lnTo>
                    <a:pt x="61" y="379"/>
                  </a:lnTo>
                  <a:lnTo>
                    <a:pt x="61" y="379"/>
                  </a:lnTo>
                  <a:lnTo>
                    <a:pt x="61" y="381"/>
                  </a:lnTo>
                  <a:lnTo>
                    <a:pt x="59" y="381"/>
                  </a:lnTo>
                  <a:lnTo>
                    <a:pt x="57" y="379"/>
                  </a:lnTo>
                  <a:lnTo>
                    <a:pt x="39" y="373"/>
                  </a:lnTo>
                  <a:lnTo>
                    <a:pt x="35" y="375"/>
                  </a:lnTo>
                  <a:lnTo>
                    <a:pt x="33" y="381"/>
                  </a:lnTo>
                  <a:lnTo>
                    <a:pt x="31" y="383"/>
                  </a:lnTo>
                  <a:lnTo>
                    <a:pt x="31" y="383"/>
                  </a:lnTo>
                  <a:lnTo>
                    <a:pt x="29" y="383"/>
                  </a:lnTo>
                  <a:lnTo>
                    <a:pt x="26" y="381"/>
                  </a:lnTo>
                  <a:lnTo>
                    <a:pt x="24" y="379"/>
                  </a:lnTo>
                  <a:lnTo>
                    <a:pt x="24" y="379"/>
                  </a:lnTo>
                  <a:lnTo>
                    <a:pt x="24" y="377"/>
                  </a:lnTo>
                  <a:lnTo>
                    <a:pt x="26" y="371"/>
                  </a:lnTo>
                  <a:lnTo>
                    <a:pt x="26" y="369"/>
                  </a:lnTo>
                  <a:lnTo>
                    <a:pt x="24" y="366"/>
                  </a:lnTo>
                  <a:lnTo>
                    <a:pt x="22" y="366"/>
                  </a:lnTo>
                  <a:lnTo>
                    <a:pt x="22" y="362"/>
                  </a:lnTo>
                  <a:lnTo>
                    <a:pt x="27" y="346"/>
                  </a:lnTo>
                  <a:lnTo>
                    <a:pt x="27" y="344"/>
                  </a:lnTo>
                  <a:lnTo>
                    <a:pt x="29" y="342"/>
                  </a:lnTo>
                  <a:lnTo>
                    <a:pt x="29" y="340"/>
                  </a:lnTo>
                  <a:lnTo>
                    <a:pt x="29" y="334"/>
                  </a:lnTo>
                  <a:lnTo>
                    <a:pt x="29" y="322"/>
                  </a:lnTo>
                  <a:lnTo>
                    <a:pt x="29" y="322"/>
                  </a:lnTo>
                  <a:lnTo>
                    <a:pt x="29" y="322"/>
                  </a:lnTo>
                  <a:lnTo>
                    <a:pt x="35" y="320"/>
                  </a:lnTo>
                  <a:lnTo>
                    <a:pt x="43" y="316"/>
                  </a:lnTo>
                  <a:lnTo>
                    <a:pt x="45" y="316"/>
                  </a:lnTo>
                  <a:lnTo>
                    <a:pt x="45" y="316"/>
                  </a:lnTo>
                  <a:lnTo>
                    <a:pt x="49" y="313"/>
                  </a:lnTo>
                  <a:lnTo>
                    <a:pt x="51" y="313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5" y="305"/>
                  </a:lnTo>
                  <a:lnTo>
                    <a:pt x="55" y="305"/>
                  </a:lnTo>
                  <a:lnTo>
                    <a:pt x="55" y="303"/>
                  </a:lnTo>
                  <a:lnTo>
                    <a:pt x="55" y="303"/>
                  </a:lnTo>
                  <a:lnTo>
                    <a:pt x="51" y="301"/>
                  </a:lnTo>
                  <a:lnTo>
                    <a:pt x="49" y="301"/>
                  </a:lnTo>
                  <a:lnTo>
                    <a:pt x="49" y="299"/>
                  </a:lnTo>
                  <a:lnTo>
                    <a:pt x="47" y="297"/>
                  </a:lnTo>
                  <a:lnTo>
                    <a:pt x="47" y="295"/>
                  </a:lnTo>
                  <a:lnTo>
                    <a:pt x="45" y="293"/>
                  </a:lnTo>
                  <a:lnTo>
                    <a:pt x="41" y="289"/>
                  </a:lnTo>
                  <a:lnTo>
                    <a:pt x="39" y="287"/>
                  </a:lnTo>
                  <a:lnTo>
                    <a:pt x="39" y="287"/>
                  </a:lnTo>
                  <a:lnTo>
                    <a:pt x="39" y="287"/>
                  </a:lnTo>
                  <a:lnTo>
                    <a:pt x="39" y="285"/>
                  </a:lnTo>
                  <a:lnTo>
                    <a:pt x="39" y="283"/>
                  </a:lnTo>
                  <a:lnTo>
                    <a:pt x="39" y="281"/>
                  </a:lnTo>
                  <a:lnTo>
                    <a:pt x="37" y="279"/>
                  </a:lnTo>
                  <a:lnTo>
                    <a:pt x="37" y="279"/>
                  </a:lnTo>
                  <a:lnTo>
                    <a:pt x="37" y="277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39" y="275"/>
                  </a:lnTo>
                  <a:lnTo>
                    <a:pt x="39" y="275"/>
                  </a:lnTo>
                  <a:lnTo>
                    <a:pt x="41" y="275"/>
                  </a:lnTo>
                  <a:lnTo>
                    <a:pt x="41" y="273"/>
                  </a:lnTo>
                  <a:lnTo>
                    <a:pt x="41" y="273"/>
                  </a:lnTo>
                  <a:lnTo>
                    <a:pt x="41" y="273"/>
                  </a:lnTo>
                  <a:lnTo>
                    <a:pt x="41" y="271"/>
                  </a:lnTo>
                  <a:lnTo>
                    <a:pt x="41" y="271"/>
                  </a:lnTo>
                  <a:lnTo>
                    <a:pt x="41" y="271"/>
                  </a:lnTo>
                  <a:lnTo>
                    <a:pt x="41" y="271"/>
                  </a:lnTo>
                  <a:lnTo>
                    <a:pt x="41" y="269"/>
                  </a:lnTo>
                  <a:lnTo>
                    <a:pt x="41" y="269"/>
                  </a:lnTo>
                  <a:lnTo>
                    <a:pt x="43" y="269"/>
                  </a:lnTo>
                  <a:lnTo>
                    <a:pt x="45" y="267"/>
                  </a:lnTo>
                  <a:lnTo>
                    <a:pt x="45" y="265"/>
                  </a:lnTo>
                  <a:lnTo>
                    <a:pt x="47" y="265"/>
                  </a:lnTo>
                  <a:lnTo>
                    <a:pt x="47" y="263"/>
                  </a:lnTo>
                  <a:lnTo>
                    <a:pt x="47" y="261"/>
                  </a:lnTo>
                  <a:lnTo>
                    <a:pt x="47" y="260"/>
                  </a:lnTo>
                  <a:lnTo>
                    <a:pt x="47" y="256"/>
                  </a:lnTo>
                  <a:lnTo>
                    <a:pt x="47" y="256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35" y="226"/>
                  </a:lnTo>
                  <a:lnTo>
                    <a:pt x="24" y="218"/>
                  </a:lnTo>
                  <a:lnTo>
                    <a:pt x="20" y="216"/>
                  </a:lnTo>
                  <a:lnTo>
                    <a:pt x="16" y="214"/>
                  </a:lnTo>
                  <a:lnTo>
                    <a:pt x="14" y="208"/>
                  </a:lnTo>
                  <a:lnTo>
                    <a:pt x="8" y="201"/>
                  </a:lnTo>
                  <a:lnTo>
                    <a:pt x="8" y="201"/>
                  </a:lnTo>
                  <a:lnTo>
                    <a:pt x="6" y="193"/>
                  </a:lnTo>
                  <a:lnTo>
                    <a:pt x="6" y="191"/>
                  </a:lnTo>
                  <a:lnTo>
                    <a:pt x="8" y="189"/>
                  </a:lnTo>
                  <a:lnTo>
                    <a:pt x="16" y="187"/>
                  </a:lnTo>
                  <a:lnTo>
                    <a:pt x="24" y="187"/>
                  </a:lnTo>
                  <a:lnTo>
                    <a:pt x="27" y="187"/>
                  </a:lnTo>
                  <a:lnTo>
                    <a:pt x="41" y="195"/>
                  </a:lnTo>
                  <a:lnTo>
                    <a:pt x="53" y="193"/>
                  </a:lnTo>
                  <a:lnTo>
                    <a:pt x="110" y="208"/>
                  </a:lnTo>
                  <a:lnTo>
                    <a:pt x="110" y="210"/>
                  </a:lnTo>
                  <a:lnTo>
                    <a:pt x="110" y="212"/>
                  </a:lnTo>
                  <a:lnTo>
                    <a:pt x="110" y="212"/>
                  </a:lnTo>
                  <a:lnTo>
                    <a:pt x="108" y="214"/>
                  </a:lnTo>
                  <a:lnTo>
                    <a:pt x="110" y="216"/>
                  </a:lnTo>
                  <a:lnTo>
                    <a:pt x="110" y="218"/>
                  </a:lnTo>
                  <a:lnTo>
                    <a:pt x="110" y="220"/>
                  </a:lnTo>
                  <a:lnTo>
                    <a:pt x="112" y="222"/>
                  </a:lnTo>
                  <a:lnTo>
                    <a:pt x="118" y="224"/>
                  </a:lnTo>
                  <a:lnTo>
                    <a:pt x="118" y="222"/>
                  </a:lnTo>
                  <a:lnTo>
                    <a:pt x="120" y="222"/>
                  </a:lnTo>
                  <a:lnTo>
                    <a:pt x="124" y="214"/>
                  </a:lnTo>
                  <a:lnTo>
                    <a:pt x="124" y="214"/>
                  </a:lnTo>
                  <a:lnTo>
                    <a:pt x="126" y="214"/>
                  </a:lnTo>
                  <a:lnTo>
                    <a:pt x="135" y="218"/>
                  </a:lnTo>
                  <a:lnTo>
                    <a:pt x="137" y="216"/>
                  </a:lnTo>
                  <a:lnTo>
                    <a:pt x="143" y="208"/>
                  </a:lnTo>
                  <a:lnTo>
                    <a:pt x="143" y="208"/>
                  </a:lnTo>
                  <a:lnTo>
                    <a:pt x="145" y="206"/>
                  </a:lnTo>
                  <a:lnTo>
                    <a:pt x="163" y="216"/>
                  </a:lnTo>
                  <a:lnTo>
                    <a:pt x="163" y="214"/>
                  </a:lnTo>
                  <a:lnTo>
                    <a:pt x="165" y="214"/>
                  </a:lnTo>
                  <a:lnTo>
                    <a:pt x="169" y="208"/>
                  </a:lnTo>
                  <a:lnTo>
                    <a:pt x="171" y="206"/>
                  </a:lnTo>
                  <a:lnTo>
                    <a:pt x="171" y="206"/>
                  </a:lnTo>
                  <a:lnTo>
                    <a:pt x="173" y="206"/>
                  </a:lnTo>
                  <a:lnTo>
                    <a:pt x="194" y="220"/>
                  </a:lnTo>
                  <a:lnTo>
                    <a:pt x="196" y="222"/>
                  </a:lnTo>
                  <a:lnTo>
                    <a:pt x="196" y="220"/>
                  </a:lnTo>
                  <a:lnTo>
                    <a:pt x="198" y="220"/>
                  </a:lnTo>
                  <a:lnTo>
                    <a:pt x="208" y="199"/>
                  </a:lnTo>
                  <a:lnTo>
                    <a:pt x="208" y="199"/>
                  </a:lnTo>
                  <a:lnTo>
                    <a:pt x="198" y="191"/>
                  </a:lnTo>
                  <a:lnTo>
                    <a:pt x="198" y="189"/>
                  </a:lnTo>
                  <a:lnTo>
                    <a:pt x="196" y="187"/>
                  </a:lnTo>
                  <a:lnTo>
                    <a:pt x="192" y="150"/>
                  </a:lnTo>
                  <a:lnTo>
                    <a:pt x="192" y="148"/>
                  </a:lnTo>
                  <a:lnTo>
                    <a:pt x="190" y="146"/>
                  </a:lnTo>
                  <a:lnTo>
                    <a:pt x="190" y="146"/>
                  </a:lnTo>
                  <a:lnTo>
                    <a:pt x="169" y="144"/>
                  </a:lnTo>
                  <a:lnTo>
                    <a:pt x="167" y="144"/>
                  </a:lnTo>
                  <a:lnTo>
                    <a:pt x="167" y="142"/>
                  </a:lnTo>
                  <a:lnTo>
                    <a:pt x="169" y="140"/>
                  </a:lnTo>
                  <a:lnTo>
                    <a:pt x="173" y="128"/>
                  </a:lnTo>
                  <a:lnTo>
                    <a:pt x="192" y="67"/>
                  </a:lnTo>
                  <a:lnTo>
                    <a:pt x="300" y="36"/>
                  </a:lnTo>
                  <a:lnTo>
                    <a:pt x="302" y="34"/>
                  </a:lnTo>
                  <a:lnTo>
                    <a:pt x="302" y="34"/>
                  </a:lnTo>
                  <a:lnTo>
                    <a:pt x="300" y="32"/>
                  </a:lnTo>
                  <a:lnTo>
                    <a:pt x="300" y="32"/>
                  </a:lnTo>
                  <a:lnTo>
                    <a:pt x="300" y="32"/>
                  </a:lnTo>
                  <a:lnTo>
                    <a:pt x="300" y="32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2" y="28"/>
                  </a:lnTo>
                  <a:lnTo>
                    <a:pt x="302" y="28"/>
                  </a:lnTo>
                  <a:lnTo>
                    <a:pt x="302" y="28"/>
                  </a:lnTo>
                  <a:lnTo>
                    <a:pt x="302" y="28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302" y="24"/>
                  </a:lnTo>
                  <a:lnTo>
                    <a:pt x="302" y="24"/>
                  </a:lnTo>
                  <a:lnTo>
                    <a:pt x="304" y="24"/>
                  </a:lnTo>
                  <a:lnTo>
                    <a:pt x="304" y="24"/>
                  </a:lnTo>
                  <a:lnTo>
                    <a:pt x="304" y="22"/>
                  </a:lnTo>
                  <a:lnTo>
                    <a:pt x="304" y="22"/>
                  </a:lnTo>
                  <a:lnTo>
                    <a:pt x="306" y="22"/>
                  </a:lnTo>
                  <a:lnTo>
                    <a:pt x="306" y="22"/>
                  </a:lnTo>
                  <a:lnTo>
                    <a:pt x="308" y="22"/>
                  </a:lnTo>
                  <a:lnTo>
                    <a:pt x="310" y="24"/>
                  </a:lnTo>
                  <a:lnTo>
                    <a:pt x="310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4" y="24"/>
                  </a:lnTo>
                  <a:lnTo>
                    <a:pt x="314" y="22"/>
                  </a:lnTo>
                  <a:lnTo>
                    <a:pt x="314" y="22"/>
                  </a:lnTo>
                  <a:lnTo>
                    <a:pt x="316" y="24"/>
                  </a:lnTo>
                  <a:lnTo>
                    <a:pt x="316" y="22"/>
                  </a:lnTo>
                  <a:lnTo>
                    <a:pt x="316" y="22"/>
                  </a:lnTo>
                  <a:lnTo>
                    <a:pt x="316" y="22"/>
                  </a:lnTo>
                  <a:lnTo>
                    <a:pt x="316" y="22"/>
                  </a:lnTo>
                  <a:lnTo>
                    <a:pt x="318" y="22"/>
                  </a:lnTo>
                  <a:lnTo>
                    <a:pt x="318" y="20"/>
                  </a:lnTo>
                  <a:lnTo>
                    <a:pt x="318" y="20"/>
                  </a:lnTo>
                  <a:lnTo>
                    <a:pt x="318" y="20"/>
                  </a:lnTo>
                  <a:lnTo>
                    <a:pt x="318" y="20"/>
                  </a:lnTo>
                  <a:lnTo>
                    <a:pt x="318" y="18"/>
                  </a:lnTo>
                  <a:lnTo>
                    <a:pt x="320" y="20"/>
                  </a:lnTo>
                  <a:lnTo>
                    <a:pt x="322" y="20"/>
                  </a:lnTo>
                  <a:lnTo>
                    <a:pt x="322" y="18"/>
                  </a:lnTo>
                  <a:lnTo>
                    <a:pt x="322" y="18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1" y="14"/>
                  </a:lnTo>
                  <a:lnTo>
                    <a:pt x="335" y="16"/>
                  </a:lnTo>
                  <a:lnTo>
                    <a:pt x="386" y="40"/>
                  </a:lnTo>
                  <a:lnTo>
                    <a:pt x="565" y="87"/>
                  </a:lnTo>
                  <a:lnTo>
                    <a:pt x="606" y="97"/>
                  </a:lnTo>
                  <a:lnTo>
                    <a:pt x="606" y="97"/>
                  </a:lnTo>
                  <a:lnTo>
                    <a:pt x="604" y="98"/>
                  </a:lnTo>
                  <a:lnTo>
                    <a:pt x="604" y="98"/>
                  </a:lnTo>
                  <a:lnTo>
                    <a:pt x="604" y="98"/>
                  </a:lnTo>
                  <a:lnTo>
                    <a:pt x="604" y="100"/>
                  </a:lnTo>
                  <a:lnTo>
                    <a:pt x="604" y="100"/>
                  </a:lnTo>
                  <a:lnTo>
                    <a:pt x="606" y="100"/>
                  </a:lnTo>
                  <a:lnTo>
                    <a:pt x="606" y="100"/>
                  </a:lnTo>
                  <a:lnTo>
                    <a:pt x="612" y="98"/>
                  </a:lnTo>
                  <a:lnTo>
                    <a:pt x="661" y="108"/>
                  </a:lnTo>
                  <a:lnTo>
                    <a:pt x="661" y="108"/>
                  </a:lnTo>
                  <a:lnTo>
                    <a:pt x="661" y="108"/>
                  </a:lnTo>
                  <a:lnTo>
                    <a:pt x="663" y="108"/>
                  </a:lnTo>
                  <a:lnTo>
                    <a:pt x="663" y="108"/>
                  </a:lnTo>
                  <a:lnTo>
                    <a:pt x="665" y="108"/>
                  </a:lnTo>
                  <a:lnTo>
                    <a:pt x="669" y="108"/>
                  </a:lnTo>
                  <a:lnTo>
                    <a:pt x="669" y="108"/>
                  </a:lnTo>
                  <a:lnTo>
                    <a:pt x="671" y="108"/>
                  </a:lnTo>
                  <a:lnTo>
                    <a:pt x="671" y="108"/>
                  </a:lnTo>
                  <a:lnTo>
                    <a:pt x="671" y="108"/>
                  </a:lnTo>
                  <a:lnTo>
                    <a:pt x="671" y="106"/>
                  </a:lnTo>
                  <a:lnTo>
                    <a:pt x="673" y="106"/>
                  </a:lnTo>
                  <a:lnTo>
                    <a:pt x="673" y="106"/>
                  </a:lnTo>
                  <a:lnTo>
                    <a:pt x="673" y="104"/>
                  </a:lnTo>
                  <a:lnTo>
                    <a:pt x="673" y="104"/>
                  </a:lnTo>
                  <a:lnTo>
                    <a:pt x="673" y="104"/>
                  </a:lnTo>
                  <a:lnTo>
                    <a:pt x="673" y="102"/>
                  </a:lnTo>
                  <a:lnTo>
                    <a:pt x="677" y="102"/>
                  </a:lnTo>
                  <a:lnTo>
                    <a:pt x="677" y="100"/>
                  </a:lnTo>
                  <a:lnTo>
                    <a:pt x="679" y="100"/>
                  </a:lnTo>
                  <a:lnTo>
                    <a:pt x="679" y="100"/>
                  </a:lnTo>
                  <a:lnTo>
                    <a:pt x="718" y="83"/>
                  </a:lnTo>
                  <a:lnTo>
                    <a:pt x="720" y="83"/>
                  </a:lnTo>
                  <a:lnTo>
                    <a:pt x="720" y="83"/>
                  </a:lnTo>
                  <a:lnTo>
                    <a:pt x="720" y="81"/>
                  </a:lnTo>
                  <a:lnTo>
                    <a:pt x="720" y="79"/>
                  </a:lnTo>
                  <a:lnTo>
                    <a:pt x="720" y="79"/>
                  </a:lnTo>
                  <a:lnTo>
                    <a:pt x="722" y="77"/>
                  </a:lnTo>
                  <a:lnTo>
                    <a:pt x="722" y="77"/>
                  </a:lnTo>
                  <a:lnTo>
                    <a:pt x="722" y="77"/>
                  </a:lnTo>
                  <a:lnTo>
                    <a:pt x="722" y="75"/>
                  </a:lnTo>
                  <a:lnTo>
                    <a:pt x="722" y="73"/>
                  </a:lnTo>
                  <a:lnTo>
                    <a:pt x="722" y="73"/>
                  </a:lnTo>
                  <a:lnTo>
                    <a:pt x="722" y="71"/>
                  </a:lnTo>
                  <a:lnTo>
                    <a:pt x="724" y="71"/>
                  </a:lnTo>
                  <a:lnTo>
                    <a:pt x="724" y="69"/>
                  </a:lnTo>
                  <a:lnTo>
                    <a:pt x="724" y="67"/>
                  </a:lnTo>
                  <a:lnTo>
                    <a:pt x="724" y="67"/>
                  </a:lnTo>
                  <a:lnTo>
                    <a:pt x="724" y="67"/>
                  </a:lnTo>
                  <a:lnTo>
                    <a:pt x="724" y="67"/>
                  </a:lnTo>
                  <a:lnTo>
                    <a:pt x="724" y="65"/>
                  </a:lnTo>
                  <a:lnTo>
                    <a:pt x="724" y="65"/>
                  </a:lnTo>
                  <a:lnTo>
                    <a:pt x="724" y="65"/>
                  </a:lnTo>
                  <a:lnTo>
                    <a:pt x="726" y="65"/>
                  </a:lnTo>
                  <a:lnTo>
                    <a:pt x="734" y="61"/>
                  </a:lnTo>
                  <a:lnTo>
                    <a:pt x="734" y="59"/>
                  </a:lnTo>
                  <a:lnTo>
                    <a:pt x="734" y="59"/>
                  </a:lnTo>
                  <a:lnTo>
                    <a:pt x="737" y="57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3" y="55"/>
                  </a:lnTo>
                  <a:lnTo>
                    <a:pt x="743" y="53"/>
                  </a:lnTo>
                  <a:lnTo>
                    <a:pt x="747" y="53"/>
                  </a:lnTo>
                  <a:lnTo>
                    <a:pt x="747" y="51"/>
                  </a:lnTo>
                  <a:lnTo>
                    <a:pt x="757" y="55"/>
                  </a:lnTo>
                  <a:lnTo>
                    <a:pt x="757" y="55"/>
                  </a:lnTo>
                  <a:lnTo>
                    <a:pt x="757" y="55"/>
                  </a:lnTo>
                  <a:lnTo>
                    <a:pt x="757" y="53"/>
                  </a:lnTo>
                  <a:lnTo>
                    <a:pt x="757" y="53"/>
                  </a:lnTo>
                  <a:lnTo>
                    <a:pt x="757" y="53"/>
                  </a:lnTo>
                  <a:lnTo>
                    <a:pt x="757" y="53"/>
                  </a:lnTo>
                  <a:lnTo>
                    <a:pt x="757" y="51"/>
                  </a:lnTo>
                  <a:lnTo>
                    <a:pt x="757" y="51"/>
                  </a:lnTo>
                  <a:lnTo>
                    <a:pt x="759" y="51"/>
                  </a:lnTo>
                  <a:lnTo>
                    <a:pt x="759" y="49"/>
                  </a:lnTo>
                  <a:lnTo>
                    <a:pt x="761" y="49"/>
                  </a:lnTo>
                  <a:lnTo>
                    <a:pt x="763" y="49"/>
                  </a:lnTo>
                  <a:lnTo>
                    <a:pt x="765" y="49"/>
                  </a:lnTo>
                  <a:lnTo>
                    <a:pt x="765" y="49"/>
                  </a:lnTo>
                  <a:lnTo>
                    <a:pt x="767" y="47"/>
                  </a:lnTo>
                  <a:lnTo>
                    <a:pt x="769" y="45"/>
                  </a:lnTo>
                  <a:lnTo>
                    <a:pt x="769" y="45"/>
                  </a:lnTo>
                  <a:lnTo>
                    <a:pt x="769" y="44"/>
                  </a:lnTo>
                  <a:lnTo>
                    <a:pt x="769" y="44"/>
                  </a:lnTo>
                  <a:lnTo>
                    <a:pt x="769" y="44"/>
                  </a:lnTo>
                  <a:lnTo>
                    <a:pt x="769" y="44"/>
                  </a:lnTo>
                  <a:lnTo>
                    <a:pt x="769" y="42"/>
                  </a:lnTo>
                  <a:lnTo>
                    <a:pt x="767" y="42"/>
                  </a:lnTo>
                  <a:lnTo>
                    <a:pt x="767" y="42"/>
                  </a:lnTo>
                  <a:lnTo>
                    <a:pt x="769" y="40"/>
                  </a:lnTo>
                  <a:lnTo>
                    <a:pt x="769" y="40"/>
                  </a:lnTo>
                  <a:lnTo>
                    <a:pt x="769" y="40"/>
                  </a:lnTo>
                  <a:lnTo>
                    <a:pt x="769" y="40"/>
                  </a:lnTo>
                  <a:lnTo>
                    <a:pt x="769" y="40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4"/>
                  </a:lnTo>
                  <a:lnTo>
                    <a:pt x="767" y="34"/>
                  </a:lnTo>
                  <a:lnTo>
                    <a:pt x="767" y="32"/>
                  </a:lnTo>
                  <a:lnTo>
                    <a:pt x="767" y="32"/>
                  </a:lnTo>
                  <a:lnTo>
                    <a:pt x="767" y="32"/>
                  </a:lnTo>
                  <a:lnTo>
                    <a:pt x="767" y="32"/>
                  </a:lnTo>
                  <a:lnTo>
                    <a:pt x="767" y="30"/>
                  </a:lnTo>
                  <a:lnTo>
                    <a:pt x="767" y="30"/>
                  </a:lnTo>
                  <a:lnTo>
                    <a:pt x="769" y="30"/>
                  </a:lnTo>
                  <a:lnTo>
                    <a:pt x="771" y="30"/>
                  </a:lnTo>
                  <a:lnTo>
                    <a:pt x="775" y="28"/>
                  </a:lnTo>
                  <a:lnTo>
                    <a:pt x="777" y="28"/>
                  </a:lnTo>
                  <a:lnTo>
                    <a:pt x="777" y="26"/>
                  </a:lnTo>
                  <a:lnTo>
                    <a:pt x="784" y="24"/>
                  </a:lnTo>
                  <a:lnTo>
                    <a:pt x="784" y="24"/>
                  </a:lnTo>
                  <a:lnTo>
                    <a:pt x="786" y="24"/>
                  </a:lnTo>
                  <a:lnTo>
                    <a:pt x="786" y="24"/>
                  </a:lnTo>
                  <a:lnTo>
                    <a:pt x="786" y="24"/>
                  </a:lnTo>
                  <a:lnTo>
                    <a:pt x="788" y="22"/>
                  </a:lnTo>
                  <a:lnTo>
                    <a:pt x="788" y="22"/>
                  </a:lnTo>
                  <a:lnTo>
                    <a:pt x="788" y="22"/>
                  </a:lnTo>
                  <a:lnTo>
                    <a:pt x="788" y="20"/>
                  </a:lnTo>
                  <a:lnTo>
                    <a:pt x="788" y="20"/>
                  </a:lnTo>
                  <a:lnTo>
                    <a:pt x="790" y="18"/>
                  </a:lnTo>
                  <a:lnTo>
                    <a:pt x="792" y="18"/>
                  </a:lnTo>
                  <a:lnTo>
                    <a:pt x="792" y="18"/>
                  </a:lnTo>
                  <a:lnTo>
                    <a:pt x="794" y="20"/>
                  </a:lnTo>
                  <a:lnTo>
                    <a:pt x="794" y="20"/>
                  </a:lnTo>
                  <a:lnTo>
                    <a:pt x="794" y="20"/>
                  </a:lnTo>
                  <a:lnTo>
                    <a:pt x="794" y="20"/>
                  </a:lnTo>
                  <a:lnTo>
                    <a:pt x="794" y="18"/>
                  </a:lnTo>
                  <a:lnTo>
                    <a:pt x="796" y="18"/>
                  </a:lnTo>
                  <a:lnTo>
                    <a:pt x="796" y="18"/>
                  </a:lnTo>
                  <a:lnTo>
                    <a:pt x="796" y="18"/>
                  </a:lnTo>
                  <a:lnTo>
                    <a:pt x="796" y="16"/>
                  </a:lnTo>
                  <a:lnTo>
                    <a:pt x="796" y="14"/>
                  </a:lnTo>
                  <a:lnTo>
                    <a:pt x="796" y="14"/>
                  </a:lnTo>
                  <a:lnTo>
                    <a:pt x="796" y="14"/>
                  </a:lnTo>
                  <a:lnTo>
                    <a:pt x="796" y="14"/>
                  </a:lnTo>
                  <a:lnTo>
                    <a:pt x="796" y="12"/>
                  </a:lnTo>
                  <a:lnTo>
                    <a:pt x="796" y="12"/>
                  </a:lnTo>
                  <a:lnTo>
                    <a:pt x="796" y="10"/>
                  </a:lnTo>
                  <a:lnTo>
                    <a:pt x="796" y="10"/>
                  </a:lnTo>
                  <a:lnTo>
                    <a:pt x="796" y="10"/>
                  </a:lnTo>
                  <a:lnTo>
                    <a:pt x="796" y="8"/>
                  </a:lnTo>
                  <a:lnTo>
                    <a:pt x="796" y="8"/>
                  </a:lnTo>
                  <a:lnTo>
                    <a:pt x="796" y="8"/>
                  </a:lnTo>
                  <a:lnTo>
                    <a:pt x="796" y="6"/>
                  </a:lnTo>
                  <a:lnTo>
                    <a:pt x="798" y="6"/>
                  </a:lnTo>
                  <a:lnTo>
                    <a:pt x="798" y="4"/>
                  </a:lnTo>
                  <a:lnTo>
                    <a:pt x="798" y="4"/>
                  </a:lnTo>
                  <a:lnTo>
                    <a:pt x="802" y="2"/>
                  </a:lnTo>
                  <a:lnTo>
                    <a:pt x="804" y="2"/>
                  </a:lnTo>
                  <a:lnTo>
                    <a:pt x="806" y="2"/>
                  </a:lnTo>
                  <a:lnTo>
                    <a:pt x="80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1384300" y="3263900"/>
              <a:ext cx="285750" cy="349250"/>
            </a:xfrm>
            <a:custGeom>
              <a:avLst/>
              <a:gdLst>
                <a:gd name="T0" fmla="*/ 159 w 359"/>
                <a:gd name="T1" fmla="*/ 25 h 439"/>
                <a:gd name="T2" fmla="*/ 169 w 359"/>
                <a:gd name="T3" fmla="*/ 66 h 439"/>
                <a:gd name="T4" fmla="*/ 155 w 359"/>
                <a:gd name="T5" fmla="*/ 86 h 439"/>
                <a:gd name="T6" fmla="*/ 163 w 359"/>
                <a:gd name="T7" fmla="*/ 149 h 439"/>
                <a:gd name="T8" fmla="*/ 172 w 359"/>
                <a:gd name="T9" fmla="*/ 172 h 439"/>
                <a:gd name="T10" fmla="*/ 190 w 359"/>
                <a:gd name="T11" fmla="*/ 157 h 439"/>
                <a:gd name="T12" fmla="*/ 218 w 359"/>
                <a:gd name="T13" fmla="*/ 139 h 439"/>
                <a:gd name="T14" fmla="*/ 267 w 359"/>
                <a:gd name="T15" fmla="*/ 137 h 439"/>
                <a:gd name="T16" fmla="*/ 349 w 359"/>
                <a:gd name="T17" fmla="*/ 147 h 439"/>
                <a:gd name="T18" fmla="*/ 325 w 359"/>
                <a:gd name="T19" fmla="*/ 208 h 439"/>
                <a:gd name="T20" fmla="*/ 345 w 359"/>
                <a:gd name="T21" fmla="*/ 237 h 439"/>
                <a:gd name="T22" fmla="*/ 335 w 359"/>
                <a:gd name="T23" fmla="*/ 255 h 439"/>
                <a:gd name="T24" fmla="*/ 327 w 359"/>
                <a:gd name="T25" fmla="*/ 276 h 439"/>
                <a:gd name="T26" fmla="*/ 304 w 359"/>
                <a:gd name="T27" fmla="*/ 282 h 439"/>
                <a:gd name="T28" fmla="*/ 267 w 359"/>
                <a:gd name="T29" fmla="*/ 269 h 439"/>
                <a:gd name="T30" fmla="*/ 235 w 359"/>
                <a:gd name="T31" fmla="*/ 282 h 439"/>
                <a:gd name="T32" fmla="*/ 239 w 359"/>
                <a:gd name="T33" fmla="*/ 302 h 439"/>
                <a:gd name="T34" fmla="*/ 233 w 359"/>
                <a:gd name="T35" fmla="*/ 322 h 439"/>
                <a:gd name="T36" fmla="*/ 220 w 359"/>
                <a:gd name="T37" fmla="*/ 331 h 439"/>
                <a:gd name="T38" fmla="*/ 194 w 359"/>
                <a:gd name="T39" fmla="*/ 339 h 439"/>
                <a:gd name="T40" fmla="*/ 192 w 359"/>
                <a:gd name="T41" fmla="*/ 359 h 439"/>
                <a:gd name="T42" fmla="*/ 192 w 359"/>
                <a:gd name="T43" fmla="*/ 388 h 439"/>
                <a:gd name="T44" fmla="*/ 176 w 359"/>
                <a:gd name="T45" fmla="*/ 404 h 439"/>
                <a:gd name="T46" fmla="*/ 176 w 359"/>
                <a:gd name="T47" fmla="*/ 420 h 439"/>
                <a:gd name="T48" fmla="*/ 178 w 359"/>
                <a:gd name="T49" fmla="*/ 432 h 439"/>
                <a:gd name="T50" fmla="*/ 163 w 359"/>
                <a:gd name="T51" fmla="*/ 432 h 439"/>
                <a:gd name="T52" fmla="*/ 159 w 359"/>
                <a:gd name="T53" fmla="*/ 420 h 439"/>
                <a:gd name="T54" fmla="*/ 155 w 359"/>
                <a:gd name="T55" fmla="*/ 410 h 439"/>
                <a:gd name="T56" fmla="*/ 147 w 359"/>
                <a:gd name="T57" fmla="*/ 398 h 439"/>
                <a:gd name="T58" fmla="*/ 145 w 359"/>
                <a:gd name="T59" fmla="*/ 388 h 439"/>
                <a:gd name="T60" fmla="*/ 137 w 359"/>
                <a:gd name="T61" fmla="*/ 382 h 439"/>
                <a:gd name="T62" fmla="*/ 135 w 359"/>
                <a:gd name="T63" fmla="*/ 365 h 439"/>
                <a:gd name="T64" fmla="*/ 125 w 359"/>
                <a:gd name="T65" fmla="*/ 349 h 439"/>
                <a:gd name="T66" fmla="*/ 110 w 359"/>
                <a:gd name="T67" fmla="*/ 339 h 439"/>
                <a:gd name="T68" fmla="*/ 112 w 359"/>
                <a:gd name="T69" fmla="*/ 322 h 439"/>
                <a:gd name="T70" fmla="*/ 98 w 359"/>
                <a:gd name="T71" fmla="*/ 331 h 439"/>
                <a:gd name="T72" fmla="*/ 76 w 359"/>
                <a:gd name="T73" fmla="*/ 322 h 439"/>
                <a:gd name="T74" fmla="*/ 65 w 359"/>
                <a:gd name="T75" fmla="*/ 324 h 439"/>
                <a:gd name="T76" fmla="*/ 55 w 359"/>
                <a:gd name="T77" fmla="*/ 326 h 439"/>
                <a:gd name="T78" fmla="*/ 49 w 359"/>
                <a:gd name="T79" fmla="*/ 320 h 439"/>
                <a:gd name="T80" fmla="*/ 33 w 359"/>
                <a:gd name="T81" fmla="*/ 326 h 439"/>
                <a:gd name="T82" fmla="*/ 18 w 359"/>
                <a:gd name="T83" fmla="*/ 326 h 439"/>
                <a:gd name="T84" fmla="*/ 2 w 359"/>
                <a:gd name="T85" fmla="*/ 310 h 439"/>
                <a:gd name="T86" fmla="*/ 12 w 359"/>
                <a:gd name="T87" fmla="*/ 294 h 439"/>
                <a:gd name="T88" fmla="*/ 12 w 359"/>
                <a:gd name="T89" fmla="*/ 278 h 439"/>
                <a:gd name="T90" fmla="*/ 18 w 359"/>
                <a:gd name="T91" fmla="*/ 269 h 439"/>
                <a:gd name="T92" fmla="*/ 47 w 359"/>
                <a:gd name="T93" fmla="*/ 278 h 439"/>
                <a:gd name="T94" fmla="*/ 59 w 359"/>
                <a:gd name="T95" fmla="*/ 259 h 439"/>
                <a:gd name="T96" fmla="*/ 57 w 359"/>
                <a:gd name="T97" fmla="*/ 241 h 439"/>
                <a:gd name="T98" fmla="*/ 16 w 359"/>
                <a:gd name="T99" fmla="*/ 220 h 439"/>
                <a:gd name="T100" fmla="*/ 27 w 359"/>
                <a:gd name="T101" fmla="*/ 202 h 439"/>
                <a:gd name="T102" fmla="*/ 35 w 359"/>
                <a:gd name="T103" fmla="*/ 194 h 439"/>
                <a:gd name="T104" fmla="*/ 53 w 359"/>
                <a:gd name="T105" fmla="*/ 188 h 439"/>
                <a:gd name="T106" fmla="*/ 70 w 359"/>
                <a:gd name="T107" fmla="*/ 180 h 439"/>
                <a:gd name="T108" fmla="*/ 82 w 359"/>
                <a:gd name="T109" fmla="*/ 170 h 439"/>
                <a:gd name="T110" fmla="*/ 90 w 359"/>
                <a:gd name="T111" fmla="*/ 163 h 439"/>
                <a:gd name="T112" fmla="*/ 90 w 359"/>
                <a:gd name="T113" fmla="*/ 100 h 439"/>
                <a:gd name="T114" fmla="*/ 88 w 359"/>
                <a:gd name="T115" fmla="*/ 72 h 439"/>
                <a:gd name="T116" fmla="*/ 72 w 359"/>
                <a:gd name="T117" fmla="*/ 64 h 439"/>
                <a:gd name="T118" fmla="*/ 80 w 359"/>
                <a:gd name="T119" fmla="*/ 53 h 439"/>
                <a:gd name="T120" fmla="*/ 100 w 359"/>
                <a:gd name="T121" fmla="*/ 43 h 439"/>
                <a:gd name="T122" fmla="*/ 110 w 359"/>
                <a:gd name="T123" fmla="*/ 29 h 439"/>
                <a:gd name="T124" fmla="*/ 121 w 359"/>
                <a:gd name="T125" fmla="*/ 7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9" h="439">
                  <a:moveTo>
                    <a:pt x="129" y="0"/>
                  </a:moveTo>
                  <a:lnTo>
                    <a:pt x="131" y="0"/>
                  </a:lnTo>
                  <a:lnTo>
                    <a:pt x="139" y="4"/>
                  </a:lnTo>
                  <a:lnTo>
                    <a:pt x="143" y="4"/>
                  </a:lnTo>
                  <a:lnTo>
                    <a:pt x="145" y="5"/>
                  </a:lnTo>
                  <a:lnTo>
                    <a:pt x="145" y="5"/>
                  </a:lnTo>
                  <a:lnTo>
                    <a:pt x="145" y="5"/>
                  </a:lnTo>
                  <a:lnTo>
                    <a:pt x="145" y="5"/>
                  </a:lnTo>
                  <a:lnTo>
                    <a:pt x="147" y="7"/>
                  </a:lnTo>
                  <a:lnTo>
                    <a:pt x="149" y="7"/>
                  </a:lnTo>
                  <a:lnTo>
                    <a:pt x="151" y="9"/>
                  </a:lnTo>
                  <a:lnTo>
                    <a:pt x="151" y="9"/>
                  </a:lnTo>
                  <a:lnTo>
                    <a:pt x="153" y="13"/>
                  </a:lnTo>
                  <a:lnTo>
                    <a:pt x="155" y="13"/>
                  </a:lnTo>
                  <a:lnTo>
                    <a:pt x="155" y="13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5"/>
                  </a:lnTo>
                  <a:lnTo>
                    <a:pt x="157" y="17"/>
                  </a:lnTo>
                  <a:lnTo>
                    <a:pt x="157" y="19"/>
                  </a:lnTo>
                  <a:lnTo>
                    <a:pt x="155" y="19"/>
                  </a:lnTo>
                  <a:lnTo>
                    <a:pt x="155" y="21"/>
                  </a:lnTo>
                  <a:lnTo>
                    <a:pt x="155" y="23"/>
                  </a:lnTo>
                  <a:lnTo>
                    <a:pt x="159" y="25"/>
                  </a:lnTo>
                  <a:lnTo>
                    <a:pt x="171" y="31"/>
                  </a:lnTo>
                  <a:lnTo>
                    <a:pt x="171" y="33"/>
                  </a:lnTo>
                  <a:lnTo>
                    <a:pt x="171" y="37"/>
                  </a:lnTo>
                  <a:lnTo>
                    <a:pt x="171" y="43"/>
                  </a:lnTo>
                  <a:lnTo>
                    <a:pt x="171" y="45"/>
                  </a:lnTo>
                  <a:lnTo>
                    <a:pt x="169" y="49"/>
                  </a:lnTo>
                  <a:lnTo>
                    <a:pt x="169" y="51"/>
                  </a:lnTo>
                  <a:lnTo>
                    <a:pt x="169" y="51"/>
                  </a:lnTo>
                  <a:lnTo>
                    <a:pt x="169" y="51"/>
                  </a:lnTo>
                  <a:lnTo>
                    <a:pt x="169" y="53"/>
                  </a:lnTo>
                  <a:lnTo>
                    <a:pt x="169" y="53"/>
                  </a:lnTo>
                  <a:lnTo>
                    <a:pt x="169" y="55"/>
                  </a:lnTo>
                  <a:lnTo>
                    <a:pt x="169" y="55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7" y="57"/>
                  </a:lnTo>
                  <a:lnTo>
                    <a:pt x="165" y="59"/>
                  </a:lnTo>
                  <a:lnTo>
                    <a:pt x="165" y="59"/>
                  </a:lnTo>
                  <a:lnTo>
                    <a:pt x="165" y="59"/>
                  </a:lnTo>
                  <a:lnTo>
                    <a:pt x="165" y="59"/>
                  </a:lnTo>
                  <a:lnTo>
                    <a:pt x="165" y="60"/>
                  </a:lnTo>
                  <a:lnTo>
                    <a:pt x="165" y="60"/>
                  </a:lnTo>
                  <a:lnTo>
                    <a:pt x="165" y="60"/>
                  </a:lnTo>
                  <a:lnTo>
                    <a:pt x="165" y="62"/>
                  </a:lnTo>
                  <a:lnTo>
                    <a:pt x="165" y="62"/>
                  </a:lnTo>
                  <a:lnTo>
                    <a:pt x="165" y="62"/>
                  </a:lnTo>
                  <a:lnTo>
                    <a:pt x="169" y="66"/>
                  </a:lnTo>
                  <a:lnTo>
                    <a:pt x="169" y="66"/>
                  </a:lnTo>
                  <a:lnTo>
                    <a:pt x="169" y="68"/>
                  </a:lnTo>
                  <a:lnTo>
                    <a:pt x="167" y="68"/>
                  </a:lnTo>
                  <a:lnTo>
                    <a:pt x="167" y="66"/>
                  </a:lnTo>
                  <a:lnTo>
                    <a:pt x="165" y="66"/>
                  </a:lnTo>
                  <a:lnTo>
                    <a:pt x="165" y="68"/>
                  </a:lnTo>
                  <a:lnTo>
                    <a:pt x="165" y="68"/>
                  </a:lnTo>
                  <a:lnTo>
                    <a:pt x="165" y="68"/>
                  </a:lnTo>
                  <a:lnTo>
                    <a:pt x="165" y="68"/>
                  </a:lnTo>
                  <a:lnTo>
                    <a:pt x="165" y="68"/>
                  </a:lnTo>
                  <a:lnTo>
                    <a:pt x="169" y="70"/>
                  </a:lnTo>
                  <a:lnTo>
                    <a:pt x="169" y="70"/>
                  </a:lnTo>
                  <a:lnTo>
                    <a:pt x="169" y="70"/>
                  </a:lnTo>
                  <a:lnTo>
                    <a:pt x="169" y="70"/>
                  </a:lnTo>
                  <a:lnTo>
                    <a:pt x="169" y="70"/>
                  </a:lnTo>
                  <a:lnTo>
                    <a:pt x="171" y="70"/>
                  </a:lnTo>
                  <a:lnTo>
                    <a:pt x="171" y="74"/>
                  </a:lnTo>
                  <a:lnTo>
                    <a:pt x="172" y="74"/>
                  </a:lnTo>
                  <a:lnTo>
                    <a:pt x="171" y="74"/>
                  </a:lnTo>
                  <a:lnTo>
                    <a:pt x="169" y="78"/>
                  </a:lnTo>
                  <a:lnTo>
                    <a:pt x="169" y="78"/>
                  </a:lnTo>
                  <a:lnTo>
                    <a:pt x="167" y="78"/>
                  </a:lnTo>
                  <a:lnTo>
                    <a:pt x="157" y="84"/>
                  </a:lnTo>
                  <a:lnTo>
                    <a:pt x="155" y="84"/>
                  </a:lnTo>
                  <a:lnTo>
                    <a:pt x="155" y="86"/>
                  </a:lnTo>
                  <a:lnTo>
                    <a:pt x="155" y="86"/>
                  </a:lnTo>
                  <a:lnTo>
                    <a:pt x="155" y="86"/>
                  </a:lnTo>
                  <a:lnTo>
                    <a:pt x="155" y="88"/>
                  </a:lnTo>
                  <a:lnTo>
                    <a:pt x="153" y="90"/>
                  </a:lnTo>
                  <a:lnTo>
                    <a:pt x="153" y="94"/>
                  </a:lnTo>
                  <a:lnTo>
                    <a:pt x="151" y="102"/>
                  </a:lnTo>
                  <a:lnTo>
                    <a:pt x="151" y="104"/>
                  </a:lnTo>
                  <a:lnTo>
                    <a:pt x="151" y="106"/>
                  </a:lnTo>
                  <a:lnTo>
                    <a:pt x="149" y="108"/>
                  </a:lnTo>
                  <a:lnTo>
                    <a:pt x="149" y="112"/>
                  </a:lnTo>
                  <a:lnTo>
                    <a:pt x="149" y="113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47" y="117"/>
                  </a:lnTo>
                  <a:lnTo>
                    <a:pt x="145" y="119"/>
                  </a:lnTo>
                  <a:lnTo>
                    <a:pt x="145" y="119"/>
                  </a:lnTo>
                  <a:lnTo>
                    <a:pt x="145" y="123"/>
                  </a:lnTo>
                  <a:lnTo>
                    <a:pt x="145" y="123"/>
                  </a:lnTo>
                  <a:lnTo>
                    <a:pt x="145" y="123"/>
                  </a:lnTo>
                  <a:lnTo>
                    <a:pt x="147" y="125"/>
                  </a:lnTo>
                  <a:lnTo>
                    <a:pt x="167" y="135"/>
                  </a:lnTo>
                  <a:lnTo>
                    <a:pt x="167" y="135"/>
                  </a:lnTo>
                  <a:lnTo>
                    <a:pt x="167" y="135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3" y="149"/>
                  </a:lnTo>
                  <a:lnTo>
                    <a:pt x="163" y="149"/>
                  </a:lnTo>
                  <a:lnTo>
                    <a:pt x="163" y="149"/>
                  </a:lnTo>
                  <a:lnTo>
                    <a:pt x="163" y="149"/>
                  </a:lnTo>
                  <a:lnTo>
                    <a:pt x="163" y="149"/>
                  </a:lnTo>
                  <a:lnTo>
                    <a:pt x="165" y="147"/>
                  </a:lnTo>
                  <a:lnTo>
                    <a:pt x="165" y="147"/>
                  </a:lnTo>
                  <a:lnTo>
                    <a:pt x="165" y="147"/>
                  </a:lnTo>
                  <a:lnTo>
                    <a:pt x="165" y="149"/>
                  </a:lnTo>
                  <a:lnTo>
                    <a:pt x="167" y="151"/>
                  </a:lnTo>
                  <a:lnTo>
                    <a:pt x="169" y="151"/>
                  </a:lnTo>
                  <a:lnTo>
                    <a:pt x="169" y="153"/>
                  </a:lnTo>
                  <a:lnTo>
                    <a:pt x="171" y="153"/>
                  </a:lnTo>
                  <a:lnTo>
                    <a:pt x="171" y="153"/>
                  </a:lnTo>
                  <a:lnTo>
                    <a:pt x="171" y="155"/>
                  </a:lnTo>
                  <a:lnTo>
                    <a:pt x="171" y="155"/>
                  </a:lnTo>
                  <a:lnTo>
                    <a:pt x="171" y="157"/>
                  </a:lnTo>
                  <a:lnTo>
                    <a:pt x="171" y="157"/>
                  </a:lnTo>
                  <a:lnTo>
                    <a:pt x="171" y="157"/>
                  </a:lnTo>
                  <a:lnTo>
                    <a:pt x="171" y="159"/>
                  </a:lnTo>
                  <a:lnTo>
                    <a:pt x="178" y="161"/>
                  </a:lnTo>
                  <a:lnTo>
                    <a:pt x="178" y="161"/>
                  </a:lnTo>
                  <a:lnTo>
                    <a:pt x="178" y="163"/>
                  </a:lnTo>
                  <a:lnTo>
                    <a:pt x="176" y="165"/>
                  </a:lnTo>
                  <a:lnTo>
                    <a:pt x="174" y="170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4"/>
                  </a:lnTo>
                  <a:lnTo>
                    <a:pt x="172" y="174"/>
                  </a:lnTo>
                  <a:lnTo>
                    <a:pt x="174" y="174"/>
                  </a:lnTo>
                  <a:lnTo>
                    <a:pt x="176" y="176"/>
                  </a:lnTo>
                  <a:lnTo>
                    <a:pt x="178" y="178"/>
                  </a:lnTo>
                  <a:lnTo>
                    <a:pt x="180" y="178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84" y="178"/>
                  </a:lnTo>
                  <a:lnTo>
                    <a:pt x="184" y="178"/>
                  </a:lnTo>
                  <a:lnTo>
                    <a:pt x="186" y="172"/>
                  </a:lnTo>
                  <a:lnTo>
                    <a:pt x="188" y="168"/>
                  </a:lnTo>
                  <a:lnTo>
                    <a:pt x="188" y="168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8" y="165"/>
                  </a:lnTo>
                  <a:lnTo>
                    <a:pt x="192" y="159"/>
                  </a:lnTo>
                  <a:lnTo>
                    <a:pt x="192" y="159"/>
                  </a:lnTo>
                  <a:lnTo>
                    <a:pt x="192" y="159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90" y="155"/>
                  </a:lnTo>
                  <a:lnTo>
                    <a:pt x="196" y="147"/>
                  </a:lnTo>
                  <a:lnTo>
                    <a:pt x="196" y="145"/>
                  </a:lnTo>
                  <a:lnTo>
                    <a:pt x="196" y="145"/>
                  </a:lnTo>
                  <a:lnTo>
                    <a:pt x="198" y="145"/>
                  </a:lnTo>
                  <a:lnTo>
                    <a:pt x="198" y="145"/>
                  </a:lnTo>
                  <a:lnTo>
                    <a:pt x="206" y="145"/>
                  </a:lnTo>
                  <a:lnTo>
                    <a:pt x="206" y="145"/>
                  </a:lnTo>
                  <a:lnTo>
                    <a:pt x="206" y="145"/>
                  </a:lnTo>
                  <a:lnTo>
                    <a:pt x="206" y="145"/>
                  </a:lnTo>
                  <a:lnTo>
                    <a:pt x="204" y="139"/>
                  </a:lnTo>
                  <a:lnTo>
                    <a:pt x="204" y="139"/>
                  </a:lnTo>
                  <a:lnTo>
                    <a:pt x="204" y="139"/>
                  </a:lnTo>
                  <a:lnTo>
                    <a:pt x="204" y="139"/>
                  </a:lnTo>
                  <a:lnTo>
                    <a:pt x="204" y="139"/>
                  </a:lnTo>
                  <a:lnTo>
                    <a:pt x="204" y="137"/>
                  </a:lnTo>
                  <a:lnTo>
                    <a:pt x="206" y="137"/>
                  </a:lnTo>
                  <a:lnTo>
                    <a:pt x="206" y="137"/>
                  </a:lnTo>
                  <a:lnTo>
                    <a:pt x="208" y="137"/>
                  </a:lnTo>
                  <a:lnTo>
                    <a:pt x="214" y="141"/>
                  </a:lnTo>
                  <a:lnTo>
                    <a:pt x="216" y="143"/>
                  </a:lnTo>
                  <a:lnTo>
                    <a:pt x="216" y="141"/>
                  </a:lnTo>
                  <a:lnTo>
                    <a:pt x="216" y="141"/>
                  </a:lnTo>
                  <a:lnTo>
                    <a:pt x="218" y="139"/>
                  </a:lnTo>
                  <a:lnTo>
                    <a:pt x="218" y="139"/>
                  </a:lnTo>
                  <a:lnTo>
                    <a:pt x="218" y="139"/>
                  </a:lnTo>
                  <a:lnTo>
                    <a:pt x="218" y="139"/>
                  </a:lnTo>
                  <a:lnTo>
                    <a:pt x="223" y="137"/>
                  </a:lnTo>
                  <a:lnTo>
                    <a:pt x="223" y="137"/>
                  </a:lnTo>
                  <a:lnTo>
                    <a:pt x="227" y="139"/>
                  </a:lnTo>
                  <a:lnTo>
                    <a:pt x="233" y="139"/>
                  </a:lnTo>
                  <a:lnTo>
                    <a:pt x="235" y="139"/>
                  </a:lnTo>
                  <a:lnTo>
                    <a:pt x="239" y="141"/>
                  </a:lnTo>
                  <a:lnTo>
                    <a:pt x="239" y="141"/>
                  </a:lnTo>
                  <a:lnTo>
                    <a:pt x="241" y="141"/>
                  </a:lnTo>
                  <a:lnTo>
                    <a:pt x="241" y="141"/>
                  </a:lnTo>
                  <a:lnTo>
                    <a:pt x="241" y="139"/>
                  </a:lnTo>
                  <a:lnTo>
                    <a:pt x="243" y="139"/>
                  </a:lnTo>
                  <a:lnTo>
                    <a:pt x="243" y="139"/>
                  </a:lnTo>
                  <a:lnTo>
                    <a:pt x="243" y="137"/>
                  </a:lnTo>
                  <a:lnTo>
                    <a:pt x="245" y="137"/>
                  </a:lnTo>
                  <a:lnTo>
                    <a:pt x="247" y="135"/>
                  </a:lnTo>
                  <a:lnTo>
                    <a:pt x="253" y="131"/>
                  </a:lnTo>
                  <a:lnTo>
                    <a:pt x="255" y="129"/>
                  </a:lnTo>
                  <a:lnTo>
                    <a:pt x="255" y="129"/>
                  </a:lnTo>
                  <a:lnTo>
                    <a:pt x="255" y="127"/>
                  </a:lnTo>
                  <a:lnTo>
                    <a:pt x="259" y="129"/>
                  </a:lnTo>
                  <a:lnTo>
                    <a:pt x="261" y="129"/>
                  </a:lnTo>
                  <a:lnTo>
                    <a:pt x="265" y="133"/>
                  </a:lnTo>
                  <a:lnTo>
                    <a:pt x="265" y="135"/>
                  </a:lnTo>
                  <a:lnTo>
                    <a:pt x="265" y="135"/>
                  </a:lnTo>
                  <a:lnTo>
                    <a:pt x="267" y="137"/>
                  </a:lnTo>
                  <a:lnTo>
                    <a:pt x="267" y="137"/>
                  </a:lnTo>
                  <a:lnTo>
                    <a:pt x="267" y="139"/>
                  </a:lnTo>
                  <a:lnTo>
                    <a:pt x="267" y="139"/>
                  </a:lnTo>
                  <a:lnTo>
                    <a:pt x="267" y="141"/>
                  </a:lnTo>
                  <a:lnTo>
                    <a:pt x="267" y="141"/>
                  </a:lnTo>
                  <a:lnTo>
                    <a:pt x="269" y="143"/>
                  </a:lnTo>
                  <a:lnTo>
                    <a:pt x="271" y="143"/>
                  </a:lnTo>
                  <a:lnTo>
                    <a:pt x="271" y="143"/>
                  </a:lnTo>
                  <a:lnTo>
                    <a:pt x="272" y="143"/>
                  </a:lnTo>
                  <a:lnTo>
                    <a:pt x="274" y="141"/>
                  </a:lnTo>
                  <a:lnTo>
                    <a:pt x="276" y="139"/>
                  </a:lnTo>
                  <a:lnTo>
                    <a:pt x="276" y="139"/>
                  </a:lnTo>
                  <a:lnTo>
                    <a:pt x="276" y="139"/>
                  </a:lnTo>
                  <a:lnTo>
                    <a:pt x="286" y="133"/>
                  </a:lnTo>
                  <a:lnTo>
                    <a:pt x="286" y="133"/>
                  </a:lnTo>
                  <a:lnTo>
                    <a:pt x="286" y="131"/>
                  </a:lnTo>
                  <a:lnTo>
                    <a:pt x="286" y="131"/>
                  </a:lnTo>
                  <a:lnTo>
                    <a:pt x="288" y="129"/>
                  </a:lnTo>
                  <a:lnTo>
                    <a:pt x="290" y="127"/>
                  </a:lnTo>
                  <a:lnTo>
                    <a:pt x="292" y="123"/>
                  </a:lnTo>
                  <a:lnTo>
                    <a:pt x="294" y="123"/>
                  </a:lnTo>
                  <a:lnTo>
                    <a:pt x="298" y="119"/>
                  </a:lnTo>
                  <a:lnTo>
                    <a:pt x="300" y="119"/>
                  </a:lnTo>
                  <a:lnTo>
                    <a:pt x="302" y="119"/>
                  </a:lnTo>
                  <a:lnTo>
                    <a:pt x="302" y="121"/>
                  </a:lnTo>
                  <a:lnTo>
                    <a:pt x="310" y="129"/>
                  </a:lnTo>
                  <a:lnTo>
                    <a:pt x="314" y="133"/>
                  </a:lnTo>
                  <a:lnTo>
                    <a:pt x="349" y="147"/>
                  </a:lnTo>
                  <a:lnTo>
                    <a:pt x="351" y="147"/>
                  </a:lnTo>
                  <a:lnTo>
                    <a:pt x="353" y="145"/>
                  </a:lnTo>
                  <a:lnTo>
                    <a:pt x="355" y="145"/>
                  </a:lnTo>
                  <a:lnTo>
                    <a:pt x="355" y="147"/>
                  </a:lnTo>
                  <a:lnTo>
                    <a:pt x="357" y="149"/>
                  </a:lnTo>
                  <a:lnTo>
                    <a:pt x="359" y="151"/>
                  </a:lnTo>
                  <a:lnTo>
                    <a:pt x="359" y="151"/>
                  </a:lnTo>
                  <a:lnTo>
                    <a:pt x="359" y="163"/>
                  </a:lnTo>
                  <a:lnTo>
                    <a:pt x="359" y="165"/>
                  </a:lnTo>
                  <a:lnTo>
                    <a:pt x="359" y="165"/>
                  </a:lnTo>
                  <a:lnTo>
                    <a:pt x="359" y="166"/>
                  </a:lnTo>
                  <a:lnTo>
                    <a:pt x="357" y="168"/>
                  </a:lnTo>
                  <a:lnTo>
                    <a:pt x="355" y="176"/>
                  </a:lnTo>
                  <a:lnTo>
                    <a:pt x="353" y="178"/>
                  </a:lnTo>
                  <a:lnTo>
                    <a:pt x="351" y="182"/>
                  </a:lnTo>
                  <a:lnTo>
                    <a:pt x="349" y="186"/>
                  </a:lnTo>
                  <a:lnTo>
                    <a:pt x="345" y="186"/>
                  </a:lnTo>
                  <a:lnTo>
                    <a:pt x="341" y="186"/>
                  </a:lnTo>
                  <a:lnTo>
                    <a:pt x="341" y="186"/>
                  </a:lnTo>
                  <a:lnTo>
                    <a:pt x="341" y="186"/>
                  </a:lnTo>
                  <a:lnTo>
                    <a:pt x="337" y="194"/>
                  </a:lnTo>
                  <a:lnTo>
                    <a:pt x="335" y="198"/>
                  </a:lnTo>
                  <a:lnTo>
                    <a:pt x="333" y="200"/>
                  </a:lnTo>
                  <a:lnTo>
                    <a:pt x="331" y="204"/>
                  </a:lnTo>
                  <a:lnTo>
                    <a:pt x="331" y="204"/>
                  </a:lnTo>
                  <a:lnTo>
                    <a:pt x="327" y="208"/>
                  </a:lnTo>
                  <a:lnTo>
                    <a:pt x="325" y="208"/>
                  </a:lnTo>
                  <a:lnTo>
                    <a:pt x="325" y="210"/>
                  </a:lnTo>
                  <a:lnTo>
                    <a:pt x="323" y="214"/>
                  </a:lnTo>
                  <a:lnTo>
                    <a:pt x="323" y="214"/>
                  </a:lnTo>
                  <a:lnTo>
                    <a:pt x="325" y="225"/>
                  </a:lnTo>
                  <a:lnTo>
                    <a:pt x="325" y="225"/>
                  </a:lnTo>
                  <a:lnTo>
                    <a:pt x="327" y="227"/>
                  </a:lnTo>
                  <a:lnTo>
                    <a:pt x="327" y="227"/>
                  </a:lnTo>
                  <a:lnTo>
                    <a:pt x="329" y="229"/>
                  </a:lnTo>
                  <a:lnTo>
                    <a:pt x="329" y="229"/>
                  </a:lnTo>
                  <a:lnTo>
                    <a:pt x="331" y="229"/>
                  </a:lnTo>
                  <a:lnTo>
                    <a:pt x="331" y="229"/>
                  </a:lnTo>
                  <a:lnTo>
                    <a:pt x="339" y="237"/>
                  </a:lnTo>
                  <a:lnTo>
                    <a:pt x="339" y="237"/>
                  </a:lnTo>
                  <a:lnTo>
                    <a:pt x="339" y="235"/>
                  </a:lnTo>
                  <a:lnTo>
                    <a:pt x="339" y="233"/>
                  </a:lnTo>
                  <a:lnTo>
                    <a:pt x="339" y="233"/>
                  </a:lnTo>
                  <a:lnTo>
                    <a:pt x="339" y="233"/>
                  </a:lnTo>
                  <a:lnTo>
                    <a:pt x="339" y="233"/>
                  </a:lnTo>
                  <a:lnTo>
                    <a:pt x="341" y="233"/>
                  </a:lnTo>
                  <a:lnTo>
                    <a:pt x="341" y="233"/>
                  </a:lnTo>
                  <a:lnTo>
                    <a:pt x="343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45" y="237"/>
                  </a:lnTo>
                  <a:lnTo>
                    <a:pt x="345" y="237"/>
                  </a:lnTo>
                  <a:lnTo>
                    <a:pt x="345" y="237"/>
                  </a:lnTo>
                  <a:lnTo>
                    <a:pt x="345" y="239"/>
                  </a:lnTo>
                  <a:lnTo>
                    <a:pt x="345" y="239"/>
                  </a:lnTo>
                  <a:lnTo>
                    <a:pt x="345" y="239"/>
                  </a:lnTo>
                  <a:lnTo>
                    <a:pt x="345" y="239"/>
                  </a:lnTo>
                  <a:lnTo>
                    <a:pt x="343" y="239"/>
                  </a:lnTo>
                  <a:lnTo>
                    <a:pt x="343" y="241"/>
                  </a:lnTo>
                  <a:lnTo>
                    <a:pt x="343" y="241"/>
                  </a:lnTo>
                  <a:lnTo>
                    <a:pt x="343" y="243"/>
                  </a:lnTo>
                  <a:lnTo>
                    <a:pt x="343" y="243"/>
                  </a:lnTo>
                  <a:lnTo>
                    <a:pt x="343" y="243"/>
                  </a:lnTo>
                  <a:lnTo>
                    <a:pt x="341" y="243"/>
                  </a:lnTo>
                  <a:lnTo>
                    <a:pt x="339" y="243"/>
                  </a:lnTo>
                  <a:lnTo>
                    <a:pt x="339" y="243"/>
                  </a:lnTo>
                  <a:lnTo>
                    <a:pt x="339" y="243"/>
                  </a:lnTo>
                  <a:lnTo>
                    <a:pt x="339" y="243"/>
                  </a:lnTo>
                  <a:lnTo>
                    <a:pt x="339" y="243"/>
                  </a:lnTo>
                  <a:lnTo>
                    <a:pt x="339" y="245"/>
                  </a:lnTo>
                  <a:lnTo>
                    <a:pt x="337" y="245"/>
                  </a:lnTo>
                  <a:lnTo>
                    <a:pt x="337" y="245"/>
                  </a:lnTo>
                  <a:lnTo>
                    <a:pt x="337" y="247"/>
                  </a:lnTo>
                  <a:lnTo>
                    <a:pt x="335" y="249"/>
                  </a:lnTo>
                  <a:lnTo>
                    <a:pt x="335" y="249"/>
                  </a:lnTo>
                  <a:lnTo>
                    <a:pt x="335" y="251"/>
                  </a:lnTo>
                  <a:lnTo>
                    <a:pt x="335" y="251"/>
                  </a:lnTo>
                  <a:lnTo>
                    <a:pt x="335" y="253"/>
                  </a:lnTo>
                  <a:lnTo>
                    <a:pt x="335" y="253"/>
                  </a:lnTo>
                  <a:lnTo>
                    <a:pt x="335" y="255"/>
                  </a:lnTo>
                  <a:lnTo>
                    <a:pt x="337" y="255"/>
                  </a:lnTo>
                  <a:lnTo>
                    <a:pt x="337" y="257"/>
                  </a:lnTo>
                  <a:lnTo>
                    <a:pt x="337" y="259"/>
                  </a:lnTo>
                  <a:lnTo>
                    <a:pt x="337" y="259"/>
                  </a:lnTo>
                  <a:lnTo>
                    <a:pt x="337" y="259"/>
                  </a:lnTo>
                  <a:lnTo>
                    <a:pt x="339" y="261"/>
                  </a:lnTo>
                  <a:lnTo>
                    <a:pt x="339" y="261"/>
                  </a:lnTo>
                  <a:lnTo>
                    <a:pt x="339" y="261"/>
                  </a:lnTo>
                  <a:lnTo>
                    <a:pt x="341" y="263"/>
                  </a:lnTo>
                  <a:lnTo>
                    <a:pt x="341" y="263"/>
                  </a:lnTo>
                  <a:lnTo>
                    <a:pt x="341" y="263"/>
                  </a:lnTo>
                  <a:lnTo>
                    <a:pt x="341" y="263"/>
                  </a:lnTo>
                  <a:lnTo>
                    <a:pt x="341" y="265"/>
                  </a:lnTo>
                  <a:lnTo>
                    <a:pt x="339" y="265"/>
                  </a:lnTo>
                  <a:lnTo>
                    <a:pt x="337" y="265"/>
                  </a:lnTo>
                  <a:lnTo>
                    <a:pt x="335" y="267"/>
                  </a:lnTo>
                  <a:lnTo>
                    <a:pt x="333" y="267"/>
                  </a:lnTo>
                  <a:lnTo>
                    <a:pt x="333" y="267"/>
                  </a:lnTo>
                  <a:lnTo>
                    <a:pt x="331" y="269"/>
                  </a:lnTo>
                  <a:lnTo>
                    <a:pt x="331" y="269"/>
                  </a:lnTo>
                  <a:lnTo>
                    <a:pt x="331" y="269"/>
                  </a:lnTo>
                  <a:lnTo>
                    <a:pt x="331" y="271"/>
                  </a:lnTo>
                  <a:lnTo>
                    <a:pt x="331" y="273"/>
                  </a:lnTo>
                  <a:lnTo>
                    <a:pt x="331" y="273"/>
                  </a:lnTo>
                  <a:lnTo>
                    <a:pt x="327" y="274"/>
                  </a:lnTo>
                  <a:lnTo>
                    <a:pt x="327" y="274"/>
                  </a:lnTo>
                  <a:lnTo>
                    <a:pt x="327" y="276"/>
                  </a:lnTo>
                  <a:lnTo>
                    <a:pt x="327" y="282"/>
                  </a:lnTo>
                  <a:lnTo>
                    <a:pt x="327" y="284"/>
                  </a:lnTo>
                  <a:lnTo>
                    <a:pt x="327" y="284"/>
                  </a:lnTo>
                  <a:lnTo>
                    <a:pt x="327" y="288"/>
                  </a:lnTo>
                  <a:lnTo>
                    <a:pt x="322" y="288"/>
                  </a:lnTo>
                  <a:lnTo>
                    <a:pt x="316" y="284"/>
                  </a:lnTo>
                  <a:lnTo>
                    <a:pt x="316" y="284"/>
                  </a:lnTo>
                  <a:lnTo>
                    <a:pt x="316" y="284"/>
                  </a:lnTo>
                  <a:lnTo>
                    <a:pt x="314" y="286"/>
                  </a:lnTo>
                  <a:lnTo>
                    <a:pt x="314" y="286"/>
                  </a:lnTo>
                  <a:lnTo>
                    <a:pt x="312" y="286"/>
                  </a:lnTo>
                  <a:lnTo>
                    <a:pt x="312" y="286"/>
                  </a:lnTo>
                  <a:lnTo>
                    <a:pt x="312" y="286"/>
                  </a:lnTo>
                  <a:lnTo>
                    <a:pt x="312" y="286"/>
                  </a:lnTo>
                  <a:lnTo>
                    <a:pt x="310" y="286"/>
                  </a:lnTo>
                  <a:lnTo>
                    <a:pt x="310" y="286"/>
                  </a:lnTo>
                  <a:lnTo>
                    <a:pt x="310" y="286"/>
                  </a:lnTo>
                  <a:lnTo>
                    <a:pt x="310" y="286"/>
                  </a:lnTo>
                  <a:lnTo>
                    <a:pt x="308" y="288"/>
                  </a:lnTo>
                  <a:lnTo>
                    <a:pt x="308" y="288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06" y="284"/>
                  </a:lnTo>
                  <a:lnTo>
                    <a:pt x="304" y="282"/>
                  </a:lnTo>
                  <a:lnTo>
                    <a:pt x="304" y="282"/>
                  </a:lnTo>
                  <a:lnTo>
                    <a:pt x="304" y="282"/>
                  </a:lnTo>
                  <a:lnTo>
                    <a:pt x="304" y="280"/>
                  </a:lnTo>
                  <a:lnTo>
                    <a:pt x="304" y="280"/>
                  </a:lnTo>
                  <a:lnTo>
                    <a:pt x="304" y="280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302" y="278"/>
                  </a:lnTo>
                  <a:lnTo>
                    <a:pt x="302" y="278"/>
                  </a:lnTo>
                  <a:lnTo>
                    <a:pt x="302" y="276"/>
                  </a:lnTo>
                  <a:lnTo>
                    <a:pt x="302" y="276"/>
                  </a:lnTo>
                  <a:lnTo>
                    <a:pt x="302" y="276"/>
                  </a:lnTo>
                  <a:lnTo>
                    <a:pt x="302" y="276"/>
                  </a:lnTo>
                  <a:lnTo>
                    <a:pt x="302" y="274"/>
                  </a:lnTo>
                  <a:lnTo>
                    <a:pt x="302" y="274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298" y="273"/>
                  </a:lnTo>
                  <a:lnTo>
                    <a:pt x="294" y="271"/>
                  </a:lnTo>
                  <a:lnTo>
                    <a:pt x="294" y="273"/>
                  </a:lnTo>
                  <a:lnTo>
                    <a:pt x="294" y="273"/>
                  </a:lnTo>
                  <a:lnTo>
                    <a:pt x="292" y="273"/>
                  </a:lnTo>
                  <a:lnTo>
                    <a:pt x="290" y="280"/>
                  </a:lnTo>
                  <a:lnTo>
                    <a:pt x="272" y="273"/>
                  </a:lnTo>
                  <a:lnTo>
                    <a:pt x="269" y="271"/>
                  </a:lnTo>
                  <a:lnTo>
                    <a:pt x="267" y="269"/>
                  </a:lnTo>
                  <a:lnTo>
                    <a:pt x="267" y="269"/>
                  </a:lnTo>
                  <a:lnTo>
                    <a:pt x="267" y="269"/>
                  </a:lnTo>
                  <a:lnTo>
                    <a:pt x="267" y="269"/>
                  </a:lnTo>
                  <a:lnTo>
                    <a:pt x="263" y="267"/>
                  </a:lnTo>
                  <a:lnTo>
                    <a:pt x="263" y="267"/>
                  </a:lnTo>
                  <a:lnTo>
                    <a:pt x="263" y="265"/>
                  </a:lnTo>
                  <a:lnTo>
                    <a:pt x="263" y="265"/>
                  </a:lnTo>
                  <a:lnTo>
                    <a:pt x="261" y="267"/>
                  </a:lnTo>
                  <a:lnTo>
                    <a:pt x="261" y="267"/>
                  </a:lnTo>
                  <a:lnTo>
                    <a:pt x="259" y="267"/>
                  </a:lnTo>
                  <a:lnTo>
                    <a:pt x="255" y="265"/>
                  </a:lnTo>
                  <a:lnTo>
                    <a:pt x="253" y="265"/>
                  </a:lnTo>
                  <a:lnTo>
                    <a:pt x="245" y="271"/>
                  </a:lnTo>
                  <a:lnTo>
                    <a:pt x="245" y="271"/>
                  </a:lnTo>
                  <a:lnTo>
                    <a:pt x="245" y="271"/>
                  </a:lnTo>
                  <a:lnTo>
                    <a:pt x="243" y="273"/>
                  </a:lnTo>
                  <a:lnTo>
                    <a:pt x="243" y="273"/>
                  </a:lnTo>
                  <a:lnTo>
                    <a:pt x="243" y="274"/>
                  </a:lnTo>
                  <a:lnTo>
                    <a:pt x="243" y="276"/>
                  </a:lnTo>
                  <a:lnTo>
                    <a:pt x="243" y="276"/>
                  </a:lnTo>
                  <a:lnTo>
                    <a:pt x="239" y="278"/>
                  </a:lnTo>
                  <a:lnTo>
                    <a:pt x="239" y="278"/>
                  </a:lnTo>
                  <a:lnTo>
                    <a:pt x="239" y="280"/>
                  </a:lnTo>
                  <a:lnTo>
                    <a:pt x="239" y="280"/>
                  </a:lnTo>
                  <a:lnTo>
                    <a:pt x="237" y="280"/>
                  </a:lnTo>
                  <a:lnTo>
                    <a:pt x="237" y="282"/>
                  </a:lnTo>
                  <a:lnTo>
                    <a:pt x="235" y="282"/>
                  </a:lnTo>
                  <a:lnTo>
                    <a:pt x="235" y="282"/>
                  </a:lnTo>
                  <a:lnTo>
                    <a:pt x="235" y="284"/>
                  </a:lnTo>
                  <a:lnTo>
                    <a:pt x="235" y="284"/>
                  </a:lnTo>
                  <a:lnTo>
                    <a:pt x="235" y="284"/>
                  </a:lnTo>
                  <a:lnTo>
                    <a:pt x="235" y="284"/>
                  </a:lnTo>
                  <a:lnTo>
                    <a:pt x="235" y="286"/>
                  </a:lnTo>
                  <a:lnTo>
                    <a:pt x="235" y="286"/>
                  </a:lnTo>
                  <a:lnTo>
                    <a:pt x="235" y="288"/>
                  </a:lnTo>
                  <a:lnTo>
                    <a:pt x="235" y="288"/>
                  </a:lnTo>
                  <a:lnTo>
                    <a:pt x="237" y="288"/>
                  </a:lnTo>
                  <a:lnTo>
                    <a:pt x="237" y="288"/>
                  </a:lnTo>
                  <a:lnTo>
                    <a:pt x="239" y="288"/>
                  </a:lnTo>
                  <a:lnTo>
                    <a:pt x="239" y="288"/>
                  </a:lnTo>
                  <a:lnTo>
                    <a:pt x="239" y="292"/>
                  </a:lnTo>
                  <a:lnTo>
                    <a:pt x="239" y="292"/>
                  </a:lnTo>
                  <a:lnTo>
                    <a:pt x="239" y="294"/>
                  </a:lnTo>
                  <a:lnTo>
                    <a:pt x="237" y="294"/>
                  </a:lnTo>
                  <a:lnTo>
                    <a:pt x="237" y="296"/>
                  </a:lnTo>
                  <a:lnTo>
                    <a:pt x="237" y="296"/>
                  </a:lnTo>
                  <a:lnTo>
                    <a:pt x="237" y="296"/>
                  </a:lnTo>
                  <a:lnTo>
                    <a:pt x="237" y="296"/>
                  </a:lnTo>
                  <a:lnTo>
                    <a:pt x="237" y="298"/>
                  </a:lnTo>
                  <a:lnTo>
                    <a:pt x="237" y="298"/>
                  </a:lnTo>
                  <a:lnTo>
                    <a:pt x="237" y="298"/>
                  </a:lnTo>
                  <a:lnTo>
                    <a:pt x="239" y="302"/>
                  </a:lnTo>
                  <a:lnTo>
                    <a:pt x="239" y="302"/>
                  </a:lnTo>
                  <a:lnTo>
                    <a:pt x="239" y="302"/>
                  </a:lnTo>
                  <a:lnTo>
                    <a:pt x="239" y="302"/>
                  </a:lnTo>
                  <a:lnTo>
                    <a:pt x="239" y="304"/>
                  </a:lnTo>
                  <a:lnTo>
                    <a:pt x="237" y="306"/>
                  </a:lnTo>
                  <a:lnTo>
                    <a:pt x="237" y="306"/>
                  </a:lnTo>
                  <a:lnTo>
                    <a:pt x="235" y="306"/>
                  </a:lnTo>
                  <a:lnTo>
                    <a:pt x="235" y="306"/>
                  </a:lnTo>
                  <a:lnTo>
                    <a:pt x="235" y="308"/>
                  </a:lnTo>
                  <a:lnTo>
                    <a:pt x="235" y="308"/>
                  </a:lnTo>
                  <a:lnTo>
                    <a:pt x="235" y="308"/>
                  </a:lnTo>
                  <a:lnTo>
                    <a:pt x="235" y="310"/>
                  </a:lnTo>
                  <a:lnTo>
                    <a:pt x="233" y="310"/>
                  </a:lnTo>
                  <a:lnTo>
                    <a:pt x="233" y="312"/>
                  </a:lnTo>
                  <a:lnTo>
                    <a:pt x="233" y="312"/>
                  </a:lnTo>
                  <a:lnTo>
                    <a:pt x="235" y="312"/>
                  </a:lnTo>
                  <a:lnTo>
                    <a:pt x="237" y="314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37" y="316"/>
                  </a:lnTo>
                  <a:lnTo>
                    <a:pt x="235" y="318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3" y="322"/>
                  </a:lnTo>
                  <a:lnTo>
                    <a:pt x="233" y="322"/>
                  </a:lnTo>
                  <a:lnTo>
                    <a:pt x="233" y="322"/>
                  </a:lnTo>
                  <a:lnTo>
                    <a:pt x="233" y="322"/>
                  </a:lnTo>
                  <a:lnTo>
                    <a:pt x="231" y="322"/>
                  </a:lnTo>
                  <a:lnTo>
                    <a:pt x="231" y="324"/>
                  </a:lnTo>
                  <a:lnTo>
                    <a:pt x="231" y="324"/>
                  </a:lnTo>
                  <a:lnTo>
                    <a:pt x="231" y="326"/>
                  </a:lnTo>
                  <a:lnTo>
                    <a:pt x="229" y="328"/>
                  </a:lnTo>
                  <a:lnTo>
                    <a:pt x="229" y="328"/>
                  </a:lnTo>
                  <a:lnTo>
                    <a:pt x="229" y="328"/>
                  </a:lnTo>
                  <a:lnTo>
                    <a:pt x="229" y="329"/>
                  </a:lnTo>
                  <a:lnTo>
                    <a:pt x="227" y="329"/>
                  </a:lnTo>
                  <a:lnTo>
                    <a:pt x="225" y="331"/>
                  </a:lnTo>
                  <a:lnTo>
                    <a:pt x="225" y="331"/>
                  </a:lnTo>
                  <a:lnTo>
                    <a:pt x="225" y="331"/>
                  </a:lnTo>
                  <a:lnTo>
                    <a:pt x="223" y="331"/>
                  </a:lnTo>
                  <a:lnTo>
                    <a:pt x="223" y="331"/>
                  </a:lnTo>
                  <a:lnTo>
                    <a:pt x="223" y="333"/>
                  </a:lnTo>
                  <a:lnTo>
                    <a:pt x="223" y="333"/>
                  </a:lnTo>
                  <a:lnTo>
                    <a:pt x="223" y="333"/>
                  </a:lnTo>
                  <a:lnTo>
                    <a:pt x="223" y="333"/>
                  </a:lnTo>
                  <a:lnTo>
                    <a:pt x="221" y="333"/>
                  </a:lnTo>
                  <a:lnTo>
                    <a:pt x="220" y="333"/>
                  </a:lnTo>
                  <a:lnTo>
                    <a:pt x="220" y="333"/>
                  </a:lnTo>
                  <a:lnTo>
                    <a:pt x="220" y="333"/>
                  </a:lnTo>
                  <a:lnTo>
                    <a:pt x="220" y="333"/>
                  </a:lnTo>
                  <a:lnTo>
                    <a:pt x="220" y="333"/>
                  </a:lnTo>
                  <a:lnTo>
                    <a:pt x="220" y="333"/>
                  </a:lnTo>
                  <a:lnTo>
                    <a:pt x="220" y="331"/>
                  </a:lnTo>
                  <a:lnTo>
                    <a:pt x="218" y="333"/>
                  </a:lnTo>
                  <a:lnTo>
                    <a:pt x="218" y="333"/>
                  </a:lnTo>
                  <a:lnTo>
                    <a:pt x="216" y="335"/>
                  </a:lnTo>
                  <a:lnTo>
                    <a:pt x="216" y="335"/>
                  </a:lnTo>
                  <a:lnTo>
                    <a:pt x="216" y="335"/>
                  </a:lnTo>
                  <a:lnTo>
                    <a:pt x="216" y="335"/>
                  </a:lnTo>
                  <a:lnTo>
                    <a:pt x="216" y="337"/>
                  </a:lnTo>
                  <a:lnTo>
                    <a:pt x="216" y="339"/>
                  </a:lnTo>
                  <a:lnTo>
                    <a:pt x="216" y="339"/>
                  </a:lnTo>
                  <a:lnTo>
                    <a:pt x="216" y="339"/>
                  </a:lnTo>
                  <a:lnTo>
                    <a:pt x="214" y="339"/>
                  </a:lnTo>
                  <a:lnTo>
                    <a:pt x="214" y="339"/>
                  </a:lnTo>
                  <a:lnTo>
                    <a:pt x="214" y="339"/>
                  </a:lnTo>
                  <a:lnTo>
                    <a:pt x="214" y="337"/>
                  </a:lnTo>
                  <a:lnTo>
                    <a:pt x="212" y="337"/>
                  </a:lnTo>
                  <a:lnTo>
                    <a:pt x="208" y="333"/>
                  </a:lnTo>
                  <a:lnTo>
                    <a:pt x="206" y="333"/>
                  </a:lnTo>
                  <a:lnTo>
                    <a:pt x="206" y="333"/>
                  </a:lnTo>
                  <a:lnTo>
                    <a:pt x="202" y="335"/>
                  </a:lnTo>
                  <a:lnTo>
                    <a:pt x="202" y="335"/>
                  </a:lnTo>
                  <a:lnTo>
                    <a:pt x="200" y="333"/>
                  </a:lnTo>
                  <a:lnTo>
                    <a:pt x="200" y="333"/>
                  </a:lnTo>
                  <a:lnTo>
                    <a:pt x="200" y="333"/>
                  </a:lnTo>
                  <a:lnTo>
                    <a:pt x="198" y="333"/>
                  </a:lnTo>
                  <a:lnTo>
                    <a:pt x="198" y="333"/>
                  </a:lnTo>
                  <a:lnTo>
                    <a:pt x="196" y="335"/>
                  </a:lnTo>
                  <a:lnTo>
                    <a:pt x="194" y="339"/>
                  </a:lnTo>
                  <a:lnTo>
                    <a:pt x="192" y="343"/>
                  </a:lnTo>
                  <a:lnTo>
                    <a:pt x="192" y="345"/>
                  </a:lnTo>
                  <a:lnTo>
                    <a:pt x="192" y="345"/>
                  </a:lnTo>
                  <a:lnTo>
                    <a:pt x="190" y="347"/>
                  </a:lnTo>
                  <a:lnTo>
                    <a:pt x="190" y="347"/>
                  </a:lnTo>
                  <a:lnTo>
                    <a:pt x="190" y="347"/>
                  </a:lnTo>
                  <a:lnTo>
                    <a:pt x="190" y="347"/>
                  </a:lnTo>
                  <a:lnTo>
                    <a:pt x="192" y="349"/>
                  </a:lnTo>
                  <a:lnTo>
                    <a:pt x="192" y="349"/>
                  </a:lnTo>
                  <a:lnTo>
                    <a:pt x="192" y="351"/>
                  </a:lnTo>
                  <a:lnTo>
                    <a:pt x="192" y="351"/>
                  </a:lnTo>
                  <a:lnTo>
                    <a:pt x="192" y="351"/>
                  </a:lnTo>
                  <a:lnTo>
                    <a:pt x="192" y="353"/>
                  </a:lnTo>
                  <a:lnTo>
                    <a:pt x="192" y="353"/>
                  </a:lnTo>
                  <a:lnTo>
                    <a:pt x="192" y="353"/>
                  </a:lnTo>
                  <a:lnTo>
                    <a:pt x="192" y="355"/>
                  </a:lnTo>
                  <a:lnTo>
                    <a:pt x="190" y="355"/>
                  </a:lnTo>
                  <a:lnTo>
                    <a:pt x="190" y="357"/>
                  </a:lnTo>
                  <a:lnTo>
                    <a:pt x="190" y="357"/>
                  </a:lnTo>
                  <a:lnTo>
                    <a:pt x="192" y="357"/>
                  </a:lnTo>
                  <a:lnTo>
                    <a:pt x="192" y="357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61"/>
                  </a:lnTo>
                  <a:lnTo>
                    <a:pt x="190" y="361"/>
                  </a:lnTo>
                  <a:lnTo>
                    <a:pt x="190" y="361"/>
                  </a:lnTo>
                  <a:lnTo>
                    <a:pt x="190" y="361"/>
                  </a:lnTo>
                  <a:lnTo>
                    <a:pt x="190" y="363"/>
                  </a:lnTo>
                  <a:lnTo>
                    <a:pt x="190" y="363"/>
                  </a:lnTo>
                  <a:lnTo>
                    <a:pt x="190" y="363"/>
                  </a:lnTo>
                  <a:lnTo>
                    <a:pt x="190" y="365"/>
                  </a:lnTo>
                  <a:lnTo>
                    <a:pt x="192" y="365"/>
                  </a:lnTo>
                  <a:lnTo>
                    <a:pt x="192" y="367"/>
                  </a:lnTo>
                  <a:lnTo>
                    <a:pt x="192" y="371"/>
                  </a:lnTo>
                  <a:lnTo>
                    <a:pt x="192" y="371"/>
                  </a:lnTo>
                  <a:lnTo>
                    <a:pt x="192" y="371"/>
                  </a:lnTo>
                  <a:lnTo>
                    <a:pt x="192" y="371"/>
                  </a:lnTo>
                  <a:lnTo>
                    <a:pt x="192" y="371"/>
                  </a:lnTo>
                  <a:lnTo>
                    <a:pt x="192" y="371"/>
                  </a:lnTo>
                  <a:lnTo>
                    <a:pt x="192" y="373"/>
                  </a:lnTo>
                  <a:lnTo>
                    <a:pt x="192" y="373"/>
                  </a:lnTo>
                  <a:lnTo>
                    <a:pt x="192" y="373"/>
                  </a:lnTo>
                  <a:lnTo>
                    <a:pt x="192" y="375"/>
                  </a:lnTo>
                  <a:lnTo>
                    <a:pt x="192" y="375"/>
                  </a:lnTo>
                  <a:lnTo>
                    <a:pt x="192" y="377"/>
                  </a:lnTo>
                  <a:lnTo>
                    <a:pt x="200" y="382"/>
                  </a:lnTo>
                  <a:lnTo>
                    <a:pt x="198" y="382"/>
                  </a:lnTo>
                  <a:lnTo>
                    <a:pt x="194" y="388"/>
                  </a:lnTo>
                  <a:lnTo>
                    <a:pt x="192" y="388"/>
                  </a:lnTo>
                  <a:lnTo>
                    <a:pt x="192" y="388"/>
                  </a:lnTo>
                  <a:lnTo>
                    <a:pt x="192" y="388"/>
                  </a:lnTo>
                  <a:lnTo>
                    <a:pt x="192" y="388"/>
                  </a:lnTo>
                  <a:lnTo>
                    <a:pt x="190" y="388"/>
                  </a:lnTo>
                  <a:lnTo>
                    <a:pt x="190" y="390"/>
                  </a:lnTo>
                  <a:lnTo>
                    <a:pt x="190" y="390"/>
                  </a:lnTo>
                  <a:lnTo>
                    <a:pt x="190" y="392"/>
                  </a:lnTo>
                  <a:lnTo>
                    <a:pt x="190" y="392"/>
                  </a:lnTo>
                  <a:lnTo>
                    <a:pt x="188" y="394"/>
                  </a:lnTo>
                  <a:lnTo>
                    <a:pt x="188" y="394"/>
                  </a:lnTo>
                  <a:lnTo>
                    <a:pt x="188" y="394"/>
                  </a:lnTo>
                  <a:lnTo>
                    <a:pt x="186" y="394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2" y="394"/>
                  </a:lnTo>
                  <a:lnTo>
                    <a:pt x="180" y="394"/>
                  </a:lnTo>
                  <a:lnTo>
                    <a:pt x="180" y="394"/>
                  </a:lnTo>
                  <a:lnTo>
                    <a:pt x="180" y="394"/>
                  </a:lnTo>
                  <a:lnTo>
                    <a:pt x="178" y="394"/>
                  </a:lnTo>
                  <a:lnTo>
                    <a:pt x="176" y="402"/>
                  </a:lnTo>
                  <a:lnTo>
                    <a:pt x="176" y="402"/>
                  </a:lnTo>
                  <a:lnTo>
                    <a:pt x="176" y="402"/>
                  </a:lnTo>
                  <a:lnTo>
                    <a:pt x="176" y="402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4" y="404"/>
                  </a:lnTo>
                  <a:lnTo>
                    <a:pt x="174" y="404"/>
                  </a:lnTo>
                  <a:lnTo>
                    <a:pt x="174" y="404"/>
                  </a:lnTo>
                  <a:lnTo>
                    <a:pt x="174" y="404"/>
                  </a:lnTo>
                  <a:lnTo>
                    <a:pt x="174" y="406"/>
                  </a:lnTo>
                  <a:lnTo>
                    <a:pt x="174" y="406"/>
                  </a:lnTo>
                  <a:lnTo>
                    <a:pt x="174" y="406"/>
                  </a:lnTo>
                  <a:lnTo>
                    <a:pt x="174" y="406"/>
                  </a:lnTo>
                  <a:lnTo>
                    <a:pt x="172" y="406"/>
                  </a:lnTo>
                  <a:lnTo>
                    <a:pt x="174" y="408"/>
                  </a:lnTo>
                  <a:lnTo>
                    <a:pt x="174" y="412"/>
                  </a:lnTo>
                  <a:lnTo>
                    <a:pt x="178" y="412"/>
                  </a:lnTo>
                  <a:lnTo>
                    <a:pt x="178" y="412"/>
                  </a:lnTo>
                  <a:lnTo>
                    <a:pt x="178" y="412"/>
                  </a:lnTo>
                  <a:lnTo>
                    <a:pt x="178" y="414"/>
                  </a:lnTo>
                  <a:lnTo>
                    <a:pt x="178" y="414"/>
                  </a:lnTo>
                  <a:lnTo>
                    <a:pt x="178" y="414"/>
                  </a:lnTo>
                  <a:lnTo>
                    <a:pt x="178" y="414"/>
                  </a:lnTo>
                  <a:lnTo>
                    <a:pt x="178" y="416"/>
                  </a:lnTo>
                  <a:lnTo>
                    <a:pt x="178" y="416"/>
                  </a:lnTo>
                  <a:lnTo>
                    <a:pt x="178" y="416"/>
                  </a:lnTo>
                  <a:lnTo>
                    <a:pt x="178" y="418"/>
                  </a:lnTo>
                  <a:lnTo>
                    <a:pt x="178" y="418"/>
                  </a:lnTo>
                  <a:lnTo>
                    <a:pt x="178" y="418"/>
                  </a:lnTo>
                  <a:lnTo>
                    <a:pt x="178" y="420"/>
                  </a:lnTo>
                  <a:lnTo>
                    <a:pt x="176" y="420"/>
                  </a:lnTo>
                  <a:lnTo>
                    <a:pt x="176" y="420"/>
                  </a:lnTo>
                  <a:lnTo>
                    <a:pt x="176" y="422"/>
                  </a:lnTo>
                  <a:lnTo>
                    <a:pt x="178" y="422"/>
                  </a:lnTo>
                  <a:lnTo>
                    <a:pt x="178" y="424"/>
                  </a:lnTo>
                  <a:lnTo>
                    <a:pt x="178" y="424"/>
                  </a:lnTo>
                  <a:lnTo>
                    <a:pt x="180" y="424"/>
                  </a:lnTo>
                  <a:lnTo>
                    <a:pt x="180" y="426"/>
                  </a:lnTo>
                  <a:lnTo>
                    <a:pt x="180" y="426"/>
                  </a:lnTo>
                  <a:lnTo>
                    <a:pt x="180" y="426"/>
                  </a:lnTo>
                  <a:lnTo>
                    <a:pt x="180" y="428"/>
                  </a:lnTo>
                  <a:lnTo>
                    <a:pt x="180" y="428"/>
                  </a:lnTo>
                  <a:lnTo>
                    <a:pt x="178" y="428"/>
                  </a:lnTo>
                  <a:lnTo>
                    <a:pt x="178" y="428"/>
                  </a:lnTo>
                  <a:lnTo>
                    <a:pt x="178" y="428"/>
                  </a:lnTo>
                  <a:lnTo>
                    <a:pt x="176" y="430"/>
                  </a:lnTo>
                  <a:lnTo>
                    <a:pt x="178" y="430"/>
                  </a:lnTo>
                  <a:lnTo>
                    <a:pt x="178" y="430"/>
                  </a:lnTo>
                  <a:lnTo>
                    <a:pt x="178" y="430"/>
                  </a:lnTo>
                  <a:lnTo>
                    <a:pt x="180" y="430"/>
                  </a:lnTo>
                  <a:lnTo>
                    <a:pt x="180" y="430"/>
                  </a:lnTo>
                  <a:lnTo>
                    <a:pt x="180" y="430"/>
                  </a:lnTo>
                  <a:lnTo>
                    <a:pt x="180" y="430"/>
                  </a:lnTo>
                  <a:lnTo>
                    <a:pt x="180" y="432"/>
                  </a:lnTo>
                  <a:lnTo>
                    <a:pt x="180" y="432"/>
                  </a:lnTo>
                  <a:lnTo>
                    <a:pt x="180" y="432"/>
                  </a:lnTo>
                  <a:lnTo>
                    <a:pt x="180" y="432"/>
                  </a:lnTo>
                  <a:lnTo>
                    <a:pt x="180" y="432"/>
                  </a:lnTo>
                  <a:lnTo>
                    <a:pt x="178" y="432"/>
                  </a:lnTo>
                  <a:lnTo>
                    <a:pt x="178" y="434"/>
                  </a:lnTo>
                  <a:lnTo>
                    <a:pt x="178" y="434"/>
                  </a:lnTo>
                  <a:lnTo>
                    <a:pt x="178" y="437"/>
                  </a:lnTo>
                  <a:lnTo>
                    <a:pt x="174" y="437"/>
                  </a:lnTo>
                  <a:lnTo>
                    <a:pt x="174" y="437"/>
                  </a:lnTo>
                  <a:lnTo>
                    <a:pt x="172" y="437"/>
                  </a:lnTo>
                  <a:lnTo>
                    <a:pt x="172" y="439"/>
                  </a:lnTo>
                  <a:lnTo>
                    <a:pt x="171" y="439"/>
                  </a:lnTo>
                  <a:lnTo>
                    <a:pt x="171" y="439"/>
                  </a:lnTo>
                  <a:lnTo>
                    <a:pt x="171" y="439"/>
                  </a:lnTo>
                  <a:lnTo>
                    <a:pt x="171" y="439"/>
                  </a:lnTo>
                  <a:lnTo>
                    <a:pt x="171" y="439"/>
                  </a:lnTo>
                  <a:lnTo>
                    <a:pt x="171" y="439"/>
                  </a:lnTo>
                  <a:lnTo>
                    <a:pt x="171" y="437"/>
                  </a:lnTo>
                  <a:lnTo>
                    <a:pt x="171" y="437"/>
                  </a:lnTo>
                  <a:lnTo>
                    <a:pt x="169" y="437"/>
                  </a:lnTo>
                  <a:lnTo>
                    <a:pt x="169" y="437"/>
                  </a:lnTo>
                  <a:lnTo>
                    <a:pt x="169" y="437"/>
                  </a:lnTo>
                  <a:lnTo>
                    <a:pt x="169" y="435"/>
                  </a:lnTo>
                  <a:lnTo>
                    <a:pt x="169" y="435"/>
                  </a:lnTo>
                  <a:lnTo>
                    <a:pt x="169" y="435"/>
                  </a:lnTo>
                  <a:lnTo>
                    <a:pt x="169" y="434"/>
                  </a:lnTo>
                  <a:lnTo>
                    <a:pt x="169" y="434"/>
                  </a:lnTo>
                  <a:lnTo>
                    <a:pt x="167" y="434"/>
                  </a:lnTo>
                  <a:lnTo>
                    <a:pt x="165" y="432"/>
                  </a:lnTo>
                  <a:lnTo>
                    <a:pt x="165" y="432"/>
                  </a:lnTo>
                  <a:lnTo>
                    <a:pt x="163" y="432"/>
                  </a:lnTo>
                  <a:lnTo>
                    <a:pt x="163" y="434"/>
                  </a:lnTo>
                  <a:lnTo>
                    <a:pt x="163" y="434"/>
                  </a:lnTo>
                  <a:lnTo>
                    <a:pt x="163" y="434"/>
                  </a:lnTo>
                  <a:lnTo>
                    <a:pt x="163" y="434"/>
                  </a:lnTo>
                  <a:lnTo>
                    <a:pt x="163" y="434"/>
                  </a:lnTo>
                  <a:lnTo>
                    <a:pt x="163" y="432"/>
                  </a:lnTo>
                  <a:lnTo>
                    <a:pt x="163" y="432"/>
                  </a:lnTo>
                  <a:lnTo>
                    <a:pt x="161" y="432"/>
                  </a:lnTo>
                  <a:lnTo>
                    <a:pt x="161" y="430"/>
                  </a:lnTo>
                  <a:lnTo>
                    <a:pt x="161" y="428"/>
                  </a:lnTo>
                  <a:lnTo>
                    <a:pt x="159" y="426"/>
                  </a:lnTo>
                  <a:lnTo>
                    <a:pt x="159" y="426"/>
                  </a:lnTo>
                  <a:lnTo>
                    <a:pt x="155" y="422"/>
                  </a:lnTo>
                  <a:lnTo>
                    <a:pt x="155" y="422"/>
                  </a:lnTo>
                  <a:lnTo>
                    <a:pt x="155" y="422"/>
                  </a:lnTo>
                  <a:lnTo>
                    <a:pt x="155" y="422"/>
                  </a:lnTo>
                  <a:lnTo>
                    <a:pt x="155" y="422"/>
                  </a:lnTo>
                  <a:lnTo>
                    <a:pt x="155" y="420"/>
                  </a:lnTo>
                  <a:lnTo>
                    <a:pt x="155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7" y="420"/>
                  </a:lnTo>
                  <a:lnTo>
                    <a:pt x="159" y="420"/>
                  </a:lnTo>
                  <a:lnTo>
                    <a:pt x="159" y="420"/>
                  </a:lnTo>
                  <a:lnTo>
                    <a:pt x="159" y="420"/>
                  </a:lnTo>
                  <a:lnTo>
                    <a:pt x="159" y="418"/>
                  </a:lnTo>
                  <a:lnTo>
                    <a:pt x="159" y="418"/>
                  </a:lnTo>
                  <a:lnTo>
                    <a:pt x="159" y="418"/>
                  </a:lnTo>
                  <a:lnTo>
                    <a:pt x="159" y="418"/>
                  </a:lnTo>
                  <a:lnTo>
                    <a:pt x="159" y="416"/>
                  </a:lnTo>
                  <a:lnTo>
                    <a:pt x="159" y="416"/>
                  </a:lnTo>
                  <a:lnTo>
                    <a:pt x="159" y="416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4"/>
                  </a:lnTo>
                  <a:lnTo>
                    <a:pt x="159" y="412"/>
                  </a:lnTo>
                  <a:lnTo>
                    <a:pt x="159" y="412"/>
                  </a:lnTo>
                  <a:lnTo>
                    <a:pt x="159" y="410"/>
                  </a:lnTo>
                  <a:lnTo>
                    <a:pt x="157" y="410"/>
                  </a:lnTo>
                  <a:lnTo>
                    <a:pt x="157" y="408"/>
                  </a:lnTo>
                  <a:lnTo>
                    <a:pt x="157" y="408"/>
                  </a:lnTo>
                  <a:lnTo>
                    <a:pt x="155" y="408"/>
                  </a:lnTo>
                  <a:lnTo>
                    <a:pt x="155" y="408"/>
                  </a:lnTo>
                  <a:lnTo>
                    <a:pt x="155" y="408"/>
                  </a:lnTo>
                  <a:lnTo>
                    <a:pt x="155" y="410"/>
                  </a:lnTo>
                  <a:lnTo>
                    <a:pt x="155" y="410"/>
                  </a:lnTo>
                  <a:lnTo>
                    <a:pt x="155" y="410"/>
                  </a:lnTo>
                  <a:lnTo>
                    <a:pt x="155" y="410"/>
                  </a:lnTo>
                  <a:lnTo>
                    <a:pt x="155" y="412"/>
                  </a:lnTo>
                  <a:lnTo>
                    <a:pt x="155" y="412"/>
                  </a:lnTo>
                  <a:lnTo>
                    <a:pt x="155" y="412"/>
                  </a:lnTo>
                  <a:lnTo>
                    <a:pt x="153" y="414"/>
                  </a:lnTo>
                  <a:lnTo>
                    <a:pt x="153" y="414"/>
                  </a:lnTo>
                  <a:lnTo>
                    <a:pt x="153" y="414"/>
                  </a:lnTo>
                  <a:lnTo>
                    <a:pt x="153" y="414"/>
                  </a:lnTo>
                  <a:lnTo>
                    <a:pt x="151" y="414"/>
                  </a:lnTo>
                  <a:lnTo>
                    <a:pt x="149" y="410"/>
                  </a:lnTo>
                  <a:lnTo>
                    <a:pt x="147" y="410"/>
                  </a:lnTo>
                  <a:lnTo>
                    <a:pt x="147" y="410"/>
                  </a:lnTo>
                  <a:lnTo>
                    <a:pt x="147" y="408"/>
                  </a:lnTo>
                  <a:lnTo>
                    <a:pt x="147" y="408"/>
                  </a:lnTo>
                  <a:lnTo>
                    <a:pt x="149" y="408"/>
                  </a:lnTo>
                  <a:lnTo>
                    <a:pt x="149" y="408"/>
                  </a:lnTo>
                  <a:lnTo>
                    <a:pt x="149" y="408"/>
                  </a:lnTo>
                  <a:lnTo>
                    <a:pt x="149" y="406"/>
                  </a:lnTo>
                  <a:lnTo>
                    <a:pt x="149" y="406"/>
                  </a:lnTo>
                  <a:lnTo>
                    <a:pt x="149" y="406"/>
                  </a:lnTo>
                  <a:lnTo>
                    <a:pt x="147" y="406"/>
                  </a:lnTo>
                  <a:lnTo>
                    <a:pt x="147" y="404"/>
                  </a:lnTo>
                  <a:lnTo>
                    <a:pt x="147" y="402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7" y="398"/>
                  </a:lnTo>
                  <a:lnTo>
                    <a:pt x="147" y="398"/>
                  </a:lnTo>
                  <a:lnTo>
                    <a:pt x="147" y="398"/>
                  </a:lnTo>
                  <a:lnTo>
                    <a:pt x="147" y="398"/>
                  </a:lnTo>
                  <a:lnTo>
                    <a:pt x="147" y="396"/>
                  </a:lnTo>
                  <a:lnTo>
                    <a:pt x="147" y="396"/>
                  </a:lnTo>
                  <a:lnTo>
                    <a:pt x="147" y="394"/>
                  </a:lnTo>
                  <a:lnTo>
                    <a:pt x="145" y="394"/>
                  </a:lnTo>
                  <a:lnTo>
                    <a:pt x="145" y="392"/>
                  </a:lnTo>
                  <a:lnTo>
                    <a:pt x="147" y="392"/>
                  </a:lnTo>
                  <a:lnTo>
                    <a:pt x="147" y="392"/>
                  </a:lnTo>
                  <a:lnTo>
                    <a:pt x="147" y="392"/>
                  </a:lnTo>
                  <a:lnTo>
                    <a:pt x="147" y="390"/>
                  </a:lnTo>
                  <a:lnTo>
                    <a:pt x="149" y="390"/>
                  </a:lnTo>
                  <a:lnTo>
                    <a:pt x="149" y="390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7" y="388"/>
                  </a:lnTo>
                  <a:lnTo>
                    <a:pt x="147" y="388"/>
                  </a:lnTo>
                  <a:lnTo>
                    <a:pt x="147" y="390"/>
                  </a:lnTo>
                  <a:lnTo>
                    <a:pt x="147" y="390"/>
                  </a:lnTo>
                  <a:lnTo>
                    <a:pt x="147" y="390"/>
                  </a:lnTo>
                  <a:lnTo>
                    <a:pt x="145" y="390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6"/>
                  </a:lnTo>
                  <a:lnTo>
                    <a:pt x="147" y="386"/>
                  </a:lnTo>
                  <a:lnTo>
                    <a:pt x="145" y="386"/>
                  </a:lnTo>
                  <a:lnTo>
                    <a:pt x="145" y="382"/>
                  </a:lnTo>
                  <a:lnTo>
                    <a:pt x="145" y="382"/>
                  </a:lnTo>
                  <a:lnTo>
                    <a:pt x="143" y="382"/>
                  </a:lnTo>
                  <a:lnTo>
                    <a:pt x="143" y="382"/>
                  </a:lnTo>
                  <a:lnTo>
                    <a:pt x="143" y="382"/>
                  </a:lnTo>
                  <a:lnTo>
                    <a:pt x="143" y="382"/>
                  </a:lnTo>
                  <a:lnTo>
                    <a:pt x="143" y="382"/>
                  </a:lnTo>
                  <a:lnTo>
                    <a:pt x="143" y="382"/>
                  </a:lnTo>
                  <a:lnTo>
                    <a:pt x="143" y="384"/>
                  </a:lnTo>
                  <a:lnTo>
                    <a:pt x="143" y="384"/>
                  </a:lnTo>
                  <a:lnTo>
                    <a:pt x="143" y="384"/>
                  </a:lnTo>
                  <a:lnTo>
                    <a:pt x="143" y="384"/>
                  </a:lnTo>
                  <a:lnTo>
                    <a:pt x="141" y="384"/>
                  </a:lnTo>
                  <a:lnTo>
                    <a:pt x="141" y="384"/>
                  </a:lnTo>
                  <a:lnTo>
                    <a:pt x="141" y="384"/>
                  </a:lnTo>
                  <a:lnTo>
                    <a:pt x="141" y="382"/>
                  </a:lnTo>
                  <a:lnTo>
                    <a:pt x="141" y="382"/>
                  </a:lnTo>
                  <a:lnTo>
                    <a:pt x="139" y="382"/>
                  </a:lnTo>
                  <a:lnTo>
                    <a:pt x="139" y="382"/>
                  </a:lnTo>
                  <a:lnTo>
                    <a:pt x="139" y="382"/>
                  </a:lnTo>
                  <a:lnTo>
                    <a:pt x="137" y="382"/>
                  </a:lnTo>
                  <a:lnTo>
                    <a:pt x="137" y="382"/>
                  </a:lnTo>
                  <a:lnTo>
                    <a:pt x="137" y="382"/>
                  </a:lnTo>
                  <a:lnTo>
                    <a:pt x="137" y="382"/>
                  </a:lnTo>
                  <a:lnTo>
                    <a:pt x="135" y="384"/>
                  </a:lnTo>
                  <a:lnTo>
                    <a:pt x="135" y="384"/>
                  </a:lnTo>
                  <a:lnTo>
                    <a:pt x="135" y="384"/>
                  </a:lnTo>
                  <a:lnTo>
                    <a:pt x="135" y="384"/>
                  </a:lnTo>
                  <a:lnTo>
                    <a:pt x="131" y="382"/>
                  </a:lnTo>
                  <a:lnTo>
                    <a:pt x="133" y="381"/>
                  </a:lnTo>
                  <a:lnTo>
                    <a:pt x="133" y="377"/>
                  </a:lnTo>
                  <a:lnTo>
                    <a:pt x="133" y="377"/>
                  </a:lnTo>
                  <a:lnTo>
                    <a:pt x="135" y="377"/>
                  </a:lnTo>
                  <a:lnTo>
                    <a:pt x="135" y="375"/>
                  </a:lnTo>
                  <a:lnTo>
                    <a:pt x="135" y="375"/>
                  </a:lnTo>
                  <a:lnTo>
                    <a:pt x="135" y="375"/>
                  </a:lnTo>
                  <a:lnTo>
                    <a:pt x="137" y="373"/>
                  </a:lnTo>
                  <a:lnTo>
                    <a:pt x="137" y="373"/>
                  </a:lnTo>
                  <a:lnTo>
                    <a:pt x="137" y="371"/>
                  </a:lnTo>
                  <a:lnTo>
                    <a:pt x="137" y="371"/>
                  </a:lnTo>
                  <a:lnTo>
                    <a:pt x="137" y="371"/>
                  </a:lnTo>
                  <a:lnTo>
                    <a:pt x="137" y="371"/>
                  </a:lnTo>
                  <a:lnTo>
                    <a:pt x="137" y="369"/>
                  </a:lnTo>
                  <a:lnTo>
                    <a:pt x="135" y="369"/>
                  </a:lnTo>
                  <a:lnTo>
                    <a:pt x="135" y="369"/>
                  </a:lnTo>
                  <a:lnTo>
                    <a:pt x="135" y="369"/>
                  </a:lnTo>
                  <a:lnTo>
                    <a:pt x="137" y="367"/>
                  </a:lnTo>
                  <a:lnTo>
                    <a:pt x="137" y="367"/>
                  </a:lnTo>
                  <a:lnTo>
                    <a:pt x="137" y="367"/>
                  </a:lnTo>
                  <a:lnTo>
                    <a:pt x="137" y="365"/>
                  </a:lnTo>
                  <a:lnTo>
                    <a:pt x="135" y="365"/>
                  </a:lnTo>
                  <a:lnTo>
                    <a:pt x="135" y="363"/>
                  </a:lnTo>
                  <a:lnTo>
                    <a:pt x="135" y="363"/>
                  </a:lnTo>
                  <a:lnTo>
                    <a:pt x="135" y="363"/>
                  </a:lnTo>
                  <a:lnTo>
                    <a:pt x="133" y="363"/>
                  </a:lnTo>
                  <a:lnTo>
                    <a:pt x="131" y="363"/>
                  </a:lnTo>
                  <a:lnTo>
                    <a:pt x="129" y="359"/>
                  </a:lnTo>
                  <a:lnTo>
                    <a:pt x="129" y="359"/>
                  </a:lnTo>
                  <a:lnTo>
                    <a:pt x="127" y="359"/>
                  </a:lnTo>
                  <a:lnTo>
                    <a:pt x="127" y="359"/>
                  </a:lnTo>
                  <a:lnTo>
                    <a:pt x="125" y="359"/>
                  </a:lnTo>
                  <a:lnTo>
                    <a:pt x="125" y="357"/>
                  </a:lnTo>
                  <a:lnTo>
                    <a:pt x="125" y="357"/>
                  </a:lnTo>
                  <a:lnTo>
                    <a:pt x="125" y="357"/>
                  </a:lnTo>
                  <a:lnTo>
                    <a:pt x="125" y="357"/>
                  </a:lnTo>
                  <a:lnTo>
                    <a:pt x="125" y="355"/>
                  </a:lnTo>
                  <a:lnTo>
                    <a:pt x="125" y="355"/>
                  </a:lnTo>
                  <a:lnTo>
                    <a:pt x="125" y="355"/>
                  </a:lnTo>
                  <a:lnTo>
                    <a:pt x="125" y="353"/>
                  </a:lnTo>
                  <a:lnTo>
                    <a:pt x="127" y="353"/>
                  </a:lnTo>
                  <a:lnTo>
                    <a:pt x="127" y="353"/>
                  </a:lnTo>
                  <a:lnTo>
                    <a:pt x="127" y="353"/>
                  </a:lnTo>
                  <a:lnTo>
                    <a:pt x="127" y="351"/>
                  </a:lnTo>
                  <a:lnTo>
                    <a:pt x="127" y="351"/>
                  </a:lnTo>
                  <a:lnTo>
                    <a:pt x="127" y="351"/>
                  </a:lnTo>
                  <a:lnTo>
                    <a:pt x="127" y="351"/>
                  </a:lnTo>
                  <a:lnTo>
                    <a:pt x="127" y="349"/>
                  </a:lnTo>
                  <a:lnTo>
                    <a:pt x="125" y="349"/>
                  </a:lnTo>
                  <a:lnTo>
                    <a:pt x="125" y="349"/>
                  </a:lnTo>
                  <a:lnTo>
                    <a:pt x="127" y="349"/>
                  </a:lnTo>
                  <a:lnTo>
                    <a:pt x="127" y="349"/>
                  </a:lnTo>
                  <a:lnTo>
                    <a:pt x="127" y="347"/>
                  </a:lnTo>
                  <a:lnTo>
                    <a:pt x="127" y="347"/>
                  </a:lnTo>
                  <a:lnTo>
                    <a:pt x="127" y="347"/>
                  </a:lnTo>
                  <a:lnTo>
                    <a:pt x="127" y="347"/>
                  </a:lnTo>
                  <a:lnTo>
                    <a:pt x="127" y="345"/>
                  </a:lnTo>
                  <a:lnTo>
                    <a:pt x="127" y="345"/>
                  </a:lnTo>
                  <a:lnTo>
                    <a:pt x="127" y="345"/>
                  </a:lnTo>
                  <a:lnTo>
                    <a:pt x="127" y="343"/>
                  </a:lnTo>
                  <a:lnTo>
                    <a:pt x="127" y="343"/>
                  </a:lnTo>
                  <a:lnTo>
                    <a:pt x="127" y="343"/>
                  </a:lnTo>
                  <a:lnTo>
                    <a:pt x="120" y="341"/>
                  </a:lnTo>
                  <a:lnTo>
                    <a:pt x="120" y="341"/>
                  </a:lnTo>
                  <a:lnTo>
                    <a:pt x="116" y="341"/>
                  </a:lnTo>
                  <a:lnTo>
                    <a:pt x="116" y="341"/>
                  </a:lnTo>
                  <a:lnTo>
                    <a:pt x="116" y="341"/>
                  </a:lnTo>
                  <a:lnTo>
                    <a:pt x="116" y="343"/>
                  </a:lnTo>
                  <a:lnTo>
                    <a:pt x="116" y="343"/>
                  </a:lnTo>
                  <a:lnTo>
                    <a:pt x="114" y="343"/>
                  </a:lnTo>
                  <a:lnTo>
                    <a:pt x="114" y="343"/>
                  </a:lnTo>
                  <a:lnTo>
                    <a:pt x="114" y="343"/>
                  </a:lnTo>
                  <a:lnTo>
                    <a:pt x="114" y="343"/>
                  </a:lnTo>
                  <a:lnTo>
                    <a:pt x="114" y="341"/>
                  </a:lnTo>
                  <a:lnTo>
                    <a:pt x="110" y="341"/>
                  </a:lnTo>
                  <a:lnTo>
                    <a:pt x="110" y="339"/>
                  </a:lnTo>
                  <a:lnTo>
                    <a:pt x="108" y="339"/>
                  </a:lnTo>
                  <a:lnTo>
                    <a:pt x="108" y="337"/>
                  </a:lnTo>
                  <a:lnTo>
                    <a:pt x="108" y="337"/>
                  </a:lnTo>
                  <a:lnTo>
                    <a:pt x="108" y="337"/>
                  </a:lnTo>
                  <a:lnTo>
                    <a:pt x="108" y="335"/>
                  </a:lnTo>
                  <a:lnTo>
                    <a:pt x="110" y="333"/>
                  </a:lnTo>
                  <a:lnTo>
                    <a:pt x="110" y="333"/>
                  </a:lnTo>
                  <a:lnTo>
                    <a:pt x="108" y="333"/>
                  </a:lnTo>
                  <a:lnTo>
                    <a:pt x="108" y="331"/>
                  </a:lnTo>
                  <a:lnTo>
                    <a:pt x="106" y="331"/>
                  </a:lnTo>
                  <a:lnTo>
                    <a:pt x="106" y="329"/>
                  </a:lnTo>
                  <a:lnTo>
                    <a:pt x="106" y="329"/>
                  </a:lnTo>
                  <a:lnTo>
                    <a:pt x="106" y="329"/>
                  </a:lnTo>
                  <a:lnTo>
                    <a:pt x="106" y="329"/>
                  </a:lnTo>
                  <a:lnTo>
                    <a:pt x="106" y="328"/>
                  </a:lnTo>
                  <a:lnTo>
                    <a:pt x="106" y="328"/>
                  </a:lnTo>
                  <a:lnTo>
                    <a:pt x="108" y="328"/>
                  </a:lnTo>
                  <a:lnTo>
                    <a:pt x="108" y="328"/>
                  </a:lnTo>
                  <a:lnTo>
                    <a:pt x="108" y="328"/>
                  </a:lnTo>
                  <a:lnTo>
                    <a:pt x="108" y="328"/>
                  </a:lnTo>
                  <a:lnTo>
                    <a:pt x="108" y="326"/>
                  </a:lnTo>
                  <a:lnTo>
                    <a:pt x="110" y="326"/>
                  </a:lnTo>
                  <a:lnTo>
                    <a:pt x="110" y="326"/>
                  </a:lnTo>
                  <a:lnTo>
                    <a:pt x="110" y="324"/>
                  </a:lnTo>
                  <a:lnTo>
                    <a:pt x="110" y="324"/>
                  </a:lnTo>
                  <a:lnTo>
                    <a:pt x="110" y="322"/>
                  </a:lnTo>
                  <a:lnTo>
                    <a:pt x="112" y="322"/>
                  </a:lnTo>
                  <a:lnTo>
                    <a:pt x="112" y="322"/>
                  </a:lnTo>
                  <a:lnTo>
                    <a:pt x="112" y="322"/>
                  </a:lnTo>
                  <a:lnTo>
                    <a:pt x="112" y="320"/>
                  </a:lnTo>
                  <a:lnTo>
                    <a:pt x="112" y="318"/>
                  </a:lnTo>
                  <a:lnTo>
                    <a:pt x="106" y="318"/>
                  </a:lnTo>
                  <a:lnTo>
                    <a:pt x="104" y="318"/>
                  </a:lnTo>
                  <a:lnTo>
                    <a:pt x="104" y="320"/>
                  </a:lnTo>
                  <a:lnTo>
                    <a:pt x="104" y="320"/>
                  </a:lnTo>
                  <a:lnTo>
                    <a:pt x="104" y="320"/>
                  </a:lnTo>
                  <a:lnTo>
                    <a:pt x="102" y="322"/>
                  </a:lnTo>
                  <a:lnTo>
                    <a:pt x="102" y="322"/>
                  </a:lnTo>
                  <a:lnTo>
                    <a:pt x="102" y="322"/>
                  </a:lnTo>
                  <a:lnTo>
                    <a:pt x="102" y="324"/>
                  </a:lnTo>
                  <a:lnTo>
                    <a:pt x="104" y="324"/>
                  </a:lnTo>
                  <a:lnTo>
                    <a:pt x="104" y="324"/>
                  </a:lnTo>
                  <a:lnTo>
                    <a:pt x="104" y="324"/>
                  </a:lnTo>
                  <a:lnTo>
                    <a:pt x="104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0" y="328"/>
                  </a:lnTo>
                  <a:lnTo>
                    <a:pt x="100" y="329"/>
                  </a:lnTo>
                  <a:lnTo>
                    <a:pt x="100" y="329"/>
                  </a:lnTo>
                  <a:lnTo>
                    <a:pt x="98" y="331"/>
                  </a:lnTo>
                  <a:lnTo>
                    <a:pt x="98" y="331"/>
                  </a:lnTo>
                  <a:lnTo>
                    <a:pt x="98" y="331"/>
                  </a:lnTo>
                  <a:lnTo>
                    <a:pt x="96" y="333"/>
                  </a:lnTo>
                  <a:lnTo>
                    <a:pt x="96" y="333"/>
                  </a:lnTo>
                  <a:lnTo>
                    <a:pt x="92" y="331"/>
                  </a:lnTo>
                  <a:lnTo>
                    <a:pt x="92" y="329"/>
                  </a:lnTo>
                  <a:lnTo>
                    <a:pt x="92" y="329"/>
                  </a:lnTo>
                  <a:lnTo>
                    <a:pt x="92" y="329"/>
                  </a:lnTo>
                  <a:lnTo>
                    <a:pt x="94" y="329"/>
                  </a:lnTo>
                  <a:lnTo>
                    <a:pt x="94" y="329"/>
                  </a:lnTo>
                  <a:lnTo>
                    <a:pt x="94" y="328"/>
                  </a:lnTo>
                  <a:lnTo>
                    <a:pt x="94" y="328"/>
                  </a:lnTo>
                  <a:lnTo>
                    <a:pt x="94" y="328"/>
                  </a:lnTo>
                  <a:lnTo>
                    <a:pt x="94" y="326"/>
                  </a:lnTo>
                  <a:lnTo>
                    <a:pt x="94" y="326"/>
                  </a:lnTo>
                  <a:lnTo>
                    <a:pt x="94" y="326"/>
                  </a:lnTo>
                  <a:lnTo>
                    <a:pt x="90" y="324"/>
                  </a:lnTo>
                  <a:lnTo>
                    <a:pt x="88" y="322"/>
                  </a:lnTo>
                  <a:lnTo>
                    <a:pt x="86" y="324"/>
                  </a:lnTo>
                  <a:lnTo>
                    <a:pt x="86" y="324"/>
                  </a:lnTo>
                  <a:lnTo>
                    <a:pt x="86" y="324"/>
                  </a:lnTo>
                  <a:lnTo>
                    <a:pt x="86" y="324"/>
                  </a:lnTo>
                  <a:lnTo>
                    <a:pt x="84" y="322"/>
                  </a:lnTo>
                  <a:lnTo>
                    <a:pt x="84" y="322"/>
                  </a:lnTo>
                  <a:lnTo>
                    <a:pt x="84" y="322"/>
                  </a:lnTo>
                  <a:lnTo>
                    <a:pt x="82" y="322"/>
                  </a:lnTo>
                  <a:lnTo>
                    <a:pt x="80" y="322"/>
                  </a:lnTo>
                  <a:lnTo>
                    <a:pt x="78" y="322"/>
                  </a:lnTo>
                  <a:lnTo>
                    <a:pt x="76" y="322"/>
                  </a:lnTo>
                  <a:lnTo>
                    <a:pt x="76" y="322"/>
                  </a:lnTo>
                  <a:lnTo>
                    <a:pt x="76" y="322"/>
                  </a:lnTo>
                  <a:lnTo>
                    <a:pt x="74" y="322"/>
                  </a:lnTo>
                  <a:lnTo>
                    <a:pt x="74" y="322"/>
                  </a:lnTo>
                  <a:lnTo>
                    <a:pt x="74" y="322"/>
                  </a:lnTo>
                  <a:lnTo>
                    <a:pt x="74" y="322"/>
                  </a:lnTo>
                  <a:lnTo>
                    <a:pt x="74" y="320"/>
                  </a:lnTo>
                  <a:lnTo>
                    <a:pt x="74" y="320"/>
                  </a:lnTo>
                  <a:lnTo>
                    <a:pt x="74" y="320"/>
                  </a:lnTo>
                  <a:lnTo>
                    <a:pt x="72" y="318"/>
                  </a:lnTo>
                  <a:lnTo>
                    <a:pt x="72" y="318"/>
                  </a:lnTo>
                  <a:lnTo>
                    <a:pt x="70" y="318"/>
                  </a:lnTo>
                  <a:lnTo>
                    <a:pt x="70" y="318"/>
                  </a:lnTo>
                  <a:lnTo>
                    <a:pt x="70" y="318"/>
                  </a:lnTo>
                  <a:lnTo>
                    <a:pt x="70" y="318"/>
                  </a:lnTo>
                  <a:lnTo>
                    <a:pt x="69" y="320"/>
                  </a:lnTo>
                  <a:lnTo>
                    <a:pt x="67" y="320"/>
                  </a:lnTo>
                  <a:lnTo>
                    <a:pt x="67" y="320"/>
                  </a:lnTo>
                  <a:lnTo>
                    <a:pt x="67" y="320"/>
                  </a:lnTo>
                  <a:lnTo>
                    <a:pt x="67" y="320"/>
                  </a:lnTo>
                  <a:lnTo>
                    <a:pt x="69" y="322"/>
                  </a:lnTo>
                  <a:lnTo>
                    <a:pt x="69" y="322"/>
                  </a:lnTo>
                  <a:lnTo>
                    <a:pt x="69" y="322"/>
                  </a:lnTo>
                  <a:lnTo>
                    <a:pt x="67" y="322"/>
                  </a:lnTo>
                  <a:lnTo>
                    <a:pt x="67" y="324"/>
                  </a:lnTo>
                  <a:lnTo>
                    <a:pt x="65" y="322"/>
                  </a:lnTo>
                  <a:lnTo>
                    <a:pt x="65" y="324"/>
                  </a:lnTo>
                  <a:lnTo>
                    <a:pt x="63" y="324"/>
                  </a:lnTo>
                  <a:lnTo>
                    <a:pt x="65" y="324"/>
                  </a:lnTo>
                  <a:lnTo>
                    <a:pt x="65" y="326"/>
                  </a:lnTo>
                  <a:lnTo>
                    <a:pt x="65" y="326"/>
                  </a:lnTo>
                  <a:lnTo>
                    <a:pt x="65" y="326"/>
                  </a:lnTo>
                  <a:lnTo>
                    <a:pt x="65" y="328"/>
                  </a:lnTo>
                  <a:lnTo>
                    <a:pt x="65" y="328"/>
                  </a:lnTo>
                  <a:lnTo>
                    <a:pt x="63" y="328"/>
                  </a:lnTo>
                  <a:lnTo>
                    <a:pt x="63" y="328"/>
                  </a:lnTo>
                  <a:lnTo>
                    <a:pt x="61" y="328"/>
                  </a:lnTo>
                  <a:lnTo>
                    <a:pt x="61" y="328"/>
                  </a:lnTo>
                  <a:lnTo>
                    <a:pt x="61" y="328"/>
                  </a:lnTo>
                  <a:lnTo>
                    <a:pt x="59" y="328"/>
                  </a:lnTo>
                  <a:lnTo>
                    <a:pt x="59" y="328"/>
                  </a:lnTo>
                  <a:lnTo>
                    <a:pt x="59" y="328"/>
                  </a:lnTo>
                  <a:lnTo>
                    <a:pt x="57" y="328"/>
                  </a:lnTo>
                  <a:lnTo>
                    <a:pt x="57" y="328"/>
                  </a:lnTo>
                  <a:lnTo>
                    <a:pt x="57" y="328"/>
                  </a:lnTo>
                  <a:lnTo>
                    <a:pt x="57" y="326"/>
                  </a:lnTo>
                  <a:lnTo>
                    <a:pt x="57" y="326"/>
                  </a:lnTo>
                  <a:lnTo>
                    <a:pt x="57" y="326"/>
                  </a:lnTo>
                  <a:lnTo>
                    <a:pt x="55" y="326"/>
                  </a:lnTo>
                  <a:lnTo>
                    <a:pt x="55" y="326"/>
                  </a:lnTo>
                  <a:lnTo>
                    <a:pt x="55" y="326"/>
                  </a:lnTo>
                  <a:lnTo>
                    <a:pt x="55" y="326"/>
                  </a:lnTo>
                  <a:lnTo>
                    <a:pt x="55" y="326"/>
                  </a:lnTo>
                  <a:lnTo>
                    <a:pt x="55" y="326"/>
                  </a:lnTo>
                  <a:lnTo>
                    <a:pt x="55" y="328"/>
                  </a:lnTo>
                  <a:lnTo>
                    <a:pt x="53" y="328"/>
                  </a:lnTo>
                  <a:lnTo>
                    <a:pt x="53" y="328"/>
                  </a:lnTo>
                  <a:lnTo>
                    <a:pt x="53" y="328"/>
                  </a:lnTo>
                  <a:lnTo>
                    <a:pt x="53" y="328"/>
                  </a:lnTo>
                  <a:lnTo>
                    <a:pt x="53" y="326"/>
                  </a:lnTo>
                  <a:lnTo>
                    <a:pt x="53" y="326"/>
                  </a:lnTo>
                  <a:lnTo>
                    <a:pt x="53" y="326"/>
                  </a:lnTo>
                  <a:lnTo>
                    <a:pt x="53" y="326"/>
                  </a:lnTo>
                  <a:lnTo>
                    <a:pt x="53" y="326"/>
                  </a:lnTo>
                  <a:lnTo>
                    <a:pt x="53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49" y="324"/>
                  </a:lnTo>
                  <a:lnTo>
                    <a:pt x="49" y="324"/>
                  </a:lnTo>
                  <a:lnTo>
                    <a:pt x="49" y="324"/>
                  </a:lnTo>
                  <a:lnTo>
                    <a:pt x="49" y="324"/>
                  </a:lnTo>
                  <a:lnTo>
                    <a:pt x="49" y="324"/>
                  </a:lnTo>
                  <a:lnTo>
                    <a:pt x="49" y="322"/>
                  </a:lnTo>
                  <a:lnTo>
                    <a:pt x="49" y="322"/>
                  </a:lnTo>
                  <a:lnTo>
                    <a:pt x="49" y="320"/>
                  </a:lnTo>
                  <a:lnTo>
                    <a:pt x="49" y="320"/>
                  </a:lnTo>
                  <a:lnTo>
                    <a:pt x="49" y="320"/>
                  </a:lnTo>
                  <a:lnTo>
                    <a:pt x="47" y="320"/>
                  </a:lnTo>
                  <a:lnTo>
                    <a:pt x="47" y="318"/>
                  </a:lnTo>
                  <a:lnTo>
                    <a:pt x="47" y="318"/>
                  </a:lnTo>
                  <a:lnTo>
                    <a:pt x="47" y="318"/>
                  </a:lnTo>
                  <a:lnTo>
                    <a:pt x="45" y="318"/>
                  </a:lnTo>
                  <a:lnTo>
                    <a:pt x="45" y="318"/>
                  </a:lnTo>
                  <a:lnTo>
                    <a:pt x="45" y="318"/>
                  </a:lnTo>
                  <a:lnTo>
                    <a:pt x="45" y="320"/>
                  </a:lnTo>
                  <a:lnTo>
                    <a:pt x="45" y="32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43" y="322"/>
                  </a:lnTo>
                  <a:lnTo>
                    <a:pt x="43" y="322"/>
                  </a:lnTo>
                  <a:lnTo>
                    <a:pt x="41" y="322"/>
                  </a:lnTo>
                  <a:lnTo>
                    <a:pt x="39" y="324"/>
                  </a:lnTo>
                  <a:lnTo>
                    <a:pt x="37" y="324"/>
                  </a:lnTo>
                  <a:lnTo>
                    <a:pt x="37" y="324"/>
                  </a:lnTo>
                  <a:lnTo>
                    <a:pt x="37" y="326"/>
                  </a:lnTo>
                  <a:lnTo>
                    <a:pt x="35" y="326"/>
                  </a:lnTo>
                  <a:lnTo>
                    <a:pt x="35" y="326"/>
                  </a:lnTo>
                  <a:lnTo>
                    <a:pt x="35" y="326"/>
                  </a:lnTo>
                  <a:lnTo>
                    <a:pt x="35" y="326"/>
                  </a:lnTo>
                  <a:lnTo>
                    <a:pt x="33" y="326"/>
                  </a:lnTo>
                  <a:lnTo>
                    <a:pt x="33" y="326"/>
                  </a:lnTo>
                  <a:lnTo>
                    <a:pt x="33" y="328"/>
                  </a:lnTo>
                  <a:lnTo>
                    <a:pt x="31" y="328"/>
                  </a:lnTo>
                  <a:lnTo>
                    <a:pt x="31" y="328"/>
                  </a:lnTo>
                  <a:lnTo>
                    <a:pt x="31" y="329"/>
                  </a:lnTo>
                  <a:lnTo>
                    <a:pt x="31" y="329"/>
                  </a:lnTo>
                  <a:lnTo>
                    <a:pt x="31" y="329"/>
                  </a:lnTo>
                  <a:lnTo>
                    <a:pt x="31" y="329"/>
                  </a:lnTo>
                  <a:lnTo>
                    <a:pt x="29" y="329"/>
                  </a:lnTo>
                  <a:lnTo>
                    <a:pt x="29" y="328"/>
                  </a:lnTo>
                  <a:lnTo>
                    <a:pt x="29" y="328"/>
                  </a:lnTo>
                  <a:lnTo>
                    <a:pt x="29" y="328"/>
                  </a:lnTo>
                  <a:lnTo>
                    <a:pt x="27" y="328"/>
                  </a:lnTo>
                  <a:lnTo>
                    <a:pt x="27" y="328"/>
                  </a:lnTo>
                  <a:lnTo>
                    <a:pt x="27" y="328"/>
                  </a:lnTo>
                  <a:lnTo>
                    <a:pt x="25" y="328"/>
                  </a:lnTo>
                  <a:lnTo>
                    <a:pt x="25" y="328"/>
                  </a:lnTo>
                  <a:lnTo>
                    <a:pt x="19" y="328"/>
                  </a:lnTo>
                  <a:lnTo>
                    <a:pt x="18" y="328"/>
                  </a:lnTo>
                  <a:lnTo>
                    <a:pt x="16" y="329"/>
                  </a:lnTo>
                  <a:lnTo>
                    <a:pt x="16" y="328"/>
                  </a:lnTo>
                  <a:lnTo>
                    <a:pt x="16" y="328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8" y="326"/>
                  </a:lnTo>
                  <a:lnTo>
                    <a:pt x="18" y="324"/>
                  </a:lnTo>
                  <a:lnTo>
                    <a:pt x="18" y="324"/>
                  </a:lnTo>
                  <a:lnTo>
                    <a:pt x="18" y="324"/>
                  </a:lnTo>
                  <a:lnTo>
                    <a:pt x="18" y="322"/>
                  </a:lnTo>
                  <a:lnTo>
                    <a:pt x="18" y="322"/>
                  </a:lnTo>
                  <a:lnTo>
                    <a:pt x="18" y="322"/>
                  </a:lnTo>
                  <a:lnTo>
                    <a:pt x="16" y="318"/>
                  </a:lnTo>
                  <a:lnTo>
                    <a:pt x="16" y="318"/>
                  </a:lnTo>
                  <a:lnTo>
                    <a:pt x="16" y="318"/>
                  </a:lnTo>
                  <a:lnTo>
                    <a:pt x="14" y="318"/>
                  </a:lnTo>
                  <a:lnTo>
                    <a:pt x="14" y="318"/>
                  </a:lnTo>
                  <a:lnTo>
                    <a:pt x="14" y="318"/>
                  </a:lnTo>
                  <a:lnTo>
                    <a:pt x="14" y="318"/>
                  </a:lnTo>
                  <a:lnTo>
                    <a:pt x="10" y="316"/>
                  </a:lnTo>
                  <a:lnTo>
                    <a:pt x="10" y="316"/>
                  </a:lnTo>
                  <a:lnTo>
                    <a:pt x="10" y="316"/>
                  </a:lnTo>
                  <a:lnTo>
                    <a:pt x="10" y="316"/>
                  </a:lnTo>
                  <a:lnTo>
                    <a:pt x="8" y="316"/>
                  </a:lnTo>
                  <a:lnTo>
                    <a:pt x="4" y="316"/>
                  </a:lnTo>
                  <a:lnTo>
                    <a:pt x="2" y="314"/>
                  </a:lnTo>
                  <a:lnTo>
                    <a:pt x="0" y="312"/>
                  </a:lnTo>
                  <a:lnTo>
                    <a:pt x="0" y="312"/>
                  </a:lnTo>
                  <a:lnTo>
                    <a:pt x="0" y="312"/>
                  </a:lnTo>
                  <a:lnTo>
                    <a:pt x="0" y="312"/>
                  </a:lnTo>
                  <a:lnTo>
                    <a:pt x="2" y="312"/>
                  </a:lnTo>
                  <a:lnTo>
                    <a:pt x="2" y="312"/>
                  </a:lnTo>
                  <a:lnTo>
                    <a:pt x="2" y="310"/>
                  </a:lnTo>
                  <a:lnTo>
                    <a:pt x="2" y="310"/>
                  </a:lnTo>
                  <a:lnTo>
                    <a:pt x="2" y="310"/>
                  </a:lnTo>
                  <a:lnTo>
                    <a:pt x="4" y="310"/>
                  </a:lnTo>
                  <a:lnTo>
                    <a:pt x="4" y="310"/>
                  </a:lnTo>
                  <a:lnTo>
                    <a:pt x="2" y="308"/>
                  </a:lnTo>
                  <a:lnTo>
                    <a:pt x="2" y="308"/>
                  </a:lnTo>
                  <a:lnTo>
                    <a:pt x="2" y="308"/>
                  </a:lnTo>
                  <a:lnTo>
                    <a:pt x="2" y="308"/>
                  </a:lnTo>
                  <a:lnTo>
                    <a:pt x="2" y="306"/>
                  </a:lnTo>
                  <a:lnTo>
                    <a:pt x="4" y="306"/>
                  </a:lnTo>
                  <a:lnTo>
                    <a:pt x="4" y="306"/>
                  </a:lnTo>
                  <a:lnTo>
                    <a:pt x="4" y="306"/>
                  </a:lnTo>
                  <a:lnTo>
                    <a:pt x="4" y="306"/>
                  </a:lnTo>
                  <a:lnTo>
                    <a:pt x="6" y="306"/>
                  </a:lnTo>
                  <a:lnTo>
                    <a:pt x="6" y="306"/>
                  </a:lnTo>
                  <a:lnTo>
                    <a:pt x="6" y="304"/>
                  </a:lnTo>
                  <a:lnTo>
                    <a:pt x="6" y="304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8" y="296"/>
                  </a:lnTo>
                  <a:lnTo>
                    <a:pt x="8" y="296"/>
                  </a:lnTo>
                  <a:lnTo>
                    <a:pt x="8" y="296"/>
                  </a:lnTo>
                  <a:lnTo>
                    <a:pt x="8" y="294"/>
                  </a:lnTo>
                  <a:lnTo>
                    <a:pt x="8" y="294"/>
                  </a:lnTo>
                  <a:lnTo>
                    <a:pt x="8" y="292"/>
                  </a:lnTo>
                  <a:lnTo>
                    <a:pt x="12" y="294"/>
                  </a:lnTo>
                  <a:lnTo>
                    <a:pt x="14" y="292"/>
                  </a:lnTo>
                  <a:lnTo>
                    <a:pt x="14" y="292"/>
                  </a:lnTo>
                  <a:lnTo>
                    <a:pt x="14" y="292"/>
                  </a:lnTo>
                  <a:lnTo>
                    <a:pt x="12" y="292"/>
                  </a:lnTo>
                  <a:lnTo>
                    <a:pt x="12" y="290"/>
                  </a:lnTo>
                  <a:lnTo>
                    <a:pt x="12" y="290"/>
                  </a:lnTo>
                  <a:lnTo>
                    <a:pt x="12" y="288"/>
                  </a:lnTo>
                  <a:lnTo>
                    <a:pt x="12" y="286"/>
                  </a:lnTo>
                  <a:lnTo>
                    <a:pt x="12" y="286"/>
                  </a:lnTo>
                  <a:lnTo>
                    <a:pt x="12" y="286"/>
                  </a:lnTo>
                  <a:lnTo>
                    <a:pt x="10" y="284"/>
                  </a:lnTo>
                  <a:lnTo>
                    <a:pt x="10" y="280"/>
                  </a:lnTo>
                  <a:lnTo>
                    <a:pt x="10" y="280"/>
                  </a:lnTo>
                  <a:lnTo>
                    <a:pt x="10" y="280"/>
                  </a:lnTo>
                  <a:lnTo>
                    <a:pt x="12" y="280"/>
                  </a:lnTo>
                  <a:lnTo>
                    <a:pt x="12" y="280"/>
                  </a:lnTo>
                  <a:lnTo>
                    <a:pt x="14" y="280"/>
                  </a:lnTo>
                  <a:lnTo>
                    <a:pt x="14" y="280"/>
                  </a:lnTo>
                  <a:lnTo>
                    <a:pt x="14" y="278"/>
                  </a:lnTo>
                  <a:lnTo>
                    <a:pt x="14" y="278"/>
                  </a:lnTo>
                  <a:lnTo>
                    <a:pt x="14" y="278"/>
                  </a:lnTo>
                  <a:lnTo>
                    <a:pt x="14" y="278"/>
                  </a:lnTo>
                  <a:lnTo>
                    <a:pt x="14" y="278"/>
                  </a:lnTo>
                  <a:lnTo>
                    <a:pt x="12" y="278"/>
                  </a:lnTo>
                  <a:lnTo>
                    <a:pt x="12" y="278"/>
                  </a:lnTo>
                  <a:lnTo>
                    <a:pt x="12" y="278"/>
                  </a:lnTo>
                  <a:lnTo>
                    <a:pt x="12" y="278"/>
                  </a:lnTo>
                  <a:lnTo>
                    <a:pt x="12" y="276"/>
                  </a:lnTo>
                  <a:lnTo>
                    <a:pt x="12" y="276"/>
                  </a:lnTo>
                  <a:lnTo>
                    <a:pt x="14" y="276"/>
                  </a:lnTo>
                  <a:lnTo>
                    <a:pt x="14" y="276"/>
                  </a:lnTo>
                  <a:lnTo>
                    <a:pt x="14" y="276"/>
                  </a:lnTo>
                  <a:lnTo>
                    <a:pt x="14" y="276"/>
                  </a:lnTo>
                  <a:lnTo>
                    <a:pt x="16" y="276"/>
                  </a:lnTo>
                  <a:lnTo>
                    <a:pt x="16" y="274"/>
                  </a:lnTo>
                  <a:lnTo>
                    <a:pt x="16" y="274"/>
                  </a:lnTo>
                  <a:lnTo>
                    <a:pt x="16" y="274"/>
                  </a:lnTo>
                  <a:lnTo>
                    <a:pt x="18" y="274"/>
                  </a:lnTo>
                  <a:lnTo>
                    <a:pt x="18" y="274"/>
                  </a:lnTo>
                  <a:lnTo>
                    <a:pt x="18" y="274"/>
                  </a:lnTo>
                  <a:lnTo>
                    <a:pt x="18" y="274"/>
                  </a:lnTo>
                  <a:lnTo>
                    <a:pt x="18" y="274"/>
                  </a:lnTo>
                  <a:lnTo>
                    <a:pt x="18" y="273"/>
                  </a:lnTo>
                  <a:lnTo>
                    <a:pt x="18" y="273"/>
                  </a:lnTo>
                  <a:lnTo>
                    <a:pt x="18" y="273"/>
                  </a:lnTo>
                  <a:lnTo>
                    <a:pt x="18" y="273"/>
                  </a:lnTo>
                  <a:lnTo>
                    <a:pt x="18" y="273"/>
                  </a:lnTo>
                  <a:lnTo>
                    <a:pt x="18" y="271"/>
                  </a:lnTo>
                  <a:lnTo>
                    <a:pt x="18" y="271"/>
                  </a:lnTo>
                  <a:lnTo>
                    <a:pt x="18" y="271"/>
                  </a:lnTo>
                  <a:lnTo>
                    <a:pt x="18" y="269"/>
                  </a:lnTo>
                  <a:lnTo>
                    <a:pt x="18" y="269"/>
                  </a:lnTo>
                  <a:lnTo>
                    <a:pt x="18" y="269"/>
                  </a:lnTo>
                  <a:lnTo>
                    <a:pt x="18" y="269"/>
                  </a:lnTo>
                  <a:lnTo>
                    <a:pt x="18" y="269"/>
                  </a:lnTo>
                  <a:lnTo>
                    <a:pt x="19" y="269"/>
                  </a:lnTo>
                  <a:lnTo>
                    <a:pt x="19" y="271"/>
                  </a:lnTo>
                  <a:lnTo>
                    <a:pt x="19" y="271"/>
                  </a:lnTo>
                  <a:lnTo>
                    <a:pt x="21" y="271"/>
                  </a:lnTo>
                  <a:lnTo>
                    <a:pt x="23" y="271"/>
                  </a:lnTo>
                  <a:lnTo>
                    <a:pt x="23" y="273"/>
                  </a:lnTo>
                  <a:lnTo>
                    <a:pt x="27" y="274"/>
                  </a:lnTo>
                  <a:lnTo>
                    <a:pt x="27" y="274"/>
                  </a:lnTo>
                  <a:lnTo>
                    <a:pt x="27" y="274"/>
                  </a:lnTo>
                  <a:lnTo>
                    <a:pt x="29" y="274"/>
                  </a:lnTo>
                  <a:lnTo>
                    <a:pt x="33" y="274"/>
                  </a:lnTo>
                  <a:lnTo>
                    <a:pt x="37" y="273"/>
                  </a:lnTo>
                  <a:lnTo>
                    <a:pt x="37" y="273"/>
                  </a:lnTo>
                  <a:lnTo>
                    <a:pt x="37" y="273"/>
                  </a:lnTo>
                  <a:lnTo>
                    <a:pt x="39" y="273"/>
                  </a:lnTo>
                  <a:lnTo>
                    <a:pt x="39" y="273"/>
                  </a:lnTo>
                  <a:lnTo>
                    <a:pt x="39" y="273"/>
                  </a:lnTo>
                  <a:lnTo>
                    <a:pt x="39" y="273"/>
                  </a:lnTo>
                  <a:lnTo>
                    <a:pt x="41" y="273"/>
                  </a:lnTo>
                  <a:lnTo>
                    <a:pt x="41" y="274"/>
                  </a:lnTo>
                  <a:lnTo>
                    <a:pt x="43" y="274"/>
                  </a:lnTo>
                  <a:lnTo>
                    <a:pt x="43" y="274"/>
                  </a:lnTo>
                  <a:lnTo>
                    <a:pt x="43" y="274"/>
                  </a:lnTo>
                  <a:lnTo>
                    <a:pt x="43" y="276"/>
                  </a:lnTo>
                  <a:lnTo>
                    <a:pt x="43" y="276"/>
                  </a:lnTo>
                  <a:lnTo>
                    <a:pt x="47" y="278"/>
                  </a:lnTo>
                  <a:lnTo>
                    <a:pt x="49" y="274"/>
                  </a:lnTo>
                  <a:lnTo>
                    <a:pt x="49" y="274"/>
                  </a:lnTo>
                  <a:lnTo>
                    <a:pt x="49" y="274"/>
                  </a:lnTo>
                  <a:lnTo>
                    <a:pt x="49" y="274"/>
                  </a:lnTo>
                  <a:lnTo>
                    <a:pt x="51" y="274"/>
                  </a:lnTo>
                  <a:lnTo>
                    <a:pt x="51" y="274"/>
                  </a:lnTo>
                  <a:lnTo>
                    <a:pt x="51" y="273"/>
                  </a:lnTo>
                  <a:lnTo>
                    <a:pt x="53" y="271"/>
                  </a:lnTo>
                  <a:lnTo>
                    <a:pt x="53" y="269"/>
                  </a:lnTo>
                  <a:lnTo>
                    <a:pt x="53" y="269"/>
                  </a:lnTo>
                  <a:lnTo>
                    <a:pt x="53" y="269"/>
                  </a:lnTo>
                  <a:lnTo>
                    <a:pt x="53" y="269"/>
                  </a:lnTo>
                  <a:lnTo>
                    <a:pt x="53" y="267"/>
                  </a:lnTo>
                  <a:lnTo>
                    <a:pt x="53" y="267"/>
                  </a:lnTo>
                  <a:lnTo>
                    <a:pt x="55" y="267"/>
                  </a:lnTo>
                  <a:lnTo>
                    <a:pt x="55" y="265"/>
                  </a:lnTo>
                  <a:lnTo>
                    <a:pt x="55" y="265"/>
                  </a:lnTo>
                  <a:lnTo>
                    <a:pt x="57" y="265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1"/>
                  </a:lnTo>
                  <a:lnTo>
                    <a:pt x="57" y="259"/>
                  </a:lnTo>
                  <a:lnTo>
                    <a:pt x="57" y="259"/>
                  </a:lnTo>
                  <a:lnTo>
                    <a:pt x="59" y="259"/>
                  </a:lnTo>
                  <a:lnTo>
                    <a:pt x="59" y="259"/>
                  </a:lnTo>
                  <a:lnTo>
                    <a:pt x="59" y="257"/>
                  </a:lnTo>
                  <a:lnTo>
                    <a:pt x="61" y="257"/>
                  </a:lnTo>
                  <a:lnTo>
                    <a:pt x="61" y="257"/>
                  </a:lnTo>
                  <a:lnTo>
                    <a:pt x="63" y="257"/>
                  </a:lnTo>
                  <a:lnTo>
                    <a:pt x="65" y="257"/>
                  </a:lnTo>
                  <a:lnTo>
                    <a:pt x="65" y="255"/>
                  </a:lnTo>
                  <a:lnTo>
                    <a:pt x="65" y="255"/>
                  </a:lnTo>
                  <a:lnTo>
                    <a:pt x="67" y="257"/>
                  </a:lnTo>
                  <a:lnTo>
                    <a:pt x="67" y="257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9" y="253"/>
                  </a:lnTo>
                  <a:lnTo>
                    <a:pt x="69" y="253"/>
                  </a:lnTo>
                  <a:lnTo>
                    <a:pt x="69" y="253"/>
                  </a:lnTo>
                  <a:lnTo>
                    <a:pt x="69" y="251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65" y="249"/>
                  </a:lnTo>
                  <a:lnTo>
                    <a:pt x="65" y="247"/>
                  </a:lnTo>
                  <a:lnTo>
                    <a:pt x="63" y="247"/>
                  </a:lnTo>
                  <a:lnTo>
                    <a:pt x="63" y="247"/>
                  </a:lnTo>
                  <a:lnTo>
                    <a:pt x="59" y="245"/>
                  </a:lnTo>
                  <a:lnTo>
                    <a:pt x="59" y="243"/>
                  </a:lnTo>
                  <a:lnTo>
                    <a:pt x="57" y="243"/>
                  </a:lnTo>
                  <a:lnTo>
                    <a:pt x="57" y="241"/>
                  </a:lnTo>
                  <a:lnTo>
                    <a:pt x="57" y="241"/>
                  </a:lnTo>
                  <a:lnTo>
                    <a:pt x="57" y="239"/>
                  </a:lnTo>
                  <a:lnTo>
                    <a:pt x="55" y="239"/>
                  </a:lnTo>
                  <a:lnTo>
                    <a:pt x="55" y="239"/>
                  </a:lnTo>
                  <a:lnTo>
                    <a:pt x="39" y="233"/>
                  </a:lnTo>
                  <a:lnTo>
                    <a:pt x="23" y="229"/>
                  </a:lnTo>
                  <a:lnTo>
                    <a:pt x="21" y="227"/>
                  </a:lnTo>
                  <a:lnTo>
                    <a:pt x="21" y="227"/>
                  </a:lnTo>
                  <a:lnTo>
                    <a:pt x="21" y="227"/>
                  </a:lnTo>
                  <a:lnTo>
                    <a:pt x="19" y="227"/>
                  </a:lnTo>
                  <a:lnTo>
                    <a:pt x="19" y="227"/>
                  </a:lnTo>
                  <a:lnTo>
                    <a:pt x="19" y="227"/>
                  </a:lnTo>
                  <a:lnTo>
                    <a:pt x="18" y="227"/>
                  </a:lnTo>
                  <a:lnTo>
                    <a:pt x="18" y="227"/>
                  </a:lnTo>
                  <a:lnTo>
                    <a:pt x="18" y="227"/>
                  </a:lnTo>
                  <a:lnTo>
                    <a:pt x="18" y="225"/>
                  </a:lnTo>
                  <a:lnTo>
                    <a:pt x="18" y="225"/>
                  </a:lnTo>
                  <a:lnTo>
                    <a:pt x="16" y="225"/>
                  </a:lnTo>
                  <a:lnTo>
                    <a:pt x="16" y="225"/>
                  </a:lnTo>
                  <a:lnTo>
                    <a:pt x="16" y="225"/>
                  </a:lnTo>
                  <a:lnTo>
                    <a:pt x="16" y="223"/>
                  </a:lnTo>
                  <a:lnTo>
                    <a:pt x="16" y="223"/>
                  </a:lnTo>
                  <a:lnTo>
                    <a:pt x="16" y="221"/>
                  </a:lnTo>
                  <a:lnTo>
                    <a:pt x="16" y="221"/>
                  </a:lnTo>
                  <a:lnTo>
                    <a:pt x="16" y="221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8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4"/>
                  </a:lnTo>
                  <a:lnTo>
                    <a:pt x="18" y="214"/>
                  </a:lnTo>
                  <a:lnTo>
                    <a:pt x="19" y="214"/>
                  </a:lnTo>
                  <a:lnTo>
                    <a:pt x="19" y="212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1" y="210"/>
                  </a:lnTo>
                  <a:lnTo>
                    <a:pt x="23" y="210"/>
                  </a:lnTo>
                  <a:lnTo>
                    <a:pt x="23" y="208"/>
                  </a:lnTo>
                  <a:lnTo>
                    <a:pt x="23" y="206"/>
                  </a:lnTo>
                  <a:lnTo>
                    <a:pt x="23" y="204"/>
                  </a:lnTo>
                  <a:lnTo>
                    <a:pt x="23" y="204"/>
                  </a:lnTo>
                  <a:lnTo>
                    <a:pt x="25" y="204"/>
                  </a:lnTo>
                  <a:lnTo>
                    <a:pt x="25" y="204"/>
                  </a:lnTo>
                  <a:lnTo>
                    <a:pt x="27" y="204"/>
                  </a:lnTo>
                  <a:lnTo>
                    <a:pt x="27" y="204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5" y="202"/>
                  </a:lnTo>
                  <a:lnTo>
                    <a:pt x="25" y="202"/>
                  </a:lnTo>
                  <a:lnTo>
                    <a:pt x="25" y="202"/>
                  </a:lnTo>
                  <a:lnTo>
                    <a:pt x="25" y="202"/>
                  </a:lnTo>
                  <a:lnTo>
                    <a:pt x="25" y="200"/>
                  </a:lnTo>
                  <a:lnTo>
                    <a:pt x="25" y="200"/>
                  </a:lnTo>
                  <a:lnTo>
                    <a:pt x="25" y="200"/>
                  </a:lnTo>
                  <a:lnTo>
                    <a:pt x="27" y="200"/>
                  </a:lnTo>
                  <a:lnTo>
                    <a:pt x="29" y="200"/>
                  </a:lnTo>
                  <a:lnTo>
                    <a:pt x="31" y="200"/>
                  </a:lnTo>
                  <a:lnTo>
                    <a:pt x="31" y="200"/>
                  </a:lnTo>
                  <a:lnTo>
                    <a:pt x="31" y="200"/>
                  </a:lnTo>
                  <a:lnTo>
                    <a:pt x="31" y="198"/>
                  </a:lnTo>
                  <a:lnTo>
                    <a:pt x="33" y="198"/>
                  </a:lnTo>
                  <a:lnTo>
                    <a:pt x="33" y="198"/>
                  </a:lnTo>
                  <a:lnTo>
                    <a:pt x="33" y="198"/>
                  </a:lnTo>
                  <a:lnTo>
                    <a:pt x="35" y="198"/>
                  </a:lnTo>
                  <a:lnTo>
                    <a:pt x="35" y="196"/>
                  </a:lnTo>
                  <a:lnTo>
                    <a:pt x="35" y="196"/>
                  </a:lnTo>
                  <a:lnTo>
                    <a:pt x="35" y="196"/>
                  </a:lnTo>
                  <a:lnTo>
                    <a:pt x="35" y="196"/>
                  </a:lnTo>
                  <a:lnTo>
                    <a:pt x="35" y="194"/>
                  </a:lnTo>
                  <a:lnTo>
                    <a:pt x="35" y="194"/>
                  </a:lnTo>
                  <a:lnTo>
                    <a:pt x="33" y="194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7" y="190"/>
                  </a:lnTo>
                  <a:lnTo>
                    <a:pt x="37" y="190"/>
                  </a:lnTo>
                  <a:lnTo>
                    <a:pt x="37" y="190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9" y="186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41" y="188"/>
                  </a:lnTo>
                  <a:lnTo>
                    <a:pt x="41" y="188"/>
                  </a:lnTo>
                  <a:lnTo>
                    <a:pt x="41" y="188"/>
                  </a:lnTo>
                  <a:lnTo>
                    <a:pt x="41" y="188"/>
                  </a:lnTo>
                  <a:lnTo>
                    <a:pt x="45" y="188"/>
                  </a:lnTo>
                  <a:lnTo>
                    <a:pt x="47" y="188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53" y="188"/>
                  </a:lnTo>
                  <a:lnTo>
                    <a:pt x="55" y="188"/>
                  </a:lnTo>
                  <a:lnTo>
                    <a:pt x="55" y="188"/>
                  </a:lnTo>
                  <a:lnTo>
                    <a:pt x="57" y="188"/>
                  </a:lnTo>
                  <a:lnTo>
                    <a:pt x="57" y="188"/>
                  </a:lnTo>
                  <a:lnTo>
                    <a:pt x="57" y="188"/>
                  </a:lnTo>
                  <a:lnTo>
                    <a:pt x="57" y="186"/>
                  </a:lnTo>
                  <a:lnTo>
                    <a:pt x="57" y="186"/>
                  </a:lnTo>
                  <a:lnTo>
                    <a:pt x="59" y="184"/>
                  </a:lnTo>
                  <a:lnTo>
                    <a:pt x="59" y="182"/>
                  </a:lnTo>
                  <a:lnTo>
                    <a:pt x="59" y="182"/>
                  </a:lnTo>
                  <a:lnTo>
                    <a:pt x="61" y="180"/>
                  </a:lnTo>
                  <a:lnTo>
                    <a:pt x="63" y="180"/>
                  </a:lnTo>
                  <a:lnTo>
                    <a:pt x="63" y="180"/>
                  </a:lnTo>
                  <a:lnTo>
                    <a:pt x="63" y="180"/>
                  </a:lnTo>
                  <a:lnTo>
                    <a:pt x="63" y="178"/>
                  </a:lnTo>
                  <a:lnTo>
                    <a:pt x="65" y="178"/>
                  </a:lnTo>
                  <a:lnTo>
                    <a:pt x="65" y="178"/>
                  </a:lnTo>
                  <a:lnTo>
                    <a:pt x="65" y="178"/>
                  </a:lnTo>
                  <a:lnTo>
                    <a:pt x="65" y="178"/>
                  </a:lnTo>
                  <a:lnTo>
                    <a:pt x="67" y="178"/>
                  </a:lnTo>
                  <a:lnTo>
                    <a:pt x="67" y="178"/>
                  </a:lnTo>
                  <a:lnTo>
                    <a:pt x="67" y="180"/>
                  </a:lnTo>
                  <a:lnTo>
                    <a:pt x="67" y="180"/>
                  </a:lnTo>
                  <a:lnTo>
                    <a:pt x="69" y="180"/>
                  </a:lnTo>
                  <a:lnTo>
                    <a:pt x="69" y="182"/>
                  </a:lnTo>
                  <a:lnTo>
                    <a:pt x="70" y="182"/>
                  </a:lnTo>
                  <a:lnTo>
                    <a:pt x="70" y="180"/>
                  </a:lnTo>
                  <a:lnTo>
                    <a:pt x="72" y="180"/>
                  </a:lnTo>
                  <a:lnTo>
                    <a:pt x="72" y="180"/>
                  </a:lnTo>
                  <a:lnTo>
                    <a:pt x="72" y="178"/>
                  </a:lnTo>
                  <a:lnTo>
                    <a:pt x="74" y="178"/>
                  </a:lnTo>
                  <a:lnTo>
                    <a:pt x="74" y="178"/>
                  </a:lnTo>
                  <a:lnTo>
                    <a:pt x="72" y="178"/>
                  </a:lnTo>
                  <a:lnTo>
                    <a:pt x="72" y="176"/>
                  </a:lnTo>
                  <a:lnTo>
                    <a:pt x="72" y="176"/>
                  </a:lnTo>
                  <a:lnTo>
                    <a:pt x="72" y="176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2"/>
                  </a:lnTo>
                  <a:lnTo>
                    <a:pt x="74" y="172"/>
                  </a:lnTo>
                  <a:lnTo>
                    <a:pt x="74" y="172"/>
                  </a:lnTo>
                  <a:lnTo>
                    <a:pt x="74" y="172"/>
                  </a:lnTo>
                  <a:lnTo>
                    <a:pt x="74" y="170"/>
                  </a:lnTo>
                  <a:lnTo>
                    <a:pt x="74" y="170"/>
                  </a:lnTo>
                  <a:lnTo>
                    <a:pt x="74" y="170"/>
                  </a:lnTo>
                  <a:lnTo>
                    <a:pt x="76" y="170"/>
                  </a:lnTo>
                  <a:lnTo>
                    <a:pt x="76" y="170"/>
                  </a:lnTo>
                  <a:lnTo>
                    <a:pt x="76" y="170"/>
                  </a:lnTo>
                  <a:lnTo>
                    <a:pt x="78" y="170"/>
                  </a:lnTo>
                  <a:lnTo>
                    <a:pt x="80" y="170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82" y="172"/>
                  </a:lnTo>
                  <a:lnTo>
                    <a:pt x="82" y="172"/>
                  </a:lnTo>
                  <a:lnTo>
                    <a:pt x="82" y="172"/>
                  </a:lnTo>
                  <a:lnTo>
                    <a:pt x="82" y="172"/>
                  </a:lnTo>
                  <a:lnTo>
                    <a:pt x="82" y="172"/>
                  </a:lnTo>
                  <a:lnTo>
                    <a:pt x="82" y="174"/>
                  </a:lnTo>
                  <a:lnTo>
                    <a:pt x="82" y="174"/>
                  </a:lnTo>
                  <a:lnTo>
                    <a:pt x="82" y="174"/>
                  </a:lnTo>
                  <a:lnTo>
                    <a:pt x="82" y="174"/>
                  </a:lnTo>
                  <a:lnTo>
                    <a:pt x="84" y="174"/>
                  </a:lnTo>
                  <a:lnTo>
                    <a:pt x="86" y="174"/>
                  </a:lnTo>
                  <a:lnTo>
                    <a:pt x="86" y="174"/>
                  </a:lnTo>
                  <a:lnTo>
                    <a:pt x="86" y="174"/>
                  </a:lnTo>
                  <a:lnTo>
                    <a:pt x="86" y="174"/>
                  </a:lnTo>
                  <a:lnTo>
                    <a:pt x="88" y="174"/>
                  </a:lnTo>
                  <a:lnTo>
                    <a:pt x="88" y="174"/>
                  </a:lnTo>
                  <a:lnTo>
                    <a:pt x="88" y="172"/>
                  </a:lnTo>
                  <a:lnTo>
                    <a:pt x="88" y="170"/>
                  </a:lnTo>
                  <a:lnTo>
                    <a:pt x="88" y="168"/>
                  </a:lnTo>
                  <a:lnTo>
                    <a:pt x="88" y="168"/>
                  </a:lnTo>
                  <a:lnTo>
                    <a:pt x="88" y="166"/>
                  </a:lnTo>
                  <a:lnTo>
                    <a:pt x="88" y="166"/>
                  </a:lnTo>
                  <a:lnTo>
                    <a:pt x="88" y="166"/>
                  </a:lnTo>
                  <a:lnTo>
                    <a:pt x="88" y="165"/>
                  </a:lnTo>
                  <a:lnTo>
                    <a:pt x="90" y="165"/>
                  </a:lnTo>
                  <a:lnTo>
                    <a:pt x="90" y="163"/>
                  </a:lnTo>
                  <a:lnTo>
                    <a:pt x="90" y="163"/>
                  </a:lnTo>
                  <a:lnTo>
                    <a:pt x="90" y="163"/>
                  </a:lnTo>
                  <a:lnTo>
                    <a:pt x="90" y="163"/>
                  </a:lnTo>
                  <a:lnTo>
                    <a:pt x="90" y="161"/>
                  </a:lnTo>
                  <a:lnTo>
                    <a:pt x="90" y="161"/>
                  </a:lnTo>
                  <a:lnTo>
                    <a:pt x="88" y="157"/>
                  </a:lnTo>
                  <a:lnTo>
                    <a:pt x="88" y="157"/>
                  </a:lnTo>
                  <a:lnTo>
                    <a:pt x="88" y="155"/>
                  </a:lnTo>
                  <a:lnTo>
                    <a:pt x="88" y="155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2" y="145"/>
                  </a:lnTo>
                  <a:lnTo>
                    <a:pt x="82" y="143"/>
                  </a:lnTo>
                  <a:lnTo>
                    <a:pt x="86" y="135"/>
                  </a:lnTo>
                  <a:lnTo>
                    <a:pt x="78" y="129"/>
                  </a:lnTo>
                  <a:lnTo>
                    <a:pt x="86" y="113"/>
                  </a:lnTo>
                  <a:lnTo>
                    <a:pt x="90" y="106"/>
                  </a:lnTo>
                  <a:lnTo>
                    <a:pt x="90" y="106"/>
                  </a:lnTo>
                  <a:lnTo>
                    <a:pt x="90" y="104"/>
                  </a:lnTo>
                  <a:lnTo>
                    <a:pt x="90" y="104"/>
                  </a:lnTo>
                  <a:lnTo>
                    <a:pt x="90" y="102"/>
                  </a:lnTo>
                  <a:lnTo>
                    <a:pt x="90" y="100"/>
                  </a:lnTo>
                  <a:lnTo>
                    <a:pt x="88" y="100"/>
                  </a:lnTo>
                  <a:lnTo>
                    <a:pt x="84" y="98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4" y="94"/>
                  </a:lnTo>
                  <a:lnTo>
                    <a:pt x="86" y="92"/>
                  </a:lnTo>
                  <a:lnTo>
                    <a:pt x="88" y="88"/>
                  </a:lnTo>
                  <a:lnTo>
                    <a:pt x="88" y="88"/>
                  </a:lnTo>
                  <a:lnTo>
                    <a:pt x="92" y="80"/>
                  </a:lnTo>
                  <a:lnTo>
                    <a:pt x="96" y="72"/>
                  </a:lnTo>
                  <a:lnTo>
                    <a:pt x="98" y="72"/>
                  </a:lnTo>
                  <a:lnTo>
                    <a:pt x="98" y="72"/>
                  </a:lnTo>
                  <a:lnTo>
                    <a:pt x="98" y="72"/>
                  </a:lnTo>
                  <a:lnTo>
                    <a:pt x="98" y="72"/>
                  </a:lnTo>
                  <a:lnTo>
                    <a:pt x="96" y="70"/>
                  </a:lnTo>
                  <a:lnTo>
                    <a:pt x="92" y="70"/>
                  </a:lnTo>
                  <a:lnTo>
                    <a:pt x="92" y="70"/>
                  </a:lnTo>
                  <a:lnTo>
                    <a:pt x="92" y="70"/>
                  </a:lnTo>
                  <a:lnTo>
                    <a:pt x="92" y="70"/>
                  </a:lnTo>
                  <a:lnTo>
                    <a:pt x="92" y="70"/>
                  </a:lnTo>
                  <a:lnTo>
                    <a:pt x="90" y="70"/>
                  </a:lnTo>
                  <a:lnTo>
                    <a:pt x="90" y="70"/>
                  </a:lnTo>
                  <a:lnTo>
                    <a:pt x="90" y="7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6" y="72"/>
                  </a:lnTo>
                  <a:lnTo>
                    <a:pt x="86" y="72"/>
                  </a:lnTo>
                  <a:lnTo>
                    <a:pt x="86" y="72"/>
                  </a:lnTo>
                  <a:lnTo>
                    <a:pt x="84" y="70"/>
                  </a:lnTo>
                  <a:lnTo>
                    <a:pt x="84" y="70"/>
                  </a:lnTo>
                  <a:lnTo>
                    <a:pt x="84" y="70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2" y="72"/>
                  </a:lnTo>
                  <a:lnTo>
                    <a:pt x="82" y="72"/>
                  </a:lnTo>
                  <a:lnTo>
                    <a:pt x="82" y="70"/>
                  </a:lnTo>
                  <a:lnTo>
                    <a:pt x="82" y="70"/>
                  </a:lnTo>
                  <a:lnTo>
                    <a:pt x="82" y="70"/>
                  </a:lnTo>
                  <a:lnTo>
                    <a:pt x="80" y="70"/>
                  </a:lnTo>
                  <a:lnTo>
                    <a:pt x="80" y="70"/>
                  </a:lnTo>
                  <a:lnTo>
                    <a:pt x="80" y="70"/>
                  </a:lnTo>
                  <a:lnTo>
                    <a:pt x="80" y="70"/>
                  </a:lnTo>
                  <a:lnTo>
                    <a:pt x="78" y="70"/>
                  </a:lnTo>
                  <a:lnTo>
                    <a:pt x="78" y="70"/>
                  </a:lnTo>
                  <a:lnTo>
                    <a:pt x="78" y="70"/>
                  </a:lnTo>
                  <a:lnTo>
                    <a:pt x="76" y="66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2" y="64"/>
                  </a:lnTo>
                  <a:lnTo>
                    <a:pt x="72" y="64"/>
                  </a:lnTo>
                  <a:lnTo>
                    <a:pt x="72" y="64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2" y="62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59"/>
                  </a:lnTo>
                  <a:lnTo>
                    <a:pt x="72" y="59"/>
                  </a:lnTo>
                  <a:lnTo>
                    <a:pt x="72" y="59"/>
                  </a:lnTo>
                  <a:lnTo>
                    <a:pt x="72" y="57"/>
                  </a:lnTo>
                  <a:lnTo>
                    <a:pt x="72" y="55"/>
                  </a:lnTo>
                  <a:lnTo>
                    <a:pt x="72" y="55"/>
                  </a:lnTo>
                  <a:lnTo>
                    <a:pt x="72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2" y="53"/>
                  </a:lnTo>
                  <a:lnTo>
                    <a:pt x="74" y="53"/>
                  </a:lnTo>
                  <a:lnTo>
                    <a:pt x="74" y="53"/>
                  </a:lnTo>
                  <a:lnTo>
                    <a:pt x="76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2" y="55"/>
                  </a:lnTo>
                  <a:lnTo>
                    <a:pt x="84" y="55"/>
                  </a:lnTo>
                  <a:lnTo>
                    <a:pt x="86" y="55"/>
                  </a:lnTo>
                  <a:lnTo>
                    <a:pt x="86" y="55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4" y="53"/>
                  </a:lnTo>
                  <a:lnTo>
                    <a:pt x="94" y="53"/>
                  </a:lnTo>
                  <a:lnTo>
                    <a:pt x="94" y="53"/>
                  </a:lnTo>
                  <a:lnTo>
                    <a:pt x="94" y="53"/>
                  </a:lnTo>
                  <a:lnTo>
                    <a:pt x="94" y="51"/>
                  </a:lnTo>
                  <a:lnTo>
                    <a:pt x="94" y="51"/>
                  </a:lnTo>
                  <a:lnTo>
                    <a:pt x="94" y="51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6" y="49"/>
                  </a:lnTo>
                  <a:lnTo>
                    <a:pt x="96" y="47"/>
                  </a:lnTo>
                  <a:lnTo>
                    <a:pt x="96" y="47"/>
                  </a:lnTo>
                  <a:lnTo>
                    <a:pt x="96" y="47"/>
                  </a:lnTo>
                  <a:lnTo>
                    <a:pt x="98" y="47"/>
                  </a:lnTo>
                  <a:lnTo>
                    <a:pt x="98" y="45"/>
                  </a:lnTo>
                  <a:lnTo>
                    <a:pt x="100" y="45"/>
                  </a:lnTo>
                  <a:lnTo>
                    <a:pt x="100" y="43"/>
                  </a:lnTo>
                  <a:lnTo>
                    <a:pt x="100" y="41"/>
                  </a:lnTo>
                  <a:lnTo>
                    <a:pt x="100" y="4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6" y="37"/>
                  </a:lnTo>
                  <a:lnTo>
                    <a:pt x="106" y="37"/>
                  </a:lnTo>
                  <a:lnTo>
                    <a:pt x="106" y="37"/>
                  </a:lnTo>
                  <a:lnTo>
                    <a:pt x="106" y="37"/>
                  </a:lnTo>
                  <a:lnTo>
                    <a:pt x="106" y="35"/>
                  </a:lnTo>
                  <a:lnTo>
                    <a:pt x="110" y="35"/>
                  </a:lnTo>
                  <a:lnTo>
                    <a:pt x="110" y="35"/>
                  </a:lnTo>
                  <a:lnTo>
                    <a:pt x="110" y="33"/>
                  </a:lnTo>
                  <a:lnTo>
                    <a:pt x="110" y="33"/>
                  </a:lnTo>
                  <a:lnTo>
                    <a:pt x="110" y="31"/>
                  </a:lnTo>
                  <a:lnTo>
                    <a:pt x="112" y="31"/>
                  </a:lnTo>
                  <a:lnTo>
                    <a:pt x="110" y="29"/>
                  </a:lnTo>
                  <a:lnTo>
                    <a:pt x="110" y="29"/>
                  </a:lnTo>
                  <a:lnTo>
                    <a:pt x="110" y="29"/>
                  </a:lnTo>
                  <a:lnTo>
                    <a:pt x="110" y="29"/>
                  </a:lnTo>
                  <a:lnTo>
                    <a:pt x="110" y="29"/>
                  </a:lnTo>
                  <a:lnTo>
                    <a:pt x="110" y="29"/>
                  </a:lnTo>
                  <a:lnTo>
                    <a:pt x="110" y="27"/>
                  </a:lnTo>
                  <a:lnTo>
                    <a:pt x="110" y="27"/>
                  </a:lnTo>
                  <a:lnTo>
                    <a:pt x="110" y="27"/>
                  </a:lnTo>
                  <a:lnTo>
                    <a:pt x="110" y="27"/>
                  </a:lnTo>
                  <a:lnTo>
                    <a:pt x="110" y="27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4" y="23"/>
                  </a:lnTo>
                  <a:lnTo>
                    <a:pt x="114" y="21"/>
                  </a:lnTo>
                  <a:lnTo>
                    <a:pt x="118" y="17"/>
                  </a:lnTo>
                  <a:lnTo>
                    <a:pt x="118" y="17"/>
                  </a:lnTo>
                  <a:lnTo>
                    <a:pt x="118" y="15"/>
                  </a:lnTo>
                  <a:lnTo>
                    <a:pt x="118" y="15"/>
                  </a:lnTo>
                  <a:lnTo>
                    <a:pt x="118" y="15"/>
                  </a:lnTo>
                  <a:lnTo>
                    <a:pt x="118" y="13"/>
                  </a:lnTo>
                  <a:lnTo>
                    <a:pt x="118" y="13"/>
                  </a:lnTo>
                  <a:lnTo>
                    <a:pt x="118" y="13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0" y="11"/>
                  </a:lnTo>
                  <a:lnTo>
                    <a:pt x="121" y="9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1" y="5"/>
                  </a:lnTo>
                  <a:lnTo>
                    <a:pt x="123" y="5"/>
                  </a:lnTo>
                  <a:lnTo>
                    <a:pt x="123" y="5"/>
                  </a:lnTo>
                  <a:lnTo>
                    <a:pt x="123" y="5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9" y="0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1341438" y="3506788"/>
              <a:ext cx="152400" cy="90488"/>
            </a:xfrm>
            <a:custGeom>
              <a:avLst/>
              <a:gdLst>
                <a:gd name="T0" fmla="*/ 51 w 192"/>
                <a:gd name="T1" fmla="*/ 6 h 114"/>
                <a:gd name="T2" fmla="*/ 57 w 192"/>
                <a:gd name="T3" fmla="*/ 6 h 114"/>
                <a:gd name="T4" fmla="*/ 65 w 192"/>
                <a:gd name="T5" fmla="*/ 10 h 114"/>
                <a:gd name="T6" fmla="*/ 73 w 192"/>
                <a:gd name="T7" fmla="*/ 18 h 114"/>
                <a:gd name="T8" fmla="*/ 80 w 192"/>
                <a:gd name="T9" fmla="*/ 22 h 114"/>
                <a:gd name="T10" fmla="*/ 86 w 192"/>
                <a:gd name="T11" fmla="*/ 23 h 114"/>
                <a:gd name="T12" fmla="*/ 92 w 192"/>
                <a:gd name="T13" fmla="*/ 18 h 114"/>
                <a:gd name="T14" fmla="*/ 100 w 192"/>
                <a:gd name="T15" fmla="*/ 12 h 114"/>
                <a:gd name="T16" fmla="*/ 104 w 192"/>
                <a:gd name="T17" fmla="*/ 18 h 114"/>
                <a:gd name="T18" fmla="*/ 108 w 192"/>
                <a:gd name="T19" fmla="*/ 20 h 114"/>
                <a:gd name="T20" fmla="*/ 110 w 192"/>
                <a:gd name="T21" fmla="*/ 20 h 114"/>
                <a:gd name="T22" fmla="*/ 114 w 192"/>
                <a:gd name="T23" fmla="*/ 22 h 114"/>
                <a:gd name="T24" fmla="*/ 120 w 192"/>
                <a:gd name="T25" fmla="*/ 18 h 114"/>
                <a:gd name="T26" fmla="*/ 122 w 192"/>
                <a:gd name="T27" fmla="*/ 14 h 114"/>
                <a:gd name="T28" fmla="*/ 129 w 192"/>
                <a:gd name="T29" fmla="*/ 16 h 114"/>
                <a:gd name="T30" fmla="*/ 141 w 192"/>
                <a:gd name="T31" fmla="*/ 18 h 114"/>
                <a:gd name="T32" fmla="*/ 149 w 192"/>
                <a:gd name="T33" fmla="*/ 23 h 114"/>
                <a:gd name="T34" fmla="*/ 155 w 192"/>
                <a:gd name="T35" fmla="*/ 23 h 114"/>
                <a:gd name="T36" fmla="*/ 157 w 192"/>
                <a:gd name="T37" fmla="*/ 16 h 114"/>
                <a:gd name="T38" fmla="*/ 165 w 192"/>
                <a:gd name="T39" fmla="*/ 16 h 114"/>
                <a:gd name="T40" fmla="*/ 161 w 192"/>
                <a:gd name="T41" fmla="*/ 23 h 114"/>
                <a:gd name="T42" fmla="*/ 163 w 192"/>
                <a:gd name="T43" fmla="*/ 31 h 114"/>
                <a:gd name="T44" fmla="*/ 171 w 192"/>
                <a:gd name="T45" fmla="*/ 35 h 114"/>
                <a:gd name="T46" fmla="*/ 182 w 192"/>
                <a:gd name="T47" fmla="*/ 41 h 114"/>
                <a:gd name="T48" fmla="*/ 182 w 192"/>
                <a:gd name="T49" fmla="*/ 47 h 114"/>
                <a:gd name="T50" fmla="*/ 182 w 192"/>
                <a:gd name="T51" fmla="*/ 53 h 114"/>
                <a:gd name="T52" fmla="*/ 192 w 192"/>
                <a:gd name="T53" fmla="*/ 61 h 114"/>
                <a:gd name="T54" fmla="*/ 190 w 192"/>
                <a:gd name="T55" fmla="*/ 69 h 114"/>
                <a:gd name="T56" fmla="*/ 190 w 192"/>
                <a:gd name="T57" fmla="*/ 84 h 114"/>
                <a:gd name="T58" fmla="*/ 178 w 192"/>
                <a:gd name="T59" fmla="*/ 86 h 114"/>
                <a:gd name="T60" fmla="*/ 178 w 192"/>
                <a:gd name="T61" fmla="*/ 84 h 114"/>
                <a:gd name="T62" fmla="*/ 171 w 192"/>
                <a:gd name="T63" fmla="*/ 84 h 114"/>
                <a:gd name="T64" fmla="*/ 173 w 192"/>
                <a:gd name="T65" fmla="*/ 80 h 114"/>
                <a:gd name="T66" fmla="*/ 163 w 192"/>
                <a:gd name="T67" fmla="*/ 78 h 114"/>
                <a:gd name="T68" fmla="*/ 157 w 192"/>
                <a:gd name="T69" fmla="*/ 82 h 114"/>
                <a:gd name="T70" fmla="*/ 155 w 192"/>
                <a:gd name="T71" fmla="*/ 78 h 114"/>
                <a:gd name="T72" fmla="*/ 147 w 192"/>
                <a:gd name="T73" fmla="*/ 86 h 114"/>
                <a:gd name="T74" fmla="*/ 143 w 192"/>
                <a:gd name="T75" fmla="*/ 84 h 114"/>
                <a:gd name="T76" fmla="*/ 135 w 192"/>
                <a:gd name="T77" fmla="*/ 86 h 114"/>
                <a:gd name="T78" fmla="*/ 133 w 192"/>
                <a:gd name="T79" fmla="*/ 92 h 114"/>
                <a:gd name="T80" fmla="*/ 131 w 192"/>
                <a:gd name="T81" fmla="*/ 94 h 114"/>
                <a:gd name="T82" fmla="*/ 124 w 192"/>
                <a:gd name="T83" fmla="*/ 100 h 114"/>
                <a:gd name="T84" fmla="*/ 118 w 192"/>
                <a:gd name="T85" fmla="*/ 100 h 114"/>
                <a:gd name="T86" fmla="*/ 114 w 192"/>
                <a:gd name="T87" fmla="*/ 104 h 114"/>
                <a:gd name="T88" fmla="*/ 104 w 192"/>
                <a:gd name="T89" fmla="*/ 108 h 114"/>
                <a:gd name="T90" fmla="*/ 98 w 192"/>
                <a:gd name="T91" fmla="*/ 114 h 114"/>
                <a:gd name="T92" fmla="*/ 84 w 192"/>
                <a:gd name="T93" fmla="*/ 86 h 114"/>
                <a:gd name="T94" fmla="*/ 67 w 192"/>
                <a:gd name="T95" fmla="*/ 69 h 114"/>
                <a:gd name="T96" fmla="*/ 63 w 192"/>
                <a:gd name="T97" fmla="*/ 61 h 114"/>
                <a:gd name="T98" fmla="*/ 49 w 192"/>
                <a:gd name="T99" fmla="*/ 63 h 114"/>
                <a:gd name="T100" fmla="*/ 31 w 192"/>
                <a:gd name="T101" fmla="*/ 67 h 114"/>
                <a:gd name="T102" fmla="*/ 12 w 192"/>
                <a:gd name="T103" fmla="*/ 67 h 114"/>
                <a:gd name="T104" fmla="*/ 8 w 192"/>
                <a:gd name="T105" fmla="*/ 61 h 114"/>
                <a:gd name="T106" fmla="*/ 6 w 192"/>
                <a:gd name="T107" fmla="*/ 53 h 114"/>
                <a:gd name="T108" fmla="*/ 8 w 192"/>
                <a:gd name="T109" fmla="*/ 41 h 114"/>
                <a:gd name="T110" fmla="*/ 10 w 192"/>
                <a:gd name="T111" fmla="*/ 33 h 114"/>
                <a:gd name="T112" fmla="*/ 4 w 192"/>
                <a:gd name="T113" fmla="*/ 29 h 114"/>
                <a:gd name="T114" fmla="*/ 0 w 192"/>
                <a:gd name="T115" fmla="*/ 22 h 114"/>
                <a:gd name="T116" fmla="*/ 4 w 192"/>
                <a:gd name="T117" fmla="*/ 18 h 114"/>
                <a:gd name="T118" fmla="*/ 16 w 192"/>
                <a:gd name="T119" fmla="*/ 16 h 114"/>
                <a:gd name="T120" fmla="*/ 18 w 192"/>
                <a:gd name="T121" fmla="*/ 10 h 114"/>
                <a:gd name="T122" fmla="*/ 22 w 192"/>
                <a:gd name="T123" fmla="*/ 2 h 114"/>
                <a:gd name="T124" fmla="*/ 35 w 192"/>
                <a:gd name="T12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2" h="114">
                  <a:moveTo>
                    <a:pt x="39" y="0"/>
                  </a:moveTo>
                  <a:lnTo>
                    <a:pt x="47" y="4"/>
                  </a:lnTo>
                  <a:lnTo>
                    <a:pt x="47" y="4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1" y="6"/>
                  </a:lnTo>
                  <a:lnTo>
                    <a:pt x="51" y="6"/>
                  </a:lnTo>
                  <a:lnTo>
                    <a:pt x="51" y="6"/>
                  </a:lnTo>
                  <a:lnTo>
                    <a:pt x="51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7" y="8"/>
                  </a:lnTo>
                  <a:lnTo>
                    <a:pt x="59" y="10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3" y="16"/>
                  </a:lnTo>
                  <a:lnTo>
                    <a:pt x="73" y="16"/>
                  </a:lnTo>
                  <a:lnTo>
                    <a:pt x="73" y="16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20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3" y="22"/>
                  </a:lnTo>
                  <a:lnTo>
                    <a:pt x="74" y="22"/>
                  </a:lnTo>
                  <a:lnTo>
                    <a:pt x="80" y="22"/>
                  </a:lnTo>
                  <a:lnTo>
                    <a:pt x="80" y="22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3"/>
                  </a:lnTo>
                  <a:lnTo>
                    <a:pt x="86" y="23"/>
                  </a:lnTo>
                  <a:lnTo>
                    <a:pt x="86" y="23"/>
                  </a:lnTo>
                  <a:lnTo>
                    <a:pt x="86" y="23"/>
                  </a:lnTo>
                  <a:lnTo>
                    <a:pt x="86" y="23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22"/>
                  </a:lnTo>
                  <a:lnTo>
                    <a:pt x="88" y="20"/>
                  </a:lnTo>
                  <a:lnTo>
                    <a:pt x="88" y="20"/>
                  </a:lnTo>
                  <a:lnTo>
                    <a:pt x="90" y="20"/>
                  </a:lnTo>
                  <a:lnTo>
                    <a:pt x="90" y="20"/>
                  </a:lnTo>
                  <a:lnTo>
                    <a:pt x="90" y="20"/>
                  </a:lnTo>
                  <a:lnTo>
                    <a:pt x="90" y="20"/>
                  </a:lnTo>
                  <a:lnTo>
                    <a:pt x="92" y="20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94" y="18"/>
                  </a:lnTo>
                  <a:lnTo>
                    <a:pt x="96" y="16"/>
                  </a:lnTo>
                  <a:lnTo>
                    <a:pt x="98" y="16"/>
                  </a:lnTo>
                  <a:lnTo>
                    <a:pt x="98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8" y="20"/>
                  </a:lnTo>
                  <a:lnTo>
                    <a:pt x="108" y="20"/>
                  </a:lnTo>
                  <a:lnTo>
                    <a:pt x="108" y="20"/>
                  </a:lnTo>
                  <a:lnTo>
                    <a:pt x="108" y="20"/>
                  </a:lnTo>
                  <a:lnTo>
                    <a:pt x="108" y="20"/>
                  </a:lnTo>
                  <a:lnTo>
                    <a:pt x="108" y="20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10" y="22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2" y="20"/>
                  </a:lnTo>
                  <a:lnTo>
                    <a:pt x="112" y="20"/>
                  </a:lnTo>
                  <a:lnTo>
                    <a:pt x="112" y="20"/>
                  </a:lnTo>
                  <a:lnTo>
                    <a:pt x="112" y="22"/>
                  </a:lnTo>
                  <a:lnTo>
                    <a:pt x="112" y="22"/>
                  </a:lnTo>
                  <a:lnTo>
                    <a:pt x="112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6" y="22"/>
                  </a:lnTo>
                  <a:lnTo>
                    <a:pt x="116" y="22"/>
                  </a:lnTo>
                  <a:lnTo>
                    <a:pt x="116" y="22"/>
                  </a:lnTo>
                  <a:lnTo>
                    <a:pt x="118" y="22"/>
                  </a:lnTo>
                  <a:lnTo>
                    <a:pt x="118" y="22"/>
                  </a:lnTo>
                  <a:lnTo>
                    <a:pt x="120" y="22"/>
                  </a:lnTo>
                  <a:lnTo>
                    <a:pt x="120" y="22"/>
                  </a:lnTo>
                  <a:lnTo>
                    <a:pt x="120" y="20"/>
                  </a:lnTo>
                  <a:lnTo>
                    <a:pt x="120" y="20"/>
                  </a:lnTo>
                  <a:lnTo>
                    <a:pt x="120" y="20"/>
                  </a:lnTo>
                  <a:lnTo>
                    <a:pt x="120" y="18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0" y="16"/>
                  </a:lnTo>
                  <a:lnTo>
                    <a:pt x="122" y="18"/>
                  </a:lnTo>
                  <a:lnTo>
                    <a:pt x="122" y="16"/>
                  </a:lnTo>
                  <a:lnTo>
                    <a:pt x="124" y="16"/>
                  </a:lnTo>
                  <a:lnTo>
                    <a:pt x="124" y="16"/>
                  </a:lnTo>
                  <a:lnTo>
                    <a:pt x="124" y="16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4" y="14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7" y="12"/>
                  </a:lnTo>
                  <a:lnTo>
                    <a:pt x="127" y="12"/>
                  </a:lnTo>
                  <a:lnTo>
                    <a:pt x="129" y="14"/>
                  </a:lnTo>
                  <a:lnTo>
                    <a:pt x="129" y="14"/>
                  </a:lnTo>
                  <a:lnTo>
                    <a:pt x="129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6"/>
                  </a:lnTo>
                  <a:lnTo>
                    <a:pt x="131" y="16"/>
                  </a:lnTo>
                  <a:lnTo>
                    <a:pt x="131" y="16"/>
                  </a:lnTo>
                  <a:lnTo>
                    <a:pt x="133" y="16"/>
                  </a:lnTo>
                  <a:lnTo>
                    <a:pt x="135" y="16"/>
                  </a:lnTo>
                  <a:lnTo>
                    <a:pt x="137" y="16"/>
                  </a:lnTo>
                  <a:lnTo>
                    <a:pt x="139" y="16"/>
                  </a:lnTo>
                  <a:lnTo>
                    <a:pt x="139" y="16"/>
                  </a:lnTo>
                  <a:lnTo>
                    <a:pt x="139" y="16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3" y="16"/>
                  </a:lnTo>
                  <a:lnTo>
                    <a:pt x="145" y="18"/>
                  </a:lnTo>
                  <a:lnTo>
                    <a:pt x="149" y="20"/>
                  </a:lnTo>
                  <a:lnTo>
                    <a:pt x="149" y="20"/>
                  </a:lnTo>
                  <a:lnTo>
                    <a:pt x="149" y="20"/>
                  </a:lnTo>
                  <a:lnTo>
                    <a:pt x="149" y="22"/>
                  </a:lnTo>
                  <a:lnTo>
                    <a:pt x="149" y="22"/>
                  </a:lnTo>
                  <a:lnTo>
                    <a:pt x="149" y="22"/>
                  </a:lnTo>
                  <a:lnTo>
                    <a:pt x="149" y="23"/>
                  </a:lnTo>
                  <a:lnTo>
                    <a:pt x="149" y="23"/>
                  </a:lnTo>
                  <a:lnTo>
                    <a:pt x="147" y="23"/>
                  </a:lnTo>
                  <a:lnTo>
                    <a:pt x="147" y="23"/>
                  </a:lnTo>
                  <a:lnTo>
                    <a:pt x="147" y="23"/>
                  </a:lnTo>
                  <a:lnTo>
                    <a:pt x="147" y="25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5" y="23"/>
                  </a:lnTo>
                  <a:lnTo>
                    <a:pt x="155" y="23"/>
                  </a:lnTo>
                  <a:lnTo>
                    <a:pt x="155" y="22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9" y="20"/>
                  </a:lnTo>
                  <a:lnTo>
                    <a:pt x="159" y="18"/>
                  </a:lnTo>
                  <a:lnTo>
                    <a:pt x="159" y="18"/>
                  </a:lnTo>
                  <a:lnTo>
                    <a:pt x="159" y="18"/>
                  </a:lnTo>
                  <a:lnTo>
                    <a:pt x="157" y="18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2"/>
                  </a:lnTo>
                  <a:lnTo>
                    <a:pt x="161" y="12"/>
                  </a:lnTo>
                  <a:lnTo>
                    <a:pt x="167" y="12"/>
                  </a:lnTo>
                  <a:lnTo>
                    <a:pt x="167" y="14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5" y="16"/>
                  </a:lnTo>
                  <a:lnTo>
                    <a:pt x="165" y="18"/>
                  </a:lnTo>
                  <a:lnTo>
                    <a:pt x="165" y="18"/>
                  </a:lnTo>
                  <a:lnTo>
                    <a:pt x="165" y="20"/>
                  </a:lnTo>
                  <a:lnTo>
                    <a:pt x="165" y="20"/>
                  </a:lnTo>
                  <a:lnTo>
                    <a:pt x="163" y="20"/>
                  </a:lnTo>
                  <a:lnTo>
                    <a:pt x="163" y="22"/>
                  </a:lnTo>
                  <a:lnTo>
                    <a:pt x="163" y="22"/>
                  </a:lnTo>
                  <a:lnTo>
                    <a:pt x="163" y="22"/>
                  </a:lnTo>
                  <a:lnTo>
                    <a:pt x="163" y="22"/>
                  </a:lnTo>
                  <a:lnTo>
                    <a:pt x="161" y="22"/>
                  </a:lnTo>
                  <a:lnTo>
                    <a:pt x="161" y="22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1" y="25"/>
                  </a:lnTo>
                  <a:lnTo>
                    <a:pt x="163" y="25"/>
                  </a:lnTo>
                  <a:lnTo>
                    <a:pt x="163" y="27"/>
                  </a:lnTo>
                  <a:lnTo>
                    <a:pt x="165" y="27"/>
                  </a:lnTo>
                  <a:lnTo>
                    <a:pt x="165" y="27"/>
                  </a:lnTo>
                  <a:lnTo>
                    <a:pt x="163" y="29"/>
                  </a:lnTo>
                  <a:lnTo>
                    <a:pt x="163" y="31"/>
                  </a:lnTo>
                  <a:lnTo>
                    <a:pt x="163" y="31"/>
                  </a:lnTo>
                  <a:lnTo>
                    <a:pt x="163" y="31"/>
                  </a:lnTo>
                  <a:lnTo>
                    <a:pt x="163" y="33"/>
                  </a:lnTo>
                  <a:lnTo>
                    <a:pt x="165" y="33"/>
                  </a:lnTo>
                  <a:lnTo>
                    <a:pt x="165" y="35"/>
                  </a:lnTo>
                  <a:lnTo>
                    <a:pt x="169" y="35"/>
                  </a:lnTo>
                  <a:lnTo>
                    <a:pt x="169" y="37"/>
                  </a:lnTo>
                  <a:lnTo>
                    <a:pt x="169" y="37"/>
                  </a:lnTo>
                  <a:lnTo>
                    <a:pt x="169" y="37"/>
                  </a:lnTo>
                  <a:lnTo>
                    <a:pt x="169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71" y="35"/>
                  </a:lnTo>
                  <a:lnTo>
                    <a:pt x="171" y="35"/>
                  </a:lnTo>
                  <a:lnTo>
                    <a:pt x="175" y="35"/>
                  </a:lnTo>
                  <a:lnTo>
                    <a:pt x="175" y="35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2" y="43"/>
                  </a:lnTo>
                  <a:lnTo>
                    <a:pt x="182" y="43"/>
                  </a:lnTo>
                  <a:lnTo>
                    <a:pt x="180" y="43"/>
                  </a:lnTo>
                  <a:lnTo>
                    <a:pt x="180" y="43"/>
                  </a:lnTo>
                  <a:lnTo>
                    <a:pt x="182" y="43"/>
                  </a:lnTo>
                  <a:lnTo>
                    <a:pt x="182" y="45"/>
                  </a:lnTo>
                  <a:lnTo>
                    <a:pt x="182" y="45"/>
                  </a:lnTo>
                  <a:lnTo>
                    <a:pt x="182" y="45"/>
                  </a:lnTo>
                  <a:lnTo>
                    <a:pt x="182" y="45"/>
                  </a:lnTo>
                  <a:lnTo>
                    <a:pt x="182" y="47"/>
                  </a:lnTo>
                  <a:lnTo>
                    <a:pt x="182" y="47"/>
                  </a:lnTo>
                  <a:lnTo>
                    <a:pt x="182" y="47"/>
                  </a:lnTo>
                  <a:lnTo>
                    <a:pt x="180" y="47"/>
                  </a:lnTo>
                  <a:lnTo>
                    <a:pt x="180" y="49"/>
                  </a:lnTo>
                  <a:lnTo>
                    <a:pt x="180" y="49"/>
                  </a:lnTo>
                  <a:lnTo>
                    <a:pt x="180" y="49"/>
                  </a:lnTo>
                  <a:lnTo>
                    <a:pt x="180" y="51"/>
                  </a:lnTo>
                  <a:lnTo>
                    <a:pt x="180" y="51"/>
                  </a:lnTo>
                  <a:lnTo>
                    <a:pt x="180" y="51"/>
                  </a:lnTo>
                  <a:lnTo>
                    <a:pt x="180" y="51"/>
                  </a:lnTo>
                  <a:lnTo>
                    <a:pt x="180" y="53"/>
                  </a:lnTo>
                  <a:lnTo>
                    <a:pt x="182" y="53"/>
                  </a:lnTo>
                  <a:lnTo>
                    <a:pt x="182" y="53"/>
                  </a:lnTo>
                  <a:lnTo>
                    <a:pt x="184" y="53"/>
                  </a:lnTo>
                  <a:lnTo>
                    <a:pt x="184" y="53"/>
                  </a:lnTo>
                  <a:lnTo>
                    <a:pt x="186" y="57"/>
                  </a:lnTo>
                  <a:lnTo>
                    <a:pt x="188" y="57"/>
                  </a:lnTo>
                  <a:lnTo>
                    <a:pt x="190" y="57"/>
                  </a:lnTo>
                  <a:lnTo>
                    <a:pt x="190" y="57"/>
                  </a:lnTo>
                  <a:lnTo>
                    <a:pt x="190" y="57"/>
                  </a:lnTo>
                  <a:lnTo>
                    <a:pt x="190" y="59"/>
                  </a:lnTo>
                  <a:lnTo>
                    <a:pt x="192" y="59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0" y="63"/>
                  </a:lnTo>
                  <a:lnTo>
                    <a:pt x="192" y="63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0" y="69"/>
                  </a:lnTo>
                  <a:lnTo>
                    <a:pt x="190" y="69"/>
                  </a:lnTo>
                  <a:lnTo>
                    <a:pt x="190" y="69"/>
                  </a:lnTo>
                  <a:lnTo>
                    <a:pt x="190" y="71"/>
                  </a:lnTo>
                  <a:lnTo>
                    <a:pt x="188" y="71"/>
                  </a:lnTo>
                  <a:lnTo>
                    <a:pt x="188" y="71"/>
                  </a:lnTo>
                  <a:lnTo>
                    <a:pt x="188" y="75"/>
                  </a:lnTo>
                  <a:lnTo>
                    <a:pt x="186" y="76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90" y="80"/>
                  </a:lnTo>
                  <a:lnTo>
                    <a:pt x="190" y="80"/>
                  </a:lnTo>
                  <a:lnTo>
                    <a:pt x="190" y="80"/>
                  </a:lnTo>
                  <a:lnTo>
                    <a:pt x="190" y="84"/>
                  </a:lnTo>
                  <a:lnTo>
                    <a:pt x="188" y="84"/>
                  </a:lnTo>
                  <a:lnTo>
                    <a:pt x="188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4" y="86"/>
                  </a:lnTo>
                  <a:lnTo>
                    <a:pt x="182" y="86"/>
                  </a:lnTo>
                  <a:lnTo>
                    <a:pt x="180" y="88"/>
                  </a:lnTo>
                  <a:lnTo>
                    <a:pt x="180" y="88"/>
                  </a:lnTo>
                  <a:lnTo>
                    <a:pt x="178" y="90"/>
                  </a:lnTo>
                  <a:lnTo>
                    <a:pt x="178" y="88"/>
                  </a:lnTo>
                  <a:lnTo>
                    <a:pt x="178" y="88"/>
                  </a:lnTo>
                  <a:lnTo>
                    <a:pt x="178" y="86"/>
                  </a:lnTo>
                  <a:lnTo>
                    <a:pt x="178" y="86"/>
                  </a:lnTo>
                  <a:lnTo>
                    <a:pt x="178" y="86"/>
                  </a:lnTo>
                  <a:lnTo>
                    <a:pt x="178" y="86"/>
                  </a:lnTo>
                  <a:lnTo>
                    <a:pt x="178" y="86"/>
                  </a:lnTo>
                  <a:lnTo>
                    <a:pt x="180" y="86"/>
                  </a:lnTo>
                  <a:lnTo>
                    <a:pt x="180" y="84"/>
                  </a:lnTo>
                  <a:lnTo>
                    <a:pt x="180" y="84"/>
                  </a:lnTo>
                  <a:lnTo>
                    <a:pt x="180" y="84"/>
                  </a:lnTo>
                  <a:lnTo>
                    <a:pt x="180" y="84"/>
                  </a:lnTo>
                  <a:lnTo>
                    <a:pt x="178" y="84"/>
                  </a:lnTo>
                  <a:lnTo>
                    <a:pt x="178" y="84"/>
                  </a:lnTo>
                  <a:lnTo>
                    <a:pt x="178" y="84"/>
                  </a:lnTo>
                  <a:lnTo>
                    <a:pt x="176" y="84"/>
                  </a:lnTo>
                  <a:lnTo>
                    <a:pt x="176" y="84"/>
                  </a:lnTo>
                  <a:lnTo>
                    <a:pt x="176" y="84"/>
                  </a:lnTo>
                  <a:lnTo>
                    <a:pt x="176" y="86"/>
                  </a:lnTo>
                  <a:lnTo>
                    <a:pt x="176" y="86"/>
                  </a:lnTo>
                  <a:lnTo>
                    <a:pt x="176" y="86"/>
                  </a:lnTo>
                  <a:lnTo>
                    <a:pt x="176" y="86"/>
                  </a:lnTo>
                  <a:lnTo>
                    <a:pt x="176" y="86"/>
                  </a:lnTo>
                  <a:lnTo>
                    <a:pt x="175" y="88"/>
                  </a:lnTo>
                  <a:lnTo>
                    <a:pt x="175" y="88"/>
                  </a:lnTo>
                  <a:lnTo>
                    <a:pt x="173" y="88"/>
                  </a:lnTo>
                  <a:lnTo>
                    <a:pt x="171" y="84"/>
                  </a:lnTo>
                  <a:lnTo>
                    <a:pt x="171" y="84"/>
                  </a:lnTo>
                  <a:lnTo>
                    <a:pt x="171" y="84"/>
                  </a:lnTo>
                  <a:lnTo>
                    <a:pt x="171" y="84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78"/>
                  </a:lnTo>
                  <a:lnTo>
                    <a:pt x="173" y="78"/>
                  </a:lnTo>
                  <a:lnTo>
                    <a:pt x="169" y="78"/>
                  </a:lnTo>
                  <a:lnTo>
                    <a:pt x="167" y="78"/>
                  </a:lnTo>
                  <a:lnTo>
                    <a:pt x="167" y="78"/>
                  </a:lnTo>
                  <a:lnTo>
                    <a:pt x="167" y="78"/>
                  </a:lnTo>
                  <a:lnTo>
                    <a:pt x="165" y="78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63" y="80"/>
                  </a:lnTo>
                  <a:lnTo>
                    <a:pt x="163" y="80"/>
                  </a:lnTo>
                  <a:lnTo>
                    <a:pt x="163" y="82"/>
                  </a:lnTo>
                  <a:lnTo>
                    <a:pt x="163" y="82"/>
                  </a:lnTo>
                  <a:lnTo>
                    <a:pt x="161" y="82"/>
                  </a:lnTo>
                  <a:lnTo>
                    <a:pt x="161" y="84"/>
                  </a:lnTo>
                  <a:lnTo>
                    <a:pt x="161" y="84"/>
                  </a:lnTo>
                  <a:lnTo>
                    <a:pt x="161" y="84"/>
                  </a:lnTo>
                  <a:lnTo>
                    <a:pt x="159" y="84"/>
                  </a:lnTo>
                  <a:lnTo>
                    <a:pt x="157" y="84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0"/>
                  </a:lnTo>
                  <a:lnTo>
                    <a:pt x="157" y="80"/>
                  </a:lnTo>
                  <a:lnTo>
                    <a:pt x="157" y="78"/>
                  </a:lnTo>
                  <a:lnTo>
                    <a:pt x="157" y="78"/>
                  </a:lnTo>
                  <a:lnTo>
                    <a:pt x="157" y="78"/>
                  </a:lnTo>
                  <a:lnTo>
                    <a:pt x="157" y="78"/>
                  </a:lnTo>
                  <a:lnTo>
                    <a:pt x="157" y="78"/>
                  </a:lnTo>
                  <a:lnTo>
                    <a:pt x="155" y="78"/>
                  </a:lnTo>
                  <a:lnTo>
                    <a:pt x="155" y="80"/>
                  </a:lnTo>
                  <a:lnTo>
                    <a:pt x="153" y="84"/>
                  </a:lnTo>
                  <a:lnTo>
                    <a:pt x="153" y="84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49" y="86"/>
                  </a:lnTo>
                  <a:lnTo>
                    <a:pt x="149" y="86"/>
                  </a:lnTo>
                  <a:lnTo>
                    <a:pt x="147" y="86"/>
                  </a:lnTo>
                  <a:lnTo>
                    <a:pt x="147" y="86"/>
                  </a:lnTo>
                  <a:lnTo>
                    <a:pt x="147" y="86"/>
                  </a:lnTo>
                  <a:lnTo>
                    <a:pt x="147" y="84"/>
                  </a:lnTo>
                  <a:lnTo>
                    <a:pt x="147" y="84"/>
                  </a:lnTo>
                  <a:lnTo>
                    <a:pt x="147" y="82"/>
                  </a:lnTo>
                  <a:lnTo>
                    <a:pt x="147" y="82"/>
                  </a:lnTo>
                  <a:lnTo>
                    <a:pt x="145" y="82"/>
                  </a:lnTo>
                  <a:lnTo>
                    <a:pt x="145" y="82"/>
                  </a:lnTo>
                  <a:lnTo>
                    <a:pt x="145" y="82"/>
                  </a:lnTo>
                  <a:lnTo>
                    <a:pt x="145" y="82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41" y="84"/>
                  </a:lnTo>
                  <a:lnTo>
                    <a:pt x="141" y="84"/>
                  </a:lnTo>
                  <a:lnTo>
                    <a:pt x="141" y="82"/>
                  </a:lnTo>
                  <a:lnTo>
                    <a:pt x="141" y="82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37" y="82"/>
                  </a:lnTo>
                  <a:lnTo>
                    <a:pt x="137" y="84"/>
                  </a:lnTo>
                  <a:lnTo>
                    <a:pt x="135" y="86"/>
                  </a:lnTo>
                  <a:lnTo>
                    <a:pt x="135" y="86"/>
                  </a:lnTo>
                  <a:lnTo>
                    <a:pt x="135" y="86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31" y="88"/>
                  </a:lnTo>
                  <a:lnTo>
                    <a:pt x="131" y="88"/>
                  </a:lnTo>
                  <a:lnTo>
                    <a:pt x="131" y="88"/>
                  </a:lnTo>
                  <a:lnTo>
                    <a:pt x="131" y="90"/>
                  </a:lnTo>
                  <a:lnTo>
                    <a:pt x="131" y="90"/>
                  </a:lnTo>
                  <a:lnTo>
                    <a:pt x="131" y="92"/>
                  </a:lnTo>
                  <a:lnTo>
                    <a:pt x="131" y="92"/>
                  </a:lnTo>
                  <a:lnTo>
                    <a:pt x="133" y="92"/>
                  </a:lnTo>
                  <a:lnTo>
                    <a:pt x="133" y="92"/>
                  </a:lnTo>
                  <a:lnTo>
                    <a:pt x="133" y="92"/>
                  </a:lnTo>
                  <a:lnTo>
                    <a:pt x="133" y="92"/>
                  </a:lnTo>
                  <a:lnTo>
                    <a:pt x="133" y="92"/>
                  </a:lnTo>
                  <a:lnTo>
                    <a:pt x="133" y="94"/>
                  </a:lnTo>
                  <a:lnTo>
                    <a:pt x="133" y="94"/>
                  </a:lnTo>
                  <a:lnTo>
                    <a:pt x="133" y="94"/>
                  </a:lnTo>
                  <a:lnTo>
                    <a:pt x="133" y="94"/>
                  </a:lnTo>
                  <a:lnTo>
                    <a:pt x="133" y="94"/>
                  </a:lnTo>
                  <a:lnTo>
                    <a:pt x="131" y="94"/>
                  </a:lnTo>
                  <a:lnTo>
                    <a:pt x="131" y="94"/>
                  </a:lnTo>
                  <a:lnTo>
                    <a:pt x="131" y="94"/>
                  </a:lnTo>
                  <a:lnTo>
                    <a:pt x="131" y="94"/>
                  </a:lnTo>
                  <a:lnTo>
                    <a:pt x="131" y="94"/>
                  </a:lnTo>
                  <a:lnTo>
                    <a:pt x="129" y="96"/>
                  </a:lnTo>
                  <a:lnTo>
                    <a:pt x="129" y="96"/>
                  </a:lnTo>
                  <a:lnTo>
                    <a:pt x="129" y="96"/>
                  </a:lnTo>
                  <a:lnTo>
                    <a:pt x="127" y="96"/>
                  </a:lnTo>
                  <a:lnTo>
                    <a:pt x="125" y="98"/>
                  </a:lnTo>
                  <a:lnTo>
                    <a:pt x="125" y="98"/>
                  </a:lnTo>
                  <a:lnTo>
                    <a:pt x="125" y="98"/>
                  </a:lnTo>
                  <a:lnTo>
                    <a:pt x="124" y="98"/>
                  </a:lnTo>
                  <a:lnTo>
                    <a:pt x="124" y="98"/>
                  </a:lnTo>
                  <a:lnTo>
                    <a:pt x="124" y="100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20" y="102"/>
                  </a:lnTo>
                  <a:lnTo>
                    <a:pt x="118" y="102"/>
                  </a:lnTo>
                  <a:lnTo>
                    <a:pt x="118" y="102"/>
                  </a:lnTo>
                  <a:lnTo>
                    <a:pt x="118" y="102"/>
                  </a:lnTo>
                  <a:lnTo>
                    <a:pt x="118" y="100"/>
                  </a:lnTo>
                  <a:lnTo>
                    <a:pt x="118" y="100"/>
                  </a:lnTo>
                  <a:lnTo>
                    <a:pt x="118" y="100"/>
                  </a:lnTo>
                  <a:lnTo>
                    <a:pt x="118" y="100"/>
                  </a:lnTo>
                  <a:lnTo>
                    <a:pt x="118" y="100"/>
                  </a:lnTo>
                  <a:lnTo>
                    <a:pt x="118" y="98"/>
                  </a:lnTo>
                  <a:lnTo>
                    <a:pt x="118" y="98"/>
                  </a:lnTo>
                  <a:lnTo>
                    <a:pt x="118" y="98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102"/>
                  </a:lnTo>
                  <a:lnTo>
                    <a:pt x="116" y="102"/>
                  </a:lnTo>
                  <a:lnTo>
                    <a:pt x="114" y="104"/>
                  </a:lnTo>
                  <a:lnTo>
                    <a:pt x="114" y="106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2" y="108"/>
                  </a:lnTo>
                  <a:lnTo>
                    <a:pt x="112" y="110"/>
                  </a:lnTo>
                  <a:lnTo>
                    <a:pt x="110" y="110"/>
                  </a:lnTo>
                  <a:lnTo>
                    <a:pt x="110" y="110"/>
                  </a:lnTo>
                  <a:lnTo>
                    <a:pt x="110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2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2"/>
                  </a:lnTo>
                  <a:lnTo>
                    <a:pt x="98" y="114"/>
                  </a:lnTo>
                  <a:lnTo>
                    <a:pt x="98" y="114"/>
                  </a:lnTo>
                  <a:lnTo>
                    <a:pt x="98" y="114"/>
                  </a:lnTo>
                  <a:lnTo>
                    <a:pt x="96" y="114"/>
                  </a:lnTo>
                  <a:lnTo>
                    <a:pt x="94" y="112"/>
                  </a:lnTo>
                  <a:lnTo>
                    <a:pt x="90" y="106"/>
                  </a:lnTo>
                  <a:lnTo>
                    <a:pt x="84" y="100"/>
                  </a:lnTo>
                  <a:lnTo>
                    <a:pt x="84" y="98"/>
                  </a:lnTo>
                  <a:lnTo>
                    <a:pt x="82" y="96"/>
                  </a:lnTo>
                  <a:lnTo>
                    <a:pt x="82" y="94"/>
                  </a:lnTo>
                  <a:lnTo>
                    <a:pt x="84" y="92"/>
                  </a:lnTo>
                  <a:lnTo>
                    <a:pt x="82" y="92"/>
                  </a:lnTo>
                  <a:lnTo>
                    <a:pt x="84" y="88"/>
                  </a:lnTo>
                  <a:lnTo>
                    <a:pt x="84" y="86"/>
                  </a:lnTo>
                  <a:lnTo>
                    <a:pt x="82" y="84"/>
                  </a:lnTo>
                  <a:lnTo>
                    <a:pt x="82" y="82"/>
                  </a:lnTo>
                  <a:lnTo>
                    <a:pt x="69" y="76"/>
                  </a:lnTo>
                  <a:lnTo>
                    <a:pt x="69" y="76"/>
                  </a:lnTo>
                  <a:lnTo>
                    <a:pt x="67" y="75"/>
                  </a:lnTo>
                  <a:lnTo>
                    <a:pt x="67" y="75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7" y="71"/>
                  </a:lnTo>
                  <a:lnTo>
                    <a:pt x="67" y="71"/>
                  </a:lnTo>
                  <a:lnTo>
                    <a:pt x="67" y="69"/>
                  </a:lnTo>
                  <a:lnTo>
                    <a:pt x="67" y="69"/>
                  </a:lnTo>
                  <a:lnTo>
                    <a:pt x="67" y="69"/>
                  </a:lnTo>
                  <a:lnTo>
                    <a:pt x="67" y="69"/>
                  </a:lnTo>
                  <a:lnTo>
                    <a:pt x="67" y="69"/>
                  </a:lnTo>
                  <a:lnTo>
                    <a:pt x="67" y="65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1" y="61"/>
                  </a:lnTo>
                  <a:lnTo>
                    <a:pt x="61" y="61"/>
                  </a:lnTo>
                  <a:lnTo>
                    <a:pt x="61" y="61"/>
                  </a:lnTo>
                  <a:lnTo>
                    <a:pt x="61" y="61"/>
                  </a:lnTo>
                  <a:lnTo>
                    <a:pt x="59" y="61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3" y="61"/>
                  </a:lnTo>
                  <a:lnTo>
                    <a:pt x="53" y="61"/>
                  </a:lnTo>
                  <a:lnTo>
                    <a:pt x="49" y="63"/>
                  </a:lnTo>
                  <a:lnTo>
                    <a:pt x="39" y="65"/>
                  </a:lnTo>
                  <a:lnTo>
                    <a:pt x="37" y="65"/>
                  </a:lnTo>
                  <a:lnTo>
                    <a:pt x="37" y="67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9"/>
                  </a:lnTo>
                  <a:lnTo>
                    <a:pt x="33" y="69"/>
                  </a:lnTo>
                  <a:lnTo>
                    <a:pt x="33" y="69"/>
                  </a:lnTo>
                  <a:lnTo>
                    <a:pt x="31" y="69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31" y="67"/>
                  </a:lnTo>
                  <a:lnTo>
                    <a:pt x="31" y="65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2" y="65"/>
                  </a:lnTo>
                  <a:lnTo>
                    <a:pt x="18" y="65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10" y="55"/>
                  </a:lnTo>
                  <a:lnTo>
                    <a:pt x="8" y="55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39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0" y="37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8" y="16"/>
                  </a:lnTo>
                  <a:lnTo>
                    <a:pt x="10" y="18"/>
                  </a:lnTo>
                  <a:lnTo>
                    <a:pt x="12" y="18"/>
                  </a:lnTo>
                  <a:lnTo>
                    <a:pt x="14" y="18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33" y="4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1727200" y="3313113"/>
              <a:ext cx="322263" cy="392113"/>
            </a:xfrm>
            <a:custGeom>
              <a:avLst/>
              <a:gdLst>
                <a:gd name="T0" fmla="*/ 216 w 406"/>
                <a:gd name="T1" fmla="*/ 16 h 495"/>
                <a:gd name="T2" fmla="*/ 304 w 406"/>
                <a:gd name="T3" fmla="*/ 85 h 495"/>
                <a:gd name="T4" fmla="*/ 316 w 406"/>
                <a:gd name="T5" fmla="*/ 165 h 495"/>
                <a:gd name="T6" fmla="*/ 332 w 406"/>
                <a:gd name="T7" fmla="*/ 199 h 495"/>
                <a:gd name="T8" fmla="*/ 377 w 406"/>
                <a:gd name="T9" fmla="*/ 269 h 495"/>
                <a:gd name="T10" fmla="*/ 404 w 406"/>
                <a:gd name="T11" fmla="*/ 336 h 495"/>
                <a:gd name="T12" fmla="*/ 389 w 406"/>
                <a:gd name="T13" fmla="*/ 389 h 495"/>
                <a:gd name="T14" fmla="*/ 373 w 406"/>
                <a:gd name="T15" fmla="*/ 397 h 495"/>
                <a:gd name="T16" fmla="*/ 347 w 406"/>
                <a:gd name="T17" fmla="*/ 405 h 495"/>
                <a:gd name="T18" fmla="*/ 338 w 406"/>
                <a:gd name="T19" fmla="*/ 427 h 495"/>
                <a:gd name="T20" fmla="*/ 340 w 406"/>
                <a:gd name="T21" fmla="*/ 452 h 495"/>
                <a:gd name="T22" fmla="*/ 344 w 406"/>
                <a:gd name="T23" fmla="*/ 464 h 495"/>
                <a:gd name="T24" fmla="*/ 332 w 406"/>
                <a:gd name="T25" fmla="*/ 468 h 495"/>
                <a:gd name="T26" fmla="*/ 306 w 406"/>
                <a:gd name="T27" fmla="*/ 468 h 495"/>
                <a:gd name="T28" fmla="*/ 304 w 406"/>
                <a:gd name="T29" fmla="*/ 478 h 495"/>
                <a:gd name="T30" fmla="*/ 293 w 406"/>
                <a:gd name="T31" fmla="*/ 487 h 495"/>
                <a:gd name="T32" fmla="*/ 273 w 406"/>
                <a:gd name="T33" fmla="*/ 476 h 495"/>
                <a:gd name="T34" fmla="*/ 261 w 406"/>
                <a:gd name="T35" fmla="*/ 476 h 495"/>
                <a:gd name="T36" fmla="*/ 244 w 406"/>
                <a:gd name="T37" fmla="*/ 468 h 495"/>
                <a:gd name="T38" fmla="*/ 230 w 406"/>
                <a:gd name="T39" fmla="*/ 472 h 495"/>
                <a:gd name="T40" fmla="*/ 212 w 406"/>
                <a:gd name="T41" fmla="*/ 480 h 495"/>
                <a:gd name="T42" fmla="*/ 200 w 406"/>
                <a:gd name="T43" fmla="*/ 493 h 495"/>
                <a:gd name="T44" fmla="*/ 189 w 406"/>
                <a:gd name="T45" fmla="*/ 482 h 495"/>
                <a:gd name="T46" fmla="*/ 173 w 406"/>
                <a:gd name="T47" fmla="*/ 470 h 495"/>
                <a:gd name="T48" fmla="*/ 157 w 406"/>
                <a:gd name="T49" fmla="*/ 482 h 495"/>
                <a:gd name="T50" fmla="*/ 144 w 406"/>
                <a:gd name="T51" fmla="*/ 474 h 495"/>
                <a:gd name="T52" fmla="*/ 114 w 406"/>
                <a:gd name="T53" fmla="*/ 468 h 495"/>
                <a:gd name="T54" fmla="*/ 83 w 406"/>
                <a:gd name="T55" fmla="*/ 450 h 495"/>
                <a:gd name="T56" fmla="*/ 75 w 406"/>
                <a:gd name="T57" fmla="*/ 462 h 495"/>
                <a:gd name="T58" fmla="*/ 57 w 406"/>
                <a:gd name="T59" fmla="*/ 468 h 495"/>
                <a:gd name="T60" fmla="*/ 42 w 406"/>
                <a:gd name="T61" fmla="*/ 462 h 495"/>
                <a:gd name="T62" fmla="*/ 30 w 406"/>
                <a:gd name="T63" fmla="*/ 454 h 495"/>
                <a:gd name="T64" fmla="*/ 2 w 406"/>
                <a:gd name="T65" fmla="*/ 448 h 495"/>
                <a:gd name="T66" fmla="*/ 0 w 406"/>
                <a:gd name="T67" fmla="*/ 429 h 495"/>
                <a:gd name="T68" fmla="*/ 8 w 406"/>
                <a:gd name="T69" fmla="*/ 415 h 495"/>
                <a:gd name="T70" fmla="*/ 8 w 406"/>
                <a:gd name="T71" fmla="*/ 403 h 495"/>
                <a:gd name="T72" fmla="*/ 14 w 406"/>
                <a:gd name="T73" fmla="*/ 387 h 495"/>
                <a:gd name="T74" fmla="*/ 30 w 406"/>
                <a:gd name="T75" fmla="*/ 389 h 495"/>
                <a:gd name="T76" fmla="*/ 38 w 406"/>
                <a:gd name="T77" fmla="*/ 381 h 495"/>
                <a:gd name="T78" fmla="*/ 42 w 406"/>
                <a:gd name="T79" fmla="*/ 383 h 495"/>
                <a:gd name="T80" fmla="*/ 45 w 406"/>
                <a:gd name="T81" fmla="*/ 381 h 495"/>
                <a:gd name="T82" fmla="*/ 47 w 406"/>
                <a:gd name="T83" fmla="*/ 374 h 495"/>
                <a:gd name="T84" fmla="*/ 45 w 406"/>
                <a:gd name="T85" fmla="*/ 364 h 495"/>
                <a:gd name="T86" fmla="*/ 53 w 406"/>
                <a:gd name="T87" fmla="*/ 344 h 495"/>
                <a:gd name="T88" fmla="*/ 59 w 406"/>
                <a:gd name="T89" fmla="*/ 342 h 495"/>
                <a:gd name="T90" fmla="*/ 75 w 406"/>
                <a:gd name="T91" fmla="*/ 340 h 495"/>
                <a:gd name="T92" fmla="*/ 94 w 406"/>
                <a:gd name="T93" fmla="*/ 330 h 495"/>
                <a:gd name="T94" fmla="*/ 91 w 406"/>
                <a:gd name="T95" fmla="*/ 313 h 495"/>
                <a:gd name="T96" fmla="*/ 114 w 406"/>
                <a:gd name="T97" fmla="*/ 299 h 495"/>
                <a:gd name="T98" fmla="*/ 132 w 406"/>
                <a:gd name="T99" fmla="*/ 281 h 495"/>
                <a:gd name="T100" fmla="*/ 124 w 406"/>
                <a:gd name="T101" fmla="*/ 262 h 495"/>
                <a:gd name="T102" fmla="*/ 132 w 406"/>
                <a:gd name="T103" fmla="*/ 230 h 495"/>
                <a:gd name="T104" fmla="*/ 112 w 406"/>
                <a:gd name="T105" fmla="*/ 201 h 495"/>
                <a:gd name="T106" fmla="*/ 118 w 406"/>
                <a:gd name="T107" fmla="*/ 179 h 495"/>
                <a:gd name="T108" fmla="*/ 140 w 406"/>
                <a:gd name="T109" fmla="*/ 165 h 495"/>
                <a:gd name="T110" fmla="*/ 149 w 406"/>
                <a:gd name="T111" fmla="*/ 148 h 495"/>
                <a:gd name="T112" fmla="*/ 159 w 406"/>
                <a:gd name="T113" fmla="*/ 126 h 495"/>
                <a:gd name="T114" fmla="*/ 175 w 406"/>
                <a:gd name="T115" fmla="*/ 103 h 495"/>
                <a:gd name="T116" fmla="*/ 177 w 406"/>
                <a:gd name="T117" fmla="*/ 79 h 495"/>
                <a:gd name="T118" fmla="*/ 177 w 406"/>
                <a:gd name="T119" fmla="*/ 57 h 495"/>
                <a:gd name="T120" fmla="*/ 187 w 406"/>
                <a:gd name="T121" fmla="*/ 44 h 495"/>
                <a:gd name="T122" fmla="*/ 189 w 406"/>
                <a:gd name="T123" fmla="*/ 26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495">
                  <a:moveTo>
                    <a:pt x="200" y="0"/>
                  </a:moveTo>
                  <a:lnTo>
                    <a:pt x="200" y="2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2" y="4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6"/>
                  </a:lnTo>
                  <a:lnTo>
                    <a:pt x="206" y="6"/>
                  </a:lnTo>
                  <a:lnTo>
                    <a:pt x="206" y="8"/>
                  </a:lnTo>
                  <a:lnTo>
                    <a:pt x="208" y="8"/>
                  </a:lnTo>
                  <a:lnTo>
                    <a:pt x="210" y="6"/>
                  </a:lnTo>
                  <a:lnTo>
                    <a:pt x="210" y="6"/>
                  </a:lnTo>
                  <a:lnTo>
                    <a:pt x="210" y="6"/>
                  </a:lnTo>
                  <a:lnTo>
                    <a:pt x="210" y="6"/>
                  </a:lnTo>
                  <a:lnTo>
                    <a:pt x="218" y="12"/>
                  </a:lnTo>
                  <a:lnTo>
                    <a:pt x="218" y="14"/>
                  </a:lnTo>
                  <a:lnTo>
                    <a:pt x="218" y="14"/>
                  </a:lnTo>
                  <a:lnTo>
                    <a:pt x="218" y="14"/>
                  </a:lnTo>
                  <a:lnTo>
                    <a:pt x="218" y="14"/>
                  </a:lnTo>
                  <a:lnTo>
                    <a:pt x="218" y="16"/>
                  </a:lnTo>
                  <a:lnTo>
                    <a:pt x="216" y="16"/>
                  </a:lnTo>
                  <a:lnTo>
                    <a:pt x="216" y="16"/>
                  </a:lnTo>
                  <a:lnTo>
                    <a:pt x="216" y="18"/>
                  </a:lnTo>
                  <a:lnTo>
                    <a:pt x="216" y="22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6" y="28"/>
                  </a:lnTo>
                  <a:lnTo>
                    <a:pt x="216" y="28"/>
                  </a:lnTo>
                  <a:lnTo>
                    <a:pt x="218" y="28"/>
                  </a:lnTo>
                  <a:lnTo>
                    <a:pt x="218" y="30"/>
                  </a:lnTo>
                  <a:lnTo>
                    <a:pt x="234" y="30"/>
                  </a:lnTo>
                  <a:lnTo>
                    <a:pt x="242" y="34"/>
                  </a:lnTo>
                  <a:lnTo>
                    <a:pt x="246" y="38"/>
                  </a:lnTo>
                  <a:lnTo>
                    <a:pt x="253" y="38"/>
                  </a:lnTo>
                  <a:lnTo>
                    <a:pt x="257" y="40"/>
                  </a:lnTo>
                  <a:lnTo>
                    <a:pt x="261" y="42"/>
                  </a:lnTo>
                  <a:lnTo>
                    <a:pt x="285" y="69"/>
                  </a:lnTo>
                  <a:lnTo>
                    <a:pt x="285" y="71"/>
                  </a:lnTo>
                  <a:lnTo>
                    <a:pt x="285" y="71"/>
                  </a:lnTo>
                  <a:lnTo>
                    <a:pt x="287" y="73"/>
                  </a:lnTo>
                  <a:lnTo>
                    <a:pt x="304" y="85"/>
                  </a:lnTo>
                  <a:lnTo>
                    <a:pt x="310" y="95"/>
                  </a:lnTo>
                  <a:lnTo>
                    <a:pt x="316" y="114"/>
                  </a:lnTo>
                  <a:lnTo>
                    <a:pt x="316" y="114"/>
                  </a:lnTo>
                  <a:lnTo>
                    <a:pt x="316" y="114"/>
                  </a:lnTo>
                  <a:lnTo>
                    <a:pt x="314" y="116"/>
                  </a:lnTo>
                  <a:lnTo>
                    <a:pt x="312" y="116"/>
                  </a:lnTo>
                  <a:lnTo>
                    <a:pt x="312" y="118"/>
                  </a:lnTo>
                  <a:lnTo>
                    <a:pt x="312" y="120"/>
                  </a:lnTo>
                  <a:lnTo>
                    <a:pt x="310" y="120"/>
                  </a:lnTo>
                  <a:lnTo>
                    <a:pt x="310" y="122"/>
                  </a:lnTo>
                  <a:lnTo>
                    <a:pt x="310" y="124"/>
                  </a:lnTo>
                  <a:lnTo>
                    <a:pt x="310" y="124"/>
                  </a:lnTo>
                  <a:lnTo>
                    <a:pt x="310" y="124"/>
                  </a:lnTo>
                  <a:lnTo>
                    <a:pt x="310" y="134"/>
                  </a:lnTo>
                  <a:lnTo>
                    <a:pt x="310" y="140"/>
                  </a:lnTo>
                  <a:lnTo>
                    <a:pt x="310" y="140"/>
                  </a:lnTo>
                  <a:lnTo>
                    <a:pt x="310" y="142"/>
                  </a:lnTo>
                  <a:lnTo>
                    <a:pt x="310" y="142"/>
                  </a:lnTo>
                  <a:lnTo>
                    <a:pt x="310" y="144"/>
                  </a:lnTo>
                  <a:lnTo>
                    <a:pt x="310" y="146"/>
                  </a:lnTo>
                  <a:lnTo>
                    <a:pt x="316" y="160"/>
                  </a:lnTo>
                  <a:lnTo>
                    <a:pt x="316" y="165"/>
                  </a:lnTo>
                  <a:lnTo>
                    <a:pt x="316" y="167"/>
                  </a:lnTo>
                  <a:lnTo>
                    <a:pt x="318" y="175"/>
                  </a:lnTo>
                  <a:lnTo>
                    <a:pt x="318" y="177"/>
                  </a:lnTo>
                  <a:lnTo>
                    <a:pt x="316" y="179"/>
                  </a:lnTo>
                  <a:lnTo>
                    <a:pt x="316" y="179"/>
                  </a:lnTo>
                  <a:lnTo>
                    <a:pt x="316" y="179"/>
                  </a:lnTo>
                  <a:lnTo>
                    <a:pt x="316" y="181"/>
                  </a:lnTo>
                  <a:lnTo>
                    <a:pt x="316" y="181"/>
                  </a:lnTo>
                  <a:lnTo>
                    <a:pt x="318" y="181"/>
                  </a:lnTo>
                  <a:lnTo>
                    <a:pt x="320" y="183"/>
                  </a:lnTo>
                  <a:lnTo>
                    <a:pt x="324" y="187"/>
                  </a:lnTo>
                  <a:lnTo>
                    <a:pt x="324" y="187"/>
                  </a:lnTo>
                  <a:lnTo>
                    <a:pt x="332" y="189"/>
                  </a:lnTo>
                  <a:lnTo>
                    <a:pt x="332" y="189"/>
                  </a:lnTo>
                  <a:lnTo>
                    <a:pt x="332" y="191"/>
                  </a:lnTo>
                  <a:lnTo>
                    <a:pt x="332" y="191"/>
                  </a:lnTo>
                  <a:lnTo>
                    <a:pt x="332" y="191"/>
                  </a:lnTo>
                  <a:lnTo>
                    <a:pt x="332" y="193"/>
                  </a:lnTo>
                  <a:lnTo>
                    <a:pt x="332" y="193"/>
                  </a:lnTo>
                  <a:lnTo>
                    <a:pt x="332" y="195"/>
                  </a:lnTo>
                  <a:lnTo>
                    <a:pt x="332" y="197"/>
                  </a:lnTo>
                  <a:lnTo>
                    <a:pt x="332" y="199"/>
                  </a:lnTo>
                  <a:lnTo>
                    <a:pt x="332" y="199"/>
                  </a:lnTo>
                  <a:lnTo>
                    <a:pt x="332" y="199"/>
                  </a:lnTo>
                  <a:lnTo>
                    <a:pt x="332" y="203"/>
                  </a:lnTo>
                  <a:lnTo>
                    <a:pt x="334" y="203"/>
                  </a:lnTo>
                  <a:lnTo>
                    <a:pt x="334" y="211"/>
                  </a:lnTo>
                  <a:lnTo>
                    <a:pt x="334" y="220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2" y="228"/>
                  </a:lnTo>
                  <a:lnTo>
                    <a:pt x="330" y="244"/>
                  </a:lnTo>
                  <a:lnTo>
                    <a:pt x="330" y="246"/>
                  </a:lnTo>
                  <a:lnTo>
                    <a:pt x="330" y="246"/>
                  </a:lnTo>
                  <a:lnTo>
                    <a:pt x="330" y="246"/>
                  </a:lnTo>
                  <a:lnTo>
                    <a:pt x="330" y="248"/>
                  </a:lnTo>
                  <a:lnTo>
                    <a:pt x="330" y="248"/>
                  </a:lnTo>
                  <a:lnTo>
                    <a:pt x="334" y="254"/>
                  </a:lnTo>
                  <a:lnTo>
                    <a:pt x="336" y="256"/>
                  </a:lnTo>
                  <a:lnTo>
                    <a:pt x="340" y="256"/>
                  </a:lnTo>
                  <a:lnTo>
                    <a:pt x="349" y="256"/>
                  </a:lnTo>
                  <a:lnTo>
                    <a:pt x="375" y="268"/>
                  </a:lnTo>
                  <a:lnTo>
                    <a:pt x="377" y="268"/>
                  </a:lnTo>
                  <a:lnTo>
                    <a:pt x="377" y="269"/>
                  </a:lnTo>
                  <a:lnTo>
                    <a:pt x="377" y="269"/>
                  </a:lnTo>
                  <a:lnTo>
                    <a:pt x="377" y="271"/>
                  </a:lnTo>
                  <a:lnTo>
                    <a:pt x="377" y="273"/>
                  </a:lnTo>
                  <a:lnTo>
                    <a:pt x="377" y="275"/>
                  </a:lnTo>
                  <a:lnTo>
                    <a:pt x="377" y="275"/>
                  </a:lnTo>
                  <a:lnTo>
                    <a:pt x="379" y="277"/>
                  </a:lnTo>
                  <a:lnTo>
                    <a:pt x="379" y="277"/>
                  </a:lnTo>
                  <a:lnTo>
                    <a:pt x="379" y="277"/>
                  </a:lnTo>
                  <a:lnTo>
                    <a:pt x="381" y="277"/>
                  </a:lnTo>
                  <a:lnTo>
                    <a:pt x="383" y="279"/>
                  </a:lnTo>
                  <a:lnTo>
                    <a:pt x="383" y="279"/>
                  </a:lnTo>
                  <a:lnTo>
                    <a:pt x="383" y="279"/>
                  </a:lnTo>
                  <a:lnTo>
                    <a:pt x="383" y="281"/>
                  </a:lnTo>
                  <a:lnTo>
                    <a:pt x="383" y="281"/>
                  </a:lnTo>
                  <a:lnTo>
                    <a:pt x="383" y="283"/>
                  </a:lnTo>
                  <a:lnTo>
                    <a:pt x="385" y="305"/>
                  </a:lnTo>
                  <a:lnTo>
                    <a:pt x="387" y="307"/>
                  </a:lnTo>
                  <a:lnTo>
                    <a:pt x="393" y="324"/>
                  </a:lnTo>
                  <a:lnTo>
                    <a:pt x="393" y="326"/>
                  </a:lnTo>
                  <a:lnTo>
                    <a:pt x="402" y="332"/>
                  </a:lnTo>
                  <a:lnTo>
                    <a:pt x="404" y="332"/>
                  </a:lnTo>
                  <a:lnTo>
                    <a:pt x="404" y="336"/>
                  </a:lnTo>
                  <a:lnTo>
                    <a:pt x="402" y="354"/>
                  </a:lnTo>
                  <a:lnTo>
                    <a:pt x="402" y="358"/>
                  </a:lnTo>
                  <a:lnTo>
                    <a:pt x="402" y="360"/>
                  </a:lnTo>
                  <a:lnTo>
                    <a:pt x="404" y="377"/>
                  </a:lnTo>
                  <a:lnTo>
                    <a:pt x="404" y="377"/>
                  </a:lnTo>
                  <a:lnTo>
                    <a:pt x="404" y="377"/>
                  </a:lnTo>
                  <a:lnTo>
                    <a:pt x="406" y="381"/>
                  </a:lnTo>
                  <a:lnTo>
                    <a:pt x="406" y="381"/>
                  </a:lnTo>
                  <a:lnTo>
                    <a:pt x="406" y="381"/>
                  </a:lnTo>
                  <a:lnTo>
                    <a:pt x="404" y="381"/>
                  </a:lnTo>
                  <a:lnTo>
                    <a:pt x="400" y="383"/>
                  </a:lnTo>
                  <a:lnTo>
                    <a:pt x="398" y="383"/>
                  </a:lnTo>
                  <a:lnTo>
                    <a:pt x="398" y="385"/>
                  </a:lnTo>
                  <a:lnTo>
                    <a:pt x="397" y="385"/>
                  </a:lnTo>
                  <a:lnTo>
                    <a:pt x="391" y="385"/>
                  </a:lnTo>
                  <a:lnTo>
                    <a:pt x="389" y="385"/>
                  </a:lnTo>
                  <a:lnTo>
                    <a:pt x="389" y="387"/>
                  </a:lnTo>
                  <a:lnTo>
                    <a:pt x="389" y="387"/>
                  </a:lnTo>
                  <a:lnTo>
                    <a:pt x="389" y="387"/>
                  </a:lnTo>
                  <a:lnTo>
                    <a:pt x="389" y="387"/>
                  </a:lnTo>
                  <a:lnTo>
                    <a:pt x="389" y="389"/>
                  </a:lnTo>
                  <a:lnTo>
                    <a:pt x="389" y="389"/>
                  </a:lnTo>
                  <a:lnTo>
                    <a:pt x="387" y="389"/>
                  </a:lnTo>
                  <a:lnTo>
                    <a:pt x="387" y="389"/>
                  </a:lnTo>
                  <a:lnTo>
                    <a:pt x="387" y="389"/>
                  </a:lnTo>
                  <a:lnTo>
                    <a:pt x="387" y="389"/>
                  </a:lnTo>
                  <a:lnTo>
                    <a:pt x="387" y="389"/>
                  </a:lnTo>
                  <a:lnTo>
                    <a:pt x="385" y="389"/>
                  </a:lnTo>
                  <a:lnTo>
                    <a:pt x="385" y="389"/>
                  </a:lnTo>
                  <a:lnTo>
                    <a:pt x="385" y="387"/>
                  </a:lnTo>
                  <a:lnTo>
                    <a:pt x="385" y="387"/>
                  </a:lnTo>
                  <a:lnTo>
                    <a:pt x="383" y="389"/>
                  </a:lnTo>
                  <a:lnTo>
                    <a:pt x="381" y="389"/>
                  </a:lnTo>
                  <a:lnTo>
                    <a:pt x="381" y="389"/>
                  </a:lnTo>
                  <a:lnTo>
                    <a:pt x="381" y="389"/>
                  </a:lnTo>
                  <a:lnTo>
                    <a:pt x="381" y="391"/>
                  </a:lnTo>
                  <a:lnTo>
                    <a:pt x="381" y="391"/>
                  </a:lnTo>
                  <a:lnTo>
                    <a:pt x="381" y="391"/>
                  </a:lnTo>
                  <a:lnTo>
                    <a:pt x="381" y="391"/>
                  </a:lnTo>
                  <a:lnTo>
                    <a:pt x="381" y="393"/>
                  </a:lnTo>
                  <a:lnTo>
                    <a:pt x="381" y="393"/>
                  </a:lnTo>
                  <a:lnTo>
                    <a:pt x="381" y="393"/>
                  </a:lnTo>
                  <a:lnTo>
                    <a:pt x="375" y="397"/>
                  </a:lnTo>
                  <a:lnTo>
                    <a:pt x="373" y="397"/>
                  </a:lnTo>
                  <a:lnTo>
                    <a:pt x="373" y="397"/>
                  </a:lnTo>
                  <a:lnTo>
                    <a:pt x="371" y="397"/>
                  </a:lnTo>
                  <a:lnTo>
                    <a:pt x="371" y="397"/>
                  </a:lnTo>
                  <a:lnTo>
                    <a:pt x="371" y="395"/>
                  </a:lnTo>
                  <a:lnTo>
                    <a:pt x="371" y="395"/>
                  </a:lnTo>
                  <a:lnTo>
                    <a:pt x="371" y="393"/>
                  </a:lnTo>
                  <a:lnTo>
                    <a:pt x="371" y="391"/>
                  </a:lnTo>
                  <a:lnTo>
                    <a:pt x="371" y="391"/>
                  </a:lnTo>
                  <a:lnTo>
                    <a:pt x="347" y="399"/>
                  </a:lnTo>
                  <a:lnTo>
                    <a:pt x="344" y="401"/>
                  </a:lnTo>
                  <a:lnTo>
                    <a:pt x="342" y="403"/>
                  </a:lnTo>
                  <a:lnTo>
                    <a:pt x="344" y="403"/>
                  </a:lnTo>
                  <a:lnTo>
                    <a:pt x="344" y="403"/>
                  </a:lnTo>
                  <a:lnTo>
                    <a:pt x="344" y="403"/>
                  </a:lnTo>
                  <a:lnTo>
                    <a:pt x="346" y="405"/>
                  </a:lnTo>
                  <a:lnTo>
                    <a:pt x="346" y="405"/>
                  </a:lnTo>
                  <a:lnTo>
                    <a:pt x="346" y="405"/>
                  </a:lnTo>
                  <a:lnTo>
                    <a:pt x="346" y="405"/>
                  </a:lnTo>
                  <a:lnTo>
                    <a:pt x="347" y="405"/>
                  </a:lnTo>
                  <a:lnTo>
                    <a:pt x="347" y="405"/>
                  </a:lnTo>
                  <a:lnTo>
                    <a:pt x="347" y="405"/>
                  </a:lnTo>
                  <a:lnTo>
                    <a:pt x="347" y="405"/>
                  </a:lnTo>
                  <a:lnTo>
                    <a:pt x="347" y="405"/>
                  </a:lnTo>
                  <a:lnTo>
                    <a:pt x="349" y="407"/>
                  </a:lnTo>
                  <a:lnTo>
                    <a:pt x="349" y="407"/>
                  </a:lnTo>
                  <a:lnTo>
                    <a:pt x="349" y="407"/>
                  </a:lnTo>
                  <a:lnTo>
                    <a:pt x="347" y="409"/>
                  </a:lnTo>
                  <a:lnTo>
                    <a:pt x="347" y="409"/>
                  </a:lnTo>
                  <a:lnTo>
                    <a:pt x="346" y="409"/>
                  </a:lnTo>
                  <a:lnTo>
                    <a:pt x="346" y="411"/>
                  </a:lnTo>
                  <a:lnTo>
                    <a:pt x="344" y="411"/>
                  </a:lnTo>
                  <a:lnTo>
                    <a:pt x="344" y="411"/>
                  </a:lnTo>
                  <a:lnTo>
                    <a:pt x="344" y="413"/>
                  </a:lnTo>
                  <a:lnTo>
                    <a:pt x="344" y="415"/>
                  </a:lnTo>
                  <a:lnTo>
                    <a:pt x="344" y="415"/>
                  </a:lnTo>
                  <a:lnTo>
                    <a:pt x="340" y="417"/>
                  </a:lnTo>
                  <a:lnTo>
                    <a:pt x="340" y="417"/>
                  </a:lnTo>
                  <a:lnTo>
                    <a:pt x="340" y="417"/>
                  </a:lnTo>
                  <a:lnTo>
                    <a:pt x="340" y="421"/>
                  </a:lnTo>
                  <a:lnTo>
                    <a:pt x="340" y="423"/>
                  </a:lnTo>
                  <a:lnTo>
                    <a:pt x="340" y="425"/>
                  </a:lnTo>
                  <a:lnTo>
                    <a:pt x="340" y="425"/>
                  </a:lnTo>
                  <a:lnTo>
                    <a:pt x="340" y="427"/>
                  </a:lnTo>
                  <a:lnTo>
                    <a:pt x="338" y="427"/>
                  </a:lnTo>
                  <a:lnTo>
                    <a:pt x="338" y="429"/>
                  </a:lnTo>
                  <a:lnTo>
                    <a:pt x="338" y="429"/>
                  </a:lnTo>
                  <a:lnTo>
                    <a:pt x="338" y="429"/>
                  </a:lnTo>
                  <a:lnTo>
                    <a:pt x="338" y="429"/>
                  </a:lnTo>
                  <a:lnTo>
                    <a:pt x="338" y="430"/>
                  </a:lnTo>
                  <a:lnTo>
                    <a:pt x="338" y="430"/>
                  </a:lnTo>
                  <a:lnTo>
                    <a:pt x="338" y="430"/>
                  </a:lnTo>
                  <a:lnTo>
                    <a:pt x="340" y="429"/>
                  </a:lnTo>
                  <a:lnTo>
                    <a:pt x="340" y="429"/>
                  </a:lnTo>
                  <a:lnTo>
                    <a:pt x="342" y="430"/>
                  </a:lnTo>
                  <a:lnTo>
                    <a:pt x="342" y="430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2" y="434"/>
                  </a:lnTo>
                  <a:lnTo>
                    <a:pt x="344" y="434"/>
                  </a:lnTo>
                  <a:lnTo>
                    <a:pt x="344" y="434"/>
                  </a:lnTo>
                  <a:lnTo>
                    <a:pt x="344" y="436"/>
                  </a:lnTo>
                  <a:lnTo>
                    <a:pt x="340" y="448"/>
                  </a:lnTo>
                  <a:lnTo>
                    <a:pt x="340" y="450"/>
                  </a:lnTo>
                  <a:lnTo>
                    <a:pt x="340" y="450"/>
                  </a:lnTo>
                  <a:lnTo>
                    <a:pt x="340" y="452"/>
                  </a:lnTo>
                  <a:lnTo>
                    <a:pt x="340" y="452"/>
                  </a:lnTo>
                  <a:lnTo>
                    <a:pt x="342" y="452"/>
                  </a:lnTo>
                  <a:lnTo>
                    <a:pt x="342" y="452"/>
                  </a:lnTo>
                  <a:lnTo>
                    <a:pt x="342" y="454"/>
                  </a:lnTo>
                  <a:lnTo>
                    <a:pt x="342" y="454"/>
                  </a:lnTo>
                  <a:lnTo>
                    <a:pt x="342" y="454"/>
                  </a:lnTo>
                  <a:lnTo>
                    <a:pt x="342" y="454"/>
                  </a:lnTo>
                  <a:lnTo>
                    <a:pt x="340" y="456"/>
                  </a:lnTo>
                  <a:lnTo>
                    <a:pt x="340" y="456"/>
                  </a:lnTo>
                  <a:lnTo>
                    <a:pt x="340" y="456"/>
                  </a:lnTo>
                  <a:lnTo>
                    <a:pt x="342" y="458"/>
                  </a:lnTo>
                  <a:lnTo>
                    <a:pt x="342" y="458"/>
                  </a:lnTo>
                  <a:lnTo>
                    <a:pt x="342" y="460"/>
                  </a:lnTo>
                  <a:lnTo>
                    <a:pt x="342" y="460"/>
                  </a:lnTo>
                  <a:lnTo>
                    <a:pt x="342" y="460"/>
                  </a:lnTo>
                  <a:lnTo>
                    <a:pt x="342" y="460"/>
                  </a:lnTo>
                  <a:lnTo>
                    <a:pt x="342" y="462"/>
                  </a:lnTo>
                  <a:lnTo>
                    <a:pt x="342" y="462"/>
                  </a:lnTo>
                  <a:lnTo>
                    <a:pt x="342" y="462"/>
                  </a:lnTo>
                  <a:lnTo>
                    <a:pt x="342" y="462"/>
                  </a:lnTo>
                  <a:lnTo>
                    <a:pt x="342" y="464"/>
                  </a:lnTo>
                  <a:lnTo>
                    <a:pt x="344" y="464"/>
                  </a:lnTo>
                  <a:lnTo>
                    <a:pt x="344" y="464"/>
                  </a:lnTo>
                  <a:lnTo>
                    <a:pt x="344" y="462"/>
                  </a:lnTo>
                  <a:lnTo>
                    <a:pt x="346" y="462"/>
                  </a:lnTo>
                  <a:lnTo>
                    <a:pt x="347" y="462"/>
                  </a:lnTo>
                  <a:lnTo>
                    <a:pt x="349" y="462"/>
                  </a:lnTo>
                  <a:lnTo>
                    <a:pt x="349" y="462"/>
                  </a:lnTo>
                  <a:lnTo>
                    <a:pt x="347" y="464"/>
                  </a:lnTo>
                  <a:lnTo>
                    <a:pt x="347" y="466"/>
                  </a:lnTo>
                  <a:lnTo>
                    <a:pt x="347" y="466"/>
                  </a:lnTo>
                  <a:lnTo>
                    <a:pt x="347" y="466"/>
                  </a:lnTo>
                  <a:lnTo>
                    <a:pt x="347" y="466"/>
                  </a:lnTo>
                  <a:lnTo>
                    <a:pt x="346" y="470"/>
                  </a:lnTo>
                  <a:lnTo>
                    <a:pt x="344" y="472"/>
                  </a:lnTo>
                  <a:lnTo>
                    <a:pt x="344" y="472"/>
                  </a:lnTo>
                  <a:lnTo>
                    <a:pt x="344" y="474"/>
                  </a:lnTo>
                  <a:lnTo>
                    <a:pt x="342" y="474"/>
                  </a:lnTo>
                  <a:lnTo>
                    <a:pt x="336" y="472"/>
                  </a:lnTo>
                  <a:lnTo>
                    <a:pt x="334" y="472"/>
                  </a:lnTo>
                  <a:lnTo>
                    <a:pt x="332" y="470"/>
                  </a:lnTo>
                  <a:lnTo>
                    <a:pt x="332" y="470"/>
                  </a:lnTo>
                  <a:lnTo>
                    <a:pt x="332" y="470"/>
                  </a:lnTo>
                  <a:lnTo>
                    <a:pt x="332" y="468"/>
                  </a:lnTo>
                  <a:lnTo>
                    <a:pt x="334" y="468"/>
                  </a:lnTo>
                  <a:lnTo>
                    <a:pt x="334" y="468"/>
                  </a:lnTo>
                  <a:lnTo>
                    <a:pt x="334" y="468"/>
                  </a:lnTo>
                  <a:lnTo>
                    <a:pt x="334" y="468"/>
                  </a:lnTo>
                  <a:lnTo>
                    <a:pt x="332" y="466"/>
                  </a:lnTo>
                  <a:lnTo>
                    <a:pt x="330" y="466"/>
                  </a:lnTo>
                  <a:lnTo>
                    <a:pt x="330" y="464"/>
                  </a:lnTo>
                  <a:lnTo>
                    <a:pt x="330" y="464"/>
                  </a:lnTo>
                  <a:lnTo>
                    <a:pt x="328" y="466"/>
                  </a:lnTo>
                  <a:lnTo>
                    <a:pt x="328" y="466"/>
                  </a:lnTo>
                  <a:lnTo>
                    <a:pt x="326" y="466"/>
                  </a:lnTo>
                  <a:lnTo>
                    <a:pt x="326" y="466"/>
                  </a:lnTo>
                  <a:lnTo>
                    <a:pt x="322" y="466"/>
                  </a:lnTo>
                  <a:lnTo>
                    <a:pt x="318" y="466"/>
                  </a:lnTo>
                  <a:lnTo>
                    <a:pt x="316" y="466"/>
                  </a:lnTo>
                  <a:lnTo>
                    <a:pt x="316" y="466"/>
                  </a:lnTo>
                  <a:lnTo>
                    <a:pt x="316" y="466"/>
                  </a:lnTo>
                  <a:lnTo>
                    <a:pt x="316" y="468"/>
                  </a:lnTo>
                  <a:lnTo>
                    <a:pt x="314" y="468"/>
                  </a:lnTo>
                  <a:lnTo>
                    <a:pt x="308" y="468"/>
                  </a:lnTo>
                  <a:lnTo>
                    <a:pt x="306" y="468"/>
                  </a:lnTo>
                  <a:lnTo>
                    <a:pt x="306" y="468"/>
                  </a:lnTo>
                  <a:lnTo>
                    <a:pt x="306" y="468"/>
                  </a:lnTo>
                  <a:lnTo>
                    <a:pt x="306" y="468"/>
                  </a:lnTo>
                  <a:lnTo>
                    <a:pt x="306" y="470"/>
                  </a:lnTo>
                  <a:lnTo>
                    <a:pt x="306" y="470"/>
                  </a:lnTo>
                  <a:lnTo>
                    <a:pt x="306" y="470"/>
                  </a:lnTo>
                  <a:lnTo>
                    <a:pt x="306" y="472"/>
                  </a:lnTo>
                  <a:lnTo>
                    <a:pt x="306" y="472"/>
                  </a:lnTo>
                  <a:lnTo>
                    <a:pt x="306" y="472"/>
                  </a:lnTo>
                  <a:lnTo>
                    <a:pt x="306" y="472"/>
                  </a:lnTo>
                  <a:lnTo>
                    <a:pt x="306" y="474"/>
                  </a:lnTo>
                  <a:lnTo>
                    <a:pt x="308" y="474"/>
                  </a:lnTo>
                  <a:lnTo>
                    <a:pt x="308" y="474"/>
                  </a:lnTo>
                  <a:lnTo>
                    <a:pt x="308" y="474"/>
                  </a:lnTo>
                  <a:lnTo>
                    <a:pt x="308" y="474"/>
                  </a:lnTo>
                  <a:lnTo>
                    <a:pt x="306" y="476"/>
                  </a:lnTo>
                  <a:lnTo>
                    <a:pt x="306" y="476"/>
                  </a:lnTo>
                  <a:lnTo>
                    <a:pt x="306" y="476"/>
                  </a:lnTo>
                  <a:lnTo>
                    <a:pt x="306" y="476"/>
                  </a:lnTo>
                  <a:lnTo>
                    <a:pt x="304" y="476"/>
                  </a:lnTo>
                  <a:lnTo>
                    <a:pt x="304" y="476"/>
                  </a:lnTo>
                  <a:lnTo>
                    <a:pt x="304" y="478"/>
                  </a:lnTo>
                  <a:lnTo>
                    <a:pt x="304" y="478"/>
                  </a:lnTo>
                  <a:lnTo>
                    <a:pt x="304" y="478"/>
                  </a:lnTo>
                  <a:lnTo>
                    <a:pt x="304" y="478"/>
                  </a:lnTo>
                  <a:lnTo>
                    <a:pt x="304" y="480"/>
                  </a:lnTo>
                  <a:lnTo>
                    <a:pt x="304" y="480"/>
                  </a:lnTo>
                  <a:lnTo>
                    <a:pt x="302" y="480"/>
                  </a:lnTo>
                  <a:lnTo>
                    <a:pt x="300" y="478"/>
                  </a:lnTo>
                  <a:lnTo>
                    <a:pt x="300" y="478"/>
                  </a:lnTo>
                  <a:lnTo>
                    <a:pt x="300" y="478"/>
                  </a:lnTo>
                  <a:lnTo>
                    <a:pt x="300" y="480"/>
                  </a:lnTo>
                  <a:lnTo>
                    <a:pt x="298" y="480"/>
                  </a:lnTo>
                  <a:lnTo>
                    <a:pt x="298" y="480"/>
                  </a:lnTo>
                  <a:lnTo>
                    <a:pt x="298" y="482"/>
                  </a:lnTo>
                  <a:lnTo>
                    <a:pt x="298" y="482"/>
                  </a:lnTo>
                  <a:lnTo>
                    <a:pt x="298" y="483"/>
                  </a:lnTo>
                  <a:lnTo>
                    <a:pt x="300" y="485"/>
                  </a:lnTo>
                  <a:lnTo>
                    <a:pt x="300" y="485"/>
                  </a:lnTo>
                  <a:lnTo>
                    <a:pt x="298" y="485"/>
                  </a:lnTo>
                  <a:lnTo>
                    <a:pt x="298" y="485"/>
                  </a:lnTo>
                  <a:lnTo>
                    <a:pt x="298" y="487"/>
                  </a:lnTo>
                  <a:lnTo>
                    <a:pt x="296" y="487"/>
                  </a:lnTo>
                  <a:lnTo>
                    <a:pt x="296" y="487"/>
                  </a:lnTo>
                  <a:lnTo>
                    <a:pt x="293" y="487"/>
                  </a:lnTo>
                  <a:lnTo>
                    <a:pt x="291" y="485"/>
                  </a:lnTo>
                  <a:lnTo>
                    <a:pt x="289" y="485"/>
                  </a:lnTo>
                  <a:lnTo>
                    <a:pt x="289" y="485"/>
                  </a:lnTo>
                  <a:lnTo>
                    <a:pt x="287" y="485"/>
                  </a:lnTo>
                  <a:lnTo>
                    <a:pt x="287" y="485"/>
                  </a:lnTo>
                  <a:lnTo>
                    <a:pt x="287" y="485"/>
                  </a:lnTo>
                  <a:lnTo>
                    <a:pt x="285" y="483"/>
                  </a:lnTo>
                  <a:lnTo>
                    <a:pt x="283" y="483"/>
                  </a:lnTo>
                  <a:lnTo>
                    <a:pt x="283" y="483"/>
                  </a:lnTo>
                  <a:lnTo>
                    <a:pt x="279" y="482"/>
                  </a:lnTo>
                  <a:lnTo>
                    <a:pt x="279" y="480"/>
                  </a:lnTo>
                  <a:lnTo>
                    <a:pt x="279" y="480"/>
                  </a:lnTo>
                  <a:lnTo>
                    <a:pt x="279" y="480"/>
                  </a:lnTo>
                  <a:lnTo>
                    <a:pt x="279" y="480"/>
                  </a:lnTo>
                  <a:lnTo>
                    <a:pt x="277" y="478"/>
                  </a:lnTo>
                  <a:lnTo>
                    <a:pt x="277" y="478"/>
                  </a:lnTo>
                  <a:lnTo>
                    <a:pt x="277" y="480"/>
                  </a:lnTo>
                  <a:lnTo>
                    <a:pt x="275" y="480"/>
                  </a:lnTo>
                  <a:lnTo>
                    <a:pt x="273" y="478"/>
                  </a:lnTo>
                  <a:lnTo>
                    <a:pt x="273" y="476"/>
                  </a:lnTo>
                  <a:lnTo>
                    <a:pt x="273" y="476"/>
                  </a:lnTo>
                  <a:lnTo>
                    <a:pt x="273" y="476"/>
                  </a:lnTo>
                  <a:lnTo>
                    <a:pt x="273" y="474"/>
                  </a:lnTo>
                  <a:lnTo>
                    <a:pt x="273" y="474"/>
                  </a:lnTo>
                  <a:lnTo>
                    <a:pt x="273" y="472"/>
                  </a:lnTo>
                  <a:lnTo>
                    <a:pt x="271" y="472"/>
                  </a:lnTo>
                  <a:lnTo>
                    <a:pt x="269" y="472"/>
                  </a:lnTo>
                  <a:lnTo>
                    <a:pt x="269" y="472"/>
                  </a:lnTo>
                  <a:lnTo>
                    <a:pt x="269" y="472"/>
                  </a:lnTo>
                  <a:lnTo>
                    <a:pt x="267" y="472"/>
                  </a:lnTo>
                  <a:lnTo>
                    <a:pt x="267" y="472"/>
                  </a:lnTo>
                  <a:lnTo>
                    <a:pt x="265" y="470"/>
                  </a:lnTo>
                  <a:lnTo>
                    <a:pt x="265" y="470"/>
                  </a:lnTo>
                  <a:lnTo>
                    <a:pt x="265" y="470"/>
                  </a:lnTo>
                  <a:lnTo>
                    <a:pt x="263" y="472"/>
                  </a:lnTo>
                  <a:lnTo>
                    <a:pt x="265" y="472"/>
                  </a:lnTo>
                  <a:lnTo>
                    <a:pt x="265" y="472"/>
                  </a:lnTo>
                  <a:lnTo>
                    <a:pt x="265" y="472"/>
                  </a:lnTo>
                  <a:lnTo>
                    <a:pt x="263" y="474"/>
                  </a:lnTo>
                  <a:lnTo>
                    <a:pt x="263" y="474"/>
                  </a:lnTo>
                  <a:lnTo>
                    <a:pt x="263" y="474"/>
                  </a:lnTo>
                  <a:lnTo>
                    <a:pt x="263" y="474"/>
                  </a:lnTo>
                  <a:lnTo>
                    <a:pt x="263" y="474"/>
                  </a:lnTo>
                  <a:lnTo>
                    <a:pt x="261" y="476"/>
                  </a:lnTo>
                  <a:lnTo>
                    <a:pt x="261" y="478"/>
                  </a:lnTo>
                  <a:lnTo>
                    <a:pt x="261" y="478"/>
                  </a:lnTo>
                  <a:lnTo>
                    <a:pt x="261" y="478"/>
                  </a:lnTo>
                  <a:lnTo>
                    <a:pt x="261" y="478"/>
                  </a:lnTo>
                  <a:lnTo>
                    <a:pt x="261" y="476"/>
                  </a:lnTo>
                  <a:lnTo>
                    <a:pt x="259" y="476"/>
                  </a:lnTo>
                  <a:lnTo>
                    <a:pt x="259" y="474"/>
                  </a:lnTo>
                  <a:lnTo>
                    <a:pt x="259" y="474"/>
                  </a:lnTo>
                  <a:lnTo>
                    <a:pt x="259" y="474"/>
                  </a:lnTo>
                  <a:lnTo>
                    <a:pt x="261" y="472"/>
                  </a:lnTo>
                  <a:lnTo>
                    <a:pt x="261" y="472"/>
                  </a:lnTo>
                  <a:lnTo>
                    <a:pt x="259" y="472"/>
                  </a:lnTo>
                  <a:lnTo>
                    <a:pt x="259" y="472"/>
                  </a:lnTo>
                  <a:lnTo>
                    <a:pt x="253" y="472"/>
                  </a:lnTo>
                  <a:lnTo>
                    <a:pt x="253" y="472"/>
                  </a:lnTo>
                  <a:lnTo>
                    <a:pt x="253" y="472"/>
                  </a:lnTo>
                  <a:lnTo>
                    <a:pt x="251" y="472"/>
                  </a:lnTo>
                  <a:lnTo>
                    <a:pt x="247" y="468"/>
                  </a:lnTo>
                  <a:lnTo>
                    <a:pt x="246" y="468"/>
                  </a:lnTo>
                  <a:lnTo>
                    <a:pt x="244" y="468"/>
                  </a:lnTo>
                  <a:lnTo>
                    <a:pt x="244" y="468"/>
                  </a:lnTo>
                  <a:lnTo>
                    <a:pt x="244" y="468"/>
                  </a:lnTo>
                  <a:lnTo>
                    <a:pt x="242" y="468"/>
                  </a:lnTo>
                  <a:lnTo>
                    <a:pt x="242" y="468"/>
                  </a:lnTo>
                  <a:lnTo>
                    <a:pt x="242" y="470"/>
                  </a:lnTo>
                  <a:lnTo>
                    <a:pt x="242" y="470"/>
                  </a:lnTo>
                  <a:lnTo>
                    <a:pt x="242" y="470"/>
                  </a:lnTo>
                  <a:lnTo>
                    <a:pt x="242" y="470"/>
                  </a:lnTo>
                  <a:lnTo>
                    <a:pt x="240" y="470"/>
                  </a:lnTo>
                  <a:lnTo>
                    <a:pt x="238" y="470"/>
                  </a:lnTo>
                  <a:lnTo>
                    <a:pt x="236" y="470"/>
                  </a:lnTo>
                  <a:lnTo>
                    <a:pt x="234" y="472"/>
                  </a:lnTo>
                  <a:lnTo>
                    <a:pt x="234" y="472"/>
                  </a:lnTo>
                  <a:lnTo>
                    <a:pt x="234" y="472"/>
                  </a:lnTo>
                  <a:lnTo>
                    <a:pt x="232" y="472"/>
                  </a:lnTo>
                  <a:lnTo>
                    <a:pt x="232" y="472"/>
                  </a:lnTo>
                  <a:lnTo>
                    <a:pt x="232" y="472"/>
                  </a:lnTo>
                  <a:lnTo>
                    <a:pt x="232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70"/>
                  </a:lnTo>
                  <a:lnTo>
                    <a:pt x="230" y="470"/>
                  </a:lnTo>
                  <a:lnTo>
                    <a:pt x="230" y="470"/>
                  </a:lnTo>
                  <a:lnTo>
                    <a:pt x="230" y="468"/>
                  </a:lnTo>
                  <a:lnTo>
                    <a:pt x="230" y="468"/>
                  </a:lnTo>
                  <a:lnTo>
                    <a:pt x="230" y="466"/>
                  </a:lnTo>
                  <a:lnTo>
                    <a:pt x="228" y="466"/>
                  </a:lnTo>
                  <a:lnTo>
                    <a:pt x="222" y="470"/>
                  </a:lnTo>
                  <a:lnTo>
                    <a:pt x="220" y="472"/>
                  </a:lnTo>
                  <a:lnTo>
                    <a:pt x="220" y="472"/>
                  </a:lnTo>
                  <a:lnTo>
                    <a:pt x="218" y="472"/>
                  </a:lnTo>
                  <a:lnTo>
                    <a:pt x="218" y="472"/>
                  </a:lnTo>
                  <a:lnTo>
                    <a:pt x="218" y="472"/>
                  </a:lnTo>
                  <a:lnTo>
                    <a:pt x="216" y="472"/>
                  </a:lnTo>
                  <a:lnTo>
                    <a:pt x="214" y="474"/>
                  </a:lnTo>
                  <a:lnTo>
                    <a:pt x="214" y="474"/>
                  </a:lnTo>
                  <a:lnTo>
                    <a:pt x="214" y="476"/>
                  </a:lnTo>
                  <a:lnTo>
                    <a:pt x="214" y="476"/>
                  </a:lnTo>
                  <a:lnTo>
                    <a:pt x="212" y="478"/>
                  </a:lnTo>
                  <a:lnTo>
                    <a:pt x="212" y="478"/>
                  </a:lnTo>
                  <a:lnTo>
                    <a:pt x="212" y="480"/>
                  </a:lnTo>
                  <a:lnTo>
                    <a:pt x="212" y="480"/>
                  </a:lnTo>
                  <a:lnTo>
                    <a:pt x="210" y="482"/>
                  </a:lnTo>
                  <a:lnTo>
                    <a:pt x="208" y="482"/>
                  </a:lnTo>
                  <a:lnTo>
                    <a:pt x="208" y="482"/>
                  </a:lnTo>
                  <a:lnTo>
                    <a:pt x="206" y="482"/>
                  </a:lnTo>
                  <a:lnTo>
                    <a:pt x="206" y="483"/>
                  </a:lnTo>
                  <a:lnTo>
                    <a:pt x="204" y="483"/>
                  </a:lnTo>
                  <a:lnTo>
                    <a:pt x="204" y="483"/>
                  </a:lnTo>
                  <a:lnTo>
                    <a:pt x="204" y="483"/>
                  </a:lnTo>
                  <a:lnTo>
                    <a:pt x="202" y="483"/>
                  </a:lnTo>
                  <a:lnTo>
                    <a:pt x="202" y="483"/>
                  </a:lnTo>
                  <a:lnTo>
                    <a:pt x="202" y="483"/>
                  </a:lnTo>
                  <a:lnTo>
                    <a:pt x="202" y="485"/>
                  </a:lnTo>
                  <a:lnTo>
                    <a:pt x="202" y="485"/>
                  </a:lnTo>
                  <a:lnTo>
                    <a:pt x="202" y="485"/>
                  </a:lnTo>
                  <a:lnTo>
                    <a:pt x="202" y="485"/>
                  </a:lnTo>
                  <a:lnTo>
                    <a:pt x="202" y="487"/>
                  </a:lnTo>
                  <a:lnTo>
                    <a:pt x="200" y="489"/>
                  </a:lnTo>
                  <a:lnTo>
                    <a:pt x="200" y="489"/>
                  </a:lnTo>
                  <a:lnTo>
                    <a:pt x="200" y="489"/>
                  </a:lnTo>
                  <a:lnTo>
                    <a:pt x="200" y="491"/>
                  </a:lnTo>
                  <a:lnTo>
                    <a:pt x="200" y="493"/>
                  </a:lnTo>
                  <a:lnTo>
                    <a:pt x="200" y="493"/>
                  </a:lnTo>
                  <a:lnTo>
                    <a:pt x="200" y="495"/>
                  </a:lnTo>
                  <a:lnTo>
                    <a:pt x="196" y="493"/>
                  </a:lnTo>
                  <a:lnTo>
                    <a:pt x="196" y="493"/>
                  </a:lnTo>
                  <a:lnTo>
                    <a:pt x="193" y="489"/>
                  </a:lnTo>
                  <a:lnTo>
                    <a:pt x="191" y="489"/>
                  </a:lnTo>
                  <a:lnTo>
                    <a:pt x="191" y="489"/>
                  </a:lnTo>
                  <a:lnTo>
                    <a:pt x="193" y="489"/>
                  </a:lnTo>
                  <a:lnTo>
                    <a:pt x="193" y="487"/>
                  </a:lnTo>
                  <a:lnTo>
                    <a:pt x="193" y="487"/>
                  </a:lnTo>
                  <a:lnTo>
                    <a:pt x="193" y="487"/>
                  </a:lnTo>
                  <a:lnTo>
                    <a:pt x="193" y="487"/>
                  </a:lnTo>
                  <a:lnTo>
                    <a:pt x="193" y="487"/>
                  </a:lnTo>
                  <a:lnTo>
                    <a:pt x="191" y="485"/>
                  </a:lnTo>
                  <a:lnTo>
                    <a:pt x="191" y="483"/>
                  </a:lnTo>
                  <a:lnTo>
                    <a:pt x="191" y="483"/>
                  </a:lnTo>
                  <a:lnTo>
                    <a:pt x="189" y="485"/>
                  </a:lnTo>
                  <a:lnTo>
                    <a:pt x="189" y="483"/>
                  </a:lnTo>
                  <a:lnTo>
                    <a:pt x="189" y="482"/>
                  </a:lnTo>
                  <a:lnTo>
                    <a:pt x="189" y="482"/>
                  </a:lnTo>
                  <a:lnTo>
                    <a:pt x="189" y="482"/>
                  </a:lnTo>
                  <a:lnTo>
                    <a:pt x="189" y="482"/>
                  </a:lnTo>
                  <a:lnTo>
                    <a:pt x="185" y="478"/>
                  </a:lnTo>
                  <a:lnTo>
                    <a:pt x="185" y="476"/>
                  </a:lnTo>
                  <a:lnTo>
                    <a:pt x="185" y="476"/>
                  </a:lnTo>
                  <a:lnTo>
                    <a:pt x="183" y="476"/>
                  </a:lnTo>
                  <a:lnTo>
                    <a:pt x="181" y="478"/>
                  </a:lnTo>
                  <a:lnTo>
                    <a:pt x="181" y="478"/>
                  </a:lnTo>
                  <a:lnTo>
                    <a:pt x="181" y="478"/>
                  </a:lnTo>
                  <a:lnTo>
                    <a:pt x="181" y="478"/>
                  </a:lnTo>
                  <a:lnTo>
                    <a:pt x="179" y="478"/>
                  </a:lnTo>
                  <a:lnTo>
                    <a:pt x="179" y="478"/>
                  </a:lnTo>
                  <a:lnTo>
                    <a:pt x="179" y="476"/>
                  </a:lnTo>
                  <a:lnTo>
                    <a:pt x="177" y="476"/>
                  </a:lnTo>
                  <a:lnTo>
                    <a:pt x="177" y="474"/>
                  </a:lnTo>
                  <a:lnTo>
                    <a:pt x="177" y="474"/>
                  </a:lnTo>
                  <a:lnTo>
                    <a:pt x="175" y="474"/>
                  </a:lnTo>
                  <a:lnTo>
                    <a:pt x="175" y="474"/>
                  </a:lnTo>
                  <a:lnTo>
                    <a:pt x="175" y="472"/>
                  </a:lnTo>
                  <a:lnTo>
                    <a:pt x="175" y="472"/>
                  </a:lnTo>
                  <a:lnTo>
                    <a:pt x="175" y="472"/>
                  </a:lnTo>
                  <a:lnTo>
                    <a:pt x="175" y="470"/>
                  </a:lnTo>
                  <a:lnTo>
                    <a:pt x="173" y="470"/>
                  </a:lnTo>
                  <a:lnTo>
                    <a:pt x="173" y="470"/>
                  </a:lnTo>
                  <a:lnTo>
                    <a:pt x="173" y="470"/>
                  </a:lnTo>
                  <a:lnTo>
                    <a:pt x="171" y="472"/>
                  </a:lnTo>
                  <a:lnTo>
                    <a:pt x="171" y="472"/>
                  </a:lnTo>
                  <a:lnTo>
                    <a:pt x="171" y="472"/>
                  </a:lnTo>
                  <a:lnTo>
                    <a:pt x="169" y="472"/>
                  </a:lnTo>
                  <a:lnTo>
                    <a:pt x="169" y="472"/>
                  </a:lnTo>
                  <a:lnTo>
                    <a:pt x="169" y="472"/>
                  </a:lnTo>
                  <a:lnTo>
                    <a:pt x="169" y="472"/>
                  </a:lnTo>
                  <a:lnTo>
                    <a:pt x="169" y="472"/>
                  </a:lnTo>
                  <a:lnTo>
                    <a:pt x="167" y="470"/>
                  </a:lnTo>
                  <a:lnTo>
                    <a:pt x="165" y="468"/>
                  </a:lnTo>
                  <a:lnTo>
                    <a:pt x="161" y="470"/>
                  </a:lnTo>
                  <a:lnTo>
                    <a:pt x="161" y="472"/>
                  </a:lnTo>
                  <a:lnTo>
                    <a:pt x="161" y="474"/>
                  </a:lnTo>
                  <a:lnTo>
                    <a:pt x="163" y="476"/>
                  </a:lnTo>
                  <a:lnTo>
                    <a:pt x="163" y="478"/>
                  </a:lnTo>
                  <a:lnTo>
                    <a:pt x="163" y="478"/>
                  </a:lnTo>
                  <a:lnTo>
                    <a:pt x="163" y="480"/>
                  </a:lnTo>
                  <a:lnTo>
                    <a:pt x="163" y="480"/>
                  </a:lnTo>
                  <a:lnTo>
                    <a:pt x="161" y="480"/>
                  </a:lnTo>
                  <a:lnTo>
                    <a:pt x="159" y="482"/>
                  </a:lnTo>
                  <a:lnTo>
                    <a:pt x="157" y="482"/>
                  </a:lnTo>
                  <a:lnTo>
                    <a:pt x="157" y="480"/>
                  </a:lnTo>
                  <a:lnTo>
                    <a:pt x="157" y="480"/>
                  </a:lnTo>
                  <a:lnTo>
                    <a:pt x="157" y="480"/>
                  </a:lnTo>
                  <a:lnTo>
                    <a:pt x="155" y="480"/>
                  </a:lnTo>
                  <a:lnTo>
                    <a:pt x="155" y="480"/>
                  </a:lnTo>
                  <a:lnTo>
                    <a:pt x="155" y="480"/>
                  </a:lnTo>
                  <a:lnTo>
                    <a:pt x="153" y="480"/>
                  </a:lnTo>
                  <a:lnTo>
                    <a:pt x="153" y="480"/>
                  </a:lnTo>
                  <a:lnTo>
                    <a:pt x="151" y="480"/>
                  </a:lnTo>
                  <a:lnTo>
                    <a:pt x="151" y="480"/>
                  </a:lnTo>
                  <a:lnTo>
                    <a:pt x="151" y="480"/>
                  </a:lnTo>
                  <a:lnTo>
                    <a:pt x="149" y="480"/>
                  </a:lnTo>
                  <a:lnTo>
                    <a:pt x="147" y="478"/>
                  </a:lnTo>
                  <a:lnTo>
                    <a:pt x="147" y="478"/>
                  </a:lnTo>
                  <a:lnTo>
                    <a:pt x="145" y="478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4" y="474"/>
                  </a:lnTo>
                  <a:lnTo>
                    <a:pt x="142" y="474"/>
                  </a:lnTo>
                  <a:lnTo>
                    <a:pt x="138" y="476"/>
                  </a:lnTo>
                  <a:lnTo>
                    <a:pt x="136" y="474"/>
                  </a:lnTo>
                  <a:lnTo>
                    <a:pt x="136" y="472"/>
                  </a:lnTo>
                  <a:lnTo>
                    <a:pt x="134" y="472"/>
                  </a:lnTo>
                  <a:lnTo>
                    <a:pt x="132" y="472"/>
                  </a:lnTo>
                  <a:lnTo>
                    <a:pt x="128" y="472"/>
                  </a:lnTo>
                  <a:lnTo>
                    <a:pt x="126" y="470"/>
                  </a:lnTo>
                  <a:lnTo>
                    <a:pt x="126" y="470"/>
                  </a:lnTo>
                  <a:lnTo>
                    <a:pt x="126" y="470"/>
                  </a:lnTo>
                  <a:lnTo>
                    <a:pt x="124" y="472"/>
                  </a:lnTo>
                  <a:lnTo>
                    <a:pt x="124" y="472"/>
                  </a:lnTo>
                  <a:lnTo>
                    <a:pt x="122" y="472"/>
                  </a:lnTo>
                  <a:lnTo>
                    <a:pt x="122" y="472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0" y="470"/>
                  </a:lnTo>
                  <a:lnTo>
                    <a:pt x="120" y="470"/>
                  </a:lnTo>
                  <a:lnTo>
                    <a:pt x="118" y="470"/>
                  </a:lnTo>
                  <a:lnTo>
                    <a:pt x="116" y="470"/>
                  </a:lnTo>
                  <a:lnTo>
                    <a:pt x="114" y="468"/>
                  </a:lnTo>
                  <a:lnTo>
                    <a:pt x="112" y="466"/>
                  </a:lnTo>
                  <a:lnTo>
                    <a:pt x="110" y="464"/>
                  </a:lnTo>
                  <a:lnTo>
                    <a:pt x="106" y="466"/>
                  </a:lnTo>
                  <a:lnTo>
                    <a:pt x="104" y="466"/>
                  </a:lnTo>
                  <a:lnTo>
                    <a:pt x="104" y="466"/>
                  </a:lnTo>
                  <a:lnTo>
                    <a:pt x="100" y="464"/>
                  </a:lnTo>
                  <a:lnTo>
                    <a:pt x="98" y="464"/>
                  </a:lnTo>
                  <a:lnTo>
                    <a:pt x="98" y="462"/>
                  </a:lnTo>
                  <a:lnTo>
                    <a:pt x="98" y="462"/>
                  </a:lnTo>
                  <a:lnTo>
                    <a:pt x="98" y="462"/>
                  </a:lnTo>
                  <a:lnTo>
                    <a:pt x="98" y="462"/>
                  </a:lnTo>
                  <a:lnTo>
                    <a:pt x="98" y="462"/>
                  </a:lnTo>
                  <a:lnTo>
                    <a:pt x="100" y="460"/>
                  </a:lnTo>
                  <a:lnTo>
                    <a:pt x="100" y="460"/>
                  </a:lnTo>
                  <a:lnTo>
                    <a:pt x="102" y="460"/>
                  </a:lnTo>
                  <a:lnTo>
                    <a:pt x="87" y="454"/>
                  </a:lnTo>
                  <a:lnTo>
                    <a:pt x="87" y="454"/>
                  </a:lnTo>
                  <a:lnTo>
                    <a:pt x="87" y="454"/>
                  </a:lnTo>
                  <a:lnTo>
                    <a:pt x="85" y="454"/>
                  </a:lnTo>
                  <a:lnTo>
                    <a:pt x="85" y="452"/>
                  </a:lnTo>
                  <a:lnTo>
                    <a:pt x="85" y="452"/>
                  </a:lnTo>
                  <a:lnTo>
                    <a:pt x="83" y="450"/>
                  </a:lnTo>
                  <a:lnTo>
                    <a:pt x="81" y="450"/>
                  </a:lnTo>
                  <a:lnTo>
                    <a:pt x="81" y="450"/>
                  </a:lnTo>
                  <a:lnTo>
                    <a:pt x="79" y="452"/>
                  </a:lnTo>
                  <a:lnTo>
                    <a:pt x="79" y="452"/>
                  </a:lnTo>
                  <a:lnTo>
                    <a:pt x="79" y="452"/>
                  </a:lnTo>
                  <a:lnTo>
                    <a:pt x="79" y="452"/>
                  </a:lnTo>
                  <a:lnTo>
                    <a:pt x="77" y="452"/>
                  </a:lnTo>
                  <a:lnTo>
                    <a:pt x="77" y="452"/>
                  </a:lnTo>
                  <a:lnTo>
                    <a:pt x="77" y="452"/>
                  </a:lnTo>
                  <a:lnTo>
                    <a:pt x="77" y="454"/>
                  </a:lnTo>
                  <a:lnTo>
                    <a:pt x="77" y="454"/>
                  </a:lnTo>
                  <a:lnTo>
                    <a:pt x="77" y="456"/>
                  </a:lnTo>
                  <a:lnTo>
                    <a:pt x="77" y="456"/>
                  </a:lnTo>
                  <a:lnTo>
                    <a:pt x="77" y="456"/>
                  </a:lnTo>
                  <a:lnTo>
                    <a:pt x="77" y="458"/>
                  </a:lnTo>
                  <a:lnTo>
                    <a:pt x="77" y="458"/>
                  </a:lnTo>
                  <a:lnTo>
                    <a:pt x="77" y="458"/>
                  </a:lnTo>
                  <a:lnTo>
                    <a:pt x="77" y="458"/>
                  </a:lnTo>
                  <a:lnTo>
                    <a:pt x="77" y="458"/>
                  </a:lnTo>
                  <a:lnTo>
                    <a:pt x="75" y="460"/>
                  </a:lnTo>
                  <a:lnTo>
                    <a:pt x="75" y="462"/>
                  </a:lnTo>
                  <a:lnTo>
                    <a:pt x="75" y="462"/>
                  </a:lnTo>
                  <a:lnTo>
                    <a:pt x="75" y="462"/>
                  </a:lnTo>
                  <a:lnTo>
                    <a:pt x="75" y="460"/>
                  </a:lnTo>
                  <a:lnTo>
                    <a:pt x="73" y="460"/>
                  </a:lnTo>
                  <a:lnTo>
                    <a:pt x="69" y="458"/>
                  </a:lnTo>
                  <a:lnTo>
                    <a:pt x="69" y="460"/>
                  </a:lnTo>
                  <a:lnTo>
                    <a:pt x="69" y="462"/>
                  </a:lnTo>
                  <a:lnTo>
                    <a:pt x="69" y="462"/>
                  </a:lnTo>
                  <a:lnTo>
                    <a:pt x="69" y="462"/>
                  </a:lnTo>
                  <a:lnTo>
                    <a:pt x="71" y="462"/>
                  </a:lnTo>
                  <a:lnTo>
                    <a:pt x="69" y="464"/>
                  </a:lnTo>
                  <a:lnTo>
                    <a:pt x="69" y="464"/>
                  </a:lnTo>
                  <a:lnTo>
                    <a:pt x="69" y="466"/>
                  </a:lnTo>
                  <a:lnTo>
                    <a:pt x="69" y="468"/>
                  </a:lnTo>
                  <a:lnTo>
                    <a:pt x="67" y="468"/>
                  </a:lnTo>
                  <a:lnTo>
                    <a:pt x="67" y="468"/>
                  </a:lnTo>
                  <a:lnTo>
                    <a:pt x="67" y="468"/>
                  </a:lnTo>
                  <a:lnTo>
                    <a:pt x="65" y="470"/>
                  </a:lnTo>
                  <a:lnTo>
                    <a:pt x="65" y="470"/>
                  </a:lnTo>
                  <a:lnTo>
                    <a:pt x="65" y="470"/>
                  </a:lnTo>
                  <a:lnTo>
                    <a:pt x="63" y="470"/>
                  </a:lnTo>
                  <a:lnTo>
                    <a:pt x="59" y="470"/>
                  </a:lnTo>
                  <a:lnTo>
                    <a:pt x="57" y="468"/>
                  </a:lnTo>
                  <a:lnTo>
                    <a:pt x="55" y="468"/>
                  </a:lnTo>
                  <a:lnTo>
                    <a:pt x="55" y="468"/>
                  </a:lnTo>
                  <a:lnTo>
                    <a:pt x="55" y="466"/>
                  </a:lnTo>
                  <a:lnTo>
                    <a:pt x="55" y="466"/>
                  </a:lnTo>
                  <a:lnTo>
                    <a:pt x="55" y="466"/>
                  </a:lnTo>
                  <a:lnTo>
                    <a:pt x="55" y="464"/>
                  </a:lnTo>
                  <a:lnTo>
                    <a:pt x="55" y="464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1" y="460"/>
                  </a:lnTo>
                  <a:lnTo>
                    <a:pt x="51" y="460"/>
                  </a:lnTo>
                  <a:lnTo>
                    <a:pt x="51" y="460"/>
                  </a:lnTo>
                  <a:lnTo>
                    <a:pt x="51" y="458"/>
                  </a:lnTo>
                  <a:lnTo>
                    <a:pt x="49" y="458"/>
                  </a:lnTo>
                  <a:lnTo>
                    <a:pt x="49" y="458"/>
                  </a:lnTo>
                  <a:lnTo>
                    <a:pt x="47" y="458"/>
                  </a:lnTo>
                  <a:lnTo>
                    <a:pt x="45" y="458"/>
                  </a:lnTo>
                  <a:lnTo>
                    <a:pt x="45" y="458"/>
                  </a:lnTo>
                  <a:lnTo>
                    <a:pt x="45" y="458"/>
                  </a:lnTo>
                  <a:lnTo>
                    <a:pt x="43" y="460"/>
                  </a:lnTo>
                  <a:lnTo>
                    <a:pt x="43" y="462"/>
                  </a:lnTo>
                  <a:lnTo>
                    <a:pt x="42" y="462"/>
                  </a:lnTo>
                  <a:lnTo>
                    <a:pt x="42" y="462"/>
                  </a:lnTo>
                  <a:lnTo>
                    <a:pt x="42" y="462"/>
                  </a:lnTo>
                  <a:lnTo>
                    <a:pt x="42" y="462"/>
                  </a:lnTo>
                  <a:lnTo>
                    <a:pt x="40" y="464"/>
                  </a:lnTo>
                  <a:lnTo>
                    <a:pt x="40" y="464"/>
                  </a:lnTo>
                  <a:lnTo>
                    <a:pt x="40" y="464"/>
                  </a:lnTo>
                  <a:lnTo>
                    <a:pt x="40" y="464"/>
                  </a:lnTo>
                  <a:lnTo>
                    <a:pt x="40" y="464"/>
                  </a:lnTo>
                  <a:lnTo>
                    <a:pt x="38" y="464"/>
                  </a:lnTo>
                  <a:lnTo>
                    <a:pt x="38" y="464"/>
                  </a:lnTo>
                  <a:lnTo>
                    <a:pt x="38" y="464"/>
                  </a:lnTo>
                  <a:lnTo>
                    <a:pt x="38" y="462"/>
                  </a:lnTo>
                  <a:lnTo>
                    <a:pt x="38" y="462"/>
                  </a:lnTo>
                  <a:lnTo>
                    <a:pt x="38" y="460"/>
                  </a:lnTo>
                  <a:lnTo>
                    <a:pt x="38" y="460"/>
                  </a:lnTo>
                  <a:lnTo>
                    <a:pt x="38" y="460"/>
                  </a:lnTo>
                  <a:lnTo>
                    <a:pt x="38" y="460"/>
                  </a:lnTo>
                  <a:lnTo>
                    <a:pt x="38" y="458"/>
                  </a:lnTo>
                  <a:lnTo>
                    <a:pt x="38" y="460"/>
                  </a:lnTo>
                  <a:lnTo>
                    <a:pt x="36" y="460"/>
                  </a:lnTo>
                  <a:lnTo>
                    <a:pt x="34" y="458"/>
                  </a:lnTo>
                  <a:lnTo>
                    <a:pt x="30" y="454"/>
                  </a:lnTo>
                  <a:lnTo>
                    <a:pt x="28" y="456"/>
                  </a:lnTo>
                  <a:lnTo>
                    <a:pt x="28" y="456"/>
                  </a:lnTo>
                  <a:lnTo>
                    <a:pt x="26" y="456"/>
                  </a:lnTo>
                  <a:lnTo>
                    <a:pt x="22" y="454"/>
                  </a:lnTo>
                  <a:lnTo>
                    <a:pt x="20" y="454"/>
                  </a:lnTo>
                  <a:lnTo>
                    <a:pt x="20" y="454"/>
                  </a:lnTo>
                  <a:lnTo>
                    <a:pt x="20" y="452"/>
                  </a:lnTo>
                  <a:lnTo>
                    <a:pt x="20" y="452"/>
                  </a:lnTo>
                  <a:lnTo>
                    <a:pt x="18" y="452"/>
                  </a:lnTo>
                  <a:lnTo>
                    <a:pt x="18" y="452"/>
                  </a:lnTo>
                  <a:lnTo>
                    <a:pt x="14" y="452"/>
                  </a:lnTo>
                  <a:lnTo>
                    <a:pt x="12" y="450"/>
                  </a:lnTo>
                  <a:lnTo>
                    <a:pt x="12" y="452"/>
                  </a:lnTo>
                  <a:lnTo>
                    <a:pt x="12" y="452"/>
                  </a:lnTo>
                  <a:lnTo>
                    <a:pt x="10" y="454"/>
                  </a:lnTo>
                  <a:lnTo>
                    <a:pt x="4" y="452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48"/>
                  </a:lnTo>
                  <a:lnTo>
                    <a:pt x="2" y="448"/>
                  </a:lnTo>
                  <a:lnTo>
                    <a:pt x="2" y="448"/>
                  </a:lnTo>
                  <a:lnTo>
                    <a:pt x="2" y="448"/>
                  </a:lnTo>
                  <a:lnTo>
                    <a:pt x="2" y="446"/>
                  </a:lnTo>
                  <a:lnTo>
                    <a:pt x="4" y="446"/>
                  </a:lnTo>
                  <a:lnTo>
                    <a:pt x="4" y="446"/>
                  </a:lnTo>
                  <a:lnTo>
                    <a:pt x="4" y="446"/>
                  </a:lnTo>
                  <a:lnTo>
                    <a:pt x="4" y="444"/>
                  </a:lnTo>
                  <a:lnTo>
                    <a:pt x="4" y="442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2" y="438"/>
                  </a:lnTo>
                  <a:lnTo>
                    <a:pt x="2" y="438"/>
                  </a:lnTo>
                  <a:lnTo>
                    <a:pt x="4" y="436"/>
                  </a:lnTo>
                  <a:lnTo>
                    <a:pt x="4" y="434"/>
                  </a:lnTo>
                  <a:lnTo>
                    <a:pt x="4" y="434"/>
                  </a:lnTo>
                  <a:lnTo>
                    <a:pt x="4" y="434"/>
                  </a:lnTo>
                  <a:lnTo>
                    <a:pt x="4" y="432"/>
                  </a:lnTo>
                  <a:lnTo>
                    <a:pt x="2" y="430"/>
                  </a:lnTo>
                  <a:lnTo>
                    <a:pt x="2" y="430"/>
                  </a:lnTo>
                  <a:lnTo>
                    <a:pt x="2" y="430"/>
                  </a:lnTo>
                  <a:lnTo>
                    <a:pt x="2" y="430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2" y="427"/>
                  </a:lnTo>
                  <a:lnTo>
                    <a:pt x="2" y="427"/>
                  </a:lnTo>
                  <a:lnTo>
                    <a:pt x="2" y="427"/>
                  </a:lnTo>
                  <a:lnTo>
                    <a:pt x="2" y="425"/>
                  </a:lnTo>
                  <a:lnTo>
                    <a:pt x="4" y="425"/>
                  </a:lnTo>
                  <a:lnTo>
                    <a:pt x="4" y="423"/>
                  </a:lnTo>
                  <a:lnTo>
                    <a:pt x="4" y="423"/>
                  </a:lnTo>
                  <a:lnTo>
                    <a:pt x="4" y="421"/>
                  </a:lnTo>
                  <a:lnTo>
                    <a:pt x="4" y="421"/>
                  </a:lnTo>
                  <a:lnTo>
                    <a:pt x="4" y="421"/>
                  </a:lnTo>
                  <a:lnTo>
                    <a:pt x="4" y="421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6" y="415"/>
                  </a:lnTo>
                  <a:lnTo>
                    <a:pt x="6" y="415"/>
                  </a:lnTo>
                  <a:lnTo>
                    <a:pt x="8" y="415"/>
                  </a:lnTo>
                  <a:lnTo>
                    <a:pt x="8" y="415"/>
                  </a:lnTo>
                  <a:lnTo>
                    <a:pt x="8" y="413"/>
                  </a:lnTo>
                  <a:lnTo>
                    <a:pt x="8" y="413"/>
                  </a:lnTo>
                  <a:lnTo>
                    <a:pt x="8" y="413"/>
                  </a:lnTo>
                  <a:lnTo>
                    <a:pt x="6" y="413"/>
                  </a:lnTo>
                  <a:lnTo>
                    <a:pt x="6" y="411"/>
                  </a:lnTo>
                  <a:lnTo>
                    <a:pt x="6" y="411"/>
                  </a:lnTo>
                  <a:lnTo>
                    <a:pt x="8" y="411"/>
                  </a:lnTo>
                  <a:lnTo>
                    <a:pt x="8" y="411"/>
                  </a:lnTo>
                  <a:lnTo>
                    <a:pt x="10" y="409"/>
                  </a:lnTo>
                  <a:lnTo>
                    <a:pt x="10" y="409"/>
                  </a:lnTo>
                  <a:lnTo>
                    <a:pt x="10" y="409"/>
                  </a:lnTo>
                  <a:lnTo>
                    <a:pt x="10" y="409"/>
                  </a:lnTo>
                  <a:lnTo>
                    <a:pt x="10" y="409"/>
                  </a:lnTo>
                  <a:lnTo>
                    <a:pt x="10" y="407"/>
                  </a:lnTo>
                  <a:lnTo>
                    <a:pt x="10" y="407"/>
                  </a:lnTo>
                  <a:lnTo>
                    <a:pt x="10" y="407"/>
                  </a:lnTo>
                  <a:lnTo>
                    <a:pt x="8" y="407"/>
                  </a:lnTo>
                  <a:lnTo>
                    <a:pt x="8" y="405"/>
                  </a:lnTo>
                  <a:lnTo>
                    <a:pt x="8" y="405"/>
                  </a:lnTo>
                  <a:lnTo>
                    <a:pt x="8" y="405"/>
                  </a:lnTo>
                  <a:lnTo>
                    <a:pt x="8" y="403"/>
                  </a:lnTo>
                  <a:lnTo>
                    <a:pt x="8" y="403"/>
                  </a:lnTo>
                  <a:lnTo>
                    <a:pt x="8" y="403"/>
                  </a:lnTo>
                  <a:lnTo>
                    <a:pt x="8" y="403"/>
                  </a:lnTo>
                  <a:lnTo>
                    <a:pt x="8" y="401"/>
                  </a:lnTo>
                  <a:lnTo>
                    <a:pt x="8" y="401"/>
                  </a:lnTo>
                  <a:lnTo>
                    <a:pt x="8" y="401"/>
                  </a:lnTo>
                  <a:lnTo>
                    <a:pt x="8" y="399"/>
                  </a:lnTo>
                  <a:lnTo>
                    <a:pt x="8" y="399"/>
                  </a:lnTo>
                  <a:lnTo>
                    <a:pt x="8" y="399"/>
                  </a:lnTo>
                  <a:lnTo>
                    <a:pt x="8" y="397"/>
                  </a:lnTo>
                  <a:lnTo>
                    <a:pt x="8" y="397"/>
                  </a:lnTo>
                  <a:lnTo>
                    <a:pt x="6" y="395"/>
                  </a:lnTo>
                  <a:lnTo>
                    <a:pt x="6" y="393"/>
                  </a:lnTo>
                  <a:lnTo>
                    <a:pt x="6" y="393"/>
                  </a:lnTo>
                  <a:lnTo>
                    <a:pt x="6" y="391"/>
                  </a:lnTo>
                  <a:lnTo>
                    <a:pt x="8" y="389"/>
                  </a:lnTo>
                  <a:lnTo>
                    <a:pt x="8" y="389"/>
                  </a:lnTo>
                  <a:lnTo>
                    <a:pt x="10" y="387"/>
                  </a:lnTo>
                  <a:lnTo>
                    <a:pt x="10" y="387"/>
                  </a:lnTo>
                  <a:lnTo>
                    <a:pt x="12" y="387"/>
                  </a:lnTo>
                  <a:lnTo>
                    <a:pt x="12" y="387"/>
                  </a:lnTo>
                  <a:lnTo>
                    <a:pt x="14" y="387"/>
                  </a:lnTo>
                  <a:lnTo>
                    <a:pt x="14" y="387"/>
                  </a:lnTo>
                  <a:lnTo>
                    <a:pt x="14" y="387"/>
                  </a:lnTo>
                  <a:lnTo>
                    <a:pt x="16" y="387"/>
                  </a:lnTo>
                  <a:lnTo>
                    <a:pt x="16" y="387"/>
                  </a:lnTo>
                  <a:lnTo>
                    <a:pt x="16" y="387"/>
                  </a:lnTo>
                  <a:lnTo>
                    <a:pt x="16" y="387"/>
                  </a:lnTo>
                  <a:lnTo>
                    <a:pt x="16" y="387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9"/>
                  </a:lnTo>
                  <a:lnTo>
                    <a:pt x="18" y="389"/>
                  </a:lnTo>
                  <a:lnTo>
                    <a:pt x="18" y="389"/>
                  </a:lnTo>
                  <a:lnTo>
                    <a:pt x="18" y="389"/>
                  </a:lnTo>
                  <a:lnTo>
                    <a:pt x="22" y="391"/>
                  </a:lnTo>
                  <a:lnTo>
                    <a:pt x="22" y="391"/>
                  </a:lnTo>
                  <a:lnTo>
                    <a:pt x="26" y="391"/>
                  </a:lnTo>
                  <a:lnTo>
                    <a:pt x="26" y="391"/>
                  </a:lnTo>
                  <a:lnTo>
                    <a:pt x="28" y="389"/>
                  </a:lnTo>
                  <a:lnTo>
                    <a:pt x="28" y="389"/>
                  </a:lnTo>
                  <a:lnTo>
                    <a:pt x="28" y="389"/>
                  </a:lnTo>
                  <a:lnTo>
                    <a:pt x="30" y="389"/>
                  </a:lnTo>
                  <a:lnTo>
                    <a:pt x="30" y="389"/>
                  </a:lnTo>
                  <a:lnTo>
                    <a:pt x="30" y="389"/>
                  </a:lnTo>
                  <a:lnTo>
                    <a:pt x="30" y="389"/>
                  </a:lnTo>
                  <a:lnTo>
                    <a:pt x="32" y="389"/>
                  </a:lnTo>
                  <a:lnTo>
                    <a:pt x="32" y="389"/>
                  </a:lnTo>
                  <a:lnTo>
                    <a:pt x="32" y="389"/>
                  </a:lnTo>
                  <a:lnTo>
                    <a:pt x="32" y="387"/>
                  </a:lnTo>
                  <a:lnTo>
                    <a:pt x="32" y="387"/>
                  </a:lnTo>
                  <a:lnTo>
                    <a:pt x="32" y="387"/>
                  </a:lnTo>
                  <a:lnTo>
                    <a:pt x="32" y="387"/>
                  </a:lnTo>
                  <a:lnTo>
                    <a:pt x="34" y="389"/>
                  </a:lnTo>
                  <a:lnTo>
                    <a:pt x="34" y="389"/>
                  </a:lnTo>
                  <a:lnTo>
                    <a:pt x="34" y="387"/>
                  </a:lnTo>
                  <a:lnTo>
                    <a:pt x="34" y="387"/>
                  </a:lnTo>
                  <a:lnTo>
                    <a:pt x="34" y="387"/>
                  </a:lnTo>
                  <a:lnTo>
                    <a:pt x="34" y="387"/>
                  </a:lnTo>
                  <a:lnTo>
                    <a:pt x="34" y="387"/>
                  </a:lnTo>
                  <a:lnTo>
                    <a:pt x="34" y="385"/>
                  </a:lnTo>
                  <a:lnTo>
                    <a:pt x="36" y="385"/>
                  </a:lnTo>
                  <a:lnTo>
                    <a:pt x="36" y="385"/>
                  </a:lnTo>
                  <a:lnTo>
                    <a:pt x="38" y="381"/>
                  </a:lnTo>
                  <a:lnTo>
                    <a:pt x="38" y="381"/>
                  </a:lnTo>
                  <a:lnTo>
                    <a:pt x="38" y="381"/>
                  </a:lnTo>
                  <a:lnTo>
                    <a:pt x="38" y="381"/>
                  </a:lnTo>
                  <a:lnTo>
                    <a:pt x="40" y="381"/>
                  </a:lnTo>
                  <a:lnTo>
                    <a:pt x="40" y="381"/>
                  </a:lnTo>
                  <a:lnTo>
                    <a:pt x="40" y="381"/>
                  </a:lnTo>
                  <a:lnTo>
                    <a:pt x="40" y="381"/>
                  </a:lnTo>
                  <a:lnTo>
                    <a:pt x="40" y="381"/>
                  </a:lnTo>
                  <a:lnTo>
                    <a:pt x="40" y="381"/>
                  </a:lnTo>
                  <a:lnTo>
                    <a:pt x="42" y="381"/>
                  </a:lnTo>
                  <a:lnTo>
                    <a:pt x="42" y="381"/>
                  </a:lnTo>
                  <a:lnTo>
                    <a:pt x="42" y="381"/>
                  </a:lnTo>
                  <a:lnTo>
                    <a:pt x="42" y="381"/>
                  </a:lnTo>
                  <a:lnTo>
                    <a:pt x="42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1"/>
                  </a:lnTo>
                  <a:lnTo>
                    <a:pt x="43" y="383"/>
                  </a:lnTo>
                  <a:lnTo>
                    <a:pt x="42" y="383"/>
                  </a:lnTo>
                  <a:lnTo>
                    <a:pt x="42" y="383"/>
                  </a:lnTo>
                  <a:lnTo>
                    <a:pt x="42" y="383"/>
                  </a:lnTo>
                  <a:lnTo>
                    <a:pt x="43" y="383"/>
                  </a:lnTo>
                  <a:lnTo>
                    <a:pt x="43" y="383"/>
                  </a:lnTo>
                  <a:lnTo>
                    <a:pt x="43" y="383"/>
                  </a:lnTo>
                  <a:lnTo>
                    <a:pt x="43" y="383"/>
                  </a:lnTo>
                  <a:lnTo>
                    <a:pt x="43" y="385"/>
                  </a:lnTo>
                  <a:lnTo>
                    <a:pt x="43" y="385"/>
                  </a:lnTo>
                  <a:lnTo>
                    <a:pt x="45" y="385"/>
                  </a:lnTo>
                  <a:lnTo>
                    <a:pt x="45" y="383"/>
                  </a:lnTo>
                  <a:lnTo>
                    <a:pt x="45" y="383"/>
                  </a:lnTo>
                  <a:lnTo>
                    <a:pt x="45" y="383"/>
                  </a:lnTo>
                  <a:lnTo>
                    <a:pt x="45" y="383"/>
                  </a:lnTo>
                  <a:lnTo>
                    <a:pt x="45" y="385"/>
                  </a:lnTo>
                  <a:lnTo>
                    <a:pt x="45" y="385"/>
                  </a:lnTo>
                  <a:lnTo>
                    <a:pt x="45" y="385"/>
                  </a:lnTo>
                  <a:lnTo>
                    <a:pt x="45" y="383"/>
                  </a:lnTo>
                  <a:lnTo>
                    <a:pt x="47" y="383"/>
                  </a:lnTo>
                  <a:lnTo>
                    <a:pt x="47" y="383"/>
                  </a:lnTo>
                  <a:lnTo>
                    <a:pt x="47" y="383"/>
                  </a:lnTo>
                  <a:lnTo>
                    <a:pt x="47" y="381"/>
                  </a:lnTo>
                  <a:lnTo>
                    <a:pt x="45" y="381"/>
                  </a:lnTo>
                  <a:lnTo>
                    <a:pt x="45" y="381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5" y="379"/>
                  </a:lnTo>
                  <a:lnTo>
                    <a:pt x="47" y="379"/>
                  </a:lnTo>
                  <a:lnTo>
                    <a:pt x="47" y="379"/>
                  </a:lnTo>
                  <a:lnTo>
                    <a:pt x="49" y="379"/>
                  </a:lnTo>
                  <a:lnTo>
                    <a:pt x="49" y="379"/>
                  </a:lnTo>
                  <a:lnTo>
                    <a:pt x="49" y="379"/>
                  </a:lnTo>
                  <a:lnTo>
                    <a:pt x="49" y="379"/>
                  </a:lnTo>
                  <a:lnTo>
                    <a:pt x="47" y="377"/>
                  </a:lnTo>
                  <a:lnTo>
                    <a:pt x="47" y="377"/>
                  </a:lnTo>
                  <a:lnTo>
                    <a:pt x="45" y="377"/>
                  </a:lnTo>
                  <a:lnTo>
                    <a:pt x="45" y="375"/>
                  </a:lnTo>
                  <a:lnTo>
                    <a:pt x="47" y="375"/>
                  </a:lnTo>
                  <a:lnTo>
                    <a:pt x="47" y="375"/>
                  </a:lnTo>
                  <a:lnTo>
                    <a:pt x="47" y="374"/>
                  </a:lnTo>
                  <a:lnTo>
                    <a:pt x="47" y="374"/>
                  </a:lnTo>
                  <a:lnTo>
                    <a:pt x="47" y="374"/>
                  </a:lnTo>
                  <a:lnTo>
                    <a:pt x="47" y="374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47" y="372"/>
                  </a:lnTo>
                  <a:lnTo>
                    <a:pt x="47" y="372"/>
                  </a:lnTo>
                  <a:lnTo>
                    <a:pt x="47" y="372"/>
                  </a:lnTo>
                  <a:lnTo>
                    <a:pt x="47" y="372"/>
                  </a:lnTo>
                  <a:lnTo>
                    <a:pt x="47" y="370"/>
                  </a:lnTo>
                  <a:lnTo>
                    <a:pt x="47" y="370"/>
                  </a:lnTo>
                  <a:lnTo>
                    <a:pt x="47" y="368"/>
                  </a:lnTo>
                  <a:lnTo>
                    <a:pt x="47" y="368"/>
                  </a:lnTo>
                  <a:lnTo>
                    <a:pt x="47" y="366"/>
                  </a:lnTo>
                  <a:lnTo>
                    <a:pt x="47" y="366"/>
                  </a:lnTo>
                  <a:lnTo>
                    <a:pt x="47" y="366"/>
                  </a:lnTo>
                  <a:lnTo>
                    <a:pt x="45" y="364"/>
                  </a:lnTo>
                  <a:lnTo>
                    <a:pt x="45" y="364"/>
                  </a:lnTo>
                  <a:lnTo>
                    <a:pt x="45" y="364"/>
                  </a:lnTo>
                  <a:lnTo>
                    <a:pt x="45" y="364"/>
                  </a:lnTo>
                  <a:lnTo>
                    <a:pt x="47" y="364"/>
                  </a:lnTo>
                  <a:lnTo>
                    <a:pt x="47" y="364"/>
                  </a:lnTo>
                  <a:lnTo>
                    <a:pt x="47" y="364"/>
                  </a:lnTo>
                  <a:lnTo>
                    <a:pt x="47" y="362"/>
                  </a:lnTo>
                  <a:lnTo>
                    <a:pt x="45" y="362"/>
                  </a:lnTo>
                  <a:lnTo>
                    <a:pt x="45" y="362"/>
                  </a:lnTo>
                  <a:lnTo>
                    <a:pt x="45" y="362"/>
                  </a:lnTo>
                  <a:lnTo>
                    <a:pt x="45" y="360"/>
                  </a:lnTo>
                  <a:lnTo>
                    <a:pt x="47" y="360"/>
                  </a:lnTo>
                  <a:lnTo>
                    <a:pt x="51" y="350"/>
                  </a:lnTo>
                  <a:lnTo>
                    <a:pt x="51" y="350"/>
                  </a:lnTo>
                  <a:lnTo>
                    <a:pt x="51" y="350"/>
                  </a:lnTo>
                  <a:lnTo>
                    <a:pt x="51" y="350"/>
                  </a:lnTo>
                  <a:lnTo>
                    <a:pt x="51" y="348"/>
                  </a:lnTo>
                  <a:lnTo>
                    <a:pt x="51" y="348"/>
                  </a:lnTo>
                  <a:lnTo>
                    <a:pt x="51" y="346"/>
                  </a:lnTo>
                  <a:lnTo>
                    <a:pt x="51" y="346"/>
                  </a:lnTo>
                  <a:lnTo>
                    <a:pt x="51" y="346"/>
                  </a:lnTo>
                  <a:lnTo>
                    <a:pt x="53" y="344"/>
                  </a:lnTo>
                  <a:lnTo>
                    <a:pt x="53" y="344"/>
                  </a:lnTo>
                  <a:lnTo>
                    <a:pt x="55" y="342"/>
                  </a:lnTo>
                  <a:lnTo>
                    <a:pt x="55" y="342"/>
                  </a:lnTo>
                  <a:lnTo>
                    <a:pt x="55" y="342"/>
                  </a:lnTo>
                  <a:lnTo>
                    <a:pt x="55" y="342"/>
                  </a:lnTo>
                  <a:lnTo>
                    <a:pt x="57" y="342"/>
                  </a:lnTo>
                  <a:lnTo>
                    <a:pt x="57" y="342"/>
                  </a:lnTo>
                  <a:lnTo>
                    <a:pt x="57" y="342"/>
                  </a:lnTo>
                  <a:lnTo>
                    <a:pt x="57" y="342"/>
                  </a:lnTo>
                  <a:lnTo>
                    <a:pt x="57" y="342"/>
                  </a:lnTo>
                  <a:lnTo>
                    <a:pt x="57" y="344"/>
                  </a:lnTo>
                  <a:lnTo>
                    <a:pt x="57" y="344"/>
                  </a:lnTo>
                  <a:lnTo>
                    <a:pt x="57" y="344"/>
                  </a:lnTo>
                  <a:lnTo>
                    <a:pt x="57" y="344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4"/>
                  </a:lnTo>
                  <a:lnTo>
                    <a:pt x="59" y="344"/>
                  </a:lnTo>
                  <a:lnTo>
                    <a:pt x="59" y="344"/>
                  </a:lnTo>
                  <a:lnTo>
                    <a:pt x="59" y="344"/>
                  </a:lnTo>
                  <a:lnTo>
                    <a:pt x="59" y="342"/>
                  </a:lnTo>
                  <a:lnTo>
                    <a:pt x="61" y="340"/>
                  </a:lnTo>
                  <a:lnTo>
                    <a:pt x="61" y="340"/>
                  </a:lnTo>
                  <a:lnTo>
                    <a:pt x="61" y="340"/>
                  </a:lnTo>
                  <a:lnTo>
                    <a:pt x="61" y="340"/>
                  </a:lnTo>
                  <a:lnTo>
                    <a:pt x="61" y="340"/>
                  </a:lnTo>
                  <a:lnTo>
                    <a:pt x="61" y="338"/>
                  </a:lnTo>
                  <a:lnTo>
                    <a:pt x="61" y="338"/>
                  </a:lnTo>
                  <a:lnTo>
                    <a:pt x="61" y="338"/>
                  </a:lnTo>
                  <a:lnTo>
                    <a:pt x="61" y="336"/>
                  </a:lnTo>
                  <a:lnTo>
                    <a:pt x="61" y="336"/>
                  </a:lnTo>
                  <a:lnTo>
                    <a:pt x="63" y="336"/>
                  </a:lnTo>
                  <a:lnTo>
                    <a:pt x="63" y="336"/>
                  </a:lnTo>
                  <a:lnTo>
                    <a:pt x="65" y="336"/>
                  </a:lnTo>
                  <a:lnTo>
                    <a:pt x="65" y="336"/>
                  </a:lnTo>
                  <a:lnTo>
                    <a:pt x="65" y="336"/>
                  </a:lnTo>
                  <a:lnTo>
                    <a:pt x="65" y="338"/>
                  </a:lnTo>
                  <a:lnTo>
                    <a:pt x="67" y="338"/>
                  </a:lnTo>
                  <a:lnTo>
                    <a:pt x="69" y="338"/>
                  </a:lnTo>
                  <a:lnTo>
                    <a:pt x="69" y="338"/>
                  </a:lnTo>
                  <a:lnTo>
                    <a:pt x="73" y="340"/>
                  </a:lnTo>
                  <a:lnTo>
                    <a:pt x="73" y="340"/>
                  </a:lnTo>
                  <a:lnTo>
                    <a:pt x="75" y="340"/>
                  </a:lnTo>
                  <a:lnTo>
                    <a:pt x="75" y="340"/>
                  </a:lnTo>
                  <a:lnTo>
                    <a:pt x="75" y="342"/>
                  </a:lnTo>
                  <a:lnTo>
                    <a:pt x="73" y="342"/>
                  </a:lnTo>
                  <a:lnTo>
                    <a:pt x="73" y="342"/>
                  </a:lnTo>
                  <a:lnTo>
                    <a:pt x="73" y="342"/>
                  </a:lnTo>
                  <a:lnTo>
                    <a:pt x="73" y="344"/>
                  </a:lnTo>
                  <a:lnTo>
                    <a:pt x="73" y="346"/>
                  </a:lnTo>
                  <a:lnTo>
                    <a:pt x="73" y="346"/>
                  </a:lnTo>
                  <a:lnTo>
                    <a:pt x="73" y="346"/>
                  </a:lnTo>
                  <a:lnTo>
                    <a:pt x="73" y="348"/>
                  </a:lnTo>
                  <a:lnTo>
                    <a:pt x="75" y="348"/>
                  </a:lnTo>
                  <a:lnTo>
                    <a:pt x="77" y="348"/>
                  </a:lnTo>
                  <a:lnTo>
                    <a:pt x="79" y="348"/>
                  </a:lnTo>
                  <a:lnTo>
                    <a:pt x="83" y="344"/>
                  </a:lnTo>
                  <a:lnTo>
                    <a:pt x="91" y="340"/>
                  </a:lnTo>
                  <a:lnTo>
                    <a:pt x="93" y="338"/>
                  </a:lnTo>
                  <a:lnTo>
                    <a:pt x="93" y="336"/>
                  </a:lnTo>
                  <a:lnTo>
                    <a:pt x="94" y="332"/>
                  </a:lnTo>
                  <a:lnTo>
                    <a:pt x="94" y="332"/>
                  </a:lnTo>
                  <a:lnTo>
                    <a:pt x="94" y="332"/>
                  </a:lnTo>
                  <a:lnTo>
                    <a:pt x="94" y="330"/>
                  </a:lnTo>
                  <a:lnTo>
                    <a:pt x="94" y="330"/>
                  </a:lnTo>
                  <a:lnTo>
                    <a:pt x="93" y="330"/>
                  </a:lnTo>
                  <a:lnTo>
                    <a:pt x="91" y="330"/>
                  </a:lnTo>
                  <a:lnTo>
                    <a:pt x="91" y="330"/>
                  </a:lnTo>
                  <a:lnTo>
                    <a:pt x="91" y="330"/>
                  </a:lnTo>
                  <a:lnTo>
                    <a:pt x="91" y="328"/>
                  </a:lnTo>
                  <a:lnTo>
                    <a:pt x="91" y="326"/>
                  </a:lnTo>
                  <a:lnTo>
                    <a:pt x="91" y="326"/>
                  </a:lnTo>
                  <a:lnTo>
                    <a:pt x="91" y="326"/>
                  </a:lnTo>
                  <a:lnTo>
                    <a:pt x="91" y="326"/>
                  </a:lnTo>
                  <a:lnTo>
                    <a:pt x="91" y="324"/>
                  </a:lnTo>
                  <a:lnTo>
                    <a:pt x="91" y="324"/>
                  </a:lnTo>
                  <a:lnTo>
                    <a:pt x="89" y="322"/>
                  </a:lnTo>
                  <a:lnTo>
                    <a:pt x="89" y="322"/>
                  </a:lnTo>
                  <a:lnTo>
                    <a:pt x="87" y="321"/>
                  </a:lnTo>
                  <a:lnTo>
                    <a:pt x="87" y="319"/>
                  </a:lnTo>
                  <a:lnTo>
                    <a:pt x="87" y="317"/>
                  </a:lnTo>
                  <a:lnTo>
                    <a:pt x="87" y="315"/>
                  </a:lnTo>
                  <a:lnTo>
                    <a:pt x="87" y="315"/>
                  </a:lnTo>
                  <a:lnTo>
                    <a:pt x="87" y="315"/>
                  </a:lnTo>
                  <a:lnTo>
                    <a:pt x="89" y="315"/>
                  </a:lnTo>
                  <a:lnTo>
                    <a:pt x="89" y="315"/>
                  </a:lnTo>
                  <a:lnTo>
                    <a:pt x="91" y="313"/>
                  </a:lnTo>
                  <a:lnTo>
                    <a:pt x="91" y="313"/>
                  </a:lnTo>
                  <a:lnTo>
                    <a:pt x="91" y="313"/>
                  </a:lnTo>
                  <a:lnTo>
                    <a:pt x="91" y="311"/>
                  </a:lnTo>
                  <a:lnTo>
                    <a:pt x="91" y="311"/>
                  </a:lnTo>
                  <a:lnTo>
                    <a:pt x="91" y="309"/>
                  </a:lnTo>
                  <a:lnTo>
                    <a:pt x="91" y="309"/>
                  </a:lnTo>
                  <a:lnTo>
                    <a:pt x="93" y="309"/>
                  </a:lnTo>
                  <a:lnTo>
                    <a:pt x="96" y="307"/>
                  </a:lnTo>
                  <a:lnTo>
                    <a:pt x="96" y="307"/>
                  </a:lnTo>
                  <a:lnTo>
                    <a:pt x="98" y="305"/>
                  </a:lnTo>
                  <a:lnTo>
                    <a:pt x="98" y="303"/>
                  </a:lnTo>
                  <a:lnTo>
                    <a:pt x="100" y="303"/>
                  </a:lnTo>
                  <a:lnTo>
                    <a:pt x="102" y="303"/>
                  </a:lnTo>
                  <a:lnTo>
                    <a:pt x="104" y="303"/>
                  </a:lnTo>
                  <a:lnTo>
                    <a:pt x="106" y="305"/>
                  </a:lnTo>
                  <a:lnTo>
                    <a:pt x="106" y="305"/>
                  </a:lnTo>
                  <a:lnTo>
                    <a:pt x="106" y="305"/>
                  </a:lnTo>
                  <a:lnTo>
                    <a:pt x="108" y="303"/>
                  </a:lnTo>
                  <a:lnTo>
                    <a:pt x="110" y="301"/>
                  </a:lnTo>
                  <a:lnTo>
                    <a:pt x="110" y="301"/>
                  </a:lnTo>
                  <a:lnTo>
                    <a:pt x="112" y="301"/>
                  </a:lnTo>
                  <a:lnTo>
                    <a:pt x="114" y="299"/>
                  </a:lnTo>
                  <a:lnTo>
                    <a:pt x="116" y="299"/>
                  </a:lnTo>
                  <a:lnTo>
                    <a:pt x="118" y="299"/>
                  </a:lnTo>
                  <a:lnTo>
                    <a:pt x="122" y="293"/>
                  </a:lnTo>
                  <a:lnTo>
                    <a:pt x="122" y="293"/>
                  </a:lnTo>
                  <a:lnTo>
                    <a:pt x="122" y="293"/>
                  </a:lnTo>
                  <a:lnTo>
                    <a:pt x="122" y="291"/>
                  </a:lnTo>
                  <a:lnTo>
                    <a:pt x="122" y="291"/>
                  </a:lnTo>
                  <a:lnTo>
                    <a:pt x="122" y="291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8" y="289"/>
                  </a:lnTo>
                  <a:lnTo>
                    <a:pt x="128" y="289"/>
                  </a:lnTo>
                  <a:lnTo>
                    <a:pt x="128" y="289"/>
                  </a:lnTo>
                  <a:lnTo>
                    <a:pt x="132" y="287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1"/>
                  </a:lnTo>
                  <a:lnTo>
                    <a:pt x="132" y="281"/>
                  </a:lnTo>
                  <a:lnTo>
                    <a:pt x="130" y="277"/>
                  </a:lnTo>
                  <a:lnTo>
                    <a:pt x="132" y="275"/>
                  </a:lnTo>
                  <a:lnTo>
                    <a:pt x="132" y="273"/>
                  </a:lnTo>
                  <a:lnTo>
                    <a:pt x="134" y="273"/>
                  </a:lnTo>
                  <a:lnTo>
                    <a:pt x="134" y="271"/>
                  </a:lnTo>
                  <a:lnTo>
                    <a:pt x="134" y="271"/>
                  </a:lnTo>
                  <a:lnTo>
                    <a:pt x="134" y="269"/>
                  </a:lnTo>
                  <a:lnTo>
                    <a:pt x="132" y="268"/>
                  </a:lnTo>
                  <a:lnTo>
                    <a:pt x="132" y="268"/>
                  </a:lnTo>
                  <a:lnTo>
                    <a:pt x="132" y="268"/>
                  </a:lnTo>
                  <a:lnTo>
                    <a:pt x="130" y="268"/>
                  </a:lnTo>
                  <a:lnTo>
                    <a:pt x="130" y="268"/>
                  </a:lnTo>
                  <a:lnTo>
                    <a:pt x="130" y="268"/>
                  </a:lnTo>
                  <a:lnTo>
                    <a:pt x="128" y="268"/>
                  </a:lnTo>
                  <a:lnTo>
                    <a:pt x="128" y="266"/>
                  </a:lnTo>
                  <a:lnTo>
                    <a:pt x="126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4" y="264"/>
                  </a:lnTo>
                  <a:lnTo>
                    <a:pt x="126" y="262"/>
                  </a:lnTo>
                  <a:lnTo>
                    <a:pt x="124" y="262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2" y="262"/>
                  </a:lnTo>
                  <a:lnTo>
                    <a:pt x="122" y="260"/>
                  </a:lnTo>
                  <a:lnTo>
                    <a:pt x="122" y="260"/>
                  </a:lnTo>
                  <a:lnTo>
                    <a:pt x="122" y="256"/>
                  </a:lnTo>
                  <a:lnTo>
                    <a:pt x="122" y="254"/>
                  </a:lnTo>
                  <a:lnTo>
                    <a:pt x="122" y="250"/>
                  </a:lnTo>
                  <a:lnTo>
                    <a:pt x="124" y="250"/>
                  </a:lnTo>
                  <a:lnTo>
                    <a:pt x="124" y="250"/>
                  </a:lnTo>
                  <a:lnTo>
                    <a:pt x="124" y="250"/>
                  </a:lnTo>
                  <a:lnTo>
                    <a:pt x="124" y="250"/>
                  </a:lnTo>
                  <a:lnTo>
                    <a:pt x="126" y="250"/>
                  </a:lnTo>
                  <a:lnTo>
                    <a:pt x="126" y="250"/>
                  </a:lnTo>
                  <a:lnTo>
                    <a:pt x="126" y="250"/>
                  </a:lnTo>
                  <a:lnTo>
                    <a:pt x="128" y="248"/>
                  </a:lnTo>
                  <a:lnTo>
                    <a:pt x="130" y="246"/>
                  </a:lnTo>
                  <a:lnTo>
                    <a:pt x="126" y="242"/>
                  </a:lnTo>
                  <a:lnTo>
                    <a:pt x="126" y="240"/>
                  </a:lnTo>
                  <a:lnTo>
                    <a:pt x="128" y="238"/>
                  </a:lnTo>
                  <a:lnTo>
                    <a:pt x="128" y="238"/>
                  </a:lnTo>
                  <a:lnTo>
                    <a:pt x="132" y="230"/>
                  </a:lnTo>
                  <a:lnTo>
                    <a:pt x="132" y="230"/>
                  </a:lnTo>
                  <a:lnTo>
                    <a:pt x="134" y="230"/>
                  </a:lnTo>
                  <a:lnTo>
                    <a:pt x="134" y="228"/>
                  </a:lnTo>
                  <a:lnTo>
                    <a:pt x="132" y="228"/>
                  </a:lnTo>
                  <a:lnTo>
                    <a:pt x="130" y="228"/>
                  </a:lnTo>
                  <a:lnTo>
                    <a:pt x="130" y="226"/>
                  </a:lnTo>
                  <a:lnTo>
                    <a:pt x="128" y="226"/>
                  </a:lnTo>
                  <a:lnTo>
                    <a:pt x="128" y="224"/>
                  </a:lnTo>
                  <a:lnTo>
                    <a:pt x="128" y="222"/>
                  </a:lnTo>
                  <a:lnTo>
                    <a:pt x="122" y="218"/>
                  </a:lnTo>
                  <a:lnTo>
                    <a:pt x="118" y="216"/>
                  </a:lnTo>
                  <a:lnTo>
                    <a:pt x="114" y="214"/>
                  </a:lnTo>
                  <a:lnTo>
                    <a:pt x="114" y="213"/>
                  </a:lnTo>
                  <a:lnTo>
                    <a:pt x="114" y="211"/>
                  </a:lnTo>
                  <a:lnTo>
                    <a:pt x="114" y="209"/>
                  </a:lnTo>
                  <a:lnTo>
                    <a:pt x="114" y="209"/>
                  </a:lnTo>
                  <a:lnTo>
                    <a:pt x="112" y="207"/>
                  </a:lnTo>
                  <a:lnTo>
                    <a:pt x="112" y="205"/>
                  </a:lnTo>
                  <a:lnTo>
                    <a:pt x="112" y="205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2" y="201"/>
                  </a:lnTo>
                  <a:lnTo>
                    <a:pt x="110" y="201"/>
                  </a:lnTo>
                  <a:lnTo>
                    <a:pt x="110" y="201"/>
                  </a:lnTo>
                  <a:lnTo>
                    <a:pt x="104" y="199"/>
                  </a:lnTo>
                  <a:lnTo>
                    <a:pt x="104" y="197"/>
                  </a:lnTo>
                  <a:lnTo>
                    <a:pt x="102" y="197"/>
                  </a:lnTo>
                  <a:lnTo>
                    <a:pt x="102" y="197"/>
                  </a:lnTo>
                  <a:lnTo>
                    <a:pt x="102" y="197"/>
                  </a:lnTo>
                  <a:lnTo>
                    <a:pt x="104" y="195"/>
                  </a:lnTo>
                  <a:lnTo>
                    <a:pt x="104" y="195"/>
                  </a:lnTo>
                  <a:lnTo>
                    <a:pt x="106" y="193"/>
                  </a:lnTo>
                  <a:lnTo>
                    <a:pt x="108" y="191"/>
                  </a:lnTo>
                  <a:lnTo>
                    <a:pt x="108" y="191"/>
                  </a:lnTo>
                  <a:lnTo>
                    <a:pt x="108" y="191"/>
                  </a:lnTo>
                  <a:lnTo>
                    <a:pt x="108" y="191"/>
                  </a:lnTo>
                  <a:lnTo>
                    <a:pt x="112" y="181"/>
                  </a:lnTo>
                  <a:lnTo>
                    <a:pt x="114" y="179"/>
                  </a:lnTo>
                  <a:lnTo>
                    <a:pt x="114" y="179"/>
                  </a:lnTo>
                  <a:lnTo>
                    <a:pt x="114" y="179"/>
                  </a:lnTo>
                  <a:lnTo>
                    <a:pt x="114" y="179"/>
                  </a:lnTo>
                  <a:lnTo>
                    <a:pt x="114" y="179"/>
                  </a:lnTo>
                  <a:lnTo>
                    <a:pt x="118" y="179"/>
                  </a:lnTo>
                  <a:lnTo>
                    <a:pt x="118" y="179"/>
                  </a:lnTo>
                  <a:lnTo>
                    <a:pt x="120" y="179"/>
                  </a:lnTo>
                  <a:lnTo>
                    <a:pt x="120" y="179"/>
                  </a:lnTo>
                  <a:lnTo>
                    <a:pt x="120" y="179"/>
                  </a:lnTo>
                  <a:lnTo>
                    <a:pt x="120" y="177"/>
                  </a:lnTo>
                  <a:lnTo>
                    <a:pt x="120" y="177"/>
                  </a:lnTo>
                  <a:lnTo>
                    <a:pt x="122" y="175"/>
                  </a:lnTo>
                  <a:lnTo>
                    <a:pt x="122" y="175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7"/>
                  </a:lnTo>
                  <a:lnTo>
                    <a:pt x="130" y="169"/>
                  </a:lnTo>
                  <a:lnTo>
                    <a:pt x="130" y="169"/>
                  </a:lnTo>
                  <a:lnTo>
                    <a:pt x="132" y="169"/>
                  </a:lnTo>
                  <a:lnTo>
                    <a:pt x="132" y="169"/>
                  </a:lnTo>
                  <a:lnTo>
                    <a:pt x="132" y="169"/>
                  </a:lnTo>
                  <a:lnTo>
                    <a:pt x="132" y="167"/>
                  </a:lnTo>
                  <a:lnTo>
                    <a:pt x="134" y="165"/>
                  </a:lnTo>
                  <a:lnTo>
                    <a:pt x="134" y="165"/>
                  </a:lnTo>
                  <a:lnTo>
                    <a:pt x="136" y="163"/>
                  </a:lnTo>
                  <a:lnTo>
                    <a:pt x="136" y="165"/>
                  </a:lnTo>
                  <a:lnTo>
                    <a:pt x="140" y="165"/>
                  </a:lnTo>
                  <a:lnTo>
                    <a:pt x="140" y="165"/>
                  </a:lnTo>
                  <a:lnTo>
                    <a:pt x="140" y="165"/>
                  </a:lnTo>
                  <a:lnTo>
                    <a:pt x="140" y="165"/>
                  </a:lnTo>
                  <a:lnTo>
                    <a:pt x="140" y="161"/>
                  </a:lnTo>
                  <a:lnTo>
                    <a:pt x="140" y="161"/>
                  </a:lnTo>
                  <a:lnTo>
                    <a:pt x="140" y="160"/>
                  </a:lnTo>
                  <a:lnTo>
                    <a:pt x="140" y="160"/>
                  </a:lnTo>
                  <a:lnTo>
                    <a:pt x="140" y="160"/>
                  </a:lnTo>
                  <a:lnTo>
                    <a:pt x="144" y="158"/>
                  </a:lnTo>
                  <a:lnTo>
                    <a:pt x="144" y="158"/>
                  </a:lnTo>
                  <a:lnTo>
                    <a:pt x="145" y="158"/>
                  </a:lnTo>
                  <a:lnTo>
                    <a:pt x="145" y="158"/>
                  </a:lnTo>
                  <a:lnTo>
                    <a:pt x="145" y="156"/>
                  </a:lnTo>
                  <a:lnTo>
                    <a:pt x="145" y="156"/>
                  </a:lnTo>
                  <a:lnTo>
                    <a:pt x="145" y="154"/>
                  </a:lnTo>
                  <a:lnTo>
                    <a:pt x="145" y="154"/>
                  </a:lnTo>
                  <a:lnTo>
                    <a:pt x="145" y="152"/>
                  </a:lnTo>
                  <a:lnTo>
                    <a:pt x="145" y="152"/>
                  </a:lnTo>
                  <a:lnTo>
                    <a:pt x="145" y="152"/>
                  </a:lnTo>
                  <a:lnTo>
                    <a:pt x="149" y="150"/>
                  </a:lnTo>
                  <a:lnTo>
                    <a:pt x="149" y="150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9" y="146"/>
                  </a:lnTo>
                  <a:lnTo>
                    <a:pt x="151" y="144"/>
                  </a:lnTo>
                  <a:lnTo>
                    <a:pt x="153" y="140"/>
                  </a:lnTo>
                  <a:lnTo>
                    <a:pt x="155" y="140"/>
                  </a:lnTo>
                  <a:lnTo>
                    <a:pt x="155" y="140"/>
                  </a:lnTo>
                  <a:lnTo>
                    <a:pt x="155" y="140"/>
                  </a:lnTo>
                  <a:lnTo>
                    <a:pt x="155" y="138"/>
                  </a:lnTo>
                  <a:lnTo>
                    <a:pt x="155" y="136"/>
                  </a:lnTo>
                  <a:lnTo>
                    <a:pt x="155" y="136"/>
                  </a:lnTo>
                  <a:lnTo>
                    <a:pt x="155" y="134"/>
                  </a:lnTo>
                  <a:lnTo>
                    <a:pt x="155" y="134"/>
                  </a:lnTo>
                  <a:lnTo>
                    <a:pt x="155" y="132"/>
                  </a:lnTo>
                  <a:lnTo>
                    <a:pt x="155" y="132"/>
                  </a:lnTo>
                  <a:lnTo>
                    <a:pt x="155" y="132"/>
                  </a:lnTo>
                  <a:lnTo>
                    <a:pt x="157" y="130"/>
                  </a:lnTo>
                  <a:lnTo>
                    <a:pt x="159" y="128"/>
                  </a:lnTo>
                  <a:lnTo>
                    <a:pt x="159" y="128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61" y="124"/>
                  </a:lnTo>
                  <a:lnTo>
                    <a:pt x="161" y="124"/>
                  </a:lnTo>
                  <a:lnTo>
                    <a:pt x="161" y="124"/>
                  </a:lnTo>
                  <a:lnTo>
                    <a:pt x="165" y="122"/>
                  </a:lnTo>
                  <a:lnTo>
                    <a:pt x="165" y="120"/>
                  </a:lnTo>
                  <a:lnTo>
                    <a:pt x="169" y="118"/>
                  </a:lnTo>
                  <a:lnTo>
                    <a:pt x="169" y="116"/>
                  </a:lnTo>
                  <a:lnTo>
                    <a:pt x="169" y="116"/>
                  </a:lnTo>
                  <a:lnTo>
                    <a:pt x="169" y="114"/>
                  </a:lnTo>
                  <a:lnTo>
                    <a:pt x="169" y="114"/>
                  </a:lnTo>
                  <a:lnTo>
                    <a:pt x="169" y="114"/>
                  </a:lnTo>
                  <a:lnTo>
                    <a:pt x="171" y="112"/>
                  </a:lnTo>
                  <a:lnTo>
                    <a:pt x="171" y="108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3" y="105"/>
                  </a:lnTo>
                  <a:lnTo>
                    <a:pt x="173" y="105"/>
                  </a:lnTo>
                  <a:lnTo>
                    <a:pt x="173" y="105"/>
                  </a:lnTo>
                  <a:lnTo>
                    <a:pt x="175" y="103"/>
                  </a:lnTo>
                  <a:lnTo>
                    <a:pt x="175" y="103"/>
                  </a:lnTo>
                  <a:lnTo>
                    <a:pt x="175" y="103"/>
                  </a:lnTo>
                  <a:lnTo>
                    <a:pt x="175" y="101"/>
                  </a:lnTo>
                  <a:lnTo>
                    <a:pt x="177" y="99"/>
                  </a:lnTo>
                  <a:lnTo>
                    <a:pt x="177" y="99"/>
                  </a:lnTo>
                  <a:lnTo>
                    <a:pt x="177" y="97"/>
                  </a:lnTo>
                  <a:lnTo>
                    <a:pt x="177" y="97"/>
                  </a:lnTo>
                  <a:lnTo>
                    <a:pt x="177" y="97"/>
                  </a:lnTo>
                  <a:lnTo>
                    <a:pt x="177" y="95"/>
                  </a:lnTo>
                  <a:lnTo>
                    <a:pt x="177" y="95"/>
                  </a:lnTo>
                  <a:lnTo>
                    <a:pt x="179" y="91"/>
                  </a:lnTo>
                  <a:lnTo>
                    <a:pt x="179" y="89"/>
                  </a:lnTo>
                  <a:lnTo>
                    <a:pt x="179" y="89"/>
                  </a:lnTo>
                  <a:lnTo>
                    <a:pt x="179" y="87"/>
                  </a:lnTo>
                  <a:lnTo>
                    <a:pt x="179" y="87"/>
                  </a:lnTo>
                  <a:lnTo>
                    <a:pt x="179" y="87"/>
                  </a:lnTo>
                  <a:lnTo>
                    <a:pt x="177" y="87"/>
                  </a:lnTo>
                  <a:lnTo>
                    <a:pt x="177" y="85"/>
                  </a:lnTo>
                  <a:lnTo>
                    <a:pt x="177" y="85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77" y="83"/>
                  </a:lnTo>
                  <a:lnTo>
                    <a:pt x="177" y="83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7" y="77"/>
                  </a:lnTo>
                  <a:lnTo>
                    <a:pt x="177" y="77"/>
                  </a:lnTo>
                  <a:lnTo>
                    <a:pt x="177" y="77"/>
                  </a:lnTo>
                  <a:lnTo>
                    <a:pt x="177" y="75"/>
                  </a:lnTo>
                  <a:lnTo>
                    <a:pt x="177" y="75"/>
                  </a:lnTo>
                  <a:lnTo>
                    <a:pt x="177" y="75"/>
                  </a:lnTo>
                  <a:lnTo>
                    <a:pt x="177" y="75"/>
                  </a:lnTo>
                  <a:lnTo>
                    <a:pt x="179" y="73"/>
                  </a:lnTo>
                  <a:lnTo>
                    <a:pt x="179" y="71"/>
                  </a:lnTo>
                  <a:lnTo>
                    <a:pt x="179" y="71"/>
                  </a:lnTo>
                  <a:lnTo>
                    <a:pt x="179" y="69"/>
                  </a:lnTo>
                  <a:lnTo>
                    <a:pt x="179" y="69"/>
                  </a:lnTo>
                  <a:lnTo>
                    <a:pt x="179" y="69"/>
                  </a:lnTo>
                  <a:lnTo>
                    <a:pt x="177" y="67"/>
                  </a:lnTo>
                  <a:lnTo>
                    <a:pt x="177" y="65"/>
                  </a:lnTo>
                  <a:lnTo>
                    <a:pt x="177" y="65"/>
                  </a:lnTo>
                  <a:lnTo>
                    <a:pt x="177" y="63"/>
                  </a:lnTo>
                  <a:lnTo>
                    <a:pt x="177" y="61"/>
                  </a:lnTo>
                  <a:lnTo>
                    <a:pt x="177" y="61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9" y="55"/>
                  </a:lnTo>
                  <a:lnTo>
                    <a:pt x="179" y="55"/>
                  </a:lnTo>
                  <a:lnTo>
                    <a:pt x="179" y="55"/>
                  </a:lnTo>
                  <a:lnTo>
                    <a:pt x="179" y="55"/>
                  </a:lnTo>
                  <a:lnTo>
                    <a:pt x="179" y="55"/>
                  </a:lnTo>
                  <a:lnTo>
                    <a:pt x="181" y="53"/>
                  </a:lnTo>
                  <a:lnTo>
                    <a:pt x="181" y="53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87" y="48"/>
                  </a:lnTo>
                  <a:lnTo>
                    <a:pt x="187" y="48"/>
                  </a:lnTo>
                  <a:lnTo>
                    <a:pt x="187" y="48"/>
                  </a:lnTo>
                  <a:lnTo>
                    <a:pt x="187" y="48"/>
                  </a:lnTo>
                  <a:lnTo>
                    <a:pt x="187" y="46"/>
                  </a:lnTo>
                  <a:lnTo>
                    <a:pt x="187" y="46"/>
                  </a:lnTo>
                  <a:lnTo>
                    <a:pt x="187" y="46"/>
                  </a:lnTo>
                  <a:lnTo>
                    <a:pt x="187" y="44"/>
                  </a:lnTo>
                  <a:lnTo>
                    <a:pt x="187" y="44"/>
                  </a:lnTo>
                  <a:lnTo>
                    <a:pt x="187" y="44"/>
                  </a:lnTo>
                  <a:lnTo>
                    <a:pt x="187" y="44"/>
                  </a:lnTo>
                  <a:lnTo>
                    <a:pt x="187" y="42"/>
                  </a:lnTo>
                  <a:lnTo>
                    <a:pt x="187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0"/>
                  </a:lnTo>
                  <a:lnTo>
                    <a:pt x="189" y="40"/>
                  </a:lnTo>
                  <a:lnTo>
                    <a:pt x="189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9" y="34"/>
                  </a:lnTo>
                  <a:lnTo>
                    <a:pt x="189" y="32"/>
                  </a:lnTo>
                  <a:lnTo>
                    <a:pt x="189" y="32"/>
                  </a:lnTo>
                  <a:lnTo>
                    <a:pt x="189" y="30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3" y="20"/>
                  </a:lnTo>
                  <a:lnTo>
                    <a:pt x="193" y="20"/>
                  </a:lnTo>
                  <a:lnTo>
                    <a:pt x="193" y="20"/>
                  </a:lnTo>
                  <a:lnTo>
                    <a:pt x="193" y="18"/>
                  </a:lnTo>
                  <a:lnTo>
                    <a:pt x="193" y="18"/>
                  </a:lnTo>
                  <a:lnTo>
                    <a:pt x="193" y="18"/>
                  </a:lnTo>
                  <a:lnTo>
                    <a:pt x="191" y="16"/>
                  </a:lnTo>
                  <a:lnTo>
                    <a:pt x="191" y="16"/>
                  </a:lnTo>
                  <a:lnTo>
                    <a:pt x="191" y="16"/>
                  </a:lnTo>
                  <a:lnTo>
                    <a:pt x="191" y="14"/>
                  </a:lnTo>
                  <a:lnTo>
                    <a:pt x="191" y="14"/>
                  </a:lnTo>
                  <a:lnTo>
                    <a:pt x="191" y="14"/>
                  </a:lnTo>
                  <a:lnTo>
                    <a:pt x="191" y="14"/>
                  </a:lnTo>
                  <a:lnTo>
                    <a:pt x="193" y="12"/>
                  </a:lnTo>
                  <a:lnTo>
                    <a:pt x="193" y="10"/>
                  </a:lnTo>
                  <a:lnTo>
                    <a:pt x="195" y="6"/>
                  </a:lnTo>
                  <a:lnTo>
                    <a:pt x="196" y="4"/>
                  </a:lnTo>
                  <a:lnTo>
                    <a:pt x="198" y="4"/>
                  </a:lnTo>
                  <a:lnTo>
                    <a:pt x="198" y="4"/>
                  </a:lnTo>
                  <a:lnTo>
                    <a:pt x="200" y="2"/>
                  </a:lnTo>
                  <a:lnTo>
                    <a:pt x="20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1522413" y="3475038"/>
              <a:ext cx="123825" cy="173038"/>
            </a:xfrm>
            <a:custGeom>
              <a:avLst/>
              <a:gdLst>
                <a:gd name="T0" fmla="*/ 122 w 157"/>
                <a:gd name="T1" fmla="*/ 8 h 218"/>
                <a:gd name="T2" fmla="*/ 130 w 157"/>
                <a:gd name="T3" fmla="*/ 15 h 218"/>
                <a:gd name="T4" fmla="*/ 138 w 157"/>
                <a:gd name="T5" fmla="*/ 21 h 218"/>
                <a:gd name="T6" fmla="*/ 153 w 157"/>
                <a:gd name="T7" fmla="*/ 37 h 218"/>
                <a:gd name="T8" fmla="*/ 155 w 157"/>
                <a:gd name="T9" fmla="*/ 59 h 218"/>
                <a:gd name="T10" fmla="*/ 153 w 157"/>
                <a:gd name="T11" fmla="*/ 86 h 218"/>
                <a:gd name="T12" fmla="*/ 148 w 157"/>
                <a:gd name="T13" fmla="*/ 92 h 218"/>
                <a:gd name="T14" fmla="*/ 146 w 157"/>
                <a:gd name="T15" fmla="*/ 98 h 218"/>
                <a:gd name="T16" fmla="*/ 153 w 157"/>
                <a:gd name="T17" fmla="*/ 98 h 218"/>
                <a:gd name="T18" fmla="*/ 151 w 157"/>
                <a:gd name="T19" fmla="*/ 106 h 218"/>
                <a:gd name="T20" fmla="*/ 144 w 157"/>
                <a:gd name="T21" fmla="*/ 116 h 218"/>
                <a:gd name="T22" fmla="*/ 151 w 157"/>
                <a:gd name="T23" fmla="*/ 123 h 218"/>
                <a:gd name="T24" fmla="*/ 148 w 157"/>
                <a:gd name="T25" fmla="*/ 135 h 218"/>
                <a:gd name="T26" fmla="*/ 138 w 157"/>
                <a:gd name="T27" fmla="*/ 141 h 218"/>
                <a:gd name="T28" fmla="*/ 124 w 157"/>
                <a:gd name="T29" fmla="*/ 153 h 218"/>
                <a:gd name="T30" fmla="*/ 118 w 157"/>
                <a:gd name="T31" fmla="*/ 163 h 218"/>
                <a:gd name="T32" fmla="*/ 128 w 157"/>
                <a:gd name="T33" fmla="*/ 165 h 218"/>
                <a:gd name="T34" fmla="*/ 128 w 157"/>
                <a:gd name="T35" fmla="*/ 174 h 218"/>
                <a:gd name="T36" fmla="*/ 132 w 157"/>
                <a:gd name="T37" fmla="*/ 194 h 218"/>
                <a:gd name="T38" fmla="*/ 118 w 157"/>
                <a:gd name="T39" fmla="*/ 206 h 218"/>
                <a:gd name="T40" fmla="*/ 97 w 157"/>
                <a:gd name="T41" fmla="*/ 214 h 218"/>
                <a:gd name="T42" fmla="*/ 79 w 157"/>
                <a:gd name="T43" fmla="*/ 210 h 218"/>
                <a:gd name="T44" fmla="*/ 97 w 157"/>
                <a:gd name="T45" fmla="*/ 196 h 218"/>
                <a:gd name="T46" fmla="*/ 87 w 157"/>
                <a:gd name="T47" fmla="*/ 186 h 218"/>
                <a:gd name="T48" fmla="*/ 85 w 157"/>
                <a:gd name="T49" fmla="*/ 200 h 218"/>
                <a:gd name="T50" fmla="*/ 79 w 157"/>
                <a:gd name="T51" fmla="*/ 192 h 218"/>
                <a:gd name="T52" fmla="*/ 75 w 157"/>
                <a:gd name="T53" fmla="*/ 188 h 218"/>
                <a:gd name="T54" fmla="*/ 73 w 157"/>
                <a:gd name="T55" fmla="*/ 182 h 218"/>
                <a:gd name="T56" fmla="*/ 75 w 157"/>
                <a:gd name="T57" fmla="*/ 174 h 218"/>
                <a:gd name="T58" fmla="*/ 83 w 157"/>
                <a:gd name="T59" fmla="*/ 165 h 218"/>
                <a:gd name="T60" fmla="*/ 77 w 157"/>
                <a:gd name="T61" fmla="*/ 163 h 218"/>
                <a:gd name="T62" fmla="*/ 77 w 157"/>
                <a:gd name="T63" fmla="*/ 167 h 218"/>
                <a:gd name="T64" fmla="*/ 61 w 157"/>
                <a:gd name="T65" fmla="*/ 174 h 218"/>
                <a:gd name="T66" fmla="*/ 57 w 157"/>
                <a:gd name="T67" fmla="*/ 180 h 218"/>
                <a:gd name="T68" fmla="*/ 65 w 157"/>
                <a:gd name="T69" fmla="*/ 186 h 218"/>
                <a:gd name="T70" fmla="*/ 63 w 157"/>
                <a:gd name="T71" fmla="*/ 192 h 218"/>
                <a:gd name="T72" fmla="*/ 59 w 157"/>
                <a:gd name="T73" fmla="*/ 190 h 218"/>
                <a:gd name="T74" fmla="*/ 48 w 157"/>
                <a:gd name="T75" fmla="*/ 190 h 218"/>
                <a:gd name="T76" fmla="*/ 42 w 157"/>
                <a:gd name="T77" fmla="*/ 188 h 218"/>
                <a:gd name="T78" fmla="*/ 38 w 157"/>
                <a:gd name="T79" fmla="*/ 188 h 218"/>
                <a:gd name="T80" fmla="*/ 34 w 157"/>
                <a:gd name="T81" fmla="*/ 196 h 218"/>
                <a:gd name="T82" fmla="*/ 28 w 157"/>
                <a:gd name="T83" fmla="*/ 196 h 218"/>
                <a:gd name="T84" fmla="*/ 22 w 157"/>
                <a:gd name="T85" fmla="*/ 192 h 218"/>
                <a:gd name="T86" fmla="*/ 14 w 157"/>
                <a:gd name="T87" fmla="*/ 194 h 218"/>
                <a:gd name="T88" fmla="*/ 12 w 157"/>
                <a:gd name="T89" fmla="*/ 190 h 218"/>
                <a:gd name="T90" fmla="*/ 2 w 157"/>
                <a:gd name="T91" fmla="*/ 180 h 218"/>
                <a:gd name="T92" fmla="*/ 8 w 157"/>
                <a:gd name="T93" fmla="*/ 172 h 218"/>
                <a:gd name="T94" fmla="*/ 4 w 157"/>
                <a:gd name="T95" fmla="*/ 165 h 218"/>
                <a:gd name="T96" fmla="*/ 6 w 157"/>
                <a:gd name="T97" fmla="*/ 153 h 218"/>
                <a:gd name="T98" fmla="*/ 2 w 157"/>
                <a:gd name="T99" fmla="*/ 141 h 218"/>
                <a:gd name="T100" fmla="*/ 8 w 157"/>
                <a:gd name="T101" fmla="*/ 129 h 218"/>
                <a:gd name="T102" fmla="*/ 20 w 157"/>
                <a:gd name="T103" fmla="*/ 123 h 218"/>
                <a:gd name="T104" fmla="*/ 20 w 157"/>
                <a:gd name="T105" fmla="*/ 102 h 218"/>
                <a:gd name="T106" fmla="*/ 20 w 157"/>
                <a:gd name="T107" fmla="*/ 92 h 218"/>
                <a:gd name="T108" fmla="*/ 20 w 157"/>
                <a:gd name="T109" fmla="*/ 80 h 218"/>
                <a:gd name="T110" fmla="*/ 42 w 157"/>
                <a:gd name="T111" fmla="*/ 74 h 218"/>
                <a:gd name="T112" fmla="*/ 48 w 157"/>
                <a:gd name="T113" fmla="*/ 68 h 218"/>
                <a:gd name="T114" fmla="*/ 57 w 157"/>
                <a:gd name="T115" fmla="*/ 63 h 218"/>
                <a:gd name="T116" fmla="*/ 65 w 157"/>
                <a:gd name="T117" fmla="*/ 49 h 218"/>
                <a:gd name="T118" fmla="*/ 67 w 157"/>
                <a:gd name="T119" fmla="*/ 37 h 218"/>
                <a:gd name="T120" fmla="*/ 63 w 157"/>
                <a:gd name="T121" fmla="*/ 23 h 218"/>
                <a:gd name="T122" fmla="*/ 71 w 157"/>
                <a:gd name="T123" fmla="*/ 1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7" h="218">
                  <a:moveTo>
                    <a:pt x="83" y="0"/>
                  </a:moveTo>
                  <a:lnTo>
                    <a:pt x="87" y="2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2"/>
                  </a:lnTo>
                  <a:lnTo>
                    <a:pt x="91" y="2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7" y="6"/>
                  </a:lnTo>
                  <a:lnTo>
                    <a:pt x="100" y="8"/>
                  </a:lnTo>
                  <a:lnTo>
                    <a:pt x="118" y="15"/>
                  </a:lnTo>
                  <a:lnTo>
                    <a:pt x="120" y="8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2" y="6"/>
                  </a:lnTo>
                  <a:lnTo>
                    <a:pt x="126" y="8"/>
                  </a:lnTo>
                  <a:lnTo>
                    <a:pt x="128" y="8"/>
                  </a:lnTo>
                  <a:lnTo>
                    <a:pt x="128" y="8"/>
                  </a:lnTo>
                  <a:lnTo>
                    <a:pt x="130" y="8"/>
                  </a:lnTo>
                  <a:lnTo>
                    <a:pt x="130" y="8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3"/>
                  </a:lnTo>
                  <a:lnTo>
                    <a:pt x="130" y="13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32" y="15"/>
                  </a:lnTo>
                  <a:lnTo>
                    <a:pt x="132" y="15"/>
                  </a:lnTo>
                  <a:lnTo>
                    <a:pt x="132" y="15"/>
                  </a:lnTo>
                  <a:lnTo>
                    <a:pt x="132" y="17"/>
                  </a:lnTo>
                  <a:lnTo>
                    <a:pt x="132" y="17"/>
                  </a:lnTo>
                  <a:lnTo>
                    <a:pt x="132" y="17"/>
                  </a:lnTo>
                  <a:lnTo>
                    <a:pt x="134" y="19"/>
                  </a:lnTo>
                  <a:lnTo>
                    <a:pt x="136" y="21"/>
                  </a:lnTo>
                  <a:lnTo>
                    <a:pt x="136" y="21"/>
                  </a:lnTo>
                  <a:lnTo>
                    <a:pt x="136" y="21"/>
                  </a:lnTo>
                  <a:lnTo>
                    <a:pt x="136" y="21"/>
                  </a:lnTo>
                  <a:lnTo>
                    <a:pt x="136" y="23"/>
                  </a:lnTo>
                  <a:lnTo>
                    <a:pt x="136" y="23"/>
                  </a:lnTo>
                  <a:lnTo>
                    <a:pt x="138" y="21"/>
                  </a:lnTo>
                  <a:lnTo>
                    <a:pt x="138" y="21"/>
                  </a:lnTo>
                  <a:lnTo>
                    <a:pt x="138" y="21"/>
                  </a:lnTo>
                  <a:lnTo>
                    <a:pt x="138" y="21"/>
                  </a:lnTo>
                  <a:lnTo>
                    <a:pt x="140" y="21"/>
                  </a:lnTo>
                  <a:lnTo>
                    <a:pt x="140" y="21"/>
                  </a:lnTo>
                  <a:lnTo>
                    <a:pt x="140" y="21"/>
                  </a:lnTo>
                  <a:lnTo>
                    <a:pt x="140" y="21"/>
                  </a:lnTo>
                  <a:lnTo>
                    <a:pt x="142" y="21"/>
                  </a:lnTo>
                  <a:lnTo>
                    <a:pt x="142" y="21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50" y="23"/>
                  </a:lnTo>
                  <a:lnTo>
                    <a:pt x="155" y="23"/>
                  </a:lnTo>
                  <a:lnTo>
                    <a:pt x="155" y="25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7" y="33"/>
                  </a:lnTo>
                  <a:lnTo>
                    <a:pt x="157" y="35"/>
                  </a:lnTo>
                  <a:lnTo>
                    <a:pt x="153" y="37"/>
                  </a:lnTo>
                  <a:lnTo>
                    <a:pt x="153" y="39"/>
                  </a:lnTo>
                  <a:lnTo>
                    <a:pt x="151" y="41"/>
                  </a:lnTo>
                  <a:lnTo>
                    <a:pt x="151" y="43"/>
                  </a:lnTo>
                  <a:lnTo>
                    <a:pt x="153" y="43"/>
                  </a:lnTo>
                  <a:lnTo>
                    <a:pt x="153" y="45"/>
                  </a:lnTo>
                  <a:lnTo>
                    <a:pt x="153" y="45"/>
                  </a:lnTo>
                  <a:lnTo>
                    <a:pt x="153" y="45"/>
                  </a:lnTo>
                  <a:lnTo>
                    <a:pt x="153" y="47"/>
                  </a:lnTo>
                  <a:lnTo>
                    <a:pt x="153" y="47"/>
                  </a:lnTo>
                  <a:lnTo>
                    <a:pt x="155" y="49"/>
                  </a:lnTo>
                  <a:lnTo>
                    <a:pt x="155" y="49"/>
                  </a:lnTo>
                  <a:lnTo>
                    <a:pt x="155" y="49"/>
                  </a:lnTo>
                  <a:lnTo>
                    <a:pt x="153" y="51"/>
                  </a:lnTo>
                  <a:lnTo>
                    <a:pt x="153" y="51"/>
                  </a:lnTo>
                  <a:lnTo>
                    <a:pt x="153" y="53"/>
                  </a:lnTo>
                  <a:lnTo>
                    <a:pt x="155" y="57"/>
                  </a:lnTo>
                  <a:lnTo>
                    <a:pt x="155" y="59"/>
                  </a:lnTo>
                  <a:lnTo>
                    <a:pt x="157" y="63"/>
                  </a:lnTo>
                  <a:lnTo>
                    <a:pt x="157" y="63"/>
                  </a:lnTo>
                  <a:lnTo>
                    <a:pt x="157" y="64"/>
                  </a:lnTo>
                  <a:lnTo>
                    <a:pt x="157" y="66"/>
                  </a:lnTo>
                  <a:lnTo>
                    <a:pt x="155" y="68"/>
                  </a:lnTo>
                  <a:lnTo>
                    <a:pt x="155" y="70"/>
                  </a:lnTo>
                  <a:lnTo>
                    <a:pt x="157" y="76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5" y="80"/>
                  </a:lnTo>
                  <a:lnTo>
                    <a:pt x="155" y="82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5" y="86"/>
                  </a:lnTo>
                  <a:lnTo>
                    <a:pt x="155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51" y="86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50" y="90"/>
                  </a:lnTo>
                  <a:lnTo>
                    <a:pt x="150" y="90"/>
                  </a:lnTo>
                  <a:lnTo>
                    <a:pt x="151" y="90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0" y="92"/>
                  </a:lnTo>
                  <a:lnTo>
                    <a:pt x="150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6" y="92"/>
                  </a:lnTo>
                  <a:lnTo>
                    <a:pt x="146" y="92"/>
                  </a:lnTo>
                  <a:lnTo>
                    <a:pt x="146" y="92"/>
                  </a:lnTo>
                  <a:lnTo>
                    <a:pt x="146" y="94"/>
                  </a:lnTo>
                  <a:lnTo>
                    <a:pt x="146" y="94"/>
                  </a:lnTo>
                  <a:lnTo>
                    <a:pt x="146" y="94"/>
                  </a:lnTo>
                  <a:lnTo>
                    <a:pt x="146" y="94"/>
                  </a:lnTo>
                  <a:lnTo>
                    <a:pt x="146" y="94"/>
                  </a:lnTo>
                  <a:lnTo>
                    <a:pt x="146" y="96"/>
                  </a:lnTo>
                  <a:lnTo>
                    <a:pt x="148" y="96"/>
                  </a:lnTo>
                  <a:lnTo>
                    <a:pt x="146" y="96"/>
                  </a:lnTo>
                  <a:lnTo>
                    <a:pt x="146" y="96"/>
                  </a:lnTo>
                  <a:lnTo>
                    <a:pt x="146" y="98"/>
                  </a:lnTo>
                  <a:lnTo>
                    <a:pt x="146" y="98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8" y="100"/>
                  </a:lnTo>
                  <a:lnTo>
                    <a:pt x="148" y="98"/>
                  </a:lnTo>
                  <a:lnTo>
                    <a:pt x="150" y="98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1" y="96"/>
                  </a:lnTo>
                  <a:lnTo>
                    <a:pt x="151" y="96"/>
                  </a:lnTo>
                  <a:lnTo>
                    <a:pt x="151" y="96"/>
                  </a:lnTo>
                  <a:lnTo>
                    <a:pt x="151" y="98"/>
                  </a:lnTo>
                  <a:lnTo>
                    <a:pt x="151" y="98"/>
                  </a:lnTo>
                  <a:lnTo>
                    <a:pt x="153" y="98"/>
                  </a:lnTo>
                  <a:lnTo>
                    <a:pt x="153" y="98"/>
                  </a:lnTo>
                  <a:lnTo>
                    <a:pt x="153" y="100"/>
                  </a:lnTo>
                  <a:lnTo>
                    <a:pt x="153" y="100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2"/>
                  </a:lnTo>
                  <a:lnTo>
                    <a:pt x="151" y="102"/>
                  </a:lnTo>
                  <a:lnTo>
                    <a:pt x="150" y="104"/>
                  </a:lnTo>
                  <a:lnTo>
                    <a:pt x="150" y="104"/>
                  </a:lnTo>
                  <a:lnTo>
                    <a:pt x="150" y="104"/>
                  </a:lnTo>
                  <a:lnTo>
                    <a:pt x="150" y="104"/>
                  </a:lnTo>
                  <a:lnTo>
                    <a:pt x="151" y="104"/>
                  </a:lnTo>
                  <a:lnTo>
                    <a:pt x="151" y="104"/>
                  </a:lnTo>
                  <a:lnTo>
                    <a:pt x="151" y="106"/>
                  </a:lnTo>
                  <a:lnTo>
                    <a:pt x="151" y="106"/>
                  </a:lnTo>
                  <a:lnTo>
                    <a:pt x="151" y="106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4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53" y="108"/>
                  </a:lnTo>
                  <a:lnTo>
                    <a:pt x="153" y="108"/>
                  </a:lnTo>
                  <a:lnTo>
                    <a:pt x="153" y="108"/>
                  </a:lnTo>
                  <a:lnTo>
                    <a:pt x="153" y="108"/>
                  </a:lnTo>
                  <a:lnTo>
                    <a:pt x="151" y="110"/>
                  </a:lnTo>
                  <a:lnTo>
                    <a:pt x="148" y="110"/>
                  </a:lnTo>
                  <a:lnTo>
                    <a:pt x="148" y="112"/>
                  </a:lnTo>
                  <a:lnTo>
                    <a:pt x="144" y="116"/>
                  </a:lnTo>
                  <a:lnTo>
                    <a:pt x="146" y="116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8" y="117"/>
                  </a:lnTo>
                  <a:lnTo>
                    <a:pt x="148" y="117"/>
                  </a:lnTo>
                  <a:lnTo>
                    <a:pt x="150" y="117"/>
                  </a:lnTo>
                  <a:lnTo>
                    <a:pt x="151" y="117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51" y="121"/>
                  </a:lnTo>
                  <a:lnTo>
                    <a:pt x="151" y="121"/>
                  </a:lnTo>
                  <a:lnTo>
                    <a:pt x="151" y="121"/>
                  </a:lnTo>
                  <a:lnTo>
                    <a:pt x="151" y="121"/>
                  </a:lnTo>
                  <a:lnTo>
                    <a:pt x="151" y="123"/>
                  </a:lnTo>
                  <a:lnTo>
                    <a:pt x="151" y="123"/>
                  </a:lnTo>
                  <a:lnTo>
                    <a:pt x="151" y="125"/>
                  </a:lnTo>
                  <a:lnTo>
                    <a:pt x="151" y="125"/>
                  </a:lnTo>
                  <a:lnTo>
                    <a:pt x="151" y="127"/>
                  </a:lnTo>
                  <a:lnTo>
                    <a:pt x="150" y="127"/>
                  </a:lnTo>
                  <a:lnTo>
                    <a:pt x="150" y="129"/>
                  </a:lnTo>
                  <a:lnTo>
                    <a:pt x="150" y="131"/>
                  </a:lnTo>
                  <a:lnTo>
                    <a:pt x="150" y="131"/>
                  </a:lnTo>
                  <a:lnTo>
                    <a:pt x="150" y="131"/>
                  </a:lnTo>
                  <a:lnTo>
                    <a:pt x="148" y="131"/>
                  </a:lnTo>
                  <a:lnTo>
                    <a:pt x="148" y="133"/>
                  </a:lnTo>
                  <a:lnTo>
                    <a:pt x="148" y="133"/>
                  </a:lnTo>
                  <a:lnTo>
                    <a:pt x="148" y="133"/>
                  </a:lnTo>
                  <a:lnTo>
                    <a:pt x="148" y="133"/>
                  </a:lnTo>
                  <a:lnTo>
                    <a:pt x="148" y="133"/>
                  </a:lnTo>
                  <a:lnTo>
                    <a:pt x="146" y="133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0" y="135"/>
                  </a:lnTo>
                  <a:lnTo>
                    <a:pt x="150" y="137"/>
                  </a:lnTo>
                  <a:lnTo>
                    <a:pt x="150" y="137"/>
                  </a:lnTo>
                  <a:lnTo>
                    <a:pt x="150" y="137"/>
                  </a:lnTo>
                  <a:lnTo>
                    <a:pt x="150" y="137"/>
                  </a:lnTo>
                  <a:lnTo>
                    <a:pt x="150" y="137"/>
                  </a:lnTo>
                  <a:lnTo>
                    <a:pt x="151" y="139"/>
                  </a:lnTo>
                  <a:lnTo>
                    <a:pt x="150" y="139"/>
                  </a:lnTo>
                  <a:lnTo>
                    <a:pt x="150" y="139"/>
                  </a:lnTo>
                  <a:lnTo>
                    <a:pt x="150" y="141"/>
                  </a:lnTo>
                  <a:lnTo>
                    <a:pt x="148" y="141"/>
                  </a:lnTo>
                  <a:lnTo>
                    <a:pt x="142" y="139"/>
                  </a:lnTo>
                  <a:lnTo>
                    <a:pt x="140" y="139"/>
                  </a:lnTo>
                  <a:lnTo>
                    <a:pt x="138" y="141"/>
                  </a:lnTo>
                  <a:lnTo>
                    <a:pt x="138" y="141"/>
                  </a:lnTo>
                  <a:lnTo>
                    <a:pt x="136" y="141"/>
                  </a:lnTo>
                  <a:lnTo>
                    <a:pt x="136" y="143"/>
                  </a:lnTo>
                  <a:lnTo>
                    <a:pt x="136" y="143"/>
                  </a:lnTo>
                  <a:lnTo>
                    <a:pt x="134" y="147"/>
                  </a:lnTo>
                  <a:lnTo>
                    <a:pt x="134" y="149"/>
                  </a:lnTo>
                  <a:lnTo>
                    <a:pt x="134" y="151"/>
                  </a:lnTo>
                  <a:lnTo>
                    <a:pt x="132" y="153"/>
                  </a:lnTo>
                  <a:lnTo>
                    <a:pt x="132" y="155"/>
                  </a:lnTo>
                  <a:lnTo>
                    <a:pt x="132" y="155"/>
                  </a:lnTo>
                  <a:lnTo>
                    <a:pt x="132" y="157"/>
                  </a:lnTo>
                  <a:lnTo>
                    <a:pt x="130" y="157"/>
                  </a:lnTo>
                  <a:lnTo>
                    <a:pt x="126" y="159"/>
                  </a:lnTo>
                  <a:lnTo>
                    <a:pt x="124" y="157"/>
                  </a:lnTo>
                  <a:lnTo>
                    <a:pt x="124" y="155"/>
                  </a:lnTo>
                  <a:lnTo>
                    <a:pt x="124" y="153"/>
                  </a:lnTo>
                  <a:lnTo>
                    <a:pt x="124" y="153"/>
                  </a:lnTo>
                  <a:lnTo>
                    <a:pt x="124" y="153"/>
                  </a:lnTo>
                  <a:lnTo>
                    <a:pt x="124" y="151"/>
                  </a:lnTo>
                  <a:lnTo>
                    <a:pt x="124" y="151"/>
                  </a:lnTo>
                  <a:lnTo>
                    <a:pt x="122" y="151"/>
                  </a:lnTo>
                  <a:lnTo>
                    <a:pt x="122" y="151"/>
                  </a:lnTo>
                  <a:lnTo>
                    <a:pt x="120" y="151"/>
                  </a:lnTo>
                  <a:lnTo>
                    <a:pt x="120" y="153"/>
                  </a:lnTo>
                  <a:lnTo>
                    <a:pt x="120" y="155"/>
                  </a:lnTo>
                  <a:lnTo>
                    <a:pt x="120" y="157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20" y="159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18" y="163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20" y="167"/>
                  </a:lnTo>
                  <a:lnTo>
                    <a:pt x="120" y="167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4" y="167"/>
                  </a:lnTo>
                  <a:lnTo>
                    <a:pt x="126" y="163"/>
                  </a:lnTo>
                  <a:lnTo>
                    <a:pt x="126" y="163"/>
                  </a:lnTo>
                  <a:lnTo>
                    <a:pt x="126" y="163"/>
                  </a:lnTo>
                  <a:lnTo>
                    <a:pt x="128" y="163"/>
                  </a:lnTo>
                  <a:lnTo>
                    <a:pt x="128" y="163"/>
                  </a:lnTo>
                  <a:lnTo>
                    <a:pt x="128" y="163"/>
                  </a:lnTo>
                  <a:lnTo>
                    <a:pt x="128" y="165"/>
                  </a:lnTo>
                  <a:lnTo>
                    <a:pt x="128" y="165"/>
                  </a:lnTo>
                  <a:lnTo>
                    <a:pt x="130" y="165"/>
                  </a:lnTo>
                  <a:lnTo>
                    <a:pt x="128" y="167"/>
                  </a:lnTo>
                  <a:lnTo>
                    <a:pt x="128" y="167"/>
                  </a:lnTo>
                  <a:lnTo>
                    <a:pt x="128" y="169"/>
                  </a:lnTo>
                  <a:lnTo>
                    <a:pt x="128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70"/>
                  </a:lnTo>
                  <a:lnTo>
                    <a:pt x="126" y="170"/>
                  </a:lnTo>
                  <a:lnTo>
                    <a:pt x="126" y="170"/>
                  </a:lnTo>
                  <a:lnTo>
                    <a:pt x="126" y="170"/>
                  </a:lnTo>
                  <a:lnTo>
                    <a:pt x="128" y="170"/>
                  </a:lnTo>
                  <a:lnTo>
                    <a:pt x="128" y="172"/>
                  </a:lnTo>
                  <a:lnTo>
                    <a:pt x="128" y="172"/>
                  </a:lnTo>
                  <a:lnTo>
                    <a:pt x="128" y="174"/>
                  </a:lnTo>
                  <a:lnTo>
                    <a:pt x="128" y="174"/>
                  </a:lnTo>
                  <a:lnTo>
                    <a:pt x="128" y="174"/>
                  </a:lnTo>
                  <a:lnTo>
                    <a:pt x="128" y="174"/>
                  </a:lnTo>
                  <a:lnTo>
                    <a:pt x="130" y="176"/>
                  </a:lnTo>
                  <a:lnTo>
                    <a:pt x="130" y="176"/>
                  </a:lnTo>
                  <a:lnTo>
                    <a:pt x="130" y="178"/>
                  </a:lnTo>
                  <a:lnTo>
                    <a:pt x="130" y="182"/>
                  </a:lnTo>
                  <a:lnTo>
                    <a:pt x="130" y="184"/>
                  </a:lnTo>
                  <a:lnTo>
                    <a:pt x="132" y="184"/>
                  </a:lnTo>
                  <a:lnTo>
                    <a:pt x="134" y="182"/>
                  </a:lnTo>
                  <a:lnTo>
                    <a:pt x="134" y="184"/>
                  </a:lnTo>
                  <a:lnTo>
                    <a:pt x="134" y="184"/>
                  </a:lnTo>
                  <a:lnTo>
                    <a:pt x="134" y="192"/>
                  </a:lnTo>
                  <a:lnTo>
                    <a:pt x="134" y="192"/>
                  </a:lnTo>
                  <a:lnTo>
                    <a:pt x="132" y="192"/>
                  </a:lnTo>
                  <a:lnTo>
                    <a:pt x="132" y="192"/>
                  </a:lnTo>
                  <a:lnTo>
                    <a:pt x="132" y="192"/>
                  </a:lnTo>
                  <a:lnTo>
                    <a:pt x="132" y="194"/>
                  </a:lnTo>
                  <a:lnTo>
                    <a:pt x="132" y="194"/>
                  </a:lnTo>
                  <a:lnTo>
                    <a:pt x="132" y="194"/>
                  </a:lnTo>
                  <a:lnTo>
                    <a:pt x="132" y="194"/>
                  </a:lnTo>
                  <a:lnTo>
                    <a:pt x="134" y="194"/>
                  </a:lnTo>
                  <a:lnTo>
                    <a:pt x="134" y="196"/>
                  </a:lnTo>
                  <a:lnTo>
                    <a:pt x="134" y="196"/>
                  </a:lnTo>
                  <a:lnTo>
                    <a:pt x="132" y="198"/>
                  </a:lnTo>
                  <a:lnTo>
                    <a:pt x="132" y="198"/>
                  </a:lnTo>
                  <a:lnTo>
                    <a:pt x="132" y="200"/>
                  </a:lnTo>
                  <a:lnTo>
                    <a:pt x="130" y="200"/>
                  </a:lnTo>
                  <a:lnTo>
                    <a:pt x="128" y="200"/>
                  </a:lnTo>
                  <a:lnTo>
                    <a:pt x="126" y="200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6"/>
                  </a:lnTo>
                  <a:lnTo>
                    <a:pt x="114" y="210"/>
                  </a:lnTo>
                  <a:lnTo>
                    <a:pt x="112" y="212"/>
                  </a:lnTo>
                  <a:lnTo>
                    <a:pt x="110" y="212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102" y="212"/>
                  </a:lnTo>
                  <a:lnTo>
                    <a:pt x="102" y="212"/>
                  </a:lnTo>
                  <a:lnTo>
                    <a:pt x="102" y="212"/>
                  </a:lnTo>
                  <a:lnTo>
                    <a:pt x="102" y="214"/>
                  </a:lnTo>
                  <a:lnTo>
                    <a:pt x="102" y="214"/>
                  </a:lnTo>
                  <a:lnTo>
                    <a:pt x="100" y="214"/>
                  </a:lnTo>
                  <a:lnTo>
                    <a:pt x="99" y="214"/>
                  </a:lnTo>
                  <a:lnTo>
                    <a:pt x="97" y="214"/>
                  </a:lnTo>
                  <a:lnTo>
                    <a:pt x="97" y="214"/>
                  </a:lnTo>
                  <a:lnTo>
                    <a:pt x="97" y="214"/>
                  </a:lnTo>
                  <a:lnTo>
                    <a:pt x="95" y="214"/>
                  </a:lnTo>
                  <a:lnTo>
                    <a:pt x="95" y="216"/>
                  </a:lnTo>
                  <a:lnTo>
                    <a:pt x="93" y="218"/>
                  </a:lnTo>
                  <a:lnTo>
                    <a:pt x="93" y="218"/>
                  </a:lnTo>
                  <a:lnTo>
                    <a:pt x="89" y="216"/>
                  </a:lnTo>
                  <a:lnTo>
                    <a:pt x="89" y="216"/>
                  </a:lnTo>
                  <a:lnTo>
                    <a:pt x="87" y="216"/>
                  </a:lnTo>
                  <a:lnTo>
                    <a:pt x="79" y="218"/>
                  </a:lnTo>
                  <a:lnTo>
                    <a:pt x="79" y="216"/>
                  </a:lnTo>
                  <a:lnTo>
                    <a:pt x="77" y="216"/>
                  </a:lnTo>
                  <a:lnTo>
                    <a:pt x="77" y="216"/>
                  </a:lnTo>
                  <a:lnTo>
                    <a:pt x="75" y="210"/>
                  </a:lnTo>
                  <a:lnTo>
                    <a:pt x="75" y="210"/>
                  </a:lnTo>
                  <a:lnTo>
                    <a:pt x="75" y="210"/>
                  </a:lnTo>
                  <a:lnTo>
                    <a:pt x="77" y="210"/>
                  </a:lnTo>
                  <a:lnTo>
                    <a:pt x="79" y="210"/>
                  </a:lnTo>
                  <a:lnTo>
                    <a:pt x="79" y="210"/>
                  </a:lnTo>
                  <a:lnTo>
                    <a:pt x="81" y="210"/>
                  </a:lnTo>
                  <a:lnTo>
                    <a:pt x="81" y="208"/>
                  </a:lnTo>
                  <a:lnTo>
                    <a:pt x="83" y="208"/>
                  </a:lnTo>
                  <a:lnTo>
                    <a:pt x="83" y="208"/>
                  </a:lnTo>
                  <a:lnTo>
                    <a:pt x="83" y="208"/>
                  </a:lnTo>
                  <a:lnTo>
                    <a:pt x="83" y="208"/>
                  </a:lnTo>
                  <a:lnTo>
                    <a:pt x="85" y="208"/>
                  </a:lnTo>
                  <a:lnTo>
                    <a:pt x="87" y="206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93" y="198"/>
                  </a:lnTo>
                  <a:lnTo>
                    <a:pt x="95" y="198"/>
                  </a:lnTo>
                  <a:lnTo>
                    <a:pt x="95" y="198"/>
                  </a:lnTo>
                  <a:lnTo>
                    <a:pt x="95" y="198"/>
                  </a:lnTo>
                  <a:lnTo>
                    <a:pt x="95" y="198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4"/>
                  </a:lnTo>
                  <a:lnTo>
                    <a:pt x="97" y="194"/>
                  </a:lnTo>
                  <a:lnTo>
                    <a:pt x="97" y="194"/>
                  </a:lnTo>
                  <a:lnTo>
                    <a:pt x="97" y="194"/>
                  </a:lnTo>
                  <a:lnTo>
                    <a:pt x="97" y="192"/>
                  </a:lnTo>
                  <a:lnTo>
                    <a:pt x="97" y="190"/>
                  </a:lnTo>
                  <a:lnTo>
                    <a:pt x="97" y="190"/>
                  </a:lnTo>
                  <a:lnTo>
                    <a:pt x="97" y="190"/>
                  </a:lnTo>
                  <a:lnTo>
                    <a:pt x="97" y="190"/>
                  </a:lnTo>
                  <a:lnTo>
                    <a:pt x="93" y="186"/>
                  </a:lnTo>
                  <a:lnTo>
                    <a:pt x="93" y="186"/>
                  </a:lnTo>
                  <a:lnTo>
                    <a:pt x="93" y="186"/>
                  </a:lnTo>
                  <a:lnTo>
                    <a:pt x="91" y="186"/>
                  </a:lnTo>
                  <a:lnTo>
                    <a:pt x="89" y="186"/>
                  </a:lnTo>
                  <a:lnTo>
                    <a:pt x="87" y="186"/>
                  </a:lnTo>
                  <a:lnTo>
                    <a:pt x="85" y="186"/>
                  </a:lnTo>
                  <a:lnTo>
                    <a:pt x="85" y="186"/>
                  </a:lnTo>
                  <a:lnTo>
                    <a:pt x="85" y="186"/>
                  </a:lnTo>
                  <a:lnTo>
                    <a:pt x="85" y="186"/>
                  </a:lnTo>
                  <a:lnTo>
                    <a:pt x="85" y="186"/>
                  </a:lnTo>
                  <a:lnTo>
                    <a:pt x="85" y="190"/>
                  </a:lnTo>
                  <a:lnTo>
                    <a:pt x="87" y="190"/>
                  </a:lnTo>
                  <a:lnTo>
                    <a:pt x="87" y="192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87" y="196"/>
                  </a:lnTo>
                  <a:lnTo>
                    <a:pt x="87" y="196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5" y="200"/>
                  </a:lnTo>
                  <a:lnTo>
                    <a:pt x="85" y="200"/>
                  </a:lnTo>
                  <a:lnTo>
                    <a:pt x="85" y="200"/>
                  </a:lnTo>
                  <a:lnTo>
                    <a:pt x="83" y="200"/>
                  </a:lnTo>
                  <a:lnTo>
                    <a:pt x="81" y="198"/>
                  </a:lnTo>
                  <a:lnTo>
                    <a:pt x="81" y="198"/>
                  </a:lnTo>
                  <a:lnTo>
                    <a:pt x="81" y="198"/>
                  </a:lnTo>
                  <a:lnTo>
                    <a:pt x="81" y="198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79" y="196"/>
                  </a:lnTo>
                  <a:lnTo>
                    <a:pt x="79" y="196"/>
                  </a:lnTo>
                  <a:lnTo>
                    <a:pt x="79" y="196"/>
                  </a:lnTo>
                  <a:lnTo>
                    <a:pt x="79" y="194"/>
                  </a:lnTo>
                  <a:lnTo>
                    <a:pt x="79" y="194"/>
                  </a:lnTo>
                  <a:lnTo>
                    <a:pt x="79" y="194"/>
                  </a:lnTo>
                  <a:lnTo>
                    <a:pt x="79" y="192"/>
                  </a:lnTo>
                  <a:lnTo>
                    <a:pt x="79" y="192"/>
                  </a:lnTo>
                  <a:lnTo>
                    <a:pt x="79" y="192"/>
                  </a:lnTo>
                  <a:lnTo>
                    <a:pt x="79" y="192"/>
                  </a:lnTo>
                  <a:lnTo>
                    <a:pt x="77" y="192"/>
                  </a:lnTo>
                  <a:lnTo>
                    <a:pt x="75" y="192"/>
                  </a:lnTo>
                  <a:lnTo>
                    <a:pt x="75" y="192"/>
                  </a:lnTo>
                  <a:lnTo>
                    <a:pt x="75" y="192"/>
                  </a:lnTo>
                  <a:lnTo>
                    <a:pt x="75" y="192"/>
                  </a:lnTo>
                  <a:lnTo>
                    <a:pt x="75" y="192"/>
                  </a:lnTo>
                  <a:lnTo>
                    <a:pt x="73" y="192"/>
                  </a:lnTo>
                  <a:lnTo>
                    <a:pt x="73" y="192"/>
                  </a:lnTo>
                  <a:lnTo>
                    <a:pt x="73" y="192"/>
                  </a:lnTo>
                  <a:lnTo>
                    <a:pt x="75" y="192"/>
                  </a:lnTo>
                  <a:lnTo>
                    <a:pt x="75" y="190"/>
                  </a:lnTo>
                  <a:lnTo>
                    <a:pt x="75" y="190"/>
                  </a:lnTo>
                  <a:lnTo>
                    <a:pt x="75" y="190"/>
                  </a:lnTo>
                  <a:lnTo>
                    <a:pt x="75" y="188"/>
                  </a:lnTo>
                  <a:lnTo>
                    <a:pt x="75" y="188"/>
                  </a:lnTo>
                  <a:lnTo>
                    <a:pt x="75" y="188"/>
                  </a:lnTo>
                  <a:lnTo>
                    <a:pt x="75" y="186"/>
                  </a:lnTo>
                  <a:lnTo>
                    <a:pt x="75" y="188"/>
                  </a:lnTo>
                  <a:lnTo>
                    <a:pt x="73" y="188"/>
                  </a:lnTo>
                  <a:lnTo>
                    <a:pt x="73" y="188"/>
                  </a:lnTo>
                  <a:lnTo>
                    <a:pt x="73" y="188"/>
                  </a:lnTo>
                  <a:lnTo>
                    <a:pt x="73" y="186"/>
                  </a:lnTo>
                  <a:lnTo>
                    <a:pt x="73" y="186"/>
                  </a:lnTo>
                  <a:lnTo>
                    <a:pt x="73" y="186"/>
                  </a:lnTo>
                  <a:lnTo>
                    <a:pt x="73" y="186"/>
                  </a:lnTo>
                  <a:lnTo>
                    <a:pt x="73" y="186"/>
                  </a:lnTo>
                  <a:lnTo>
                    <a:pt x="73" y="186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0"/>
                  </a:lnTo>
                  <a:lnTo>
                    <a:pt x="75" y="180"/>
                  </a:lnTo>
                  <a:lnTo>
                    <a:pt x="75" y="180"/>
                  </a:lnTo>
                  <a:lnTo>
                    <a:pt x="75" y="180"/>
                  </a:lnTo>
                  <a:lnTo>
                    <a:pt x="73" y="178"/>
                  </a:lnTo>
                  <a:lnTo>
                    <a:pt x="73" y="178"/>
                  </a:lnTo>
                  <a:lnTo>
                    <a:pt x="73" y="178"/>
                  </a:lnTo>
                  <a:lnTo>
                    <a:pt x="73" y="176"/>
                  </a:lnTo>
                  <a:lnTo>
                    <a:pt x="75" y="176"/>
                  </a:lnTo>
                  <a:lnTo>
                    <a:pt x="75" y="176"/>
                  </a:lnTo>
                  <a:lnTo>
                    <a:pt x="75" y="176"/>
                  </a:lnTo>
                  <a:lnTo>
                    <a:pt x="75" y="176"/>
                  </a:lnTo>
                  <a:lnTo>
                    <a:pt x="75" y="174"/>
                  </a:lnTo>
                  <a:lnTo>
                    <a:pt x="75" y="174"/>
                  </a:lnTo>
                  <a:lnTo>
                    <a:pt x="75" y="174"/>
                  </a:lnTo>
                  <a:lnTo>
                    <a:pt x="75" y="172"/>
                  </a:lnTo>
                  <a:lnTo>
                    <a:pt x="75" y="172"/>
                  </a:lnTo>
                  <a:lnTo>
                    <a:pt x="75" y="172"/>
                  </a:lnTo>
                  <a:lnTo>
                    <a:pt x="75" y="172"/>
                  </a:lnTo>
                  <a:lnTo>
                    <a:pt x="75" y="172"/>
                  </a:lnTo>
                  <a:lnTo>
                    <a:pt x="75" y="172"/>
                  </a:lnTo>
                  <a:lnTo>
                    <a:pt x="77" y="172"/>
                  </a:lnTo>
                  <a:lnTo>
                    <a:pt x="77" y="172"/>
                  </a:lnTo>
                  <a:lnTo>
                    <a:pt x="77" y="170"/>
                  </a:lnTo>
                  <a:lnTo>
                    <a:pt x="77" y="170"/>
                  </a:lnTo>
                  <a:lnTo>
                    <a:pt x="81" y="167"/>
                  </a:lnTo>
                  <a:lnTo>
                    <a:pt x="83" y="167"/>
                  </a:lnTo>
                  <a:lnTo>
                    <a:pt x="83" y="165"/>
                  </a:lnTo>
                  <a:lnTo>
                    <a:pt x="83" y="165"/>
                  </a:lnTo>
                  <a:lnTo>
                    <a:pt x="83" y="165"/>
                  </a:lnTo>
                  <a:lnTo>
                    <a:pt x="83" y="165"/>
                  </a:lnTo>
                  <a:lnTo>
                    <a:pt x="85" y="163"/>
                  </a:lnTo>
                  <a:lnTo>
                    <a:pt x="85" y="163"/>
                  </a:lnTo>
                  <a:lnTo>
                    <a:pt x="83" y="163"/>
                  </a:lnTo>
                  <a:lnTo>
                    <a:pt x="83" y="163"/>
                  </a:lnTo>
                  <a:lnTo>
                    <a:pt x="83" y="163"/>
                  </a:lnTo>
                  <a:lnTo>
                    <a:pt x="83" y="163"/>
                  </a:lnTo>
                  <a:lnTo>
                    <a:pt x="81" y="161"/>
                  </a:lnTo>
                  <a:lnTo>
                    <a:pt x="79" y="161"/>
                  </a:lnTo>
                  <a:lnTo>
                    <a:pt x="79" y="161"/>
                  </a:lnTo>
                  <a:lnTo>
                    <a:pt x="77" y="161"/>
                  </a:lnTo>
                  <a:lnTo>
                    <a:pt x="77" y="161"/>
                  </a:lnTo>
                  <a:lnTo>
                    <a:pt x="77" y="161"/>
                  </a:lnTo>
                  <a:lnTo>
                    <a:pt x="77" y="161"/>
                  </a:lnTo>
                  <a:lnTo>
                    <a:pt x="77" y="163"/>
                  </a:lnTo>
                  <a:lnTo>
                    <a:pt x="77" y="163"/>
                  </a:lnTo>
                  <a:lnTo>
                    <a:pt x="77" y="163"/>
                  </a:lnTo>
                  <a:lnTo>
                    <a:pt x="77" y="163"/>
                  </a:lnTo>
                  <a:lnTo>
                    <a:pt x="77" y="163"/>
                  </a:lnTo>
                  <a:lnTo>
                    <a:pt x="75" y="163"/>
                  </a:lnTo>
                  <a:lnTo>
                    <a:pt x="75" y="163"/>
                  </a:lnTo>
                  <a:lnTo>
                    <a:pt x="75" y="163"/>
                  </a:lnTo>
                  <a:lnTo>
                    <a:pt x="73" y="161"/>
                  </a:lnTo>
                  <a:lnTo>
                    <a:pt x="73" y="161"/>
                  </a:lnTo>
                  <a:lnTo>
                    <a:pt x="73" y="161"/>
                  </a:lnTo>
                  <a:lnTo>
                    <a:pt x="73" y="161"/>
                  </a:lnTo>
                  <a:lnTo>
                    <a:pt x="73" y="161"/>
                  </a:lnTo>
                  <a:lnTo>
                    <a:pt x="73" y="163"/>
                  </a:lnTo>
                  <a:lnTo>
                    <a:pt x="75" y="165"/>
                  </a:lnTo>
                  <a:lnTo>
                    <a:pt x="75" y="165"/>
                  </a:lnTo>
                  <a:lnTo>
                    <a:pt x="77" y="167"/>
                  </a:lnTo>
                  <a:lnTo>
                    <a:pt x="77" y="167"/>
                  </a:lnTo>
                  <a:lnTo>
                    <a:pt x="77" y="167"/>
                  </a:lnTo>
                  <a:lnTo>
                    <a:pt x="77" y="167"/>
                  </a:lnTo>
                  <a:lnTo>
                    <a:pt x="77" y="167"/>
                  </a:lnTo>
                  <a:lnTo>
                    <a:pt x="77" y="167"/>
                  </a:lnTo>
                  <a:lnTo>
                    <a:pt x="77" y="169"/>
                  </a:lnTo>
                  <a:lnTo>
                    <a:pt x="75" y="169"/>
                  </a:lnTo>
                  <a:lnTo>
                    <a:pt x="71" y="170"/>
                  </a:lnTo>
                  <a:lnTo>
                    <a:pt x="69" y="170"/>
                  </a:lnTo>
                  <a:lnTo>
                    <a:pt x="69" y="170"/>
                  </a:lnTo>
                  <a:lnTo>
                    <a:pt x="69" y="169"/>
                  </a:lnTo>
                  <a:lnTo>
                    <a:pt x="69" y="169"/>
                  </a:lnTo>
                  <a:lnTo>
                    <a:pt x="67" y="169"/>
                  </a:lnTo>
                  <a:lnTo>
                    <a:pt x="67" y="169"/>
                  </a:lnTo>
                  <a:lnTo>
                    <a:pt x="65" y="169"/>
                  </a:lnTo>
                  <a:lnTo>
                    <a:pt x="65" y="169"/>
                  </a:lnTo>
                  <a:lnTo>
                    <a:pt x="65" y="169"/>
                  </a:lnTo>
                  <a:lnTo>
                    <a:pt x="65" y="170"/>
                  </a:lnTo>
                  <a:lnTo>
                    <a:pt x="65" y="170"/>
                  </a:lnTo>
                  <a:lnTo>
                    <a:pt x="63" y="172"/>
                  </a:lnTo>
                  <a:lnTo>
                    <a:pt x="61" y="174"/>
                  </a:lnTo>
                  <a:lnTo>
                    <a:pt x="59" y="174"/>
                  </a:lnTo>
                  <a:lnTo>
                    <a:pt x="59" y="176"/>
                  </a:lnTo>
                  <a:lnTo>
                    <a:pt x="59" y="176"/>
                  </a:lnTo>
                  <a:lnTo>
                    <a:pt x="59" y="176"/>
                  </a:lnTo>
                  <a:lnTo>
                    <a:pt x="59" y="176"/>
                  </a:lnTo>
                  <a:lnTo>
                    <a:pt x="59" y="176"/>
                  </a:lnTo>
                  <a:lnTo>
                    <a:pt x="57" y="174"/>
                  </a:lnTo>
                  <a:lnTo>
                    <a:pt x="57" y="174"/>
                  </a:lnTo>
                  <a:lnTo>
                    <a:pt x="57" y="176"/>
                  </a:lnTo>
                  <a:lnTo>
                    <a:pt x="57" y="176"/>
                  </a:lnTo>
                  <a:lnTo>
                    <a:pt x="55" y="176"/>
                  </a:lnTo>
                  <a:lnTo>
                    <a:pt x="55" y="178"/>
                  </a:lnTo>
                  <a:lnTo>
                    <a:pt x="55" y="178"/>
                  </a:lnTo>
                  <a:lnTo>
                    <a:pt x="55" y="180"/>
                  </a:lnTo>
                  <a:lnTo>
                    <a:pt x="55" y="180"/>
                  </a:lnTo>
                  <a:lnTo>
                    <a:pt x="55" y="180"/>
                  </a:lnTo>
                  <a:lnTo>
                    <a:pt x="57" y="180"/>
                  </a:lnTo>
                  <a:lnTo>
                    <a:pt x="59" y="180"/>
                  </a:lnTo>
                  <a:lnTo>
                    <a:pt x="59" y="180"/>
                  </a:lnTo>
                  <a:lnTo>
                    <a:pt x="59" y="180"/>
                  </a:lnTo>
                  <a:lnTo>
                    <a:pt x="59" y="180"/>
                  </a:lnTo>
                  <a:lnTo>
                    <a:pt x="59" y="180"/>
                  </a:lnTo>
                  <a:lnTo>
                    <a:pt x="59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2"/>
                  </a:lnTo>
                  <a:lnTo>
                    <a:pt x="63" y="182"/>
                  </a:lnTo>
                  <a:lnTo>
                    <a:pt x="63" y="182"/>
                  </a:lnTo>
                  <a:lnTo>
                    <a:pt x="63" y="182"/>
                  </a:lnTo>
                  <a:lnTo>
                    <a:pt x="65" y="184"/>
                  </a:lnTo>
                  <a:lnTo>
                    <a:pt x="65" y="184"/>
                  </a:lnTo>
                  <a:lnTo>
                    <a:pt x="65" y="184"/>
                  </a:lnTo>
                  <a:lnTo>
                    <a:pt x="65" y="186"/>
                  </a:lnTo>
                  <a:lnTo>
                    <a:pt x="65" y="186"/>
                  </a:lnTo>
                  <a:lnTo>
                    <a:pt x="65" y="186"/>
                  </a:lnTo>
                  <a:lnTo>
                    <a:pt x="65" y="186"/>
                  </a:lnTo>
                  <a:lnTo>
                    <a:pt x="65" y="186"/>
                  </a:lnTo>
                  <a:lnTo>
                    <a:pt x="65" y="188"/>
                  </a:lnTo>
                  <a:lnTo>
                    <a:pt x="65" y="188"/>
                  </a:lnTo>
                  <a:lnTo>
                    <a:pt x="65" y="188"/>
                  </a:lnTo>
                  <a:lnTo>
                    <a:pt x="65" y="190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65" y="190"/>
                  </a:lnTo>
                  <a:lnTo>
                    <a:pt x="65" y="192"/>
                  </a:lnTo>
                  <a:lnTo>
                    <a:pt x="65" y="192"/>
                  </a:lnTo>
                  <a:lnTo>
                    <a:pt x="65" y="192"/>
                  </a:lnTo>
                  <a:lnTo>
                    <a:pt x="65" y="192"/>
                  </a:lnTo>
                  <a:lnTo>
                    <a:pt x="63" y="192"/>
                  </a:lnTo>
                  <a:lnTo>
                    <a:pt x="63" y="192"/>
                  </a:lnTo>
                  <a:lnTo>
                    <a:pt x="63" y="192"/>
                  </a:lnTo>
                  <a:lnTo>
                    <a:pt x="61" y="192"/>
                  </a:lnTo>
                  <a:lnTo>
                    <a:pt x="61" y="192"/>
                  </a:lnTo>
                  <a:lnTo>
                    <a:pt x="61" y="192"/>
                  </a:lnTo>
                  <a:lnTo>
                    <a:pt x="61" y="190"/>
                  </a:lnTo>
                  <a:lnTo>
                    <a:pt x="61" y="190"/>
                  </a:lnTo>
                  <a:lnTo>
                    <a:pt x="61" y="190"/>
                  </a:lnTo>
                  <a:lnTo>
                    <a:pt x="61" y="190"/>
                  </a:lnTo>
                  <a:lnTo>
                    <a:pt x="61" y="188"/>
                  </a:lnTo>
                  <a:lnTo>
                    <a:pt x="61" y="188"/>
                  </a:lnTo>
                  <a:lnTo>
                    <a:pt x="61" y="188"/>
                  </a:lnTo>
                  <a:lnTo>
                    <a:pt x="59" y="188"/>
                  </a:lnTo>
                  <a:lnTo>
                    <a:pt x="59" y="188"/>
                  </a:lnTo>
                  <a:lnTo>
                    <a:pt x="59" y="190"/>
                  </a:lnTo>
                  <a:lnTo>
                    <a:pt x="59" y="190"/>
                  </a:lnTo>
                  <a:lnTo>
                    <a:pt x="59" y="190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9" y="194"/>
                  </a:lnTo>
                  <a:lnTo>
                    <a:pt x="57" y="194"/>
                  </a:lnTo>
                  <a:lnTo>
                    <a:pt x="55" y="196"/>
                  </a:lnTo>
                  <a:lnTo>
                    <a:pt x="55" y="196"/>
                  </a:lnTo>
                  <a:lnTo>
                    <a:pt x="55" y="196"/>
                  </a:lnTo>
                  <a:lnTo>
                    <a:pt x="53" y="196"/>
                  </a:lnTo>
                  <a:lnTo>
                    <a:pt x="51" y="194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48" y="190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46" y="192"/>
                  </a:lnTo>
                  <a:lnTo>
                    <a:pt x="44" y="192"/>
                  </a:lnTo>
                  <a:lnTo>
                    <a:pt x="42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2" y="188"/>
                  </a:lnTo>
                  <a:lnTo>
                    <a:pt x="42" y="188"/>
                  </a:lnTo>
                  <a:lnTo>
                    <a:pt x="42" y="188"/>
                  </a:lnTo>
                  <a:lnTo>
                    <a:pt x="40" y="188"/>
                  </a:lnTo>
                  <a:lnTo>
                    <a:pt x="38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8"/>
                  </a:lnTo>
                  <a:lnTo>
                    <a:pt x="36" y="188"/>
                  </a:lnTo>
                  <a:lnTo>
                    <a:pt x="36" y="188"/>
                  </a:lnTo>
                  <a:lnTo>
                    <a:pt x="36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6" y="190"/>
                  </a:lnTo>
                  <a:lnTo>
                    <a:pt x="36" y="190"/>
                  </a:lnTo>
                  <a:lnTo>
                    <a:pt x="36" y="190"/>
                  </a:lnTo>
                  <a:lnTo>
                    <a:pt x="36" y="190"/>
                  </a:lnTo>
                  <a:lnTo>
                    <a:pt x="36" y="192"/>
                  </a:lnTo>
                  <a:lnTo>
                    <a:pt x="36" y="192"/>
                  </a:lnTo>
                  <a:lnTo>
                    <a:pt x="36" y="194"/>
                  </a:lnTo>
                  <a:lnTo>
                    <a:pt x="36" y="194"/>
                  </a:lnTo>
                  <a:lnTo>
                    <a:pt x="36" y="194"/>
                  </a:lnTo>
                  <a:lnTo>
                    <a:pt x="36" y="196"/>
                  </a:lnTo>
                  <a:lnTo>
                    <a:pt x="36" y="196"/>
                  </a:lnTo>
                  <a:lnTo>
                    <a:pt x="36" y="196"/>
                  </a:lnTo>
                  <a:lnTo>
                    <a:pt x="36" y="196"/>
                  </a:lnTo>
                  <a:lnTo>
                    <a:pt x="36" y="198"/>
                  </a:lnTo>
                  <a:lnTo>
                    <a:pt x="36" y="198"/>
                  </a:lnTo>
                  <a:lnTo>
                    <a:pt x="34" y="196"/>
                  </a:lnTo>
                  <a:lnTo>
                    <a:pt x="34" y="196"/>
                  </a:lnTo>
                  <a:lnTo>
                    <a:pt x="34" y="196"/>
                  </a:lnTo>
                  <a:lnTo>
                    <a:pt x="34" y="198"/>
                  </a:lnTo>
                  <a:lnTo>
                    <a:pt x="32" y="198"/>
                  </a:lnTo>
                  <a:lnTo>
                    <a:pt x="32" y="198"/>
                  </a:lnTo>
                  <a:lnTo>
                    <a:pt x="32" y="198"/>
                  </a:lnTo>
                  <a:lnTo>
                    <a:pt x="32" y="200"/>
                  </a:lnTo>
                  <a:lnTo>
                    <a:pt x="30" y="200"/>
                  </a:lnTo>
                  <a:lnTo>
                    <a:pt x="30" y="200"/>
                  </a:lnTo>
                  <a:lnTo>
                    <a:pt x="28" y="198"/>
                  </a:lnTo>
                  <a:lnTo>
                    <a:pt x="26" y="198"/>
                  </a:lnTo>
                  <a:lnTo>
                    <a:pt x="26" y="198"/>
                  </a:lnTo>
                  <a:lnTo>
                    <a:pt x="26" y="198"/>
                  </a:lnTo>
                  <a:lnTo>
                    <a:pt x="26" y="198"/>
                  </a:lnTo>
                  <a:lnTo>
                    <a:pt x="26" y="198"/>
                  </a:lnTo>
                  <a:lnTo>
                    <a:pt x="26" y="196"/>
                  </a:lnTo>
                  <a:lnTo>
                    <a:pt x="28" y="196"/>
                  </a:lnTo>
                  <a:lnTo>
                    <a:pt x="28" y="196"/>
                  </a:lnTo>
                  <a:lnTo>
                    <a:pt x="28" y="196"/>
                  </a:lnTo>
                  <a:lnTo>
                    <a:pt x="28" y="196"/>
                  </a:lnTo>
                  <a:lnTo>
                    <a:pt x="28" y="194"/>
                  </a:lnTo>
                  <a:lnTo>
                    <a:pt x="28" y="194"/>
                  </a:lnTo>
                  <a:lnTo>
                    <a:pt x="28" y="194"/>
                  </a:lnTo>
                  <a:lnTo>
                    <a:pt x="26" y="192"/>
                  </a:lnTo>
                  <a:lnTo>
                    <a:pt x="26" y="192"/>
                  </a:lnTo>
                  <a:lnTo>
                    <a:pt x="26" y="192"/>
                  </a:lnTo>
                  <a:lnTo>
                    <a:pt x="24" y="192"/>
                  </a:lnTo>
                  <a:lnTo>
                    <a:pt x="24" y="192"/>
                  </a:lnTo>
                  <a:lnTo>
                    <a:pt x="24" y="192"/>
                  </a:lnTo>
                  <a:lnTo>
                    <a:pt x="24" y="192"/>
                  </a:lnTo>
                  <a:lnTo>
                    <a:pt x="24" y="190"/>
                  </a:lnTo>
                  <a:lnTo>
                    <a:pt x="24" y="190"/>
                  </a:lnTo>
                  <a:lnTo>
                    <a:pt x="24" y="190"/>
                  </a:lnTo>
                  <a:lnTo>
                    <a:pt x="24" y="190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0" y="194"/>
                  </a:lnTo>
                  <a:lnTo>
                    <a:pt x="18" y="194"/>
                  </a:lnTo>
                  <a:lnTo>
                    <a:pt x="18" y="194"/>
                  </a:lnTo>
                  <a:lnTo>
                    <a:pt x="16" y="194"/>
                  </a:lnTo>
                  <a:lnTo>
                    <a:pt x="16" y="194"/>
                  </a:lnTo>
                  <a:lnTo>
                    <a:pt x="16" y="194"/>
                  </a:lnTo>
                  <a:lnTo>
                    <a:pt x="16" y="194"/>
                  </a:lnTo>
                  <a:lnTo>
                    <a:pt x="14" y="196"/>
                  </a:lnTo>
                  <a:lnTo>
                    <a:pt x="14" y="196"/>
                  </a:lnTo>
                  <a:lnTo>
                    <a:pt x="14" y="196"/>
                  </a:lnTo>
                  <a:lnTo>
                    <a:pt x="14" y="194"/>
                  </a:lnTo>
                  <a:lnTo>
                    <a:pt x="14" y="194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2" y="190"/>
                  </a:lnTo>
                  <a:lnTo>
                    <a:pt x="10" y="190"/>
                  </a:lnTo>
                  <a:lnTo>
                    <a:pt x="10" y="190"/>
                  </a:lnTo>
                  <a:lnTo>
                    <a:pt x="10" y="190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2" y="188"/>
                  </a:lnTo>
                  <a:lnTo>
                    <a:pt x="2" y="188"/>
                  </a:lnTo>
                  <a:lnTo>
                    <a:pt x="0" y="188"/>
                  </a:lnTo>
                  <a:lnTo>
                    <a:pt x="0" y="186"/>
                  </a:lnTo>
                  <a:lnTo>
                    <a:pt x="0" y="18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2" y="180"/>
                  </a:lnTo>
                  <a:lnTo>
                    <a:pt x="6" y="178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2" y="174"/>
                  </a:lnTo>
                  <a:lnTo>
                    <a:pt x="12" y="174"/>
                  </a:lnTo>
                  <a:lnTo>
                    <a:pt x="12" y="174"/>
                  </a:lnTo>
                  <a:lnTo>
                    <a:pt x="10" y="172"/>
                  </a:lnTo>
                  <a:lnTo>
                    <a:pt x="10" y="172"/>
                  </a:lnTo>
                  <a:lnTo>
                    <a:pt x="10" y="172"/>
                  </a:lnTo>
                  <a:lnTo>
                    <a:pt x="8" y="172"/>
                  </a:lnTo>
                  <a:lnTo>
                    <a:pt x="6" y="172"/>
                  </a:lnTo>
                  <a:lnTo>
                    <a:pt x="6" y="169"/>
                  </a:lnTo>
                  <a:lnTo>
                    <a:pt x="6" y="169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8" y="165"/>
                  </a:lnTo>
                  <a:lnTo>
                    <a:pt x="8" y="165"/>
                  </a:lnTo>
                  <a:lnTo>
                    <a:pt x="8" y="165"/>
                  </a:lnTo>
                  <a:lnTo>
                    <a:pt x="8" y="165"/>
                  </a:lnTo>
                  <a:lnTo>
                    <a:pt x="6" y="165"/>
                  </a:lnTo>
                  <a:lnTo>
                    <a:pt x="6" y="165"/>
                  </a:lnTo>
                  <a:lnTo>
                    <a:pt x="6" y="165"/>
                  </a:lnTo>
                  <a:lnTo>
                    <a:pt x="4" y="165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8" y="161"/>
                  </a:lnTo>
                  <a:lnTo>
                    <a:pt x="8" y="161"/>
                  </a:lnTo>
                  <a:lnTo>
                    <a:pt x="8" y="161"/>
                  </a:lnTo>
                  <a:lnTo>
                    <a:pt x="8" y="159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6" y="157"/>
                  </a:lnTo>
                  <a:lnTo>
                    <a:pt x="4" y="157"/>
                  </a:lnTo>
                  <a:lnTo>
                    <a:pt x="4" y="155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6" y="151"/>
                  </a:lnTo>
                  <a:lnTo>
                    <a:pt x="6" y="151"/>
                  </a:lnTo>
                  <a:lnTo>
                    <a:pt x="6" y="151"/>
                  </a:lnTo>
                  <a:lnTo>
                    <a:pt x="6" y="149"/>
                  </a:lnTo>
                  <a:lnTo>
                    <a:pt x="6" y="149"/>
                  </a:lnTo>
                  <a:lnTo>
                    <a:pt x="6" y="149"/>
                  </a:lnTo>
                  <a:lnTo>
                    <a:pt x="6" y="149"/>
                  </a:lnTo>
                  <a:lnTo>
                    <a:pt x="6" y="147"/>
                  </a:lnTo>
                  <a:lnTo>
                    <a:pt x="6" y="147"/>
                  </a:lnTo>
                  <a:lnTo>
                    <a:pt x="6" y="147"/>
                  </a:lnTo>
                  <a:lnTo>
                    <a:pt x="2" y="147"/>
                  </a:lnTo>
                  <a:lnTo>
                    <a:pt x="2" y="143"/>
                  </a:lnTo>
                  <a:lnTo>
                    <a:pt x="0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2" y="141"/>
                  </a:lnTo>
                  <a:lnTo>
                    <a:pt x="2" y="139"/>
                  </a:lnTo>
                  <a:lnTo>
                    <a:pt x="2" y="139"/>
                  </a:lnTo>
                  <a:lnTo>
                    <a:pt x="2" y="139"/>
                  </a:lnTo>
                  <a:lnTo>
                    <a:pt x="2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7"/>
                  </a:lnTo>
                  <a:lnTo>
                    <a:pt x="4" y="137"/>
                  </a:lnTo>
                  <a:lnTo>
                    <a:pt x="4" y="137"/>
                  </a:lnTo>
                  <a:lnTo>
                    <a:pt x="4" y="137"/>
                  </a:lnTo>
                  <a:lnTo>
                    <a:pt x="6" y="129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10" y="129"/>
                  </a:lnTo>
                  <a:lnTo>
                    <a:pt x="12" y="129"/>
                  </a:lnTo>
                  <a:lnTo>
                    <a:pt x="12" y="129"/>
                  </a:lnTo>
                  <a:lnTo>
                    <a:pt x="14" y="129"/>
                  </a:lnTo>
                  <a:lnTo>
                    <a:pt x="16" y="129"/>
                  </a:lnTo>
                  <a:lnTo>
                    <a:pt x="16" y="129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18" y="127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18" y="123"/>
                  </a:lnTo>
                  <a:lnTo>
                    <a:pt x="20" y="123"/>
                  </a:lnTo>
                  <a:lnTo>
                    <a:pt x="20" y="123"/>
                  </a:lnTo>
                  <a:lnTo>
                    <a:pt x="20" y="123"/>
                  </a:lnTo>
                  <a:lnTo>
                    <a:pt x="20" y="123"/>
                  </a:lnTo>
                  <a:lnTo>
                    <a:pt x="22" y="123"/>
                  </a:lnTo>
                  <a:lnTo>
                    <a:pt x="26" y="117"/>
                  </a:lnTo>
                  <a:lnTo>
                    <a:pt x="28" y="117"/>
                  </a:lnTo>
                  <a:lnTo>
                    <a:pt x="20" y="112"/>
                  </a:lnTo>
                  <a:lnTo>
                    <a:pt x="20" y="110"/>
                  </a:lnTo>
                  <a:lnTo>
                    <a:pt x="20" y="110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6"/>
                  </a:lnTo>
                  <a:lnTo>
                    <a:pt x="20" y="106"/>
                  </a:lnTo>
                  <a:lnTo>
                    <a:pt x="20" y="106"/>
                  </a:lnTo>
                  <a:lnTo>
                    <a:pt x="20" y="106"/>
                  </a:lnTo>
                  <a:lnTo>
                    <a:pt x="20" y="106"/>
                  </a:lnTo>
                  <a:lnTo>
                    <a:pt x="20" y="106"/>
                  </a:lnTo>
                  <a:lnTo>
                    <a:pt x="20" y="102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8" y="98"/>
                  </a:lnTo>
                  <a:lnTo>
                    <a:pt x="18" y="98"/>
                  </a:lnTo>
                  <a:lnTo>
                    <a:pt x="18" y="98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20" y="96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0" y="92"/>
                  </a:lnTo>
                  <a:lnTo>
                    <a:pt x="20" y="92"/>
                  </a:lnTo>
                  <a:lnTo>
                    <a:pt x="18" y="92"/>
                  </a:lnTo>
                  <a:lnTo>
                    <a:pt x="18" y="92"/>
                  </a:lnTo>
                  <a:lnTo>
                    <a:pt x="18" y="90"/>
                  </a:lnTo>
                  <a:lnTo>
                    <a:pt x="20" y="90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8" y="82"/>
                  </a:lnTo>
                  <a:lnTo>
                    <a:pt x="18" y="82"/>
                  </a:lnTo>
                  <a:lnTo>
                    <a:pt x="18" y="82"/>
                  </a:lnTo>
                  <a:lnTo>
                    <a:pt x="18" y="82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78"/>
                  </a:lnTo>
                  <a:lnTo>
                    <a:pt x="22" y="74"/>
                  </a:lnTo>
                  <a:lnTo>
                    <a:pt x="24" y="70"/>
                  </a:lnTo>
                  <a:lnTo>
                    <a:pt x="26" y="68"/>
                  </a:lnTo>
                  <a:lnTo>
                    <a:pt x="26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30" y="70"/>
                  </a:lnTo>
                  <a:lnTo>
                    <a:pt x="30" y="70"/>
                  </a:lnTo>
                  <a:lnTo>
                    <a:pt x="34" y="68"/>
                  </a:lnTo>
                  <a:lnTo>
                    <a:pt x="34" y="68"/>
                  </a:lnTo>
                  <a:lnTo>
                    <a:pt x="36" y="68"/>
                  </a:lnTo>
                  <a:lnTo>
                    <a:pt x="40" y="72"/>
                  </a:lnTo>
                  <a:lnTo>
                    <a:pt x="42" y="72"/>
                  </a:lnTo>
                  <a:lnTo>
                    <a:pt x="42" y="74"/>
                  </a:lnTo>
                  <a:lnTo>
                    <a:pt x="42" y="74"/>
                  </a:lnTo>
                  <a:lnTo>
                    <a:pt x="42" y="74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44" y="72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8" y="66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3" y="66"/>
                  </a:lnTo>
                  <a:lnTo>
                    <a:pt x="53" y="66"/>
                  </a:lnTo>
                  <a:lnTo>
                    <a:pt x="55" y="64"/>
                  </a:lnTo>
                  <a:lnTo>
                    <a:pt x="57" y="64"/>
                  </a:lnTo>
                  <a:lnTo>
                    <a:pt x="57" y="63"/>
                  </a:lnTo>
                  <a:lnTo>
                    <a:pt x="57" y="63"/>
                  </a:lnTo>
                  <a:lnTo>
                    <a:pt x="57" y="63"/>
                  </a:lnTo>
                  <a:lnTo>
                    <a:pt x="59" y="61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7"/>
                  </a:lnTo>
                  <a:lnTo>
                    <a:pt x="61" y="57"/>
                  </a:lnTo>
                  <a:lnTo>
                    <a:pt x="61" y="57"/>
                  </a:lnTo>
                  <a:lnTo>
                    <a:pt x="61" y="57"/>
                  </a:lnTo>
                  <a:lnTo>
                    <a:pt x="61" y="57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3" y="53"/>
                  </a:lnTo>
                  <a:lnTo>
                    <a:pt x="65" y="51"/>
                  </a:lnTo>
                  <a:lnTo>
                    <a:pt x="65" y="51"/>
                  </a:lnTo>
                  <a:lnTo>
                    <a:pt x="65" y="49"/>
                  </a:lnTo>
                  <a:lnTo>
                    <a:pt x="65" y="49"/>
                  </a:lnTo>
                  <a:lnTo>
                    <a:pt x="63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5"/>
                  </a:lnTo>
                  <a:lnTo>
                    <a:pt x="63" y="45"/>
                  </a:lnTo>
                  <a:lnTo>
                    <a:pt x="63" y="43"/>
                  </a:lnTo>
                  <a:lnTo>
                    <a:pt x="63" y="43"/>
                  </a:lnTo>
                  <a:lnTo>
                    <a:pt x="63" y="43"/>
                  </a:lnTo>
                  <a:lnTo>
                    <a:pt x="63" y="41"/>
                  </a:lnTo>
                  <a:lnTo>
                    <a:pt x="63" y="41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7" y="39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1"/>
                  </a:lnTo>
                  <a:lnTo>
                    <a:pt x="65" y="31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7" y="29"/>
                  </a:lnTo>
                  <a:lnTo>
                    <a:pt x="67" y="27"/>
                  </a:lnTo>
                  <a:lnTo>
                    <a:pt x="67" y="27"/>
                  </a:lnTo>
                  <a:lnTo>
                    <a:pt x="67" y="23"/>
                  </a:lnTo>
                  <a:lnTo>
                    <a:pt x="67" y="23"/>
                  </a:lnTo>
                  <a:lnTo>
                    <a:pt x="65" y="23"/>
                  </a:lnTo>
                  <a:lnTo>
                    <a:pt x="65" y="23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3" y="19"/>
                  </a:lnTo>
                  <a:lnTo>
                    <a:pt x="63" y="19"/>
                  </a:lnTo>
                  <a:lnTo>
                    <a:pt x="63" y="19"/>
                  </a:lnTo>
                  <a:lnTo>
                    <a:pt x="63" y="17"/>
                  </a:lnTo>
                  <a:lnTo>
                    <a:pt x="63" y="17"/>
                  </a:lnTo>
                  <a:lnTo>
                    <a:pt x="65" y="17"/>
                  </a:lnTo>
                  <a:lnTo>
                    <a:pt x="65" y="15"/>
                  </a:lnTo>
                  <a:lnTo>
                    <a:pt x="67" y="15"/>
                  </a:lnTo>
                  <a:lnTo>
                    <a:pt x="67" y="15"/>
                  </a:lnTo>
                  <a:lnTo>
                    <a:pt x="67" y="13"/>
                  </a:lnTo>
                  <a:lnTo>
                    <a:pt x="67" y="13"/>
                  </a:lnTo>
                  <a:lnTo>
                    <a:pt x="71" y="11"/>
                  </a:lnTo>
                  <a:lnTo>
                    <a:pt x="71" y="11"/>
                  </a:lnTo>
                  <a:lnTo>
                    <a:pt x="71" y="9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81" y="0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1323975" y="3556000"/>
              <a:ext cx="95250" cy="98425"/>
            </a:xfrm>
            <a:custGeom>
              <a:avLst/>
              <a:gdLst>
                <a:gd name="T0" fmla="*/ 85 w 120"/>
                <a:gd name="T1" fmla="*/ 0 h 123"/>
                <a:gd name="T2" fmla="*/ 89 w 120"/>
                <a:gd name="T3" fmla="*/ 8 h 123"/>
                <a:gd name="T4" fmla="*/ 91 w 120"/>
                <a:gd name="T5" fmla="*/ 15 h 123"/>
                <a:gd name="T6" fmla="*/ 104 w 120"/>
                <a:gd name="T7" fmla="*/ 35 h 123"/>
                <a:gd name="T8" fmla="*/ 118 w 120"/>
                <a:gd name="T9" fmla="*/ 55 h 123"/>
                <a:gd name="T10" fmla="*/ 104 w 120"/>
                <a:gd name="T11" fmla="*/ 61 h 123"/>
                <a:gd name="T12" fmla="*/ 100 w 120"/>
                <a:gd name="T13" fmla="*/ 61 h 123"/>
                <a:gd name="T14" fmla="*/ 98 w 120"/>
                <a:gd name="T15" fmla="*/ 65 h 123"/>
                <a:gd name="T16" fmla="*/ 100 w 120"/>
                <a:gd name="T17" fmla="*/ 68 h 123"/>
                <a:gd name="T18" fmla="*/ 89 w 120"/>
                <a:gd name="T19" fmla="*/ 74 h 123"/>
                <a:gd name="T20" fmla="*/ 85 w 120"/>
                <a:gd name="T21" fmla="*/ 80 h 123"/>
                <a:gd name="T22" fmla="*/ 77 w 120"/>
                <a:gd name="T23" fmla="*/ 82 h 123"/>
                <a:gd name="T24" fmla="*/ 79 w 120"/>
                <a:gd name="T25" fmla="*/ 90 h 123"/>
                <a:gd name="T26" fmla="*/ 81 w 120"/>
                <a:gd name="T27" fmla="*/ 86 h 123"/>
                <a:gd name="T28" fmla="*/ 83 w 120"/>
                <a:gd name="T29" fmla="*/ 90 h 123"/>
                <a:gd name="T30" fmla="*/ 85 w 120"/>
                <a:gd name="T31" fmla="*/ 86 h 123"/>
                <a:gd name="T32" fmla="*/ 89 w 120"/>
                <a:gd name="T33" fmla="*/ 86 h 123"/>
                <a:gd name="T34" fmla="*/ 89 w 120"/>
                <a:gd name="T35" fmla="*/ 92 h 123"/>
                <a:gd name="T36" fmla="*/ 89 w 120"/>
                <a:gd name="T37" fmla="*/ 100 h 123"/>
                <a:gd name="T38" fmla="*/ 87 w 120"/>
                <a:gd name="T39" fmla="*/ 102 h 123"/>
                <a:gd name="T40" fmla="*/ 81 w 120"/>
                <a:gd name="T41" fmla="*/ 106 h 123"/>
                <a:gd name="T42" fmla="*/ 83 w 120"/>
                <a:gd name="T43" fmla="*/ 106 h 123"/>
                <a:gd name="T44" fmla="*/ 83 w 120"/>
                <a:gd name="T45" fmla="*/ 110 h 123"/>
                <a:gd name="T46" fmla="*/ 73 w 120"/>
                <a:gd name="T47" fmla="*/ 110 h 123"/>
                <a:gd name="T48" fmla="*/ 71 w 120"/>
                <a:gd name="T49" fmla="*/ 118 h 123"/>
                <a:gd name="T50" fmla="*/ 69 w 120"/>
                <a:gd name="T51" fmla="*/ 120 h 123"/>
                <a:gd name="T52" fmla="*/ 69 w 120"/>
                <a:gd name="T53" fmla="*/ 116 h 123"/>
                <a:gd name="T54" fmla="*/ 69 w 120"/>
                <a:gd name="T55" fmla="*/ 114 h 123"/>
                <a:gd name="T56" fmla="*/ 67 w 120"/>
                <a:gd name="T57" fmla="*/ 118 h 123"/>
                <a:gd name="T58" fmla="*/ 57 w 120"/>
                <a:gd name="T59" fmla="*/ 112 h 123"/>
                <a:gd name="T60" fmla="*/ 53 w 120"/>
                <a:gd name="T61" fmla="*/ 110 h 123"/>
                <a:gd name="T62" fmla="*/ 49 w 120"/>
                <a:gd name="T63" fmla="*/ 116 h 123"/>
                <a:gd name="T64" fmla="*/ 40 w 120"/>
                <a:gd name="T65" fmla="*/ 123 h 123"/>
                <a:gd name="T66" fmla="*/ 28 w 120"/>
                <a:gd name="T67" fmla="*/ 120 h 123"/>
                <a:gd name="T68" fmla="*/ 22 w 120"/>
                <a:gd name="T69" fmla="*/ 116 h 123"/>
                <a:gd name="T70" fmla="*/ 10 w 120"/>
                <a:gd name="T71" fmla="*/ 100 h 123"/>
                <a:gd name="T72" fmla="*/ 12 w 120"/>
                <a:gd name="T73" fmla="*/ 94 h 123"/>
                <a:gd name="T74" fmla="*/ 8 w 120"/>
                <a:gd name="T75" fmla="*/ 86 h 123"/>
                <a:gd name="T76" fmla="*/ 8 w 120"/>
                <a:gd name="T77" fmla="*/ 78 h 123"/>
                <a:gd name="T78" fmla="*/ 4 w 120"/>
                <a:gd name="T79" fmla="*/ 84 h 123"/>
                <a:gd name="T80" fmla="*/ 2 w 120"/>
                <a:gd name="T81" fmla="*/ 82 h 123"/>
                <a:gd name="T82" fmla="*/ 2 w 120"/>
                <a:gd name="T83" fmla="*/ 76 h 123"/>
                <a:gd name="T84" fmla="*/ 8 w 120"/>
                <a:gd name="T85" fmla="*/ 67 h 123"/>
                <a:gd name="T86" fmla="*/ 12 w 120"/>
                <a:gd name="T87" fmla="*/ 65 h 123"/>
                <a:gd name="T88" fmla="*/ 16 w 120"/>
                <a:gd name="T89" fmla="*/ 57 h 123"/>
                <a:gd name="T90" fmla="*/ 26 w 120"/>
                <a:gd name="T91" fmla="*/ 53 h 123"/>
                <a:gd name="T92" fmla="*/ 22 w 120"/>
                <a:gd name="T93" fmla="*/ 47 h 123"/>
                <a:gd name="T94" fmla="*/ 16 w 120"/>
                <a:gd name="T95" fmla="*/ 41 h 123"/>
                <a:gd name="T96" fmla="*/ 14 w 120"/>
                <a:gd name="T97" fmla="*/ 33 h 123"/>
                <a:gd name="T98" fmla="*/ 14 w 120"/>
                <a:gd name="T99" fmla="*/ 25 h 123"/>
                <a:gd name="T100" fmla="*/ 18 w 120"/>
                <a:gd name="T101" fmla="*/ 25 h 123"/>
                <a:gd name="T102" fmla="*/ 24 w 120"/>
                <a:gd name="T103" fmla="*/ 19 h 123"/>
                <a:gd name="T104" fmla="*/ 26 w 120"/>
                <a:gd name="T105" fmla="*/ 14 h 123"/>
                <a:gd name="T106" fmla="*/ 32 w 120"/>
                <a:gd name="T107" fmla="*/ 8 h 123"/>
                <a:gd name="T108" fmla="*/ 49 w 120"/>
                <a:gd name="T109" fmla="*/ 4 h 123"/>
                <a:gd name="T110" fmla="*/ 53 w 120"/>
                <a:gd name="T111" fmla="*/ 6 h 123"/>
                <a:gd name="T112" fmla="*/ 61 w 120"/>
                <a:gd name="T113" fmla="*/ 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0" h="123">
                  <a:moveTo>
                    <a:pt x="81" y="0"/>
                  </a:move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9" y="4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10"/>
                  </a:lnTo>
                  <a:lnTo>
                    <a:pt x="89" y="10"/>
                  </a:lnTo>
                  <a:lnTo>
                    <a:pt x="89" y="12"/>
                  </a:lnTo>
                  <a:lnTo>
                    <a:pt x="89" y="12"/>
                  </a:lnTo>
                  <a:lnTo>
                    <a:pt x="89" y="14"/>
                  </a:lnTo>
                  <a:lnTo>
                    <a:pt x="89" y="14"/>
                  </a:lnTo>
                  <a:lnTo>
                    <a:pt x="91" y="15"/>
                  </a:lnTo>
                  <a:lnTo>
                    <a:pt x="91" y="15"/>
                  </a:lnTo>
                  <a:lnTo>
                    <a:pt x="104" y="21"/>
                  </a:lnTo>
                  <a:lnTo>
                    <a:pt x="104" y="23"/>
                  </a:lnTo>
                  <a:lnTo>
                    <a:pt x="106" y="25"/>
                  </a:lnTo>
                  <a:lnTo>
                    <a:pt x="106" y="27"/>
                  </a:lnTo>
                  <a:lnTo>
                    <a:pt x="104" y="31"/>
                  </a:lnTo>
                  <a:lnTo>
                    <a:pt x="106" y="31"/>
                  </a:lnTo>
                  <a:lnTo>
                    <a:pt x="104" y="33"/>
                  </a:lnTo>
                  <a:lnTo>
                    <a:pt x="104" y="35"/>
                  </a:lnTo>
                  <a:lnTo>
                    <a:pt x="106" y="37"/>
                  </a:lnTo>
                  <a:lnTo>
                    <a:pt x="106" y="39"/>
                  </a:lnTo>
                  <a:lnTo>
                    <a:pt x="112" y="45"/>
                  </a:lnTo>
                  <a:lnTo>
                    <a:pt x="116" y="51"/>
                  </a:lnTo>
                  <a:lnTo>
                    <a:pt x="118" y="53"/>
                  </a:lnTo>
                  <a:lnTo>
                    <a:pt x="120" y="53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14" y="57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8" y="61"/>
                  </a:lnTo>
                  <a:lnTo>
                    <a:pt x="108" y="61"/>
                  </a:lnTo>
                  <a:lnTo>
                    <a:pt x="106" y="59"/>
                  </a:lnTo>
                  <a:lnTo>
                    <a:pt x="104" y="61"/>
                  </a:lnTo>
                  <a:lnTo>
                    <a:pt x="104" y="61"/>
                  </a:lnTo>
                  <a:lnTo>
                    <a:pt x="104" y="61"/>
                  </a:lnTo>
                  <a:lnTo>
                    <a:pt x="104" y="63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0" y="61"/>
                  </a:lnTo>
                  <a:lnTo>
                    <a:pt x="100" y="63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5"/>
                  </a:lnTo>
                  <a:lnTo>
                    <a:pt x="100" y="65"/>
                  </a:lnTo>
                  <a:lnTo>
                    <a:pt x="100" y="67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98" y="67"/>
                  </a:lnTo>
                  <a:lnTo>
                    <a:pt x="100" y="67"/>
                  </a:lnTo>
                  <a:lnTo>
                    <a:pt x="100" y="68"/>
                  </a:lnTo>
                  <a:lnTo>
                    <a:pt x="100" y="68"/>
                  </a:lnTo>
                  <a:lnTo>
                    <a:pt x="100" y="70"/>
                  </a:lnTo>
                  <a:lnTo>
                    <a:pt x="98" y="70"/>
                  </a:lnTo>
                  <a:lnTo>
                    <a:pt x="98" y="70"/>
                  </a:lnTo>
                  <a:lnTo>
                    <a:pt x="96" y="70"/>
                  </a:lnTo>
                  <a:lnTo>
                    <a:pt x="95" y="70"/>
                  </a:lnTo>
                  <a:lnTo>
                    <a:pt x="93" y="70"/>
                  </a:lnTo>
                  <a:lnTo>
                    <a:pt x="91" y="74"/>
                  </a:lnTo>
                  <a:lnTo>
                    <a:pt x="89" y="74"/>
                  </a:lnTo>
                  <a:lnTo>
                    <a:pt x="89" y="74"/>
                  </a:lnTo>
                  <a:lnTo>
                    <a:pt x="89" y="76"/>
                  </a:lnTo>
                  <a:lnTo>
                    <a:pt x="89" y="76"/>
                  </a:lnTo>
                  <a:lnTo>
                    <a:pt x="89" y="76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85" y="78"/>
                  </a:lnTo>
                  <a:lnTo>
                    <a:pt x="85" y="80"/>
                  </a:lnTo>
                  <a:lnTo>
                    <a:pt x="85" y="80"/>
                  </a:lnTo>
                  <a:lnTo>
                    <a:pt x="85" y="80"/>
                  </a:lnTo>
                  <a:lnTo>
                    <a:pt x="83" y="80"/>
                  </a:lnTo>
                  <a:lnTo>
                    <a:pt x="83" y="80"/>
                  </a:lnTo>
                  <a:lnTo>
                    <a:pt x="77" y="80"/>
                  </a:lnTo>
                  <a:lnTo>
                    <a:pt x="77" y="80"/>
                  </a:lnTo>
                  <a:lnTo>
                    <a:pt x="77" y="80"/>
                  </a:lnTo>
                  <a:lnTo>
                    <a:pt x="77" y="80"/>
                  </a:lnTo>
                  <a:lnTo>
                    <a:pt x="77" y="82"/>
                  </a:lnTo>
                  <a:lnTo>
                    <a:pt x="77" y="82"/>
                  </a:lnTo>
                  <a:lnTo>
                    <a:pt x="77" y="84"/>
                  </a:lnTo>
                  <a:lnTo>
                    <a:pt x="77" y="84"/>
                  </a:lnTo>
                  <a:lnTo>
                    <a:pt x="77" y="84"/>
                  </a:lnTo>
                  <a:lnTo>
                    <a:pt x="77" y="86"/>
                  </a:lnTo>
                  <a:lnTo>
                    <a:pt x="75" y="86"/>
                  </a:lnTo>
                  <a:lnTo>
                    <a:pt x="75" y="88"/>
                  </a:lnTo>
                  <a:lnTo>
                    <a:pt x="75" y="88"/>
                  </a:lnTo>
                  <a:lnTo>
                    <a:pt x="77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9" y="88"/>
                  </a:lnTo>
                  <a:lnTo>
                    <a:pt x="81" y="88"/>
                  </a:lnTo>
                  <a:lnTo>
                    <a:pt x="81" y="88"/>
                  </a:lnTo>
                  <a:lnTo>
                    <a:pt x="81" y="88"/>
                  </a:lnTo>
                  <a:lnTo>
                    <a:pt x="81" y="86"/>
                  </a:lnTo>
                  <a:lnTo>
                    <a:pt x="81" y="86"/>
                  </a:lnTo>
                  <a:lnTo>
                    <a:pt x="81" y="86"/>
                  </a:lnTo>
                  <a:lnTo>
                    <a:pt x="81" y="86"/>
                  </a:lnTo>
                  <a:lnTo>
                    <a:pt x="81" y="86"/>
                  </a:lnTo>
                  <a:lnTo>
                    <a:pt x="81" y="86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3" y="88"/>
                  </a:lnTo>
                  <a:lnTo>
                    <a:pt x="83" y="88"/>
                  </a:lnTo>
                  <a:lnTo>
                    <a:pt x="83" y="88"/>
                  </a:lnTo>
                  <a:lnTo>
                    <a:pt x="83" y="88"/>
                  </a:lnTo>
                  <a:lnTo>
                    <a:pt x="83" y="90"/>
                  </a:lnTo>
                  <a:lnTo>
                    <a:pt x="83" y="90"/>
                  </a:lnTo>
                  <a:lnTo>
                    <a:pt x="85" y="90"/>
                  </a:lnTo>
                  <a:lnTo>
                    <a:pt x="85" y="88"/>
                  </a:lnTo>
                  <a:lnTo>
                    <a:pt x="85" y="88"/>
                  </a:lnTo>
                  <a:lnTo>
                    <a:pt x="85" y="88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5" y="86"/>
                  </a:lnTo>
                  <a:lnTo>
                    <a:pt x="85" y="84"/>
                  </a:lnTo>
                  <a:lnTo>
                    <a:pt x="85" y="84"/>
                  </a:lnTo>
                  <a:lnTo>
                    <a:pt x="85" y="84"/>
                  </a:lnTo>
                  <a:lnTo>
                    <a:pt x="87" y="84"/>
                  </a:lnTo>
                  <a:lnTo>
                    <a:pt x="87" y="84"/>
                  </a:lnTo>
                  <a:lnTo>
                    <a:pt x="87" y="84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9" y="86"/>
                  </a:lnTo>
                  <a:lnTo>
                    <a:pt x="89" y="88"/>
                  </a:lnTo>
                  <a:lnTo>
                    <a:pt x="91" y="88"/>
                  </a:lnTo>
                  <a:lnTo>
                    <a:pt x="91" y="88"/>
                  </a:lnTo>
                  <a:lnTo>
                    <a:pt x="89" y="88"/>
                  </a:lnTo>
                  <a:lnTo>
                    <a:pt x="89" y="90"/>
                  </a:lnTo>
                  <a:lnTo>
                    <a:pt x="89" y="90"/>
                  </a:lnTo>
                  <a:lnTo>
                    <a:pt x="89" y="90"/>
                  </a:lnTo>
                  <a:lnTo>
                    <a:pt x="89" y="90"/>
                  </a:lnTo>
                  <a:lnTo>
                    <a:pt x="89" y="92"/>
                  </a:lnTo>
                  <a:lnTo>
                    <a:pt x="89" y="92"/>
                  </a:lnTo>
                  <a:lnTo>
                    <a:pt x="91" y="94"/>
                  </a:lnTo>
                  <a:lnTo>
                    <a:pt x="89" y="96"/>
                  </a:lnTo>
                  <a:lnTo>
                    <a:pt x="89" y="98"/>
                  </a:lnTo>
                  <a:lnTo>
                    <a:pt x="89" y="98"/>
                  </a:lnTo>
                  <a:lnTo>
                    <a:pt x="89" y="100"/>
                  </a:lnTo>
                  <a:lnTo>
                    <a:pt x="89" y="100"/>
                  </a:lnTo>
                  <a:lnTo>
                    <a:pt x="89" y="100"/>
                  </a:lnTo>
                  <a:lnTo>
                    <a:pt x="89" y="100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4"/>
                  </a:lnTo>
                  <a:lnTo>
                    <a:pt x="81" y="104"/>
                  </a:lnTo>
                  <a:lnTo>
                    <a:pt x="81" y="104"/>
                  </a:lnTo>
                  <a:lnTo>
                    <a:pt x="81" y="104"/>
                  </a:lnTo>
                  <a:lnTo>
                    <a:pt x="81" y="106"/>
                  </a:lnTo>
                  <a:lnTo>
                    <a:pt x="81" y="106"/>
                  </a:lnTo>
                  <a:lnTo>
                    <a:pt x="81" y="106"/>
                  </a:lnTo>
                  <a:lnTo>
                    <a:pt x="81" y="106"/>
                  </a:lnTo>
                  <a:lnTo>
                    <a:pt x="81" y="106"/>
                  </a:lnTo>
                  <a:lnTo>
                    <a:pt x="81" y="106"/>
                  </a:lnTo>
                  <a:lnTo>
                    <a:pt x="81" y="104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83" y="108"/>
                  </a:lnTo>
                  <a:lnTo>
                    <a:pt x="83" y="108"/>
                  </a:lnTo>
                  <a:lnTo>
                    <a:pt x="83" y="108"/>
                  </a:lnTo>
                  <a:lnTo>
                    <a:pt x="83" y="108"/>
                  </a:lnTo>
                  <a:lnTo>
                    <a:pt x="85" y="108"/>
                  </a:lnTo>
                  <a:lnTo>
                    <a:pt x="85" y="108"/>
                  </a:lnTo>
                  <a:lnTo>
                    <a:pt x="85" y="108"/>
                  </a:lnTo>
                  <a:lnTo>
                    <a:pt x="83" y="110"/>
                  </a:lnTo>
                  <a:lnTo>
                    <a:pt x="83" y="110"/>
                  </a:lnTo>
                  <a:lnTo>
                    <a:pt x="83" y="110"/>
                  </a:lnTo>
                  <a:lnTo>
                    <a:pt x="81" y="112"/>
                  </a:lnTo>
                  <a:lnTo>
                    <a:pt x="81" y="112"/>
                  </a:lnTo>
                  <a:lnTo>
                    <a:pt x="81" y="112"/>
                  </a:lnTo>
                  <a:lnTo>
                    <a:pt x="79" y="112"/>
                  </a:lnTo>
                  <a:lnTo>
                    <a:pt x="75" y="110"/>
                  </a:lnTo>
                  <a:lnTo>
                    <a:pt x="73" y="110"/>
                  </a:lnTo>
                  <a:lnTo>
                    <a:pt x="73" y="110"/>
                  </a:lnTo>
                  <a:lnTo>
                    <a:pt x="73" y="110"/>
                  </a:lnTo>
                  <a:lnTo>
                    <a:pt x="71" y="110"/>
                  </a:lnTo>
                  <a:lnTo>
                    <a:pt x="71" y="110"/>
                  </a:lnTo>
                  <a:lnTo>
                    <a:pt x="71" y="112"/>
                  </a:lnTo>
                  <a:lnTo>
                    <a:pt x="71" y="112"/>
                  </a:lnTo>
                  <a:lnTo>
                    <a:pt x="71" y="114"/>
                  </a:lnTo>
                  <a:lnTo>
                    <a:pt x="71" y="116"/>
                  </a:lnTo>
                  <a:lnTo>
                    <a:pt x="71" y="118"/>
                  </a:lnTo>
                  <a:lnTo>
                    <a:pt x="71" y="118"/>
                  </a:lnTo>
                  <a:lnTo>
                    <a:pt x="71" y="118"/>
                  </a:lnTo>
                  <a:lnTo>
                    <a:pt x="71" y="118"/>
                  </a:lnTo>
                  <a:lnTo>
                    <a:pt x="71" y="120"/>
                  </a:lnTo>
                  <a:lnTo>
                    <a:pt x="71" y="120"/>
                  </a:lnTo>
                  <a:lnTo>
                    <a:pt x="71" y="120"/>
                  </a:lnTo>
                  <a:lnTo>
                    <a:pt x="71" y="120"/>
                  </a:lnTo>
                  <a:lnTo>
                    <a:pt x="71" y="120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69" y="118"/>
                  </a:lnTo>
                  <a:lnTo>
                    <a:pt x="69" y="118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69" y="116"/>
                  </a:lnTo>
                  <a:lnTo>
                    <a:pt x="69" y="116"/>
                  </a:lnTo>
                  <a:lnTo>
                    <a:pt x="69" y="116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9" y="112"/>
                  </a:lnTo>
                  <a:lnTo>
                    <a:pt x="69" y="112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7" y="116"/>
                  </a:lnTo>
                  <a:lnTo>
                    <a:pt x="67" y="116"/>
                  </a:lnTo>
                  <a:lnTo>
                    <a:pt x="67" y="116"/>
                  </a:lnTo>
                  <a:lnTo>
                    <a:pt x="67" y="116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55" y="108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53" y="110"/>
                  </a:lnTo>
                  <a:lnTo>
                    <a:pt x="53" y="112"/>
                  </a:lnTo>
                  <a:lnTo>
                    <a:pt x="53" y="112"/>
                  </a:lnTo>
                  <a:lnTo>
                    <a:pt x="51" y="112"/>
                  </a:lnTo>
                  <a:lnTo>
                    <a:pt x="51" y="112"/>
                  </a:lnTo>
                  <a:lnTo>
                    <a:pt x="51" y="114"/>
                  </a:lnTo>
                  <a:lnTo>
                    <a:pt x="51" y="114"/>
                  </a:lnTo>
                  <a:lnTo>
                    <a:pt x="51" y="114"/>
                  </a:lnTo>
                  <a:lnTo>
                    <a:pt x="51" y="116"/>
                  </a:lnTo>
                  <a:lnTo>
                    <a:pt x="49" y="116"/>
                  </a:lnTo>
                  <a:lnTo>
                    <a:pt x="49" y="118"/>
                  </a:lnTo>
                  <a:lnTo>
                    <a:pt x="49" y="118"/>
                  </a:lnTo>
                  <a:lnTo>
                    <a:pt x="49" y="118"/>
                  </a:lnTo>
                  <a:lnTo>
                    <a:pt x="49" y="118"/>
                  </a:lnTo>
                  <a:lnTo>
                    <a:pt x="47" y="120"/>
                  </a:lnTo>
                  <a:lnTo>
                    <a:pt x="46" y="120"/>
                  </a:lnTo>
                  <a:lnTo>
                    <a:pt x="42" y="122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2"/>
                  </a:lnTo>
                  <a:lnTo>
                    <a:pt x="38" y="122"/>
                  </a:lnTo>
                  <a:lnTo>
                    <a:pt x="36" y="120"/>
                  </a:lnTo>
                  <a:lnTo>
                    <a:pt x="36" y="118"/>
                  </a:lnTo>
                  <a:lnTo>
                    <a:pt x="34" y="118"/>
                  </a:lnTo>
                  <a:lnTo>
                    <a:pt x="32" y="118"/>
                  </a:lnTo>
                  <a:lnTo>
                    <a:pt x="32" y="118"/>
                  </a:lnTo>
                  <a:lnTo>
                    <a:pt x="30" y="118"/>
                  </a:lnTo>
                  <a:lnTo>
                    <a:pt x="28" y="120"/>
                  </a:lnTo>
                  <a:lnTo>
                    <a:pt x="26" y="120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16"/>
                  </a:lnTo>
                  <a:lnTo>
                    <a:pt x="22" y="116"/>
                  </a:lnTo>
                  <a:lnTo>
                    <a:pt x="20" y="114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8" y="112"/>
                  </a:lnTo>
                  <a:lnTo>
                    <a:pt x="14" y="108"/>
                  </a:lnTo>
                  <a:lnTo>
                    <a:pt x="10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2" y="96"/>
                  </a:lnTo>
                  <a:lnTo>
                    <a:pt x="12" y="96"/>
                  </a:lnTo>
                  <a:lnTo>
                    <a:pt x="12" y="96"/>
                  </a:lnTo>
                  <a:lnTo>
                    <a:pt x="12" y="94"/>
                  </a:lnTo>
                  <a:lnTo>
                    <a:pt x="12" y="94"/>
                  </a:lnTo>
                  <a:lnTo>
                    <a:pt x="12" y="94"/>
                  </a:lnTo>
                  <a:lnTo>
                    <a:pt x="12" y="92"/>
                  </a:lnTo>
                  <a:lnTo>
                    <a:pt x="10" y="92"/>
                  </a:lnTo>
                  <a:lnTo>
                    <a:pt x="10" y="88"/>
                  </a:lnTo>
                  <a:lnTo>
                    <a:pt x="8" y="88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6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84"/>
                  </a:lnTo>
                  <a:lnTo>
                    <a:pt x="2" y="84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0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2" y="74"/>
                  </a:lnTo>
                  <a:lnTo>
                    <a:pt x="2" y="74"/>
                  </a:lnTo>
                  <a:lnTo>
                    <a:pt x="2" y="72"/>
                  </a:lnTo>
                  <a:lnTo>
                    <a:pt x="2" y="72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6" y="67"/>
                  </a:lnTo>
                  <a:lnTo>
                    <a:pt x="8" y="67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1"/>
                  </a:lnTo>
                  <a:lnTo>
                    <a:pt x="14" y="59"/>
                  </a:lnTo>
                  <a:lnTo>
                    <a:pt x="16" y="57"/>
                  </a:lnTo>
                  <a:lnTo>
                    <a:pt x="18" y="55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4" y="55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4" y="49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0" y="45"/>
                  </a:lnTo>
                  <a:lnTo>
                    <a:pt x="20" y="45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6" y="37"/>
                  </a:lnTo>
                  <a:lnTo>
                    <a:pt x="16" y="35"/>
                  </a:lnTo>
                  <a:lnTo>
                    <a:pt x="16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6" y="25"/>
                  </a:lnTo>
                  <a:lnTo>
                    <a:pt x="16" y="25"/>
                  </a:lnTo>
                  <a:lnTo>
                    <a:pt x="16" y="25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8" y="23"/>
                  </a:lnTo>
                  <a:lnTo>
                    <a:pt x="18" y="2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4" y="21"/>
                  </a:lnTo>
                  <a:lnTo>
                    <a:pt x="24" y="19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8" y="12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2" y="6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40" y="4"/>
                  </a:lnTo>
                  <a:lnTo>
                    <a:pt x="44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1" y="4"/>
                  </a:lnTo>
                  <a:lnTo>
                    <a:pt x="53" y="4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7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59" y="6"/>
                  </a:lnTo>
                  <a:lnTo>
                    <a:pt x="59" y="4"/>
                  </a:lnTo>
                  <a:lnTo>
                    <a:pt x="61" y="4"/>
                  </a:lnTo>
                  <a:lnTo>
                    <a:pt x="71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9"/>
            <p:cNvSpPr>
              <a:spLocks noEditPoints="1"/>
            </p:cNvSpPr>
            <p:nvPr/>
          </p:nvSpPr>
          <p:spPr bwMode="auto">
            <a:xfrm>
              <a:off x="1423988" y="3727450"/>
              <a:ext cx="384175" cy="292100"/>
            </a:xfrm>
            <a:custGeom>
              <a:avLst/>
              <a:gdLst>
                <a:gd name="T0" fmla="*/ 145 w 484"/>
                <a:gd name="T1" fmla="*/ 6 h 369"/>
                <a:gd name="T2" fmla="*/ 157 w 484"/>
                <a:gd name="T3" fmla="*/ 10 h 369"/>
                <a:gd name="T4" fmla="*/ 151 w 484"/>
                <a:gd name="T5" fmla="*/ 17 h 369"/>
                <a:gd name="T6" fmla="*/ 159 w 484"/>
                <a:gd name="T7" fmla="*/ 31 h 369"/>
                <a:gd name="T8" fmla="*/ 172 w 484"/>
                <a:gd name="T9" fmla="*/ 59 h 369"/>
                <a:gd name="T10" fmla="*/ 192 w 484"/>
                <a:gd name="T11" fmla="*/ 94 h 369"/>
                <a:gd name="T12" fmla="*/ 216 w 484"/>
                <a:gd name="T13" fmla="*/ 116 h 369"/>
                <a:gd name="T14" fmla="*/ 220 w 484"/>
                <a:gd name="T15" fmla="*/ 147 h 369"/>
                <a:gd name="T16" fmla="*/ 225 w 484"/>
                <a:gd name="T17" fmla="*/ 155 h 369"/>
                <a:gd name="T18" fmla="*/ 223 w 484"/>
                <a:gd name="T19" fmla="*/ 155 h 369"/>
                <a:gd name="T20" fmla="*/ 227 w 484"/>
                <a:gd name="T21" fmla="*/ 165 h 369"/>
                <a:gd name="T22" fmla="*/ 227 w 484"/>
                <a:gd name="T23" fmla="*/ 173 h 369"/>
                <a:gd name="T24" fmla="*/ 233 w 484"/>
                <a:gd name="T25" fmla="*/ 186 h 369"/>
                <a:gd name="T26" fmla="*/ 243 w 484"/>
                <a:gd name="T27" fmla="*/ 186 h 369"/>
                <a:gd name="T28" fmla="*/ 255 w 484"/>
                <a:gd name="T29" fmla="*/ 171 h 369"/>
                <a:gd name="T30" fmla="*/ 269 w 484"/>
                <a:gd name="T31" fmla="*/ 182 h 369"/>
                <a:gd name="T32" fmla="*/ 267 w 484"/>
                <a:gd name="T33" fmla="*/ 200 h 369"/>
                <a:gd name="T34" fmla="*/ 257 w 484"/>
                <a:gd name="T35" fmla="*/ 212 h 369"/>
                <a:gd name="T36" fmla="*/ 263 w 484"/>
                <a:gd name="T37" fmla="*/ 212 h 369"/>
                <a:gd name="T38" fmla="*/ 269 w 484"/>
                <a:gd name="T39" fmla="*/ 228 h 369"/>
                <a:gd name="T40" fmla="*/ 267 w 484"/>
                <a:gd name="T41" fmla="*/ 241 h 369"/>
                <a:gd name="T42" fmla="*/ 273 w 484"/>
                <a:gd name="T43" fmla="*/ 257 h 369"/>
                <a:gd name="T44" fmla="*/ 276 w 484"/>
                <a:gd name="T45" fmla="*/ 247 h 369"/>
                <a:gd name="T46" fmla="*/ 288 w 484"/>
                <a:gd name="T47" fmla="*/ 263 h 369"/>
                <a:gd name="T48" fmla="*/ 306 w 484"/>
                <a:gd name="T49" fmla="*/ 255 h 369"/>
                <a:gd name="T50" fmla="*/ 316 w 484"/>
                <a:gd name="T51" fmla="*/ 249 h 369"/>
                <a:gd name="T52" fmla="*/ 331 w 484"/>
                <a:gd name="T53" fmla="*/ 259 h 369"/>
                <a:gd name="T54" fmla="*/ 347 w 484"/>
                <a:gd name="T55" fmla="*/ 263 h 369"/>
                <a:gd name="T56" fmla="*/ 359 w 484"/>
                <a:gd name="T57" fmla="*/ 247 h 369"/>
                <a:gd name="T58" fmla="*/ 376 w 484"/>
                <a:gd name="T59" fmla="*/ 231 h 369"/>
                <a:gd name="T60" fmla="*/ 382 w 484"/>
                <a:gd name="T61" fmla="*/ 222 h 369"/>
                <a:gd name="T62" fmla="*/ 400 w 484"/>
                <a:gd name="T63" fmla="*/ 220 h 369"/>
                <a:gd name="T64" fmla="*/ 420 w 484"/>
                <a:gd name="T65" fmla="*/ 226 h 369"/>
                <a:gd name="T66" fmla="*/ 433 w 484"/>
                <a:gd name="T67" fmla="*/ 243 h 369"/>
                <a:gd name="T68" fmla="*/ 420 w 484"/>
                <a:gd name="T69" fmla="*/ 253 h 369"/>
                <a:gd name="T70" fmla="*/ 429 w 484"/>
                <a:gd name="T71" fmla="*/ 279 h 369"/>
                <a:gd name="T72" fmla="*/ 459 w 484"/>
                <a:gd name="T73" fmla="*/ 310 h 369"/>
                <a:gd name="T74" fmla="*/ 484 w 484"/>
                <a:gd name="T75" fmla="*/ 334 h 369"/>
                <a:gd name="T76" fmla="*/ 394 w 484"/>
                <a:gd name="T77" fmla="*/ 355 h 369"/>
                <a:gd name="T78" fmla="*/ 363 w 484"/>
                <a:gd name="T79" fmla="*/ 355 h 369"/>
                <a:gd name="T80" fmla="*/ 339 w 484"/>
                <a:gd name="T81" fmla="*/ 322 h 369"/>
                <a:gd name="T82" fmla="*/ 314 w 484"/>
                <a:gd name="T83" fmla="*/ 308 h 369"/>
                <a:gd name="T84" fmla="*/ 278 w 484"/>
                <a:gd name="T85" fmla="*/ 312 h 369"/>
                <a:gd name="T86" fmla="*/ 253 w 484"/>
                <a:gd name="T87" fmla="*/ 296 h 369"/>
                <a:gd name="T88" fmla="*/ 220 w 484"/>
                <a:gd name="T89" fmla="*/ 312 h 369"/>
                <a:gd name="T90" fmla="*/ 163 w 484"/>
                <a:gd name="T91" fmla="*/ 273 h 369"/>
                <a:gd name="T92" fmla="*/ 145 w 484"/>
                <a:gd name="T93" fmla="*/ 306 h 369"/>
                <a:gd name="T94" fmla="*/ 139 w 484"/>
                <a:gd name="T95" fmla="*/ 273 h 369"/>
                <a:gd name="T96" fmla="*/ 120 w 484"/>
                <a:gd name="T97" fmla="*/ 233 h 369"/>
                <a:gd name="T98" fmla="*/ 94 w 484"/>
                <a:gd name="T99" fmla="*/ 218 h 369"/>
                <a:gd name="T100" fmla="*/ 72 w 484"/>
                <a:gd name="T101" fmla="*/ 212 h 369"/>
                <a:gd name="T102" fmla="*/ 45 w 484"/>
                <a:gd name="T103" fmla="*/ 190 h 369"/>
                <a:gd name="T104" fmla="*/ 23 w 484"/>
                <a:gd name="T105" fmla="*/ 190 h 369"/>
                <a:gd name="T106" fmla="*/ 21 w 484"/>
                <a:gd name="T107" fmla="*/ 159 h 369"/>
                <a:gd name="T108" fmla="*/ 51 w 484"/>
                <a:gd name="T109" fmla="*/ 129 h 369"/>
                <a:gd name="T110" fmla="*/ 53 w 484"/>
                <a:gd name="T111" fmla="*/ 118 h 369"/>
                <a:gd name="T112" fmla="*/ 69 w 484"/>
                <a:gd name="T113" fmla="*/ 106 h 369"/>
                <a:gd name="T114" fmla="*/ 86 w 484"/>
                <a:gd name="T115" fmla="*/ 96 h 369"/>
                <a:gd name="T116" fmla="*/ 92 w 484"/>
                <a:gd name="T117" fmla="*/ 82 h 369"/>
                <a:gd name="T118" fmla="*/ 98 w 484"/>
                <a:gd name="T119" fmla="*/ 59 h 369"/>
                <a:gd name="T120" fmla="*/ 110 w 484"/>
                <a:gd name="T121" fmla="*/ 47 h 369"/>
                <a:gd name="T122" fmla="*/ 125 w 484"/>
                <a:gd name="T123" fmla="*/ 19 h 369"/>
                <a:gd name="T124" fmla="*/ 123 w 484"/>
                <a:gd name="T125" fmla="*/ 8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4" h="369">
                  <a:moveTo>
                    <a:pt x="102" y="68"/>
                  </a:moveTo>
                  <a:lnTo>
                    <a:pt x="102" y="68"/>
                  </a:lnTo>
                  <a:lnTo>
                    <a:pt x="102" y="68"/>
                  </a:lnTo>
                  <a:lnTo>
                    <a:pt x="102" y="70"/>
                  </a:lnTo>
                  <a:lnTo>
                    <a:pt x="100" y="70"/>
                  </a:lnTo>
                  <a:lnTo>
                    <a:pt x="100" y="72"/>
                  </a:lnTo>
                  <a:lnTo>
                    <a:pt x="100" y="72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4" y="72"/>
                  </a:lnTo>
                  <a:lnTo>
                    <a:pt x="104" y="72"/>
                  </a:lnTo>
                  <a:lnTo>
                    <a:pt x="104" y="70"/>
                  </a:lnTo>
                  <a:lnTo>
                    <a:pt x="104" y="70"/>
                  </a:lnTo>
                  <a:lnTo>
                    <a:pt x="104" y="70"/>
                  </a:lnTo>
                  <a:lnTo>
                    <a:pt x="102" y="68"/>
                  </a:lnTo>
                  <a:lnTo>
                    <a:pt x="102" y="68"/>
                  </a:lnTo>
                  <a:close/>
                  <a:moveTo>
                    <a:pt x="137" y="0"/>
                  </a:moveTo>
                  <a:lnTo>
                    <a:pt x="139" y="2"/>
                  </a:lnTo>
                  <a:lnTo>
                    <a:pt x="139" y="4"/>
                  </a:lnTo>
                  <a:lnTo>
                    <a:pt x="139" y="4"/>
                  </a:lnTo>
                  <a:lnTo>
                    <a:pt x="139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45" y="6"/>
                  </a:lnTo>
                  <a:lnTo>
                    <a:pt x="145" y="6"/>
                  </a:lnTo>
                  <a:lnTo>
                    <a:pt x="149" y="8"/>
                  </a:lnTo>
                  <a:lnTo>
                    <a:pt x="151" y="10"/>
                  </a:lnTo>
                  <a:lnTo>
                    <a:pt x="153" y="10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0"/>
                  </a:lnTo>
                  <a:lnTo>
                    <a:pt x="155" y="10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9" y="14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9" y="17"/>
                  </a:lnTo>
                  <a:lnTo>
                    <a:pt x="159" y="17"/>
                  </a:lnTo>
                  <a:lnTo>
                    <a:pt x="159" y="17"/>
                  </a:lnTo>
                  <a:lnTo>
                    <a:pt x="157" y="17"/>
                  </a:lnTo>
                  <a:lnTo>
                    <a:pt x="157" y="17"/>
                  </a:lnTo>
                  <a:lnTo>
                    <a:pt x="157" y="17"/>
                  </a:lnTo>
                  <a:lnTo>
                    <a:pt x="155" y="15"/>
                  </a:lnTo>
                  <a:lnTo>
                    <a:pt x="155" y="17"/>
                  </a:lnTo>
                  <a:lnTo>
                    <a:pt x="155" y="17"/>
                  </a:lnTo>
                  <a:lnTo>
                    <a:pt x="155" y="17"/>
                  </a:lnTo>
                  <a:lnTo>
                    <a:pt x="155" y="17"/>
                  </a:lnTo>
                  <a:lnTo>
                    <a:pt x="153" y="17"/>
                  </a:lnTo>
                  <a:lnTo>
                    <a:pt x="153" y="17"/>
                  </a:lnTo>
                  <a:lnTo>
                    <a:pt x="153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7"/>
                  </a:lnTo>
                  <a:lnTo>
                    <a:pt x="151" y="19"/>
                  </a:lnTo>
                  <a:lnTo>
                    <a:pt x="151" y="21"/>
                  </a:lnTo>
                  <a:lnTo>
                    <a:pt x="153" y="23"/>
                  </a:lnTo>
                  <a:lnTo>
                    <a:pt x="153" y="23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5" y="25"/>
                  </a:lnTo>
                  <a:lnTo>
                    <a:pt x="155" y="25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5" y="29"/>
                  </a:lnTo>
                  <a:lnTo>
                    <a:pt x="155" y="29"/>
                  </a:lnTo>
                  <a:lnTo>
                    <a:pt x="157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61" y="31"/>
                  </a:lnTo>
                  <a:lnTo>
                    <a:pt x="161" y="31"/>
                  </a:lnTo>
                  <a:lnTo>
                    <a:pt x="161" y="31"/>
                  </a:lnTo>
                  <a:lnTo>
                    <a:pt x="161" y="33"/>
                  </a:lnTo>
                  <a:lnTo>
                    <a:pt x="161" y="33"/>
                  </a:lnTo>
                  <a:lnTo>
                    <a:pt x="161" y="33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3" y="37"/>
                  </a:lnTo>
                  <a:lnTo>
                    <a:pt x="163" y="41"/>
                  </a:lnTo>
                  <a:lnTo>
                    <a:pt x="163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5" y="39"/>
                  </a:lnTo>
                  <a:lnTo>
                    <a:pt x="165" y="39"/>
                  </a:lnTo>
                  <a:lnTo>
                    <a:pt x="165" y="39"/>
                  </a:lnTo>
                  <a:lnTo>
                    <a:pt x="167" y="37"/>
                  </a:lnTo>
                  <a:lnTo>
                    <a:pt x="171" y="37"/>
                  </a:lnTo>
                  <a:lnTo>
                    <a:pt x="171" y="39"/>
                  </a:lnTo>
                  <a:lnTo>
                    <a:pt x="172" y="51"/>
                  </a:lnTo>
                  <a:lnTo>
                    <a:pt x="172" y="53"/>
                  </a:lnTo>
                  <a:lnTo>
                    <a:pt x="172" y="53"/>
                  </a:lnTo>
                  <a:lnTo>
                    <a:pt x="172" y="59"/>
                  </a:lnTo>
                  <a:lnTo>
                    <a:pt x="172" y="59"/>
                  </a:lnTo>
                  <a:lnTo>
                    <a:pt x="172" y="59"/>
                  </a:lnTo>
                  <a:lnTo>
                    <a:pt x="172" y="61"/>
                  </a:lnTo>
                  <a:lnTo>
                    <a:pt x="172" y="61"/>
                  </a:lnTo>
                  <a:lnTo>
                    <a:pt x="172" y="61"/>
                  </a:lnTo>
                  <a:lnTo>
                    <a:pt x="172" y="63"/>
                  </a:lnTo>
                  <a:lnTo>
                    <a:pt x="176" y="67"/>
                  </a:lnTo>
                  <a:lnTo>
                    <a:pt x="178" y="68"/>
                  </a:lnTo>
                  <a:lnTo>
                    <a:pt x="178" y="70"/>
                  </a:lnTo>
                  <a:lnTo>
                    <a:pt x="180" y="78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4"/>
                  </a:lnTo>
                  <a:lnTo>
                    <a:pt x="184" y="84"/>
                  </a:lnTo>
                  <a:lnTo>
                    <a:pt x="184" y="86"/>
                  </a:lnTo>
                  <a:lnTo>
                    <a:pt x="184" y="86"/>
                  </a:lnTo>
                  <a:lnTo>
                    <a:pt x="184" y="88"/>
                  </a:lnTo>
                  <a:lnTo>
                    <a:pt x="184" y="90"/>
                  </a:lnTo>
                  <a:lnTo>
                    <a:pt x="184" y="90"/>
                  </a:lnTo>
                  <a:lnTo>
                    <a:pt x="184" y="90"/>
                  </a:lnTo>
                  <a:lnTo>
                    <a:pt x="188" y="94"/>
                  </a:lnTo>
                  <a:lnTo>
                    <a:pt x="190" y="96"/>
                  </a:lnTo>
                  <a:lnTo>
                    <a:pt x="190" y="96"/>
                  </a:lnTo>
                  <a:lnTo>
                    <a:pt x="190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202" y="100"/>
                  </a:lnTo>
                  <a:lnTo>
                    <a:pt x="202" y="102"/>
                  </a:lnTo>
                  <a:lnTo>
                    <a:pt x="202" y="102"/>
                  </a:lnTo>
                  <a:lnTo>
                    <a:pt x="202" y="104"/>
                  </a:lnTo>
                  <a:lnTo>
                    <a:pt x="202" y="106"/>
                  </a:lnTo>
                  <a:lnTo>
                    <a:pt x="202" y="106"/>
                  </a:lnTo>
                  <a:lnTo>
                    <a:pt x="202" y="106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4" y="108"/>
                  </a:lnTo>
                  <a:lnTo>
                    <a:pt x="204" y="110"/>
                  </a:lnTo>
                  <a:lnTo>
                    <a:pt x="204" y="110"/>
                  </a:lnTo>
                  <a:lnTo>
                    <a:pt x="206" y="112"/>
                  </a:lnTo>
                  <a:lnTo>
                    <a:pt x="210" y="112"/>
                  </a:lnTo>
                  <a:lnTo>
                    <a:pt x="212" y="110"/>
                  </a:lnTo>
                  <a:lnTo>
                    <a:pt x="214" y="110"/>
                  </a:lnTo>
                  <a:lnTo>
                    <a:pt x="214" y="110"/>
                  </a:lnTo>
                  <a:lnTo>
                    <a:pt x="214" y="112"/>
                  </a:lnTo>
                  <a:lnTo>
                    <a:pt x="214" y="112"/>
                  </a:lnTo>
                  <a:lnTo>
                    <a:pt x="214" y="112"/>
                  </a:lnTo>
                  <a:lnTo>
                    <a:pt x="214" y="112"/>
                  </a:lnTo>
                  <a:lnTo>
                    <a:pt x="214" y="112"/>
                  </a:lnTo>
                  <a:lnTo>
                    <a:pt x="214" y="114"/>
                  </a:lnTo>
                  <a:lnTo>
                    <a:pt x="214" y="114"/>
                  </a:lnTo>
                  <a:lnTo>
                    <a:pt x="216" y="116"/>
                  </a:lnTo>
                  <a:lnTo>
                    <a:pt x="216" y="116"/>
                  </a:lnTo>
                  <a:lnTo>
                    <a:pt x="216" y="116"/>
                  </a:lnTo>
                  <a:lnTo>
                    <a:pt x="216" y="116"/>
                  </a:lnTo>
                  <a:lnTo>
                    <a:pt x="218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6" y="120"/>
                  </a:lnTo>
                  <a:lnTo>
                    <a:pt x="216" y="120"/>
                  </a:lnTo>
                  <a:lnTo>
                    <a:pt x="216" y="121"/>
                  </a:lnTo>
                  <a:lnTo>
                    <a:pt x="216" y="121"/>
                  </a:lnTo>
                  <a:lnTo>
                    <a:pt x="216" y="123"/>
                  </a:lnTo>
                  <a:lnTo>
                    <a:pt x="216" y="125"/>
                  </a:lnTo>
                  <a:lnTo>
                    <a:pt x="216" y="131"/>
                  </a:lnTo>
                  <a:lnTo>
                    <a:pt x="218" y="131"/>
                  </a:lnTo>
                  <a:lnTo>
                    <a:pt x="218" y="133"/>
                  </a:lnTo>
                  <a:lnTo>
                    <a:pt x="218" y="133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20" y="139"/>
                  </a:lnTo>
                  <a:lnTo>
                    <a:pt x="220" y="141"/>
                  </a:lnTo>
                  <a:lnTo>
                    <a:pt x="220" y="141"/>
                  </a:lnTo>
                  <a:lnTo>
                    <a:pt x="220" y="141"/>
                  </a:lnTo>
                  <a:lnTo>
                    <a:pt x="220" y="143"/>
                  </a:lnTo>
                  <a:lnTo>
                    <a:pt x="220" y="145"/>
                  </a:lnTo>
                  <a:lnTo>
                    <a:pt x="220" y="145"/>
                  </a:lnTo>
                  <a:lnTo>
                    <a:pt x="218" y="147"/>
                  </a:lnTo>
                  <a:lnTo>
                    <a:pt x="220" y="147"/>
                  </a:lnTo>
                  <a:lnTo>
                    <a:pt x="220" y="147"/>
                  </a:lnTo>
                  <a:lnTo>
                    <a:pt x="222" y="147"/>
                  </a:lnTo>
                  <a:lnTo>
                    <a:pt x="222" y="147"/>
                  </a:lnTo>
                  <a:lnTo>
                    <a:pt x="223" y="147"/>
                  </a:lnTo>
                  <a:lnTo>
                    <a:pt x="223" y="147"/>
                  </a:lnTo>
                  <a:lnTo>
                    <a:pt x="223" y="147"/>
                  </a:lnTo>
                  <a:lnTo>
                    <a:pt x="223" y="147"/>
                  </a:lnTo>
                  <a:lnTo>
                    <a:pt x="223" y="145"/>
                  </a:lnTo>
                  <a:lnTo>
                    <a:pt x="227" y="147"/>
                  </a:lnTo>
                  <a:lnTo>
                    <a:pt x="229" y="149"/>
                  </a:lnTo>
                  <a:lnTo>
                    <a:pt x="229" y="149"/>
                  </a:lnTo>
                  <a:lnTo>
                    <a:pt x="229" y="149"/>
                  </a:lnTo>
                  <a:lnTo>
                    <a:pt x="229" y="149"/>
                  </a:lnTo>
                  <a:lnTo>
                    <a:pt x="229" y="151"/>
                  </a:lnTo>
                  <a:lnTo>
                    <a:pt x="229" y="151"/>
                  </a:lnTo>
                  <a:lnTo>
                    <a:pt x="229" y="153"/>
                  </a:lnTo>
                  <a:lnTo>
                    <a:pt x="229" y="153"/>
                  </a:lnTo>
                  <a:lnTo>
                    <a:pt x="229" y="153"/>
                  </a:lnTo>
                  <a:lnTo>
                    <a:pt x="229" y="153"/>
                  </a:lnTo>
                  <a:lnTo>
                    <a:pt x="229" y="153"/>
                  </a:lnTo>
                  <a:lnTo>
                    <a:pt x="227" y="153"/>
                  </a:lnTo>
                  <a:lnTo>
                    <a:pt x="227" y="153"/>
                  </a:lnTo>
                  <a:lnTo>
                    <a:pt x="227" y="153"/>
                  </a:lnTo>
                  <a:lnTo>
                    <a:pt x="227" y="153"/>
                  </a:lnTo>
                  <a:lnTo>
                    <a:pt x="227" y="153"/>
                  </a:lnTo>
                  <a:lnTo>
                    <a:pt x="227" y="153"/>
                  </a:lnTo>
                  <a:lnTo>
                    <a:pt x="225" y="155"/>
                  </a:lnTo>
                  <a:lnTo>
                    <a:pt x="225" y="155"/>
                  </a:lnTo>
                  <a:lnTo>
                    <a:pt x="227" y="155"/>
                  </a:lnTo>
                  <a:lnTo>
                    <a:pt x="227" y="155"/>
                  </a:lnTo>
                  <a:lnTo>
                    <a:pt x="227" y="157"/>
                  </a:lnTo>
                  <a:lnTo>
                    <a:pt x="229" y="157"/>
                  </a:lnTo>
                  <a:lnTo>
                    <a:pt x="229" y="157"/>
                  </a:lnTo>
                  <a:lnTo>
                    <a:pt x="229" y="157"/>
                  </a:lnTo>
                  <a:lnTo>
                    <a:pt x="229" y="159"/>
                  </a:lnTo>
                  <a:lnTo>
                    <a:pt x="227" y="159"/>
                  </a:lnTo>
                  <a:lnTo>
                    <a:pt x="227" y="159"/>
                  </a:lnTo>
                  <a:lnTo>
                    <a:pt x="227" y="159"/>
                  </a:lnTo>
                  <a:lnTo>
                    <a:pt x="227" y="159"/>
                  </a:lnTo>
                  <a:lnTo>
                    <a:pt x="225" y="159"/>
                  </a:lnTo>
                  <a:lnTo>
                    <a:pt x="225" y="159"/>
                  </a:lnTo>
                  <a:lnTo>
                    <a:pt x="225" y="159"/>
                  </a:lnTo>
                  <a:lnTo>
                    <a:pt x="225" y="159"/>
                  </a:lnTo>
                  <a:lnTo>
                    <a:pt x="223" y="159"/>
                  </a:lnTo>
                  <a:lnTo>
                    <a:pt x="223" y="159"/>
                  </a:lnTo>
                  <a:lnTo>
                    <a:pt x="223" y="159"/>
                  </a:lnTo>
                  <a:lnTo>
                    <a:pt x="223" y="159"/>
                  </a:lnTo>
                  <a:lnTo>
                    <a:pt x="223" y="159"/>
                  </a:lnTo>
                  <a:lnTo>
                    <a:pt x="223" y="157"/>
                  </a:lnTo>
                  <a:lnTo>
                    <a:pt x="223" y="157"/>
                  </a:lnTo>
                  <a:lnTo>
                    <a:pt x="223" y="157"/>
                  </a:lnTo>
                  <a:lnTo>
                    <a:pt x="223" y="157"/>
                  </a:lnTo>
                  <a:lnTo>
                    <a:pt x="223" y="155"/>
                  </a:lnTo>
                  <a:lnTo>
                    <a:pt x="223" y="155"/>
                  </a:lnTo>
                  <a:lnTo>
                    <a:pt x="223" y="155"/>
                  </a:lnTo>
                  <a:lnTo>
                    <a:pt x="223" y="155"/>
                  </a:lnTo>
                  <a:lnTo>
                    <a:pt x="222" y="155"/>
                  </a:lnTo>
                  <a:lnTo>
                    <a:pt x="222" y="157"/>
                  </a:lnTo>
                  <a:lnTo>
                    <a:pt x="222" y="157"/>
                  </a:lnTo>
                  <a:lnTo>
                    <a:pt x="222" y="157"/>
                  </a:lnTo>
                  <a:lnTo>
                    <a:pt x="222" y="157"/>
                  </a:lnTo>
                  <a:lnTo>
                    <a:pt x="222" y="159"/>
                  </a:lnTo>
                  <a:lnTo>
                    <a:pt x="222" y="159"/>
                  </a:lnTo>
                  <a:lnTo>
                    <a:pt x="222" y="159"/>
                  </a:lnTo>
                  <a:lnTo>
                    <a:pt x="222" y="161"/>
                  </a:lnTo>
                  <a:lnTo>
                    <a:pt x="222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3"/>
                  </a:lnTo>
                  <a:lnTo>
                    <a:pt x="220" y="163"/>
                  </a:lnTo>
                  <a:lnTo>
                    <a:pt x="222" y="163"/>
                  </a:lnTo>
                  <a:lnTo>
                    <a:pt x="222" y="165"/>
                  </a:lnTo>
                  <a:lnTo>
                    <a:pt x="223" y="165"/>
                  </a:lnTo>
                  <a:lnTo>
                    <a:pt x="223" y="165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3" y="163"/>
                  </a:lnTo>
                  <a:lnTo>
                    <a:pt x="225" y="163"/>
                  </a:lnTo>
                  <a:lnTo>
                    <a:pt x="225" y="163"/>
                  </a:lnTo>
                  <a:lnTo>
                    <a:pt x="227" y="163"/>
                  </a:lnTo>
                  <a:lnTo>
                    <a:pt x="227" y="163"/>
                  </a:lnTo>
                  <a:lnTo>
                    <a:pt x="227" y="165"/>
                  </a:lnTo>
                  <a:lnTo>
                    <a:pt x="227" y="165"/>
                  </a:lnTo>
                  <a:lnTo>
                    <a:pt x="227" y="165"/>
                  </a:lnTo>
                  <a:lnTo>
                    <a:pt x="227" y="167"/>
                  </a:lnTo>
                  <a:lnTo>
                    <a:pt x="227" y="167"/>
                  </a:lnTo>
                  <a:lnTo>
                    <a:pt x="227" y="167"/>
                  </a:lnTo>
                  <a:lnTo>
                    <a:pt x="227" y="167"/>
                  </a:lnTo>
                  <a:lnTo>
                    <a:pt x="227" y="169"/>
                  </a:lnTo>
                  <a:lnTo>
                    <a:pt x="227" y="169"/>
                  </a:lnTo>
                  <a:lnTo>
                    <a:pt x="227" y="169"/>
                  </a:lnTo>
                  <a:lnTo>
                    <a:pt x="229" y="169"/>
                  </a:lnTo>
                  <a:lnTo>
                    <a:pt x="231" y="169"/>
                  </a:lnTo>
                  <a:lnTo>
                    <a:pt x="231" y="169"/>
                  </a:lnTo>
                  <a:lnTo>
                    <a:pt x="231" y="169"/>
                  </a:lnTo>
                  <a:lnTo>
                    <a:pt x="231" y="169"/>
                  </a:lnTo>
                  <a:lnTo>
                    <a:pt x="231" y="169"/>
                  </a:lnTo>
                  <a:lnTo>
                    <a:pt x="231" y="171"/>
                  </a:lnTo>
                  <a:lnTo>
                    <a:pt x="231" y="171"/>
                  </a:lnTo>
                  <a:lnTo>
                    <a:pt x="231" y="171"/>
                  </a:lnTo>
                  <a:lnTo>
                    <a:pt x="231" y="171"/>
                  </a:lnTo>
                  <a:lnTo>
                    <a:pt x="229" y="171"/>
                  </a:lnTo>
                  <a:lnTo>
                    <a:pt x="229" y="171"/>
                  </a:lnTo>
                  <a:lnTo>
                    <a:pt x="229" y="171"/>
                  </a:lnTo>
                  <a:lnTo>
                    <a:pt x="229" y="173"/>
                  </a:lnTo>
                  <a:lnTo>
                    <a:pt x="231" y="173"/>
                  </a:lnTo>
                  <a:lnTo>
                    <a:pt x="229" y="173"/>
                  </a:lnTo>
                  <a:lnTo>
                    <a:pt x="229" y="173"/>
                  </a:lnTo>
                  <a:lnTo>
                    <a:pt x="229" y="173"/>
                  </a:lnTo>
                  <a:lnTo>
                    <a:pt x="229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5"/>
                  </a:lnTo>
                  <a:lnTo>
                    <a:pt x="227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6"/>
                  </a:lnTo>
                  <a:lnTo>
                    <a:pt x="229" y="176"/>
                  </a:lnTo>
                  <a:lnTo>
                    <a:pt x="227" y="176"/>
                  </a:lnTo>
                  <a:lnTo>
                    <a:pt x="227" y="176"/>
                  </a:lnTo>
                  <a:lnTo>
                    <a:pt x="227" y="176"/>
                  </a:lnTo>
                  <a:lnTo>
                    <a:pt x="227" y="178"/>
                  </a:lnTo>
                  <a:lnTo>
                    <a:pt x="227" y="178"/>
                  </a:lnTo>
                  <a:lnTo>
                    <a:pt x="227" y="178"/>
                  </a:lnTo>
                  <a:lnTo>
                    <a:pt x="227" y="178"/>
                  </a:lnTo>
                  <a:lnTo>
                    <a:pt x="227" y="180"/>
                  </a:lnTo>
                  <a:lnTo>
                    <a:pt x="227" y="182"/>
                  </a:lnTo>
                  <a:lnTo>
                    <a:pt x="227" y="182"/>
                  </a:lnTo>
                  <a:lnTo>
                    <a:pt x="227" y="182"/>
                  </a:lnTo>
                  <a:lnTo>
                    <a:pt x="227" y="184"/>
                  </a:lnTo>
                  <a:lnTo>
                    <a:pt x="227" y="184"/>
                  </a:lnTo>
                  <a:lnTo>
                    <a:pt x="231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3" y="186"/>
                  </a:lnTo>
                  <a:lnTo>
                    <a:pt x="235" y="186"/>
                  </a:lnTo>
                  <a:lnTo>
                    <a:pt x="235" y="186"/>
                  </a:lnTo>
                  <a:lnTo>
                    <a:pt x="235" y="186"/>
                  </a:lnTo>
                  <a:lnTo>
                    <a:pt x="235" y="186"/>
                  </a:lnTo>
                  <a:lnTo>
                    <a:pt x="235" y="186"/>
                  </a:lnTo>
                  <a:lnTo>
                    <a:pt x="235" y="188"/>
                  </a:lnTo>
                  <a:lnTo>
                    <a:pt x="235" y="188"/>
                  </a:lnTo>
                  <a:lnTo>
                    <a:pt x="235" y="188"/>
                  </a:lnTo>
                  <a:lnTo>
                    <a:pt x="235" y="188"/>
                  </a:lnTo>
                  <a:lnTo>
                    <a:pt x="235" y="190"/>
                  </a:lnTo>
                  <a:lnTo>
                    <a:pt x="237" y="190"/>
                  </a:lnTo>
                  <a:lnTo>
                    <a:pt x="237" y="190"/>
                  </a:lnTo>
                  <a:lnTo>
                    <a:pt x="237" y="190"/>
                  </a:lnTo>
                  <a:lnTo>
                    <a:pt x="237" y="190"/>
                  </a:lnTo>
                  <a:lnTo>
                    <a:pt x="239" y="188"/>
                  </a:lnTo>
                  <a:lnTo>
                    <a:pt x="239" y="188"/>
                  </a:lnTo>
                  <a:lnTo>
                    <a:pt x="239" y="188"/>
                  </a:lnTo>
                  <a:lnTo>
                    <a:pt x="239" y="188"/>
                  </a:lnTo>
                  <a:lnTo>
                    <a:pt x="241" y="188"/>
                  </a:lnTo>
                  <a:lnTo>
                    <a:pt x="241" y="188"/>
                  </a:lnTo>
                  <a:lnTo>
                    <a:pt x="243" y="186"/>
                  </a:lnTo>
                  <a:lnTo>
                    <a:pt x="243" y="186"/>
                  </a:lnTo>
                  <a:lnTo>
                    <a:pt x="243" y="186"/>
                  </a:lnTo>
                  <a:lnTo>
                    <a:pt x="243" y="186"/>
                  </a:lnTo>
                  <a:lnTo>
                    <a:pt x="243" y="184"/>
                  </a:lnTo>
                  <a:lnTo>
                    <a:pt x="245" y="184"/>
                  </a:lnTo>
                  <a:lnTo>
                    <a:pt x="247" y="180"/>
                  </a:lnTo>
                  <a:lnTo>
                    <a:pt x="247" y="178"/>
                  </a:lnTo>
                  <a:lnTo>
                    <a:pt x="247" y="178"/>
                  </a:lnTo>
                  <a:lnTo>
                    <a:pt x="247" y="178"/>
                  </a:lnTo>
                  <a:lnTo>
                    <a:pt x="247" y="180"/>
                  </a:lnTo>
                  <a:lnTo>
                    <a:pt x="247" y="180"/>
                  </a:lnTo>
                  <a:lnTo>
                    <a:pt x="249" y="180"/>
                  </a:lnTo>
                  <a:lnTo>
                    <a:pt x="249" y="178"/>
                  </a:lnTo>
                  <a:lnTo>
                    <a:pt x="249" y="178"/>
                  </a:lnTo>
                  <a:lnTo>
                    <a:pt x="251" y="178"/>
                  </a:lnTo>
                  <a:lnTo>
                    <a:pt x="251" y="178"/>
                  </a:lnTo>
                  <a:lnTo>
                    <a:pt x="251" y="178"/>
                  </a:lnTo>
                  <a:lnTo>
                    <a:pt x="251" y="178"/>
                  </a:lnTo>
                  <a:lnTo>
                    <a:pt x="253" y="176"/>
                  </a:lnTo>
                  <a:lnTo>
                    <a:pt x="255" y="176"/>
                  </a:lnTo>
                  <a:lnTo>
                    <a:pt x="255" y="175"/>
                  </a:lnTo>
                  <a:lnTo>
                    <a:pt x="255" y="175"/>
                  </a:lnTo>
                  <a:lnTo>
                    <a:pt x="255" y="175"/>
                  </a:lnTo>
                  <a:lnTo>
                    <a:pt x="255" y="175"/>
                  </a:lnTo>
                  <a:lnTo>
                    <a:pt x="255" y="173"/>
                  </a:lnTo>
                  <a:lnTo>
                    <a:pt x="255" y="173"/>
                  </a:lnTo>
                  <a:lnTo>
                    <a:pt x="255" y="173"/>
                  </a:lnTo>
                  <a:lnTo>
                    <a:pt x="255" y="173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7" y="171"/>
                  </a:lnTo>
                  <a:lnTo>
                    <a:pt x="257" y="171"/>
                  </a:lnTo>
                  <a:lnTo>
                    <a:pt x="257" y="171"/>
                  </a:lnTo>
                  <a:lnTo>
                    <a:pt x="257" y="173"/>
                  </a:lnTo>
                  <a:lnTo>
                    <a:pt x="259" y="173"/>
                  </a:lnTo>
                  <a:lnTo>
                    <a:pt x="259" y="173"/>
                  </a:lnTo>
                  <a:lnTo>
                    <a:pt x="259" y="173"/>
                  </a:lnTo>
                  <a:lnTo>
                    <a:pt x="259" y="175"/>
                  </a:lnTo>
                  <a:lnTo>
                    <a:pt x="259" y="175"/>
                  </a:lnTo>
                  <a:lnTo>
                    <a:pt x="259" y="176"/>
                  </a:lnTo>
                  <a:lnTo>
                    <a:pt x="263" y="180"/>
                  </a:lnTo>
                  <a:lnTo>
                    <a:pt x="263" y="180"/>
                  </a:lnTo>
                  <a:lnTo>
                    <a:pt x="263" y="180"/>
                  </a:lnTo>
                  <a:lnTo>
                    <a:pt x="267" y="180"/>
                  </a:lnTo>
                  <a:lnTo>
                    <a:pt x="269" y="178"/>
                  </a:lnTo>
                  <a:lnTo>
                    <a:pt x="271" y="178"/>
                  </a:lnTo>
                  <a:lnTo>
                    <a:pt x="271" y="178"/>
                  </a:lnTo>
                  <a:lnTo>
                    <a:pt x="271" y="178"/>
                  </a:lnTo>
                  <a:lnTo>
                    <a:pt x="271" y="178"/>
                  </a:lnTo>
                  <a:lnTo>
                    <a:pt x="271" y="180"/>
                  </a:lnTo>
                  <a:lnTo>
                    <a:pt x="271" y="180"/>
                  </a:lnTo>
                  <a:lnTo>
                    <a:pt x="271" y="180"/>
                  </a:lnTo>
                  <a:lnTo>
                    <a:pt x="271" y="180"/>
                  </a:lnTo>
                  <a:lnTo>
                    <a:pt x="271" y="180"/>
                  </a:lnTo>
                  <a:lnTo>
                    <a:pt x="269" y="180"/>
                  </a:lnTo>
                  <a:lnTo>
                    <a:pt x="269" y="182"/>
                  </a:lnTo>
                  <a:lnTo>
                    <a:pt x="269" y="182"/>
                  </a:lnTo>
                  <a:lnTo>
                    <a:pt x="269" y="182"/>
                  </a:lnTo>
                  <a:lnTo>
                    <a:pt x="269" y="182"/>
                  </a:lnTo>
                  <a:lnTo>
                    <a:pt x="267" y="182"/>
                  </a:lnTo>
                  <a:lnTo>
                    <a:pt x="267" y="184"/>
                  </a:lnTo>
                  <a:lnTo>
                    <a:pt x="267" y="184"/>
                  </a:lnTo>
                  <a:lnTo>
                    <a:pt x="267" y="184"/>
                  </a:lnTo>
                  <a:lnTo>
                    <a:pt x="267" y="184"/>
                  </a:lnTo>
                  <a:lnTo>
                    <a:pt x="267" y="184"/>
                  </a:lnTo>
                  <a:lnTo>
                    <a:pt x="267" y="186"/>
                  </a:lnTo>
                  <a:lnTo>
                    <a:pt x="267" y="186"/>
                  </a:lnTo>
                  <a:lnTo>
                    <a:pt x="267" y="186"/>
                  </a:lnTo>
                  <a:lnTo>
                    <a:pt x="267" y="186"/>
                  </a:lnTo>
                  <a:lnTo>
                    <a:pt x="267" y="188"/>
                  </a:lnTo>
                  <a:lnTo>
                    <a:pt x="267" y="188"/>
                  </a:lnTo>
                  <a:lnTo>
                    <a:pt x="267" y="190"/>
                  </a:lnTo>
                  <a:lnTo>
                    <a:pt x="267" y="190"/>
                  </a:lnTo>
                  <a:lnTo>
                    <a:pt x="267" y="190"/>
                  </a:lnTo>
                  <a:lnTo>
                    <a:pt x="267" y="190"/>
                  </a:lnTo>
                  <a:lnTo>
                    <a:pt x="269" y="192"/>
                  </a:lnTo>
                  <a:lnTo>
                    <a:pt x="269" y="192"/>
                  </a:lnTo>
                  <a:lnTo>
                    <a:pt x="269" y="192"/>
                  </a:lnTo>
                  <a:lnTo>
                    <a:pt x="267" y="194"/>
                  </a:lnTo>
                  <a:lnTo>
                    <a:pt x="267" y="194"/>
                  </a:lnTo>
                  <a:lnTo>
                    <a:pt x="267" y="194"/>
                  </a:lnTo>
                  <a:lnTo>
                    <a:pt x="267" y="194"/>
                  </a:lnTo>
                  <a:lnTo>
                    <a:pt x="267" y="198"/>
                  </a:lnTo>
                  <a:lnTo>
                    <a:pt x="267" y="198"/>
                  </a:lnTo>
                  <a:lnTo>
                    <a:pt x="267" y="200"/>
                  </a:lnTo>
                  <a:lnTo>
                    <a:pt x="267" y="200"/>
                  </a:lnTo>
                  <a:lnTo>
                    <a:pt x="267" y="200"/>
                  </a:lnTo>
                  <a:lnTo>
                    <a:pt x="267" y="200"/>
                  </a:lnTo>
                  <a:lnTo>
                    <a:pt x="267" y="200"/>
                  </a:lnTo>
                  <a:lnTo>
                    <a:pt x="267" y="202"/>
                  </a:lnTo>
                  <a:lnTo>
                    <a:pt x="267" y="202"/>
                  </a:lnTo>
                  <a:lnTo>
                    <a:pt x="265" y="202"/>
                  </a:lnTo>
                  <a:lnTo>
                    <a:pt x="265" y="202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59" y="204"/>
                  </a:lnTo>
                  <a:lnTo>
                    <a:pt x="257" y="204"/>
                  </a:lnTo>
                  <a:lnTo>
                    <a:pt x="257" y="204"/>
                  </a:lnTo>
                  <a:lnTo>
                    <a:pt x="255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3" y="208"/>
                  </a:lnTo>
                  <a:lnTo>
                    <a:pt x="253" y="210"/>
                  </a:lnTo>
                  <a:lnTo>
                    <a:pt x="253" y="210"/>
                  </a:lnTo>
                  <a:lnTo>
                    <a:pt x="253" y="210"/>
                  </a:lnTo>
                  <a:lnTo>
                    <a:pt x="253" y="212"/>
                  </a:lnTo>
                  <a:lnTo>
                    <a:pt x="253" y="212"/>
                  </a:lnTo>
                  <a:lnTo>
                    <a:pt x="255" y="212"/>
                  </a:lnTo>
                  <a:lnTo>
                    <a:pt x="255" y="212"/>
                  </a:lnTo>
                  <a:lnTo>
                    <a:pt x="257" y="212"/>
                  </a:lnTo>
                  <a:lnTo>
                    <a:pt x="257" y="212"/>
                  </a:lnTo>
                  <a:lnTo>
                    <a:pt x="257" y="212"/>
                  </a:lnTo>
                  <a:lnTo>
                    <a:pt x="259" y="212"/>
                  </a:lnTo>
                  <a:lnTo>
                    <a:pt x="259" y="212"/>
                  </a:lnTo>
                  <a:lnTo>
                    <a:pt x="259" y="212"/>
                  </a:lnTo>
                  <a:lnTo>
                    <a:pt x="259" y="210"/>
                  </a:lnTo>
                  <a:lnTo>
                    <a:pt x="259" y="210"/>
                  </a:lnTo>
                  <a:lnTo>
                    <a:pt x="259" y="210"/>
                  </a:lnTo>
                  <a:lnTo>
                    <a:pt x="259" y="210"/>
                  </a:lnTo>
                  <a:lnTo>
                    <a:pt x="259" y="210"/>
                  </a:lnTo>
                  <a:lnTo>
                    <a:pt x="261" y="210"/>
                  </a:lnTo>
                  <a:lnTo>
                    <a:pt x="261" y="210"/>
                  </a:lnTo>
                  <a:lnTo>
                    <a:pt x="263" y="210"/>
                  </a:lnTo>
                  <a:lnTo>
                    <a:pt x="265" y="208"/>
                  </a:lnTo>
                  <a:lnTo>
                    <a:pt x="265" y="208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10"/>
                  </a:lnTo>
                  <a:lnTo>
                    <a:pt x="263" y="210"/>
                  </a:lnTo>
                  <a:lnTo>
                    <a:pt x="263" y="210"/>
                  </a:lnTo>
                  <a:lnTo>
                    <a:pt x="263" y="210"/>
                  </a:lnTo>
                  <a:lnTo>
                    <a:pt x="263" y="210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5" y="212"/>
                  </a:lnTo>
                  <a:lnTo>
                    <a:pt x="265" y="212"/>
                  </a:lnTo>
                  <a:lnTo>
                    <a:pt x="265" y="212"/>
                  </a:lnTo>
                  <a:lnTo>
                    <a:pt x="267" y="212"/>
                  </a:lnTo>
                  <a:lnTo>
                    <a:pt x="267" y="212"/>
                  </a:lnTo>
                  <a:lnTo>
                    <a:pt x="267" y="212"/>
                  </a:lnTo>
                  <a:lnTo>
                    <a:pt x="267" y="214"/>
                  </a:lnTo>
                  <a:lnTo>
                    <a:pt x="269" y="214"/>
                  </a:lnTo>
                  <a:lnTo>
                    <a:pt x="271" y="216"/>
                  </a:lnTo>
                  <a:lnTo>
                    <a:pt x="271" y="216"/>
                  </a:lnTo>
                  <a:lnTo>
                    <a:pt x="271" y="216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69" y="220"/>
                  </a:lnTo>
                  <a:lnTo>
                    <a:pt x="271" y="220"/>
                  </a:lnTo>
                  <a:lnTo>
                    <a:pt x="271" y="222"/>
                  </a:lnTo>
                  <a:lnTo>
                    <a:pt x="273" y="222"/>
                  </a:lnTo>
                  <a:lnTo>
                    <a:pt x="273" y="222"/>
                  </a:lnTo>
                  <a:lnTo>
                    <a:pt x="273" y="222"/>
                  </a:lnTo>
                  <a:lnTo>
                    <a:pt x="271" y="226"/>
                  </a:lnTo>
                  <a:lnTo>
                    <a:pt x="269" y="228"/>
                  </a:lnTo>
                  <a:lnTo>
                    <a:pt x="269" y="228"/>
                  </a:lnTo>
                  <a:lnTo>
                    <a:pt x="269" y="228"/>
                  </a:lnTo>
                  <a:lnTo>
                    <a:pt x="269" y="228"/>
                  </a:lnTo>
                  <a:lnTo>
                    <a:pt x="269" y="229"/>
                  </a:lnTo>
                  <a:lnTo>
                    <a:pt x="269" y="229"/>
                  </a:lnTo>
                  <a:lnTo>
                    <a:pt x="269" y="231"/>
                  </a:lnTo>
                  <a:lnTo>
                    <a:pt x="269" y="231"/>
                  </a:lnTo>
                  <a:lnTo>
                    <a:pt x="271" y="231"/>
                  </a:lnTo>
                  <a:lnTo>
                    <a:pt x="271" y="231"/>
                  </a:lnTo>
                  <a:lnTo>
                    <a:pt x="273" y="231"/>
                  </a:lnTo>
                  <a:lnTo>
                    <a:pt x="273" y="231"/>
                  </a:lnTo>
                  <a:lnTo>
                    <a:pt x="273" y="233"/>
                  </a:lnTo>
                  <a:lnTo>
                    <a:pt x="271" y="233"/>
                  </a:lnTo>
                  <a:lnTo>
                    <a:pt x="271" y="233"/>
                  </a:lnTo>
                  <a:lnTo>
                    <a:pt x="271" y="233"/>
                  </a:lnTo>
                  <a:lnTo>
                    <a:pt x="271" y="233"/>
                  </a:lnTo>
                  <a:lnTo>
                    <a:pt x="267" y="233"/>
                  </a:lnTo>
                  <a:lnTo>
                    <a:pt x="267" y="233"/>
                  </a:lnTo>
                  <a:lnTo>
                    <a:pt x="267" y="233"/>
                  </a:lnTo>
                  <a:lnTo>
                    <a:pt x="265" y="233"/>
                  </a:lnTo>
                  <a:lnTo>
                    <a:pt x="265" y="233"/>
                  </a:lnTo>
                  <a:lnTo>
                    <a:pt x="265" y="235"/>
                  </a:lnTo>
                  <a:lnTo>
                    <a:pt x="265" y="237"/>
                  </a:lnTo>
                  <a:lnTo>
                    <a:pt x="265" y="237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67" y="241"/>
                  </a:lnTo>
                  <a:lnTo>
                    <a:pt x="269" y="241"/>
                  </a:lnTo>
                  <a:lnTo>
                    <a:pt x="269" y="241"/>
                  </a:lnTo>
                  <a:lnTo>
                    <a:pt x="269" y="243"/>
                  </a:lnTo>
                  <a:lnTo>
                    <a:pt x="269" y="243"/>
                  </a:lnTo>
                  <a:lnTo>
                    <a:pt x="271" y="243"/>
                  </a:lnTo>
                  <a:lnTo>
                    <a:pt x="271" y="243"/>
                  </a:lnTo>
                  <a:lnTo>
                    <a:pt x="271" y="245"/>
                  </a:lnTo>
                  <a:lnTo>
                    <a:pt x="271" y="245"/>
                  </a:lnTo>
                  <a:lnTo>
                    <a:pt x="269" y="245"/>
                  </a:lnTo>
                  <a:lnTo>
                    <a:pt x="269" y="245"/>
                  </a:lnTo>
                  <a:lnTo>
                    <a:pt x="269" y="245"/>
                  </a:lnTo>
                  <a:lnTo>
                    <a:pt x="269" y="245"/>
                  </a:lnTo>
                  <a:lnTo>
                    <a:pt x="269" y="245"/>
                  </a:lnTo>
                  <a:lnTo>
                    <a:pt x="267" y="245"/>
                  </a:lnTo>
                  <a:lnTo>
                    <a:pt x="267" y="245"/>
                  </a:lnTo>
                  <a:lnTo>
                    <a:pt x="267" y="247"/>
                  </a:lnTo>
                  <a:lnTo>
                    <a:pt x="267" y="247"/>
                  </a:lnTo>
                  <a:lnTo>
                    <a:pt x="267" y="249"/>
                  </a:lnTo>
                  <a:lnTo>
                    <a:pt x="269" y="251"/>
                  </a:lnTo>
                  <a:lnTo>
                    <a:pt x="269" y="251"/>
                  </a:lnTo>
                  <a:lnTo>
                    <a:pt x="269" y="251"/>
                  </a:lnTo>
                  <a:lnTo>
                    <a:pt x="267" y="253"/>
                  </a:lnTo>
                  <a:lnTo>
                    <a:pt x="267" y="253"/>
                  </a:lnTo>
                  <a:lnTo>
                    <a:pt x="267" y="253"/>
                  </a:lnTo>
                  <a:lnTo>
                    <a:pt x="267" y="255"/>
                  </a:lnTo>
                  <a:lnTo>
                    <a:pt x="267" y="257"/>
                  </a:lnTo>
                  <a:lnTo>
                    <a:pt x="271" y="257"/>
                  </a:lnTo>
                  <a:lnTo>
                    <a:pt x="273" y="257"/>
                  </a:lnTo>
                  <a:lnTo>
                    <a:pt x="273" y="257"/>
                  </a:lnTo>
                  <a:lnTo>
                    <a:pt x="273" y="257"/>
                  </a:lnTo>
                  <a:lnTo>
                    <a:pt x="273" y="255"/>
                  </a:lnTo>
                  <a:lnTo>
                    <a:pt x="273" y="255"/>
                  </a:lnTo>
                  <a:lnTo>
                    <a:pt x="273" y="255"/>
                  </a:lnTo>
                  <a:lnTo>
                    <a:pt x="273" y="253"/>
                  </a:lnTo>
                  <a:lnTo>
                    <a:pt x="273" y="253"/>
                  </a:lnTo>
                  <a:lnTo>
                    <a:pt x="273" y="253"/>
                  </a:lnTo>
                  <a:lnTo>
                    <a:pt x="274" y="251"/>
                  </a:lnTo>
                  <a:lnTo>
                    <a:pt x="274" y="251"/>
                  </a:lnTo>
                  <a:lnTo>
                    <a:pt x="274" y="251"/>
                  </a:lnTo>
                  <a:lnTo>
                    <a:pt x="274" y="251"/>
                  </a:lnTo>
                  <a:lnTo>
                    <a:pt x="274" y="251"/>
                  </a:lnTo>
                  <a:lnTo>
                    <a:pt x="274" y="249"/>
                  </a:lnTo>
                  <a:lnTo>
                    <a:pt x="271" y="247"/>
                  </a:lnTo>
                  <a:lnTo>
                    <a:pt x="271" y="247"/>
                  </a:lnTo>
                  <a:lnTo>
                    <a:pt x="271" y="247"/>
                  </a:lnTo>
                  <a:lnTo>
                    <a:pt x="271" y="245"/>
                  </a:lnTo>
                  <a:lnTo>
                    <a:pt x="271" y="245"/>
                  </a:lnTo>
                  <a:lnTo>
                    <a:pt x="271" y="245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74" y="247"/>
                  </a:lnTo>
                  <a:lnTo>
                    <a:pt x="274" y="247"/>
                  </a:lnTo>
                  <a:lnTo>
                    <a:pt x="274" y="247"/>
                  </a:lnTo>
                  <a:lnTo>
                    <a:pt x="276" y="247"/>
                  </a:lnTo>
                  <a:lnTo>
                    <a:pt x="276" y="247"/>
                  </a:lnTo>
                  <a:lnTo>
                    <a:pt x="276" y="247"/>
                  </a:lnTo>
                  <a:lnTo>
                    <a:pt x="278" y="247"/>
                  </a:lnTo>
                  <a:lnTo>
                    <a:pt x="280" y="249"/>
                  </a:lnTo>
                  <a:lnTo>
                    <a:pt x="280" y="249"/>
                  </a:lnTo>
                  <a:lnTo>
                    <a:pt x="280" y="249"/>
                  </a:lnTo>
                  <a:lnTo>
                    <a:pt x="280" y="249"/>
                  </a:lnTo>
                  <a:lnTo>
                    <a:pt x="280" y="249"/>
                  </a:lnTo>
                  <a:lnTo>
                    <a:pt x="280" y="251"/>
                  </a:lnTo>
                  <a:lnTo>
                    <a:pt x="280" y="253"/>
                  </a:lnTo>
                  <a:lnTo>
                    <a:pt x="280" y="253"/>
                  </a:lnTo>
                  <a:lnTo>
                    <a:pt x="280" y="253"/>
                  </a:lnTo>
                  <a:lnTo>
                    <a:pt x="280" y="255"/>
                  </a:lnTo>
                  <a:lnTo>
                    <a:pt x="280" y="255"/>
                  </a:lnTo>
                  <a:lnTo>
                    <a:pt x="280" y="255"/>
                  </a:lnTo>
                  <a:lnTo>
                    <a:pt x="282" y="255"/>
                  </a:lnTo>
                  <a:lnTo>
                    <a:pt x="282" y="257"/>
                  </a:lnTo>
                  <a:lnTo>
                    <a:pt x="282" y="257"/>
                  </a:lnTo>
                  <a:lnTo>
                    <a:pt x="284" y="257"/>
                  </a:lnTo>
                  <a:lnTo>
                    <a:pt x="284" y="261"/>
                  </a:lnTo>
                  <a:lnTo>
                    <a:pt x="284" y="261"/>
                  </a:lnTo>
                  <a:lnTo>
                    <a:pt x="284" y="261"/>
                  </a:lnTo>
                  <a:lnTo>
                    <a:pt x="284" y="263"/>
                  </a:lnTo>
                  <a:lnTo>
                    <a:pt x="286" y="263"/>
                  </a:lnTo>
                  <a:lnTo>
                    <a:pt x="286" y="263"/>
                  </a:lnTo>
                  <a:lnTo>
                    <a:pt x="286" y="263"/>
                  </a:lnTo>
                  <a:lnTo>
                    <a:pt x="286" y="263"/>
                  </a:lnTo>
                  <a:lnTo>
                    <a:pt x="286" y="263"/>
                  </a:lnTo>
                  <a:lnTo>
                    <a:pt x="288" y="263"/>
                  </a:lnTo>
                  <a:lnTo>
                    <a:pt x="288" y="263"/>
                  </a:lnTo>
                  <a:lnTo>
                    <a:pt x="288" y="261"/>
                  </a:lnTo>
                  <a:lnTo>
                    <a:pt x="290" y="261"/>
                  </a:lnTo>
                  <a:lnTo>
                    <a:pt x="290" y="261"/>
                  </a:lnTo>
                  <a:lnTo>
                    <a:pt x="290" y="261"/>
                  </a:lnTo>
                  <a:lnTo>
                    <a:pt x="292" y="261"/>
                  </a:lnTo>
                  <a:lnTo>
                    <a:pt x="292" y="261"/>
                  </a:lnTo>
                  <a:lnTo>
                    <a:pt x="296" y="261"/>
                  </a:lnTo>
                  <a:lnTo>
                    <a:pt x="296" y="261"/>
                  </a:lnTo>
                  <a:lnTo>
                    <a:pt x="296" y="261"/>
                  </a:lnTo>
                  <a:lnTo>
                    <a:pt x="296" y="259"/>
                  </a:lnTo>
                  <a:lnTo>
                    <a:pt x="296" y="259"/>
                  </a:lnTo>
                  <a:lnTo>
                    <a:pt x="296" y="259"/>
                  </a:lnTo>
                  <a:lnTo>
                    <a:pt x="298" y="259"/>
                  </a:lnTo>
                  <a:lnTo>
                    <a:pt x="298" y="257"/>
                  </a:lnTo>
                  <a:lnTo>
                    <a:pt x="298" y="257"/>
                  </a:lnTo>
                  <a:lnTo>
                    <a:pt x="298" y="257"/>
                  </a:lnTo>
                  <a:lnTo>
                    <a:pt x="298" y="255"/>
                  </a:lnTo>
                  <a:lnTo>
                    <a:pt x="298" y="255"/>
                  </a:lnTo>
                  <a:lnTo>
                    <a:pt x="300" y="255"/>
                  </a:lnTo>
                  <a:lnTo>
                    <a:pt x="300" y="255"/>
                  </a:lnTo>
                  <a:lnTo>
                    <a:pt x="302" y="255"/>
                  </a:lnTo>
                  <a:lnTo>
                    <a:pt x="304" y="257"/>
                  </a:lnTo>
                  <a:lnTo>
                    <a:pt x="304" y="257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6" y="255"/>
                  </a:lnTo>
                  <a:lnTo>
                    <a:pt x="306" y="255"/>
                  </a:lnTo>
                  <a:lnTo>
                    <a:pt x="308" y="255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1"/>
                  </a:lnTo>
                  <a:lnTo>
                    <a:pt x="310" y="251"/>
                  </a:lnTo>
                  <a:lnTo>
                    <a:pt x="310" y="251"/>
                  </a:lnTo>
                  <a:lnTo>
                    <a:pt x="310" y="251"/>
                  </a:lnTo>
                  <a:lnTo>
                    <a:pt x="312" y="251"/>
                  </a:lnTo>
                  <a:lnTo>
                    <a:pt x="312" y="251"/>
                  </a:lnTo>
                  <a:lnTo>
                    <a:pt x="312" y="249"/>
                  </a:lnTo>
                  <a:lnTo>
                    <a:pt x="312" y="249"/>
                  </a:lnTo>
                  <a:lnTo>
                    <a:pt x="312" y="249"/>
                  </a:lnTo>
                  <a:lnTo>
                    <a:pt x="312" y="249"/>
                  </a:lnTo>
                  <a:lnTo>
                    <a:pt x="312" y="247"/>
                  </a:lnTo>
                  <a:lnTo>
                    <a:pt x="312" y="247"/>
                  </a:lnTo>
                  <a:lnTo>
                    <a:pt x="312" y="247"/>
                  </a:lnTo>
                  <a:lnTo>
                    <a:pt x="312" y="247"/>
                  </a:lnTo>
                  <a:lnTo>
                    <a:pt x="314" y="247"/>
                  </a:lnTo>
                  <a:lnTo>
                    <a:pt x="314" y="247"/>
                  </a:lnTo>
                  <a:lnTo>
                    <a:pt x="314" y="247"/>
                  </a:lnTo>
                  <a:lnTo>
                    <a:pt x="316" y="247"/>
                  </a:lnTo>
                  <a:lnTo>
                    <a:pt x="316" y="247"/>
                  </a:lnTo>
                  <a:lnTo>
                    <a:pt x="316" y="249"/>
                  </a:lnTo>
                  <a:lnTo>
                    <a:pt x="316" y="249"/>
                  </a:lnTo>
                  <a:lnTo>
                    <a:pt x="316" y="249"/>
                  </a:lnTo>
                  <a:lnTo>
                    <a:pt x="316" y="249"/>
                  </a:lnTo>
                  <a:lnTo>
                    <a:pt x="316" y="249"/>
                  </a:lnTo>
                  <a:lnTo>
                    <a:pt x="316" y="251"/>
                  </a:lnTo>
                  <a:lnTo>
                    <a:pt x="318" y="251"/>
                  </a:lnTo>
                  <a:lnTo>
                    <a:pt x="318" y="251"/>
                  </a:lnTo>
                  <a:lnTo>
                    <a:pt x="320" y="251"/>
                  </a:lnTo>
                  <a:lnTo>
                    <a:pt x="322" y="251"/>
                  </a:lnTo>
                  <a:lnTo>
                    <a:pt x="322" y="251"/>
                  </a:lnTo>
                  <a:lnTo>
                    <a:pt x="322" y="251"/>
                  </a:lnTo>
                  <a:lnTo>
                    <a:pt x="325" y="253"/>
                  </a:lnTo>
                  <a:lnTo>
                    <a:pt x="325" y="253"/>
                  </a:lnTo>
                  <a:lnTo>
                    <a:pt x="325" y="253"/>
                  </a:lnTo>
                  <a:lnTo>
                    <a:pt x="325" y="253"/>
                  </a:lnTo>
                  <a:lnTo>
                    <a:pt x="325" y="255"/>
                  </a:lnTo>
                  <a:lnTo>
                    <a:pt x="325" y="255"/>
                  </a:lnTo>
                  <a:lnTo>
                    <a:pt x="325" y="255"/>
                  </a:lnTo>
                  <a:lnTo>
                    <a:pt x="325" y="255"/>
                  </a:lnTo>
                  <a:lnTo>
                    <a:pt x="325" y="255"/>
                  </a:lnTo>
                  <a:lnTo>
                    <a:pt x="325" y="257"/>
                  </a:lnTo>
                  <a:lnTo>
                    <a:pt x="325" y="257"/>
                  </a:lnTo>
                  <a:lnTo>
                    <a:pt x="325" y="257"/>
                  </a:lnTo>
                  <a:lnTo>
                    <a:pt x="325" y="257"/>
                  </a:lnTo>
                  <a:lnTo>
                    <a:pt x="327" y="257"/>
                  </a:lnTo>
                  <a:lnTo>
                    <a:pt x="327" y="257"/>
                  </a:lnTo>
                  <a:lnTo>
                    <a:pt x="329" y="257"/>
                  </a:lnTo>
                  <a:lnTo>
                    <a:pt x="329" y="257"/>
                  </a:lnTo>
                  <a:lnTo>
                    <a:pt x="329" y="257"/>
                  </a:lnTo>
                  <a:lnTo>
                    <a:pt x="331" y="257"/>
                  </a:lnTo>
                  <a:lnTo>
                    <a:pt x="331" y="259"/>
                  </a:lnTo>
                  <a:lnTo>
                    <a:pt x="333" y="259"/>
                  </a:lnTo>
                  <a:lnTo>
                    <a:pt x="333" y="259"/>
                  </a:lnTo>
                  <a:lnTo>
                    <a:pt x="333" y="259"/>
                  </a:lnTo>
                  <a:lnTo>
                    <a:pt x="331" y="261"/>
                  </a:lnTo>
                  <a:lnTo>
                    <a:pt x="331" y="261"/>
                  </a:lnTo>
                  <a:lnTo>
                    <a:pt x="331" y="261"/>
                  </a:lnTo>
                  <a:lnTo>
                    <a:pt x="331" y="261"/>
                  </a:lnTo>
                  <a:lnTo>
                    <a:pt x="333" y="261"/>
                  </a:lnTo>
                  <a:lnTo>
                    <a:pt x="335" y="263"/>
                  </a:lnTo>
                  <a:lnTo>
                    <a:pt x="337" y="263"/>
                  </a:lnTo>
                  <a:lnTo>
                    <a:pt x="339" y="263"/>
                  </a:lnTo>
                  <a:lnTo>
                    <a:pt x="339" y="263"/>
                  </a:lnTo>
                  <a:lnTo>
                    <a:pt x="339" y="263"/>
                  </a:lnTo>
                  <a:lnTo>
                    <a:pt x="339" y="261"/>
                  </a:lnTo>
                  <a:lnTo>
                    <a:pt x="341" y="261"/>
                  </a:lnTo>
                  <a:lnTo>
                    <a:pt x="341" y="261"/>
                  </a:lnTo>
                  <a:lnTo>
                    <a:pt x="341" y="261"/>
                  </a:lnTo>
                  <a:lnTo>
                    <a:pt x="341" y="261"/>
                  </a:lnTo>
                  <a:lnTo>
                    <a:pt x="341" y="263"/>
                  </a:lnTo>
                  <a:lnTo>
                    <a:pt x="341" y="263"/>
                  </a:lnTo>
                  <a:lnTo>
                    <a:pt x="343" y="263"/>
                  </a:lnTo>
                  <a:lnTo>
                    <a:pt x="343" y="263"/>
                  </a:lnTo>
                  <a:lnTo>
                    <a:pt x="343" y="263"/>
                  </a:lnTo>
                  <a:lnTo>
                    <a:pt x="343" y="263"/>
                  </a:lnTo>
                  <a:lnTo>
                    <a:pt x="343" y="263"/>
                  </a:lnTo>
                  <a:lnTo>
                    <a:pt x="345" y="263"/>
                  </a:lnTo>
                  <a:lnTo>
                    <a:pt x="347" y="263"/>
                  </a:lnTo>
                  <a:lnTo>
                    <a:pt x="347" y="263"/>
                  </a:lnTo>
                  <a:lnTo>
                    <a:pt x="347" y="263"/>
                  </a:lnTo>
                  <a:lnTo>
                    <a:pt x="347" y="263"/>
                  </a:lnTo>
                  <a:lnTo>
                    <a:pt x="347" y="263"/>
                  </a:lnTo>
                  <a:lnTo>
                    <a:pt x="349" y="265"/>
                  </a:lnTo>
                  <a:lnTo>
                    <a:pt x="349" y="265"/>
                  </a:lnTo>
                  <a:lnTo>
                    <a:pt x="349" y="265"/>
                  </a:lnTo>
                  <a:lnTo>
                    <a:pt x="349" y="265"/>
                  </a:lnTo>
                  <a:lnTo>
                    <a:pt x="351" y="263"/>
                  </a:lnTo>
                  <a:lnTo>
                    <a:pt x="351" y="263"/>
                  </a:lnTo>
                  <a:lnTo>
                    <a:pt x="351" y="263"/>
                  </a:lnTo>
                  <a:lnTo>
                    <a:pt x="353" y="263"/>
                  </a:lnTo>
                  <a:lnTo>
                    <a:pt x="353" y="263"/>
                  </a:lnTo>
                  <a:lnTo>
                    <a:pt x="353" y="261"/>
                  </a:lnTo>
                  <a:lnTo>
                    <a:pt x="353" y="261"/>
                  </a:lnTo>
                  <a:lnTo>
                    <a:pt x="353" y="261"/>
                  </a:lnTo>
                  <a:lnTo>
                    <a:pt x="355" y="257"/>
                  </a:lnTo>
                  <a:lnTo>
                    <a:pt x="355" y="257"/>
                  </a:lnTo>
                  <a:lnTo>
                    <a:pt x="355" y="257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7" y="255"/>
                  </a:lnTo>
                  <a:lnTo>
                    <a:pt x="357" y="255"/>
                  </a:lnTo>
                  <a:lnTo>
                    <a:pt x="357" y="255"/>
                  </a:lnTo>
                  <a:lnTo>
                    <a:pt x="357" y="253"/>
                  </a:lnTo>
                  <a:lnTo>
                    <a:pt x="359" y="251"/>
                  </a:lnTo>
                  <a:lnTo>
                    <a:pt x="359" y="249"/>
                  </a:lnTo>
                  <a:lnTo>
                    <a:pt x="359" y="247"/>
                  </a:lnTo>
                  <a:lnTo>
                    <a:pt x="359" y="247"/>
                  </a:lnTo>
                  <a:lnTo>
                    <a:pt x="359" y="247"/>
                  </a:lnTo>
                  <a:lnTo>
                    <a:pt x="361" y="247"/>
                  </a:lnTo>
                  <a:lnTo>
                    <a:pt x="363" y="245"/>
                  </a:lnTo>
                  <a:lnTo>
                    <a:pt x="363" y="245"/>
                  </a:lnTo>
                  <a:lnTo>
                    <a:pt x="363" y="245"/>
                  </a:lnTo>
                  <a:lnTo>
                    <a:pt x="363" y="245"/>
                  </a:lnTo>
                  <a:lnTo>
                    <a:pt x="363" y="243"/>
                  </a:lnTo>
                  <a:lnTo>
                    <a:pt x="361" y="241"/>
                  </a:lnTo>
                  <a:lnTo>
                    <a:pt x="361" y="241"/>
                  </a:lnTo>
                  <a:lnTo>
                    <a:pt x="361" y="241"/>
                  </a:lnTo>
                  <a:lnTo>
                    <a:pt x="361" y="239"/>
                  </a:lnTo>
                  <a:lnTo>
                    <a:pt x="361" y="237"/>
                  </a:lnTo>
                  <a:lnTo>
                    <a:pt x="361" y="237"/>
                  </a:lnTo>
                  <a:lnTo>
                    <a:pt x="361" y="237"/>
                  </a:lnTo>
                  <a:lnTo>
                    <a:pt x="361" y="237"/>
                  </a:lnTo>
                  <a:lnTo>
                    <a:pt x="361" y="235"/>
                  </a:lnTo>
                  <a:lnTo>
                    <a:pt x="361" y="235"/>
                  </a:lnTo>
                  <a:lnTo>
                    <a:pt x="361" y="235"/>
                  </a:lnTo>
                  <a:lnTo>
                    <a:pt x="361" y="235"/>
                  </a:lnTo>
                  <a:lnTo>
                    <a:pt x="365" y="231"/>
                  </a:lnTo>
                  <a:lnTo>
                    <a:pt x="365" y="231"/>
                  </a:lnTo>
                  <a:lnTo>
                    <a:pt x="365" y="229"/>
                  </a:lnTo>
                  <a:lnTo>
                    <a:pt x="367" y="229"/>
                  </a:lnTo>
                  <a:lnTo>
                    <a:pt x="373" y="231"/>
                  </a:lnTo>
                  <a:lnTo>
                    <a:pt x="375" y="231"/>
                  </a:lnTo>
                  <a:lnTo>
                    <a:pt x="375" y="231"/>
                  </a:lnTo>
                  <a:lnTo>
                    <a:pt x="376" y="231"/>
                  </a:lnTo>
                  <a:lnTo>
                    <a:pt x="376" y="231"/>
                  </a:lnTo>
                  <a:lnTo>
                    <a:pt x="378" y="229"/>
                  </a:lnTo>
                  <a:lnTo>
                    <a:pt x="378" y="229"/>
                  </a:lnTo>
                  <a:lnTo>
                    <a:pt x="378" y="229"/>
                  </a:lnTo>
                  <a:lnTo>
                    <a:pt x="378" y="229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6" y="226"/>
                  </a:lnTo>
                  <a:lnTo>
                    <a:pt x="375" y="226"/>
                  </a:lnTo>
                  <a:lnTo>
                    <a:pt x="375" y="224"/>
                  </a:lnTo>
                  <a:lnTo>
                    <a:pt x="373" y="224"/>
                  </a:lnTo>
                  <a:lnTo>
                    <a:pt x="373" y="224"/>
                  </a:lnTo>
                  <a:lnTo>
                    <a:pt x="373" y="224"/>
                  </a:lnTo>
                  <a:lnTo>
                    <a:pt x="375" y="222"/>
                  </a:lnTo>
                  <a:lnTo>
                    <a:pt x="375" y="222"/>
                  </a:lnTo>
                  <a:lnTo>
                    <a:pt x="375" y="220"/>
                  </a:lnTo>
                  <a:lnTo>
                    <a:pt x="375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8" y="218"/>
                  </a:lnTo>
                  <a:lnTo>
                    <a:pt x="378" y="218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82" y="222"/>
                  </a:lnTo>
                  <a:lnTo>
                    <a:pt x="382" y="222"/>
                  </a:lnTo>
                  <a:lnTo>
                    <a:pt x="382" y="222"/>
                  </a:lnTo>
                  <a:lnTo>
                    <a:pt x="380" y="224"/>
                  </a:lnTo>
                  <a:lnTo>
                    <a:pt x="380" y="224"/>
                  </a:lnTo>
                  <a:lnTo>
                    <a:pt x="380" y="224"/>
                  </a:lnTo>
                  <a:lnTo>
                    <a:pt x="380" y="224"/>
                  </a:lnTo>
                  <a:lnTo>
                    <a:pt x="380" y="224"/>
                  </a:lnTo>
                  <a:lnTo>
                    <a:pt x="380" y="224"/>
                  </a:lnTo>
                  <a:lnTo>
                    <a:pt x="380" y="226"/>
                  </a:lnTo>
                  <a:lnTo>
                    <a:pt x="380" y="226"/>
                  </a:lnTo>
                  <a:lnTo>
                    <a:pt x="382" y="226"/>
                  </a:lnTo>
                  <a:lnTo>
                    <a:pt x="384" y="228"/>
                  </a:lnTo>
                  <a:lnTo>
                    <a:pt x="384" y="229"/>
                  </a:lnTo>
                  <a:lnTo>
                    <a:pt x="386" y="231"/>
                  </a:lnTo>
                  <a:lnTo>
                    <a:pt x="388" y="233"/>
                  </a:lnTo>
                  <a:lnTo>
                    <a:pt x="388" y="233"/>
                  </a:lnTo>
                  <a:lnTo>
                    <a:pt x="388" y="233"/>
                  </a:lnTo>
                  <a:lnTo>
                    <a:pt x="388" y="233"/>
                  </a:lnTo>
                  <a:lnTo>
                    <a:pt x="390" y="233"/>
                  </a:lnTo>
                  <a:lnTo>
                    <a:pt x="390" y="231"/>
                  </a:lnTo>
                  <a:lnTo>
                    <a:pt x="390" y="231"/>
                  </a:lnTo>
                  <a:lnTo>
                    <a:pt x="390" y="229"/>
                  </a:lnTo>
                  <a:lnTo>
                    <a:pt x="394" y="224"/>
                  </a:lnTo>
                  <a:lnTo>
                    <a:pt x="394" y="220"/>
                  </a:lnTo>
                  <a:lnTo>
                    <a:pt x="396" y="220"/>
                  </a:lnTo>
                  <a:lnTo>
                    <a:pt x="396" y="220"/>
                  </a:lnTo>
                  <a:lnTo>
                    <a:pt x="396" y="220"/>
                  </a:lnTo>
                  <a:lnTo>
                    <a:pt x="398" y="220"/>
                  </a:lnTo>
                  <a:lnTo>
                    <a:pt x="400" y="220"/>
                  </a:lnTo>
                  <a:lnTo>
                    <a:pt x="402" y="220"/>
                  </a:lnTo>
                  <a:lnTo>
                    <a:pt x="402" y="220"/>
                  </a:lnTo>
                  <a:lnTo>
                    <a:pt x="402" y="222"/>
                  </a:lnTo>
                  <a:lnTo>
                    <a:pt x="404" y="224"/>
                  </a:lnTo>
                  <a:lnTo>
                    <a:pt x="406" y="226"/>
                  </a:lnTo>
                  <a:lnTo>
                    <a:pt x="406" y="226"/>
                  </a:lnTo>
                  <a:lnTo>
                    <a:pt x="406" y="226"/>
                  </a:lnTo>
                  <a:lnTo>
                    <a:pt x="406" y="226"/>
                  </a:lnTo>
                  <a:lnTo>
                    <a:pt x="408" y="226"/>
                  </a:lnTo>
                  <a:lnTo>
                    <a:pt x="408" y="226"/>
                  </a:lnTo>
                  <a:lnTo>
                    <a:pt x="408" y="224"/>
                  </a:lnTo>
                  <a:lnTo>
                    <a:pt x="414" y="226"/>
                  </a:lnTo>
                  <a:lnTo>
                    <a:pt x="414" y="226"/>
                  </a:lnTo>
                  <a:lnTo>
                    <a:pt x="414" y="226"/>
                  </a:lnTo>
                  <a:lnTo>
                    <a:pt x="414" y="226"/>
                  </a:lnTo>
                  <a:lnTo>
                    <a:pt x="414" y="226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4" y="228"/>
                  </a:lnTo>
                  <a:lnTo>
                    <a:pt x="416" y="228"/>
                  </a:lnTo>
                  <a:lnTo>
                    <a:pt x="416" y="228"/>
                  </a:lnTo>
                  <a:lnTo>
                    <a:pt x="416" y="228"/>
                  </a:lnTo>
                  <a:lnTo>
                    <a:pt x="418" y="226"/>
                  </a:lnTo>
                  <a:lnTo>
                    <a:pt x="420" y="226"/>
                  </a:lnTo>
                  <a:lnTo>
                    <a:pt x="420" y="224"/>
                  </a:lnTo>
                  <a:lnTo>
                    <a:pt x="420" y="224"/>
                  </a:lnTo>
                  <a:lnTo>
                    <a:pt x="420" y="224"/>
                  </a:lnTo>
                  <a:lnTo>
                    <a:pt x="420" y="224"/>
                  </a:lnTo>
                  <a:lnTo>
                    <a:pt x="422" y="224"/>
                  </a:lnTo>
                  <a:lnTo>
                    <a:pt x="424" y="226"/>
                  </a:lnTo>
                  <a:lnTo>
                    <a:pt x="424" y="226"/>
                  </a:lnTo>
                  <a:lnTo>
                    <a:pt x="424" y="226"/>
                  </a:lnTo>
                  <a:lnTo>
                    <a:pt x="424" y="228"/>
                  </a:lnTo>
                  <a:lnTo>
                    <a:pt x="424" y="229"/>
                  </a:lnTo>
                  <a:lnTo>
                    <a:pt x="424" y="229"/>
                  </a:lnTo>
                  <a:lnTo>
                    <a:pt x="425" y="229"/>
                  </a:lnTo>
                  <a:lnTo>
                    <a:pt x="425" y="229"/>
                  </a:lnTo>
                  <a:lnTo>
                    <a:pt x="425" y="231"/>
                  </a:lnTo>
                  <a:lnTo>
                    <a:pt x="425" y="231"/>
                  </a:lnTo>
                  <a:lnTo>
                    <a:pt x="431" y="231"/>
                  </a:lnTo>
                  <a:lnTo>
                    <a:pt x="433" y="231"/>
                  </a:lnTo>
                  <a:lnTo>
                    <a:pt x="433" y="233"/>
                  </a:lnTo>
                  <a:lnTo>
                    <a:pt x="435" y="233"/>
                  </a:lnTo>
                  <a:lnTo>
                    <a:pt x="435" y="233"/>
                  </a:lnTo>
                  <a:lnTo>
                    <a:pt x="435" y="233"/>
                  </a:lnTo>
                  <a:lnTo>
                    <a:pt x="433" y="237"/>
                  </a:lnTo>
                  <a:lnTo>
                    <a:pt x="433" y="237"/>
                  </a:lnTo>
                  <a:lnTo>
                    <a:pt x="433" y="239"/>
                  </a:lnTo>
                  <a:lnTo>
                    <a:pt x="433" y="241"/>
                  </a:lnTo>
                  <a:lnTo>
                    <a:pt x="433" y="241"/>
                  </a:lnTo>
                  <a:lnTo>
                    <a:pt x="433" y="241"/>
                  </a:lnTo>
                  <a:lnTo>
                    <a:pt x="433" y="243"/>
                  </a:lnTo>
                  <a:lnTo>
                    <a:pt x="433" y="243"/>
                  </a:lnTo>
                  <a:lnTo>
                    <a:pt x="431" y="243"/>
                  </a:lnTo>
                  <a:lnTo>
                    <a:pt x="431" y="245"/>
                  </a:lnTo>
                  <a:lnTo>
                    <a:pt x="431" y="245"/>
                  </a:lnTo>
                  <a:lnTo>
                    <a:pt x="431" y="245"/>
                  </a:lnTo>
                  <a:lnTo>
                    <a:pt x="429" y="245"/>
                  </a:lnTo>
                  <a:lnTo>
                    <a:pt x="429" y="245"/>
                  </a:lnTo>
                  <a:lnTo>
                    <a:pt x="429" y="245"/>
                  </a:lnTo>
                  <a:lnTo>
                    <a:pt x="429" y="247"/>
                  </a:lnTo>
                  <a:lnTo>
                    <a:pt x="429" y="247"/>
                  </a:lnTo>
                  <a:lnTo>
                    <a:pt x="427" y="247"/>
                  </a:lnTo>
                  <a:lnTo>
                    <a:pt x="427" y="247"/>
                  </a:lnTo>
                  <a:lnTo>
                    <a:pt x="427" y="247"/>
                  </a:lnTo>
                  <a:lnTo>
                    <a:pt x="425" y="247"/>
                  </a:lnTo>
                  <a:lnTo>
                    <a:pt x="425" y="249"/>
                  </a:lnTo>
                  <a:lnTo>
                    <a:pt x="425" y="249"/>
                  </a:lnTo>
                  <a:lnTo>
                    <a:pt x="425" y="249"/>
                  </a:lnTo>
                  <a:lnTo>
                    <a:pt x="425" y="249"/>
                  </a:lnTo>
                  <a:lnTo>
                    <a:pt x="424" y="249"/>
                  </a:lnTo>
                  <a:lnTo>
                    <a:pt x="422" y="249"/>
                  </a:lnTo>
                  <a:lnTo>
                    <a:pt x="422" y="249"/>
                  </a:lnTo>
                  <a:lnTo>
                    <a:pt x="422" y="249"/>
                  </a:lnTo>
                  <a:lnTo>
                    <a:pt x="422" y="251"/>
                  </a:lnTo>
                  <a:lnTo>
                    <a:pt x="422" y="251"/>
                  </a:lnTo>
                  <a:lnTo>
                    <a:pt x="422" y="251"/>
                  </a:lnTo>
                  <a:lnTo>
                    <a:pt x="420" y="253"/>
                  </a:lnTo>
                  <a:lnTo>
                    <a:pt x="420" y="253"/>
                  </a:lnTo>
                  <a:lnTo>
                    <a:pt x="420" y="253"/>
                  </a:lnTo>
                  <a:lnTo>
                    <a:pt x="420" y="253"/>
                  </a:lnTo>
                  <a:lnTo>
                    <a:pt x="420" y="253"/>
                  </a:lnTo>
                  <a:lnTo>
                    <a:pt x="420" y="255"/>
                  </a:lnTo>
                  <a:lnTo>
                    <a:pt x="418" y="255"/>
                  </a:lnTo>
                  <a:lnTo>
                    <a:pt x="418" y="255"/>
                  </a:lnTo>
                  <a:lnTo>
                    <a:pt x="418" y="257"/>
                  </a:lnTo>
                  <a:lnTo>
                    <a:pt x="418" y="257"/>
                  </a:lnTo>
                  <a:lnTo>
                    <a:pt x="418" y="257"/>
                  </a:lnTo>
                  <a:lnTo>
                    <a:pt x="420" y="259"/>
                  </a:lnTo>
                  <a:lnTo>
                    <a:pt x="422" y="259"/>
                  </a:lnTo>
                  <a:lnTo>
                    <a:pt x="422" y="259"/>
                  </a:lnTo>
                  <a:lnTo>
                    <a:pt x="422" y="261"/>
                  </a:lnTo>
                  <a:lnTo>
                    <a:pt x="422" y="261"/>
                  </a:lnTo>
                  <a:lnTo>
                    <a:pt x="422" y="263"/>
                  </a:lnTo>
                  <a:lnTo>
                    <a:pt x="422" y="263"/>
                  </a:lnTo>
                  <a:lnTo>
                    <a:pt x="422" y="263"/>
                  </a:lnTo>
                  <a:lnTo>
                    <a:pt x="422" y="263"/>
                  </a:lnTo>
                  <a:lnTo>
                    <a:pt x="420" y="265"/>
                  </a:lnTo>
                  <a:lnTo>
                    <a:pt x="420" y="267"/>
                  </a:lnTo>
                  <a:lnTo>
                    <a:pt x="420" y="267"/>
                  </a:lnTo>
                  <a:lnTo>
                    <a:pt x="420" y="273"/>
                  </a:lnTo>
                  <a:lnTo>
                    <a:pt x="422" y="275"/>
                  </a:lnTo>
                  <a:lnTo>
                    <a:pt x="422" y="275"/>
                  </a:lnTo>
                  <a:lnTo>
                    <a:pt x="424" y="275"/>
                  </a:lnTo>
                  <a:lnTo>
                    <a:pt x="424" y="273"/>
                  </a:lnTo>
                  <a:lnTo>
                    <a:pt x="425" y="273"/>
                  </a:lnTo>
                  <a:lnTo>
                    <a:pt x="425" y="273"/>
                  </a:lnTo>
                  <a:lnTo>
                    <a:pt x="429" y="279"/>
                  </a:lnTo>
                  <a:lnTo>
                    <a:pt x="437" y="283"/>
                  </a:lnTo>
                  <a:lnTo>
                    <a:pt x="439" y="284"/>
                  </a:lnTo>
                  <a:lnTo>
                    <a:pt x="439" y="284"/>
                  </a:lnTo>
                  <a:lnTo>
                    <a:pt x="437" y="284"/>
                  </a:lnTo>
                  <a:lnTo>
                    <a:pt x="437" y="284"/>
                  </a:lnTo>
                  <a:lnTo>
                    <a:pt x="437" y="286"/>
                  </a:lnTo>
                  <a:lnTo>
                    <a:pt x="435" y="286"/>
                  </a:lnTo>
                  <a:lnTo>
                    <a:pt x="435" y="286"/>
                  </a:lnTo>
                  <a:lnTo>
                    <a:pt x="435" y="288"/>
                  </a:lnTo>
                  <a:lnTo>
                    <a:pt x="433" y="288"/>
                  </a:lnTo>
                  <a:lnTo>
                    <a:pt x="431" y="288"/>
                  </a:lnTo>
                  <a:lnTo>
                    <a:pt x="431" y="290"/>
                  </a:lnTo>
                  <a:lnTo>
                    <a:pt x="431" y="292"/>
                  </a:lnTo>
                  <a:lnTo>
                    <a:pt x="437" y="294"/>
                  </a:lnTo>
                  <a:lnTo>
                    <a:pt x="437" y="294"/>
                  </a:lnTo>
                  <a:lnTo>
                    <a:pt x="437" y="294"/>
                  </a:lnTo>
                  <a:lnTo>
                    <a:pt x="437" y="296"/>
                  </a:lnTo>
                  <a:lnTo>
                    <a:pt x="437" y="296"/>
                  </a:lnTo>
                  <a:lnTo>
                    <a:pt x="437" y="296"/>
                  </a:lnTo>
                  <a:lnTo>
                    <a:pt x="457" y="300"/>
                  </a:lnTo>
                  <a:lnTo>
                    <a:pt x="457" y="302"/>
                  </a:lnTo>
                  <a:lnTo>
                    <a:pt x="457" y="302"/>
                  </a:lnTo>
                  <a:lnTo>
                    <a:pt x="455" y="304"/>
                  </a:lnTo>
                  <a:lnTo>
                    <a:pt x="455" y="306"/>
                  </a:lnTo>
                  <a:lnTo>
                    <a:pt x="455" y="306"/>
                  </a:lnTo>
                  <a:lnTo>
                    <a:pt x="457" y="308"/>
                  </a:lnTo>
                  <a:lnTo>
                    <a:pt x="457" y="308"/>
                  </a:lnTo>
                  <a:lnTo>
                    <a:pt x="459" y="310"/>
                  </a:lnTo>
                  <a:lnTo>
                    <a:pt x="459" y="310"/>
                  </a:lnTo>
                  <a:lnTo>
                    <a:pt x="459" y="310"/>
                  </a:lnTo>
                  <a:lnTo>
                    <a:pt x="459" y="312"/>
                  </a:lnTo>
                  <a:lnTo>
                    <a:pt x="459" y="312"/>
                  </a:lnTo>
                  <a:lnTo>
                    <a:pt x="459" y="312"/>
                  </a:lnTo>
                  <a:lnTo>
                    <a:pt x="459" y="312"/>
                  </a:lnTo>
                  <a:lnTo>
                    <a:pt x="459" y="312"/>
                  </a:lnTo>
                  <a:lnTo>
                    <a:pt x="461" y="312"/>
                  </a:lnTo>
                  <a:lnTo>
                    <a:pt x="463" y="312"/>
                  </a:lnTo>
                  <a:lnTo>
                    <a:pt x="463" y="314"/>
                  </a:lnTo>
                  <a:lnTo>
                    <a:pt x="465" y="314"/>
                  </a:lnTo>
                  <a:lnTo>
                    <a:pt x="469" y="314"/>
                  </a:lnTo>
                  <a:lnTo>
                    <a:pt x="469" y="316"/>
                  </a:lnTo>
                  <a:lnTo>
                    <a:pt x="471" y="316"/>
                  </a:lnTo>
                  <a:lnTo>
                    <a:pt x="471" y="316"/>
                  </a:lnTo>
                  <a:lnTo>
                    <a:pt x="471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5" y="318"/>
                  </a:lnTo>
                  <a:lnTo>
                    <a:pt x="476" y="320"/>
                  </a:lnTo>
                  <a:lnTo>
                    <a:pt x="478" y="320"/>
                  </a:lnTo>
                  <a:lnTo>
                    <a:pt x="478" y="320"/>
                  </a:lnTo>
                  <a:lnTo>
                    <a:pt x="478" y="322"/>
                  </a:lnTo>
                  <a:lnTo>
                    <a:pt x="478" y="328"/>
                  </a:lnTo>
                  <a:lnTo>
                    <a:pt x="480" y="332"/>
                  </a:lnTo>
                  <a:lnTo>
                    <a:pt x="480" y="332"/>
                  </a:lnTo>
                  <a:lnTo>
                    <a:pt x="484" y="334"/>
                  </a:lnTo>
                  <a:lnTo>
                    <a:pt x="484" y="334"/>
                  </a:lnTo>
                  <a:lnTo>
                    <a:pt x="482" y="336"/>
                  </a:lnTo>
                  <a:lnTo>
                    <a:pt x="478" y="336"/>
                  </a:lnTo>
                  <a:lnTo>
                    <a:pt x="476" y="337"/>
                  </a:lnTo>
                  <a:lnTo>
                    <a:pt x="476" y="339"/>
                  </a:lnTo>
                  <a:lnTo>
                    <a:pt x="471" y="351"/>
                  </a:lnTo>
                  <a:lnTo>
                    <a:pt x="471" y="353"/>
                  </a:lnTo>
                  <a:lnTo>
                    <a:pt x="469" y="361"/>
                  </a:lnTo>
                  <a:lnTo>
                    <a:pt x="467" y="363"/>
                  </a:lnTo>
                  <a:lnTo>
                    <a:pt x="465" y="365"/>
                  </a:lnTo>
                  <a:lnTo>
                    <a:pt x="463" y="367"/>
                  </a:lnTo>
                  <a:lnTo>
                    <a:pt x="449" y="367"/>
                  </a:lnTo>
                  <a:lnTo>
                    <a:pt x="435" y="369"/>
                  </a:lnTo>
                  <a:lnTo>
                    <a:pt x="431" y="369"/>
                  </a:lnTo>
                  <a:lnTo>
                    <a:pt x="412" y="363"/>
                  </a:lnTo>
                  <a:lnTo>
                    <a:pt x="410" y="361"/>
                  </a:lnTo>
                  <a:lnTo>
                    <a:pt x="408" y="359"/>
                  </a:lnTo>
                  <a:lnTo>
                    <a:pt x="408" y="357"/>
                  </a:lnTo>
                  <a:lnTo>
                    <a:pt x="406" y="355"/>
                  </a:lnTo>
                  <a:lnTo>
                    <a:pt x="408" y="351"/>
                  </a:lnTo>
                  <a:lnTo>
                    <a:pt x="408" y="349"/>
                  </a:lnTo>
                  <a:lnTo>
                    <a:pt x="406" y="347"/>
                  </a:lnTo>
                  <a:lnTo>
                    <a:pt x="402" y="347"/>
                  </a:lnTo>
                  <a:lnTo>
                    <a:pt x="400" y="347"/>
                  </a:lnTo>
                  <a:lnTo>
                    <a:pt x="400" y="347"/>
                  </a:lnTo>
                  <a:lnTo>
                    <a:pt x="398" y="347"/>
                  </a:lnTo>
                  <a:lnTo>
                    <a:pt x="396" y="353"/>
                  </a:lnTo>
                  <a:lnTo>
                    <a:pt x="396" y="353"/>
                  </a:lnTo>
                  <a:lnTo>
                    <a:pt x="394" y="355"/>
                  </a:lnTo>
                  <a:lnTo>
                    <a:pt x="394" y="357"/>
                  </a:lnTo>
                  <a:lnTo>
                    <a:pt x="394" y="359"/>
                  </a:lnTo>
                  <a:lnTo>
                    <a:pt x="394" y="359"/>
                  </a:lnTo>
                  <a:lnTo>
                    <a:pt x="392" y="361"/>
                  </a:lnTo>
                  <a:lnTo>
                    <a:pt x="390" y="361"/>
                  </a:lnTo>
                  <a:lnTo>
                    <a:pt x="388" y="365"/>
                  </a:lnTo>
                  <a:lnTo>
                    <a:pt x="384" y="367"/>
                  </a:lnTo>
                  <a:lnTo>
                    <a:pt x="382" y="367"/>
                  </a:lnTo>
                  <a:lnTo>
                    <a:pt x="380" y="367"/>
                  </a:lnTo>
                  <a:lnTo>
                    <a:pt x="378" y="367"/>
                  </a:lnTo>
                  <a:lnTo>
                    <a:pt x="376" y="367"/>
                  </a:lnTo>
                  <a:lnTo>
                    <a:pt x="375" y="369"/>
                  </a:lnTo>
                  <a:lnTo>
                    <a:pt x="373" y="369"/>
                  </a:lnTo>
                  <a:lnTo>
                    <a:pt x="371" y="365"/>
                  </a:lnTo>
                  <a:lnTo>
                    <a:pt x="371" y="365"/>
                  </a:lnTo>
                  <a:lnTo>
                    <a:pt x="371" y="363"/>
                  </a:lnTo>
                  <a:lnTo>
                    <a:pt x="373" y="363"/>
                  </a:lnTo>
                  <a:lnTo>
                    <a:pt x="375" y="363"/>
                  </a:lnTo>
                  <a:lnTo>
                    <a:pt x="376" y="363"/>
                  </a:lnTo>
                  <a:lnTo>
                    <a:pt x="376" y="361"/>
                  </a:lnTo>
                  <a:lnTo>
                    <a:pt x="376" y="361"/>
                  </a:lnTo>
                  <a:lnTo>
                    <a:pt x="375" y="359"/>
                  </a:lnTo>
                  <a:lnTo>
                    <a:pt x="373" y="359"/>
                  </a:lnTo>
                  <a:lnTo>
                    <a:pt x="371" y="357"/>
                  </a:lnTo>
                  <a:lnTo>
                    <a:pt x="369" y="355"/>
                  </a:lnTo>
                  <a:lnTo>
                    <a:pt x="365" y="357"/>
                  </a:lnTo>
                  <a:lnTo>
                    <a:pt x="363" y="355"/>
                  </a:lnTo>
                  <a:lnTo>
                    <a:pt x="363" y="355"/>
                  </a:lnTo>
                  <a:lnTo>
                    <a:pt x="363" y="355"/>
                  </a:lnTo>
                  <a:lnTo>
                    <a:pt x="363" y="353"/>
                  </a:lnTo>
                  <a:lnTo>
                    <a:pt x="363" y="353"/>
                  </a:lnTo>
                  <a:lnTo>
                    <a:pt x="361" y="351"/>
                  </a:lnTo>
                  <a:lnTo>
                    <a:pt x="349" y="347"/>
                  </a:lnTo>
                  <a:lnTo>
                    <a:pt x="347" y="347"/>
                  </a:lnTo>
                  <a:lnTo>
                    <a:pt x="345" y="343"/>
                  </a:lnTo>
                  <a:lnTo>
                    <a:pt x="343" y="341"/>
                  </a:lnTo>
                  <a:lnTo>
                    <a:pt x="343" y="341"/>
                  </a:lnTo>
                  <a:lnTo>
                    <a:pt x="343" y="337"/>
                  </a:lnTo>
                  <a:lnTo>
                    <a:pt x="343" y="337"/>
                  </a:lnTo>
                  <a:lnTo>
                    <a:pt x="341" y="337"/>
                  </a:lnTo>
                  <a:lnTo>
                    <a:pt x="339" y="337"/>
                  </a:lnTo>
                  <a:lnTo>
                    <a:pt x="339" y="337"/>
                  </a:lnTo>
                  <a:lnTo>
                    <a:pt x="337" y="336"/>
                  </a:lnTo>
                  <a:lnTo>
                    <a:pt x="337" y="334"/>
                  </a:lnTo>
                  <a:lnTo>
                    <a:pt x="339" y="332"/>
                  </a:lnTo>
                  <a:lnTo>
                    <a:pt x="339" y="332"/>
                  </a:lnTo>
                  <a:lnTo>
                    <a:pt x="337" y="330"/>
                  </a:lnTo>
                  <a:lnTo>
                    <a:pt x="335" y="330"/>
                  </a:lnTo>
                  <a:lnTo>
                    <a:pt x="335" y="330"/>
                  </a:lnTo>
                  <a:lnTo>
                    <a:pt x="335" y="328"/>
                  </a:lnTo>
                  <a:lnTo>
                    <a:pt x="335" y="326"/>
                  </a:lnTo>
                  <a:lnTo>
                    <a:pt x="335" y="326"/>
                  </a:lnTo>
                  <a:lnTo>
                    <a:pt x="337" y="326"/>
                  </a:lnTo>
                  <a:lnTo>
                    <a:pt x="337" y="324"/>
                  </a:lnTo>
                  <a:lnTo>
                    <a:pt x="339" y="324"/>
                  </a:lnTo>
                  <a:lnTo>
                    <a:pt x="339" y="322"/>
                  </a:lnTo>
                  <a:lnTo>
                    <a:pt x="339" y="320"/>
                  </a:lnTo>
                  <a:lnTo>
                    <a:pt x="339" y="316"/>
                  </a:lnTo>
                  <a:lnTo>
                    <a:pt x="337" y="316"/>
                  </a:lnTo>
                  <a:lnTo>
                    <a:pt x="331" y="314"/>
                  </a:lnTo>
                  <a:lnTo>
                    <a:pt x="331" y="314"/>
                  </a:lnTo>
                  <a:lnTo>
                    <a:pt x="331" y="312"/>
                  </a:lnTo>
                  <a:lnTo>
                    <a:pt x="331" y="312"/>
                  </a:lnTo>
                  <a:lnTo>
                    <a:pt x="331" y="310"/>
                  </a:lnTo>
                  <a:lnTo>
                    <a:pt x="329" y="308"/>
                  </a:lnTo>
                  <a:lnTo>
                    <a:pt x="329" y="308"/>
                  </a:lnTo>
                  <a:lnTo>
                    <a:pt x="329" y="306"/>
                  </a:lnTo>
                  <a:lnTo>
                    <a:pt x="327" y="308"/>
                  </a:lnTo>
                  <a:lnTo>
                    <a:pt x="325" y="308"/>
                  </a:lnTo>
                  <a:lnTo>
                    <a:pt x="324" y="308"/>
                  </a:lnTo>
                  <a:lnTo>
                    <a:pt x="324" y="308"/>
                  </a:lnTo>
                  <a:lnTo>
                    <a:pt x="324" y="310"/>
                  </a:lnTo>
                  <a:lnTo>
                    <a:pt x="322" y="312"/>
                  </a:lnTo>
                  <a:lnTo>
                    <a:pt x="322" y="312"/>
                  </a:lnTo>
                  <a:lnTo>
                    <a:pt x="320" y="312"/>
                  </a:lnTo>
                  <a:lnTo>
                    <a:pt x="318" y="310"/>
                  </a:lnTo>
                  <a:lnTo>
                    <a:pt x="318" y="310"/>
                  </a:lnTo>
                  <a:lnTo>
                    <a:pt x="318" y="310"/>
                  </a:lnTo>
                  <a:lnTo>
                    <a:pt x="318" y="308"/>
                  </a:lnTo>
                  <a:lnTo>
                    <a:pt x="318" y="308"/>
                  </a:lnTo>
                  <a:lnTo>
                    <a:pt x="318" y="308"/>
                  </a:lnTo>
                  <a:lnTo>
                    <a:pt x="318" y="308"/>
                  </a:lnTo>
                  <a:lnTo>
                    <a:pt x="314" y="308"/>
                  </a:lnTo>
                  <a:lnTo>
                    <a:pt x="314" y="308"/>
                  </a:lnTo>
                  <a:lnTo>
                    <a:pt x="312" y="308"/>
                  </a:lnTo>
                  <a:lnTo>
                    <a:pt x="312" y="308"/>
                  </a:lnTo>
                  <a:lnTo>
                    <a:pt x="310" y="306"/>
                  </a:lnTo>
                  <a:lnTo>
                    <a:pt x="310" y="306"/>
                  </a:lnTo>
                  <a:lnTo>
                    <a:pt x="310" y="306"/>
                  </a:lnTo>
                  <a:lnTo>
                    <a:pt x="308" y="304"/>
                  </a:lnTo>
                  <a:lnTo>
                    <a:pt x="306" y="304"/>
                  </a:lnTo>
                  <a:lnTo>
                    <a:pt x="306" y="302"/>
                  </a:lnTo>
                  <a:lnTo>
                    <a:pt x="304" y="302"/>
                  </a:lnTo>
                  <a:lnTo>
                    <a:pt x="302" y="304"/>
                  </a:lnTo>
                  <a:lnTo>
                    <a:pt x="302" y="306"/>
                  </a:lnTo>
                  <a:lnTo>
                    <a:pt x="300" y="308"/>
                  </a:lnTo>
                  <a:lnTo>
                    <a:pt x="300" y="312"/>
                  </a:lnTo>
                  <a:lnTo>
                    <a:pt x="298" y="316"/>
                  </a:lnTo>
                  <a:lnTo>
                    <a:pt x="298" y="318"/>
                  </a:lnTo>
                  <a:lnTo>
                    <a:pt x="296" y="318"/>
                  </a:lnTo>
                  <a:lnTo>
                    <a:pt x="292" y="316"/>
                  </a:lnTo>
                  <a:lnTo>
                    <a:pt x="290" y="314"/>
                  </a:lnTo>
                  <a:lnTo>
                    <a:pt x="288" y="316"/>
                  </a:lnTo>
                  <a:lnTo>
                    <a:pt x="288" y="316"/>
                  </a:lnTo>
                  <a:lnTo>
                    <a:pt x="288" y="316"/>
                  </a:lnTo>
                  <a:lnTo>
                    <a:pt x="286" y="318"/>
                  </a:lnTo>
                  <a:lnTo>
                    <a:pt x="284" y="318"/>
                  </a:lnTo>
                  <a:lnTo>
                    <a:pt x="284" y="318"/>
                  </a:lnTo>
                  <a:lnTo>
                    <a:pt x="282" y="318"/>
                  </a:lnTo>
                  <a:lnTo>
                    <a:pt x="280" y="314"/>
                  </a:lnTo>
                  <a:lnTo>
                    <a:pt x="280" y="314"/>
                  </a:lnTo>
                  <a:lnTo>
                    <a:pt x="278" y="312"/>
                  </a:lnTo>
                  <a:lnTo>
                    <a:pt x="278" y="310"/>
                  </a:lnTo>
                  <a:lnTo>
                    <a:pt x="278" y="308"/>
                  </a:lnTo>
                  <a:lnTo>
                    <a:pt x="278" y="306"/>
                  </a:lnTo>
                  <a:lnTo>
                    <a:pt x="278" y="306"/>
                  </a:lnTo>
                  <a:lnTo>
                    <a:pt x="278" y="304"/>
                  </a:lnTo>
                  <a:lnTo>
                    <a:pt x="276" y="304"/>
                  </a:lnTo>
                  <a:lnTo>
                    <a:pt x="276" y="304"/>
                  </a:lnTo>
                  <a:lnTo>
                    <a:pt x="276" y="304"/>
                  </a:lnTo>
                  <a:lnTo>
                    <a:pt x="276" y="302"/>
                  </a:lnTo>
                  <a:lnTo>
                    <a:pt x="276" y="298"/>
                  </a:lnTo>
                  <a:lnTo>
                    <a:pt x="276" y="298"/>
                  </a:lnTo>
                  <a:lnTo>
                    <a:pt x="274" y="296"/>
                  </a:lnTo>
                  <a:lnTo>
                    <a:pt x="274" y="296"/>
                  </a:lnTo>
                  <a:lnTo>
                    <a:pt x="271" y="298"/>
                  </a:lnTo>
                  <a:lnTo>
                    <a:pt x="269" y="298"/>
                  </a:lnTo>
                  <a:lnTo>
                    <a:pt x="265" y="296"/>
                  </a:lnTo>
                  <a:lnTo>
                    <a:pt x="265" y="296"/>
                  </a:lnTo>
                  <a:lnTo>
                    <a:pt x="263" y="296"/>
                  </a:lnTo>
                  <a:lnTo>
                    <a:pt x="261" y="296"/>
                  </a:lnTo>
                  <a:lnTo>
                    <a:pt x="261" y="296"/>
                  </a:lnTo>
                  <a:lnTo>
                    <a:pt x="259" y="296"/>
                  </a:lnTo>
                  <a:lnTo>
                    <a:pt x="257" y="294"/>
                  </a:lnTo>
                  <a:lnTo>
                    <a:pt x="257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3" y="294"/>
                  </a:lnTo>
                  <a:lnTo>
                    <a:pt x="253" y="294"/>
                  </a:lnTo>
                  <a:lnTo>
                    <a:pt x="253" y="296"/>
                  </a:lnTo>
                  <a:lnTo>
                    <a:pt x="253" y="298"/>
                  </a:lnTo>
                  <a:lnTo>
                    <a:pt x="253" y="300"/>
                  </a:lnTo>
                  <a:lnTo>
                    <a:pt x="253" y="300"/>
                  </a:lnTo>
                  <a:lnTo>
                    <a:pt x="251" y="300"/>
                  </a:lnTo>
                  <a:lnTo>
                    <a:pt x="249" y="300"/>
                  </a:lnTo>
                  <a:lnTo>
                    <a:pt x="247" y="298"/>
                  </a:lnTo>
                  <a:lnTo>
                    <a:pt x="245" y="292"/>
                  </a:lnTo>
                  <a:lnTo>
                    <a:pt x="243" y="290"/>
                  </a:lnTo>
                  <a:lnTo>
                    <a:pt x="243" y="292"/>
                  </a:lnTo>
                  <a:lnTo>
                    <a:pt x="241" y="292"/>
                  </a:lnTo>
                  <a:lnTo>
                    <a:pt x="241" y="292"/>
                  </a:lnTo>
                  <a:lnTo>
                    <a:pt x="241" y="294"/>
                  </a:lnTo>
                  <a:lnTo>
                    <a:pt x="241" y="296"/>
                  </a:lnTo>
                  <a:lnTo>
                    <a:pt x="239" y="296"/>
                  </a:lnTo>
                  <a:lnTo>
                    <a:pt x="239" y="298"/>
                  </a:lnTo>
                  <a:lnTo>
                    <a:pt x="237" y="298"/>
                  </a:lnTo>
                  <a:lnTo>
                    <a:pt x="235" y="298"/>
                  </a:lnTo>
                  <a:lnTo>
                    <a:pt x="235" y="300"/>
                  </a:lnTo>
                  <a:lnTo>
                    <a:pt x="233" y="302"/>
                  </a:lnTo>
                  <a:lnTo>
                    <a:pt x="233" y="302"/>
                  </a:lnTo>
                  <a:lnTo>
                    <a:pt x="231" y="302"/>
                  </a:lnTo>
                  <a:lnTo>
                    <a:pt x="231" y="302"/>
                  </a:lnTo>
                  <a:lnTo>
                    <a:pt x="227" y="298"/>
                  </a:lnTo>
                  <a:lnTo>
                    <a:pt x="225" y="298"/>
                  </a:lnTo>
                  <a:lnTo>
                    <a:pt x="225" y="300"/>
                  </a:lnTo>
                  <a:lnTo>
                    <a:pt x="225" y="302"/>
                  </a:lnTo>
                  <a:lnTo>
                    <a:pt x="222" y="310"/>
                  </a:lnTo>
                  <a:lnTo>
                    <a:pt x="220" y="312"/>
                  </a:lnTo>
                  <a:lnTo>
                    <a:pt x="212" y="314"/>
                  </a:lnTo>
                  <a:lnTo>
                    <a:pt x="202" y="318"/>
                  </a:lnTo>
                  <a:lnTo>
                    <a:pt x="198" y="320"/>
                  </a:lnTo>
                  <a:lnTo>
                    <a:pt x="196" y="320"/>
                  </a:lnTo>
                  <a:lnTo>
                    <a:pt x="194" y="318"/>
                  </a:lnTo>
                  <a:lnTo>
                    <a:pt x="194" y="316"/>
                  </a:lnTo>
                  <a:lnTo>
                    <a:pt x="194" y="314"/>
                  </a:lnTo>
                  <a:lnTo>
                    <a:pt x="192" y="314"/>
                  </a:lnTo>
                  <a:lnTo>
                    <a:pt x="192" y="312"/>
                  </a:lnTo>
                  <a:lnTo>
                    <a:pt x="192" y="310"/>
                  </a:lnTo>
                  <a:lnTo>
                    <a:pt x="190" y="310"/>
                  </a:lnTo>
                  <a:lnTo>
                    <a:pt x="190" y="308"/>
                  </a:lnTo>
                  <a:lnTo>
                    <a:pt x="188" y="308"/>
                  </a:lnTo>
                  <a:lnTo>
                    <a:pt x="188" y="308"/>
                  </a:lnTo>
                  <a:lnTo>
                    <a:pt x="184" y="308"/>
                  </a:lnTo>
                  <a:lnTo>
                    <a:pt x="184" y="308"/>
                  </a:lnTo>
                  <a:lnTo>
                    <a:pt x="184" y="306"/>
                  </a:lnTo>
                  <a:lnTo>
                    <a:pt x="182" y="306"/>
                  </a:lnTo>
                  <a:lnTo>
                    <a:pt x="174" y="294"/>
                  </a:lnTo>
                  <a:lnTo>
                    <a:pt x="174" y="292"/>
                  </a:lnTo>
                  <a:lnTo>
                    <a:pt x="176" y="288"/>
                  </a:lnTo>
                  <a:lnTo>
                    <a:pt x="174" y="286"/>
                  </a:lnTo>
                  <a:lnTo>
                    <a:pt x="169" y="283"/>
                  </a:lnTo>
                  <a:lnTo>
                    <a:pt x="169" y="281"/>
                  </a:lnTo>
                  <a:lnTo>
                    <a:pt x="167" y="279"/>
                  </a:lnTo>
                  <a:lnTo>
                    <a:pt x="167" y="277"/>
                  </a:lnTo>
                  <a:lnTo>
                    <a:pt x="165" y="275"/>
                  </a:lnTo>
                  <a:lnTo>
                    <a:pt x="163" y="273"/>
                  </a:lnTo>
                  <a:lnTo>
                    <a:pt x="161" y="273"/>
                  </a:lnTo>
                  <a:lnTo>
                    <a:pt x="161" y="273"/>
                  </a:lnTo>
                  <a:lnTo>
                    <a:pt x="159" y="271"/>
                  </a:lnTo>
                  <a:lnTo>
                    <a:pt x="155" y="271"/>
                  </a:lnTo>
                  <a:lnTo>
                    <a:pt x="155" y="273"/>
                  </a:lnTo>
                  <a:lnTo>
                    <a:pt x="153" y="273"/>
                  </a:lnTo>
                  <a:lnTo>
                    <a:pt x="153" y="275"/>
                  </a:lnTo>
                  <a:lnTo>
                    <a:pt x="153" y="277"/>
                  </a:lnTo>
                  <a:lnTo>
                    <a:pt x="153" y="277"/>
                  </a:lnTo>
                  <a:lnTo>
                    <a:pt x="151" y="277"/>
                  </a:lnTo>
                  <a:lnTo>
                    <a:pt x="153" y="279"/>
                  </a:lnTo>
                  <a:lnTo>
                    <a:pt x="155" y="279"/>
                  </a:lnTo>
                  <a:lnTo>
                    <a:pt x="157" y="283"/>
                  </a:lnTo>
                  <a:lnTo>
                    <a:pt x="157" y="284"/>
                  </a:lnTo>
                  <a:lnTo>
                    <a:pt x="157" y="284"/>
                  </a:lnTo>
                  <a:lnTo>
                    <a:pt x="155" y="286"/>
                  </a:lnTo>
                  <a:lnTo>
                    <a:pt x="155" y="286"/>
                  </a:lnTo>
                  <a:lnTo>
                    <a:pt x="155" y="288"/>
                  </a:lnTo>
                  <a:lnTo>
                    <a:pt x="155" y="288"/>
                  </a:lnTo>
                  <a:lnTo>
                    <a:pt x="155" y="288"/>
                  </a:lnTo>
                  <a:lnTo>
                    <a:pt x="155" y="290"/>
                  </a:lnTo>
                  <a:lnTo>
                    <a:pt x="153" y="292"/>
                  </a:lnTo>
                  <a:lnTo>
                    <a:pt x="153" y="294"/>
                  </a:lnTo>
                  <a:lnTo>
                    <a:pt x="153" y="300"/>
                  </a:lnTo>
                  <a:lnTo>
                    <a:pt x="153" y="302"/>
                  </a:lnTo>
                  <a:lnTo>
                    <a:pt x="151" y="304"/>
                  </a:lnTo>
                  <a:lnTo>
                    <a:pt x="147" y="306"/>
                  </a:lnTo>
                  <a:lnTo>
                    <a:pt x="145" y="306"/>
                  </a:lnTo>
                  <a:lnTo>
                    <a:pt x="145" y="306"/>
                  </a:lnTo>
                  <a:lnTo>
                    <a:pt x="143" y="306"/>
                  </a:lnTo>
                  <a:lnTo>
                    <a:pt x="143" y="306"/>
                  </a:lnTo>
                  <a:lnTo>
                    <a:pt x="141" y="304"/>
                  </a:lnTo>
                  <a:lnTo>
                    <a:pt x="141" y="304"/>
                  </a:lnTo>
                  <a:lnTo>
                    <a:pt x="139" y="300"/>
                  </a:lnTo>
                  <a:lnTo>
                    <a:pt x="139" y="298"/>
                  </a:lnTo>
                  <a:lnTo>
                    <a:pt x="139" y="298"/>
                  </a:lnTo>
                  <a:lnTo>
                    <a:pt x="141" y="296"/>
                  </a:lnTo>
                  <a:lnTo>
                    <a:pt x="143" y="292"/>
                  </a:lnTo>
                  <a:lnTo>
                    <a:pt x="143" y="292"/>
                  </a:lnTo>
                  <a:lnTo>
                    <a:pt x="143" y="288"/>
                  </a:lnTo>
                  <a:lnTo>
                    <a:pt x="145" y="286"/>
                  </a:lnTo>
                  <a:lnTo>
                    <a:pt x="149" y="284"/>
                  </a:lnTo>
                  <a:lnTo>
                    <a:pt x="149" y="284"/>
                  </a:lnTo>
                  <a:lnTo>
                    <a:pt x="149" y="283"/>
                  </a:lnTo>
                  <a:lnTo>
                    <a:pt x="149" y="283"/>
                  </a:lnTo>
                  <a:lnTo>
                    <a:pt x="149" y="283"/>
                  </a:lnTo>
                  <a:lnTo>
                    <a:pt x="149" y="281"/>
                  </a:lnTo>
                  <a:lnTo>
                    <a:pt x="147" y="281"/>
                  </a:lnTo>
                  <a:lnTo>
                    <a:pt x="145" y="281"/>
                  </a:lnTo>
                  <a:lnTo>
                    <a:pt x="145" y="279"/>
                  </a:lnTo>
                  <a:lnTo>
                    <a:pt x="145" y="279"/>
                  </a:lnTo>
                  <a:lnTo>
                    <a:pt x="141" y="277"/>
                  </a:lnTo>
                  <a:lnTo>
                    <a:pt x="141" y="277"/>
                  </a:lnTo>
                  <a:lnTo>
                    <a:pt x="141" y="275"/>
                  </a:lnTo>
                  <a:lnTo>
                    <a:pt x="139" y="273"/>
                  </a:lnTo>
                  <a:lnTo>
                    <a:pt x="139" y="273"/>
                  </a:lnTo>
                  <a:lnTo>
                    <a:pt x="137" y="271"/>
                  </a:lnTo>
                  <a:lnTo>
                    <a:pt x="137" y="271"/>
                  </a:lnTo>
                  <a:lnTo>
                    <a:pt x="137" y="267"/>
                  </a:lnTo>
                  <a:lnTo>
                    <a:pt x="137" y="267"/>
                  </a:lnTo>
                  <a:lnTo>
                    <a:pt x="137" y="265"/>
                  </a:lnTo>
                  <a:lnTo>
                    <a:pt x="137" y="265"/>
                  </a:lnTo>
                  <a:lnTo>
                    <a:pt x="137" y="265"/>
                  </a:lnTo>
                  <a:lnTo>
                    <a:pt x="137" y="261"/>
                  </a:lnTo>
                  <a:lnTo>
                    <a:pt x="137" y="259"/>
                  </a:lnTo>
                  <a:lnTo>
                    <a:pt x="137" y="259"/>
                  </a:lnTo>
                  <a:lnTo>
                    <a:pt x="133" y="257"/>
                  </a:lnTo>
                  <a:lnTo>
                    <a:pt x="133" y="257"/>
                  </a:lnTo>
                  <a:lnTo>
                    <a:pt x="133" y="255"/>
                  </a:lnTo>
                  <a:lnTo>
                    <a:pt x="131" y="253"/>
                  </a:lnTo>
                  <a:lnTo>
                    <a:pt x="131" y="251"/>
                  </a:lnTo>
                  <a:lnTo>
                    <a:pt x="129" y="251"/>
                  </a:lnTo>
                  <a:lnTo>
                    <a:pt x="127" y="251"/>
                  </a:lnTo>
                  <a:lnTo>
                    <a:pt x="120" y="245"/>
                  </a:lnTo>
                  <a:lnTo>
                    <a:pt x="120" y="243"/>
                  </a:lnTo>
                  <a:lnTo>
                    <a:pt x="120" y="243"/>
                  </a:lnTo>
                  <a:lnTo>
                    <a:pt x="120" y="241"/>
                  </a:lnTo>
                  <a:lnTo>
                    <a:pt x="118" y="239"/>
                  </a:lnTo>
                  <a:lnTo>
                    <a:pt x="118" y="237"/>
                  </a:lnTo>
                  <a:lnTo>
                    <a:pt x="118" y="237"/>
                  </a:lnTo>
                  <a:lnTo>
                    <a:pt x="120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0" y="233"/>
                  </a:lnTo>
                  <a:lnTo>
                    <a:pt x="120" y="231"/>
                  </a:lnTo>
                  <a:lnTo>
                    <a:pt x="120" y="231"/>
                  </a:lnTo>
                  <a:lnTo>
                    <a:pt x="118" y="229"/>
                  </a:lnTo>
                  <a:lnTo>
                    <a:pt x="114" y="226"/>
                  </a:lnTo>
                  <a:lnTo>
                    <a:pt x="114" y="226"/>
                  </a:lnTo>
                  <a:lnTo>
                    <a:pt x="114" y="224"/>
                  </a:lnTo>
                  <a:lnTo>
                    <a:pt x="114" y="224"/>
                  </a:lnTo>
                  <a:lnTo>
                    <a:pt x="112" y="222"/>
                  </a:lnTo>
                  <a:lnTo>
                    <a:pt x="112" y="222"/>
                  </a:lnTo>
                  <a:lnTo>
                    <a:pt x="112" y="220"/>
                  </a:lnTo>
                  <a:lnTo>
                    <a:pt x="110" y="222"/>
                  </a:lnTo>
                  <a:lnTo>
                    <a:pt x="110" y="222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4" y="220"/>
                  </a:lnTo>
                  <a:lnTo>
                    <a:pt x="104" y="220"/>
                  </a:lnTo>
                  <a:lnTo>
                    <a:pt x="104" y="220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2" y="218"/>
                  </a:lnTo>
                  <a:lnTo>
                    <a:pt x="102" y="218"/>
                  </a:lnTo>
                  <a:lnTo>
                    <a:pt x="102" y="220"/>
                  </a:lnTo>
                  <a:lnTo>
                    <a:pt x="96" y="218"/>
                  </a:lnTo>
                  <a:lnTo>
                    <a:pt x="94" y="218"/>
                  </a:lnTo>
                  <a:lnTo>
                    <a:pt x="94" y="218"/>
                  </a:lnTo>
                  <a:lnTo>
                    <a:pt x="94" y="218"/>
                  </a:lnTo>
                  <a:lnTo>
                    <a:pt x="92" y="220"/>
                  </a:lnTo>
                  <a:lnTo>
                    <a:pt x="92" y="220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6"/>
                  </a:lnTo>
                  <a:lnTo>
                    <a:pt x="90" y="216"/>
                  </a:lnTo>
                  <a:lnTo>
                    <a:pt x="86" y="216"/>
                  </a:lnTo>
                  <a:lnTo>
                    <a:pt x="86" y="214"/>
                  </a:lnTo>
                  <a:lnTo>
                    <a:pt x="86" y="214"/>
                  </a:lnTo>
                  <a:lnTo>
                    <a:pt x="86" y="214"/>
                  </a:lnTo>
                  <a:lnTo>
                    <a:pt x="84" y="214"/>
                  </a:lnTo>
                  <a:lnTo>
                    <a:pt x="84" y="214"/>
                  </a:lnTo>
                  <a:lnTo>
                    <a:pt x="84" y="214"/>
                  </a:lnTo>
                  <a:lnTo>
                    <a:pt x="84" y="214"/>
                  </a:lnTo>
                  <a:lnTo>
                    <a:pt x="82" y="214"/>
                  </a:lnTo>
                  <a:lnTo>
                    <a:pt x="82" y="214"/>
                  </a:lnTo>
                  <a:lnTo>
                    <a:pt x="80" y="214"/>
                  </a:lnTo>
                  <a:lnTo>
                    <a:pt x="80" y="214"/>
                  </a:lnTo>
                  <a:lnTo>
                    <a:pt x="80" y="216"/>
                  </a:lnTo>
                  <a:lnTo>
                    <a:pt x="80" y="216"/>
                  </a:lnTo>
                  <a:lnTo>
                    <a:pt x="80" y="214"/>
                  </a:lnTo>
                  <a:lnTo>
                    <a:pt x="76" y="214"/>
                  </a:lnTo>
                  <a:lnTo>
                    <a:pt x="74" y="214"/>
                  </a:lnTo>
                  <a:lnTo>
                    <a:pt x="74" y="214"/>
                  </a:lnTo>
                  <a:lnTo>
                    <a:pt x="72" y="212"/>
                  </a:lnTo>
                  <a:lnTo>
                    <a:pt x="72" y="212"/>
                  </a:lnTo>
                  <a:lnTo>
                    <a:pt x="72" y="210"/>
                  </a:lnTo>
                  <a:lnTo>
                    <a:pt x="72" y="210"/>
                  </a:lnTo>
                  <a:lnTo>
                    <a:pt x="72" y="208"/>
                  </a:lnTo>
                  <a:lnTo>
                    <a:pt x="72" y="204"/>
                  </a:lnTo>
                  <a:lnTo>
                    <a:pt x="71" y="196"/>
                  </a:lnTo>
                  <a:lnTo>
                    <a:pt x="71" y="194"/>
                  </a:lnTo>
                  <a:lnTo>
                    <a:pt x="71" y="192"/>
                  </a:lnTo>
                  <a:lnTo>
                    <a:pt x="71" y="188"/>
                  </a:lnTo>
                  <a:lnTo>
                    <a:pt x="71" y="188"/>
                  </a:lnTo>
                  <a:lnTo>
                    <a:pt x="69" y="188"/>
                  </a:lnTo>
                  <a:lnTo>
                    <a:pt x="69" y="190"/>
                  </a:lnTo>
                  <a:lnTo>
                    <a:pt x="67" y="190"/>
                  </a:lnTo>
                  <a:lnTo>
                    <a:pt x="65" y="190"/>
                  </a:lnTo>
                  <a:lnTo>
                    <a:pt x="63" y="188"/>
                  </a:lnTo>
                  <a:lnTo>
                    <a:pt x="61" y="190"/>
                  </a:lnTo>
                  <a:lnTo>
                    <a:pt x="61" y="190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7" y="192"/>
                  </a:lnTo>
                  <a:lnTo>
                    <a:pt x="55" y="192"/>
                  </a:lnTo>
                  <a:lnTo>
                    <a:pt x="55" y="192"/>
                  </a:lnTo>
                  <a:lnTo>
                    <a:pt x="53" y="192"/>
                  </a:lnTo>
                  <a:lnTo>
                    <a:pt x="53" y="190"/>
                  </a:lnTo>
                  <a:lnTo>
                    <a:pt x="51" y="190"/>
                  </a:lnTo>
                  <a:lnTo>
                    <a:pt x="49" y="188"/>
                  </a:lnTo>
                  <a:lnTo>
                    <a:pt x="49" y="188"/>
                  </a:lnTo>
                  <a:lnTo>
                    <a:pt x="47" y="190"/>
                  </a:lnTo>
                  <a:lnTo>
                    <a:pt x="45" y="190"/>
                  </a:lnTo>
                  <a:lnTo>
                    <a:pt x="41" y="194"/>
                  </a:lnTo>
                  <a:lnTo>
                    <a:pt x="41" y="196"/>
                  </a:lnTo>
                  <a:lnTo>
                    <a:pt x="41" y="198"/>
                  </a:lnTo>
                  <a:lnTo>
                    <a:pt x="41" y="200"/>
                  </a:lnTo>
                  <a:lnTo>
                    <a:pt x="39" y="202"/>
                  </a:lnTo>
                  <a:lnTo>
                    <a:pt x="35" y="202"/>
                  </a:lnTo>
                  <a:lnTo>
                    <a:pt x="33" y="202"/>
                  </a:lnTo>
                  <a:lnTo>
                    <a:pt x="33" y="200"/>
                  </a:lnTo>
                  <a:lnTo>
                    <a:pt x="33" y="198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4"/>
                  </a:lnTo>
                  <a:lnTo>
                    <a:pt x="31" y="194"/>
                  </a:lnTo>
                  <a:lnTo>
                    <a:pt x="31" y="196"/>
                  </a:lnTo>
                  <a:lnTo>
                    <a:pt x="29" y="196"/>
                  </a:lnTo>
                  <a:lnTo>
                    <a:pt x="29" y="196"/>
                  </a:lnTo>
                  <a:lnTo>
                    <a:pt x="25" y="198"/>
                  </a:lnTo>
                  <a:lnTo>
                    <a:pt x="21" y="196"/>
                  </a:lnTo>
                  <a:lnTo>
                    <a:pt x="20" y="196"/>
                  </a:lnTo>
                  <a:lnTo>
                    <a:pt x="18" y="194"/>
                  </a:lnTo>
                  <a:lnTo>
                    <a:pt x="18" y="194"/>
                  </a:lnTo>
                  <a:lnTo>
                    <a:pt x="18" y="192"/>
                  </a:lnTo>
                  <a:lnTo>
                    <a:pt x="18" y="192"/>
                  </a:lnTo>
                  <a:lnTo>
                    <a:pt x="18" y="190"/>
                  </a:lnTo>
                  <a:lnTo>
                    <a:pt x="18" y="190"/>
                  </a:lnTo>
                  <a:lnTo>
                    <a:pt x="21" y="190"/>
                  </a:lnTo>
                  <a:lnTo>
                    <a:pt x="23" y="190"/>
                  </a:lnTo>
                  <a:lnTo>
                    <a:pt x="23" y="190"/>
                  </a:lnTo>
                  <a:lnTo>
                    <a:pt x="25" y="188"/>
                  </a:lnTo>
                  <a:lnTo>
                    <a:pt x="25" y="186"/>
                  </a:lnTo>
                  <a:lnTo>
                    <a:pt x="25" y="184"/>
                  </a:lnTo>
                  <a:lnTo>
                    <a:pt x="23" y="184"/>
                  </a:lnTo>
                  <a:lnTo>
                    <a:pt x="21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0"/>
                  </a:lnTo>
                  <a:lnTo>
                    <a:pt x="20" y="178"/>
                  </a:lnTo>
                  <a:lnTo>
                    <a:pt x="20" y="178"/>
                  </a:lnTo>
                  <a:lnTo>
                    <a:pt x="18" y="180"/>
                  </a:lnTo>
                  <a:lnTo>
                    <a:pt x="18" y="180"/>
                  </a:lnTo>
                  <a:lnTo>
                    <a:pt x="6" y="176"/>
                  </a:lnTo>
                  <a:lnTo>
                    <a:pt x="6" y="175"/>
                  </a:lnTo>
                  <a:lnTo>
                    <a:pt x="6" y="173"/>
                  </a:lnTo>
                  <a:lnTo>
                    <a:pt x="6" y="173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4" y="169"/>
                  </a:lnTo>
                  <a:lnTo>
                    <a:pt x="0" y="169"/>
                  </a:lnTo>
                  <a:lnTo>
                    <a:pt x="10" y="163"/>
                  </a:lnTo>
                  <a:lnTo>
                    <a:pt x="14" y="163"/>
                  </a:lnTo>
                  <a:lnTo>
                    <a:pt x="14" y="161"/>
                  </a:lnTo>
                  <a:lnTo>
                    <a:pt x="16" y="161"/>
                  </a:lnTo>
                  <a:lnTo>
                    <a:pt x="16" y="161"/>
                  </a:lnTo>
                  <a:lnTo>
                    <a:pt x="18" y="161"/>
                  </a:lnTo>
                  <a:lnTo>
                    <a:pt x="20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35" y="153"/>
                  </a:lnTo>
                  <a:lnTo>
                    <a:pt x="37" y="153"/>
                  </a:lnTo>
                  <a:lnTo>
                    <a:pt x="37" y="151"/>
                  </a:lnTo>
                  <a:lnTo>
                    <a:pt x="39" y="147"/>
                  </a:lnTo>
                  <a:lnTo>
                    <a:pt x="41" y="143"/>
                  </a:lnTo>
                  <a:lnTo>
                    <a:pt x="41" y="143"/>
                  </a:lnTo>
                  <a:lnTo>
                    <a:pt x="41" y="143"/>
                  </a:lnTo>
                  <a:lnTo>
                    <a:pt x="41" y="143"/>
                  </a:lnTo>
                  <a:lnTo>
                    <a:pt x="41" y="141"/>
                  </a:lnTo>
                  <a:lnTo>
                    <a:pt x="41" y="141"/>
                  </a:lnTo>
                  <a:lnTo>
                    <a:pt x="41" y="141"/>
                  </a:lnTo>
                  <a:lnTo>
                    <a:pt x="41" y="137"/>
                  </a:lnTo>
                  <a:lnTo>
                    <a:pt x="43" y="135"/>
                  </a:lnTo>
                  <a:lnTo>
                    <a:pt x="43" y="135"/>
                  </a:lnTo>
                  <a:lnTo>
                    <a:pt x="43" y="133"/>
                  </a:lnTo>
                  <a:lnTo>
                    <a:pt x="45" y="133"/>
                  </a:lnTo>
                  <a:lnTo>
                    <a:pt x="45" y="133"/>
                  </a:lnTo>
                  <a:lnTo>
                    <a:pt x="47" y="133"/>
                  </a:lnTo>
                  <a:lnTo>
                    <a:pt x="47" y="131"/>
                  </a:lnTo>
                  <a:lnTo>
                    <a:pt x="47" y="131"/>
                  </a:lnTo>
                  <a:lnTo>
                    <a:pt x="47" y="131"/>
                  </a:lnTo>
                  <a:lnTo>
                    <a:pt x="47" y="131"/>
                  </a:lnTo>
                  <a:lnTo>
                    <a:pt x="47" y="129"/>
                  </a:lnTo>
                  <a:lnTo>
                    <a:pt x="47" y="129"/>
                  </a:lnTo>
                  <a:lnTo>
                    <a:pt x="47" y="129"/>
                  </a:lnTo>
                  <a:lnTo>
                    <a:pt x="51" y="129"/>
                  </a:lnTo>
                  <a:lnTo>
                    <a:pt x="51" y="129"/>
                  </a:lnTo>
                  <a:lnTo>
                    <a:pt x="51" y="129"/>
                  </a:lnTo>
                  <a:lnTo>
                    <a:pt x="51" y="129"/>
                  </a:lnTo>
                  <a:lnTo>
                    <a:pt x="51" y="127"/>
                  </a:lnTo>
                  <a:lnTo>
                    <a:pt x="51" y="127"/>
                  </a:lnTo>
                  <a:lnTo>
                    <a:pt x="51" y="127"/>
                  </a:lnTo>
                  <a:lnTo>
                    <a:pt x="51" y="125"/>
                  </a:lnTo>
                  <a:lnTo>
                    <a:pt x="51" y="125"/>
                  </a:lnTo>
                  <a:lnTo>
                    <a:pt x="51" y="125"/>
                  </a:lnTo>
                  <a:lnTo>
                    <a:pt x="49" y="123"/>
                  </a:lnTo>
                  <a:lnTo>
                    <a:pt x="49" y="123"/>
                  </a:lnTo>
                  <a:lnTo>
                    <a:pt x="49" y="123"/>
                  </a:lnTo>
                  <a:lnTo>
                    <a:pt x="49" y="123"/>
                  </a:lnTo>
                  <a:lnTo>
                    <a:pt x="49" y="123"/>
                  </a:lnTo>
                  <a:lnTo>
                    <a:pt x="49" y="121"/>
                  </a:lnTo>
                  <a:lnTo>
                    <a:pt x="49" y="120"/>
                  </a:lnTo>
                  <a:lnTo>
                    <a:pt x="51" y="120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3" y="118"/>
                  </a:lnTo>
                  <a:lnTo>
                    <a:pt x="53" y="116"/>
                  </a:lnTo>
                  <a:lnTo>
                    <a:pt x="53" y="116"/>
                  </a:lnTo>
                  <a:lnTo>
                    <a:pt x="53" y="116"/>
                  </a:lnTo>
                  <a:lnTo>
                    <a:pt x="53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7" y="112"/>
                  </a:lnTo>
                  <a:lnTo>
                    <a:pt x="57" y="112"/>
                  </a:lnTo>
                  <a:lnTo>
                    <a:pt x="59" y="112"/>
                  </a:lnTo>
                  <a:lnTo>
                    <a:pt x="59" y="114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5" y="114"/>
                  </a:lnTo>
                  <a:lnTo>
                    <a:pt x="65" y="114"/>
                  </a:lnTo>
                  <a:lnTo>
                    <a:pt x="67" y="112"/>
                  </a:lnTo>
                  <a:lnTo>
                    <a:pt x="67" y="112"/>
                  </a:lnTo>
                  <a:lnTo>
                    <a:pt x="67" y="108"/>
                  </a:lnTo>
                  <a:lnTo>
                    <a:pt x="69" y="108"/>
                  </a:lnTo>
                  <a:lnTo>
                    <a:pt x="69" y="106"/>
                  </a:lnTo>
                  <a:lnTo>
                    <a:pt x="69" y="106"/>
                  </a:lnTo>
                  <a:lnTo>
                    <a:pt x="67" y="104"/>
                  </a:lnTo>
                  <a:lnTo>
                    <a:pt x="67" y="104"/>
                  </a:lnTo>
                  <a:lnTo>
                    <a:pt x="67" y="104"/>
                  </a:lnTo>
                  <a:lnTo>
                    <a:pt x="67" y="102"/>
                  </a:lnTo>
                  <a:lnTo>
                    <a:pt x="67" y="102"/>
                  </a:lnTo>
                  <a:lnTo>
                    <a:pt x="67" y="102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1" y="102"/>
                  </a:lnTo>
                  <a:lnTo>
                    <a:pt x="72" y="100"/>
                  </a:lnTo>
                  <a:lnTo>
                    <a:pt x="72" y="100"/>
                  </a:lnTo>
                  <a:lnTo>
                    <a:pt x="74" y="98"/>
                  </a:lnTo>
                  <a:lnTo>
                    <a:pt x="76" y="98"/>
                  </a:lnTo>
                  <a:lnTo>
                    <a:pt x="76" y="98"/>
                  </a:lnTo>
                  <a:lnTo>
                    <a:pt x="78" y="98"/>
                  </a:lnTo>
                  <a:lnTo>
                    <a:pt x="78" y="98"/>
                  </a:lnTo>
                  <a:lnTo>
                    <a:pt x="78" y="98"/>
                  </a:lnTo>
                  <a:lnTo>
                    <a:pt x="78" y="98"/>
                  </a:lnTo>
                  <a:lnTo>
                    <a:pt x="80" y="96"/>
                  </a:lnTo>
                  <a:lnTo>
                    <a:pt x="82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6" y="96"/>
                  </a:lnTo>
                  <a:lnTo>
                    <a:pt x="86" y="94"/>
                  </a:lnTo>
                  <a:lnTo>
                    <a:pt x="86" y="94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90" y="90"/>
                  </a:lnTo>
                  <a:lnTo>
                    <a:pt x="90" y="90"/>
                  </a:lnTo>
                  <a:lnTo>
                    <a:pt x="92" y="90"/>
                  </a:lnTo>
                  <a:lnTo>
                    <a:pt x="92" y="88"/>
                  </a:lnTo>
                  <a:lnTo>
                    <a:pt x="92" y="88"/>
                  </a:lnTo>
                  <a:lnTo>
                    <a:pt x="92" y="88"/>
                  </a:lnTo>
                  <a:lnTo>
                    <a:pt x="92" y="88"/>
                  </a:lnTo>
                  <a:lnTo>
                    <a:pt x="92" y="88"/>
                  </a:lnTo>
                  <a:lnTo>
                    <a:pt x="92" y="86"/>
                  </a:lnTo>
                  <a:lnTo>
                    <a:pt x="88" y="86"/>
                  </a:lnTo>
                  <a:lnTo>
                    <a:pt x="88" y="86"/>
                  </a:lnTo>
                  <a:lnTo>
                    <a:pt x="88" y="86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90" y="84"/>
                  </a:lnTo>
                  <a:lnTo>
                    <a:pt x="92" y="84"/>
                  </a:lnTo>
                  <a:lnTo>
                    <a:pt x="92" y="84"/>
                  </a:lnTo>
                  <a:lnTo>
                    <a:pt x="92" y="84"/>
                  </a:lnTo>
                  <a:lnTo>
                    <a:pt x="92" y="82"/>
                  </a:lnTo>
                  <a:lnTo>
                    <a:pt x="92" y="82"/>
                  </a:lnTo>
                  <a:lnTo>
                    <a:pt x="92" y="82"/>
                  </a:lnTo>
                  <a:lnTo>
                    <a:pt x="92" y="80"/>
                  </a:lnTo>
                  <a:lnTo>
                    <a:pt x="92" y="80"/>
                  </a:lnTo>
                  <a:lnTo>
                    <a:pt x="94" y="80"/>
                  </a:lnTo>
                  <a:lnTo>
                    <a:pt x="94" y="80"/>
                  </a:lnTo>
                  <a:lnTo>
                    <a:pt x="94" y="78"/>
                  </a:lnTo>
                  <a:lnTo>
                    <a:pt x="94" y="78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96" y="76"/>
                  </a:lnTo>
                  <a:lnTo>
                    <a:pt x="96" y="76"/>
                  </a:lnTo>
                  <a:lnTo>
                    <a:pt x="96" y="74"/>
                  </a:lnTo>
                  <a:lnTo>
                    <a:pt x="96" y="74"/>
                  </a:lnTo>
                  <a:lnTo>
                    <a:pt x="96" y="74"/>
                  </a:lnTo>
                  <a:lnTo>
                    <a:pt x="98" y="72"/>
                  </a:lnTo>
                  <a:lnTo>
                    <a:pt x="100" y="70"/>
                  </a:lnTo>
                  <a:lnTo>
                    <a:pt x="100" y="70"/>
                  </a:lnTo>
                  <a:lnTo>
                    <a:pt x="100" y="68"/>
                  </a:lnTo>
                  <a:lnTo>
                    <a:pt x="100" y="68"/>
                  </a:lnTo>
                  <a:lnTo>
                    <a:pt x="98" y="68"/>
                  </a:lnTo>
                  <a:lnTo>
                    <a:pt x="98" y="67"/>
                  </a:lnTo>
                  <a:lnTo>
                    <a:pt x="98" y="67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57"/>
                  </a:lnTo>
                  <a:lnTo>
                    <a:pt x="98" y="57"/>
                  </a:lnTo>
                  <a:lnTo>
                    <a:pt x="100" y="55"/>
                  </a:lnTo>
                  <a:lnTo>
                    <a:pt x="100" y="55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3"/>
                  </a:lnTo>
                  <a:lnTo>
                    <a:pt x="106" y="51"/>
                  </a:lnTo>
                  <a:lnTo>
                    <a:pt x="106" y="51"/>
                  </a:lnTo>
                  <a:lnTo>
                    <a:pt x="106" y="51"/>
                  </a:lnTo>
                  <a:lnTo>
                    <a:pt x="106" y="51"/>
                  </a:lnTo>
                  <a:lnTo>
                    <a:pt x="108" y="51"/>
                  </a:lnTo>
                  <a:lnTo>
                    <a:pt x="108" y="51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47"/>
                  </a:lnTo>
                  <a:lnTo>
                    <a:pt x="110" y="47"/>
                  </a:lnTo>
                  <a:lnTo>
                    <a:pt x="112" y="45"/>
                  </a:lnTo>
                  <a:lnTo>
                    <a:pt x="112" y="45"/>
                  </a:lnTo>
                  <a:lnTo>
                    <a:pt x="112" y="43"/>
                  </a:lnTo>
                  <a:lnTo>
                    <a:pt x="114" y="41"/>
                  </a:lnTo>
                  <a:lnTo>
                    <a:pt x="116" y="41"/>
                  </a:lnTo>
                  <a:lnTo>
                    <a:pt x="116" y="41"/>
                  </a:lnTo>
                  <a:lnTo>
                    <a:pt x="116" y="39"/>
                  </a:lnTo>
                  <a:lnTo>
                    <a:pt x="120" y="35"/>
                  </a:lnTo>
                  <a:lnTo>
                    <a:pt x="122" y="31"/>
                  </a:lnTo>
                  <a:lnTo>
                    <a:pt x="122" y="31"/>
                  </a:lnTo>
                  <a:lnTo>
                    <a:pt x="122" y="29"/>
                  </a:lnTo>
                  <a:lnTo>
                    <a:pt x="122" y="29"/>
                  </a:lnTo>
                  <a:lnTo>
                    <a:pt x="122" y="29"/>
                  </a:lnTo>
                  <a:lnTo>
                    <a:pt x="120" y="29"/>
                  </a:lnTo>
                  <a:lnTo>
                    <a:pt x="120" y="27"/>
                  </a:lnTo>
                  <a:lnTo>
                    <a:pt x="122" y="27"/>
                  </a:lnTo>
                  <a:lnTo>
                    <a:pt x="122" y="27"/>
                  </a:lnTo>
                  <a:lnTo>
                    <a:pt x="123" y="25"/>
                  </a:lnTo>
                  <a:lnTo>
                    <a:pt x="123" y="25"/>
                  </a:lnTo>
                  <a:lnTo>
                    <a:pt x="125" y="23"/>
                  </a:lnTo>
                  <a:lnTo>
                    <a:pt x="127" y="23"/>
                  </a:lnTo>
                  <a:lnTo>
                    <a:pt x="127" y="23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5" y="19"/>
                  </a:lnTo>
                  <a:lnTo>
                    <a:pt x="125" y="19"/>
                  </a:lnTo>
                  <a:lnTo>
                    <a:pt x="125" y="19"/>
                  </a:lnTo>
                  <a:lnTo>
                    <a:pt x="125" y="17"/>
                  </a:lnTo>
                  <a:lnTo>
                    <a:pt x="125" y="17"/>
                  </a:lnTo>
                  <a:lnTo>
                    <a:pt x="125" y="17"/>
                  </a:lnTo>
                  <a:lnTo>
                    <a:pt x="125" y="17"/>
                  </a:lnTo>
                  <a:lnTo>
                    <a:pt x="123" y="15"/>
                  </a:lnTo>
                  <a:lnTo>
                    <a:pt x="123" y="15"/>
                  </a:lnTo>
                  <a:lnTo>
                    <a:pt x="120" y="15"/>
                  </a:lnTo>
                  <a:lnTo>
                    <a:pt x="120" y="15"/>
                  </a:lnTo>
                  <a:lnTo>
                    <a:pt x="120" y="15"/>
                  </a:lnTo>
                  <a:lnTo>
                    <a:pt x="120" y="15"/>
                  </a:lnTo>
                  <a:lnTo>
                    <a:pt x="120" y="15"/>
                  </a:lnTo>
                  <a:lnTo>
                    <a:pt x="120" y="15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0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3" y="12"/>
                  </a:lnTo>
                  <a:lnTo>
                    <a:pt x="123" y="12"/>
                  </a:lnTo>
                  <a:lnTo>
                    <a:pt x="123" y="12"/>
                  </a:lnTo>
                  <a:lnTo>
                    <a:pt x="125" y="12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8"/>
                  </a:lnTo>
                  <a:lnTo>
                    <a:pt x="123" y="8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22" y="4"/>
                  </a:lnTo>
                  <a:lnTo>
                    <a:pt x="120" y="4"/>
                  </a:lnTo>
                  <a:lnTo>
                    <a:pt x="120" y="2"/>
                  </a:lnTo>
                  <a:lnTo>
                    <a:pt x="120" y="2"/>
                  </a:lnTo>
                  <a:lnTo>
                    <a:pt x="120" y="2"/>
                  </a:lnTo>
                  <a:lnTo>
                    <a:pt x="122" y="2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5" y="0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9" y="2"/>
                  </a:lnTo>
                  <a:lnTo>
                    <a:pt x="129" y="2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3" y="4"/>
                  </a:lnTo>
                  <a:lnTo>
                    <a:pt x="133" y="4"/>
                  </a:lnTo>
                  <a:lnTo>
                    <a:pt x="133" y="4"/>
                  </a:lnTo>
                  <a:lnTo>
                    <a:pt x="135" y="4"/>
                  </a:lnTo>
                  <a:lnTo>
                    <a:pt x="135" y="4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0"/>
            <p:cNvSpPr>
              <a:spLocks noEditPoints="1"/>
            </p:cNvSpPr>
            <p:nvPr/>
          </p:nvSpPr>
          <p:spPr bwMode="auto">
            <a:xfrm>
              <a:off x="1355725" y="3692525"/>
              <a:ext cx="177800" cy="168275"/>
            </a:xfrm>
            <a:custGeom>
              <a:avLst/>
              <a:gdLst>
                <a:gd name="T0" fmla="*/ 188 w 223"/>
                <a:gd name="T1" fmla="*/ 111 h 212"/>
                <a:gd name="T2" fmla="*/ 129 w 223"/>
                <a:gd name="T3" fmla="*/ 7 h 212"/>
                <a:gd name="T4" fmla="*/ 133 w 223"/>
                <a:gd name="T5" fmla="*/ 13 h 212"/>
                <a:gd name="T6" fmla="*/ 135 w 223"/>
                <a:gd name="T7" fmla="*/ 19 h 212"/>
                <a:gd name="T8" fmla="*/ 151 w 223"/>
                <a:gd name="T9" fmla="*/ 21 h 212"/>
                <a:gd name="T10" fmla="*/ 153 w 223"/>
                <a:gd name="T11" fmla="*/ 23 h 212"/>
                <a:gd name="T12" fmla="*/ 158 w 223"/>
                <a:gd name="T13" fmla="*/ 13 h 212"/>
                <a:gd name="T14" fmla="*/ 172 w 223"/>
                <a:gd name="T15" fmla="*/ 5 h 212"/>
                <a:gd name="T16" fmla="*/ 184 w 223"/>
                <a:gd name="T17" fmla="*/ 11 h 212"/>
                <a:gd name="T18" fmla="*/ 198 w 223"/>
                <a:gd name="T19" fmla="*/ 31 h 212"/>
                <a:gd name="T20" fmla="*/ 202 w 223"/>
                <a:gd name="T21" fmla="*/ 37 h 212"/>
                <a:gd name="T22" fmla="*/ 206 w 223"/>
                <a:gd name="T23" fmla="*/ 37 h 212"/>
                <a:gd name="T24" fmla="*/ 215 w 223"/>
                <a:gd name="T25" fmla="*/ 37 h 212"/>
                <a:gd name="T26" fmla="*/ 221 w 223"/>
                <a:gd name="T27" fmla="*/ 35 h 212"/>
                <a:gd name="T28" fmla="*/ 221 w 223"/>
                <a:gd name="T29" fmla="*/ 47 h 212"/>
                <a:gd name="T30" fmla="*/ 206 w 223"/>
                <a:gd name="T31" fmla="*/ 45 h 212"/>
                <a:gd name="T32" fmla="*/ 208 w 223"/>
                <a:gd name="T33" fmla="*/ 57 h 212"/>
                <a:gd name="T34" fmla="*/ 211 w 223"/>
                <a:gd name="T35" fmla="*/ 60 h 212"/>
                <a:gd name="T36" fmla="*/ 206 w 223"/>
                <a:gd name="T37" fmla="*/ 72 h 212"/>
                <a:gd name="T38" fmla="*/ 196 w 223"/>
                <a:gd name="T39" fmla="*/ 92 h 212"/>
                <a:gd name="T40" fmla="*/ 188 w 223"/>
                <a:gd name="T41" fmla="*/ 100 h 212"/>
                <a:gd name="T42" fmla="*/ 184 w 223"/>
                <a:gd name="T43" fmla="*/ 110 h 212"/>
                <a:gd name="T44" fmla="*/ 180 w 223"/>
                <a:gd name="T45" fmla="*/ 121 h 212"/>
                <a:gd name="T46" fmla="*/ 174 w 223"/>
                <a:gd name="T47" fmla="*/ 129 h 212"/>
                <a:gd name="T48" fmla="*/ 172 w 223"/>
                <a:gd name="T49" fmla="*/ 133 h 212"/>
                <a:gd name="T50" fmla="*/ 158 w 223"/>
                <a:gd name="T51" fmla="*/ 143 h 212"/>
                <a:gd name="T52" fmla="*/ 155 w 223"/>
                <a:gd name="T53" fmla="*/ 151 h 212"/>
                <a:gd name="T54" fmla="*/ 143 w 223"/>
                <a:gd name="T55" fmla="*/ 155 h 212"/>
                <a:gd name="T56" fmla="*/ 139 w 223"/>
                <a:gd name="T57" fmla="*/ 163 h 212"/>
                <a:gd name="T58" fmla="*/ 137 w 223"/>
                <a:gd name="T59" fmla="*/ 168 h 212"/>
                <a:gd name="T60" fmla="*/ 133 w 223"/>
                <a:gd name="T61" fmla="*/ 176 h 212"/>
                <a:gd name="T62" fmla="*/ 123 w 223"/>
                <a:gd name="T63" fmla="*/ 196 h 212"/>
                <a:gd name="T64" fmla="*/ 86 w 223"/>
                <a:gd name="T65" fmla="*/ 206 h 212"/>
                <a:gd name="T66" fmla="*/ 86 w 223"/>
                <a:gd name="T67" fmla="*/ 194 h 212"/>
                <a:gd name="T68" fmla="*/ 74 w 223"/>
                <a:gd name="T69" fmla="*/ 184 h 212"/>
                <a:gd name="T70" fmla="*/ 68 w 223"/>
                <a:gd name="T71" fmla="*/ 184 h 212"/>
                <a:gd name="T72" fmla="*/ 70 w 223"/>
                <a:gd name="T73" fmla="*/ 178 h 212"/>
                <a:gd name="T74" fmla="*/ 62 w 223"/>
                <a:gd name="T75" fmla="*/ 168 h 212"/>
                <a:gd name="T76" fmla="*/ 49 w 223"/>
                <a:gd name="T77" fmla="*/ 155 h 212"/>
                <a:gd name="T78" fmla="*/ 45 w 223"/>
                <a:gd name="T79" fmla="*/ 149 h 212"/>
                <a:gd name="T80" fmla="*/ 43 w 223"/>
                <a:gd name="T81" fmla="*/ 149 h 212"/>
                <a:gd name="T82" fmla="*/ 37 w 223"/>
                <a:gd name="T83" fmla="*/ 145 h 212"/>
                <a:gd name="T84" fmla="*/ 35 w 223"/>
                <a:gd name="T85" fmla="*/ 135 h 212"/>
                <a:gd name="T86" fmla="*/ 21 w 223"/>
                <a:gd name="T87" fmla="*/ 135 h 212"/>
                <a:gd name="T88" fmla="*/ 15 w 223"/>
                <a:gd name="T89" fmla="*/ 117 h 212"/>
                <a:gd name="T90" fmla="*/ 4 w 223"/>
                <a:gd name="T91" fmla="*/ 108 h 212"/>
                <a:gd name="T92" fmla="*/ 7 w 223"/>
                <a:gd name="T93" fmla="*/ 88 h 212"/>
                <a:gd name="T94" fmla="*/ 4 w 223"/>
                <a:gd name="T95" fmla="*/ 86 h 212"/>
                <a:gd name="T96" fmla="*/ 4 w 223"/>
                <a:gd name="T97" fmla="*/ 68 h 212"/>
                <a:gd name="T98" fmla="*/ 4 w 223"/>
                <a:gd name="T99" fmla="*/ 53 h 212"/>
                <a:gd name="T100" fmla="*/ 13 w 223"/>
                <a:gd name="T101" fmla="*/ 55 h 212"/>
                <a:gd name="T102" fmla="*/ 23 w 223"/>
                <a:gd name="T103" fmla="*/ 47 h 212"/>
                <a:gd name="T104" fmla="*/ 23 w 223"/>
                <a:gd name="T105" fmla="*/ 41 h 212"/>
                <a:gd name="T106" fmla="*/ 29 w 223"/>
                <a:gd name="T107" fmla="*/ 41 h 212"/>
                <a:gd name="T108" fmla="*/ 31 w 223"/>
                <a:gd name="T109" fmla="*/ 35 h 212"/>
                <a:gd name="T110" fmla="*/ 70 w 223"/>
                <a:gd name="T111" fmla="*/ 39 h 212"/>
                <a:gd name="T112" fmla="*/ 84 w 223"/>
                <a:gd name="T113" fmla="*/ 45 h 212"/>
                <a:gd name="T114" fmla="*/ 94 w 223"/>
                <a:gd name="T115" fmla="*/ 45 h 212"/>
                <a:gd name="T116" fmla="*/ 104 w 223"/>
                <a:gd name="T117" fmla="*/ 49 h 212"/>
                <a:gd name="T118" fmla="*/ 106 w 223"/>
                <a:gd name="T119" fmla="*/ 39 h 212"/>
                <a:gd name="T120" fmla="*/ 121 w 223"/>
                <a:gd name="T121" fmla="*/ 15 h 212"/>
                <a:gd name="T122" fmla="*/ 121 w 223"/>
                <a:gd name="T123" fmla="*/ 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3" h="212">
                  <a:moveTo>
                    <a:pt x="188" y="111"/>
                  </a:moveTo>
                  <a:lnTo>
                    <a:pt x="188" y="111"/>
                  </a:lnTo>
                  <a:lnTo>
                    <a:pt x="190" y="113"/>
                  </a:lnTo>
                  <a:lnTo>
                    <a:pt x="190" y="113"/>
                  </a:lnTo>
                  <a:lnTo>
                    <a:pt x="190" y="113"/>
                  </a:lnTo>
                  <a:lnTo>
                    <a:pt x="190" y="115"/>
                  </a:lnTo>
                  <a:lnTo>
                    <a:pt x="190" y="115"/>
                  </a:lnTo>
                  <a:lnTo>
                    <a:pt x="188" y="115"/>
                  </a:lnTo>
                  <a:lnTo>
                    <a:pt x="188" y="115"/>
                  </a:lnTo>
                  <a:lnTo>
                    <a:pt x="188" y="115"/>
                  </a:lnTo>
                  <a:lnTo>
                    <a:pt x="188" y="115"/>
                  </a:lnTo>
                  <a:lnTo>
                    <a:pt x="186" y="115"/>
                  </a:lnTo>
                  <a:lnTo>
                    <a:pt x="186" y="115"/>
                  </a:lnTo>
                  <a:lnTo>
                    <a:pt x="186" y="113"/>
                  </a:lnTo>
                  <a:lnTo>
                    <a:pt x="188" y="113"/>
                  </a:lnTo>
                  <a:lnTo>
                    <a:pt x="188" y="111"/>
                  </a:lnTo>
                  <a:lnTo>
                    <a:pt x="188" y="111"/>
                  </a:lnTo>
                  <a:lnTo>
                    <a:pt x="188" y="111"/>
                  </a:lnTo>
                  <a:close/>
                  <a:moveTo>
                    <a:pt x="119" y="0"/>
                  </a:moveTo>
                  <a:lnTo>
                    <a:pt x="121" y="2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5" y="5"/>
                  </a:lnTo>
                  <a:lnTo>
                    <a:pt x="125" y="7"/>
                  </a:lnTo>
                  <a:lnTo>
                    <a:pt x="125" y="7"/>
                  </a:lnTo>
                  <a:lnTo>
                    <a:pt x="127" y="7"/>
                  </a:lnTo>
                  <a:lnTo>
                    <a:pt x="127" y="9"/>
                  </a:lnTo>
                  <a:lnTo>
                    <a:pt x="127" y="9"/>
                  </a:lnTo>
                  <a:lnTo>
                    <a:pt x="129" y="7"/>
                  </a:lnTo>
                  <a:lnTo>
                    <a:pt x="129" y="7"/>
                  </a:lnTo>
                  <a:lnTo>
                    <a:pt x="129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33" y="7"/>
                  </a:lnTo>
                  <a:lnTo>
                    <a:pt x="133" y="7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3" y="11"/>
                  </a:lnTo>
                  <a:lnTo>
                    <a:pt x="133" y="11"/>
                  </a:lnTo>
                  <a:lnTo>
                    <a:pt x="133" y="11"/>
                  </a:lnTo>
                  <a:lnTo>
                    <a:pt x="133" y="13"/>
                  </a:lnTo>
                  <a:lnTo>
                    <a:pt x="133" y="13"/>
                  </a:lnTo>
                  <a:lnTo>
                    <a:pt x="133" y="13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3" y="17"/>
                  </a:lnTo>
                  <a:lnTo>
                    <a:pt x="135" y="17"/>
                  </a:lnTo>
                  <a:lnTo>
                    <a:pt x="135" y="17"/>
                  </a:lnTo>
                  <a:lnTo>
                    <a:pt x="135" y="17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5" y="19"/>
                  </a:lnTo>
                  <a:lnTo>
                    <a:pt x="135" y="19"/>
                  </a:lnTo>
                  <a:lnTo>
                    <a:pt x="135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9" y="19"/>
                  </a:lnTo>
                  <a:lnTo>
                    <a:pt x="139" y="17"/>
                  </a:lnTo>
                  <a:lnTo>
                    <a:pt x="141" y="17"/>
                  </a:lnTo>
                  <a:lnTo>
                    <a:pt x="141" y="15"/>
                  </a:lnTo>
                  <a:lnTo>
                    <a:pt x="143" y="15"/>
                  </a:lnTo>
                  <a:lnTo>
                    <a:pt x="143" y="15"/>
                  </a:lnTo>
                  <a:lnTo>
                    <a:pt x="145" y="15"/>
                  </a:lnTo>
                  <a:lnTo>
                    <a:pt x="145" y="17"/>
                  </a:lnTo>
                  <a:lnTo>
                    <a:pt x="147" y="21"/>
                  </a:lnTo>
                  <a:lnTo>
                    <a:pt x="149" y="21"/>
                  </a:lnTo>
                  <a:lnTo>
                    <a:pt x="149" y="21"/>
                  </a:lnTo>
                  <a:lnTo>
                    <a:pt x="151" y="21"/>
                  </a:lnTo>
                  <a:lnTo>
                    <a:pt x="151" y="21"/>
                  </a:lnTo>
                  <a:lnTo>
                    <a:pt x="151" y="21"/>
                  </a:lnTo>
                  <a:lnTo>
                    <a:pt x="151" y="21"/>
                  </a:lnTo>
                  <a:lnTo>
                    <a:pt x="151" y="21"/>
                  </a:lnTo>
                  <a:lnTo>
                    <a:pt x="151" y="23"/>
                  </a:lnTo>
                  <a:lnTo>
                    <a:pt x="151" y="23"/>
                  </a:lnTo>
                  <a:lnTo>
                    <a:pt x="151" y="23"/>
                  </a:lnTo>
                  <a:lnTo>
                    <a:pt x="151" y="23"/>
                  </a:lnTo>
                  <a:lnTo>
                    <a:pt x="151" y="25"/>
                  </a:lnTo>
                  <a:lnTo>
                    <a:pt x="151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3"/>
                  </a:lnTo>
                  <a:lnTo>
                    <a:pt x="153" y="23"/>
                  </a:lnTo>
                  <a:lnTo>
                    <a:pt x="153" y="23"/>
                  </a:lnTo>
                  <a:lnTo>
                    <a:pt x="153" y="23"/>
                  </a:lnTo>
                  <a:lnTo>
                    <a:pt x="155" y="21"/>
                  </a:lnTo>
                  <a:lnTo>
                    <a:pt x="155" y="21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7"/>
                  </a:lnTo>
                  <a:lnTo>
                    <a:pt x="158" y="17"/>
                  </a:lnTo>
                  <a:lnTo>
                    <a:pt x="158" y="15"/>
                  </a:lnTo>
                  <a:lnTo>
                    <a:pt x="158" y="15"/>
                  </a:lnTo>
                  <a:lnTo>
                    <a:pt x="158" y="15"/>
                  </a:lnTo>
                  <a:lnTo>
                    <a:pt x="158" y="15"/>
                  </a:lnTo>
                  <a:lnTo>
                    <a:pt x="158" y="13"/>
                  </a:lnTo>
                  <a:lnTo>
                    <a:pt x="158" y="13"/>
                  </a:lnTo>
                  <a:lnTo>
                    <a:pt x="158" y="13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2" y="11"/>
                  </a:lnTo>
                  <a:lnTo>
                    <a:pt x="164" y="11"/>
                  </a:lnTo>
                  <a:lnTo>
                    <a:pt x="164" y="11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7"/>
                  </a:lnTo>
                  <a:lnTo>
                    <a:pt x="168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2" y="5"/>
                  </a:lnTo>
                  <a:lnTo>
                    <a:pt x="172" y="5"/>
                  </a:lnTo>
                  <a:lnTo>
                    <a:pt x="172" y="5"/>
                  </a:lnTo>
                  <a:lnTo>
                    <a:pt x="172" y="7"/>
                  </a:lnTo>
                  <a:lnTo>
                    <a:pt x="174" y="7"/>
                  </a:lnTo>
                  <a:lnTo>
                    <a:pt x="174" y="7"/>
                  </a:lnTo>
                  <a:lnTo>
                    <a:pt x="174" y="7"/>
                  </a:lnTo>
                  <a:lnTo>
                    <a:pt x="178" y="5"/>
                  </a:lnTo>
                  <a:lnTo>
                    <a:pt x="180" y="5"/>
                  </a:lnTo>
                  <a:lnTo>
                    <a:pt x="180" y="5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78" y="11"/>
                  </a:lnTo>
                  <a:lnTo>
                    <a:pt x="178" y="11"/>
                  </a:lnTo>
                  <a:lnTo>
                    <a:pt x="182" y="13"/>
                  </a:lnTo>
                  <a:lnTo>
                    <a:pt x="182" y="13"/>
                  </a:lnTo>
                  <a:lnTo>
                    <a:pt x="182" y="13"/>
                  </a:lnTo>
                  <a:lnTo>
                    <a:pt x="182" y="11"/>
                  </a:lnTo>
                  <a:lnTo>
                    <a:pt x="184" y="11"/>
                  </a:lnTo>
                  <a:lnTo>
                    <a:pt x="184" y="9"/>
                  </a:lnTo>
                  <a:lnTo>
                    <a:pt x="184" y="11"/>
                  </a:lnTo>
                  <a:lnTo>
                    <a:pt x="186" y="11"/>
                  </a:lnTo>
                  <a:lnTo>
                    <a:pt x="190" y="17"/>
                  </a:lnTo>
                  <a:lnTo>
                    <a:pt x="190" y="19"/>
                  </a:lnTo>
                  <a:lnTo>
                    <a:pt x="192" y="19"/>
                  </a:lnTo>
                  <a:lnTo>
                    <a:pt x="194" y="21"/>
                  </a:lnTo>
                  <a:lnTo>
                    <a:pt x="196" y="23"/>
                  </a:lnTo>
                  <a:lnTo>
                    <a:pt x="200" y="23"/>
                  </a:lnTo>
                  <a:lnTo>
                    <a:pt x="200" y="23"/>
                  </a:lnTo>
                  <a:lnTo>
                    <a:pt x="200" y="23"/>
                  </a:lnTo>
                  <a:lnTo>
                    <a:pt x="200" y="23"/>
                  </a:lnTo>
                  <a:lnTo>
                    <a:pt x="200" y="25"/>
                  </a:lnTo>
                  <a:lnTo>
                    <a:pt x="200" y="25"/>
                  </a:lnTo>
                  <a:lnTo>
                    <a:pt x="200" y="29"/>
                  </a:lnTo>
                  <a:lnTo>
                    <a:pt x="198" y="31"/>
                  </a:lnTo>
                  <a:lnTo>
                    <a:pt x="198" y="31"/>
                  </a:lnTo>
                  <a:lnTo>
                    <a:pt x="200" y="31"/>
                  </a:lnTo>
                  <a:lnTo>
                    <a:pt x="200" y="33"/>
                  </a:lnTo>
                  <a:lnTo>
                    <a:pt x="200" y="31"/>
                  </a:lnTo>
                  <a:lnTo>
                    <a:pt x="200" y="31"/>
                  </a:lnTo>
                  <a:lnTo>
                    <a:pt x="200" y="31"/>
                  </a:lnTo>
                  <a:lnTo>
                    <a:pt x="202" y="31"/>
                  </a:lnTo>
                  <a:lnTo>
                    <a:pt x="202" y="33"/>
                  </a:lnTo>
                  <a:lnTo>
                    <a:pt x="202" y="33"/>
                  </a:lnTo>
                  <a:lnTo>
                    <a:pt x="202" y="35"/>
                  </a:lnTo>
                  <a:lnTo>
                    <a:pt x="202" y="35"/>
                  </a:lnTo>
                  <a:lnTo>
                    <a:pt x="202" y="35"/>
                  </a:lnTo>
                  <a:lnTo>
                    <a:pt x="202" y="37"/>
                  </a:lnTo>
                  <a:lnTo>
                    <a:pt x="202" y="37"/>
                  </a:lnTo>
                  <a:lnTo>
                    <a:pt x="202" y="37"/>
                  </a:lnTo>
                  <a:lnTo>
                    <a:pt x="202" y="37"/>
                  </a:lnTo>
                  <a:lnTo>
                    <a:pt x="202" y="39"/>
                  </a:lnTo>
                  <a:lnTo>
                    <a:pt x="202" y="39"/>
                  </a:lnTo>
                  <a:lnTo>
                    <a:pt x="202" y="39"/>
                  </a:lnTo>
                  <a:lnTo>
                    <a:pt x="202" y="39"/>
                  </a:lnTo>
                  <a:lnTo>
                    <a:pt x="202" y="41"/>
                  </a:lnTo>
                  <a:lnTo>
                    <a:pt x="202" y="41"/>
                  </a:lnTo>
                  <a:lnTo>
                    <a:pt x="204" y="39"/>
                  </a:lnTo>
                  <a:lnTo>
                    <a:pt x="204" y="39"/>
                  </a:lnTo>
                  <a:lnTo>
                    <a:pt x="204" y="39"/>
                  </a:lnTo>
                  <a:lnTo>
                    <a:pt x="204" y="39"/>
                  </a:lnTo>
                  <a:lnTo>
                    <a:pt x="204" y="37"/>
                  </a:lnTo>
                  <a:lnTo>
                    <a:pt x="204" y="37"/>
                  </a:lnTo>
                  <a:lnTo>
                    <a:pt x="204" y="37"/>
                  </a:lnTo>
                  <a:lnTo>
                    <a:pt x="204" y="37"/>
                  </a:lnTo>
                  <a:lnTo>
                    <a:pt x="204" y="37"/>
                  </a:lnTo>
                  <a:lnTo>
                    <a:pt x="206" y="37"/>
                  </a:lnTo>
                  <a:lnTo>
                    <a:pt x="208" y="35"/>
                  </a:lnTo>
                  <a:lnTo>
                    <a:pt x="208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13" y="35"/>
                  </a:lnTo>
                  <a:lnTo>
                    <a:pt x="215" y="35"/>
                  </a:lnTo>
                  <a:lnTo>
                    <a:pt x="215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7" y="37"/>
                  </a:lnTo>
                  <a:lnTo>
                    <a:pt x="217" y="37"/>
                  </a:lnTo>
                  <a:lnTo>
                    <a:pt x="217" y="37"/>
                  </a:lnTo>
                  <a:lnTo>
                    <a:pt x="217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1" y="37"/>
                  </a:lnTo>
                  <a:lnTo>
                    <a:pt x="223" y="37"/>
                  </a:lnTo>
                  <a:lnTo>
                    <a:pt x="223" y="37"/>
                  </a:lnTo>
                  <a:lnTo>
                    <a:pt x="223" y="37"/>
                  </a:lnTo>
                  <a:lnTo>
                    <a:pt x="223" y="39"/>
                  </a:lnTo>
                  <a:lnTo>
                    <a:pt x="221" y="39"/>
                  </a:lnTo>
                  <a:lnTo>
                    <a:pt x="221" y="41"/>
                  </a:lnTo>
                  <a:lnTo>
                    <a:pt x="221" y="41"/>
                  </a:lnTo>
                  <a:lnTo>
                    <a:pt x="223" y="43"/>
                  </a:lnTo>
                  <a:lnTo>
                    <a:pt x="221" y="45"/>
                  </a:lnTo>
                  <a:lnTo>
                    <a:pt x="221" y="45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9" y="47"/>
                  </a:lnTo>
                  <a:lnTo>
                    <a:pt x="219" y="47"/>
                  </a:lnTo>
                  <a:lnTo>
                    <a:pt x="219" y="47"/>
                  </a:lnTo>
                  <a:lnTo>
                    <a:pt x="219" y="47"/>
                  </a:lnTo>
                  <a:lnTo>
                    <a:pt x="217" y="47"/>
                  </a:lnTo>
                  <a:lnTo>
                    <a:pt x="215" y="45"/>
                  </a:lnTo>
                  <a:lnTo>
                    <a:pt x="215" y="45"/>
                  </a:lnTo>
                  <a:lnTo>
                    <a:pt x="213" y="45"/>
                  </a:lnTo>
                  <a:lnTo>
                    <a:pt x="213" y="45"/>
                  </a:lnTo>
                  <a:lnTo>
                    <a:pt x="211" y="45"/>
                  </a:lnTo>
                  <a:lnTo>
                    <a:pt x="211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8" y="45"/>
                  </a:lnTo>
                  <a:lnTo>
                    <a:pt x="206" y="45"/>
                  </a:lnTo>
                  <a:lnTo>
                    <a:pt x="206" y="45"/>
                  </a:lnTo>
                  <a:lnTo>
                    <a:pt x="206" y="45"/>
                  </a:lnTo>
                  <a:lnTo>
                    <a:pt x="206" y="47"/>
                  </a:lnTo>
                  <a:lnTo>
                    <a:pt x="208" y="47"/>
                  </a:lnTo>
                  <a:lnTo>
                    <a:pt x="209" y="49"/>
                  </a:lnTo>
                  <a:lnTo>
                    <a:pt x="209" y="49"/>
                  </a:lnTo>
                  <a:lnTo>
                    <a:pt x="209" y="51"/>
                  </a:lnTo>
                  <a:lnTo>
                    <a:pt x="211" y="51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11" y="55"/>
                  </a:lnTo>
                  <a:lnTo>
                    <a:pt x="209" y="55"/>
                  </a:lnTo>
                  <a:lnTo>
                    <a:pt x="209" y="55"/>
                  </a:lnTo>
                  <a:lnTo>
                    <a:pt x="209" y="55"/>
                  </a:lnTo>
                  <a:lnTo>
                    <a:pt x="208" y="57"/>
                  </a:lnTo>
                  <a:lnTo>
                    <a:pt x="208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8"/>
                  </a:lnTo>
                  <a:lnTo>
                    <a:pt x="206" y="58"/>
                  </a:lnTo>
                  <a:lnTo>
                    <a:pt x="206" y="58"/>
                  </a:lnTo>
                  <a:lnTo>
                    <a:pt x="206" y="58"/>
                  </a:lnTo>
                  <a:lnTo>
                    <a:pt x="206" y="58"/>
                  </a:lnTo>
                  <a:lnTo>
                    <a:pt x="206" y="58"/>
                  </a:lnTo>
                  <a:lnTo>
                    <a:pt x="209" y="58"/>
                  </a:lnTo>
                  <a:lnTo>
                    <a:pt x="209" y="58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211" y="62"/>
                  </a:lnTo>
                  <a:lnTo>
                    <a:pt x="211" y="62"/>
                  </a:lnTo>
                  <a:lnTo>
                    <a:pt x="211" y="62"/>
                  </a:lnTo>
                  <a:lnTo>
                    <a:pt x="213" y="64"/>
                  </a:lnTo>
                  <a:lnTo>
                    <a:pt x="213" y="64"/>
                  </a:lnTo>
                  <a:lnTo>
                    <a:pt x="213" y="64"/>
                  </a:lnTo>
                  <a:lnTo>
                    <a:pt x="213" y="66"/>
                  </a:lnTo>
                  <a:lnTo>
                    <a:pt x="213" y="66"/>
                  </a:lnTo>
                  <a:lnTo>
                    <a:pt x="211" y="66"/>
                  </a:lnTo>
                  <a:lnTo>
                    <a:pt x="209" y="68"/>
                  </a:lnTo>
                  <a:lnTo>
                    <a:pt x="209" y="68"/>
                  </a:lnTo>
                  <a:lnTo>
                    <a:pt x="208" y="70"/>
                  </a:lnTo>
                  <a:lnTo>
                    <a:pt x="208" y="70"/>
                  </a:lnTo>
                  <a:lnTo>
                    <a:pt x="206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8" y="72"/>
                  </a:lnTo>
                  <a:lnTo>
                    <a:pt x="208" y="72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06" y="78"/>
                  </a:lnTo>
                  <a:lnTo>
                    <a:pt x="202" y="82"/>
                  </a:lnTo>
                  <a:lnTo>
                    <a:pt x="202" y="84"/>
                  </a:lnTo>
                  <a:lnTo>
                    <a:pt x="202" y="84"/>
                  </a:lnTo>
                  <a:lnTo>
                    <a:pt x="200" y="84"/>
                  </a:lnTo>
                  <a:lnTo>
                    <a:pt x="198" y="86"/>
                  </a:lnTo>
                  <a:lnTo>
                    <a:pt x="198" y="88"/>
                  </a:lnTo>
                  <a:lnTo>
                    <a:pt x="198" y="88"/>
                  </a:lnTo>
                  <a:lnTo>
                    <a:pt x="196" y="90"/>
                  </a:lnTo>
                  <a:lnTo>
                    <a:pt x="196" y="90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4" y="92"/>
                  </a:lnTo>
                  <a:lnTo>
                    <a:pt x="194" y="92"/>
                  </a:lnTo>
                  <a:lnTo>
                    <a:pt x="194" y="94"/>
                  </a:lnTo>
                  <a:lnTo>
                    <a:pt x="194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0" y="96"/>
                  </a:lnTo>
                  <a:lnTo>
                    <a:pt x="190" y="98"/>
                  </a:lnTo>
                  <a:lnTo>
                    <a:pt x="190" y="98"/>
                  </a:lnTo>
                  <a:lnTo>
                    <a:pt x="190" y="98"/>
                  </a:lnTo>
                  <a:lnTo>
                    <a:pt x="190" y="98"/>
                  </a:lnTo>
                  <a:lnTo>
                    <a:pt x="188" y="100"/>
                  </a:lnTo>
                  <a:lnTo>
                    <a:pt x="188" y="100"/>
                  </a:lnTo>
                  <a:lnTo>
                    <a:pt x="188" y="100"/>
                  </a:lnTo>
                  <a:lnTo>
                    <a:pt x="186" y="98"/>
                  </a:lnTo>
                  <a:lnTo>
                    <a:pt x="186" y="98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4" y="102"/>
                  </a:lnTo>
                  <a:lnTo>
                    <a:pt x="184" y="102"/>
                  </a:lnTo>
                  <a:lnTo>
                    <a:pt x="184" y="102"/>
                  </a:lnTo>
                  <a:lnTo>
                    <a:pt x="184" y="102"/>
                  </a:lnTo>
                  <a:lnTo>
                    <a:pt x="184" y="102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84" y="108"/>
                  </a:lnTo>
                  <a:lnTo>
                    <a:pt x="184" y="108"/>
                  </a:lnTo>
                  <a:lnTo>
                    <a:pt x="184" y="110"/>
                  </a:lnTo>
                  <a:lnTo>
                    <a:pt x="184" y="110"/>
                  </a:lnTo>
                  <a:lnTo>
                    <a:pt x="184" y="111"/>
                  </a:lnTo>
                  <a:lnTo>
                    <a:pt x="186" y="111"/>
                  </a:lnTo>
                  <a:lnTo>
                    <a:pt x="186" y="111"/>
                  </a:lnTo>
                  <a:lnTo>
                    <a:pt x="186" y="113"/>
                  </a:lnTo>
                  <a:lnTo>
                    <a:pt x="186" y="113"/>
                  </a:lnTo>
                  <a:lnTo>
                    <a:pt x="184" y="115"/>
                  </a:lnTo>
                  <a:lnTo>
                    <a:pt x="182" y="117"/>
                  </a:lnTo>
                  <a:lnTo>
                    <a:pt x="182" y="117"/>
                  </a:lnTo>
                  <a:lnTo>
                    <a:pt x="182" y="117"/>
                  </a:lnTo>
                  <a:lnTo>
                    <a:pt x="182" y="119"/>
                  </a:lnTo>
                  <a:lnTo>
                    <a:pt x="182" y="119"/>
                  </a:lnTo>
                  <a:lnTo>
                    <a:pt x="182" y="121"/>
                  </a:lnTo>
                  <a:lnTo>
                    <a:pt x="182" y="121"/>
                  </a:lnTo>
                  <a:lnTo>
                    <a:pt x="182" y="121"/>
                  </a:lnTo>
                  <a:lnTo>
                    <a:pt x="180" y="121"/>
                  </a:lnTo>
                  <a:lnTo>
                    <a:pt x="180" y="121"/>
                  </a:lnTo>
                  <a:lnTo>
                    <a:pt x="180" y="123"/>
                  </a:lnTo>
                  <a:lnTo>
                    <a:pt x="180" y="123"/>
                  </a:lnTo>
                  <a:lnTo>
                    <a:pt x="178" y="123"/>
                  </a:lnTo>
                  <a:lnTo>
                    <a:pt x="178" y="123"/>
                  </a:lnTo>
                  <a:lnTo>
                    <a:pt x="178" y="125"/>
                  </a:lnTo>
                  <a:lnTo>
                    <a:pt x="178" y="125"/>
                  </a:lnTo>
                  <a:lnTo>
                    <a:pt x="178" y="125"/>
                  </a:lnTo>
                  <a:lnTo>
                    <a:pt x="178" y="127"/>
                  </a:lnTo>
                  <a:lnTo>
                    <a:pt x="178" y="127"/>
                  </a:lnTo>
                  <a:lnTo>
                    <a:pt x="178" y="127"/>
                  </a:lnTo>
                  <a:lnTo>
                    <a:pt x="176" y="127"/>
                  </a:lnTo>
                  <a:lnTo>
                    <a:pt x="174" y="127"/>
                  </a:lnTo>
                  <a:lnTo>
                    <a:pt x="174" y="127"/>
                  </a:lnTo>
                  <a:lnTo>
                    <a:pt x="174" y="127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4" y="129"/>
                  </a:lnTo>
                  <a:lnTo>
                    <a:pt x="178" y="129"/>
                  </a:lnTo>
                  <a:lnTo>
                    <a:pt x="178" y="131"/>
                  </a:lnTo>
                  <a:lnTo>
                    <a:pt x="178" y="131"/>
                  </a:lnTo>
                  <a:lnTo>
                    <a:pt x="178" y="131"/>
                  </a:lnTo>
                  <a:lnTo>
                    <a:pt x="178" y="131"/>
                  </a:lnTo>
                  <a:lnTo>
                    <a:pt x="178" y="131"/>
                  </a:lnTo>
                  <a:lnTo>
                    <a:pt x="178" y="133"/>
                  </a:lnTo>
                  <a:lnTo>
                    <a:pt x="176" y="133"/>
                  </a:lnTo>
                  <a:lnTo>
                    <a:pt x="176" y="133"/>
                  </a:lnTo>
                  <a:lnTo>
                    <a:pt x="174" y="133"/>
                  </a:lnTo>
                  <a:lnTo>
                    <a:pt x="174" y="133"/>
                  </a:lnTo>
                  <a:lnTo>
                    <a:pt x="174" y="133"/>
                  </a:lnTo>
                  <a:lnTo>
                    <a:pt x="172" y="133"/>
                  </a:lnTo>
                  <a:lnTo>
                    <a:pt x="172" y="133"/>
                  </a:lnTo>
                  <a:lnTo>
                    <a:pt x="172" y="137"/>
                  </a:lnTo>
                  <a:lnTo>
                    <a:pt x="172" y="137"/>
                  </a:lnTo>
                  <a:lnTo>
                    <a:pt x="172" y="139"/>
                  </a:lnTo>
                  <a:lnTo>
                    <a:pt x="170" y="139"/>
                  </a:lnTo>
                  <a:lnTo>
                    <a:pt x="170" y="139"/>
                  </a:lnTo>
                  <a:lnTo>
                    <a:pt x="170" y="139"/>
                  </a:lnTo>
                  <a:lnTo>
                    <a:pt x="168" y="139"/>
                  </a:lnTo>
                  <a:lnTo>
                    <a:pt x="166" y="139"/>
                  </a:lnTo>
                  <a:lnTo>
                    <a:pt x="164" y="141"/>
                  </a:lnTo>
                  <a:lnTo>
                    <a:pt x="164" y="141"/>
                  </a:lnTo>
                  <a:lnTo>
                    <a:pt x="164" y="141"/>
                  </a:lnTo>
                  <a:lnTo>
                    <a:pt x="164" y="141"/>
                  </a:lnTo>
                  <a:lnTo>
                    <a:pt x="162" y="141"/>
                  </a:lnTo>
                  <a:lnTo>
                    <a:pt x="162" y="141"/>
                  </a:lnTo>
                  <a:lnTo>
                    <a:pt x="160" y="141"/>
                  </a:lnTo>
                  <a:lnTo>
                    <a:pt x="158" y="143"/>
                  </a:lnTo>
                  <a:lnTo>
                    <a:pt x="158" y="143"/>
                  </a:lnTo>
                  <a:lnTo>
                    <a:pt x="157" y="145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3" y="145"/>
                  </a:lnTo>
                  <a:lnTo>
                    <a:pt x="153" y="145"/>
                  </a:lnTo>
                  <a:lnTo>
                    <a:pt x="153" y="145"/>
                  </a:lnTo>
                  <a:lnTo>
                    <a:pt x="153" y="147"/>
                  </a:lnTo>
                  <a:lnTo>
                    <a:pt x="153" y="147"/>
                  </a:lnTo>
                  <a:lnTo>
                    <a:pt x="153" y="147"/>
                  </a:lnTo>
                  <a:lnTo>
                    <a:pt x="155" y="149"/>
                  </a:lnTo>
                  <a:lnTo>
                    <a:pt x="155" y="149"/>
                  </a:lnTo>
                  <a:lnTo>
                    <a:pt x="155" y="151"/>
                  </a:lnTo>
                  <a:lnTo>
                    <a:pt x="153" y="151"/>
                  </a:lnTo>
                  <a:lnTo>
                    <a:pt x="153" y="155"/>
                  </a:lnTo>
                  <a:lnTo>
                    <a:pt x="153" y="155"/>
                  </a:lnTo>
                  <a:lnTo>
                    <a:pt x="151" y="157"/>
                  </a:lnTo>
                  <a:lnTo>
                    <a:pt x="151" y="157"/>
                  </a:lnTo>
                  <a:lnTo>
                    <a:pt x="151" y="159"/>
                  </a:lnTo>
                  <a:lnTo>
                    <a:pt x="151" y="159"/>
                  </a:lnTo>
                  <a:lnTo>
                    <a:pt x="149" y="159"/>
                  </a:lnTo>
                  <a:lnTo>
                    <a:pt x="149" y="159"/>
                  </a:lnTo>
                  <a:lnTo>
                    <a:pt x="149" y="159"/>
                  </a:lnTo>
                  <a:lnTo>
                    <a:pt x="147" y="159"/>
                  </a:lnTo>
                  <a:lnTo>
                    <a:pt x="147" y="159"/>
                  </a:lnTo>
                  <a:lnTo>
                    <a:pt x="145" y="157"/>
                  </a:lnTo>
                  <a:lnTo>
                    <a:pt x="145" y="155"/>
                  </a:lnTo>
                  <a:lnTo>
                    <a:pt x="143" y="155"/>
                  </a:lnTo>
                  <a:lnTo>
                    <a:pt x="143" y="155"/>
                  </a:lnTo>
                  <a:lnTo>
                    <a:pt x="141" y="155"/>
                  </a:lnTo>
                  <a:lnTo>
                    <a:pt x="141" y="155"/>
                  </a:lnTo>
                  <a:lnTo>
                    <a:pt x="141" y="155"/>
                  </a:lnTo>
                  <a:lnTo>
                    <a:pt x="141" y="157"/>
                  </a:lnTo>
                  <a:lnTo>
                    <a:pt x="141" y="157"/>
                  </a:lnTo>
                  <a:lnTo>
                    <a:pt x="141" y="157"/>
                  </a:lnTo>
                  <a:lnTo>
                    <a:pt x="139" y="157"/>
                  </a:lnTo>
                  <a:lnTo>
                    <a:pt x="139" y="159"/>
                  </a:lnTo>
                  <a:lnTo>
                    <a:pt x="139" y="159"/>
                  </a:lnTo>
                  <a:lnTo>
                    <a:pt x="139" y="159"/>
                  </a:lnTo>
                  <a:lnTo>
                    <a:pt x="139" y="161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9" y="163"/>
                  </a:lnTo>
                  <a:lnTo>
                    <a:pt x="137" y="161"/>
                  </a:lnTo>
                  <a:lnTo>
                    <a:pt x="137" y="161"/>
                  </a:lnTo>
                  <a:lnTo>
                    <a:pt x="137" y="161"/>
                  </a:lnTo>
                  <a:lnTo>
                    <a:pt x="137" y="161"/>
                  </a:lnTo>
                  <a:lnTo>
                    <a:pt x="137" y="163"/>
                  </a:lnTo>
                  <a:lnTo>
                    <a:pt x="135" y="163"/>
                  </a:lnTo>
                  <a:lnTo>
                    <a:pt x="135" y="164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7" y="168"/>
                  </a:lnTo>
                  <a:lnTo>
                    <a:pt x="137" y="168"/>
                  </a:lnTo>
                  <a:lnTo>
                    <a:pt x="137" y="168"/>
                  </a:lnTo>
                  <a:lnTo>
                    <a:pt x="137" y="170"/>
                  </a:lnTo>
                  <a:lnTo>
                    <a:pt x="137" y="170"/>
                  </a:lnTo>
                  <a:lnTo>
                    <a:pt x="137" y="170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7" y="172"/>
                  </a:lnTo>
                  <a:lnTo>
                    <a:pt x="133" y="172"/>
                  </a:lnTo>
                  <a:lnTo>
                    <a:pt x="133" y="172"/>
                  </a:lnTo>
                  <a:lnTo>
                    <a:pt x="133" y="172"/>
                  </a:lnTo>
                  <a:lnTo>
                    <a:pt x="133" y="174"/>
                  </a:lnTo>
                  <a:lnTo>
                    <a:pt x="133" y="174"/>
                  </a:lnTo>
                  <a:lnTo>
                    <a:pt x="133" y="174"/>
                  </a:lnTo>
                  <a:lnTo>
                    <a:pt x="133" y="174"/>
                  </a:lnTo>
                  <a:lnTo>
                    <a:pt x="133" y="176"/>
                  </a:lnTo>
                  <a:lnTo>
                    <a:pt x="131" y="176"/>
                  </a:lnTo>
                  <a:lnTo>
                    <a:pt x="131" y="176"/>
                  </a:lnTo>
                  <a:lnTo>
                    <a:pt x="129" y="176"/>
                  </a:lnTo>
                  <a:lnTo>
                    <a:pt x="129" y="178"/>
                  </a:lnTo>
                  <a:lnTo>
                    <a:pt x="129" y="178"/>
                  </a:lnTo>
                  <a:lnTo>
                    <a:pt x="127" y="180"/>
                  </a:lnTo>
                  <a:lnTo>
                    <a:pt x="127" y="184"/>
                  </a:lnTo>
                  <a:lnTo>
                    <a:pt x="127" y="184"/>
                  </a:lnTo>
                  <a:lnTo>
                    <a:pt x="127" y="184"/>
                  </a:lnTo>
                  <a:lnTo>
                    <a:pt x="127" y="186"/>
                  </a:lnTo>
                  <a:lnTo>
                    <a:pt x="127" y="186"/>
                  </a:lnTo>
                  <a:lnTo>
                    <a:pt x="127" y="186"/>
                  </a:lnTo>
                  <a:lnTo>
                    <a:pt x="127" y="186"/>
                  </a:lnTo>
                  <a:lnTo>
                    <a:pt x="125" y="190"/>
                  </a:lnTo>
                  <a:lnTo>
                    <a:pt x="123" y="194"/>
                  </a:lnTo>
                  <a:lnTo>
                    <a:pt x="123" y="196"/>
                  </a:lnTo>
                  <a:lnTo>
                    <a:pt x="121" y="196"/>
                  </a:lnTo>
                  <a:lnTo>
                    <a:pt x="107" y="202"/>
                  </a:lnTo>
                  <a:lnTo>
                    <a:pt x="107" y="202"/>
                  </a:lnTo>
                  <a:lnTo>
                    <a:pt x="106" y="202"/>
                  </a:lnTo>
                  <a:lnTo>
                    <a:pt x="104" y="204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96" y="206"/>
                  </a:lnTo>
                  <a:lnTo>
                    <a:pt x="86" y="212"/>
                  </a:lnTo>
                  <a:lnTo>
                    <a:pt x="86" y="208"/>
                  </a:lnTo>
                  <a:lnTo>
                    <a:pt x="86" y="208"/>
                  </a:lnTo>
                  <a:lnTo>
                    <a:pt x="86" y="208"/>
                  </a:lnTo>
                  <a:lnTo>
                    <a:pt x="86" y="206"/>
                  </a:lnTo>
                  <a:lnTo>
                    <a:pt x="86" y="206"/>
                  </a:lnTo>
                  <a:lnTo>
                    <a:pt x="86" y="206"/>
                  </a:lnTo>
                  <a:lnTo>
                    <a:pt x="86" y="204"/>
                  </a:lnTo>
                  <a:lnTo>
                    <a:pt x="86" y="204"/>
                  </a:lnTo>
                  <a:lnTo>
                    <a:pt x="86" y="204"/>
                  </a:lnTo>
                  <a:lnTo>
                    <a:pt x="88" y="202"/>
                  </a:lnTo>
                  <a:lnTo>
                    <a:pt x="88" y="202"/>
                  </a:lnTo>
                  <a:lnTo>
                    <a:pt x="88" y="200"/>
                  </a:lnTo>
                  <a:lnTo>
                    <a:pt x="88" y="200"/>
                  </a:lnTo>
                  <a:lnTo>
                    <a:pt x="88" y="198"/>
                  </a:lnTo>
                  <a:lnTo>
                    <a:pt x="88" y="198"/>
                  </a:lnTo>
                  <a:lnTo>
                    <a:pt x="88" y="198"/>
                  </a:lnTo>
                  <a:lnTo>
                    <a:pt x="88" y="198"/>
                  </a:lnTo>
                  <a:lnTo>
                    <a:pt x="88" y="196"/>
                  </a:lnTo>
                  <a:lnTo>
                    <a:pt x="88" y="196"/>
                  </a:lnTo>
                  <a:lnTo>
                    <a:pt x="86" y="196"/>
                  </a:lnTo>
                  <a:lnTo>
                    <a:pt x="86" y="194"/>
                  </a:lnTo>
                  <a:lnTo>
                    <a:pt x="84" y="194"/>
                  </a:lnTo>
                  <a:lnTo>
                    <a:pt x="82" y="194"/>
                  </a:lnTo>
                  <a:lnTo>
                    <a:pt x="82" y="192"/>
                  </a:lnTo>
                  <a:lnTo>
                    <a:pt x="82" y="192"/>
                  </a:lnTo>
                  <a:lnTo>
                    <a:pt x="82" y="192"/>
                  </a:lnTo>
                  <a:lnTo>
                    <a:pt x="82" y="190"/>
                  </a:lnTo>
                  <a:lnTo>
                    <a:pt x="80" y="190"/>
                  </a:lnTo>
                  <a:lnTo>
                    <a:pt x="76" y="188"/>
                  </a:lnTo>
                  <a:lnTo>
                    <a:pt x="76" y="188"/>
                  </a:lnTo>
                  <a:lnTo>
                    <a:pt x="74" y="188"/>
                  </a:lnTo>
                  <a:lnTo>
                    <a:pt x="74" y="186"/>
                  </a:lnTo>
                  <a:lnTo>
                    <a:pt x="74" y="186"/>
                  </a:lnTo>
                  <a:lnTo>
                    <a:pt x="74" y="186"/>
                  </a:lnTo>
                  <a:lnTo>
                    <a:pt x="74" y="186"/>
                  </a:lnTo>
                  <a:lnTo>
                    <a:pt x="74" y="184"/>
                  </a:lnTo>
                  <a:lnTo>
                    <a:pt x="74" y="184"/>
                  </a:lnTo>
                  <a:lnTo>
                    <a:pt x="74" y="184"/>
                  </a:lnTo>
                  <a:lnTo>
                    <a:pt x="74" y="182"/>
                  </a:lnTo>
                  <a:lnTo>
                    <a:pt x="74" y="182"/>
                  </a:lnTo>
                  <a:lnTo>
                    <a:pt x="74" y="182"/>
                  </a:lnTo>
                  <a:lnTo>
                    <a:pt x="72" y="182"/>
                  </a:lnTo>
                  <a:lnTo>
                    <a:pt x="72" y="184"/>
                  </a:lnTo>
                  <a:lnTo>
                    <a:pt x="72" y="184"/>
                  </a:lnTo>
                  <a:lnTo>
                    <a:pt x="72" y="184"/>
                  </a:lnTo>
                  <a:lnTo>
                    <a:pt x="72" y="186"/>
                  </a:lnTo>
                  <a:lnTo>
                    <a:pt x="72" y="186"/>
                  </a:lnTo>
                  <a:lnTo>
                    <a:pt x="70" y="184"/>
                  </a:lnTo>
                  <a:lnTo>
                    <a:pt x="70" y="184"/>
                  </a:lnTo>
                  <a:lnTo>
                    <a:pt x="68" y="184"/>
                  </a:lnTo>
                  <a:lnTo>
                    <a:pt x="68" y="182"/>
                  </a:lnTo>
                  <a:lnTo>
                    <a:pt x="68" y="184"/>
                  </a:lnTo>
                  <a:lnTo>
                    <a:pt x="68" y="184"/>
                  </a:lnTo>
                  <a:lnTo>
                    <a:pt x="66" y="184"/>
                  </a:lnTo>
                  <a:lnTo>
                    <a:pt x="66" y="184"/>
                  </a:lnTo>
                  <a:lnTo>
                    <a:pt x="66" y="184"/>
                  </a:lnTo>
                  <a:lnTo>
                    <a:pt x="66" y="182"/>
                  </a:lnTo>
                  <a:lnTo>
                    <a:pt x="66" y="182"/>
                  </a:lnTo>
                  <a:lnTo>
                    <a:pt x="66" y="182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68" y="178"/>
                  </a:lnTo>
                  <a:lnTo>
                    <a:pt x="68" y="178"/>
                  </a:lnTo>
                  <a:lnTo>
                    <a:pt x="68" y="178"/>
                  </a:lnTo>
                  <a:lnTo>
                    <a:pt x="68" y="178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76"/>
                  </a:lnTo>
                  <a:lnTo>
                    <a:pt x="70" y="176"/>
                  </a:lnTo>
                  <a:lnTo>
                    <a:pt x="68" y="174"/>
                  </a:lnTo>
                  <a:lnTo>
                    <a:pt x="64" y="172"/>
                  </a:lnTo>
                  <a:lnTo>
                    <a:pt x="64" y="172"/>
                  </a:lnTo>
                  <a:lnTo>
                    <a:pt x="64" y="170"/>
                  </a:lnTo>
                  <a:lnTo>
                    <a:pt x="64" y="170"/>
                  </a:lnTo>
                  <a:lnTo>
                    <a:pt x="64" y="170"/>
                  </a:lnTo>
                  <a:lnTo>
                    <a:pt x="64" y="170"/>
                  </a:lnTo>
                  <a:lnTo>
                    <a:pt x="64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2" y="168"/>
                  </a:lnTo>
                  <a:lnTo>
                    <a:pt x="60" y="168"/>
                  </a:lnTo>
                  <a:lnTo>
                    <a:pt x="55" y="166"/>
                  </a:lnTo>
                  <a:lnTo>
                    <a:pt x="53" y="159"/>
                  </a:lnTo>
                  <a:lnTo>
                    <a:pt x="53" y="157"/>
                  </a:lnTo>
                  <a:lnTo>
                    <a:pt x="51" y="159"/>
                  </a:lnTo>
                  <a:lnTo>
                    <a:pt x="51" y="159"/>
                  </a:lnTo>
                  <a:lnTo>
                    <a:pt x="51" y="159"/>
                  </a:lnTo>
                  <a:lnTo>
                    <a:pt x="49" y="159"/>
                  </a:lnTo>
                  <a:lnTo>
                    <a:pt x="49" y="159"/>
                  </a:lnTo>
                  <a:lnTo>
                    <a:pt x="49" y="159"/>
                  </a:lnTo>
                  <a:lnTo>
                    <a:pt x="49" y="159"/>
                  </a:lnTo>
                  <a:lnTo>
                    <a:pt x="49" y="157"/>
                  </a:lnTo>
                  <a:lnTo>
                    <a:pt x="49" y="157"/>
                  </a:lnTo>
                  <a:lnTo>
                    <a:pt x="49" y="157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9" y="153"/>
                  </a:lnTo>
                  <a:lnTo>
                    <a:pt x="49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1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49" y="147"/>
                  </a:lnTo>
                  <a:lnTo>
                    <a:pt x="47" y="147"/>
                  </a:lnTo>
                  <a:lnTo>
                    <a:pt x="47" y="147"/>
                  </a:lnTo>
                  <a:lnTo>
                    <a:pt x="47" y="147"/>
                  </a:lnTo>
                  <a:lnTo>
                    <a:pt x="47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3"/>
                  </a:lnTo>
                  <a:lnTo>
                    <a:pt x="45" y="153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3" y="153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3" y="149"/>
                  </a:lnTo>
                  <a:lnTo>
                    <a:pt x="43" y="149"/>
                  </a:lnTo>
                  <a:lnTo>
                    <a:pt x="43" y="149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9" y="145"/>
                  </a:lnTo>
                  <a:lnTo>
                    <a:pt x="39" y="145"/>
                  </a:lnTo>
                  <a:lnTo>
                    <a:pt x="39" y="145"/>
                  </a:lnTo>
                  <a:lnTo>
                    <a:pt x="37" y="145"/>
                  </a:lnTo>
                  <a:lnTo>
                    <a:pt x="37" y="145"/>
                  </a:lnTo>
                  <a:lnTo>
                    <a:pt x="37" y="145"/>
                  </a:lnTo>
                  <a:lnTo>
                    <a:pt x="37" y="145"/>
                  </a:lnTo>
                  <a:lnTo>
                    <a:pt x="37" y="145"/>
                  </a:lnTo>
                  <a:lnTo>
                    <a:pt x="37" y="143"/>
                  </a:lnTo>
                  <a:lnTo>
                    <a:pt x="37" y="143"/>
                  </a:lnTo>
                  <a:lnTo>
                    <a:pt x="39" y="143"/>
                  </a:lnTo>
                  <a:lnTo>
                    <a:pt x="39" y="143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1" y="141"/>
                  </a:lnTo>
                  <a:lnTo>
                    <a:pt x="41" y="141"/>
                  </a:lnTo>
                  <a:lnTo>
                    <a:pt x="41" y="139"/>
                  </a:lnTo>
                  <a:lnTo>
                    <a:pt x="39" y="137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27" y="135"/>
                  </a:lnTo>
                  <a:lnTo>
                    <a:pt x="25" y="133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1" y="135"/>
                  </a:lnTo>
                  <a:lnTo>
                    <a:pt x="21" y="135"/>
                  </a:lnTo>
                  <a:lnTo>
                    <a:pt x="21" y="135"/>
                  </a:lnTo>
                  <a:lnTo>
                    <a:pt x="21" y="135"/>
                  </a:lnTo>
                  <a:lnTo>
                    <a:pt x="21" y="137"/>
                  </a:lnTo>
                  <a:lnTo>
                    <a:pt x="19" y="137"/>
                  </a:lnTo>
                  <a:lnTo>
                    <a:pt x="19" y="131"/>
                  </a:lnTo>
                  <a:lnTo>
                    <a:pt x="19" y="129"/>
                  </a:lnTo>
                  <a:lnTo>
                    <a:pt x="19" y="127"/>
                  </a:lnTo>
                  <a:lnTo>
                    <a:pt x="19" y="125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5" y="123"/>
                  </a:lnTo>
                  <a:lnTo>
                    <a:pt x="15" y="123"/>
                  </a:lnTo>
                  <a:lnTo>
                    <a:pt x="15" y="119"/>
                  </a:lnTo>
                  <a:lnTo>
                    <a:pt x="15" y="117"/>
                  </a:lnTo>
                  <a:lnTo>
                    <a:pt x="15" y="117"/>
                  </a:lnTo>
                  <a:lnTo>
                    <a:pt x="15" y="117"/>
                  </a:lnTo>
                  <a:lnTo>
                    <a:pt x="11" y="117"/>
                  </a:lnTo>
                  <a:lnTo>
                    <a:pt x="11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4" y="108"/>
                  </a:lnTo>
                  <a:lnTo>
                    <a:pt x="4" y="108"/>
                  </a:lnTo>
                  <a:lnTo>
                    <a:pt x="4" y="108"/>
                  </a:lnTo>
                  <a:lnTo>
                    <a:pt x="6" y="106"/>
                  </a:lnTo>
                  <a:lnTo>
                    <a:pt x="6" y="106"/>
                  </a:lnTo>
                  <a:lnTo>
                    <a:pt x="7" y="106"/>
                  </a:lnTo>
                  <a:lnTo>
                    <a:pt x="7" y="104"/>
                  </a:lnTo>
                  <a:lnTo>
                    <a:pt x="13" y="102"/>
                  </a:lnTo>
                  <a:lnTo>
                    <a:pt x="15" y="102"/>
                  </a:lnTo>
                  <a:lnTo>
                    <a:pt x="15" y="100"/>
                  </a:lnTo>
                  <a:lnTo>
                    <a:pt x="17" y="100"/>
                  </a:lnTo>
                  <a:lnTo>
                    <a:pt x="17" y="96"/>
                  </a:lnTo>
                  <a:lnTo>
                    <a:pt x="17" y="94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7" y="86"/>
                  </a:lnTo>
                  <a:lnTo>
                    <a:pt x="7" y="86"/>
                  </a:lnTo>
                  <a:lnTo>
                    <a:pt x="11" y="84"/>
                  </a:lnTo>
                  <a:lnTo>
                    <a:pt x="11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2"/>
                  </a:lnTo>
                  <a:lnTo>
                    <a:pt x="7" y="82"/>
                  </a:lnTo>
                  <a:lnTo>
                    <a:pt x="7" y="82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4" y="86"/>
                  </a:lnTo>
                  <a:lnTo>
                    <a:pt x="4" y="86"/>
                  </a:lnTo>
                  <a:lnTo>
                    <a:pt x="4" y="86"/>
                  </a:lnTo>
                  <a:lnTo>
                    <a:pt x="4" y="86"/>
                  </a:lnTo>
                  <a:lnTo>
                    <a:pt x="4" y="86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4" y="78"/>
                  </a:lnTo>
                  <a:lnTo>
                    <a:pt x="6" y="76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0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4" y="60"/>
                  </a:lnTo>
                  <a:lnTo>
                    <a:pt x="4" y="60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2" y="55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6" y="49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11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3" y="55"/>
                  </a:lnTo>
                  <a:lnTo>
                    <a:pt x="13" y="55"/>
                  </a:lnTo>
                  <a:lnTo>
                    <a:pt x="13" y="55"/>
                  </a:lnTo>
                  <a:lnTo>
                    <a:pt x="13" y="55"/>
                  </a:lnTo>
                  <a:lnTo>
                    <a:pt x="13" y="53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7" y="55"/>
                  </a:lnTo>
                  <a:lnTo>
                    <a:pt x="17" y="55"/>
                  </a:lnTo>
                  <a:lnTo>
                    <a:pt x="21" y="53"/>
                  </a:lnTo>
                  <a:lnTo>
                    <a:pt x="21" y="53"/>
                  </a:lnTo>
                  <a:lnTo>
                    <a:pt x="23" y="49"/>
                  </a:lnTo>
                  <a:lnTo>
                    <a:pt x="23" y="49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5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39"/>
                  </a:lnTo>
                  <a:lnTo>
                    <a:pt x="23" y="39"/>
                  </a:lnTo>
                  <a:lnTo>
                    <a:pt x="23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7" y="41"/>
                  </a:lnTo>
                  <a:lnTo>
                    <a:pt x="27" y="41"/>
                  </a:lnTo>
                  <a:lnTo>
                    <a:pt x="27" y="43"/>
                  </a:lnTo>
                  <a:lnTo>
                    <a:pt x="27" y="43"/>
                  </a:lnTo>
                  <a:lnTo>
                    <a:pt x="27" y="43"/>
                  </a:lnTo>
                  <a:lnTo>
                    <a:pt x="27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1" y="37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3"/>
                  </a:lnTo>
                  <a:lnTo>
                    <a:pt x="39" y="37"/>
                  </a:lnTo>
                  <a:lnTo>
                    <a:pt x="47" y="43"/>
                  </a:lnTo>
                  <a:lnTo>
                    <a:pt x="49" y="43"/>
                  </a:lnTo>
                  <a:lnTo>
                    <a:pt x="53" y="39"/>
                  </a:lnTo>
                  <a:lnTo>
                    <a:pt x="56" y="35"/>
                  </a:lnTo>
                  <a:lnTo>
                    <a:pt x="56" y="35"/>
                  </a:lnTo>
                  <a:lnTo>
                    <a:pt x="58" y="35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2" y="39"/>
                  </a:lnTo>
                  <a:lnTo>
                    <a:pt x="72" y="39"/>
                  </a:lnTo>
                  <a:lnTo>
                    <a:pt x="72" y="39"/>
                  </a:lnTo>
                  <a:lnTo>
                    <a:pt x="74" y="39"/>
                  </a:lnTo>
                  <a:lnTo>
                    <a:pt x="76" y="39"/>
                  </a:lnTo>
                  <a:lnTo>
                    <a:pt x="82" y="43"/>
                  </a:lnTo>
                  <a:lnTo>
                    <a:pt x="82" y="43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84" y="45"/>
                  </a:lnTo>
                  <a:lnTo>
                    <a:pt x="84" y="47"/>
                  </a:lnTo>
                  <a:lnTo>
                    <a:pt x="84" y="45"/>
                  </a:lnTo>
                  <a:lnTo>
                    <a:pt x="84" y="45"/>
                  </a:lnTo>
                  <a:lnTo>
                    <a:pt x="84" y="45"/>
                  </a:lnTo>
                  <a:lnTo>
                    <a:pt x="86" y="45"/>
                  </a:lnTo>
                  <a:lnTo>
                    <a:pt x="88" y="45"/>
                  </a:lnTo>
                  <a:lnTo>
                    <a:pt x="88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2" y="43"/>
                  </a:lnTo>
                  <a:lnTo>
                    <a:pt x="94" y="43"/>
                  </a:lnTo>
                  <a:lnTo>
                    <a:pt x="94" y="43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5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100" y="51"/>
                  </a:lnTo>
                  <a:lnTo>
                    <a:pt x="102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04" y="47"/>
                  </a:lnTo>
                  <a:lnTo>
                    <a:pt x="104" y="47"/>
                  </a:lnTo>
                  <a:lnTo>
                    <a:pt x="104" y="47"/>
                  </a:lnTo>
                  <a:lnTo>
                    <a:pt x="104" y="47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100" y="43"/>
                  </a:lnTo>
                  <a:lnTo>
                    <a:pt x="100" y="43"/>
                  </a:lnTo>
                  <a:lnTo>
                    <a:pt x="100" y="43"/>
                  </a:lnTo>
                  <a:lnTo>
                    <a:pt x="102" y="41"/>
                  </a:lnTo>
                  <a:lnTo>
                    <a:pt x="102" y="39"/>
                  </a:lnTo>
                  <a:lnTo>
                    <a:pt x="106" y="39"/>
                  </a:lnTo>
                  <a:lnTo>
                    <a:pt x="106" y="39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5" y="35"/>
                  </a:lnTo>
                  <a:lnTo>
                    <a:pt x="115" y="31"/>
                  </a:lnTo>
                  <a:lnTo>
                    <a:pt x="115" y="29"/>
                  </a:lnTo>
                  <a:lnTo>
                    <a:pt x="117" y="29"/>
                  </a:lnTo>
                  <a:lnTo>
                    <a:pt x="119" y="25"/>
                  </a:lnTo>
                  <a:lnTo>
                    <a:pt x="121" y="21"/>
                  </a:lnTo>
                  <a:lnTo>
                    <a:pt x="121" y="19"/>
                  </a:lnTo>
                  <a:lnTo>
                    <a:pt x="123" y="19"/>
                  </a:lnTo>
                  <a:lnTo>
                    <a:pt x="121" y="17"/>
                  </a:lnTo>
                  <a:lnTo>
                    <a:pt x="121" y="15"/>
                  </a:lnTo>
                  <a:lnTo>
                    <a:pt x="121" y="15"/>
                  </a:lnTo>
                  <a:lnTo>
                    <a:pt x="121" y="11"/>
                  </a:lnTo>
                  <a:lnTo>
                    <a:pt x="121" y="11"/>
                  </a:lnTo>
                  <a:lnTo>
                    <a:pt x="121" y="11"/>
                  </a:lnTo>
                  <a:lnTo>
                    <a:pt x="123" y="9"/>
                  </a:lnTo>
                  <a:lnTo>
                    <a:pt x="123" y="9"/>
                  </a:lnTo>
                  <a:lnTo>
                    <a:pt x="123" y="9"/>
                  </a:lnTo>
                  <a:lnTo>
                    <a:pt x="121" y="9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5"/>
                  </a:lnTo>
                  <a:lnTo>
                    <a:pt x="121" y="5"/>
                  </a:lnTo>
                  <a:lnTo>
                    <a:pt x="121" y="3"/>
                  </a:lnTo>
                  <a:lnTo>
                    <a:pt x="121" y="3"/>
                  </a:lnTo>
                  <a:lnTo>
                    <a:pt x="119" y="2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1131888" y="3730625"/>
              <a:ext cx="293688" cy="212725"/>
            </a:xfrm>
            <a:custGeom>
              <a:avLst/>
              <a:gdLst>
                <a:gd name="T0" fmla="*/ 69 w 371"/>
                <a:gd name="T1" fmla="*/ 8 h 269"/>
                <a:gd name="T2" fmla="*/ 100 w 371"/>
                <a:gd name="T3" fmla="*/ 27 h 269"/>
                <a:gd name="T4" fmla="*/ 112 w 371"/>
                <a:gd name="T5" fmla="*/ 23 h 269"/>
                <a:gd name="T6" fmla="*/ 120 w 371"/>
                <a:gd name="T7" fmla="*/ 21 h 269"/>
                <a:gd name="T8" fmla="*/ 134 w 371"/>
                <a:gd name="T9" fmla="*/ 39 h 269"/>
                <a:gd name="T10" fmla="*/ 139 w 371"/>
                <a:gd name="T11" fmla="*/ 33 h 269"/>
                <a:gd name="T12" fmla="*/ 155 w 371"/>
                <a:gd name="T13" fmla="*/ 37 h 269"/>
                <a:gd name="T14" fmla="*/ 165 w 371"/>
                <a:gd name="T15" fmla="*/ 35 h 269"/>
                <a:gd name="T16" fmla="*/ 175 w 371"/>
                <a:gd name="T17" fmla="*/ 47 h 269"/>
                <a:gd name="T18" fmla="*/ 181 w 371"/>
                <a:gd name="T19" fmla="*/ 39 h 269"/>
                <a:gd name="T20" fmla="*/ 190 w 371"/>
                <a:gd name="T21" fmla="*/ 37 h 269"/>
                <a:gd name="T22" fmla="*/ 208 w 371"/>
                <a:gd name="T23" fmla="*/ 33 h 269"/>
                <a:gd name="T24" fmla="*/ 212 w 371"/>
                <a:gd name="T25" fmla="*/ 43 h 269"/>
                <a:gd name="T26" fmla="*/ 228 w 371"/>
                <a:gd name="T27" fmla="*/ 51 h 269"/>
                <a:gd name="T28" fmla="*/ 249 w 371"/>
                <a:gd name="T29" fmla="*/ 57 h 269"/>
                <a:gd name="T30" fmla="*/ 259 w 371"/>
                <a:gd name="T31" fmla="*/ 55 h 269"/>
                <a:gd name="T32" fmla="*/ 267 w 371"/>
                <a:gd name="T33" fmla="*/ 59 h 269"/>
                <a:gd name="T34" fmla="*/ 271 w 371"/>
                <a:gd name="T35" fmla="*/ 53 h 269"/>
                <a:gd name="T36" fmla="*/ 287 w 371"/>
                <a:gd name="T37" fmla="*/ 61 h 269"/>
                <a:gd name="T38" fmla="*/ 298 w 371"/>
                <a:gd name="T39" fmla="*/ 70 h 269"/>
                <a:gd name="T40" fmla="*/ 306 w 371"/>
                <a:gd name="T41" fmla="*/ 86 h 269"/>
                <a:gd name="T42" fmla="*/ 324 w 371"/>
                <a:gd name="T43" fmla="*/ 94 h 269"/>
                <a:gd name="T44" fmla="*/ 324 w 371"/>
                <a:gd name="T45" fmla="*/ 98 h 269"/>
                <a:gd name="T46" fmla="*/ 328 w 371"/>
                <a:gd name="T47" fmla="*/ 106 h 269"/>
                <a:gd name="T48" fmla="*/ 334 w 371"/>
                <a:gd name="T49" fmla="*/ 106 h 269"/>
                <a:gd name="T50" fmla="*/ 343 w 371"/>
                <a:gd name="T51" fmla="*/ 121 h 269"/>
                <a:gd name="T52" fmla="*/ 353 w 371"/>
                <a:gd name="T53" fmla="*/ 131 h 269"/>
                <a:gd name="T54" fmla="*/ 351 w 371"/>
                <a:gd name="T55" fmla="*/ 135 h 269"/>
                <a:gd name="T56" fmla="*/ 357 w 371"/>
                <a:gd name="T57" fmla="*/ 139 h 269"/>
                <a:gd name="T58" fmla="*/ 371 w 371"/>
                <a:gd name="T59" fmla="*/ 151 h 269"/>
                <a:gd name="T60" fmla="*/ 369 w 371"/>
                <a:gd name="T61" fmla="*/ 174 h 269"/>
                <a:gd name="T62" fmla="*/ 355 w 371"/>
                <a:gd name="T63" fmla="*/ 174 h 269"/>
                <a:gd name="T64" fmla="*/ 341 w 371"/>
                <a:gd name="T65" fmla="*/ 186 h 269"/>
                <a:gd name="T66" fmla="*/ 290 w 371"/>
                <a:gd name="T67" fmla="*/ 198 h 269"/>
                <a:gd name="T68" fmla="*/ 245 w 371"/>
                <a:gd name="T69" fmla="*/ 214 h 269"/>
                <a:gd name="T70" fmla="*/ 245 w 371"/>
                <a:gd name="T71" fmla="*/ 263 h 269"/>
                <a:gd name="T72" fmla="*/ 212 w 371"/>
                <a:gd name="T73" fmla="*/ 253 h 269"/>
                <a:gd name="T74" fmla="*/ 204 w 371"/>
                <a:gd name="T75" fmla="*/ 222 h 269"/>
                <a:gd name="T76" fmla="*/ 181 w 371"/>
                <a:gd name="T77" fmla="*/ 208 h 269"/>
                <a:gd name="T78" fmla="*/ 175 w 371"/>
                <a:gd name="T79" fmla="*/ 200 h 269"/>
                <a:gd name="T80" fmla="*/ 165 w 371"/>
                <a:gd name="T81" fmla="*/ 190 h 269"/>
                <a:gd name="T82" fmla="*/ 163 w 371"/>
                <a:gd name="T83" fmla="*/ 180 h 269"/>
                <a:gd name="T84" fmla="*/ 151 w 371"/>
                <a:gd name="T85" fmla="*/ 184 h 269"/>
                <a:gd name="T86" fmla="*/ 143 w 371"/>
                <a:gd name="T87" fmla="*/ 182 h 269"/>
                <a:gd name="T88" fmla="*/ 134 w 371"/>
                <a:gd name="T89" fmla="*/ 172 h 269"/>
                <a:gd name="T90" fmla="*/ 118 w 371"/>
                <a:gd name="T91" fmla="*/ 163 h 269"/>
                <a:gd name="T92" fmla="*/ 108 w 371"/>
                <a:gd name="T93" fmla="*/ 171 h 269"/>
                <a:gd name="T94" fmla="*/ 94 w 371"/>
                <a:gd name="T95" fmla="*/ 165 h 269"/>
                <a:gd name="T96" fmla="*/ 96 w 371"/>
                <a:gd name="T97" fmla="*/ 155 h 269"/>
                <a:gd name="T98" fmla="*/ 106 w 371"/>
                <a:gd name="T99" fmla="*/ 145 h 269"/>
                <a:gd name="T100" fmla="*/ 106 w 371"/>
                <a:gd name="T101" fmla="*/ 133 h 269"/>
                <a:gd name="T102" fmla="*/ 96 w 371"/>
                <a:gd name="T103" fmla="*/ 123 h 269"/>
                <a:gd name="T104" fmla="*/ 83 w 371"/>
                <a:gd name="T105" fmla="*/ 116 h 269"/>
                <a:gd name="T106" fmla="*/ 75 w 371"/>
                <a:gd name="T107" fmla="*/ 110 h 269"/>
                <a:gd name="T108" fmla="*/ 57 w 371"/>
                <a:gd name="T109" fmla="*/ 110 h 269"/>
                <a:gd name="T110" fmla="*/ 55 w 371"/>
                <a:gd name="T111" fmla="*/ 104 h 269"/>
                <a:gd name="T112" fmla="*/ 45 w 371"/>
                <a:gd name="T113" fmla="*/ 104 h 269"/>
                <a:gd name="T114" fmla="*/ 24 w 371"/>
                <a:gd name="T115" fmla="*/ 104 h 269"/>
                <a:gd name="T116" fmla="*/ 10 w 371"/>
                <a:gd name="T117" fmla="*/ 72 h 269"/>
                <a:gd name="T118" fmla="*/ 2 w 371"/>
                <a:gd name="T119" fmla="*/ 45 h 269"/>
                <a:gd name="T120" fmla="*/ 22 w 371"/>
                <a:gd name="T121" fmla="*/ 25 h 269"/>
                <a:gd name="T122" fmla="*/ 37 w 371"/>
                <a:gd name="T123" fmla="*/ 8 h 269"/>
                <a:gd name="T124" fmla="*/ 51 w 371"/>
                <a:gd name="T125" fmla="*/ 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1" h="269">
                  <a:moveTo>
                    <a:pt x="53" y="0"/>
                  </a:moveTo>
                  <a:lnTo>
                    <a:pt x="55" y="0"/>
                  </a:lnTo>
                  <a:lnTo>
                    <a:pt x="57" y="2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5" y="8"/>
                  </a:lnTo>
                  <a:lnTo>
                    <a:pt x="65" y="8"/>
                  </a:lnTo>
                  <a:lnTo>
                    <a:pt x="67" y="8"/>
                  </a:lnTo>
                  <a:lnTo>
                    <a:pt x="69" y="8"/>
                  </a:lnTo>
                  <a:lnTo>
                    <a:pt x="73" y="10"/>
                  </a:lnTo>
                  <a:lnTo>
                    <a:pt x="75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9" y="11"/>
                  </a:lnTo>
                  <a:lnTo>
                    <a:pt x="81" y="13"/>
                  </a:lnTo>
                  <a:lnTo>
                    <a:pt x="81" y="13"/>
                  </a:lnTo>
                  <a:lnTo>
                    <a:pt x="81" y="15"/>
                  </a:lnTo>
                  <a:lnTo>
                    <a:pt x="83" y="15"/>
                  </a:lnTo>
                  <a:lnTo>
                    <a:pt x="83" y="15"/>
                  </a:lnTo>
                  <a:lnTo>
                    <a:pt x="85" y="15"/>
                  </a:lnTo>
                  <a:lnTo>
                    <a:pt x="85" y="17"/>
                  </a:lnTo>
                  <a:lnTo>
                    <a:pt x="88" y="21"/>
                  </a:lnTo>
                  <a:lnTo>
                    <a:pt x="96" y="25"/>
                  </a:lnTo>
                  <a:lnTo>
                    <a:pt x="100" y="29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100" y="25"/>
                  </a:lnTo>
                  <a:lnTo>
                    <a:pt x="102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4" y="19"/>
                  </a:lnTo>
                  <a:lnTo>
                    <a:pt x="114" y="19"/>
                  </a:lnTo>
                  <a:lnTo>
                    <a:pt x="114" y="19"/>
                  </a:lnTo>
                  <a:lnTo>
                    <a:pt x="114" y="19"/>
                  </a:lnTo>
                  <a:lnTo>
                    <a:pt x="112" y="15"/>
                  </a:lnTo>
                  <a:lnTo>
                    <a:pt x="112" y="15"/>
                  </a:lnTo>
                  <a:lnTo>
                    <a:pt x="112" y="15"/>
                  </a:lnTo>
                  <a:lnTo>
                    <a:pt x="116" y="15"/>
                  </a:lnTo>
                  <a:lnTo>
                    <a:pt x="116" y="17"/>
                  </a:lnTo>
                  <a:lnTo>
                    <a:pt x="118" y="19"/>
                  </a:lnTo>
                  <a:lnTo>
                    <a:pt x="118" y="21"/>
                  </a:lnTo>
                  <a:lnTo>
                    <a:pt x="120" y="21"/>
                  </a:lnTo>
                  <a:lnTo>
                    <a:pt x="124" y="25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6" y="29"/>
                  </a:lnTo>
                  <a:lnTo>
                    <a:pt x="126" y="31"/>
                  </a:lnTo>
                  <a:lnTo>
                    <a:pt x="126" y="33"/>
                  </a:lnTo>
                  <a:lnTo>
                    <a:pt x="126" y="33"/>
                  </a:lnTo>
                  <a:lnTo>
                    <a:pt x="126" y="33"/>
                  </a:lnTo>
                  <a:lnTo>
                    <a:pt x="128" y="33"/>
                  </a:lnTo>
                  <a:lnTo>
                    <a:pt x="130" y="35"/>
                  </a:lnTo>
                  <a:lnTo>
                    <a:pt x="130" y="35"/>
                  </a:lnTo>
                  <a:lnTo>
                    <a:pt x="130" y="39"/>
                  </a:lnTo>
                  <a:lnTo>
                    <a:pt x="130" y="39"/>
                  </a:lnTo>
                  <a:lnTo>
                    <a:pt x="130" y="39"/>
                  </a:lnTo>
                  <a:lnTo>
                    <a:pt x="132" y="39"/>
                  </a:lnTo>
                  <a:lnTo>
                    <a:pt x="132" y="39"/>
                  </a:lnTo>
                  <a:lnTo>
                    <a:pt x="134" y="39"/>
                  </a:lnTo>
                  <a:lnTo>
                    <a:pt x="134" y="39"/>
                  </a:lnTo>
                  <a:lnTo>
                    <a:pt x="134" y="39"/>
                  </a:lnTo>
                  <a:lnTo>
                    <a:pt x="134" y="37"/>
                  </a:lnTo>
                  <a:lnTo>
                    <a:pt x="134" y="37"/>
                  </a:lnTo>
                  <a:lnTo>
                    <a:pt x="134" y="37"/>
                  </a:lnTo>
                  <a:lnTo>
                    <a:pt x="134" y="35"/>
                  </a:lnTo>
                  <a:lnTo>
                    <a:pt x="134" y="35"/>
                  </a:lnTo>
                  <a:lnTo>
                    <a:pt x="134" y="35"/>
                  </a:lnTo>
                  <a:lnTo>
                    <a:pt x="136" y="35"/>
                  </a:lnTo>
                  <a:lnTo>
                    <a:pt x="136" y="35"/>
                  </a:lnTo>
                  <a:lnTo>
                    <a:pt x="136" y="35"/>
                  </a:lnTo>
                  <a:lnTo>
                    <a:pt x="136" y="35"/>
                  </a:lnTo>
                  <a:lnTo>
                    <a:pt x="136" y="35"/>
                  </a:lnTo>
                  <a:lnTo>
                    <a:pt x="136" y="33"/>
                  </a:lnTo>
                  <a:lnTo>
                    <a:pt x="136" y="33"/>
                  </a:lnTo>
                  <a:lnTo>
                    <a:pt x="137" y="33"/>
                  </a:lnTo>
                  <a:lnTo>
                    <a:pt x="137" y="33"/>
                  </a:lnTo>
                  <a:lnTo>
                    <a:pt x="139" y="33"/>
                  </a:lnTo>
                  <a:lnTo>
                    <a:pt x="139" y="35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3" y="37"/>
                  </a:lnTo>
                  <a:lnTo>
                    <a:pt x="145" y="37"/>
                  </a:lnTo>
                  <a:lnTo>
                    <a:pt x="145" y="37"/>
                  </a:lnTo>
                  <a:lnTo>
                    <a:pt x="147" y="37"/>
                  </a:lnTo>
                  <a:lnTo>
                    <a:pt x="147" y="37"/>
                  </a:lnTo>
                  <a:lnTo>
                    <a:pt x="149" y="39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3" y="39"/>
                  </a:lnTo>
                  <a:lnTo>
                    <a:pt x="153" y="39"/>
                  </a:lnTo>
                  <a:lnTo>
                    <a:pt x="153" y="39"/>
                  </a:lnTo>
                  <a:lnTo>
                    <a:pt x="155" y="37"/>
                  </a:lnTo>
                  <a:lnTo>
                    <a:pt x="155" y="37"/>
                  </a:lnTo>
                  <a:lnTo>
                    <a:pt x="155" y="37"/>
                  </a:lnTo>
                  <a:lnTo>
                    <a:pt x="155" y="35"/>
                  </a:lnTo>
                  <a:lnTo>
                    <a:pt x="155" y="35"/>
                  </a:lnTo>
                  <a:lnTo>
                    <a:pt x="155" y="35"/>
                  </a:lnTo>
                  <a:lnTo>
                    <a:pt x="157" y="35"/>
                  </a:lnTo>
                  <a:lnTo>
                    <a:pt x="157" y="35"/>
                  </a:lnTo>
                  <a:lnTo>
                    <a:pt x="159" y="35"/>
                  </a:lnTo>
                  <a:lnTo>
                    <a:pt x="159" y="35"/>
                  </a:lnTo>
                  <a:lnTo>
                    <a:pt x="159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63" y="35"/>
                  </a:lnTo>
                  <a:lnTo>
                    <a:pt x="163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7" y="35"/>
                  </a:lnTo>
                  <a:lnTo>
                    <a:pt x="167" y="35"/>
                  </a:lnTo>
                  <a:lnTo>
                    <a:pt x="165" y="37"/>
                  </a:lnTo>
                  <a:lnTo>
                    <a:pt x="165" y="37"/>
                  </a:lnTo>
                  <a:lnTo>
                    <a:pt x="165" y="37"/>
                  </a:lnTo>
                  <a:lnTo>
                    <a:pt x="165" y="37"/>
                  </a:lnTo>
                  <a:lnTo>
                    <a:pt x="165" y="39"/>
                  </a:lnTo>
                  <a:lnTo>
                    <a:pt x="165" y="39"/>
                  </a:lnTo>
                  <a:lnTo>
                    <a:pt x="165" y="39"/>
                  </a:lnTo>
                  <a:lnTo>
                    <a:pt x="165" y="39"/>
                  </a:lnTo>
                  <a:lnTo>
                    <a:pt x="165" y="41"/>
                  </a:lnTo>
                  <a:lnTo>
                    <a:pt x="167" y="43"/>
                  </a:lnTo>
                  <a:lnTo>
                    <a:pt x="169" y="43"/>
                  </a:lnTo>
                  <a:lnTo>
                    <a:pt x="171" y="45"/>
                  </a:lnTo>
                  <a:lnTo>
                    <a:pt x="175" y="47"/>
                  </a:lnTo>
                  <a:lnTo>
                    <a:pt x="175" y="47"/>
                  </a:lnTo>
                  <a:lnTo>
                    <a:pt x="175" y="47"/>
                  </a:lnTo>
                  <a:lnTo>
                    <a:pt x="175" y="45"/>
                  </a:lnTo>
                  <a:lnTo>
                    <a:pt x="175" y="45"/>
                  </a:lnTo>
                  <a:lnTo>
                    <a:pt x="175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3"/>
                  </a:lnTo>
                  <a:lnTo>
                    <a:pt x="177" y="43"/>
                  </a:lnTo>
                  <a:lnTo>
                    <a:pt x="177" y="43"/>
                  </a:lnTo>
                  <a:lnTo>
                    <a:pt x="175" y="43"/>
                  </a:lnTo>
                  <a:lnTo>
                    <a:pt x="175" y="41"/>
                  </a:lnTo>
                  <a:lnTo>
                    <a:pt x="177" y="41"/>
                  </a:lnTo>
                  <a:lnTo>
                    <a:pt x="177" y="41"/>
                  </a:lnTo>
                  <a:lnTo>
                    <a:pt x="179" y="41"/>
                  </a:lnTo>
                  <a:lnTo>
                    <a:pt x="181" y="41"/>
                  </a:lnTo>
                  <a:lnTo>
                    <a:pt x="181" y="39"/>
                  </a:lnTo>
                  <a:lnTo>
                    <a:pt x="181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5" y="39"/>
                  </a:lnTo>
                  <a:lnTo>
                    <a:pt x="185" y="39"/>
                  </a:lnTo>
                  <a:lnTo>
                    <a:pt x="185" y="39"/>
                  </a:lnTo>
                  <a:lnTo>
                    <a:pt x="185" y="39"/>
                  </a:lnTo>
                  <a:lnTo>
                    <a:pt x="185" y="39"/>
                  </a:lnTo>
                  <a:lnTo>
                    <a:pt x="187" y="37"/>
                  </a:lnTo>
                  <a:lnTo>
                    <a:pt x="187" y="37"/>
                  </a:lnTo>
                  <a:lnTo>
                    <a:pt x="187" y="37"/>
                  </a:lnTo>
                  <a:lnTo>
                    <a:pt x="187" y="37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90" y="37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92" y="35"/>
                  </a:lnTo>
                  <a:lnTo>
                    <a:pt x="192" y="35"/>
                  </a:lnTo>
                  <a:lnTo>
                    <a:pt x="192" y="35"/>
                  </a:lnTo>
                  <a:lnTo>
                    <a:pt x="192" y="35"/>
                  </a:lnTo>
                  <a:lnTo>
                    <a:pt x="194" y="33"/>
                  </a:lnTo>
                  <a:lnTo>
                    <a:pt x="194" y="33"/>
                  </a:lnTo>
                  <a:lnTo>
                    <a:pt x="194" y="33"/>
                  </a:lnTo>
                  <a:lnTo>
                    <a:pt x="196" y="33"/>
                  </a:lnTo>
                  <a:lnTo>
                    <a:pt x="198" y="35"/>
                  </a:lnTo>
                  <a:lnTo>
                    <a:pt x="200" y="35"/>
                  </a:lnTo>
                  <a:lnTo>
                    <a:pt x="204" y="35"/>
                  </a:lnTo>
                  <a:lnTo>
                    <a:pt x="206" y="35"/>
                  </a:lnTo>
                  <a:lnTo>
                    <a:pt x="206" y="35"/>
                  </a:lnTo>
                  <a:lnTo>
                    <a:pt x="206" y="35"/>
                  </a:lnTo>
                  <a:lnTo>
                    <a:pt x="208" y="35"/>
                  </a:lnTo>
                  <a:lnTo>
                    <a:pt x="208" y="33"/>
                  </a:lnTo>
                  <a:lnTo>
                    <a:pt x="208" y="33"/>
                  </a:lnTo>
                  <a:lnTo>
                    <a:pt x="208" y="33"/>
                  </a:lnTo>
                  <a:lnTo>
                    <a:pt x="208" y="33"/>
                  </a:lnTo>
                  <a:lnTo>
                    <a:pt x="210" y="35"/>
                  </a:lnTo>
                  <a:lnTo>
                    <a:pt x="210" y="35"/>
                  </a:lnTo>
                  <a:lnTo>
                    <a:pt x="208" y="35"/>
                  </a:lnTo>
                  <a:lnTo>
                    <a:pt x="208" y="37"/>
                  </a:lnTo>
                  <a:lnTo>
                    <a:pt x="208" y="37"/>
                  </a:lnTo>
                  <a:lnTo>
                    <a:pt x="208" y="39"/>
                  </a:lnTo>
                  <a:lnTo>
                    <a:pt x="208" y="39"/>
                  </a:lnTo>
                  <a:lnTo>
                    <a:pt x="208" y="39"/>
                  </a:lnTo>
                  <a:lnTo>
                    <a:pt x="210" y="39"/>
                  </a:lnTo>
                  <a:lnTo>
                    <a:pt x="210" y="39"/>
                  </a:lnTo>
                  <a:lnTo>
                    <a:pt x="210" y="41"/>
                  </a:lnTo>
                  <a:lnTo>
                    <a:pt x="210" y="41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216" y="45"/>
                  </a:lnTo>
                  <a:lnTo>
                    <a:pt x="216" y="45"/>
                  </a:lnTo>
                  <a:lnTo>
                    <a:pt x="220" y="45"/>
                  </a:lnTo>
                  <a:lnTo>
                    <a:pt x="222" y="45"/>
                  </a:lnTo>
                  <a:lnTo>
                    <a:pt x="222" y="45"/>
                  </a:lnTo>
                  <a:lnTo>
                    <a:pt x="222" y="47"/>
                  </a:lnTo>
                  <a:lnTo>
                    <a:pt x="224" y="47"/>
                  </a:lnTo>
                  <a:lnTo>
                    <a:pt x="224" y="47"/>
                  </a:lnTo>
                  <a:lnTo>
                    <a:pt x="224" y="49"/>
                  </a:lnTo>
                  <a:lnTo>
                    <a:pt x="224" y="49"/>
                  </a:lnTo>
                  <a:lnTo>
                    <a:pt x="224" y="51"/>
                  </a:lnTo>
                  <a:lnTo>
                    <a:pt x="224" y="51"/>
                  </a:lnTo>
                  <a:lnTo>
                    <a:pt x="224" y="51"/>
                  </a:lnTo>
                  <a:lnTo>
                    <a:pt x="226" y="53"/>
                  </a:lnTo>
                  <a:lnTo>
                    <a:pt x="226" y="53"/>
                  </a:lnTo>
                  <a:lnTo>
                    <a:pt x="226" y="53"/>
                  </a:lnTo>
                  <a:lnTo>
                    <a:pt x="226" y="53"/>
                  </a:lnTo>
                  <a:lnTo>
                    <a:pt x="228" y="51"/>
                  </a:lnTo>
                  <a:lnTo>
                    <a:pt x="230" y="51"/>
                  </a:lnTo>
                  <a:lnTo>
                    <a:pt x="230" y="51"/>
                  </a:lnTo>
                  <a:lnTo>
                    <a:pt x="230" y="51"/>
                  </a:lnTo>
                  <a:lnTo>
                    <a:pt x="230" y="51"/>
                  </a:lnTo>
                  <a:lnTo>
                    <a:pt x="230" y="51"/>
                  </a:lnTo>
                  <a:lnTo>
                    <a:pt x="230" y="53"/>
                  </a:lnTo>
                  <a:lnTo>
                    <a:pt x="230" y="53"/>
                  </a:lnTo>
                  <a:lnTo>
                    <a:pt x="230" y="53"/>
                  </a:lnTo>
                  <a:lnTo>
                    <a:pt x="232" y="53"/>
                  </a:lnTo>
                  <a:lnTo>
                    <a:pt x="232" y="53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41" y="59"/>
                  </a:lnTo>
                  <a:lnTo>
                    <a:pt x="245" y="57"/>
                  </a:lnTo>
                  <a:lnTo>
                    <a:pt x="247" y="57"/>
                  </a:lnTo>
                  <a:lnTo>
                    <a:pt x="249" y="57"/>
                  </a:lnTo>
                  <a:lnTo>
                    <a:pt x="249" y="57"/>
                  </a:lnTo>
                  <a:lnTo>
                    <a:pt x="251" y="59"/>
                  </a:lnTo>
                  <a:lnTo>
                    <a:pt x="253" y="59"/>
                  </a:lnTo>
                  <a:lnTo>
                    <a:pt x="253" y="61"/>
                  </a:lnTo>
                  <a:lnTo>
                    <a:pt x="253" y="61"/>
                  </a:lnTo>
                  <a:lnTo>
                    <a:pt x="253" y="61"/>
                  </a:lnTo>
                  <a:lnTo>
                    <a:pt x="255" y="61"/>
                  </a:lnTo>
                  <a:lnTo>
                    <a:pt x="255" y="61"/>
                  </a:lnTo>
                  <a:lnTo>
                    <a:pt x="257" y="59"/>
                  </a:lnTo>
                  <a:lnTo>
                    <a:pt x="257" y="59"/>
                  </a:lnTo>
                  <a:lnTo>
                    <a:pt x="257" y="59"/>
                  </a:lnTo>
                  <a:lnTo>
                    <a:pt x="259" y="59"/>
                  </a:lnTo>
                  <a:lnTo>
                    <a:pt x="259" y="59"/>
                  </a:lnTo>
                  <a:lnTo>
                    <a:pt x="259" y="59"/>
                  </a:lnTo>
                  <a:lnTo>
                    <a:pt x="259" y="57"/>
                  </a:lnTo>
                  <a:lnTo>
                    <a:pt x="259" y="57"/>
                  </a:lnTo>
                  <a:lnTo>
                    <a:pt x="259" y="57"/>
                  </a:lnTo>
                  <a:lnTo>
                    <a:pt x="259" y="55"/>
                  </a:lnTo>
                  <a:lnTo>
                    <a:pt x="259" y="55"/>
                  </a:lnTo>
                  <a:lnTo>
                    <a:pt x="259" y="55"/>
                  </a:lnTo>
                  <a:lnTo>
                    <a:pt x="259" y="55"/>
                  </a:lnTo>
                  <a:lnTo>
                    <a:pt x="261" y="55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65" y="53"/>
                  </a:lnTo>
                  <a:lnTo>
                    <a:pt x="265" y="53"/>
                  </a:lnTo>
                  <a:lnTo>
                    <a:pt x="265" y="53"/>
                  </a:lnTo>
                  <a:lnTo>
                    <a:pt x="265" y="55"/>
                  </a:lnTo>
                  <a:lnTo>
                    <a:pt x="265" y="55"/>
                  </a:lnTo>
                  <a:lnTo>
                    <a:pt x="265" y="55"/>
                  </a:lnTo>
                  <a:lnTo>
                    <a:pt x="265" y="57"/>
                  </a:lnTo>
                  <a:lnTo>
                    <a:pt x="265" y="59"/>
                  </a:lnTo>
                  <a:lnTo>
                    <a:pt x="265" y="59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9" y="59"/>
                  </a:lnTo>
                  <a:lnTo>
                    <a:pt x="269" y="59"/>
                  </a:lnTo>
                  <a:lnTo>
                    <a:pt x="271" y="59"/>
                  </a:lnTo>
                  <a:lnTo>
                    <a:pt x="271" y="59"/>
                  </a:lnTo>
                  <a:lnTo>
                    <a:pt x="273" y="59"/>
                  </a:lnTo>
                  <a:lnTo>
                    <a:pt x="273" y="57"/>
                  </a:lnTo>
                  <a:lnTo>
                    <a:pt x="273" y="57"/>
                  </a:lnTo>
                  <a:lnTo>
                    <a:pt x="273" y="57"/>
                  </a:lnTo>
                  <a:lnTo>
                    <a:pt x="273" y="57"/>
                  </a:lnTo>
                  <a:lnTo>
                    <a:pt x="273" y="55"/>
                  </a:lnTo>
                  <a:lnTo>
                    <a:pt x="273" y="55"/>
                  </a:lnTo>
                  <a:lnTo>
                    <a:pt x="271" y="55"/>
                  </a:lnTo>
                  <a:lnTo>
                    <a:pt x="271" y="55"/>
                  </a:lnTo>
                  <a:lnTo>
                    <a:pt x="271" y="55"/>
                  </a:lnTo>
                  <a:lnTo>
                    <a:pt x="271" y="55"/>
                  </a:lnTo>
                  <a:lnTo>
                    <a:pt x="271" y="53"/>
                  </a:lnTo>
                  <a:lnTo>
                    <a:pt x="271" y="53"/>
                  </a:lnTo>
                  <a:lnTo>
                    <a:pt x="271" y="53"/>
                  </a:lnTo>
                  <a:lnTo>
                    <a:pt x="273" y="53"/>
                  </a:lnTo>
                  <a:lnTo>
                    <a:pt x="275" y="53"/>
                  </a:lnTo>
                  <a:lnTo>
                    <a:pt x="275" y="53"/>
                  </a:lnTo>
                  <a:lnTo>
                    <a:pt x="277" y="51"/>
                  </a:lnTo>
                  <a:lnTo>
                    <a:pt x="277" y="51"/>
                  </a:lnTo>
                  <a:lnTo>
                    <a:pt x="277" y="51"/>
                  </a:lnTo>
                  <a:lnTo>
                    <a:pt x="277" y="51"/>
                  </a:lnTo>
                  <a:lnTo>
                    <a:pt x="279" y="53"/>
                  </a:lnTo>
                  <a:lnTo>
                    <a:pt x="281" y="53"/>
                  </a:lnTo>
                  <a:lnTo>
                    <a:pt x="283" y="53"/>
                  </a:lnTo>
                  <a:lnTo>
                    <a:pt x="283" y="53"/>
                  </a:lnTo>
                  <a:lnTo>
                    <a:pt x="287" y="55"/>
                  </a:lnTo>
                  <a:lnTo>
                    <a:pt x="289" y="55"/>
                  </a:lnTo>
                  <a:lnTo>
                    <a:pt x="290" y="57"/>
                  </a:lnTo>
                  <a:lnTo>
                    <a:pt x="290" y="59"/>
                  </a:lnTo>
                  <a:lnTo>
                    <a:pt x="289" y="59"/>
                  </a:lnTo>
                  <a:lnTo>
                    <a:pt x="289" y="59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5" y="63"/>
                  </a:lnTo>
                  <a:lnTo>
                    <a:pt x="285" y="63"/>
                  </a:lnTo>
                  <a:lnTo>
                    <a:pt x="285" y="64"/>
                  </a:lnTo>
                  <a:lnTo>
                    <a:pt x="285" y="64"/>
                  </a:lnTo>
                  <a:lnTo>
                    <a:pt x="285" y="64"/>
                  </a:lnTo>
                  <a:lnTo>
                    <a:pt x="285" y="64"/>
                  </a:lnTo>
                  <a:lnTo>
                    <a:pt x="285" y="64"/>
                  </a:lnTo>
                  <a:lnTo>
                    <a:pt x="290" y="64"/>
                  </a:lnTo>
                  <a:lnTo>
                    <a:pt x="290" y="64"/>
                  </a:lnTo>
                  <a:lnTo>
                    <a:pt x="292" y="66"/>
                  </a:lnTo>
                  <a:lnTo>
                    <a:pt x="292" y="66"/>
                  </a:lnTo>
                  <a:lnTo>
                    <a:pt x="294" y="68"/>
                  </a:lnTo>
                  <a:lnTo>
                    <a:pt x="294" y="70"/>
                  </a:lnTo>
                  <a:lnTo>
                    <a:pt x="298" y="70"/>
                  </a:lnTo>
                  <a:lnTo>
                    <a:pt x="298" y="70"/>
                  </a:lnTo>
                  <a:lnTo>
                    <a:pt x="298" y="70"/>
                  </a:lnTo>
                  <a:lnTo>
                    <a:pt x="298" y="72"/>
                  </a:lnTo>
                  <a:lnTo>
                    <a:pt x="298" y="76"/>
                  </a:lnTo>
                  <a:lnTo>
                    <a:pt x="298" y="76"/>
                  </a:lnTo>
                  <a:lnTo>
                    <a:pt x="298" y="78"/>
                  </a:lnTo>
                  <a:lnTo>
                    <a:pt x="298" y="78"/>
                  </a:lnTo>
                  <a:lnTo>
                    <a:pt x="302" y="78"/>
                  </a:lnTo>
                  <a:lnTo>
                    <a:pt x="302" y="80"/>
                  </a:lnTo>
                  <a:lnTo>
                    <a:pt x="302" y="82"/>
                  </a:lnTo>
                  <a:lnTo>
                    <a:pt x="302" y="84"/>
                  </a:lnTo>
                  <a:lnTo>
                    <a:pt x="302" y="90"/>
                  </a:lnTo>
                  <a:lnTo>
                    <a:pt x="304" y="90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86"/>
                  </a:lnTo>
                  <a:lnTo>
                    <a:pt x="304" y="86"/>
                  </a:lnTo>
                  <a:lnTo>
                    <a:pt x="306" y="86"/>
                  </a:lnTo>
                  <a:lnTo>
                    <a:pt x="306" y="86"/>
                  </a:lnTo>
                  <a:lnTo>
                    <a:pt x="306" y="86"/>
                  </a:lnTo>
                  <a:lnTo>
                    <a:pt x="306" y="86"/>
                  </a:lnTo>
                  <a:lnTo>
                    <a:pt x="308" y="86"/>
                  </a:lnTo>
                  <a:lnTo>
                    <a:pt x="310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6" y="88"/>
                  </a:lnTo>
                  <a:lnTo>
                    <a:pt x="316" y="88"/>
                  </a:lnTo>
                  <a:lnTo>
                    <a:pt x="316" y="88"/>
                  </a:lnTo>
                  <a:lnTo>
                    <a:pt x="316" y="88"/>
                  </a:lnTo>
                  <a:lnTo>
                    <a:pt x="318" y="88"/>
                  </a:lnTo>
                  <a:lnTo>
                    <a:pt x="318" y="88"/>
                  </a:lnTo>
                  <a:lnTo>
                    <a:pt x="318" y="88"/>
                  </a:lnTo>
                  <a:lnTo>
                    <a:pt x="322" y="90"/>
                  </a:lnTo>
                  <a:lnTo>
                    <a:pt x="324" y="92"/>
                  </a:lnTo>
                  <a:lnTo>
                    <a:pt x="324" y="94"/>
                  </a:lnTo>
                  <a:lnTo>
                    <a:pt x="324" y="94"/>
                  </a:lnTo>
                  <a:lnTo>
                    <a:pt x="324" y="94"/>
                  </a:lnTo>
                  <a:lnTo>
                    <a:pt x="322" y="94"/>
                  </a:lnTo>
                  <a:lnTo>
                    <a:pt x="322" y="96"/>
                  </a:lnTo>
                  <a:lnTo>
                    <a:pt x="322" y="96"/>
                  </a:lnTo>
                  <a:lnTo>
                    <a:pt x="320" y="96"/>
                  </a:lnTo>
                  <a:lnTo>
                    <a:pt x="320" y="96"/>
                  </a:lnTo>
                  <a:lnTo>
                    <a:pt x="320" y="98"/>
                  </a:lnTo>
                  <a:lnTo>
                    <a:pt x="320" y="98"/>
                  </a:lnTo>
                  <a:lnTo>
                    <a:pt x="320" y="98"/>
                  </a:lnTo>
                  <a:lnTo>
                    <a:pt x="320" y="98"/>
                  </a:lnTo>
                  <a:lnTo>
                    <a:pt x="320" y="98"/>
                  </a:lnTo>
                  <a:lnTo>
                    <a:pt x="322" y="98"/>
                  </a:lnTo>
                  <a:lnTo>
                    <a:pt x="322" y="98"/>
                  </a:lnTo>
                  <a:lnTo>
                    <a:pt x="322" y="98"/>
                  </a:lnTo>
                  <a:lnTo>
                    <a:pt x="324" y="98"/>
                  </a:lnTo>
                  <a:lnTo>
                    <a:pt x="324" y="98"/>
                  </a:lnTo>
                  <a:lnTo>
                    <a:pt x="324" y="98"/>
                  </a:lnTo>
                  <a:lnTo>
                    <a:pt x="324" y="98"/>
                  </a:lnTo>
                  <a:lnTo>
                    <a:pt x="324" y="98"/>
                  </a:lnTo>
                  <a:lnTo>
                    <a:pt x="326" y="98"/>
                  </a:lnTo>
                  <a:lnTo>
                    <a:pt x="326" y="100"/>
                  </a:lnTo>
                  <a:lnTo>
                    <a:pt x="326" y="100"/>
                  </a:lnTo>
                  <a:lnTo>
                    <a:pt x="326" y="100"/>
                  </a:lnTo>
                  <a:lnTo>
                    <a:pt x="326" y="102"/>
                  </a:lnTo>
                  <a:lnTo>
                    <a:pt x="326" y="102"/>
                  </a:lnTo>
                  <a:lnTo>
                    <a:pt x="326" y="102"/>
                  </a:lnTo>
                  <a:lnTo>
                    <a:pt x="326" y="104"/>
                  </a:lnTo>
                  <a:lnTo>
                    <a:pt x="326" y="104"/>
                  </a:lnTo>
                  <a:lnTo>
                    <a:pt x="326" y="104"/>
                  </a:lnTo>
                  <a:lnTo>
                    <a:pt x="326" y="104"/>
                  </a:lnTo>
                  <a:lnTo>
                    <a:pt x="326" y="104"/>
                  </a:lnTo>
                  <a:lnTo>
                    <a:pt x="326" y="106"/>
                  </a:lnTo>
                  <a:lnTo>
                    <a:pt x="326" y="106"/>
                  </a:lnTo>
                  <a:lnTo>
                    <a:pt x="328" y="106"/>
                  </a:lnTo>
                  <a:lnTo>
                    <a:pt x="328" y="106"/>
                  </a:lnTo>
                  <a:lnTo>
                    <a:pt x="328" y="106"/>
                  </a:lnTo>
                  <a:lnTo>
                    <a:pt x="328" y="104"/>
                  </a:lnTo>
                  <a:lnTo>
                    <a:pt x="328" y="104"/>
                  </a:lnTo>
                  <a:lnTo>
                    <a:pt x="328" y="104"/>
                  </a:lnTo>
                  <a:lnTo>
                    <a:pt x="328" y="104"/>
                  </a:lnTo>
                  <a:lnTo>
                    <a:pt x="328" y="102"/>
                  </a:lnTo>
                  <a:lnTo>
                    <a:pt x="328" y="102"/>
                  </a:lnTo>
                  <a:lnTo>
                    <a:pt x="328" y="102"/>
                  </a:lnTo>
                  <a:lnTo>
                    <a:pt x="330" y="102"/>
                  </a:lnTo>
                  <a:lnTo>
                    <a:pt x="330" y="100"/>
                  </a:lnTo>
                  <a:lnTo>
                    <a:pt x="330" y="100"/>
                  </a:lnTo>
                  <a:lnTo>
                    <a:pt x="330" y="100"/>
                  </a:lnTo>
                  <a:lnTo>
                    <a:pt x="332" y="100"/>
                  </a:lnTo>
                  <a:lnTo>
                    <a:pt x="332" y="102"/>
                  </a:lnTo>
                  <a:lnTo>
                    <a:pt x="332" y="102"/>
                  </a:lnTo>
                  <a:lnTo>
                    <a:pt x="334" y="104"/>
                  </a:lnTo>
                  <a:lnTo>
                    <a:pt x="334" y="106"/>
                  </a:lnTo>
                  <a:lnTo>
                    <a:pt x="334" y="106"/>
                  </a:lnTo>
                  <a:lnTo>
                    <a:pt x="334" y="106"/>
                  </a:lnTo>
                  <a:lnTo>
                    <a:pt x="332" y="106"/>
                  </a:lnTo>
                  <a:lnTo>
                    <a:pt x="332" y="106"/>
                  </a:lnTo>
                  <a:lnTo>
                    <a:pt x="332" y="108"/>
                  </a:lnTo>
                  <a:lnTo>
                    <a:pt x="332" y="108"/>
                  </a:lnTo>
                  <a:lnTo>
                    <a:pt x="332" y="110"/>
                  </a:lnTo>
                  <a:lnTo>
                    <a:pt x="332" y="110"/>
                  </a:lnTo>
                  <a:lnTo>
                    <a:pt x="332" y="110"/>
                  </a:lnTo>
                  <a:lnTo>
                    <a:pt x="332" y="112"/>
                  </a:lnTo>
                  <a:lnTo>
                    <a:pt x="332" y="112"/>
                  </a:lnTo>
                  <a:lnTo>
                    <a:pt x="332" y="112"/>
                  </a:lnTo>
                  <a:lnTo>
                    <a:pt x="332" y="112"/>
                  </a:lnTo>
                  <a:lnTo>
                    <a:pt x="334" y="112"/>
                  </a:lnTo>
                  <a:lnTo>
                    <a:pt x="334" y="112"/>
                  </a:lnTo>
                  <a:lnTo>
                    <a:pt x="334" y="112"/>
                  </a:lnTo>
                  <a:lnTo>
                    <a:pt x="336" y="110"/>
                  </a:lnTo>
                  <a:lnTo>
                    <a:pt x="336" y="112"/>
                  </a:lnTo>
                  <a:lnTo>
                    <a:pt x="338" y="119"/>
                  </a:lnTo>
                  <a:lnTo>
                    <a:pt x="343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5" y="121"/>
                  </a:lnTo>
                  <a:lnTo>
                    <a:pt x="347" y="121"/>
                  </a:lnTo>
                  <a:lnTo>
                    <a:pt x="347" y="123"/>
                  </a:lnTo>
                  <a:lnTo>
                    <a:pt x="347" y="123"/>
                  </a:lnTo>
                  <a:lnTo>
                    <a:pt x="347" y="123"/>
                  </a:lnTo>
                  <a:lnTo>
                    <a:pt x="347" y="123"/>
                  </a:lnTo>
                  <a:lnTo>
                    <a:pt x="347" y="125"/>
                  </a:lnTo>
                  <a:lnTo>
                    <a:pt x="347" y="125"/>
                  </a:lnTo>
                  <a:lnTo>
                    <a:pt x="351" y="127"/>
                  </a:lnTo>
                  <a:lnTo>
                    <a:pt x="353" y="129"/>
                  </a:lnTo>
                  <a:lnTo>
                    <a:pt x="353" y="129"/>
                  </a:lnTo>
                  <a:lnTo>
                    <a:pt x="353" y="131"/>
                  </a:lnTo>
                  <a:lnTo>
                    <a:pt x="353" y="131"/>
                  </a:lnTo>
                  <a:lnTo>
                    <a:pt x="353" y="131"/>
                  </a:lnTo>
                  <a:lnTo>
                    <a:pt x="353" y="131"/>
                  </a:lnTo>
                  <a:lnTo>
                    <a:pt x="351" y="131"/>
                  </a:lnTo>
                  <a:lnTo>
                    <a:pt x="351" y="131"/>
                  </a:lnTo>
                  <a:lnTo>
                    <a:pt x="351" y="131"/>
                  </a:lnTo>
                  <a:lnTo>
                    <a:pt x="351" y="131"/>
                  </a:lnTo>
                  <a:lnTo>
                    <a:pt x="349" y="133"/>
                  </a:lnTo>
                  <a:lnTo>
                    <a:pt x="349" y="133"/>
                  </a:lnTo>
                  <a:lnTo>
                    <a:pt x="349" y="135"/>
                  </a:lnTo>
                  <a:lnTo>
                    <a:pt x="349" y="135"/>
                  </a:lnTo>
                  <a:lnTo>
                    <a:pt x="349" y="135"/>
                  </a:lnTo>
                  <a:lnTo>
                    <a:pt x="349" y="137"/>
                  </a:lnTo>
                  <a:lnTo>
                    <a:pt x="349" y="137"/>
                  </a:lnTo>
                  <a:lnTo>
                    <a:pt x="349" y="137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51" y="135"/>
                  </a:lnTo>
                  <a:lnTo>
                    <a:pt x="351" y="137"/>
                  </a:lnTo>
                  <a:lnTo>
                    <a:pt x="353" y="137"/>
                  </a:lnTo>
                  <a:lnTo>
                    <a:pt x="353" y="137"/>
                  </a:lnTo>
                  <a:lnTo>
                    <a:pt x="355" y="139"/>
                  </a:lnTo>
                  <a:lnTo>
                    <a:pt x="355" y="139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7"/>
                  </a:lnTo>
                  <a:lnTo>
                    <a:pt x="357" y="137"/>
                  </a:lnTo>
                  <a:lnTo>
                    <a:pt x="357" y="137"/>
                  </a:lnTo>
                  <a:lnTo>
                    <a:pt x="357" y="139"/>
                  </a:lnTo>
                  <a:lnTo>
                    <a:pt x="357" y="139"/>
                  </a:lnTo>
                  <a:lnTo>
                    <a:pt x="357" y="139"/>
                  </a:lnTo>
                  <a:lnTo>
                    <a:pt x="357" y="139"/>
                  </a:lnTo>
                  <a:lnTo>
                    <a:pt x="357" y="141"/>
                  </a:lnTo>
                  <a:lnTo>
                    <a:pt x="359" y="141"/>
                  </a:lnTo>
                  <a:lnTo>
                    <a:pt x="359" y="141"/>
                  </a:lnTo>
                  <a:lnTo>
                    <a:pt x="363" y="143"/>
                  </a:lnTo>
                  <a:lnTo>
                    <a:pt x="365" y="143"/>
                  </a:lnTo>
                  <a:lnTo>
                    <a:pt x="365" y="145"/>
                  </a:lnTo>
                  <a:lnTo>
                    <a:pt x="365" y="145"/>
                  </a:lnTo>
                  <a:lnTo>
                    <a:pt x="365" y="145"/>
                  </a:lnTo>
                  <a:lnTo>
                    <a:pt x="365" y="147"/>
                  </a:lnTo>
                  <a:lnTo>
                    <a:pt x="367" y="147"/>
                  </a:lnTo>
                  <a:lnTo>
                    <a:pt x="369" y="147"/>
                  </a:lnTo>
                  <a:lnTo>
                    <a:pt x="369" y="149"/>
                  </a:lnTo>
                  <a:lnTo>
                    <a:pt x="371" y="149"/>
                  </a:lnTo>
                  <a:lnTo>
                    <a:pt x="371" y="149"/>
                  </a:lnTo>
                  <a:lnTo>
                    <a:pt x="371" y="151"/>
                  </a:lnTo>
                  <a:lnTo>
                    <a:pt x="371" y="151"/>
                  </a:lnTo>
                  <a:lnTo>
                    <a:pt x="371" y="151"/>
                  </a:lnTo>
                  <a:lnTo>
                    <a:pt x="371" y="151"/>
                  </a:lnTo>
                  <a:lnTo>
                    <a:pt x="371" y="153"/>
                  </a:lnTo>
                  <a:lnTo>
                    <a:pt x="371" y="153"/>
                  </a:lnTo>
                  <a:lnTo>
                    <a:pt x="371" y="155"/>
                  </a:lnTo>
                  <a:lnTo>
                    <a:pt x="371" y="155"/>
                  </a:lnTo>
                  <a:lnTo>
                    <a:pt x="369" y="157"/>
                  </a:lnTo>
                  <a:lnTo>
                    <a:pt x="369" y="157"/>
                  </a:lnTo>
                  <a:lnTo>
                    <a:pt x="369" y="157"/>
                  </a:lnTo>
                  <a:lnTo>
                    <a:pt x="369" y="159"/>
                  </a:lnTo>
                  <a:lnTo>
                    <a:pt x="369" y="159"/>
                  </a:lnTo>
                  <a:lnTo>
                    <a:pt x="369" y="159"/>
                  </a:lnTo>
                  <a:lnTo>
                    <a:pt x="369" y="161"/>
                  </a:lnTo>
                  <a:lnTo>
                    <a:pt x="369" y="161"/>
                  </a:lnTo>
                  <a:lnTo>
                    <a:pt x="369" y="161"/>
                  </a:lnTo>
                  <a:lnTo>
                    <a:pt x="369" y="165"/>
                  </a:lnTo>
                  <a:lnTo>
                    <a:pt x="369" y="165"/>
                  </a:lnTo>
                  <a:lnTo>
                    <a:pt x="367" y="167"/>
                  </a:lnTo>
                  <a:lnTo>
                    <a:pt x="369" y="174"/>
                  </a:lnTo>
                  <a:lnTo>
                    <a:pt x="367" y="176"/>
                  </a:lnTo>
                  <a:lnTo>
                    <a:pt x="365" y="176"/>
                  </a:lnTo>
                  <a:lnTo>
                    <a:pt x="363" y="176"/>
                  </a:lnTo>
                  <a:lnTo>
                    <a:pt x="363" y="176"/>
                  </a:lnTo>
                  <a:lnTo>
                    <a:pt x="361" y="176"/>
                  </a:lnTo>
                  <a:lnTo>
                    <a:pt x="361" y="174"/>
                  </a:lnTo>
                  <a:lnTo>
                    <a:pt x="363" y="174"/>
                  </a:lnTo>
                  <a:lnTo>
                    <a:pt x="363" y="172"/>
                  </a:lnTo>
                  <a:lnTo>
                    <a:pt x="363" y="172"/>
                  </a:lnTo>
                  <a:lnTo>
                    <a:pt x="361" y="172"/>
                  </a:lnTo>
                  <a:lnTo>
                    <a:pt x="359" y="171"/>
                  </a:lnTo>
                  <a:lnTo>
                    <a:pt x="359" y="171"/>
                  </a:lnTo>
                  <a:lnTo>
                    <a:pt x="359" y="172"/>
                  </a:lnTo>
                  <a:lnTo>
                    <a:pt x="357" y="172"/>
                  </a:lnTo>
                  <a:lnTo>
                    <a:pt x="357" y="174"/>
                  </a:lnTo>
                  <a:lnTo>
                    <a:pt x="355" y="174"/>
                  </a:lnTo>
                  <a:lnTo>
                    <a:pt x="355" y="174"/>
                  </a:lnTo>
                  <a:lnTo>
                    <a:pt x="355" y="174"/>
                  </a:lnTo>
                  <a:lnTo>
                    <a:pt x="353" y="180"/>
                  </a:lnTo>
                  <a:lnTo>
                    <a:pt x="353" y="180"/>
                  </a:lnTo>
                  <a:lnTo>
                    <a:pt x="351" y="182"/>
                  </a:lnTo>
                  <a:lnTo>
                    <a:pt x="351" y="182"/>
                  </a:lnTo>
                  <a:lnTo>
                    <a:pt x="349" y="182"/>
                  </a:lnTo>
                  <a:lnTo>
                    <a:pt x="349" y="182"/>
                  </a:lnTo>
                  <a:lnTo>
                    <a:pt x="349" y="182"/>
                  </a:lnTo>
                  <a:lnTo>
                    <a:pt x="347" y="182"/>
                  </a:lnTo>
                  <a:lnTo>
                    <a:pt x="345" y="182"/>
                  </a:lnTo>
                  <a:lnTo>
                    <a:pt x="345" y="182"/>
                  </a:lnTo>
                  <a:lnTo>
                    <a:pt x="343" y="182"/>
                  </a:lnTo>
                  <a:lnTo>
                    <a:pt x="343" y="184"/>
                  </a:lnTo>
                  <a:lnTo>
                    <a:pt x="343" y="184"/>
                  </a:lnTo>
                  <a:lnTo>
                    <a:pt x="343" y="184"/>
                  </a:lnTo>
                  <a:lnTo>
                    <a:pt x="343" y="184"/>
                  </a:lnTo>
                  <a:lnTo>
                    <a:pt x="343" y="184"/>
                  </a:lnTo>
                  <a:lnTo>
                    <a:pt x="341" y="186"/>
                  </a:lnTo>
                  <a:lnTo>
                    <a:pt x="341" y="186"/>
                  </a:lnTo>
                  <a:lnTo>
                    <a:pt x="341" y="188"/>
                  </a:lnTo>
                  <a:lnTo>
                    <a:pt x="341" y="188"/>
                  </a:lnTo>
                  <a:lnTo>
                    <a:pt x="341" y="190"/>
                  </a:lnTo>
                  <a:lnTo>
                    <a:pt x="339" y="190"/>
                  </a:lnTo>
                  <a:lnTo>
                    <a:pt x="334" y="192"/>
                  </a:lnTo>
                  <a:lnTo>
                    <a:pt x="326" y="190"/>
                  </a:lnTo>
                  <a:lnTo>
                    <a:pt x="324" y="190"/>
                  </a:lnTo>
                  <a:lnTo>
                    <a:pt x="314" y="194"/>
                  </a:lnTo>
                  <a:lnTo>
                    <a:pt x="312" y="196"/>
                  </a:lnTo>
                  <a:lnTo>
                    <a:pt x="310" y="196"/>
                  </a:lnTo>
                  <a:lnTo>
                    <a:pt x="300" y="194"/>
                  </a:lnTo>
                  <a:lnTo>
                    <a:pt x="296" y="192"/>
                  </a:lnTo>
                  <a:lnTo>
                    <a:pt x="296" y="192"/>
                  </a:lnTo>
                  <a:lnTo>
                    <a:pt x="294" y="192"/>
                  </a:lnTo>
                  <a:lnTo>
                    <a:pt x="294" y="192"/>
                  </a:lnTo>
                  <a:lnTo>
                    <a:pt x="292" y="194"/>
                  </a:lnTo>
                  <a:lnTo>
                    <a:pt x="292" y="196"/>
                  </a:lnTo>
                  <a:lnTo>
                    <a:pt x="290" y="198"/>
                  </a:lnTo>
                  <a:lnTo>
                    <a:pt x="290" y="198"/>
                  </a:lnTo>
                  <a:lnTo>
                    <a:pt x="289" y="200"/>
                  </a:lnTo>
                  <a:lnTo>
                    <a:pt x="289" y="202"/>
                  </a:lnTo>
                  <a:lnTo>
                    <a:pt x="290" y="206"/>
                  </a:lnTo>
                  <a:lnTo>
                    <a:pt x="290" y="208"/>
                  </a:lnTo>
                  <a:lnTo>
                    <a:pt x="289" y="210"/>
                  </a:lnTo>
                  <a:lnTo>
                    <a:pt x="287" y="210"/>
                  </a:lnTo>
                  <a:lnTo>
                    <a:pt x="283" y="212"/>
                  </a:lnTo>
                  <a:lnTo>
                    <a:pt x="275" y="210"/>
                  </a:lnTo>
                  <a:lnTo>
                    <a:pt x="273" y="212"/>
                  </a:lnTo>
                  <a:lnTo>
                    <a:pt x="267" y="216"/>
                  </a:lnTo>
                  <a:lnTo>
                    <a:pt x="257" y="220"/>
                  </a:lnTo>
                  <a:lnTo>
                    <a:pt x="255" y="220"/>
                  </a:lnTo>
                  <a:lnTo>
                    <a:pt x="253" y="218"/>
                  </a:lnTo>
                  <a:lnTo>
                    <a:pt x="247" y="212"/>
                  </a:lnTo>
                  <a:lnTo>
                    <a:pt x="247" y="212"/>
                  </a:lnTo>
                  <a:lnTo>
                    <a:pt x="245" y="212"/>
                  </a:lnTo>
                  <a:lnTo>
                    <a:pt x="245" y="214"/>
                  </a:lnTo>
                  <a:lnTo>
                    <a:pt x="247" y="216"/>
                  </a:lnTo>
                  <a:lnTo>
                    <a:pt x="249" y="216"/>
                  </a:lnTo>
                  <a:lnTo>
                    <a:pt x="249" y="218"/>
                  </a:lnTo>
                  <a:lnTo>
                    <a:pt x="249" y="220"/>
                  </a:lnTo>
                  <a:lnTo>
                    <a:pt x="247" y="225"/>
                  </a:lnTo>
                  <a:lnTo>
                    <a:pt x="245" y="235"/>
                  </a:lnTo>
                  <a:lnTo>
                    <a:pt x="245" y="241"/>
                  </a:lnTo>
                  <a:lnTo>
                    <a:pt x="245" y="245"/>
                  </a:lnTo>
                  <a:lnTo>
                    <a:pt x="245" y="249"/>
                  </a:lnTo>
                  <a:lnTo>
                    <a:pt x="243" y="251"/>
                  </a:lnTo>
                  <a:lnTo>
                    <a:pt x="243" y="253"/>
                  </a:lnTo>
                  <a:lnTo>
                    <a:pt x="247" y="255"/>
                  </a:lnTo>
                  <a:lnTo>
                    <a:pt x="247" y="255"/>
                  </a:lnTo>
                  <a:lnTo>
                    <a:pt x="247" y="257"/>
                  </a:lnTo>
                  <a:lnTo>
                    <a:pt x="247" y="259"/>
                  </a:lnTo>
                  <a:lnTo>
                    <a:pt x="245" y="261"/>
                  </a:lnTo>
                  <a:lnTo>
                    <a:pt x="245" y="261"/>
                  </a:lnTo>
                  <a:lnTo>
                    <a:pt x="245" y="263"/>
                  </a:lnTo>
                  <a:lnTo>
                    <a:pt x="239" y="265"/>
                  </a:lnTo>
                  <a:lnTo>
                    <a:pt x="234" y="267"/>
                  </a:lnTo>
                  <a:lnTo>
                    <a:pt x="224" y="267"/>
                  </a:lnTo>
                  <a:lnTo>
                    <a:pt x="224" y="267"/>
                  </a:lnTo>
                  <a:lnTo>
                    <a:pt x="222" y="269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18" y="267"/>
                  </a:lnTo>
                  <a:lnTo>
                    <a:pt x="216" y="263"/>
                  </a:lnTo>
                  <a:lnTo>
                    <a:pt x="216" y="263"/>
                  </a:lnTo>
                  <a:lnTo>
                    <a:pt x="214" y="263"/>
                  </a:lnTo>
                  <a:lnTo>
                    <a:pt x="214" y="261"/>
                  </a:lnTo>
                  <a:lnTo>
                    <a:pt x="214" y="261"/>
                  </a:lnTo>
                  <a:lnTo>
                    <a:pt x="214" y="259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12" y="255"/>
                  </a:lnTo>
                  <a:lnTo>
                    <a:pt x="212" y="253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2" y="249"/>
                  </a:lnTo>
                  <a:lnTo>
                    <a:pt x="212" y="247"/>
                  </a:lnTo>
                  <a:lnTo>
                    <a:pt x="212" y="245"/>
                  </a:lnTo>
                  <a:lnTo>
                    <a:pt x="212" y="243"/>
                  </a:lnTo>
                  <a:lnTo>
                    <a:pt x="210" y="239"/>
                  </a:lnTo>
                  <a:lnTo>
                    <a:pt x="210" y="239"/>
                  </a:lnTo>
                  <a:lnTo>
                    <a:pt x="210" y="237"/>
                  </a:lnTo>
                  <a:lnTo>
                    <a:pt x="210" y="237"/>
                  </a:lnTo>
                  <a:lnTo>
                    <a:pt x="210" y="235"/>
                  </a:lnTo>
                  <a:lnTo>
                    <a:pt x="208" y="233"/>
                  </a:lnTo>
                  <a:lnTo>
                    <a:pt x="208" y="229"/>
                  </a:lnTo>
                  <a:lnTo>
                    <a:pt x="206" y="227"/>
                  </a:lnTo>
                  <a:lnTo>
                    <a:pt x="206" y="227"/>
                  </a:lnTo>
                  <a:lnTo>
                    <a:pt x="204" y="224"/>
                  </a:lnTo>
                  <a:lnTo>
                    <a:pt x="204" y="224"/>
                  </a:lnTo>
                  <a:lnTo>
                    <a:pt x="204" y="222"/>
                  </a:lnTo>
                  <a:lnTo>
                    <a:pt x="202" y="222"/>
                  </a:lnTo>
                  <a:lnTo>
                    <a:pt x="202" y="222"/>
                  </a:lnTo>
                  <a:lnTo>
                    <a:pt x="202" y="220"/>
                  </a:lnTo>
                  <a:lnTo>
                    <a:pt x="202" y="220"/>
                  </a:lnTo>
                  <a:lnTo>
                    <a:pt x="200" y="218"/>
                  </a:lnTo>
                  <a:lnTo>
                    <a:pt x="198" y="212"/>
                  </a:lnTo>
                  <a:lnTo>
                    <a:pt x="198" y="212"/>
                  </a:lnTo>
                  <a:lnTo>
                    <a:pt x="196" y="210"/>
                  </a:lnTo>
                  <a:lnTo>
                    <a:pt x="194" y="210"/>
                  </a:lnTo>
                  <a:lnTo>
                    <a:pt x="190" y="212"/>
                  </a:lnTo>
                  <a:lnTo>
                    <a:pt x="188" y="214"/>
                  </a:lnTo>
                  <a:lnTo>
                    <a:pt x="188" y="214"/>
                  </a:lnTo>
                  <a:lnTo>
                    <a:pt x="188" y="214"/>
                  </a:lnTo>
                  <a:lnTo>
                    <a:pt x="183" y="212"/>
                  </a:lnTo>
                  <a:lnTo>
                    <a:pt x="181" y="210"/>
                  </a:lnTo>
                  <a:lnTo>
                    <a:pt x="181" y="21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1" y="206"/>
                  </a:lnTo>
                  <a:lnTo>
                    <a:pt x="181" y="206"/>
                  </a:lnTo>
                  <a:lnTo>
                    <a:pt x="181" y="206"/>
                  </a:lnTo>
                  <a:lnTo>
                    <a:pt x="181" y="206"/>
                  </a:lnTo>
                  <a:lnTo>
                    <a:pt x="181" y="204"/>
                  </a:lnTo>
                  <a:lnTo>
                    <a:pt x="181" y="202"/>
                  </a:lnTo>
                  <a:lnTo>
                    <a:pt x="183" y="202"/>
                  </a:lnTo>
                  <a:lnTo>
                    <a:pt x="183" y="202"/>
                  </a:lnTo>
                  <a:lnTo>
                    <a:pt x="183" y="200"/>
                  </a:lnTo>
                  <a:lnTo>
                    <a:pt x="181" y="200"/>
                  </a:lnTo>
                  <a:lnTo>
                    <a:pt x="181" y="20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200"/>
                  </a:lnTo>
                  <a:lnTo>
                    <a:pt x="175" y="200"/>
                  </a:lnTo>
                  <a:lnTo>
                    <a:pt x="175" y="200"/>
                  </a:lnTo>
                  <a:lnTo>
                    <a:pt x="175" y="200"/>
                  </a:lnTo>
                  <a:lnTo>
                    <a:pt x="173" y="200"/>
                  </a:lnTo>
                  <a:lnTo>
                    <a:pt x="173" y="200"/>
                  </a:lnTo>
                  <a:lnTo>
                    <a:pt x="173" y="200"/>
                  </a:lnTo>
                  <a:lnTo>
                    <a:pt x="171" y="198"/>
                  </a:lnTo>
                  <a:lnTo>
                    <a:pt x="169" y="198"/>
                  </a:lnTo>
                  <a:lnTo>
                    <a:pt x="169" y="198"/>
                  </a:lnTo>
                  <a:lnTo>
                    <a:pt x="169" y="196"/>
                  </a:lnTo>
                  <a:lnTo>
                    <a:pt x="167" y="194"/>
                  </a:lnTo>
                  <a:lnTo>
                    <a:pt x="167" y="194"/>
                  </a:lnTo>
                  <a:lnTo>
                    <a:pt x="167" y="192"/>
                  </a:lnTo>
                  <a:lnTo>
                    <a:pt x="169" y="192"/>
                  </a:lnTo>
                  <a:lnTo>
                    <a:pt x="169" y="192"/>
                  </a:lnTo>
                  <a:lnTo>
                    <a:pt x="167" y="192"/>
                  </a:lnTo>
                  <a:lnTo>
                    <a:pt x="167" y="190"/>
                  </a:lnTo>
                  <a:lnTo>
                    <a:pt x="167" y="190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88"/>
                  </a:lnTo>
                  <a:lnTo>
                    <a:pt x="167" y="188"/>
                  </a:lnTo>
                  <a:lnTo>
                    <a:pt x="167" y="188"/>
                  </a:lnTo>
                  <a:lnTo>
                    <a:pt x="167" y="188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67" y="186"/>
                  </a:lnTo>
                  <a:lnTo>
                    <a:pt x="167" y="184"/>
                  </a:lnTo>
                  <a:lnTo>
                    <a:pt x="167" y="184"/>
                  </a:lnTo>
                  <a:lnTo>
                    <a:pt x="165" y="184"/>
                  </a:lnTo>
                  <a:lnTo>
                    <a:pt x="165" y="182"/>
                  </a:lnTo>
                  <a:lnTo>
                    <a:pt x="165" y="180"/>
                  </a:lnTo>
                  <a:lnTo>
                    <a:pt x="165" y="180"/>
                  </a:lnTo>
                  <a:lnTo>
                    <a:pt x="163" y="180"/>
                  </a:lnTo>
                  <a:lnTo>
                    <a:pt x="161" y="180"/>
                  </a:lnTo>
                  <a:lnTo>
                    <a:pt x="161" y="180"/>
                  </a:lnTo>
                  <a:lnTo>
                    <a:pt x="159" y="178"/>
                  </a:lnTo>
                  <a:lnTo>
                    <a:pt x="159" y="178"/>
                  </a:lnTo>
                  <a:lnTo>
                    <a:pt x="159" y="178"/>
                  </a:lnTo>
                  <a:lnTo>
                    <a:pt x="157" y="178"/>
                  </a:lnTo>
                  <a:lnTo>
                    <a:pt x="157" y="178"/>
                  </a:lnTo>
                  <a:lnTo>
                    <a:pt x="157" y="182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3" y="182"/>
                  </a:lnTo>
                  <a:lnTo>
                    <a:pt x="151" y="182"/>
                  </a:lnTo>
                  <a:lnTo>
                    <a:pt x="151" y="182"/>
                  </a:lnTo>
                  <a:lnTo>
                    <a:pt x="151" y="182"/>
                  </a:lnTo>
                  <a:lnTo>
                    <a:pt x="151" y="184"/>
                  </a:lnTo>
                  <a:lnTo>
                    <a:pt x="151" y="184"/>
                  </a:lnTo>
                  <a:lnTo>
                    <a:pt x="151" y="184"/>
                  </a:lnTo>
                  <a:lnTo>
                    <a:pt x="151" y="186"/>
                  </a:lnTo>
                  <a:lnTo>
                    <a:pt x="151" y="186"/>
                  </a:lnTo>
                  <a:lnTo>
                    <a:pt x="151" y="186"/>
                  </a:lnTo>
                  <a:lnTo>
                    <a:pt x="149" y="186"/>
                  </a:lnTo>
                  <a:lnTo>
                    <a:pt x="149" y="186"/>
                  </a:lnTo>
                  <a:lnTo>
                    <a:pt x="149" y="186"/>
                  </a:lnTo>
                  <a:lnTo>
                    <a:pt x="145" y="186"/>
                  </a:lnTo>
                  <a:lnTo>
                    <a:pt x="145" y="184"/>
                  </a:lnTo>
                  <a:lnTo>
                    <a:pt x="145" y="184"/>
                  </a:lnTo>
                  <a:lnTo>
                    <a:pt x="145" y="184"/>
                  </a:lnTo>
                  <a:lnTo>
                    <a:pt x="145" y="184"/>
                  </a:lnTo>
                  <a:lnTo>
                    <a:pt x="145" y="184"/>
                  </a:lnTo>
                  <a:lnTo>
                    <a:pt x="145" y="184"/>
                  </a:lnTo>
                  <a:lnTo>
                    <a:pt x="145" y="182"/>
                  </a:lnTo>
                  <a:lnTo>
                    <a:pt x="143" y="182"/>
                  </a:lnTo>
                  <a:lnTo>
                    <a:pt x="143" y="182"/>
                  </a:lnTo>
                  <a:lnTo>
                    <a:pt x="143" y="182"/>
                  </a:lnTo>
                  <a:lnTo>
                    <a:pt x="141" y="182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41" y="184"/>
                  </a:lnTo>
                  <a:lnTo>
                    <a:pt x="139" y="184"/>
                  </a:lnTo>
                  <a:lnTo>
                    <a:pt x="139" y="184"/>
                  </a:lnTo>
                  <a:lnTo>
                    <a:pt x="132" y="182"/>
                  </a:lnTo>
                  <a:lnTo>
                    <a:pt x="132" y="182"/>
                  </a:lnTo>
                  <a:lnTo>
                    <a:pt x="132" y="182"/>
                  </a:lnTo>
                  <a:lnTo>
                    <a:pt x="132" y="182"/>
                  </a:lnTo>
                  <a:lnTo>
                    <a:pt x="132" y="180"/>
                  </a:lnTo>
                  <a:lnTo>
                    <a:pt x="132" y="180"/>
                  </a:lnTo>
                  <a:lnTo>
                    <a:pt x="134" y="172"/>
                  </a:lnTo>
                  <a:lnTo>
                    <a:pt x="134" y="172"/>
                  </a:lnTo>
                  <a:lnTo>
                    <a:pt x="134" y="172"/>
                  </a:lnTo>
                  <a:lnTo>
                    <a:pt x="134" y="172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2" y="169"/>
                  </a:lnTo>
                  <a:lnTo>
                    <a:pt x="132" y="169"/>
                  </a:lnTo>
                  <a:lnTo>
                    <a:pt x="132" y="169"/>
                  </a:lnTo>
                  <a:lnTo>
                    <a:pt x="130" y="163"/>
                  </a:lnTo>
                  <a:lnTo>
                    <a:pt x="128" y="161"/>
                  </a:lnTo>
                  <a:lnTo>
                    <a:pt x="126" y="161"/>
                  </a:lnTo>
                  <a:lnTo>
                    <a:pt x="124" y="161"/>
                  </a:lnTo>
                  <a:lnTo>
                    <a:pt x="122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3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5"/>
                  </a:lnTo>
                  <a:lnTo>
                    <a:pt x="116" y="169"/>
                  </a:lnTo>
                  <a:lnTo>
                    <a:pt x="116" y="169"/>
                  </a:lnTo>
                  <a:lnTo>
                    <a:pt x="116" y="169"/>
                  </a:lnTo>
                  <a:lnTo>
                    <a:pt x="116" y="171"/>
                  </a:lnTo>
                  <a:lnTo>
                    <a:pt x="116" y="171"/>
                  </a:lnTo>
                  <a:lnTo>
                    <a:pt x="116" y="171"/>
                  </a:lnTo>
                  <a:lnTo>
                    <a:pt x="116" y="171"/>
                  </a:lnTo>
                  <a:lnTo>
                    <a:pt x="116" y="171"/>
                  </a:lnTo>
                  <a:lnTo>
                    <a:pt x="112" y="171"/>
                  </a:lnTo>
                  <a:lnTo>
                    <a:pt x="110" y="171"/>
                  </a:lnTo>
                  <a:lnTo>
                    <a:pt x="110" y="171"/>
                  </a:lnTo>
                  <a:lnTo>
                    <a:pt x="108" y="171"/>
                  </a:lnTo>
                  <a:lnTo>
                    <a:pt x="108" y="171"/>
                  </a:lnTo>
                  <a:lnTo>
                    <a:pt x="108" y="171"/>
                  </a:lnTo>
                  <a:lnTo>
                    <a:pt x="108" y="171"/>
                  </a:lnTo>
                  <a:lnTo>
                    <a:pt x="108" y="171"/>
                  </a:lnTo>
                  <a:lnTo>
                    <a:pt x="108" y="169"/>
                  </a:lnTo>
                  <a:lnTo>
                    <a:pt x="108" y="169"/>
                  </a:lnTo>
                  <a:lnTo>
                    <a:pt x="108" y="169"/>
                  </a:lnTo>
                  <a:lnTo>
                    <a:pt x="108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06" y="167"/>
                  </a:lnTo>
                  <a:lnTo>
                    <a:pt x="104" y="167"/>
                  </a:lnTo>
                  <a:lnTo>
                    <a:pt x="104" y="167"/>
                  </a:lnTo>
                  <a:lnTo>
                    <a:pt x="104" y="167"/>
                  </a:lnTo>
                  <a:lnTo>
                    <a:pt x="102" y="167"/>
                  </a:lnTo>
                  <a:lnTo>
                    <a:pt x="102" y="167"/>
                  </a:lnTo>
                  <a:lnTo>
                    <a:pt x="100" y="167"/>
                  </a:lnTo>
                  <a:lnTo>
                    <a:pt x="96" y="165"/>
                  </a:lnTo>
                  <a:lnTo>
                    <a:pt x="96" y="165"/>
                  </a:lnTo>
                  <a:lnTo>
                    <a:pt x="94" y="165"/>
                  </a:lnTo>
                  <a:lnTo>
                    <a:pt x="94" y="165"/>
                  </a:lnTo>
                  <a:lnTo>
                    <a:pt x="94" y="163"/>
                  </a:lnTo>
                  <a:lnTo>
                    <a:pt x="94" y="163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96" y="161"/>
                  </a:lnTo>
                  <a:lnTo>
                    <a:pt x="96" y="161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9"/>
                  </a:lnTo>
                  <a:lnTo>
                    <a:pt x="98" y="157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96" y="155"/>
                  </a:lnTo>
                  <a:lnTo>
                    <a:pt x="96" y="155"/>
                  </a:lnTo>
                  <a:lnTo>
                    <a:pt x="96" y="155"/>
                  </a:lnTo>
                  <a:lnTo>
                    <a:pt x="96" y="155"/>
                  </a:lnTo>
                  <a:lnTo>
                    <a:pt x="96" y="155"/>
                  </a:lnTo>
                  <a:lnTo>
                    <a:pt x="96" y="155"/>
                  </a:lnTo>
                  <a:lnTo>
                    <a:pt x="98" y="155"/>
                  </a:lnTo>
                  <a:lnTo>
                    <a:pt x="98" y="155"/>
                  </a:lnTo>
                  <a:lnTo>
                    <a:pt x="100" y="155"/>
                  </a:lnTo>
                  <a:lnTo>
                    <a:pt x="100" y="155"/>
                  </a:lnTo>
                  <a:lnTo>
                    <a:pt x="100" y="155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4" y="151"/>
                  </a:lnTo>
                  <a:lnTo>
                    <a:pt x="104" y="149"/>
                  </a:lnTo>
                  <a:lnTo>
                    <a:pt x="106" y="149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5"/>
                  </a:lnTo>
                  <a:lnTo>
                    <a:pt x="106" y="145"/>
                  </a:lnTo>
                  <a:lnTo>
                    <a:pt x="106" y="145"/>
                  </a:lnTo>
                  <a:lnTo>
                    <a:pt x="106" y="143"/>
                  </a:lnTo>
                  <a:lnTo>
                    <a:pt x="104" y="139"/>
                  </a:lnTo>
                  <a:lnTo>
                    <a:pt x="104" y="139"/>
                  </a:lnTo>
                  <a:lnTo>
                    <a:pt x="104" y="139"/>
                  </a:lnTo>
                  <a:lnTo>
                    <a:pt x="104" y="139"/>
                  </a:lnTo>
                  <a:lnTo>
                    <a:pt x="104" y="139"/>
                  </a:lnTo>
                  <a:lnTo>
                    <a:pt x="104" y="137"/>
                  </a:lnTo>
                  <a:lnTo>
                    <a:pt x="104" y="137"/>
                  </a:lnTo>
                  <a:lnTo>
                    <a:pt x="104" y="137"/>
                  </a:lnTo>
                  <a:lnTo>
                    <a:pt x="104" y="137"/>
                  </a:lnTo>
                  <a:lnTo>
                    <a:pt x="104" y="135"/>
                  </a:lnTo>
                  <a:lnTo>
                    <a:pt x="104" y="135"/>
                  </a:lnTo>
                  <a:lnTo>
                    <a:pt x="104" y="135"/>
                  </a:lnTo>
                  <a:lnTo>
                    <a:pt x="106" y="135"/>
                  </a:lnTo>
                  <a:lnTo>
                    <a:pt x="106" y="133"/>
                  </a:lnTo>
                  <a:lnTo>
                    <a:pt x="106" y="133"/>
                  </a:lnTo>
                  <a:lnTo>
                    <a:pt x="106" y="133"/>
                  </a:lnTo>
                  <a:lnTo>
                    <a:pt x="106" y="131"/>
                  </a:lnTo>
                  <a:lnTo>
                    <a:pt x="104" y="129"/>
                  </a:lnTo>
                  <a:lnTo>
                    <a:pt x="102" y="129"/>
                  </a:lnTo>
                  <a:lnTo>
                    <a:pt x="102" y="127"/>
                  </a:lnTo>
                  <a:lnTo>
                    <a:pt x="100" y="127"/>
                  </a:lnTo>
                  <a:lnTo>
                    <a:pt x="100" y="127"/>
                  </a:lnTo>
                  <a:lnTo>
                    <a:pt x="100" y="125"/>
                  </a:lnTo>
                  <a:lnTo>
                    <a:pt x="100" y="125"/>
                  </a:lnTo>
                  <a:lnTo>
                    <a:pt x="100" y="125"/>
                  </a:lnTo>
                  <a:lnTo>
                    <a:pt x="100" y="123"/>
                  </a:lnTo>
                  <a:lnTo>
                    <a:pt x="100" y="123"/>
                  </a:lnTo>
                  <a:lnTo>
                    <a:pt x="98" y="123"/>
                  </a:lnTo>
                  <a:lnTo>
                    <a:pt x="98" y="123"/>
                  </a:lnTo>
                  <a:lnTo>
                    <a:pt x="98" y="123"/>
                  </a:lnTo>
                  <a:lnTo>
                    <a:pt x="98" y="123"/>
                  </a:lnTo>
                  <a:lnTo>
                    <a:pt x="98" y="123"/>
                  </a:lnTo>
                  <a:lnTo>
                    <a:pt x="96" y="123"/>
                  </a:lnTo>
                  <a:lnTo>
                    <a:pt x="96" y="123"/>
                  </a:lnTo>
                  <a:lnTo>
                    <a:pt x="96" y="123"/>
                  </a:lnTo>
                  <a:lnTo>
                    <a:pt x="94" y="123"/>
                  </a:lnTo>
                  <a:lnTo>
                    <a:pt x="94" y="121"/>
                  </a:lnTo>
                  <a:lnTo>
                    <a:pt x="94" y="119"/>
                  </a:lnTo>
                  <a:lnTo>
                    <a:pt x="94" y="119"/>
                  </a:lnTo>
                  <a:lnTo>
                    <a:pt x="94" y="119"/>
                  </a:lnTo>
                  <a:lnTo>
                    <a:pt x="94" y="119"/>
                  </a:lnTo>
                  <a:lnTo>
                    <a:pt x="90" y="117"/>
                  </a:lnTo>
                  <a:lnTo>
                    <a:pt x="88" y="117"/>
                  </a:lnTo>
                  <a:lnTo>
                    <a:pt x="88" y="117"/>
                  </a:lnTo>
                  <a:lnTo>
                    <a:pt x="85" y="114"/>
                  </a:lnTo>
                  <a:lnTo>
                    <a:pt x="85" y="114"/>
                  </a:lnTo>
                  <a:lnTo>
                    <a:pt x="85" y="114"/>
                  </a:lnTo>
                  <a:lnTo>
                    <a:pt x="83" y="114"/>
                  </a:lnTo>
                  <a:lnTo>
                    <a:pt x="83" y="114"/>
                  </a:lnTo>
                  <a:lnTo>
                    <a:pt x="83" y="114"/>
                  </a:lnTo>
                  <a:lnTo>
                    <a:pt x="83" y="116"/>
                  </a:lnTo>
                  <a:lnTo>
                    <a:pt x="83" y="116"/>
                  </a:lnTo>
                  <a:lnTo>
                    <a:pt x="83" y="116"/>
                  </a:lnTo>
                  <a:lnTo>
                    <a:pt x="83" y="116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79" y="114"/>
                  </a:lnTo>
                  <a:lnTo>
                    <a:pt x="79" y="114"/>
                  </a:lnTo>
                  <a:lnTo>
                    <a:pt x="79" y="112"/>
                  </a:lnTo>
                  <a:lnTo>
                    <a:pt x="79" y="112"/>
                  </a:lnTo>
                  <a:lnTo>
                    <a:pt x="77" y="110"/>
                  </a:lnTo>
                  <a:lnTo>
                    <a:pt x="77" y="110"/>
                  </a:lnTo>
                  <a:lnTo>
                    <a:pt x="77" y="110"/>
                  </a:lnTo>
                  <a:lnTo>
                    <a:pt x="77" y="108"/>
                  </a:lnTo>
                  <a:lnTo>
                    <a:pt x="77" y="108"/>
                  </a:lnTo>
                  <a:lnTo>
                    <a:pt x="77" y="108"/>
                  </a:lnTo>
                  <a:lnTo>
                    <a:pt x="77" y="108"/>
                  </a:lnTo>
                  <a:lnTo>
                    <a:pt x="75" y="110"/>
                  </a:lnTo>
                  <a:lnTo>
                    <a:pt x="75" y="110"/>
                  </a:lnTo>
                  <a:lnTo>
                    <a:pt x="75" y="110"/>
                  </a:lnTo>
                  <a:lnTo>
                    <a:pt x="69" y="108"/>
                  </a:lnTo>
                  <a:lnTo>
                    <a:pt x="67" y="108"/>
                  </a:lnTo>
                  <a:lnTo>
                    <a:pt x="65" y="106"/>
                  </a:lnTo>
                  <a:lnTo>
                    <a:pt x="63" y="112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53" y="110"/>
                  </a:lnTo>
                  <a:lnTo>
                    <a:pt x="53" y="110"/>
                  </a:lnTo>
                  <a:lnTo>
                    <a:pt x="53" y="110"/>
                  </a:lnTo>
                  <a:lnTo>
                    <a:pt x="53" y="110"/>
                  </a:lnTo>
                  <a:lnTo>
                    <a:pt x="53" y="110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7" y="104"/>
                  </a:lnTo>
                  <a:lnTo>
                    <a:pt x="45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4"/>
                  </a:lnTo>
                  <a:lnTo>
                    <a:pt x="39" y="106"/>
                  </a:lnTo>
                  <a:lnTo>
                    <a:pt x="37" y="106"/>
                  </a:lnTo>
                  <a:lnTo>
                    <a:pt x="37" y="106"/>
                  </a:lnTo>
                  <a:lnTo>
                    <a:pt x="37" y="106"/>
                  </a:lnTo>
                  <a:lnTo>
                    <a:pt x="36" y="106"/>
                  </a:lnTo>
                  <a:lnTo>
                    <a:pt x="36" y="104"/>
                  </a:lnTo>
                  <a:lnTo>
                    <a:pt x="32" y="104"/>
                  </a:lnTo>
                  <a:lnTo>
                    <a:pt x="30" y="104"/>
                  </a:lnTo>
                  <a:lnTo>
                    <a:pt x="28" y="106"/>
                  </a:lnTo>
                  <a:lnTo>
                    <a:pt x="26" y="106"/>
                  </a:lnTo>
                  <a:lnTo>
                    <a:pt x="24" y="104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6" y="94"/>
                  </a:lnTo>
                  <a:lnTo>
                    <a:pt x="16" y="92"/>
                  </a:lnTo>
                  <a:lnTo>
                    <a:pt x="16" y="92"/>
                  </a:lnTo>
                  <a:lnTo>
                    <a:pt x="14" y="92"/>
                  </a:lnTo>
                  <a:lnTo>
                    <a:pt x="12" y="86"/>
                  </a:lnTo>
                  <a:lnTo>
                    <a:pt x="8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2" y="70"/>
                  </a:lnTo>
                  <a:lnTo>
                    <a:pt x="12" y="70"/>
                  </a:lnTo>
                  <a:lnTo>
                    <a:pt x="10" y="66"/>
                  </a:lnTo>
                  <a:lnTo>
                    <a:pt x="10" y="64"/>
                  </a:lnTo>
                  <a:lnTo>
                    <a:pt x="8" y="61"/>
                  </a:lnTo>
                  <a:lnTo>
                    <a:pt x="4" y="55"/>
                  </a:lnTo>
                  <a:lnTo>
                    <a:pt x="2" y="51"/>
                  </a:lnTo>
                  <a:lnTo>
                    <a:pt x="0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2" y="37"/>
                  </a:lnTo>
                  <a:lnTo>
                    <a:pt x="14" y="37"/>
                  </a:lnTo>
                  <a:lnTo>
                    <a:pt x="14" y="35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8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30" y="11"/>
                  </a:lnTo>
                  <a:lnTo>
                    <a:pt x="34" y="10"/>
                  </a:lnTo>
                  <a:lnTo>
                    <a:pt x="34" y="10"/>
                  </a:lnTo>
                  <a:lnTo>
                    <a:pt x="36" y="8"/>
                  </a:lnTo>
                  <a:lnTo>
                    <a:pt x="37" y="8"/>
                  </a:lnTo>
                  <a:lnTo>
                    <a:pt x="37" y="6"/>
                  </a:lnTo>
                  <a:lnTo>
                    <a:pt x="39" y="6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2"/>
            <p:cNvSpPr>
              <a:spLocks noEditPoints="1"/>
            </p:cNvSpPr>
            <p:nvPr/>
          </p:nvSpPr>
          <p:spPr bwMode="auto">
            <a:xfrm>
              <a:off x="1357313" y="3568700"/>
              <a:ext cx="255588" cy="190500"/>
            </a:xfrm>
            <a:custGeom>
              <a:avLst/>
              <a:gdLst>
                <a:gd name="T0" fmla="*/ 178 w 321"/>
                <a:gd name="T1" fmla="*/ 0 h 242"/>
                <a:gd name="T2" fmla="*/ 182 w 321"/>
                <a:gd name="T3" fmla="*/ 12 h 242"/>
                <a:gd name="T4" fmla="*/ 190 w 321"/>
                <a:gd name="T5" fmla="*/ 30 h 242"/>
                <a:gd name="T6" fmla="*/ 194 w 321"/>
                <a:gd name="T7" fmla="*/ 38 h 242"/>
                <a:gd name="T8" fmla="*/ 202 w 321"/>
                <a:gd name="T9" fmla="*/ 52 h 242"/>
                <a:gd name="T10" fmla="*/ 221 w 321"/>
                <a:gd name="T11" fmla="*/ 57 h 242"/>
                <a:gd name="T12" fmla="*/ 219 w 321"/>
                <a:gd name="T13" fmla="*/ 73 h 242"/>
                <a:gd name="T14" fmla="*/ 229 w 321"/>
                <a:gd name="T15" fmla="*/ 75 h 242"/>
                <a:gd name="T16" fmla="*/ 239 w 321"/>
                <a:gd name="T17" fmla="*/ 81 h 242"/>
                <a:gd name="T18" fmla="*/ 243 w 321"/>
                <a:gd name="T19" fmla="*/ 71 h 242"/>
                <a:gd name="T20" fmla="*/ 258 w 321"/>
                <a:gd name="T21" fmla="*/ 75 h 242"/>
                <a:gd name="T22" fmla="*/ 272 w 321"/>
                <a:gd name="T23" fmla="*/ 75 h 242"/>
                <a:gd name="T24" fmla="*/ 266 w 321"/>
                <a:gd name="T25" fmla="*/ 63 h 242"/>
                <a:gd name="T26" fmla="*/ 276 w 321"/>
                <a:gd name="T27" fmla="*/ 52 h 242"/>
                <a:gd name="T28" fmla="*/ 284 w 321"/>
                <a:gd name="T29" fmla="*/ 44 h 242"/>
                <a:gd name="T30" fmla="*/ 282 w 321"/>
                <a:gd name="T31" fmla="*/ 59 h 242"/>
                <a:gd name="T32" fmla="*/ 282 w 321"/>
                <a:gd name="T33" fmla="*/ 71 h 242"/>
                <a:gd name="T34" fmla="*/ 288 w 321"/>
                <a:gd name="T35" fmla="*/ 79 h 242"/>
                <a:gd name="T36" fmla="*/ 304 w 321"/>
                <a:gd name="T37" fmla="*/ 73 h 242"/>
                <a:gd name="T38" fmla="*/ 282 w 321"/>
                <a:gd name="T39" fmla="*/ 93 h 242"/>
                <a:gd name="T40" fmla="*/ 313 w 321"/>
                <a:gd name="T41" fmla="*/ 108 h 242"/>
                <a:gd name="T42" fmla="*/ 319 w 321"/>
                <a:gd name="T43" fmla="*/ 122 h 242"/>
                <a:gd name="T44" fmla="*/ 304 w 321"/>
                <a:gd name="T45" fmla="*/ 138 h 242"/>
                <a:gd name="T46" fmla="*/ 276 w 321"/>
                <a:gd name="T47" fmla="*/ 150 h 242"/>
                <a:gd name="T48" fmla="*/ 266 w 321"/>
                <a:gd name="T49" fmla="*/ 163 h 242"/>
                <a:gd name="T50" fmla="*/ 278 w 321"/>
                <a:gd name="T51" fmla="*/ 175 h 242"/>
                <a:gd name="T52" fmla="*/ 264 w 321"/>
                <a:gd name="T53" fmla="*/ 199 h 242"/>
                <a:gd name="T54" fmla="*/ 256 w 321"/>
                <a:gd name="T55" fmla="*/ 220 h 242"/>
                <a:gd name="T56" fmla="*/ 245 w 321"/>
                <a:gd name="T57" fmla="*/ 236 h 242"/>
                <a:gd name="T58" fmla="*/ 237 w 321"/>
                <a:gd name="T59" fmla="*/ 226 h 242"/>
                <a:gd name="T60" fmla="*/ 243 w 321"/>
                <a:gd name="T61" fmla="*/ 216 h 242"/>
                <a:gd name="T62" fmla="*/ 235 w 321"/>
                <a:gd name="T63" fmla="*/ 213 h 242"/>
                <a:gd name="T64" fmla="*/ 217 w 321"/>
                <a:gd name="T65" fmla="*/ 193 h 242"/>
                <a:gd name="T66" fmla="*/ 202 w 321"/>
                <a:gd name="T67" fmla="*/ 195 h 242"/>
                <a:gd name="T68" fmla="*/ 198 w 321"/>
                <a:gd name="T69" fmla="*/ 187 h 242"/>
                <a:gd name="T70" fmla="*/ 170 w 321"/>
                <a:gd name="T71" fmla="*/ 165 h 242"/>
                <a:gd name="T72" fmla="*/ 153 w 321"/>
                <a:gd name="T73" fmla="*/ 179 h 242"/>
                <a:gd name="T74" fmla="*/ 137 w 321"/>
                <a:gd name="T75" fmla="*/ 175 h 242"/>
                <a:gd name="T76" fmla="*/ 129 w 321"/>
                <a:gd name="T77" fmla="*/ 165 h 242"/>
                <a:gd name="T78" fmla="*/ 111 w 321"/>
                <a:gd name="T79" fmla="*/ 156 h 242"/>
                <a:gd name="T80" fmla="*/ 98 w 321"/>
                <a:gd name="T81" fmla="*/ 136 h 242"/>
                <a:gd name="T82" fmla="*/ 90 w 321"/>
                <a:gd name="T83" fmla="*/ 122 h 242"/>
                <a:gd name="T84" fmla="*/ 49 w 321"/>
                <a:gd name="T85" fmla="*/ 120 h 242"/>
                <a:gd name="T86" fmla="*/ 33 w 321"/>
                <a:gd name="T87" fmla="*/ 112 h 242"/>
                <a:gd name="T88" fmla="*/ 27 w 321"/>
                <a:gd name="T89" fmla="*/ 110 h 242"/>
                <a:gd name="T90" fmla="*/ 5 w 321"/>
                <a:gd name="T91" fmla="*/ 120 h 242"/>
                <a:gd name="T92" fmla="*/ 13 w 321"/>
                <a:gd name="T93" fmla="*/ 93 h 242"/>
                <a:gd name="T94" fmla="*/ 27 w 321"/>
                <a:gd name="T95" fmla="*/ 99 h 242"/>
                <a:gd name="T96" fmla="*/ 31 w 321"/>
                <a:gd name="T97" fmla="*/ 95 h 242"/>
                <a:gd name="T98" fmla="*/ 39 w 321"/>
                <a:gd name="T99" fmla="*/ 89 h 242"/>
                <a:gd name="T100" fmla="*/ 49 w 321"/>
                <a:gd name="T101" fmla="*/ 73 h 242"/>
                <a:gd name="T102" fmla="*/ 39 w 321"/>
                <a:gd name="T103" fmla="*/ 71 h 242"/>
                <a:gd name="T104" fmla="*/ 45 w 321"/>
                <a:gd name="T105" fmla="*/ 63 h 242"/>
                <a:gd name="T106" fmla="*/ 56 w 321"/>
                <a:gd name="T107" fmla="*/ 48 h 242"/>
                <a:gd name="T108" fmla="*/ 80 w 321"/>
                <a:gd name="T109" fmla="*/ 34 h 242"/>
                <a:gd name="T110" fmla="*/ 98 w 321"/>
                <a:gd name="T111" fmla="*/ 24 h 242"/>
                <a:gd name="T112" fmla="*/ 113 w 321"/>
                <a:gd name="T113" fmla="*/ 18 h 242"/>
                <a:gd name="T114" fmla="*/ 123 w 321"/>
                <a:gd name="T115" fmla="*/ 8 h 242"/>
                <a:gd name="T116" fmla="*/ 137 w 321"/>
                <a:gd name="T117" fmla="*/ 2 h 242"/>
                <a:gd name="T118" fmla="*/ 153 w 321"/>
                <a:gd name="T119" fmla="*/ 4 h 242"/>
                <a:gd name="T120" fmla="*/ 160 w 321"/>
                <a:gd name="T121" fmla="*/ 8 h 242"/>
                <a:gd name="T122" fmla="*/ 172 w 321"/>
                <a:gd name="T12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242">
                  <a:moveTo>
                    <a:pt x="45" y="95"/>
                  </a:moveTo>
                  <a:lnTo>
                    <a:pt x="45" y="95"/>
                  </a:lnTo>
                  <a:lnTo>
                    <a:pt x="45" y="95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43" y="97"/>
                  </a:lnTo>
                  <a:lnTo>
                    <a:pt x="43" y="97"/>
                  </a:lnTo>
                  <a:lnTo>
                    <a:pt x="43" y="97"/>
                  </a:lnTo>
                  <a:lnTo>
                    <a:pt x="45" y="95"/>
                  </a:lnTo>
                  <a:lnTo>
                    <a:pt x="45" y="95"/>
                  </a:lnTo>
                  <a:lnTo>
                    <a:pt x="45" y="95"/>
                  </a:lnTo>
                  <a:lnTo>
                    <a:pt x="45" y="95"/>
                  </a:lnTo>
                  <a:lnTo>
                    <a:pt x="45" y="95"/>
                  </a:lnTo>
                  <a:lnTo>
                    <a:pt x="45" y="95"/>
                  </a:lnTo>
                  <a:close/>
                  <a:moveTo>
                    <a:pt x="172" y="0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76" y="2"/>
                  </a:lnTo>
                  <a:lnTo>
                    <a:pt x="176" y="2"/>
                  </a:lnTo>
                  <a:lnTo>
                    <a:pt x="176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4"/>
                  </a:lnTo>
                  <a:lnTo>
                    <a:pt x="182" y="4"/>
                  </a:lnTo>
                  <a:lnTo>
                    <a:pt x="182" y="4"/>
                  </a:lnTo>
                  <a:lnTo>
                    <a:pt x="180" y="6"/>
                  </a:lnTo>
                  <a:lnTo>
                    <a:pt x="180" y="6"/>
                  </a:lnTo>
                  <a:lnTo>
                    <a:pt x="180" y="6"/>
                  </a:lnTo>
                  <a:lnTo>
                    <a:pt x="180" y="8"/>
                  </a:lnTo>
                  <a:lnTo>
                    <a:pt x="182" y="8"/>
                  </a:lnTo>
                  <a:lnTo>
                    <a:pt x="182" y="8"/>
                  </a:lnTo>
                  <a:lnTo>
                    <a:pt x="182" y="8"/>
                  </a:lnTo>
                  <a:lnTo>
                    <a:pt x="182" y="6"/>
                  </a:lnTo>
                  <a:lnTo>
                    <a:pt x="182" y="6"/>
                  </a:lnTo>
                  <a:lnTo>
                    <a:pt x="184" y="6"/>
                  </a:lnTo>
                  <a:lnTo>
                    <a:pt x="184" y="6"/>
                  </a:lnTo>
                  <a:lnTo>
                    <a:pt x="184" y="6"/>
                  </a:lnTo>
                  <a:lnTo>
                    <a:pt x="184" y="6"/>
                  </a:lnTo>
                  <a:lnTo>
                    <a:pt x="184" y="8"/>
                  </a:lnTo>
                  <a:lnTo>
                    <a:pt x="184" y="8"/>
                  </a:lnTo>
                  <a:lnTo>
                    <a:pt x="182" y="8"/>
                  </a:lnTo>
                  <a:lnTo>
                    <a:pt x="182" y="10"/>
                  </a:lnTo>
                  <a:lnTo>
                    <a:pt x="182" y="10"/>
                  </a:lnTo>
                  <a:lnTo>
                    <a:pt x="182" y="10"/>
                  </a:lnTo>
                  <a:lnTo>
                    <a:pt x="180" y="10"/>
                  </a:lnTo>
                  <a:lnTo>
                    <a:pt x="180" y="12"/>
                  </a:lnTo>
                  <a:lnTo>
                    <a:pt x="182" y="12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2" y="16"/>
                  </a:lnTo>
                  <a:lnTo>
                    <a:pt x="182" y="16"/>
                  </a:lnTo>
                  <a:lnTo>
                    <a:pt x="182" y="16"/>
                  </a:lnTo>
                  <a:lnTo>
                    <a:pt x="182" y="16"/>
                  </a:lnTo>
                  <a:lnTo>
                    <a:pt x="182" y="18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2"/>
                  </a:lnTo>
                  <a:lnTo>
                    <a:pt x="182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6"/>
                  </a:lnTo>
                  <a:lnTo>
                    <a:pt x="184" y="26"/>
                  </a:lnTo>
                  <a:lnTo>
                    <a:pt x="184" y="26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2" y="28"/>
                  </a:lnTo>
                  <a:lnTo>
                    <a:pt x="184" y="28"/>
                  </a:lnTo>
                  <a:lnTo>
                    <a:pt x="186" y="32"/>
                  </a:lnTo>
                  <a:lnTo>
                    <a:pt x="188" y="32"/>
                  </a:lnTo>
                  <a:lnTo>
                    <a:pt x="188" y="32"/>
                  </a:lnTo>
                  <a:lnTo>
                    <a:pt x="188" y="32"/>
                  </a:lnTo>
                  <a:lnTo>
                    <a:pt x="188" y="32"/>
                  </a:lnTo>
                  <a:lnTo>
                    <a:pt x="190" y="30"/>
                  </a:lnTo>
                  <a:lnTo>
                    <a:pt x="190" y="30"/>
                  </a:lnTo>
                  <a:lnTo>
                    <a:pt x="190" y="30"/>
                  </a:lnTo>
                  <a:lnTo>
                    <a:pt x="190" y="28"/>
                  </a:lnTo>
                  <a:lnTo>
                    <a:pt x="190" y="28"/>
                  </a:lnTo>
                  <a:lnTo>
                    <a:pt x="190" y="28"/>
                  </a:lnTo>
                  <a:lnTo>
                    <a:pt x="190" y="28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8"/>
                  </a:lnTo>
                  <a:lnTo>
                    <a:pt x="194" y="28"/>
                  </a:lnTo>
                  <a:lnTo>
                    <a:pt x="194" y="30"/>
                  </a:lnTo>
                  <a:lnTo>
                    <a:pt x="194" y="30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2"/>
                  </a:lnTo>
                  <a:lnTo>
                    <a:pt x="194" y="34"/>
                  </a:lnTo>
                  <a:lnTo>
                    <a:pt x="194" y="34"/>
                  </a:lnTo>
                  <a:lnTo>
                    <a:pt x="194" y="34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2" y="38"/>
                  </a:lnTo>
                  <a:lnTo>
                    <a:pt x="190" y="38"/>
                  </a:lnTo>
                  <a:lnTo>
                    <a:pt x="190" y="38"/>
                  </a:lnTo>
                  <a:lnTo>
                    <a:pt x="190" y="40"/>
                  </a:lnTo>
                  <a:lnTo>
                    <a:pt x="190" y="40"/>
                  </a:lnTo>
                  <a:lnTo>
                    <a:pt x="190" y="40"/>
                  </a:lnTo>
                  <a:lnTo>
                    <a:pt x="190" y="40"/>
                  </a:lnTo>
                  <a:lnTo>
                    <a:pt x="190" y="40"/>
                  </a:lnTo>
                  <a:lnTo>
                    <a:pt x="194" y="44"/>
                  </a:lnTo>
                  <a:lnTo>
                    <a:pt x="194" y="44"/>
                  </a:lnTo>
                  <a:lnTo>
                    <a:pt x="196" y="46"/>
                  </a:lnTo>
                  <a:lnTo>
                    <a:pt x="196" y="48"/>
                  </a:lnTo>
                  <a:lnTo>
                    <a:pt x="196" y="50"/>
                  </a:lnTo>
                  <a:lnTo>
                    <a:pt x="198" y="50"/>
                  </a:lnTo>
                  <a:lnTo>
                    <a:pt x="198" y="50"/>
                  </a:lnTo>
                  <a:lnTo>
                    <a:pt x="198" y="52"/>
                  </a:lnTo>
                  <a:lnTo>
                    <a:pt x="198" y="52"/>
                  </a:lnTo>
                  <a:lnTo>
                    <a:pt x="198" y="52"/>
                  </a:lnTo>
                  <a:lnTo>
                    <a:pt x="198" y="52"/>
                  </a:lnTo>
                  <a:lnTo>
                    <a:pt x="198" y="52"/>
                  </a:lnTo>
                  <a:lnTo>
                    <a:pt x="198" y="50"/>
                  </a:lnTo>
                  <a:lnTo>
                    <a:pt x="200" y="50"/>
                  </a:lnTo>
                  <a:lnTo>
                    <a:pt x="200" y="50"/>
                  </a:lnTo>
                  <a:lnTo>
                    <a:pt x="202" y="52"/>
                  </a:lnTo>
                  <a:lnTo>
                    <a:pt x="204" y="52"/>
                  </a:lnTo>
                  <a:lnTo>
                    <a:pt x="204" y="52"/>
                  </a:lnTo>
                  <a:lnTo>
                    <a:pt x="204" y="53"/>
                  </a:lnTo>
                  <a:lnTo>
                    <a:pt x="204" y="53"/>
                  </a:lnTo>
                  <a:lnTo>
                    <a:pt x="204" y="53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4" y="55"/>
                  </a:lnTo>
                  <a:lnTo>
                    <a:pt x="206" y="55"/>
                  </a:lnTo>
                  <a:lnTo>
                    <a:pt x="206" y="55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6" y="57"/>
                  </a:lnTo>
                  <a:lnTo>
                    <a:pt x="207" y="57"/>
                  </a:lnTo>
                  <a:lnTo>
                    <a:pt x="207" y="55"/>
                  </a:lnTo>
                  <a:lnTo>
                    <a:pt x="209" y="55"/>
                  </a:lnTo>
                  <a:lnTo>
                    <a:pt x="209" y="55"/>
                  </a:lnTo>
                  <a:lnTo>
                    <a:pt x="213" y="55"/>
                  </a:lnTo>
                  <a:lnTo>
                    <a:pt x="215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9" y="57"/>
                  </a:lnTo>
                  <a:lnTo>
                    <a:pt x="219" y="57"/>
                  </a:lnTo>
                  <a:lnTo>
                    <a:pt x="219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3" y="59"/>
                  </a:lnTo>
                  <a:lnTo>
                    <a:pt x="213" y="61"/>
                  </a:lnTo>
                  <a:lnTo>
                    <a:pt x="209" y="63"/>
                  </a:lnTo>
                  <a:lnTo>
                    <a:pt x="209" y="65"/>
                  </a:lnTo>
                  <a:lnTo>
                    <a:pt x="209" y="65"/>
                  </a:lnTo>
                  <a:lnTo>
                    <a:pt x="207" y="65"/>
                  </a:lnTo>
                  <a:lnTo>
                    <a:pt x="207" y="65"/>
                  </a:lnTo>
                  <a:lnTo>
                    <a:pt x="207" y="65"/>
                  </a:lnTo>
                  <a:lnTo>
                    <a:pt x="207" y="67"/>
                  </a:lnTo>
                  <a:lnTo>
                    <a:pt x="207" y="69"/>
                  </a:lnTo>
                  <a:lnTo>
                    <a:pt x="207" y="71"/>
                  </a:lnTo>
                  <a:lnTo>
                    <a:pt x="209" y="71"/>
                  </a:lnTo>
                  <a:lnTo>
                    <a:pt x="209" y="71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17" y="73"/>
                  </a:lnTo>
                  <a:lnTo>
                    <a:pt x="217" y="73"/>
                  </a:lnTo>
                  <a:lnTo>
                    <a:pt x="217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21" y="73"/>
                  </a:lnTo>
                  <a:lnTo>
                    <a:pt x="221" y="73"/>
                  </a:lnTo>
                  <a:lnTo>
                    <a:pt x="221" y="73"/>
                  </a:lnTo>
                  <a:lnTo>
                    <a:pt x="221" y="73"/>
                  </a:lnTo>
                  <a:lnTo>
                    <a:pt x="221" y="73"/>
                  </a:lnTo>
                  <a:lnTo>
                    <a:pt x="221" y="73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1" y="77"/>
                  </a:lnTo>
                  <a:lnTo>
                    <a:pt x="221" y="77"/>
                  </a:lnTo>
                  <a:lnTo>
                    <a:pt x="221" y="79"/>
                  </a:lnTo>
                  <a:lnTo>
                    <a:pt x="221" y="79"/>
                  </a:lnTo>
                  <a:lnTo>
                    <a:pt x="221" y="79"/>
                  </a:lnTo>
                  <a:lnTo>
                    <a:pt x="223" y="77"/>
                  </a:lnTo>
                  <a:lnTo>
                    <a:pt x="223" y="77"/>
                  </a:lnTo>
                  <a:lnTo>
                    <a:pt x="223" y="77"/>
                  </a:lnTo>
                  <a:lnTo>
                    <a:pt x="223" y="77"/>
                  </a:lnTo>
                  <a:lnTo>
                    <a:pt x="225" y="77"/>
                  </a:lnTo>
                  <a:lnTo>
                    <a:pt x="225" y="77"/>
                  </a:lnTo>
                  <a:lnTo>
                    <a:pt x="227" y="77"/>
                  </a:lnTo>
                  <a:lnTo>
                    <a:pt x="229" y="75"/>
                  </a:lnTo>
                  <a:lnTo>
                    <a:pt x="229" y="75"/>
                  </a:lnTo>
                  <a:lnTo>
                    <a:pt x="229" y="75"/>
                  </a:lnTo>
                  <a:lnTo>
                    <a:pt x="229" y="75"/>
                  </a:lnTo>
                  <a:lnTo>
                    <a:pt x="229" y="75"/>
                  </a:lnTo>
                  <a:lnTo>
                    <a:pt x="229" y="75"/>
                  </a:lnTo>
                  <a:lnTo>
                    <a:pt x="231" y="73"/>
                  </a:lnTo>
                  <a:lnTo>
                    <a:pt x="231" y="73"/>
                  </a:lnTo>
                  <a:lnTo>
                    <a:pt x="231" y="73"/>
                  </a:lnTo>
                  <a:lnTo>
                    <a:pt x="231" y="73"/>
                  </a:lnTo>
                  <a:lnTo>
                    <a:pt x="231" y="75"/>
                  </a:lnTo>
                  <a:lnTo>
                    <a:pt x="231" y="75"/>
                  </a:lnTo>
                  <a:lnTo>
                    <a:pt x="231" y="75"/>
                  </a:lnTo>
                  <a:lnTo>
                    <a:pt x="231" y="75"/>
                  </a:lnTo>
                  <a:lnTo>
                    <a:pt x="233" y="75"/>
                  </a:lnTo>
                  <a:lnTo>
                    <a:pt x="233" y="75"/>
                  </a:lnTo>
                  <a:lnTo>
                    <a:pt x="233" y="75"/>
                  </a:lnTo>
                  <a:lnTo>
                    <a:pt x="235" y="77"/>
                  </a:lnTo>
                  <a:lnTo>
                    <a:pt x="235" y="77"/>
                  </a:lnTo>
                  <a:lnTo>
                    <a:pt x="235" y="77"/>
                  </a:lnTo>
                  <a:lnTo>
                    <a:pt x="235" y="79"/>
                  </a:lnTo>
                  <a:lnTo>
                    <a:pt x="235" y="79"/>
                  </a:lnTo>
                  <a:lnTo>
                    <a:pt x="235" y="79"/>
                  </a:lnTo>
                  <a:lnTo>
                    <a:pt x="235" y="79"/>
                  </a:lnTo>
                  <a:lnTo>
                    <a:pt x="233" y="79"/>
                  </a:lnTo>
                  <a:lnTo>
                    <a:pt x="233" y="81"/>
                  </a:lnTo>
                  <a:lnTo>
                    <a:pt x="233" y="81"/>
                  </a:lnTo>
                  <a:lnTo>
                    <a:pt x="233" y="81"/>
                  </a:lnTo>
                  <a:lnTo>
                    <a:pt x="233" y="81"/>
                  </a:lnTo>
                  <a:lnTo>
                    <a:pt x="233" y="81"/>
                  </a:lnTo>
                  <a:lnTo>
                    <a:pt x="235" y="81"/>
                  </a:lnTo>
                  <a:lnTo>
                    <a:pt x="237" y="83"/>
                  </a:lnTo>
                  <a:lnTo>
                    <a:pt x="237" y="83"/>
                  </a:lnTo>
                  <a:lnTo>
                    <a:pt x="239" y="83"/>
                  </a:lnTo>
                  <a:lnTo>
                    <a:pt x="239" y="81"/>
                  </a:lnTo>
                  <a:lnTo>
                    <a:pt x="239" y="81"/>
                  </a:lnTo>
                  <a:lnTo>
                    <a:pt x="239" y="81"/>
                  </a:lnTo>
                  <a:lnTo>
                    <a:pt x="241" y="81"/>
                  </a:lnTo>
                  <a:lnTo>
                    <a:pt x="241" y="79"/>
                  </a:lnTo>
                  <a:lnTo>
                    <a:pt x="241" y="79"/>
                  </a:lnTo>
                  <a:lnTo>
                    <a:pt x="241" y="79"/>
                  </a:lnTo>
                  <a:lnTo>
                    <a:pt x="243" y="81"/>
                  </a:lnTo>
                  <a:lnTo>
                    <a:pt x="243" y="81"/>
                  </a:lnTo>
                  <a:lnTo>
                    <a:pt x="243" y="79"/>
                  </a:lnTo>
                  <a:lnTo>
                    <a:pt x="243" y="79"/>
                  </a:lnTo>
                  <a:lnTo>
                    <a:pt x="243" y="79"/>
                  </a:lnTo>
                  <a:lnTo>
                    <a:pt x="243" y="79"/>
                  </a:lnTo>
                  <a:lnTo>
                    <a:pt x="243" y="77"/>
                  </a:lnTo>
                  <a:lnTo>
                    <a:pt x="243" y="77"/>
                  </a:lnTo>
                  <a:lnTo>
                    <a:pt x="243" y="77"/>
                  </a:lnTo>
                  <a:lnTo>
                    <a:pt x="243" y="75"/>
                  </a:lnTo>
                  <a:lnTo>
                    <a:pt x="243" y="75"/>
                  </a:lnTo>
                  <a:lnTo>
                    <a:pt x="243" y="73"/>
                  </a:lnTo>
                  <a:lnTo>
                    <a:pt x="243" y="73"/>
                  </a:lnTo>
                  <a:lnTo>
                    <a:pt x="243" y="73"/>
                  </a:lnTo>
                  <a:lnTo>
                    <a:pt x="243" y="73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5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71"/>
                  </a:lnTo>
                  <a:lnTo>
                    <a:pt x="243" y="69"/>
                  </a:lnTo>
                  <a:lnTo>
                    <a:pt x="243" y="69"/>
                  </a:lnTo>
                  <a:lnTo>
                    <a:pt x="243" y="69"/>
                  </a:lnTo>
                  <a:lnTo>
                    <a:pt x="245" y="69"/>
                  </a:lnTo>
                  <a:lnTo>
                    <a:pt x="247" y="71"/>
                  </a:lnTo>
                  <a:lnTo>
                    <a:pt x="249" y="71"/>
                  </a:lnTo>
                  <a:lnTo>
                    <a:pt x="249" y="71"/>
                  </a:lnTo>
                  <a:lnTo>
                    <a:pt x="249" y="71"/>
                  </a:lnTo>
                  <a:lnTo>
                    <a:pt x="249" y="73"/>
                  </a:lnTo>
                  <a:lnTo>
                    <a:pt x="249" y="73"/>
                  </a:lnTo>
                  <a:lnTo>
                    <a:pt x="249" y="73"/>
                  </a:lnTo>
                  <a:lnTo>
                    <a:pt x="249" y="75"/>
                  </a:lnTo>
                  <a:lnTo>
                    <a:pt x="251" y="75"/>
                  </a:lnTo>
                  <a:lnTo>
                    <a:pt x="253" y="75"/>
                  </a:lnTo>
                  <a:lnTo>
                    <a:pt x="255" y="75"/>
                  </a:lnTo>
                  <a:lnTo>
                    <a:pt x="255" y="75"/>
                  </a:lnTo>
                  <a:lnTo>
                    <a:pt x="255" y="75"/>
                  </a:lnTo>
                  <a:lnTo>
                    <a:pt x="255" y="75"/>
                  </a:lnTo>
                  <a:lnTo>
                    <a:pt x="255" y="73"/>
                  </a:lnTo>
                  <a:lnTo>
                    <a:pt x="255" y="73"/>
                  </a:lnTo>
                  <a:lnTo>
                    <a:pt x="255" y="73"/>
                  </a:lnTo>
                  <a:lnTo>
                    <a:pt x="255" y="73"/>
                  </a:lnTo>
                  <a:lnTo>
                    <a:pt x="255" y="73"/>
                  </a:lnTo>
                  <a:lnTo>
                    <a:pt x="255" y="73"/>
                  </a:lnTo>
                  <a:lnTo>
                    <a:pt x="258" y="75"/>
                  </a:lnTo>
                  <a:lnTo>
                    <a:pt x="258" y="75"/>
                  </a:lnTo>
                  <a:lnTo>
                    <a:pt x="258" y="75"/>
                  </a:lnTo>
                  <a:lnTo>
                    <a:pt x="258" y="75"/>
                  </a:lnTo>
                  <a:lnTo>
                    <a:pt x="258" y="77"/>
                  </a:lnTo>
                  <a:lnTo>
                    <a:pt x="260" y="79"/>
                  </a:lnTo>
                  <a:lnTo>
                    <a:pt x="262" y="79"/>
                  </a:lnTo>
                  <a:lnTo>
                    <a:pt x="262" y="79"/>
                  </a:lnTo>
                  <a:lnTo>
                    <a:pt x="262" y="79"/>
                  </a:lnTo>
                  <a:lnTo>
                    <a:pt x="264" y="77"/>
                  </a:lnTo>
                  <a:lnTo>
                    <a:pt x="266" y="77"/>
                  </a:lnTo>
                  <a:lnTo>
                    <a:pt x="266" y="75"/>
                  </a:lnTo>
                  <a:lnTo>
                    <a:pt x="266" y="75"/>
                  </a:lnTo>
                  <a:lnTo>
                    <a:pt x="266" y="75"/>
                  </a:lnTo>
                  <a:lnTo>
                    <a:pt x="266" y="75"/>
                  </a:lnTo>
                  <a:lnTo>
                    <a:pt x="266" y="73"/>
                  </a:lnTo>
                  <a:lnTo>
                    <a:pt x="266" y="73"/>
                  </a:lnTo>
                  <a:lnTo>
                    <a:pt x="266" y="73"/>
                  </a:lnTo>
                  <a:lnTo>
                    <a:pt x="266" y="71"/>
                  </a:lnTo>
                  <a:lnTo>
                    <a:pt x="266" y="71"/>
                  </a:lnTo>
                  <a:lnTo>
                    <a:pt x="268" y="71"/>
                  </a:lnTo>
                  <a:lnTo>
                    <a:pt x="268" y="71"/>
                  </a:lnTo>
                  <a:lnTo>
                    <a:pt x="268" y="71"/>
                  </a:lnTo>
                  <a:lnTo>
                    <a:pt x="268" y="73"/>
                  </a:lnTo>
                  <a:lnTo>
                    <a:pt x="268" y="73"/>
                  </a:lnTo>
                  <a:lnTo>
                    <a:pt x="268" y="73"/>
                  </a:lnTo>
                  <a:lnTo>
                    <a:pt x="268" y="73"/>
                  </a:lnTo>
                  <a:lnTo>
                    <a:pt x="268" y="75"/>
                  </a:lnTo>
                  <a:lnTo>
                    <a:pt x="268" y="75"/>
                  </a:lnTo>
                  <a:lnTo>
                    <a:pt x="268" y="75"/>
                  </a:lnTo>
                  <a:lnTo>
                    <a:pt x="270" y="75"/>
                  </a:lnTo>
                  <a:lnTo>
                    <a:pt x="270" y="75"/>
                  </a:lnTo>
                  <a:lnTo>
                    <a:pt x="270" y="75"/>
                  </a:lnTo>
                  <a:lnTo>
                    <a:pt x="272" y="75"/>
                  </a:lnTo>
                  <a:lnTo>
                    <a:pt x="272" y="75"/>
                  </a:lnTo>
                  <a:lnTo>
                    <a:pt x="272" y="75"/>
                  </a:lnTo>
                  <a:lnTo>
                    <a:pt x="272" y="75"/>
                  </a:lnTo>
                  <a:lnTo>
                    <a:pt x="272" y="73"/>
                  </a:lnTo>
                  <a:lnTo>
                    <a:pt x="270" y="73"/>
                  </a:lnTo>
                  <a:lnTo>
                    <a:pt x="270" y="73"/>
                  </a:lnTo>
                  <a:lnTo>
                    <a:pt x="270" y="73"/>
                  </a:lnTo>
                  <a:lnTo>
                    <a:pt x="272" y="73"/>
                  </a:lnTo>
                  <a:lnTo>
                    <a:pt x="272" y="71"/>
                  </a:lnTo>
                  <a:lnTo>
                    <a:pt x="272" y="71"/>
                  </a:lnTo>
                  <a:lnTo>
                    <a:pt x="272" y="71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7"/>
                  </a:lnTo>
                  <a:lnTo>
                    <a:pt x="272" y="67"/>
                  </a:lnTo>
                  <a:lnTo>
                    <a:pt x="272" y="67"/>
                  </a:lnTo>
                  <a:lnTo>
                    <a:pt x="270" y="65"/>
                  </a:lnTo>
                  <a:lnTo>
                    <a:pt x="270" y="65"/>
                  </a:lnTo>
                  <a:lnTo>
                    <a:pt x="270" y="65"/>
                  </a:lnTo>
                  <a:lnTo>
                    <a:pt x="268" y="65"/>
                  </a:lnTo>
                  <a:lnTo>
                    <a:pt x="268" y="63"/>
                  </a:lnTo>
                  <a:lnTo>
                    <a:pt x="268" y="63"/>
                  </a:lnTo>
                  <a:lnTo>
                    <a:pt x="268" y="63"/>
                  </a:lnTo>
                  <a:lnTo>
                    <a:pt x="266" y="63"/>
                  </a:lnTo>
                  <a:lnTo>
                    <a:pt x="266" y="63"/>
                  </a:lnTo>
                  <a:lnTo>
                    <a:pt x="266" y="63"/>
                  </a:lnTo>
                  <a:lnTo>
                    <a:pt x="266" y="63"/>
                  </a:lnTo>
                  <a:lnTo>
                    <a:pt x="266" y="63"/>
                  </a:lnTo>
                  <a:lnTo>
                    <a:pt x="266" y="63"/>
                  </a:lnTo>
                  <a:lnTo>
                    <a:pt x="264" y="63"/>
                  </a:lnTo>
                  <a:lnTo>
                    <a:pt x="262" y="63"/>
                  </a:lnTo>
                  <a:lnTo>
                    <a:pt x="262" y="63"/>
                  </a:lnTo>
                  <a:lnTo>
                    <a:pt x="262" y="63"/>
                  </a:lnTo>
                  <a:lnTo>
                    <a:pt x="262" y="61"/>
                  </a:lnTo>
                  <a:lnTo>
                    <a:pt x="262" y="61"/>
                  </a:lnTo>
                  <a:lnTo>
                    <a:pt x="262" y="59"/>
                  </a:lnTo>
                  <a:lnTo>
                    <a:pt x="264" y="59"/>
                  </a:lnTo>
                  <a:lnTo>
                    <a:pt x="264" y="59"/>
                  </a:lnTo>
                  <a:lnTo>
                    <a:pt x="264" y="57"/>
                  </a:lnTo>
                  <a:lnTo>
                    <a:pt x="264" y="57"/>
                  </a:lnTo>
                  <a:lnTo>
                    <a:pt x="266" y="59"/>
                  </a:lnTo>
                  <a:lnTo>
                    <a:pt x="266" y="59"/>
                  </a:lnTo>
                  <a:lnTo>
                    <a:pt x="266" y="59"/>
                  </a:lnTo>
                  <a:lnTo>
                    <a:pt x="266" y="59"/>
                  </a:lnTo>
                  <a:lnTo>
                    <a:pt x="266" y="59"/>
                  </a:lnTo>
                  <a:lnTo>
                    <a:pt x="266" y="57"/>
                  </a:lnTo>
                  <a:lnTo>
                    <a:pt x="268" y="57"/>
                  </a:lnTo>
                  <a:lnTo>
                    <a:pt x="270" y="55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72" y="52"/>
                  </a:lnTo>
                  <a:lnTo>
                    <a:pt x="272" y="52"/>
                  </a:lnTo>
                  <a:lnTo>
                    <a:pt x="272" y="5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6" y="52"/>
                  </a:lnTo>
                  <a:lnTo>
                    <a:pt x="276" y="52"/>
                  </a:lnTo>
                  <a:lnTo>
                    <a:pt x="276" y="53"/>
                  </a:lnTo>
                  <a:lnTo>
                    <a:pt x="276" y="53"/>
                  </a:lnTo>
                  <a:lnTo>
                    <a:pt x="278" y="53"/>
                  </a:lnTo>
                  <a:lnTo>
                    <a:pt x="282" y="52"/>
                  </a:lnTo>
                  <a:lnTo>
                    <a:pt x="284" y="52"/>
                  </a:lnTo>
                  <a:lnTo>
                    <a:pt x="284" y="50"/>
                  </a:lnTo>
                  <a:lnTo>
                    <a:pt x="284" y="50"/>
                  </a:lnTo>
                  <a:lnTo>
                    <a:pt x="284" y="50"/>
                  </a:lnTo>
                  <a:lnTo>
                    <a:pt x="284" y="50"/>
                  </a:lnTo>
                  <a:lnTo>
                    <a:pt x="284" y="50"/>
                  </a:lnTo>
                  <a:lnTo>
                    <a:pt x="284" y="50"/>
                  </a:lnTo>
                  <a:lnTo>
                    <a:pt x="282" y="48"/>
                  </a:lnTo>
                  <a:lnTo>
                    <a:pt x="282" y="48"/>
                  </a:lnTo>
                  <a:lnTo>
                    <a:pt x="280" y="46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82" y="46"/>
                  </a:lnTo>
                  <a:lnTo>
                    <a:pt x="282" y="46"/>
                  </a:lnTo>
                  <a:lnTo>
                    <a:pt x="282" y="46"/>
                  </a:lnTo>
                  <a:lnTo>
                    <a:pt x="284" y="46"/>
                  </a:lnTo>
                  <a:lnTo>
                    <a:pt x="284" y="46"/>
                  </a:lnTo>
                  <a:lnTo>
                    <a:pt x="284" y="46"/>
                  </a:lnTo>
                  <a:lnTo>
                    <a:pt x="284" y="46"/>
                  </a:lnTo>
                  <a:lnTo>
                    <a:pt x="284" y="46"/>
                  </a:lnTo>
                  <a:lnTo>
                    <a:pt x="284" y="44"/>
                  </a:lnTo>
                  <a:lnTo>
                    <a:pt x="284" y="44"/>
                  </a:lnTo>
                  <a:lnTo>
                    <a:pt x="284" y="44"/>
                  </a:lnTo>
                  <a:lnTo>
                    <a:pt x="284" y="44"/>
                  </a:lnTo>
                  <a:lnTo>
                    <a:pt x="286" y="44"/>
                  </a:lnTo>
                  <a:lnTo>
                    <a:pt x="286" y="44"/>
                  </a:lnTo>
                  <a:lnTo>
                    <a:pt x="288" y="44"/>
                  </a:lnTo>
                  <a:lnTo>
                    <a:pt x="290" y="46"/>
                  </a:lnTo>
                  <a:lnTo>
                    <a:pt x="290" y="46"/>
                  </a:lnTo>
                  <a:lnTo>
                    <a:pt x="290" y="46"/>
                  </a:lnTo>
                  <a:lnTo>
                    <a:pt x="290" y="46"/>
                  </a:lnTo>
                  <a:lnTo>
                    <a:pt x="292" y="46"/>
                  </a:lnTo>
                  <a:lnTo>
                    <a:pt x="292" y="46"/>
                  </a:lnTo>
                  <a:lnTo>
                    <a:pt x="290" y="48"/>
                  </a:lnTo>
                  <a:lnTo>
                    <a:pt x="290" y="48"/>
                  </a:lnTo>
                  <a:lnTo>
                    <a:pt x="290" y="48"/>
                  </a:lnTo>
                  <a:lnTo>
                    <a:pt x="290" y="48"/>
                  </a:lnTo>
                  <a:lnTo>
                    <a:pt x="290" y="50"/>
                  </a:lnTo>
                  <a:lnTo>
                    <a:pt x="288" y="50"/>
                  </a:lnTo>
                  <a:lnTo>
                    <a:pt x="284" y="53"/>
                  </a:lnTo>
                  <a:lnTo>
                    <a:pt x="284" y="53"/>
                  </a:lnTo>
                  <a:lnTo>
                    <a:pt x="284" y="55"/>
                  </a:lnTo>
                  <a:lnTo>
                    <a:pt x="284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7"/>
                  </a:lnTo>
                  <a:lnTo>
                    <a:pt x="282" y="57"/>
                  </a:lnTo>
                  <a:lnTo>
                    <a:pt x="282" y="57"/>
                  </a:lnTo>
                  <a:lnTo>
                    <a:pt x="282" y="59"/>
                  </a:lnTo>
                  <a:lnTo>
                    <a:pt x="282" y="59"/>
                  </a:lnTo>
                  <a:lnTo>
                    <a:pt x="282" y="59"/>
                  </a:lnTo>
                  <a:lnTo>
                    <a:pt x="282" y="59"/>
                  </a:lnTo>
                  <a:lnTo>
                    <a:pt x="280" y="59"/>
                  </a:lnTo>
                  <a:lnTo>
                    <a:pt x="280" y="61"/>
                  </a:lnTo>
                  <a:lnTo>
                    <a:pt x="280" y="61"/>
                  </a:lnTo>
                  <a:lnTo>
                    <a:pt x="280" y="61"/>
                  </a:lnTo>
                  <a:lnTo>
                    <a:pt x="282" y="63"/>
                  </a:lnTo>
                  <a:lnTo>
                    <a:pt x="282" y="63"/>
                  </a:lnTo>
                  <a:lnTo>
                    <a:pt x="282" y="63"/>
                  </a:lnTo>
                  <a:lnTo>
                    <a:pt x="280" y="63"/>
                  </a:lnTo>
                  <a:lnTo>
                    <a:pt x="280" y="65"/>
                  </a:lnTo>
                  <a:lnTo>
                    <a:pt x="280" y="65"/>
                  </a:lnTo>
                  <a:lnTo>
                    <a:pt x="280" y="65"/>
                  </a:lnTo>
                  <a:lnTo>
                    <a:pt x="280" y="65"/>
                  </a:lnTo>
                  <a:lnTo>
                    <a:pt x="280" y="65"/>
                  </a:lnTo>
                  <a:lnTo>
                    <a:pt x="280" y="67"/>
                  </a:lnTo>
                  <a:lnTo>
                    <a:pt x="280" y="67"/>
                  </a:lnTo>
                  <a:lnTo>
                    <a:pt x="280" y="67"/>
                  </a:lnTo>
                  <a:lnTo>
                    <a:pt x="280" y="67"/>
                  </a:lnTo>
                  <a:lnTo>
                    <a:pt x="280" y="69"/>
                  </a:lnTo>
                  <a:lnTo>
                    <a:pt x="280" y="69"/>
                  </a:lnTo>
                  <a:lnTo>
                    <a:pt x="280" y="69"/>
                  </a:lnTo>
                  <a:lnTo>
                    <a:pt x="280" y="69"/>
                  </a:lnTo>
                  <a:lnTo>
                    <a:pt x="280" y="69"/>
                  </a:lnTo>
                  <a:lnTo>
                    <a:pt x="280" y="69"/>
                  </a:lnTo>
                  <a:lnTo>
                    <a:pt x="280" y="71"/>
                  </a:lnTo>
                  <a:lnTo>
                    <a:pt x="280" y="71"/>
                  </a:lnTo>
                  <a:lnTo>
                    <a:pt x="280" y="71"/>
                  </a:lnTo>
                  <a:lnTo>
                    <a:pt x="282" y="71"/>
                  </a:lnTo>
                  <a:lnTo>
                    <a:pt x="282" y="69"/>
                  </a:lnTo>
                  <a:lnTo>
                    <a:pt x="282" y="71"/>
                  </a:lnTo>
                  <a:lnTo>
                    <a:pt x="282" y="71"/>
                  </a:lnTo>
                  <a:lnTo>
                    <a:pt x="282" y="71"/>
                  </a:lnTo>
                  <a:lnTo>
                    <a:pt x="282" y="73"/>
                  </a:lnTo>
                  <a:lnTo>
                    <a:pt x="282" y="73"/>
                  </a:lnTo>
                  <a:lnTo>
                    <a:pt x="282" y="73"/>
                  </a:lnTo>
                  <a:lnTo>
                    <a:pt x="282" y="75"/>
                  </a:lnTo>
                  <a:lnTo>
                    <a:pt x="280" y="75"/>
                  </a:lnTo>
                  <a:lnTo>
                    <a:pt x="280" y="75"/>
                  </a:lnTo>
                  <a:lnTo>
                    <a:pt x="280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4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6" y="77"/>
                  </a:lnTo>
                  <a:lnTo>
                    <a:pt x="286" y="77"/>
                  </a:lnTo>
                  <a:lnTo>
                    <a:pt x="286" y="77"/>
                  </a:lnTo>
                  <a:lnTo>
                    <a:pt x="286" y="79"/>
                  </a:lnTo>
                  <a:lnTo>
                    <a:pt x="286" y="79"/>
                  </a:lnTo>
                  <a:lnTo>
                    <a:pt x="286" y="79"/>
                  </a:lnTo>
                  <a:lnTo>
                    <a:pt x="288" y="79"/>
                  </a:lnTo>
                  <a:lnTo>
                    <a:pt x="288" y="79"/>
                  </a:lnTo>
                  <a:lnTo>
                    <a:pt x="288" y="79"/>
                  </a:lnTo>
                  <a:lnTo>
                    <a:pt x="288" y="81"/>
                  </a:lnTo>
                  <a:lnTo>
                    <a:pt x="288" y="81"/>
                  </a:lnTo>
                  <a:lnTo>
                    <a:pt x="288" y="81"/>
                  </a:lnTo>
                  <a:lnTo>
                    <a:pt x="288" y="81"/>
                  </a:lnTo>
                  <a:lnTo>
                    <a:pt x="290" y="83"/>
                  </a:lnTo>
                  <a:lnTo>
                    <a:pt x="292" y="83"/>
                  </a:lnTo>
                  <a:lnTo>
                    <a:pt x="292" y="83"/>
                  </a:lnTo>
                  <a:lnTo>
                    <a:pt x="292" y="83"/>
                  </a:lnTo>
                  <a:lnTo>
                    <a:pt x="292" y="81"/>
                  </a:lnTo>
                  <a:lnTo>
                    <a:pt x="292" y="81"/>
                  </a:lnTo>
                  <a:lnTo>
                    <a:pt x="294" y="79"/>
                  </a:lnTo>
                  <a:lnTo>
                    <a:pt x="294" y="79"/>
                  </a:lnTo>
                  <a:lnTo>
                    <a:pt x="294" y="77"/>
                  </a:lnTo>
                  <a:lnTo>
                    <a:pt x="294" y="77"/>
                  </a:lnTo>
                  <a:lnTo>
                    <a:pt x="294" y="75"/>
                  </a:lnTo>
                  <a:lnTo>
                    <a:pt x="294" y="73"/>
                  </a:lnTo>
                  <a:lnTo>
                    <a:pt x="292" y="73"/>
                  </a:lnTo>
                  <a:lnTo>
                    <a:pt x="292" y="69"/>
                  </a:lnTo>
                  <a:lnTo>
                    <a:pt x="292" y="69"/>
                  </a:lnTo>
                  <a:lnTo>
                    <a:pt x="292" y="69"/>
                  </a:lnTo>
                  <a:lnTo>
                    <a:pt x="292" y="69"/>
                  </a:lnTo>
                  <a:lnTo>
                    <a:pt x="292" y="69"/>
                  </a:lnTo>
                  <a:lnTo>
                    <a:pt x="294" y="69"/>
                  </a:lnTo>
                  <a:lnTo>
                    <a:pt x="296" y="69"/>
                  </a:lnTo>
                  <a:lnTo>
                    <a:pt x="298" y="69"/>
                  </a:lnTo>
                  <a:lnTo>
                    <a:pt x="300" y="69"/>
                  </a:lnTo>
                  <a:lnTo>
                    <a:pt x="300" y="69"/>
                  </a:lnTo>
                  <a:lnTo>
                    <a:pt x="300" y="69"/>
                  </a:lnTo>
                  <a:lnTo>
                    <a:pt x="304" y="73"/>
                  </a:lnTo>
                  <a:lnTo>
                    <a:pt x="304" y="73"/>
                  </a:lnTo>
                  <a:lnTo>
                    <a:pt x="304" y="73"/>
                  </a:lnTo>
                  <a:lnTo>
                    <a:pt x="304" y="73"/>
                  </a:lnTo>
                  <a:lnTo>
                    <a:pt x="304" y="75"/>
                  </a:lnTo>
                  <a:lnTo>
                    <a:pt x="304" y="77"/>
                  </a:lnTo>
                  <a:lnTo>
                    <a:pt x="304" y="77"/>
                  </a:lnTo>
                  <a:lnTo>
                    <a:pt x="304" y="77"/>
                  </a:lnTo>
                  <a:lnTo>
                    <a:pt x="304" y="77"/>
                  </a:lnTo>
                  <a:lnTo>
                    <a:pt x="304" y="79"/>
                  </a:lnTo>
                  <a:lnTo>
                    <a:pt x="304" y="79"/>
                  </a:lnTo>
                  <a:lnTo>
                    <a:pt x="304" y="79"/>
                  </a:lnTo>
                  <a:lnTo>
                    <a:pt x="302" y="81"/>
                  </a:lnTo>
                  <a:lnTo>
                    <a:pt x="302" y="81"/>
                  </a:lnTo>
                  <a:lnTo>
                    <a:pt x="302" y="81"/>
                  </a:lnTo>
                  <a:lnTo>
                    <a:pt x="302" y="81"/>
                  </a:lnTo>
                  <a:lnTo>
                    <a:pt x="300" y="81"/>
                  </a:lnTo>
                  <a:lnTo>
                    <a:pt x="298" y="83"/>
                  </a:lnTo>
                  <a:lnTo>
                    <a:pt x="298" y="83"/>
                  </a:lnTo>
                  <a:lnTo>
                    <a:pt x="294" y="89"/>
                  </a:lnTo>
                  <a:lnTo>
                    <a:pt x="292" y="91"/>
                  </a:lnTo>
                  <a:lnTo>
                    <a:pt x="290" y="91"/>
                  </a:lnTo>
                  <a:lnTo>
                    <a:pt x="290" y="91"/>
                  </a:lnTo>
                  <a:lnTo>
                    <a:pt x="290" y="91"/>
                  </a:lnTo>
                  <a:lnTo>
                    <a:pt x="290" y="91"/>
                  </a:lnTo>
                  <a:lnTo>
                    <a:pt x="288" y="91"/>
                  </a:lnTo>
                  <a:lnTo>
                    <a:pt x="288" y="93"/>
                  </a:lnTo>
                  <a:lnTo>
                    <a:pt x="286" y="93"/>
                  </a:lnTo>
                  <a:lnTo>
                    <a:pt x="286" y="93"/>
                  </a:lnTo>
                  <a:lnTo>
                    <a:pt x="284" y="93"/>
                  </a:lnTo>
                  <a:lnTo>
                    <a:pt x="282" y="93"/>
                  </a:lnTo>
                  <a:lnTo>
                    <a:pt x="282" y="93"/>
                  </a:lnTo>
                  <a:lnTo>
                    <a:pt x="282" y="93"/>
                  </a:lnTo>
                  <a:lnTo>
                    <a:pt x="284" y="99"/>
                  </a:lnTo>
                  <a:lnTo>
                    <a:pt x="284" y="99"/>
                  </a:lnTo>
                  <a:lnTo>
                    <a:pt x="286" y="99"/>
                  </a:lnTo>
                  <a:lnTo>
                    <a:pt x="286" y="101"/>
                  </a:lnTo>
                  <a:lnTo>
                    <a:pt x="294" y="99"/>
                  </a:lnTo>
                  <a:lnTo>
                    <a:pt x="296" y="99"/>
                  </a:lnTo>
                  <a:lnTo>
                    <a:pt x="296" y="99"/>
                  </a:lnTo>
                  <a:lnTo>
                    <a:pt x="300" y="101"/>
                  </a:lnTo>
                  <a:lnTo>
                    <a:pt x="300" y="101"/>
                  </a:lnTo>
                  <a:lnTo>
                    <a:pt x="302" y="101"/>
                  </a:lnTo>
                  <a:lnTo>
                    <a:pt x="304" y="103"/>
                  </a:lnTo>
                  <a:lnTo>
                    <a:pt x="304" y="103"/>
                  </a:lnTo>
                  <a:lnTo>
                    <a:pt x="304" y="105"/>
                  </a:lnTo>
                  <a:lnTo>
                    <a:pt x="306" y="105"/>
                  </a:lnTo>
                  <a:lnTo>
                    <a:pt x="306" y="105"/>
                  </a:lnTo>
                  <a:lnTo>
                    <a:pt x="306" y="105"/>
                  </a:lnTo>
                  <a:lnTo>
                    <a:pt x="306" y="103"/>
                  </a:lnTo>
                  <a:lnTo>
                    <a:pt x="306" y="103"/>
                  </a:lnTo>
                  <a:lnTo>
                    <a:pt x="307" y="103"/>
                  </a:lnTo>
                  <a:lnTo>
                    <a:pt x="307" y="105"/>
                  </a:lnTo>
                  <a:lnTo>
                    <a:pt x="309" y="105"/>
                  </a:lnTo>
                  <a:lnTo>
                    <a:pt x="309" y="105"/>
                  </a:lnTo>
                  <a:lnTo>
                    <a:pt x="311" y="105"/>
                  </a:lnTo>
                  <a:lnTo>
                    <a:pt x="309" y="107"/>
                  </a:lnTo>
                  <a:lnTo>
                    <a:pt x="311" y="107"/>
                  </a:lnTo>
                  <a:lnTo>
                    <a:pt x="311" y="108"/>
                  </a:lnTo>
                  <a:lnTo>
                    <a:pt x="311" y="108"/>
                  </a:lnTo>
                  <a:lnTo>
                    <a:pt x="311" y="108"/>
                  </a:lnTo>
                  <a:lnTo>
                    <a:pt x="313" y="108"/>
                  </a:lnTo>
                  <a:lnTo>
                    <a:pt x="315" y="108"/>
                  </a:lnTo>
                  <a:lnTo>
                    <a:pt x="315" y="108"/>
                  </a:lnTo>
                  <a:lnTo>
                    <a:pt x="315" y="108"/>
                  </a:lnTo>
                  <a:lnTo>
                    <a:pt x="315" y="110"/>
                  </a:lnTo>
                  <a:lnTo>
                    <a:pt x="313" y="110"/>
                  </a:lnTo>
                  <a:lnTo>
                    <a:pt x="313" y="110"/>
                  </a:lnTo>
                  <a:lnTo>
                    <a:pt x="313" y="110"/>
                  </a:lnTo>
                  <a:lnTo>
                    <a:pt x="313" y="110"/>
                  </a:lnTo>
                  <a:lnTo>
                    <a:pt x="311" y="112"/>
                  </a:lnTo>
                  <a:lnTo>
                    <a:pt x="311" y="112"/>
                  </a:lnTo>
                  <a:lnTo>
                    <a:pt x="311" y="114"/>
                  </a:lnTo>
                  <a:lnTo>
                    <a:pt x="313" y="112"/>
                  </a:lnTo>
                  <a:lnTo>
                    <a:pt x="315" y="112"/>
                  </a:lnTo>
                  <a:lnTo>
                    <a:pt x="315" y="112"/>
                  </a:lnTo>
                  <a:lnTo>
                    <a:pt x="315" y="114"/>
                  </a:lnTo>
                  <a:lnTo>
                    <a:pt x="315" y="114"/>
                  </a:lnTo>
                  <a:lnTo>
                    <a:pt x="313" y="116"/>
                  </a:lnTo>
                  <a:lnTo>
                    <a:pt x="315" y="116"/>
                  </a:lnTo>
                  <a:lnTo>
                    <a:pt x="317" y="116"/>
                  </a:lnTo>
                  <a:lnTo>
                    <a:pt x="317" y="116"/>
                  </a:lnTo>
                  <a:lnTo>
                    <a:pt x="317" y="116"/>
                  </a:lnTo>
                  <a:lnTo>
                    <a:pt x="317" y="116"/>
                  </a:lnTo>
                  <a:lnTo>
                    <a:pt x="317" y="116"/>
                  </a:lnTo>
                  <a:lnTo>
                    <a:pt x="317" y="118"/>
                  </a:lnTo>
                  <a:lnTo>
                    <a:pt x="319" y="120"/>
                  </a:lnTo>
                  <a:lnTo>
                    <a:pt x="319" y="120"/>
                  </a:lnTo>
                  <a:lnTo>
                    <a:pt x="319" y="120"/>
                  </a:lnTo>
                  <a:lnTo>
                    <a:pt x="319" y="122"/>
                  </a:lnTo>
                  <a:lnTo>
                    <a:pt x="319" y="122"/>
                  </a:lnTo>
                  <a:lnTo>
                    <a:pt x="319" y="122"/>
                  </a:lnTo>
                  <a:lnTo>
                    <a:pt x="321" y="122"/>
                  </a:lnTo>
                  <a:lnTo>
                    <a:pt x="321" y="124"/>
                  </a:lnTo>
                  <a:lnTo>
                    <a:pt x="321" y="124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7" y="128"/>
                  </a:lnTo>
                  <a:lnTo>
                    <a:pt x="317" y="128"/>
                  </a:lnTo>
                  <a:lnTo>
                    <a:pt x="317" y="128"/>
                  </a:lnTo>
                  <a:lnTo>
                    <a:pt x="317" y="128"/>
                  </a:lnTo>
                  <a:lnTo>
                    <a:pt x="315" y="128"/>
                  </a:lnTo>
                  <a:lnTo>
                    <a:pt x="315" y="128"/>
                  </a:lnTo>
                  <a:lnTo>
                    <a:pt x="315" y="128"/>
                  </a:lnTo>
                  <a:lnTo>
                    <a:pt x="315" y="128"/>
                  </a:lnTo>
                  <a:lnTo>
                    <a:pt x="313" y="130"/>
                  </a:lnTo>
                  <a:lnTo>
                    <a:pt x="311" y="130"/>
                  </a:lnTo>
                  <a:lnTo>
                    <a:pt x="311" y="130"/>
                  </a:lnTo>
                  <a:lnTo>
                    <a:pt x="309" y="130"/>
                  </a:lnTo>
                  <a:lnTo>
                    <a:pt x="309" y="132"/>
                  </a:lnTo>
                  <a:lnTo>
                    <a:pt x="309" y="132"/>
                  </a:lnTo>
                  <a:lnTo>
                    <a:pt x="307" y="132"/>
                  </a:lnTo>
                  <a:lnTo>
                    <a:pt x="307" y="132"/>
                  </a:lnTo>
                  <a:lnTo>
                    <a:pt x="307" y="134"/>
                  </a:lnTo>
                  <a:lnTo>
                    <a:pt x="307" y="134"/>
                  </a:lnTo>
                  <a:lnTo>
                    <a:pt x="307" y="136"/>
                  </a:lnTo>
                  <a:lnTo>
                    <a:pt x="306" y="136"/>
                  </a:lnTo>
                  <a:lnTo>
                    <a:pt x="306" y="136"/>
                  </a:lnTo>
                  <a:lnTo>
                    <a:pt x="304" y="138"/>
                  </a:lnTo>
                  <a:lnTo>
                    <a:pt x="304" y="138"/>
                  </a:lnTo>
                  <a:lnTo>
                    <a:pt x="304" y="138"/>
                  </a:lnTo>
                  <a:lnTo>
                    <a:pt x="304" y="140"/>
                  </a:lnTo>
                  <a:lnTo>
                    <a:pt x="302" y="140"/>
                  </a:lnTo>
                  <a:lnTo>
                    <a:pt x="302" y="142"/>
                  </a:lnTo>
                  <a:lnTo>
                    <a:pt x="300" y="142"/>
                  </a:lnTo>
                  <a:lnTo>
                    <a:pt x="298" y="144"/>
                  </a:lnTo>
                  <a:lnTo>
                    <a:pt x="292" y="144"/>
                  </a:lnTo>
                  <a:lnTo>
                    <a:pt x="292" y="144"/>
                  </a:lnTo>
                  <a:lnTo>
                    <a:pt x="292" y="144"/>
                  </a:lnTo>
                  <a:lnTo>
                    <a:pt x="290" y="146"/>
                  </a:lnTo>
                  <a:lnTo>
                    <a:pt x="290" y="146"/>
                  </a:lnTo>
                  <a:lnTo>
                    <a:pt x="290" y="146"/>
                  </a:lnTo>
                  <a:lnTo>
                    <a:pt x="290" y="148"/>
                  </a:lnTo>
                  <a:lnTo>
                    <a:pt x="288" y="148"/>
                  </a:lnTo>
                  <a:lnTo>
                    <a:pt x="286" y="148"/>
                  </a:lnTo>
                  <a:lnTo>
                    <a:pt x="286" y="150"/>
                  </a:lnTo>
                  <a:lnTo>
                    <a:pt x="284" y="150"/>
                  </a:lnTo>
                  <a:lnTo>
                    <a:pt x="284" y="150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2" y="152"/>
                  </a:lnTo>
                  <a:lnTo>
                    <a:pt x="280" y="152"/>
                  </a:lnTo>
                  <a:lnTo>
                    <a:pt x="280" y="152"/>
                  </a:lnTo>
                  <a:lnTo>
                    <a:pt x="280" y="152"/>
                  </a:lnTo>
                  <a:lnTo>
                    <a:pt x="280" y="152"/>
                  </a:lnTo>
                  <a:lnTo>
                    <a:pt x="278" y="150"/>
                  </a:lnTo>
                  <a:lnTo>
                    <a:pt x="278" y="150"/>
                  </a:lnTo>
                  <a:lnTo>
                    <a:pt x="276" y="150"/>
                  </a:lnTo>
                  <a:lnTo>
                    <a:pt x="276" y="150"/>
                  </a:lnTo>
                  <a:lnTo>
                    <a:pt x="274" y="150"/>
                  </a:lnTo>
                  <a:lnTo>
                    <a:pt x="274" y="150"/>
                  </a:lnTo>
                  <a:lnTo>
                    <a:pt x="272" y="152"/>
                  </a:lnTo>
                  <a:lnTo>
                    <a:pt x="272" y="152"/>
                  </a:lnTo>
                  <a:lnTo>
                    <a:pt x="272" y="152"/>
                  </a:lnTo>
                  <a:lnTo>
                    <a:pt x="272" y="152"/>
                  </a:lnTo>
                  <a:lnTo>
                    <a:pt x="272" y="152"/>
                  </a:lnTo>
                  <a:lnTo>
                    <a:pt x="268" y="152"/>
                  </a:lnTo>
                  <a:lnTo>
                    <a:pt x="264" y="152"/>
                  </a:lnTo>
                  <a:lnTo>
                    <a:pt x="262" y="152"/>
                  </a:lnTo>
                  <a:lnTo>
                    <a:pt x="262" y="152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6"/>
                  </a:lnTo>
                  <a:lnTo>
                    <a:pt x="262" y="156"/>
                  </a:lnTo>
                  <a:lnTo>
                    <a:pt x="264" y="158"/>
                  </a:lnTo>
                  <a:lnTo>
                    <a:pt x="264" y="158"/>
                  </a:lnTo>
                  <a:lnTo>
                    <a:pt x="266" y="160"/>
                  </a:lnTo>
                  <a:lnTo>
                    <a:pt x="266" y="160"/>
                  </a:lnTo>
                  <a:lnTo>
                    <a:pt x="266" y="160"/>
                  </a:lnTo>
                  <a:lnTo>
                    <a:pt x="266" y="160"/>
                  </a:lnTo>
                  <a:lnTo>
                    <a:pt x="266" y="161"/>
                  </a:lnTo>
                  <a:lnTo>
                    <a:pt x="266" y="161"/>
                  </a:lnTo>
                  <a:lnTo>
                    <a:pt x="266" y="161"/>
                  </a:lnTo>
                  <a:lnTo>
                    <a:pt x="266" y="161"/>
                  </a:lnTo>
                  <a:lnTo>
                    <a:pt x="266" y="161"/>
                  </a:lnTo>
                  <a:lnTo>
                    <a:pt x="266" y="161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6" y="163"/>
                  </a:lnTo>
                  <a:lnTo>
                    <a:pt x="268" y="163"/>
                  </a:lnTo>
                  <a:lnTo>
                    <a:pt x="268" y="163"/>
                  </a:lnTo>
                  <a:lnTo>
                    <a:pt x="268" y="163"/>
                  </a:lnTo>
                  <a:lnTo>
                    <a:pt x="270" y="165"/>
                  </a:lnTo>
                  <a:lnTo>
                    <a:pt x="270" y="165"/>
                  </a:lnTo>
                  <a:lnTo>
                    <a:pt x="270" y="165"/>
                  </a:lnTo>
                  <a:lnTo>
                    <a:pt x="272" y="167"/>
                  </a:lnTo>
                  <a:lnTo>
                    <a:pt x="272" y="167"/>
                  </a:lnTo>
                  <a:lnTo>
                    <a:pt x="272" y="167"/>
                  </a:lnTo>
                  <a:lnTo>
                    <a:pt x="272" y="167"/>
                  </a:lnTo>
                  <a:lnTo>
                    <a:pt x="272" y="171"/>
                  </a:lnTo>
                  <a:lnTo>
                    <a:pt x="272" y="173"/>
                  </a:lnTo>
                  <a:lnTo>
                    <a:pt x="272" y="173"/>
                  </a:lnTo>
                  <a:lnTo>
                    <a:pt x="272" y="173"/>
                  </a:lnTo>
                  <a:lnTo>
                    <a:pt x="272" y="173"/>
                  </a:lnTo>
                  <a:lnTo>
                    <a:pt x="272" y="173"/>
                  </a:lnTo>
                  <a:lnTo>
                    <a:pt x="272" y="175"/>
                  </a:lnTo>
                  <a:lnTo>
                    <a:pt x="272" y="175"/>
                  </a:lnTo>
                  <a:lnTo>
                    <a:pt x="274" y="175"/>
                  </a:lnTo>
                  <a:lnTo>
                    <a:pt x="274" y="175"/>
                  </a:lnTo>
                  <a:lnTo>
                    <a:pt x="278" y="175"/>
                  </a:lnTo>
                  <a:lnTo>
                    <a:pt x="280" y="175"/>
                  </a:lnTo>
                  <a:lnTo>
                    <a:pt x="274" y="181"/>
                  </a:lnTo>
                  <a:lnTo>
                    <a:pt x="274" y="181"/>
                  </a:lnTo>
                  <a:lnTo>
                    <a:pt x="276" y="181"/>
                  </a:lnTo>
                  <a:lnTo>
                    <a:pt x="276" y="183"/>
                  </a:lnTo>
                  <a:lnTo>
                    <a:pt x="276" y="183"/>
                  </a:lnTo>
                  <a:lnTo>
                    <a:pt x="274" y="185"/>
                  </a:lnTo>
                  <a:lnTo>
                    <a:pt x="274" y="185"/>
                  </a:lnTo>
                  <a:lnTo>
                    <a:pt x="274" y="185"/>
                  </a:lnTo>
                  <a:lnTo>
                    <a:pt x="274" y="185"/>
                  </a:lnTo>
                  <a:lnTo>
                    <a:pt x="274" y="185"/>
                  </a:lnTo>
                  <a:lnTo>
                    <a:pt x="274" y="187"/>
                  </a:lnTo>
                  <a:lnTo>
                    <a:pt x="274" y="187"/>
                  </a:lnTo>
                  <a:lnTo>
                    <a:pt x="274" y="187"/>
                  </a:lnTo>
                  <a:lnTo>
                    <a:pt x="274" y="187"/>
                  </a:lnTo>
                  <a:lnTo>
                    <a:pt x="274" y="187"/>
                  </a:lnTo>
                  <a:lnTo>
                    <a:pt x="274" y="189"/>
                  </a:lnTo>
                  <a:lnTo>
                    <a:pt x="274" y="189"/>
                  </a:lnTo>
                  <a:lnTo>
                    <a:pt x="274" y="189"/>
                  </a:lnTo>
                  <a:lnTo>
                    <a:pt x="274" y="191"/>
                  </a:lnTo>
                  <a:lnTo>
                    <a:pt x="272" y="191"/>
                  </a:lnTo>
                  <a:lnTo>
                    <a:pt x="272" y="191"/>
                  </a:lnTo>
                  <a:lnTo>
                    <a:pt x="270" y="193"/>
                  </a:lnTo>
                  <a:lnTo>
                    <a:pt x="270" y="193"/>
                  </a:lnTo>
                  <a:lnTo>
                    <a:pt x="268" y="195"/>
                  </a:lnTo>
                  <a:lnTo>
                    <a:pt x="266" y="197"/>
                  </a:lnTo>
                  <a:lnTo>
                    <a:pt x="264" y="197"/>
                  </a:lnTo>
                  <a:lnTo>
                    <a:pt x="264" y="199"/>
                  </a:lnTo>
                  <a:lnTo>
                    <a:pt x="264" y="199"/>
                  </a:lnTo>
                  <a:lnTo>
                    <a:pt x="264" y="199"/>
                  </a:lnTo>
                  <a:lnTo>
                    <a:pt x="262" y="199"/>
                  </a:lnTo>
                  <a:lnTo>
                    <a:pt x="262" y="199"/>
                  </a:lnTo>
                  <a:lnTo>
                    <a:pt x="262" y="199"/>
                  </a:lnTo>
                  <a:lnTo>
                    <a:pt x="262" y="201"/>
                  </a:lnTo>
                  <a:lnTo>
                    <a:pt x="262" y="201"/>
                  </a:lnTo>
                  <a:lnTo>
                    <a:pt x="262" y="203"/>
                  </a:lnTo>
                  <a:lnTo>
                    <a:pt x="262" y="203"/>
                  </a:lnTo>
                  <a:lnTo>
                    <a:pt x="262" y="203"/>
                  </a:lnTo>
                  <a:lnTo>
                    <a:pt x="262" y="203"/>
                  </a:lnTo>
                  <a:lnTo>
                    <a:pt x="260" y="205"/>
                  </a:lnTo>
                  <a:lnTo>
                    <a:pt x="260" y="205"/>
                  </a:lnTo>
                  <a:lnTo>
                    <a:pt x="260" y="205"/>
                  </a:lnTo>
                  <a:lnTo>
                    <a:pt x="258" y="205"/>
                  </a:lnTo>
                  <a:lnTo>
                    <a:pt x="258" y="205"/>
                  </a:lnTo>
                  <a:lnTo>
                    <a:pt x="258" y="207"/>
                  </a:lnTo>
                  <a:lnTo>
                    <a:pt x="258" y="209"/>
                  </a:lnTo>
                  <a:lnTo>
                    <a:pt x="256" y="209"/>
                  </a:lnTo>
                  <a:lnTo>
                    <a:pt x="256" y="209"/>
                  </a:lnTo>
                  <a:lnTo>
                    <a:pt x="256" y="209"/>
                  </a:lnTo>
                  <a:lnTo>
                    <a:pt x="256" y="211"/>
                  </a:lnTo>
                  <a:lnTo>
                    <a:pt x="256" y="211"/>
                  </a:lnTo>
                  <a:lnTo>
                    <a:pt x="256" y="211"/>
                  </a:lnTo>
                  <a:lnTo>
                    <a:pt x="255" y="213"/>
                  </a:lnTo>
                  <a:lnTo>
                    <a:pt x="255" y="215"/>
                  </a:lnTo>
                  <a:lnTo>
                    <a:pt x="255" y="215"/>
                  </a:lnTo>
                  <a:lnTo>
                    <a:pt x="255" y="216"/>
                  </a:lnTo>
                  <a:lnTo>
                    <a:pt x="256" y="218"/>
                  </a:lnTo>
                  <a:lnTo>
                    <a:pt x="256" y="220"/>
                  </a:lnTo>
                  <a:lnTo>
                    <a:pt x="256" y="220"/>
                  </a:lnTo>
                  <a:lnTo>
                    <a:pt x="256" y="220"/>
                  </a:lnTo>
                  <a:lnTo>
                    <a:pt x="256" y="222"/>
                  </a:lnTo>
                  <a:lnTo>
                    <a:pt x="255" y="222"/>
                  </a:lnTo>
                  <a:lnTo>
                    <a:pt x="255" y="224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5" y="228"/>
                  </a:lnTo>
                  <a:lnTo>
                    <a:pt x="255" y="228"/>
                  </a:lnTo>
                  <a:lnTo>
                    <a:pt x="255" y="228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2"/>
                  </a:lnTo>
                  <a:lnTo>
                    <a:pt x="255" y="232"/>
                  </a:lnTo>
                  <a:lnTo>
                    <a:pt x="255" y="232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55" y="236"/>
                  </a:lnTo>
                  <a:lnTo>
                    <a:pt x="255" y="238"/>
                  </a:lnTo>
                  <a:lnTo>
                    <a:pt x="251" y="238"/>
                  </a:lnTo>
                  <a:lnTo>
                    <a:pt x="249" y="240"/>
                  </a:lnTo>
                  <a:lnTo>
                    <a:pt x="249" y="240"/>
                  </a:lnTo>
                  <a:lnTo>
                    <a:pt x="249" y="240"/>
                  </a:lnTo>
                  <a:lnTo>
                    <a:pt x="249" y="242"/>
                  </a:lnTo>
                  <a:lnTo>
                    <a:pt x="249" y="242"/>
                  </a:lnTo>
                  <a:lnTo>
                    <a:pt x="249" y="242"/>
                  </a:lnTo>
                  <a:lnTo>
                    <a:pt x="249" y="242"/>
                  </a:lnTo>
                  <a:lnTo>
                    <a:pt x="247" y="242"/>
                  </a:lnTo>
                  <a:lnTo>
                    <a:pt x="247" y="242"/>
                  </a:lnTo>
                  <a:lnTo>
                    <a:pt x="247" y="238"/>
                  </a:lnTo>
                  <a:lnTo>
                    <a:pt x="245" y="236"/>
                  </a:lnTo>
                  <a:lnTo>
                    <a:pt x="245" y="236"/>
                  </a:lnTo>
                  <a:lnTo>
                    <a:pt x="245" y="236"/>
                  </a:lnTo>
                  <a:lnTo>
                    <a:pt x="245" y="236"/>
                  </a:lnTo>
                  <a:lnTo>
                    <a:pt x="245" y="234"/>
                  </a:lnTo>
                  <a:lnTo>
                    <a:pt x="245" y="234"/>
                  </a:lnTo>
                  <a:lnTo>
                    <a:pt x="245" y="234"/>
                  </a:lnTo>
                  <a:lnTo>
                    <a:pt x="245" y="232"/>
                  </a:lnTo>
                  <a:lnTo>
                    <a:pt x="245" y="232"/>
                  </a:lnTo>
                  <a:lnTo>
                    <a:pt x="245" y="232"/>
                  </a:lnTo>
                  <a:lnTo>
                    <a:pt x="243" y="232"/>
                  </a:lnTo>
                  <a:lnTo>
                    <a:pt x="243" y="232"/>
                  </a:lnTo>
                  <a:lnTo>
                    <a:pt x="243" y="230"/>
                  </a:lnTo>
                  <a:lnTo>
                    <a:pt x="243" y="230"/>
                  </a:lnTo>
                  <a:lnTo>
                    <a:pt x="243" y="230"/>
                  </a:lnTo>
                  <a:lnTo>
                    <a:pt x="243" y="230"/>
                  </a:lnTo>
                  <a:lnTo>
                    <a:pt x="241" y="230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7" y="230"/>
                  </a:lnTo>
                  <a:lnTo>
                    <a:pt x="237" y="230"/>
                  </a:lnTo>
                  <a:lnTo>
                    <a:pt x="237" y="230"/>
                  </a:lnTo>
                  <a:lnTo>
                    <a:pt x="237" y="230"/>
                  </a:lnTo>
                  <a:lnTo>
                    <a:pt x="237" y="230"/>
                  </a:lnTo>
                  <a:lnTo>
                    <a:pt x="239" y="228"/>
                  </a:lnTo>
                  <a:lnTo>
                    <a:pt x="239" y="228"/>
                  </a:lnTo>
                  <a:lnTo>
                    <a:pt x="239" y="228"/>
                  </a:lnTo>
                  <a:lnTo>
                    <a:pt x="239" y="228"/>
                  </a:lnTo>
                  <a:lnTo>
                    <a:pt x="239" y="226"/>
                  </a:lnTo>
                  <a:lnTo>
                    <a:pt x="239" y="226"/>
                  </a:lnTo>
                  <a:lnTo>
                    <a:pt x="237" y="226"/>
                  </a:lnTo>
                  <a:lnTo>
                    <a:pt x="237" y="226"/>
                  </a:lnTo>
                  <a:lnTo>
                    <a:pt x="237" y="226"/>
                  </a:lnTo>
                  <a:lnTo>
                    <a:pt x="237" y="226"/>
                  </a:lnTo>
                  <a:lnTo>
                    <a:pt x="237" y="224"/>
                  </a:lnTo>
                  <a:lnTo>
                    <a:pt x="237" y="224"/>
                  </a:lnTo>
                  <a:lnTo>
                    <a:pt x="235" y="222"/>
                  </a:lnTo>
                  <a:lnTo>
                    <a:pt x="235" y="220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5" y="218"/>
                  </a:lnTo>
                  <a:lnTo>
                    <a:pt x="237" y="218"/>
                  </a:lnTo>
                  <a:lnTo>
                    <a:pt x="237" y="218"/>
                  </a:lnTo>
                  <a:lnTo>
                    <a:pt x="237" y="218"/>
                  </a:lnTo>
                  <a:lnTo>
                    <a:pt x="239" y="218"/>
                  </a:lnTo>
                  <a:lnTo>
                    <a:pt x="239" y="218"/>
                  </a:lnTo>
                  <a:lnTo>
                    <a:pt x="239" y="218"/>
                  </a:lnTo>
                  <a:lnTo>
                    <a:pt x="239" y="218"/>
                  </a:lnTo>
                  <a:lnTo>
                    <a:pt x="239" y="216"/>
                  </a:lnTo>
                  <a:lnTo>
                    <a:pt x="241" y="218"/>
                  </a:lnTo>
                  <a:lnTo>
                    <a:pt x="241" y="218"/>
                  </a:lnTo>
                  <a:lnTo>
                    <a:pt x="241" y="218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3" y="216"/>
                  </a:lnTo>
                  <a:lnTo>
                    <a:pt x="243" y="216"/>
                  </a:lnTo>
                  <a:lnTo>
                    <a:pt x="243" y="216"/>
                  </a:lnTo>
                  <a:lnTo>
                    <a:pt x="243" y="215"/>
                  </a:lnTo>
                  <a:lnTo>
                    <a:pt x="243" y="213"/>
                  </a:lnTo>
                  <a:lnTo>
                    <a:pt x="243" y="213"/>
                  </a:lnTo>
                  <a:lnTo>
                    <a:pt x="243" y="211"/>
                  </a:lnTo>
                  <a:lnTo>
                    <a:pt x="243" y="211"/>
                  </a:lnTo>
                  <a:lnTo>
                    <a:pt x="241" y="211"/>
                  </a:lnTo>
                  <a:lnTo>
                    <a:pt x="241" y="211"/>
                  </a:lnTo>
                  <a:lnTo>
                    <a:pt x="241" y="211"/>
                  </a:lnTo>
                  <a:lnTo>
                    <a:pt x="241" y="211"/>
                  </a:lnTo>
                  <a:lnTo>
                    <a:pt x="239" y="211"/>
                  </a:lnTo>
                  <a:lnTo>
                    <a:pt x="239" y="211"/>
                  </a:lnTo>
                  <a:lnTo>
                    <a:pt x="239" y="213"/>
                  </a:lnTo>
                  <a:lnTo>
                    <a:pt x="239" y="213"/>
                  </a:lnTo>
                  <a:lnTo>
                    <a:pt x="239" y="213"/>
                  </a:lnTo>
                  <a:lnTo>
                    <a:pt x="239" y="213"/>
                  </a:lnTo>
                  <a:lnTo>
                    <a:pt x="239" y="213"/>
                  </a:lnTo>
                  <a:lnTo>
                    <a:pt x="239" y="215"/>
                  </a:lnTo>
                  <a:lnTo>
                    <a:pt x="239" y="215"/>
                  </a:lnTo>
                  <a:lnTo>
                    <a:pt x="239" y="215"/>
                  </a:lnTo>
                  <a:lnTo>
                    <a:pt x="239" y="215"/>
                  </a:lnTo>
                  <a:lnTo>
                    <a:pt x="239" y="215"/>
                  </a:lnTo>
                  <a:lnTo>
                    <a:pt x="235" y="215"/>
                  </a:lnTo>
                  <a:lnTo>
                    <a:pt x="235" y="215"/>
                  </a:lnTo>
                  <a:lnTo>
                    <a:pt x="233" y="213"/>
                  </a:lnTo>
                  <a:lnTo>
                    <a:pt x="233" y="213"/>
                  </a:lnTo>
                  <a:lnTo>
                    <a:pt x="233" y="213"/>
                  </a:lnTo>
                  <a:lnTo>
                    <a:pt x="233" y="213"/>
                  </a:lnTo>
                  <a:lnTo>
                    <a:pt x="235" y="213"/>
                  </a:lnTo>
                  <a:lnTo>
                    <a:pt x="235" y="213"/>
                  </a:lnTo>
                  <a:lnTo>
                    <a:pt x="235" y="213"/>
                  </a:lnTo>
                  <a:lnTo>
                    <a:pt x="237" y="211"/>
                  </a:lnTo>
                  <a:lnTo>
                    <a:pt x="235" y="211"/>
                  </a:lnTo>
                  <a:lnTo>
                    <a:pt x="233" y="209"/>
                  </a:lnTo>
                  <a:lnTo>
                    <a:pt x="229" y="207"/>
                  </a:lnTo>
                  <a:lnTo>
                    <a:pt x="229" y="207"/>
                  </a:lnTo>
                  <a:lnTo>
                    <a:pt x="225" y="205"/>
                  </a:lnTo>
                  <a:lnTo>
                    <a:pt x="225" y="205"/>
                  </a:lnTo>
                  <a:lnTo>
                    <a:pt x="225" y="205"/>
                  </a:lnTo>
                  <a:lnTo>
                    <a:pt x="223" y="205"/>
                  </a:lnTo>
                  <a:lnTo>
                    <a:pt x="223" y="205"/>
                  </a:lnTo>
                  <a:lnTo>
                    <a:pt x="223" y="205"/>
                  </a:lnTo>
                  <a:lnTo>
                    <a:pt x="223" y="203"/>
                  </a:lnTo>
                  <a:lnTo>
                    <a:pt x="221" y="201"/>
                  </a:lnTo>
                  <a:lnTo>
                    <a:pt x="219" y="199"/>
                  </a:lnTo>
                  <a:lnTo>
                    <a:pt x="219" y="199"/>
                  </a:lnTo>
                  <a:lnTo>
                    <a:pt x="219" y="197"/>
                  </a:lnTo>
                  <a:lnTo>
                    <a:pt x="221" y="197"/>
                  </a:lnTo>
                  <a:lnTo>
                    <a:pt x="221" y="195"/>
                  </a:lnTo>
                  <a:lnTo>
                    <a:pt x="221" y="195"/>
                  </a:lnTo>
                  <a:lnTo>
                    <a:pt x="221" y="195"/>
                  </a:lnTo>
                  <a:lnTo>
                    <a:pt x="219" y="195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17" y="193"/>
                  </a:lnTo>
                  <a:lnTo>
                    <a:pt x="217" y="193"/>
                  </a:lnTo>
                  <a:lnTo>
                    <a:pt x="217" y="193"/>
                  </a:lnTo>
                  <a:lnTo>
                    <a:pt x="217" y="193"/>
                  </a:lnTo>
                  <a:lnTo>
                    <a:pt x="217" y="193"/>
                  </a:lnTo>
                  <a:lnTo>
                    <a:pt x="217" y="193"/>
                  </a:lnTo>
                  <a:lnTo>
                    <a:pt x="215" y="193"/>
                  </a:lnTo>
                  <a:lnTo>
                    <a:pt x="215" y="195"/>
                  </a:lnTo>
                  <a:lnTo>
                    <a:pt x="215" y="195"/>
                  </a:lnTo>
                  <a:lnTo>
                    <a:pt x="215" y="195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3" y="195"/>
                  </a:lnTo>
                  <a:lnTo>
                    <a:pt x="215" y="193"/>
                  </a:lnTo>
                  <a:lnTo>
                    <a:pt x="215" y="193"/>
                  </a:lnTo>
                  <a:lnTo>
                    <a:pt x="215" y="193"/>
                  </a:lnTo>
                  <a:lnTo>
                    <a:pt x="213" y="193"/>
                  </a:lnTo>
                  <a:lnTo>
                    <a:pt x="213" y="193"/>
                  </a:lnTo>
                  <a:lnTo>
                    <a:pt x="211" y="193"/>
                  </a:lnTo>
                  <a:lnTo>
                    <a:pt x="207" y="193"/>
                  </a:lnTo>
                  <a:lnTo>
                    <a:pt x="207" y="193"/>
                  </a:lnTo>
                  <a:lnTo>
                    <a:pt x="207" y="193"/>
                  </a:lnTo>
                  <a:lnTo>
                    <a:pt x="207" y="193"/>
                  </a:lnTo>
                  <a:lnTo>
                    <a:pt x="207" y="193"/>
                  </a:lnTo>
                  <a:lnTo>
                    <a:pt x="207" y="193"/>
                  </a:lnTo>
                  <a:lnTo>
                    <a:pt x="206" y="193"/>
                  </a:lnTo>
                  <a:lnTo>
                    <a:pt x="206" y="193"/>
                  </a:lnTo>
                  <a:lnTo>
                    <a:pt x="204" y="195"/>
                  </a:lnTo>
                  <a:lnTo>
                    <a:pt x="202" y="195"/>
                  </a:lnTo>
                  <a:lnTo>
                    <a:pt x="202" y="195"/>
                  </a:lnTo>
                  <a:lnTo>
                    <a:pt x="202" y="195"/>
                  </a:lnTo>
                  <a:lnTo>
                    <a:pt x="202" y="195"/>
                  </a:lnTo>
                  <a:lnTo>
                    <a:pt x="202" y="195"/>
                  </a:lnTo>
                  <a:lnTo>
                    <a:pt x="202" y="197"/>
                  </a:lnTo>
                  <a:lnTo>
                    <a:pt x="202" y="197"/>
                  </a:lnTo>
                  <a:lnTo>
                    <a:pt x="202" y="197"/>
                  </a:lnTo>
                  <a:lnTo>
                    <a:pt x="202" y="197"/>
                  </a:lnTo>
                  <a:lnTo>
                    <a:pt x="200" y="199"/>
                  </a:lnTo>
                  <a:lnTo>
                    <a:pt x="200" y="199"/>
                  </a:lnTo>
                  <a:lnTo>
                    <a:pt x="200" y="197"/>
                  </a:lnTo>
                  <a:lnTo>
                    <a:pt x="200" y="197"/>
                  </a:lnTo>
                  <a:lnTo>
                    <a:pt x="200" y="197"/>
                  </a:lnTo>
                  <a:lnTo>
                    <a:pt x="200" y="197"/>
                  </a:lnTo>
                  <a:lnTo>
                    <a:pt x="200" y="195"/>
                  </a:lnTo>
                  <a:lnTo>
                    <a:pt x="200" y="195"/>
                  </a:lnTo>
                  <a:lnTo>
                    <a:pt x="200" y="195"/>
                  </a:lnTo>
                  <a:lnTo>
                    <a:pt x="200" y="195"/>
                  </a:lnTo>
                  <a:lnTo>
                    <a:pt x="200" y="193"/>
                  </a:lnTo>
                  <a:lnTo>
                    <a:pt x="200" y="193"/>
                  </a:lnTo>
                  <a:lnTo>
                    <a:pt x="200" y="193"/>
                  </a:lnTo>
                  <a:lnTo>
                    <a:pt x="200" y="191"/>
                  </a:lnTo>
                  <a:lnTo>
                    <a:pt x="200" y="191"/>
                  </a:lnTo>
                  <a:lnTo>
                    <a:pt x="200" y="189"/>
                  </a:lnTo>
                  <a:lnTo>
                    <a:pt x="198" y="189"/>
                  </a:lnTo>
                  <a:lnTo>
                    <a:pt x="198" y="189"/>
                  </a:lnTo>
                  <a:lnTo>
                    <a:pt x="198" y="189"/>
                  </a:lnTo>
                  <a:lnTo>
                    <a:pt x="198" y="191"/>
                  </a:lnTo>
                  <a:lnTo>
                    <a:pt x="198" y="189"/>
                  </a:lnTo>
                  <a:lnTo>
                    <a:pt x="196" y="189"/>
                  </a:lnTo>
                  <a:lnTo>
                    <a:pt x="196" y="189"/>
                  </a:lnTo>
                  <a:lnTo>
                    <a:pt x="198" y="187"/>
                  </a:lnTo>
                  <a:lnTo>
                    <a:pt x="198" y="183"/>
                  </a:lnTo>
                  <a:lnTo>
                    <a:pt x="198" y="183"/>
                  </a:lnTo>
                  <a:lnTo>
                    <a:pt x="198" y="181"/>
                  </a:lnTo>
                  <a:lnTo>
                    <a:pt x="198" y="181"/>
                  </a:lnTo>
                  <a:lnTo>
                    <a:pt x="198" y="181"/>
                  </a:lnTo>
                  <a:lnTo>
                    <a:pt x="198" y="181"/>
                  </a:lnTo>
                  <a:lnTo>
                    <a:pt x="194" y="181"/>
                  </a:lnTo>
                  <a:lnTo>
                    <a:pt x="192" y="179"/>
                  </a:lnTo>
                  <a:lnTo>
                    <a:pt x="190" y="177"/>
                  </a:lnTo>
                  <a:lnTo>
                    <a:pt x="188" y="177"/>
                  </a:lnTo>
                  <a:lnTo>
                    <a:pt x="188" y="175"/>
                  </a:lnTo>
                  <a:lnTo>
                    <a:pt x="184" y="169"/>
                  </a:lnTo>
                  <a:lnTo>
                    <a:pt x="182" y="169"/>
                  </a:lnTo>
                  <a:lnTo>
                    <a:pt x="182" y="167"/>
                  </a:lnTo>
                  <a:lnTo>
                    <a:pt x="182" y="169"/>
                  </a:lnTo>
                  <a:lnTo>
                    <a:pt x="180" y="169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80" y="171"/>
                  </a:lnTo>
                  <a:lnTo>
                    <a:pt x="176" y="169"/>
                  </a:lnTo>
                  <a:lnTo>
                    <a:pt x="176" y="169"/>
                  </a:lnTo>
                  <a:lnTo>
                    <a:pt x="178" y="165"/>
                  </a:lnTo>
                  <a:lnTo>
                    <a:pt x="178" y="165"/>
                  </a:lnTo>
                  <a:lnTo>
                    <a:pt x="178" y="163"/>
                  </a:lnTo>
                  <a:lnTo>
                    <a:pt x="178" y="163"/>
                  </a:lnTo>
                  <a:lnTo>
                    <a:pt x="176" y="163"/>
                  </a:lnTo>
                  <a:lnTo>
                    <a:pt x="172" y="165"/>
                  </a:lnTo>
                  <a:lnTo>
                    <a:pt x="172" y="165"/>
                  </a:lnTo>
                  <a:lnTo>
                    <a:pt x="172" y="165"/>
                  </a:lnTo>
                  <a:lnTo>
                    <a:pt x="170" y="165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68" y="163"/>
                  </a:lnTo>
                  <a:lnTo>
                    <a:pt x="168" y="163"/>
                  </a:lnTo>
                  <a:lnTo>
                    <a:pt x="166" y="163"/>
                  </a:lnTo>
                  <a:lnTo>
                    <a:pt x="166" y="165"/>
                  </a:lnTo>
                  <a:lnTo>
                    <a:pt x="164" y="165"/>
                  </a:lnTo>
                  <a:lnTo>
                    <a:pt x="162" y="167"/>
                  </a:lnTo>
                  <a:lnTo>
                    <a:pt x="162" y="169"/>
                  </a:lnTo>
                  <a:lnTo>
                    <a:pt x="162" y="169"/>
                  </a:lnTo>
                  <a:lnTo>
                    <a:pt x="160" y="169"/>
                  </a:lnTo>
                  <a:lnTo>
                    <a:pt x="158" y="169"/>
                  </a:lnTo>
                  <a:lnTo>
                    <a:pt x="158" y="169"/>
                  </a:lnTo>
                  <a:lnTo>
                    <a:pt x="158" y="169"/>
                  </a:lnTo>
                  <a:lnTo>
                    <a:pt x="158" y="169"/>
                  </a:lnTo>
                  <a:lnTo>
                    <a:pt x="156" y="171"/>
                  </a:lnTo>
                  <a:lnTo>
                    <a:pt x="156" y="171"/>
                  </a:lnTo>
                  <a:lnTo>
                    <a:pt x="156" y="171"/>
                  </a:lnTo>
                  <a:lnTo>
                    <a:pt x="156" y="173"/>
                  </a:lnTo>
                  <a:lnTo>
                    <a:pt x="156" y="173"/>
                  </a:lnTo>
                  <a:lnTo>
                    <a:pt x="156" y="173"/>
                  </a:lnTo>
                  <a:lnTo>
                    <a:pt x="156" y="173"/>
                  </a:lnTo>
                  <a:lnTo>
                    <a:pt x="156" y="175"/>
                  </a:lnTo>
                  <a:lnTo>
                    <a:pt x="155" y="175"/>
                  </a:lnTo>
                  <a:lnTo>
                    <a:pt x="155" y="177"/>
                  </a:lnTo>
                  <a:lnTo>
                    <a:pt x="155" y="177"/>
                  </a:lnTo>
                  <a:lnTo>
                    <a:pt x="155" y="177"/>
                  </a:lnTo>
                  <a:lnTo>
                    <a:pt x="155" y="177"/>
                  </a:lnTo>
                  <a:lnTo>
                    <a:pt x="153" y="179"/>
                  </a:lnTo>
                  <a:lnTo>
                    <a:pt x="153" y="179"/>
                  </a:lnTo>
                  <a:lnTo>
                    <a:pt x="151" y="181"/>
                  </a:lnTo>
                  <a:lnTo>
                    <a:pt x="151" y="181"/>
                  </a:lnTo>
                  <a:lnTo>
                    <a:pt x="151" y="181"/>
                  </a:lnTo>
                  <a:lnTo>
                    <a:pt x="151" y="181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49" y="183"/>
                  </a:lnTo>
                  <a:lnTo>
                    <a:pt x="149" y="183"/>
                  </a:lnTo>
                  <a:lnTo>
                    <a:pt x="149" y="181"/>
                  </a:lnTo>
                  <a:lnTo>
                    <a:pt x="149" y="181"/>
                  </a:lnTo>
                  <a:lnTo>
                    <a:pt x="149" y="181"/>
                  </a:lnTo>
                  <a:lnTo>
                    <a:pt x="149" y="181"/>
                  </a:lnTo>
                  <a:lnTo>
                    <a:pt x="149" y="179"/>
                  </a:lnTo>
                  <a:lnTo>
                    <a:pt x="149" y="179"/>
                  </a:lnTo>
                  <a:lnTo>
                    <a:pt x="149" y="179"/>
                  </a:lnTo>
                  <a:lnTo>
                    <a:pt x="149" y="179"/>
                  </a:lnTo>
                  <a:lnTo>
                    <a:pt x="149" y="179"/>
                  </a:lnTo>
                  <a:lnTo>
                    <a:pt x="147" y="179"/>
                  </a:lnTo>
                  <a:lnTo>
                    <a:pt x="147" y="179"/>
                  </a:lnTo>
                  <a:lnTo>
                    <a:pt x="145" y="179"/>
                  </a:lnTo>
                  <a:lnTo>
                    <a:pt x="143" y="175"/>
                  </a:lnTo>
                  <a:lnTo>
                    <a:pt x="143" y="173"/>
                  </a:lnTo>
                  <a:lnTo>
                    <a:pt x="141" y="173"/>
                  </a:lnTo>
                  <a:lnTo>
                    <a:pt x="141" y="173"/>
                  </a:lnTo>
                  <a:lnTo>
                    <a:pt x="139" y="173"/>
                  </a:lnTo>
                  <a:lnTo>
                    <a:pt x="139" y="175"/>
                  </a:lnTo>
                  <a:lnTo>
                    <a:pt x="137" y="175"/>
                  </a:lnTo>
                  <a:lnTo>
                    <a:pt x="137" y="177"/>
                  </a:lnTo>
                  <a:lnTo>
                    <a:pt x="135" y="177"/>
                  </a:lnTo>
                  <a:lnTo>
                    <a:pt x="135" y="177"/>
                  </a:lnTo>
                  <a:lnTo>
                    <a:pt x="135" y="177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31" y="177"/>
                  </a:lnTo>
                  <a:lnTo>
                    <a:pt x="131" y="177"/>
                  </a:lnTo>
                  <a:lnTo>
                    <a:pt x="131" y="177"/>
                  </a:lnTo>
                  <a:lnTo>
                    <a:pt x="131" y="177"/>
                  </a:lnTo>
                  <a:lnTo>
                    <a:pt x="131" y="177"/>
                  </a:lnTo>
                  <a:lnTo>
                    <a:pt x="131" y="177"/>
                  </a:lnTo>
                  <a:lnTo>
                    <a:pt x="133" y="175"/>
                  </a:lnTo>
                  <a:lnTo>
                    <a:pt x="133" y="175"/>
                  </a:lnTo>
                  <a:lnTo>
                    <a:pt x="133" y="175"/>
                  </a:lnTo>
                  <a:lnTo>
                    <a:pt x="131" y="175"/>
                  </a:lnTo>
                  <a:lnTo>
                    <a:pt x="131" y="173"/>
                  </a:lnTo>
                  <a:lnTo>
                    <a:pt x="131" y="173"/>
                  </a:lnTo>
                  <a:lnTo>
                    <a:pt x="131" y="171"/>
                  </a:lnTo>
                  <a:lnTo>
                    <a:pt x="131" y="171"/>
                  </a:lnTo>
                  <a:lnTo>
                    <a:pt x="131" y="171"/>
                  </a:lnTo>
                  <a:lnTo>
                    <a:pt x="131" y="169"/>
                  </a:lnTo>
                  <a:lnTo>
                    <a:pt x="131" y="169"/>
                  </a:lnTo>
                  <a:lnTo>
                    <a:pt x="131" y="169"/>
                  </a:lnTo>
                  <a:lnTo>
                    <a:pt x="131" y="167"/>
                  </a:lnTo>
                  <a:lnTo>
                    <a:pt x="131" y="167"/>
                  </a:lnTo>
                  <a:lnTo>
                    <a:pt x="131" y="165"/>
                  </a:lnTo>
                  <a:lnTo>
                    <a:pt x="131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9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5" y="165"/>
                  </a:lnTo>
                  <a:lnTo>
                    <a:pt x="123" y="165"/>
                  </a:lnTo>
                  <a:lnTo>
                    <a:pt x="123" y="165"/>
                  </a:lnTo>
                  <a:lnTo>
                    <a:pt x="123" y="163"/>
                  </a:lnTo>
                  <a:lnTo>
                    <a:pt x="123" y="161"/>
                  </a:lnTo>
                  <a:lnTo>
                    <a:pt x="123" y="161"/>
                  </a:lnTo>
                  <a:lnTo>
                    <a:pt x="123" y="161"/>
                  </a:lnTo>
                  <a:lnTo>
                    <a:pt x="119" y="160"/>
                  </a:lnTo>
                  <a:lnTo>
                    <a:pt x="117" y="158"/>
                  </a:lnTo>
                  <a:lnTo>
                    <a:pt x="117" y="158"/>
                  </a:lnTo>
                  <a:lnTo>
                    <a:pt x="115" y="158"/>
                  </a:lnTo>
                  <a:lnTo>
                    <a:pt x="113" y="158"/>
                  </a:lnTo>
                  <a:lnTo>
                    <a:pt x="113" y="158"/>
                  </a:lnTo>
                  <a:lnTo>
                    <a:pt x="113" y="158"/>
                  </a:lnTo>
                  <a:lnTo>
                    <a:pt x="113" y="158"/>
                  </a:lnTo>
                  <a:lnTo>
                    <a:pt x="113" y="158"/>
                  </a:lnTo>
                  <a:lnTo>
                    <a:pt x="113" y="156"/>
                  </a:lnTo>
                  <a:lnTo>
                    <a:pt x="113" y="156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9" y="154"/>
                  </a:lnTo>
                  <a:lnTo>
                    <a:pt x="107" y="154"/>
                  </a:lnTo>
                  <a:lnTo>
                    <a:pt x="107" y="152"/>
                  </a:lnTo>
                  <a:lnTo>
                    <a:pt x="105" y="150"/>
                  </a:lnTo>
                  <a:lnTo>
                    <a:pt x="105" y="150"/>
                  </a:lnTo>
                  <a:lnTo>
                    <a:pt x="105" y="150"/>
                  </a:lnTo>
                  <a:lnTo>
                    <a:pt x="104" y="150"/>
                  </a:lnTo>
                  <a:lnTo>
                    <a:pt x="100" y="148"/>
                  </a:lnTo>
                  <a:lnTo>
                    <a:pt x="96" y="148"/>
                  </a:lnTo>
                  <a:lnTo>
                    <a:pt x="98" y="148"/>
                  </a:lnTo>
                  <a:lnTo>
                    <a:pt x="98" y="146"/>
                  </a:lnTo>
                  <a:lnTo>
                    <a:pt x="98" y="146"/>
                  </a:lnTo>
                  <a:lnTo>
                    <a:pt x="98" y="146"/>
                  </a:lnTo>
                  <a:lnTo>
                    <a:pt x="98" y="146"/>
                  </a:lnTo>
                  <a:lnTo>
                    <a:pt x="96" y="144"/>
                  </a:lnTo>
                  <a:lnTo>
                    <a:pt x="96" y="142"/>
                  </a:lnTo>
                  <a:lnTo>
                    <a:pt x="96" y="142"/>
                  </a:lnTo>
                  <a:lnTo>
                    <a:pt x="98" y="142"/>
                  </a:lnTo>
                  <a:lnTo>
                    <a:pt x="98" y="140"/>
                  </a:lnTo>
                  <a:lnTo>
                    <a:pt x="98" y="140"/>
                  </a:lnTo>
                  <a:lnTo>
                    <a:pt x="100" y="140"/>
                  </a:lnTo>
                  <a:lnTo>
                    <a:pt x="100" y="140"/>
                  </a:lnTo>
                  <a:lnTo>
                    <a:pt x="98" y="140"/>
                  </a:lnTo>
                  <a:lnTo>
                    <a:pt x="98" y="140"/>
                  </a:lnTo>
                  <a:lnTo>
                    <a:pt x="98" y="138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6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98" y="132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8" y="130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4" y="124"/>
                  </a:lnTo>
                  <a:lnTo>
                    <a:pt x="94" y="124"/>
                  </a:lnTo>
                  <a:lnTo>
                    <a:pt x="94" y="124"/>
                  </a:lnTo>
                  <a:lnTo>
                    <a:pt x="92" y="120"/>
                  </a:lnTo>
                  <a:lnTo>
                    <a:pt x="92" y="120"/>
                  </a:lnTo>
                  <a:lnTo>
                    <a:pt x="92" y="120"/>
                  </a:lnTo>
                  <a:lnTo>
                    <a:pt x="92" y="120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6" y="122"/>
                  </a:lnTo>
                  <a:lnTo>
                    <a:pt x="86" y="122"/>
                  </a:lnTo>
                  <a:lnTo>
                    <a:pt x="84" y="122"/>
                  </a:lnTo>
                  <a:lnTo>
                    <a:pt x="84" y="122"/>
                  </a:lnTo>
                  <a:lnTo>
                    <a:pt x="84" y="124"/>
                  </a:lnTo>
                  <a:lnTo>
                    <a:pt x="84" y="124"/>
                  </a:lnTo>
                  <a:lnTo>
                    <a:pt x="82" y="124"/>
                  </a:lnTo>
                  <a:lnTo>
                    <a:pt x="80" y="124"/>
                  </a:lnTo>
                  <a:lnTo>
                    <a:pt x="80" y="124"/>
                  </a:lnTo>
                  <a:lnTo>
                    <a:pt x="78" y="124"/>
                  </a:lnTo>
                  <a:lnTo>
                    <a:pt x="78" y="124"/>
                  </a:lnTo>
                  <a:lnTo>
                    <a:pt x="76" y="124"/>
                  </a:lnTo>
                  <a:lnTo>
                    <a:pt x="72" y="128"/>
                  </a:lnTo>
                  <a:lnTo>
                    <a:pt x="68" y="130"/>
                  </a:lnTo>
                  <a:lnTo>
                    <a:pt x="68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6" y="130"/>
                  </a:lnTo>
                  <a:lnTo>
                    <a:pt x="58" y="128"/>
                  </a:lnTo>
                  <a:lnTo>
                    <a:pt x="54" y="126"/>
                  </a:lnTo>
                  <a:lnTo>
                    <a:pt x="53" y="128"/>
                  </a:lnTo>
                  <a:lnTo>
                    <a:pt x="53" y="128"/>
                  </a:lnTo>
                  <a:lnTo>
                    <a:pt x="51" y="128"/>
                  </a:lnTo>
                  <a:lnTo>
                    <a:pt x="51" y="128"/>
                  </a:lnTo>
                  <a:lnTo>
                    <a:pt x="49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7" y="120"/>
                  </a:lnTo>
                  <a:lnTo>
                    <a:pt x="47" y="122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5" y="120"/>
                  </a:lnTo>
                  <a:lnTo>
                    <a:pt x="47" y="118"/>
                  </a:lnTo>
                  <a:lnTo>
                    <a:pt x="47" y="118"/>
                  </a:lnTo>
                  <a:lnTo>
                    <a:pt x="47" y="116"/>
                  </a:lnTo>
                  <a:lnTo>
                    <a:pt x="41" y="116"/>
                  </a:lnTo>
                  <a:lnTo>
                    <a:pt x="39" y="114"/>
                  </a:lnTo>
                  <a:lnTo>
                    <a:pt x="39" y="114"/>
                  </a:lnTo>
                  <a:lnTo>
                    <a:pt x="39" y="114"/>
                  </a:lnTo>
                  <a:lnTo>
                    <a:pt x="39" y="114"/>
                  </a:lnTo>
                  <a:lnTo>
                    <a:pt x="39" y="112"/>
                  </a:lnTo>
                  <a:lnTo>
                    <a:pt x="39" y="112"/>
                  </a:lnTo>
                  <a:lnTo>
                    <a:pt x="39" y="112"/>
                  </a:lnTo>
                  <a:lnTo>
                    <a:pt x="39" y="112"/>
                  </a:lnTo>
                  <a:lnTo>
                    <a:pt x="39" y="112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2"/>
                  </a:lnTo>
                  <a:lnTo>
                    <a:pt x="35" y="112"/>
                  </a:lnTo>
                  <a:lnTo>
                    <a:pt x="35" y="112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1" y="114"/>
                  </a:lnTo>
                  <a:lnTo>
                    <a:pt x="31" y="114"/>
                  </a:lnTo>
                  <a:lnTo>
                    <a:pt x="29" y="114"/>
                  </a:lnTo>
                  <a:lnTo>
                    <a:pt x="29" y="116"/>
                  </a:lnTo>
                  <a:lnTo>
                    <a:pt x="27" y="118"/>
                  </a:lnTo>
                  <a:lnTo>
                    <a:pt x="27" y="118"/>
                  </a:lnTo>
                  <a:lnTo>
                    <a:pt x="25" y="118"/>
                  </a:lnTo>
                  <a:lnTo>
                    <a:pt x="25" y="118"/>
                  </a:lnTo>
                  <a:lnTo>
                    <a:pt x="25" y="118"/>
                  </a:lnTo>
                  <a:lnTo>
                    <a:pt x="25" y="118"/>
                  </a:lnTo>
                  <a:lnTo>
                    <a:pt x="25" y="116"/>
                  </a:lnTo>
                  <a:lnTo>
                    <a:pt x="23" y="116"/>
                  </a:lnTo>
                  <a:lnTo>
                    <a:pt x="23" y="116"/>
                  </a:lnTo>
                  <a:lnTo>
                    <a:pt x="23" y="116"/>
                  </a:lnTo>
                  <a:lnTo>
                    <a:pt x="25" y="116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7" y="114"/>
                  </a:lnTo>
                  <a:lnTo>
                    <a:pt x="27" y="114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0"/>
                  </a:lnTo>
                  <a:lnTo>
                    <a:pt x="27" y="110"/>
                  </a:lnTo>
                  <a:lnTo>
                    <a:pt x="25" y="110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23" y="112"/>
                  </a:lnTo>
                  <a:lnTo>
                    <a:pt x="21" y="112"/>
                  </a:lnTo>
                  <a:lnTo>
                    <a:pt x="21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6"/>
                  </a:lnTo>
                  <a:lnTo>
                    <a:pt x="17" y="116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20"/>
                  </a:lnTo>
                  <a:lnTo>
                    <a:pt x="13" y="120"/>
                  </a:lnTo>
                  <a:lnTo>
                    <a:pt x="11" y="122"/>
                  </a:lnTo>
                  <a:lnTo>
                    <a:pt x="9" y="122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7" y="120"/>
                  </a:lnTo>
                  <a:lnTo>
                    <a:pt x="7" y="120"/>
                  </a:lnTo>
                  <a:lnTo>
                    <a:pt x="7" y="118"/>
                  </a:lnTo>
                  <a:lnTo>
                    <a:pt x="7" y="118"/>
                  </a:lnTo>
                  <a:lnTo>
                    <a:pt x="5" y="118"/>
                  </a:lnTo>
                  <a:lnTo>
                    <a:pt x="5" y="120"/>
                  </a:lnTo>
                  <a:lnTo>
                    <a:pt x="5" y="120"/>
                  </a:lnTo>
                  <a:lnTo>
                    <a:pt x="4" y="122"/>
                  </a:lnTo>
                  <a:lnTo>
                    <a:pt x="2" y="122"/>
                  </a:lnTo>
                  <a:lnTo>
                    <a:pt x="2" y="120"/>
                  </a:lnTo>
                  <a:lnTo>
                    <a:pt x="2" y="120"/>
                  </a:lnTo>
                  <a:lnTo>
                    <a:pt x="2" y="120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2" y="110"/>
                  </a:lnTo>
                  <a:lnTo>
                    <a:pt x="2" y="108"/>
                  </a:lnTo>
                  <a:lnTo>
                    <a:pt x="0" y="107"/>
                  </a:lnTo>
                  <a:lnTo>
                    <a:pt x="4" y="105"/>
                  </a:lnTo>
                  <a:lnTo>
                    <a:pt x="5" y="105"/>
                  </a:lnTo>
                  <a:lnTo>
                    <a:pt x="7" y="103"/>
                  </a:lnTo>
                  <a:lnTo>
                    <a:pt x="7" y="103"/>
                  </a:lnTo>
                  <a:lnTo>
                    <a:pt x="7" y="103"/>
                  </a:lnTo>
                  <a:lnTo>
                    <a:pt x="7" y="103"/>
                  </a:lnTo>
                  <a:lnTo>
                    <a:pt x="7" y="101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9" y="97"/>
                  </a:lnTo>
                  <a:lnTo>
                    <a:pt x="9" y="97"/>
                  </a:lnTo>
                  <a:lnTo>
                    <a:pt x="11" y="97"/>
                  </a:lnTo>
                  <a:lnTo>
                    <a:pt x="11" y="97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3" y="95"/>
                  </a:lnTo>
                  <a:lnTo>
                    <a:pt x="13" y="93"/>
                  </a:lnTo>
                  <a:lnTo>
                    <a:pt x="13" y="95"/>
                  </a:lnTo>
                  <a:lnTo>
                    <a:pt x="13" y="95"/>
                  </a:lnTo>
                  <a:lnTo>
                    <a:pt x="13" y="95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9" y="101"/>
                  </a:lnTo>
                  <a:lnTo>
                    <a:pt x="19" y="101"/>
                  </a:lnTo>
                  <a:lnTo>
                    <a:pt x="19" y="101"/>
                  </a:lnTo>
                  <a:lnTo>
                    <a:pt x="23" y="101"/>
                  </a:lnTo>
                  <a:lnTo>
                    <a:pt x="23" y="101"/>
                  </a:lnTo>
                  <a:lnTo>
                    <a:pt x="23" y="101"/>
                  </a:lnTo>
                  <a:lnTo>
                    <a:pt x="23" y="101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5" y="101"/>
                  </a:lnTo>
                  <a:lnTo>
                    <a:pt x="25" y="101"/>
                  </a:lnTo>
                  <a:lnTo>
                    <a:pt x="25" y="101"/>
                  </a:lnTo>
                  <a:lnTo>
                    <a:pt x="25" y="101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101"/>
                  </a:lnTo>
                  <a:lnTo>
                    <a:pt x="27" y="101"/>
                  </a:lnTo>
                  <a:lnTo>
                    <a:pt x="27" y="101"/>
                  </a:lnTo>
                  <a:lnTo>
                    <a:pt x="27" y="101"/>
                  </a:lnTo>
                  <a:lnTo>
                    <a:pt x="27" y="103"/>
                  </a:lnTo>
                  <a:lnTo>
                    <a:pt x="27" y="103"/>
                  </a:lnTo>
                  <a:lnTo>
                    <a:pt x="27" y="103"/>
                  </a:lnTo>
                  <a:lnTo>
                    <a:pt x="27" y="105"/>
                  </a:lnTo>
                  <a:lnTo>
                    <a:pt x="27" y="105"/>
                  </a:lnTo>
                  <a:lnTo>
                    <a:pt x="27" y="105"/>
                  </a:lnTo>
                  <a:lnTo>
                    <a:pt x="27" y="105"/>
                  </a:lnTo>
                  <a:lnTo>
                    <a:pt x="29" y="105"/>
                  </a:lnTo>
                  <a:lnTo>
                    <a:pt x="29" y="105"/>
                  </a:lnTo>
                  <a:lnTo>
                    <a:pt x="29" y="105"/>
                  </a:lnTo>
                  <a:lnTo>
                    <a:pt x="29" y="105"/>
                  </a:lnTo>
                  <a:lnTo>
                    <a:pt x="29" y="105"/>
                  </a:lnTo>
                  <a:lnTo>
                    <a:pt x="29" y="103"/>
                  </a:lnTo>
                  <a:lnTo>
                    <a:pt x="29" y="103"/>
                  </a:lnTo>
                  <a:lnTo>
                    <a:pt x="29" y="103"/>
                  </a:lnTo>
                  <a:lnTo>
                    <a:pt x="29" y="103"/>
                  </a:lnTo>
                  <a:lnTo>
                    <a:pt x="29" y="101"/>
                  </a:lnTo>
                  <a:lnTo>
                    <a:pt x="29" y="99"/>
                  </a:lnTo>
                  <a:lnTo>
                    <a:pt x="29" y="97"/>
                  </a:lnTo>
                  <a:lnTo>
                    <a:pt x="29" y="97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3" y="95"/>
                  </a:lnTo>
                  <a:lnTo>
                    <a:pt x="37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1" y="95"/>
                  </a:lnTo>
                  <a:lnTo>
                    <a:pt x="41" y="95"/>
                  </a:lnTo>
                  <a:lnTo>
                    <a:pt x="41" y="95"/>
                  </a:lnTo>
                  <a:lnTo>
                    <a:pt x="43" y="93"/>
                  </a:lnTo>
                  <a:lnTo>
                    <a:pt x="43" y="93"/>
                  </a:lnTo>
                  <a:lnTo>
                    <a:pt x="43" y="93"/>
                  </a:lnTo>
                  <a:lnTo>
                    <a:pt x="41" y="93"/>
                  </a:lnTo>
                  <a:lnTo>
                    <a:pt x="41" y="93"/>
                  </a:lnTo>
                  <a:lnTo>
                    <a:pt x="41" y="93"/>
                  </a:lnTo>
                  <a:lnTo>
                    <a:pt x="41" y="93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89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9" y="89"/>
                  </a:lnTo>
                  <a:lnTo>
                    <a:pt x="39" y="89"/>
                  </a:lnTo>
                  <a:lnTo>
                    <a:pt x="39" y="89"/>
                  </a:lnTo>
                  <a:lnTo>
                    <a:pt x="39" y="89"/>
                  </a:lnTo>
                  <a:lnTo>
                    <a:pt x="39" y="87"/>
                  </a:lnTo>
                  <a:lnTo>
                    <a:pt x="39" y="87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7" y="87"/>
                  </a:lnTo>
                  <a:lnTo>
                    <a:pt x="47" y="87"/>
                  </a:lnTo>
                  <a:lnTo>
                    <a:pt x="47" y="87"/>
                  </a:lnTo>
                  <a:lnTo>
                    <a:pt x="47" y="87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47" y="83"/>
                  </a:lnTo>
                  <a:lnTo>
                    <a:pt x="47" y="83"/>
                  </a:lnTo>
                  <a:lnTo>
                    <a:pt x="47" y="81"/>
                  </a:lnTo>
                  <a:lnTo>
                    <a:pt x="49" y="79"/>
                  </a:lnTo>
                  <a:lnTo>
                    <a:pt x="47" y="77"/>
                  </a:lnTo>
                  <a:lnTo>
                    <a:pt x="47" y="77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7" y="73"/>
                  </a:lnTo>
                  <a:lnTo>
                    <a:pt x="49" y="73"/>
                  </a:lnTo>
                  <a:lnTo>
                    <a:pt x="49" y="73"/>
                  </a:lnTo>
                  <a:lnTo>
                    <a:pt x="47" y="73"/>
                  </a:lnTo>
                  <a:lnTo>
                    <a:pt x="47" y="71"/>
                  </a:lnTo>
                  <a:lnTo>
                    <a:pt x="45" y="71"/>
                  </a:lnTo>
                  <a:lnTo>
                    <a:pt x="45" y="69"/>
                  </a:lnTo>
                  <a:lnTo>
                    <a:pt x="45" y="69"/>
                  </a:lnTo>
                  <a:lnTo>
                    <a:pt x="45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3" y="71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43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71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37" y="73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35" y="75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71"/>
                  </a:lnTo>
                  <a:lnTo>
                    <a:pt x="35" y="71"/>
                  </a:lnTo>
                  <a:lnTo>
                    <a:pt x="35" y="69"/>
                  </a:lnTo>
                  <a:lnTo>
                    <a:pt x="35" y="69"/>
                  </a:lnTo>
                  <a:lnTo>
                    <a:pt x="35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5"/>
                  </a:lnTo>
                  <a:lnTo>
                    <a:pt x="35" y="65"/>
                  </a:lnTo>
                  <a:lnTo>
                    <a:pt x="35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3" y="65"/>
                  </a:lnTo>
                  <a:lnTo>
                    <a:pt x="43" y="65"/>
                  </a:lnTo>
                  <a:lnTo>
                    <a:pt x="43" y="65"/>
                  </a:lnTo>
                  <a:lnTo>
                    <a:pt x="43" y="63"/>
                  </a:lnTo>
                  <a:lnTo>
                    <a:pt x="45" y="63"/>
                  </a:lnTo>
                  <a:lnTo>
                    <a:pt x="45" y="63"/>
                  </a:lnTo>
                  <a:lnTo>
                    <a:pt x="47" y="61"/>
                  </a:lnTo>
                  <a:lnTo>
                    <a:pt x="47" y="61"/>
                  </a:lnTo>
                  <a:lnTo>
                    <a:pt x="47" y="61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51" y="55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56" y="55"/>
                  </a:lnTo>
                  <a:lnTo>
                    <a:pt x="56" y="55"/>
                  </a:lnTo>
                  <a:lnTo>
                    <a:pt x="58" y="55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58" y="52"/>
                  </a:lnTo>
                  <a:lnTo>
                    <a:pt x="56" y="52"/>
                  </a:lnTo>
                  <a:lnTo>
                    <a:pt x="56" y="52"/>
                  </a:lnTo>
                  <a:lnTo>
                    <a:pt x="58" y="52"/>
                  </a:lnTo>
                  <a:lnTo>
                    <a:pt x="58" y="52"/>
                  </a:lnTo>
                  <a:lnTo>
                    <a:pt x="58" y="50"/>
                  </a:lnTo>
                  <a:lnTo>
                    <a:pt x="58" y="50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8" y="48"/>
                  </a:lnTo>
                  <a:lnTo>
                    <a:pt x="58" y="46"/>
                  </a:lnTo>
                  <a:lnTo>
                    <a:pt x="60" y="44"/>
                  </a:lnTo>
                  <a:lnTo>
                    <a:pt x="60" y="44"/>
                  </a:lnTo>
                  <a:lnTo>
                    <a:pt x="60" y="44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62" y="48"/>
                  </a:lnTo>
                  <a:lnTo>
                    <a:pt x="62" y="46"/>
                  </a:lnTo>
                  <a:lnTo>
                    <a:pt x="62" y="46"/>
                  </a:lnTo>
                  <a:lnTo>
                    <a:pt x="62" y="46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6" y="46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72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8" y="38"/>
                  </a:lnTo>
                  <a:lnTo>
                    <a:pt x="78" y="38"/>
                  </a:lnTo>
                  <a:lnTo>
                    <a:pt x="78" y="38"/>
                  </a:lnTo>
                  <a:lnTo>
                    <a:pt x="78" y="36"/>
                  </a:lnTo>
                  <a:lnTo>
                    <a:pt x="78" y="34"/>
                  </a:lnTo>
                  <a:lnTo>
                    <a:pt x="78" y="34"/>
                  </a:lnTo>
                  <a:lnTo>
                    <a:pt x="80" y="34"/>
                  </a:lnTo>
                  <a:lnTo>
                    <a:pt x="80" y="32"/>
                  </a:lnTo>
                  <a:lnTo>
                    <a:pt x="80" y="32"/>
                  </a:lnTo>
                  <a:lnTo>
                    <a:pt x="80" y="32"/>
                  </a:lnTo>
                  <a:lnTo>
                    <a:pt x="80" y="32"/>
                  </a:lnTo>
                  <a:lnTo>
                    <a:pt x="82" y="32"/>
                  </a:lnTo>
                  <a:lnTo>
                    <a:pt x="84" y="32"/>
                  </a:lnTo>
                  <a:lnTo>
                    <a:pt x="84" y="32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0" y="32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2" y="34"/>
                  </a:lnTo>
                  <a:lnTo>
                    <a:pt x="92" y="32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4" y="30"/>
                  </a:lnTo>
                  <a:lnTo>
                    <a:pt x="94" y="28"/>
                  </a:lnTo>
                  <a:lnTo>
                    <a:pt x="96" y="26"/>
                  </a:lnTo>
                  <a:lnTo>
                    <a:pt x="96" y="26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6"/>
                  </a:lnTo>
                  <a:lnTo>
                    <a:pt x="98" y="26"/>
                  </a:lnTo>
                  <a:lnTo>
                    <a:pt x="98" y="26"/>
                  </a:lnTo>
                  <a:lnTo>
                    <a:pt x="100" y="26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4" y="24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5" y="22"/>
                  </a:lnTo>
                  <a:lnTo>
                    <a:pt x="105" y="22"/>
                  </a:lnTo>
                  <a:lnTo>
                    <a:pt x="105" y="22"/>
                  </a:lnTo>
                  <a:lnTo>
                    <a:pt x="107" y="20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18"/>
                  </a:lnTo>
                  <a:lnTo>
                    <a:pt x="113" y="18"/>
                  </a:lnTo>
                  <a:lnTo>
                    <a:pt x="113" y="18"/>
                  </a:lnTo>
                  <a:lnTo>
                    <a:pt x="113" y="18"/>
                  </a:lnTo>
                  <a:lnTo>
                    <a:pt x="113" y="18"/>
                  </a:lnTo>
                  <a:lnTo>
                    <a:pt x="113" y="16"/>
                  </a:lnTo>
                  <a:lnTo>
                    <a:pt x="113" y="16"/>
                  </a:lnTo>
                  <a:lnTo>
                    <a:pt x="113" y="16"/>
                  </a:lnTo>
                  <a:lnTo>
                    <a:pt x="113" y="16"/>
                  </a:lnTo>
                  <a:lnTo>
                    <a:pt x="113" y="16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11" y="14"/>
                  </a:lnTo>
                  <a:lnTo>
                    <a:pt x="111" y="14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3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7" y="8"/>
                  </a:lnTo>
                  <a:lnTo>
                    <a:pt x="117" y="6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21" y="6"/>
                  </a:lnTo>
                  <a:lnTo>
                    <a:pt x="121" y="6"/>
                  </a:lnTo>
                  <a:lnTo>
                    <a:pt x="121" y="8"/>
                  </a:lnTo>
                  <a:lnTo>
                    <a:pt x="121" y="8"/>
                  </a:lnTo>
                  <a:lnTo>
                    <a:pt x="123" y="8"/>
                  </a:lnTo>
                  <a:lnTo>
                    <a:pt x="123" y="8"/>
                  </a:lnTo>
                  <a:lnTo>
                    <a:pt x="123" y="8"/>
                  </a:lnTo>
                  <a:lnTo>
                    <a:pt x="125" y="6"/>
                  </a:lnTo>
                  <a:lnTo>
                    <a:pt x="125" y="6"/>
                  </a:lnTo>
                  <a:lnTo>
                    <a:pt x="125" y="6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7" y="6"/>
                  </a:lnTo>
                  <a:lnTo>
                    <a:pt x="127" y="8"/>
                  </a:lnTo>
                  <a:lnTo>
                    <a:pt x="127" y="8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9" y="10"/>
                  </a:lnTo>
                  <a:lnTo>
                    <a:pt x="129" y="10"/>
                  </a:lnTo>
                  <a:lnTo>
                    <a:pt x="131" y="10"/>
                  </a:lnTo>
                  <a:lnTo>
                    <a:pt x="131" y="10"/>
                  </a:lnTo>
                  <a:lnTo>
                    <a:pt x="131" y="10"/>
                  </a:lnTo>
                  <a:lnTo>
                    <a:pt x="133" y="10"/>
                  </a:lnTo>
                  <a:lnTo>
                    <a:pt x="133" y="10"/>
                  </a:lnTo>
                  <a:lnTo>
                    <a:pt x="133" y="10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5" y="4"/>
                  </a:lnTo>
                  <a:lnTo>
                    <a:pt x="135" y="2"/>
                  </a:lnTo>
                  <a:lnTo>
                    <a:pt x="137" y="2"/>
                  </a:lnTo>
                  <a:lnTo>
                    <a:pt x="137" y="2"/>
                  </a:lnTo>
                  <a:lnTo>
                    <a:pt x="137" y="2"/>
                  </a:lnTo>
                  <a:lnTo>
                    <a:pt x="137" y="2"/>
                  </a:lnTo>
                  <a:lnTo>
                    <a:pt x="137" y="2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37" y="6"/>
                  </a:lnTo>
                  <a:lnTo>
                    <a:pt x="137" y="6"/>
                  </a:lnTo>
                  <a:lnTo>
                    <a:pt x="137" y="6"/>
                  </a:lnTo>
                  <a:lnTo>
                    <a:pt x="137" y="6"/>
                  </a:lnTo>
                  <a:lnTo>
                    <a:pt x="137" y="6"/>
                  </a:lnTo>
                  <a:lnTo>
                    <a:pt x="137" y="8"/>
                  </a:lnTo>
                  <a:lnTo>
                    <a:pt x="139" y="8"/>
                  </a:lnTo>
                  <a:lnTo>
                    <a:pt x="141" y="8"/>
                  </a:lnTo>
                  <a:lnTo>
                    <a:pt x="141" y="8"/>
                  </a:lnTo>
                  <a:lnTo>
                    <a:pt x="141" y="8"/>
                  </a:lnTo>
                  <a:lnTo>
                    <a:pt x="141" y="6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143" y="4"/>
                  </a:lnTo>
                  <a:lnTo>
                    <a:pt x="143" y="4"/>
                  </a:lnTo>
                  <a:lnTo>
                    <a:pt x="143" y="2"/>
                  </a:lnTo>
                  <a:lnTo>
                    <a:pt x="143" y="2"/>
                  </a:lnTo>
                  <a:lnTo>
                    <a:pt x="143" y="2"/>
                  </a:lnTo>
                  <a:lnTo>
                    <a:pt x="145" y="2"/>
                  </a:lnTo>
                  <a:lnTo>
                    <a:pt x="147" y="2"/>
                  </a:lnTo>
                  <a:lnTo>
                    <a:pt x="147" y="2"/>
                  </a:lnTo>
                  <a:lnTo>
                    <a:pt x="147" y="2"/>
                  </a:lnTo>
                  <a:lnTo>
                    <a:pt x="149" y="2"/>
                  </a:lnTo>
                  <a:lnTo>
                    <a:pt x="153" y="2"/>
                  </a:lnTo>
                  <a:lnTo>
                    <a:pt x="153" y="2"/>
                  </a:lnTo>
                  <a:lnTo>
                    <a:pt x="153" y="4"/>
                  </a:lnTo>
                  <a:lnTo>
                    <a:pt x="153" y="4"/>
                  </a:lnTo>
                  <a:lnTo>
                    <a:pt x="153" y="4"/>
                  </a:lnTo>
                  <a:lnTo>
                    <a:pt x="153" y="4"/>
                  </a:lnTo>
                  <a:lnTo>
                    <a:pt x="153" y="4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53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6" y="10"/>
                  </a:lnTo>
                  <a:lnTo>
                    <a:pt x="156" y="10"/>
                  </a:lnTo>
                  <a:lnTo>
                    <a:pt x="156" y="10"/>
                  </a:lnTo>
                  <a:lnTo>
                    <a:pt x="156" y="10"/>
                  </a:lnTo>
                  <a:lnTo>
                    <a:pt x="156" y="10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60" y="8"/>
                  </a:lnTo>
                  <a:lnTo>
                    <a:pt x="160" y="8"/>
                  </a:lnTo>
                  <a:lnTo>
                    <a:pt x="160" y="8"/>
                  </a:lnTo>
                  <a:lnTo>
                    <a:pt x="160" y="8"/>
                  </a:lnTo>
                  <a:lnTo>
                    <a:pt x="160" y="10"/>
                  </a:lnTo>
                  <a:lnTo>
                    <a:pt x="158" y="10"/>
                  </a:lnTo>
                  <a:lnTo>
                    <a:pt x="158" y="10"/>
                  </a:lnTo>
                  <a:lnTo>
                    <a:pt x="158" y="10"/>
                  </a:lnTo>
                  <a:lnTo>
                    <a:pt x="158" y="10"/>
                  </a:lnTo>
                  <a:lnTo>
                    <a:pt x="158" y="10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8" y="14"/>
                  </a:lnTo>
                  <a:lnTo>
                    <a:pt x="160" y="12"/>
                  </a:lnTo>
                  <a:lnTo>
                    <a:pt x="160" y="12"/>
                  </a:lnTo>
                  <a:lnTo>
                    <a:pt x="162" y="10"/>
                  </a:lnTo>
                  <a:lnTo>
                    <a:pt x="164" y="10"/>
                  </a:lnTo>
                  <a:lnTo>
                    <a:pt x="164" y="8"/>
                  </a:lnTo>
                  <a:lnTo>
                    <a:pt x="168" y="8"/>
                  </a:lnTo>
                  <a:lnTo>
                    <a:pt x="168" y="8"/>
                  </a:lnTo>
                  <a:lnTo>
                    <a:pt x="168" y="8"/>
                  </a:lnTo>
                  <a:lnTo>
                    <a:pt x="170" y="8"/>
                  </a:lnTo>
                  <a:lnTo>
                    <a:pt x="170" y="4"/>
                  </a:lnTo>
                  <a:lnTo>
                    <a:pt x="170" y="4"/>
                  </a:lnTo>
                  <a:lnTo>
                    <a:pt x="170" y="4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66" y="0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1295400" y="3638550"/>
              <a:ext cx="158750" cy="139700"/>
            </a:xfrm>
            <a:custGeom>
              <a:avLst/>
              <a:gdLst>
                <a:gd name="T0" fmla="*/ 61 w 200"/>
                <a:gd name="T1" fmla="*/ 16 h 177"/>
                <a:gd name="T2" fmla="*/ 81 w 200"/>
                <a:gd name="T3" fmla="*/ 19 h 177"/>
                <a:gd name="T4" fmla="*/ 86 w 200"/>
                <a:gd name="T5" fmla="*/ 29 h 177"/>
                <a:gd name="T6" fmla="*/ 98 w 200"/>
                <a:gd name="T7" fmla="*/ 27 h 177"/>
                <a:gd name="T8" fmla="*/ 106 w 200"/>
                <a:gd name="T9" fmla="*/ 23 h 177"/>
                <a:gd name="T10" fmla="*/ 102 w 200"/>
                <a:gd name="T11" fmla="*/ 27 h 177"/>
                <a:gd name="T12" fmla="*/ 112 w 200"/>
                <a:gd name="T13" fmla="*/ 23 h 177"/>
                <a:gd name="T14" fmla="*/ 118 w 200"/>
                <a:gd name="T15" fmla="*/ 23 h 177"/>
                <a:gd name="T16" fmla="*/ 126 w 200"/>
                <a:gd name="T17" fmla="*/ 31 h 177"/>
                <a:gd name="T18" fmla="*/ 147 w 200"/>
                <a:gd name="T19" fmla="*/ 41 h 177"/>
                <a:gd name="T20" fmla="*/ 167 w 200"/>
                <a:gd name="T21" fmla="*/ 33 h 177"/>
                <a:gd name="T22" fmla="*/ 173 w 200"/>
                <a:gd name="T23" fmla="*/ 35 h 177"/>
                <a:gd name="T24" fmla="*/ 177 w 200"/>
                <a:gd name="T25" fmla="*/ 45 h 177"/>
                <a:gd name="T26" fmla="*/ 179 w 200"/>
                <a:gd name="T27" fmla="*/ 51 h 177"/>
                <a:gd name="T28" fmla="*/ 183 w 200"/>
                <a:gd name="T29" fmla="*/ 61 h 177"/>
                <a:gd name="T30" fmla="*/ 192 w 200"/>
                <a:gd name="T31" fmla="*/ 69 h 177"/>
                <a:gd name="T32" fmla="*/ 198 w 200"/>
                <a:gd name="T33" fmla="*/ 78 h 177"/>
                <a:gd name="T34" fmla="*/ 194 w 200"/>
                <a:gd name="T35" fmla="*/ 98 h 177"/>
                <a:gd name="T36" fmla="*/ 177 w 200"/>
                <a:gd name="T37" fmla="*/ 112 h 177"/>
                <a:gd name="T38" fmla="*/ 181 w 200"/>
                <a:gd name="T39" fmla="*/ 118 h 177"/>
                <a:gd name="T40" fmla="*/ 171 w 200"/>
                <a:gd name="T41" fmla="*/ 114 h 177"/>
                <a:gd name="T42" fmla="*/ 163 w 200"/>
                <a:gd name="T43" fmla="*/ 114 h 177"/>
                <a:gd name="T44" fmla="*/ 149 w 200"/>
                <a:gd name="T45" fmla="*/ 108 h 177"/>
                <a:gd name="T46" fmla="*/ 110 w 200"/>
                <a:gd name="T47" fmla="*/ 102 h 177"/>
                <a:gd name="T48" fmla="*/ 112 w 200"/>
                <a:gd name="T49" fmla="*/ 112 h 177"/>
                <a:gd name="T50" fmla="*/ 104 w 200"/>
                <a:gd name="T51" fmla="*/ 110 h 177"/>
                <a:gd name="T52" fmla="*/ 100 w 200"/>
                <a:gd name="T53" fmla="*/ 112 h 177"/>
                <a:gd name="T54" fmla="*/ 100 w 200"/>
                <a:gd name="T55" fmla="*/ 118 h 177"/>
                <a:gd name="T56" fmla="*/ 90 w 200"/>
                <a:gd name="T57" fmla="*/ 124 h 177"/>
                <a:gd name="T58" fmla="*/ 81 w 200"/>
                <a:gd name="T59" fmla="*/ 122 h 177"/>
                <a:gd name="T60" fmla="*/ 81 w 200"/>
                <a:gd name="T61" fmla="*/ 133 h 177"/>
                <a:gd name="T62" fmla="*/ 81 w 200"/>
                <a:gd name="T63" fmla="*/ 147 h 177"/>
                <a:gd name="T64" fmla="*/ 86 w 200"/>
                <a:gd name="T65" fmla="*/ 151 h 177"/>
                <a:gd name="T66" fmla="*/ 94 w 200"/>
                <a:gd name="T67" fmla="*/ 163 h 177"/>
                <a:gd name="T68" fmla="*/ 71 w 200"/>
                <a:gd name="T69" fmla="*/ 167 h 177"/>
                <a:gd name="T70" fmla="*/ 67 w 200"/>
                <a:gd name="T71" fmla="*/ 171 h 177"/>
                <a:gd name="T72" fmla="*/ 59 w 200"/>
                <a:gd name="T73" fmla="*/ 173 h 177"/>
                <a:gd name="T74" fmla="*/ 53 w 200"/>
                <a:gd name="T75" fmla="*/ 171 h 177"/>
                <a:gd name="T76" fmla="*/ 47 w 200"/>
                <a:gd name="T77" fmla="*/ 177 h 177"/>
                <a:gd name="T78" fmla="*/ 24 w 200"/>
                <a:gd name="T79" fmla="*/ 169 h 177"/>
                <a:gd name="T80" fmla="*/ 18 w 200"/>
                <a:gd name="T81" fmla="*/ 167 h 177"/>
                <a:gd name="T82" fmla="*/ 12 w 200"/>
                <a:gd name="T83" fmla="*/ 157 h 177"/>
                <a:gd name="T84" fmla="*/ 18 w 200"/>
                <a:gd name="T85" fmla="*/ 153 h 177"/>
                <a:gd name="T86" fmla="*/ 22 w 200"/>
                <a:gd name="T87" fmla="*/ 147 h 177"/>
                <a:gd name="T88" fmla="*/ 26 w 200"/>
                <a:gd name="T89" fmla="*/ 129 h 177"/>
                <a:gd name="T90" fmla="*/ 30 w 200"/>
                <a:gd name="T91" fmla="*/ 122 h 177"/>
                <a:gd name="T92" fmla="*/ 30 w 200"/>
                <a:gd name="T93" fmla="*/ 118 h 177"/>
                <a:gd name="T94" fmla="*/ 30 w 200"/>
                <a:gd name="T95" fmla="*/ 108 h 177"/>
                <a:gd name="T96" fmla="*/ 26 w 200"/>
                <a:gd name="T97" fmla="*/ 98 h 177"/>
                <a:gd name="T98" fmla="*/ 18 w 200"/>
                <a:gd name="T99" fmla="*/ 90 h 177"/>
                <a:gd name="T100" fmla="*/ 20 w 200"/>
                <a:gd name="T101" fmla="*/ 84 h 177"/>
                <a:gd name="T102" fmla="*/ 18 w 200"/>
                <a:gd name="T103" fmla="*/ 71 h 177"/>
                <a:gd name="T104" fmla="*/ 14 w 200"/>
                <a:gd name="T105" fmla="*/ 65 h 177"/>
                <a:gd name="T106" fmla="*/ 16 w 200"/>
                <a:gd name="T107" fmla="*/ 61 h 177"/>
                <a:gd name="T108" fmla="*/ 10 w 200"/>
                <a:gd name="T109" fmla="*/ 49 h 177"/>
                <a:gd name="T110" fmla="*/ 6 w 200"/>
                <a:gd name="T111" fmla="*/ 43 h 177"/>
                <a:gd name="T112" fmla="*/ 30 w 200"/>
                <a:gd name="T113" fmla="*/ 37 h 177"/>
                <a:gd name="T114" fmla="*/ 43 w 200"/>
                <a:gd name="T115" fmla="*/ 35 h 177"/>
                <a:gd name="T116" fmla="*/ 43 w 200"/>
                <a:gd name="T117" fmla="*/ 27 h 177"/>
                <a:gd name="T118" fmla="*/ 47 w 200"/>
                <a:gd name="T119" fmla="*/ 21 h 177"/>
                <a:gd name="T120" fmla="*/ 45 w 200"/>
                <a:gd name="T121" fmla="*/ 16 h 177"/>
                <a:gd name="T122" fmla="*/ 47 w 200"/>
                <a:gd name="T123" fmla="*/ 1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0" h="177">
                  <a:moveTo>
                    <a:pt x="47" y="0"/>
                  </a:moveTo>
                  <a:lnTo>
                    <a:pt x="51" y="4"/>
                  </a:lnTo>
                  <a:lnTo>
                    <a:pt x="55" y="8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2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61" y="16"/>
                  </a:lnTo>
                  <a:lnTo>
                    <a:pt x="61" y="16"/>
                  </a:lnTo>
                  <a:lnTo>
                    <a:pt x="61" y="16"/>
                  </a:lnTo>
                  <a:lnTo>
                    <a:pt x="63" y="16"/>
                  </a:lnTo>
                  <a:lnTo>
                    <a:pt x="65" y="16"/>
                  </a:lnTo>
                  <a:lnTo>
                    <a:pt x="67" y="14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1" y="14"/>
                  </a:lnTo>
                  <a:lnTo>
                    <a:pt x="73" y="14"/>
                  </a:lnTo>
                  <a:lnTo>
                    <a:pt x="73" y="16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9" y="18"/>
                  </a:lnTo>
                  <a:lnTo>
                    <a:pt x="81" y="19"/>
                  </a:lnTo>
                  <a:lnTo>
                    <a:pt x="81" y="21"/>
                  </a:lnTo>
                  <a:lnTo>
                    <a:pt x="81" y="23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81" y="33"/>
                  </a:lnTo>
                  <a:lnTo>
                    <a:pt x="83" y="33"/>
                  </a:lnTo>
                  <a:lnTo>
                    <a:pt x="84" y="31"/>
                  </a:lnTo>
                  <a:lnTo>
                    <a:pt x="84" y="31"/>
                  </a:lnTo>
                  <a:lnTo>
                    <a:pt x="84" y="29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86" y="31"/>
                  </a:lnTo>
                  <a:lnTo>
                    <a:pt x="86" y="31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8" y="33"/>
                  </a:lnTo>
                  <a:lnTo>
                    <a:pt x="90" y="33"/>
                  </a:lnTo>
                  <a:lnTo>
                    <a:pt x="92" y="31"/>
                  </a:lnTo>
                  <a:lnTo>
                    <a:pt x="94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6" y="27"/>
                  </a:lnTo>
                  <a:lnTo>
                    <a:pt x="96" y="27"/>
                  </a:lnTo>
                  <a:lnTo>
                    <a:pt x="98" y="27"/>
                  </a:lnTo>
                  <a:lnTo>
                    <a:pt x="98" y="25"/>
                  </a:lnTo>
                  <a:lnTo>
                    <a:pt x="98" y="25"/>
                  </a:lnTo>
                  <a:lnTo>
                    <a:pt x="100" y="25"/>
                  </a:lnTo>
                  <a:lnTo>
                    <a:pt x="100" y="23"/>
                  </a:lnTo>
                  <a:lnTo>
                    <a:pt x="102" y="23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2" y="21"/>
                  </a:lnTo>
                  <a:lnTo>
                    <a:pt x="104" y="21"/>
                  </a:lnTo>
                  <a:lnTo>
                    <a:pt x="106" y="21"/>
                  </a:lnTo>
                  <a:lnTo>
                    <a:pt x="106" y="21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3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4" y="25"/>
                  </a:lnTo>
                  <a:lnTo>
                    <a:pt x="104" y="27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4" y="27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4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8" y="27"/>
                  </a:lnTo>
                  <a:lnTo>
                    <a:pt x="108" y="25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5"/>
                  </a:lnTo>
                  <a:lnTo>
                    <a:pt x="114" y="25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18" y="23"/>
                  </a:lnTo>
                  <a:lnTo>
                    <a:pt x="118" y="23"/>
                  </a:lnTo>
                  <a:lnTo>
                    <a:pt x="118" y="23"/>
                  </a:lnTo>
                  <a:lnTo>
                    <a:pt x="118" y="23"/>
                  </a:lnTo>
                  <a:lnTo>
                    <a:pt x="118" y="23"/>
                  </a:lnTo>
                  <a:lnTo>
                    <a:pt x="118" y="25"/>
                  </a:lnTo>
                  <a:lnTo>
                    <a:pt x="118" y="25"/>
                  </a:lnTo>
                  <a:lnTo>
                    <a:pt x="118" y="25"/>
                  </a:lnTo>
                  <a:lnTo>
                    <a:pt x="118" y="25"/>
                  </a:lnTo>
                  <a:lnTo>
                    <a:pt x="120" y="27"/>
                  </a:lnTo>
                  <a:lnTo>
                    <a:pt x="126" y="27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1"/>
                  </a:lnTo>
                  <a:lnTo>
                    <a:pt x="124" y="33"/>
                  </a:lnTo>
                  <a:lnTo>
                    <a:pt x="124" y="33"/>
                  </a:lnTo>
                  <a:lnTo>
                    <a:pt x="126" y="33"/>
                  </a:lnTo>
                  <a:lnTo>
                    <a:pt x="126" y="31"/>
                  </a:lnTo>
                  <a:lnTo>
                    <a:pt x="128" y="31"/>
                  </a:lnTo>
                  <a:lnTo>
                    <a:pt x="128" y="31"/>
                  </a:lnTo>
                  <a:lnTo>
                    <a:pt x="128" y="33"/>
                  </a:lnTo>
                  <a:lnTo>
                    <a:pt x="130" y="39"/>
                  </a:lnTo>
                  <a:lnTo>
                    <a:pt x="130" y="39"/>
                  </a:lnTo>
                  <a:lnTo>
                    <a:pt x="132" y="39"/>
                  </a:lnTo>
                  <a:lnTo>
                    <a:pt x="132" y="39"/>
                  </a:lnTo>
                  <a:lnTo>
                    <a:pt x="133" y="37"/>
                  </a:lnTo>
                  <a:lnTo>
                    <a:pt x="137" y="39"/>
                  </a:lnTo>
                  <a:lnTo>
                    <a:pt x="145" y="41"/>
                  </a:lnTo>
                  <a:lnTo>
                    <a:pt x="145" y="43"/>
                  </a:lnTo>
                  <a:lnTo>
                    <a:pt x="145" y="43"/>
                  </a:lnTo>
                  <a:lnTo>
                    <a:pt x="147" y="41"/>
                  </a:lnTo>
                  <a:lnTo>
                    <a:pt x="147" y="41"/>
                  </a:lnTo>
                  <a:lnTo>
                    <a:pt x="151" y="39"/>
                  </a:lnTo>
                  <a:lnTo>
                    <a:pt x="155" y="35"/>
                  </a:lnTo>
                  <a:lnTo>
                    <a:pt x="157" y="35"/>
                  </a:lnTo>
                  <a:lnTo>
                    <a:pt x="157" y="35"/>
                  </a:lnTo>
                  <a:lnTo>
                    <a:pt x="159" y="35"/>
                  </a:lnTo>
                  <a:lnTo>
                    <a:pt x="159" y="35"/>
                  </a:lnTo>
                  <a:lnTo>
                    <a:pt x="161" y="35"/>
                  </a:lnTo>
                  <a:lnTo>
                    <a:pt x="163" y="35"/>
                  </a:lnTo>
                  <a:lnTo>
                    <a:pt x="163" y="35"/>
                  </a:lnTo>
                  <a:lnTo>
                    <a:pt x="163" y="33"/>
                  </a:lnTo>
                  <a:lnTo>
                    <a:pt x="163" y="33"/>
                  </a:lnTo>
                  <a:lnTo>
                    <a:pt x="165" y="33"/>
                  </a:lnTo>
                  <a:lnTo>
                    <a:pt x="165" y="33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69" y="33"/>
                  </a:lnTo>
                  <a:lnTo>
                    <a:pt x="171" y="31"/>
                  </a:lnTo>
                  <a:lnTo>
                    <a:pt x="171" y="31"/>
                  </a:lnTo>
                  <a:lnTo>
                    <a:pt x="171" y="31"/>
                  </a:lnTo>
                  <a:lnTo>
                    <a:pt x="171" y="31"/>
                  </a:lnTo>
                  <a:lnTo>
                    <a:pt x="173" y="35"/>
                  </a:lnTo>
                  <a:lnTo>
                    <a:pt x="173" y="35"/>
                  </a:lnTo>
                  <a:lnTo>
                    <a:pt x="173" y="35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5" y="39"/>
                  </a:lnTo>
                  <a:lnTo>
                    <a:pt x="177" y="41"/>
                  </a:lnTo>
                  <a:lnTo>
                    <a:pt x="177" y="41"/>
                  </a:lnTo>
                  <a:lnTo>
                    <a:pt x="177" y="41"/>
                  </a:lnTo>
                  <a:lnTo>
                    <a:pt x="177" y="43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9"/>
                  </a:lnTo>
                  <a:lnTo>
                    <a:pt x="177" y="51"/>
                  </a:lnTo>
                  <a:lnTo>
                    <a:pt x="177" y="51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77" y="51"/>
                  </a:lnTo>
                  <a:lnTo>
                    <a:pt x="177" y="51"/>
                  </a:lnTo>
                  <a:lnTo>
                    <a:pt x="177" y="53"/>
                  </a:lnTo>
                  <a:lnTo>
                    <a:pt x="175" y="53"/>
                  </a:lnTo>
                  <a:lnTo>
                    <a:pt x="175" y="53"/>
                  </a:lnTo>
                  <a:lnTo>
                    <a:pt x="175" y="55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9"/>
                  </a:lnTo>
                  <a:lnTo>
                    <a:pt x="175" y="59"/>
                  </a:lnTo>
                  <a:lnTo>
                    <a:pt x="179" y="59"/>
                  </a:lnTo>
                  <a:lnTo>
                    <a:pt x="183" y="61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4" y="61"/>
                  </a:lnTo>
                  <a:lnTo>
                    <a:pt x="186" y="63"/>
                  </a:lnTo>
                  <a:lnTo>
                    <a:pt x="186" y="65"/>
                  </a:lnTo>
                  <a:lnTo>
                    <a:pt x="188" y="65"/>
                  </a:lnTo>
                  <a:lnTo>
                    <a:pt x="190" y="67"/>
                  </a:lnTo>
                  <a:lnTo>
                    <a:pt x="190" y="67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9"/>
                  </a:lnTo>
                  <a:lnTo>
                    <a:pt x="192" y="69"/>
                  </a:lnTo>
                  <a:lnTo>
                    <a:pt x="192" y="69"/>
                  </a:lnTo>
                  <a:lnTo>
                    <a:pt x="192" y="69"/>
                  </a:lnTo>
                  <a:lnTo>
                    <a:pt x="192" y="69"/>
                  </a:lnTo>
                  <a:lnTo>
                    <a:pt x="194" y="69"/>
                  </a:lnTo>
                  <a:lnTo>
                    <a:pt x="196" y="69"/>
                  </a:lnTo>
                  <a:lnTo>
                    <a:pt x="196" y="69"/>
                  </a:lnTo>
                  <a:lnTo>
                    <a:pt x="196" y="71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4"/>
                  </a:lnTo>
                  <a:lnTo>
                    <a:pt x="196" y="74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198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198" y="80"/>
                  </a:lnTo>
                  <a:lnTo>
                    <a:pt x="198" y="80"/>
                  </a:lnTo>
                  <a:lnTo>
                    <a:pt x="198" y="80"/>
                  </a:lnTo>
                  <a:lnTo>
                    <a:pt x="198" y="84"/>
                  </a:lnTo>
                  <a:lnTo>
                    <a:pt x="198" y="84"/>
                  </a:lnTo>
                  <a:lnTo>
                    <a:pt x="198" y="86"/>
                  </a:lnTo>
                  <a:lnTo>
                    <a:pt x="200" y="88"/>
                  </a:lnTo>
                  <a:lnTo>
                    <a:pt x="198" y="88"/>
                  </a:lnTo>
                  <a:lnTo>
                    <a:pt x="198" y="90"/>
                  </a:lnTo>
                  <a:lnTo>
                    <a:pt x="196" y="94"/>
                  </a:lnTo>
                  <a:lnTo>
                    <a:pt x="194" y="98"/>
                  </a:lnTo>
                  <a:lnTo>
                    <a:pt x="192" y="98"/>
                  </a:lnTo>
                  <a:lnTo>
                    <a:pt x="192" y="100"/>
                  </a:lnTo>
                  <a:lnTo>
                    <a:pt x="192" y="104"/>
                  </a:lnTo>
                  <a:lnTo>
                    <a:pt x="190" y="106"/>
                  </a:lnTo>
                  <a:lnTo>
                    <a:pt x="190" y="106"/>
                  </a:lnTo>
                  <a:lnTo>
                    <a:pt x="190" y="106"/>
                  </a:lnTo>
                  <a:lnTo>
                    <a:pt x="184" y="108"/>
                  </a:lnTo>
                  <a:lnTo>
                    <a:pt x="184" y="108"/>
                  </a:lnTo>
                  <a:lnTo>
                    <a:pt x="184" y="108"/>
                  </a:lnTo>
                  <a:lnTo>
                    <a:pt x="183" y="108"/>
                  </a:lnTo>
                  <a:lnTo>
                    <a:pt x="183" y="108"/>
                  </a:lnTo>
                  <a:lnTo>
                    <a:pt x="179" y="108"/>
                  </a:lnTo>
                  <a:lnTo>
                    <a:pt x="179" y="110"/>
                  </a:lnTo>
                  <a:lnTo>
                    <a:pt x="177" y="112"/>
                  </a:lnTo>
                  <a:lnTo>
                    <a:pt x="177" y="112"/>
                  </a:lnTo>
                  <a:lnTo>
                    <a:pt x="177" y="112"/>
                  </a:lnTo>
                  <a:lnTo>
                    <a:pt x="177" y="114"/>
                  </a:lnTo>
                  <a:lnTo>
                    <a:pt x="177" y="114"/>
                  </a:lnTo>
                  <a:lnTo>
                    <a:pt x="179" y="114"/>
                  </a:lnTo>
                  <a:lnTo>
                    <a:pt x="179" y="114"/>
                  </a:lnTo>
                  <a:lnTo>
                    <a:pt x="181" y="116"/>
                  </a:lnTo>
                  <a:lnTo>
                    <a:pt x="181" y="116"/>
                  </a:lnTo>
                  <a:lnTo>
                    <a:pt x="181" y="116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1" y="120"/>
                  </a:lnTo>
                  <a:lnTo>
                    <a:pt x="179" y="120"/>
                  </a:lnTo>
                  <a:lnTo>
                    <a:pt x="179" y="120"/>
                  </a:lnTo>
                  <a:lnTo>
                    <a:pt x="177" y="120"/>
                  </a:lnTo>
                  <a:lnTo>
                    <a:pt x="171" y="116"/>
                  </a:lnTo>
                  <a:lnTo>
                    <a:pt x="171" y="116"/>
                  </a:lnTo>
                  <a:lnTo>
                    <a:pt x="171" y="116"/>
                  </a:lnTo>
                  <a:lnTo>
                    <a:pt x="171" y="116"/>
                  </a:lnTo>
                  <a:lnTo>
                    <a:pt x="171" y="116"/>
                  </a:lnTo>
                  <a:lnTo>
                    <a:pt x="171" y="116"/>
                  </a:lnTo>
                  <a:lnTo>
                    <a:pt x="171" y="114"/>
                  </a:lnTo>
                  <a:lnTo>
                    <a:pt x="171" y="114"/>
                  </a:lnTo>
                  <a:lnTo>
                    <a:pt x="171" y="114"/>
                  </a:lnTo>
                  <a:lnTo>
                    <a:pt x="171" y="114"/>
                  </a:lnTo>
                  <a:lnTo>
                    <a:pt x="173" y="114"/>
                  </a:lnTo>
                  <a:lnTo>
                    <a:pt x="171" y="112"/>
                  </a:lnTo>
                  <a:lnTo>
                    <a:pt x="171" y="112"/>
                  </a:lnTo>
                  <a:lnTo>
                    <a:pt x="169" y="112"/>
                  </a:lnTo>
                  <a:lnTo>
                    <a:pt x="167" y="112"/>
                  </a:lnTo>
                  <a:lnTo>
                    <a:pt x="167" y="112"/>
                  </a:lnTo>
                  <a:lnTo>
                    <a:pt x="167" y="112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5" y="114"/>
                  </a:lnTo>
                  <a:lnTo>
                    <a:pt x="165" y="114"/>
                  </a:lnTo>
                  <a:lnTo>
                    <a:pt x="163" y="114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61" y="116"/>
                  </a:lnTo>
                  <a:lnTo>
                    <a:pt x="161" y="114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61" y="114"/>
                  </a:lnTo>
                  <a:lnTo>
                    <a:pt x="161" y="112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53" y="108"/>
                  </a:lnTo>
                  <a:lnTo>
                    <a:pt x="151" y="108"/>
                  </a:lnTo>
                  <a:lnTo>
                    <a:pt x="149" y="108"/>
                  </a:lnTo>
                  <a:lnTo>
                    <a:pt x="149" y="108"/>
                  </a:lnTo>
                  <a:lnTo>
                    <a:pt x="149" y="108"/>
                  </a:lnTo>
                  <a:lnTo>
                    <a:pt x="149" y="108"/>
                  </a:lnTo>
                  <a:lnTo>
                    <a:pt x="147" y="108"/>
                  </a:lnTo>
                  <a:lnTo>
                    <a:pt x="135" y="104"/>
                  </a:lnTo>
                  <a:lnTo>
                    <a:pt x="133" y="104"/>
                  </a:lnTo>
                  <a:lnTo>
                    <a:pt x="133" y="104"/>
                  </a:lnTo>
                  <a:lnTo>
                    <a:pt x="130" y="108"/>
                  </a:lnTo>
                  <a:lnTo>
                    <a:pt x="126" y="112"/>
                  </a:lnTo>
                  <a:lnTo>
                    <a:pt x="126" y="112"/>
                  </a:lnTo>
                  <a:lnTo>
                    <a:pt x="116" y="106"/>
                  </a:lnTo>
                  <a:lnTo>
                    <a:pt x="112" y="102"/>
                  </a:lnTo>
                  <a:lnTo>
                    <a:pt x="110" y="102"/>
                  </a:lnTo>
                  <a:lnTo>
                    <a:pt x="110" y="102"/>
                  </a:lnTo>
                  <a:lnTo>
                    <a:pt x="110" y="102"/>
                  </a:lnTo>
                  <a:lnTo>
                    <a:pt x="110" y="102"/>
                  </a:lnTo>
                  <a:lnTo>
                    <a:pt x="110" y="102"/>
                  </a:lnTo>
                  <a:lnTo>
                    <a:pt x="108" y="102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6"/>
                  </a:lnTo>
                  <a:lnTo>
                    <a:pt x="110" y="108"/>
                  </a:lnTo>
                  <a:lnTo>
                    <a:pt x="110" y="108"/>
                  </a:lnTo>
                  <a:lnTo>
                    <a:pt x="110" y="108"/>
                  </a:lnTo>
                  <a:lnTo>
                    <a:pt x="112" y="110"/>
                  </a:lnTo>
                  <a:lnTo>
                    <a:pt x="112" y="110"/>
                  </a:lnTo>
                  <a:lnTo>
                    <a:pt x="112" y="112"/>
                  </a:lnTo>
                  <a:lnTo>
                    <a:pt x="112" y="112"/>
                  </a:lnTo>
                  <a:lnTo>
                    <a:pt x="112" y="112"/>
                  </a:lnTo>
                  <a:lnTo>
                    <a:pt x="110" y="112"/>
                  </a:lnTo>
                  <a:lnTo>
                    <a:pt x="110" y="112"/>
                  </a:lnTo>
                  <a:lnTo>
                    <a:pt x="106" y="110"/>
                  </a:lnTo>
                  <a:lnTo>
                    <a:pt x="106" y="110"/>
                  </a:lnTo>
                  <a:lnTo>
                    <a:pt x="106" y="110"/>
                  </a:lnTo>
                  <a:lnTo>
                    <a:pt x="106" y="110"/>
                  </a:lnTo>
                  <a:lnTo>
                    <a:pt x="104" y="110"/>
                  </a:lnTo>
                  <a:lnTo>
                    <a:pt x="104" y="112"/>
                  </a:lnTo>
                  <a:lnTo>
                    <a:pt x="104" y="112"/>
                  </a:lnTo>
                  <a:lnTo>
                    <a:pt x="104" y="112"/>
                  </a:lnTo>
                  <a:lnTo>
                    <a:pt x="104" y="110"/>
                  </a:lnTo>
                  <a:lnTo>
                    <a:pt x="104" y="110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10"/>
                  </a:lnTo>
                  <a:lnTo>
                    <a:pt x="100" y="110"/>
                  </a:lnTo>
                  <a:lnTo>
                    <a:pt x="100" y="112"/>
                  </a:lnTo>
                  <a:lnTo>
                    <a:pt x="100" y="112"/>
                  </a:lnTo>
                  <a:lnTo>
                    <a:pt x="100" y="112"/>
                  </a:lnTo>
                  <a:lnTo>
                    <a:pt x="100" y="112"/>
                  </a:lnTo>
                  <a:lnTo>
                    <a:pt x="100" y="114"/>
                  </a:lnTo>
                  <a:lnTo>
                    <a:pt x="100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4" y="114"/>
                  </a:lnTo>
                  <a:lnTo>
                    <a:pt x="104" y="116"/>
                  </a:lnTo>
                  <a:lnTo>
                    <a:pt x="104" y="116"/>
                  </a:lnTo>
                  <a:lnTo>
                    <a:pt x="102" y="116"/>
                  </a:lnTo>
                  <a:lnTo>
                    <a:pt x="102" y="116"/>
                  </a:lnTo>
                  <a:lnTo>
                    <a:pt x="102" y="116"/>
                  </a:lnTo>
                  <a:lnTo>
                    <a:pt x="100" y="116"/>
                  </a:lnTo>
                  <a:lnTo>
                    <a:pt x="100" y="116"/>
                  </a:lnTo>
                  <a:lnTo>
                    <a:pt x="100" y="118"/>
                  </a:lnTo>
                  <a:lnTo>
                    <a:pt x="100" y="118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94" y="124"/>
                  </a:lnTo>
                  <a:lnTo>
                    <a:pt x="94" y="124"/>
                  </a:lnTo>
                  <a:lnTo>
                    <a:pt x="94" y="122"/>
                  </a:lnTo>
                  <a:lnTo>
                    <a:pt x="94" y="122"/>
                  </a:lnTo>
                  <a:lnTo>
                    <a:pt x="94" y="122"/>
                  </a:lnTo>
                  <a:lnTo>
                    <a:pt x="94" y="12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90" y="122"/>
                  </a:lnTo>
                  <a:lnTo>
                    <a:pt x="90" y="124"/>
                  </a:lnTo>
                  <a:lnTo>
                    <a:pt x="90" y="124"/>
                  </a:lnTo>
                  <a:lnTo>
                    <a:pt x="90" y="124"/>
                  </a:lnTo>
                  <a:lnTo>
                    <a:pt x="90" y="124"/>
                  </a:lnTo>
                  <a:lnTo>
                    <a:pt x="90" y="122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88" y="118"/>
                  </a:lnTo>
                  <a:lnTo>
                    <a:pt x="86" y="118"/>
                  </a:lnTo>
                  <a:lnTo>
                    <a:pt x="84" y="118"/>
                  </a:lnTo>
                  <a:lnTo>
                    <a:pt x="83" y="118"/>
                  </a:lnTo>
                  <a:lnTo>
                    <a:pt x="81" y="120"/>
                  </a:lnTo>
                  <a:lnTo>
                    <a:pt x="81" y="120"/>
                  </a:lnTo>
                  <a:lnTo>
                    <a:pt x="81" y="120"/>
                  </a:lnTo>
                  <a:lnTo>
                    <a:pt x="81" y="122"/>
                  </a:lnTo>
                  <a:lnTo>
                    <a:pt x="81" y="122"/>
                  </a:lnTo>
                  <a:lnTo>
                    <a:pt x="81" y="122"/>
                  </a:lnTo>
                  <a:lnTo>
                    <a:pt x="79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6"/>
                  </a:lnTo>
                  <a:lnTo>
                    <a:pt x="81" y="129"/>
                  </a:lnTo>
                  <a:lnTo>
                    <a:pt x="81" y="129"/>
                  </a:lnTo>
                  <a:lnTo>
                    <a:pt x="81" y="131"/>
                  </a:lnTo>
                  <a:lnTo>
                    <a:pt x="81" y="131"/>
                  </a:lnTo>
                  <a:lnTo>
                    <a:pt x="81" y="133"/>
                  </a:lnTo>
                  <a:lnTo>
                    <a:pt x="81" y="133"/>
                  </a:lnTo>
                  <a:lnTo>
                    <a:pt x="81" y="133"/>
                  </a:lnTo>
                  <a:lnTo>
                    <a:pt x="81" y="133"/>
                  </a:lnTo>
                  <a:lnTo>
                    <a:pt x="81" y="135"/>
                  </a:lnTo>
                  <a:lnTo>
                    <a:pt x="81" y="135"/>
                  </a:lnTo>
                  <a:lnTo>
                    <a:pt x="81" y="137"/>
                  </a:lnTo>
                  <a:lnTo>
                    <a:pt x="81" y="137"/>
                  </a:lnTo>
                  <a:lnTo>
                    <a:pt x="81" y="137"/>
                  </a:lnTo>
                  <a:lnTo>
                    <a:pt x="81" y="139"/>
                  </a:lnTo>
                  <a:lnTo>
                    <a:pt x="81" y="141"/>
                  </a:lnTo>
                  <a:lnTo>
                    <a:pt x="81" y="141"/>
                  </a:lnTo>
                  <a:lnTo>
                    <a:pt x="81" y="141"/>
                  </a:lnTo>
                  <a:lnTo>
                    <a:pt x="83" y="143"/>
                  </a:lnTo>
                  <a:lnTo>
                    <a:pt x="83" y="143"/>
                  </a:lnTo>
                  <a:lnTo>
                    <a:pt x="83" y="143"/>
                  </a:lnTo>
                  <a:lnTo>
                    <a:pt x="83" y="145"/>
                  </a:lnTo>
                  <a:lnTo>
                    <a:pt x="81" y="147"/>
                  </a:lnTo>
                  <a:lnTo>
                    <a:pt x="79" y="149"/>
                  </a:lnTo>
                  <a:lnTo>
                    <a:pt x="79" y="149"/>
                  </a:lnTo>
                  <a:lnTo>
                    <a:pt x="79" y="151"/>
                  </a:lnTo>
                  <a:lnTo>
                    <a:pt x="79" y="151"/>
                  </a:lnTo>
                  <a:lnTo>
                    <a:pt x="81" y="155"/>
                  </a:lnTo>
                  <a:lnTo>
                    <a:pt x="81" y="155"/>
                  </a:lnTo>
                  <a:lnTo>
                    <a:pt x="81" y="155"/>
                  </a:lnTo>
                  <a:lnTo>
                    <a:pt x="81" y="155"/>
                  </a:lnTo>
                  <a:lnTo>
                    <a:pt x="81" y="155"/>
                  </a:lnTo>
                  <a:lnTo>
                    <a:pt x="83" y="151"/>
                  </a:lnTo>
                  <a:lnTo>
                    <a:pt x="83" y="151"/>
                  </a:lnTo>
                  <a:lnTo>
                    <a:pt x="84" y="151"/>
                  </a:lnTo>
                  <a:lnTo>
                    <a:pt x="84" y="151"/>
                  </a:lnTo>
                  <a:lnTo>
                    <a:pt x="86" y="151"/>
                  </a:lnTo>
                  <a:lnTo>
                    <a:pt x="88" y="151"/>
                  </a:lnTo>
                  <a:lnTo>
                    <a:pt x="88" y="151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84" y="155"/>
                  </a:lnTo>
                  <a:lnTo>
                    <a:pt x="84" y="155"/>
                  </a:lnTo>
                  <a:lnTo>
                    <a:pt x="84" y="157"/>
                  </a:lnTo>
                  <a:lnTo>
                    <a:pt x="84" y="157"/>
                  </a:lnTo>
                  <a:lnTo>
                    <a:pt x="84" y="157"/>
                  </a:lnTo>
                  <a:lnTo>
                    <a:pt x="86" y="159"/>
                  </a:lnTo>
                  <a:lnTo>
                    <a:pt x="86" y="159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94" y="163"/>
                  </a:lnTo>
                  <a:lnTo>
                    <a:pt x="94" y="165"/>
                  </a:lnTo>
                  <a:lnTo>
                    <a:pt x="94" y="169"/>
                  </a:lnTo>
                  <a:lnTo>
                    <a:pt x="92" y="169"/>
                  </a:lnTo>
                  <a:lnTo>
                    <a:pt x="92" y="171"/>
                  </a:lnTo>
                  <a:lnTo>
                    <a:pt x="90" y="171"/>
                  </a:lnTo>
                  <a:lnTo>
                    <a:pt x="84" y="173"/>
                  </a:lnTo>
                  <a:lnTo>
                    <a:pt x="83" y="171"/>
                  </a:lnTo>
                  <a:lnTo>
                    <a:pt x="81" y="171"/>
                  </a:lnTo>
                  <a:lnTo>
                    <a:pt x="77" y="169"/>
                  </a:lnTo>
                  <a:lnTo>
                    <a:pt x="77" y="169"/>
                  </a:lnTo>
                  <a:lnTo>
                    <a:pt x="75" y="169"/>
                  </a:lnTo>
                  <a:lnTo>
                    <a:pt x="73" y="169"/>
                  </a:lnTo>
                  <a:lnTo>
                    <a:pt x="71" y="167"/>
                  </a:lnTo>
                  <a:lnTo>
                    <a:pt x="71" y="167"/>
                  </a:lnTo>
                  <a:lnTo>
                    <a:pt x="71" y="167"/>
                  </a:lnTo>
                  <a:lnTo>
                    <a:pt x="71" y="167"/>
                  </a:lnTo>
                  <a:lnTo>
                    <a:pt x="69" y="169"/>
                  </a:lnTo>
                  <a:lnTo>
                    <a:pt x="69" y="169"/>
                  </a:lnTo>
                  <a:lnTo>
                    <a:pt x="67" y="169"/>
                  </a:lnTo>
                  <a:lnTo>
                    <a:pt x="65" y="169"/>
                  </a:lnTo>
                  <a:lnTo>
                    <a:pt x="65" y="169"/>
                  </a:lnTo>
                  <a:lnTo>
                    <a:pt x="65" y="169"/>
                  </a:lnTo>
                  <a:lnTo>
                    <a:pt x="65" y="171"/>
                  </a:lnTo>
                  <a:lnTo>
                    <a:pt x="65" y="171"/>
                  </a:lnTo>
                  <a:lnTo>
                    <a:pt x="65" y="171"/>
                  </a:lnTo>
                  <a:lnTo>
                    <a:pt x="65" y="171"/>
                  </a:lnTo>
                  <a:lnTo>
                    <a:pt x="67" y="171"/>
                  </a:lnTo>
                  <a:lnTo>
                    <a:pt x="67" y="171"/>
                  </a:lnTo>
                  <a:lnTo>
                    <a:pt x="67" y="173"/>
                  </a:lnTo>
                  <a:lnTo>
                    <a:pt x="67" y="173"/>
                  </a:lnTo>
                  <a:lnTo>
                    <a:pt x="67" y="173"/>
                  </a:lnTo>
                  <a:lnTo>
                    <a:pt x="67" y="173"/>
                  </a:lnTo>
                  <a:lnTo>
                    <a:pt x="67" y="175"/>
                  </a:lnTo>
                  <a:lnTo>
                    <a:pt x="65" y="175"/>
                  </a:lnTo>
                  <a:lnTo>
                    <a:pt x="65" y="175"/>
                  </a:lnTo>
                  <a:lnTo>
                    <a:pt x="63" y="175"/>
                  </a:lnTo>
                  <a:lnTo>
                    <a:pt x="63" y="175"/>
                  </a:lnTo>
                  <a:lnTo>
                    <a:pt x="61" y="175"/>
                  </a:lnTo>
                  <a:lnTo>
                    <a:pt x="61" y="175"/>
                  </a:lnTo>
                  <a:lnTo>
                    <a:pt x="59" y="175"/>
                  </a:lnTo>
                  <a:lnTo>
                    <a:pt x="59" y="175"/>
                  </a:lnTo>
                  <a:lnTo>
                    <a:pt x="59" y="173"/>
                  </a:lnTo>
                  <a:lnTo>
                    <a:pt x="59" y="171"/>
                  </a:lnTo>
                  <a:lnTo>
                    <a:pt x="59" y="171"/>
                  </a:lnTo>
                  <a:lnTo>
                    <a:pt x="59" y="171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5" y="171"/>
                  </a:lnTo>
                  <a:lnTo>
                    <a:pt x="53" y="171"/>
                  </a:lnTo>
                  <a:lnTo>
                    <a:pt x="53" y="171"/>
                  </a:lnTo>
                  <a:lnTo>
                    <a:pt x="53" y="171"/>
                  </a:lnTo>
                  <a:lnTo>
                    <a:pt x="53" y="171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3" y="175"/>
                  </a:lnTo>
                  <a:lnTo>
                    <a:pt x="53" y="175"/>
                  </a:lnTo>
                  <a:lnTo>
                    <a:pt x="53" y="175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47" y="177"/>
                  </a:lnTo>
                  <a:lnTo>
                    <a:pt x="47" y="177"/>
                  </a:lnTo>
                  <a:lnTo>
                    <a:pt x="47" y="177"/>
                  </a:lnTo>
                  <a:lnTo>
                    <a:pt x="47" y="175"/>
                  </a:lnTo>
                  <a:lnTo>
                    <a:pt x="45" y="175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1" y="173"/>
                  </a:lnTo>
                  <a:lnTo>
                    <a:pt x="39" y="173"/>
                  </a:lnTo>
                  <a:lnTo>
                    <a:pt x="35" y="175"/>
                  </a:lnTo>
                  <a:lnTo>
                    <a:pt x="26" y="171"/>
                  </a:lnTo>
                  <a:lnTo>
                    <a:pt x="26" y="171"/>
                  </a:lnTo>
                  <a:lnTo>
                    <a:pt x="26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4" y="169"/>
                  </a:lnTo>
                  <a:lnTo>
                    <a:pt x="24" y="169"/>
                  </a:lnTo>
                  <a:lnTo>
                    <a:pt x="24" y="169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2" y="167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8" y="165"/>
                  </a:lnTo>
                  <a:lnTo>
                    <a:pt x="18" y="165"/>
                  </a:lnTo>
                  <a:lnTo>
                    <a:pt x="18" y="163"/>
                  </a:lnTo>
                  <a:lnTo>
                    <a:pt x="18" y="163"/>
                  </a:lnTo>
                  <a:lnTo>
                    <a:pt x="16" y="163"/>
                  </a:lnTo>
                  <a:lnTo>
                    <a:pt x="16" y="161"/>
                  </a:lnTo>
                  <a:lnTo>
                    <a:pt x="16" y="161"/>
                  </a:lnTo>
                  <a:lnTo>
                    <a:pt x="14" y="161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10" y="159"/>
                  </a:lnTo>
                  <a:lnTo>
                    <a:pt x="12" y="157"/>
                  </a:lnTo>
                  <a:lnTo>
                    <a:pt x="12" y="157"/>
                  </a:lnTo>
                  <a:lnTo>
                    <a:pt x="12" y="155"/>
                  </a:lnTo>
                  <a:lnTo>
                    <a:pt x="14" y="155"/>
                  </a:lnTo>
                  <a:lnTo>
                    <a:pt x="14" y="155"/>
                  </a:lnTo>
                  <a:lnTo>
                    <a:pt x="14" y="153"/>
                  </a:lnTo>
                  <a:lnTo>
                    <a:pt x="14" y="153"/>
                  </a:lnTo>
                  <a:lnTo>
                    <a:pt x="16" y="155"/>
                  </a:lnTo>
                  <a:lnTo>
                    <a:pt x="16" y="155"/>
                  </a:lnTo>
                  <a:lnTo>
                    <a:pt x="16" y="155"/>
                  </a:lnTo>
                  <a:lnTo>
                    <a:pt x="18" y="153"/>
                  </a:lnTo>
                  <a:lnTo>
                    <a:pt x="18" y="153"/>
                  </a:lnTo>
                  <a:lnTo>
                    <a:pt x="18" y="153"/>
                  </a:lnTo>
                  <a:lnTo>
                    <a:pt x="18" y="153"/>
                  </a:lnTo>
                  <a:lnTo>
                    <a:pt x="18" y="153"/>
                  </a:lnTo>
                  <a:lnTo>
                    <a:pt x="20" y="153"/>
                  </a:lnTo>
                  <a:lnTo>
                    <a:pt x="20" y="153"/>
                  </a:lnTo>
                  <a:lnTo>
                    <a:pt x="20" y="153"/>
                  </a:lnTo>
                  <a:lnTo>
                    <a:pt x="20" y="153"/>
                  </a:lnTo>
                  <a:lnTo>
                    <a:pt x="20" y="153"/>
                  </a:lnTo>
                  <a:lnTo>
                    <a:pt x="22" y="153"/>
                  </a:lnTo>
                  <a:lnTo>
                    <a:pt x="22" y="151"/>
                  </a:lnTo>
                  <a:lnTo>
                    <a:pt x="22" y="151"/>
                  </a:lnTo>
                  <a:lnTo>
                    <a:pt x="20" y="151"/>
                  </a:lnTo>
                  <a:lnTo>
                    <a:pt x="20" y="151"/>
                  </a:lnTo>
                  <a:lnTo>
                    <a:pt x="20" y="149"/>
                  </a:lnTo>
                  <a:lnTo>
                    <a:pt x="22" y="149"/>
                  </a:lnTo>
                  <a:lnTo>
                    <a:pt x="22" y="149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3"/>
                  </a:lnTo>
                  <a:lnTo>
                    <a:pt x="20" y="143"/>
                  </a:lnTo>
                  <a:lnTo>
                    <a:pt x="20" y="143"/>
                  </a:lnTo>
                  <a:lnTo>
                    <a:pt x="20" y="143"/>
                  </a:lnTo>
                  <a:lnTo>
                    <a:pt x="22" y="141"/>
                  </a:lnTo>
                  <a:lnTo>
                    <a:pt x="22" y="141"/>
                  </a:lnTo>
                  <a:lnTo>
                    <a:pt x="24" y="137"/>
                  </a:lnTo>
                  <a:lnTo>
                    <a:pt x="24" y="135"/>
                  </a:lnTo>
                  <a:lnTo>
                    <a:pt x="26" y="129"/>
                  </a:lnTo>
                  <a:lnTo>
                    <a:pt x="26" y="129"/>
                  </a:lnTo>
                  <a:lnTo>
                    <a:pt x="26" y="129"/>
                  </a:lnTo>
                  <a:lnTo>
                    <a:pt x="28" y="127"/>
                  </a:lnTo>
                  <a:lnTo>
                    <a:pt x="28" y="127"/>
                  </a:lnTo>
                  <a:lnTo>
                    <a:pt x="28" y="126"/>
                  </a:lnTo>
                  <a:lnTo>
                    <a:pt x="28" y="126"/>
                  </a:lnTo>
                  <a:lnTo>
                    <a:pt x="28" y="126"/>
                  </a:lnTo>
                  <a:lnTo>
                    <a:pt x="28" y="126"/>
                  </a:lnTo>
                  <a:lnTo>
                    <a:pt x="28" y="124"/>
                  </a:lnTo>
                  <a:lnTo>
                    <a:pt x="30" y="124"/>
                  </a:lnTo>
                  <a:lnTo>
                    <a:pt x="30" y="124"/>
                  </a:lnTo>
                  <a:lnTo>
                    <a:pt x="30" y="124"/>
                  </a:lnTo>
                  <a:lnTo>
                    <a:pt x="30" y="124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26" y="122"/>
                  </a:lnTo>
                  <a:lnTo>
                    <a:pt x="26" y="122"/>
                  </a:lnTo>
                  <a:lnTo>
                    <a:pt x="26" y="122"/>
                  </a:lnTo>
                  <a:lnTo>
                    <a:pt x="28" y="120"/>
                  </a:lnTo>
                  <a:lnTo>
                    <a:pt x="28" y="118"/>
                  </a:lnTo>
                  <a:lnTo>
                    <a:pt x="28" y="118"/>
                  </a:lnTo>
                  <a:lnTo>
                    <a:pt x="28" y="118"/>
                  </a:lnTo>
                  <a:lnTo>
                    <a:pt x="28" y="118"/>
                  </a:lnTo>
                  <a:lnTo>
                    <a:pt x="28" y="118"/>
                  </a:lnTo>
                  <a:lnTo>
                    <a:pt x="30" y="118"/>
                  </a:lnTo>
                  <a:lnTo>
                    <a:pt x="32" y="118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4"/>
                  </a:lnTo>
                  <a:lnTo>
                    <a:pt x="30" y="114"/>
                  </a:lnTo>
                  <a:lnTo>
                    <a:pt x="32" y="114"/>
                  </a:lnTo>
                  <a:lnTo>
                    <a:pt x="32" y="112"/>
                  </a:lnTo>
                  <a:lnTo>
                    <a:pt x="32" y="110"/>
                  </a:lnTo>
                  <a:lnTo>
                    <a:pt x="32" y="110"/>
                  </a:lnTo>
                  <a:lnTo>
                    <a:pt x="32" y="110"/>
                  </a:lnTo>
                  <a:lnTo>
                    <a:pt x="32" y="110"/>
                  </a:lnTo>
                  <a:lnTo>
                    <a:pt x="30" y="108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2"/>
                  </a:lnTo>
                  <a:lnTo>
                    <a:pt x="26" y="102"/>
                  </a:lnTo>
                  <a:lnTo>
                    <a:pt x="26" y="102"/>
                  </a:lnTo>
                  <a:lnTo>
                    <a:pt x="26" y="100"/>
                  </a:lnTo>
                  <a:lnTo>
                    <a:pt x="26" y="100"/>
                  </a:lnTo>
                  <a:lnTo>
                    <a:pt x="24" y="100"/>
                  </a:lnTo>
                  <a:lnTo>
                    <a:pt x="24" y="100"/>
                  </a:lnTo>
                  <a:lnTo>
                    <a:pt x="24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6"/>
                  </a:lnTo>
                  <a:lnTo>
                    <a:pt x="24" y="96"/>
                  </a:lnTo>
                  <a:lnTo>
                    <a:pt x="22" y="96"/>
                  </a:lnTo>
                  <a:lnTo>
                    <a:pt x="22" y="96"/>
                  </a:lnTo>
                  <a:lnTo>
                    <a:pt x="20" y="96"/>
                  </a:lnTo>
                  <a:lnTo>
                    <a:pt x="20" y="94"/>
                  </a:lnTo>
                  <a:lnTo>
                    <a:pt x="18" y="92"/>
                  </a:lnTo>
                  <a:lnTo>
                    <a:pt x="18" y="92"/>
                  </a:lnTo>
                  <a:lnTo>
                    <a:pt x="18" y="90"/>
                  </a:lnTo>
                  <a:lnTo>
                    <a:pt x="18" y="90"/>
                  </a:lnTo>
                  <a:lnTo>
                    <a:pt x="18" y="90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88"/>
                  </a:lnTo>
                  <a:lnTo>
                    <a:pt x="18" y="88"/>
                  </a:lnTo>
                  <a:lnTo>
                    <a:pt x="18" y="88"/>
                  </a:lnTo>
                  <a:lnTo>
                    <a:pt x="18" y="88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2" y="82"/>
                  </a:lnTo>
                  <a:lnTo>
                    <a:pt x="20" y="82"/>
                  </a:lnTo>
                  <a:lnTo>
                    <a:pt x="20" y="80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1"/>
                  </a:lnTo>
                  <a:lnTo>
                    <a:pt x="16" y="71"/>
                  </a:lnTo>
                  <a:lnTo>
                    <a:pt x="16" y="71"/>
                  </a:lnTo>
                  <a:lnTo>
                    <a:pt x="16" y="71"/>
                  </a:lnTo>
                  <a:lnTo>
                    <a:pt x="16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7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6" y="61"/>
                  </a:lnTo>
                  <a:lnTo>
                    <a:pt x="16" y="61"/>
                  </a:lnTo>
                  <a:lnTo>
                    <a:pt x="16" y="61"/>
                  </a:lnTo>
                  <a:lnTo>
                    <a:pt x="16" y="61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14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0" y="51"/>
                  </a:lnTo>
                  <a:lnTo>
                    <a:pt x="10" y="49"/>
                  </a:lnTo>
                  <a:lnTo>
                    <a:pt x="8" y="49"/>
                  </a:lnTo>
                  <a:lnTo>
                    <a:pt x="8" y="47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8" y="35"/>
                  </a:lnTo>
                  <a:lnTo>
                    <a:pt x="20" y="37"/>
                  </a:lnTo>
                  <a:lnTo>
                    <a:pt x="26" y="37"/>
                  </a:lnTo>
                  <a:lnTo>
                    <a:pt x="28" y="37"/>
                  </a:lnTo>
                  <a:lnTo>
                    <a:pt x="28" y="37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2" y="37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9" y="35"/>
                  </a:lnTo>
                  <a:lnTo>
                    <a:pt x="39" y="35"/>
                  </a:lnTo>
                  <a:lnTo>
                    <a:pt x="39" y="35"/>
                  </a:lnTo>
                  <a:lnTo>
                    <a:pt x="39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1" y="35"/>
                  </a:lnTo>
                  <a:lnTo>
                    <a:pt x="41" y="35"/>
                  </a:lnTo>
                  <a:lnTo>
                    <a:pt x="43" y="35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3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7" y="29"/>
                  </a:lnTo>
                  <a:lnTo>
                    <a:pt x="45" y="29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1" y="23"/>
                  </a:lnTo>
                  <a:lnTo>
                    <a:pt x="41" y="23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3" y="21"/>
                  </a:lnTo>
                  <a:lnTo>
                    <a:pt x="45" y="21"/>
                  </a:lnTo>
                  <a:lnTo>
                    <a:pt x="45" y="21"/>
                  </a:lnTo>
                  <a:lnTo>
                    <a:pt x="45" y="21"/>
                  </a:lnTo>
                  <a:lnTo>
                    <a:pt x="45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3" y="21"/>
                  </a:lnTo>
                  <a:lnTo>
                    <a:pt x="43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2"/>
                  </a:lnTo>
                  <a:lnTo>
                    <a:pt x="47" y="12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1389063" y="3643313"/>
              <a:ext cx="3175" cy="158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4 w 4"/>
                <a:gd name="T5" fmla="*/ 0 h 2"/>
                <a:gd name="T6" fmla="*/ 4 w 4"/>
                <a:gd name="T7" fmla="*/ 0 h 2"/>
                <a:gd name="T8" fmla="*/ 4 w 4"/>
                <a:gd name="T9" fmla="*/ 0 h 2"/>
                <a:gd name="T10" fmla="*/ 4 w 4"/>
                <a:gd name="T11" fmla="*/ 0 h 2"/>
                <a:gd name="T12" fmla="*/ 2 w 4"/>
                <a:gd name="T13" fmla="*/ 2 h 2"/>
                <a:gd name="T14" fmla="*/ 2 w 4"/>
                <a:gd name="T15" fmla="*/ 2 h 2"/>
                <a:gd name="T16" fmla="*/ 2 w 4"/>
                <a:gd name="T17" fmla="*/ 2 h 2"/>
                <a:gd name="T18" fmla="*/ 0 w 4"/>
                <a:gd name="T19" fmla="*/ 2 h 2"/>
                <a:gd name="T20" fmla="*/ 0 w 4"/>
                <a:gd name="T21" fmla="*/ 2 h 2"/>
                <a:gd name="T22" fmla="*/ 4 w 4"/>
                <a:gd name="T23" fmla="*/ 0 h 2"/>
                <a:gd name="T24" fmla="*/ 4 w 4"/>
                <a:gd name="T25" fmla="*/ 0 h 2"/>
                <a:gd name="T26" fmla="*/ 4 w 4"/>
                <a:gd name="T2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>
              <a:off x="1885950" y="3074988"/>
              <a:ext cx="839788" cy="546100"/>
            </a:xfrm>
            <a:custGeom>
              <a:avLst/>
              <a:gdLst>
                <a:gd name="T0" fmla="*/ 193 w 1057"/>
                <a:gd name="T1" fmla="*/ 45 h 689"/>
                <a:gd name="T2" fmla="*/ 185 w 1057"/>
                <a:gd name="T3" fmla="*/ 71 h 689"/>
                <a:gd name="T4" fmla="*/ 181 w 1057"/>
                <a:gd name="T5" fmla="*/ 94 h 689"/>
                <a:gd name="T6" fmla="*/ 181 w 1057"/>
                <a:gd name="T7" fmla="*/ 118 h 689"/>
                <a:gd name="T8" fmla="*/ 197 w 1057"/>
                <a:gd name="T9" fmla="*/ 136 h 689"/>
                <a:gd name="T10" fmla="*/ 220 w 1057"/>
                <a:gd name="T11" fmla="*/ 137 h 689"/>
                <a:gd name="T12" fmla="*/ 298 w 1057"/>
                <a:gd name="T13" fmla="*/ 132 h 689"/>
                <a:gd name="T14" fmla="*/ 332 w 1057"/>
                <a:gd name="T15" fmla="*/ 153 h 689"/>
                <a:gd name="T16" fmla="*/ 338 w 1057"/>
                <a:gd name="T17" fmla="*/ 177 h 689"/>
                <a:gd name="T18" fmla="*/ 348 w 1057"/>
                <a:gd name="T19" fmla="*/ 187 h 689"/>
                <a:gd name="T20" fmla="*/ 365 w 1057"/>
                <a:gd name="T21" fmla="*/ 187 h 689"/>
                <a:gd name="T22" fmla="*/ 408 w 1057"/>
                <a:gd name="T23" fmla="*/ 175 h 689"/>
                <a:gd name="T24" fmla="*/ 426 w 1057"/>
                <a:gd name="T25" fmla="*/ 171 h 689"/>
                <a:gd name="T26" fmla="*/ 465 w 1057"/>
                <a:gd name="T27" fmla="*/ 210 h 689"/>
                <a:gd name="T28" fmla="*/ 479 w 1057"/>
                <a:gd name="T29" fmla="*/ 244 h 689"/>
                <a:gd name="T30" fmla="*/ 559 w 1057"/>
                <a:gd name="T31" fmla="*/ 281 h 689"/>
                <a:gd name="T32" fmla="*/ 634 w 1057"/>
                <a:gd name="T33" fmla="*/ 318 h 689"/>
                <a:gd name="T34" fmla="*/ 677 w 1057"/>
                <a:gd name="T35" fmla="*/ 332 h 689"/>
                <a:gd name="T36" fmla="*/ 710 w 1057"/>
                <a:gd name="T37" fmla="*/ 350 h 689"/>
                <a:gd name="T38" fmla="*/ 818 w 1057"/>
                <a:gd name="T39" fmla="*/ 367 h 689"/>
                <a:gd name="T40" fmla="*/ 842 w 1057"/>
                <a:gd name="T41" fmla="*/ 348 h 689"/>
                <a:gd name="T42" fmla="*/ 869 w 1057"/>
                <a:gd name="T43" fmla="*/ 336 h 689"/>
                <a:gd name="T44" fmla="*/ 895 w 1057"/>
                <a:gd name="T45" fmla="*/ 375 h 689"/>
                <a:gd name="T46" fmla="*/ 944 w 1057"/>
                <a:gd name="T47" fmla="*/ 387 h 689"/>
                <a:gd name="T48" fmla="*/ 979 w 1057"/>
                <a:gd name="T49" fmla="*/ 397 h 689"/>
                <a:gd name="T50" fmla="*/ 997 w 1057"/>
                <a:gd name="T51" fmla="*/ 418 h 689"/>
                <a:gd name="T52" fmla="*/ 1006 w 1057"/>
                <a:gd name="T53" fmla="*/ 454 h 689"/>
                <a:gd name="T54" fmla="*/ 1048 w 1057"/>
                <a:gd name="T55" fmla="*/ 477 h 689"/>
                <a:gd name="T56" fmla="*/ 1001 w 1057"/>
                <a:gd name="T57" fmla="*/ 524 h 689"/>
                <a:gd name="T58" fmla="*/ 871 w 1057"/>
                <a:gd name="T59" fmla="*/ 550 h 689"/>
                <a:gd name="T60" fmla="*/ 783 w 1057"/>
                <a:gd name="T61" fmla="*/ 540 h 689"/>
                <a:gd name="T62" fmla="*/ 769 w 1057"/>
                <a:gd name="T63" fmla="*/ 524 h 689"/>
                <a:gd name="T64" fmla="*/ 722 w 1057"/>
                <a:gd name="T65" fmla="*/ 524 h 689"/>
                <a:gd name="T66" fmla="*/ 685 w 1057"/>
                <a:gd name="T67" fmla="*/ 526 h 689"/>
                <a:gd name="T68" fmla="*/ 675 w 1057"/>
                <a:gd name="T69" fmla="*/ 558 h 689"/>
                <a:gd name="T70" fmla="*/ 663 w 1057"/>
                <a:gd name="T71" fmla="*/ 611 h 689"/>
                <a:gd name="T72" fmla="*/ 616 w 1057"/>
                <a:gd name="T73" fmla="*/ 644 h 689"/>
                <a:gd name="T74" fmla="*/ 548 w 1057"/>
                <a:gd name="T75" fmla="*/ 675 h 689"/>
                <a:gd name="T76" fmla="*/ 504 w 1057"/>
                <a:gd name="T77" fmla="*/ 660 h 689"/>
                <a:gd name="T78" fmla="*/ 487 w 1057"/>
                <a:gd name="T79" fmla="*/ 634 h 689"/>
                <a:gd name="T80" fmla="*/ 451 w 1057"/>
                <a:gd name="T81" fmla="*/ 581 h 689"/>
                <a:gd name="T82" fmla="*/ 397 w 1057"/>
                <a:gd name="T83" fmla="*/ 558 h 689"/>
                <a:gd name="T84" fmla="*/ 340 w 1057"/>
                <a:gd name="T85" fmla="*/ 573 h 689"/>
                <a:gd name="T86" fmla="*/ 251 w 1057"/>
                <a:gd name="T87" fmla="*/ 613 h 689"/>
                <a:gd name="T88" fmla="*/ 220 w 1057"/>
                <a:gd name="T89" fmla="*/ 638 h 689"/>
                <a:gd name="T90" fmla="*/ 175 w 1057"/>
                <a:gd name="T91" fmla="*/ 568 h 689"/>
                <a:gd name="T92" fmla="*/ 132 w 1057"/>
                <a:gd name="T93" fmla="*/ 491 h 689"/>
                <a:gd name="T94" fmla="*/ 110 w 1057"/>
                <a:gd name="T95" fmla="*/ 424 h 689"/>
                <a:gd name="T96" fmla="*/ 16 w 1057"/>
                <a:gd name="T97" fmla="*/ 328 h 689"/>
                <a:gd name="T98" fmla="*/ 2 w 1057"/>
                <a:gd name="T99" fmla="*/ 304 h 689"/>
                <a:gd name="T100" fmla="*/ 12 w 1057"/>
                <a:gd name="T101" fmla="*/ 269 h 689"/>
                <a:gd name="T102" fmla="*/ 12 w 1057"/>
                <a:gd name="T103" fmla="*/ 238 h 689"/>
                <a:gd name="T104" fmla="*/ 12 w 1057"/>
                <a:gd name="T105" fmla="*/ 216 h 689"/>
                <a:gd name="T106" fmla="*/ 20 w 1057"/>
                <a:gd name="T107" fmla="*/ 187 h 689"/>
                <a:gd name="T108" fmla="*/ 40 w 1057"/>
                <a:gd name="T109" fmla="*/ 145 h 689"/>
                <a:gd name="T110" fmla="*/ 55 w 1057"/>
                <a:gd name="T111" fmla="*/ 120 h 689"/>
                <a:gd name="T112" fmla="*/ 55 w 1057"/>
                <a:gd name="T113" fmla="*/ 92 h 689"/>
                <a:gd name="T114" fmla="*/ 61 w 1057"/>
                <a:gd name="T115" fmla="*/ 75 h 689"/>
                <a:gd name="T116" fmla="*/ 98 w 1057"/>
                <a:gd name="T117" fmla="*/ 47 h 689"/>
                <a:gd name="T118" fmla="*/ 110 w 1057"/>
                <a:gd name="T119" fmla="*/ 53 h 689"/>
                <a:gd name="T120" fmla="*/ 136 w 1057"/>
                <a:gd name="T121" fmla="*/ 35 h 689"/>
                <a:gd name="T122" fmla="*/ 151 w 1057"/>
                <a:gd name="T123" fmla="*/ 12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57" h="689">
                  <a:moveTo>
                    <a:pt x="171" y="0"/>
                  </a:moveTo>
                  <a:lnTo>
                    <a:pt x="179" y="10"/>
                  </a:lnTo>
                  <a:lnTo>
                    <a:pt x="179" y="12"/>
                  </a:lnTo>
                  <a:lnTo>
                    <a:pt x="179" y="12"/>
                  </a:lnTo>
                  <a:lnTo>
                    <a:pt x="179" y="14"/>
                  </a:lnTo>
                  <a:lnTo>
                    <a:pt x="179" y="16"/>
                  </a:lnTo>
                  <a:lnTo>
                    <a:pt x="179" y="16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79" y="20"/>
                  </a:lnTo>
                  <a:lnTo>
                    <a:pt x="181" y="22"/>
                  </a:lnTo>
                  <a:lnTo>
                    <a:pt x="181" y="22"/>
                  </a:lnTo>
                  <a:lnTo>
                    <a:pt x="181" y="22"/>
                  </a:lnTo>
                  <a:lnTo>
                    <a:pt x="181" y="24"/>
                  </a:lnTo>
                  <a:lnTo>
                    <a:pt x="179" y="26"/>
                  </a:lnTo>
                  <a:lnTo>
                    <a:pt x="179" y="28"/>
                  </a:lnTo>
                  <a:lnTo>
                    <a:pt x="179" y="28"/>
                  </a:lnTo>
                  <a:lnTo>
                    <a:pt x="179" y="28"/>
                  </a:lnTo>
                  <a:lnTo>
                    <a:pt x="179" y="30"/>
                  </a:lnTo>
                  <a:lnTo>
                    <a:pt x="179" y="33"/>
                  </a:lnTo>
                  <a:lnTo>
                    <a:pt x="181" y="37"/>
                  </a:lnTo>
                  <a:lnTo>
                    <a:pt x="181" y="37"/>
                  </a:lnTo>
                  <a:lnTo>
                    <a:pt x="191" y="43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1" y="47"/>
                  </a:lnTo>
                  <a:lnTo>
                    <a:pt x="191" y="47"/>
                  </a:lnTo>
                  <a:lnTo>
                    <a:pt x="191" y="47"/>
                  </a:lnTo>
                  <a:lnTo>
                    <a:pt x="191" y="49"/>
                  </a:lnTo>
                  <a:lnTo>
                    <a:pt x="191" y="49"/>
                  </a:lnTo>
                  <a:lnTo>
                    <a:pt x="191" y="51"/>
                  </a:lnTo>
                  <a:lnTo>
                    <a:pt x="191" y="51"/>
                  </a:lnTo>
                  <a:lnTo>
                    <a:pt x="191" y="51"/>
                  </a:lnTo>
                  <a:lnTo>
                    <a:pt x="191" y="53"/>
                  </a:lnTo>
                  <a:lnTo>
                    <a:pt x="189" y="55"/>
                  </a:lnTo>
                  <a:lnTo>
                    <a:pt x="189" y="55"/>
                  </a:lnTo>
                  <a:lnTo>
                    <a:pt x="189" y="57"/>
                  </a:lnTo>
                  <a:lnTo>
                    <a:pt x="189" y="57"/>
                  </a:lnTo>
                  <a:lnTo>
                    <a:pt x="189" y="57"/>
                  </a:lnTo>
                  <a:lnTo>
                    <a:pt x="189" y="59"/>
                  </a:lnTo>
                  <a:lnTo>
                    <a:pt x="189" y="59"/>
                  </a:lnTo>
                  <a:lnTo>
                    <a:pt x="189" y="61"/>
                  </a:lnTo>
                  <a:lnTo>
                    <a:pt x="189" y="61"/>
                  </a:lnTo>
                  <a:lnTo>
                    <a:pt x="189" y="61"/>
                  </a:lnTo>
                  <a:lnTo>
                    <a:pt x="187" y="63"/>
                  </a:lnTo>
                  <a:lnTo>
                    <a:pt x="187" y="65"/>
                  </a:lnTo>
                  <a:lnTo>
                    <a:pt x="187" y="65"/>
                  </a:lnTo>
                  <a:lnTo>
                    <a:pt x="187" y="67"/>
                  </a:lnTo>
                  <a:lnTo>
                    <a:pt x="185" y="69"/>
                  </a:lnTo>
                  <a:lnTo>
                    <a:pt x="185" y="71"/>
                  </a:lnTo>
                  <a:lnTo>
                    <a:pt x="183" y="75"/>
                  </a:lnTo>
                  <a:lnTo>
                    <a:pt x="183" y="75"/>
                  </a:lnTo>
                  <a:lnTo>
                    <a:pt x="181" y="77"/>
                  </a:lnTo>
                  <a:lnTo>
                    <a:pt x="181" y="77"/>
                  </a:lnTo>
                  <a:lnTo>
                    <a:pt x="181" y="77"/>
                  </a:lnTo>
                  <a:lnTo>
                    <a:pt x="179" y="77"/>
                  </a:lnTo>
                  <a:lnTo>
                    <a:pt x="179" y="79"/>
                  </a:lnTo>
                  <a:lnTo>
                    <a:pt x="179" y="81"/>
                  </a:lnTo>
                  <a:lnTo>
                    <a:pt x="179" y="81"/>
                  </a:lnTo>
                  <a:lnTo>
                    <a:pt x="179" y="81"/>
                  </a:lnTo>
                  <a:lnTo>
                    <a:pt x="179" y="81"/>
                  </a:lnTo>
                  <a:lnTo>
                    <a:pt x="183" y="83"/>
                  </a:lnTo>
                  <a:lnTo>
                    <a:pt x="183" y="83"/>
                  </a:lnTo>
                  <a:lnTo>
                    <a:pt x="183" y="84"/>
                  </a:lnTo>
                  <a:lnTo>
                    <a:pt x="183" y="84"/>
                  </a:lnTo>
                  <a:lnTo>
                    <a:pt x="183" y="86"/>
                  </a:lnTo>
                  <a:lnTo>
                    <a:pt x="183" y="88"/>
                  </a:lnTo>
                  <a:lnTo>
                    <a:pt x="183" y="88"/>
                  </a:lnTo>
                  <a:lnTo>
                    <a:pt x="183" y="88"/>
                  </a:lnTo>
                  <a:lnTo>
                    <a:pt x="183" y="88"/>
                  </a:lnTo>
                  <a:lnTo>
                    <a:pt x="181" y="88"/>
                  </a:lnTo>
                  <a:lnTo>
                    <a:pt x="181" y="90"/>
                  </a:lnTo>
                  <a:lnTo>
                    <a:pt x="181" y="90"/>
                  </a:lnTo>
                  <a:lnTo>
                    <a:pt x="181" y="92"/>
                  </a:lnTo>
                  <a:lnTo>
                    <a:pt x="181" y="94"/>
                  </a:lnTo>
                  <a:lnTo>
                    <a:pt x="181" y="94"/>
                  </a:lnTo>
                  <a:lnTo>
                    <a:pt x="179" y="96"/>
                  </a:lnTo>
                  <a:lnTo>
                    <a:pt x="179" y="98"/>
                  </a:lnTo>
                  <a:lnTo>
                    <a:pt x="171" y="100"/>
                  </a:lnTo>
                  <a:lnTo>
                    <a:pt x="171" y="100"/>
                  </a:lnTo>
                  <a:lnTo>
                    <a:pt x="171" y="102"/>
                  </a:lnTo>
                  <a:lnTo>
                    <a:pt x="171" y="102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9" y="106"/>
                  </a:lnTo>
                  <a:lnTo>
                    <a:pt x="169" y="106"/>
                  </a:lnTo>
                  <a:lnTo>
                    <a:pt x="167" y="106"/>
                  </a:lnTo>
                  <a:lnTo>
                    <a:pt x="167" y="108"/>
                  </a:lnTo>
                  <a:lnTo>
                    <a:pt x="167" y="108"/>
                  </a:lnTo>
                  <a:lnTo>
                    <a:pt x="167" y="108"/>
                  </a:lnTo>
                  <a:lnTo>
                    <a:pt x="171" y="112"/>
                  </a:lnTo>
                  <a:lnTo>
                    <a:pt x="171" y="114"/>
                  </a:lnTo>
                  <a:lnTo>
                    <a:pt x="173" y="114"/>
                  </a:lnTo>
                  <a:lnTo>
                    <a:pt x="173" y="114"/>
                  </a:lnTo>
                  <a:lnTo>
                    <a:pt x="177" y="116"/>
                  </a:lnTo>
                  <a:lnTo>
                    <a:pt x="177" y="116"/>
                  </a:lnTo>
                  <a:lnTo>
                    <a:pt x="179" y="116"/>
                  </a:lnTo>
                  <a:lnTo>
                    <a:pt x="179" y="116"/>
                  </a:lnTo>
                  <a:lnTo>
                    <a:pt x="179" y="118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1" y="118"/>
                  </a:lnTo>
                  <a:lnTo>
                    <a:pt x="183" y="116"/>
                  </a:lnTo>
                  <a:lnTo>
                    <a:pt x="183" y="116"/>
                  </a:lnTo>
                  <a:lnTo>
                    <a:pt x="193" y="116"/>
                  </a:lnTo>
                  <a:lnTo>
                    <a:pt x="193" y="116"/>
                  </a:lnTo>
                  <a:lnTo>
                    <a:pt x="193" y="116"/>
                  </a:lnTo>
                  <a:lnTo>
                    <a:pt x="197" y="120"/>
                  </a:lnTo>
                  <a:lnTo>
                    <a:pt x="197" y="122"/>
                  </a:lnTo>
                  <a:lnTo>
                    <a:pt x="198" y="122"/>
                  </a:lnTo>
                  <a:lnTo>
                    <a:pt x="198" y="122"/>
                  </a:lnTo>
                  <a:lnTo>
                    <a:pt x="198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4"/>
                  </a:lnTo>
                  <a:lnTo>
                    <a:pt x="200" y="126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0" y="130"/>
                  </a:lnTo>
                  <a:lnTo>
                    <a:pt x="200" y="132"/>
                  </a:lnTo>
                  <a:lnTo>
                    <a:pt x="200" y="132"/>
                  </a:lnTo>
                  <a:lnTo>
                    <a:pt x="200" y="132"/>
                  </a:lnTo>
                  <a:lnTo>
                    <a:pt x="197" y="134"/>
                  </a:lnTo>
                  <a:lnTo>
                    <a:pt x="197" y="134"/>
                  </a:lnTo>
                  <a:lnTo>
                    <a:pt x="197" y="136"/>
                  </a:lnTo>
                  <a:lnTo>
                    <a:pt x="197" y="136"/>
                  </a:lnTo>
                  <a:lnTo>
                    <a:pt x="198" y="137"/>
                  </a:lnTo>
                  <a:lnTo>
                    <a:pt x="198" y="139"/>
                  </a:lnTo>
                  <a:lnTo>
                    <a:pt x="198" y="139"/>
                  </a:lnTo>
                  <a:lnTo>
                    <a:pt x="198" y="139"/>
                  </a:lnTo>
                  <a:lnTo>
                    <a:pt x="200" y="139"/>
                  </a:lnTo>
                  <a:lnTo>
                    <a:pt x="200" y="139"/>
                  </a:lnTo>
                  <a:lnTo>
                    <a:pt x="200" y="139"/>
                  </a:lnTo>
                  <a:lnTo>
                    <a:pt x="202" y="141"/>
                  </a:lnTo>
                  <a:lnTo>
                    <a:pt x="202" y="141"/>
                  </a:lnTo>
                  <a:lnTo>
                    <a:pt x="210" y="141"/>
                  </a:lnTo>
                  <a:lnTo>
                    <a:pt x="212" y="141"/>
                  </a:lnTo>
                  <a:lnTo>
                    <a:pt x="214" y="141"/>
                  </a:lnTo>
                  <a:lnTo>
                    <a:pt x="214" y="141"/>
                  </a:lnTo>
                  <a:lnTo>
                    <a:pt x="214" y="141"/>
                  </a:lnTo>
                  <a:lnTo>
                    <a:pt x="214" y="141"/>
                  </a:lnTo>
                  <a:lnTo>
                    <a:pt x="214" y="141"/>
                  </a:lnTo>
                  <a:lnTo>
                    <a:pt x="214" y="141"/>
                  </a:lnTo>
                  <a:lnTo>
                    <a:pt x="214" y="139"/>
                  </a:lnTo>
                  <a:lnTo>
                    <a:pt x="214" y="139"/>
                  </a:lnTo>
                  <a:lnTo>
                    <a:pt x="216" y="139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20" y="137"/>
                  </a:lnTo>
                  <a:lnTo>
                    <a:pt x="220" y="137"/>
                  </a:lnTo>
                  <a:lnTo>
                    <a:pt x="220" y="137"/>
                  </a:lnTo>
                  <a:lnTo>
                    <a:pt x="236" y="139"/>
                  </a:lnTo>
                  <a:lnTo>
                    <a:pt x="238" y="139"/>
                  </a:lnTo>
                  <a:lnTo>
                    <a:pt x="240" y="139"/>
                  </a:lnTo>
                  <a:lnTo>
                    <a:pt x="244" y="136"/>
                  </a:lnTo>
                  <a:lnTo>
                    <a:pt x="244" y="134"/>
                  </a:lnTo>
                  <a:lnTo>
                    <a:pt x="244" y="134"/>
                  </a:lnTo>
                  <a:lnTo>
                    <a:pt x="248" y="136"/>
                  </a:lnTo>
                  <a:lnTo>
                    <a:pt x="249" y="136"/>
                  </a:lnTo>
                  <a:lnTo>
                    <a:pt x="259" y="136"/>
                  </a:lnTo>
                  <a:lnTo>
                    <a:pt x="259" y="136"/>
                  </a:lnTo>
                  <a:lnTo>
                    <a:pt x="265" y="137"/>
                  </a:lnTo>
                  <a:lnTo>
                    <a:pt x="267" y="137"/>
                  </a:lnTo>
                  <a:lnTo>
                    <a:pt x="267" y="137"/>
                  </a:lnTo>
                  <a:lnTo>
                    <a:pt x="271" y="132"/>
                  </a:lnTo>
                  <a:lnTo>
                    <a:pt x="273" y="130"/>
                  </a:lnTo>
                  <a:lnTo>
                    <a:pt x="275" y="130"/>
                  </a:lnTo>
                  <a:lnTo>
                    <a:pt x="277" y="128"/>
                  </a:lnTo>
                  <a:lnTo>
                    <a:pt x="289" y="130"/>
                  </a:lnTo>
                  <a:lnTo>
                    <a:pt x="291" y="130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95" y="132"/>
                  </a:lnTo>
                  <a:lnTo>
                    <a:pt x="295" y="132"/>
                  </a:lnTo>
                  <a:lnTo>
                    <a:pt x="297" y="132"/>
                  </a:lnTo>
                  <a:lnTo>
                    <a:pt x="298" y="132"/>
                  </a:lnTo>
                  <a:lnTo>
                    <a:pt x="300" y="132"/>
                  </a:lnTo>
                  <a:lnTo>
                    <a:pt x="304" y="132"/>
                  </a:lnTo>
                  <a:lnTo>
                    <a:pt x="314" y="141"/>
                  </a:lnTo>
                  <a:lnTo>
                    <a:pt x="316" y="141"/>
                  </a:lnTo>
                  <a:lnTo>
                    <a:pt x="316" y="141"/>
                  </a:lnTo>
                  <a:lnTo>
                    <a:pt x="316" y="139"/>
                  </a:lnTo>
                  <a:lnTo>
                    <a:pt x="316" y="139"/>
                  </a:lnTo>
                  <a:lnTo>
                    <a:pt x="316" y="139"/>
                  </a:lnTo>
                  <a:lnTo>
                    <a:pt x="324" y="139"/>
                  </a:lnTo>
                  <a:lnTo>
                    <a:pt x="324" y="139"/>
                  </a:lnTo>
                  <a:lnTo>
                    <a:pt x="332" y="143"/>
                  </a:lnTo>
                  <a:lnTo>
                    <a:pt x="332" y="145"/>
                  </a:lnTo>
                  <a:lnTo>
                    <a:pt x="334" y="145"/>
                  </a:lnTo>
                  <a:lnTo>
                    <a:pt x="334" y="145"/>
                  </a:lnTo>
                  <a:lnTo>
                    <a:pt x="334" y="147"/>
                  </a:lnTo>
                  <a:lnTo>
                    <a:pt x="334" y="147"/>
                  </a:lnTo>
                  <a:lnTo>
                    <a:pt x="334" y="147"/>
                  </a:lnTo>
                  <a:lnTo>
                    <a:pt x="334" y="147"/>
                  </a:lnTo>
                  <a:lnTo>
                    <a:pt x="334" y="149"/>
                  </a:lnTo>
                  <a:lnTo>
                    <a:pt x="334" y="149"/>
                  </a:lnTo>
                  <a:lnTo>
                    <a:pt x="334" y="149"/>
                  </a:lnTo>
                  <a:lnTo>
                    <a:pt x="334" y="149"/>
                  </a:lnTo>
                  <a:lnTo>
                    <a:pt x="334" y="149"/>
                  </a:lnTo>
                  <a:lnTo>
                    <a:pt x="334" y="151"/>
                  </a:lnTo>
                  <a:lnTo>
                    <a:pt x="332" y="151"/>
                  </a:lnTo>
                  <a:lnTo>
                    <a:pt x="332" y="153"/>
                  </a:lnTo>
                  <a:lnTo>
                    <a:pt x="330" y="153"/>
                  </a:lnTo>
                  <a:lnTo>
                    <a:pt x="330" y="153"/>
                  </a:lnTo>
                  <a:lnTo>
                    <a:pt x="330" y="155"/>
                  </a:lnTo>
                  <a:lnTo>
                    <a:pt x="330" y="155"/>
                  </a:lnTo>
                  <a:lnTo>
                    <a:pt x="330" y="155"/>
                  </a:lnTo>
                  <a:lnTo>
                    <a:pt x="330" y="155"/>
                  </a:lnTo>
                  <a:lnTo>
                    <a:pt x="330" y="157"/>
                  </a:lnTo>
                  <a:lnTo>
                    <a:pt x="328" y="157"/>
                  </a:lnTo>
                  <a:lnTo>
                    <a:pt x="326" y="159"/>
                  </a:lnTo>
                  <a:lnTo>
                    <a:pt x="326" y="159"/>
                  </a:lnTo>
                  <a:lnTo>
                    <a:pt x="326" y="159"/>
                  </a:lnTo>
                  <a:lnTo>
                    <a:pt x="326" y="161"/>
                  </a:lnTo>
                  <a:lnTo>
                    <a:pt x="326" y="161"/>
                  </a:lnTo>
                  <a:lnTo>
                    <a:pt x="326" y="161"/>
                  </a:lnTo>
                  <a:lnTo>
                    <a:pt x="326" y="161"/>
                  </a:lnTo>
                  <a:lnTo>
                    <a:pt x="326" y="163"/>
                  </a:lnTo>
                  <a:lnTo>
                    <a:pt x="324" y="163"/>
                  </a:lnTo>
                  <a:lnTo>
                    <a:pt x="324" y="163"/>
                  </a:lnTo>
                  <a:lnTo>
                    <a:pt x="324" y="165"/>
                  </a:lnTo>
                  <a:lnTo>
                    <a:pt x="324" y="165"/>
                  </a:lnTo>
                  <a:lnTo>
                    <a:pt x="324" y="167"/>
                  </a:lnTo>
                  <a:lnTo>
                    <a:pt x="324" y="169"/>
                  </a:lnTo>
                  <a:lnTo>
                    <a:pt x="328" y="171"/>
                  </a:lnTo>
                  <a:lnTo>
                    <a:pt x="334" y="175"/>
                  </a:lnTo>
                  <a:lnTo>
                    <a:pt x="334" y="175"/>
                  </a:lnTo>
                  <a:lnTo>
                    <a:pt x="338" y="177"/>
                  </a:lnTo>
                  <a:lnTo>
                    <a:pt x="338" y="177"/>
                  </a:lnTo>
                  <a:lnTo>
                    <a:pt x="338" y="177"/>
                  </a:lnTo>
                  <a:lnTo>
                    <a:pt x="338" y="179"/>
                  </a:lnTo>
                  <a:lnTo>
                    <a:pt x="336" y="179"/>
                  </a:lnTo>
                  <a:lnTo>
                    <a:pt x="336" y="179"/>
                  </a:lnTo>
                  <a:lnTo>
                    <a:pt x="336" y="181"/>
                  </a:lnTo>
                  <a:lnTo>
                    <a:pt x="338" y="181"/>
                  </a:lnTo>
                  <a:lnTo>
                    <a:pt x="340" y="181"/>
                  </a:lnTo>
                  <a:lnTo>
                    <a:pt x="340" y="181"/>
                  </a:lnTo>
                  <a:lnTo>
                    <a:pt x="340" y="181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0" y="185"/>
                  </a:lnTo>
                  <a:lnTo>
                    <a:pt x="340" y="185"/>
                  </a:lnTo>
                  <a:lnTo>
                    <a:pt x="340" y="185"/>
                  </a:lnTo>
                  <a:lnTo>
                    <a:pt x="342" y="185"/>
                  </a:lnTo>
                  <a:lnTo>
                    <a:pt x="346" y="185"/>
                  </a:lnTo>
                  <a:lnTo>
                    <a:pt x="346" y="185"/>
                  </a:lnTo>
                  <a:lnTo>
                    <a:pt x="346" y="185"/>
                  </a:lnTo>
                  <a:lnTo>
                    <a:pt x="346" y="185"/>
                  </a:lnTo>
                  <a:lnTo>
                    <a:pt x="346" y="185"/>
                  </a:lnTo>
                  <a:lnTo>
                    <a:pt x="346" y="187"/>
                  </a:lnTo>
                  <a:lnTo>
                    <a:pt x="346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5"/>
                  </a:lnTo>
                  <a:lnTo>
                    <a:pt x="349" y="185"/>
                  </a:lnTo>
                  <a:lnTo>
                    <a:pt x="349" y="187"/>
                  </a:lnTo>
                  <a:lnTo>
                    <a:pt x="349" y="187"/>
                  </a:lnTo>
                  <a:lnTo>
                    <a:pt x="351" y="187"/>
                  </a:lnTo>
                  <a:lnTo>
                    <a:pt x="351" y="189"/>
                  </a:lnTo>
                  <a:lnTo>
                    <a:pt x="355" y="189"/>
                  </a:lnTo>
                  <a:lnTo>
                    <a:pt x="355" y="189"/>
                  </a:lnTo>
                  <a:lnTo>
                    <a:pt x="355" y="189"/>
                  </a:lnTo>
                  <a:lnTo>
                    <a:pt x="359" y="192"/>
                  </a:lnTo>
                  <a:lnTo>
                    <a:pt x="359" y="192"/>
                  </a:lnTo>
                  <a:lnTo>
                    <a:pt x="359" y="192"/>
                  </a:lnTo>
                  <a:lnTo>
                    <a:pt x="359" y="192"/>
                  </a:lnTo>
                  <a:lnTo>
                    <a:pt x="361" y="192"/>
                  </a:lnTo>
                  <a:lnTo>
                    <a:pt x="361" y="191"/>
                  </a:lnTo>
                  <a:lnTo>
                    <a:pt x="361" y="191"/>
                  </a:lnTo>
                  <a:lnTo>
                    <a:pt x="363" y="189"/>
                  </a:lnTo>
                  <a:lnTo>
                    <a:pt x="363" y="189"/>
                  </a:lnTo>
                  <a:lnTo>
                    <a:pt x="365" y="187"/>
                  </a:lnTo>
                  <a:lnTo>
                    <a:pt x="365" y="187"/>
                  </a:lnTo>
                  <a:lnTo>
                    <a:pt x="365" y="187"/>
                  </a:lnTo>
                  <a:lnTo>
                    <a:pt x="365" y="187"/>
                  </a:lnTo>
                  <a:lnTo>
                    <a:pt x="369" y="187"/>
                  </a:lnTo>
                  <a:lnTo>
                    <a:pt x="377" y="183"/>
                  </a:lnTo>
                  <a:lnTo>
                    <a:pt x="377" y="183"/>
                  </a:lnTo>
                  <a:lnTo>
                    <a:pt x="377" y="181"/>
                  </a:lnTo>
                  <a:lnTo>
                    <a:pt x="377" y="181"/>
                  </a:lnTo>
                  <a:lnTo>
                    <a:pt x="377" y="181"/>
                  </a:lnTo>
                  <a:lnTo>
                    <a:pt x="377" y="181"/>
                  </a:lnTo>
                  <a:lnTo>
                    <a:pt x="377" y="179"/>
                  </a:lnTo>
                  <a:lnTo>
                    <a:pt x="379" y="179"/>
                  </a:lnTo>
                  <a:lnTo>
                    <a:pt x="387" y="173"/>
                  </a:lnTo>
                  <a:lnTo>
                    <a:pt x="389" y="173"/>
                  </a:lnTo>
                  <a:lnTo>
                    <a:pt x="397" y="179"/>
                  </a:lnTo>
                  <a:lnTo>
                    <a:pt x="400" y="183"/>
                  </a:lnTo>
                  <a:lnTo>
                    <a:pt x="402" y="183"/>
                  </a:lnTo>
                  <a:lnTo>
                    <a:pt x="402" y="183"/>
                  </a:lnTo>
                  <a:lnTo>
                    <a:pt x="404" y="183"/>
                  </a:lnTo>
                  <a:lnTo>
                    <a:pt x="404" y="183"/>
                  </a:lnTo>
                  <a:lnTo>
                    <a:pt x="404" y="183"/>
                  </a:lnTo>
                  <a:lnTo>
                    <a:pt x="404" y="183"/>
                  </a:lnTo>
                  <a:lnTo>
                    <a:pt x="404" y="181"/>
                  </a:lnTo>
                  <a:lnTo>
                    <a:pt x="404" y="179"/>
                  </a:lnTo>
                  <a:lnTo>
                    <a:pt x="404" y="179"/>
                  </a:lnTo>
                  <a:lnTo>
                    <a:pt x="404" y="179"/>
                  </a:lnTo>
                  <a:lnTo>
                    <a:pt x="404" y="179"/>
                  </a:lnTo>
                  <a:lnTo>
                    <a:pt x="408" y="175"/>
                  </a:lnTo>
                  <a:lnTo>
                    <a:pt x="408" y="175"/>
                  </a:lnTo>
                  <a:lnTo>
                    <a:pt x="410" y="175"/>
                  </a:lnTo>
                  <a:lnTo>
                    <a:pt x="410" y="175"/>
                  </a:lnTo>
                  <a:lnTo>
                    <a:pt x="410" y="173"/>
                  </a:lnTo>
                  <a:lnTo>
                    <a:pt x="408" y="171"/>
                  </a:lnTo>
                  <a:lnTo>
                    <a:pt x="406" y="165"/>
                  </a:lnTo>
                  <a:lnTo>
                    <a:pt x="406" y="165"/>
                  </a:lnTo>
                  <a:lnTo>
                    <a:pt x="406" y="165"/>
                  </a:lnTo>
                  <a:lnTo>
                    <a:pt x="406" y="163"/>
                  </a:lnTo>
                  <a:lnTo>
                    <a:pt x="406" y="163"/>
                  </a:lnTo>
                  <a:lnTo>
                    <a:pt x="408" y="163"/>
                  </a:lnTo>
                  <a:lnTo>
                    <a:pt x="412" y="161"/>
                  </a:lnTo>
                  <a:lnTo>
                    <a:pt x="414" y="161"/>
                  </a:lnTo>
                  <a:lnTo>
                    <a:pt x="414" y="163"/>
                  </a:lnTo>
                  <a:lnTo>
                    <a:pt x="414" y="163"/>
                  </a:lnTo>
                  <a:lnTo>
                    <a:pt x="416" y="163"/>
                  </a:lnTo>
                  <a:lnTo>
                    <a:pt x="416" y="163"/>
                  </a:lnTo>
                  <a:lnTo>
                    <a:pt x="418" y="163"/>
                  </a:lnTo>
                  <a:lnTo>
                    <a:pt x="420" y="163"/>
                  </a:lnTo>
                  <a:lnTo>
                    <a:pt x="420" y="163"/>
                  </a:lnTo>
                  <a:lnTo>
                    <a:pt x="422" y="163"/>
                  </a:lnTo>
                  <a:lnTo>
                    <a:pt x="422" y="167"/>
                  </a:lnTo>
                  <a:lnTo>
                    <a:pt x="424" y="169"/>
                  </a:lnTo>
                  <a:lnTo>
                    <a:pt x="424" y="169"/>
                  </a:lnTo>
                  <a:lnTo>
                    <a:pt x="424" y="171"/>
                  </a:lnTo>
                  <a:lnTo>
                    <a:pt x="424" y="171"/>
                  </a:lnTo>
                  <a:lnTo>
                    <a:pt x="426" y="171"/>
                  </a:lnTo>
                  <a:lnTo>
                    <a:pt x="426" y="171"/>
                  </a:lnTo>
                  <a:lnTo>
                    <a:pt x="438" y="173"/>
                  </a:lnTo>
                  <a:lnTo>
                    <a:pt x="440" y="173"/>
                  </a:lnTo>
                  <a:lnTo>
                    <a:pt x="440" y="175"/>
                  </a:lnTo>
                  <a:lnTo>
                    <a:pt x="442" y="177"/>
                  </a:lnTo>
                  <a:lnTo>
                    <a:pt x="442" y="179"/>
                  </a:lnTo>
                  <a:lnTo>
                    <a:pt x="448" y="181"/>
                  </a:lnTo>
                  <a:lnTo>
                    <a:pt x="451" y="183"/>
                  </a:lnTo>
                  <a:lnTo>
                    <a:pt x="453" y="181"/>
                  </a:lnTo>
                  <a:lnTo>
                    <a:pt x="455" y="181"/>
                  </a:lnTo>
                  <a:lnTo>
                    <a:pt x="457" y="179"/>
                  </a:lnTo>
                  <a:lnTo>
                    <a:pt x="457" y="179"/>
                  </a:lnTo>
                  <a:lnTo>
                    <a:pt x="457" y="179"/>
                  </a:lnTo>
                  <a:lnTo>
                    <a:pt x="459" y="181"/>
                  </a:lnTo>
                  <a:lnTo>
                    <a:pt x="465" y="189"/>
                  </a:lnTo>
                  <a:lnTo>
                    <a:pt x="465" y="191"/>
                  </a:lnTo>
                  <a:lnTo>
                    <a:pt x="473" y="192"/>
                  </a:lnTo>
                  <a:lnTo>
                    <a:pt x="473" y="192"/>
                  </a:lnTo>
                  <a:lnTo>
                    <a:pt x="473" y="192"/>
                  </a:lnTo>
                  <a:lnTo>
                    <a:pt x="477" y="196"/>
                  </a:lnTo>
                  <a:lnTo>
                    <a:pt x="477" y="198"/>
                  </a:lnTo>
                  <a:lnTo>
                    <a:pt x="477" y="200"/>
                  </a:lnTo>
                  <a:lnTo>
                    <a:pt x="475" y="202"/>
                  </a:lnTo>
                  <a:lnTo>
                    <a:pt x="475" y="204"/>
                  </a:lnTo>
                  <a:lnTo>
                    <a:pt x="475" y="204"/>
                  </a:lnTo>
                  <a:lnTo>
                    <a:pt x="465" y="210"/>
                  </a:lnTo>
                  <a:lnTo>
                    <a:pt x="465" y="212"/>
                  </a:lnTo>
                  <a:lnTo>
                    <a:pt x="465" y="212"/>
                  </a:lnTo>
                  <a:lnTo>
                    <a:pt x="465" y="212"/>
                  </a:lnTo>
                  <a:lnTo>
                    <a:pt x="467" y="216"/>
                  </a:lnTo>
                  <a:lnTo>
                    <a:pt x="467" y="218"/>
                  </a:lnTo>
                  <a:lnTo>
                    <a:pt x="467" y="218"/>
                  </a:lnTo>
                  <a:lnTo>
                    <a:pt x="467" y="220"/>
                  </a:lnTo>
                  <a:lnTo>
                    <a:pt x="467" y="220"/>
                  </a:lnTo>
                  <a:lnTo>
                    <a:pt x="467" y="220"/>
                  </a:lnTo>
                  <a:lnTo>
                    <a:pt x="467" y="222"/>
                  </a:lnTo>
                  <a:lnTo>
                    <a:pt x="467" y="222"/>
                  </a:lnTo>
                  <a:lnTo>
                    <a:pt x="467" y="222"/>
                  </a:lnTo>
                  <a:lnTo>
                    <a:pt x="469" y="224"/>
                  </a:lnTo>
                  <a:lnTo>
                    <a:pt x="471" y="226"/>
                  </a:lnTo>
                  <a:lnTo>
                    <a:pt x="471" y="226"/>
                  </a:lnTo>
                  <a:lnTo>
                    <a:pt x="473" y="230"/>
                  </a:lnTo>
                  <a:lnTo>
                    <a:pt x="473" y="230"/>
                  </a:lnTo>
                  <a:lnTo>
                    <a:pt x="473" y="230"/>
                  </a:lnTo>
                  <a:lnTo>
                    <a:pt x="473" y="232"/>
                  </a:lnTo>
                  <a:lnTo>
                    <a:pt x="475" y="238"/>
                  </a:lnTo>
                  <a:lnTo>
                    <a:pt x="475" y="240"/>
                  </a:lnTo>
                  <a:lnTo>
                    <a:pt x="475" y="242"/>
                  </a:lnTo>
                  <a:lnTo>
                    <a:pt x="475" y="242"/>
                  </a:lnTo>
                  <a:lnTo>
                    <a:pt x="475" y="242"/>
                  </a:lnTo>
                  <a:lnTo>
                    <a:pt x="479" y="242"/>
                  </a:lnTo>
                  <a:lnTo>
                    <a:pt x="479" y="244"/>
                  </a:lnTo>
                  <a:lnTo>
                    <a:pt x="483" y="244"/>
                  </a:lnTo>
                  <a:lnTo>
                    <a:pt x="487" y="244"/>
                  </a:lnTo>
                  <a:lnTo>
                    <a:pt x="493" y="245"/>
                  </a:lnTo>
                  <a:lnTo>
                    <a:pt x="495" y="245"/>
                  </a:lnTo>
                  <a:lnTo>
                    <a:pt x="497" y="251"/>
                  </a:lnTo>
                  <a:lnTo>
                    <a:pt x="499" y="253"/>
                  </a:lnTo>
                  <a:lnTo>
                    <a:pt x="499" y="255"/>
                  </a:lnTo>
                  <a:lnTo>
                    <a:pt x="499" y="257"/>
                  </a:lnTo>
                  <a:lnTo>
                    <a:pt x="497" y="289"/>
                  </a:lnTo>
                  <a:lnTo>
                    <a:pt x="504" y="289"/>
                  </a:lnTo>
                  <a:lnTo>
                    <a:pt x="508" y="289"/>
                  </a:lnTo>
                  <a:lnTo>
                    <a:pt x="510" y="291"/>
                  </a:lnTo>
                  <a:lnTo>
                    <a:pt x="510" y="291"/>
                  </a:lnTo>
                  <a:lnTo>
                    <a:pt x="512" y="291"/>
                  </a:lnTo>
                  <a:lnTo>
                    <a:pt x="518" y="283"/>
                  </a:lnTo>
                  <a:lnTo>
                    <a:pt x="518" y="283"/>
                  </a:lnTo>
                  <a:lnTo>
                    <a:pt x="518" y="283"/>
                  </a:lnTo>
                  <a:lnTo>
                    <a:pt x="538" y="287"/>
                  </a:lnTo>
                  <a:lnTo>
                    <a:pt x="540" y="287"/>
                  </a:lnTo>
                  <a:lnTo>
                    <a:pt x="546" y="283"/>
                  </a:lnTo>
                  <a:lnTo>
                    <a:pt x="546" y="283"/>
                  </a:lnTo>
                  <a:lnTo>
                    <a:pt x="548" y="281"/>
                  </a:lnTo>
                  <a:lnTo>
                    <a:pt x="550" y="279"/>
                  </a:lnTo>
                  <a:lnTo>
                    <a:pt x="557" y="275"/>
                  </a:lnTo>
                  <a:lnTo>
                    <a:pt x="561" y="281"/>
                  </a:lnTo>
                  <a:lnTo>
                    <a:pt x="559" y="281"/>
                  </a:lnTo>
                  <a:lnTo>
                    <a:pt x="561" y="285"/>
                  </a:lnTo>
                  <a:lnTo>
                    <a:pt x="563" y="287"/>
                  </a:lnTo>
                  <a:lnTo>
                    <a:pt x="563" y="289"/>
                  </a:lnTo>
                  <a:lnTo>
                    <a:pt x="563" y="291"/>
                  </a:lnTo>
                  <a:lnTo>
                    <a:pt x="563" y="293"/>
                  </a:lnTo>
                  <a:lnTo>
                    <a:pt x="565" y="295"/>
                  </a:lnTo>
                  <a:lnTo>
                    <a:pt x="565" y="297"/>
                  </a:lnTo>
                  <a:lnTo>
                    <a:pt x="567" y="299"/>
                  </a:lnTo>
                  <a:lnTo>
                    <a:pt x="569" y="299"/>
                  </a:lnTo>
                  <a:lnTo>
                    <a:pt x="569" y="299"/>
                  </a:lnTo>
                  <a:lnTo>
                    <a:pt x="571" y="300"/>
                  </a:lnTo>
                  <a:lnTo>
                    <a:pt x="571" y="300"/>
                  </a:lnTo>
                  <a:lnTo>
                    <a:pt x="573" y="299"/>
                  </a:lnTo>
                  <a:lnTo>
                    <a:pt x="599" y="304"/>
                  </a:lnTo>
                  <a:lnTo>
                    <a:pt x="599" y="304"/>
                  </a:lnTo>
                  <a:lnTo>
                    <a:pt x="604" y="310"/>
                  </a:lnTo>
                  <a:lnTo>
                    <a:pt x="606" y="316"/>
                  </a:lnTo>
                  <a:lnTo>
                    <a:pt x="606" y="316"/>
                  </a:lnTo>
                  <a:lnTo>
                    <a:pt x="608" y="316"/>
                  </a:lnTo>
                  <a:lnTo>
                    <a:pt x="624" y="320"/>
                  </a:lnTo>
                  <a:lnTo>
                    <a:pt x="624" y="320"/>
                  </a:lnTo>
                  <a:lnTo>
                    <a:pt x="628" y="318"/>
                  </a:lnTo>
                  <a:lnTo>
                    <a:pt x="630" y="318"/>
                  </a:lnTo>
                  <a:lnTo>
                    <a:pt x="630" y="318"/>
                  </a:lnTo>
                  <a:lnTo>
                    <a:pt x="634" y="318"/>
                  </a:lnTo>
                  <a:lnTo>
                    <a:pt x="634" y="318"/>
                  </a:lnTo>
                  <a:lnTo>
                    <a:pt x="638" y="318"/>
                  </a:lnTo>
                  <a:lnTo>
                    <a:pt x="638" y="316"/>
                  </a:lnTo>
                  <a:lnTo>
                    <a:pt x="640" y="316"/>
                  </a:lnTo>
                  <a:lnTo>
                    <a:pt x="642" y="314"/>
                  </a:lnTo>
                  <a:lnTo>
                    <a:pt x="648" y="316"/>
                  </a:lnTo>
                  <a:lnTo>
                    <a:pt x="652" y="318"/>
                  </a:lnTo>
                  <a:lnTo>
                    <a:pt x="655" y="318"/>
                  </a:lnTo>
                  <a:lnTo>
                    <a:pt x="657" y="318"/>
                  </a:lnTo>
                  <a:lnTo>
                    <a:pt x="659" y="316"/>
                  </a:lnTo>
                  <a:lnTo>
                    <a:pt x="659" y="316"/>
                  </a:lnTo>
                  <a:lnTo>
                    <a:pt x="661" y="316"/>
                  </a:lnTo>
                  <a:lnTo>
                    <a:pt x="663" y="318"/>
                  </a:lnTo>
                  <a:lnTo>
                    <a:pt x="663" y="318"/>
                  </a:lnTo>
                  <a:lnTo>
                    <a:pt x="663" y="318"/>
                  </a:lnTo>
                  <a:lnTo>
                    <a:pt x="663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77" y="326"/>
                  </a:lnTo>
                  <a:lnTo>
                    <a:pt x="677" y="328"/>
                  </a:lnTo>
                  <a:lnTo>
                    <a:pt x="677" y="330"/>
                  </a:lnTo>
                  <a:lnTo>
                    <a:pt x="677" y="330"/>
                  </a:lnTo>
                  <a:lnTo>
                    <a:pt x="677" y="330"/>
                  </a:lnTo>
                  <a:lnTo>
                    <a:pt x="677" y="332"/>
                  </a:lnTo>
                  <a:lnTo>
                    <a:pt x="677" y="332"/>
                  </a:lnTo>
                  <a:lnTo>
                    <a:pt x="677" y="332"/>
                  </a:lnTo>
                  <a:lnTo>
                    <a:pt x="677" y="332"/>
                  </a:lnTo>
                  <a:lnTo>
                    <a:pt x="677" y="334"/>
                  </a:lnTo>
                  <a:lnTo>
                    <a:pt x="677" y="334"/>
                  </a:lnTo>
                  <a:lnTo>
                    <a:pt x="679" y="332"/>
                  </a:lnTo>
                  <a:lnTo>
                    <a:pt x="679" y="332"/>
                  </a:lnTo>
                  <a:lnTo>
                    <a:pt x="691" y="326"/>
                  </a:lnTo>
                  <a:lnTo>
                    <a:pt x="693" y="326"/>
                  </a:lnTo>
                  <a:lnTo>
                    <a:pt x="695" y="326"/>
                  </a:lnTo>
                  <a:lnTo>
                    <a:pt x="697" y="328"/>
                  </a:lnTo>
                  <a:lnTo>
                    <a:pt x="699" y="332"/>
                  </a:lnTo>
                  <a:lnTo>
                    <a:pt x="701" y="332"/>
                  </a:lnTo>
                  <a:lnTo>
                    <a:pt x="703" y="332"/>
                  </a:lnTo>
                  <a:lnTo>
                    <a:pt x="706" y="334"/>
                  </a:lnTo>
                  <a:lnTo>
                    <a:pt x="706" y="334"/>
                  </a:lnTo>
                  <a:lnTo>
                    <a:pt x="706" y="336"/>
                  </a:lnTo>
                  <a:lnTo>
                    <a:pt x="706" y="336"/>
                  </a:lnTo>
                  <a:lnTo>
                    <a:pt x="706" y="336"/>
                  </a:lnTo>
                  <a:lnTo>
                    <a:pt x="708" y="338"/>
                  </a:lnTo>
                  <a:lnTo>
                    <a:pt x="708" y="340"/>
                  </a:lnTo>
                  <a:lnTo>
                    <a:pt x="708" y="340"/>
                  </a:lnTo>
                  <a:lnTo>
                    <a:pt x="708" y="340"/>
                  </a:lnTo>
                  <a:lnTo>
                    <a:pt x="708" y="340"/>
                  </a:lnTo>
                  <a:lnTo>
                    <a:pt x="708" y="342"/>
                  </a:lnTo>
                  <a:lnTo>
                    <a:pt x="708" y="342"/>
                  </a:lnTo>
                  <a:lnTo>
                    <a:pt x="708" y="344"/>
                  </a:lnTo>
                  <a:lnTo>
                    <a:pt x="710" y="348"/>
                  </a:lnTo>
                  <a:lnTo>
                    <a:pt x="710" y="350"/>
                  </a:lnTo>
                  <a:lnTo>
                    <a:pt x="710" y="350"/>
                  </a:lnTo>
                  <a:lnTo>
                    <a:pt x="714" y="355"/>
                  </a:lnTo>
                  <a:lnTo>
                    <a:pt x="716" y="357"/>
                  </a:lnTo>
                  <a:lnTo>
                    <a:pt x="738" y="373"/>
                  </a:lnTo>
                  <a:lnTo>
                    <a:pt x="738" y="373"/>
                  </a:lnTo>
                  <a:lnTo>
                    <a:pt x="738" y="373"/>
                  </a:lnTo>
                  <a:lnTo>
                    <a:pt x="740" y="377"/>
                  </a:lnTo>
                  <a:lnTo>
                    <a:pt x="740" y="379"/>
                  </a:lnTo>
                  <a:lnTo>
                    <a:pt x="740" y="379"/>
                  </a:lnTo>
                  <a:lnTo>
                    <a:pt x="740" y="381"/>
                  </a:lnTo>
                  <a:lnTo>
                    <a:pt x="740" y="381"/>
                  </a:lnTo>
                  <a:lnTo>
                    <a:pt x="742" y="381"/>
                  </a:lnTo>
                  <a:lnTo>
                    <a:pt x="742" y="383"/>
                  </a:lnTo>
                  <a:lnTo>
                    <a:pt x="742" y="383"/>
                  </a:lnTo>
                  <a:lnTo>
                    <a:pt x="744" y="381"/>
                  </a:lnTo>
                  <a:lnTo>
                    <a:pt x="748" y="379"/>
                  </a:lnTo>
                  <a:lnTo>
                    <a:pt x="757" y="373"/>
                  </a:lnTo>
                  <a:lnTo>
                    <a:pt x="763" y="375"/>
                  </a:lnTo>
                  <a:lnTo>
                    <a:pt x="767" y="373"/>
                  </a:lnTo>
                  <a:lnTo>
                    <a:pt x="775" y="371"/>
                  </a:lnTo>
                  <a:lnTo>
                    <a:pt x="814" y="375"/>
                  </a:lnTo>
                  <a:lnTo>
                    <a:pt x="816" y="375"/>
                  </a:lnTo>
                  <a:lnTo>
                    <a:pt x="816" y="375"/>
                  </a:lnTo>
                  <a:lnTo>
                    <a:pt x="818" y="369"/>
                  </a:lnTo>
                  <a:lnTo>
                    <a:pt x="818" y="367"/>
                  </a:lnTo>
                  <a:lnTo>
                    <a:pt x="818" y="367"/>
                  </a:lnTo>
                  <a:lnTo>
                    <a:pt x="818" y="367"/>
                  </a:lnTo>
                  <a:lnTo>
                    <a:pt x="820" y="367"/>
                  </a:lnTo>
                  <a:lnTo>
                    <a:pt x="820" y="365"/>
                  </a:lnTo>
                  <a:lnTo>
                    <a:pt x="820" y="365"/>
                  </a:lnTo>
                  <a:lnTo>
                    <a:pt x="820" y="363"/>
                  </a:lnTo>
                  <a:lnTo>
                    <a:pt x="820" y="361"/>
                  </a:lnTo>
                  <a:lnTo>
                    <a:pt x="820" y="361"/>
                  </a:lnTo>
                  <a:lnTo>
                    <a:pt x="820" y="361"/>
                  </a:lnTo>
                  <a:lnTo>
                    <a:pt x="820" y="359"/>
                  </a:lnTo>
                  <a:lnTo>
                    <a:pt x="820" y="359"/>
                  </a:lnTo>
                  <a:lnTo>
                    <a:pt x="822" y="357"/>
                  </a:lnTo>
                  <a:lnTo>
                    <a:pt x="826" y="357"/>
                  </a:lnTo>
                  <a:lnTo>
                    <a:pt x="828" y="357"/>
                  </a:lnTo>
                  <a:lnTo>
                    <a:pt x="830" y="355"/>
                  </a:lnTo>
                  <a:lnTo>
                    <a:pt x="832" y="353"/>
                  </a:lnTo>
                  <a:lnTo>
                    <a:pt x="836" y="352"/>
                  </a:lnTo>
                  <a:lnTo>
                    <a:pt x="836" y="352"/>
                  </a:lnTo>
                  <a:lnTo>
                    <a:pt x="836" y="350"/>
                  </a:lnTo>
                  <a:lnTo>
                    <a:pt x="836" y="350"/>
                  </a:lnTo>
                  <a:lnTo>
                    <a:pt x="836" y="350"/>
                  </a:lnTo>
                  <a:lnTo>
                    <a:pt x="836" y="350"/>
                  </a:lnTo>
                  <a:lnTo>
                    <a:pt x="838" y="350"/>
                  </a:lnTo>
                  <a:lnTo>
                    <a:pt x="840" y="350"/>
                  </a:lnTo>
                  <a:lnTo>
                    <a:pt x="842" y="348"/>
                  </a:lnTo>
                  <a:lnTo>
                    <a:pt x="842" y="348"/>
                  </a:lnTo>
                  <a:lnTo>
                    <a:pt x="842" y="348"/>
                  </a:lnTo>
                  <a:lnTo>
                    <a:pt x="844" y="346"/>
                  </a:lnTo>
                  <a:lnTo>
                    <a:pt x="844" y="344"/>
                  </a:lnTo>
                  <a:lnTo>
                    <a:pt x="844" y="344"/>
                  </a:lnTo>
                  <a:lnTo>
                    <a:pt x="846" y="344"/>
                  </a:lnTo>
                  <a:lnTo>
                    <a:pt x="848" y="344"/>
                  </a:lnTo>
                  <a:lnTo>
                    <a:pt x="848" y="344"/>
                  </a:lnTo>
                  <a:lnTo>
                    <a:pt x="848" y="344"/>
                  </a:lnTo>
                  <a:lnTo>
                    <a:pt x="848" y="344"/>
                  </a:lnTo>
                  <a:lnTo>
                    <a:pt x="848" y="342"/>
                  </a:lnTo>
                  <a:lnTo>
                    <a:pt x="848" y="342"/>
                  </a:lnTo>
                  <a:lnTo>
                    <a:pt x="848" y="342"/>
                  </a:lnTo>
                  <a:lnTo>
                    <a:pt x="848" y="342"/>
                  </a:lnTo>
                  <a:lnTo>
                    <a:pt x="848" y="340"/>
                  </a:lnTo>
                  <a:lnTo>
                    <a:pt x="848" y="340"/>
                  </a:lnTo>
                  <a:lnTo>
                    <a:pt x="848" y="340"/>
                  </a:lnTo>
                  <a:lnTo>
                    <a:pt x="848" y="340"/>
                  </a:lnTo>
                  <a:lnTo>
                    <a:pt x="848" y="338"/>
                  </a:lnTo>
                  <a:lnTo>
                    <a:pt x="848" y="338"/>
                  </a:lnTo>
                  <a:lnTo>
                    <a:pt x="848" y="336"/>
                  </a:lnTo>
                  <a:lnTo>
                    <a:pt x="848" y="336"/>
                  </a:lnTo>
                  <a:lnTo>
                    <a:pt x="850" y="336"/>
                  </a:lnTo>
                  <a:lnTo>
                    <a:pt x="850" y="336"/>
                  </a:lnTo>
                  <a:lnTo>
                    <a:pt x="855" y="336"/>
                  </a:lnTo>
                  <a:lnTo>
                    <a:pt x="867" y="334"/>
                  </a:lnTo>
                  <a:lnTo>
                    <a:pt x="869" y="336"/>
                  </a:lnTo>
                  <a:lnTo>
                    <a:pt x="869" y="336"/>
                  </a:lnTo>
                  <a:lnTo>
                    <a:pt x="869" y="336"/>
                  </a:lnTo>
                  <a:lnTo>
                    <a:pt x="869" y="338"/>
                  </a:lnTo>
                  <a:lnTo>
                    <a:pt x="869" y="338"/>
                  </a:lnTo>
                  <a:lnTo>
                    <a:pt x="869" y="340"/>
                  </a:lnTo>
                  <a:lnTo>
                    <a:pt x="869" y="342"/>
                  </a:lnTo>
                  <a:lnTo>
                    <a:pt x="869" y="342"/>
                  </a:lnTo>
                  <a:lnTo>
                    <a:pt x="871" y="348"/>
                  </a:lnTo>
                  <a:lnTo>
                    <a:pt x="871" y="350"/>
                  </a:lnTo>
                  <a:lnTo>
                    <a:pt x="871" y="350"/>
                  </a:lnTo>
                  <a:lnTo>
                    <a:pt x="875" y="355"/>
                  </a:lnTo>
                  <a:lnTo>
                    <a:pt x="877" y="355"/>
                  </a:lnTo>
                  <a:lnTo>
                    <a:pt x="877" y="355"/>
                  </a:lnTo>
                  <a:lnTo>
                    <a:pt x="877" y="357"/>
                  </a:lnTo>
                  <a:lnTo>
                    <a:pt x="877" y="359"/>
                  </a:lnTo>
                  <a:lnTo>
                    <a:pt x="877" y="359"/>
                  </a:lnTo>
                  <a:lnTo>
                    <a:pt x="877" y="361"/>
                  </a:lnTo>
                  <a:lnTo>
                    <a:pt x="877" y="361"/>
                  </a:lnTo>
                  <a:lnTo>
                    <a:pt x="887" y="365"/>
                  </a:lnTo>
                  <a:lnTo>
                    <a:pt x="887" y="367"/>
                  </a:lnTo>
                  <a:lnTo>
                    <a:pt x="887" y="367"/>
                  </a:lnTo>
                  <a:lnTo>
                    <a:pt x="887" y="367"/>
                  </a:lnTo>
                  <a:lnTo>
                    <a:pt x="887" y="367"/>
                  </a:lnTo>
                  <a:lnTo>
                    <a:pt x="887" y="369"/>
                  </a:lnTo>
                  <a:lnTo>
                    <a:pt x="889" y="369"/>
                  </a:lnTo>
                  <a:lnTo>
                    <a:pt x="895" y="373"/>
                  </a:lnTo>
                  <a:lnTo>
                    <a:pt x="895" y="375"/>
                  </a:lnTo>
                  <a:lnTo>
                    <a:pt x="897" y="373"/>
                  </a:lnTo>
                  <a:lnTo>
                    <a:pt x="903" y="367"/>
                  </a:lnTo>
                  <a:lnTo>
                    <a:pt x="906" y="365"/>
                  </a:lnTo>
                  <a:lnTo>
                    <a:pt x="908" y="365"/>
                  </a:lnTo>
                  <a:lnTo>
                    <a:pt x="908" y="363"/>
                  </a:lnTo>
                  <a:lnTo>
                    <a:pt x="910" y="365"/>
                  </a:lnTo>
                  <a:lnTo>
                    <a:pt x="912" y="365"/>
                  </a:lnTo>
                  <a:lnTo>
                    <a:pt x="914" y="367"/>
                  </a:lnTo>
                  <a:lnTo>
                    <a:pt x="916" y="367"/>
                  </a:lnTo>
                  <a:lnTo>
                    <a:pt x="918" y="369"/>
                  </a:lnTo>
                  <a:lnTo>
                    <a:pt x="922" y="367"/>
                  </a:lnTo>
                  <a:lnTo>
                    <a:pt x="932" y="371"/>
                  </a:lnTo>
                  <a:lnTo>
                    <a:pt x="932" y="371"/>
                  </a:lnTo>
                  <a:lnTo>
                    <a:pt x="934" y="371"/>
                  </a:lnTo>
                  <a:lnTo>
                    <a:pt x="934" y="371"/>
                  </a:lnTo>
                  <a:lnTo>
                    <a:pt x="934" y="371"/>
                  </a:lnTo>
                  <a:lnTo>
                    <a:pt x="932" y="375"/>
                  </a:lnTo>
                  <a:lnTo>
                    <a:pt x="932" y="377"/>
                  </a:lnTo>
                  <a:lnTo>
                    <a:pt x="932" y="377"/>
                  </a:lnTo>
                  <a:lnTo>
                    <a:pt x="934" y="379"/>
                  </a:lnTo>
                  <a:lnTo>
                    <a:pt x="942" y="385"/>
                  </a:lnTo>
                  <a:lnTo>
                    <a:pt x="942" y="385"/>
                  </a:lnTo>
                  <a:lnTo>
                    <a:pt x="942" y="385"/>
                  </a:lnTo>
                  <a:lnTo>
                    <a:pt x="944" y="387"/>
                  </a:lnTo>
                  <a:lnTo>
                    <a:pt x="944" y="387"/>
                  </a:lnTo>
                  <a:lnTo>
                    <a:pt x="944" y="387"/>
                  </a:lnTo>
                  <a:lnTo>
                    <a:pt x="944" y="387"/>
                  </a:lnTo>
                  <a:lnTo>
                    <a:pt x="944" y="389"/>
                  </a:lnTo>
                  <a:lnTo>
                    <a:pt x="942" y="389"/>
                  </a:lnTo>
                  <a:lnTo>
                    <a:pt x="942" y="389"/>
                  </a:lnTo>
                  <a:lnTo>
                    <a:pt x="942" y="389"/>
                  </a:lnTo>
                  <a:lnTo>
                    <a:pt x="942" y="391"/>
                  </a:lnTo>
                  <a:lnTo>
                    <a:pt x="942" y="391"/>
                  </a:lnTo>
                  <a:lnTo>
                    <a:pt x="944" y="391"/>
                  </a:lnTo>
                  <a:lnTo>
                    <a:pt x="954" y="397"/>
                  </a:lnTo>
                  <a:lnTo>
                    <a:pt x="954" y="397"/>
                  </a:lnTo>
                  <a:lnTo>
                    <a:pt x="957" y="395"/>
                  </a:lnTo>
                  <a:lnTo>
                    <a:pt x="963" y="393"/>
                  </a:lnTo>
                  <a:lnTo>
                    <a:pt x="963" y="393"/>
                  </a:lnTo>
                  <a:lnTo>
                    <a:pt x="963" y="393"/>
                  </a:lnTo>
                  <a:lnTo>
                    <a:pt x="963" y="393"/>
                  </a:lnTo>
                  <a:lnTo>
                    <a:pt x="963" y="395"/>
                  </a:lnTo>
                  <a:lnTo>
                    <a:pt x="963" y="395"/>
                  </a:lnTo>
                  <a:lnTo>
                    <a:pt x="965" y="395"/>
                  </a:lnTo>
                  <a:lnTo>
                    <a:pt x="967" y="393"/>
                  </a:lnTo>
                  <a:lnTo>
                    <a:pt x="971" y="389"/>
                  </a:lnTo>
                  <a:lnTo>
                    <a:pt x="973" y="389"/>
                  </a:lnTo>
                  <a:lnTo>
                    <a:pt x="973" y="389"/>
                  </a:lnTo>
                  <a:lnTo>
                    <a:pt x="973" y="389"/>
                  </a:lnTo>
                  <a:lnTo>
                    <a:pt x="973" y="389"/>
                  </a:lnTo>
                  <a:lnTo>
                    <a:pt x="979" y="397"/>
                  </a:lnTo>
                  <a:lnTo>
                    <a:pt x="979" y="397"/>
                  </a:lnTo>
                  <a:lnTo>
                    <a:pt x="979" y="399"/>
                  </a:lnTo>
                  <a:lnTo>
                    <a:pt x="979" y="399"/>
                  </a:lnTo>
                  <a:lnTo>
                    <a:pt x="981" y="403"/>
                  </a:lnTo>
                  <a:lnTo>
                    <a:pt x="981" y="403"/>
                  </a:lnTo>
                  <a:lnTo>
                    <a:pt x="981" y="403"/>
                  </a:lnTo>
                  <a:lnTo>
                    <a:pt x="981" y="405"/>
                  </a:lnTo>
                  <a:lnTo>
                    <a:pt x="985" y="406"/>
                  </a:lnTo>
                  <a:lnTo>
                    <a:pt x="985" y="406"/>
                  </a:lnTo>
                  <a:lnTo>
                    <a:pt x="989" y="406"/>
                  </a:lnTo>
                  <a:lnTo>
                    <a:pt x="989" y="406"/>
                  </a:lnTo>
                  <a:lnTo>
                    <a:pt x="991" y="406"/>
                  </a:lnTo>
                  <a:lnTo>
                    <a:pt x="991" y="406"/>
                  </a:lnTo>
                  <a:lnTo>
                    <a:pt x="991" y="406"/>
                  </a:lnTo>
                  <a:lnTo>
                    <a:pt x="991" y="406"/>
                  </a:lnTo>
                  <a:lnTo>
                    <a:pt x="991" y="408"/>
                  </a:lnTo>
                  <a:lnTo>
                    <a:pt x="991" y="408"/>
                  </a:lnTo>
                  <a:lnTo>
                    <a:pt x="993" y="410"/>
                  </a:lnTo>
                  <a:lnTo>
                    <a:pt x="993" y="410"/>
                  </a:lnTo>
                  <a:lnTo>
                    <a:pt x="993" y="410"/>
                  </a:lnTo>
                  <a:lnTo>
                    <a:pt x="993" y="412"/>
                  </a:lnTo>
                  <a:lnTo>
                    <a:pt x="993" y="414"/>
                  </a:lnTo>
                  <a:lnTo>
                    <a:pt x="993" y="414"/>
                  </a:lnTo>
                  <a:lnTo>
                    <a:pt x="993" y="414"/>
                  </a:lnTo>
                  <a:lnTo>
                    <a:pt x="993" y="414"/>
                  </a:lnTo>
                  <a:lnTo>
                    <a:pt x="993" y="416"/>
                  </a:lnTo>
                  <a:lnTo>
                    <a:pt x="997" y="418"/>
                  </a:lnTo>
                  <a:lnTo>
                    <a:pt x="997" y="418"/>
                  </a:lnTo>
                  <a:lnTo>
                    <a:pt x="997" y="418"/>
                  </a:lnTo>
                  <a:lnTo>
                    <a:pt x="997" y="418"/>
                  </a:lnTo>
                  <a:lnTo>
                    <a:pt x="997" y="420"/>
                  </a:lnTo>
                  <a:lnTo>
                    <a:pt x="997" y="420"/>
                  </a:lnTo>
                  <a:lnTo>
                    <a:pt x="997" y="422"/>
                  </a:lnTo>
                  <a:lnTo>
                    <a:pt x="997" y="422"/>
                  </a:lnTo>
                  <a:lnTo>
                    <a:pt x="999" y="424"/>
                  </a:lnTo>
                  <a:lnTo>
                    <a:pt x="1003" y="440"/>
                  </a:lnTo>
                  <a:lnTo>
                    <a:pt x="1003" y="440"/>
                  </a:lnTo>
                  <a:lnTo>
                    <a:pt x="1003" y="440"/>
                  </a:lnTo>
                  <a:lnTo>
                    <a:pt x="1003" y="440"/>
                  </a:lnTo>
                  <a:lnTo>
                    <a:pt x="1003" y="440"/>
                  </a:lnTo>
                  <a:lnTo>
                    <a:pt x="1001" y="444"/>
                  </a:lnTo>
                  <a:lnTo>
                    <a:pt x="1001" y="444"/>
                  </a:lnTo>
                  <a:lnTo>
                    <a:pt x="1001" y="446"/>
                  </a:lnTo>
                  <a:lnTo>
                    <a:pt x="1001" y="446"/>
                  </a:lnTo>
                  <a:lnTo>
                    <a:pt x="1001" y="446"/>
                  </a:lnTo>
                  <a:lnTo>
                    <a:pt x="1001" y="448"/>
                  </a:lnTo>
                  <a:lnTo>
                    <a:pt x="1001" y="448"/>
                  </a:lnTo>
                  <a:lnTo>
                    <a:pt x="1003" y="448"/>
                  </a:lnTo>
                  <a:lnTo>
                    <a:pt x="1005" y="450"/>
                  </a:lnTo>
                  <a:lnTo>
                    <a:pt x="1005" y="450"/>
                  </a:lnTo>
                  <a:lnTo>
                    <a:pt x="1005" y="452"/>
                  </a:lnTo>
                  <a:lnTo>
                    <a:pt x="1005" y="452"/>
                  </a:lnTo>
                  <a:lnTo>
                    <a:pt x="1006" y="454"/>
                  </a:lnTo>
                  <a:lnTo>
                    <a:pt x="1006" y="454"/>
                  </a:lnTo>
                  <a:lnTo>
                    <a:pt x="1006" y="456"/>
                  </a:lnTo>
                  <a:lnTo>
                    <a:pt x="1006" y="456"/>
                  </a:lnTo>
                  <a:lnTo>
                    <a:pt x="1006" y="456"/>
                  </a:lnTo>
                  <a:lnTo>
                    <a:pt x="1006" y="456"/>
                  </a:lnTo>
                  <a:lnTo>
                    <a:pt x="1012" y="458"/>
                  </a:lnTo>
                  <a:lnTo>
                    <a:pt x="1016" y="458"/>
                  </a:lnTo>
                  <a:lnTo>
                    <a:pt x="1016" y="458"/>
                  </a:lnTo>
                  <a:lnTo>
                    <a:pt x="1018" y="458"/>
                  </a:lnTo>
                  <a:lnTo>
                    <a:pt x="1022" y="461"/>
                  </a:lnTo>
                  <a:lnTo>
                    <a:pt x="1024" y="463"/>
                  </a:lnTo>
                  <a:lnTo>
                    <a:pt x="1026" y="465"/>
                  </a:lnTo>
                  <a:lnTo>
                    <a:pt x="1026" y="465"/>
                  </a:lnTo>
                  <a:lnTo>
                    <a:pt x="1030" y="467"/>
                  </a:lnTo>
                  <a:lnTo>
                    <a:pt x="1030" y="467"/>
                  </a:lnTo>
                  <a:lnTo>
                    <a:pt x="1032" y="467"/>
                  </a:lnTo>
                  <a:lnTo>
                    <a:pt x="1034" y="465"/>
                  </a:lnTo>
                  <a:lnTo>
                    <a:pt x="1034" y="465"/>
                  </a:lnTo>
                  <a:lnTo>
                    <a:pt x="1034" y="465"/>
                  </a:lnTo>
                  <a:lnTo>
                    <a:pt x="1034" y="467"/>
                  </a:lnTo>
                  <a:lnTo>
                    <a:pt x="1036" y="467"/>
                  </a:lnTo>
                  <a:lnTo>
                    <a:pt x="1036" y="469"/>
                  </a:lnTo>
                  <a:lnTo>
                    <a:pt x="1038" y="471"/>
                  </a:lnTo>
                  <a:lnTo>
                    <a:pt x="1038" y="471"/>
                  </a:lnTo>
                  <a:lnTo>
                    <a:pt x="1038" y="473"/>
                  </a:lnTo>
                  <a:lnTo>
                    <a:pt x="1048" y="477"/>
                  </a:lnTo>
                  <a:lnTo>
                    <a:pt x="1048" y="477"/>
                  </a:lnTo>
                  <a:lnTo>
                    <a:pt x="1052" y="477"/>
                  </a:lnTo>
                  <a:lnTo>
                    <a:pt x="1052" y="475"/>
                  </a:lnTo>
                  <a:lnTo>
                    <a:pt x="1054" y="475"/>
                  </a:lnTo>
                  <a:lnTo>
                    <a:pt x="1054" y="475"/>
                  </a:lnTo>
                  <a:lnTo>
                    <a:pt x="1057" y="479"/>
                  </a:lnTo>
                  <a:lnTo>
                    <a:pt x="1057" y="481"/>
                  </a:lnTo>
                  <a:lnTo>
                    <a:pt x="1057" y="481"/>
                  </a:lnTo>
                  <a:lnTo>
                    <a:pt x="1057" y="481"/>
                  </a:lnTo>
                  <a:lnTo>
                    <a:pt x="1057" y="483"/>
                  </a:lnTo>
                  <a:lnTo>
                    <a:pt x="1057" y="487"/>
                  </a:lnTo>
                  <a:lnTo>
                    <a:pt x="1057" y="487"/>
                  </a:lnTo>
                  <a:lnTo>
                    <a:pt x="1050" y="489"/>
                  </a:lnTo>
                  <a:lnTo>
                    <a:pt x="1050" y="489"/>
                  </a:lnTo>
                  <a:lnTo>
                    <a:pt x="1044" y="493"/>
                  </a:lnTo>
                  <a:lnTo>
                    <a:pt x="1044" y="493"/>
                  </a:lnTo>
                  <a:lnTo>
                    <a:pt x="1044" y="495"/>
                  </a:lnTo>
                  <a:lnTo>
                    <a:pt x="1044" y="495"/>
                  </a:lnTo>
                  <a:lnTo>
                    <a:pt x="1044" y="495"/>
                  </a:lnTo>
                  <a:lnTo>
                    <a:pt x="1044" y="497"/>
                  </a:lnTo>
                  <a:lnTo>
                    <a:pt x="1044" y="497"/>
                  </a:lnTo>
                  <a:lnTo>
                    <a:pt x="1046" y="501"/>
                  </a:lnTo>
                  <a:lnTo>
                    <a:pt x="1046" y="501"/>
                  </a:lnTo>
                  <a:lnTo>
                    <a:pt x="1046" y="501"/>
                  </a:lnTo>
                  <a:lnTo>
                    <a:pt x="1003" y="524"/>
                  </a:lnTo>
                  <a:lnTo>
                    <a:pt x="1001" y="524"/>
                  </a:lnTo>
                  <a:lnTo>
                    <a:pt x="985" y="536"/>
                  </a:lnTo>
                  <a:lnTo>
                    <a:pt x="975" y="538"/>
                  </a:lnTo>
                  <a:lnTo>
                    <a:pt x="975" y="538"/>
                  </a:lnTo>
                  <a:lnTo>
                    <a:pt x="973" y="536"/>
                  </a:lnTo>
                  <a:lnTo>
                    <a:pt x="971" y="534"/>
                  </a:lnTo>
                  <a:lnTo>
                    <a:pt x="959" y="524"/>
                  </a:lnTo>
                  <a:lnTo>
                    <a:pt x="956" y="518"/>
                  </a:lnTo>
                  <a:lnTo>
                    <a:pt x="956" y="518"/>
                  </a:lnTo>
                  <a:lnTo>
                    <a:pt x="956" y="518"/>
                  </a:lnTo>
                  <a:lnTo>
                    <a:pt x="940" y="518"/>
                  </a:lnTo>
                  <a:lnTo>
                    <a:pt x="908" y="544"/>
                  </a:lnTo>
                  <a:lnTo>
                    <a:pt x="908" y="544"/>
                  </a:lnTo>
                  <a:lnTo>
                    <a:pt x="908" y="546"/>
                  </a:lnTo>
                  <a:lnTo>
                    <a:pt x="908" y="546"/>
                  </a:lnTo>
                  <a:lnTo>
                    <a:pt x="908" y="550"/>
                  </a:lnTo>
                  <a:lnTo>
                    <a:pt x="908" y="552"/>
                  </a:lnTo>
                  <a:lnTo>
                    <a:pt x="906" y="552"/>
                  </a:lnTo>
                  <a:lnTo>
                    <a:pt x="906" y="554"/>
                  </a:lnTo>
                  <a:lnTo>
                    <a:pt x="899" y="560"/>
                  </a:lnTo>
                  <a:lnTo>
                    <a:pt x="899" y="560"/>
                  </a:lnTo>
                  <a:lnTo>
                    <a:pt x="897" y="560"/>
                  </a:lnTo>
                  <a:lnTo>
                    <a:pt x="887" y="550"/>
                  </a:lnTo>
                  <a:lnTo>
                    <a:pt x="887" y="550"/>
                  </a:lnTo>
                  <a:lnTo>
                    <a:pt x="885" y="548"/>
                  </a:lnTo>
                  <a:lnTo>
                    <a:pt x="873" y="550"/>
                  </a:lnTo>
                  <a:lnTo>
                    <a:pt x="871" y="550"/>
                  </a:lnTo>
                  <a:lnTo>
                    <a:pt x="855" y="548"/>
                  </a:lnTo>
                  <a:lnTo>
                    <a:pt x="855" y="546"/>
                  </a:lnTo>
                  <a:lnTo>
                    <a:pt x="855" y="546"/>
                  </a:lnTo>
                  <a:lnTo>
                    <a:pt x="854" y="544"/>
                  </a:lnTo>
                  <a:lnTo>
                    <a:pt x="854" y="544"/>
                  </a:lnTo>
                  <a:lnTo>
                    <a:pt x="854" y="542"/>
                  </a:lnTo>
                  <a:lnTo>
                    <a:pt x="854" y="538"/>
                  </a:lnTo>
                  <a:lnTo>
                    <a:pt x="854" y="538"/>
                  </a:lnTo>
                  <a:lnTo>
                    <a:pt x="852" y="538"/>
                  </a:lnTo>
                  <a:lnTo>
                    <a:pt x="852" y="536"/>
                  </a:lnTo>
                  <a:lnTo>
                    <a:pt x="840" y="532"/>
                  </a:lnTo>
                  <a:lnTo>
                    <a:pt x="840" y="532"/>
                  </a:lnTo>
                  <a:lnTo>
                    <a:pt x="838" y="532"/>
                  </a:lnTo>
                  <a:lnTo>
                    <a:pt x="836" y="534"/>
                  </a:lnTo>
                  <a:lnTo>
                    <a:pt x="836" y="534"/>
                  </a:lnTo>
                  <a:lnTo>
                    <a:pt x="828" y="534"/>
                  </a:lnTo>
                  <a:lnTo>
                    <a:pt x="828" y="534"/>
                  </a:lnTo>
                  <a:lnTo>
                    <a:pt x="828" y="534"/>
                  </a:lnTo>
                  <a:lnTo>
                    <a:pt x="818" y="542"/>
                  </a:lnTo>
                  <a:lnTo>
                    <a:pt x="816" y="542"/>
                  </a:lnTo>
                  <a:lnTo>
                    <a:pt x="816" y="542"/>
                  </a:lnTo>
                  <a:lnTo>
                    <a:pt x="804" y="538"/>
                  </a:lnTo>
                  <a:lnTo>
                    <a:pt x="789" y="538"/>
                  </a:lnTo>
                  <a:lnTo>
                    <a:pt x="785" y="540"/>
                  </a:lnTo>
                  <a:lnTo>
                    <a:pt x="783" y="540"/>
                  </a:lnTo>
                  <a:lnTo>
                    <a:pt x="783" y="540"/>
                  </a:lnTo>
                  <a:lnTo>
                    <a:pt x="781" y="536"/>
                  </a:lnTo>
                  <a:lnTo>
                    <a:pt x="781" y="534"/>
                  </a:lnTo>
                  <a:lnTo>
                    <a:pt x="781" y="534"/>
                  </a:lnTo>
                  <a:lnTo>
                    <a:pt x="781" y="534"/>
                  </a:lnTo>
                  <a:lnTo>
                    <a:pt x="781" y="530"/>
                  </a:lnTo>
                  <a:lnTo>
                    <a:pt x="781" y="530"/>
                  </a:lnTo>
                  <a:lnTo>
                    <a:pt x="781" y="530"/>
                  </a:lnTo>
                  <a:lnTo>
                    <a:pt x="783" y="528"/>
                  </a:lnTo>
                  <a:lnTo>
                    <a:pt x="783" y="528"/>
                  </a:lnTo>
                  <a:lnTo>
                    <a:pt x="783" y="528"/>
                  </a:lnTo>
                  <a:lnTo>
                    <a:pt x="783" y="528"/>
                  </a:lnTo>
                  <a:lnTo>
                    <a:pt x="781" y="528"/>
                  </a:lnTo>
                  <a:lnTo>
                    <a:pt x="781" y="526"/>
                  </a:lnTo>
                  <a:lnTo>
                    <a:pt x="781" y="526"/>
                  </a:lnTo>
                  <a:lnTo>
                    <a:pt x="779" y="526"/>
                  </a:lnTo>
                  <a:lnTo>
                    <a:pt x="779" y="526"/>
                  </a:lnTo>
                  <a:lnTo>
                    <a:pt x="779" y="524"/>
                  </a:lnTo>
                  <a:lnTo>
                    <a:pt x="777" y="524"/>
                  </a:lnTo>
                  <a:lnTo>
                    <a:pt x="777" y="524"/>
                  </a:lnTo>
                  <a:lnTo>
                    <a:pt x="777" y="524"/>
                  </a:lnTo>
                  <a:lnTo>
                    <a:pt x="775" y="524"/>
                  </a:lnTo>
                  <a:lnTo>
                    <a:pt x="773" y="524"/>
                  </a:lnTo>
                  <a:lnTo>
                    <a:pt x="771" y="524"/>
                  </a:lnTo>
                  <a:lnTo>
                    <a:pt x="771" y="526"/>
                  </a:lnTo>
                  <a:lnTo>
                    <a:pt x="769" y="524"/>
                  </a:lnTo>
                  <a:lnTo>
                    <a:pt x="769" y="524"/>
                  </a:lnTo>
                  <a:lnTo>
                    <a:pt x="769" y="524"/>
                  </a:lnTo>
                  <a:lnTo>
                    <a:pt x="769" y="524"/>
                  </a:lnTo>
                  <a:lnTo>
                    <a:pt x="769" y="524"/>
                  </a:lnTo>
                  <a:lnTo>
                    <a:pt x="767" y="524"/>
                  </a:lnTo>
                  <a:lnTo>
                    <a:pt x="765" y="528"/>
                  </a:lnTo>
                  <a:lnTo>
                    <a:pt x="765" y="528"/>
                  </a:lnTo>
                  <a:lnTo>
                    <a:pt x="761" y="528"/>
                  </a:lnTo>
                  <a:lnTo>
                    <a:pt x="761" y="528"/>
                  </a:lnTo>
                  <a:lnTo>
                    <a:pt x="761" y="528"/>
                  </a:lnTo>
                  <a:lnTo>
                    <a:pt x="757" y="524"/>
                  </a:lnTo>
                  <a:lnTo>
                    <a:pt x="757" y="524"/>
                  </a:lnTo>
                  <a:lnTo>
                    <a:pt x="755" y="524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36" y="524"/>
                  </a:lnTo>
                  <a:lnTo>
                    <a:pt x="734" y="524"/>
                  </a:lnTo>
                  <a:lnTo>
                    <a:pt x="732" y="524"/>
                  </a:lnTo>
                  <a:lnTo>
                    <a:pt x="726" y="528"/>
                  </a:lnTo>
                  <a:lnTo>
                    <a:pt x="726" y="528"/>
                  </a:lnTo>
                  <a:lnTo>
                    <a:pt x="724" y="528"/>
                  </a:lnTo>
                  <a:lnTo>
                    <a:pt x="724" y="528"/>
                  </a:lnTo>
                  <a:lnTo>
                    <a:pt x="724" y="526"/>
                  </a:lnTo>
                  <a:lnTo>
                    <a:pt x="724" y="526"/>
                  </a:lnTo>
                  <a:lnTo>
                    <a:pt x="724" y="526"/>
                  </a:lnTo>
                  <a:lnTo>
                    <a:pt x="722" y="524"/>
                  </a:lnTo>
                  <a:lnTo>
                    <a:pt x="722" y="524"/>
                  </a:lnTo>
                  <a:lnTo>
                    <a:pt x="718" y="520"/>
                  </a:lnTo>
                  <a:lnTo>
                    <a:pt x="716" y="520"/>
                  </a:lnTo>
                  <a:lnTo>
                    <a:pt x="710" y="518"/>
                  </a:lnTo>
                  <a:lnTo>
                    <a:pt x="704" y="520"/>
                  </a:lnTo>
                  <a:lnTo>
                    <a:pt x="704" y="520"/>
                  </a:lnTo>
                  <a:lnTo>
                    <a:pt x="701" y="518"/>
                  </a:lnTo>
                  <a:lnTo>
                    <a:pt x="701" y="518"/>
                  </a:lnTo>
                  <a:lnTo>
                    <a:pt x="699" y="518"/>
                  </a:lnTo>
                  <a:lnTo>
                    <a:pt x="693" y="514"/>
                  </a:lnTo>
                  <a:lnTo>
                    <a:pt x="693" y="514"/>
                  </a:lnTo>
                  <a:lnTo>
                    <a:pt x="693" y="514"/>
                  </a:lnTo>
                  <a:lnTo>
                    <a:pt x="693" y="516"/>
                  </a:lnTo>
                  <a:lnTo>
                    <a:pt x="691" y="516"/>
                  </a:lnTo>
                  <a:lnTo>
                    <a:pt x="691" y="516"/>
                  </a:lnTo>
                  <a:lnTo>
                    <a:pt x="691" y="522"/>
                  </a:lnTo>
                  <a:lnTo>
                    <a:pt x="691" y="522"/>
                  </a:lnTo>
                  <a:lnTo>
                    <a:pt x="691" y="524"/>
                  </a:lnTo>
                  <a:lnTo>
                    <a:pt x="691" y="524"/>
                  </a:lnTo>
                  <a:lnTo>
                    <a:pt x="689" y="526"/>
                  </a:lnTo>
                  <a:lnTo>
                    <a:pt x="689" y="526"/>
                  </a:lnTo>
                  <a:lnTo>
                    <a:pt x="687" y="526"/>
                  </a:lnTo>
                  <a:lnTo>
                    <a:pt x="687" y="524"/>
                  </a:lnTo>
                  <a:lnTo>
                    <a:pt x="687" y="526"/>
                  </a:lnTo>
                  <a:lnTo>
                    <a:pt x="687" y="526"/>
                  </a:lnTo>
                  <a:lnTo>
                    <a:pt x="685" y="526"/>
                  </a:lnTo>
                  <a:lnTo>
                    <a:pt x="685" y="526"/>
                  </a:lnTo>
                  <a:lnTo>
                    <a:pt x="685" y="532"/>
                  </a:lnTo>
                  <a:lnTo>
                    <a:pt x="685" y="532"/>
                  </a:lnTo>
                  <a:lnTo>
                    <a:pt x="685" y="532"/>
                  </a:lnTo>
                  <a:lnTo>
                    <a:pt x="687" y="534"/>
                  </a:lnTo>
                  <a:lnTo>
                    <a:pt x="687" y="534"/>
                  </a:lnTo>
                  <a:lnTo>
                    <a:pt x="687" y="534"/>
                  </a:lnTo>
                  <a:lnTo>
                    <a:pt x="687" y="534"/>
                  </a:lnTo>
                  <a:lnTo>
                    <a:pt x="687" y="534"/>
                  </a:lnTo>
                  <a:lnTo>
                    <a:pt x="687" y="536"/>
                  </a:lnTo>
                  <a:lnTo>
                    <a:pt x="687" y="538"/>
                  </a:lnTo>
                  <a:lnTo>
                    <a:pt x="687" y="538"/>
                  </a:lnTo>
                  <a:lnTo>
                    <a:pt x="687" y="540"/>
                  </a:lnTo>
                  <a:lnTo>
                    <a:pt x="687" y="542"/>
                  </a:lnTo>
                  <a:lnTo>
                    <a:pt x="687" y="542"/>
                  </a:lnTo>
                  <a:lnTo>
                    <a:pt x="685" y="542"/>
                  </a:lnTo>
                  <a:lnTo>
                    <a:pt x="679" y="546"/>
                  </a:lnTo>
                  <a:lnTo>
                    <a:pt x="677" y="546"/>
                  </a:lnTo>
                  <a:lnTo>
                    <a:pt x="677" y="546"/>
                  </a:lnTo>
                  <a:lnTo>
                    <a:pt x="675" y="548"/>
                  </a:lnTo>
                  <a:lnTo>
                    <a:pt x="673" y="554"/>
                  </a:lnTo>
                  <a:lnTo>
                    <a:pt x="673" y="556"/>
                  </a:lnTo>
                  <a:lnTo>
                    <a:pt x="673" y="556"/>
                  </a:lnTo>
                  <a:lnTo>
                    <a:pt x="673" y="556"/>
                  </a:lnTo>
                  <a:lnTo>
                    <a:pt x="673" y="558"/>
                  </a:lnTo>
                  <a:lnTo>
                    <a:pt x="675" y="558"/>
                  </a:lnTo>
                  <a:lnTo>
                    <a:pt x="675" y="558"/>
                  </a:lnTo>
                  <a:lnTo>
                    <a:pt x="675" y="558"/>
                  </a:lnTo>
                  <a:lnTo>
                    <a:pt x="677" y="558"/>
                  </a:lnTo>
                  <a:lnTo>
                    <a:pt x="677" y="560"/>
                  </a:lnTo>
                  <a:lnTo>
                    <a:pt x="677" y="560"/>
                  </a:lnTo>
                  <a:lnTo>
                    <a:pt x="677" y="562"/>
                  </a:lnTo>
                  <a:lnTo>
                    <a:pt x="677" y="564"/>
                  </a:lnTo>
                  <a:lnTo>
                    <a:pt x="677" y="564"/>
                  </a:lnTo>
                  <a:lnTo>
                    <a:pt x="673" y="571"/>
                  </a:lnTo>
                  <a:lnTo>
                    <a:pt x="673" y="571"/>
                  </a:lnTo>
                  <a:lnTo>
                    <a:pt x="669" y="575"/>
                  </a:lnTo>
                  <a:lnTo>
                    <a:pt x="669" y="575"/>
                  </a:lnTo>
                  <a:lnTo>
                    <a:pt x="669" y="575"/>
                  </a:lnTo>
                  <a:lnTo>
                    <a:pt x="669" y="577"/>
                  </a:lnTo>
                  <a:lnTo>
                    <a:pt x="669" y="577"/>
                  </a:lnTo>
                  <a:lnTo>
                    <a:pt x="671" y="577"/>
                  </a:lnTo>
                  <a:lnTo>
                    <a:pt x="671" y="577"/>
                  </a:lnTo>
                  <a:lnTo>
                    <a:pt x="671" y="579"/>
                  </a:lnTo>
                  <a:lnTo>
                    <a:pt x="671" y="579"/>
                  </a:lnTo>
                  <a:lnTo>
                    <a:pt x="671" y="579"/>
                  </a:lnTo>
                  <a:lnTo>
                    <a:pt x="671" y="579"/>
                  </a:lnTo>
                  <a:lnTo>
                    <a:pt x="671" y="581"/>
                  </a:lnTo>
                  <a:lnTo>
                    <a:pt x="669" y="591"/>
                  </a:lnTo>
                  <a:lnTo>
                    <a:pt x="667" y="605"/>
                  </a:lnTo>
                  <a:lnTo>
                    <a:pt x="667" y="607"/>
                  </a:lnTo>
                  <a:lnTo>
                    <a:pt x="667" y="607"/>
                  </a:lnTo>
                  <a:lnTo>
                    <a:pt x="663" y="611"/>
                  </a:lnTo>
                  <a:lnTo>
                    <a:pt x="663" y="613"/>
                  </a:lnTo>
                  <a:lnTo>
                    <a:pt x="663" y="617"/>
                  </a:lnTo>
                  <a:lnTo>
                    <a:pt x="663" y="619"/>
                  </a:lnTo>
                  <a:lnTo>
                    <a:pt x="661" y="621"/>
                  </a:lnTo>
                  <a:lnTo>
                    <a:pt x="653" y="621"/>
                  </a:lnTo>
                  <a:lnTo>
                    <a:pt x="642" y="621"/>
                  </a:lnTo>
                  <a:lnTo>
                    <a:pt x="642" y="621"/>
                  </a:lnTo>
                  <a:lnTo>
                    <a:pt x="634" y="628"/>
                  </a:lnTo>
                  <a:lnTo>
                    <a:pt x="634" y="628"/>
                  </a:lnTo>
                  <a:lnTo>
                    <a:pt x="634" y="630"/>
                  </a:lnTo>
                  <a:lnTo>
                    <a:pt x="634" y="630"/>
                  </a:lnTo>
                  <a:lnTo>
                    <a:pt x="634" y="630"/>
                  </a:lnTo>
                  <a:lnTo>
                    <a:pt x="632" y="630"/>
                  </a:lnTo>
                  <a:lnTo>
                    <a:pt x="632" y="630"/>
                  </a:lnTo>
                  <a:lnTo>
                    <a:pt x="630" y="628"/>
                  </a:lnTo>
                  <a:lnTo>
                    <a:pt x="630" y="628"/>
                  </a:lnTo>
                  <a:lnTo>
                    <a:pt x="630" y="628"/>
                  </a:lnTo>
                  <a:lnTo>
                    <a:pt x="628" y="632"/>
                  </a:lnTo>
                  <a:lnTo>
                    <a:pt x="626" y="636"/>
                  </a:lnTo>
                  <a:lnTo>
                    <a:pt x="626" y="638"/>
                  </a:lnTo>
                  <a:lnTo>
                    <a:pt x="626" y="638"/>
                  </a:lnTo>
                  <a:lnTo>
                    <a:pt x="624" y="640"/>
                  </a:lnTo>
                  <a:lnTo>
                    <a:pt x="622" y="640"/>
                  </a:lnTo>
                  <a:lnTo>
                    <a:pt x="618" y="642"/>
                  </a:lnTo>
                  <a:lnTo>
                    <a:pt x="616" y="642"/>
                  </a:lnTo>
                  <a:lnTo>
                    <a:pt x="616" y="644"/>
                  </a:lnTo>
                  <a:lnTo>
                    <a:pt x="616" y="644"/>
                  </a:lnTo>
                  <a:lnTo>
                    <a:pt x="618" y="658"/>
                  </a:lnTo>
                  <a:lnTo>
                    <a:pt x="618" y="660"/>
                  </a:lnTo>
                  <a:lnTo>
                    <a:pt x="616" y="662"/>
                  </a:lnTo>
                  <a:lnTo>
                    <a:pt x="616" y="664"/>
                  </a:lnTo>
                  <a:lnTo>
                    <a:pt x="602" y="679"/>
                  </a:lnTo>
                  <a:lnTo>
                    <a:pt x="595" y="685"/>
                  </a:lnTo>
                  <a:lnTo>
                    <a:pt x="593" y="687"/>
                  </a:lnTo>
                  <a:lnTo>
                    <a:pt x="593" y="689"/>
                  </a:lnTo>
                  <a:lnTo>
                    <a:pt x="589" y="685"/>
                  </a:lnTo>
                  <a:lnTo>
                    <a:pt x="587" y="683"/>
                  </a:lnTo>
                  <a:lnTo>
                    <a:pt x="587" y="683"/>
                  </a:lnTo>
                  <a:lnTo>
                    <a:pt x="587" y="681"/>
                  </a:lnTo>
                  <a:lnTo>
                    <a:pt x="585" y="681"/>
                  </a:lnTo>
                  <a:lnTo>
                    <a:pt x="585" y="681"/>
                  </a:lnTo>
                  <a:lnTo>
                    <a:pt x="583" y="683"/>
                  </a:lnTo>
                  <a:lnTo>
                    <a:pt x="581" y="683"/>
                  </a:lnTo>
                  <a:lnTo>
                    <a:pt x="581" y="683"/>
                  </a:lnTo>
                  <a:lnTo>
                    <a:pt x="579" y="681"/>
                  </a:lnTo>
                  <a:lnTo>
                    <a:pt x="579" y="679"/>
                  </a:lnTo>
                  <a:lnTo>
                    <a:pt x="577" y="679"/>
                  </a:lnTo>
                  <a:lnTo>
                    <a:pt x="575" y="679"/>
                  </a:lnTo>
                  <a:lnTo>
                    <a:pt x="553" y="675"/>
                  </a:lnTo>
                  <a:lnTo>
                    <a:pt x="551" y="677"/>
                  </a:lnTo>
                  <a:lnTo>
                    <a:pt x="548" y="675"/>
                  </a:lnTo>
                  <a:lnTo>
                    <a:pt x="548" y="675"/>
                  </a:lnTo>
                  <a:lnTo>
                    <a:pt x="548" y="675"/>
                  </a:lnTo>
                  <a:lnTo>
                    <a:pt x="548" y="675"/>
                  </a:lnTo>
                  <a:lnTo>
                    <a:pt x="548" y="674"/>
                  </a:lnTo>
                  <a:lnTo>
                    <a:pt x="546" y="672"/>
                  </a:lnTo>
                  <a:lnTo>
                    <a:pt x="544" y="672"/>
                  </a:lnTo>
                  <a:lnTo>
                    <a:pt x="544" y="672"/>
                  </a:lnTo>
                  <a:lnTo>
                    <a:pt x="544" y="670"/>
                  </a:lnTo>
                  <a:lnTo>
                    <a:pt x="542" y="668"/>
                  </a:lnTo>
                  <a:lnTo>
                    <a:pt x="540" y="668"/>
                  </a:lnTo>
                  <a:lnTo>
                    <a:pt x="538" y="668"/>
                  </a:lnTo>
                  <a:lnTo>
                    <a:pt x="536" y="668"/>
                  </a:lnTo>
                  <a:lnTo>
                    <a:pt x="534" y="668"/>
                  </a:lnTo>
                  <a:lnTo>
                    <a:pt x="534" y="668"/>
                  </a:lnTo>
                  <a:lnTo>
                    <a:pt x="534" y="668"/>
                  </a:lnTo>
                  <a:lnTo>
                    <a:pt x="532" y="666"/>
                  </a:lnTo>
                  <a:lnTo>
                    <a:pt x="532" y="666"/>
                  </a:lnTo>
                  <a:lnTo>
                    <a:pt x="532" y="666"/>
                  </a:lnTo>
                  <a:lnTo>
                    <a:pt x="530" y="666"/>
                  </a:lnTo>
                  <a:lnTo>
                    <a:pt x="530" y="664"/>
                  </a:lnTo>
                  <a:lnTo>
                    <a:pt x="530" y="664"/>
                  </a:lnTo>
                  <a:lnTo>
                    <a:pt x="524" y="666"/>
                  </a:lnTo>
                  <a:lnTo>
                    <a:pt x="524" y="666"/>
                  </a:lnTo>
                  <a:lnTo>
                    <a:pt x="522" y="666"/>
                  </a:lnTo>
                  <a:lnTo>
                    <a:pt x="504" y="660"/>
                  </a:lnTo>
                  <a:lnTo>
                    <a:pt x="504" y="660"/>
                  </a:lnTo>
                  <a:lnTo>
                    <a:pt x="504" y="660"/>
                  </a:lnTo>
                  <a:lnTo>
                    <a:pt x="506" y="658"/>
                  </a:lnTo>
                  <a:lnTo>
                    <a:pt x="508" y="654"/>
                  </a:lnTo>
                  <a:lnTo>
                    <a:pt x="508" y="654"/>
                  </a:lnTo>
                  <a:lnTo>
                    <a:pt x="508" y="652"/>
                  </a:lnTo>
                  <a:lnTo>
                    <a:pt x="502" y="648"/>
                  </a:lnTo>
                  <a:lnTo>
                    <a:pt x="502" y="648"/>
                  </a:lnTo>
                  <a:lnTo>
                    <a:pt x="502" y="648"/>
                  </a:lnTo>
                  <a:lnTo>
                    <a:pt x="502" y="646"/>
                  </a:lnTo>
                  <a:lnTo>
                    <a:pt x="502" y="646"/>
                  </a:lnTo>
                  <a:lnTo>
                    <a:pt x="502" y="646"/>
                  </a:lnTo>
                  <a:lnTo>
                    <a:pt x="502" y="646"/>
                  </a:lnTo>
                  <a:lnTo>
                    <a:pt x="502" y="644"/>
                  </a:lnTo>
                  <a:lnTo>
                    <a:pt x="504" y="644"/>
                  </a:lnTo>
                  <a:lnTo>
                    <a:pt x="504" y="640"/>
                  </a:lnTo>
                  <a:lnTo>
                    <a:pt x="504" y="640"/>
                  </a:lnTo>
                  <a:lnTo>
                    <a:pt x="504" y="640"/>
                  </a:lnTo>
                  <a:lnTo>
                    <a:pt x="504" y="638"/>
                  </a:lnTo>
                  <a:lnTo>
                    <a:pt x="502" y="636"/>
                  </a:lnTo>
                  <a:lnTo>
                    <a:pt x="502" y="636"/>
                  </a:lnTo>
                  <a:lnTo>
                    <a:pt x="502" y="636"/>
                  </a:lnTo>
                  <a:lnTo>
                    <a:pt x="501" y="636"/>
                  </a:lnTo>
                  <a:lnTo>
                    <a:pt x="501" y="636"/>
                  </a:lnTo>
                  <a:lnTo>
                    <a:pt x="491" y="638"/>
                  </a:lnTo>
                  <a:lnTo>
                    <a:pt x="491" y="638"/>
                  </a:lnTo>
                  <a:lnTo>
                    <a:pt x="491" y="638"/>
                  </a:lnTo>
                  <a:lnTo>
                    <a:pt x="487" y="634"/>
                  </a:lnTo>
                  <a:lnTo>
                    <a:pt x="485" y="628"/>
                  </a:lnTo>
                  <a:lnTo>
                    <a:pt x="483" y="628"/>
                  </a:lnTo>
                  <a:lnTo>
                    <a:pt x="483" y="626"/>
                  </a:lnTo>
                  <a:lnTo>
                    <a:pt x="483" y="626"/>
                  </a:lnTo>
                  <a:lnTo>
                    <a:pt x="485" y="622"/>
                  </a:lnTo>
                  <a:lnTo>
                    <a:pt x="485" y="622"/>
                  </a:lnTo>
                  <a:lnTo>
                    <a:pt x="485" y="621"/>
                  </a:lnTo>
                  <a:lnTo>
                    <a:pt x="483" y="619"/>
                  </a:lnTo>
                  <a:lnTo>
                    <a:pt x="481" y="619"/>
                  </a:lnTo>
                  <a:lnTo>
                    <a:pt x="479" y="615"/>
                  </a:lnTo>
                  <a:lnTo>
                    <a:pt x="477" y="609"/>
                  </a:lnTo>
                  <a:lnTo>
                    <a:pt x="473" y="605"/>
                  </a:lnTo>
                  <a:lnTo>
                    <a:pt x="473" y="605"/>
                  </a:lnTo>
                  <a:lnTo>
                    <a:pt x="473" y="603"/>
                  </a:lnTo>
                  <a:lnTo>
                    <a:pt x="471" y="603"/>
                  </a:lnTo>
                  <a:lnTo>
                    <a:pt x="469" y="597"/>
                  </a:lnTo>
                  <a:lnTo>
                    <a:pt x="469" y="597"/>
                  </a:lnTo>
                  <a:lnTo>
                    <a:pt x="469" y="597"/>
                  </a:lnTo>
                  <a:lnTo>
                    <a:pt x="467" y="597"/>
                  </a:lnTo>
                  <a:lnTo>
                    <a:pt x="465" y="597"/>
                  </a:lnTo>
                  <a:lnTo>
                    <a:pt x="465" y="597"/>
                  </a:lnTo>
                  <a:lnTo>
                    <a:pt x="465" y="597"/>
                  </a:lnTo>
                  <a:lnTo>
                    <a:pt x="463" y="595"/>
                  </a:lnTo>
                  <a:lnTo>
                    <a:pt x="463" y="593"/>
                  </a:lnTo>
                  <a:lnTo>
                    <a:pt x="461" y="589"/>
                  </a:lnTo>
                  <a:lnTo>
                    <a:pt x="451" y="581"/>
                  </a:lnTo>
                  <a:lnTo>
                    <a:pt x="450" y="579"/>
                  </a:lnTo>
                  <a:lnTo>
                    <a:pt x="448" y="577"/>
                  </a:lnTo>
                  <a:lnTo>
                    <a:pt x="444" y="575"/>
                  </a:lnTo>
                  <a:lnTo>
                    <a:pt x="442" y="573"/>
                  </a:lnTo>
                  <a:lnTo>
                    <a:pt x="442" y="571"/>
                  </a:lnTo>
                  <a:lnTo>
                    <a:pt x="440" y="564"/>
                  </a:lnTo>
                  <a:lnTo>
                    <a:pt x="440" y="564"/>
                  </a:lnTo>
                  <a:lnTo>
                    <a:pt x="440" y="564"/>
                  </a:lnTo>
                  <a:lnTo>
                    <a:pt x="438" y="564"/>
                  </a:lnTo>
                  <a:lnTo>
                    <a:pt x="438" y="564"/>
                  </a:lnTo>
                  <a:lnTo>
                    <a:pt x="436" y="564"/>
                  </a:lnTo>
                  <a:lnTo>
                    <a:pt x="436" y="566"/>
                  </a:lnTo>
                  <a:lnTo>
                    <a:pt x="432" y="569"/>
                  </a:lnTo>
                  <a:lnTo>
                    <a:pt x="430" y="569"/>
                  </a:lnTo>
                  <a:lnTo>
                    <a:pt x="430" y="569"/>
                  </a:lnTo>
                  <a:lnTo>
                    <a:pt x="424" y="566"/>
                  </a:lnTo>
                  <a:lnTo>
                    <a:pt x="422" y="566"/>
                  </a:lnTo>
                  <a:lnTo>
                    <a:pt x="406" y="568"/>
                  </a:lnTo>
                  <a:lnTo>
                    <a:pt x="400" y="566"/>
                  </a:lnTo>
                  <a:lnTo>
                    <a:pt x="400" y="564"/>
                  </a:lnTo>
                  <a:lnTo>
                    <a:pt x="399" y="562"/>
                  </a:lnTo>
                  <a:lnTo>
                    <a:pt x="399" y="562"/>
                  </a:lnTo>
                  <a:lnTo>
                    <a:pt x="397" y="560"/>
                  </a:lnTo>
                  <a:lnTo>
                    <a:pt x="397" y="560"/>
                  </a:lnTo>
                  <a:lnTo>
                    <a:pt x="397" y="560"/>
                  </a:lnTo>
                  <a:lnTo>
                    <a:pt x="397" y="558"/>
                  </a:lnTo>
                  <a:lnTo>
                    <a:pt x="375" y="554"/>
                  </a:lnTo>
                  <a:lnTo>
                    <a:pt x="373" y="554"/>
                  </a:lnTo>
                  <a:lnTo>
                    <a:pt x="373" y="554"/>
                  </a:lnTo>
                  <a:lnTo>
                    <a:pt x="373" y="552"/>
                  </a:lnTo>
                  <a:lnTo>
                    <a:pt x="373" y="548"/>
                  </a:lnTo>
                  <a:lnTo>
                    <a:pt x="373" y="548"/>
                  </a:lnTo>
                  <a:lnTo>
                    <a:pt x="373" y="548"/>
                  </a:lnTo>
                  <a:lnTo>
                    <a:pt x="371" y="548"/>
                  </a:lnTo>
                  <a:lnTo>
                    <a:pt x="371" y="548"/>
                  </a:lnTo>
                  <a:lnTo>
                    <a:pt x="363" y="546"/>
                  </a:lnTo>
                  <a:lnTo>
                    <a:pt x="361" y="546"/>
                  </a:lnTo>
                  <a:lnTo>
                    <a:pt x="355" y="548"/>
                  </a:lnTo>
                  <a:lnTo>
                    <a:pt x="353" y="550"/>
                  </a:lnTo>
                  <a:lnTo>
                    <a:pt x="351" y="552"/>
                  </a:lnTo>
                  <a:lnTo>
                    <a:pt x="351" y="552"/>
                  </a:lnTo>
                  <a:lnTo>
                    <a:pt x="351" y="552"/>
                  </a:lnTo>
                  <a:lnTo>
                    <a:pt x="351" y="552"/>
                  </a:lnTo>
                  <a:lnTo>
                    <a:pt x="359" y="560"/>
                  </a:lnTo>
                  <a:lnTo>
                    <a:pt x="359" y="560"/>
                  </a:lnTo>
                  <a:lnTo>
                    <a:pt x="359" y="562"/>
                  </a:lnTo>
                  <a:lnTo>
                    <a:pt x="359" y="562"/>
                  </a:lnTo>
                  <a:lnTo>
                    <a:pt x="359" y="562"/>
                  </a:lnTo>
                  <a:lnTo>
                    <a:pt x="359" y="562"/>
                  </a:lnTo>
                  <a:lnTo>
                    <a:pt x="359" y="562"/>
                  </a:lnTo>
                  <a:lnTo>
                    <a:pt x="359" y="564"/>
                  </a:lnTo>
                  <a:lnTo>
                    <a:pt x="340" y="573"/>
                  </a:lnTo>
                  <a:lnTo>
                    <a:pt x="330" y="575"/>
                  </a:lnTo>
                  <a:lnTo>
                    <a:pt x="328" y="575"/>
                  </a:lnTo>
                  <a:lnTo>
                    <a:pt x="326" y="575"/>
                  </a:lnTo>
                  <a:lnTo>
                    <a:pt x="326" y="575"/>
                  </a:lnTo>
                  <a:lnTo>
                    <a:pt x="326" y="577"/>
                  </a:lnTo>
                  <a:lnTo>
                    <a:pt x="316" y="595"/>
                  </a:lnTo>
                  <a:lnTo>
                    <a:pt x="314" y="597"/>
                  </a:lnTo>
                  <a:lnTo>
                    <a:pt x="314" y="597"/>
                  </a:lnTo>
                  <a:lnTo>
                    <a:pt x="312" y="599"/>
                  </a:lnTo>
                  <a:lnTo>
                    <a:pt x="306" y="599"/>
                  </a:lnTo>
                  <a:lnTo>
                    <a:pt x="293" y="599"/>
                  </a:lnTo>
                  <a:lnTo>
                    <a:pt x="287" y="599"/>
                  </a:lnTo>
                  <a:lnTo>
                    <a:pt x="287" y="599"/>
                  </a:lnTo>
                  <a:lnTo>
                    <a:pt x="283" y="601"/>
                  </a:lnTo>
                  <a:lnTo>
                    <a:pt x="279" y="607"/>
                  </a:lnTo>
                  <a:lnTo>
                    <a:pt x="265" y="611"/>
                  </a:lnTo>
                  <a:lnTo>
                    <a:pt x="255" y="617"/>
                  </a:lnTo>
                  <a:lnTo>
                    <a:pt x="255" y="617"/>
                  </a:lnTo>
                  <a:lnTo>
                    <a:pt x="255" y="617"/>
                  </a:lnTo>
                  <a:lnTo>
                    <a:pt x="253" y="613"/>
                  </a:lnTo>
                  <a:lnTo>
                    <a:pt x="253" y="613"/>
                  </a:lnTo>
                  <a:lnTo>
                    <a:pt x="253" y="613"/>
                  </a:lnTo>
                  <a:lnTo>
                    <a:pt x="253" y="613"/>
                  </a:lnTo>
                  <a:lnTo>
                    <a:pt x="253" y="613"/>
                  </a:lnTo>
                  <a:lnTo>
                    <a:pt x="253" y="613"/>
                  </a:lnTo>
                  <a:lnTo>
                    <a:pt x="251" y="613"/>
                  </a:lnTo>
                  <a:lnTo>
                    <a:pt x="251" y="613"/>
                  </a:lnTo>
                  <a:lnTo>
                    <a:pt x="251" y="613"/>
                  </a:lnTo>
                  <a:lnTo>
                    <a:pt x="251" y="613"/>
                  </a:lnTo>
                  <a:lnTo>
                    <a:pt x="251" y="613"/>
                  </a:lnTo>
                  <a:lnTo>
                    <a:pt x="246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4" y="615"/>
                  </a:lnTo>
                  <a:lnTo>
                    <a:pt x="242" y="615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2" y="617"/>
                  </a:lnTo>
                  <a:lnTo>
                    <a:pt x="240" y="630"/>
                  </a:lnTo>
                  <a:lnTo>
                    <a:pt x="240" y="632"/>
                  </a:lnTo>
                  <a:lnTo>
                    <a:pt x="240" y="634"/>
                  </a:lnTo>
                  <a:lnTo>
                    <a:pt x="238" y="634"/>
                  </a:lnTo>
                  <a:lnTo>
                    <a:pt x="222" y="638"/>
                  </a:lnTo>
                  <a:lnTo>
                    <a:pt x="220" y="638"/>
                  </a:lnTo>
                  <a:lnTo>
                    <a:pt x="216" y="636"/>
                  </a:lnTo>
                  <a:lnTo>
                    <a:pt x="210" y="636"/>
                  </a:lnTo>
                  <a:lnTo>
                    <a:pt x="204" y="632"/>
                  </a:lnTo>
                  <a:lnTo>
                    <a:pt x="202" y="632"/>
                  </a:lnTo>
                  <a:lnTo>
                    <a:pt x="193" y="626"/>
                  </a:lnTo>
                  <a:lnTo>
                    <a:pt x="193" y="624"/>
                  </a:lnTo>
                  <a:lnTo>
                    <a:pt x="187" y="607"/>
                  </a:lnTo>
                  <a:lnTo>
                    <a:pt x="185" y="605"/>
                  </a:lnTo>
                  <a:lnTo>
                    <a:pt x="183" y="583"/>
                  </a:lnTo>
                  <a:lnTo>
                    <a:pt x="183" y="581"/>
                  </a:lnTo>
                  <a:lnTo>
                    <a:pt x="183" y="581"/>
                  </a:lnTo>
                  <a:lnTo>
                    <a:pt x="183" y="579"/>
                  </a:lnTo>
                  <a:lnTo>
                    <a:pt x="183" y="579"/>
                  </a:lnTo>
                  <a:lnTo>
                    <a:pt x="183" y="579"/>
                  </a:lnTo>
                  <a:lnTo>
                    <a:pt x="181" y="577"/>
                  </a:lnTo>
                  <a:lnTo>
                    <a:pt x="179" y="577"/>
                  </a:lnTo>
                  <a:lnTo>
                    <a:pt x="179" y="577"/>
                  </a:lnTo>
                  <a:lnTo>
                    <a:pt x="179" y="577"/>
                  </a:lnTo>
                  <a:lnTo>
                    <a:pt x="177" y="575"/>
                  </a:lnTo>
                  <a:lnTo>
                    <a:pt x="177" y="575"/>
                  </a:lnTo>
                  <a:lnTo>
                    <a:pt x="177" y="573"/>
                  </a:lnTo>
                  <a:lnTo>
                    <a:pt x="177" y="571"/>
                  </a:lnTo>
                  <a:lnTo>
                    <a:pt x="177" y="569"/>
                  </a:lnTo>
                  <a:lnTo>
                    <a:pt x="177" y="569"/>
                  </a:lnTo>
                  <a:lnTo>
                    <a:pt x="177" y="568"/>
                  </a:lnTo>
                  <a:lnTo>
                    <a:pt x="175" y="568"/>
                  </a:lnTo>
                  <a:lnTo>
                    <a:pt x="149" y="556"/>
                  </a:lnTo>
                  <a:lnTo>
                    <a:pt x="140" y="556"/>
                  </a:lnTo>
                  <a:lnTo>
                    <a:pt x="136" y="556"/>
                  </a:lnTo>
                  <a:lnTo>
                    <a:pt x="134" y="554"/>
                  </a:lnTo>
                  <a:lnTo>
                    <a:pt x="130" y="548"/>
                  </a:lnTo>
                  <a:lnTo>
                    <a:pt x="130" y="548"/>
                  </a:lnTo>
                  <a:lnTo>
                    <a:pt x="130" y="546"/>
                  </a:lnTo>
                  <a:lnTo>
                    <a:pt x="130" y="546"/>
                  </a:lnTo>
                  <a:lnTo>
                    <a:pt x="130" y="546"/>
                  </a:lnTo>
                  <a:lnTo>
                    <a:pt x="130" y="544"/>
                  </a:lnTo>
                  <a:lnTo>
                    <a:pt x="132" y="528"/>
                  </a:lnTo>
                  <a:lnTo>
                    <a:pt x="134" y="522"/>
                  </a:lnTo>
                  <a:lnTo>
                    <a:pt x="134" y="522"/>
                  </a:lnTo>
                  <a:lnTo>
                    <a:pt x="134" y="520"/>
                  </a:lnTo>
                  <a:lnTo>
                    <a:pt x="134" y="511"/>
                  </a:lnTo>
                  <a:lnTo>
                    <a:pt x="134" y="503"/>
                  </a:lnTo>
                  <a:lnTo>
                    <a:pt x="132" y="503"/>
                  </a:lnTo>
                  <a:lnTo>
                    <a:pt x="132" y="499"/>
                  </a:lnTo>
                  <a:lnTo>
                    <a:pt x="132" y="499"/>
                  </a:lnTo>
                  <a:lnTo>
                    <a:pt x="132" y="499"/>
                  </a:lnTo>
                  <a:lnTo>
                    <a:pt x="132" y="497"/>
                  </a:lnTo>
                  <a:lnTo>
                    <a:pt x="132" y="495"/>
                  </a:lnTo>
                  <a:lnTo>
                    <a:pt x="132" y="493"/>
                  </a:lnTo>
                  <a:lnTo>
                    <a:pt x="132" y="493"/>
                  </a:lnTo>
                  <a:lnTo>
                    <a:pt x="132" y="491"/>
                  </a:lnTo>
                  <a:lnTo>
                    <a:pt x="132" y="491"/>
                  </a:lnTo>
                  <a:lnTo>
                    <a:pt x="132" y="491"/>
                  </a:lnTo>
                  <a:lnTo>
                    <a:pt x="132" y="489"/>
                  </a:lnTo>
                  <a:lnTo>
                    <a:pt x="132" y="489"/>
                  </a:lnTo>
                  <a:lnTo>
                    <a:pt x="124" y="487"/>
                  </a:lnTo>
                  <a:lnTo>
                    <a:pt x="124" y="487"/>
                  </a:lnTo>
                  <a:lnTo>
                    <a:pt x="120" y="483"/>
                  </a:lnTo>
                  <a:lnTo>
                    <a:pt x="118" y="481"/>
                  </a:lnTo>
                  <a:lnTo>
                    <a:pt x="116" y="481"/>
                  </a:lnTo>
                  <a:lnTo>
                    <a:pt x="116" y="481"/>
                  </a:lnTo>
                  <a:lnTo>
                    <a:pt x="116" y="479"/>
                  </a:lnTo>
                  <a:lnTo>
                    <a:pt x="116" y="479"/>
                  </a:lnTo>
                  <a:lnTo>
                    <a:pt x="116" y="479"/>
                  </a:lnTo>
                  <a:lnTo>
                    <a:pt x="118" y="477"/>
                  </a:lnTo>
                  <a:lnTo>
                    <a:pt x="118" y="475"/>
                  </a:lnTo>
                  <a:lnTo>
                    <a:pt x="116" y="467"/>
                  </a:lnTo>
                  <a:lnTo>
                    <a:pt x="116" y="465"/>
                  </a:lnTo>
                  <a:lnTo>
                    <a:pt x="116" y="460"/>
                  </a:lnTo>
                  <a:lnTo>
                    <a:pt x="110" y="446"/>
                  </a:lnTo>
                  <a:lnTo>
                    <a:pt x="110" y="444"/>
                  </a:lnTo>
                  <a:lnTo>
                    <a:pt x="110" y="442"/>
                  </a:lnTo>
                  <a:lnTo>
                    <a:pt x="110" y="442"/>
                  </a:lnTo>
                  <a:lnTo>
                    <a:pt x="110" y="440"/>
                  </a:lnTo>
                  <a:lnTo>
                    <a:pt x="110" y="440"/>
                  </a:lnTo>
                  <a:lnTo>
                    <a:pt x="110" y="434"/>
                  </a:lnTo>
                  <a:lnTo>
                    <a:pt x="110" y="424"/>
                  </a:lnTo>
                  <a:lnTo>
                    <a:pt x="110" y="424"/>
                  </a:lnTo>
                  <a:lnTo>
                    <a:pt x="110" y="424"/>
                  </a:lnTo>
                  <a:lnTo>
                    <a:pt x="110" y="422"/>
                  </a:lnTo>
                  <a:lnTo>
                    <a:pt x="110" y="420"/>
                  </a:lnTo>
                  <a:lnTo>
                    <a:pt x="112" y="420"/>
                  </a:lnTo>
                  <a:lnTo>
                    <a:pt x="112" y="418"/>
                  </a:lnTo>
                  <a:lnTo>
                    <a:pt x="112" y="416"/>
                  </a:lnTo>
                  <a:lnTo>
                    <a:pt x="114" y="416"/>
                  </a:lnTo>
                  <a:lnTo>
                    <a:pt x="116" y="414"/>
                  </a:lnTo>
                  <a:lnTo>
                    <a:pt x="116" y="414"/>
                  </a:lnTo>
                  <a:lnTo>
                    <a:pt x="116" y="414"/>
                  </a:lnTo>
                  <a:lnTo>
                    <a:pt x="110" y="395"/>
                  </a:lnTo>
                  <a:lnTo>
                    <a:pt x="104" y="385"/>
                  </a:lnTo>
                  <a:lnTo>
                    <a:pt x="87" y="373"/>
                  </a:lnTo>
                  <a:lnTo>
                    <a:pt x="85" y="371"/>
                  </a:lnTo>
                  <a:lnTo>
                    <a:pt x="85" y="371"/>
                  </a:lnTo>
                  <a:lnTo>
                    <a:pt x="85" y="369"/>
                  </a:lnTo>
                  <a:lnTo>
                    <a:pt x="61" y="342"/>
                  </a:lnTo>
                  <a:lnTo>
                    <a:pt x="57" y="340"/>
                  </a:lnTo>
                  <a:lnTo>
                    <a:pt x="53" y="338"/>
                  </a:lnTo>
                  <a:lnTo>
                    <a:pt x="46" y="338"/>
                  </a:lnTo>
                  <a:lnTo>
                    <a:pt x="42" y="334"/>
                  </a:lnTo>
                  <a:lnTo>
                    <a:pt x="34" y="330"/>
                  </a:lnTo>
                  <a:lnTo>
                    <a:pt x="18" y="330"/>
                  </a:lnTo>
                  <a:lnTo>
                    <a:pt x="18" y="328"/>
                  </a:lnTo>
                  <a:lnTo>
                    <a:pt x="16" y="328"/>
                  </a:lnTo>
                  <a:lnTo>
                    <a:pt x="16" y="328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6" y="326"/>
                  </a:lnTo>
                  <a:lnTo>
                    <a:pt x="16" y="322"/>
                  </a:lnTo>
                  <a:lnTo>
                    <a:pt x="16" y="318"/>
                  </a:lnTo>
                  <a:lnTo>
                    <a:pt x="16" y="316"/>
                  </a:lnTo>
                  <a:lnTo>
                    <a:pt x="16" y="316"/>
                  </a:lnTo>
                  <a:lnTo>
                    <a:pt x="18" y="316"/>
                  </a:lnTo>
                  <a:lnTo>
                    <a:pt x="18" y="314"/>
                  </a:lnTo>
                  <a:lnTo>
                    <a:pt x="18" y="314"/>
                  </a:lnTo>
                  <a:lnTo>
                    <a:pt x="18" y="314"/>
                  </a:lnTo>
                  <a:lnTo>
                    <a:pt x="18" y="314"/>
                  </a:lnTo>
                  <a:lnTo>
                    <a:pt x="18" y="312"/>
                  </a:lnTo>
                  <a:lnTo>
                    <a:pt x="10" y="306"/>
                  </a:lnTo>
                  <a:lnTo>
                    <a:pt x="10" y="306"/>
                  </a:lnTo>
                  <a:lnTo>
                    <a:pt x="10" y="306"/>
                  </a:lnTo>
                  <a:lnTo>
                    <a:pt x="10" y="306"/>
                  </a:lnTo>
                  <a:lnTo>
                    <a:pt x="8" y="308"/>
                  </a:lnTo>
                  <a:lnTo>
                    <a:pt x="6" y="308"/>
                  </a:lnTo>
                  <a:lnTo>
                    <a:pt x="6" y="306"/>
                  </a:lnTo>
                  <a:lnTo>
                    <a:pt x="4" y="306"/>
                  </a:lnTo>
                  <a:lnTo>
                    <a:pt x="4" y="306"/>
                  </a:lnTo>
                  <a:lnTo>
                    <a:pt x="2" y="304"/>
                  </a:lnTo>
                  <a:lnTo>
                    <a:pt x="2" y="304"/>
                  </a:lnTo>
                  <a:lnTo>
                    <a:pt x="2" y="304"/>
                  </a:lnTo>
                  <a:lnTo>
                    <a:pt x="0" y="302"/>
                  </a:lnTo>
                  <a:lnTo>
                    <a:pt x="0" y="302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0" y="295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0" y="287"/>
                  </a:lnTo>
                  <a:lnTo>
                    <a:pt x="4" y="281"/>
                  </a:lnTo>
                  <a:lnTo>
                    <a:pt x="6" y="279"/>
                  </a:lnTo>
                  <a:lnTo>
                    <a:pt x="6" y="279"/>
                  </a:lnTo>
                  <a:lnTo>
                    <a:pt x="6" y="277"/>
                  </a:lnTo>
                  <a:lnTo>
                    <a:pt x="8" y="275"/>
                  </a:lnTo>
                  <a:lnTo>
                    <a:pt x="8" y="275"/>
                  </a:lnTo>
                  <a:lnTo>
                    <a:pt x="8" y="273"/>
                  </a:lnTo>
                  <a:lnTo>
                    <a:pt x="8" y="273"/>
                  </a:lnTo>
                  <a:lnTo>
                    <a:pt x="10" y="273"/>
                  </a:lnTo>
                  <a:lnTo>
                    <a:pt x="10" y="273"/>
                  </a:lnTo>
                  <a:lnTo>
                    <a:pt x="10" y="273"/>
                  </a:lnTo>
                  <a:lnTo>
                    <a:pt x="12" y="271"/>
                  </a:lnTo>
                  <a:lnTo>
                    <a:pt x="12" y="269"/>
                  </a:lnTo>
                  <a:lnTo>
                    <a:pt x="12" y="269"/>
                  </a:lnTo>
                  <a:lnTo>
                    <a:pt x="12" y="269"/>
                  </a:lnTo>
                  <a:lnTo>
                    <a:pt x="12" y="269"/>
                  </a:lnTo>
                  <a:lnTo>
                    <a:pt x="12" y="267"/>
                  </a:lnTo>
                  <a:lnTo>
                    <a:pt x="12" y="267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16" y="263"/>
                  </a:lnTo>
                  <a:lnTo>
                    <a:pt x="16" y="261"/>
                  </a:lnTo>
                  <a:lnTo>
                    <a:pt x="16" y="259"/>
                  </a:lnTo>
                  <a:lnTo>
                    <a:pt x="16" y="259"/>
                  </a:lnTo>
                  <a:lnTo>
                    <a:pt x="16" y="257"/>
                  </a:lnTo>
                  <a:lnTo>
                    <a:pt x="12" y="255"/>
                  </a:lnTo>
                  <a:lnTo>
                    <a:pt x="12" y="255"/>
                  </a:lnTo>
                  <a:lnTo>
                    <a:pt x="12" y="255"/>
                  </a:lnTo>
                  <a:lnTo>
                    <a:pt x="12" y="253"/>
                  </a:lnTo>
                  <a:lnTo>
                    <a:pt x="12" y="253"/>
                  </a:lnTo>
                  <a:lnTo>
                    <a:pt x="12" y="249"/>
                  </a:lnTo>
                  <a:lnTo>
                    <a:pt x="12" y="247"/>
                  </a:lnTo>
                  <a:lnTo>
                    <a:pt x="12" y="247"/>
                  </a:lnTo>
                  <a:lnTo>
                    <a:pt x="12" y="245"/>
                  </a:lnTo>
                  <a:lnTo>
                    <a:pt x="12" y="245"/>
                  </a:lnTo>
                  <a:lnTo>
                    <a:pt x="12" y="244"/>
                  </a:lnTo>
                  <a:lnTo>
                    <a:pt x="12" y="244"/>
                  </a:lnTo>
                  <a:lnTo>
                    <a:pt x="12" y="242"/>
                  </a:lnTo>
                  <a:lnTo>
                    <a:pt x="12" y="240"/>
                  </a:lnTo>
                  <a:lnTo>
                    <a:pt x="12" y="240"/>
                  </a:lnTo>
                  <a:lnTo>
                    <a:pt x="12" y="238"/>
                  </a:lnTo>
                  <a:lnTo>
                    <a:pt x="12" y="238"/>
                  </a:lnTo>
                  <a:lnTo>
                    <a:pt x="12" y="238"/>
                  </a:lnTo>
                  <a:lnTo>
                    <a:pt x="12" y="236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16" y="234"/>
                  </a:lnTo>
                  <a:lnTo>
                    <a:pt x="16" y="234"/>
                  </a:lnTo>
                  <a:lnTo>
                    <a:pt x="16" y="232"/>
                  </a:lnTo>
                  <a:lnTo>
                    <a:pt x="16" y="232"/>
                  </a:lnTo>
                  <a:lnTo>
                    <a:pt x="16" y="230"/>
                  </a:lnTo>
                  <a:lnTo>
                    <a:pt x="16" y="230"/>
                  </a:lnTo>
                  <a:lnTo>
                    <a:pt x="16" y="230"/>
                  </a:lnTo>
                  <a:lnTo>
                    <a:pt x="16" y="228"/>
                  </a:lnTo>
                  <a:lnTo>
                    <a:pt x="18" y="228"/>
                  </a:lnTo>
                  <a:lnTo>
                    <a:pt x="18" y="226"/>
                  </a:lnTo>
                  <a:lnTo>
                    <a:pt x="18" y="226"/>
                  </a:lnTo>
                  <a:lnTo>
                    <a:pt x="18" y="224"/>
                  </a:lnTo>
                  <a:lnTo>
                    <a:pt x="18" y="224"/>
                  </a:lnTo>
                  <a:lnTo>
                    <a:pt x="18" y="222"/>
                  </a:lnTo>
                  <a:lnTo>
                    <a:pt x="18" y="220"/>
                  </a:lnTo>
                  <a:lnTo>
                    <a:pt x="16" y="220"/>
                  </a:lnTo>
                  <a:lnTo>
                    <a:pt x="14" y="218"/>
                  </a:lnTo>
                  <a:lnTo>
                    <a:pt x="12" y="218"/>
                  </a:lnTo>
                  <a:lnTo>
                    <a:pt x="12" y="218"/>
                  </a:lnTo>
                  <a:lnTo>
                    <a:pt x="12" y="218"/>
                  </a:lnTo>
                  <a:lnTo>
                    <a:pt x="12" y="216"/>
                  </a:lnTo>
                  <a:lnTo>
                    <a:pt x="12" y="212"/>
                  </a:lnTo>
                  <a:lnTo>
                    <a:pt x="12" y="210"/>
                  </a:lnTo>
                  <a:lnTo>
                    <a:pt x="12" y="210"/>
                  </a:lnTo>
                  <a:lnTo>
                    <a:pt x="12" y="208"/>
                  </a:lnTo>
                  <a:lnTo>
                    <a:pt x="12" y="208"/>
                  </a:lnTo>
                  <a:lnTo>
                    <a:pt x="12" y="206"/>
                  </a:lnTo>
                  <a:lnTo>
                    <a:pt x="12" y="206"/>
                  </a:lnTo>
                  <a:lnTo>
                    <a:pt x="12" y="206"/>
                  </a:lnTo>
                  <a:lnTo>
                    <a:pt x="12" y="206"/>
                  </a:lnTo>
                  <a:lnTo>
                    <a:pt x="16" y="204"/>
                  </a:lnTo>
                  <a:lnTo>
                    <a:pt x="16" y="202"/>
                  </a:lnTo>
                  <a:lnTo>
                    <a:pt x="16" y="200"/>
                  </a:lnTo>
                  <a:lnTo>
                    <a:pt x="16" y="198"/>
                  </a:lnTo>
                  <a:lnTo>
                    <a:pt x="16" y="198"/>
                  </a:lnTo>
                  <a:lnTo>
                    <a:pt x="16" y="196"/>
                  </a:lnTo>
                  <a:lnTo>
                    <a:pt x="16" y="196"/>
                  </a:lnTo>
                  <a:lnTo>
                    <a:pt x="16" y="196"/>
                  </a:lnTo>
                  <a:lnTo>
                    <a:pt x="18" y="194"/>
                  </a:lnTo>
                  <a:lnTo>
                    <a:pt x="18" y="194"/>
                  </a:lnTo>
                  <a:lnTo>
                    <a:pt x="20" y="192"/>
                  </a:lnTo>
                  <a:lnTo>
                    <a:pt x="20" y="191"/>
                  </a:lnTo>
                  <a:lnTo>
                    <a:pt x="20" y="191"/>
                  </a:lnTo>
                  <a:lnTo>
                    <a:pt x="20" y="191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0" y="187"/>
                  </a:lnTo>
                  <a:lnTo>
                    <a:pt x="20" y="187"/>
                  </a:lnTo>
                  <a:lnTo>
                    <a:pt x="20" y="187"/>
                  </a:lnTo>
                  <a:lnTo>
                    <a:pt x="20" y="185"/>
                  </a:lnTo>
                  <a:lnTo>
                    <a:pt x="20" y="185"/>
                  </a:lnTo>
                  <a:lnTo>
                    <a:pt x="22" y="185"/>
                  </a:lnTo>
                  <a:lnTo>
                    <a:pt x="22" y="185"/>
                  </a:lnTo>
                  <a:lnTo>
                    <a:pt x="22" y="185"/>
                  </a:lnTo>
                  <a:lnTo>
                    <a:pt x="22" y="183"/>
                  </a:lnTo>
                  <a:lnTo>
                    <a:pt x="22" y="183"/>
                  </a:lnTo>
                  <a:lnTo>
                    <a:pt x="22" y="183"/>
                  </a:lnTo>
                  <a:lnTo>
                    <a:pt x="22" y="183"/>
                  </a:lnTo>
                  <a:lnTo>
                    <a:pt x="22" y="181"/>
                  </a:lnTo>
                  <a:lnTo>
                    <a:pt x="22" y="181"/>
                  </a:lnTo>
                  <a:lnTo>
                    <a:pt x="22" y="181"/>
                  </a:lnTo>
                  <a:lnTo>
                    <a:pt x="22" y="181"/>
                  </a:lnTo>
                  <a:lnTo>
                    <a:pt x="28" y="173"/>
                  </a:lnTo>
                  <a:lnTo>
                    <a:pt x="30" y="171"/>
                  </a:lnTo>
                  <a:lnTo>
                    <a:pt x="34" y="163"/>
                  </a:lnTo>
                  <a:lnTo>
                    <a:pt x="34" y="161"/>
                  </a:lnTo>
                  <a:lnTo>
                    <a:pt x="38" y="151"/>
                  </a:lnTo>
                  <a:lnTo>
                    <a:pt x="38" y="149"/>
                  </a:lnTo>
                  <a:lnTo>
                    <a:pt x="38" y="149"/>
                  </a:lnTo>
                  <a:lnTo>
                    <a:pt x="38" y="149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0" y="145"/>
                  </a:lnTo>
                  <a:lnTo>
                    <a:pt x="42" y="145"/>
                  </a:lnTo>
                  <a:lnTo>
                    <a:pt x="42" y="145"/>
                  </a:lnTo>
                  <a:lnTo>
                    <a:pt x="42" y="143"/>
                  </a:lnTo>
                  <a:lnTo>
                    <a:pt x="42" y="143"/>
                  </a:lnTo>
                  <a:lnTo>
                    <a:pt x="42" y="141"/>
                  </a:lnTo>
                  <a:lnTo>
                    <a:pt x="42" y="139"/>
                  </a:lnTo>
                  <a:lnTo>
                    <a:pt x="42" y="137"/>
                  </a:lnTo>
                  <a:lnTo>
                    <a:pt x="44" y="137"/>
                  </a:lnTo>
                  <a:lnTo>
                    <a:pt x="44" y="137"/>
                  </a:lnTo>
                  <a:lnTo>
                    <a:pt x="44" y="136"/>
                  </a:lnTo>
                  <a:lnTo>
                    <a:pt x="51" y="134"/>
                  </a:lnTo>
                  <a:lnTo>
                    <a:pt x="51" y="134"/>
                  </a:lnTo>
                  <a:lnTo>
                    <a:pt x="51" y="134"/>
                  </a:lnTo>
                  <a:lnTo>
                    <a:pt x="53" y="132"/>
                  </a:lnTo>
                  <a:lnTo>
                    <a:pt x="53" y="130"/>
                  </a:lnTo>
                  <a:lnTo>
                    <a:pt x="53" y="130"/>
                  </a:lnTo>
                  <a:lnTo>
                    <a:pt x="53" y="128"/>
                  </a:lnTo>
                  <a:lnTo>
                    <a:pt x="55" y="126"/>
                  </a:lnTo>
                  <a:lnTo>
                    <a:pt x="57" y="126"/>
                  </a:lnTo>
                  <a:lnTo>
                    <a:pt x="57" y="126"/>
                  </a:lnTo>
                  <a:lnTo>
                    <a:pt x="57" y="122"/>
                  </a:lnTo>
                  <a:lnTo>
                    <a:pt x="57" y="122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5" y="120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3" y="102"/>
                  </a:lnTo>
                  <a:lnTo>
                    <a:pt x="53" y="102"/>
                  </a:lnTo>
                  <a:lnTo>
                    <a:pt x="53" y="102"/>
                  </a:lnTo>
                  <a:lnTo>
                    <a:pt x="53" y="100"/>
                  </a:lnTo>
                  <a:lnTo>
                    <a:pt x="53" y="100"/>
                  </a:lnTo>
                  <a:lnTo>
                    <a:pt x="53" y="98"/>
                  </a:lnTo>
                  <a:lnTo>
                    <a:pt x="53" y="98"/>
                  </a:lnTo>
                  <a:lnTo>
                    <a:pt x="53" y="98"/>
                  </a:lnTo>
                  <a:lnTo>
                    <a:pt x="55" y="94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1" y="88"/>
                  </a:lnTo>
                  <a:lnTo>
                    <a:pt x="51" y="88"/>
                  </a:lnTo>
                  <a:lnTo>
                    <a:pt x="51" y="88"/>
                  </a:lnTo>
                  <a:lnTo>
                    <a:pt x="51" y="88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3" y="84"/>
                  </a:lnTo>
                  <a:lnTo>
                    <a:pt x="53" y="84"/>
                  </a:lnTo>
                  <a:lnTo>
                    <a:pt x="55" y="83"/>
                  </a:lnTo>
                  <a:lnTo>
                    <a:pt x="57" y="83"/>
                  </a:lnTo>
                  <a:lnTo>
                    <a:pt x="57" y="81"/>
                  </a:lnTo>
                  <a:lnTo>
                    <a:pt x="57" y="79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61" y="77"/>
                  </a:lnTo>
                  <a:lnTo>
                    <a:pt x="61" y="75"/>
                  </a:lnTo>
                  <a:lnTo>
                    <a:pt x="63" y="75"/>
                  </a:lnTo>
                  <a:lnTo>
                    <a:pt x="63" y="73"/>
                  </a:lnTo>
                  <a:lnTo>
                    <a:pt x="61" y="71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61" y="67"/>
                  </a:lnTo>
                  <a:lnTo>
                    <a:pt x="61" y="67"/>
                  </a:lnTo>
                  <a:lnTo>
                    <a:pt x="63" y="65"/>
                  </a:lnTo>
                  <a:lnTo>
                    <a:pt x="63" y="65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65" y="61"/>
                  </a:lnTo>
                  <a:lnTo>
                    <a:pt x="67" y="59"/>
                  </a:lnTo>
                  <a:lnTo>
                    <a:pt x="69" y="57"/>
                  </a:lnTo>
                  <a:lnTo>
                    <a:pt x="75" y="55"/>
                  </a:lnTo>
                  <a:lnTo>
                    <a:pt x="75" y="55"/>
                  </a:lnTo>
                  <a:lnTo>
                    <a:pt x="83" y="47"/>
                  </a:lnTo>
                  <a:lnTo>
                    <a:pt x="85" y="43"/>
                  </a:lnTo>
                  <a:lnTo>
                    <a:pt x="87" y="43"/>
                  </a:lnTo>
                  <a:lnTo>
                    <a:pt x="89" y="43"/>
                  </a:lnTo>
                  <a:lnTo>
                    <a:pt x="91" y="43"/>
                  </a:lnTo>
                  <a:lnTo>
                    <a:pt x="95" y="43"/>
                  </a:lnTo>
                  <a:lnTo>
                    <a:pt x="96" y="45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8" y="49"/>
                  </a:lnTo>
                  <a:lnTo>
                    <a:pt x="98" y="49"/>
                  </a:lnTo>
                  <a:lnTo>
                    <a:pt x="96" y="49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3"/>
                  </a:lnTo>
                  <a:lnTo>
                    <a:pt x="102" y="63"/>
                  </a:lnTo>
                  <a:lnTo>
                    <a:pt x="102" y="63"/>
                  </a:lnTo>
                  <a:lnTo>
                    <a:pt x="104" y="61"/>
                  </a:lnTo>
                  <a:lnTo>
                    <a:pt x="104" y="61"/>
                  </a:lnTo>
                  <a:lnTo>
                    <a:pt x="106" y="57"/>
                  </a:lnTo>
                  <a:lnTo>
                    <a:pt x="108" y="57"/>
                  </a:lnTo>
                  <a:lnTo>
                    <a:pt x="110" y="55"/>
                  </a:lnTo>
                  <a:lnTo>
                    <a:pt x="110" y="55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2" y="51"/>
                  </a:lnTo>
                  <a:lnTo>
                    <a:pt x="112" y="51"/>
                  </a:lnTo>
                  <a:lnTo>
                    <a:pt x="112" y="51"/>
                  </a:lnTo>
                  <a:lnTo>
                    <a:pt x="112" y="49"/>
                  </a:lnTo>
                  <a:lnTo>
                    <a:pt x="112" y="49"/>
                  </a:lnTo>
                  <a:lnTo>
                    <a:pt x="118" y="51"/>
                  </a:lnTo>
                  <a:lnTo>
                    <a:pt x="118" y="51"/>
                  </a:lnTo>
                  <a:lnTo>
                    <a:pt x="120" y="51"/>
                  </a:lnTo>
                  <a:lnTo>
                    <a:pt x="124" y="45"/>
                  </a:lnTo>
                  <a:lnTo>
                    <a:pt x="124" y="45"/>
                  </a:lnTo>
                  <a:lnTo>
                    <a:pt x="124" y="43"/>
                  </a:lnTo>
                  <a:lnTo>
                    <a:pt x="126" y="43"/>
                  </a:lnTo>
                  <a:lnTo>
                    <a:pt x="126" y="43"/>
                  </a:lnTo>
                  <a:lnTo>
                    <a:pt x="126" y="43"/>
                  </a:lnTo>
                  <a:lnTo>
                    <a:pt x="126" y="41"/>
                  </a:lnTo>
                  <a:lnTo>
                    <a:pt x="128" y="41"/>
                  </a:lnTo>
                  <a:lnTo>
                    <a:pt x="130" y="41"/>
                  </a:lnTo>
                  <a:lnTo>
                    <a:pt x="130" y="41"/>
                  </a:lnTo>
                  <a:lnTo>
                    <a:pt x="132" y="41"/>
                  </a:lnTo>
                  <a:lnTo>
                    <a:pt x="132" y="39"/>
                  </a:lnTo>
                  <a:lnTo>
                    <a:pt x="132" y="39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4" y="37"/>
                  </a:lnTo>
                  <a:lnTo>
                    <a:pt x="136" y="35"/>
                  </a:lnTo>
                  <a:lnTo>
                    <a:pt x="136" y="35"/>
                  </a:lnTo>
                  <a:lnTo>
                    <a:pt x="136" y="33"/>
                  </a:lnTo>
                  <a:lnTo>
                    <a:pt x="136" y="33"/>
                  </a:lnTo>
                  <a:lnTo>
                    <a:pt x="136" y="33"/>
                  </a:lnTo>
                  <a:lnTo>
                    <a:pt x="136" y="33"/>
                  </a:lnTo>
                  <a:lnTo>
                    <a:pt x="136" y="31"/>
                  </a:lnTo>
                  <a:lnTo>
                    <a:pt x="134" y="31"/>
                  </a:lnTo>
                  <a:lnTo>
                    <a:pt x="134" y="30"/>
                  </a:lnTo>
                  <a:lnTo>
                    <a:pt x="134" y="30"/>
                  </a:lnTo>
                  <a:lnTo>
                    <a:pt x="134" y="30"/>
                  </a:lnTo>
                  <a:lnTo>
                    <a:pt x="136" y="28"/>
                  </a:lnTo>
                  <a:lnTo>
                    <a:pt x="140" y="26"/>
                  </a:lnTo>
                  <a:lnTo>
                    <a:pt x="142" y="24"/>
                  </a:lnTo>
                  <a:lnTo>
                    <a:pt x="142" y="24"/>
                  </a:lnTo>
                  <a:lnTo>
                    <a:pt x="142" y="24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6" y="20"/>
                  </a:lnTo>
                  <a:lnTo>
                    <a:pt x="146" y="18"/>
                  </a:lnTo>
                  <a:lnTo>
                    <a:pt x="146" y="18"/>
                  </a:lnTo>
                  <a:lnTo>
                    <a:pt x="146" y="18"/>
                  </a:lnTo>
                  <a:lnTo>
                    <a:pt x="146" y="18"/>
                  </a:lnTo>
                  <a:lnTo>
                    <a:pt x="147" y="16"/>
                  </a:lnTo>
                  <a:lnTo>
                    <a:pt x="147" y="16"/>
                  </a:lnTo>
                  <a:lnTo>
                    <a:pt x="147" y="16"/>
                  </a:lnTo>
                  <a:lnTo>
                    <a:pt x="149" y="14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5" y="10"/>
                  </a:lnTo>
                  <a:lnTo>
                    <a:pt x="155" y="10"/>
                  </a:lnTo>
                  <a:lnTo>
                    <a:pt x="155" y="10"/>
                  </a:lnTo>
                  <a:lnTo>
                    <a:pt x="157" y="8"/>
                  </a:lnTo>
                  <a:lnTo>
                    <a:pt x="159" y="6"/>
                  </a:lnTo>
                  <a:lnTo>
                    <a:pt x="159" y="6"/>
                  </a:lnTo>
                  <a:lnTo>
                    <a:pt x="159" y="6"/>
                  </a:lnTo>
                  <a:lnTo>
                    <a:pt x="161" y="6"/>
                  </a:lnTo>
                  <a:lnTo>
                    <a:pt x="163" y="4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5" y="0"/>
                  </a:lnTo>
                  <a:lnTo>
                    <a:pt x="165" y="0"/>
                  </a:lnTo>
                  <a:lnTo>
                    <a:pt x="17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6"/>
            <p:cNvSpPr>
              <a:spLocks noEditPoints="1"/>
            </p:cNvSpPr>
            <p:nvPr/>
          </p:nvSpPr>
          <p:spPr bwMode="auto">
            <a:xfrm>
              <a:off x="1989138" y="3506788"/>
              <a:ext cx="366713" cy="312738"/>
            </a:xfrm>
            <a:custGeom>
              <a:avLst/>
              <a:gdLst>
                <a:gd name="T0" fmla="*/ 245 w 463"/>
                <a:gd name="T1" fmla="*/ 328 h 393"/>
                <a:gd name="T2" fmla="*/ 243 w 463"/>
                <a:gd name="T3" fmla="*/ 2 h 393"/>
                <a:gd name="T4" fmla="*/ 300 w 463"/>
                <a:gd name="T5" fmla="*/ 23 h 393"/>
                <a:gd name="T6" fmla="*/ 333 w 463"/>
                <a:gd name="T7" fmla="*/ 49 h 393"/>
                <a:gd name="T8" fmla="*/ 355 w 463"/>
                <a:gd name="T9" fmla="*/ 76 h 393"/>
                <a:gd name="T10" fmla="*/ 374 w 463"/>
                <a:gd name="T11" fmla="*/ 94 h 393"/>
                <a:gd name="T12" fmla="*/ 374 w 463"/>
                <a:gd name="T13" fmla="*/ 114 h 393"/>
                <a:gd name="T14" fmla="*/ 414 w 463"/>
                <a:gd name="T15" fmla="*/ 124 h 393"/>
                <a:gd name="T16" fmla="*/ 453 w 463"/>
                <a:gd name="T17" fmla="*/ 137 h 393"/>
                <a:gd name="T18" fmla="*/ 449 w 463"/>
                <a:gd name="T19" fmla="*/ 157 h 393"/>
                <a:gd name="T20" fmla="*/ 435 w 463"/>
                <a:gd name="T21" fmla="*/ 169 h 393"/>
                <a:gd name="T22" fmla="*/ 327 w 463"/>
                <a:gd name="T23" fmla="*/ 177 h 393"/>
                <a:gd name="T24" fmla="*/ 290 w 463"/>
                <a:gd name="T25" fmla="*/ 167 h 393"/>
                <a:gd name="T26" fmla="*/ 296 w 463"/>
                <a:gd name="T27" fmla="*/ 143 h 393"/>
                <a:gd name="T28" fmla="*/ 284 w 463"/>
                <a:gd name="T29" fmla="*/ 129 h 393"/>
                <a:gd name="T30" fmla="*/ 253 w 463"/>
                <a:gd name="T31" fmla="*/ 177 h 393"/>
                <a:gd name="T32" fmla="*/ 255 w 463"/>
                <a:gd name="T33" fmla="*/ 190 h 393"/>
                <a:gd name="T34" fmla="*/ 261 w 463"/>
                <a:gd name="T35" fmla="*/ 202 h 393"/>
                <a:gd name="T36" fmla="*/ 247 w 463"/>
                <a:gd name="T37" fmla="*/ 218 h 393"/>
                <a:gd name="T38" fmla="*/ 253 w 463"/>
                <a:gd name="T39" fmla="*/ 232 h 393"/>
                <a:gd name="T40" fmla="*/ 259 w 463"/>
                <a:gd name="T41" fmla="*/ 230 h 393"/>
                <a:gd name="T42" fmla="*/ 274 w 463"/>
                <a:gd name="T43" fmla="*/ 230 h 393"/>
                <a:gd name="T44" fmla="*/ 274 w 463"/>
                <a:gd name="T45" fmla="*/ 236 h 393"/>
                <a:gd name="T46" fmla="*/ 292 w 463"/>
                <a:gd name="T47" fmla="*/ 271 h 393"/>
                <a:gd name="T48" fmla="*/ 280 w 463"/>
                <a:gd name="T49" fmla="*/ 279 h 393"/>
                <a:gd name="T50" fmla="*/ 269 w 463"/>
                <a:gd name="T51" fmla="*/ 281 h 393"/>
                <a:gd name="T52" fmla="*/ 255 w 463"/>
                <a:gd name="T53" fmla="*/ 294 h 393"/>
                <a:gd name="T54" fmla="*/ 249 w 463"/>
                <a:gd name="T55" fmla="*/ 306 h 393"/>
                <a:gd name="T56" fmla="*/ 251 w 463"/>
                <a:gd name="T57" fmla="*/ 312 h 393"/>
                <a:gd name="T58" fmla="*/ 251 w 463"/>
                <a:gd name="T59" fmla="*/ 328 h 393"/>
                <a:gd name="T60" fmla="*/ 237 w 463"/>
                <a:gd name="T61" fmla="*/ 340 h 393"/>
                <a:gd name="T62" fmla="*/ 235 w 463"/>
                <a:gd name="T63" fmla="*/ 345 h 393"/>
                <a:gd name="T64" fmla="*/ 239 w 463"/>
                <a:gd name="T65" fmla="*/ 359 h 393"/>
                <a:gd name="T66" fmla="*/ 225 w 463"/>
                <a:gd name="T67" fmla="*/ 375 h 393"/>
                <a:gd name="T68" fmla="*/ 216 w 463"/>
                <a:gd name="T69" fmla="*/ 389 h 393"/>
                <a:gd name="T70" fmla="*/ 167 w 463"/>
                <a:gd name="T71" fmla="*/ 369 h 393"/>
                <a:gd name="T72" fmla="*/ 157 w 463"/>
                <a:gd name="T73" fmla="*/ 373 h 393"/>
                <a:gd name="T74" fmla="*/ 137 w 463"/>
                <a:gd name="T75" fmla="*/ 359 h 393"/>
                <a:gd name="T76" fmla="*/ 133 w 463"/>
                <a:gd name="T77" fmla="*/ 345 h 393"/>
                <a:gd name="T78" fmla="*/ 118 w 463"/>
                <a:gd name="T79" fmla="*/ 336 h 393"/>
                <a:gd name="T80" fmla="*/ 94 w 463"/>
                <a:gd name="T81" fmla="*/ 308 h 393"/>
                <a:gd name="T82" fmla="*/ 72 w 463"/>
                <a:gd name="T83" fmla="*/ 300 h 393"/>
                <a:gd name="T84" fmla="*/ 55 w 463"/>
                <a:gd name="T85" fmla="*/ 300 h 393"/>
                <a:gd name="T86" fmla="*/ 45 w 463"/>
                <a:gd name="T87" fmla="*/ 292 h 393"/>
                <a:gd name="T88" fmla="*/ 27 w 463"/>
                <a:gd name="T89" fmla="*/ 277 h 393"/>
                <a:gd name="T90" fmla="*/ 8 w 463"/>
                <a:gd name="T91" fmla="*/ 259 h 393"/>
                <a:gd name="T92" fmla="*/ 6 w 463"/>
                <a:gd name="T93" fmla="*/ 253 h 393"/>
                <a:gd name="T94" fmla="*/ 4 w 463"/>
                <a:gd name="T95" fmla="*/ 241 h 393"/>
                <a:gd name="T96" fmla="*/ 4 w 463"/>
                <a:gd name="T97" fmla="*/ 234 h 393"/>
                <a:gd name="T98" fmla="*/ 16 w 463"/>
                <a:gd name="T99" fmla="*/ 224 h 393"/>
                <a:gd name="T100" fmla="*/ 12 w 463"/>
                <a:gd name="T101" fmla="*/ 216 h 393"/>
                <a:gd name="T102" fmla="*/ 10 w 463"/>
                <a:gd name="T103" fmla="*/ 206 h 393"/>
                <a:gd name="T104" fmla="*/ 8 w 463"/>
                <a:gd name="T105" fmla="*/ 184 h 393"/>
                <a:gd name="T106" fmla="*/ 14 w 463"/>
                <a:gd name="T107" fmla="*/ 165 h 393"/>
                <a:gd name="T108" fmla="*/ 16 w 463"/>
                <a:gd name="T109" fmla="*/ 159 h 393"/>
                <a:gd name="T110" fmla="*/ 51 w 463"/>
                <a:gd name="T111" fmla="*/ 147 h 393"/>
                <a:gd name="T112" fmla="*/ 57 w 463"/>
                <a:gd name="T113" fmla="*/ 143 h 393"/>
                <a:gd name="T114" fmla="*/ 76 w 463"/>
                <a:gd name="T115" fmla="*/ 135 h 393"/>
                <a:gd name="T116" fmla="*/ 110 w 463"/>
                <a:gd name="T117" fmla="*/ 84 h 393"/>
                <a:gd name="T118" fmla="*/ 121 w 463"/>
                <a:gd name="T119" fmla="*/ 67 h 393"/>
                <a:gd name="T120" fmla="*/ 157 w 463"/>
                <a:gd name="T121" fmla="*/ 53 h 393"/>
                <a:gd name="T122" fmla="*/ 229 w 463"/>
                <a:gd name="T123" fmla="*/ 1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3" h="393">
                  <a:moveTo>
                    <a:pt x="243" y="332"/>
                  </a:moveTo>
                  <a:lnTo>
                    <a:pt x="243" y="332"/>
                  </a:lnTo>
                  <a:lnTo>
                    <a:pt x="243" y="332"/>
                  </a:lnTo>
                  <a:lnTo>
                    <a:pt x="243" y="332"/>
                  </a:lnTo>
                  <a:lnTo>
                    <a:pt x="243" y="334"/>
                  </a:lnTo>
                  <a:lnTo>
                    <a:pt x="245" y="334"/>
                  </a:lnTo>
                  <a:lnTo>
                    <a:pt x="245" y="334"/>
                  </a:lnTo>
                  <a:lnTo>
                    <a:pt x="245" y="332"/>
                  </a:lnTo>
                  <a:lnTo>
                    <a:pt x="245" y="332"/>
                  </a:lnTo>
                  <a:lnTo>
                    <a:pt x="245" y="332"/>
                  </a:lnTo>
                  <a:lnTo>
                    <a:pt x="243" y="332"/>
                  </a:lnTo>
                  <a:lnTo>
                    <a:pt x="243" y="332"/>
                  </a:lnTo>
                  <a:close/>
                  <a:moveTo>
                    <a:pt x="247" y="326"/>
                  </a:moveTo>
                  <a:lnTo>
                    <a:pt x="247" y="326"/>
                  </a:lnTo>
                  <a:lnTo>
                    <a:pt x="245" y="326"/>
                  </a:lnTo>
                  <a:lnTo>
                    <a:pt x="245" y="328"/>
                  </a:lnTo>
                  <a:lnTo>
                    <a:pt x="245" y="328"/>
                  </a:lnTo>
                  <a:lnTo>
                    <a:pt x="245" y="328"/>
                  </a:lnTo>
                  <a:lnTo>
                    <a:pt x="245" y="328"/>
                  </a:lnTo>
                  <a:lnTo>
                    <a:pt x="245" y="328"/>
                  </a:lnTo>
                  <a:lnTo>
                    <a:pt x="245" y="330"/>
                  </a:lnTo>
                  <a:lnTo>
                    <a:pt x="247" y="330"/>
                  </a:lnTo>
                  <a:lnTo>
                    <a:pt x="247" y="330"/>
                  </a:lnTo>
                  <a:lnTo>
                    <a:pt x="247" y="328"/>
                  </a:lnTo>
                  <a:lnTo>
                    <a:pt x="247" y="328"/>
                  </a:lnTo>
                  <a:lnTo>
                    <a:pt x="247" y="326"/>
                  </a:lnTo>
                  <a:lnTo>
                    <a:pt x="247" y="326"/>
                  </a:lnTo>
                  <a:lnTo>
                    <a:pt x="247" y="326"/>
                  </a:lnTo>
                  <a:close/>
                  <a:moveTo>
                    <a:pt x="233" y="0"/>
                  </a:moveTo>
                  <a:lnTo>
                    <a:pt x="241" y="2"/>
                  </a:lnTo>
                  <a:lnTo>
                    <a:pt x="241" y="2"/>
                  </a:lnTo>
                  <a:lnTo>
                    <a:pt x="243" y="2"/>
                  </a:lnTo>
                  <a:lnTo>
                    <a:pt x="243" y="2"/>
                  </a:lnTo>
                  <a:lnTo>
                    <a:pt x="243" y="2"/>
                  </a:lnTo>
                  <a:lnTo>
                    <a:pt x="243" y="6"/>
                  </a:lnTo>
                  <a:lnTo>
                    <a:pt x="243" y="8"/>
                  </a:lnTo>
                  <a:lnTo>
                    <a:pt x="243" y="8"/>
                  </a:lnTo>
                  <a:lnTo>
                    <a:pt x="245" y="8"/>
                  </a:lnTo>
                  <a:lnTo>
                    <a:pt x="267" y="12"/>
                  </a:lnTo>
                  <a:lnTo>
                    <a:pt x="267" y="14"/>
                  </a:lnTo>
                  <a:lnTo>
                    <a:pt x="267" y="14"/>
                  </a:lnTo>
                  <a:lnTo>
                    <a:pt x="267" y="14"/>
                  </a:lnTo>
                  <a:lnTo>
                    <a:pt x="269" y="16"/>
                  </a:lnTo>
                  <a:lnTo>
                    <a:pt x="269" y="16"/>
                  </a:lnTo>
                  <a:lnTo>
                    <a:pt x="270" y="18"/>
                  </a:lnTo>
                  <a:lnTo>
                    <a:pt x="270" y="20"/>
                  </a:lnTo>
                  <a:lnTo>
                    <a:pt x="276" y="22"/>
                  </a:lnTo>
                  <a:lnTo>
                    <a:pt x="292" y="20"/>
                  </a:lnTo>
                  <a:lnTo>
                    <a:pt x="294" y="20"/>
                  </a:lnTo>
                  <a:lnTo>
                    <a:pt x="300" y="23"/>
                  </a:lnTo>
                  <a:lnTo>
                    <a:pt x="300" y="23"/>
                  </a:lnTo>
                  <a:lnTo>
                    <a:pt x="302" y="23"/>
                  </a:lnTo>
                  <a:lnTo>
                    <a:pt x="306" y="20"/>
                  </a:lnTo>
                  <a:lnTo>
                    <a:pt x="306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10" y="18"/>
                  </a:lnTo>
                  <a:lnTo>
                    <a:pt x="310" y="18"/>
                  </a:lnTo>
                  <a:lnTo>
                    <a:pt x="310" y="18"/>
                  </a:lnTo>
                  <a:lnTo>
                    <a:pt x="312" y="25"/>
                  </a:lnTo>
                  <a:lnTo>
                    <a:pt x="312" y="27"/>
                  </a:lnTo>
                  <a:lnTo>
                    <a:pt x="314" y="29"/>
                  </a:lnTo>
                  <a:lnTo>
                    <a:pt x="318" y="31"/>
                  </a:lnTo>
                  <a:lnTo>
                    <a:pt x="320" y="33"/>
                  </a:lnTo>
                  <a:lnTo>
                    <a:pt x="321" y="35"/>
                  </a:lnTo>
                  <a:lnTo>
                    <a:pt x="331" y="43"/>
                  </a:lnTo>
                  <a:lnTo>
                    <a:pt x="333" y="47"/>
                  </a:lnTo>
                  <a:lnTo>
                    <a:pt x="333" y="49"/>
                  </a:lnTo>
                  <a:lnTo>
                    <a:pt x="335" y="51"/>
                  </a:lnTo>
                  <a:lnTo>
                    <a:pt x="335" y="51"/>
                  </a:lnTo>
                  <a:lnTo>
                    <a:pt x="335" y="51"/>
                  </a:lnTo>
                  <a:lnTo>
                    <a:pt x="337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41" y="57"/>
                  </a:lnTo>
                  <a:lnTo>
                    <a:pt x="343" y="57"/>
                  </a:lnTo>
                  <a:lnTo>
                    <a:pt x="343" y="59"/>
                  </a:lnTo>
                  <a:lnTo>
                    <a:pt x="343" y="59"/>
                  </a:lnTo>
                  <a:lnTo>
                    <a:pt x="347" y="63"/>
                  </a:lnTo>
                  <a:lnTo>
                    <a:pt x="349" y="69"/>
                  </a:lnTo>
                  <a:lnTo>
                    <a:pt x="351" y="73"/>
                  </a:lnTo>
                  <a:lnTo>
                    <a:pt x="353" y="73"/>
                  </a:lnTo>
                  <a:lnTo>
                    <a:pt x="355" y="75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3" y="80"/>
                  </a:lnTo>
                  <a:lnTo>
                    <a:pt x="353" y="80"/>
                  </a:lnTo>
                  <a:lnTo>
                    <a:pt x="353" y="82"/>
                  </a:lnTo>
                  <a:lnTo>
                    <a:pt x="355" y="82"/>
                  </a:lnTo>
                  <a:lnTo>
                    <a:pt x="357" y="88"/>
                  </a:lnTo>
                  <a:lnTo>
                    <a:pt x="361" y="92"/>
                  </a:lnTo>
                  <a:lnTo>
                    <a:pt x="361" y="92"/>
                  </a:lnTo>
                  <a:lnTo>
                    <a:pt x="361" y="92"/>
                  </a:lnTo>
                  <a:lnTo>
                    <a:pt x="371" y="90"/>
                  </a:lnTo>
                  <a:lnTo>
                    <a:pt x="371" y="90"/>
                  </a:lnTo>
                  <a:lnTo>
                    <a:pt x="372" y="90"/>
                  </a:lnTo>
                  <a:lnTo>
                    <a:pt x="372" y="90"/>
                  </a:lnTo>
                  <a:lnTo>
                    <a:pt x="372" y="90"/>
                  </a:lnTo>
                  <a:lnTo>
                    <a:pt x="374" y="92"/>
                  </a:lnTo>
                  <a:lnTo>
                    <a:pt x="374" y="94"/>
                  </a:lnTo>
                  <a:lnTo>
                    <a:pt x="374" y="94"/>
                  </a:lnTo>
                  <a:lnTo>
                    <a:pt x="374" y="94"/>
                  </a:lnTo>
                  <a:lnTo>
                    <a:pt x="374" y="98"/>
                  </a:lnTo>
                  <a:lnTo>
                    <a:pt x="372" y="98"/>
                  </a:lnTo>
                  <a:lnTo>
                    <a:pt x="372" y="100"/>
                  </a:lnTo>
                  <a:lnTo>
                    <a:pt x="372" y="100"/>
                  </a:lnTo>
                  <a:lnTo>
                    <a:pt x="372" y="100"/>
                  </a:lnTo>
                  <a:lnTo>
                    <a:pt x="372" y="100"/>
                  </a:lnTo>
                  <a:lnTo>
                    <a:pt x="372" y="102"/>
                  </a:lnTo>
                  <a:lnTo>
                    <a:pt x="372" y="102"/>
                  </a:lnTo>
                  <a:lnTo>
                    <a:pt x="372" y="102"/>
                  </a:lnTo>
                  <a:lnTo>
                    <a:pt x="378" y="106"/>
                  </a:lnTo>
                  <a:lnTo>
                    <a:pt x="378" y="108"/>
                  </a:lnTo>
                  <a:lnTo>
                    <a:pt x="378" y="108"/>
                  </a:lnTo>
                  <a:lnTo>
                    <a:pt x="376" y="112"/>
                  </a:lnTo>
                  <a:lnTo>
                    <a:pt x="374" y="114"/>
                  </a:lnTo>
                  <a:lnTo>
                    <a:pt x="374" y="114"/>
                  </a:lnTo>
                  <a:lnTo>
                    <a:pt x="374" y="114"/>
                  </a:lnTo>
                  <a:lnTo>
                    <a:pt x="392" y="120"/>
                  </a:lnTo>
                  <a:lnTo>
                    <a:pt x="394" y="120"/>
                  </a:lnTo>
                  <a:lnTo>
                    <a:pt x="394" y="120"/>
                  </a:lnTo>
                  <a:lnTo>
                    <a:pt x="400" y="118"/>
                  </a:lnTo>
                  <a:lnTo>
                    <a:pt x="400" y="118"/>
                  </a:lnTo>
                  <a:lnTo>
                    <a:pt x="400" y="120"/>
                  </a:lnTo>
                  <a:lnTo>
                    <a:pt x="402" y="120"/>
                  </a:lnTo>
                  <a:lnTo>
                    <a:pt x="402" y="120"/>
                  </a:lnTo>
                  <a:lnTo>
                    <a:pt x="402" y="120"/>
                  </a:lnTo>
                  <a:lnTo>
                    <a:pt x="404" y="122"/>
                  </a:lnTo>
                  <a:lnTo>
                    <a:pt x="404" y="122"/>
                  </a:lnTo>
                  <a:lnTo>
                    <a:pt x="404" y="122"/>
                  </a:lnTo>
                  <a:lnTo>
                    <a:pt x="406" y="122"/>
                  </a:lnTo>
                  <a:lnTo>
                    <a:pt x="408" y="122"/>
                  </a:lnTo>
                  <a:lnTo>
                    <a:pt x="410" y="122"/>
                  </a:lnTo>
                  <a:lnTo>
                    <a:pt x="412" y="122"/>
                  </a:lnTo>
                  <a:lnTo>
                    <a:pt x="414" y="124"/>
                  </a:lnTo>
                  <a:lnTo>
                    <a:pt x="414" y="126"/>
                  </a:lnTo>
                  <a:lnTo>
                    <a:pt x="414" y="126"/>
                  </a:lnTo>
                  <a:lnTo>
                    <a:pt x="416" y="126"/>
                  </a:lnTo>
                  <a:lnTo>
                    <a:pt x="418" y="128"/>
                  </a:lnTo>
                  <a:lnTo>
                    <a:pt x="418" y="129"/>
                  </a:lnTo>
                  <a:lnTo>
                    <a:pt x="418" y="129"/>
                  </a:lnTo>
                  <a:lnTo>
                    <a:pt x="418" y="129"/>
                  </a:lnTo>
                  <a:lnTo>
                    <a:pt x="418" y="129"/>
                  </a:lnTo>
                  <a:lnTo>
                    <a:pt x="421" y="131"/>
                  </a:lnTo>
                  <a:lnTo>
                    <a:pt x="423" y="129"/>
                  </a:lnTo>
                  <a:lnTo>
                    <a:pt x="445" y="133"/>
                  </a:lnTo>
                  <a:lnTo>
                    <a:pt x="447" y="133"/>
                  </a:lnTo>
                  <a:lnTo>
                    <a:pt x="449" y="133"/>
                  </a:lnTo>
                  <a:lnTo>
                    <a:pt x="449" y="135"/>
                  </a:lnTo>
                  <a:lnTo>
                    <a:pt x="451" y="137"/>
                  </a:lnTo>
                  <a:lnTo>
                    <a:pt x="451" y="137"/>
                  </a:lnTo>
                  <a:lnTo>
                    <a:pt x="453" y="137"/>
                  </a:lnTo>
                  <a:lnTo>
                    <a:pt x="455" y="135"/>
                  </a:lnTo>
                  <a:lnTo>
                    <a:pt x="455" y="135"/>
                  </a:lnTo>
                  <a:lnTo>
                    <a:pt x="457" y="135"/>
                  </a:lnTo>
                  <a:lnTo>
                    <a:pt x="457" y="137"/>
                  </a:lnTo>
                  <a:lnTo>
                    <a:pt x="457" y="137"/>
                  </a:lnTo>
                  <a:lnTo>
                    <a:pt x="459" y="139"/>
                  </a:lnTo>
                  <a:lnTo>
                    <a:pt x="463" y="143"/>
                  </a:lnTo>
                  <a:lnTo>
                    <a:pt x="461" y="145"/>
                  </a:lnTo>
                  <a:lnTo>
                    <a:pt x="461" y="145"/>
                  </a:lnTo>
                  <a:lnTo>
                    <a:pt x="459" y="147"/>
                  </a:lnTo>
                  <a:lnTo>
                    <a:pt x="451" y="153"/>
                  </a:lnTo>
                  <a:lnTo>
                    <a:pt x="451" y="155"/>
                  </a:lnTo>
                  <a:lnTo>
                    <a:pt x="451" y="155"/>
                  </a:lnTo>
                  <a:lnTo>
                    <a:pt x="449" y="155"/>
                  </a:lnTo>
                  <a:lnTo>
                    <a:pt x="449" y="155"/>
                  </a:lnTo>
                  <a:lnTo>
                    <a:pt x="449" y="157"/>
                  </a:lnTo>
                  <a:lnTo>
                    <a:pt x="449" y="157"/>
                  </a:lnTo>
                  <a:lnTo>
                    <a:pt x="449" y="157"/>
                  </a:lnTo>
                  <a:lnTo>
                    <a:pt x="449" y="157"/>
                  </a:lnTo>
                  <a:lnTo>
                    <a:pt x="449" y="159"/>
                  </a:lnTo>
                  <a:lnTo>
                    <a:pt x="449" y="159"/>
                  </a:lnTo>
                  <a:lnTo>
                    <a:pt x="449" y="159"/>
                  </a:lnTo>
                  <a:lnTo>
                    <a:pt x="447" y="159"/>
                  </a:lnTo>
                  <a:lnTo>
                    <a:pt x="447" y="159"/>
                  </a:lnTo>
                  <a:lnTo>
                    <a:pt x="445" y="159"/>
                  </a:lnTo>
                  <a:lnTo>
                    <a:pt x="445" y="159"/>
                  </a:lnTo>
                  <a:lnTo>
                    <a:pt x="439" y="165"/>
                  </a:lnTo>
                  <a:lnTo>
                    <a:pt x="437" y="165"/>
                  </a:lnTo>
                  <a:lnTo>
                    <a:pt x="435" y="167"/>
                  </a:lnTo>
                  <a:lnTo>
                    <a:pt x="435" y="167"/>
                  </a:lnTo>
                  <a:lnTo>
                    <a:pt x="435" y="167"/>
                  </a:lnTo>
                  <a:lnTo>
                    <a:pt x="435" y="169"/>
                  </a:lnTo>
                  <a:lnTo>
                    <a:pt x="435" y="169"/>
                  </a:lnTo>
                  <a:lnTo>
                    <a:pt x="435" y="169"/>
                  </a:lnTo>
                  <a:lnTo>
                    <a:pt x="433" y="169"/>
                  </a:lnTo>
                  <a:lnTo>
                    <a:pt x="429" y="171"/>
                  </a:lnTo>
                  <a:lnTo>
                    <a:pt x="416" y="181"/>
                  </a:lnTo>
                  <a:lnTo>
                    <a:pt x="369" y="173"/>
                  </a:lnTo>
                  <a:lnTo>
                    <a:pt x="369" y="173"/>
                  </a:lnTo>
                  <a:lnTo>
                    <a:pt x="365" y="175"/>
                  </a:lnTo>
                  <a:lnTo>
                    <a:pt x="363" y="177"/>
                  </a:lnTo>
                  <a:lnTo>
                    <a:pt x="363" y="177"/>
                  </a:lnTo>
                  <a:lnTo>
                    <a:pt x="363" y="179"/>
                  </a:lnTo>
                  <a:lnTo>
                    <a:pt x="363" y="179"/>
                  </a:lnTo>
                  <a:lnTo>
                    <a:pt x="361" y="181"/>
                  </a:lnTo>
                  <a:lnTo>
                    <a:pt x="361" y="181"/>
                  </a:lnTo>
                  <a:lnTo>
                    <a:pt x="359" y="183"/>
                  </a:lnTo>
                  <a:lnTo>
                    <a:pt x="359" y="183"/>
                  </a:lnTo>
                  <a:lnTo>
                    <a:pt x="343" y="181"/>
                  </a:lnTo>
                  <a:lnTo>
                    <a:pt x="341" y="179"/>
                  </a:lnTo>
                  <a:lnTo>
                    <a:pt x="327" y="177"/>
                  </a:lnTo>
                  <a:lnTo>
                    <a:pt x="327" y="177"/>
                  </a:lnTo>
                  <a:lnTo>
                    <a:pt x="327" y="175"/>
                  </a:lnTo>
                  <a:lnTo>
                    <a:pt x="325" y="173"/>
                  </a:lnTo>
                  <a:lnTo>
                    <a:pt x="325" y="171"/>
                  </a:lnTo>
                  <a:lnTo>
                    <a:pt x="323" y="169"/>
                  </a:lnTo>
                  <a:lnTo>
                    <a:pt x="321" y="169"/>
                  </a:lnTo>
                  <a:lnTo>
                    <a:pt x="321" y="169"/>
                  </a:lnTo>
                  <a:lnTo>
                    <a:pt x="304" y="169"/>
                  </a:lnTo>
                  <a:lnTo>
                    <a:pt x="302" y="169"/>
                  </a:lnTo>
                  <a:lnTo>
                    <a:pt x="300" y="169"/>
                  </a:lnTo>
                  <a:lnTo>
                    <a:pt x="300" y="169"/>
                  </a:lnTo>
                  <a:lnTo>
                    <a:pt x="298" y="167"/>
                  </a:lnTo>
                  <a:lnTo>
                    <a:pt x="298" y="167"/>
                  </a:lnTo>
                  <a:lnTo>
                    <a:pt x="292" y="167"/>
                  </a:lnTo>
                  <a:lnTo>
                    <a:pt x="290" y="167"/>
                  </a:lnTo>
                  <a:lnTo>
                    <a:pt x="290" y="167"/>
                  </a:lnTo>
                  <a:lnTo>
                    <a:pt x="290" y="167"/>
                  </a:lnTo>
                  <a:lnTo>
                    <a:pt x="290" y="165"/>
                  </a:lnTo>
                  <a:lnTo>
                    <a:pt x="290" y="165"/>
                  </a:lnTo>
                  <a:lnTo>
                    <a:pt x="290" y="163"/>
                  </a:lnTo>
                  <a:lnTo>
                    <a:pt x="290" y="163"/>
                  </a:lnTo>
                  <a:lnTo>
                    <a:pt x="290" y="163"/>
                  </a:lnTo>
                  <a:lnTo>
                    <a:pt x="290" y="161"/>
                  </a:lnTo>
                  <a:lnTo>
                    <a:pt x="290" y="161"/>
                  </a:lnTo>
                  <a:lnTo>
                    <a:pt x="290" y="161"/>
                  </a:lnTo>
                  <a:lnTo>
                    <a:pt x="294" y="145"/>
                  </a:lnTo>
                  <a:lnTo>
                    <a:pt x="294" y="145"/>
                  </a:lnTo>
                  <a:lnTo>
                    <a:pt x="294" y="145"/>
                  </a:lnTo>
                  <a:lnTo>
                    <a:pt x="294" y="145"/>
                  </a:lnTo>
                  <a:lnTo>
                    <a:pt x="294" y="145"/>
                  </a:lnTo>
                  <a:lnTo>
                    <a:pt x="296" y="143"/>
                  </a:lnTo>
                  <a:lnTo>
                    <a:pt x="296" y="143"/>
                  </a:lnTo>
                  <a:lnTo>
                    <a:pt x="296" y="143"/>
                  </a:lnTo>
                  <a:lnTo>
                    <a:pt x="296" y="143"/>
                  </a:lnTo>
                  <a:lnTo>
                    <a:pt x="296" y="141"/>
                  </a:lnTo>
                  <a:lnTo>
                    <a:pt x="296" y="141"/>
                  </a:lnTo>
                  <a:lnTo>
                    <a:pt x="292" y="137"/>
                  </a:lnTo>
                  <a:lnTo>
                    <a:pt x="290" y="137"/>
                  </a:lnTo>
                  <a:lnTo>
                    <a:pt x="290" y="137"/>
                  </a:lnTo>
                  <a:lnTo>
                    <a:pt x="290" y="137"/>
                  </a:lnTo>
                  <a:lnTo>
                    <a:pt x="290" y="135"/>
                  </a:lnTo>
                  <a:lnTo>
                    <a:pt x="290" y="135"/>
                  </a:lnTo>
                  <a:lnTo>
                    <a:pt x="290" y="135"/>
                  </a:lnTo>
                  <a:lnTo>
                    <a:pt x="290" y="135"/>
                  </a:lnTo>
                  <a:lnTo>
                    <a:pt x="288" y="133"/>
                  </a:lnTo>
                  <a:lnTo>
                    <a:pt x="288" y="133"/>
                  </a:lnTo>
                  <a:lnTo>
                    <a:pt x="288" y="131"/>
                  </a:lnTo>
                  <a:lnTo>
                    <a:pt x="288" y="131"/>
                  </a:lnTo>
                  <a:lnTo>
                    <a:pt x="288" y="129"/>
                  </a:lnTo>
                  <a:lnTo>
                    <a:pt x="286" y="129"/>
                  </a:lnTo>
                  <a:lnTo>
                    <a:pt x="284" y="129"/>
                  </a:lnTo>
                  <a:lnTo>
                    <a:pt x="284" y="129"/>
                  </a:lnTo>
                  <a:lnTo>
                    <a:pt x="284" y="129"/>
                  </a:lnTo>
                  <a:lnTo>
                    <a:pt x="284" y="128"/>
                  </a:lnTo>
                  <a:lnTo>
                    <a:pt x="282" y="128"/>
                  </a:lnTo>
                  <a:lnTo>
                    <a:pt x="282" y="128"/>
                  </a:lnTo>
                  <a:lnTo>
                    <a:pt x="282" y="128"/>
                  </a:lnTo>
                  <a:lnTo>
                    <a:pt x="280" y="128"/>
                  </a:lnTo>
                  <a:lnTo>
                    <a:pt x="280" y="128"/>
                  </a:lnTo>
                  <a:lnTo>
                    <a:pt x="269" y="147"/>
                  </a:lnTo>
                  <a:lnTo>
                    <a:pt x="257" y="171"/>
                  </a:lnTo>
                  <a:lnTo>
                    <a:pt x="255" y="173"/>
                  </a:lnTo>
                  <a:lnTo>
                    <a:pt x="255" y="173"/>
                  </a:lnTo>
                  <a:lnTo>
                    <a:pt x="255" y="173"/>
                  </a:lnTo>
                  <a:lnTo>
                    <a:pt x="255" y="175"/>
                  </a:lnTo>
                  <a:lnTo>
                    <a:pt x="251" y="175"/>
                  </a:lnTo>
                  <a:lnTo>
                    <a:pt x="251" y="175"/>
                  </a:lnTo>
                  <a:lnTo>
                    <a:pt x="253" y="177"/>
                  </a:lnTo>
                  <a:lnTo>
                    <a:pt x="253" y="179"/>
                  </a:lnTo>
                  <a:lnTo>
                    <a:pt x="253" y="179"/>
                  </a:lnTo>
                  <a:lnTo>
                    <a:pt x="253" y="181"/>
                  </a:lnTo>
                  <a:lnTo>
                    <a:pt x="253" y="181"/>
                  </a:lnTo>
                  <a:lnTo>
                    <a:pt x="253" y="181"/>
                  </a:lnTo>
                  <a:lnTo>
                    <a:pt x="253" y="181"/>
                  </a:lnTo>
                  <a:lnTo>
                    <a:pt x="253" y="183"/>
                  </a:lnTo>
                  <a:lnTo>
                    <a:pt x="253" y="183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6"/>
                  </a:lnTo>
                  <a:lnTo>
                    <a:pt x="253" y="186"/>
                  </a:lnTo>
                  <a:lnTo>
                    <a:pt x="253" y="186"/>
                  </a:lnTo>
                  <a:lnTo>
                    <a:pt x="253" y="186"/>
                  </a:lnTo>
                  <a:lnTo>
                    <a:pt x="255" y="188"/>
                  </a:lnTo>
                  <a:lnTo>
                    <a:pt x="255" y="188"/>
                  </a:lnTo>
                  <a:lnTo>
                    <a:pt x="255" y="190"/>
                  </a:lnTo>
                  <a:lnTo>
                    <a:pt x="255" y="192"/>
                  </a:lnTo>
                  <a:lnTo>
                    <a:pt x="255" y="192"/>
                  </a:lnTo>
                  <a:lnTo>
                    <a:pt x="257" y="192"/>
                  </a:lnTo>
                  <a:lnTo>
                    <a:pt x="257" y="192"/>
                  </a:lnTo>
                  <a:lnTo>
                    <a:pt x="257" y="194"/>
                  </a:lnTo>
                  <a:lnTo>
                    <a:pt x="257" y="194"/>
                  </a:lnTo>
                  <a:lnTo>
                    <a:pt x="257" y="202"/>
                  </a:lnTo>
                  <a:lnTo>
                    <a:pt x="257" y="202"/>
                  </a:lnTo>
                  <a:lnTo>
                    <a:pt x="257" y="202"/>
                  </a:lnTo>
                  <a:lnTo>
                    <a:pt x="257" y="202"/>
                  </a:lnTo>
                  <a:lnTo>
                    <a:pt x="257" y="202"/>
                  </a:lnTo>
                  <a:lnTo>
                    <a:pt x="259" y="202"/>
                  </a:lnTo>
                  <a:lnTo>
                    <a:pt x="259" y="202"/>
                  </a:lnTo>
                  <a:lnTo>
                    <a:pt x="259" y="202"/>
                  </a:lnTo>
                  <a:lnTo>
                    <a:pt x="259" y="202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61" y="202"/>
                  </a:lnTo>
                  <a:lnTo>
                    <a:pt x="261" y="204"/>
                  </a:lnTo>
                  <a:lnTo>
                    <a:pt x="261" y="204"/>
                  </a:lnTo>
                  <a:lnTo>
                    <a:pt x="261" y="204"/>
                  </a:lnTo>
                  <a:lnTo>
                    <a:pt x="261" y="206"/>
                  </a:lnTo>
                  <a:lnTo>
                    <a:pt x="261" y="206"/>
                  </a:lnTo>
                  <a:lnTo>
                    <a:pt x="261" y="206"/>
                  </a:lnTo>
                  <a:lnTo>
                    <a:pt x="261" y="208"/>
                  </a:lnTo>
                  <a:lnTo>
                    <a:pt x="261" y="208"/>
                  </a:lnTo>
                  <a:lnTo>
                    <a:pt x="261" y="208"/>
                  </a:lnTo>
                  <a:lnTo>
                    <a:pt x="259" y="208"/>
                  </a:lnTo>
                  <a:lnTo>
                    <a:pt x="257" y="210"/>
                  </a:lnTo>
                  <a:lnTo>
                    <a:pt x="247" y="216"/>
                  </a:lnTo>
                  <a:lnTo>
                    <a:pt x="247" y="216"/>
                  </a:lnTo>
                  <a:lnTo>
                    <a:pt x="247" y="216"/>
                  </a:lnTo>
                  <a:lnTo>
                    <a:pt x="247" y="218"/>
                  </a:lnTo>
                  <a:lnTo>
                    <a:pt x="247" y="218"/>
                  </a:lnTo>
                  <a:lnTo>
                    <a:pt x="249" y="224"/>
                  </a:lnTo>
                  <a:lnTo>
                    <a:pt x="249" y="226"/>
                  </a:lnTo>
                  <a:lnTo>
                    <a:pt x="251" y="228"/>
                  </a:lnTo>
                  <a:lnTo>
                    <a:pt x="251" y="228"/>
                  </a:lnTo>
                  <a:lnTo>
                    <a:pt x="253" y="228"/>
                  </a:lnTo>
                  <a:lnTo>
                    <a:pt x="253" y="228"/>
                  </a:lnTo>
                  <a:lnTo>
                    <a:pt x="255" y="228"/>
                  </a:lnTo>
                  <a:lnTo>
                    <a:pt x="255" y="228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3" y="234"/>
                  </a:lnTo>
                  <a:lnTo>
                    <a:pt x="253" y="234"/>
                  </a:lnTo>
                  <a:lnTo>
                    <a:pt x="253" y="234"/>
                  </a:lnTo>
                  <a:lnTo>
                    <a:pt x="259" y="236"/>
                  </a:lnTo>
                  <a:lnTo>
                    <a:pt x="259" y="234"/>
                  </a:lnTo>
                  <a:lnTo>
                    <a:pt x="259" y="234"/>
                  </a:lnTo>
                  <a:lnTo>
                    <a:pt x="261" y="234"/>
                  </a:lnTo>
                  <a:lnTo>
                    <a:pt x="261" y="234"/>
                  </a:lnTo>
                  <a:lnTo>
                    <a:pt x="261" y="232"/>
                  </a:lnTo>
                  <a:lnTo>
                    <a:pt x="261" y="232"/>
                  </a:lnTo>
                  <a:lnTo>
                    <a:pt x="261" y="232"/>
                  </a:lnTo>
                  <a:lnTo>
                    <a:pt x="261" y="232"/>
                  </a:lnTo>
                  <a:lnTo>
                    <a:pt x="261" y="232"/>
                  </a:lnTo>
                  <a:lnTo>
                    <a:pt x="261" y="230"/>
                  </a:lnTo>
                  <a:lnTo>
                    <a:pt x="259" y="230"/>
                  </a:lnTo>
                  <a:lnTo>
                    <a:pt x="259" y="230"/>
                  </a:lnTo>
                  <a:lnTo>
                    <a:pt x="261" y="228"/>
                  </a:lnTo>
                  <a:lnTo>
                    <a:pt x="261" y="228"/>
                  </a:lnTo>
                  <a:lnTo>
                    <a:pt x="261" y="228"/>
                  </a:lnTo>
                  <a:lnTo>
                    <a:pt x="263" y="226"/>
                  </a:lnTo>
                  <a:lnTo>
                    <a:pt x="265" y="224"/>
                  </a:lnTo>
                  <a:lnTo>
                    <a:pt x="269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2" y="224"/>
                  </a:lnTo>
                  <a:lnTo>
                    <a:pt x="274" y="226"/>
                  </a:lnTo>
                  <a:lnTo>
                    <a:pt x="274" y="226"/>
                  </a:lnTo>
                  <a:lnTo>
                    <a:pt x="276" y="226"/>
                  </a:lnTo>
                  <a:lnTo>
                    <a:pt x="274" y="228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6" y="230"/>
                  </a:lnTo>
                  <a:lnTo>
                    <a:pt x="276" y="230"/>
                  </a:lnTo>
                  <a:lnTo>
                    <a:pt x="276" y="230"/>
                  </a:lnTo>
                  <a:lnTo>
                    <a:pt x="276" y="232"/>
                  </a:lnTo>
                  <a:lnTo>
                    <a:pt x="276" y="232"/>
                  </a:lnTo>
                  <a:lnTo>
                    <a:pt x="276" y="232"/>
                  </a:lnTo>
                  <a:lnTo>
                    <a:pt x="276" y="234"/>
                  </a:lnTo>
                  <a:lnTo>
                    <a:pt x="276" y="234"/>
                  </a:lnTo>
                  <a:lnTo>
                    <a:pt x="274" y="234"/>
                  </a:lnTo>
                  <a:lnTo>
                    <a:pt x="274" y="234"/>
                  </a:lnTo>
                  <a:lnTo>
                    <a:pt x="274" y="234"/>
                  </a:lnTo>
                  <a:lnTo>
                    <a:pt x="274" y="234"/>
                  </a:lnTo>
                  <a:lnTo>
                    <a:pt x="274" y="234"/>
                  </a:lnTo>
                  <a:lnTo>
                    <a:pt x="274" y="234"/>
                  </a:lnTo>
                  <a:lnTo>
                    <a:pt x="274" y="236"/>
                  </a:lnTo>
                  <a:lnTo>
                    <a:pt x="274" y="236"/>
                  </a:lnTo>
                  <a:lnTo>
                    <a:pt x="274" y="236"/>
                  </a:lnTo>
                  <a:lnTo>
                    <a:pt x="278" y="237"/>
                  </a:lnTo>
                  <a:lnTo>
                    <a:pt x="278" y="237"/>
                  </a:lnTo>
                  <a:lnTo>
                    <a:pt x="280" y="237"/>
                  </a:lnTo>
                  <a:lnTo>
                    <a:pt x="280" y="237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92" y="257"/>
                  </a:lnTo>
                  <a:lnTo>
                    <a:pt x="294" y="259"/>
                  </a:lnTo>
                  <a:lnTo>
                    <a:pt x="294" y="261"/>
                  </a:lnTo>
                  <a:lnTo>
                    <a:pt x="294" y="263"/>
                  </a:lnTo>
                  <a:lnTo>
                    <a:pt x="294" y="263"/>
                  </a:lnTo>
                  <a:lnTo>
                    <a:pt x="294" y="267"/>
                  </a:lnTo>
                  <a:lnTo>
                    <a:pt x="294" y="269"/>
                  </a:lnTo>
                  <a:lnTo>
                    <a:pt x="294" y="269"/>
                  </a:lnTo>
                  <a:lnTo>
                    <a:pt x="294" y="269"/>
                  </a:lnTo>
                  <a:lnTo>
                    <a:pt x="292" y="271"/>
                  </a:lnTo>
                  <a:lnTo>
                    <a:pt x="290" y="271"/>
                  </a:lnTo>
                  <a:lnTo>
                    <a:pt x="290" y="271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88" y="277"/>
                  </a:lnTo>
                  <a:lnTo>
                    <a:pt x="288" y="277"/>
                  </a:lnTo>
                  <a:lnTo>
                    <a:pt x="284" y="277"/>
                  </a:lnTo>
                  <a:lnTo>
                    <a:pt x="284" y="277"/>
                  </a:lnTo>
                  <a:lnTo>
                    <a:pt x="282" y="277"/>
                  </a:lnTo>
                  <a:lnTo>
                    <a:pt x="282" y="275"/>
                  </a:lnTo>
                  <a:lnTo>
                    <a:pt x="282" y="275"/>
                  </a:lnTo>
                  <a:lnTo>
                    <a:pt x="282" y="275"/>
                  </a:lnTo>
                  <a:lnTo>
                    <a:pt x="282" y="277"/>
                  </a:lnTo>
                  <a:lnTo>
                    <a:pt x="280" y="277"/>
                  </a:lnTo>
                  <a:lnTo>
                    <a:pt x="280" y="277"/>
                  </a:lnTo>
                  <a:lnTo>
                    <a:pt x="280" y="277"/>
                  </a:lnTo>
                  <a:lnTo>
                    <a:pt x="280" y="279"/>
                  </a:lnTo>
                  <a:lnTo>
                    <a:pt x="280" y="279"/>
                  </a:lnTo>
                  <a:lnTo>
                    <a:pt x="280" y="279"/>
                  </a:lnTo>
                  <a:lnTo>
                    <a:pt x="280" y="279"/>
                  </a:lnTo>
                  <a:lnTo>
                    <a:pt x="280" y="279"/>
                  </a:lnTo>
                  <a:lnTo>
                    <a:pt x="280" y="279"/>
                  </a:lnTo>
                  <a:lnTo>
                    <a:pt x="278" y="281"/>
                  </a:lnTo>
                  <a:lnTo>
                    <a:pt x="278" y="281"/>
                  </a:lnTo>
                  <a:lnTo>
                    <a:pt x="278" y="279"/>
                  </a:lnTo>
                  <a:lnTo>
                    <a:pt x="274" y="279"/>
                  </a:lnTo>
                  <a:lnTo>
                    <a:pt x="270" y="279"/>
                  </a:lnTo>
                  <a:lnTo>
                    <a:pt x="270" y="279"/>
                  </a:lnTo>
                  <a:lnTo>
                    <a:pt x="267" y="275"/>
                  </a:lnTo>
                  <a:lnTo>
                    <a:pt x="267" y="275"/>
                  </a:lnTo>
                  <a:lnTo>
                    <a:pt x="267" y="277"/>
                  </a:lnTo>
                  <a:lnTo>
                    <a:pt x="267" y="277"/>
                  </a:lnTo>
                  <a:lnTo>
                    <a:pt x="267" y="279"/>
                  </a:lnTo>
                  <a:lnTo>
                    <a:pt x="269" y="281"/>
                  </a:lnTo>
                  <a:lnTo>
                    <a:pt x="267" y="283"/>
                  </a:lnTo>
                  <a:lnTo>
                    <a:pt x="267" y="287"/>
                  </a:lnTo>
                  <a:lnTo>
                    <a:pt x="265" y="289"/>
                  </a:lnTo>
                  <a:lnTo>
                    <a:pt x="263" y="289"/>
                  </a:lnTo>
                  <a:lnTo>
                    <a:pt x="261" y="291"/>
                  </a:lnTo>
                  <a:lnTo>
                    <a:pt x="259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1" y="292"/>
                  </a:lnTo>
                  <a:lnTo>
                    <a:pt x="251" y="292"/>
                  </a:lnTo>
                  <a:lnTo>
                    <a:pt x="251" y="294"/>
                  </a:lnTo>
                  <a:lnTo>
                    <a:pt x="253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7" y="296"/>
                  </a:lnTo>
                  <a:lnTo>
                    <a:pt x="257" y="296"/>
                  </a:lnTo>
                  <a:lnTo>
                    <a:pt x="257" y="296"/>
                  </a:lnTo>
                  <a:lnTo>
                    <a:pt x="257" y="296"/>
                  </a:lnTo>
                  <a:lnTo>
                    <a:pt x="257" y="298"/>
                  </a:lnTo>
                  <a:lnTo>
                    <a:pt x="257" y="298"/>
                  </a:lnTo>
                  <a:lnTo>
                    <a:pt x="257" y="300"/>
                  </a:lnTo>
                  <a:lnTo>
                    <a:pt x="257" y="300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55" y="302"/>
                  </a:lnTo>
                  <a:lnTo>
                    <a:pt x="253" y="302"/>
                  </a:lnTo>
                  <a:lnTo>
                    <a:pt x="253" y="302"/>
                  </a:lnTo>
                  <a:lnTo>
                    <a:pt x="253" y="304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49" y="308"/>
                  </a:lnTo>
                  <a:lnTo>
                    <a:pt x="249" y="308"/>
                  </a:lnTo>
                  <a:lnTo>
                    <a:pt x="251" y="308"/>
                  </a:lnTo>
                  <a:lnTo>
                    <a:pt x="251" y="308"/>
                  </a:lnTo>
                  <a:lnTo>
                    <a:pt x="251" y="308"/>
                  </a:lnTo>
                  <a:lnTo>
                    <a:pt x="251" y="308"/>
                  </a:lnTo>
                  <a:lnTo>
                    <a:pt x="251" y="308"/>
                  </a:lnTo>
                  <a:lnTo>
                    <a:pt x="251" y="310"/>
                  </a:lnTo>
                  <a:lnTo>
                    <a:pt x="253" y="310"/>
                  </a:lnTo>
                  <a:lnTo>
                    <a:pt x="253" y="310"/>
                  </a:lnTo>
                  <a:lnTo>
                    <a:pt x="253" y="310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51" y="314"/>
                  </a:lnTo>
                  <a:lnTo>
                    <a:pt x="249" y="314"/>
                  </a:lnTo>
                  <a:lnTo>
                    <a:pt x="249" y="316"/>
                  </a:lnTo>
                  <a:lnTo>
                    <a:pt x="251" y="316"/>
                  </a:lnTo>
                  <a:lnTo>
                    <a:pt x="251" y="316"/>
                  </a:lnTo>
                  <a:lnTo>
                    <a:pt x="251" y="316"/>
                  </a:lnTo>
                  <a:lnTo>
                    <a:pt x="251" y="318"/>
                  </a:lnTo>
                  <a:lnTo>
                    <a:pt x="251" y="318"/>
                  </a:lnTo>
                  <a:lnTo>
                    <a:pt x="253" y="318"/>
                  </a:lnTo>
                  <a:lnTo>
                    <a:pt x="253" y="318"/>
                  </a:lnTo>
                  <a:lnTo>
                    <a:pt x="253" y="318"/>
                  </a:lnTo>
                  <a:lnTo>
                    <a:pt x="253" y="318"/>
                  </a:lnTo>
                  <a:lnTo>
                    <a:pt x="253" y="320"/>
                  </a:lnTo>
                  <a:lnTo>
                    <a:pt x="253" y="320"/>
                  </a:lnTo>
                  <a:lnTo>
                    <a:pt x="253" y="320"/>
                  </a:lnTo>
                  <a:lnTo>
                    <a:pt x="251" y="326"/>
                  </a:lnTo>
                  <a:lnTo>
                    <a:pt x="251" y="328"/>
                  </a:lnTo>
                  <a:lnTo>
                    <a:pt x="249" y="330"/>
                  </a:lnTo>
                  <a:lnTo>
                    <a:pt x="249" y="330"/>
                  </a:lnTo>
                  <a:lnTo>
                    <a:pt x="249" y="332"/>
                  </a:lnTo>
                  <a:lnTo>
                    <a:pt x="249" y="332"/>
                  </a:lnTo>
                  <a:lnTo>
                    <a:pt x="247" y="336"/>
                  </a:lnTo>
                  <a:lnTo>
                    <a:pt x="247" y="336"/>
                  </a:lnTo>
                  <a:lnTo>
                    <a:pt x="245" y="336"/>
                  </a:lnTo>
                  <a:lnTo>
                    <a:pt x="243" y="336"/>
                  </a:lnTo>
                  <a:lnTo>
                    <a:pt x="233" y="336"/>
                  </a:lnTo>
                  <a:lnTo>
                    <a:pt x="233" y="336"/>
                  </a:lnTo>
                  <a:lnTo>
                    <a:pt x="231" y="336"/>
                  </a:lnTo>
                  <a:lnTo>
                    <a:pt x="231" y="336"/>
                  </a:lnTo>
                  <a:lnTo>
                    <a:pt x="231" y="338"/>
                  </a:lnTo>
                  <a:lnTo>
                    <a:pt x="233" y="340"/>
                  </a:lnTo>
                  <a:lnTo>
                    <a:pt x="233" y="340"/>
                  </a:lnTo>
                  <a:lnTo>
                    <a:pt x="235" y="340"/>
                  </a:lnTo>
                  <a:lnTo>
                    <a:pt x="237" y="340"/>
                  </a:lnTo>
                  <a:lnTo>
                    <a:pt x="241" y="340"/>
                  </a:lnTo>
                  <a:lnTo>
                    <a:pt x="243" y="340"/>
                  </a:lnTo>
                  <a:lnTo>
                    <a:pt x="243" y="340"/>
                  </a:lnTo>
                  <a:lnTo>
                    <a:pt x="243" y="342"/>
                  </a:lnTo>
                  <a:lnTo>
                    <a:pt x="243" y="342"/>
                  </a:lnTo>
                  <a:lnTo>
                    <a:pt x="241" y="342"/>
                  </a:lnTo>
                  <a:lnTo>
                    <a:pt x="239" y="344"/>
                  </a:lnTo>
                  <a:lnTo>
                    <a:pt x="239" y="344"/>
                  </a:lnTo>
                  <a:lnTo>
                    <a:pt x="239" y="344"/>
                  </a:lnTo>
                  <a:lnTo>
                    <a:pt x="239" y="342"/>
                  </a:lnTo>
                  <a:lnTo>
                    <a:pt x="237" y="342"/>
                  </a:lnTo>
                  <a:lnTo>
                    <a:pt x="237" y="342"/>
                  </a:lnTo>
                  <a:lnTo>
                    <a:pt x="237" y="342"/>
                  </a:lnTo>
                  <a:lnTo>
                    <a:pt x="235" y="344"/>
                  </a:lnTo>
                  <a:lnTo>
                    <a:pt x="235" y="344"/>
                  </a:lnTo>
                  <a:lnTo>
                    <a:pt x="235" y="344"/>
                  </a:lnTo>
                  <a:lnTo>
                    <a:pt x="235" y="345"/>
                  </a:lnTo>
                  <a:lnTo>
                    <a:pt x="235" y="345"/>
                  </a:lnTo>
                  <a:lnTo>
                    <a:pt x="235" y="345"/>
                  </a:lnTo>
                  <a:lnTo>
                    <a:pt x="235" y="347"/>
                  </a:lnTo>
                  <a:lnTo>
                    <a:pt x="233" y="349"/>
                  </a:lnTo>
                  <a:lnTo>
                    <a:pt x="233" y="349"/>
                  </a:lnTo>
                  <a:lnTo>
                    <a:pt x="233" y="349"/>
                  </a:lnTo>
                  <a:lnTo>
                    <a:pt x="233" y="351"/>
                  </a:lnTo>
                  <a:lnTo>
                    <a:pt x="231" y="351"/>
                  </a:lnTo>
                  <a:lnTo>
                    <a:pt x="233" y="353"/>
                  </a:lnTo>
                  <a:lnTo>
                    <a:pt x="233" y="353"/>
                  </a:lnTo>
                  <a:lnTo>
                    <a:pt x="235" y="355"/>
                  </a:lnTo>
                  <a:lnTo>
                    <a:pt x="235" y="357"/>
                  </a:lnTo>
                  <a:lnTo>
                    <a:pt x="237" y="357"/>
                  </a:lnTo>
                  <a:lnTo>
                    <a:pt x="237" y="357"/>
                  </a:lnTo>
                  <a:lnTo>
                    <a:pt x="239" y="357"/>
                  </a:lnTo>
                  <a:lnTo>
                    <a:pt x="239" y="357"/>
                  </a:lnTo>
                  <a:lnTo>
                    <a:pt x="239" y="359"/>
                  </a:lnTo>
                  <a:lnTo>
                    <a:pt x="239" y="361"/>
                  </a:lnTo>
                  <a:lnTo>
                    <a:pt x="239" y="363"/>
                  </a:lnTo>
                  <a:lnTo>
                    <a:pt x="237" y="365"/>
                  </a:lnTo>
                  <a:lnTo>
                    <a:pt x="237" y="365"/>
                  </a:lnTo>
                  <a:lnTo>
                    <a:pt x="237" y="367"/>
                  </a:lnTo>
                  <a:lnTo>
                    <a:pt x="235" y="367"/>
                  </a:lnTo>
                  <a:lnTo>
                    <a:pt x="231" y="367"/>
                  </a:lnTo>
                  <a:lnTo>
                    <a:pt x="229" y="367"/>
                  </a:lnTo>
                  <a:lnTo>
                    <a:pt x="229" y="367"/>
                  </a:lnTo>
                  <a:lnTo>
                    <a:pt x="227" y="371"/>
                  </a:lnTo>
                  <a:lnTo>
                    <a:pt x="225" y="371"/>
                  </a:lnTo>
                  <a:lnTo>
                    <a:pt x="225" y="371"/>
                  </a:lnTo>
                  <a:lnTo>
                    <a:pt x="225" y="373"/>
                  </a:lnTo>
                  <a:lnTo>
                    <a:pt x="225" y="373"/>
                  </a:lnTo>
                  <a:lnTo>
                    <a:pt x="225" y="373"/>
                  </a:lnTo>
                  <a:lnTo>
                    <a:pt x="225" y="375"/>
                  </a:lnTo>
                  <a:lnTo>
                    <a:pt x="225" y="375"/>
                  </a:lnTo>
                  <a:lnTo>
                    <a:pt x="225" y="375"/>
                  </a:lnTo>
                  <a:lnTo>
                    <a:pt x="225" y="377"/>
                  </a:lnTo>
                  <a:lnTo>
                    <a:pt x="225" y="377"/>
                  </a:lnTo>
                  <a:lnTo>
                    <a:pt x="227" y="377"/>
                  </a:lnTo>
                  <a:lnTo>
                    <a:pt x="225" y="379"/>
                  </a:lnTo>
                  <a:lnTo>
                    <a:pt x="223" y="381"/>
                  </a:lnTo>
                  <a:lnTo>
                    <a:pt x="223" y="383"/>
                  </a:lnTo>
                  <a:lnTo>
                    <a:pt x="223" y="383"/>
                  </a:lnTo>
                  <a:lnTo>
                    <a:pt x="223" y="383"/>
                  </a:lnTo>
                  <a:lnTo>
                    <a:pt x="223" y="383"/>
                  </a:lnTo>
                  <a:lnTo>
                    <a:pt x="221" y="385"/>
                  </a:lnTo>
                  <a:lnTo>
                    <a:pt x="219" y="387"/>
                  </a:lnTo>
                  <a:lnTo>
                    <a:pt x="219" y="387"/>
                  </a:lnTo>
                  <a:lnTo>
                    <a:pt x="219" y="387"/>
                  </a:lnTo>
                  <a:lnTo>
                    <a:pt x="219" y="389"/>
                  </a:lnTo>
                  <a:lnTo>
                    <a:pt x="219" y="389"/>
                  </a:lnTo>
                  <a:lnTo>
                    <a:pt x="216" y="389"/>
                  </a:lnTo>
                  <a:lnTo>
                    <a:pt x="214" y="389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0" y="393"/>
                  </a:lnTo>
                  <a:lnTo>
                    <a:pt x="206" y="387"/>
                  </a:lnTo>
                  <a:lnTo>
                    <a:pt x="204" y="387"/>
                  </a:lnTo>
                  <a:lnTo>
                    <a:pt x="200" y="385"/>
                  </a:lnTo>
                  <a:lnTo>
                    <a:pt x="198" y="385"/>
                  </a:lnTo>
                  <a:lnTo>
                    <a:pt x="196" y="379"/>
                  </a:lnTo>
                  <a:lnTo>
                    <a:pt x="194" y="377"/>
                  </a:lnTo>
                  <a:lnTo>
                    <a:pt x="190" y="373"/>
                  </a:lnTo>
                  <a:lnTo>
                    <a:pt x="182" y="371"/>
                  </a:lnTo>
                  <a:lnTo>
                    <a:pt x="176" y="367"/>
                  </a:lnTo>
                  <a:lnTo>
                    <a:pt x="174" y="367"/>
                  </a:lnTo>
                  <a:lnTo>
                    <a:pt x="170" y="369"/>
                  </a:lnTo>
                  <a:lnTo>
                    <a:pt x="168" y="371"/>
                  </a:lnTo>
                  <a:lnTo>
                    <a:pt x="167" y="369"/>
                  </a:lnTo>
                  <a:lnTo>
                    <a:pt x="167" y="365"/>
                  </a:lnTo>
                  <a:lnTo>
                    <a:pt x="167" y="365"/>
                  </a:lnTo>
                  <a:lnTo>
                    <a:pt x="159" y="359"/>
                  </a:lnTo>
                  <a:lnTo>
                    <a:pt x="159" y="359"/>
                  </a:lnTo>
                  <a:lnTo>
                    <a:pt x="157" y="361"/>
                  </a:lnTo>
                  <a:lnTo>
                    <a:pt x="157" y="361"/>
                  </a:lnTo>
                  <a:lnTo>
                    <a:pt x="157" y="361"/>
                  </a:lnTo>
                  <a:lnTo>
                    <a:pt x="157" y="361"/>
                  </a:lnTo>
                  <a:lnTo>
                    <a:pt x="157" y="365"/>
                  </a:lnTo>
                  <a:lnTo>
                    <a:pt x="157" y="365"/>
                  </a:lnTo>
                  <a:lnTo>
                    <a:pt x="159" y="367"/>
                  </a:lnTo>
                  <a:lnTo>
                    <a:pt x="159" y="367"/>
                  </a:lnTo>
                  <a:lnTo>
                    <a:pt x="159" y="371"/>
                  </a:lnTo>
                  <a:lnTo>
                    <a:pt x="159" y="371"/>
                  </a:lnTo>
                  <a:lnTo>
                    <a:pt x="159" y="373"/>
                  </a:lnTo>
                  <a:lnTo>
                    <a:pt x="157" y="373"/>
                  </a:lnTo>
                  <a:lnTo>
                    <a:pt x="157" y="373"/>
                  </a:lnTo>
                  <a:lnTo>
                    <a:pt x="155" y="371"/>
                  </a:lnTo>
                  <a:lnTo>
                    <a:pt x="155" y="367"/>
                  </a:lnTo>
                  <a:lnTo>
                    <a:pt x="153" y="367"/>
                  </a:lnTo>
                  <a:lnTo>
                    <a:pt x="153" y="367"/>
                  </a:lnTo>
                  <a:lnTo>
                    <a:pt x="149" y="365"/>
                  </a:lnTo>
                  <a:lnTo>
                    <a:pt x="149" y="365"/>
                  </a:lnTo>
                  <a:lnTo>
                    <a:pt x="149" y="363"/>
                  </a:lnTo>
                  <a:lnTo>
                    <a:pt x="145" y="363"/>
                  </a:lnTo>
                  <a:lnTo>
                    <a:pt x="145" y="361"/>
                  </a:lnTo>
                  <a:lnTo>
                    <a:pt x="145" y="361"/>
                  </a:lnTo>
                  <a:lnTo>
                    <a:pt x="145" y="359"/>
                  </a:lnTo>
                  <a:lnTo>
                    <a:pt x="143" y="359"/>
                  </a:lnTo>
                  <a:lnTo>
                    <a:pt x="143" y="359"/>
                  </a:lnTo>
                  <a:lnTo>
                    <a:pt x="143" y="359"/>
                  </a:lnTo>
                  <a:lnTo>
                    <a:pt x="139" y="359"/>
                  </a:lnTo>
                  <a:lnTo>
                    <a:pt x="139" y="359"/>
                  </a:lnTo>
                  <a:lnTo>
                    <a:pt x="137" y="359"/>
                  </a:lnTo>
                  <a:lnTo>
                    <a:pt x="137" y="359"/>
                  </a:lnTo>
                  <a:lnTo>
                    <a:pt x="137" y="359"/>
                  </a:lnTo>
                  <a:lnTo>
                    <a:pt x="137" y="357"/>
                  </a:lnTo>
                  <a:lnTo>
                    <a:pt x="137" y="357"/>
                  </a:lnTo>
                  <a:lnTo>
                    <a:pt x="137" y="355"/>
                  </a:lnTo>
                  <a:lnTo>
                    <a:pt x="137" y="355"/>
                  </a:lnTo>
                  <a:lnTo>
                    <a:pt x="137" y="353"/>
                  </a:lnTo>
                  <a:lnTo>
                    <a:pt x="137" y="353"/>
                  </a:lnTo>
                  <a:lnTo>
                    <a:pt x="133" y="351"/>
                  </a:lnTo>
                  <a:lnTo>
                    <a:pt x="133" y="351"/>
                  </a:lnTo>
                  <a:lnTo>
                    <a:pt x="133" y="351"/>
                  </a:lnTo>
                  <a:lnTo>
                    <a:pt x="133" y="351"/>
                  </a:lnTo>
                  <a:lnTo>
                    <a:pt x="133" y="349"/>
                  </a:lnTo>
                  <a:lnTo>
                    <a:pt x="133" y="347"/>
                  </a:lnTo>
                  <a:lnTo>
                    <a:pt x="133" y="347"/>
                  </a:lnTo>
                  <a:lnTo>
                    <a:pt x="133" y="347"/>
                  </a:lnTo>
                  <a:lnTo>
                    <a:pt x="133" y="345"/>
                  </a:lnTo>
                  <a:lnTo>
                    <a:pt x="133" y="345"/>
                  </a:lnTo>
                  <a:lnTo>
                    <a:pt x="133" y="345"/>
                  </a:lnTo>
                  <a:lnTo>
                    <a:pt x="131" y="345"/>
                  </a:lnTo>
                  <a:lnTo>
                    <a:pt x="129" y="345"/>
                  </a:lnTo>
                  <a:lnTo>
                    <a:pt x="129" y="345"/>
                  </a:lnTo>
                  <a:lnTo>
                    <a:pt x="129" y="344"/>
                  </a:lnTo>
                  <a:lnTo>
                    <a:pt x="129" y="344"/>
                  </a:lnTo>
                  <a:lnTo>
                    <a:pt x="127" y="344"/>
                  </a:lnTo>
                  <a:lnTo>
                    <a:pt x="127" y="344"/>
                  </a:lnTo>
                  <a:lnTo>
                    <a:pt x="127" y="344"/>
                  </a:lnTo>
                  <a:lnTo>
                    <a:pt x="127" y="342"/>
                  </a:lnTo>
                  <a:lnTo>
                    <a:pt x="129" y="336"/>
                  </a:lnTo>
                  <a:lnTo>
                    <a:pt x="129" y="334"/>
                  </a:lnTo>
                  <a:lnTo>
                    <a:pt x="129" y="334"/>
                  </a:lnTo>
                  <a:lnTo>
                    <a:pt x="125" y="334"/>
                  </a:lnTo>
                  <a:lnTo>
                    <a:pt x="119" y="336"/>
                  </a:lnTo>
                  <a:lnTo>
                    <a:pt x="118" y="336"/>
                  </a:lnTo>
                  <a:lnTo>
                    <a:pt x="118" y="336"/>
                  </a:lnTo>
                  <a:lnTo>
                    <a:pt x="116" y="334"/>
                  </a:lnTo>
                  <a:lnTo>
                    <a:pt x="116" y="334"/>
                  </a:lnTo>
                  <a:lnTo>
                    <a:pt x="116" y="332"/>
                  </a:lnTo>
                  <a:lnTo>
                    <a:pt x="114" y="330"/>
                  </a:lnTo>
                  <a:lnTo>
                    <a:pt x="114" y="330"/>
                  </a:lnTo>
                  <a:lnTo>
                    <a:pt x="104" y="330"/>
                  </a:lnTo>
                  <a:lnTo>
                    <a:pt x="102" y="328"/>
                  </a:lnTo>
                  <a:lnTo>
                    <a:pt x="102" y="328"/>
                  </a:lnTo>
                  <a:lnTo>
                    <a:pt x="98" y="326"/>
                  </a:lnTo>
                  <a:lnTo>
                    <a:pt x="98" y="326"/>
                  </a:lnTo>
                  <a:lnTo>
                    <a:pt x="92" y="312"/>
                  </a:lnTo>
                  <a:lnTo>
                    <a:pt x="94" y="310"/>
                  </a:lnTo>
                  <a:lnTo>
                    <a:pt x="94" y="310"/>
                  </a:lnTo>
                  <a:lnTo>
                    <a:pt x="94" y="308"/>
                  </a:lnTo>
                  <a:lnTo>
                    <a:pt x="94" y="308"/>
                  </a:lnTo>
                  <a:lnTo>
                    <a:pt x="94" y="308"/>
                  </a:lnTo>
                  <a:lnTo>
                    <a:pt x="94" y="306"/>
                  </a:lnTo>
                  <a:lnTo>
                    <a:pt x="92" y="306"/>
                  </a:lnTo>
                  <a:lnTo>
                    <a:pt x="88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2" y="304"/>
                  </a:lnTo>
                  <a:lnTo>
                    <a:pt x="80" y="302"/>
                  </a:lnTo>
                  <a:lnTo>
                    <a:pt x="78" y="302"/>
                  </a:lnTo>
                  <a:lnTo>
                    <a:pt x="78" y="304"/>
                  </a:lnTo>
                  <a:lnTo>
                    <a:pt x="76" y="304"/>
                  </a:lnTo>
                  <a:lnTo>
                    <a:pt x="76" y="304"/>
                  </a:lnTo>
                  <a:lnTo>
                    <a:pt x="72" y="304"/>
                  </a:lnTo>
                  <a:lnTo>
                    <a:pt x="72" y="302"/>
                  </a:lnTo>
                  <a:lnTo>
                    <a:pt x="72" y="302"/>
                  </a:lnTo>
                  <a:lnTo>
                    <a:pt x="72" y="300"/>
                  </a:lnTo>
                  <a:lnTo>
                    <a:pt x="72" y="300"/>
                  </a:lnTo>
                  <a:lnTo>
                    <a:pt x="72" y="300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72" y="296"/>
                  </a:lnTo>
                  <a:lnTo>
                    <a:pt x="72" y="296"/>
                  </a:lnTo>
                  <a:lnTo>
                    <a:pt x="70" y="296"/>
                  </a:lnTo>
                  <a:lnTo>
                    <a:pt x="70" y="296"/>
                  </a:lnTo>
                  <a:lnTo>
                    <a:pt x="68" y="296"/>
                  </a:lnTo>
                  <a:lnTo>
                    <a:pt x="68" y="296"/>
                  </a:lnTo>
                  <a:lnTo>
                    <a:pt x="68" y="296"/>
                  </a:lnTo>
                  <a:lnTo>
                    <a:pt x="67" y="298"/>
                  </a:lnTo>
                  <a:lnTo>
                    <a:pt x="67" y="298"/>
                  </a:lnTo>
                  <a:lnTo>
                    <a:pt x="63" y="300"/>
                  </a:lnTo>
                  <a:lnTo>
                    <a:pt x="57" y="302"/>
                  </a:lnTo>
                  <a:lnTo>
                    <a:pt x="57" y="300"/>
                  </a:lnTo>
                  <a:lnTo>
                    <a:pt x="55" y="300"/>
                  </a:lnTo>
                  <a:lnTo>
                    <a:pt x="55" y="298"/>
                  </a:lnTo>
                  <a:lnTo>
                    <a:pt x="55" y="298"/>
                  </a:lnTo>
                  <a:lnTo>
                    <a:pt x="55" y="296"/>
                  </a:lnTo>
                  <a:lnTo>
                    <a:pt x="55" y="296"/>
                  </a:lnTo>
                  <a:lnTo>
                    <a:pt x="53" y="294"/>
                  </a:lnTo>
                  <a:lnTo>
                    <a:pt x="53" y="294"/>
                  </a:lnTo>
                  <a:lnTo>
                    <a:pt x="53" y="292"/>
                  </a:lnTo>
                  <a:lnTo>
                    <a:pt x="53" y="292"/>
                  </a:lnTo>
                  <a:lnTo>
                    <a:pt x="51" y="292"/>
                  </a:lnTo>
                  <a:lnTo>
                    <a:pt x="51" y="291"/>
                  </a:lnTo>
                  <a:lnTo>
                    <a:pt x="51" y="291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5" y="292"/>
                  </a:lnTo>
                  <a:lnTo>
                    <a:pt x="45" y="292"/>
                  </a:lnTo>
                  <a:lnTo>
                    <a:pt x="41" y="294"/>
                  </a:lnTo>
                  <a:lnTo>
                    <a:pt x="41" y="294"/>
                  </a:lnTo>
                  <a:lnTo>
                    <a:pt x="39" y="294"/>
                  </a:lnTo>
                  <a:lnTo>
                    <a:pt x="39" y="294"/>
                  </a:lnTo>
                  <a:lnTo>
                    <a:pt x="39" y="294"/>
                  </a:lnTo>
                  <a:lnTo>
                    <a:pt x="39" y="294"/>
                  </a:lnTo>
                  <a:lnTo>
                    <a:pt x="37" y="294"/>
                  </a:lnTo>
                  <a:lnTo>
                    <a:pt x="37" y="292"/>
                  </a:lnTo>
                  <a:lnTo>
                    <a:pt x="33" y="289"/>
                  </a:lnTo>
                  <a:lnTo>
                    <a:pt x="31" y="283"/>
                  </a:lnTo>
                  <a:lnTo>
                    <a:pt x="31" y="283"/>
                  </a:lnTo>
                  <a:lnTo>
                    <a:pt x="31" y="283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29" y="277"/>
                  </a:lnTo>
                  <a:lnTo>
                    <a:pt x="27" y="277"/>
                  </a:lnTo>
                  <a:lnTo>
                    <a:pt x="27" y="275"/>
                  </a:lnTo>
                  <a:lnTo>
                    <a:pt x="27" y="275"/>
                  </a:lnTo>
                  <a:lnTo>
                    <a:pt x="27" y="271"/>
                  </a:lnTo>
                  <a:lnTo>
                    <a:pt x="14" y="265"/>
                  </a:lnTo>
                  <a:lnTo>
                    <a:pt x="12" y="265"/>
                  </a:lnTo>
                  <a:lnTo>
                    <a:pt x="12" y="265"/>
                  </a:lnTo>
                  <a:lnTo>
                    <a:pt x="10" y="265"/>
                  </a:lnTo>
                  <a:lnTo>
                    <a:pt x="8" y="265"/>
                  </a:lnTo>
                  <a:lnTo>
                    <a:pt x="6" y="265"/>
                  </a:lnTo>
                  <a:lnTo>
                    <a:pt x="6" y="265"/>
                  </a:lnTo>
                  <a:lnTo>
                    <a:pt x="4" y="261"/>
                  </a:lnTo>
                  <a:lnTo>
                    <a:pt x="4" y="261"/>
                  </a:lnTo>
                  <a:lnTo>
                    <a:pt x="4" y="261"/>
                  </a:lnTo>
                  <a:lnTo>
                    <a:pt x="6" y="261"/>
                  </a:lnTo>
                  <a:lnTo>
                    <a:pt x="8" y="259"/>
                  </a:lnTo>
                  <a:lnTo>
                    <a:pt x="8" y="259"/>
                  </a:lnTo>
                  <a:lnTo>
                    <a:pt x="8" y="259"/>
                  </a:lnTo>
                  <a:lnTo>
                    <a:pt x="10" y="259"/>
                  </a:lnTo>
                  <a:lnTo>
                    <a:pt x="10" y="259"/>
                  </a:lnTo>
                  <a:lnTo>
                    <a:pt x="10" y="259"/>
                  </a:lnTo>
                  <a:lnTo>
                    <a:pt x="10" y="259"/>
                  </a:lnTo>
                  <a:lnTo>
                    <a:pt x="8" y="259"/>
                  </a:lnTo>
                  <a:lnTo>
                    <a:pt x="8" y="259"/>
                  </a:lnTo>
                  <a:lnTo>
                    <a:pt x="6" y="257"/>
                  </a:lnTo>
                  <a:lnTo>
                    <a:pt x="6" y="257"/>
                  </a:lnTo>
                  <a:lnTo>
                    <a:pt x="6" y="257"/>
                  </a:lnTo>
                  <a:lnTo>
                    <a:pt x="6" y="257"/>
                  </a:lnTo>
                  <a:lnTo>
                    <a:pt x="6" y="255"/>
                  </a:lnTo>
                  <a:lnTo>
                    <a:pt x="6" y="255"/>
                  </a:lnTo>
                  <a:lnTo>
                    <a:pt x="6" y="255"/>
                  </a:lnTo>
                  <a:lnTo>
                    <a:pt x="6" y="253"/>
                  </a:lnTo>
                  <a:lnTo>
                    <a:pt x="6" y="253"/>
                  </a:lnTo>
                  <a:lnTo>
                    <a:pt x="6" y="253"/>
                  </a:lnTo>
                  <a:lnTo>
                    <a:pt x="6" y="253"/>
                  </a:lnTo>
                  <a:lnTo>
                    <a:pt x="6" y="251"/>
                  </a:lnTo>
                  <a:lnTo>
                    <a:pt x="6" y="251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47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2" y="245"/>
                  </a:lnTo>
                  <a:lnTo>
                    <a:pt x="2" y="245"/>
                  </a:lnTo>
                  <a:lnTo>
                    <a:pt x="2" y="243"/>
                  </a:lnTo>
                  <a:lnTo>
                    <a:pt x="2" y="243"/>
                  </a:lnTo>
                  <a:lnTo>
                    <a:pt x="2" y="243"/>
                  </a:lnTo>
                  <a:lnTo>
                    <a:pt x="2" y="243"/>
                  </a:lnTo>
                  <a:lnTo>
                    <a:pt x="4" y="243"/>
                  </a:lnTo>
                  <a:lnTo>
                    <a:pt x="4" y="243"/>
                  </a:lnTo>
                  <a:lnTo>
                    <a:pt x="4" y="241"/>
                  </a:lnTo>
                  <a:lnTo>
                    <a:pt x="4" y="241"/>
                  </a:lnTo>
                  <a:lnTo>
                    <a:pt x="4" y="241"/>
                  </a:lnTo>
                  <a:lnTo>
                    <a:pt x="4" y="241"/>
                  </a:lnTo>
                  <a:lnTo>
                    <a:pt x="4" y="241"/>
                  </a:lnTo>
                  <a:lnTo>
                    <a:pt x="4" y="239"/>
                  </a:lnTo>
                  <a:lnTo>
                    <a:pt x="4" y="239"/>
                  </a:lnTo>
                  <a:lnTo>
                    <a:pt x="4" y="239"/>
                  </a:lnTo>
                  <a:lnTo>
                    <a:pt x="4" y="237"/>
                  </a:lnTo>
                  <a:lnTo>
                    <a:pt x="4" y="237"/>
                  </a:lnTo>
                  <a:lnTo>
                    <a:pt x="4" y="237"/>
                  </a:lnTo>
                  <a:lnTo>
                    <a:pt x="6" y="237"/>
                  </a:lnTo>
                  <a:lnTo>
                    <a:pt x="6" y="237"/>
                  </a:lnTo>
                  <a:lnTo>
                    <a:pt x="6" y="236"/>
                  </a:lnTo>
                  <a:lnTo>
                    <a:pt x="6" y="236"/>
                  </a:lnTo>
                  <a:lnTo>
                    <a:pt x="6" y="236"/>
                  </a:lnTo>
                  <a:lnTo>
                    <a:pt x="6" y="236"/>
                  </a:lnTo>
                  <a:lnTo>
                    <a:pt x="4" y="236"/>
                  </a:lnTo>
                  <a:lnTo>
                    <a:pt x="4" y="234"/>
                  </a:lnTo>
                  <a:lnTo>
                    <a:pt x="4" y="234"/>
                  </a:lnTo>
                  <a:lnTo>
                    <a:pt x="4" y="234"/>
                  </a:lnTo>
                  <a:lnTo>
                    <a:pt x="4" y="234"/>
                  </a:lnTo>
                  <a:lnTo>
                    <a:pt x="6" y="234"/>
                  </a:lnTo>
                  <a:lnTo>
                    <a:pt x="6" y="232"/>
                  </a:lnTo>
                  <a:lnTo>
                    <a:pt x="6" y="232"/>
                  </a:lnTo>
                  <a:lnTo>
                    <a:pt x="6" y="230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6" y="226"/>
                  </a:lnTo>
                  <a:lnTo>
                    <a:pt x="6" y="226"/>
                  </a:lnTo>
                  <a:lnTo>
                    <a:pt x="12" y="228"/>
                  </a:lnTo>
                  <a:lnTo>
                    <a:pt x="14" y="228"/>
                  </a:lnTo>
                  <a:lnTo>
                    <a:pt x="14" y="226"/>
                  </a:lnTo>
                  <a:lnTo>
                    <a:pt x="14" y="226"/>
                  </a:lnTo>
                  <a:lnTo>
                    <a:pt x="16" y="224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18"/>
                  </a:lnTo>
                  <a:lnTo>
                    <a:pt x="19" y="216"/>
                  </a:lnTo>
                  <a:lnTo>
                    <a:pt x="19" y="216"/>
                  </a:lnTo>
                  <a:lnTo>
                    <a:pt x="17" y="216"/>
                  </a:lnTo>
                  <a:lnTo>
                    <a:pt x="16" y="216"/>
                  </a:lnTo>
                  <a:lnTo>
                    <a:pt x="14" y="216"/>
                  </a:lnTo>
                  <a:lnTo>
                    <a:pt x="14" y="218"/>
                  </a:lnTo>
                  <a:lnTo>
                    <a:pt x="14" y="218"/>
                  </a:lnTo>
                  <a:lnTo>
                    <a:pt x="12" y="218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4"/>
                  </a:lnTo>
                  <a:lnTo>
                    <a:pt x="12" y="214"/>
                  </a:lnTo>
                  <a:lnTo>
                    <a:pt x="12" y="214"/>
                  </a:lnTo>
                  <a:lnTo>
                    <a:pt x="12" y="214"/>
                  </a:lnTo>
                  <a:lnTo>
                    <a:pt x="12" y="212"/>
                  </a:lnTo>
                  <a:lnTo>
                    <a:pt x="12" y="212"/>
                  </a:lnTo>
                  <a:lnTo>
                    <a:pt x="10" y="210"/>
                  </a:lnTo>
                  <a:lnTo>
                    <a:pt x="10" y="210"/>
                  </a:lnTo>
                  <a:lnTo>
                    <a:pt x="10" y="210"/>
                  </a:lnTo>
                  <a:lnTo>
                    <a:pt x="12" y="208"/>
                  </a:lnTo>
                  <a:lnTo>
                    <a:pt x="12" y="208"/>
                  </a:lnTo>
                  <a:lnTo>
                    <a:pt x="12" y="208"/>
                  </a:lnTo>
                  <a:lnTo>
                    <a:pt x="12" y="208"/>
                  </a:lnTo>
                  <a:lnTo>
                    <a:pt x="12" y="206"/>
                  </a:lnTo>
                  <a:lnTo>
                    <a:pt x="12" y="206"/>
                  </a:lnTo>
                  <a:lnTo>
                    <a:pt x="10" y="206"/>
                  </a:lnTo>
                  <a:lnTo>
                    <a:pt x="10" y="206"/>
                  </a:lnTo>
                  <a:lnTo>
                    <a:pt x="10" y="204"/>
                  </a:lnTo>
                  <a:lnTo>
                    <a:pt x="10" y="204"/>
                  </a:lnTo>
                  <a:lnTo>
                    <a:pt x="10" y="202"/>
                  </a:lnTo>
                  <a:lnTo>
                    <a:pt x="14" y="190"/>
                  </a:lnTo>
                  <a:lnTo>
                    <a:pt x="14" y="188"/>
                  </a:lnTo>
                  <a:lnTo>
                    <a:pt x="14" y="188"/>
                  </a:lnTo>
                  <a:lnTo>
                    <a:pt x="12" y="188"/>
                  </a:lnTo>
                  <a:lnTo>
                    <a:pt x="12" y="186"/>
                  </a:lnTo>
                  <a:lnTo>
                    <a:pt x="12" y="186"/>
                  </a:lnTo>
                  <a:lnTo>
                    <a:pt x="12" y="186"/>
                  </a:lnTo>
                  <a:lnTo>
                    <a:pt x="12" y="184"/>
                  </a:lnTo>
                  <a:lnTo>
                    <a:pt x="12" y="184"/>
                  </a:lnTo>
                  <a:lnTo>
                    <a:pt x="10" y="183"/>
                  </a:lnTo>
                  <a:lnTo>
                    <a:pt x="10" y="183"/>
                  </a:lnTo>
                  <a:lnTo>
                    <a:pt x="8" y="184"/>
                  </a:lnTo>
                  <a:lnTo>
                    <a:pt x="8" y="184"/>
                  </a:lnTo>
                  <a:lnTo>
                    <a:pt x="8" y="184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8" y="181"/>
                  </a:lnTo>
                  <a:lnTo>
                    <a:pt x="10" y="181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0" y="177"/>
                  </a:lnTo>
                  <a:lnTo>
                    <a:pt x="10" y="175"/>
                  </a:lnTo>
                  <a:lnTo>
                    <a:pt x="10" y="171"/>
                  </a:lnTo>
                  <a:lnTo>
                    <a:pt x="10" y="171"/>
                  </a:lnTo>
                  <a:lnTo>
                    <a:pt x="10" y="171"/>
                  </a:lnTo>
                  <a:lnTo>
                    <a:pt x="14" y="169"/>
                  </a:lnTo>
                  <a:lnTo>
                    <a:pt x="14" y="169"/>
                  </a:lnTo>
                  <a:lnTo>
                    <a:pt x="14" y="167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6" y="165"/>
                  </a:lnTo>
                  <a:lnTo>
                    <a:pt x="16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7" y="159"/>
                  </a:lnTo>
                  <a:lnTo>
                    <a:pt x="17" y="159"/>
                  </a:lnTo>
                  <a:lnTo>
                    <a:pt x="17" y="159"/>
                  </a:lnTo>
                  <a:lnTo>
                    <a:pt x="17" y="159"/>
                  </a:lnTo>
                  <a:lnTo>
                    <a:pt x="17" y="159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6" y="159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12" y="157"/>
                  </a:lnTo>
                  <a:lnTo>
                    <a:pt x="14" y="155"/>
                  </a:lnTo>
                  <a:lnTo>
                    <a:pt x="17" y="153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1" y="147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1" y="151"/>
                  </a:lnTo>
                  <a:lnTo>
                    <a:pt x="41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5" y="151"/>
                  </a:lnTo>
                  <a:lnTo>
                    <a:pt x="51" y="147"/>
                  </a:lnTo>
                  <a:lnTo>
                    <a:pt x="51" y="147"/>
                  </a:lnTo>
                  <a:lnTo>
                    <a:pt x="51" y="147"/>
                  </a:lnTo>
                  <a:lnTo>
                    <a:pt x="51" y="145"/>
                  </a:lnTo>
                  <a:lnTo>
                    <a:pt x="51" y="145"/>
                  </a:lnTo>
                  <a:lnTo>
                    <a:pt x="51" y="145"/>
                  </a:lnTo>
                  <a:lnTo>
                    <a:pt x="51" y="145"/>
                  </a:lnTo>
                  <a:lnTo>
                    <a:pt x="51" y="143"/>
                  </a:lnTo>
                  <a:lnTo>
                    <a:pt x="51" y="143"/>
                  </a:lnTo>
                  <a:lnTo>
                    <a:pt x="51" y="143"/>
                  </a:lnTo>
                  <a:lnTo>
                    <a:pt x="53" y="143"/>
                  </a:lnTo>
                  <a:lnTo>
                    <a:pt x="55" y="141"/>
                  </a:lnTo>
                  <a:lnTo>
                    <a:pt x="55" y="141"/>
                  </a:lnTo>
                  <a:lnTo>
                    <a:pt x="55" y="143"/>
                  </a:lnTo>
                  <a:lnTo>
                    <a:pt x="55" y="143"/>
                  </a:lnTo>
                  <a:lnTo>
                    <a:pt x="57" y="143"/>
                  </a:lnTo>
                  <a:lnTo>
                    <a:pt x="57" y="143"/>
                  </a:lnTo>
                  <a:lnTo>
                    <a:pt x="57" y="143"/>
                  </a:lnTo>
                  <a:lnTo>
                    <a:pt x="57" y="143"/>
                  </a:lnTo>
                  <a:lnTo>
                    <a:pt x="57" y="143"/>
                  </a:lnTo>
                  <a:lnTo>
                    <a:pt x="59" y="143"/>
                  </a:lnTo>
                  <a:lnTo>
                    <a:pt x="59" y="143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7" y="139"/>
                  </a:lnTo>
                  <a:lnTo>
                    <a:pt x="68" y="139"/>
                  </a:lnTo>
                  <a:lnTo>
                    <a:pt x="68" y="137"/>
                  </a:lnTo>
                  <a:lnTo>
                    <a:pt x="70" y="137"/>
                  </a:lnTo>
                  <a:lnTo>
                    <a:pt x="74" y="135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6" y="135"/>
                  </a:lnTo>
                  <a:lnTo>
                    <a:pt x="74" y="131"/>
                  </a:lnTo>
                  <a:lnTo>
                    <a:pt x="74" y="131"/>
                  </a:lnTo>
                  <a:lnTo>
                    <a:pt x="74" y="131"/>
                  </a:lnTo>
                  <a:lnTo>
                    <a:pt x="72" y="114"/>
                  </a:lnTo>
                  <a:lnTo>
                    <a:pt x="72" y="112"/>
                  </a:lnTo>
                  <a:lnTo>
                    <a:pt x="72" y="108"/>
                  </a:lnTo>
                  <a:lnTo>
                    <a:pt x="74" y="90"/>
                  </a:lnTo>
                  <a:lnTo>
                    <a:pt x="74" y="86"/>
                  </a:lnTo>
                  <a:lnTo>
                    <a:pt x="80" y="90"/>
                  </a:lnTo>
                  <a:lnTo>
                    <a:pt x="86" y="90"/>
                  </a:lnTo>
                  <a:lnTo>
                    <a:pt x="90" y="92"/>
                  </a:lnTo>
                  <a:lnTo>
                    <a:pt x="92" y="92"/>
                  </a:lnTo>
                  <a:lnTo>
                    <a:pt x="108" y="88"/>
                  </a:lnTo>
                  <a:lnTo>
                    <a:pt x="110" y="88"/>
                  </a:lnTo>
                  <a:lnTo>
                    <a:pt x="110" y="86"/>
                  </a:lnTo>
                  <a:lnTo>
                    <a:pt x="110" y="84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71"/>
                  </a:lnTo>
                  <a:lnTo>
                    <a:pt x="112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4" y="69"/>
                  </a:lnTo>
                  <a:lnTo>
                    <a:pt x="116" y="69"/>
                  </a:lnTo>
                  <a:lnTo>
                    <a:pt x="121" y="67"/>
                  </a:lnTo>
                  <a:lnTo>
                    <a:pt x="121" y="67"/>
                  </a:lnTo>
                  <a:lnTo>
                    <a:pt x="121" y="67"/>
                  </a:lnTo>
                  <a:lnTo>
                    <a:pt x="121" y="67"/>
                  </a:lnTo>
                  <a:lnTo>
                    <a:pt x="121" y="67"/>
                  </a:lnTo>
                  <a:lnTo>
                    <a:pt x="123" y="67"/>
                  </a:lnTo>
                  <a:lnTo>
                    <a:pt x="123" y="67"/>
                  </a:lnTo>
                  <a:lnTo>
                    <a:pt x="123" y="67"/>
                  </a:lnTo>
                  <a:lnTo>
                    <a:pt x="123" y="67"/>
                  </a:lnTo>
                  <a:lnTo>
                    <a:pt x="123" y="67"/>
                  </a:lnTo>
                  <a:lnTo>
                    <a:pt x="123" y="67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5" y="65"/>
                  </a:lnTo>
                  <a:lnTo>
                    <a:pt x="149" y="61"/>
                  </a:lnTo>
                  <a:lnTo>
                    <a:pt x="153" y="55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63" y="53"/>
                  </a:lnTo>
                  <a:lnTo>
                    <a:pt x="176" y="53"/>
                  </a:lnTo>
                  <a:lnTo>
                    <a:pt x="182" y="53"/>
                  </a:lnTo>
                  <a:lnTo>
                    <a:pt x="184" y="51"/>
                  </a:lnTo>
                  <a:lnTo>
                    <a:pt x="184" y="51"/>
                  </a:lnTo>
                  <a:lnTo>
                    <a:pt x="186" y="49"/>
                  </a:lnTo>
                  <a:lnTo>
                    <a:pt x="196" y="31"/>
                  </a:lnTo>
                  <a:lnTo>
                    <a:pt x="196" y="29"/>
                  </a:lnTo>
                  <a:lnTo>
                    <a:pt x="196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10" y="27"/>
                  </a:lnTo>
                  <a:lnTo>
                    <a:pt x="229" y="18"/>
                  </a:lnTo>
                  <a:lnTo>
                    <a:pt x="229" y="16"/>
                  </a:lnTo>
                  <a:lnTo>
                    <a:pt x="229" y="16"/>
                  </a:lnTo>
                  <a:lnTo>
                    <a:pt x="229" y="16"/>
                  </a:lnTo>
                  <a:lnTo>
                    <a:pt x="229" y="16"/>
                  </a:lnTo>
                  <a:lnTo>
                    <a:pt x="229" y="16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1" y="6"/>
                  </a:lnTo>
                  <a:lnTo>
                    <a:pt x="221" y="6"/>
                  </a:lnTo>
                  <a:lnTo>
                    <a:pt x="221" y="6"/>
                  </a:lnTo>
                  <a:lnTo>
                    <a:pt x="221" y="6"/>
                  </a:lnTo>
                  <a:lnTo>
                    <a:pt x="223" y="4"/>
                  </a:lnTo>
                  <a:lnTo>
                    <a:pt x="225" y="2"/>
                  </a:lnTo>
                  <a:lnTo>
                    <a:pt x="231" y="0"/>
                  </a:lnTo>
                  <a:lnTo>
                    <a:pt x="23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>
              <a:off x="2413000" y="3906838"/>
              <a:ext cx="339725" cy="231775"/>
            </a:xfrm>
            <a:custGeom>
              <a:avLst/>
              <a:gdLst>
                <a:gd name="T0" fmla="*/ 161 w 430"/>
                <a:gd name="T1" fmla="*/ 23 h 292"/>
                <a:gd name="T2" fmla="*/ 177 w 430"/>
                <a:gd name="T3" fmla="*/ 31 h 292"/>
                <a:gd name="T4" fmla="*/ 189 w 430"/>
                <a:gd name="T5" fmla="*/ 35 h 292"/>
                <a:gd name="T6" fmla="*/ 187 w 430"/>
                <a:gd name="T7" fmla="*/ 53 h 292"/>
                <a:gd name="T8" fmla="*/ 202 w 430"/>
                <a:gd name="T9" fmla="*/ 58 h 292"/>
                <a:gd name="T10" fmla="*/ 202 w 430"/>
                <a:gd name="T11" fmla="*/ 64 h 292"/>
                <a:gd name="T12" fmla="*/ 218 w 430"/>
                <a:gd name="T13" fmla="*/ 74 h 292"/>
                <a:gd name="T14" fmla="*/ 224 w 430"/>
                <a:gd name="T15" fmla="*/ 60 h 292"/>
                <a:gd name="T16" fmla="*/ 253 w 430"/>
                <a:gd name="T17" fmla="*/ 33 h 292"/>
                <a:gd name="T18" fmla="*/ 259 w 430"/>
                <a:gd name="T19" fmla="*/ 41 h 292"/>
                <a:gd name="T20" fmla="*/ 263 w 430"/>
                <a:gd name="T21" fmla="*/ 35 h 292"/>
                <a:gd name="T22" fmla="*/ 281 w 430"/>
                <a:gd name="T23" fmla="*/ 27 h 292"/>
                <a:gd name="T24" fmla="*/ 296 w 430"/>
                <a:gd name="T25" fmla="*/ 23 h 292"/>
                <a:gd name="T26" fmla="*/ 304 w 430"/>
                <a:gd name="T27" fmla="*/ 23 h 292"/>
                <a:gd name="T28" fmla="*/ 314 w 430"/>
                <a:gd name="T29" fmla="*/ 23 h 292"/>
                <a:gd name="T30" fmla="*/ 361 w 430"/>
                <a:gd name="T31" fmla="*/ 23 h 292"/>
                <a:gd name="T32" fmla="*/ 387 w 430"/>
                <a:gd name="T33" fmla="*/ 49 h 292"/>
                <a:gd name="T34" fmla="*/ 400 w 430"/>
                <a:gd name="T35" fmla="*/ 74 h 292"/>
                <a:gd name="T36" fmla="*/ 422 w 430"/>
                <a:gd name="T37" fmla="*/ 82 h 292"/>
                <a:gd name="T38" fmla="*/ 412 w 430"/>
                <a:gd name="T39" fmla="*/ 98 h 292"/>
                <a:gd name="T40" fmla="*/ 406 w 430"/>
                <a:gd name="T41" fmla="*/ 102 h 292"/>
                <a:gd name="T42" fmla="*/ 424 w 430"/>
                <a:gd name="T43" fmla="*/ 113 h 292"/>
                <a:gd name="T44" fmla="*/ 422 w 430"/>
                <a:gd name="T45" fmla="*/ 125 h 292"/>
                <a:gd name="T46" fmla="*/ 424 w 430"/>
                <a:gd name="T47" fmla="*/ 141 h 292"/>
                <a:gd name="T48" fmla="*/ 426 w 430"/>
                <a:gd name="T49" fmla="*/ 145 h 292"/>
                <a:gd name="T50" fmla="*/ 410 w 430"/>
                <a:gd name="T51" fmla="*/ 151 h 292"/>
                <a:gd name="T52" fmla="*/ 410 w 430"/>
                <a:gd name="T53" fmla="*/ 172 h 292"/>
                <a:gd name="T54" fmla="*/ 410 w 430"/>
                <a:gd name="T55" fmla="*/ 184 h 292"/>
                <a:gd name="T56" fmla="*/ 394 w 430"/>
                <a:gd name="T57" fmla="*/ 190 h 292"/>
                <a:gd name="T58" fmla="*/ 381 w 430"/>
                <a:gd name="T59" fmla="*/ 190 h 292"/>
                <a:gd name="T60" fmla="*/ 363 w 430"/>
                <a:gd name="T61" fmla="*/ 206 h 292"/>
                <a:gd name="T62" fmla="*/ 355 w 430"/>
                <a:gd name="T63" fmla="*/ 214 h 292"/>
                <a:gd name="T64" fmla="*/ 347 w 430"/>
                <a:gd name="T65" fmla="*/ 221 h 292"/>
                <a:gd name="T66" fmla="*/ 338 w 430"/>
                <a:gd name="T67" fmla="*/ 227 h 292"/>
                <a:gd name="T68" fmla="*/ 332 w 430"/>
                <a:gd name="T69" fmla="*/ 231 h 292"/>
                <a:gd name="T70" fmla="*/ 300 w 430"/>
                <a:gd name="T71" fmla="*/ 243 h 292"/>
                <a:gd name="T72" fmla="*/ 283 w 430"/>
                <a:gd name="T73" fmla="*/ 257 h 292"/>
                <a:gd name="T74" fmla="*/ 289 w 430"/>
                <a:gd name="T75" fmla="*/ 265 h 292"/>
                <a:gd name="T76" fmla="*/ 300 w 430"/>
                <a:gd name="T77" fmla="*/ 274 h 292"/>
                <a:gd name="T78" fmla="*/ 304 w 430"/>
                <a:gd name="T79" fmla="*/ 282 h 292"/>
                <a:gd name="T80" fmla="*/ 296 w 430"/>
                <a:gd name="T81" fmla="*/ 288 h 292"/>
                <a:gd name="T82" fmla="*/ 263 w 430"/>
                <a:gd name="T83" fmla="*/ 272 h 292"/>
                <a:gd name="T84" fmla="*/ 234 w 430"/>
                <a:gd name="T85" fmla="*/ 267 h 292"/>
                <a:gd name="T86" fmla="*/ 196 w 430"/>
                <a:gd name="T87" fmla="*/ 280 h 292"/>
                <a:gd name="T88" fmla="*/ 171 w 430"/>
                <a:gd name="T89" fmla="*/ 274 h 292"/>
                <a:gd name="T90" fmla="*/ 140 w 430"/>
                <a:gd name="T91" fmla="*/ 261 h 292"/>
                <a:gd name="T92" fmla="*/ 132 w 430"/>
                <a:gd name="T93" fmla="*/ 239 h 292"/>
                <a:gd name="T94" fmla="*/ 110 w 430"/>
                <a:gd name="T95" fmla="*/ 239 h 292"/>
                <a:gd name="T96" fmla="*/ 100 w 430"/>
                <a:gd name="T97" fmla="*/ 261 h 292"/>
                <a:gd name="T98" fmla="*/ 89 w 430"/>
                <a:gd name="T99" fmla="*/ 271 h 292"/>
                <a:gd name="T100" fmla="*/ 40 w 430"/>
                <a:gd name="T101" fmla="*/ 151 h 292"/>
                <a:gd name="T102" fmla="*/ 6 w 430"/>
                <a:gd name="T103" fmla="*/ 66 h 292"/>
                <a:gd name="T104" fmla="*/ 14 w 430"/>
                <a:gd name="T105" fmla="*/ 60 h 292"/>
                <a:gd name="T106" fmla="*/ 18 w 430"/>
                <a:gd name="T107" fmla="*/ 51 h 292"/>
                <a:gd name="T108" fmla="*/ 24 w 430"/>
                <a:gd name="T109" fmla="*/ 58 h 292"/>
                <a:gd name="T110" fmla="*/ 40 w 430"/>
                <a:gd name="T111" fmla="*/ 51 h 292"/>
                <a:gd name="T112" fmla="*/ 63 w 430"/>
                <a:gd name="T113" fmla="*/ 49 h 292"/>
                <a:gd name="T114" fmla="*/ 85 w 430"/>
                <a:gd name="T115" fmla="*/ 45 h 292"/>
                <a:gd name="T116" fmla="*/ 96 w 430"/>
                <a:gd name="T117" fmla="*/ 39 h 292"/>
                <a:gd name="T118" fmla="*/ 108 w 430"/>
                <a:gd name="T119" fmla="*/ 25 h 292"/>
                <a:gd name="T120" fmla="*/ 124 w 430"/>
                <a:gd name="T121" fmla="*/ 19 h 292"/>
                <a:gd name="T122" fmla="*/ 136 w 430"/>
                <a:gd name="T123" fmla="*/ 13 h 292"/>
                <a:gd name="T124" fmla="*/ 149 w 430"/>
                <a:gd name="T12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0" h="292">
                  <a:moveTo>
                    <a:pt x="149" y="0"/>
                  </a:moveTo>
                  <a:lnTo>
                    <a:pt x="151" y="2"/>
                  </a:lnTo>
                  <a:lnTo>
                    <a:pt x="151" y="2"/>
                  </a:lnTo>
                  <a:lnTo>
                    <a:pt x="151" y="5"/>
                  </a:lnTo>
                  <a:lnTo>
                    <a:pt x="151" y="9"/>
                  </a:lnTo>
                  <a:lnTo>
                    <a:pt x="151" y="9"/>
                  </a:lnTo>
                  <a:lnTo>
                    <a:pt x="151" y="9"/>
                  </a:lnTo>
                  <a:lnTo>
                    <a:pt x="151" y="9"/>
                  </a:lnTo>
                  <a:lnTo>
                    <a:pt x="157" y="13"/>
                  </a:lnTo>
                  <a:lnTo>
                    <a:pt x="157" y="15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9" y="21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3" y="23"/>
                  </a:lnTo>
                  <a:lnTo>
                    <a:pt x="163" y="23"/>
                  </a:lnTo>
                  <a:lnTo>
                    <a:pt x="165" y="23"/>
                  </a:lnTo>
                  <a:lnTo>
                    <a:pt x="165" y="23"/>
                  </a:lnTo>
                  <a:lnTo>
                    <a:pt x="165" y="23"/>
                  </a:lnTo>
                  <a:lnTo>
                    <a:pt x="167" y="25"/>
                  </a:lnTo>
                  <a:lnTo>
                    <a:pt x="167" y="25"/>
                  </a:lnTo>
                  <a:lnTo>
                    <a:pt x="171" y="25"/>
                  </a:lnTo>
                  <a:lnTo>
                    <a:pt x="173" y="25"/>
                  </a:lnTo>
                  <a:lnTo>
                    <a:pt x="173" y="25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3" y="29"/>
                  </a:lnTo>
                  <a:lnTo>
                    <a:pt x="175" y="29"/>
                  </a:lnTo>
                  <a:lnTo>
                    <a:pt x="175" y="29"/>
                  </a:lnTo>
                  <a:lnTo>
                    <a:pt x="177" y="31"/>
                  </a:lnTo>
                  <a:lnTo>
                    <a:pt x="177" y="31"/>
                  </a:lnTo>
                  <a:lnTo>
                    <a:pt x="177" y="31"/>
                  </a:lnTo>
                  <a:lnTo>
                    <a:pt x="177" y="33"/>
                  </a:lnTo>
                  <a:lnTo>
                    <a:pt x="177" y="33"/>
                  </a:lnTo>
                  <a:lnTo>
                    <a:pt x="177" y="33"/>
                  </a:lnTo>
                  <a:lnTo>
                    <a:pt x="175" y="35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7" y="37"/>
                  </a:lnTo>
                  <a:lnTo>
                    <a:pt x="179" y="35"/>
                  </a:lnTo>
                  <a:lnTo>
                    <a:pt x="183" y="33"/>
                  </a:lnTo>
                  <a:lnTo>
                    <a:pt x="185" y="33"/>
                  </a:lnTo>
                  <a:lnTo>
                    <a:pt x="185" y="33"/>
                  </a:lnTo>
                  <a:lnTo>
                    <a:pt x="185" y="35"/>
                  </a:lnTo>
                  <a:lnTo>
                    <a:pt x="185" y="35"/>
                  </a:lnTo>
                  <a:lnTo>
                    <a:pt x="187" y="35"/>
                  </a:lnTo>
                  <a:lnTo>
                    <a:pt x="187" y="35"/>
                  </a:lnTo>
                  <a:lnTo>
                    <a:pt x="189" y="35"/>
                  </a:lnTo>
                  <a:lnTo>
                    <a:pt x="189" y="35"/>
                  </a:lnTo>
                  <a:lnTo>
                    <a:pt x="189" y="35"/>
                  </a:lnTo>
                  <a:lnTo>
                    <a:pt x="189" y="35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9" y="39"/>
                  </a:lnTo>
                  <a:lnTo>
                    <a:pt x="189" y="39"/>
                  </a:lnTo>
                  <a:lnTo>
                    <a:pt x="189" y="39"/>
                  </a:lnTo>
                  <a:lnTo>
                    <a:pt x="189" y="39"/>
                  </a:lnTo>
                  <a:lnTo>
                    <a:pt x="189" y="39"/>
                  </a:lnTo>
                  <a:lnTo>
                    <a:pt x="189" y="41"/>
                  </a:lnTo>
                  <a:lnTo>
                    <a:pt x="189" y="41"/>
                  </a:lnTo>
                  <a:lnTo>
                    <a:pt x="183" y="43"/>
                  </a:lnTo>
                  <a:lnTo>
                    <a:pt x="183" y="45"/>
                  </a:lnTo>
                  <a:lnTo>
                    <a:pt x="185" y="49"/>
                  </a:lnTo>
                  <a:lnTo>
                    <a:pt x="185" y="49"/>
                  </a:lnTo>
                  <a:lnTo>
                    <a:pt x="185" y="51"/>
                  </a:lnTo>
                  <a:lnTo>
                    <a:pt x="187" y="51"/>
                  </a:lnTo>
                  <a:lnTo>
                    <a:pt x="187" y="53"/>
                  </a:lnTo>
                  <a:lnTo>
                    <a:pt x="187" y="53"/>
                  </a:lnTo>
                  <a:lnTo>
                    <a:pt x="187" y="53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89" y="55"/>
                  </a:lnTo>
                  <a:lnTo>
                    <a:pt x="189" y="55"/>
                  </a:lnTo>
                  <a:lnTo>
                    <a:pt x="191" y="55"/>
                  </a:lnTo>
                  <a:lnTo>
                    <a:pt x="191" y="55"/>
                  </a:lnTo>
                  <a:lnTo>
                    <a:pt x="191" y="55"/>
                  </a:lnTo>
                  <a:lnTo>
                    <a:pt x="192" y="55"/>
                  </a:lnTo>
                  <a:lnTo>
                    <a:pt x="192" y="55"/>
                  </a:lnTo>
                  <a:lnTo>
                    <a:pt x="194" y="55"/>
                  </a:lnTo>
                  <a:lnTo>
                    <a:pt x="198" y="58"/>
                  </a:lnTo>
                  <a:lnTo>
                    <a:pt x="198" y="58"/>
                  </a:lnTo>
                  <a:lnTo>
                    <a:pt x="198" y="58"/>
                  </a:lnTo>
                  <a:lnTo>
                    <a:pt x="200" y="58"/>
                  </a:lnTo>
                  <a:lnTo>
                    <a:pt x="200" y="58"/>
                  </a:lnTo>
                  <a:lnTo>
                    <a:pt x="202" y="58"/>
                  </a:lnTo>
                  <a:lnTo>
                    <a:pt x="202" y="58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7"/>
                  </a:lnTo>
                  <a:lnTo>
                    <a:pt x="204" y="58"/>
                  </a:lnTo>
                  <a:lnTo>
                    <a:pt x="204" y="58"/>
                  </a:lnTo>
                  <a:lnTo>
                    <a:pt x="204" y="58"/>
                  </a:lnTo>
                  <a:lnTo>
                    <a:pt x="204" y="58"/>
                  </a:lnTo>
                  <a:lnTo>
                    <a:pt x="204" y="58"/>
                  </a:lnTo>
                  <a:lnTo>
                    <a:pt x="204" y="60"/>
                  </a:lnTo>
                  <a:lnTo>
                    <a:pt x="204" y="60"/>
                  </a:lnTo>
                  <a:lnTo>
                    <a:pt x="202" y="62"/>
                  </a:lnTo>
                  <a:lnTo>
                    <a:pt x="202" y="62"/>
                  </a:lnTo>
                  <a:lnTo>
                    <a:pt x="202" y="62"/>
                  </a:lnTo>
                  <a:lnTo>
                    <a:pt x="202" y="64"/>
                  </a:lnTo>
                  <a:lnTo>
                    <a:pt x="202" y="64"/>
                  </a:lnTo>
                  <a:lnTo>
                    <a:pt x="202" y="64"/>
                  </a:lnTo>
                  <a:lnTo>
                    <a:pt x="202" y="64"/>
                  </a:lnTo>
                  <a:lnTo>
                    <a:pt x="204" y="64"/>
                  </a:lnTo>
                  <a:lnTo>
                    <a:pt x="204" y="64"/>
                  </a:lnTo>
                  <a:lnTo>
                    <a:pt x="206" y="64"/>
                  </a:lnTo>
                  <a:lnTo>
                    <a:pt x="206" y="64"/>
                  </a:lnTo>
                  <a:lnTo>
                    <a:pt x="208" y="68"/>
                  </a:lnTo>
                  <a:lnTo>
                    <a:pt x="210" y="70"/>
                  </a:lnTo>
                  <a:lnTo>
                    <a:pt x="212" y="70"/>
                  </a:lnTo>
                  <a:lnTo>
                    <a:pt x="212" y="70"/>
                  </a:lnTo>
                  <a:lnTo>
                    <a:pt x="214" y="70"/>
                  </a:lnTo>
                  <a:lnTo>
                    <a:pt x="214" y="72"/>
                  </a:lnTo>
                  <a:lnTo>
                    <a:pt x="214" y="72"/>
                  </a:lnTo>
                  <a:lnTo>
                    <a:pt x="214" y="72"/>
                  </a:lnTo>
                  <a:lnTo>
                    <a:pt x="214" y="74"/>
                  </a:lnTo>
                  <a:lnTo>
                    <a:pt x="216" y="74"/>
                  </a:lnTo>
                  <a:lnTo>
                    <a:pt x="216" y="74"/>
                  </a:lnTo>
                  <a:lnTo>
                    <a:pt x="216" y="74"/>
                  </a:lnTo>
                  <a:lnTo>
                    <a:pt x="216" y="74"/>
                  </a:lnTo>
                  <a:lnTo>
                    <a:pt x="218" y="74"/>
                  </a:lnTo>
                  <a:lnTo>
                    <a:pt x="218" y="72"/>
                  </a:lnTo>
                  <a:lnTo>
                    <a:pt x="218" y="72"/>
                  </a:lnTo>
                  <a:lnTo>
                    <a:pt x="220" y="72"/>
                  </a:lnTo>
                  <a:lnTo>
                    <a:pt x="220" y="72"/>
                  </a:lnTo>
                  <a:lnTo>
                    <a:pt x="220" y="72"/>
                  </a:lnTo>
                  <a:lnTo>
                    <a:pt x="222" y="72"/>
                  </a:lnTo>
                  <a:lnTo>
                    <a:pt x="222" y="72"/>
                  </a:lnTo>
                  <a:lnTo>
                    <a:pt x="222" y="72"/>
                  </a:lnTo>
                  <a:lnTo>
                    <a:pt x="222" y="72"/>
                  </a:lnTo>
                  <a:lnTo>
                    <a:pt x="220" y="72"/>
                  </a:lnTo>
                  <a:lnTo>
                    <a:pt x="218" y="68"/>
                  </a:lnTo>
                  <a:lnTo>
                    <a:pt x="218" y="68"/>
                  </a:lnTo>
                  <a:lnTo>
                    <a:pt x="220" y="68"/>
                  </a:lnTo>
                  <a:lnTo>
                    <a:pt x="224" y="62"/>
                  </a:lnTo>
                  <a:lnTo>
                    <a:pt x="224" y="62"/>
                  </a:lnTo>
                  <a:lnTo>
                    <a:pt x="224" y="62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58"/>
                  </a:lnTo>
                  <a:lnTo>
                    <a:pt x="226" y="58"/>
                  </a:lnTo>
                  <a:lnTo>
                    <a:pt x="230" y="53"/>
                  </a:lnTo>
                  <a:lnTo>
                    <a:pt x="230" y="53"/>
                  </a:lnTo>
                  <a:lnTo>
                    <a:pt x="228" y="51"/>
                  </a:lnTo>
                  <a:lnTo>
                    <a:pt x="228" y="51"/>
                  </a:lnTo>
                  <a:lnTo>
                    <a:pt x="242" y="39"/>
                  </a:lnTo>
                  <a:lnTo>
                    <a:pt x="245" y="35"/>
                  </a:lnTo>
                  <a:lnTo>
                    <a:pt x="249" y="31"/>
                  </a:lnTo>
                  <a:lnTo>
                    <a:pt x="249" y="31"/>
                  </a:lnTo>
                  <a:lnTo>
                    <a:pt x="251" y="31"/>
                  </a:lnTo>
                  <a:lnTo>
                    <a:pt x="251" y="31"/>
                  </a:lnTo>
                  <a:lnTo>
                    <a:pt x="251" y="31"/>
                  </a:lnTo>
                  <a:lnTo>
                    <a:pt x="251" y="33"/>
                  </a:lnTo>
                  <a:lnTo>
                    <a:pt x="251" y="33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3" y="31"/>
                  </a:lnTo>
                  <a:lnTo>
                    <a:pt x="253" y="31"/>
                  </a:lnTo>
                  <a:lnTo>
                    <a:pt x="253" y="31"/>
                  </a:lnTo>
                  <a:lnTo>
                    <a:pt x="253" y="31"/>
                  </a:lnTo>
                  <a:lnTo>
                    <a:pt x="255" y="29"/>
                  </a:lnTo>
                  <a:lnTo>
                    <a:pt x="255" y="29"/>
                  </a:lnTo>
                  <a:lnTo>
                    <a:pt x="255" y="29"/>
                  </a:lnTo>
                  <a:lnTo>
                    <a:pt x="255" y="31"/>
                  </a:lnTo>
                  <a:lnTo>
                    <a:pt x="255" y="31"/>
                  </a:lnTo>
                  <a:lnTo>
                    <a:pt x="255" y="33"/>
                  </a:lnTo>
                  <a:lnTo>
                    <a:pt x="257" y="37"/>
                  </a:lnTo>
                  <a:lnTo>
                    <a:pt x="257" y="37"/>
                  </a:lnTo>
                  <a:lnTo>
                    <a:pt x="257" y="37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61" y="41"/>
                  </a:lnTo>
                  <a:lnTo>
                    <a:pt x="263" y="41"/>
                  </a:lnTo>
                  <a:lnTo>
                    <a:pt x="263" y="41"/>
                  </a:lnTo>
                  <a:lnTo>
                    <a:pt x="263" y="39"/>
                  </a:lnTo>
                  <a:lnTo>
                    <a:pt x="263" y="39"/>
                  </a:lnTo>
                  <a:lnTo>
                    <a:pt x="263" y="39"/>
                  </a:lnTo>
                  <a:lnTo>
                    <a:pt x="263" y="39"/>
                  </a:lnTo>
                  <a:lnTo>
                    <a:pt x="263" y="39"/>
                  </a:lnTo>
                  <a:lnTo>
                    <a:pt x="263" y="37"/>
                  </a:lnTo>
                  <a:lnTo>
                    <a:pt x="265" y="37"/>
                  </a:lnTo>
                  <a:lnTo>
                    <a:pt x="265" y="37"/>
                  </a:lnTo>
                  <a:lnTo>
                    <a:pt x="265" y="37"/>
                  </a:lnTo>
                  <a:lnTo>
                    <a:pt x="265" y="37"/>
                  </a:lnTo>
                  <a:lnTo>
                    <a:pt x="265" y="37"/>
                  </a:lnTo>
                  <a:lnTo>
                    <a:pt x="265" y="35"/>
                  </a:lnTo>
                  <a:lnTo>
                    <a:pt x="263" y="35"/>
                  </a:lnTo>
                  <a:lnTo>
                    <a:pt x="265" y="33"/>
                  </a:lnTo>
                  <a:lnTo>
                    <a:pt x="263" y="31"/>
                  </a:lnTo>
                  <a:lnTo>
                    <a:pt x="263" y="31"/>
                  </a:lnTo>
                  <a:lnTo>
                    <a:pt x="263" y="31"/>
                  </a:lnTo>
                  <a:lnTo>
                    <a:pt x="263" y="31"/>
                  </a:lnTo>
                  <a:lnTo>
                    <a:pt x="267" y="27"/>
                  </a:lnTo>
                  <a:lnTo>
                    <a:pt x="267" y="27"/>
                  </a:lnTo>
                  <a:lnTo>
                    <a:pt x="269" y="27"/>
                  </a:lnTo>
                  <a:lnTo>
                    <a:pt x="273" y="27"/>
                  </a:lnTo>
                  <a:lnTo>
                    <a:pt x="277" y="27"/>
                  </a:lnTo>
                  <a:lnTo>
                    <a:pt x="277" y="27"/>
                  </a:lnTo>
                  <a:lnTo>
                    <a:pt x="277" y="27"/>
                  </a:lnTo>
                  <a:lnTo>
                    <a:pt x="279" y="27"/>
                  </a:lnTo>
                  <a:lnTo>
                    <a:pt x="279" y="27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83" y="27"/>
                  </a:lnTo>
                  <a:lnTo>
                    <a:pt x="283" y="27"/>
                  </a:lnTo>
                  <a:lnTo>
                    <a:pt x="283" y="27"/>
                  </a:lnTo>
                  <a:lnTo>
                    <a:pt x="283" y="27"/>
                  </a:lnTo>
                  <a:lnTo>
                    <a:pt x="283" y="27"/>
                  </a:lnTo>
                  <a:lnTo>
                    <a:pt x="283" y="29"/>
                  </a:lnTo>
                  <a:lnTo>
                    <a:pt x="283" y="29"/>
                  </a:lnTo>
                  <a:lnTo>
                    <a:pt x="283" y="29"/>
                  </a:lnTo>
                  <a:lnTo>
                    <a:pt x="283" y="31"/>
                  </a:lnTo>
                  <a:lnTo>
                    <a:pt x="283" y="31"/>
                  </a:lnTo>
                  <a:lnTo>
                    <a:pt x="283" y="31"/>
                  </a:lnTo>
                  <a:lnTo>
                    <a:pt x="285" y="29"/>
                  </a:lnTo>
                  <a:lnTo>
                    <a:pt x="287" y="27"/>
                  </a:lnTo>
                  <a:lnTo>
                    <a:pt x="289" y="27"/>
                  </a:lnTo>
                  <a:lnTo>
                    <a:pt x="289" y="27"/>
                  </a:lnTo>
                  <a:lnTo>
                    <a:pt x="291" y="25"/>
                  </a:lnTo>
                  <a:lnTo>
                    <a:pt x="294" y="23"/>
                  </a:lnTo>
                  <a:lnTo>
                    <a:pt x="296" y="23"/>
                  </a:lnTo>
                  <a:lnTo>
                    <a:pt x="296" y="23"/>
                  </a:lnTo>
                  <a:lnTo>
                    <a:pt x="296" y="23"/>
                  </a:lnTo>
                  <a:lnTo>
                    <a:pt x="298" y="23"/>
                  </a:lnTo>
                  <a:lnTo>
                    <a:pt x="298" y="21"/>
                  </a:lnTo>
                  <a:lnTo>
                    <a:pt x="300" y="21"/>
                  </a:lnTo>
                  <a:lnTo>
                    <a:pt x="300" y="21"/>
                  </a:lnTo>
                  <a:lnTo>
                    <a:pt x="300" y="23"/>
                  </a:lnTo>
                  <a:lnTo>
                    <a:pt x="300" y="23"/>
                  </a:lnTo>
                  <a:lnTo>
                    <a:pt x="300" y="23"/>
                  </a:lnTo>
                  <a:lnTo>
                    <a:pt x="300" y="23"/>
                  </a:lnTo>
                  <a:lnTo>
                    <a:pt x="300" y="23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2" y="25"/>
                  </a:lnTo>
                  <a:lnTo>
                    <a:pt x="302" y="25"/>
                  </a:lnTo>
                  <a:lnTo>
                    <a:pt x="304" y="23"/>
                  </a:lnTo>
                  <a:lnTo>
                    <a:pt x="304" y="23"/>
                  </a:lnTo>
                  <a:lnTo>
                    <a:pt x="304" y="23"/>
                  </a:lnTo>
                  <a:lnTo>
                    <a:pt x="306" y="25"/>
                  </a:lnTo>
                  <a:lnTo>
                    <a:pt x="306" y="25"/>
                  </a:lnTo>
                  <a:lnTo>
                    <a:pt x="306" y="25"/>
                  </a:lnTo>
                  <a:lnTo>
                    <a:pt x="306" y="27"/>
                  </a:lnTo>
                  <a:lnTo>
                    <a:pt x="306" y="27"/>
                  </a:lnTo>
                  <a:lnTo>
                    <a:pt x="306" y="27"/>
                  </a:lnTo>
                  <a:lnTo>
                    <a:pt x="306" y="27"/>
                  </a:lnTo>
                  <a:lnTo>
                    <a:pt x="306" y="27"/>
                  </a:lnTo>
                  <a:lnTo>
                    <a:pt x="308" y="27"/>
                  </a:lnTo>
                  <a:lnTo>
                    <a:pt x="308" y="27"/>
                  </a:lnTo>
                  <a:lnTo>
                    <a:pt x="308" y="27"/>
                  </a:lnTo>
                  <a:lnTo>
                    <a:pt x="312" y="25"/>
                  </a:lnTo>
                  <a:lnTo>
                    <a:pt x="312" y="25"/>
                  </a:lnTo>
                  <a:lnTo>
                    <a:pt x="312" y="25"/>
                  </a:lnTo>
                  <a:lnTo>
                    <a:pt x="314" y="23"/>
                  </a:lnTo>
                  <a:lnTo>
                    <a:pt x="314" y="23"/>
                  </a:lnTo>
                  <a:lnTo>
                    <a:pt x="314" y="21"/>
                  </a:lnTo>
                  <a:lnTo>
                    <a:pt x="314" y="19"/>
                  </a:lnTo>
                  <a:lnTo>
                    <a:pt x="314" y="19"/>
                  </a:lnTo>
                  <a:lnTo>
                    <a:pt x="314" y="19"/>
                  </a:lnTo>
                  <a:lnTo>
                    <a:pt x="318" y="15"/>
                  </a:lnTo>
                  <a:lnTo>
                    <a:pt x="320" y="13"/>
                  </a:lnTo>
                  <a:lnTo>
                    <a:pt x="338" y="3"/>
                  </a:lnTo>
                  <a:lnTo>
                    <a:pt x="338" y="3"/>
                  </a:lnTo>
                  <a:lnTo>
                    <a:pt x="340" y="2"/>
                  </a:lnTo>
                  <a:lnTo>
                    <a:pt x="340" y="2"/>
                  </a:lnTo>
                  <a:lnTo>
                    <a:pt x="342" y="2"/>
                  </a:lnTo>
                  <a:lnTo>
                    <a:pt x="351" y="23"/>
                  </a:lnTo>
                  <a:lnTo>
                    <a:pt x="351" y="23"/>
                  </a:lnTo>
                  <a:lnTo>
                    <a:pt x="353" y="25"/>
                  </a:lnTo>
                  <a:lnTo>
                    <a:pt x="353" y="25"/>
                  </a:lnTo>
                  <a:lnTo>
                    <a:pt x="359" y="23"/>
                  </a:lnTo>
                  <a:lnTo>
                    <a:pt x="359" y="23"/>
                  </a:lnTo>
                  <a:lnTo>
                    <a:pt x="361" y="23"/>
                  </a:lnTo>
                  <a:lnTo>
                    <a:pt x="361" y="23"/>
                  </a:lnTo>
                  <a:lnTo>
                    <a:pt x="365" y="29"/>
                  </a:lnTo>
                  <a:lnTo>
                    <a:pt x="365" y="29"/>
                  </a:lnTo>
                  <a:lnTo>
                    <a:pt x="367" y="29"/>
                  </a:lnTo>
                  <a:lnTo>
                    <a:pt x="369" y="31"/>
                  </a:lnTo>
                  <a:lnTo>
                    <a:pt x="373" y="37"/>
                  </a:lnTo>
                  <a:lnTo>
                    <a:pt x="375" y="39"/>
                  </a:lnTo>
                  <a:lnTo>
                    <a:pt x="379" y="41"/>
                  </a:lnTo>
                  <a:lnTo>
                    <a:pt x="381" y="41"/>
                  </a:lnTo>
                  <a:lnTo>
                    <a:pt x="383" y="41"/>
                  </a:lnTo>
                  <a:lnTo>
                    <a:pt x="383" y="41"/>
                  </a:lnTo>
                  <a:lnTo>
                    <a:pt x="383" y="43"/>
                  </a:lnTo>
                  <a:lnTo>
                    <a:pt x="385" y="45"/>
                  </a:lnTo>
                  <a:lnTo>
                    <a:pt x="387" y="45"/>
                  </a:lnTo>
                  <a:lnTo>
                    <a:pt x="387" y="47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7" y="51"/>
                  </a:lnTo>
                  <a:lnTo>
                    <a:pt x="387" y="51"/>
                  </a:lnTo>
                  <a:lnTo>
                    <a:pt x="389" y="51"/>
                  </a:lnTo>
                  <a:lnTo>
                    <a:pt x="389" y="51"/>
                  </a:lnTo>
                  <a:lnTo>
                    <a:pt x="389" y="51"/>
                  </a:lnTo>
                  <a:lnTo>
                    <a:pt x="391" y="51"/>
                  </a:lnTo>
                  <a:lnTo>
                    <a:pt x="391" y="51"/>
                  </a:lnTo>
                  <a:lnTo>
                    <a:pt x="394" y="58"/>
                  </a:lnTo>
                  <a:lnTo>
                    <a:pt x="394" y="60"/>
                  </a:lnTo>
                  <a:lnTo>
                    <a:pt x="394" y="64"/>
                  </a:lnTo>
                  <a:lnTo>
                    <a:pt x="396" y="68"/>
                  </a:lnTo>
                  <a:lnTo>
                    <a:pt x="396" y="68"/>
                  </a:lnTo>
                  <a:lnTo>
                    <a:pt x="396" y="72"/>
                  </a:lnTo>
                  <a:lnTo>
                    <a:pt x="396" y="72"/>
                  </a:lnTo>
                  <a:lnTo>
                    <a:pt x="398" y="72"/>
                  </a:lnTo>
                  <a:lnTo>
                    <a:pt x="398" y="72"/>
                  </a:lnTo>
                  <a:lnTo>
                    <a:pt x="400" y="72"/>
                  </a:lnTo>
                  <a:lnTo>
                    <a:pt x="400" y="74"/>
                  </a:lnTo>
                  <a:lnTo>
                    <a:pt x="400" y="76"/>
                  </a:lnTo>
                  <a:lnTo>
                    <a:pt x="402" y="76"/>
                  </a:lnTo>
                  <a:lnTo>
                    <a:pt x="402" y="78"/>
                  </a:lnTo>
                  <a:lnTo>
                    <a:pt x="404" y="80"/>
                  </a:lnTo>
                  <a:lnTo>
                    <a:pt x="406" y="80"/>
                  </a:lnTo>
                  <a:lnTo>
                    <a:pt x="408" y="82"/>
                  </a:lnTo>
                  <a:lnTo>
                    <a:pt x="412" y="82"/>
                  </a:lnTo>
                  <a:lnTo>
                    <a:pt x="414" y="82"/>
                  </a:lnTo>
                  <a:lnTo>
                    <a:pt x="420" y="80"/>
                  </a:lnTo>
                  <a:lnTo>
                    <a:pt x="422" y="80"/>
                  </a:lnTo>
                  <a:lnTo>
                    <a:pt x="422" y="80"/>
                  </a:lnTo>
                  <a:lnTo>
                    <a:pt x="422" y="80"/>
                  </a:lnTo>
                  <a:lnTo>
                    <a:pt x="422" y="80"/>
                  </a:lnTo>
                  <a:lnTo>
                    <a:pt x="422" y="80"/>
                  </a:lnTo>
                  <a:lnTo>
                    <a:pt x="422" y="82"/>
                  </a:lnTo>
                  <a:lnTo>
                    <a:pt x="422" y="82"/>
                  </a:lnTo>
                  <a:lnTo>
                    <a:pt x="422" y="82"/>
                  </a:lnTo>
                  <a:lnTo>
                    <a:pt x="422" y="82"/>
                  </a:lnTo>
                  <a:lnTo>
                    <a:pt x="422" y="82"/>
                  </a:lnTo>
                  <a:lnTo>
                    <a:pt x="422" y="82"/>
                  </a:lnTo>
                  <a:lnTo>
                    <a:pt x="418" y="84"/>
                  </a:lnTo>
                  <a:lnTo>
                    <a:pt x="418" y="84"/>
                  </a:lnTo>
                  <a:lnTo>
                    <a:pt x="418" y="84"/>
                  </a:lnTo>
                  <a:lnTo>
                    <a:pt x="418" y="86"/>
                  </a:lnTo>
                  <a:lnTo>
                    <a:pt x="418" y="86"/>
                  </a:lnTo>
                  <a:lnTo>
                    <a:pt x="418" y="86"/>
                  </a:lnTo>
                  <a:lnTo>
                    <a:pt x="420" y="86"/>
                  </a:lnTo>
                  <a:lnTo>
                    <a:pt x="420" y="86"/>
                  </a:lnTo>
                  <a:lnTo>
                    <a:pt x="422" y="88"/>
                  </a:lnTo>
                  <a:lnTo>
                    <a:pt x="422" y="88"/>
                  </a:lnTo>
                  <a:lnTo>
                    <a:pt x="420" y="88"/>
                  </a:lnTo>
                  <a:lnTo>
                    <a:pt x="416" y="96"/>
                  </a:lnTo>
                  <a:lnTo>
                    <a:pt x="416" y="96"/>
                  </a:lnTo>
                  <a:lnTo>
                    <a:pt x="414" y="98"/>
                  </a:lnTo>
                  <a:lnTo>
                    <a:pt x="414" y="98"/>
                  </a:lnTo>
                  <a:lnTo>
                    <a:pt x="412" y="98"/>
                  </a:lnTo>
                  <a:lnTo>
                    <a:pt x="410" y="98"/>
                  </a:lnTo>
                  <a:lnTo>
                    <a:pt x="410" y="98"/>
                  </a:lnTo>
                  <a:lnTo>
                    <a:pt x="410" y="100"/>
                  </a:lnTo>
                  <a:lnTo>
                    <a:pt x="410" y="100"/>
                  </a:lnTo>
                  <a:lnTo>
                    <a:pt x="410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6" y="100"/>
                  </a:lnTo>
                  <a:lnTo>
                    <a:pt x="406" y="100"/>
                  </a:lnTo>
                  <a:lnTo>
                    <a:pt x="406" y="100"/>
                  </a:lnTo>
                  <a:lnTo>
                    <a:pt x="406" y="100"/>
                  </a:lnTo>
                  <a:lnTo>
                    <a:pt x="406" y="100"/>
                  </a:lnTo>
                  <a:lnTo>
                    <a:pt x="406" y="100"/>
                  </a:lnTo>
                  <a:lnTo>
                    <a:pt x="406" y="102"/>
                  </a:lnTo>
                  <a:lnTo>
                    <a:pt x="406" y="102"/>
                  </a:lnTo>
                  <a:lnTo>
                    <a:pt x="408" y="104"/>
                  </a:lnTo>
                  <a:lnTo>
                    <a:pt x="408" y="104"/>
                  </a:lnTo>
                  <a:lnTo>
                    <a:pt x="408" y="104"/>
                  </a:lnTo>
                  <a:lnTo>
                    <a:pt x="410" y="104"/>
                  </a:lnTo>
                  <a:lnTo>
                    <a:pt x="410" y="106"/>
                  </a:lnTo>
                  <a:lnTo>
                    <a:pt x="410" y="106"/>
                  </a:lnTo>
                  <a:lnTo>
                    <a:pt x="410" y="106"/>
                  </a:lnTo>
                  <a:lnTo>
                    <a:pt x="410" y="106"/>
                  </a:lnTo>
                  <a:lnTo>
                    <a:pt x="412" y="108"/>
                  </a:lnTo>
                  <a:lnTo>
                    <a:pt x="412" y="108"/>
                  </a:lnTo>
                  <a:lnTo>
                    <a:pt x="414" y="110"/>
                  </a:lnTo>
                  <a:lnTo>
                    <a:pt x="416" y="110"/>
                  </a:lnTo>
                  <a:lnTo>
                    <a:pt x="416" y="111"/>
                  </a:lnTo>
                  <a:lnTo>
                    <a:pt x="418" y="113"/>
                  </a:lnTo>
                  <a:lnTo>
                    <a:pt x="418" y="113"/>
                  </a:lnTo>
                  <a:lnTo>
                    <a:pt x="418" y="113"/>
                  </a:lnTo>
                  <a:lnTo>
                    <a:pt x="422" y="111"/>
                  </a:lnTo>
                  <a:lnTo>
                    <a:pt x="424" y="113"/>
                  </a:lnTo>
                  <a:lnTo>
                    <a:pt x="424" y="113"/>
                  </a:lnTo>
                  <a:lnTo>
                    <a:pt x="424" y="113"/>
                  </a:lnTo>
                  <a:lnTo>
                    <a:pt x="424" y="113"/>
                  </a:lnTo>
                  <a:lnTo>
                    <a:pt x="424" y="115"/>
                  </a:lnTo>
                  <a:lnTo>
                    <a:pt x="424" y="117"/>
                  </a:lnTo>
                  <a:lnTo>
                    <a:pt x="424" y="117"/>
                  </a:lnTo>
                  <a:lnTo>
                    <a:pt x="424" y="117"/>
                  </a:lnTo>
                  <a:lnTo>
                    <a:pt x="422" y="117"/>
                  </a:lnTo>
                  <a:lnTo>
                    <a:pt x="422" y="119"/>
                  </a:lnTo>
                  <a:lnTo>
                    <a:pt x="422" y="119"/>
                  </a:lnTo>
                  <a:lnTo>
                    <a:pt x="422" y="119"/>
                  </a:lnTo>
                  <a:lnTo>
                    <a:pt x="422" y="119"/>
                  </a:lnTo>
                  <a:lnTo>
                    <a:pt x="422" y="121"/>
                  </a:lnTo>
                  <a:lnTo>
                    <a:pt x="422" y="121"/>
                  </a:lnTo>
                  <a:lnTo>
                    <a:pt x="422" y="125"/>
                  </a:lnTo>
                  <a:lnTo>
                    <a:pt x="422" y="125"/>
                  </a:lnTo>
                  <a:lnTo>
                    <a:pt x="422" y="125"/>
                  </a:lnTo>
                  <a:lnTo>
                    <a:pt x="422" y="125"/>
                  </a:lnTo>
                  <a:lnTo>
                    <a:pt x="420" y="127"/>
                  </a:lnTo>
                  <a:lnTo>
                    <a:pt x="418" y="129"/>
                  </a:lnTo>
                  <a:lnTo>
                    <a:pt x="418" y="129"/>
                  </a:lnTo>
                  <a:lnTo>
                    <a:pt x="418" y="131"/>
                  </a:lnTo>
                  <a:lnTo>
                    <a:pt x="420" y="133"/>
                  </a:lnTo>
                  <a:lnTo>
                    <a:pt x="420" y="133"/>
                  </a:lnTo>
                  <a:lnTo>
                    <a:pt x="420" y="133"/>
                  </a:lnTo>
                  <a:lnTo>
                    <a:pt x="420" y="135"/>
                  </a:lnTo>
                  <a:lnTo>
                    <a:pt x="420" y="135"/>
                  </a:lnTo>
                  <a:lnTo>
                    <a:pt x="420" y="135"/>
                  </a:lnTo>
                  <a:lnTo>
                    <a:pt x="420" y="135"/>
                  </a:lnTo>
                  <a:lnTo>
                    <a:pt x="422" y="137"/>
                  </a:lnTo>
                  <a:lnTo>
                    <a:pt x="422" y="137"/>
                  </a:lnTo>
                  <a:lnTo>
                    <a:pt x="422" y="137"/>
                  </a:lnTo>
                  <a:lnTo>
                    <a:pt x="424" y="139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6" y="141"/>
                  </a:lnTo>
                  <a:lnTo>
                    <a:pt x="426" y="141"/>
                  </a:lnTo>
                  <a:lnTo>
                    <a:pt x="426" y="139"/>
                  </a:lnTo>
                  <a:lnTo>
                    <a:pt x="428" y="141"/>
                  </a:lnTo>
                  <a:lnTo>
                    <a:pt x="428" y="141"/>
                  </a:lnTo>
                  <a:lnTo>
                    <a:pt x="428" y="141"/>
                  </a:lnTo>
                  <a:lnTo>
                    <a:pt x="428" y="141"/>
                  </a:lnTo>
                  <a:lnTo>
                    <a:pt x="430" y="147"/>
                  </a:lnTo>
                  <a:lnTo>
                    <a:pt x="430" y="147"/>
                  </a:lnTo>
                  <a:lnTo>
                    <a:pt x="430" y="147"/>
                  </a:lnTo>
                  <a:lnTo>
                    <a:pt x="428" y="149"/>
                  </a:lnTo>
                  <a:lnTo>
                    <a:pt x="428" y="147"/>
                  </a:lnTo>
                  <a:lnTo>
                    <a:pt x="426" y="145"/>
                  </a:lnTo>
                  <a:lnTo>
                    <a:pt x="426" y="145"/>
                  </a:lnTo>
                  <a:lnTo>
                    <a:pt x="426" y="145"/>
                  </a:lnTo>
                  <a:lnTo>
                    <a:pt x="426" y="145"/>
                  </a:lnTo>
                  <a:lnTo>
                    <a:pt x="418" y="147"/>
                  </a:lnTo>
                  <a:lnTo>
                    <a:pt x="418" y="147"/>
                  </a:lnTo>
                  <a:lnTo>
                    <a:pt x="416" y="147"/>
                  </a:lnTo>
                  <a:lnTo>
                    <a:pt x="414" y="147"/>
                  </a:lnTo>
                  <a:lnTo>
                    <a:pt x="414" y="145"/>
                  </a:lnTo>
                  <a:lnTo>
                    <a:pt x="414" y="145"/>
                  </a:lnTo>
                  <a:lnTo>
                    <a:pt x="414" y="145"/>
                  </a:lnTo>
                  <a:lnTo>
                    <a:pt x="412" y="145"/>
                  </a:lnTo>
                  <a:lnTo>
                    <a:pt x="412" y="147"/>
                  </a:lnTo>
                  <a:lnTo>
                    <a:pt x="412" y="147"/>
                  </a:lnTo>
                  <a:lnTo>
                    <a:pt x="410" y="147"/>
                  </a:lnTo>
                  <a:lnTo>
                    <a:pt x="410" y="149"/>
                  </a:lnTo>
                  <a:lnTo>
                    <a:pt x="410" y="149"/>
                  </a:lnTo>
                  <a:lnTo>
                    <a:pt x="410" y="151"/>
                  </a:lnTo>
                  <a:lnTo>
                    <a:pt x="410" y="151"/>
                  </a:lnTo>
                  <a:lnTo>
                    <a:pt x="410" y="151"/>
                  </a:lnTo>
                  <a:lnTo>
                    <a:pt x="410" y="151"/>
                  </a:lnTo>
                  <a:lnTo>
                    <a:pt x="410" y="153"/>
                  </a:lnTo>
                  <a:lnTo>
                    <a:pt x="410" y="153"/>
                  </a:lnTo>
                  <a:lnTo>
                    <a:pt x="410" y="153"/>
                  </a:lnTo>
                  <a:lnTo>
                    <a:pt x="410" y="153"/>
                  </a:lnTo>
                  <a:lnTo>
                    <a:pt x="408" y="155"/>
                  </a:lnTo>
                  <a:lnTo>
                    <a:pt x="406" y="157"/>
                  </a:lnTo>
                  <a:lnTo>
                    <a:pt x="406" y="157"/>
                  </a:lnTo>
                  <a:lnTo>
                    <a:pt x="406" y="157"/>
                  </a:lnTo>
                  <a:lnTo>
                    <a:pt x="406" y="157"/>
                  </a:lnTo>
                  <a:lnTo>
                    <a:pt x="402" y="165"/>
                  </a:lnTo>
                  <a:lnTo>
                    <a:pt x="402" y="165"/>
                  </a:lnTo>
                  <a:lnTo>
                    <a:pt x="402" y="166"/>
                  </a:lnTo>
                  <a:lnTo>
                    <a:pt x="402" y="166"/>
                  </a:lnTo>
                  <a:lnTo>
                    <a:pt x="402" y="166"/>
                  </a:lnTo>
                  <a:lnTo>
                    <a:pt x="402" y="168"/>
                  </a:lnTo>
                  <a:lnTo>
                    <a:pt x="404" y="168"/>
                  </a:lnTo>
                  <a:lnTo>
                    <a:pt x="404" y="168"/>
                  </a:lnTo>
                  <a:lnTo>
                    <a:pt x="410" y="172"/>
                  </a:lnTo>
                  <a:lnTo>
                    <a:pt x="410" y="172"/>
                  </a:lnTo>
                  <a:lnTo>
                    <a:pt x="410" y="172"/>
                  </a:lnTo>
                  <a:lnTo>
                    <a:pt x="410" y="174"/>
                  </a:lnTo>
                  <a:lnTo>
                    <a:pt x="410" y="174"/>
                  </a:lnTo>
                  <a:lnTo>
                    <a:pt x="410" y="174"/>
                  </a:lnTo>
                  <a:lnTo>
                    <a:pt x="410" y="176"/>
                  </a:lnTo>
                  <a:lnTo>
                    <a:pt x="410" y="176"/>
                  </a:lnTo>
                  <a:lnTo>
                    <a:pt x="410" y="176"/>
                  </a:lnTo>
                  <a:lnTo>
                    <a:pt x="410" y="178"/>
                  </a:lnTo>
                  <a:lnTo>
                    <a:pt x="410" y="178"/>
                  </a:lnTo>
                  <a:lnTo>
                    <a:pt x="410" y="178"/>
                  </a:lnTo>
                  <a:lnTo>
                    <a:pt x="410" y="180"/>
                  </a:lnTo>
                  <a:lnTo>
                    <a:pt x="412" y="180"/>
                  </a:lnTo>
                  <a:lnTo>
                    <a:pt x="412" y="180"/>
                  </a:lnTo>
                  <a:lnTo>
                    <a:pt x="412" y="180"/>
                  </a:lnTo>
                  <a:lnTo>
                    <a:pt x="412" y="182"/>
                  </a:lnTo>
                  <a:lnTo>
                    <a:pt x="412" y="182"/>
                  </a:lnTo>
                  <a:lnTo>
                    <a:pt x="410" y="184"/>
                  </a:lnTo>
                  <a:lnTo>
                    <a:pt x="410" y="186"/>
                  </a:lnTo>
                  <a:lnTo>
                    <a:pt x="408" y="186"/>
                  </a:lnTo>
                  <a:lnTo>
                    <a:pt x="408" y="186"/>
                  </a:lnTo>
                  <a:lnTo>
                    <a:pt x="408" y="186"/>
                  </a:lnTo>
                  <a:lnTo>
                    <a:pt x="406" y="186"/>
                  </a:lnTo>
                  <a:lnTo>
                    <a:pt x="402" y="186"/>
                  </a:lnTo>
                  <a:lnTo>
                    <a:pt x="398" y="186"/>
                  </a:lnTo>
                  <a:lnTo>
                    <a:pt x="396" y="186"/>
                  </a:lnTo>
                  <a:lnTo>
                    <a:pt x="396" y="186"/>
                  </a:lnTo>
                  <a:lnTo>
                    <a:pt x="396" y="186"/>
                  </a:lnTo>
                  <a:lnTo>
                    <a:pt x="396" y="186"/>
                  </a:lnTo>
                  <a:lnTo>
                    <a:pt x="394" y="186"/>
                  </a:lnTo>
                  <a:lnTo>
                    <a:pt x="396" y="186"/>
                  </a:lnTo>
                  <a:lnTo>
                    <a:pt x="396" y="188"/>
                  </a:lnTo>
                  <a:lnTo>
                    <a:pt x="396" y="188"/>
                  </a:lnTo>
                  <a:lnTo>
                    <a:pt x="394" y="188"/>
                  </a:lnTo>
                  <a:lnTo>
                    <a:pt x="394" y="190"/>
                  </a:lnTo>
                  <a:lnTo>
                    <a:pt x="394" y="190"/>
                  </a:lnTo>
                  <a:lnTo>
                    <a:pt x="394" y="190"/>
                  </a:lnTo>
                  <a:lnTo>
                    <a:pt x="394" y="190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3" y="192"/>
                  </a:lnTo>
                  <a:lnTo>
                    <a:pt x="393" y="192"/>
                  </a:lnTo>
                  <a:lnTo>
                    <a:pt x="393" y="194"/>
                  </a:lnTo>
                  <a:lnTo>
                    <a:pt x="391" y="194"/>
                  </a:lnTo>
                  <a:lnTo>
                    <a:pt x="385" y="194"/>
                  </a:lnTo>
                  <a:lnTo>
                    <a:pt x="383" y="192"/>
                  </a:lnTo>
                  <a:lnTo>
                    <a:pt x="383" y="192"/>
                  </a:lnTo>
                  <a:lnTo>
                    <a:pt x="381" y="192"/>
                  </a:lnTo>
                  <a:lnTo>
                    <a:pt x="381" y="190"/>
                  </a:lnTo>
                  <a:lnTo>
                    <a:pt x="381" y="190"/>
                  </a:lnTo>
                  <a:lnTo>
                    <a:pt x="381" y="190"/>
                  </a:lnTo>
                  <a:lnTo>
                    <a:pt x="381" y="190"/>
                  </a:lnTo>
                  <a:lnTo>
                    <a:pt x="381" y="190"/>
                  </a:lnTo>
                  <a:lnTo>
                    <a:pt x="381" y="188"/>
                  </a:lnTo>
                  <a:lnTo>
                    <a:pt x="381" y="188"/>
                  </a:lnTo>
                  <a:lnTo>
                    <a:pt x="371" y="188"/>
                  </a:lnTo>
                  <a:lnTo>
                    <a:pt x="369" y="188"/>
                  </a:lnTo>
                  <a:lnTo>
                    <a:pt x="369" y="190"/>
                  </a:lnTo>
                  <a:lnTo>
                    <a:pt x="369" y="190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65" y="196"/>
                  </a:lnTo>
                  <a:lnTo>
                    <a:pt x="365" y="196"/>
                  </a:lnTo>
                  <a:lnTo>
                    <a:pt x="367" y="198"/>
                  </a:lnTo>
                  <a:lnTo>
                    <a:pt x="367" y="200"/>
                  </a:lnTo>
                  <a:lnTo>
                    <a:pt x="365" y="200"/>
                  </a:lnTo>
                  <a:lnTo>
                    <a:pt x="363" y="202"/>
                  </a:lnTo>
                  <a:lnTo>
                    <a:pt x="361" y="202"/>
                  </a:lnTo>
                  <a:lnTo>
                    <a:pt x="361" y="204"/>
                  </a:lnTo>
                  <a:lnTo>
                    <a:pt x="363" y="206"/>
                  </a:lnTo>
                  <a:lnTo>
                    <a:pt x="363" y="206"/>
                  </a:lnTo>
                  <a:lnTo>
                    <a:pt x="361" y="208"/>
                  </a:lnTo>
                  <a:lnTo>
                    <a:pt x="361" y="208"/>
                  </a:lnTo>
                  <a:lnTo>
                    <a:pt x="361" y="208"/>
                  </a:lnTo>
                  <a:lnTo>
                    <a:pt x="361" y="210"/>
                  </a:lnTo>
                  <a:lnTo>
                    <a:pt x="359" y="210"/>
                  </a:lnTo>
                  <a:lnTo>
                    <a:pt x="359" y="212"/>
                  </a:lnTo>
                  <a:lnTo>
                    <a:pt x="359" y="212"/>
                  </a:lnTo>
                  <a:lnTo>
                    <a:pt x="359" y="214"/>
                  </a:lnTo>
                  <a:lnTo>
                    <a:pt x="361" y="214"/>
                  </a:lnTo>
                  <a:lnTo>
                    <a:pt x="359" y="214"/>
                  </a:lnTo>
                  <a:lnTo>
                    <a:pt x="359" y="214"/>
                  </a:lnTo>
                  <a:lnTo>
                    <a:pt x="357" y="212"/>
                  </a:lnTo>
                  <a:lnTo>
                    <a:pt x="357" y="212"/>
                  </a:lnTo>
                  <a:lnTo>
                    <a:pt x="357" y="212"/>
                  </a:lnTo>
                  <a:lnTo>
                    <a:pt x="357" y="212"/>
                  </a:lnTo>
                  <a:lnTo>
                    <a:pt x="357" y="212"/>
                  </a:lnTo>
                  <a:lnTo>
                    <a:pt x="355" y="214"/>
                  </a:lnTo>
                  <a:lnTo>
                    <a:pt x="355" y="214"/>
                  </a:lnTo>
                  <a:lnTo>
                    <a:pt x="353" y="216"/>
                  </a:lnTo>
                  <a:lnTo>
                    <a:pt x="353" y="216"/>
                  </a:lnTo>
                  <a:lnTo>
                    <a:pt x="351" y="216"/>
                  </a:lnTo>
                  <a:lnTo>
                    <a:pt x="351" y="216"/>
                  </a:lnTo>
                  <a:lnTo>
                    <a:pt x="351" y="216"/>
                  </a:lnTo>
                  <a:lnTo>
                    <a:pt x="351" y="216"/>
                  </a:lnTo>
                  <a:lnTo>
                    <a:pt x="349" y="216"/>
                  </a:lnTo>
                  <a:lnTo>
                    <a:pt x="349" y="216"/>
                  </a:lnTo>
                  <a:lnTo>
                    <a:pt x="349" y="218"/>
                  </a:lnTo>
                  <a:lnTo>
                    <a:pt x="349" y="218"/>
                  </a:lnTo>
                  <a:lnTo>
                    <a:pt x="349" y="219"/>
                  </a:lnTo>
                  <a:lnTo>
                    <a:pt x="349" y="219"/>
                  </a:lnTo>
                  <a:lnTo>
                    <a:pt x="349" y="219"/>
                  </a:lnTo>
                  <a:lnTo>
                    <a:pt x="349" y="219"/>
                  </a:lnTo>
                  <a:lnTo>
                    <a:pt x="347" y="219"/>
                  </a:lnTo>
                  <a:lnTo>
                    <a:pt x="347" y="221"/>
                  </a:lnTo>
                  <a:lnTo>
                    <a:pt x="347" y="221"/>
                  </a:lnTo>
                  <a:lnTo>
                    <a:pt x="347" y="221"/>
                  </a:lnTo>
                  <a:lnTo>
                    <a:pt x="347" y="221"/>
                  </a:lnTo>
                  <a:lnTo>
                    <a:pt x="347" y="221"/>
                  </a:lnTo>
                  <a:lnTo>
                    <a:pt x="347" y="223"/>
                  </a:lnTo>
                  <a:lnTo>
                    <a:pt x="347" y="223"/>
                  </a:lnTo>
                  <a:lnTo>
                    <a:pt x="347" y="223"/>
                  </a:lnTo>
                  <a:lnTo>
                    <a:pt x="347" y="223"/>
                  </a:lnTo>
                  <a:lnTo>
                    <a:pt x="347" y="225"/>
                  </a:lnTo>
                  <a:lnTo>
                    <a:pt x="347" y="225"/>
                  </a:lnTo>
                  <a:lnTo>
                    <a:pt x="345" y="225"/>
                  </a:lnTo>
                  <a:lnTo>
                    <a:pt x="345" y="225"/>
                  </a:lnTo>
                  <a:lnTo>
                    <a:pt x="340" y="225"/>
                  </a:lnTo>
                  <a:lnTo>
                    <a:pt x="340" y="225"/>
                  </a:lnTo>
                  <a:lnTo>
                    <a:pt x="340" y="225"/>
                  </a:lnTo>
                  <a:lnTo>
                    <a:pt x="338" y="225"/>
                  </a:lnTo>
                  <a:lnTo>
                    <a:pt x="338" y="225"/>
                  </a:lnTo>
                  <a:lnTo>
                    <a:pt x="338" y="227"/>
                  </a:lnTo>
                  <a:lnTo>
                    <a:pt x="338" y="227"/>
                  </a:lnTo>
                  <a:lnTo>
                    <a:pt x="340" y="227"/>
                  </a:lnTo>
                  <a:lnTo>
                    <a:pt x="340" y="227"/>
                  </a:lnTo>
                  <a:lnTo>
                    <a:pt x="340" y="227"/>
                  </a:lnTo>
                  <a:lnTo>
                    <a:pt x="340" y="229"/>
                  </a:lnTo>
                  <a:lnTo>
                    <a:pt x="340" y="229"/>
                  </a:lnTo>
                  <a:lnTo>
                    <a:pt x="340" y="229"/>
                  </a:lnTo>
                  <a:lnTo>
                    <a:pt x="340" y="229"/>
                  </a:lnTo>
                  <a:lnTo>
                    <a:pt x="338" y="229"/>
                  </a:lnTo>
                  <a:lnTo>
                    <a:pt x="338" y="229"/>
                  </a:lnTo>
                  <a:lnTo>
                    <a:pt x="336" y="231"/>
                  </a:lnTo>
                  <a:lnTo>
                    <a:pt x="336" y="233"/>
                  </a:lnTo>
                  <a:lnTo>
                    <a:pt x="336" y="233"/>
                  </a:lnTo>
                  <a:lnTo>
                    <a:pt x="334" y="231"/>
                  </a:lnTo>
                  <a:lnTo>
                    <a:pt x="334" y="231"/>
                  </a:lnTo>
                  <a:lnTo>
                    <a:pt x="334" y="231"/>
                  </a:lnTo>
                  <a:lnTo>
                    <a:pt x="334" y="231"/>
                  </a:lnTo>
                  <a:lnTo>
                    <a:pt x="334" y="231"/>
                  </a:lnTo>
                  <a:lnTo>
                    <a:pt x="332" y="231"/>
                  </a:lnTo>
                  <a:lnTo>
                    <a:pt x="332" y="229"/>
                  </a:lnTo>
                  <a:lnTo>
                    <a:pt x="328" y="229"/>
                  </a:lnTo>
                  <a:lnTo>
                    <a:pt x="326" y="231"/>
                  </a:lnTo>
                  <a:lnTo>
                    <a:pt x="324" y="231"/>
                  </a:lnTo>
                  <a:lnTo>
                    <a:pt x="322" y="233"/>
                  </a:lnTo>
                  <a:lnTo>
                    <a:pt x="322" y="235"/>
                  </a:lnTo>
                  <a:lnTo>
                    <a:pt x="322" y="235"/>
                  </a:lnTo>
                  <a:lnTo>
                    <a:pt x="320" y="235"/>
                  </a:lnTo>
                  <a:lnTo>
                    <a:pt x="320" y="235"/>
                  </a:lnTo>
                  <a:lnTo>
                    <a:pt x="318" y="235"/>
                  </a:lnTo>
                  <a:lnTo>
                    <a:pt x="318" y="235"/>
                  </a:lnTo>
                  <a:lnTo>
                    <a:pt x="314" y="237"/>
                  </a:lnTo>
                  <a:lnTo>
                    <a:pt x="312" y="237"/>
                  </a:lnTo>
                  <a:lnTo>
                    <a:pt x="312" y="237"/>
                  </a:lnTo>
                  <a:lnTo>
                    <a:pt x="310" y="237"/>
                  </a:lnTo>
                  <a:lnTo>
                    <a:pt x="308" y="239"/>
                  </a:lnTo>
                  <a:lnTo>
                    <a:pt x="300" y="243"/>
                  </a:lnTo>
                  <a:lnTo>
                    <a:pt x="300" y="243"/>
                  </a:lnTo>
                  <a:lnTo>
                    <a:pt x="300" y="245"/>
                  </a:lnTo>
                  <a:lnTo>
                    <a:pt x="296" y="247"/>
                  </a:lnTo>
                  <a:lnTo>
                    <a:pt x="294" y="247"/>
                  </a:lnTo>
                  <a:lnTo>
                    <a:pt x="294" y="245"/>
                  </a:lnTo>
                  <a:lnTo>
                    <a:pt x="294" y="245"/>
                  </a:lnTo>
                  <a:lnTo>
                    <a:pt x="294" y="245"/>
                  </a:lnTo>
                  <a:lnTo>
                    <a:pt x="294" y="245"/>
                  </a:lnTo>
                  <a:lnTo>
                    <a:pt x="293" y="245"/>
                  </a:lnTo>
                  <a:lnTo>
                    <a:pt x="291" y="245"/>
                  </a:lnTo>
                  <a:lnTo>
                    <a:pt x="291" y="245"/>
                  </a:lnTo>
                  <a:lnTo>
                    <a:pt x="291" y="245"/>
                  </a:lnTo>
                  <a:lnTo>
                    <a:pt x="291" y="245"/>
                  </a:lnTo>
                  <a:lnTo>
                    <a:pt x="285" y="255"/>
                  </a:lnTo>
                  <a:lnTo>
                    <a:pt x="285" y="257"/>
                  </a:lnTo>
                  <a:lnTo>
                    <a:pt x="283" y="257"/>
                  </a:lnTo>
                  <a:lnTo>
                    <a:pt x="283" y="257"/>
                  </a:lnTo>
                  <a:lnTo>
                    <a:pt x="283" y="257"/>
                  </a:lnTo>
                  <a:lnTo>
                    <a:pt x="283" y="257"/>
                  </a:lnTo>
                  <a:lnTo>
                    <a:pt x="283" y="257"/>
                  </a:lnTo>
                  <a:lnTo>
                    <a:pt x="283" y="257"/>
                  </a:lnTo>
                  <a:lnTo>
                    <a:pt x="281" y="255"/>
                  </a:lnTo>
                  <a:lnTo>
                    <a:pt x="281" y="255"/>
                  </a:lnTo>
                  <a:lnTo>
                    <a:pt x="281" y="255"/>
                  </a:lnTo>
                  <a:lnTo>
                    <a:pt x="281" y="255"/>
                  </a:lnTo>
                  <a:lnTo>
                    <a:pt x="281" y="255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7" y="259"/>
                  </a:lnTo>
                  <a:lnTo>
                    <a:pt x="277" y="259"/>
                  </a:lnTo>
                  <a:lnTo>
                    <a:pt x="277" y="261"/>
                  </a:lnTo>
                  <a:lnTo>
                    <a:pt x="277" y="261"/>
                  </a:lnTo>
                  <a:lnTo>
                    <a:pt x="289" y="265"/>
                  </a:lnTo>
                  <a:lnTo>
                    <a:pt x="289" y="265"/>
                  </a:lnTo>
                  <a:lnTo>
                    <a:pt x="289" y="265"/>
                  </a:lnTo>
                  <a:lnTo>
                    <a:pt x="289" y="265"/>
                  </a:lnTo>
                  <a:lnTo>
                    <a:pt x="289" y="265"/>
                  </a:lnTo>
                  <a:lnTo>
                    <a:pt x="291" y="265"/>
                  </a:lnTo>
                  <a:lnTo>
                    <a:pt x="291" y="265"/>
                  </a:lnTo>
                  <a:lnTo>
                    <a:pt x="291" y="265"/>
                  </a:lnTo>
                  <a:lnTo>
                    <a:pt x="291" y="265"/>
                  </a:lnTo>
                  <a:lnTo>
                    <a:pt x="293" y="267"/>
                  </a:lnTo>
                  <a:lnTo>
                    <a:pt x="298" y="269"/>
                  </a:lnTo>
                  <a:lnTo>
                    <a:pt x="300" y="269"/>
                  </a:lnTo>
                  <a:lnTo>
                    <a:pt x="300" y="271"/>
                  </a:lnTo>
                  <a:lnTo>
                    <a:pt x="300" y="271"/>
                  </a:lnTo>
                  <a:lnTo>
                    <a:pt x="300" y="271"/>
                  </a:lnTo>
                  <a:lnTo>
                    <a:pt x="300" y="271"/>
                  </a:lnTo>
                  <a:lnTo>
                    <a:pt x="300" y="271"/>
                  </a:lnTo>
                  <a:lnTo>
                    <a:pt x="300" y="271"/>
                  </a:lnTo>
                  <a:lnTo>
                    <a:pt x="300" y="272"/>
                  </a:lnTo>
                  <a:lnTo>
                    <a:pt x="300" y="272"/>
                  </a:lnTo>
                  <a:lnTo>
                    <a:pt x="300" y="272"/>
                  </a:lnTo>
                  <a:lnTo>
                    <a:pt x="300" y="274"/>
                  </a:lnTo>
                  <a:lnTo>
                    <a:pt x="300" y="274"/>
                  </a:lnTo>
                  <a:lnTo>
                    <a:pt x="300" y="274"/>
                  </a:lnTo>
                  <a:lnTo>
                    <a:pt x="300" y="276"/>
                  </a:lnTo>
                  <a:lnTo>
                    <a:pt x="302" y="276"/>
                  </a:lnTo>
                  <a:lnTo>
                    <a:pt x="304" y="276"/>
                  </a:lnTo>
                  <a:lnTo>
                    <a:pt x="304" y="276"/>
                  </a:lnTo>
                  <a:lnTo>
                    <a:pt x="304" y="276"/>
                  </a:lnTo>
                  <a:lnTo>
                    <a:pt x="304" y="276"/>
                  </a:lnTo>
                  <a:lnTo>
                    <a:pt x="304" y="276"/>
                  </a:lnTo>
                  <a:lnTo>
                    <a:pt x="304" y="278"/>
                  </a:lnTo>
                  <a:lnTo>
                    <a:pt x="304" y="278"/>
                  </a:lnTo>
                  <a:lnTo>
                    <a:pt x="304" y="278"/>
                  </a:lnTo>
                  <a:lnTo>
                    <a:pt x="304" y="278"/>
                  </a:lnTo>
                  <a:lnTo>
                    <a:pt x="304" y="280"/>
                  </a:lnTo>
                  <a:lnTo>
                    <a:pt x="304" y="280"/>
                  </a:lnTo>
                  <a:lnTo>
                    <a:pt x="304" y="280"/>
                  </a:lnTo>
                  <a:lnTo>
                    <a:pt x="304" y="282"/>
                  </a:lnTo>
                  <a:lnTo>
                    <a:pt x="304" y="282"/>
                  </a:lnTo>
                  <a:lnTo>
                    <a:pt x="304" y="282"/>
                  </a:lnTo>
                  <a:lnTo>
                    <a:pt x="302" y="282"/>
                  </a:lnTo>
                  <a:lnTo>
                    <a:pt x="302" y="284"/>
                  </a:lnTo>
                  <a:lnTo>
                    <a:pt x="302" y="284"/>
                  </a:lnTo>
                  <a:lnTo>
                    <a:pt x="302" y="284"/>
                  </a:lnTo>
                  <a:lnTo>
                    <a:pt x="302" y="284"/>
                  </a:lnTo>
                  <a:lnTo>
                    <a:pt x="302" y="286"/>
                  </a:lnTo>
                  <a:lnTo>
                    <a:pt x="302" y="286"/>
                  </a:lnTo>
                  <a:lnTo>
                    <a:pt x="302" y="288"/>
                  </a:lnTo>
                  <a:lnTo>
                    <a:pt x="302" y="288"/>
                  </a:lnTo>
                  <a:lnTo>
                    <a:pt x="302" y="288"/>
                  </a:lnTo>
                  <a:lnTo>
                    <a:pt x="300" y="288"/>
                  </a:lnTo>
                  <a:lnTo>
                    <a:pt x="300" y="290"/>
                  </a:lnTo>
                  <a:lnTo>
                    <a:pt x="300" y="290"/>
                  </a:lnTo>
                  <a:lnTo>
                    <a:pt x="300" y="290"/>
                  </a:lnTo>
                  <a:lnTo>
                    <a:pt x="298" y="290"/>
                  </a:lnTo>
                  <a:lnTo>
                    <a:pt x="296" y="288"/>
                  </a:lnTo>
                  <a:lnTo>
                    <a:pt x="296" y="288"/>
                  </a:lnTo>
                  <a:lnTo>
                    <a:pt x="296" y="288"/>
                  </a:lnTo>
                  <a:lnTo>
                    <a:pt x="293" y="290"/>
                  </a:lnTo>
                  <a:lnTo>
                    <a:pt x="285" y="290"/>
                  </a:lnTo>
                  <a:lnTo>
                    <a:pt x="283" y="290"/>
                  </a:lnTo>
                  <a:lnTo>
                    <a:pt x="281" y="292"/>
                  </a:lnTo>
                  <a:lnTo>
                    <a:pt x="279" y="292"/>
                  </a:lnTo>
                  <a:lnTo>
                    <a:pt x="279" y="292"/>
                  </a:lnTo>
                  <a:lnTo>
                    <a:pt x="275" y="288"/>
                  </a:lnTo>
                  <a:lnTo>
                    <a:pt x="273" y="286"/>
                  </a:lnTo>
                  <a:lnTo>
                    <a:pt x="273" y="280"/>
                  </a:lnTo>
                  <a:lnTo>
                    <a:pt x="273" y="280"/>
                  </a:lnTo>
                  <a:lnTo>
                    <a:pt x="271" y="278"/>
                  </a:lnTo>
                  <a:lnTo>
                    <a:pt x="269" y="278"/>
                  </a:lnTo>
                  <a:lnTo>
                    <a:pt x="269" y="274"/>
                  </a:lnTo>
                  <a:lnTo>
                    <a:pt x="267" y="274"/>
                  </a:lnTo>
                  <a:lnTo>
                    <a:pt x="267" y="274"/>
                  </a:lnTo>
                  <a:lnTo>
                    <a:pt x="265" y="274"/>
                  </a:lnTo>
                  <a:lnTo>
                    <a:pt x="263" y="272"/>
                  </a:lnTo>
                  <a:lnTo>
                    <a:pt x="263" y="272"/>
                  </a:lnTo>
                  <a:lnTo>
                    <a:pt x="261" y="272"/>
                  </a:lnTo>
                  <a:lnTo>
                    <a:pt x="259" y="271"/>
                  </a:lnTo>
                  <a:lnTo>
                    <a:pt x="257" y="269"/>
                  </a:lnTo>
                  <a:lnTo>
                    <a:pt x="253" y="269"/>
                  </a:lnTo>
                  <a:lnTo>
                    <a:pt x="251" y="267"/>
                  </a:lnTo>
                  <a:lnTo>
                    <a:pt x="251" y="267"/>
                  </a:lnTo>
                  <a:lnTo>
                    <a:pt x="249" y="265"/>
                  </a:lnTo>
                  <a:lnTo>
                    <a:pt x="245" y="263"/>
                  </a:lnTo>
                  <a:lnTo>
                    <a:pt x="240" y="265"/>
                  </a:lnTo>
                  <a:lnTo>
                    <a:pt x="238" y="265"/>
                  </a:lnTo>
                  <a:lnTo>
                    <a:pt x="238" y="265"/>
                  </a:lnTo>
                  <a:lnTo>
                    <a:pt x="238" y="265"/>
                  </a:lnTo>
                  <a:lnTo>
                    <a:pt x="236" y="263"/>
                  </a:lnTo>
                  <a:lnTo>
                    <a:pt x="236" y="263"/>
                  </a:lnTo>
                  <a:lnTo>
                    <a:pt x="236" y="263"/>
                  </a:lnTo>
                  <a:lnTo>
                    <a:pt x="234" y="263"/>
                  </a:lnTo>
                  <a:lnTo>
                    <a:pt x="234" y="267"/>
                  </a:lnTo>
                  <a:lnTo>
                    <a:pt x="232" y="269"/>
                  </a:lnTo>
                  <a:lnTo>
                    <a:pt x="230" y="271"/>
                  </a:lnTo>
                  <a:lnTo>
                    <a:pt x="228" y="271"/>
                  </a:lnTo>
                  <a:lnTo>
                    <a:pt x="222" y="271"/>
                  </a:lnTo>
                  <a:lnTo>
                    <a:pt x="218" y="269"/>
                  </a:lnTo>
                  <a:lnTo>
                    <a:pt x="216" y="269"/>
                  </a:lnTo>
                  <a:lnTo>
                    <a:pt x="214" y="271"/>
                  </a:lnTo>
                  <a:lnTo>
                    <a:pt x="214" y="276"/>
                  </a:lnTo>
                  <a:lnTo>
                    <a:pt x="212" y="278"/>
                  </a:lnTo>
                  <a:lnTo>
                    <a:pt x="210" y="278"/>
                  </a:lnTo>
                  <a:lnTo>
                    <a:pt x="204" y="282"/>
                  </a:lnTo>
                  <a:lnTo>
                    <a:pt x="202" y="280"/>
                  </a:lnTo>
                  <a:lnTo>
                    <a:pt x="200" y="280"/>
                  </a:lnTo>
                  <a:lnTo>
                    <a:pt x="198" y="280"/>
                  </a:lnTo>
                  <a:lnTo>
                    <a:pt x="198" y="280"/>
                  </a:lnTo>
                  <a:lnTo>
                    <a:pt x="196" y="280"/>
                  </a:lnTo>
                  <a:lnTo>
                    <a:pt x="196" y="280"/>
                  </a:lnTo>
                  <a:lnTo>
                    <a:pt x="196" y="280"/>
                  </a:lnTo>
                  <a:lnTo>
                    <a:pt x="194" y="280"/>
                  </a:lnTo>
                  <a:lnTo>
                    <a:pt x="194" y="280"/>
                  </a:lnTo>
                  <a:lnTo>
                    <a:pt x="194" y="280"/>
                  </a:lnTo>
                  <a:lnTo>
                    <a:pt x="192" y="280"/>
                  </a:lnTo>
                  <a:lnTo>
                    <a:pt x="192" y="280"/>
                  </a:lnTo>
                  <a:lnTo>
                    <a:pt x="191" y="282"/>
                  </a:lnTo>
                  <a:lnTo>
                    <a:pt x="191" y="282"/>
                  </a:lnTo>
                  <a:lnTo>
                    <a:pt x="189" y="282"/>
                  </a:lnTo>
                  <a:lnTo>
                    <a:pt x="189" y="282"/>
                  </a:lnTo>
                  <a:lnTo>
                    <a:pt x="185" y="282"/>
                  </a:lnTo>
                  <a:lnTo>
                    <a:pt x="185" y="282"/>
                  </a:lnTo>
                  <a:lnTo>
                    <a:pt x="183" y="278"/>
                  </a:lnTo>
                  <a:lnTo>
                    <a:pt x="181" y="278"/>
                  </a:lnTo>
                  <a:lnTo>
                    <a:pt x="179" y="276"/>
                  </a:lnTo>
                  <a:lnTo>
                    <a:pt x="177" y="276"/>
                  </a:lnTo>
                  <a:lnTo>
                    <a:pt x="173" y="276"/>
                  </a:lnTo>
                  <a:lnTo>
                    <a:pt x="171" y="276"/>
                  </a:lnTo>
                  <a:lnTo>
                    <a:pt x="171" y="274"/>
                  </a:lnTo>
                  <a:lnTo>
                    <a:pt x="169" y="274"/>
                  </a:lnTo>
                  <a:lnTo>
                    <a:pt x="169" y="276"/>
                  </a:lnTo>
                  <a:lnTo>
                    <a:pt x="167" y="278"/>
                  </a:lnTo>
                  <a:lnTo>
                    <a:pt x="165" y="278"/>
                  </a:lnTo>
                  <a:lnTo>
                    <a:pt x="155" y="278"/>
                  </a:lnTo>
                  <a:lnTo>
                    <a:pt x="155" y="278"/>
                  </a:lnTo>
                  <a:lnTo>
                    <a:pt x="153" y="276"/>
                  </a:lnTo>
                  <a:lnTo>
                    <a:pt x="155" y="274"/>
                  </a:lnTo>
                  <a:lnTo>
                    <a:pt x="155" y="272"/>
                  </a:lnTo>
                  <a:lnTo>
                    <a:pt x="157" y="271"/>
                  </a:lnTo>
                  <a:lnTo>
                    <a:pt x="155" y="269"/>
                  </a:lnTo>
                  <a:lnTo>
                    <a:pt x="155" y="267"/>
                  </a:lnTo>
                  <a:lnTo>
                    <a:pt x="153" y="265"/>
                  </a:lnTo>
                  <a:lnTo>
                    <a:pt x="153" y="261"/>
                  </a:lnTo>
                  <a:lnTo>
                    <a:pt x="147" y="261"/>
                  </a:lnTo>
                  <a:lnTo>
                    <a:pt x="141" y="263"/>
                  </a:lnTo>
                  <a:lnTo>
                    <a:pt x="140" y="263"/>
                  </a:lnTo>
                  <a:lnTo>
                    <a:pt x="140" y="261"/>
                  </a:lnTo>
                  <a:lnTo>
                    <a:pt x="138" y="261"/>
                  </a:lnTo>
                  <a:lnTo>
                    <a:pt x="138" y="261"/>
                  </a:lnTo>
                  <a:lnTo>
                    <a:pt x="138" y="259"/>
                  </a:lnTo>
                  <a:lnTo>
                    <a:pt x="140" y="255"/>
                  </a:lnTo>
                  <a:lnTo>
                    <a:pt x="143" y="247"/>
                  </a:lnTo>
                  <a:lnTo>
                    <a:pt x="143" y="245"/>
                  </a:lnTo>
                  <a:lnTo>
                    <a:pt x="143" y="245"/>
                  </a:lnTo>
                  <a:lnTo>
                    <a:pt x="143" y="243"/>
                  </a:lnTo>
                  <a:lnTo>
                    <a:pt x="143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0" y="245"/>
                  </a:lnTo>
                  <a:lnTo>
                    <a:pt x="138" y="245"/>
                  </a:lnTo>
                  <a:lnTo>
                    <a:pt x="138" y="243"/>
                  </a:lnTo>
                  <a:lnTo>
                    <a:pt x="136" y="243"/>
                  </a:lnTo>
                  <a:lnTo>
                    <a:pt x="134" y="241"/>
                  </a:lnTo>
                  <a:lnTo>
                    <a:pt x="134" y="241"/>
                  </a:lnTo>
                  <a:lnTo>
                    <a:pt x="132" y="239"/>
                  </a:lnTo>
                  <a:lnTo>
                    <a:pt x="132" y="237"/>
                  </a:lnTo>
                  <a:lnTo>
                    <a:pt x="132" y="235"/>
                  </a:lnTo>
                  <a:lnTo>
                    <a:pt x="132" y="235"/>
                  </a:lnTo>
                  <a:lnTo>
                    <a:pt x="130" y="235"/>
                  </a:lnTo>
                  <a:lnTo>
                    <a:pt x="130" y="237"/>
                  </a:lnTo>
                  <a:lnTo>
                    <a:pt x="130" y="237"/>
                  </a:lnTo>
                  <a:lnTo>
                    <a:pt x="128" y="237"/>
                  </a:lnTo>
                  <a:lnTo>
                    <a:pt x="122" y="233"/>
                  </a:lnTo>
                  <a:lnTo>
                    <a:pt x="122" y="233"/>
                  </a:lnTo>
                  <a:lnTo>
                    <a:pt x="120" y="233"/>
                  </a:lnTo>
                  <a:lnTo>
                    <a:pt x="120" y="235"/>
                  </a:lnTo>
                  <a:lnTo>
                    <a:pt x="118" y="235"/>
                  </a:lnTo>
                  <a:lnTo>
                    <a:pt x="118" y="237"/>
                  </a:lnTo>
                  <a:lnTo>
                    <a:pt x="118" y="239"/>
                  </a:lnTo>
                  <a:lnTo>
                    <a:pt x="118" y="239"/>
                  </a:lnTo>
                  <a:lnTo>
                    <a:pt x="116" y="241"/>
                  </a:lnTo>
                  <a:lnTo>
                    <a:pt x="112" y="239"/>
                  </a:lnTo>
                  <a:lnTo>
                    <a:pt x="110" y="239"/>
                  </a:lnTo>
                  <a:lnTo>
                    <a:pt x="110" y="239"/>
                  </a:lnTo>
                  <a:lnTo>
                    <a:pt x="110" y="241"/>
                  </a:lnTo>
                  <a:lnTo>
                    <a:pt x="108" y="243"/>
                  </a:lnTo>
                  <a:lnTo>
                    <a:pt x="108" y="245"/>
                  </a:lnTo>
                  <a:lnTo>
                    <a:pt x="108" y="247"/>
                  </a:lnTo>
                  <a:lnTo>
                    <a:pt x="108" y="247"/>
                  </a:lnTo>
                  <a:lnTo>
                    <a:pt x="108" y="249"/>
                  </a:lnTo>
                  <a:lnTo>
                    <a:pt x="110" y="249"/>
                  </a:lnTo>
                  <a:lnTo>
                    <a:pt x="110" y="251"/>
                  </a:lnTo>
                  <a:lnTo>
                    <a:pt x="110" y="253"/>
                  </a:lnTo>
                  <a:lnTo>
                    <a:pt x="110" y="253"/>
                  </a:lnTo>
                  <a:lnTo>
                    <a:pt x="110" y="255"/>
                  </a:lnTo>
                  <a:lnTo>
                    <a:pt x="110" y="255"/>
                  </a:lnTo>
                  <a:lnTo>
                    <a:pt x="108" y="259"/>
                  </a:lnTo>
                  <a:lnTo>
                    <a:pt x="106" y="261"/>
                  </a:lnTo>
                  <a:lnTo>
                    <a:pt x="104" y="261"/>
                  </a:lnTo>
                  <a:lnTo>
                    <a:pt x="102" y="261"/>
                  </a:lnTo>
                  <a:lnTo>
                    <a:pt x="100" y="261"/>
                  </a:lnTo>
                  <a:lnTo>
                    <a:pt x="100" y="261"/>
                  </a:lnTo>
                  <a:lnTo>
                    <a:pt x="100" y="261"/>
                  </a:lnTo>
                  <a:lnTo>
                    <a:pt x="98" y="263"/>
                  </a:lnTo>
                  <a:lnTo>
                    <a:pt x="98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96" y="265"/>
                  </a:lnTo>
                  <a:lnTo>
                    <a:pt x="94" y="267"/>
                  </a:lnTo>
                  <a:lnTo>
                    <a:pt x="94" y="269"/>
                  </a:lnTo>
                  <a:lnTo>
                    <a:pt x="92" y="269"/>
                  </a:lnTo>
                  <a:lnTo>
                    <a:pt x="92" y="267"/>
                  </a:lnTo>
                  <a:lnTo>
                    <a:pt x="90" y="265"/>
                  </a:lnTo>
                  <a:lnTo>
                    <a:pt x="90" y="265"/>
                  </a:lnTo>
                  <a:lnTo>
                    <a:pt x="89" y="265"/>
                  </a:lnTo>
                  <a:lnTo>
                    <a:pt x="89" y="269"/>
                  </a:lnTo>
                  <a:lnTo>
                    <a:pt x="90" y="272"/>
                  </a:lnTo>
                  <a:lnTo>
                    <a:pt x="89" y="272"/>
                  </a:lnTo>
                  <a:lnTo>
                    <a:pt x="89" y="271"/>
                  </a:lnTo>
                  <a:lnTo>
                    <a:pt x="87" y="269"/>
                  </a:lnTo>
                  <a:lnTo>
                    <a:pt x="87" y="267"/>
                  </a:lnTo>
                  <a:lnTo>
                    <a:pt x="85" y="267"/>
                  </a:lnTo>
                  <a:lnTo>
                    <a:pt x="85" y="263"/>
                  </a:lnTo>
                  <a:lnTo>
                    <a:pt x="83" y="257"/>
                  </a:lnTo>
                  <a:lnTo>
                    <a:pt x="81" y="253"/>
                  </a:lnTo>
                  <a:lnTo>
                    <a:pt x="77" y="243"/>
                  </a:lnTo>
                  <a:lnTo>
                    <a:pt x="73" y="233"/>
                  </a:lnTo>
                  <a:lnTo>
                    <a:pt x="69" y="223"/>
                  </a:lnTo>
                  <a:lnTo>
                    <a:pt x="67" y="216"/>
                  </a:lnTo>
                  <a:lnTo>
                    <a:pt x="63" y="206"/>
                  </a:lnTo>
                  <a:lnTo>
                    <a:pt x="59" y="200"/>
                  </a:lnTo>
                  <a:lnTo>
                    <a:pt x="57" y="196"/>
                  </a:lnTo>
                  <a:lnTo>
                    <a:pt x="53" y="186"/>
                  </a:lnTo>
                  <a:lnTo>
                    <a:pt x="49" y="176"/>
                  </a:lnTo>
                  <a:lnTo>
                    <a:pt x="49" y="176"/>
                  </a:lnTo>
                  <a:lnTo>
                    <a:pt x="43" y="163"/>
                  </a:lnTo>
                  <a:lnTo>
                    <a:pt x="40" y="151"/>
                  </a:lnTo>
                  <a:lnTo>
                    <a:pt x="34" y="137"/>
                  </a:lnTo>
                  <a:lnTo>
                    <a:pt x="28" y="125"/>
                  </a:lnTo>
                  <a:lnTo>
                    <a:pt x="24" y="115"/>
                  </a:lnTo>
                  <a:lnTo>
                    <a:pt x="20" y="106"/>
                  </a:lnTo>
                  <a:lnTo>
                    <a:pt x="16" y="98"/>
                  </a:lnTo>
                  <a:lnTo>
                    <a:pt x="10" y="88"/>
                  </a:lnTo>
                  <a:lnTo>
                    <a:pt x="8" y="82"/>
                  </a:lnTo>
                  <a:lnTo>
                    <a:pt x="4" y="74"/>
                  </a:lnTo>
                  <a:lnTo>
                    <a:pt x="0" y="70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4" y="66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66"/>
                  </a:lnTo>
                  <a:lnTo>
                    <a:pt x="8" y="66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10" y="60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2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8" y="53"/>
                  </a:lnTo>
                  <a:lnTo>
                    <a:pt x="10" y="53"/>
                  </a:lnTo>
                  <a:lnTo>
                    <a:pt x="10" y="51"/>
                  </a:lnTo>
                  <a:lnTo>
                    <a:pt x="18" y="51"/>
                  </a:lnTo>
                  <a:lnTo>
                    <a:pt x="18" y="51"/>
                  </a:lnTo>
                  <a:lnTo>
                    <a:pt x="18" y="51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7"/>
                  </a:lnTo>
                  <a:lnTo>
                    <a:pt x="22" y="57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1" y="58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0" y="53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51" y="47"/>
                  </a:lnTo>
                  <a:lnTo>
                    <a:pt x="53" y="47"/>
                  </a:lnTo>
                  <a:lnTo>
                    <a:pt x="55" y="47"/>
                  </a:lnTo>
                  <a:lnTo>
                    <a:pt x="59" y="49"/>
                  </a:lnTo>
                  <a:lnTo>
                    <a:pt x="59" y="49"/>
                  </a:lnTo>
                  <a:lnTo>
                    <a:pt x="59" y="49"/>
                  </a:lnTo>
                  <a:lnTo>
                    <a:pt x="61" y="49"/>
                  </a:lnTo>
                  <a:lnTo>
                    <a:pt x="61" y="49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3" y="47"/>
                  </a:lnTo>
                  <a:lnTo>
                    <a:pt x="63" y="47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9" y="49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3" y="47"/>
                  </a:lnTo>
                  <a:lnTo>
                    <a:pt x="77" y="47"/>
                  </a:lnTo>
                  <a:lnTo>
                    <a:pt x="77" y="47"/>
                  </a:lnTo>
                  <a:lnTo>
                    <a:pt x="77" y="47"/>
                  </a:lnTo>
                  <a:lnTo>
                    <a:pt x="77" y="47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79" y="49"/>
                  </a:lnTo>
                  <a:lnTo>
                    <a:pt x="85" y="45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87" y="41"/>
                  </a:lnTo>
                  <a:lnTo>
                    <a:pt x="87" y="41"/>
                  </a:lnTo>
                  <a:lnTo>
                    <a:pt x="87" y="41"/>
                  </a:lnTo>
                  <a:lnTo>
                    <a:pt x="87" y="41"/>
                  </a:lnTo>
                  <a:lnTo>
                    <a:pt x="90" y="39"/>
                  </a:lnTo>
                  <a:lnTo>
                    <a:pt x="90" y="39"/>
                  </a:lnTo>
                  <a:lnTo>
                    <a:pt x="92" y="39"/>
                  </a:lnTo>
                  <a:lnTo>
                    <a:pt x="92" y="39"/>
                  </a:lnTo>
                  <a:lnTo>
                    <a:pt x="92" y="39"/>
                  </a:lnTo>
                  <a:lnTo>
                    <a:pt x="94" y="39"/>
                  </a:lnTo>
                  <a:lnTo>
                    <a:pt x="94" y="39"/>
                  </a:lnTo>
                  <a:lnTo>
                    <a:pt x="94" y="39"/>
                  </a:lnTo>
                  <a:lnTo>
                    <a:pt x="96" y="39"/>
                  </a:lnTo>
                  <a:lnTo>
                    <a:pt x="98" y="37"/>
                  </a:lnTo>
                  <a:lnTo>
                    <a:pt x="98" y="37"/>
                  </a:lnTo>
                  <a:lnTo>
                    <a:pt x="98" y="37"/>
                  </a:lnTo>
                  <a:lnTo>
                    <a:pt x="98" y="35"/>
                  </a:lnTo>
                  <a:lnTo>
                    <a:pt x="98" y="35"/>
                  </a:lnTo>
                  <a:lnTo>
                    <a:pt x="98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98" y="33"/>
                  </a:lnTo>
                  <a:lnTo>
                    <a:pt x="98" y="31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08" y="27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10" y="23"/>
                  </a:lnTo>
                  <a:lnTo>
                    <a:pt x="110" y="23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4" y="23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20" y="23"/>
                  </a:lnTo>
                  <a:lnTo>
                    <a:pt x="120" y="21"/>
                  </a:lnTo>
                  <a:lnTo>
                    <a:pt x="120" y="21"/>
                  </a:lnTo>
                  <a:lnTo>
                    <a:pt x="120" y="21"/>
                  </a:lnTo>
                  <a:lnTo>
                    <a:pt x="120" y="21"/>
                  </a:lnTo>
                  <a:lnTo>
                    <a:pt x="122" y="21"/>
                  </a:lnTo>
                  <a:lnTo>
                    <a:pt x="124" y="19"/>
                  </a:lnTo>
                  <a:lnTo>
                    <a:pt x="126" y="19"/>
                  </a:lnTo>
                  <a:lnTo>
                    <a:pt x="126" y="19"/>
                  </a:lnTo>
                  <a:lnTo>
                    <a:pt x="126" y="19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2" y="19"/>
                  </a:lnTo>
                  <a:lnTo>
                    <a:pt x="132" y="17"/>
                  </a:lnTo>
                  <a:lnTo>
                    <a:pt x="132" y="17"/>
                  </a:lnTo>
                  <a:lnTo>
                    <a:pt x="132" y="17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32" y="15"/>
                  </a:lnTo>
                  <a:lnTo>
                    <a:pt x="132" y="13"/>
                  </a:lnTo>
                  <a:lnTo>
                    <a:pt x="134" y="13"/>
                  </a:lnTo>
                  <a:lnTo>
                    <a:pt x="134" y="13"/>
                  </a:lnTo>
                  <a:lnTo>
                    <a:pt x="136" y="13"/>
                  </a:lnTo>
                  <a:lnTo>
                    <a:pt x="136" y="13"/>
                  </a:lnTo>
                  <a:lnTo>
                    <a:pt x="136" y="13"/>
                  </a:lnTo>
                  <a:lnTo>
                    <a:pt x="136" y="13"/>
                  </a:lnTo>
                  <a:lnTo>
                    <a:pt x="136" y="13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3" y="9"/>
                  </a:lnTo>
                  <a:lnTo>
                    <a:pt x="143" y="9"/>
                  </a:lnTo>
                  <a:lnTo>
                    <a:pt x="143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5" y="7"/>
                  </a:lnTo>
                  <a:lnTo>
                    <a:pt x="145" y="7"/>
                  </a:lnTo>
                  <a:lnTo>
                    <a:pt x="145" y="7"/>
                  </a:lnTo>
                  <a:lnTo>
                    <a:pt x="143" y="3"/>
                  </a:lnTo>
                  <a:lnTo>
                    <a:pt x="145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2632075" y="4021138"/>
              <a:ext cx="219075" cy="214313"/>
            </a:xfrm>
            <a:custGeom>
              <a:avLst/>
              <a:gdLst>
                <a:gd name="T0" fmla="*/ 159 w 276"/>
                <a:gd name="T1" fmla="*/ 6 h 269"/>
                <a:gd name="T2" fmla="*/ 172 w 276"/>
                <a:gd name="T3" fmla="*/ 16 h 269"/>
                <a:gd name="T4" fmla="*/ 184 w 276"/>
                <a:gd name="T5" fmla="*/ 10 h 269"/>
                <a:gd name="T6" fmla="*/ 200 w 276"/>
                <a:gd name="T7" fmla="*/ 20 h 269"/>
                <a:gd name="T8" fmla="*/ 208 w 276"/>
                <a:gd name="T9" fmla="*/ 25 h 269"/>
                <a:gd name="T10" fmla="*/ 202 w 276"/>
                <a:gd name="T11" fmla="*/ 45 h 269"/>
                <a:gd name="T12" fmla="*/ 192 w 276"/>
                <a:gd name="T13" fmla="*/ 45 h 269"/>
                <a:gd name="T14" fmla="*/ 188 w 276"/>
                <a:gd name="T15" fmla="*/ 57 h 269"/>
                <a:gd name="T16" fmla="*/ 184 w 276"/>
                <a:gd name="T17" fmla="*/ 67 h 269"/>
                <a:gd name="T18" fmla="*/ 194 w 276"/>
                <a:gd name="T19" fmla="*/ 69 h 269"/>
                <a:gd name="T20" fmla="*/ 182 w 276"/>
                <a:gd name="T21" fmla="*/ 86 h 269"/>
                <a:gd name="T22" fmla="*/ 196 w 276"/>
                <a:gd name="T23" fmla="*/ 98 h 269"/>
                <a:gd name="T24" fmla="*/ 219 w 276"/>
                <a:gd name="T25" fmla="*/ 96 h 269"/>
                <a:gd name="T26" fmla="*/ 223 w 276"/>
                <a:gd name="T27" fmla="*/ 84 h 269"/>
                <a:gd name="T28" fmla="*/ 233 w 276"/>
                <a:gd name="T29" fmla="*/ 100 h 269"/>
                <a:gd name="T30" fmla="*/ 235 w 276"/>
                <a:gd name="T31" fmla="*/ 112 h 269"/>
                <a:gd name="T32" fmla="*/ 237 w 276"/>
                <a:gd name="T33" fmla="*/ 122 h 269"/>
                <a:gd name="T34" fmla="*/ 253 w 276"/>
                <a:gd name="T35" fmla="*/ 139 h 269"/>
                <a:gd name="T36" fmla="*/ 267 w 276"/>
                <a:gd name="T37" fmla="*/ 155 h 269"/>
                <a:gd name="T38" fmla="*/ 276 w 276"/>
                <a:gd name="T39" fmla="*/ 165 h 269"/>
                <a:gd name="T40" fmla="*/ 263 w 276"/>
                <a:gd name="T41" fmla="*/ 173 h 269"/>
                <a:gd name="T42" fmla="*/ 259 w 276"/>
                <a:gd name="T43" fmla="*/ 171 h 269"/>
                <a:gd name="T44" fmla="*/ 253 w 276"/>
                <a:gd name="T45" fmla="*/ 177 h 269"/>
                <a:gd name="T46" fmla="*/ 251 w 276"/>
                <a:gd name="T47" fmla="*/ 184 h 269"/>
                <a:gd name="T48" fmla="*/ 259 w 276"/>
                <a:gd name="T49" fmla="*/ 186 h 269"/>
                <a:gd name="T50" fmla="*/ 261 w 276"/>
                <a:gd name="T51" fmla="*/ 196 h 269"/>
                <a:gd name="T52" fmla="*/ 263 w 276"/>
                <a:gd name="T53" fmla="*/ 206 h 269"/>
                <a:gd name="T54" fmla="*/ 267 w 276"/>
                <a:gd name="T55" fmla="*/ 218 h 269"/>
                <a:gd name="T56" fmla="*/ 243 w 276"/>
                <a:gd name="T57" fmla="*/ 230 h 269"/>
                <a:gd name="T58" fmla="*/ 227 w 276"/>
                <a:gd name="T59" fmla="*/ 235 h 269"/>
                <a:gd name="T60" fmla="*/ 208 w 276"/>
                <a:gd name="T61" fmla="*/ 239 h 269"/>
                <a:gd name="T62" fmla="*/ 184 w 276"/>
                <a:gd name="T63" fmla="*/ 261 h 269"/>
                <a:gd name="T64" fmla="*/ 155 w 276"/>
                <a:gd name="T65" fmla="*/ 267 h 269"/>
                <a:gd name="T66" fmla="*/ 135 w 276"/>
                <a:gd name="T67" fmla="*/ 249 h 269"/>
                <a:gd name="T68" fmla="*/ 121 w 276"/>
                <a:gd name="T69" fmla="*/ 232 h 269"/>
                <a:gd name="T70" fmla="*/ 125 w 276"/>
                <a:gd name="T71" fmla="*/ 218 h 269"/>
                <a:gd name="T72" fmla="*/ 116 w 276"/>
                <a:gd name="T73" fmla="*/ 218 h 269"/>
                <a:gd name="T74" fmla="*/ 96 w 276"/>
                <a:gd name="T75" fmla="*/ 234 h 269"/>
                <a:gd name="T76" fmla="*/ 80 w 276"/>
                <a:gd name="T77" fmla="*/ 232 h 269"/>
                <a:gd name="T78" fmla="*/ 66 w 276"/>
                <a:gd name="T79" fmla="*/ 228 h 269"/>
                <a:gd name="T80" fmla="*/ 47 w 276"/>
                <a:gd name="T81" fmla="*/ 210 h 269"/>
                <a:gd name="T82" fmla="*/ 39 w 276"/>
                <a:gd name="T83" fmla="*/ 188 h 269"/>
                <a:gd name="T84" fmla="*/ 21 w 276"/>
                <a:gd name="T85" fmla="*/ 181 h 269"/>
                <a:gd name="T86" fmla="*/ 8 w 276"/>
                <a:gd name="T87" fmla="*/ 169 h 269"/>
                <a:gd name="T88" fmla="*/ 8 w 276"/>
                <a:gd name="T89" fmla="*/ 145 h 269"/>
                <a:gd name="T90" fmla="*/ 25 w 276"/>
                <a:gd name="T91" fmla="*/ 139 h 269"/>
                <a:gd name="T92" fmla="*/ 27 w 276"/>
                <a:gd name="T93" fmla="*/ 131 h 269"/>
                <a:gd name="T94" fmla="*/ 23 w 276"/>
                <a:gd name="T95" fmla="*/ 126 h 269"/>
                <a:gd name="T96" fmla="*/ 0 w 276"/>
                <a:gd name="T97" fmla="*/ 114 h 269"/>
                <a:gd name="T98" fmla="*/ 8 w 276"/>
                <a:gd name="T99" fmla="*/ 110 h 269"/>
                <a:gd name="T100" fmla="*/ 33 w 276"/>
                <a:gd name="T101" fmla="*/ 92 h 269"/>
                <a:gd name="T102" fmla="*/ 57 w 276"/>
                <a:gd name="T103" fmla="*/ 86 h 269"/>
                <a:gd name="T104" fmla="*/ 63 w 276"/>
                <a:gd name="T105" fmla="*/ 82 h 269"/>
                <a:gd name="T106" fmla="*/ 70 w 276"/>
                <a:gd name="T107" fmla="*/ 76 h 269"/>
                <a:gd name="T108" fmla="*/ 74 w 276"/>
                <a:gd name="T109" fmla="*/ 71 h 269"/>
                <a:gd name="T110" fmla="*/ 82 w 276"/>
                <a:gd name="T111" fmla="*/ 67 h 269"/>
                <a:gd name="T112" fmla="*/ 88 w 276"/>
                <a:gd name="T113" fmla="*/ 49 h 269"/>
                <a:gd name="T114" fmla="*/ 108 w 276"/>
                <a:gd name="T115" fmla="*/ 49 h 269"/>
                <a:gd name="T116" fmla="*/ 119 w 276"/>
                <a:gd name="T117" fmla="*/ 41 h 269"/>
                <a:gd name="T118" fmla="*/ 135 w 276"/>
                <a:gd name="T119" fmla="*/ 35 h 269"/>
                <a:gd name="T120" fmla="*/ 127 w 276"/>
                <a:gd name="T121" fmla="*/ 23 h 269"/>
                <a:gd name="T122" fmla="*/ 133 w 276"/>
                <a:gd name="T123" fmla="*/ 8 h 269"/>
                <a:gd name="T124" fmla="*/ 141 w 276"/>
                <a:gd name="T125" fmla="*/ 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6" h="269">
                  <a:moveTo>
                    <a:pt x="149" y="0"/>
                  </a:moveTo>
                  <a:lnTo>
                    <a:pt x="149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51" y="2"/>
                  </a:lnTo>
                  <a:lnTo>
                    <a:pt x="151" y="4"/>
                  </a:lnTo>
                  <a:lnTo>
                    <a:pt x="151" y="4"/>
                  </a:lnTo>
                  <a:lnTo>
                    <a:pt x="151" y="4"/>
                  </a:lnTo>
                  <a:lnTo>
                    <a:pt x="151" y="6"/>
                  </a:lnTo>
                  <a:lnTo>
                    <a:pt x="151" y="6"/>
                  </a:lnTo>
                  <a:lnTo>
                    <a:pt x="151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9" y="6"/>
                  </a:lnTo>
                  <a:lnTo>
                    <a:pt x="159" y="6"/>
                  </a:lnTo>
                  <a:lnTo>
                    <a:pt x="159" y="6"/>
                  </a:lnTo>
                  <a:lnTo>
                    <a:pt x="159" y="6"/>
                  </a:lnTo>
                  <a:lnTo>
                    <a:pt x="161" y="6"/>
                  </a:lnTo>
                  <a:lnTo>
                    <a:pt x="161" y="10"/>
                  </a:lnTo>
                  <a:lnTo>
                    <a:pt x="161" y="12"/>
                  </a:lnTo>
                  <a:lnTo>
                    <a:pt x="161" y="12"/>
                  </a:lnTo>
                  <a:lnTo>
                    <a:pt x="161" y="12"/>
                  </a:lnTo>
                  <a:lnTo>
                    <a:pt x="161" y="12"/>
                  </a:lnTo>
                  <a:lnTo>
                    <a:pt x="165" y="12"/>
                  </a:lnTo>
                  <a:lnTo>
                    <a:pt x="170" y="14"/>
                  </a:lnTo>
                  <a:lnTo>
                    <a:pt x="170" y="14"/>
                  </a:lnTo>
                  <a:lnTo>
                    <a:pt x="170" y="14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2" y="18"/>
                  </a:lnTo>
                  <a:lnTo>
                    <a:pt x="172" y="16"/>
                  </a:lnTo>
                  <a:lnTo>
                    <a:pt x="174" y="16"/>
                  </a:lnTo>
                  <a:lnTo>
                    <a:pt x="174" y="16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80" y="12"/>
                  </a:lnTo>
                  <a:lnTo>
                    <a:pt x="182" y="12"/>
                  </a:lnTo>
                  <a:lnTo>
                    <a:pt x="182" y="12"/>
                  </a:lnTo>
                  <a:lnTo>
                    <a:pt x="182" y="12"/>
                  </a:lnTo>
                  <a:lnTo>
                    <a:pt x="182" y="10"/>
                  </a:lnTo>
                  <a:lnTo>
                    <a:pt x="182" y="10"/>
                  </a:lnTo>
                  <a:lnTo>
                    <a:pt x="182" y="10"/>
                  </a:lnTo>
                  <a:lnTo>
                    <a:pt x="184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8" y="12"/>
                  </a:lnTo>
                  <a:lnTo>
                    <a:pt x="188" y="12"/>
                  </a:lnTo>
                  <a:lnTo>
                    <a:pt x="188" y="12"/>
                  </a:lnTo>
                  <a:lnTo>
                    <a:pt x="190" y="12"/>
                  </a:lnTo>
                  <a:lnTo>
                    <a:pt x="190" y="12"/>
                  </a:lnTo>
                  <a:lnTo>
                    <a:pt x="192" y="14"/>
                  </a:lnTo>
                  <a:lnTo>
                    <a:pt x="194" y="16"/>
                  </a:lnTo>
                  <a:lnTo>
                    <a:pt x="196" y="18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200" y="20"/>
                  </a:lnTo>
                  <a:lnTo>
                    <a:pt x="200" y="20"/>
                  </a:lnTo>
                  <a:lnTo>
                    <a:pt x="204" y="18"/>
                  </a:lnTo>
                  <a:lnTo>
                    <a:pt x="208" y="18"/>
                  </a:lnTo>
                  <a:lnTo>
                    <a:pt x="208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08" y="20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8" y="23"/>
                  </a:lnTo>
                  <a:lnTo>
                    <a:pt x="208" y="23"/>
                  </a:lnTo>
                  <a:lnTo>
                    <a:pt x="210" y="23"/>
                  </a:lnTo>
                  <a:lnTo>
                    <a:pt x="210" y="23"/>
                  </a:lnTo>
                  <a:lnTo>
                    <a:pt x="210" y="23"/>
                  </a:lnTo>
                  <a:lnTo>
                    <a:pt x="208" y="25"/>
                  </a:lnTo>
                  <a:lnTo>
                    <a:pt x="206" y="27"/>
                  </a:lnTo>
                  <a:lnTo>
                    <a:pt x="206" y="27"/>
                  </a:lnTo>
                  <a:lnTo>
                    <a:pt x="206" y="29"/>
                  </a:lnTo>
                  <a:lnTo>
                    <a:pt x="206" y="35"/>
                  </a:lnTo>
                  <a:lnTo>
                    <a:pt x="206" y="39"/>
                  </a:lnTo>
                  <a:lnTo>
                    <a:pt x="206" y="41"/>
                  </a:lnTo>
                  <a:lnTo>
                    <a:pt x="204" y="41"/>
                  </a:lnTo>
                  <a:lnTo>
                    <a:pt x="202" y="41"/>
                  </a:lnTo>
                  <a:lnTo>
                    <a:pt x="200" y="43"/>
                  </a:lnTo>
                  <a:lnTo>
                    <a:pt x="200" y="43"/>
                  </a:lnTo>
                  <a:lnTo>
                    <a:pt x="200" y="43"/>
                  </a:lnTo>
                  <a:lnTo>
                    <a:pt x="200" y="43"/>
                  </a:lnTo>
                  <a:lnTo>
                    <a:pt x="200" y="43"/>
                  </a:lnTo>
                  <a:lnTo>
                    <a:pt x="200" y="45"/>
                  </a:lnTo>
                  <a:lnTo>
                    <a:pt x="200" y="45"/>
                  </a:lnTo>
                  <a:lnTo>
                    <a:pt x="202" y="45"/>
                  </a:lnTo>
                  <a:lnTo>
                    <a:pt x="202" y="45"/>
                  </a:lnTo>
                  <a:lnTo>
                    <a:pt x="200" y="45"/>
                  </a:lnTo>
                  <a:lnTo>
                    <a:pt x="200" y="47"/>
                  </a:lnTo>
                  <a:lnTo>
                    <a:pt x="200" y="47"/>
                  </a:lnTo>
                  <a:lnTo>
                    <a:pt x="198" y="47"/>
                  </a:lnTo>
                  <a:lnTo>
                    <a:pt x="198" y="47"/>
                  </a:lnTo>
                  <a:lnTo>
                    <a:pt x="198" y="47"/>
                  </a:lnTo>
                  <a:lnTo>
                    <a:pt x="198" y="47"/>
                  </a:lnTo>
                  <a:lnTo>
                    <a:pt x="196" y="43"/>
                  </a:lnTo>
                  <a:lnTo>
                    <a:pt x="196" y="43"/>
                  </a:lnTo>
                  <a:lnTo>
                    <a:pt x="194" y="43"/>
                  </a:lnTo>
                  <a:lnTo>
                    <a:pt x="194" y="43"/>
                  </a:lnTo>
                  <a:lnTo>
                    <a:pt x="194" y="45"/>
                  </a:lnTo>
                  <a:lnTo>
                    <a:pt x="192" y="45"/>
                  </a:lnTo>
                  <a:lnTo>
                    <a:pt x="192" y="45"/>
                  </a:lnTo>
                  <a:lnTo>
                    <a:pt x="192" y="45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7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0" y="51"/>
                  </a:lnTo>
                  <a:lnTo>
                    <a:pt x="190" y="51"/>
                  </a:lnTo>
                  <a:lnTo>
                    <a:pt x="190" y="51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88" y="57"/>
                  </a:lnTo>
                  <a:lnTo>
                    <a:pt x="188" y="57"/>
                  </a:lnTo>
                  <a:lnTo>
                    <a:pt x="184" y="61"/>
                  </a:lnTo>
                  <a:lnTo>
                    <a:pt x="182" y="63"/>
                  </a:lnTo>
                  <a:lnTo>
                    <a:pt x="182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0" y="67"/>
                  </a:lnTo>
                  <a:lnTo>
                    <a:pt x="182" y="69"/>
                  </a:lnTo>
                  <a:lnTo>
                    <a:pt x="182" y="69"/>
                  </a:lnTo>
                  <a:lnTo>
                    <a:pt x="182" y="69"/>
                  </a:lnTo>
                  <a:lnTo>
                    <a:pt x="184" y="67"/>
                  </a:lnTo>
                  <a:lnTo>
                    <a:pt x="184" y="67"/>
                  </a:lnTo>
                  <a:lnTo>
                    <a:pt x="184" y="67"/>
                  </a:lnTo>
                  <a:lnTo>
                    <a:pt x="184" y="67"/>
                  </a:lnTo>
                  <a:lnTo>
                    <a:pt x="184" y="67"/>
                  </a:lnTo>
                  <a:lnTo>
                    <a:pt x="184" y="67"/>
                  </a:lnTo>
                  <a:lnTo>
                    <a:pt x="186" y="67"/>
                  </a:lnTo>
                  <a:lnTo>
                    <a:pt x="188" y="69"/>
                  </a:lnTo>
                  <a:lnTo>
                    <a:pt x="188" y="69"/>
                  </a:lnTo>
                  <a:lnTo>
                    <a:pt x="188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71"/>
                  </a:lnTo>
                  <a:lnTo>
                    <a:pt x="192" y="71"/>
                  </a:lnTo>
                  <a:lnTo>
                    <a:pt x="192" y="73"/>
                  </a:lnTo>
                  <a:lnTo>
                    <a:pt x="192" y="73"/>
                  </a:lnTo>
                  <a:lnTo>
                    <a:pt x="188" y="76"/>
                  </a:lnTo>
                  <a:lnTo>
                    <a:pt x="188" y="76"/>
                  </a:lnTo>
                  <a:lnTo>
                    <a:pt x="188" y="78"/>
                  </a:lnTo>
                  <a:lnTo>
                    <a:pt x="188" y="78"/>
                  </a:lnTo>
                  <a:lnTo>
                    <a:pt x="188" y="78"/>
                  </a:lnTo>
                  <a:lnTo>
                    <a:pt x="188" y="78"/>
                  </a:lnTo>
                  <a:lnTo>
                    <a:pt x="188" y="80"/>
                  </a:lnTo>
                  <a:lnTo>
                    <a:pt x="188" y="80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4"/>
                  </a:lnTo>
                  <a:lnTo>
                    <a:pt x="182" y="86"/>
                  </a:lnTo>
                  <a:lnTo>
                    <a:pt x="184" y="88"/>
                  </a:lnTo>
                  <a:lnTo>
                    <a:pt x="184" y="90"/>
                  </a:lnTo>
                  <a:lnTo>
                    <a:pt x="184" y="90"/>
                  </a:lnTo>
                  <a:lnTo>
                    <a:pt x="186" y="90"/>
                  </a:lnTo>
                  <a:lnTo>
                    <a:pt x="186" y="90"/>
                  </a:lnTo>
                  <a:lnTo>
                    <a:pt x="186" y="90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4"/>
                  </a:lnTo>
                  <a:lnTo>
                    <a:pt x="194" y="94"/>
                  </a:lnTo>
                  <a:lnTo>
                    <a:pt x="194" y="96"/>
                  </a:lnTo>
                  <a:lnTo>
                    <a:pt x="194" y="96"/>
                  </a:lnTo>
                  <a:lnTo>
                    <a:pt x="194" y="96"/>
                  </a:lnTo>
                  <a:lnTo>
                    <a:pt x="194" y="9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200" y="100"/>
                  </a:lnTo>
                  <a:lnTo>
                    <a:pt x="202" y="100"/>
                  </a:lnTo>
                  <a:lnTo>
                    <a:pt x="204" y="102"/>
                  </a:lnTo>
                  <a:lnTo>
                    <a:pt x="206" y="102"/>
                  </a:lnTo>
                  <a:lnTo>
                    <a:pt x="212" y="102"/>
                  </a:lnTo>
                  <a:lnTo>
                    <a:pt x="212" y="102"/>
                  </a:lnTo>
                  <a:lnTo>
                    <a:pt x="212" y="102"/>
                  </a:lnTo>
                  <a:lnTo>
                    <a:pt x="214" y="102"/>
                  </a:lnTo>
                  <a:lnTo>
                    <a:pt x="214" y="100"/>
                  </a:lnTo>
                  <a:lnTo>
                    <a:pt x="214" y="100"/>
                  </a:lnTo>
                  <a:lnTo>
                    <a:pt x="216" y="98"/>
                  </a:lnTo>
                  <a:lnTo>
                    <a:pt x="216" y="98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8" y="96"/>
                  </a:lnTo>
                  <a:lnTo>
                    <a:pt x="219" y="96"/>
                  </a:lnTo>
                  <a:lnTo>
                    <a:pt x="219" y="94"/>
                  </a:lnTo>
                  <a:lnTo>
                    <a:pt x="219" y="94"/>
                  </a:lnTo>
                  <a:lnTo>
                    <a:pt x="219" y="94"/>
                  </a:lnTo>
                  <a:lnTo>
                    <a:pt x="219" y="94"/>
                  </a:lnTo>
                  <a:lnTo>
                    <a:pt x="219" y="92"/>
                  </a:lnTo>
                  <a:lnTo>
                    <a:pt x="219" y="90"/>
                  </a:lnTo>
                  <a:lnTo>
                    <a:pt x="219" y="90"/>
                  </a:lnTo>
                  <a:lnTo>
                    <a:pt x="219" y="90"/>
                  </a:lnTo>
                  <a:lnTo>
                    <a:pt x="219" y="88"/>
                  </a:lnTo>
                  <a:lnTo>
                    <a:pt x="219" y="88"/>
                  </a:lnTo>
                  <a:lnTo>
                    <a:pt x="219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4"/>
                  </a:lnTo>
                  <a:lnTo>
                    <a:pt x="227" y="88"/>
                  </a:lnTo>
                  <a:lnTo>
                    <a:pt x="227" y="88"/>
                  </a:lnTo>
                  <a:lnTo>
                    <a:pt x="227" y="88"/>
                  </a:lnTo>
                  <a:lnTo>
                    <a:pt x="227" y="90"/>
                  </a:lnTo>
                  <a:lnTo>
                    <a:pt x="227" y="90"/>
                  </a:lnTo>
                  <a:lnTo>
                    <a:pt x="229" y="90"/>
                  </a:lnTo>
                  <a:lnTo>
                    <a:pt x="229" y="92"/>
                  </a:lnTo>
                  <a:lnTo>
                    <a:pt x="233" y="94"/>
                  </a:lnTo>
                  <a:lnTo>
                    <a:pt x="233" y="94"/>
                  </a:lnTo>
                  <a:lnTo>
                    <a:pt x="233" y="94"/>
                  </a:lnTo>
                  <a:lnTo>
                    <a:pt x="233" y="94"/>
                  </a:lnTo>
                  <a:lnTo>
                    <a:pt x="233" y="96"/>
                  </a:lnTo>
                  <a:lnTo>
                    <a:pt x="233" y="96"/>
                  </a:lnTo>
                  <a:lnTo>
                    <a:pt x="233" y="96"/>
                  </a:lnTo>
                  <a:lnTo>
                    <a:pt x="233" y="98"/>
                  </a:lnTo>
                  <a:lnTo>
                    <a:pt x="233" y="100"/>
                  </a:lnTo>
                  <a:lnTo>
                    <a:pt x="233" y="100"/>
                  </a:lnTo>
                  <a:lnTo>
                    <a:pt x="233" y="100"/>
                  </a:lnTo>
                  <a:lnTo>
                    <a:pt x="231" y="102"/>
                  </a:lnTo>
                  <a:lnTo>
                    <a:pt x="233" y="104"/>
                  </a:lnTo>
                  <a:lnTo>
                    <a:pt x="233" y="106"/>
                  </a:lnTo>
                  <a:lnTo>
                    <a:pt x="233" y="106"/>
                  </a:lnTo>
                  <a:lnTo>
                    <a:pt x="231" y="108"/>
                  </a:lnTo>
                  <a:lnTo>
                    <a:pt x="231" y="108"/>
                  </a:lnTo>
                  <a:lnTo>
                    <a:pt x="231" y="108"/>
                  </a:lnTo>
                  <a:lnTo>
                    <a:pt x="231" y="110"/>
                  </a:lnTo>
                  <a:lnTo>
                    <a:pt x="231" y="110"/>
                  </a:lnTo>
                  <a:lnTo>
                    <a:pt x="233" y="110"/>
                  </a:lnTo>
                  <a:lnTo>
                    <a:pt x="233" y="110"/>
                  </a:lnTo>
                  <a:lnTo>
                    <a:pt x="233" y="112"/>
                  </a:lnTo>
                  <a:lnTo>
                    <a:pt x="235" y="112"/>
                  </a:lnTo>
                  <a:lnTo>
                    <a:pt x="235" y="112"/>
                  </a:lnTo>
                  <a:lnTo>
                    <a:pt x="235" y="112"/>
                  </a:lnTo>
                  <a:lnTo>
                    <a:pt x="237" y="112"/>
                  </a:lnTo>
                  <a:lnTo>
                    <a:pt x="237" y="114"/>
                  </a:lnTo>
                  <a:lnTo>
                    <a:pt x="237" y="114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8"/>
                  </a:lnTo>
                  <a:lnTo>
                    <a:pt x="237" y="118"/>
                  </a:lnTo>
                  <a:lnTo>
                    <a:pt x="237" y="118"/>
                  </a:lnTo>
                  <a:lnTo>
                    <a:pt x="237" y="120"/>
                  </a:lnTo>
                  <a:lnTo>
                    <a:pt x="237" y="120"/>
                  </a:lnTo>
                  <a:lnTo>
                    <a:pt x="237" y="120"/>
                  </a:lnTo>
                  <a:lnTo>
                    <a:pt x="237" y="122"/>
                  </a:lnTo>
                  <a:lnTo>
                    <a:pt x="237" y="122"/>
                  </a:lnTo>
                  <a:lnTo>
                    <a:pt x="237" y="122"/>
                  </a:lnTo>
                  <a:lnTo>
                    <a:pt x="237" y="124"/>
                  </a:lnTo>
                  <a:lnTo>
                    <a:pt x="239" y="124"/>
                  </a:lnTo>
                  <a:lnTo>
                    <a:pt x="241" y="126"/>
                  </a:lnTo>
                  <a:lnTo>
                    <a:pt x="243" y="126"/>
                  </a:lnTo>
                  <a:lnTo>
                    <a:pt x="243" y="127"/>
                  </a:lnTo>
                  <a:lnTo>
                    <a:pt x="243" y="129"/>
                  </a:lnTo>
                  <a:lnTo>
                    <a:pt x="249" y="133"/>
                  </a:lnTo>
                  <a:lnTo>
                    <a:pt x="249" y="135"/>
                  </a:lnTo>
                  <a:lnTo>
                    <a:pt x="251" y="135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3" y="139"/>
                  </a:lnTo>
                  <a:lnTo>
                    <a:pt x="253" y="139"/>
                  </a:lnTo>
                  <a:lnTo>
                    <a:pt x="253" y="139"/>
                  </a:lnTo>
                  <a:lnTo>
                    <a:pt x="255" y="139"/>
                  </a:lnTo>
                  <a:lnTo>
                    <a:pt x="255" y="141"/>
                  </a:lnTo>
                  <a:lnTo>
                    <a:pt x="255" y="141"/>
                  </a:lnTo>
                  <a:lnTo>
                    <a:pt x="257" y="141"/>
                  </a:lnTo>
                  <a:lnTo>
                    <a:pt x="257" y="143"/>
                  </a:lnTo>
                  <a:lnTo>
                    <a:pt x="257" y="143"/>
                  </a:lnTo>
                  <a:lnTo>
                    <a:pt x="259" y="145"/>
                  </a:lnTo>
                  <a:lnTo>
                    <a:pt x="261" y="149"/>
                  </a:lnTo>
                  <a:lnTo>
                    <a:pt x="261" y="149"/>
                  </a:lnTo>
                  <a:lnTo>
                    <a:pt x="263" y="151"/>
                  </a:lnTo>
                  <a:lnTo>
                    <a:pt x="263" y="151"/>
                  </a:lnTo>
                  <a:lnTo>
                    <a:pt x="263" y="151"/>
                  </a:lnTo>
                  <a:lnTo>
                    <a:pt x="265" y="155"/>
                  </a:lnTo>
                  <a:lnTo>
                    <a:pt x="265" y="155"/>
                  </a:lnTo>
                  <a:lnTo>
                    <a:pt x="267" y="155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7" y="159"/>
                  </a:lnTo>
                  <a:lnTo>
                    <a:pt x="268" y="159"/>
                  </a:lnTo>
                  <a:lnTo>
                    <a:pt x="270" y="159"/>
                  </a:lnTo>
                  <a:lnTo>
                    <a:pt x="270" y="159"/>
                  </a:lnTo>
                  <a:lnTo>
                    <a:pt x="272" y="159"/>
                  </a:lnTo>
                  <a:lnTo>
                    <a:pt x="274" y="161"/>
                  </a:lnTo>
                  <a:lnTo>
                    <a:pt x="274" y="163"/>
                  </a:lnTo>
                  <a:lnTo>
                    <a:pt x="274" y="163"/>
                  </a:lnTo>
                  <a:lnTo>
                    <a:pt x="274" y="163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6" y="165"/>
                  </a:lnTo>
                  <a:lnTo>
                    <a:pt x="274" y="167"/>
                  </a:lnTo>
                  <a:lnTo>
                    <a:pt x="274" y="167"/>
                  </a:lnTo>
                  <a:lnTo>
                    <a:pt x="274" y="169"/>
                  </a:lnTo>
                  <a:lnTo>
                    <a:pt x="274" y="169"/>
                  </a:lnTo>
                  <a:lnTo>
                    <a:pt x="274" y="169"/>
                  </a:lnTo>
                  <a:lnTo>
                    <a:pt x="274" y="169"/>
                  </a:lnTo>
                  <a:lnTo>
                    <a:pt x="272" y="169"/>
                  </a:lnTo>
                  <a:lnTo>
                    <a:pt x="270" y="171"/>
                  </a:lnTo>
                  <a:lnTo>
                    <a:pt x="265" y="173"/>
                  </a:lnTo>
                  <a:lnTo>
                    <a:pt x="265" y="173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3" y="169"/>
                  </a:lnTo>
                  <a:lnTo>
                    <a:pt x="263" y="169"/>
                  </a:lnTo>
                  <a:lnTo>
                    <a:pt x="261" y="167"/>
                  </a:lnTo>
                  <a:lnTo>
                    <a:pt x="259" y="167"/>
                  </a:lnTo>
                  <a:lnTo>
                    <a:pt x="259" y="167"/>
                  </a:lnTo>
                  <a:lnTo>
                    <a:pt x="259" y="167"/>
                  </a:lnTo>
                  <a:lnTo>
                    <a:pt x="259" y="167"/>
                  </a:lnTo>
                  <a:lnTo>
                    <a:pt x="259" y="167"/>
                  </a:lnTo>
                  <a:lnTo>
                    <a:pt x="259" y="169"/>
                  </a:lnTo>
                  <a:lnTo>
                    <a:pt x="259" y="169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9" y="171"/>
                  </a:lnTo>
                  <a:lnTo>
                    <a:pt x="259" y="173"/>
                  </a:lnTo>
                  <a:lnTo>
                    <a:pt x="259" y="173"/>
                  </a:lnTo>
                  <a:lnTo>
                    <a:pt x="259" y="173"/>
                  </a:lnTo>
                  <a:lnTo>
                    <a:pt x="259" y="173"/>
                  </a:lnTo>
                  <a:lnTo>
                    <a:pt x="259" y="175"/>
                  </a:lnTo>
                  <a:lnTo>
                    <a:pt x="257" y="175"/>
                  </a:lnTo>
                  <a:lnTo>
                    <a:pt x="257" y="175"/>
                  </a:lnTo>
                  <a:lnTo>
                    <a:pt x="255" y="177"/>
                  </a:lnTo>
                  <a:lnTo>
                    <a:pt x="255" y="177"/>
                  </a:lnTo>
                  <a:lnTo>
                    <a:pt x="253" y="177"/>
                  </a:lnTo>
                  <a:lnTo>
                    <a:pt x="253" y="177"/>
                  </a:lnTo>
                  <a:lnTo>
                    <a:pt x="253" y="177"/>
                  </a:lnTo>
                  <a:lnTo>
                    <a:pt x="253" y="179"/>
                  </a:lnTo>
                  <a:lnTo>
                    <a:pt x="253" y="179"/>
                  </a:lnTo>
                  <a:lnTo>
                    <a:pt x="253" y="179"/>
                  </a:lnTo>
                  <a:lnTo>
                    <a:pt x="253" y="179"/>
                  </a:lnTo>
                  <a:lnTo>
                    <a:pt x="253" y="181"/>
                  </a:lnTo>
                  <a:lnTo>
                    <a:pt x="253" y="181"/>
                  </a:lnTo>
                  <a:lnTo>
                    <a:pt x="251" y="181"/>
                  </a:lnTo>
                  <a:lnTo>
                    <a:pt x="251" y="181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4"/>
                  </a:lnTo>
                  <a:lnTo>
                    <a:pt x="251" y="184"/>
                  </a:lnTo>
                  <a:lnTo>
                    <a:pt x="251" y="184"/>
                  </a:lnTo>
                  <a:lnTo>
                    <a:pt x="251" y="184"/>
                  </a:lnTo>
                  <a:lnTo>
                    <a:pt x="251" y="184"/>
                  </a:lnTo>
                  <a:lnTo>
                    <a:pt x="251" y="186"/>
                  </a:lnTo>
                  <a:lnTo>
                    <a:pt x="253" y="186"/>
                  </a:lnTo>
                  <a:lnTo>
                    <a:pt x="253" y="186"/>
                  </a:lnTo>
                  <a:lnTo>
                    <a:pt x="253" y="186"/>
                  </a:lnTo>
                  <a:lnTo>
                    <a:pt x="255" y="186"/>
                  </a:lnTo>
                  <a:lnTo>
                    <a:pt x="255" y="186"/>
                  </a:lnTo>
                  <a:lnTo>
                    <a:pt x="255" y="186"/>
                  </a:lnTo>
                  <a:lnTo>
                    <a:pt x="255" y="186"/>
                  </a:lnTo>
                  <a:lnTo>
                    <a:pt x="255" y="186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9" y="186"/>
                  </a:lnTo>
                  <a:lnTo>
                    <a:pt x="259" y="186"/>
                  </a:lnTo>
                  <a:lnTo>
                    <a:pt x="259" y="186"/>
                  </a:lnTo>
                  <a:lnTo>
                    <a:pt x="259" y="186"/>
                  </a:lnTo>
                  <a:lnTo>
                    <a:pt x="259" y="188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2"/>
                  </a:lnTo>
                  <a:lnTo>
                    <a:pt x="259" y="192"/>
                  </a:lnTo>
                  <a:lnTo>
                    <a:pt x="261" y="192"/>
                  </a:lnTo>
                  <a:lnTo>
                    <a:pt x="261" y="192"/>
                  </a:lnTo>
                  <a:lnTo>
                    <a:pt x="261" y="192"/>
                  </a:lnTo>
                  <a:lnTo>
                    <a:pt x="263" y="192"/>
                  </a:lnTo>
                  <a:lnTo>
                    <a:pt x="263" y="194"/>
                  </a:lnTo>
                  <a:lnTo>
                    <a:pt x="263" y="194"/>
                  </a:lnTo>
                  <a:lnTo>
                    <a:pt x="263" y="194"/>
                  </a:lnTo>
                  <a:lnTo>
                    <a:pt x="263" y="194"/>
                  </a:lnTo>
                  <a:lnTo>
                    <a:pt x="263" y="196"/>
                  </a:lnTo>
                  <a:lnTo>
                    <a:pt x="261" y="196"/>
                  </a:lnTo>
                  <a:lnTo>
                    <a:pt x="261" y="196"/>
                  </a:lnTo>
                  <a:lnTo>
                    <a:pt x="261" y="198"/>
                  </a:lnTo>
                  <a:lnTo>
                    <a:pt x="261" y="198"/>
                  </a:lnTo>
                  <a:lnTo>
                    <a:pt x="261" y="198"/>
                  </a:lnTo>
                  <a:lnTo>
                    <a:pt x="261" y="200"/>
                  </a:lnTo>
                  <a:lnTo>
                    <a:pt x="263" y="200"/>
                  </a:lnTo>
                  <a:lnTo>
                    <a:pt x="263" y="200"/>
                  </a:lnTo>
                  <a:lnTo>
                    <a:pt x="263" y="200"/>
                  </a:lnTo>
                  <a:lnTo>
                    <a:pt x="263" y="200"/>
                  </a:lnTo>
                  <a:lnTo>
                    <a:pt x="263" y="202"/>
                  </a:lnTo>
                  <a:lnTo>
                    <a:pt x="263" y="204"/>
                  </a:lnTo>
                  <a:lnTo>
                    <a:pt x="263" y="204"/>
                  </a:lnTo>
                  <a:lnTo>
                    <a:pt x="263" y="204"/>
                  </a:lnTo>
                  <a:lnTo>
                    <a:pt x="263" y="204"/>
                  </a:lnTo>
                  <a:lnTo>
                    <a:pt x="263" y="206"/>
                  </a:lnTo>
                  <a:lnTo>
                    <a:pt x="263" y="206"/>
                  </a:lnTo>
                  <a:lnTo>
                    <a:pt x="263" y="206"/>
                  </a:lnTo>
                  <a:lnTo>
                    <a:pt x="263" y="206"/>
                  </a:lnTo>
                  <a:lnTo>
                    <a:pt x="265" y="208"/>
                  </a:lnTo>
                  <a:lnTo>
                    <a:pt x="265" y="208"/>
                  </a:lnTo>
                  <a:lnTo>
                    <a:pt x="265" y="208"/>
                  </a:lnTo>
                  <a:lnTo>
                    <a:pt x="265" y="208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3" y="214"/>
                  </a:lnTo>
                  <a:lnTo>
                    <a:pt x="265" y="214"/>
                  </a:lnTo>
                  <a:lnTo>
                    <a:pt x="265" y="214"/>
                  </a:lnTo>
                  <a:lnTo>
                    <a:pt x="265" y="216"/>
                  </a:lnTo>
                  <a:lnTo>
                    <a:pt x="265" y="216"/>
                  </a:lnTo>
                  <a:lnTo>
                    <a:pt x="265" y="216"/>
                  </a:lnTo>
                  <a:lnTo>
                    <a:pt x="265" y="218"/>
                  </a:lnTo>
                  <a:lnTo>
                    <a:pt x="267" y="218"/>
                  </a:lnTo>
                  <a:lnTo>
                    <a:pt x="267" y="220"/>
                  </a:lnTo>
                  <a:lnTo>
                    <a:pt x="268" y="220"/>
                  </a:lnTo>
                  <a:lnTo>
                    <a:pt x="267" y="222"/>
                  </a:lnTo>
                  <a:lnTo>
                    <a:pt x="267" y="222"/>
                  </a:lnTo>
                  <a:lnTo>
                    <a:pt x="263" y="224"/>
                  </a:lnTo>
                  <a:lnTo>
                    <a:pt x="259" y="226"/>
                  </a:lnTo>
                  <a:lnTo>
                    <a:pt x="257" y="228"/>
                  </a:lnTo>
                  <a:lnTo>
                    <a:pt x="255" y="228"/>
                  </a:lnTo>
                  <a:lnTo>
                    <a:pt x="255" y="228"/>
                  </a:lnTo>
                  <a:lnTo>
                    <a:pt x="253" y="230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49" y="232"/>
                  </a:lnTo>
                  <a:lnTo>
                    <a:pt x="245" y="228"/>
                  </a:lnTo>
                  <a:lnTo>
                    <a:pt x="245" y="228"/>
                  </a:lnTo>
                  <a:lnTo>
                    <a:pt x="243" y="230"/>
                  </a:lnTo>
                  <a:lnTo>
                    <a:pt x="243" y="230"/>
                  </a:lnTo>
                  <a:lnTo>
                    <a:pt x="243" y="232"/>
                  </a:lnTo>
                  <a:lnTo>
                    <a:pt x="245" y="234"/>
                  </a:lnTo>
                  <a:lnTo>
                    <a:pt x="243" y="235"/>
                  </a:lnTo>
                  <a:lnTo>
                    <a:pt x="241" y="237"/>
                  </a:lnTo>
                  <a:lnTo>
                    <a:pt x="235" y="241"/>
                  </a:lnTo>
                  <a:lnTo>
                    <a:pt x="233" y="241"/>
                  </a:lnTo>
                  <a:lnTo>
                    <a:pt x="231" y="241"/>
                  </a:lnTo>
                  <a:lnTo>
                    <a:pt x="231" y="239"/>
                  </a:lnTo>
                  <a:lnTo>
                    <a:pt x="231" y="239"/>
                  </a:lnTo>
                  <a:lnTo>
                    <a:pt x="231" y="237"/>
                  </a:lnTo>
                  <a:lnTo>
                    <a:pt x="229" y="237"/>
                  </a:lnTo>
                  <a:lnTo>
                    <a:pt x="229" y="235"/>
                  </a:lnTo>
                  <a:lnTo>
                    <a:pt x="229" y="235"/>
                  </a:lnTo>
                  <a:lnTo>
                    <a:pt x="229" y="235"/>
                  </a:lnTo>
                  <a:lnTo>
                    <a:pt x="227" y="235"/>
                  </a:lnTo>
                  <a:lnTo>
                    <a:pt x="227" y="235"/>
                  </a:lnTo>
                  <a:lnTo>
                    <a:pt x="227" y="237"/>
                  </a:lnTo>
                  <a:lnTo>
                    <a:pt x="227" y="239"/>
                  </a:lnTo>
                  <a:lnTo>
                    <a:pt x="227" y="241"/>
                  </a:lnTo>
                  <a:lnTo>
                    <a:pt x="227" y="241"/>
                  </a:lnTo>
                  <a:lnTo>
                    <a:pt x="219" y="241"/>
                  </a:lnTo>
                  <a:lnTo>
                    <a:pt x="219" y="241"/>
                  </a:lnTo>
                  <a:lnTo>
                    <a:pt x="218" y="241"/>
                  </a:lnTo>
                  <a:lnTo>
                    <a:pt x="218" y="239"/>
                  </a:lnTo>
                  <a:lnTo>
                    <a:pt x="216" y="237"/>
                  </a:lnTo>
                  <a:lnTo>
                    <a:pt x="216" y="237"/>
                  </a:lnTo>
                  <a:lnTo>
                    <a:pt x="216" y="237"/>
                  </a:lnTo>
                  <a:lnTo>
                    <a:pt x="214" y="237"/>
                  </a:lnTo>
                  <a:lnTo>
                    <a:pt x="212" y="239"/>
                  </a:lnTo>
                  <a:lnTo>
                    <a:pt x="212" y="239"/>
                  </a:lnTo>
                  <a:lnTo>
                    <a:pt x="208" y="239"/>
                  </a:lnTo>
                  <a:lnTo>
                    <a:pt x="208" y="239"/>
                  </a:lnTo>
                  <a:lnTo>
                    <a:pt x="206" y="239"/>
                  </a:lnTo>
                  <a:lnTo>
                    <a:pt x="204" y="239"/>
                  </a:lnTo>
                  <a:lnTo>
                    <a:pt x="196" y="241"/>
                  </a:lnTo>
                  <a:lnTo>
                    <a:pt x="194" y="241"/>
                  </a:lnTo>
                  <a:lnTo>
                    <a:pt x="194" y="241"/>
                  </a:lnTo>
                  <a:lnTo>
                    <a:pt x="192" y="245"/>
                  </a:lnTo>
                  <a:lnTo>
                    <a:pt x="192" y="245"/>
                  </a:lnTo>
                  <a:lnTo>
                    <a:pt x="192" y="247"/>
                  </a:lnTo>
                  <a:lnTo>
                    <a:pt x="192" y="249"/>
                  </a:lnTo>
                  <a:lnTo>
                    <a:pt x="192" y="251"/>
                  </a:lnTo>
                  <a:lnTo>
                    <a:pt x="192" y="253"/>
                  </a:lnTo>
                  <a:lnTo>
                    <a:pt x="190" y="255"/>
                  </a:lnTo>
                  <a:lnTo>
                    <a:pt x="186" y="257"/>
                  </a:lnTo>
                  <a:lnTo>
                    <a:pt x="184" y="259"/>
                  </a:lnTo>
                  <a:lnTo>
                    <a:pt x="184" y="261"/>
                  </a:lnTo>
                  <a:lnTo>
                    <a:pt x="184" y="261"/>
                  </a:lnTo>
                  <a:lnTo>
                    <a:pt x="178" y="263"/>
                  </a:lnTo>
                  <a:lnTo>
                    <a:pt x="178" y="261"/>
                  </a:lnTo>
                  <a:lnTo>
                    <a:pt x="176" y="261"/>
                  </a:lnTo>
                  <a:lnTo>
                    <a:pt x="172" y="261"/>
                  </a:lnTo>
                  <a:lnTo>
                    <a:pt x="163" y="265"/>
                  </a:lnTo>
                  <a:lnTo>
                    <a:pt x="163" y="265"/>
                  </a:lnTo>
                  <a:lnTo>
                    <a:pt x="163" y="265"/>
                  </a:lnTo>
                  <a:lnTo>
                    <a:pt x="161" y="265"/>
                  </a:lnTo>
                  <a:lnTo>
                    <a:pt x="161" y="265"/>
                  </a:lnTo>
                  <a:lnTo>
                    <a:pt x="161" y="267"/>
                  </a:lnTo>
                  <a:lnTo>
                    <a:pt x="161" y="267"/>
                  </a:lnTo>
                  <a:lnTo>
                    <a:pt x="161" y="267"/>
                  </a:lnTo>
                  <a:lnTo>
                    <a:pt x="159" y="269"/>
                  </a:lnTo>
                  <a:lnTo>
                    <a:pt x="157" y="269"/>
                  </a:lnTo>
                  <a:lnTo>
                    <a:pt x="155" y="267"/>
                  </a:lnTo>
                  <a:lnTo>
                    <a:pt x="153" y="267"/>
                  </a:lnTo>
                  <a:lnTo>
                    <a:pt x="153" y="265"/>
                  </a:lnTo>
                  <a:lnTo>
                    <a:pt x="151" y="259"/>
                  </a:lnTo>
                  <a:lnTo>
                    <a:pt x="151" y="259"/>
                  </a:lnTo>
                  <a:lnTo>
                    <a:pt x="149" y="257"/>
                  </a:lnTo>
                  <a:lnTo>
                    <a:pt x="147" y="255"/>
                  </a:lnTo>
                  <a:lnTo>
                    <a:pt x="145" y="255"/>
                  </a:lnTo>
                  <a:lnTo>
                    <a:pt x="141" y="255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39" y="253"/>
                  </a:lnTo>
                  <a:lnTo>
                    <a:pt x="139" y="253"/>
                  </a:lnTo>
                  <a:lnTo>
                    <a:pt x="139" y="253"/>
                  </a:lnTo>
                  <a:lnTo>
                    <a:pt x="137" y="251"/>
                  </a:lnTo>
                  <a:lnTo>
                    <a:pt x="135" y="249"/>
                  </a:lnTo>
                  <a:lnTo>
                    <a:pt x="133" y="247"/>
                  </a:lnTo>
                  <a:lnTo>
                    <a:pt x="133" y="247"/>
                  </a:lnTo>
                  <a:lnTo>
                    <a:pt x="133" y="245"/>
                  </a:lnTo>
                  <a:lnTo>
                    <a:pt x="135" y="245"/>
                  </a:lnTo>
                  <a:lnTo>
                    <a:pt x="135" y="243"/>
                  </a:lnTo>
                  <a:lnTo>
                    <a:pt x="133" y="243"/>
                  </a:lnTo>
                  <a:lnTo>
                    <a:pt x="131" y="241"/>
                  </a:lnTo>
                  <a:lnTo>
                    <a:pt x="129" y="241"/>
                  </a:lnTo>
                  <a:lnTo>
                    <a:pt x="129" y="239"/>
                  </a:lnTo>
                  <a:lnTo>
                    <a:pt x="129" y="237"/>
                  </a:lnTo>
                  <a:lnTo>
                    <a:pt x="129" y="237"/>
                  </a:lnTo>
                  <a:lnTo>
                    <a:pt x="129" y="235"/>
                  </a:lnTo>
                  <a:lnTo>
                    <a:pt x="129" y="234"/>
                  </a:lnTo>
                  <a:lnTo>
                    <a:pt x="125" y="232"/>
                  </a:lnTo>
                  <a:lnTo>
                    <a:pt x="123" y="232"/>
                  </a:lnTo>
                  <a:lnTo>
                    <a:pt x="121" y="232"/>
                  </a:lnTo>
                  <a:lnTo>
                    <a:pt x="121" y="232"/>
                  </a:lnTo>
                  <a:lnTo>
                    <a:pt x="119" y="232"/>
                  </a:lnTo>
                  <a:lnTo>
                    <a:pt x="119" y="230"/>
                  </a:lnTo>
                  <a:lnTo>
                    <a:pt x="119" y="230"/>
                  </a:lnTo>
                  <a:lnTo>
                    <a:pt x="119" y="228"/>
                  </a:lnTo>
                  <a:lnTo>
                    <a:pt x="119" y="228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5" y="224"/>
                  </a:lnTo>
                  <a:lnTo>
                    <a:pt x="125" y="224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7" y="220"/>
                  </a:lnTo>
                  <a:lnTo>
                    <a:pt x="125" y="220"/>
                  </a:lnTo>
                  <a:lnTo>
                    <a:pt x="125" y="218"/>
                  </a:lnTo>
                  <a:lnTo>
                    <a:pt x="125" y="218"/>
                  </a:lnTo>
                  <a:lnTo>
                    <a:pt x="127" y="218"/>
                  </a:lnTo>
                  <a:lnTo>
                    <a:pt x="127" y="216"/>
                  </a:lnTo>
                  <a:lnTo>
                    <a:pt x="127" y="216"/>
                  </a:lnTo>
                  <a:lnTo>
                    <a:pt x="127" y="216"/>
                  </a:lnTo>
                  <a:lnTo>
                    <a:pt x="125" y="216"/>
                  </a:lnTo>
                  <a:lnTo>
                    <a:pt x="123" y="216"/>
                  </a:lnTo>
                  <a:lnTo>
                    <a:pt x="123" y="216"/>
                  </a:lnTo>
                  <a:lnTo>
                    <a:pt x="121" y="214"/>
                  </a:lnTo>
                  <a:lnTo>
                    <a:pt x="119" y="214"/>
                  </a:lnTo>
                  <a:lnTo>
                    <a:pt x="119" y="216"/>
                  </a:lnTo>
                  <a:lnTo>
                    <a:pt x="119" y="216"/>
                  </a:lnTo>
                  <a:lnTo>
                    <a:pt x="117" y="218"/>
                  </a:lnTo>
                  <a:lnTo>
                    <a:pt x="117" y="218"/>
                  </a:lnTo>
                  <a:lnTo>
                    <a:pt x="117" y="218"/>
                  </a:lnTo>
                  <a:lnTo>
                    <a:pt x="117" y="218"/>
                  </a:lnTo>
                  <a:lnTo>
                    <a:pt x="116" y="218"/>
                  </a:lnTo>
                  <a:lnTo>
                    <a:pt x="116" y="218"/>
                  </a:lnTo>
                  <a:lnTo>
                    <a:pt x="116" y="220"/>
                  </a:lnTo>
                  <a:lnTo>
                    <a:pt x="114" y="220"/>
                  </a:lnTo>
                  <a:lnTo>
                    <a:pt x="114" y="222"/>
                  </a:lnTo>
                  <a:lnTo>
                    <a:pt x="114" y="222"/>
                  </a:lnTo>
                  <a:lnTo>
                    <a:pt x="114" y="222"/>
                  </a:lnTo>
                  <a:lnTo>
                    <a:pt x="114" y="224"/>
                  </a:lnTo>
                  <a:lnTo>
                    <a:pt x="112" y="224"/>
                  </a:lnTo>
                  <a:lnTo>
                    <a:pt x="110" y="226"/>
                  </a:lnTo>
                  <a:lnTo>
                    <a:pt x="106" y="228"/>
                  </a:lnTo>
                  <a:lnTo>
                    <a:pt x="104" y="230"/>
                  </a:lnTo>
                  <a:lnTo>
                    <a:pt x="102" y="232"/>
                  </a:lnTo>
                  <a:lnTo>
                    <a:pt x="100" y="235"/>
                  </a:lnTo>
                  <a:lnTo>
                    <a:pt x="98" y="237"/>
                  </a:lnTo>
                  <a:lnTo>
                    <a:pt x="96" y="235"/>
                  </a:lnTo>
                  <a:lnTo>
                    <a:pt x="96" y="234"/>
                  </a:lnTo>
                  <a:lnTo>
                    <a:pt x="94" y="234"/>
                  </a:lnTo>
                  <a:lnTo>
                    <a:pt x="92" y="234"/>
                  </a:lnTo>
                  <a:lnTo>
                    <a:pt x="90" y="235"/>
                  </a:lnTo>
                  <a:lnTo>
                    <a:pt x="90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6" y="235"/>
                  </a:lnTo>
                  <a:lnTo>
                    <a:pt x="86" y="234"/>
                  </a:lnTo>
                  <a:lnTo>
                    <a:pt x="88" y="232"/>
                  </a:lnTo>
                  <a:lnTo>
                    <a:pt x="88" y="230"/>
                  </a:lnTo>
                  <a:lnTo>
                    <a:pt x="86" y="230"/>
                  </a:lnTo>
                  <a:lnTo>
                    <a:pt x="84" y="230"/>
                  </a:lnTo>
                  <a:lnTo>
                    <a:pt x="84" y="230"/>
                  </a:lnTo>
                  <a:lnTo>
                    <a:pt x="82" y="232"/>
                  </a:lnTo>
                  <a:lnTo>
                    <a:pt x="80" y="232"/>
                  </a:lnTo>
                  <a:lnTo>
                    <a:pt x="80" y="232"/>
                  </a:lnTo>
                  <a:lnTo>
                    <a:pt x="80" y="230"/>
                  </a:lnTo>
                  <a:lnTo>
                    <a:pt x="78" y="230"/>
                  </a:lnTo>
                  <a:lnTo>
                    <a:pt x="78" y="230"/>
                  </a:lnTo>
                  <a:lnTo>
                    <a:pt x="76" y="230"/>
                  </a:lnTo>
                  <a:lnTo>
                    <a:pt x="74" y="230"/>
                  </a:lnTo>
                  <a:lnTo>
                    <a:pt x="74" y="230"/>
                  </a:lnTo>
                  <a:lnTo>
                    <a:pt x="74" y="230"/>
                  </a:lnTo>
                  <a:lnTo>
                    <a:pt x="72" y="230"/>
                  </a:lnTo>
                  <a:lnTo>
                    <a:pt x="72" y="226"/>
                  </a:lnTo>
                  <a:lnTo>
                    <a:pt x="72" y="226"/>
                  </a:lnTo>
                  <a:lnTo>
                    <a:pt x="70" y="226"/>
                  </a:lnTo>
                  <a:lnTo>
                    <a:pt x="70" y="226"/>
                  </a:lnTo>
                  <a:lnTo>
                    <a:pt x="68" y="228"/>
                  </a:lnTo>
                  <a:lnTo>
                    <a:pt x="68" y="228"/>
                  </a:lnTo>
                  <a:lnTo>
                    <a:pt x="66" y="228"/>
                  </a:lnTo>
                  <a:lnTo>
                    <a:pt x="65" y="228"/>
                  </a:lnTo>
                  <a:lnTo>
                    <a:pt x="65" y="228"/>
                  </a:lnTo>
                  <a:lnTo>
                    <a:pt x="63" y="226"/>
                  </a:lnTo>
                  <a:lnTo>
                    <a:pt x="61" y="226"/>
                  </a:lnTo>
                  <a:lnTo>
                    <a:pt x="61" y="226"/>
                  </a:lnTo>
                  <a:lnTo>
                    <a:pt x="59" y="226"/>
                  </a:lnTo>
                  <a:lnTo>
                    <a:pt x="59" y="226"/>
                  </a:lnTo>
                  <a:lnTo>
                    <a:pt x="57" y="228"/>
                  </a:lnTo>
                  <a:lnTo>
                    <a:pt x="55" y="228"/>
                  </a:lnTo>
                  <a:lnTo>
                    <a:pt x="53" y="226"/>
                  </a:lnTo>
                  <a:lnTo>
                    <a:pt x="51" y="224"/>
                  </a:lnTo>
                  <a:lnTo>
                    <a:pt x="51" y="218"/>
                  </a:lnTo>
                  <a:lnTo>
                    <a:pt x="51" y="216"/>
                  </a:lnTo>
                  <a:lnTo>
                    <a:pt x="47" y="212"/>
                  </a:lnTo>
                  <a:lnTo>
                    <a:pt x="47" y="212"/>
                  </a:lnTo>
                  <a:lnTo>
                    <a:pt x="47" y="210"/>
                  </a:lnTo>
                  <a:lnTo>
                    <a:pt x="47" y="208"/>
                  </a:lnTo>
                  <a:lnTo>
                    <a:pt x="45" y="206"/>
                  </a:lnTo>
                  <a:lnTo>
                    <a:pt x="45" y="204"/>
                  </a:lnTo>
                  <a:lnTo>
                    <a:pt x="43" y="204"/>
                  </a:lnTo>
                  <a:lnTo>
                    <a:pt x="41" y="204"/>
                  </a:lnTo>
                  <a:lnTo>
                    <a:pt x="41" y="202"/>
                  </a:lnTo>
                  <a:lnTo>
                    <a:pt x="41" y="196"/>
                  </a:lnTo>
                  <a:lnTo>
                    <a:pt x="41" y="196"/>
                  </a:lnTo>
                  <a:lnTo>
                    <a:pt x="41" y="196"/>
                  </a:lnTo>
                  <a:lnTo>
                    <a:pt x="43" y="196"/>
                  </a:lnTo>
                  <a:lnTo>
                    <a:pt x="45" y="196"/>
                  </a:lnTo>
                  <a:lnTo>
                    <a:pt x="45" y="194"/>
                  </a:lnTo>
                  <a:lnTo>
                    <a:pt x="45" y="194"/>
                  </a:lnTo>
                  <a:lnTo>
                    <a:pt x="43" y="192"/>
                  </a:lnTo>
                  <a:lnTo>
                    <a:pt x="43" y="190"/>
                  </a:lnTo>
                  <a:lnTo>
                    <a:pt x="39" y="188"/>
                  </a:lnTo>
                  <a:lnTo>
                    <a:pt x="39" y="188"/>
                  </a:lnTo>
                  <a:lnTo>
                    <a:pt x="37" y="188"/>
                  </a:lnTo>
                  <a:lnTo>
                    <a:pt x="37" y="190"/>
                  </a:lnTo>
                  <a:lnTo>
                    <a:pt x="35" y="190"/>
                  </a:lnTo>
                  <a:lnTo>
                    <a:pt x="35" y="190"/>
                  </a:lnTo>
                  <a:lnTo>
                    <a:pt x="35" y="186"/>
                  </a:lnTo>
                  <a:lnTo>
                    <a:pt x="33" y="186"/>
                  </a:lnTo>
                  <a:lnTo>
                    <a:pt x="33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4"/>
                  </a:lnTo>
                  <a:lnTo>
                    <a:pt x="27" y="182"/>
                  </a:lnTo>
                  <a:lnTo>
                    <a:pt x="27" y="182"/>
                  </a:lnTo>
                  <a:lnTo>
                    <a:pt x="25" y="182"/>
                  </a:lnTo>
                  <a:lnTo>
                    <a:pt x="23" y="182"/>
                  </a:lnTo>
                  <a:lnTo>
                    <a:pt x="21" y="181"/>
                  </a:lnTo>
                  <a:lnTo>
                    <a:pt x="21" y="181"/>
                  </a:lnTo>
                  <a:lnTo>
                    <a:pt x="19" y="179"/>
                  </a:lnTo>
                  <a:lnTo>
                    <a:pt x="17" y="177"/>
                  </a:lnTo>
                  <a:lnTo>
                    <a:pt x="16" y="179"/>
                  </a:lnTo>
                  <a:lnTo>
                    <a:pt x="14" y="179"/>
                  </a:lnTo>
                  <a:lnTo>
                    <a:pt x="12" y="179"/>
                  </a:lnTo>
                  <a:lnTo>
                    <a:pt x="12" y="179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0" y="177"/>
                  </a:lnTo>
                  <a:lnTo>
                    <a:pt x="10" y="177"/>
                  </a:lnTo>
                  <a:lnTo>
                    <a:pt x="8" y="177"/>
                  </a:lnTo>
                  <a:lnTo>
                    <a:pt x="8" y="175"/>
                  </a:lnTo>
                  <a:lnTo>
                    <a:pt x="8" y="173"/>
                  </a:lnTo>
                  <a:lnTo>
                    <a:pt x="8" y="171"/>
                  </a:lnTo>
                  <a:lnTo>
                    <a:pt x="8" y="169"/>
                  </a:lnTo>
                  <a:lnTo>
                    <a:pt x="8" y="167"/>
                  </a:lnTo>
                  <a:lnTo>
                    <a:pt x="6" y="165"/>
                  </a:lnTo>
                  <a:lnTo>
                    <a:pt x="6" y="163"/>
                  </a:lnTo>
                  <a:lnTo>
                    <a:pt x="8" y="159"/>
                  </a:lnTo>
                  <a:lnTo>
                    <a:pt x="8" y="157"/>
                  </a:lnTo>
                  <a:lnTo>
                    <a:pt x="6" y="155"/>
                  </a:lnTo>
                  <a:lnTo>
                    <a:pt x="6" y="153"/>
                  </a:lnTo>
                  <a:lnTo>
                    <a:pt x="4" y="153"/>
                  </a:lnTo>
                  <a:lnTo>
                    <a:pt x="4" y="151"/>
                  </a:lnTo>
                  <a:lnTo>
                    <a:pt x="4" y="149"/>
                  </a:lnTo>
                  <a:lnTo>
                    <a:pt x="4" y="147"/>
                  </a:lnTo>
                  <a:lnTo>
                    <a:pt x="2" y="147"/>
                  </a:lnTo>
                  <a:lnTo>
                    <a:pt x="2" y="147"/>
                  </a:lnTo>
                  <a:lnTo>
                    <a:pt x="4" y="147"/>
                  </a:lnTo>
                  <a:lnTo>
                    <a:pt x="6" y="145"/>
                  </a:lnTo>
                  <a:lnTo>
                    <a:pt x="8" y="145"/>
                  </a:lnTo>
                  <a:lnTo>
                    <a:pt x="16" y="145"/>
                  </a:lnTo>
                  <a:lnTo>
                    <a:pt x="19" y="143"/>
                  </a:lnTo>
                  <a:lnTo>
                    <a:pt x="19" y="143"/>
                  </a:lnTo>
                  <a:lnTo>
                    <a:pt x="19" y="143"/>
                  </a:lnTo>
                  <a:lnTo>
                    <a:pt x="21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5"/>
                  </a:lnTo>
                  <a:lnTo>
                    <a:pt x="23" y="143"/>
                  </a:lnTo>
                  <a:lnTo>
                    <a:pt x="25" y="143"/>
                  </a:lnTo>
                  <a:lnTo>
                    <a:pt x="25" y="143"/>
                  </a:lnTo>
                  <a:lnTo>
                    <a:pt x="25" y="143"/>
                  </a:lnTo>
                  <a:lnTo>
                    <a:pt x="25" y="141"/>
                  </a:lnTo>
                  <a:lnTo>
                    <a:pt x="25" y="141"/>
                  </a:lnTo>
                  <a:lnTo>
                    <a:pt x="25" y="139"/>
                  </a:lnTo>
                  <a:lnTo>
                    <a:pt x="25" y="139"/>
                  </a:lnTo>
                  <a:lnTo>
                    <a:pt x="25" y="139"/>
                  </a:lnTo>
                  <a:lnTo>
                    <a:pt x="25" y="139"/>
                  </a:lnTo>
                  <a:lnTo>
                    <a:pt x="25" y="137"/>
                  </a:lnTo>
                  <a:lnTo>
                    <a:pt x="27" y="137"/>
                  </a:lnTo>
                  <a:lnTo>
                    <a:pt x="27" y="137"/>
                  </a:lnTo>
                  <a:lnTo>
                    <a:pt x="27" y="137"/>
                  </a:lnTo>
                  <a:lnTo>
                    <a:pt x="27" y="135"/>
                  </a:lnTo>
                  <a:lnTo>
                    <a:pt x="27" y="135"/>
                  </a:lnTo>
                  <a:lnTo>
                    <a:pt x="27" y="135"/>
                  </a:lnTo>
                  <a:lnTo>
                    <a:pt x="27" y="133"/>
                  </a:lnTo>
                  <a:lnTo>
                    <a:pt x="27" y="133"/>
                  </a:lnTo>
                  <a:lnTo>
                    <a:pt x="27" y="133"/>
                  </a:lnTo>
                  <a:lnTo>
                    <a:pt x="27" y="133"/>
                  </a:lnTo>
                  <a:lnTo>
                    <a:pt x="27" y="131"/>
                  </a:lnTo>
                  <a:lnTo>
                    <a:pt x="27" y="131"/>
                  </a:lnTo>
                  <a:lnTo>
                    <a:pt x="27" y="131"/>
                  </a:lnTo>
                  <a:lnTo>
                    <a:pt x="27" y="131"/>
                  </a:lnTo>
                  <a:lnTo>
                    <a:pt x="27" y="131"/>
                  </a:lnTo>
                  <a:lnTo>
                    <a:pt x="25" y="131"/>
                  </a:lnTo>
                  <a:lnTo>
                    <a:pt x="23" y="131"/>
                  </a:lnTo>
                  <a:lnTo>
                    <a:pt x="23" y="129"/>
                  </a:lnTo>
                  <a:lnTo>
                    <a:pt x="23" y="129"/>
                  </a:lnTo>
                  <a:lnTo>
                    <a:pt x="23" y="129"/>
                  </a:lnTo>
                  <a:lnTo>
                    <a:pt x="23" y="127"/>
                  </a:lnTo>
                  <a:lnTo>
                    <a:pt x="23" y="127"/>
                  </a:lnTo>
                  <a:lnTo>
                    <a:pt x="23" y="127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23" y="124"/>
                  </a:lnTo>
                  <a:lnTo>
                    <a:pt x="21" y="124"/>
                  </a:lnTo>
                  <a:lnTo>
                    <a:pt x="16" y="122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8" y="112"/>
                  </a:lnTo>
                  <a:lnTo>
                    <a:pt x="8" y="110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6" y="100"/>
                  </a:lnTo>
                  <a:lnTo>
                    <a:pt x="17" y="100"/>
                  </a:lnTo>
                  <a:lnTo>
                    <a:pt x="17" y="100"/>
                  </a:lnTo>
                  <a:lnTo>
                    <a:pt x="17" y="100"/>
                  </a:lnTo>
                  <a:lnTo>
                    <a:pt x="17" y="100"/>
                  </a:lnTo>
                  <a:lnTo>
                    <a:pt x="17" y="102"/>
                  </a:lnTo>
                  <a:lnTo>
                    <a:pt x="19" y="102"/>
                  </a:lnTo>
                  <a:lnTo>
                    <a:pt x="23" y="100"/>
                  </a:lnTo>
                  <a:lnTo>
                    <a:pt x="23" y="98"/>
                  </a:lnTo>
                  <a:lnTo>
                    <a:pt x="23" y="98"/>
                  </a:lnTo>
                  <a:lnTo>
                    <a:pt x="31" y="94"/>
                  </a:lnTo>
                  <a:lnTo>
                    <a:pt x="33" y="92"/>
                  </a:lnTo>
                  <a:lnTo>
                    <a:pt x="35" y="92"/>
                  </a:lnTo>
                  <a:lnTo>
                    <a:pt x="35" y="92"/>
                  </a:lnTo>
                  <a:lnTo>
                    <a:pt x="37" y="92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88"/>
                  </a:lnTo>
                  <a:lnTo>
                    <a:pt x="47" y="86"/>
                  </a:lnTo>
                  <a:lnTo>
                    <a:pt x="49" y="86"/>
                  </a:lnTo>
                  <a:lnTo>
                    <a:pt x="51" y="84"/>
                  </a:lnTo>
                  <a:lnTo>
                    <a:pt x="55" y="84"/>
                  </a:lnTo>
                  <a:lnTo>
                    <a:pt x="55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59" y="86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63" y="84"/>
                  </a:lnTo>
                  <a:lnTo>
                    <a:pt x="63" y="84"/>
                  </a:lnTo>
                  <a:lnTo>
                    <a:pt x="63" y="84"/>
                  </a:lnTo>
                  <a:lnTo>
                    <a:pt x="63" y="84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1" y="82"/>
                  </a:lnTo>
                  <a:lnTo>
                    <a:pt x="61" y="82"/>
                  </a:lnTo>
                  <a:lnTo>
                    <a:pt x="61" y="80"/>
                  </a:lnTo>
                  <a:lnTo>
                    <a:pt x="61" y="80"/>
                  </a:lnTo>
                  <a:lnTo>
                    <a:pt x="63" y="80"/>
                  </a:lnTo>
                  <a:lnTo>
                    <a:pt x="63" y="80"/>
                  </a:lnTo>
                  <a:lnTo>
                    <a:pt x="63" y="80"/>
                  </a:lnTo>
                  <a:lnTo>
                    <a:pt x="68" y="80"/>
                  </a:lnTo>
                  <a:lnTo>
                    <a:pt x="68" y="8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6"/>
                  </a:lnTo>
                  <a:lnTo>
                    <a:pt x="70" y="76"/>
                  </a:lnTo>
                  <a:lnTo>
                    <a:pt x="70" y="76"/>
                  </a:lnTo>
                  <a:lnTo>
                    <a:pt x="70" y="76"/>
                  </a:lnTo>
                  <a:lnTo>
                    <a:pt x="70" y="76"/>
                  </a:lnTo>
                  <a:lnTo>
                    <a:pt x="70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3"/>
                  </a:lnTo>
                  <a:lnTo>
                    <a:pt x="72" y="73"/>
                  </a:lnTo>
                  <a:lnTo>
                    <a:pt x="72" y="71"/>
                  </a:lnTo>
                  <a:lnTo>
                    <a:pt x="72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8" y="69"/>
                  </a:lnTo>
                  <a:lnTo>
                    <a:pt x="78" y="69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2" y="69"/>
                  </a:lnTo>
                  <a:lnTo>
                    <a:pt x="82" y="69"/>
                  </a:lnTo>
                  <a:lnTo>
                    <a:pt x="84" y="69"/>
                  </a:lnTo>
                  <a:lnTo>
                    <a:pt x="82" y="69"/>
                  </a:lnTo>
                  <a:lnTo>
                    <a:pt x="82" y="67"/>
                  </a:lnTo>
                  <a:lnTo>
                    <a:pt x="82" y="67"/>
                  </a:lnTo>
                  <a:lnTo>
                    <a:pt x="82" y="65"/>
                  </a:lnTo>
                  <a:lnTo>
                    <a:pt x="84" y="65"/>
                  </a:lnTo>
                  <a:lnTo>
                    <a:pt x="84" y="63"/>
                  </a:lnTo>
                  <a:lnTo>
                    <a:pt x="84" y="63"/>
                  </a:lnTo>
                  <a:lnTo>
                    <a:pt x="84" y="63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84" y="59"/>
                  </a:lnTo>
                  <a:lnTo>
                    <a:pt x="84" y="57"/>
                  </a:lnTo>
                  <a:lnTo>
                    <a:pt x="86" y="57"/>
                  </a:lnTo>
                  <a:lnTo>
                    <a:pt x="88" y="55"/>
                  </a:lnTo>
                  <a:lnTo>
                    <a:pt x="90" y="55"/>
                  </a:lnTo>
                  <a:lnTo>
                    <a:pt x="90" y="53"/>
                  </a:lnTo>
                  <a:lnTo>
                    <a:pt x="88" y="51"/>
                  </a:lnTo>
                  <a:lnTo>
                    <a:pt x="88" y="51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3"/>
                  </a:lnTo>
                  <a:lnTo>
                    <a:pt x="94" y="43"/>
                  </a:lnTo>
                  <a:lnTo>
                    <a:pt x="104" y="43"/>
                  </a:lnTo>
                  <a:lnTo>
                    <a:pt x="104" y="43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7"/>
                  </a:lnTo>
                  <a:lnTo>
                    <a:pt x="106" y="47"/>
                  </a:lnTo>
                  <a:lnTo>
                    <a:pt x="106" y="47"/>
                  </a:lnTo>
                  <a:lnTo>
                    <a:pt x="108" y="49"/>
                  </a:lnTo>
                  <a:lnTo>
                    <a:pt x="114" y="49"/>
                  </a:lnTo>
                  <a:lnTo>
                    <a:pt x="116" y="49"/>
                  </a:lnTo>
                  <a:lnTo>
                    <a:pt x="116" y="47"/>
                  </a:lnTo>
                  <a:lnTo>
                    <a:pt x="116" y="47"/>
                  </a:lnTo>
                  <a:lnTo>
                    <a:pt x="117" y="47"/>
                  </a:lnTo>
                  <a:lnTo>
                    <a:pt x="117" y="47"/>
                  </a:lnTo>
                  <a:lnTo>
                    <a:pt x="117" y="47"/>
                  </a:lnTo>
                  <a:lnTo>
                    <a:pt x="117" y="47"/>
                  </a:lnTo>
                  <a:lnTo>
                    <a:pt x="117" y="45"/>
                  </a:lnTo>
                  <a:lnTo>
                    <a:pt x="117" y="45"/>
                  </a:lnTo>
                  <a:lnTo>
                    <a:pt x="117" y="45"/>
                  </a:lnTo>
                  <a:lnTo>
                    <a:pt x="117" y="45"/>
                  </a:lnTo>
                  <a:lnTo>
                    <a:pt x="117" y="43"/>
                  </a:lnTo>
                  <a:lnTo>
                    <a:pt x="119" y="43"/>
                  </a:lnTo>
                  <a:lnTo>
                    <a:pt x="119" y="43"/>
                  </a:lnTo>
                  <a:lnTo>
                    <a:pt x="119" y="41"/>
                  </a:lnTo>
                  <a:lnTo>
                    <a:pt x="117" y="41"/>
                  </a:lnTo>
                  <a:lnTo>
                    <a:pt x="119" y="41"/>
                  </a:lnTo>
                  <a:lnTo>
                    <a:pt x="119" y="41"/>
                  </a:lnTo>
                  <a:lnTo>
                    <a:pt x="119" y="41"/>
                  </a:lnTo>
                  <a:lnTo>
                    <a:pt x="119" y="41"/>
                  </a:lnTo>
                  <a:lnTo>
                    <a:pt x="121" y="41"/>
                  </a:lnTo>
                  <a:lnTo>
                    <a:pt x="125" y="41"/>
                  </a:lnTo>
                  <a:lnTo>
                    <a:pt x="129" y="41"/>
                  </a:lnTo>
                  <a:lnTo>
                    <a:pt x="131" y="41"/>
                  </a:lnTo>
                  <a:lnTo>
                    <a:pt x="131" y="41"/>
                  </a:lnTo>
                  <a:lnTo>
                    <a:pt x="131" y="41"/>
                  </a:lnTo>
                  <a:lnTo>
                    <a:pt x="133" y="41"/>
                  </a:lnTo>
                  <a:lnTo>
                    <a:pt x="133" y="39"/>
                  </a:lnTo>
                  <a:lnTo>
                    <a:pt x="135" y="37"/>
                  </a:lnTo>
                  <a:lnTo>
                    <a:pt x="135" y="37"/>
                  </a:lnTo>
                  <a:lnTo>
                    <a:pt x="135" y="35"/>
                  </a:lnTo>
                  <a:lnTo>
                    <a:pt x="135" y="35"/>
                  </a:lnTo>
                  <a:lnTo>
                    <a:pt x="135" y="35"/>
                  </a:lnTo>
                  <a:lnTo>
                    <a:pt x="133" y="35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7"/>
                  </a:lnTo>
                  <a:lnTo>
                    <a:pt x="133" y="27"/>
                  </a:lnTo>
                  <a:lnTo>
                    <a:pt x="133" y="27"/>
                  </a:lnTo>
                  <a:lnTo>
                    <a:pt x="127" y="23"/>
                  </a:lnTo>
                  <a:lnTo>
                    <a:pt x="127" y="23"/>
                  </a:lnTo>
                  <a:lnTo>
                    <a:pt x="125" y="23"/>
                  </a:lnTo>
                  <a:lnTo>
                    <a:pt x="125" y="21"/>
                  </a:lnTo>
                  <a:lnTo>
                    <a:pt x="125" y="21"/>
                  </a:lnTo>
                  <a:lnTo>
                    <a:pt x="125" y="21"/>
                  </a:lnTo>
                  <a:lnTo>
                    <a:pt x="125" y="20"/>
                  </a:lnTo>
                  <a:lnTo>
                    <a:pt x="125" y="20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31" y="10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3" y="4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7" y="2"/>
                  </a:lnTo>
                  <a:lnTo>
                    <a:pt x="139" y="2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auto">
            <a:xfrm>
              <a:off x="2660650" y="3763963"/>
              <a:ext cx="174625" cy="288925"/>
            </a:xfrm>
            <a:custGeom>
              <a:avLst/>
              <a:gdLst>
                <a:gd name="T0" fmla="*/ 188 w 222"/>
                <a:gd name="T1" fmla="*/ 14 h 363"/>
                <a:gd name="T2" fmla="*/ 186 w 222"/>
                <a:gd name="T3" fmla="*/ 25 h 363"/>
                <a:gd name="T4" fmla="*/ 198 w 222"/>
                <a:gd name="T5" fmla="*/ 41 h 363"/>
                <a:gd name="T6" fmla="*/ 206 w 222"/>
                <a:gd name="T7" fmla="*/ 51 h 363"/>
                <a:gd name="T8" fmla="*/ 212 w 222"/>
                <a:gd name="T9" fmla="*/ 59 h 363"/>
                <a:gd name="T10" fmla="*/ 218 w 222"/>
                <a:gd name="T11" fmla="*/ 76 h 363"/>
                <a:gd name="T12" fmla="*/ 220 w 222"/>
                <a:gd name="T13" fmla="*/ 84 h 363"/>
                <a:gd name="T14" fmla="*/ 186 w 222"/>
                <a:gd name="T15" fmla="*/ 110 h 363"/>
                <a:gd name="T16" fmla="*/ 177 w 222"/>
                <a:gd name="T17" fmla="*/ 126 h 363"/>
                <a:gd name="T18" fmla="*/ 183 w 222"/>
                <a:gd name="T19" fmla="*/ 143 h 363"/>
                <a:gd name="T20" fmla="*/ 186 w 222"/>
                <a:gd name="T21" fmla="*/ 155 h 363"/>
                <a:gd name="T22" fmla="*/ 186 w 222"/>
                <a:gd name="T23" fmla="*/ 165 h 363"/>
                <a:gd name="T24" fmla="*/ 184 w 222"/>
                <a:gd name="T25" fmla="*/ 182 h 363"/>
                <a:gd name="T26" fmla="*/ 173 w 222"/>
                <a:gd name="T27" fmla="*/ 192 h 363"/>
                <a:gd name="T28" fmla="*/ 186 w 222"/>
                <a:gd name="T29" fmla="*/ 198 h 363"/>
                <a:gd name="T30" fmla="*/ 200 w 222"/>
                <a:gd name="T31" fmla="*/ 194 h 363"/>
                <a:gd name="T32" fmla="*/ 210 w 222"/>
                <a:gd name="T33" fmla="*/ 198 h 363"/>
                <a:gd name="T34" fmla="*/ 210 w 222"/>
                <a:gd name="T35" fmla="*/ 212 h 363"/>
                <a:gd name="T36" fmla="*/ 206 w 222"/>
                <a:gd name="T37" fmla="*/ 226 h 363"/>
                <a:gd name="T38" fmla="*/ 214 w 222"/>
                <a:gd name="T39" fmla="*/ 236 h 363"/>
                <a:gd name="T40" fmla="*/ 196 w 222"/>
                <a:gd name="T41" fmla="*/ 251 h 363"/>
                <a:gd name="T42" fmla="*/ 192 w 222"/>
                <a:gd name="T43" fmla="*/ 267 h 363"/>
                <a:gd name="T44" fmla="*/ 196 w 222"/>
                <a:gd name="T45" fmla="*/ 271 h 363"/>
                <a:gd name="T46" fmla="*/ 202 w 222"/>
                <a:gd name="T47" fmla="*/ 290 h 363"/>
                <a:gd name="T48" fmla="*/ 196 w 222"/>
                <a:gd name="T49" fmla="*/ 300 h 363"/>
                <a:gd name="T50" fmla="*/ 208 w 222"/>
                <a:gd name="T51" fmla="*/ 310 h 363"/>
                <a:gd name="T52" fmla="*/ 204 w 222"/>
                <a:gd name="T53" fmla="*/ 326 h 363"/>
                <a:gd name="T54" fmla="*/ 198 w 222"/>
                <a:gd name="T55" fmla="*/ 336 h 363"/>
                <a:gd name="T56" fmla="*/ 186 w 222"/>
                <a:gd name="T57" fmla="*/ 351 h 363"/>
                <a:gd name="T58" fmla="*/ 177 w 222"/>
                <a:gd name="T59" fmla="*/ 359 h 363"/>
                <a:gd name="T60" fmla="*/ 173 w 222"/>
                <a:gd name="T61" fmla="*/ 344 h 363"/>
                <a:gd name="T62" fmla="*/ 151 w 222"/>
                <a:gd name="T63" fmla="*/ 334 h 363"/>
                <a:gd name="T64" fmla="*/ 137 w 222"/>
                <a:gd name="T65" fmla="*/ 340 h 363"/>
                <a:gd name="T66" fmla="*/ 116 w 222"/>
                <a:gd name="T67" fmla="*/ 330 h 363"/>
                <a:gd name="T68" fmla="*/ 112 w 222"/>
                <a:gd name="T69" fmla="*/ 320 h 363"/>
                <a:gd name="T70" fmla="*/ 110 w 222"/>
                <a:gd name="T71" fmla="*/ 304 h 363"/>
                <a:gd name="T72" fmla="*/ 104 w 222"/>
                <a:gd name="T73" fmla="*/ 290 h 363"/>
                <a:gd name="T74" fmla="*/ 94 w 222"/>
                <a:gd name="T75" fmla="*/ 279 h 363"/>
                <a:gd name="T76" fmla="*/ 108 w 222"/>
                <a:gd name="T77" fmla="*/ 265 h 363"/>
                <a:gd name="T78" fmla="*/ 100 w 222"/>
                <a:gd name="T79" fmla="*/ 261 h 363"/>
                <a:gd name="T80" fmla="*/ 77 w 222"/>
                <a:gd name="T81" fmla="*/ 230 h 363"/>
                <a:gd name="T82" fmla="*/ 53 w 222"/>
                <a:gd name="T83" fmla="*/ 208 h 363"/>
                <a:gd name="T84" fmla="*/ 24 w 222"/>
                <a:gd name="T85" fmla="*/ 167 h 363"/>
                <a:gd name="T86" fmla="*/ 24 w 222"/>
                <a:gd name="T87" fmla="*/ 155 h 363"/>
                <a:gd name="T88" fmla="*/ 20 w 222"/>
                <a:gd name="T89" fmla="*/ 145 h 363"/>
                <a:gd name="T90" fmla="*/ 16 w 222"/>
                <a:gd name="T91" fmla="*/ 124 h 363"/>
                <a:gd name="T92" fmla="*/ 10 w 222"/>
                <a:gd name="T93" fmla="*/ 110 h 363"/>
                <a:gd name="T94" fmla="*/ 14 w 222"/>
                <a:gd name="T95" fmla="*/ 98 h 363"/>
                <a:gd name="T96" fmla="*/ 6 w 222"/>
                <a:gd name="T97" fmla="*/ 82 h 363"/>
                <a:gd name="T98" fmla="*/ 8 w 222"/>
                <a:gd name="T99" fmla="*/ 74 h 363"/>
                <a:gd name="T100" fmla="*/ 4 w 222"/>
                <a:gd name="T101" fmla="*/ 65 h 363"/>
                <a:gd name="T102" fmla="*/ 22 w 222"/>
                <a:gd name="T103" fmla="*/ 49 h 363"/>
                <a:gd name="T104" fmla="*/ 39 w 222"/>
                <a:gd name="T105" fmla="*/ 45 h 363"/>
                <a:gd name="T106" fmla="*/ 63 w 222"/>
                <a:gd name="T107" fmla="*/ 35 h 363"/>
                <a:gd name="T108" fmla="*/ 71 w 222"/>
                <a:gd name="T109" fmla="*/ 25 h 363"/>
                <a:gd name="T110" fmla="*/ 81 w 222"/>
                <a:gd name="T111" fmla="*/ 16 h 363"/>
                <a:gd name="T112" fmla="*/ 100 w 222"/>
                <a:gd name="T113" fmla="*/ 18 h 363"/>
                <a:gd name="T114" fmla="*/ 110 w 222"/>
                <a:gd name="T115" fmla="*/ 20 h 363"/>
                <a:gd name="T116" fmla="*/ 124 w 222"/>
                <a:gd name="T117" fmla="*/ 20 h 363"/>
                <a:gd name="T118" fmla="*/ 132 w 222"/>
                <a:gd name="T119" fmla="*/ 18 h 363"/>
                <a:gd name="T120" fmla="*/ 186 w 222"/>
                <a:gd name="T121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2" h="363">
                  <a:moveTo>
                    <a:pt x="186" y="0"/>
                  </a:moveTo>
                  <a:lnTo>
                    <a:pt x="188" y="2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186" y="4"/>
                  </a:lnTo>
                  <a:lnTo>
                    <a:pt x="186" y="4"/>
                  </a:lnTo>
                  <a:lnTo>
                    <a:pt x="188" y="8"/>
                  </a:lnTo>
                  <a:lnTo>
                    <a:pt x="188" y="8"/>
                  </a:lnTo>
                  <a:lnTo>
                    <a:pt x="188" y="8"/>
                  </a:lnTo>
                  <a:lnTo>
                    <a:pt x="190" y="10"/>
                  </a:lnTo>
                  <a:lnTo>
                    <a:pt x="190" y="10"/>
                  </a:lnTo>
                  <a:lnTo>
                    <a:pt x="192" y="10"/>
                  </a:lnTo>
                  <a:lnTo>
                    <a:pt x="192" y="10"/>
                  </a:lnTo>
                  <a:lnTo>
                    <a:pt x="192" y="10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0" y="12"/>
                  </a:lnTo>
                  <a:lnTo>
                    <a:pt x="190" y="12"/>
                  </a:lnTo>
                  <a:lnTo>
                    <a:pt x="190" y="12"/>
                  </a:lnTo>
                  <a:lnTo>
                    <a:pt x="188" y="14"/>
                  </a:lnTo>
                  <a:lnTo>
                    <a:pt x="188" y="14"/>
                  </a:lnTo>
                  <a:lnTo>
                    <a:pt x="188" y="16"/>
                  </a:lnTo>
                  <a:lnTo>
                    <a:pt x="188" y="16"/>
                  </a:lnTo>
                  <a:lnTo>
                    <a:pt x="188" y="16"/>
                  </a:lnTo>
                  <a:lnTo>
                    <a:pt x="188" y="16"/>
                  </a:lnTo>
                  <a:lnTo>
                    <a:pt x="183" y="18"/>
                  </a:lnTo>
                  <a:lnTo>
                    <a:pt x="181" y="18"/>
                  </a:lnTo>
                  <a:lnTo>
                    <a:pt x="181" y="18"/>
                  </a:lnTo>
                  <a:lnTo>
                    <a:pt x="181" y="18"/>
                  </a:lnTo>
                  <a:lnTo>
                    <a:pt x="181" y="20"/>
                  </a:lnTo>
                  <a:lnTo>
                    <a:pt x="181" y="20"/>
                  </a:lnTo>
                  <a:lnTo>
                    <a:pt x="181" y="20"/>
                  </a:lnTo>
                  <a:lnTo>
                    <a:pt x="183" y="21"/>
                  </a:lnTo>
                  <a:lnTo>
                    <a:pt x="183" y="23"/>
                  </a:lnTo>
                  <a:lnTo>
                    <a:pt x="183" y="23"/>
                  </a:lnTo>
                  <a:lnTo>
                    <a:pt x="183" y="23"/>
                  </a:lnTo>
                  <a:lnTo>
                    <a:pt x="183" y="23"/>
                  </a:lnTo>
                  <a:lnTo>
                    <a:pt x="186" y="23"/>
                  </a:lnTo>
                  <a:lnTo>
                    <a:pt x="186" y="25"/>
                  </a:lnTo>
                  <a:lnTo>
                    <a:pt x="186" y="25"/>
                  </a:lnTo>
                  <a:lnTo>
                    <a:pt x="186" y="27"/>
                  </a:lnTo>
                  <a:lnTo>
                    <a:pt x="186" y="29"/>
                  </a:lnTo>
                  <a:lnTo>
                    <a:pt x="186" y="29"/>
                  </a:lnTo>
                  <a:lnTo>
                    <a:pt x="184" y="29"/>
                  </a:lnTo>
                  <a:lnTo>
                    <a:pt x="184" y="31"/>
                  </a:lnTo>
                  <a:lnTo>
                    <a:pt x="184" y="31"/>
                  </a:lnTo>
                  <a:lnTo>
                    <a:pt x="188" y="33"/>
                  </a:lnTo>
                  <a:lnTo>
                    <a:pt x="188" y="33"/>
                  </a:lnTo>
                  <a:lnTo>
                    <a:pt x="190" y="37"/>
                  </a:lnTo>
                  <a:lnTo>
                    <a:pt x="190" y="37"/>
                  </a:lnTo>
                  <a:lnTo>
                    <a:pt x="190" y="37"/>
                  </a:lnTo>
                  <a:lnTo>
                    <a:pt x="196" y="37"/>
                  </a:lnTo>
                  <a:lnTo>
                    <a:pt x="198" y="39"/>
                  </a:lnTo>
                  <a:lnTo>
                    <a:pt x="198" y="39"/>
                  </a:lnTo>
                  <a:lnTo>
                    <a:pt x="200" y="39"/>
                  </a:lnTo>
                  <a:lnTo>
                    <a:pt x="200" y="41"/>
                  </a:lnTo>
                  <a:lnTo>
                    <a:pt x="198" y="41"/>
                  </a:lnTo>
                  <a:lnTo>
                    <a:pt x="198" y="41"/>
                  </a:lnTo>
                  <a:lnTo>
                    <a:pt x="198" y="41"/>
                  </a:lnTo>
                  <a:lnTo>
                    <a:pt x="198" y="41"/>
                  </a:lnTo>
                  <a:lnTo>
                    <a:pt x="198" y="43"/>
                  </a:lnTo>
                  <a:lnTo>
                    <a:pt x="198" y="43"/>
                  </a:lnTo>
                  <a:lnTo>
                    <a:pt x="204" y="43"/>
                  </a:lnTo>
                  <a:lnTo>
                    <a:pt x="206" y="43"/>
                  </a:lnTo>
                  <a:lnTo>
                    <a:pt x="206" y="43"/>
                  </a:lnTo>
                  <a:lnTo>
                    <a:pt x="206" y="43"/>
                  </a:lnTo>
                  <a:lnTo>
                    <a:pt x="206" y="45"/>
                  </a:lnTo>
                  <a:lnTo>
                    <a:pt x="206" y="45"/>
                  </a:lnTo>
                  <a:lnTo>
                    <a:pt x="206" y="45"/>
                  </a:lnTo>
                  <a:lnTo>
                    <a:pt x="206" y="45"/>
                  </a:lnTo>
                  <a:lnTo>
                    <a:pt x="206" y="47"/>
                  </a:lnTo>
                  <a:lnTo>
                    <a:pt x="206" y="47"/>
                  </a:lnTo>
                  <a:lnTo>
                    <a:pt x="206" y="47"/>
                  </a:lnTo>
                  <a:lnTo>
                    <a:pt x="206" y="47"/>
                  </a:lnTo>
                  <a:lnTo>
                    <a:pt x="204" y="49"/>
                  </a:lnTo>
                  <a:lnTo>
                    <a:pt x="204" y="49"/>
                  </a:lnTo>
                  <a:lnTo>
                    <a:pt x="206" y="51"/>
                  </a:lnTo>
                  <a:lnTo>
                    <a:pt x="206" y="51"/>
                  </a:lnTo>
                  <a:lnTo>
                    <a:pt x="206" y="51"/>
                  </a:lnTo>
                  <a:lnTo>
                    <a:pt x="206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10" y="55"/>
                  </a:lnTo>
                  <a:lnTo>
                    <a:pt x="210" y="55"/>
                  </a:lnTo>
                  <a:lnTo>
                    <a:pt x="210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7"/>
                  </a:lnTo>
                  <a:lnTo>
                    <a:pt x="212" y="59"/>
                  </a:lnTo>
                  <a:lnTo>
                    <a:pt x="212" y="59"/>
                  </a:lnTo>
                  <a:lnTo>
                    <a:pt x="212" y="59"/>
                  </a:lnTo>
                  <a:lnTo>
                    <a:pt x="212" y="59"/>
                  </a:lnTo>
                  <a:lnTo>
                    <a:pt x="214" y="61"/>
                  </a:lnTo>
                  <a:lnTo>
                    <a:pt x="214" y="61"/>
                  </a:lnTo>
                  <a:lnTo>
                    <a:pt x="214" y="61"/>
                  </a:lnTo>
                  <a:lnTo>
                    <a:pt x="214" y="63"/>
                  </a:lnTo>
                  <a:lnTo>
                    <a:pt x="214" y="63"/>
                  </a:lnTo>
                  <a:lnTo>
                    <a:pt x="214" y="63"/>
                  </a:lnTo>
                  <a:lnTo>
                    <a:pt x="214" y="65"/>
                  </a:lnTo>
                  <a:lnTo>
                    <a:pt x="214" y="67"/>
                  </a:lnTo>
                  <a:lnTo>
                    <a:pt x="216" y="69"/>
                  </a:lnTo>
                  <a:lnTo>
                    <a:pt x="216" y="71"/>
                  </a:lnTo>
                  <a:lnTo>
                    <a:pt x="216" y="71"/>
                  </a:lnTo>
                  <a:lnTo>
                    <a:pt x="216" y="73"/>
                  </a:lnTo>
                  <a:lnTo>
                    <a:pt x="216" y="73"/>
                  </a:lnTo>
                  <a:lnTo>
                    <a:pt x="216" y="74"/>
                  </a:lnTo>
                  <a:lnTo>
                    <a:pt x="216" y="74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18" y="76"/>
                  </a:lnTo>
                  <a:lnTo>
                    <a:pt x="222" y="76"/>
                  </a:lnTo>
                  <a:lnTo>
                    <a:pt x="222" y="76"/>
                  </a:lnTo>
                  <a:lnTo>
                    <a:pt x="222" y="76"/>
                  </a:lnTo>
                  <a:lnTo>
                    <a:pt x="222" y="76"/>
                  </a:lnTo>
                  <a:lnTo>
                    <a:pt x="222" y="78"/>
                  </a:lnTo>
                  <a:lnTo>
                    <a:pt x="222" y="78"/>
                  </a:lnTo>
                  <a:lnTo>
                    <a:pt x="222" y="78"/>
                  </a:lnTo>
                  <a:lnTo>
                    <a:pt x="222" y="78"/>
                  </a:lnTo>
                  <a:lnTo>
                    <a:pt x="222" y="80"/>
                  </a:lnTo>
                  <a:lnTo>
                    <a:pt x="222" y="80"/>
                  </a:lnTo>
                  <a:lnTo>
                    <a:pt x="220" y="80"/>
                  </a:lnTo>
                  <a:lnTo>
                    <a:pt x="220" y="80"/>
                  </a:lnTo>
                  <a:lnTo>
                    <a:pt x="220" y="80"/>
                  </a:lnTo>
                  <a:lnTo>
                    <a:pt x="220" y="80"/>
                  </a:lnTo>
                  <a:lnTo>
                    <a:pt x="220" y="82"/>
                  </a:lnTo>
                  <a:lnTo>
                    <a:pt x="220" y="82"/>
                  </a:lnTo>
                  <a:lnTo>
                    <a:pt x="220" y="82"/>
                  </a:lnTo>
                  <a:lnTo>
                    <a:pt x="220" y="82"/>
                  </a:lnTo>
                  <a:lnTo>
                    <a:pt x="220" y="84"/>
                  </a:lnTo>
                  <a:lnTo>
                    <a:pt x="220" y="84"/>
                  </a:lnTo>
                  <a:lnTo>
                    <a:pt x="220" y="84"/>
                  </a:lnTo>
                  <a:lnTo>
                    <a:pt x="218" y="84"/>
                  </a:lnTo>
                  <a:lnTo>
                    <a:pt x="214" y="86"/>
                  </a:lnTo>
                  <a:lnTo>
                    <a:pt x="214" y="86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196" y="96"/>
                  </a:lnTo>
                  <a:lnTo>
                    <a:pt x="196" y="98"/>
                  </a:lnTo>
                  <a:lnTo>
                    <a:pt x="188" y="104"/>
                  </a:lnTo>
                  <a:lnTo>
                    <a:pt x="188" y="106"/>
                  </a:lnTo>
                  <a:lnTo>
                    <a:pt x="188" y="106"/>
                  </a:lnTo>
                  <a:lnTo>
                    <a:pt x="188" y="106"/>
                  </a:lnTo>
                  <a:lnTo>
                    <a:pt x="188" y="106"/>
                  </a:lnTo>
                  <a:lnTo>
                    <a:pt x="186" y="108"/>
                  </a:lnTo>
                  <a:lnTo>
                    <a:pt x="186" y="108"/>
                  </a:lnTo>
                  <a:lnTo>
                    <a:pt x="186" y="110"/>
                  </a:lnTo>
                  <a:lnTo>
                    <a:pt x="184" y="110"/>
                  </a:lnTo>
                  <a:lnTo>
                    <a:pt x="184" y="110"/>
                  </a:lnTo>
                  <a:lnTo>
                    <a:pt x="184" y="110"/>
                  </a:lnTo>
                  <a:lnTo>
                    <a:pt x="184" y="112"/>
                  </a:lnTo>
                  <a:lnTo>
                    <a:pt x="183" y="114"/>
                  </a:lnTo>
                  <a:lnTo>
                    <a:pt x="183" y="116"/>
                  </a:lnTo>
                  <a:lnTo>
                    <a:pt x="181" y="118"/>
                  </a:lnTo>
                  <a:lnTo>
                    <a:pt x="181" y="120"/>
                  </a:lnTo>
                  <a:lnTo>
                    <a:pt x="177" y="120"/>
                  </a:lnTo>
                  <a:lnTo>
                    <a:pt x="177" y="122"/>
                  </a:lnTo>
                  <a:lnTo>
                    <a:pt x="177" y="122"/>
                  </a:lnTo>
                  <a:lnTo>
                    <a:pt x="175" y="122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7" y="126"/>
                  </a:lnTo>
                  <a:lnTo>
                    <a:pt x="179" y="129"/>
                  </a:lnTo>
                  <a:lnTo>
                    <a:pt x="179" y="129"/>
                  </a:lnTo>
                  <a:lnTo>
                    <a:pt x="179" y="131"/>
                  </a:lnTo>
                  <a:lnTo>
                    <a:pt x="179" y="131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1" y="135"/>
                  </a:lnTo>
                  <a:lnTo>
                    <a:pt x="181" y="135"/>
                  </a:lnTo>
                  <a:lnTo>
                    <a:pt x="181" y="135"/>
                  </a:lnTo>
                  <a:lnTo>
                    <a:pt x="181" y="137"/>
                  </a:lnTo>
                  <a:lnTo>
                    <a:pt x="181" y="137"/>
                  </a:lnTo>
                  <a:lnTo>
                    <a:pt x="183" y="139"/>
                  </a:lnTo>
                  <a:lnTo>
                    <a:pt x="183" y="139"/>
                  </a:lnTo>
                  <a:lnTo>
                    <a:pt x="183" y="139"/>
                  </a:lnTo>
                  <a:lnTo>
                    <a:pt x="183" y="141"/>
                  </a:lnTo>
                  <a:lnTo>
                    <a:pt x="183" y="143"/>
                  </a:lnTo>
                  <a:lnTo>
                    <a:pt x="183" y="143"/>
                  </a:lnTo>
                  <a:lnTo>
                    <a:pt x="183" y="143"/>
                  </a:lnTo>
                  <a:lnTo>
                    <a:pt x="183" y="143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4" y="145"/>
                  </a:lnTo>
                  <a:lnTo>
                    <a:pt x="184" y="145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6" y="147"/>
                  </a:lnTo>
                  <a:lnTo>
                    <a:pt x="186" y="147"/>
                  </a:lnTo>
                  <a:lnTo>
                    <a:pt x="186" y="147"/>
                  </a:lnTo>
                  <a:lnTo>
                    <a:pt x="188" y="149"/>
                  </a:lnTo>
                  <a:lnTo>
                    <a:pt x="188" y="149"/>
                  </a:lnTo>
                  <a:lnTo>
                    <a:pt x="188" y="149"/>
                  </a:lnTo>
                  <a:lnTo>
                    <a:pt x="188" y="151"/>
                  </a:lnTo>
                  <a:lnTo>
                    <a:pt x="186" y="153"/>
                  </a:lnTo>
                  <a:lnTo>
                    <a:pt x="186" y="153"/>
                  </a:lnTo>
                  <a:lnTo>
                    <a:pt x="186" y="153"/>
                  </a:lnTo>
                  <a:lnTo>
                    <a:pt x="186" y="155"/>
                  </a:lnTo>
                  <a:lnTo>
                    <a:pt x="186" y="155"/>
                  </a:lnTo>
                  <a:lnTo>
                    <a:pt x="186" y="155"/>
                  </a:lnTo>
                  <a:lnTo>
                    <a:pt x="186" y="155"/>
                  </a:lnTo>
                  <a:lnTo>
                    <a:pt x="188" y="155"/>
                  </a:lnTo>
                  <a:lnTo>
                    <a:pt x="188" y="155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9"/>
                  </a:lnTo>
                  <a:lnTo>
                    <a:pt x="190" y="159"/>
                  </a:lnTo>
                  <a:lnTo>
                    <a:pt x="190" y="161"/>
                  </a:lnTo>
                  <a:lnTo>
                    <a:pt x="190" y="161"/>
                  </a:lnTo>
                  <a:lnTo>
                    <a:pt x="190" y="163"/>
                  </a:lnTo>
                  <a:lnTo>
                    <a:pt x="188" y="163"/>
                  </a:lnTo>
                  <a:lnTo>
                    <a:pt x="188" y="163"/>
                  </a:lnTo>
                  <a:lnTo>
                    <a:pt x="188" y="165"/>
                  </a:lnTo>
                  <a:lnTo>
                    <a:pt x="186" y="163"/>
                  </a:lnTo>
                  <a:lnTo>
                    <a:pt x="186" y="165"/>
                  </a:lnTo>
                  <a:lnTo>
                    <a:pt x="186" y="165"/>
                  </a:lnTo>
                  <a:lnTo>
                    <a:pt x="184" y="165"/>
                  </a:lnTo>
                  <a:lnTo>
                    <a:pt x="184" y="165"/>
                  </a:lnTo>
                  <a:lnTo>
                    <a:pt x="184" y="167"/>
                  </a:lnTo>
                  <a:lnTo>
                    <a:pt x="184" y="167"/>
                  </a:lnTo>
                  <a:lnTo>
                    <a:pt x="184" y="167"/>
                  </a:lnTo>
                  <a:lnTo>
                    <a:pt x="184" y="167"/>
                  </a:lnTo>
                  <a:lnTo>
                    <a:pt x="184" y="169"/>
                  </a:lnTo>
                  <a:lnTo>
                    <a:pt x="184" y="169"/>
                  </a:lnTo>
                  <a:lnTo>
                    <a:pt x="184" y="175"/>
                  </a:lnTo>
                  <a:lnTo>
                    <a:pt x="184" y="177"/>
                  </a:lnTo>
                  <a:lnTo>
                    <a:pt x="184" y="177"/>
                  </a:lnTo>
                  <a:lnTo>
                    <a:pt x="183" y="179"/>
                  </a:lnTo>
                  <a:lnTo>
                    <a:pt x="183" y="179"/>
                  </a:lnTo>
                  <a:lnTo>
                    <a:pt x="183" y="179"/>
                  </a:lnTo>
                  <a:lnTo>
                    <a:pt x="184" y="181"/>
                  </a:lnTo>
                  <a:lnTo>
                    <a:pt x="184" y="182"/>
                  </a:lnTo>
                  <a:lnTo>
                    <a:pt x="184" y="182"/>
                  </a:lnTo>
                  <a:lnTo>
                    <a:pt x="184" y="182"/>
                  </a:lnTo>
                  <a:lnTo>
                    <a:pt x="184" y="182"/>
                  </a:lnTo>
                  <a:lnTo>
                    <a:pt x="183" y="182"/>
                  </a:lnTo>
                  <a:lnTo>
                    <a:pt x="183" y="184"/>
                  </a:lnTo>
                  <a:lnTo>
                    <a:pt x="183" y="184"/>
                  </a:lnTo>
                  <a:lnTo>
                    <a:pt x="183" y="184"/>
                  </a:lnTo>
                  <a:lnTo>
                    <a:pt x="183" y="184"/>
                  </a:lnTo>
                  <a:lnTo>
                    <a:pt x="183" y="184"/>
                  </a:lnTo>
                  <a:lnTo>
                    <a:pt x="183" y="186"/>
                  </a:lnTo>
                  <a:lnTo>
                    <a:pt x="183" y="186"/>
                  </a:lnTo>
                  <a:lnTo>
                    <a:pt x="183" y="186"/>
                  </a:lnTo>
                  <a:lnTo>
                    <a:pt x="183" y="186"/>
                  </a:lnTo>
                  <a:lnTo>
                    <a:pt x="181" y="188"/>
                  </a:lnTo>
                  <a:lnTo>
                    <a:pt x="181" y="188"/>
                  </a:lnTo>
                  <a:lnTo>
                    <a:pt x="181" y="190"/>
                  </a:lnTo>
                  <a:lnTo>
                    <a:pt x="181" y="190"/>
                  </a:lnTo>
                  <a:lnTo>
                    <a:pt x="181" y="190"/>
                  </a:lnTo>
                  <a:lnTo>
                    <a:pt x="181" y="190"/>
                  </a:lnTo>
                  <a:lnTo>
                    <a:pt x="177" y="192"/>
                  </a:lnTo>
                  <a:lnTo>
                    <a:pt x="175" y="192"/>
                  </a:lnTo>
                  <a:lnTo>
                    <a:pt x="173" y="192"/>
                  </a:lnTo>
                  <a:lnTo>
                    <a:pt x="173" y="192"/>
                  </a:lnTo>
                  <a:lnTo>
                    <a:pt x="173" y="192"/>
                  </a:lnTo>
                  <a:lnTo>
                    <a:pt x="175" y="192"/>
                  </a:lnTo>
                  <a:lnTo>
                    <a:pt x="175" y="194"/>
                  </a:lnTo>
                  <a:lnTo>
                    <a:pt x="181" y="196"/>
                  </a:lnTo>
                  <a:lnTo>
                    <a:pt x="181" y="196"/>
                  </a:lnTo>
                  <a:lnTo>
                    <a:pt x="181" y="196"/>
                  </a:lnTo>
                  <a:lnTo>
                    <a:pt x="181" y="196"/>
                  </a:lnTo>
                  <a:lnTo>
                    <a:pt x="181" y="200"/>
                  </a:lnTo>
                  <a:lnTo>
                    <a:pt x="181" y="200"/>
                  </a:lnTo>
                  <a:lnTo>
                    <a:pt x="181" y="200"/>
                  </a:lnTo>
                  <a:lnTo>
                    <a:pt x="183" y="200"/>
                  </a:lnTo>
                  <a:lnTo>
                    <a:pt x="183" y="200"/>
                  </a:lnTo>
                  <a:lnTo>
                    <a:pt x="183" y="200"/>
                  </a:lnTo>
                  <a:lnTo>
                    <a:pt x="184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6" y="198"/>
                  </a:lnTo>
                  <a:lnTo>
                    <a:pt x="186" y="198"/>
                  </a:lnTo>
                  <a:lnTo>
                    <a:pt x="186" y="198"/>
                  </a:lnTo>
                  <a:lnTo>
                    <a:pt x="186" y="196"/>
                  </a:lnTo>
                  <a:lnTo>
                    <a:pt x="188" y="196"/>
                  </a:lnTo>
                  <a:lnTo>
                    <a:pt x="188" y="196"/>
                  </a:lnTo>
                  <a:lnTo>
                    <a:pt x="188" y="194"/>
                  </a:lnTo>
                  <a:lnTo>
                    <a:pt x="188" y="194"/>
                  </a:lnTo>
                  <a:lnTo>
                    <a:pt x="188" y="194"/>
                  </a:lnTo>
                  <a:lnTo>
                    <a:pt x="190" y="194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2" y="192"/>
                  </a:lnTo>
                  <a:lnTo>
                    <a:pt x="192" y="190"/>
                  </a:lnTo>
                  <a:lnTo>
                    <a:pt x="194" y="190"/>
                  </a:lnTo>
                  <a:lnTo>
                    <a:pt x="194" y="190"/>
                  </a:lnTo>
                  <a:lnTo>
                    <a:pt x="196" y="190"/>
                  </a:lnTo>
                  <a:lnTo>
                    <a:pt x="198" y="194"/>
                  </a:lnTo>
                  <a:lnTo>
                    <a:pt x="200" y="194"/>
                  </a:lnTo>
                  <a:lnTo>
                    <a:pt x="200" y="194"/>
                  </a:lnTo>
                  <a:lnTo>
                    <a:pt x="200" y="194"/>
                  </a:lnTo>
                  <a:lnTo>
                    <a:pt x="200" y="196"/>
                  </a:lnTo>
                  <a:lnTo>
                    <a:pt x="200" y="196"/>
                  </a:lnTo>
                  <a:lnTo>
                    <a:pt x="200" y="198"/>
                  </a:lnTo>
                  <a:lnTo>
                    <a:pt x="200" y="198"/>
                  </a:lnTo>
                  <a:lnTo>
                    <a:pt x="200" y="198"/>
                  </a:lnTo>
                  <a:lnTo>
                    <a:pt x="200" y="198"/>
                  </a:lnTo>
                  <a:lnTo>
                    <a:pt x="202" y="200"/>
                  </a:lnTo>
                  <a:lnTo>
                    <a:pt x="202" y="200"/>
                  </a:lnTo>
                  <a:lnTo>
                    <a:pt x="202" y="200"/>
                  </a:lnTo>
                  <a:lnTo>
                    <a:pt x="202" y="200"/>
                  </a:lnTo>
                  <a:lnTo>
                    <a:pt x="204" y="198"/>
                  </a:lnTo>
                  <a:lnTo>
                    <a:pt x="204" y="198"/>
                  </a:lnTo>
                  <a:lnTo>
                    <a:pt x="204" y="196"/>
                  </a:lnTo>
                  <a:lnTo>
                    <a:pt x="204" y="196"/>
                  </a:lnTo>
                  <a:lnTo>
                    <a:pt x="208" y="196"/>
                  </a:lnTo>
                  <a:lnTo>
                    <a:pt x="208" y="196"/>
                  </a:lnTo>
                  <a:lnTo>
                    <a:pt x="208" y="196"/>
                  </a:lnTo>
                  <a:lnTo>
                    <a:pt x="208" y="196"/>
                  </a:lnTo>
                  <a:lnTo>
                    <a:pt x="210" y="196"/>
                  </a:lnTo>
                  <a:lnTo>
                    <a:pt x="210" y="198"/>
                  </a:lnTo>
                  <a:lnTo>
                    <a:pt x="210" y="198"/>
                  </a:lnTo>
                  <a:lnTo>
                    <a:pt x="210" y="198"/>
                  </a:lnTo>
                  <a:lnTo>
                    <a:pt x="210" y="198"/>
                  </a:lnTo>
                  <a:lnTo>
                    <a:pt x="210" y="200"/>
                  </a:lnTo>
                  <a:lnTo>
                    <a:pt x="210" y="200"/>
                  </a:lnTo>
                  <a:lnTo>
                    <a:pt x="210" y="200"/>
                  </a:lnTo>
                  <a:lnTo>
                    <a:pt x="210" y="200"/>
                  </a:lnTo>
                  <a:lnTo>
                    <a:pt x="210" y="202"/>
                  </a:lnTo>
                  <a:lnTo>
                    <a:pt x="210" y="202"/>
                  </a:lnTo>
                  <a:lnTo>
                    <a:pt x="210" y="202"/>
                  </a:lnTo>
                  <a:lnTo>
                    <a:pt x="212" y="202"/>
                  </a:lnTo>
                  <a:lnTo>
                    <a:pt x="212" y="204"/>
                  </a:lnTo>
                  <a:lnTo>
                    <a:pt x="212" y="204"/>
                  </a:lnTo>
                  <a:lnTo>
                    <a:pt x="212" y="204"/>
                  </a:lnTo>
                  <a:lnTo>
                    <a:pt x="210" y="208"/>
                  </a:lnTo>
                  <a:lnTo>
                    <a:pt x="210" y="208"/>
                  </a:lnTo>
                  <a:lnTo>
                    <a:pt x="210" y="208"/>
                  </a:lnTo>
                  <a:lnTo>
                    <a:pt x="210" y="210"/>
                  </a:lnTo>
                  <a:lnTo>
                    <a:pt x="210" y="212"/>
                  </a:lnTo>
                  <a:lnTo>
                    <a:pt x="210" y="212"/>
                  </a:lnTo>
                  <a:lnTo>
                    <a:pt x="210" y="212"/>
                  </a:lnTo>
                  <a:lnTo>
                    <a:pt x="204" y="214"/>
                  </a:lnTo>
                  <a:lnTo>
                    <a:pt x="202" y="214"/>
                  </a:lnTo>
                  <a:lnTo>
                    <a:pt x="202" y="216"/>
                  </a:lnTo>
                  <a:lnTo>
                    <a:pt x="202" y="216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00" y="218"/>
                  </a:lnTo>
                  <a:lnTo>
                    <a:pt x="200" y="218"/>
                  </a:lnTo>
                  <a:lnTo>
                    <a:pt x="200" y="218"/>
                  </a:lnTo>
                  <a:lnTo>
                    <a:pt x="200" y="218"/>
                  </a:lnTo>
                  <a:lnTo>
                    <a:pt x="202" y="220"/>
                  </a:lnTo>
                  <a:lnTo>
                    <a:pt x="204" y="224"/>
                  </a:lnTo>
                  <a:lnTo>
                    <a:pt x="204" y="224"/>
                  </a:lnTo>
                  <a:lnTo>
                    <a:pt x="204" y="226"/>
                  </a:lnTo>
                  <a:lnTo>
                    <a:pt x="204" y="226"/>
                  </a:lnTo>
                  <a:lnTo>
                    <a:pt x="204" y="226"/>
                  </a:lnTo>
                  <a:lnTo>
                    <a:pt x="204" y="226"/>
                  </a:lnTo>
                  <a:lnTo>
                    <a:pt x="204" y="226"/>
                  </a:lnTo>
                  <a:lnTo>
                    <a:pt x="206" y="226"/>
                  </a:lnTo>
                  <a:lnTo>
                    <a:pt x="208" y="226"/>
                  </a:lnTo>
                  <a:lnTo>
                    <a:pt x="210" y="228"/>
                  </a:lnTo>
                  <a:lnTo>
                    <a:pt x="212" y="228"/>
                  </a:lnTo>
                  <a:lnTo>
                    <a:pt x="212" y="228"/>
                  </a:lnTo>
                  <a:lnTo>
                    <a:pt x="212" y="228"/>
                  </a:lnTo>
                  <a:lnTo>
                    <a:pt x="210" y="230"/>
                  </a:lnTo>
                  <a:lnTo>
                    <a:pt x="210" y="232"/>
                  </a:lnTo>
                  <a:lnTo>
                    <a:pt x="210" y="232"/>
                  </a:lnTo>
                  <a:lnTo>
                    <a:pt x="210" y="232"/>
                  </a:lnTo>
                  <a:lnTo>
                    <a:pt x="210" y="234"/>
                  </a:lnTo>
                  <a:lnTo>
                    <a:pt x="210" y="234"/>
                  </a:lnTo>
                  <a:lnTo>
                    <a:pt x="210" y="234"/>
                  </a:lnTo>
                  <a:lnTo>
                    <a:pt x="210" y="234"/>
                  </a:lnTo>
                  <a:lnTo>
                    <a:pt x="212" y="234"/>
                  </a:lnTo>
                  <a:lnTo>
                    <a:pt x="212" y="234"/>
                  </a:lnTo>
                  <a:lnTo>
                    <a:pt x="214" y="234"/>
                  </a:lnTo>
                  <a:lnTo>
                    <a:pt x="214" y="234"/>
                  </a:lnTo>
                  <a:lnTo>
                    <a:pt x="214" y="234"/>
                  </a:lnTo>
                  <a:lnTo>
                    <a:pt x="214" y="236"/>
                  </a:lnTo>
                  <a:lnTo>
                    <a:pt x="214" y="236"/>
                  </a:lnTo>
                  <a:lnTo>
                    <a:pt x="214" y="236"/>
                  </a:lnTo>
                  <a:lnTo>
                    <a:pt x="210" y="237"/>
                  </a:lnTo>
                  <a:lnTo>
                    <a:pt x="210" y="239"/>
                  </a:lnTo>
                  <a:lnTo>
                    <a:pt x="208" y="239"/>
                  </a:lnTo>
                  <a:lnTo>
                    <a:pt x="206" y="239"/>
                  </a:lnTo>
                  <a:lnTo>
                    <a:pt x="206" y="239"/>
                  </a:lnTo>
                  <a:lnTo>
                    <a:pt x="204" y="241"/>
                  </a:lnTo>
                  <a:lnTo>
                    <a:pt x="204" y="241"/>
                  </a:lnTo>
                  <a:lnTo>
                    <a:pt x="202" y="241"/>
                  </a:lnTo>
                  <a:lnTo>
                    <a:pt x="202" y="241"/>
                  </a:lnTo>
                  <a:lnTo>
                    <a:pt x="202" y="243"/>
                  </a:lnTo>
                  <a:lnTo>
                    <a:pt x="202" y="243"/>
                  </a:lnTo>
                  <a:lnTo>
                    <a:pt x="202" y="243"/>
                  </a:lnTo>
                  <a:lnTo>
                    <a:pt x="202" y="245"/>
                  </a:lnTo>
                  <a:lnTo>
                    <a:pt x="202" y="247"/>
                  </a:lnTo>
                  <a:lnTo>
                    <a:pt x="202" y="247"/>
                  </a:lnTo>
                  <a:lnTo>
                    <a:pt x="202" y="247"/>
                  </a:lnTo>
                  <a:lnTo>
                    <a:pt x="202" y="249"/>
                  </a:lnTo>
                  <a:lnTo>
                    <a:pt x="200" y="249"/>
                  </a:lnTo>
                  <a:lnTo>
                    <a:pt x="196" y="251"/>
                  </a:lnTo>
                  <a:lnTo>
                    <a:pt x="196" y="253"/>
                  </a:lnTo>
                  <a:lnTo>
                    <a:pt x="196" y="253"/>
                  </a:lnTo>
                  <a:lnTo>
                    <a:pt x="196" y="253"/>
                  </a:lnTo>
                  <a:lnTo>
                    <a:pt x="196" y="253"/>
                  </a:lnTo>
                  <a:lnTo>
                    <a:pt x="194" y="253"/>
                  </a:lnTo>
                  <a:lnTo>
                    <a:pt x="194" y="253"/>
                  </a:lnTo>
                  <a:lnTo>
                    <a:pt x="194" y="253"/>
                  </a:lnTo>
                  <a:lnTo>
                    <a:pt x="194" y="255"/>
                  </a:lnTo>
                  <a:lnTo>
                    <a:pt x="194" y="255"/>
                  </a:lnTo>
                  <a:lnTo>
                    <a:pt x="194" y="255"/>
                  </a:lnTo>
                  <a:lnTo>
                    <a:pt x="194" y="255"/>
                  </a:lnTo>
                  <a:lnTo>
                    <a:pt x="194" y="257"/>
                  </a:lnTo>
                  <a:lnTo>
                    <a:pt x="196" y="257"/>
                  </a:lnTo>
                  <a:lnTo>
                    <a:pt x="196" y="257"/>
                  </a:lnTo>
                  <a:lnTo>
                    <a:pt x="194" y="261"/>
                  </a:lnTo>
                  <a:lnTo>
                    <a:pt x="194" y="263"/>
                  </a:lnTo>
                  <a:lnTo>
                    <a:pt x="194" y="263"/>
                  </a:lnTo>
                  <a:lnTo>
                    <a:pt x="194" y="263"/>
                  </a:lnTo>
                  <a:lnTo>
                    <a:pt x="194" y="265"/>
                  </a:lnTo>
                  <a:lnTo>
                    <a:pt x="192" y="267"/>
                  </a:lnTo>
                  <a:lnTo>
                    <a:pt x="192" y="267"/>
                  </a:lnTo>
                  <a:lnTo>
                    <a:pt x="192" y="267"/>
                  </a:lnTo>
                  <a:lnTo>
                    <a:pt x="192" y="267"/>
                  </a:lnTo>
                  <a:lnTo>
                    <a:pt x="192" y="269"/>
                  </a:lnTo>
                  <a:lnTo>
                    <a:pt x="190" y="269"/>
                  </a:lnTo>
                  <a:lnTo>
                    <a:pt x="190" y="271"/>
                  </a:lnTo>
                  <a:lnTo>
                    <a:pt x="190" y="271"/>
                  </a:lnTo>
                  <a:lnTo>
                    <a:pt x="190" y="273"/>
                  </a:lnTo>
                  <a:lnTo>
                    <a:pt x="190" y="273"/>
                  </a:lnTo>
                  <a:lnTo>
                    <a:pt x="190" y="273"/>
                  </a:lnTo>
                  <a:lnTo>
                    <a:pt x="190" y="273"/>
                  </a:lnTo>
                  <a:lnTo>
                    <a:pt x="192" y="273"/>
                  </a:lnTo>
                  <a:lnTo>
                    <a:pt x="192" y="273"/>
                  </a:lnTo>
                  <a:lnTo>
                    <a:pt x="192" y="273"/>
                  </a:lnTo>
                  <a:lnTo>
                    <a:pt x="192" y="273"/>
                  </a:lnTo>
                  <a:lnTo>
                    <a:pt x="192" y="271"/>
                  </a:lnTo>
                  <a:lnTo>
                    <a:pt x="192" y="271"/>
                  </a:lnTo>
                  <a:lnTo>
                    <a:pt x="196" y="271"/>
                  </a:lnTo>
                  <a:lnTo>
                    <a:pt x="196" y="269"/>
                  </a:lnTo>
                  <a:lnTo>
                    <a:pt x="196" y="271"/>
                  </a:lnTo>
                  <a:lnTo>
                    <a:pt x="200" y="273"/>
                  </a:lnTo>
                  <a:lnTo>
                    <a:pt x="200" y="273"/>
                  </a:lnTo>
                  <a:lnTo>
                    <a:pt x="200" y="273"/>
                  </a:lnTo>
                  <a:lnTo>
                    <a:pt x="200" y="275"/>
                  </a:lnTo>
                  <a:lnTo>
                    <a:pt x="200" y="275"/>
                  </a:lnTo>
                  <a:lnTo>
                    <a:pt x="200" y="275"/>
                  </a:lnTo>
                  <a:lnTo>
                    <a:pt x="200" y="277"/>
                  </a:lnTo>
                  <a:lnTo>
                    <a:pt x="204" y="281"/>
                  </a:lnTo>
                  <a:lnTo>
                    <a:pt x="204" y="281"/>
                  </a:lnTo>
                  <a:lnTo>
                    <a:pt x="204" y="281"/>
                  </a:lnTo>
                  <a:lnTo>
                    <a:pt x="202" y="283"/>
                  </a:lnTo>
                  <a:lnTo>
                    <a:pt x="202" y="283"/>
                  </a:lnTo>
                  <a:lnTo>
                    <a:pt x="202" y="285"/>
                  </a:lnTo>
                  <a:lnTo>
                    <a:pt x="200" y="285"/>
                  </a:lnTo>
                  <a:lnTo>
                    <a:pt x="202" y="285"/>
                  </a:lnTo>
                  <a:lnTo>
                    <a:pt x="202" y="287"/>
                  </a:lnTo>
                  <a:lnTo>
                    <a:pt x="202" y="289"/>
                  </a:lnTo>
                  <a:lnTo>
                    <a:pt x="204" y="289"/>
                  </a:lnTo>
                  <a:lnTo>
                    <a:pt x="204" y="289"/>
                  </a:lnTo>
                  <a:lnTo>
                    <a:pt x="202" y="290"/>
                  </a:lnTo>
                  <a:lnTo>
                    <a:pt x="202" y="290"/>
                  </a:lnTo>
                  <a:lnTo>
                    <a:pt x="202" y="290"/>
                  </a:lnTo>
                  <a:lnTo>
                    <a:pt x="202" y="292"/>
                  </a:lnTo>
                  <a:lnTo>
                    <a:pt x="202" y="292"/>
                  </a:lnTo>
                  <a:lnTo>
                    <a:pt x="200" y="292"/>
                  </a:lnTo>
                  <a:lnTo>
                    <a:pt x="200" y="294"/>
                  </a:lnTo>
                  <a:lnTo>
                    <a:pt x="200" y="294"/>
                  </a:lnTo>
                  <a:lnTo>
                    <a:pt x="200" y="294"/>
                  </a:lnTo>
                  <a:lnTo>
                    <a:pt x="198" y="296"/>
                  </a:lnTo>
                  <a:lnTo>
                    <a:pt x="196" y="296"/>
                  </a:lnTo>
                  <a:lnTo>
                    <a:pt x="196" y="296"/>
                  </a:lnTo>
                  <a:lnTo>
                    <a:pt x="196" y="298"/>
                  </a:lnTo>
                  <a:lnTo>
                    <a:pt x="196" y="298"/>
                  </a:lnTo>
                  <a:lnTo>
                    <a:pt x="196" y="298"/>
                  </a:lnTo>
                  <a:lnTo>
                    <a:pt x="196" y="298"/>
                  </a:lnTo>
                  <a:lnTo>
                    <a:pt x="196" y="300"/>
                  </a:lnTo>
                  <a:lnTo>
                    <a:pt x="196" y="300"/>
                  </a:lnTo>
                  <a:lnTo>
                    <a:pt x="196" y="300"/>
                  </a:lnTo>
                  <a:lnTo>
                    <a:pt x="196" y="300"/>
                  </a:lnTo>
                  <a:lnTo>
                    <a:pt x="196" y="300"/>
                  </a:lnTo>
                  <a:lnTo>
                    <a:pt x="198" y="302"/>
                  </a:lnTo>
                  <a:lnTo>
                    <a:pt x="200" y="302"/>
                  </a:lnTo>
                  <a:lnTo>
                    <a:pt x="200" y="304"/>
                  </a:lnTo>
                  <a:lnTo>
                    <a:pt x="202" y="302"/>
                  </a:lnTo>
                  <a:lnTo>
                    <a:pt x="204" y="302"/>
                  </a:lnTo>
                  <a:lnTo>
                    <a:pt x="204" y="302"/>
                  </a:lnTo>
                  <a:lnTo>
                    <a:pt x="204" y="302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6" y="308"/>
                  </a:lnTo>
                  <a:lnTo>
                    <a:pt x="206" y="308"/>
                  </a:lnTo>
                  <a:lnTo>
                    <a:pt x="206" y="310"/>
                  </a:lnTo>
                  <a:lnTo>
                    <a:pt x="206" y="310"/>
                  </a:lnTo>
                  <a:lnTo>
                    <a:pt x="206" y="310"/>
                  </a:lnTo>
                  <a:lnTo>
                    <a:pt x="206" y="310"/>
                  </a:lnTo>
                  <a:lnTo>
                    <a:pt x="206" y="310"/>
                  </a:lnTo>
                  <a:lnTo>
                    <a:pt x="208" y="310"/>
                  </a:lnTo>
                  <a:lnTo>
                    <a:pt x="208" y="310"/>
                  </a:lnTo>
                  <a:lnTo>
                    <a:pt x="208" y="310"/>
                  </a:lnTo>
                  <a:lnTo>
                    <a:pt x="210" y="310"/>
                  </a:lnTo>
                  <a:lnTo>
                    <a:pt x="212" y="314"/>
                  </a:lnTo>
                  <a:lnTo>
                    <a:pt x="212" y="314"/>
                  </a:lnTo>
                  <a:lnTo>
                    <a:pt x="212" y="314"/>
                  </a:lnTo>
                  <a:lnTo>
                    <a:pt x="208" y="318"/>
                  </a:lnTo>
                  <a:lnTo>
                    <a:pt x="208" y="318"/>
                  </a:lnTo>
                  <a:lnTo>
                    <a:pt x="208" y="320"/>
                  </a:lnTo>
                  <a:lnTo>
                    <a:pt x="208" y="320"/>
                  </a:lnTo>
                  <a:lnTo>
                    <a:pt x="204" y="322"/>
                  </a:lnTo>
                  <a:lnTo>
                    <a:pt x="202" y="322"/>
                  </a:lnTo>
                  <a:lnTo>
                    <a:pt x="202" y="322"/>
                  </a:lnTo>
                  <a:lnTo>
                    <a:pt x="202" y="322"/>
                  </a:lnTo>
                  <a:lnTo>
                    <a:pt x="202" y="322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4" y="326"/>
                  </a:lnTo>
                  <a:lnTo>
                    <a:pt x="206" y="328"/>
                  </a:lnTo>
                  <a:lnTo>
                    <a:pt x="206" y="328"/>
                  </a:lnTo>
                  <a:lnTo>
                    <a:pt x="206" y="328"/>
                  </a:lnTo>
                  <a:lnTo>
                    <a:pt x="206" y="328"/>
                  </a:lnTo>
                  <a:lnTo>
                    <a:pt x="206" y="328"/>
                  </a:lnTo>
                  <a:lnTo>
                    <a:pt x="206" y="330"/>
                  </a:lnTo>
                  <a:lnTo>
                    <a:pt x="206" y="330"/>
                  </a:lnTo>
                  <a:lnTo>
                    <a:pt x="206" y="330"/>
                  </a:lnTo>
                  <a:lnTo>
                    <a:pt x="206" y="330"/>
                  </a:lnTo>
                  <a:lnTo>
                    <a:pt x="204" y="330"/>
                  </a:lnTo>
                  <a:lnTo>
                    <a:pt x="204" y="330"/>
                  </a:lnTo>
                  <a:lnTo>
                    <a:pt x="204" y="332"/>
                  </a:lnTo>
                  <a:lnTo>
                    <a:pt x="204" y="332"/>
                  </a:lnTo>
                  <a:lnTo>
                    <a:pt x="202" y="334"/>
                  </a:lnTo>
                  <a:lnTo>
                    <a:pt x="202" y="334"/>
                  </a:lnTo>
                  <a:lnTo>
                    <a:pt x="202" y="334"/>
                  </a:lnTo>
                  <a:lnTo>
                    <a:pt x="200" y="336"/>
                  </a:lnTo>
                  <a:lnTo>
                    <a:pt x="200" y="336"/>
                  </a:lnTo>
                  <a:lnTo>
                    <a:pt x="200" y="336"/>
                  </a:lnTo>
                  <a:lnTo>
                    <a:pt x="198" y="336"/>
                  </a:lnTo>
                  <a:lnTo>
                    <a:pt x="198" y="338"/>
                  </a:lnTo>
                  <a:lnTo>
                    <a:pt x="198" y="338"/>
                  </a:lnTo>
                  <a:lnTo>
                    <a:pt x="198" y="338"/>
                  </a:lnTo>
                  <a:lnTo>
                    <a:pt x="198" y="338"/>
                  </a:lnTo>
                  <a:lnTo>
                    <a:pt x="196" y="340"/>
                  </a:lnTo>
                  <a:lnTo>
                    <a:pt x="194" y="342"/>
                  </a:lnTo>
                  <a:lnTo>
                    <a:pt x="194" y="342"/>
                  </a:lnTo>
                  <a:lnTo>
                    <a:pt x="188" y="345"/>
                  </a:lnTo>
                  <a:lnTo>
                    <a:pt x="188" y="345"/>
                  </a:lnTo>
                  <a:lnTo>
                    <a:pt x="188" y="345"/>
                  </a:lnTo>
                  <a:lnTo>
                    <a:pt x="188" y="345"/>
                  </a:lnTo>
                  <a:lnTo>
                    <a:pt x="188" y="347"/>
                  </a:lnTo>
                  <a:lnTo>
                    <a:pt x="186" y="347"/>
                  </a:lnTo>
                  <a:lnTo>
                    <a:pt x="184" y="349"/>
                  </a:lnTo>
                  <a:lnTo>
                    <a:pt x="184" y="349"/>
                  </a:lnTo>
                  <a:lnTo>
                    <a:pt x="184" y="349"/>
                  </a:lnTo>
                  <a:lnTo>
                    <a:pt x="184" y="349"/>
                  </a:lnTo>
                  <a:lnTo>
                    <a:pt x="184" y="349"/>
                  </a:lnTo>
                  <a:lnTo>
                    <a:pt x="184" y="349"/>
                  </a:lnTo>
                  <a:lnTo>
                    <a:pt x="186" y="351"/>
                  </a:lnTo>
                  <a:lnTo>
                    <a:pt x="186" y="351"/>
                  </a:lnTo>
                  <a:lnTo>
                    <a:pt x="188" y="351"/>
                  </a:lnTo>
                  <a:lnTo>
                    <a:pt x="188" y="351"/>
                  </a:lnTo>
                  <a:lnTo>
                    <a:pt x="186" y="353"/>
                  </a:lnTo>
                  <a:lnTo>
                    <a:pt x="186" y="353"/>
                  </a:lnTo>
                  <a:lnTo>
                    <a:pt x="186" y="355"/>
                  </a:lnTo>
                  <a:lnTo>
                    <a:pt x="186" y="355"/>
                  </a:lnTo>
                  <a:lnTo>
                    <a:pt x="184" y="357"/>
                  </a:lnTo>
                  <a:lnTo>
                    <a:pt x="184" y="357"/>
                  </a:lnTo>
                  <a:lnTo>
                    <a:pt x="183" y="357"/>
                  </a:lnTo>
                  <a:lnTo>
                    <a:pt x="183" y="357"/>
                  </a:lnTo>
                  <a:lnTo>
                    <a:pt x="183" y="357"/>
                  </a:lnTo>
                  <a:lnTo>
                    <a:pt x="183" y="357"/>
                  </a:lnTo>
                  <a:lnTo>
                    <a:pt x="183" y="357"/>
                  </a:lnTo>
                  <a:lnTo>
                    <a:pt x="183" y="359"/>
                  </a:lnTo>
                  <a:lnTo>
                    <a:pt x="181" y="359"/>
                  </a:lnTo>
                  <a:lnTo>
                    <a:pt x="181" y="359"/>
                  </a:lnTo>
                  <a:lnTo>
                    <a:pt x="179" y="359"/>
                  </a:lnTo>
                  <a:lnTo>
                    <a:pt x="179" y="359"/>
                  </a:lnTo>
                  <a:lnTo>
                    <a:pt x="177" y="359"/>
                  </a:lnTo>
                  <a:lnTo>
                    <a:pt x="177" y="361"/>
                  </a:lnTo>
                  <a:lnTo>
                    <a:pt x="177" y="361"/>
                  </a:lnTo>
                  <a:lnTo>
                    <a:pt x="177" y="361"/>
                  </a:lnTo>
                  <a:lnTo>
                    <a:pt x="175" y="361"/>
                  </a:lnTo>
                  <a:lnTo>
                    <a:pt x="175" y="361"/>
                  </a:lnTo>
                  <a:lnTo>
                    <a:pt x="171" y="363"/>
                  </a:lnTo>
                  <a:lnTo>
                    <a:pt x="171" y="359"/>
                  </a:lnTo>
                  <a:lnTo>
                    <a:pt x="171" y="353"/>
                  </a:lnTo>
                  <a:lnTo>
                    <a:pt x="171" y="351"/>
                  </a:lnTo>
                  <a:lnTo>
                    <a:pt x="171" y="351"/>
                  </a:lnTo>
                  <a:lnTo>
                    <a:pt x="173" y="349"/>
                  </a:lnTo>
                  <a:lnTo>
                    <a:pt x="175" y="347"/>
                  </a:lnTo>
                  <a:lnTo>
                    <a:pt x="175" y="347"/>
                  </a:lnTo>
                  <a:lnTo>
                    <a:pt x="175" y="347"/>
                  </a:lnTo>
                  <a:lnTo>
                    <a:pt x="173" y="347"/>
                  </a:lnTo>
                  <a:lnTo>
                    <a:pt x="173" y="347"/>
                  </a:lnTo>
                  <a:lnTo>
                    <a:pt x="173" y="345"/>
                  </a:lnTo>
                  <a:lnTo>
                    <a:pt x="173" y="345"/>
                  </a:lnTo>
                  <a:lnTo>
                    <a:pt x="173" y="345"/>
                  </a:lnTo>
                  <a:lnTo>
                    <a:pt x="173" y="344"/>
                  </a:lnTo>
                  <a:lnTo>
                    <a:pt x="175" y="342"/>
                  </a:lnTo>
                  <a:lnTo>
                    <a:pt x="175" y="342"/>
                  </a:lnTo>
                  <a:lnTo>
                    <a:pt x="175" y="342"/>
                  </a:lnTo>
                  <a:lnTo>
                    <a:pt x="173" y="342"/>
                  </a:lnTo>
                  <a:lnTo>
                    <a:pt x="173" y="342"/>
                  </a:lnTo>
                  <a:lnTo>
                    <a:pt x="169" y="342"/>
                  </a:lnTo>
                  <a:lnTo>
                    <a:pt x="165" y="344"/>
                  </a:lnTo>
                  <a:lnTo>
                    <a:pt x="165" y="344"/>
                  </a:lnTo>
                  <a:lnTo>
                    <a:pt x="163" y="344"/>
                  </a:lnTo>
                  <a:lnTo>
                    <a:pt x="163" y="344"/>
                  </a:lnTo>
                  <a:lnTo>
                    <a:pt x="163" y="344"/>
                  </a:lnTo>
                  <a:lnTo>
                    <a:pt x="161" y="342"/>
                  </a:lnTo>
                  <a:lnTo>
                    <a:pt x="159" y="340"/>
                  </a:lnTo>
                  <a:lnTo>
                    <a:pt x="157" y="338"/>
                  </a:lnTo>
                  <a:lnTo>
                    <a:pt x="155" y="336"/>
                  </a:lnTo>
                  <a:lnTo>
                    <a:pt x="155" y="336"/>
                  </a:lnTo>
                  <a:lnTo>
                    <a:pt x="153" y="336"/>
                  </a:lnTo>
                  <a:lnTo>
                    <a:pt x="153" y="336"/>
                  </a:lnTo>
                  <a:lnTo>
                    <a:pt x="153" y="336"/>
                  </a:lnTo>
                  <a:lnTo>
                    <a:pt x="151" y="334"/>
                  </a:lnTo>
                  <a:lnTo>
                    <a:pt x="151" y="334"/>
                  </a:lnTo>
                  <a:lnTo>
                    <a:pt x="151" y="334"/>
                  </a:lnTo>
                  <a:lnTo>
                    <a:pt x="149" y="334"/>
                  </a:lnTo>
                  <a:lnTo>
                    <a:pt x="147" y="334"/>
                  </a:lnTo>
                  <a:lnTo>
                    <a:pt x="147" y="334"/>
                  </a:lnTo>
                  <a:lnTo>
                    <a:pt x="147" y="334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5" y="336"/>
                  </a:lnTo>
                  <a:lnTo>
                    <a:pt x="141" y="338"/>
                  </a:lnTo>
                  <a:lnTo>
                    <a:pt x="141" y="338"/>
                  </a:lnTo>
                  <a:lnTo>
                    <a:pt x="139" y="340"/>
                  </a:lnTo>
                  <a:lnTo>
                    <a:pt x="139" y="340"/>
                  </a:lnTo>
                  <a:lnTo>
                    <a:pt x="137" y="340"/>
                  </a:lnTo>
                  <a:lnTo>
                    <a:pt x="137" y="342"/>
                  </a:lnTo>
                  <a:lnTo>
                    <a:pt x="137" y="340"/>
                  </a:lnTo>
                  <a:lnTo>
                    <a:pt x="137" y="340"/>
                  </a:lnTo>
                  <a:lnTo>
                    <a:pt x="137" y="340"/>
                  </a:lnTo>
                  <a:lnTo>
                    <a:pt x="137" y="340"/>
                  </a:lnTo>
                  <a:lnTo>
                    <a:pt x="135" y="340"/>
                  </a:lnTo>
                  <a:lnTo>
                    <a:pt x="135" y="340"/>
                  </a:lnTo>
                  <a:lnTo>
                    <a:pt x="135" y="338"/>
                  </a:lnTo>
                  <a:lnTo>
                    <a:pt x="135" y="338"/>
                  </a:lnTo>
                  <a:lnTo>
                    <a:pt x="135" y="338"/>
                  </a:lnTo>
                  <a:lnTo>
                    <a:pt x="130" y="336"/>
                  </a:lnTo>
                  <a:lnTo>
                    <a:pt x="126" y="336"/>
                  </a:lnTo>
                  <a:lnTo>
                    <a:pt x="126" y="336"/>
                  </a:lnTo>
                  <a:lnTo>
                    <a:pt x="126" y="336"/>
                  </a:lnTo>
                  <a:lnTo>
                    <a:pt x="126" y="336"/>
                  </a:lnTo>
                  <a:lnTo>
                    <a:pt x="126" y="334"/>
                  </a:lnTo>
                  <a:lnTo>
                    <a:pt x="126" y="330"/>
                  </a:lnTo>
                  <a:lnTo>
                    <a:pt x="124" y="330"/>
                  </a:lnTo>
                  <a:lnTo>
                    <a:pt x="124" y="330"/>
                  </a:lnTo>
                  <a:lnTo>
                    <a:pt x="124" y="330"/>
                  </a:lnTo>
                  <a:lnTo>
                    <a:pt x="124" y="330"/>
                  </a:lnTo>
                  <a:lnTo>
                    <a:pt x="118" y="330"/>
                  </a:lnTo>
                  <a:lnTo>
                    <a:pt x="118" y="330"/>
                  </a:lnTo>
                  <a:lnTo>
                    <a:pt x="118" y="330"/>
                  </a:lnTo>
                  <a:lnTo>
                    <a:pt x="116" y="330"/>
                  </a:lnTo>
                  <a:lnTo>
                    <a:pt x="116" y="330"/>
                  </a:lnTo>
                  <a:lnTo>
                    <a:pt x="116" y="330"/>
                  </a:lnTo>
                  <a:lnTo>
                    <a:pt x="116" y="328"/>
                  </a:lnTo>
                  <a:lnTo>
                    <a:pt x="116" y="328"/>
                  </a:lnTo>
                  <a:lnTo>
                    <a:pt x="116" y="328"/>
                  </a:lnTo>
                  <a:lnTo>
                    <a:pt x="118" y="326"/>
                  </a:lnTo>
                  <a:lnTo>
                    <a:pt x="118" y="326"/>
                  </a:lnTo>
                  <a:lnTo>
                    <a:pt x="118" y="326"/>
                  </a:lnTo>
                  <a:lnTo>
                    <a:pt x="116" y="320"/>
                  </a:lnTo>
                  <a:lnTo>
                    <a:pt x="116" y="320"/>
                  </a:lnTo>
                  <a:lnTo>
                    <a:pt x="116" y="320"/>
                  </a:lnTo>
                  <a:lnTo>
                    <a:pt x="116" y="320"/>
                  </a:lnTo>
                  <a:lnTo>
                    <a:pt x="114" y="318"/>
                  </a:lnTo>
                  <a:lnTo>
                    <a:pt x="114" y="320"/>
                  </a:lnTo>
                  <a:lnTo>
                    <a:pt x="114" y="320"/>
                  </a:lnTo>
                  <a:lnTo>
                    <a:pt x="112" y="320"/>
                  </a:lnTo>
                  <a:lnTo>
                    <a:pt x="112" y="320"/>
                  </a:lnTo>
                  <a:lnTo>
                    <a:pt x="112" y="320"/>
                  </a:lnTo>
                  <a:lnTo>
                    <a:pt x="112" y="320"/>
                  </a:lnTo>
                  <a:lnTo>
                    <a:pt x="112" y="320"/>
                  </a:lnTo>
                  <a:lnTo>
                    <a:pt x="112" y="320"/>
                  </a:lnTo>
                  <a:lnTo>
                    <a:pt x="112" y="318"/>
                  </a:lnTo>
                  <a:lnTo>
                    <a:pt x="110" y="316"/>
                  </a:lnTo>
                  <a:lnTo>
                    <a:pt x="110" y="316"/>
                  </a:lnTo>
                  <a:lnTo>
                    <a:pt x="110" y="316"/>
                  </a:lnTo>
                  <a:lnTo>
                    <a:pt x="108" y="314"/>
                  </a:lnTo>
                  <a:lnTo>
                    <a:pt x="108" y="314"/>
                  </a:lnTo>
                  <a:lnTo>
                    <a:pt x="108" y="314"/>
                  </a:lnTo>
                  <a:lnTo>
                    <a:pt x="108" y="314"/>
                  </a:lnTo>
                  <a:lnTo>
                    <a:pt x="108" y="312"/>
                  </a:lnTo>
                  <a:lnTo>
                    <a:pt x="108" y="312"/>
                  </a:lnTo>
                  <a:lnTo>
                    <a:pt x="108" y="312"/>
                  </a:lnTo>
                  <a:lnTo>
                    <a:pt x="106" y="310"/>
                  </a:lnTo>
                  <a:lnTo>
                    <a:pt x="106" y="308"/>
                  </a:lnTo>
                  <a:lnTo>
                    <a:pt x="106" y="308"/>
                  </a:lnTo>
                  <a:lnTo>
                    <a:pt x="108" y="306"/>
                  </a:lnTo>
                  <a:lnTo>
                    <a:pt x="110" y="304"/>
                  </a:lnTo>
                  <a:lnTo>
                    <a:pt x="110" y="304"/>
                  </a:lnTo>
                  <a:lnTo>
                    <a:pt x="110" y="304"/>
                  </a:lnTo>
                  <a:lnTo>
                    <a:pt x="110" y="304"/>
                  </a:lnTo>
                  <a:lnTo>
                    <a:pt x="110" y="300"/>
                  </a:lnTo>
                  <a:lnTo>
                    <a:pt x="110" y="300"/>
                  </a:lnTo>
                  <a:lnTo>
                    <a:pt x="110" y="298"/>
                  </a:lnTo>
                  <a:lnTo>
                    <a:pt x="110" y="298"/>
                  </a:lnTo>
                  <a:lnTo>
                    <a:pt x="110" y="298"/>
                  </a:lnTo>
                  <a:lnTo>
                    <a:pt x="110" y="298"/>
                  </a:lnTo>
                  <a:lnTo>
                    <a:pt x="110" y="296"/>
                  </a:lnTo>
                  <a:lnTo>
                    <a:pt x="112" y="296"/>
                  </a:lnTo>
                  <a:lnTo>
                    <a:pt x="112" y="296"/>
                  </a:lnTo>
                  <a:lnTo>
                    <a:pt x="112" y="296"/>
                  </a:lnTo>
                  <a:lnTo>
                    <a:pt x="112" y="294"/>
                  </a:lnTo>
                  <a:lnTo>
                    <a:pt x="112" y="292"/>
                  </a:lnTo>
                  <a:lnTo>
                    <a:pt x="112" y="292"/>
                  </a:lnTo>
                  <a:lnTo>
                    <a:pt x="112" y="292"/>
                  </a:lnTo>
                  <a:lnTo>
                    <a:pt x="112" y="292"/>
                  </a:lnTo>
                  <a:lnTo>
                    <a:pt x="110" y="290"/>
                  </a:lnTo>
                  <a:lnTo>
                    <a:pt x="106" y="292"/>
                  </a:lnTo>
                  <a:lnTo>
                    <a:pt x="106" y="292"/>
                  </a:lnTo>
                  <a:lnTo>
                    <a:pt x="106" y="292"/>
                  </a:lnTo>
                  <a:lnTo>
                    <a:pt x="104" y="290"/>
                  </a:lnTo>
                  <a:lnTo>
                    <a:pt x="104" y="289"/>
                  </a:lnTo>
                  <a:lnTo>
                    <a:pt x="102" y="289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98" y="285"/>
                  </a:lnTo>
                  <a:lnTo>
                    <a:pt x="98" y="285"/>
                  </a:lnTo>
                  <a:lnTo>
                    <a:pt x="98" y="285"/>
                  </a:lnTo>
                  <a:lnTo>
                    <a:pt x="98" y="285"/>
                  </a:lnTo>
                  <a:lnTo>
                    <a:pt x="98" y="283"/>
                  </a:lnTo>
                  <a:lnTo>
                    <a:pt x="96" y="283"/>
                  </a:lnTo>
                  <a:lnTo>
                    <a:pt x="96" y="283"/>
                  </a:lnTo>
                  <a:lnTo>
                    <a:pt x="96" y="283"/>
                  </a:lnTo>
                  <a:lnTo>
                    <a:pt x="94" y="281"/>
                  </a:lnTo>
                  <a:lnTo>
                    <a:pt x="94" y="281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6" y="279"/>
                  </a:lnTo>
                  <a:lnTo>
                    <a:pt x="96" y="279"/>
                  </a:lnTo>
                  <a:lnTo>
                    <a:pt x="96" y="279"/>
                  </a:lnTo>
                  <a:lnTo>
                    <a:pt x="96" y="279"/>
                  </a:lnTo>
                  <a:lnTo>
                    <a:pt x="96" y="279"/>
                  </a:lnTo>
                  <a:lnTo>
                    <a:pt x="98" y="279"/>
                  </a:lnTo>
                  <a:lnTo>
                    <a:pt x="98" y="279"/>
                  </a:lnTo>
                  <a:lnTo>
                    <a:pt x="98" y="279"/>
                  </a:lnTo>
                  <a:lnTo>
                    <a:pt x="98" y="277"/>
                  </a:lnTo>
                  <a:lnTo>
                    <a:pt x="98" y="277"/>
                  </a:lnTo>
                  <a:lnTo>
                    <a:pt x="100" y="277"/>
                  </a:lnTo>
                  <a:lnTo>
                    <a:pt x="102" y="277"/>
                  </a:lnTo>
                  <a:lnTo>
                    <a:pt x="102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8" y="267"/>
                  </a:lnTo>
                  <a:lnTo>
                    <a:pt x="110" y="267"/>
                  </a:lnTo>
                  <a:lnTo>
                    <a:pt x="110" y="267"/>
                  </a:lnTo>
                  <a:lnTo>
                    <a:pt x="108" y="265"/>
                  </a:lnTo>
                  <a:lnTo>
                    <a:pt x="108" y="265"/>
                  </a:lnTo>
                  <a:lnTo>
                    <a:pt x="106" y="265"/>
                  </a:lnTo>
                  <a:lnTo>
                    <a:pt x="106" y="265"/>
                  </a:lnTo>
                  <a:lnTo>
                    <a:pt x="106" y="265"/>
                  </a:lnTo>
                  <a:lnTo>
                    <a:pt x="106" y="263"/>
                  </a:lnTo>
                  <a:lnTo>
                    <a:pt x="106" y="263"/>
                  </a:lnTo>
                  <a:lnTo>
                    <a:pt x="106" y="263"/>
                  </a:lnTo>
                  <a:lnTo>
                    <a:pt x="110" y="261"/>
                  </a:lnTo>
                  <a:lnTo>
                    <a:pt x="110" y="261"/>
                  </a:lnTo>
                  <a:lnTo>
                    <a:pt x="110" y="261"/>
                  </a:lnTo>
                  <a:lnTo>
                    <a:pt x="110" y="261"/>
                  </a:lnTo>
                  <a:lnTo>
                    <a:pt x="110" y="261"/>
                  </a:lnTo>
                  <a:lnTo>
                    <a:pt x="110" y="261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10" y="259"/>
                  </a:lnTo>
                  <a:lnTo>
                    <a:pt x="108" y="259"/>
                  </a:lnTo>
                  <a:lnTo>
                    <a:pt x="102" y="261"/>
                  </a:lnTo>
                  <a:lnTo>
                    <a:pt x="100" y="261"/>
                  </a:lnTo>
                  <a:lnTo>
                    <a:pt x="96" y="261"/>
                  </a:lnTo>
                  <a:lnTo>
                    <a:pt x="94" y="259"/>
                  </a:lnTo>
                  <a:lnTo>
                    <a:pt x="92" y="259"/>
                  </a:lnTo>
                  <a:lnTo>
                    <a:pt x="90" y="257"/>
                  </a:lnTo>
                  <a:lnTo>
                    <a:pt x="90" y="255"/>
                  </a:lnTo>
                  <a:lnTo>
                    <a:pt x="88" y="255"/>
                  </a:lnTo>
                  <a:lnTo>
                    <a:pt x="88" y="253"/>
                  </a:lnTo>
                  <a:lnTo>
                    <a:pt x="88" y="251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4" y="251"/>
                  </a:lnTo>
                  <a:lnTo>
                    <a:pt x="84" y="251"/>
                  </a:lnTo>
                  <a:lnTo>
                    <a:pt x="84" y="247"/>
                  </a:lnTo>
                  <a:lnTo>
                    <a:pt x="84" y="247"/>
                  </a:lnTo>
                  <a:lnTo>
                    <a:pt x="82" y="243"/>
                  </a:lnTo>
                  <a:lnTo>
                    <a:pt x="82" y="239"/>
                  </a:lnTo>
                  <a:lnTo>
                    <a:pt x="82" y="237"/>
                  </a:lnTo>
                  <a:lnTo>
                    <a:pt x="79" y="230"/>
                  </a:lnTo>
                  <a:lnTo>
                    <a:pt x="79" y="230"/>
                  </a:lnTo>
                  <a:lnTo>
                    <a:pt x="77" y="230"/>
                  </a:lnTo>
                  <a:lnTo>
                    <a:pt x="77" y="230"/>
                  </a:lnTo>
                  <a:lnTo>
                    <a:pt x="77" y="230"/>
                  </a:lnTo>
                  <a:lnTo>
                    <a:pt x="75" y="230"/>
                  </a:lnTo>
                  <a:lnTo>
                    <a:pt x="75" y="230"/>
                  </a:lnTo>
                  <a:lnTo>
                    <a:pt x="75" y="228"/>
                  </a:lnTo>
                  <a:lnTo>
                    <a:pt x="75" y="228"/>
                  </a:lnTo>
                  <a:lnTo>
                    <a:pt x="75" y="228"/>
                  </a:lnTo>
                  <a:lnTo>
                    <a:pt x="75" y="226"/>
                  </a:lnTo>
                  <a:lnTo>
                    <a:pt x="75" y="224"/>
                  </a:lnTo>
                  <a:lnTo>
                    <a:pt x="73" y="224"/>
                  </a:lnTo>
                  <a:lnTo>
                    <a:pt x="71" y="222"/>
                  </a:lnTo>
                  <a:lnTo>
                    <a:pt x="71" y="220"/>
                  </a:lnTo>
                  <a:lnTo>
                    <a:pt x="71" y="220"/>
                  </a:lnTo>
                  <a:lnTo>
                    <a:pt x="69" y="220"/>
                  </a:lnTo>
                  <a:lnTo>
                    <a:pt x="67" y="220"/>
                  </a:lnTo>
                  <a:lnTo>
                    <a:pt x="63" y="218"/>
                  </a:lnTo>
                  <a:lnTo>
                    <a:pt x="61" y="216"/>
                  </a:lnTo>
                  <a:lnTo>
                    <a:pt x="57" y="210"/>
                  </a:lnTo>
                  <a:lnTo>
                    <a:pt x="55" y="208"/>
                  </a:lnTo>
                  <a:lnTo>
                    <a:pt x="53" y="208"/>
                  </a:lnTo>
                  <a:lnTo>
                    <a:pt x="53" y="208"/>
                  </a:lnTo>
                  <a:lnTo>
                    <a:pt x="49" y="202"/>
                  </a:lnTo>
                  <a:lnTo>
                    <a:pt x="49" y="202"/>
                  </a:lnTo>
                  <a:lnTo>
                    <a:pt x="47" y="202"/>
                  </a:lnTo>
                  <a:lnTo>
                    <a:pt x="47" y="202"/>
                  </a:lnTo>
                  <a:lnTo>
                    <a:pt x="41" y="204"/>
                  </a:lnTo>
                  <a:lnTo>
                    <a:pt x="41" y="204"/>
                  </a:lnTo>
                  <a:lnTo>
                    <a:pt x="39" y="202"/>
                  </a:lnTo>
                  <a:lnTo>
                    <a:pt x="39" y="202"/>
                  </a:lnTo>
                  <a:lnTo>
                    <a:pt x="30" y="181"/>
                  </a:lnTo>
                  <a:lnTo>
                    <a:pt x="28" y="181"/>
                  </a:lnTo>
                  <a:lnTo>
                    <a:pt x="28" y="181"/>
                  </a:lnTo>
                  <a:lnTo>
                    <a:pt x="26" y="182"/>
                  </a:lnTo>
                  <a:lnTo>
                    <a:pt x="26" y="182"/>
                  </a:lnTo>
                  <a:lnTo>
                    <a:pt x="20" y="173"/>
                  </a:lnTo>
                  <a:lnTo>
                    <a:pt x="24" y="169"/>
                  </a:lnTo>
                  <a:lnTo>
                    <a:pt x="24" y="169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2" y="165"/>
                  </a:lnTo>
                  <a:lnTo>
                    <a:pt x="22" y="163"/>
                  </a:lnTo>
                  <a:lnTo>
                    <a:pt x="22" y="163"/>
                  </a:lnTo>
                  <a:lnTo>
                    <a:pt x="22" y="163"/>
                  </a:lnTo>
                  <a:lnTo>
                    <a:pt x="20" y="163"/>
                  </a:lnTo>
                  <a:lnTo>
                    <a:pt x="20" y="163"/>
                  </a:lnTo>
                  <a:lnTo>
                    <a:pt x="20" y="163"/>
                  </a:lnTo>
                  <a:lnTo>
                    <a:pt x="20" y="163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61"/>
                  </a:lnTo>
                  <a:lnTo>
                    <a:pt x="22" y="161"/>
                  </a:lnTo>
                  <a:lnTo>
                    <a:pt x="22" y="161"/>
                  </a:lnTo>
                  <a:lnTo>
                    <a:pt x="24" y="159"/>
                  </a:lnTo>
                  <a:lnTo>
                    <a:pt x="24" y="159"/>
                  </a:lnTo>
                  <a:lnTo>
                    <a:pt x="24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4" y="155"/>
                  </a:lnTo>
                  <a:lnTo>
                    <a:pt x="26" y="155"/>
                  </a:lnTo>
                  <a:lnTo>
                    <a:pt x="26" y="155"/>
                  </a:lnTo>
                  <a:lnTo>
                    <a:pt x="26" y="153"/>
                  </a:lnTo>
                  <a:lnTo>
                    <a:pt x="26" y="153"/>
                  </a:lnTo>
                  <a:lnTo>
                    <a:pt x="26" y="153"/>
                  </a:lnTo>
                  <a:lnTo>
                    <a:pt x="26" y="151"/>
                  </a:lnTo>
                  <a:lnTo>
                    <a:pt x="26" y="151"/>
                  </a:lnTo>
                  <a:lnTo>
                    <a:pt x="26" y="15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24" y="149"/>
                  </a:lnTo>
                  <a:lnTo>
                    <a:pt x="24" y="149"/>
                  </a:lnTo>
                  <a:lnTo>
                    <a:pt x="24" y="149"/>
                  </a:lnTo>
                  <a:lnTo>
                    <a:pt x="24" y="147"/>
                  </a:lnTo>
                  <a:lnTo>
                    <a:pt x="22" y="145"/>
                  </a:lnTo>
                  <a:lnTo>
                    <a:pt x="22" y="145"/>
                  </a:lnTo>
                  <a:lnTo>
                    <a:pt x="22" y="145"/>
                  </a:lnTo>
                  <a:lnTo>
                    <a:pt x="22" y="145"/>
                  </a:lnTo>
                  <a:lnTo>
                    <a:pt x="20" y="145"/>
                  </a:lnTo>
                  <a:lnTo>
                    <a:pt x="20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3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39"/>
                  </a:lnTo>
                  <a:lnTo>
                    <a:pt x="18" y="139"/>
                  </a:lnTo>
                  <a:lnTo>
                    <a:pt x="18" y="139"/>
                  </a:lnTo>
                  <a:lnTo>
                    <a:pt x="20" y="137"/>
                  </a:lnTo>
                  <a:lnTo>
                    <a:pt x="20" y="128"/>
                  </a:lnTo>
                  <a:lnTo>
                    <a:pt x="20" y="128"/>
                  </a:lnTo>
                  <a:lnTo>
                    <a:pt x="20" y="128"/>
                  </a:lnTo>
                  <a:lnTo>
                    <a:pt x="20" y="128"/>
                  </a:lnTo>
                  <a:lnTo>
                    <a:pt x="16" y="124"/>
                  </a:lnTo>
                  <a:lnTo>
                    <a:pt x="16" y="122"/>
                  </a:lnTo>
                  <a:lnTo>
                    <a:pt x="18" y="120"/>
                  </a:lnTo>
                  <a:lnTo>
                    <a:pt x="18" y="120"/>
                  </a:lnTo>
                  <a:lnTo>
                    <a:pt x="18" y="118"/>
                  </a:lnTo>
                  <a:lnTo>
                    <a:pt x="18" y="118"/>
                  </a:lnTo>
                  <a:lnTo>
                    <a:pt x="18" y="118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2" y="110"/>
                  </a:lnTo>
                  <a:lnTo>
                    <a:pt x="10" y="110"/>
                  </a:lnTo>
                  <a:lnTo>
                    <a:pt x="8" y="110"/>
                  </a:lnTo>
                  <a:lnTo>
                    <a:pt x="8" y="108"/>
                  </a:lnTo>
                  <a:lnTo>
                    <a:pt x="8" y="108"/>
                  </a:lnTo>
                  <a:lnTo>
                    <a:pt x="8" y="108"/>
                  </a:lnTo>
                  <a:lnTo>
                    <a:pt x="12" y="10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2" y="104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98"/>
                  </a:lnTo>
                  <a:lnTo>
                    <a:pt x="14" y="96"/>
                  </a:lnTo>
                  <a:lnTo>
                    <a:pt x="14" y="96"/>
                  </a:lnTo>
                  <a:lnTo>
                    <a:pt x="14" y="96"/>
                  </a:lnTo>
                  <a:lnTo>
                    <a:pt x="14" y="94"/>
                  </a:lnTo>
                  <a:lnTo>
                    <a:pt x="14" y="92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8" y="86"/>
                  </a:lnTo>
                  <a:lnTo>
                    <a:pt x="8" y="86"/>
                  </a:lnTo>
                  <a:lnTo>
                    <a:pt x="6" y="86"/>
                  </a:lnTo>
                  <a:lnTo>
                    <a:pt x="6" y="86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3"/>
                  </a:lnTo>
                  <a:lnTo>
                    <a:pt x="6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3"/>
                  </a:lnTo>
                  <a:lnTo>
                    <a:pt x="28" y="53"/>
                  </a:lnTo>
                  <a:lnTo>
                    <a:pt x="30" y="51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45"/>
                  </a:lnTo>
                  <a:lnTo>
                    <a:pt x="33" y="45"/>
                  </a:lnTo>
                  <a:lnTo>
                    <a:pt x="37" y="43"/>
                  </a:lnTo>
                  <a:lnTo>
                    <a:pt x="39" y="43"/>
                  </a:lnTo>
                  <a:lnTo>
                    <a:pt x="39" y="45"/>
                  </a:lnTo>
                  <a:lnTo>
                    <a:pt x="39" y="45"/>
                  </a:lnTo>
                  <a:lnTo>
                    <a:pt x="41" y="45"/>
                  </a:lnTo>
                  <a:lnTo>
                    <a:pt x="43" y="47"/>
                  </a:lnTo>
                  <a:lnTo>
                    <a:pt x="57" y="45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1" y="35"/>
                  </a:lnTo>
                  <a:lnTo>
                    <a:pt x="63" y="35"/>
                  </a:lnTo>
                  <a:lnTo>
                    <a:pt x="63" y="35"/>
                  </a:lnTo>
                  <a:lnTo>
                    <a:pt x="63" y="35"/>
                  </a:lnTo>
                  <a:lnTo>
                    <a:pt x="63" y="35"/>
                  </a:lnTo>
                  <a:lnTo>
                    <a:pt x="63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1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69" y="29"/>
                  </a:lnTo>
                  <a:lnTo>
                    <a:pt x="71" y="29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7" y="25"/>
                  </a:lnTo>
                  <a:lnTo>
                    <a:pt x="77" y="25"/>
                  </a:lnTo>
                  <a:lnTo>
                    <a:pt x="77" y="25"/>
                  </a:lnTo>
                  <a:lnTo>
                    <a:pt x="77" y="25"/>
                  </a:lnTo>
                  <a:lnTo>
                    <a:pt x="77" y="23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0"/>
                  </a:lnTo>
                  <a:lnTo>
                    <a:pt x="81" y="18"/>
                  </a:lnTo>
                  <a:lnTo>
                    <a:pt x="81" y="16"/>
                  </a:lnTo>
                  <a:lnTo>
                    <a:pt x="81" y="16"/>
                  </a:lnTo>
                  <a:lnTo>
                    <a:pt x="81" y="16"/>
                  </a:lnTo>
                  <a:lnTo>
                    <a:pt x="81" y="16"/>
                  </a:lnTo>
                  <a:lnTo>
                    <a:pt x="84" y="16"/>
                  </a:lnTo>
                  <a:lnTo>
                    <a:pt x="84" y="16"/>
                  </a:lnTo>
                  <a:lnTo>
                    <a:pt x="86" y="16"/>
                  </a:lnTo>
                  <a:lnTo>
                    <a:pt x="86" y="18"/>
                  </a:lnTo>
                  <a:lnTo>
                    <a:pt x="88" y="18"/>
                  </a:lnTo>
                  <a:lnTo>
                    <a:pt x="88" y="20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92" y="21"/>
                  </a:lnTo>
                  <a:lnTo>
                    <a:pt x="94" y="20"/>
                  </a:lnTo>
                  <a:lnTo>
                    <a:pt x="94" y="20"/>
                  </a:lnTo>
                  <a:lnTo>
                    <a:pt x="96" y="20"/>
                  </a:lnTo>
                  <a:lnTo>
                    <a:pt x="96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100" y="18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4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8" y="18"/>
                  </a:lnTo>
                  <a:lnTo>
                    <a:pt x="108" y="16"/>
                  </a:lnTo>
                  <a:lnTo>
                    <a:pt x="108" y="16"/>
                  </a:lnTo>
                  <a:lnTo>
                    <a:pt x="108" y="18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10" y="20"/>
                  </a:lnTo>
                  <a:lnTo>
                    <a:pt x="108" y="20"/>
                  </a:lnTo>
                  <a:lnTo>
                    <a:pt x="110" y="20"/>
                  </a:lnTo>
                  <a:lnTo>
                    <a:pt x="110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2" y="21"/>
                  </a:lnTo>
                  <a:lnTo>
                    <a:pt x="114" y="21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14" y="21"/>
                  </a:lnTo>
                  <a:lnTo>
                    <a:pt x="116" y="23"/>
                  </a:lnTo>
                  <a:lnTo>
                    <a:pt x="116" y="23"/>
                  </a:lnTo>
                  <a:lnTo>
                    <a:pt x="122" y="23"/>
                  </a:lnTo>
                  <a:lnTo>
                    <a:pt x="122" y="23"/>
                  </a:lnTo>
                  <a:lnTo>
                    <a:pt x="122" y="21"/>
                  </a:lnTo>
                  <a:lnTo>
                    <a:pt x="122" y="20"/>
                  </a:lnTo>
                  <a:lnTo>
                    <a:pt x="124" y="20"/>
                  </a:lnTo>
                  <a:lnTo>
                    <a:pt x="124" y="20"/>
                  </a:lnTo>
                  <a:lnTo>
                    <a:pt x="124" y="20"/>
                  </a:lnTo>
                  <a:lnTo>
                    <a:pt x="124" y="20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2" y="16"/>
                  </a:lnTo>
                  <a:lnTo>
                    <a:pt x="122" y="16"/>
                  </a:lnTo>
                  <a:lnTo>
                    <a:pt x="122" y="16"/>
                  </a:lnTo>
                  <a:lnTo>
                    <a:pt x="122" y="16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2" y="12"/>
                  </a:lnTo>
                  <a:lnTo>
                    <a:pt x="124" y="12"/>
                  </a:lnTo>
                  <a:lnTo>
                    <a:pt x="126" y="14"/>
                  </a:lnTo>
                  <a:lnTo>
                    <a:pt x="130" y="16"/>
                  </a:lnTo>
                  <a:lnTo>
                    <a:pt x="132" y="16"/>
                  </a:lnTo>
                  <a:lnTo>
                    <a:pt x="132" y="16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3" y="18"/>
                  </a:lnTo>
                  <a:lnTo>
                    <a:pt x="137" y="14"/>
                  </a:lnTo>
                  <a:lnTo>
                    <a:pt x="139" y="14"/>
                  </a:lnTo>
                  <a:lnTo>
                    <a:pt x="139" y="14"/>
                  </a:lnTo>
                  <a:lnTo>
                    <a:pt x="143" y="16"/>
                  </a:lnTo>
                  <a:lnTo>
                    <a:pt x="149" y="23"/>
                  </a:lnTo>
                  <a:lnTo>
                    <a:pt x="149" y="23"/>
                  </a:lnTo>
                  <a:lnTo>
                    <a:pt x="149" y="23"/>
                  </a:lnTo>
                  <a:lnTo>
                    <a:pt x="157" y="16"/>
                  </a:lnTo>
                  <a:lnTo>
                    <a:pt x="161" y="14"/>
                  </a:lnTo>
                  <a:lnTo>
                    <a:pt x="165" y="10"/>
                  </a:lnTo>
                  <a:lnTo>
                    <a:pt x="173" y="4"/>
                  </a:lnTo>
                  <a:lnTo>
                    <a:pt x="177" y="2"/>
                  </a:lnTo>
                  <a:lnTo>
                    <a:pt x="177" y="2"/>
                  </a:lnTo>
                  <a:lnTo>
                    <a:pt x="179" y="2"/>
                  </a:lnTo>
                  <a:lnTo>
                    <a:pt x="183" y="4"/>
                  </a:lnTo>
                  <a:lnTo>
                    <a:pt x="183" y="4"/>
                  </a:lnTo>
                  <a:lnTo>
                    <a:pt x="183" y="4"/>
                  </a:lnTo>
                  <a:lnTo>
                    <a:pt x="183" y="4"/>
                  </a:lnTo>
                  <a:lnTo>
                    <a:pt x="18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2774950" y="3851275"/>
              <a:ext cx="147638" cy="250825"/>
            </a:xfrm>
            <a:custGeom>
              <a:avLst/>
              <a:gdLst>
                <a:gd name="T0" fmla="*/ 65 w 187"/>
                <a:gd name="T1" fmla="*/ 35 h 316"/>
                <a:gd name="T2" fmla="*/ 104 w 187"/>
                <a:gd name="T3" fmla="*/ 29 h 316"/>
                <a:gd name="T4" fmla="*/ 126 w 187"/>
                <a:gd name="T5" fmla="*/ 45 h 316"/>
                <a:gd name="T6" fmla="*/ 157 w 187"/>
                <a:gd name="T7" fmla="*/ 86 h 316"/>
                <a:gd name="T8" fmla="*/ 169 w 187"/>
                <a:gd name="T9" fmla="*/ 145 h 316"/>
                <a:gd name="T10" fmla="*/ 175 w 187"/>
                <a:gd name="T11" fmla="*/ 180 h 316"/>
                <a:gd name="T12" fmla="*/ 147 w 187"/>
                <a:gd name="T13" fmla="*/ 220 h 316"/>
                <a:gd name="T14" fmla="*/ 118 w 187"/>
                <a:gd name="T15" fmla="*/ 251 h 316"/>
                <a:gd name="T16" fmla="*/ 114 w 187"/>
                <a:gd name="T17" fmla="*/ 253 h 316"/>
                <a:gd name="T18" fmla="*/ 108 w 187"/>
                <a:gd name="T19" fmla="*/ 263 h 316"/>
                <a:gd name="T20" fmla="*/ 104 w 187"/>
                <a:gd name="T21" fmla="*/ 275 h 316"/>
                <a:gd name="T22" fmla="*/ 102 w 187"/>
                <a:gd name="T23" fmla="*/ 285 h 316"/>
                <a:gd name="T24" fmla="*/ 83 w 187"/>
                <a:gd name="T25" fmla="*/ 298 h 316"/>
                <a:gd name="T26" fmla="*/ 69 w 187"/>
                <a:gd name="T27" fmla="*/ 298 h 316"/>
                <a:gd name="T28" fmla="*/ 65 w 187"/>
                <a:gd name="T29" fmla="*/ 296 h 316"/>
                <a:gd name="T30" fmla="*/ 57 w 187"/>
                <a:gd name="T31" fmla="*/ 294 h 316"/>
                <a:gd name="T32" fmla="*/ 39 w 187"/>
                <a:gd name="T33" fmla="*/ 302 h 316"/>
                <a:gd name="T34" fmla="*/ 36 w 187"/>
                <a:gd name="T35" fmla="*/ 312 h 316"/>
                <a:gd name="T36" fmla="*/ 16 w 187"/>
                <a:gd name="T37" fmla="*/ 312 h 316"/>
                <a:gd name="T38" fmla="*/ 4 w 187"/>
                <a:gd name="T39" fmla="*/ 304 h 316"/>
                <a:gd name="T40" fmla="*/ 8 w 187"/>
                <a:gd name="T41" fmla="*/ 290 h 316"/>
                <a:gd name="T42" fmla="*/ 8 w 187"/>
                <a:gd name="T43" fmla="*/ 283 h 316"/>
                <a:gd name="T44" fmla="*/ 0 w 187"/>
                <a:gd name="T45" fmla="*/ 281 h 316"/>
                <a:gd name="T46" fmla="*/ 8 w 187"/>
                <a:gd name="T47" fmla="*/ 269 h 316"/>
                <a:gd name="T48" fmla="*/ 12 w 187"/>
                <a:gd name="T49" fmla="*/ 261 h 316"/>
                <a:gd name="T50" fmla="*/ 20 w 187"/>
                <a:gd name="T51" fmla="*/ 261 h 316"/>
                <a:gd name="T52" fmla="*/ 24 w 187"/>
                <a:gd name="T53" fmla="*/ 255 h 316"/>
                <a:gd name="T54" fmla="*/ 38 w 187"/>
                <a:gd name="T55" fmla="*/ 249 h 316"/>
                <a:gd name="T56" fmla="*/ 43 w 187"/>
                <a:gd name="T57" fmla="*/ 241 h 316"/>
                <a:gd name="T58" fmla="*/ 43 w 187"/>
                <a:gd name="T59" fmla="*/ 235 h 316"/>
                <a:gd name="T60" fmla="*/ 57 w 187"/>
                <a:gd name="T61" fmla="*/ 224 h 316"/>
                <a:gd name="T62" fmla="*/ 61 w 187"/>
                <a:gd name="T63" fmla="*/ 218 h 316"/>
                <a:gd name="T64" fmla="*/ 63 w 187"/>
                <a:gd name="T65" fmla="*/ 210 h 316"/>
                <a:gd name="T66" fmla="*/ 61 w 187"/>
                <a:gd name="T67" fmla="*/ 200 h 316"/>
                <a:gd name="T68" fmla="*/ 57 w 187"/>
                <a:gd name="T69" fmla="*/ 192 h 316"/>
                <a:gd name="T70" fmla="*/ 51 w 187"/>
                <a:gd name="T71" fmla="*/ 186 h 316"/>
                <a:gd name="T72" fmla="*/ 59 w 187"/>
                <a:gd name="T73" fmla="*/ 179 h 316"/>
                <a:gd name="T74" fmla="*/ 55 w 187"/>
                <a:gd name="T75" fmla="*/ 165 h 316"/>
                <a:gd name="T76" fmla="*/ 47 w 187"/>
                <a:gd name="T77" fmla="*/ 163 h 316"/>
                <a:gd name="T78" fmla="*/ 49 w 187"/>
                <a:gd name="T79" fmla="*/ 155 h 316"/>
                <a:gd name="T80" fmla="*/ 49 w 187"/>
                <a:gd name="T81" fmla="*/ 143 h 316"/>
                <a:gd name="T82" fmla="*/ 57 w 187"/>
                <a:gd name="T83" fmla="*/ 133 h 316"/>
                <a:gd name="T84" fmla="*/ 69 w 187"/>
                <a:gd name="T85" fmla="*/ 126 h 316"/>
                <a:gd name="T86" fmla="*/ 65 w 187"/>
                <a:gd name="T87" fmla="*/ 122 h 316"/>
                <a:gd name="T88" fmla="*/ 59 w 187"/>
                <a:gd name="T89" fmla="*/ 114 h 316"/>
                <a:gd name="T90" fmla="*/ 65 w 187"/>
                <a:gd name="T91" fmla="*/ 102 h 316"/>
                <a:gd name="T92" fmla="*/ 65 w 187"/>
                <a:gd name="T93" fmla="*/ 92 h 316"/>
                <a:gd name="T94" fmla="*/ 63 w 187"/>
                <a:gd name="T95" fmla="*/ 86 h 316"/>
                <a:gd name="T96" fmla="*/ 55 w 187"/>
                <a:gd name="T97" fmla="*/ 86 h 316"/>
                <a:gd name="T98" fmla="*/ 47 w 187"/>
                <a:gd name="T99" fmla="*/ 82 h 316"/>
                <a:gd name="T100" fmla="*/ 39 w 187"/>
                <a:gd name="T101" fmla="*/ 88 h 316"/>
                <a:gd name="T102" fmla="*/ 30 w 187"/>
                <a:gd name="T103" fmla="*/ 84 h 316"/>
                <a:gd name="T104" fmla="*/ 38 w 187"/>
                <a:gd name="T105" fmla="*/ 76 h 316"/>
                <a:gd name="T106" fmla="*/ 39 w 187"/>
                <a:gd name="T107" fmla="*/ 72 h 316"/>
                <a:gd name="T108" fmla="*/ 39 w 187"/>
                <a:gd name="T109" fmla="*/ 57 h 316"/>
                <a:gd name="T110" fmla="*/ 45 w 187"/>
                <a:gd name="T111" fmla="*/ 49 h 316"/>
                <a:gd name="T112" fmla="*/ 41 w 187"/>
                <a:gd name="T113" fmla="*/ 43 h 316"/>
                <a:gd name="T114" fmla="*/ 39 w 187"/>
                <a:gd name="T115" fmla="*/ 35 h 316"/>
                <a:gd name="T116" fmla="*/ 36 w 187"/>
                <a:gd name="T117" fmla="*/ 27 h 316"/>
                <a:gd name="T118" fmla="*/ 30 w 187"/>
                <a:gd name="T119" fmla="*/ 16 h 316"/>
                <a:gd name="T120" fmla="*/ 38 w 187"/>
                <a:gd name="T121" fmla="*/ 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7" h="316">
                  <a:moveTo>
                    <a:pt x="39" y="0"/>
                  </a:moveTo>
                  <a:lnTo>
                    <a:pt x="41" y="2"/>
                  </a:lnTo>
                  <a:lnTo>
                    <a:pt x="43" y="4"/>
                  </a:lnTo>
                  <a:lnTo>
                    <a:pt x="47" y="8"/>
                  </a:lnTo>
                  <a:lnTo>
                    <a:pt x="49" y="8"/>
                  </a:lnTo>
                  <a:lnTo>
                    <a:pt x="51" y="12"/>
                  </a:lnTo>
                  <a:lnTo>
                    <a:pt x="55" y="14"/>
                  </a:lnTo>
                  <a:lnTo>
                    <a:pt x="55" y="18"/>
                  </a:lnTo>
                  <a:lnTo>
                    <a:pt x="55" y="21"/>
                  </a:lnTo>
                  <a:lnTo>
                    <a:pt x="59" y="25"/>
                  </a:lnTo>
                  <a:lnTo>
                    <a:pt x="59" y="29"/>
                  </a:lnTo>
                  <a:lnTo>
                    <a:pt x="63" y="29"/>
                  </a:lnTo>
                  <a:lnTo>
                    <a:pt x="65" y="35"/>
                  </a:lnTo>
                  <a:lnTo>
                    <a:pt x="73" y="35"/>
                  </a:lnTo>
                  <a:lnTo>
                    <a:pt x="75" y="37"/>
                  </a:lnTo>
                  <a:lnTo>
                    <a:pt x="77" y="37"/>
                  </a:lnTo>
                  <a:lnTo>
                    <a:pt x="77" y="33"/>
                  </a:lnTo>
                  <a:lnTo>
                    <a:pt x="81" y="31"/>
                  </a:lnTo>
                  <a:lnTo>
                    <a:pt x="83" y="31"/>
                  </a:lnTo>
                  <a:lnTo>
                    <a:pt x="85" y="33"/>
                  </a:lnTo>
                  <a:lnTo>
                    <a:pt x="87" y="35"/>
                  </a:lnTo>
                  <a:lnTo>
                    <a:pt x="90" y="33"/>
                  </a:lnTo>
                  <a:lnTo>
                    <a:pt x="94" y="31"/>
                  </a:lnTo>
                  <a:lnTo>
                    <a:pt x="98" y="29"/>
                  </a:lnTo>
                  <a:lnTo>
                    <a:pt x="102" y="27"/>
                  </a:lnTo>
                  <a:lnTo>
                    <a:pt x="104" y="29"/>
                  </a:lnTo>
                  <a:lnTo>
                    <a:pt x="108" y="27"/>
                  </a:lnTo>
                  <a:lnTo>
                    <a:pt x="108" y="25"/>
                  </a:lnTo>
                  <a:lnTo>
                    <a:pt x="110" y="23"/>
                  </a:lnTo>
                  <a:lnTo>
                    <a:pt x="112" y="27"/>
                  </a:lnTo>
                  <a:lnTo>
                    <a:pt x="112" y="31"/>
                  </a:lnTo>
                  <a:lnTo>
                    <a:pt x="114" y="31"/>
                  </a:lnTo>
                  <a:lnTo>
                    <a:pt x="118" y="31"/>
                  </a:lnTo>
                  <a:lnTo>
                    <a:pt x="122" y="35"/>
                  </a:lnTo>
                  <a:lnTo>
                    <a:pt x="122" y="39"/>
                  </a:lnTo>
                  <a:lnTo>
                    <a:pt x="124" y="41"/>
                  </a:lnTo>
                  <a:lnTo>
                    <a:pt x="122" y="43"/>
                  </a:lnTo>
                  <a:lnTo>
                    <a:pt x="122" y="45"/>
                  </a:lnTo>
                  <a:lnTo>
                    <a:pt x="126" y="45"/>
                  </a:lnTo>
                  <a:lnTo>
                    <a:pt x="132" y="43"/>
                  </a:lnTo>
                  <a:lnTo>
                    <a:pt x="134" y="45"/>
                  </a:lnTo>
                  <a:lnTo>
                    <a:pt x="134" y="49"/>
                  </a:lnTo>
                  <a:lnTo>
                    <a:pt x="139" y="49"/>
                  </a:lnTo>
                  <a:lnTo>
                    <a:pt x="143" y="51"/>
                  </a:lnTo>
                  <a:lnTo>
                    <a:pt x="141" y="61"/>
                  </a:lnTo>
                  <a:lnTo>
                    <a:pt x="139" y="65"/>
                  </a:lnTo>
                  <a:lnTo>
                    <a:pt x="145" y="69"/>
                  </a:lnTo>
                  <a:lnTo>
                    <a:pt x="151" y="72"/>
                  </a:lnTo>
                  <a:lnTo>
                    <a:pt x="153" y="74"/>
                  </a:lnTo>
                  <a:lnTo>
                    <a:pt x="155" y="78"/>
                  </a:lnTo>
                  <a:lnTo>
                    <a:pt x="155" y="82"/>
                  </a:lnTo>
                  <a:lnTo>
                    <a:pt x="157" y="86"/>
                  </a:lnTo>
                  <a:lnTo>
                    <a:pt x="159" y="92"/>
                  </a:lnTo>
                  <a:lnTo>
                    <a:pt x="161" y="96"/>
                  </a:lnTo>
                  <a:lnTo>
                    <a:pt x="163" y="100"/>
                  </a:lnTo>
                  <a:lnTo>
                    <a:pt x="165" y="104"/>
                  </a:lnTo>
                  <a:lnTo>
                    <a:pt x="169" y="108"/>
                  </a:lnTo>
                  <a:lnTo>
                    <a:pt x="169" y="116"/>
                  </a:lnTo>
                  <a:lnTo>
                    <a:pt x="167" y="122"/>
                  </a:lnTo>
                  <a:lnTo>
                    <a:pt x="163" y="124"/>
                  </a:lnTo>
                  <a:lnTo>
                    <a:pt x="161" y="127"/>
                  </a:lnTo>
                  <a:lnTo>
                    <a:pt x="163" y="131"/>
                  </a:lnTo>
                  <a:lnTo>
                    <a:pt x="167" y="137"/>
                  </a:lnTo>
                  <a:lnTo>
                    <a:pt x="169" y="143"/>
                  </a:lnTo>
                  <a:lnTo>
                    <a:pt x="169" y="145"/>
                  </a:lnTo>
                  <a:lnTo>
                    <a:pt x="169" y="149"/>
                  </a:lnTo>
                  <a:lnTo>
                    <a:pt x="169" y="149"/>
                  </a:lnTo>
                  <a:lnTo>
                    <a:pt x="173" y="153"/>
                  </a:lnTo>
                  <a:lnTo>
                    <a:pt x="177" y="153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5" y="159"/>
                  </a:lnTo>
                  <a:lnTo>
                    <a:pt x="187" y="163"/>
                  </a:lnTo>
                  <a:lnTo>
                    <a:pt x="187" y="167"/>
                  </a:lnTo>
                  <a:lnTo>
                    <a:pt x="183" y="171"/>
                  </a:lnTo>
                  <a:lnTo>
                    <a:pt x="181" y="175"/>
                  </a:lnTo>
                  <a:lnTo>
                    <a:pt x="179" y="177"/>
                  </a:lnTo>
                  <a:lnTo>
                    <a:pt x="175" y="180"/>
                  </a:lnTo>
                  <a:lnTo>
                    <a:pt x="171" y="180"/>
                  </a:lnTo>
                  <a:lnTo>
                    <a:pt x="169" y="180"/>
                  </a:lnTo>
                  <a:lnTo>
                    <a:pt x="167" y="180"/>
                  </a:lnTo>
                  <a:lnTo>
                    <a:pt x="165" y="182"/>
                  </a:lnTo>
                  <a:lnTo>
                    <a:pt x="163" y="182"/>
                  </a:lnTo>
                  <a:lnTo>
                    <a:pt x="165" y="188"/>
                  </a:lnTo>
                  <a:lnTo>
                    <a:pt x="167" y="194"/>
                  </a:lnTo>
                  <a:lnTo>
                    <a:pt x="165" y="200"/>
                  </a:lnTo>
                  <a:lnTo>
                    <a:pt x="163" y="204"/>
                  </a:lnTo>
                  <a:lnTo>
                    <a:pt x="159" y="208"/>
                  </a:lnTo>
                  <a:lnTo>
                    <a:pt x="153" y="212"/>
                  </a:lnTo>
                  <a:lnTo>
                    <a:pt x="149" y="216"/>
                  </a:lnTo>
                  <a:lnTo>
                    <a:pt x="147" y="220"/>
                  </a:lnTo>
                  <a:lnTo>
                    <a:pt x="143" y="222"/>
                  </a:lnTo>
                  <a:lnTo>
                    <a:pt x="141" y="224"/>
                  </a:lnTo>
                  <a:lnTo>
                    <a:pt x="139" y="226"/>
                  </a:lnTo>
                  <a:lnTo>
                    <a:pt x="134" y="232"/>
                  </a:lnTo>
                  <a:lnTo>
                    <a:pt x="132" y="237"/>
                  </a:lnTo>
                  <a:lnTo>
                    <a:pt x="130" y="239"/>
                  </a:lnTo>
                  <a:lnTo>
                    <a:pt x="126" y="245"/>
                  </a:lnTo>
                  <a:lnTo>
                    <a:pt x="124" y="249"/>
                  </a:lnTo>
                  <a:lnTo>
                    <a:pt x="124" y="251"/>
                  </a:lnTo>
                  <a:lnTo>
                    <a:pt x="122" y="251"/>
                  </a:lnTo>
                  <a:lnTo>
                    <a:pt x="122" y="251"/>
                  </a:lnTo>
                  <a:lnTo>
                    <a:pt x="120" y="251"/>
                  </a:lnTo>
                  <a:lnTo>
                    <a:pt x="118" y="251"/>
                  </a:lnTo>
                  <a:lnTo>
                    <a:pt x="118" y="251"/>
                  </a:lnTo>
                  <a:lnTo>
                    <a:pt x="118" y="251"/>
                  </a:lnTo>
                  <a:lnTo>
                    <a:pt x="118" y="251"/>
                  </a:lnTo>
                  <a:lnTo>
                    <a:pt x="118" y="251"/>
                  </a:lnTo>
                  <a:lnTo>
                    <a:pt x="116" y="251"/>
                  </a:lnTo>
                  <a:lnTo>
                    <a:pt x="116" y="251"/>
                  </a:lnTo>
                  <a:lnTo>
                    <a:pt x="116" y="253"/>
                  </a:lnTo>
                  <a:lnTo>
                    <a:pt x="116" y="253"/>
                  </a:lnTo>
                  <a:lnTo>
                    <a:pt x="116" y="253"/>
                  </a:lnTo>
                  <a:lnTo>
                    <a:pt x="114" y="253"/>
                  </a:lnTo>
                  <a:lnTo>
                    <a:pt x="114" y="253"/>
                  </a:lnTo>
                  <a:lnTo>
                    <a:pt x="114" y="253"/>
                  </a:lnTo>
                  <a:lnTo>
                    <a:pt x="114" y="253"/>
                  </a:lnTo>
                  <a:lnTo>
                    <a:pt x="112" y="253"/>
                  </a:lnTo>
                  <a:lnTo>
                    <a:pt x="112" y="255"/>
                  </a:lnTo>
                  <a:lnTo>
                    <a:pt x="112" y="255"/>
                  </a:lnTo>
                  <a:lnTo>
                    <a:pt x="112" y="255"/>
                  </a:lnTo>
                  <a:lnTo>
                    <a:pt x="110" y="255"/>
                  </a:lnTo>
                  <a:lnTo>
                    <a:pt x="110" y="255"/>
                  </a:lnTo>
                  <a:lnTo>
                    <a:pt x="108" y="255"/>
                  </a:lnTo>
                  <a:lnTo>
                    <a:pt x="108" y="255"/>
                  </a:lnTo>
                  <a:lnTo>
                    <a:pt x="108" y="255"/>
                  </a:lnTo>
                  <a:lnTo>
                    <a:pt x="108" y="259"/>
                  </a:lnTo>
                  <a:lnTo>
                    <a:pt x="108" y="261"/>
                  </a:lnTo>
                  <a:lnTo>
                    <a:pt x="108" y="261"/>
                  </a:lnTo>
                  <a:lnTo>
                    <a:pt x="108" y="263"/>
                  </a:lnTo>
                  <a:lnTo>
                    <a:pt x="106" y="263"/>
                  </a:lnTo>
                  <a:lnTo>
                    <a:pt x="106" y="263"/>
                  </a:lnTo>
                  <a:lnTo>
                    <a:pt x="106" y="263"/>
                  </a:lnTo>
                  <a:lnTo>
                    <a:pt x="104" y="265"/>
                  </a:lnTo>
                  <a:lnTo>
                    <a:pt x="104" y="265"/>
                  </a:lnTo>
                  <a:lnTo>
                    <a:pt x="104" y="267"/>
                  </a:lnTo>
                  <a:lnTo>
                    <a:pt x="102" y="267"/>
                  </a:lnTo>
                  <a:lnTo>
                    <a:pt x="102" y="267"/>
                  </a:lnTo>
                  <a:lnTo>
                    <a:pt x="102" y="267"/>
                  </a:lnTo>
                  <a:lnTo>
                    <a:pt x="102" y="269"/>
                  </a:lnTo>
                  <a:lnTo>
                    <a:pt x="104" y="271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9"/>
                  </a:lnTo>
                  <a:lnTo>
                    <a:pt x="106" y="283"/>
                  </a:lnTo>
                  <a:lnTo>
                    <a:pt x="106" y="283"/>
                  </a:lnTo>
                  <a:lnTo>
                    <a:pt x="106" y="285"/>
                  </a:lnTo>
                  <a:lnTo>
                    <a:pt x="106" y="285"/>
                  </a:lnTo>
                  <a:lnTo>
                    <a:pt x="106" y="285"/>
                  </a:lnTo>
                  <a:lnTo>
                    <a:pt x="104" y="285"/>
                  </a:lnTo>
                  <a:lnTo>
                    <a:pt x="104" y="285"/>
                  </a:lnTo>
                  <a:lnTo>
                    <a:pt x="104" y="285"/>
                  </a:lnTo>
                  <a:lnTo>
                    <a:pt x="102" y="285"/>
                  </a:lnTo>
                  <a:lnTo>
                    <a:pt x="102" y="285"/>
                  </a:lnTo>
                  <a:lnTo>
                    <a:pt x="100" y="285"/>
                  </a:lnTo>
                  <a:lnTo>
                    <a:pt x="100" y="285"/>
                  </a:lnTo>
                  <a:lnTo>
                    <a:pt x="100" y="283"/>
                  </a:lnTo>
                  <a:lnTo>
                    <a:pt x="98" y="285"/>
                  </a:lnTo>
                  <a:lnTo>
                    <a:pt x="90" y="294"/>
                  </a:lnTo>
                  <a:lnTo>
                    <a:pt x="90" y="296"/>
                  </a:lnTo>
                  <a:lnTo>
                    <a:pt x="88" y="296"/>
                  </a:lnTo>
                  <a:lnTo>
                    <a:pt x="87" y="298"/>
                  </a:lnTo>
                  <a:lnTo>
                    <a:pt x="85" y="298"/>
                  </a:lnTo>
                  <a:lnTo>
                    <a:pt x="83" y="298"/>
                  </a:lnTo>
                  <a:lnTo>
                    <a:pt x="83" y="298"/>
                  </a:lnTo>
                  <a:lnTo>
                    <a:pt x="83" y="298"/>
                  </a:lnTo>
                  <a:lnTo>
                    <a:pt x="81" y="298"/>
                  </a:lnTo>
                  <a:lnTo>
                    <a:pt x="81" y="298"/>
                  </a:lnTo>
                  <a:lnTo>
                    <a:pt x="81" y="298"/>
                  </a:lnTo>
                  <a:lnTo>
                    <a:pt x="79" y="296"/>
                  </a:lnTo>
                  <a:lnTo>
                    <a:pt x="77" y="296"/>
                  </a:lnTo>
                  <a:lnTo>
                    <a:pt x="77" y="296"/>
                  </a:lnTo>
                  <a:lnTo>
                    <a:pt x="75" y="294"/>
                  </a:lnTo>
                  <a:lnTo>
                    <a:pt x="75" y="294"/>
                  </a:lnTo>
                  <a:lnTo>
                    <a:pt x="71" y="296"/>
                  </a:lnTo>
                  <a:lnTo>
                    <a:pt x="71" y="296"/>
                  </a:lnTo>
                  <a:lnTo>
                    <a:pt x="71" y="296"/>
                  </a:lnTo>
                  <a:lnTo>
                    <a:pt x="69" y="298"/>
                  </a:lnTo>
                  <a:lnTo>
                    <a:pt x="69" y="298"/>
                  </a:lnTo>
                  <a:lnTo>
                    <a:pt x="69" y="298"/>
                  </a:lnTo>
                  <a:lnTo>
                    <a:pt x="69" y="300"/>
                  </a:lnTo>
                  <a:lnTo>
                    <a:pt x="67" y="300"/>
                  </a:lnTo>
                  <a:lnTo>
                    <a:pt x="67" y="300"/>
                  </a:lnTo>
                  <a:lnTo>
                    <a:pt x="67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5" y="296"/>
                  </a:lnTo>
                  <a:lnTo>
                    <a:pt x="65" y="296"/>
                  </a:lnTo>
                  <a:lnTo>
                    <a:pt x="65" y="296"/>
                  </a:lnTo>
                  <a:lnTo>
                    <a:pt x="65" y="294"/>
                  </a:lnTo>
                  <a:lnTo>
                    <a:pt x="65" y="292"/>
                  </a:lnTo>
                  <a:lnTo>
                    <a:pt x="65" y="292"/>
                  </a:lnTo>
                  <a:lnTo>
                    <a:pt x="65" y="292"/>
                  </a:lnTo>
                  <a:lnTo>
                    <a:pt x="65" y="292"/>
                  </a:lnTo>
                  <a:lnTo>
                    <a:pt x="65" y="290"/>
                  </a:lnTo>
                  <a:lnTo>
                    <a:pt x="65" y="290"/>
                  </a:lnTo>
                  <a:lnTo>
                    <a:pt x="65" y="290"/>
                  </a:lnTo>
                  <a:lnTo>
                    <a:pt x="63" y="292"/>
                  </a:lnTo>
                  <a:lnTo>
                    <a:pt x="63" y="292"/>
                  </a:lnTo>
                  <a:lnTo>
                    <a:pt x="61" y="292"/>
                  </a:lnTo>
                  <a:lnTo>
                    <a:pt x="57" y="292"/>
                  </a:lnTo>
                  <a:lnTo>
                    <a:pt x="57" y="294"/>
                  </a:lnTo>
                  <a:lnTo>
                    <a:pt x="57" y="294"/>
                  </a:lnTo>
                  <a:lnTo>
                    <a:pt x="57" y="294"/>
                  </a:lnTo>
                  <a:lnTo>
                    <a:pt x="57" y="294"/>
                  </a:lnTo>
                  <a:lnTo>
                    <a:pt x="57" y="294"/>
                  </a:lnTo>
                  <a:lnTo>
                    <a:pt x="57" y="296"/>
                  </a:lnTo>
                  <a:lnTo>
                    <a:pt x="43" y="298"/>
                  </a:lnTo>
                  <a:lnTo>
                    <a:pt x="39" y="300"/>
                  </a:lnTo>
                  <a:lnTo>
                    <a:pt x="39" y="300"/>
                  </a:lnTo>
                  <a:lnTo>
                    <a:pt x="39" y="300"/>
                  </a:lnTo>
                  <a:lnTo>
                    <a:pt x="39" y="300"/>
                  </a:lnTo>
                  <a:lnTo>
                    <a:pt x="39" y="302"/>
                  </a:lnTo>
                  <a:lnTo>
                    <a:pt x="39" y="302"/>
                  </a:lnTo>
                  <a:lnTo>
                    <a:pt x="39" y="302"/>
                  </a:lnTo>
                  <a:lnTo>
                    <a:pt x="39" y="304"/>
                  </a:lnTo>
                  <a:lnTo>
                    <a:pt x="39" y="304"/>
                  </a:lnTo>
                  <a:lnTo>
                    <a:pt x="39" y="304"/>
                  </a:lnTo>
                  <a:lnTo>
                    <a:pt x="39" y="306"/>
                  </a:lnTo>
                  <a:lnTo>
                    <a:pt x="39" y="308"/>
                  </a:lnTo>
                  <a:lnTo>
                    <a:pt x="39" y="308"/>
                  </a:lnTo>
                  <a:lnTo>
                    <a:pt x="39" y="308"/>
                  </a:lnTo>
                  <a:lnTo>
                    <a:pt x="39" y="308"/>
                  </a:lnTo>
                  <a:lnTo>
                    <a:pt x="39" y="310"/>
                  </a:lnTo>
                  <a:lnTo>
                    <a:pt x="38" y="310"/>
                  </a:lnTo>
                  <a:lnTo>
                    <a:pt x="36" y="310"/>
                  </a:lnTo>
                  <a:lnTo>
                    <a:pt x="36" y="310"/>
                  </a:lnTo>
                  <a:lnTo>
                    <a:pt x="36" y="312"/>
                  </a:lnTo>
                  <a:lnTo>
                    <a:pt x="36" y="312"/>
                  </a:lnTo>
                  <a:lnTo>
                    <a:pt x="34" y="314"/>
                  </a:lnTo>
                  <a:lnTo>
                    <a:pt x="34" y="314"/>
                  </a:lnTo>
                  <a:lnTo>
                    <a:pt x="34" y="316"/>
                  </a:lnTo>
                  <a:lnTo>
                    <a:pt x="32" y="316"/>
                  </a:lnTo>
                  <a:lnTo>
                    <a:pt x="32" y="316"/>
                  </a:lnTo>
                  <a:lnTo>
                    <a:pt x="32" y="316"/>
                  </a:lnTo>
                  <a:lnTo>
                    <a:pt x="26" y="316"/>
                  </a:lnTo>
                  <a:lnTo>
                    <a:pt x="24" y="316"/>
                  </a:lnTo>
                  <a:lnTo>
                    <a:pt x="22" y="314"/>
                  </a:lnTo>
                  <a:lnTo>
                    <a:pt x="20" y="314"/>
                  </a:lnTo>
                  <a:lnTo>
                    <a:pt x="16" y="312"/>
                  </a:lnTo>
                  <a:lnTo>
                    <a:pt x="16" y="312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4" y="308"/>
                  </a:lnTo>
                  <a:lnTo>
                    <a:pt x="12" y="308"/>
                  </a:lnTo>
                  <a:lnTo>
                    <a:pt x="12" y="306"/>
                  </a:lnTo>
                  <a:lnTo>
                    <a:pt x="12" y="306"/>
                  </a:lnTo>
                  <a:lnTo>
                    <a:pt x="6" y="304"/>
                  </a:lnTo>
                  <a:lnTo>
                    <a:pt x="6" y="304"/>
                  </a:lnTo>
                  <a:lnTo>
                    <a:pt x="6" y="304"/>
                  </a:lnTo>
                  <a:lnTo>
                    <a:pt x="4" y="304"/>
                  </a:lnTo>
                  <a:lnTo>
                    <a:pt x="4" y="304"/>
                  </a:lnTo>
                  <a:lnTo>
                    <a:pt x="4" y="302"/>
                  </a:lnTo>
                  <a:lnTo>
                    <a:pt x="2" y="300"/>
                  </a:lnTo>
                  <a:lnTo>
                    <a:pt x="2" y="298"/>
                  </a:lnTo>
                  <a:lnTo>
                    <a:pt x="6" y="294"/>
                  </a:lnTo>
                  <a:lnTo>
                    <a:pt x="6" y="294"/>
                  </a:lnTo>
                  <a:lnTo>
                    <a:pt x="8" y="294"/>
                  </a:lnTo>
                  <a:lnTo>
                    <a:pt x="8" y="294"/>
                  </a:lnTo>
                  <a:lnTo>
                    <a:pt x="8" y="292"/>
                  </a:lnTo>
                  <a:lnTo>
                    <a:pt x="8" y="292"/>
                  </a:lnTo>
                  <a:lnTo>
                    <a:pt x="8" y="292"/>
                  </a:lnTo>
                  <a:lnTo>
                    <a:pt x="8" y="292"/>
                  </a:lnTo>
                  <a:lnTo>
                    <a:pt x="8" y="290"/>
                  </a:lnTo>
                  <a:lnTo>
                    <a:pt x="8" y="290"/>
                  </a:lnTo>
                  <a:lnTo>
                    <a:pt x="12" y="287"/>
                  </a:lnTo>
                  <a:lnTo>
                    <a:pt x="12" y="287"/>
                  </a:lnTo>
                  <a:lnTo>
                    <a:pt x="12" y="285"/>
                  </a:lnTo>
                  <a:lnTo>
                    <a:pt x="14" y="285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2" y="283"/>
                  </a:lnTo>
                  <a:lnTo>
                    <a:pt x="12" y="281"/>
                  </a:lnTo>
                  <a:lnTo>
                    <a:pt x="12" y="281"/>
                  </a:lnTo>
                  <a:lnTo>
                    <a:pt x="8" y="283"/>
                  </a:lnTo>
                  <a:lnTo>
                    <a:pt x="8" y="283"/>
                  </a:lnTo>
                  <a:lnTo>
                    <a:pt x="8" y="283"/>
                  </a:lnTo>
                  <a:lnTo>
                    <a:pt x="6" y="281"/>
                  </a:lnTo>
                  <a:lnTo>
                    <a:pt x="4" y="281"/>
                  </a:lnTo>
                  <a:lnTo>
                    <a:pt x="4" y="281"/>
                  </a:lnTo>
                  <a:lnTo>
                    <a:pt x="4" y="281"/>
                  </a:lnTo>
                  <a:lnTo>
                    <a:pt x="4" y="281"/>
                  </a:lnTo>
                  <a:lnTo>
                    <a:pt x="4" y="281"/>
                  </a:lnTo>
                  <a:lnTo>
                    <a:pt x="4" y="281"/>
                  </a:lnTo>
                  <a:lnTo>
                    <a:pt x="2" y="283"/>
                  </a:lnTo>
                  <a:lnTo>
                    <a:pt x="2" y="283"/>
                  </a:lnTo>
                  <a:lnTo>
                    <a:pt x="2" y="283"/>
                  </a:lnTo>
                  <a:lnTo>
                    <a:pt x="0" y="281"/>
                  </a:lnTo>
                  <a:lnTo>
                    <a:pt x="0" y="281"/>
                  </a:lnTo>
                  <a:lnTo>
                    <a:pt x="0" y="281"/>
                  </a:lnTo>
                  <a:lnTo>
                    <a:pt x="0" y="281"/>
                  </a:lnTo>
                  <a:lnTo>
                    <a:pt x="0" y="281"/>
                  </a:lnTo>
                  <a:lnTo>
                    <a:pt x="0" y="281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2" y="279"/>
                  </a:lnTo>
                  <a:lnTo>
                    <a:pt x="2" y="277"/>
                  </a:lnTo>
                  <a:lnTo>
                    <a:pt x="4" y="275"/>
                  </a:lnTo>
                  <a:lnTo>
                    <a:pt x="8" y="271"/>
                  </a:lnTo>
                  <a:lnTo>
                    <a:pt x="8" y="271"/>
                  </a:lnTo>
                  <a:lnTo>
                    <a:pt x="8" y="269"/>
                  </a:lnTo>
                  <a:lnTo>
                    <a:pt x="8" y="269"/>
                  </a:lnTo>
                  <a:lnTo>
                    <a:pt x="8" y="267"/>
                  </a:lnTo>
                  <a:lnTo>
                    <a:pt x="8" y="267"/>
                  </a:lnTo>
                  <a:lnTo>
                    <a:pt x="8" y="267"/>
                  </a:lnTo>
                  <a:lnTo>
                    <a:pt x="10" y="265"/>
                  </a:lnTo>
                  <a:lnTo>
                    <a:pt x="10" y="265"/>
                  </a:lnTo>
                  <a:lnTo>
                    <a:pt x="10" y="265"/>
                  </a:lnTo>
                  <a:lnTo>
                    <a:pt x="12" y="263"/>
                  </a:lnTo>
                  <a:lnTo>
                    <a:pt x="12" y="263"/>
                  </a:lnTo>
                  <a:lnTo>
                    <a:pt x="12" y="263"/>
                  </a:lnTo>
                  <a:lnTo>
                    <a:pt x="12" y="263"/>
                  </a:lnTo>
                  <a:lnTo>
                    <a:pt x="12" y="261"/>
                  </a:lnTo>
                  <a:lnTo>
                    <a:pt x="12" y="261"/>
                  </a:lnTo>
                  <a:lnTo>
                    <a:pt x="12" y="261"/>
                  </a:lnTo>
                  <a:lnTo>
                    <a:pt x="12" y="259"/>
                  </a:lnTo>
                  <a:lnTo>
                    <a:pt x="12" y="259"/>
                  </a:lnTo>
                  <a:lnTo>
                    <a:pt x="12" y="259"/>
                  </a:lnTo>
                  <a:lnTo>
                    <a:pt x="14" y="259"/>
                  </a:lnTo>
                  <a:lnTo>
                    <a:pt x="14" y="257"/>
                  </a:lnTo>
                  <a:lnTo>
                    <a:pt x="14" y="257"/>
                  </a:lnTo>
                  <a:lnTo>
                    <a:pt x="16" y="257"/>
                  </a:lnTo>
                  <a:lnTo>
                    <a:pt x="16" y="257"/>
                  </a:lnTo>
                  <a:lnTo>
                    <a:pt x="18" y="261"/>
                  </a:lnTo>
                  <a:lnTo>
                    <a:pt x="18" y="261"/>
                  </a:lnTo>
                  <a:lnTo>
                    <a:pt x="18" y="261"/>
                  </a:lnTo>
                  <a:lnTo>
                    <a:pt x="18" y="261"/>
                  </a:lnTo>
                  <a:lnTo>
                    <a:pt x="20" y="261"/>
                  </a:lnTo>
                  <a:lnTo>
                    <a:pt x="20" y="261"/>
                  </a:lnTo>
                  <a:lnTo>
                    <a:pt x="20" y="259"/>
                  </a:lnTo>
                  <a:lnTo>
                    <a:pt x="22" y="259"/>
                  </a:lnTo>
                  <a:lnTo>
                    <a:pt x="22" y="259"/>
                  </a:lnTo>
                  <a:lnTo>
                    <a:pt x="20" y="259"/>
                  </a:lnTo>
                  <a:lnTo>
                    <a:pt x="20" y="259"/>
                  </a:lnTo>
                  <a:lnTo>
                    <a:pt x="20" y="257"/>
                  </a:lnTo>
                  <a:lnTo>
                    <a:pt x="20" y="257"/>
                  </a:lnTo>
                  <a:lnTo>
                    <a:pt x="20" y="257"/>
                  </a:lnTo>
                  <a:lnTo>
                    <a:pt x="20" y="257"/>
                  </a:lnTo>
                  <a:lnTo>
                    <a:pt x="20" y="257"/>
                  </a:lnTo>
                  <a:lnTo>
                    <a:pt x="22" y="255"/>
                  </a:lnTo>
                  <a:lnTo>
                    <a:pt x="24" y="255"/>
                  </a:lnTo>
                  <a:lnTo>
                    <a:pt x="26" y="255"/>
                  </a:lnTo>
                  <a:lnTo>
                    <a:pt x="26" y="253"/>
                  </a:lnTo>
                  <a:lnTo>
                    <a:pt x="30" y="251"/>
                  </a:lnTo>
                  <a:lnTo>
                    <a:pt x="30" y="251"/>
                  </a:lnTo>
                  <a:lnTo>
                    <a:pt x="32" y="251"/>
                  </a:lnTo>
                  <a:lnTo>
                    <a:pt x="32" y="251"/>
                  </a:lnTo>
                  <a:lnTo>
                    <a:pt x="32" y="251"/>
                  </a:lnTo>
                  <a:lnTo>
                    <a:pt x="32" y="249"/>
                  </a:lnTo>
                  <a:lnTo>
                    <a:pt x="34" y="249"/>
                  </a:lnTo>
                  <a:lnTo>
                    <a:pt x="34" y="249"/>
                  </a:lnTo>
                  <a:lnTo>
                    <a:pt x="36" y="249"/>
                  </a:lnTo>
                  <a:lnTo>
                    <a:pt x="36" y="249"/>
                  </a:lnTo>
                  <a:lnTo>
                    <a:pt x="38" y="249"/>
                  </a:lnTo>
                  <a:lnTo>
                    <a:pt x="38" y="247"/>
                  </a:lnTo>
                  <a:lnTo>
                    <a:pt x="38" y="247"/>
                  </a:lnTo>
                  <a:lnTo>
                    <a:pt x="38" y="247"/>
                  </a:lnTo>
                  <a:lnTo>
                    <a:pt x="38" y="247"/>
                  </a:lnTo>
                  <a:lnTo>
                    <a:pt x="38" y="247"/>
                  </a:lnTo>
                  <a:lnTo>
                    <a:pt x="39" y="247"/>
                  </a:lnTo>
                  <a:lnTo>
                    <a:pt x="39" y="247"/>
                  </a:lnTo>
                  <a:lnTo>
                    <a:pt x="41" y="245"/>
                  </a:lnTo>
                  <a:lnTo>
                    <a:pt x="41" y="245"/>
                  </a:lnTo>
                  <a:lnTo>
                    <a:pt x="41" y="243"/>
                  </a:lnTo>
                  <a:lnTo>
                    <a:pt x="41" y="243"/>
                  </a:lnTo>
                  <a:lnTo>
                    <a:pt x="43" y="241"/>
                  </a:lnTo>
                  <a:lnTo>
                    <a:pt x="43" y="241"/>
                  </a:lnTo>
                  <a:lnTo>
                    <a:pt x="41" y="241"/>
                  </a:lnTo>
                  <a:lnTo>
                    <a:pt x="41" y="241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41" y="237"/>
                  </a:lnTo>
                  <a:lnTo>
                    <a:pt x="43" y="237"/>
                  </a:lnTo>
                  <a:lnTo>
                    <a:pt x="43" y="235"/>
                  </a:lnTo>
                  <a:lnTo>
                    <a:pt x="43" y="235"/>
                  </a:lnTo>
                  <a:lnTo>
                    <a:pt x="43" y="235"/>
                  </a:lnTo>
                  <a:lnTo>
                    <a:pt x="43" y="235"/>
                  </a:lnTo>
                  <a:lnTo>
                    <a:pt x="49" y="232"/>
                  </a:lnTo>
                  <a:lnTo>
                    <a:pt x="49" y="232"/>
                  </a:lnTo>
                  <a:lnTo>
                    <a:pt x="51" y="230"/>
                  </a:lnTo>
                  <a:lnTo>
                    <a:pt x="53" y="228"/>
                  </a:lnTo>
                  <a:lnTo>
                    <a:pt x="53" y="228"/>
                  </a:lnTo>
                  <a:lnTo>
                    <a:pt x="53" y="228"/>
                  </a:lnTo>
                  <a:lnTo>
                    <a:pt x="53" y="228"/>
                  </a:lnTo>
                  <a:lnTo>
                    <a:pt x="53" y="226"/>
                  </a:lnTo>
                  <a:lnTo>
                    <a:pt x="55" y="226"/>
                  </a:lnTo>
                  <a:lnTo>
                    <a:pt x="55" y="226"/>
                  </a:lnTo>
                  <a:lnTo>
                    <a:pt x="55" y="226"/>
                  </a:lnTo>
                  <a:lnTo>
                    <a:pt x="57" y="224"/>
                  </a:lnTo>
                  <a:lnTo>
                    <a:pt x="57" y="224"/>
                  </a:lnTo>
                  <a:lnTo>
                    <a:pt x="57" y="224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59" y="220"/>
                  </a:lnTo>
                  <a:lnTo>
                    <a:pt x="59" y="220"/>
                  </a:lnTo>
                  <a:lnTo>
                    <a:pt x="61" y="220"/>
                  </a:lnTo>
                  <a:lnTo>
                    <a:pt x="61" y="220"/>
                  </a:lnTo>
                  <a:lnTo>
                    <a:pt x="61" y="220"/>
                  </a:lnTo>
                  <a:lnTo>
                    <a:pt x="61" y="220"/>
                  </a:lnTo>
                  <a:lnTo>
                    <a:pt x="61" y="218"/>
                  </a:lnTo>
                  <a:lnTo>
                    <a:pt x="61" y="218"/>
                  </a:lnTo>
                  <a:lnTo>
                    <a:pt x="61" y="218"/>
                  </a:lnTo>
                  <a:lnTo>
                    <a:pt x="61" y="218"/>
                  </a:lnTo>
                  <a:lnTo>
                    <a:pt x="61" y="218"/>
                  </a:lnTo>
                  <a:lnTo>
                    <a:pt x="59" y="216"/>
                  </a:lnTo>
                  <a:lnTo>
                    <a:pt x="57" y="214"/>
                  </a:lnTo>
                  <a:lnTo>
                    <a:pt x="57" y="214"/>
                  </a:lnTo>
                  <a:lnTo>
                    <a:pt x="57" y="214"/>
                  </a:lnTo>
                  <a:lnTo>
                    <a:pt x="57" y="214"/>
                  </a:lnTo>
                  <a:lnTo>
                    <a:pt x="57" y="212"/>
                  </a:lnTo>
                  <a:lnTo>
                    <a:pt x="57" y="212"/>
                  </a:lnTo>
                  <a:lnTo>
                    <a:pt x="57" y="212"/>
                  </a:lnTo>
                  <a:lnTo>
                    <a:pt x="57" y="212"/>
                  </a:lnTo>
                  <a:lnTo>
                    <a:pt x="59" y="212"/>
                  </a:lnTo>
                  <a:lnTo>
                    <a:pt x="63" y="210"/>
                  </a:lnTo>
                  <a:lnTo>
                    <a:pt x="63" y="210"/>
                  </a:lnTo>
                  <a:lnTo>
                    <a:pt x="63" y="208"/>
                  </a:lnTo>
                  <a:lnTo>
                    <a:pt x="63" y="208"/>
                  </a:lnTo>
                  <a:lnTo>
                    <a:pt x="67" y="204"/>
                  </a:lnTo>
                  <a:lnTo>
                    <a:pt x="67" y="204"/>
                  </a:lnTo>
                  <a:lnTo>
                    <a:pt x="67" y="204"/>
                  </a:lnTo>
                  <a:lnTo>
                    <a:pt x="65" y="200"/>
                  </a:lnTo>
                  <a:lnTo>
                    <a:pt x="63" y="200"/>
                  </a:lnTo>
                  <a:lnTo>
                    <a:pt x="63" y="200"/>
                  </a:lnTo>
                  <a:lnTo>
                    <a:pt x="63" y="200"/>
                  </a:lnTo>
                  <a:lnTo>
                    <a:pt x="61" y="200"/>
                  </a:lnTo>
                  <a:lnTo>
                    <a:pt x="61" y="200"/>
                  </a:lnTo>
                  <a:lnTo>
                    <a:pt x="61" y="200"/>
                  </a:lnTo>
                  <a:lnTo>
                    <a:pt x="61" y="200"/>
                  </a:lnTo>
                  <a:lnTo>
                    <a:pt x="61" y="200"/>
                  </a:lnTo>
                  <a:lnTo>
                    <a:pt x="61" y="198"/>
                  </a:lnTo>
                  <a:lnTo>
                    <a:pt x="61" y="198"/>
                  </a:lnTo>
                  <a:lnTo>
                    <a:pt x="61" y="196"/>
                  </a:lnTo>
                  <a:lnTo>
                    <a:pt x="61" y="196"/>
                  </a:lnTo>
                  <a:lnTo>
                    <a:pt x="61" y="196"/>
                  </a:lnTo>
                  <a:lnTo>
                    <a:pt x="61" y="196"/>
                  </a:lnTo>
                  <a:lnTo>
                    <a:pt x="61" y="196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9" y="192"/>
                  </a:lnTo>
                  <a:lnTo>
                    <a:pt x="57" y="192"/>
                  </a:lnTo>
                  <a:lnTo>
                    <a:pt x="55" y="194"/>
                  </a:lnTo>
                  <a:lnTo>
                    <a:pt x="55" y="192"/>
                  </a:lnTo>
                  <a:lnTo>
                    <a:pt x="53" y="192"/>
                  </a:lnTo>
                  <a:lnTo>
                    <a:pt x="51" y="190"/>
                  </a:lnTo>
                  <a:lnTo>
                    <a:pt x="51" y="190"/>
                  </a:lnTo>
                  <a:lnTo>
                    <a:pt x="51" y="190"/>
                  </a:lnTo>
                  <a:lnTo>
                    <a:pt x="51" y="190"/>
                  </a:lnTo>
                  <a:lnTo>
                    <a:pt x="51" y="190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51" y="186"/>
                  </a:lnTo>
                  <a:lnTo>
                    <a:pt x="51" y="186"/>
                  </a:lnTo>
                  <a:lnTo>
                    <a:pt x="53" y="186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5" y="182"/>
                  </a:lnTo>
                  <a:lnTo>
                    <a:pt x="57" y="182"/>
                  </a:lnTo>
                  <a:lnTo>
                    <a:pt x="57" y="182"/>
                  </a:lnTo>
                  <a:lnTo>
                    <a:pt x="57" y="180"/>
                  </a:lnTo>
                  <a:lnTo>
                    <a:pt x="57" y="180"/>
                  </a:lnTo>
                  <a:lnTo>
                    <a:pt x="57" y="180"/>
                  </a:lnTo>
                  <a:lnTo>
                    <a:pt x="59" y="179"/>
                  </a:lnTo>
                  <a:lnTo>
                    <a:pt x="59" y="179"/>
                  </a:lnTo>
                  <a:lnTo>
                    <a:pt x="57" y="179"/>
                  </a:lnTo>
                  <a:lnTo>
                    <a:pt x="57" y="177"/>
                  </a:lnTo>
                  <a:lnTo>
                    <a:pt x="57" y="175"/>
                  </a:lnTo>
                  <a:lnTo>
                    <a:pt x="55" y="175"/>
                  </a:lnTo>
                  <a:lnTo>
                    <a:pt x="57" y="175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59" y="171"/>
                  </a:lnTo>
                  <a:lnTo>
                    <a:pt x="59" y="171"/>
                  </a:lnTo>
                  <a:lnTo>
                    <a:pt x="59" y="171"/>
                  </a:lnTo>
                  <a:lnTo>
                    <a:pt x="55" y="167"/>
                  </a:lnTo>
                  <a:lnTo>
                    <a:pt x="55" y="165"/>
                  </a:lnTo>
                  <a:lnTo>
                    <a:pt x="55" y="165"/>
                  </a:lnTo>
                  <a:lnTo>
                    <a:pt x="55" y="165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51" y="161"/>
                  </a:lnTo>
                  <a:lnTo>
                    <a:pt x="51" y="159"/>
                  </a:lnTo>
                  <a:lnTo>
                    <a:pt x="51" y="161"/>
                  </a:lnTo>
                  <a:lnTo>
                    <a:pt x="47" y="161"/>
                  </a:lnTo>
                  <a:lnTo>
                    <a:pt x="47" y="161"/>
                  </a:lnTo>
                  <a:lnTo>
                    <a:pt x="47" y="163"/>
                  </a:lnTo>
                  <a:lnTo>
                    <a:pt x="47" y="163"/>
                  </a:lnTo>
                  <a:lnTo>
                    <a:pt x="47" y="163"/>
                  </a:lnTo>
                  <a:lnTo>
                    <a:pt x="47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59"/>
                  </a:lnTo>
                  <a:lnTo>
                    <a:pt x="47" y="159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9" y="155"/>
                  </a:lnTo>
                  <a:lnTo>
                    <a:pt x="49" y="153"/>
                  </a:lnTo>
                  <a:lnTo>
                    <a:pt x="49" y="153"/>
                  </a:lnTo>
                  <a:lnTo>
                    <a:pt x="49" y="153"/>
                  </a:lnTo>
                  <a:lnTo>
                    <a:pt x="49" y="151"/>
                  </a:lnTo>
                  <a:lnTo>
                    <a:pt x="51" y="147"/>
                  </a:lnTo>
                  <a:lnTo>
                    <a:pt x="51" y="147"/>
                  </a:lnTo>
                  <a:lnTo>
                    <a:pt x="49" y="147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9" y="143"/>
                  </a:lnTo>
                  <a:lnTo>
                    <a:pt x="49" y="143"/>
                  </a:lnTo>
                  <a:lnTo>
                    <a:pt x="49" y="143"/>
                  </a:lnTo>
                  <a:lnTo>
                    <a:pt x="51" y="143"/>
                  </a:lnTo>
                  <a:lnTo>
                    <a:pt x="51" y="143"/>
                  </a:lnTo>
                  <a:lnTo>
                    <a:pt x="51" y="143"/>
                  </a:lnTo>
                  <a:lnTo>
                    <a:pt x="51" y="143"/>
                  </a:lnTo>
                  <a:lnTo>
                    <a:pt x="51" y="141"/>
                  </a:lnTo>
                  <a:lnTo>
                    <a:pt x="55" y="139"/>
                  </a:lnTo>
                  <a:lnTo>
                    <a:pt x="57" y="139"/>
                  </a:lnTo>
                  <a:lnTo>
                    <a:pt x="57" y="137"/>
                  </a:lnTo>
                  <a:lnTo>
                    <a:pt x="57" y="137"/>
                  </a:lnTo>
                  <a:lnTo>
                    <a:pt x="57" y="137"/>
                  </a:lnTo>
                  <a:lnTo>
                    <a:pt x="57" y="135"/>
                  </a:lnTo>
                  <a:lnTo>
                    <a:pt x="57" y="133"/>
                  </a:lnTo>
                  <a:lnTo>
                    <a:pt x="57" y="133"/>
                  </a:lnTo>
                  <a:lnTo>
                    <a:pt x="57" y="133"/>
                  </a:lnTo>
                  <a:lnTo>
                    <a:pt x="57" y="131"/>
                  </a:lnTo>
                  <a:lnTo>
                    <a:pt x="57" y="131"/>
                  </a:lnTo>
                  <a:lnTo>
                    <a:pt x="59" y="131"/>
                  </a:lnTo>
                  <a:lnTo>
                    <a:pt x="59" y="131"/>
                  </a:lnTo>
                  <a:lnTo>
                    <a:pt x="61" y="129"/>
                  </a:lnTo>
                  <a:lnTo>
                    <a:pt x="61" y="129"/>
                  </a:lnTo>
                  <a:lnTo>
                    <a:pt x="63" y="129"/>
                  </a:lnTo>
                  <a:lnTo>
                    <a:pt x="65" y="129"/>
                  </a:lnTo>
                  <a:lnTo>
                    <a:pt x="65" y="127"/>
                  </a:lnTo>
                  <a:lnTo>
                    <a:pt x="69" y="126"/>
                  </a:lnTo>
                  <a:lnTo>
                    <a:pt x="69" y="126"/>
                  </a:lnTo>
                  <a:lnTo>
                    <a:pt x="69" y="126"/>
                  </a:lnTo>
                  <a:lnTo>
                    <a:pt x="69" y="124"/>
                  </a:lnTo>
                  <a:lnTo>
                    <a:pt x="69" y="124"/>
                  </a:lnTo>
                  <a:lnTo>
                    <a:pt x="69" y="124"/>
                  </a:lnTo>
                  <a:lnTo>
                    <a:pt x="67" y="124"/>
                  </a:lnTo>
                  <a:lnTo>
                    <a:pt x="67" y="124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5" y="120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5" y="118"/>
                  </a:lnTo>
                  <a:lnTo>
                    <a:pt x="63" y="116"/>
                  </a:lnTo>
                  <a:lnTo>
                    <a:pt x="61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7" y="110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5" y="108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7" y="104"/>
                  </a:lnTo>
                  <a:lnTo>
                    <a:pt x="59" y="104"/>
                  </a:lnTo>
                  <a:lnTo>
                    <a:pt x="65" y="102"/>
                  </a:lnTo>
                  <a:lnTo>
                    <a:pt x="65" y="102"/>
                  </a:lnTo>
                  <a:lnTo>
                    <a:pt x="65" y="102"/>
                  </a:lnTo>
                  <a:lnTo>
                    <a:pt x="65" y="100"/>
                  </a:lnTo>
                  <a:lnTo>
                    <a:pt x="65" y="98"/>
                  </a:lnTo>
                  <a:lnTo>
                    <a:pt x="65" y="98"/>
                  </a:lnTo>
                  <a:lnTo>
                    <a:pt x="65" y="98"/>
                  </a:lnTo>
                  <a:lnTo>
                    <a:pt x="67" y="94"/>
                  </a:lnTo>
                  <a:lnTo>
                    <a:pt x="67" y="94"/>
                  </a:lnTo>
                  <a:lnTo>
                    <a:pt x="67" y="94"/>
                  </a:lnTo>
                  <a:lnTo>
                    <a:pt x="67" y="92"/>
                  </a:lnTo>
                  <a:lnTo>
                    <a:pt x="65" y="92"/>
                  </a:lnTo>
                  <a:lnTo>
                    <a:pt x="65" y="92"/>
                  </a:lnTo>
                  <a:lnTo>
                    <a:pt x="65" y="92"/>
                  </a:lnTo>
                  <a:lnTo>
                    <a:pt x="65" y="90"/>
                  </a:lnTo>
                  <a:lnTo>
                    <a:pt x="65" y="90"/>
                  </a:lnTo>
                  <a:lnTo>
                    <a:pt x="65" y="90"/>
                  </a:lnTo>
                  <a:lnTo>
                    <a:pt x="65" y="90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5" y="86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59" y="86"/>
                  </a:lnTo>
                  <a:lnTo>
                    <a:pt x="59" y="86"/>
                  </a:lnTo>
                  <a:lnTo>
                    <a:pt x="59" y="88"/>
                  </a:lnTo>
                  <a:lnTo>
                    <a:pt x="59" y="88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5" y="86"/>
                  </a:lnTo>
                  <a:lnTo>
                    <a:pt x="55" y="86"/>
                  </a:lnTo>
                  <a:lnTo>
                    <a:pt x="55" y="84"/>
                  </a:lnTo>
                  <a:lnTo>
                    <a:pt x="55" y="84"/>
                  </a:lnTo>
                  <a:lnTo>
                    <a:pt x="55" y="84"/>
                  </a:lnTo>
                  <a:lnTo>
                    <a:pt x="53" y="84"/>
                  </a:lnTo>
                  <a:lnTo>
                    <a:pt x="51" y="80"/>
                  </a:lnTo>
                  <a:lnTo>
                    <a:pt x="49" y="80"/>
                  </a:lnTo>
                  <a:lnTo>
                    <a:pt x="49" y="80"/>
                  </a:lnTo>
                  <a:lnTo>
                    <a:pt x="47" y="80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5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1" y="86"/>
                  </a:lnTo>
                  <a:lnTo>
                    <a:pt x="41" y="88"/>
                  </a:lnTo>
                  <a:lnTo>
                    <a:pt x="41" y="88"/>
                  </a:lnTo>
                  <a:lnTo>
                    <a:pt x="41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90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86"/>
                  </a:lnTo>
                  <a:lnTo>
                    <a:pt x="36" y="86"/>
                  </a:lnTo>
                  <a:lnTo>
                    <a:pt x="36" y="86"/>
                  </a:lnTo>
                  <a:lnTo>
                    <a:pt x="36" y="86"/>
                  </a:lnTo>
                  <a:lnTo>
                    <a:pt x="30" y="84"/>
                  </a:lnTo>
                  <a:lnTo>
                    <a:pt x="30" y="82"/>
                  </a:lnTo>
                  <a:lnTo>
                    <a:pt x="28" y="82"/>
                  </a:lnTo>
                  <a:lnTo>
                    <a:pt x="28" y="82"/>
                  </a:lnTo>
                  <a:lnTo>
                    <a:pt x="28" y="82"/>
                  </a:lnTo>
                  <a:lnTo>
                    <a:pt x="30" y="82"/>
                  </a:lnTo>
                  <a:lnTo>
                    <a:pt x="32" y="82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8" y="72"/>
                  </a:lnTo>
                  <a:lnTo>
                    <a:pt x="39" y="72"/>
                  </a:lnTo>
                  <a:lnTo>
                    <a:pt x="39" y="72"/>
                  </a:lnTo>
                  <a:lnTo>
                    <a:pt x="39" y="72"/>
                  </a:lnTo>
                  <a:lnTo>
                    <a:pt x="39" y="72"/>
                  </a:lnTo>
                  <a:lnTo>
                    <a:pt x="39" y="71"/>
                  </a:lnTo>
                  <a:lnTo>
                    <a:pt x="38" y="69"/>
                  </a:lnTo>
                  <a:lnTo>
                    <a:pt x="38" y="69"/>
                  </a:lnTo>
                  <a:lnTo>
                    <a:pt x="38" y="69"/>
                  </a:lnTo>
                  <a:lnTo>
                    <a:pt x="39" y="67"/>
                  </a:lnTo>
                  <a:lnTo>
                    <a:pt x="39" y="67"/>
                  </a:lnTo>
                  <a:lnTo>
                    <a:pt x="39" y="65"/>
                  </a:lnTo>
                  <a:lnTo>
                    <a:pt x="39" y="59"/>
                  </a:lnTo>
                  <a:lnTo>
                    <a:pt x="39" y="59"/>
                  </a:lnTo>
                  <a:lnTo>
                    <a:pt x="39" y="57"/>
                  </a:lnTo>
                  <a:lnTo>
                    <a:pt x="39" y="57"/>
                  </a:lnTo>
                  <a:lnTo>
                    <a:pt x="39" y="57"/>
                  </a:lnTo>
                  <a:lnTo>
                    <a:pt x="39" y="57"/>
                  </a:lnTo>
                  <a:lnTo>
                    <a:pt x="39" y="55"/>
                  </a:lnTo>
                  <a:lnTo>
                    <a:pt x="39" y="55"/>
                  </a:lnTo>
                  <a:lnTo>
                    <a:pt x="41" y="55"/>
                  </a:lnTo>
                  <a:lnTo>
                    <a:pt x="41" y="55"/>
                  </a:lnTo>
                  <a:lnTo>
                    <a:pt x="41" y="53"/>
                  </a:lnTo>
                  <a:lnTo>
                    <a:pt x="43" y="55"/>
                  </a:lnTo>
                  <a:lnTo>
                    <a:pt x="43" y="53"/>
                  </a:lnTo>
                  <a:lnTo>
                    <a:pt x="43" y="53"/>
                  </a:lnTo>
                  <a:lnTo>
                    <a:pt x="45" y="53"/>
                  </a:lnTo>
                  <a:lnTo>
                    <a:pt x="45" y="51"/>
                  </a:lnTo>
                  <a:lnTo>
                    <a:pt x="45" y="51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3" y="45"/>
                  </a:lnTo>
                  <a:lnTo>
                    <a:pt x="43" y="4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39" y="37"/>
                  </a:lnTo>
                  <a:lnTo>
                    <a:pt x="39" y="37"/>
                  </a:lnTo>
                  <a:lnTo>
                    <a:pt x="39" y="37"/>
                  </a:lnTo>
                  <a:lnTo>
                    <a:pt x="39" y="37"/>
                  </a:lnTo>
                  <a:lnTo>
                    <a:pt x="39" y="35"/>
                  </a:lnTo>
                  <a:lnTo>
                    <a:pt x="39" y="35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38" y="31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6" y="27"/>
                  </a:lnTo>
                  <a:lnTo>
                    <a:pt x="36" y="27"/>
                  </a:lnTo>
                  <a:lnTo>
                    <a:pt x="36" y="25"/>
                  </a:lnTo>
                  <a:lnTo>
                    <a:pt x="36" y="25"/>
                  </a:lnTo>
                  <a:lnTo>
                    <a:pt x="36" y="25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2" y="16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4"/>
                  </a:lnTo>
                  <a:lnTo>
                    <a:pt x="30" y="14"/>
                  </a:lnTo>
                  <a:lnTo>
                    <a:pt x="30" y="14"/>
                  </a:lnTo>
                  <a:lnTo>
                    <a:pt x="30" y="14"/>
                  </a:lnTo>
                  <a:lnTo>
                    <a:pt x="30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6" y="10"/>
                  </a:lnTo>
                  <a:lnTo>
                    <a:pt x="36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9" y="2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auto">
            <a:xfrm>
              <a:off x="2330450" y="3713163"/>
              <a:ext cx="349250" cy="252413"/>
            </a:xfrm>
            <a:custGeom>
              <a:avLst/>
              <a:gdLst>
                <a:gd name="T0" fmla="*/ 324 w 442"/>
                <a:gd name="T1" fmla="*/ 94 h 318"/>
                <a:gd name="T2" fmla="*/ 347 w 442"/>
                <a:gd name="T3" fmla="*/ 88 h 318"/>
                <a:gd name="T4" fmla="*/ 361 w 442"/>
                <a:gd name="T5" fmla="*/ 81 h 318"/>
                <a:gd name="T6" fmla="*/ 363 w 442"/>
                <a:gd name="T7" fmla="*/ 98 h 318"/>
                <a:gd name="T8" fmla="*/ 363 w 442"/>
                <a:gd name="T9" fmla="*/ 106 h 318"/>
                <a:gd name="T10" fmla="*/ 359 w 442"/>
                <a:gd name="T11" fmla="*/ 112 h 318"/>
                <a:gd name="T12" fmla="*/ 369 w 442"/>
                <a:gd name="T13" fmla="*/ 128 h 318"/>
                <a:gd name="T14" fmla="*/ 365 w 442"/>
                <a:gd name="T15" fmla="*/ 136 h 318"/>
                <a:gd name="T16" fmla="*/ 367 w 442"/>
                <a:gd name="T17" fmla="*/ 149 h 318"/>
                <a:gd name="T18" fmla="*/ 377 w 442"/>
                <a:gd name="T19" fmla="*/ 149 h 318"/>
                <a:gd name="T20" fmla="*/ 387 w 442"/>
                <a:gd name="T21" fmla="*/ 138 h 318"/>
                <a:gd name="T22" fmla="*/ 397 w 442"/>
                <a:gd name="T23" fmla="*/ 126 h 318"/>
                <a:gd name="T24" fmla="*/ 422 w 442"/>
                <a:gd name="T25" fmla="*/ 124 h 318"/>
                <a:gd name="T26" fmla="*/ 420 w 442"/>
                <a:gd name="T27" fmla="*/ 134 h 318"/>
                <a:gd name="T28" fmla="*/ 424 w 442"/>
                <a:gd name="T29" fmla="*/ 141 h 318"/>
                <a:gd name="T30" fmla="*/ 426 w 442"/>
                <a:gd name="T31" fmla="*/ 153 h 318"/>
                <a:gd name="T32" fmla="*/ 428 w 442"/>
                <a:gd name="T33" fmla="*/ 167 h 318"/>
                <a:gd name="T34" fmla="*/ 432 w 442"/>
                <a:gd name="T35" fmla="*/ 175 h 318"/>
                <a:gd name="T36" fmla="*/ 434 w 442"/>
                <a:gd name="T37" fmla="*/ 206 h 318"/>
                <a:gd name="T38" fmla="*/ 442 w 442"/>
                <a:gd name="T39" fmla="*/ 216 h 318"/>
                <a:gd name="T40" fmla="*/ 436 w 442"/>
                <a:gd name="T41" fmla="*/ 228 h 318"/>
                <a:gd name="T42" fmla="*/ 418 w 442"/>
                <a:gd name="T43" fmla="*/ 267 h 318"/>
                <a:gd name="T44" fmla="*/ 404 w 442"/>
                <a:gd name="T45" fmla="*/ 269 h 318"/>
                <a:gd name="T46" fmla="*/ 387 w 442"/>
                <a:gd name="T47" fmla="*/ 275 h 318"/>
                <a:gd name="T48" fmla="*/ 373 w 442"/>
                <a:gd name="T49" fmla="*/ 271 h 318"/>
                <a:gd name="T50" fmla="*/ 367 w 442"/>
                <a:gd name="T51" fmla="*/ 285 h 318"/>
                <a:gd name="T52" fmla="*/ 357 w 442"/>
                <a:gd name="T53" fmla="*/ 275 h 318"/>
                <a:gd name="T54" fmla="*/ 328 w 442"/>
                <a:gd name="T55" fmla="*/ 304 h 318"/>
                <a:gd name="T56" fmla="*/ 320 w 442"/>
                <a:gd name="T57" fmla="*/ 318 h 318"/>
                <a:gd name="T58" fmla="*/ 308 w 442"/>
                <a:gd name="T59" fmla="*/ 304 h 318"/>
                <a:gd name="T60" fmla="*/ 295 w 442"/>
                <a:gd name="T61" fmla="*/ 299 h 318"/>
                <a:gd name="T62" fmla="*/ 293 w 442"/>
                <a:gd name="T63" fmla="*/ 283 h 318"/>
                <a:gd name="T64" fmla="*/ 281 w 442"/>
                <a:gd name="T65" fmla="*/ 277 h 318"/>
                <a:gd name="T66" fmla="*/ 265 w 442"/>
                <a:gd name="T67" fmla="*/ 267 h 318"/>
                <a:gd name="T68" fmla="*/ 249 w 442"/>
                <a:gd name="T69" fmla="*/ 251 h 318"/>
                <a:gd name="T70" fmla="*/ 234 w 442"/>
                <a:gd name="T71" fmla="*/ 259 h 318"/>
                <a:gd name="T72" fmla="*/ 216 w 442"/>
                <a:gd name="T73" fmla="*/ 265 h 318"/>
                <a:gd name="T74" fmla="*/ 202 w 442"/>
                <a:gd name="T75" fmla="*/ 279 h 318"/>
                <a:gd name="T76" fmla="*/ 191 w 442"/>
                <a:gd name="T77" fmla="*/ 289 h 318"/>
                <a:gd name="T78" fmla="*/ 167 w 442"/>
                <a:gd name="T79" fmla="*/ 291 h 318"/>
                <a:gd name="T80" fmla="*/ 145 w 442"/>
                <a:gd name="T81" fmla="*/ 301 h 318"/>
                <a:gd name="T82" fmla="*/ 126 w 442"/>
                <a:gd name="T83" fmla="*/ 295 h 318"/>
                <a:gd name="T84" fmla="*/ 116 w 442"/>
                <a:gd name="T85" fmla="*/ 301 h 318"/>
                <a:gd name="T86" fmla="*/ 112 w 442"/>
                <a:gd name="T87" fmla="*/ 308 h 318"/>
                <a:gd name="T88" fmla="*/ 55 w 442"/>
                <a:gd name="T89" fmla="*/ 263 h 318"/>
                <a:gd name="T90" fmla="*/ 69 w 442"/>
                <a:gd name="T91" fmla="*/ 234 h 318"/>
                <a:gd name="T92" fmla="*/ 61 w 442"/>
                <a:gd name="T93" fmla="*/ 230 h 318"/>
                <a:gd name="T94" fmla="*/ 20 w 442"/>
                <a:gd name="T95" fmla="*/ 212 h 318"/>
                <a:gd name="T96" fmla="*/ 24 w 442"/>
                <a:gd name="T97" fmla="*/ 198 h 318"/>
                <a:gd name="T98" fmla="*/ 14 w 442"/>
                <a:gd name="T99" fmla="*/ 187 h 318"/>
                <a:gd name="T100" fmla="*/ 8 w 442"/>
                <a:gd name="T101" fmla="*/ 179 h 318"/>
                <a:gd name="T102" fmla="*/ 6 w 442"/>
                <a:gd name="T103" fmla="*/ 159 h 318"/>
                <a:gd name="T104" fmla="*/ 0 w 442"/>
                <a:gd name="T105" fmla="*/ 143 h 318"/>
                <a:gd name="T106" fmla="*/ 6 w 442"/>
                <a:gd name="T107" fmla="*/ 128 h 318"/>
                <a:gd name="T108" fmla="*/ 4 w 442"/>
                <a:gd name="T109" fmla="*/ 112 h 318"/>
                <a:gd name="T110" fmla="*/ 14 w 442"/>
                <a:gd name="T111" fmla="*/ 106 h 318"/>
                <a:gd name="T112" fmla="*/ 45 w 442"/>
                <a:gd name="T113" fmla="*/ 88 h 318"/>
                <a:gd name="T114" fmla="*/ 61 w 442"/>
                <a:gd name="T115" fmla="*/ 86 h 318"/>
                <a:gd name="T116" fmla="*/ 55 w 442"/>
                <a:gd name="T117" fmla="*/ 67 h 318"/>
                <a:gd name="T118" fmla="*/ 43 w 442"/>
                <a:gd name="T119" fmla="*/ 63 h 318"/>
                <a:gd name="T120" fmla="*/ 53 w 442"/>
                <a:gd name="T121" fmla="*/ 51 h 318"/>
                <a:gd name="T122" fmla="*/ 63 w 442"/>
                <a:gd name="T123" fmla="*/ 3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2" h="318">
                  <a:moveTo>
                    <a:pt x="61" y="0"/>
                  </a:moveTo>
                  <a:lnTo>
                    <a:pt x="91" y="8"/>
                  </a:lnTo>
                  <a:lnTo>
                    <a:pt x="93" y="8"/>
                  </a:lnTo>
                  <a:lnTo>
                    <a:pt x="96" y="10"/>
                  </a:lnTo>
                  <a:lnTo>
                    <a:pt x="161" y="18"/>
                  </a:lnTo>
                  <a:lnTo>
                    <a:pt x="161" y="22"/>
                  </a:lnTo>
                  <a:lnTo>
                    <a:pt x="210" y="41"/>
                  </a:lnTo>
                  <a:lnTo>
                    <a:pt x="236" y="81"/>
                  </a:lnTo>
                  <a:lnTo>
                    <a:pt x="238" y="83"/>
                  </a:lnTo>
                  <a:lnTo>
                    <a:pt x="245" y="81"/>
                  </a:lnTo>
                  <a:lnTo>
                    <a:pt x="273" y="77"/>
                  </a:lnTo>
                  <a:lnTo>
                    <a:pt x="275" y="77"/>
                  </a:lnTo>
                  <a:lnTo>
                    <a:pt x="277" y="79"/>
                  </a:lnTo>
                  <a:lnTo>
                    <a:pt x="287" y="90"/>
                  </a:lnTo>
                  <a:lnTo>
                    <a:pt x="291" y="100"/>
                  </a:lnTo>
                  <a:lnTo>
                    <a:pt x="291" y="100"/>
                  </a:lnTo>
                  <a:lnTo>
                    <a:pt x="308" y="94"/>
                  </a:lnTo>
                  <a:lnTo>
                    <a:pt x="312" y="94"/>
                  </a:lnTo>
                  <a:lnTo>
                    <a:pt x="314" y="94"/>
                  </a:lnTo>
                  <a:lnTo>
                    <a:pt x="318" y="94"/>
                  </a:lnTo>
                  <a:lnTo>
                    <a:pt x="324" y="94"/>
                  </a:lnTo>
                  <a:lnTo>
                    <a:pt x="326" y="94"/>
                  </a:lnTo>
                  <a:lnTo>
                    <a:pt x="328" y="94"/>
                  </a:lnTo>
                  <a:lnTo>
                    <a:pt x="328" y="94"/>
                  </a:lnTo>
                  <a:lnTo>
                    <a:pt x="328" y="92"/>
                  </a:lnTo>
                  <a:lnTo>
                    <a:pt x="330" y="92"/>
                  </a:lnTo>
                  <a:lnTo>
                    <a:pt x="330" y="90"/>
                  </a:lnTo>
                  <a:lnTo>
                    <a:pt x="330" y="90"/>
                  </a:lnTo>
                  <a:lnTo>
                    <a:pt x="332" y="90"/>
                  </a:lnTo>
                  <a:lnTo>
                    <a:pt x="334" y="90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42" y="88"/>
                  </a:lnTo>
                  <a:lnTo>
                    <a:pt x="342" y="88"/>
                  </a:lnTo>
                  <a:lnTo>
                    <a:pt x="344" y="88"/>
                  </a:lnTo>
                  <a:lnTo>
                    <a:pt x="344" y="90"/>
                  </a:lnTo>
                  <a:lnTo>
                    <a:pt x="346" y="90"/>
                  </a:lnTo>
                  <a:lnTo>
                    <a:pt x="346" y="90"/>
                  </a:lnTo>
                  <a:lnTo>
                    <a:pt x="347" y="90"/>
                  </a:lnTo>
                  <a:lnTo>
                    <a:pt x="347" y="88"/>
                  </a:lnTo>
                  <a:lnTo>
                    <a:pt x="347" y="88"/>
                  </a:lnTo>
                  <a:lnTo>
                    <a:pt x="347" y="88"/>
                  </a:lnTo>
                  <a:lnTo>
                    <a:pt x="347" y="86"/>
                  </a:lnTo>
                  <a:lnTo>
                    <a:pt x="347" y="86"/>
                  </a:lnTo>
                  <a:lnTo>
                    <a:pt x="347" y="86"/>
                  </a:lnTo>
                  <a:lnTo>
                    <a:pt x="347" y="85"/>
                  </a:lnTo>
                  <a:lnTo>
                    <a:pt x="347" y="83"/>
                  </a:lnTo>
                  <a:lnTo>
                    <a:pt x="347" y="83"/>
                  </a:lnTo>
                  <a:lnTo>
                    <a:pt x="347" y="83"/>
                  </a:lnTo>
                  <a:lnTo>
                    <a:pt x="347" y="83"/>
                  </a:lnTo>
                  <a:lnTo>
                    <a:pt x="347" y="83"/>
                  </a:lnTo>
                  <a:lnTo>
                    <a:pt x="349" y="83"/>
                  </a:lnTo>
                  <a:lnTo>
                    <a:pt x="349" y="81"/>
                  </a:lnTo>
                  <a:lnTo>
                    <a:pt x="351" y="81"/>
                  </a:lnTo>
                  <a:lnTo>
                    <a:pt x="353" y="83"/>
                  </a:lnTo>
                  <a:lnTo>
                    <a:pt x="353" y="83"/>
                  </a:lnTo>
                  <a:lnTo>
                    <a:pt x="355" y="83"/>
                  </a:lnTo>
                  <a:lnTo>
                    <a:pt x="355" y="85"/>
                  </a:lnTo>
                  <a:lnTo>
                    <a:pt x="355" y="85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9" y="81"/>
                  </a:lnTo>
                  <a:lnTo>
                    <a:pt x="361" y="81"/>
                  </a:lnTo>
                  <a:lnTo>
                    <a:pt x="367" y="88"/>
                  </a:lnTo>
                  <a:lnTo>
                    <a:pt x="367" y="88"/>
                  </a:lnTo>
                  <a:lnTo>
                    <a:pt x="367" y="90"/>
                  </a:lnTo>
                  <a:lnTo>
                    <a:pt x="367" y="90"/>
                  </a:lnTo>
                  <a:lnTo>
                    <a:pt x="367" y="90"/>
                  </a:lnTo>
                  <a:lnTo>
                    <a:pt x="367" y="90"/>
                  </a:lnTo>
                  <a:lnTo>
                    <a:pt x="365" y="92"/>
                  </a:lnTo>
                  <a:lnTo>
                    <a:pt x="365" y="92"/>
                  </a:lnTo>
                  <a:lnTo>
                    <a:pt x="361" y="94"/>
                  </a:lnTo>
                  <a:lnTo>
                    <a:pt x="361" y="94"/>
                  </a:lnTo>
                  <a:lnTo>
                    <a:pt x="361" y="94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3" y="96"/>
                  </a:lnTo>
                  <a:lnTo>
                    <a:pt x="365" y="96"/>
                  </a:lnTo>
                  <a:lnTo>
                    <a:pt x="363" y="98"/>
                  </a:lnTo>
                  <a:lnTo>
                    <a:pt x="363" y="98"/>
                  </a:lnTo>
                  <a:lnTo>
                    <a:pt x="363" y="98"/>
                  </a:lnTo>
                  <a:lnTo>
                    <a:pt x="361" y="100"/>
                  </a:lnTo>
                  <a:lnTo>
                    <a:pt x="361" y="100"/>
                  </a:lnTo>
                  <a:lnTo>
                    <a:pt x="361" y="100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57" y="106"/>
                  </a:lnTo>
                  <a:lnTo>
                    <a:pt x="357" y="106"/>
                  </a:lnTo>
                  <a:lnTo>
                    <a:pt x="357" y="106"/>
                  </a:lnTo>
                  <a:lnTo>
                    <a:pt x="359" y="106"/>
                  </a:lnTo>
                  <a:lnTo>
                    <a:pt x="359" y="106"/>
                  </a:lnTo>
                  <a:lnTo>
                    <a:pt x="359" y="108"/>
                  </a:lnTo>
                  <a:lnTo>
                    <a:pt x="359" y="108"/>
                  </a:lnTo>
                  <a:lnTo>
                    <a:pt x="359" y="108"/>
                  </a:lnTo>
                  <a:lnTo>
                    <a:pt x="359" y="106"/>
                  </a:lnTo>
                  <a:lnTo>
                    <a:pt x="361" y="106"/>
                  </a:lnTo>
                  <a:lnTo>
                    <a:pt x="361" y="106"/>
                  </a:lnTo>
                  <a:lnTo>
                    <a:pt x="363" y="106"/>
                  </a:lnTo>
                  <a:lnTo>
                    <a:pt x="363" y="106"/>
                  </a:lnTo>
                  <a:lnTo>
                    <a:pt x="363" y="106"/>
                  </a:lnTo>
                  <a:lnTo>
                    <a:pt x="363" y="108"/>
                  </a:lnTo>
                  <a:lnTo>
                    <a:pt x="365" y="108"/>
                  </a:lnTo>
                  <a:lnTo>
                    <a:pt x="365" y="108"/>
                  </a:lnTo>
                  <a:lnTo>
                    <a:pt x="363" y="108"/>
                  </a:lnTo>
                  <a:lnTo>
                    <a:pt x="363" y="108"/>
                  </a:lnTo>
                  <a:lnTo>
                    <a:pt x="363" y="108"/>
                  </a:lnTo>
                  <a:lnTo>
                    <a:pt x="363" y="108"/>
                  </a:lnTo>
                  <a:lnTo>
                    <a:pt x="363" y="108"/>
                  </a:lnTo>
                  <a:lnTo>
                    <a:pt x="363" y="108"/>
                  </a:lnTo>
                  <a:lnTo>
                    <a:pt x="361" y="108"/>
                  </a:lnTo>
                  <a:lnTo>
                    <a:pt x="361" y="108"/>
                  </a:lnTo>
                  <a:lnTo>
                    <a:pt x="361" y="108"/>
                  </a:lnTo>
                  <a:lnTo>
                    <a:pt x="361" y="108"/>
                  </a:lnTo>
                  <a:lnTo>
                    <a:pt x="361" y="110"/>
                  </a:lnTo>
                  <a:lnTo>
                    <a:pt x="361" y="110"/>
                  </a:lnTo>
                  <a:lnTo>
                    <a:pt x="361" y="110"/>
                  </a:lnTo>
                  <a:lnTo>
                    <a:pt x="361" y="110"/>
                  </a:lnTo>
                  <a:lnTo>
                    <a:pt x="361" y="112"/>
                  </a:lnTo>
                  <a:lnTo>
                    <a:pt x="361" y="112"/>
                  </a:lnTo>
                  <a:lnTo>
                    <a:pt x="359" y="112"/>
                  </a:lnTo>
                  <a:lnTo>
                    <a:pt x="359" y="112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63" y="116"/>
                  </a:lnTo>
                  <a:lnTo>
                    <a:pt x="363" y="116"/>
                  </a:lnTo>
                  <a:lnTo>
                    <a:pt x="363" y="116"/>
                  </a:lnTo>
                  <a:lnTo>
                    <a:pt x="365" y="116"/>
                  </a:lnTo>
                  <a:lnTo>
                    <a:pt x="365" y="116"/>
                  </a:lnTo>
                  <a:lnTo>
                    <a:pt x="365" y="116"/>
                  </a:lnTo>
                  <a:lnTo>
                    <a:pt x="367" y="116"/>
                  </a:lnTo>
                  <a:lnTo>
                    <a:pt x="367" y="116"/>
                  </a:lnTo>
                  <a:lnTo>
                    <a:pt x="367" y="118"/>
                  </a:lnTo>
                  <a:lnTo>
                    <a:pt x="367" y="118"/>
                  </a:lnTo>
                  <a:lnTo>
                    <a:pt x="367" y="118"/>
                  </a:lnTo>
                  <a:lnTo>
                    <a:pt x="365" y="120"/>
                  </a:lnTo>
                  <a:lnTo>
                    <a:pt x="363" y="120"/>
                  </a:lnTo>
                  <a:lnTo>
                    <a:pt x="363" y="122"/>
                  </a:lnTo>
                  <a:lnTo>
                    <a:pt x="365" y="122"/>
                  </a:lnTo>
                  <a:lnTo>
                    <a:pt x="367" y="126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9" y="130"/>
                  </a:lnTo>
                  <a:lnTo>
                    <a:pt x="371" y="132"/>
                  </a:lnTo>
                  <a:lnTo>
                    <a:pt x="371" y="132"/>
                  </a:lnTo>
                  <a:lnTo>
                    <a:pt x="371" y="132"/>
                  </a:lnTo>
                  <a:lnTo>
                    <a:pt x="371" y="134"/>
                  </a:lnTo>
                  <a:lnTo>
                    <a:pt x="371" y="134"/>
                  </a:lnTo>
                  <a:lnTo>
                    <a:pt x="371" y="134"/>
                  </a:lnTo>
                  <a:lnTo>
                    <a:pt x="369" y="134"/>
                  </a:lnTo>
                  <a:lnTo>
                    <a:pt x="369" y="134"/>
                  </a:lnTo>
                  <a:lnTo>
                    <a:pt x="369" y="136"/>
                  </a:lnTo>
                  <a:lnTo>
                    <a:pt x="369" y="136"/>
                  </a:lnTo>
                  <a:lnTo>
                    <a:pt x="369" y="136"/>
                  </a:lnTo>
                  <a:lnTo>
                    <a:pt x="369" y="138"/>
                  </a:lnTo>
                  <a:lnTo>
                    <a:pt x="369" y="138"/>
                  </a:lnTo>
                  <a:lnTo>
                    <a:pt x="369" y="138"/>
                  </a:lnTo>
                  <a:lnTo>
                    <a:pt x="365" y="136"/>
                  </a:lnTo>
                  <a:lnTo>
                    <a:pt x="365" y="136"/>
                  </a:lnTo>
                  <a:lnTo>
                    <a:pt x="365" y="138"/>
                  </a:lnTo>
                  <a:lnTo>
                    <a:pt x="365" y="139"/>
                  </a:lnTo>
                  <a:lnTo>
                    <a:pt x="365" y="141"/>
                  </a:lnTo>
                  <a:lnTo>
                    <a:pt x="365" y="141"/>
                  </a:lnTo>
                  <a:lnTo>
                    <a:pt x="365" y="141"/>
                  </a:lnTo>
                  <a:lnTo>
                    <a:pt x="365" y="141"/>
                  </a:lnTo>
                  <a:lnTo>
                    <a:pt x="363" y="143"/>
                  </a:lnTo>
                  <a:lnTo>
                    <a:pt x="363" y="143"/>
                  </a:lnTo>
                  <a:lnTo>
                    <a:pt x="363" y="143"/>
                  </a:lnTo>
                  <a:lnTo>
                    <a:pt x="363" y="143"/>
                  </a:lnTo>
                  <a:lnTo>
                    <a:pt x="363" y="145"/>
                  </a:lnTo>
                  <a:lnTo>
                    <a:pt x="363" y="145"/>
                  </a:lnTo>
                  <a:lnTo>
                    <a:pt x="363" y="145"/>
                  </a:lnTo>
                  <a:lnTo>
                    <a:pt x="365" y="147"/>
                  </a:lnTo>
                  <a:lnTo>
                    <a:pt x="365" y="147"/>
                  </a:lnTo>
                  <a:lnTo>
                    <a:pt x="365" y="147"/>
                  </a:lnTo>
                  <a:lnTo>
                    <a:pt x="365" y="149"/>
                  </a:lnTo>
                  <a:lnTo>
                    <a:pt x="365" y="149"/>
                  </a:lnTo>
                  <a:lnTo>
                    <a:pt x="365" y="149"/>
                  </a:lnTo>
                  <a:lnTo>
                    <a:pt x="365" y="149"/>
                  </a:lnTo>
                  <a:lnTo>
                    <a:pt x="367" y="149"/>
                  </a:lnTo>
                  <a:lnTo>
                    <a:pt x="367" y="149"/>
                  </a:lnTo>
                  <a:lnTo>
                    <a:pt x="367" y="147"/>
                  </a:lnTo>
                  <a:lnTo>
                    <a:pt x="367" y="147"/>
                  </a:lnTo>
                  <a:lnTo>
                    <a:pt x="367" y="147"/>
                  </a:lnTo>
                  <a:lnTo>
                    <a:pt x="367" y="147"/>
                  </a:lnTo>
                  <a:lnTo>
                    <a:pt x="371" y="145"/>
                  </a:lnTo>
                  <a:lnTo>
                    <a:pt x="371" y="145"/>
                  </a:lnTo>
                  <a:lnTo>
                    <a:pt x="371" y="145"/>
                  </a:lnTo>
                  <a:lnTo>
                    <a:pt x="371" y="145"/>
                  </a:lnTo>
                  <a:lnTo>
                    <a:pt x="371" y="147"/>
                  </a:lnTo>
                  <a:lnTo>
                    <a:pt x="371" y="147"/>
                  </a:lnTo>
                  <a:lnTo>
                    <a:pt x="371" y="149"/>
                  </a:lnTo>
                  <a:lnTo>
                    <a:pt x="371" y="149"/>
                  </a:lnTo>
                  <a:lnTo>
                    <a:pt x="371" y="149"/>
                  </a:lnTo>
                  <a:lnTo>
                    <a:pt x="371" y="149"/>
                  </a:lnTo>
                  <a:lnTo>
                    <a:pt x="371" y="149"/>
                  </a:lnTo>
                  <a:lnTo>
                    <a:pt x="373" y="149"/>
                  </a:lnTo>
                  <a:lnTo>
                    <a:pt x="373" y="147"/>
                  </a:lnTo>
                  <a:lnTo>
                    <a:pt x="375" y="147"/>
                  </a:lnTo>
                  <a:lnTo>
                    <a:pt x="375" y="147"/>
                  </a:lnTo>
                  <a:lnTo>
                    <a:pt x="377" y="149"/>
                  </a:lnTo>
                  <a:lnTo>
                    <a:pt x="381" y="149"/>
                  </a:lnTo>
                  <a:lnTo>
                    <a:pt x="381" y="149"/>
                  </a:lnTo>
                  <a:lnTo>
                    <a:pt x="381" y="149"/>
                  </a:lnTo>
                  <a:lnTo>
                    <a:pt x="381" y="147"/>
                  </a:lnTo>
                  <a:lnTo>
                    <a:pt x="383" y="147"/>
                  </a:lnTo>
                  <a:lnTo>
                    <a:pt x="383" y="147"/>
                  </a:lnTo>
                  <a:lnTo>
                    <a:pt x="383" y="145"/>
                  </a:lnTo>
                  <a:lnTo>
                    <a:pt x="383" y="145"/>
                  </a:lnTo>
                  <a:lnTo>
                    <a:pt x="383" y="145"/>
                  </a:lnTo>
                  <a:lnTo>
                    <a:pt x="383" y="145"/>
                  </a:lnTo>
                  <a:lnTo>
                    <a:pt x="383" y="145"/>
                  </a:lnTo>
                  <a:lnTo>
                    <a:pt x="383" y="143"/>
                  </a:lnTo>
                  <a:lnTo>
                    <a:pt x="383" y="143"/>
                  </a:lnTo>
                  <a:lnTo>
                    <a:pt x="383" y="143"/>
                  </a:lnTo>
                  <a:lnTo>
                    <a:pt x="385" y="141"/>
                  </a:lnTo>
                  <a:lnTo>
                    <a:pt x="385" y="141"/>
                  </a:lnTo>
                  <a:lnTo>
                    <a:pt x="385" y="141"/>
                  </a:lnTo>
                  <a:lnTo>
                    <a:pt x="385" y="139"/>
                  </a:lnTo>
                  <a:lnTo>
                    <a:pt x="385" y="139"/>
                  </a:lnTo>
                  <a:lnTo>
                    <a:pt x="387" y="138"/>
                  </a:lnTo>
                  <a:lnTo>
                    <a:pt x="387" y="138"/>
                  </a:lnTo>
                  <a:lnTo>
                    <a:pt x="387" y="138"/>
                  </a:lnTo>
                  <a:lnTo>
                    <a:pt x="387" y="136"/>
                  </a:lnTo>
                  <a:lnTo>
                    <a:pt x="387" y="136"/>
                  </a:lnTo>
                  <a:lnTo>
                    <a:pt x="387" y="136"/>
                  </a:lnTo>
                  <a:lnTo>
                    <a:pt x="389" y="136"/>
                  </a:lnTo>
                  <a:lnTo>
                    <a:pt x="391" y="136"/>
                  </a:lnTo>
                  <a:lnTo>
                    <a:pt x="391" y="134"/>
                  </a:lnTo>
                  <a:lnTo>
                    <a:pt x="391" y="134"/>
                  </a:lnTo>
                  <a:lnTo>
                    <a:pt x="393" y="134"/>
                  </a:lnTo>
                  <a:lnTo>
                    <a:pt x="393" y="134"/>
                  </a:lnTo>
                  <a:lnTo>
                    <a:pt x="395" y="134"/>
                  </a:lnTo>
                  <a:lnTo>
                    <a:pt x="395" y="132"/>
                  </a:lnTo>
                  <a:lnTo>
                    <a:pt x="395" y="132"/>
                  </a:lnTo>
                  <a:lnTo>
                    <a:pt x="395" y="132"/>
                  </a:lnTo>
                  <a:lnTo>
                    <a:pt x="395" y="130"/>
                  </a:lnTo>
                  <a:lnTo>
                    <a:pt x="395" y="130"/>
                  </a:lnTo>
                  <a:lnTo>
                    <a:pt x="395" y="130"/>
                  </a:lnTo>
                  <a:lnTo>
                    <a:pt x="395" y="130"/>
                  </a:lnTo>
                  <a:lnTo>
                    <a:pt x="395" y="128"/>
                  </a:lnTo>
                  <a:lnTo>
                    <a:pt x="397" y="126"/>
                  </a:lnTo>
                  <a:lnTo>
                    <a:pt x="397" y="126"/>
                  </a:lnTo>
                  <a:lnTo>
                    <a:pt x="397" y="126"/>
                  </a:lnTo>
                  <a:lnTo>
                    <a:pt x="398" y="124"/>
                  </a:lnTo>
                  <a:lnTo>
                    <a:pt x="402" y="124"/>
                  </a:lnTo>
                  <a:lnTo>
                    <a:pt x="406" y="122"/>
                  </a:lnTo>
                  <a:lnTo>
                    <a:pt x="406" y="122"/>
                  </a:lnTo>
                  <a:lnTo>
                    <a:pt x="408" y="122"/>
                  </a:lnTo>
                  <a:lnTo>
                    <a:pt x="410" y="124"/>
                  </a:lnTo>
                  <a:lnTo>
                    <a:pt x="410" y="124"/>
                  </a:lnTo>
                  <a:lnTo>
                    <a:pt x="410" y="126"/>
                  </a:lnTo>
                  <a:lnTo>
                    <a:pt x="412" y="126"/>
                  </a:lnTo>
                  <a:lnTo>
                    <a:pt x="412" y="126"/>
                  </a:lnTo>
                  <a:lnTo>
                    <a:pt x="412" y="128"/>
                  </a:lnTo>
                  <a:lnTo>
                    <a:pt x="412" y="128"/>
                  </a:lnTo>
                  <a:lnTo>
                    <a:pt x="412" y="128"/>
                  </a:lnTo>
                  <a:lnTo>
                    <a:pt x="412" y="128"/>
                  </a:lnTo>
                  <a:lnTo>
                    <a:pt x="412" y="128"/>
                  </a:lnTo>
                  <a:lnTo>
                    <a:pt x="414" y="128"/>
                  </a:lnTo>
                  <a:lnTo>
                    <a:pt x="416" y="124"/>
                  </a:lnTo>
                  <a:lnTo>
                    <a:pt x="422" y="124"/>
                  </a:lnTo>
                  <a:lnTo>
                    <a:pt x="422" y="124"/>
                  </a:lnTo>
                  <a:lnTo>
                    <a:pt x="422" y="124"/>
                  </a:lnTo>
                  <a:lnTo>
                    <a:pt x="422" y="126"/>
                  </a:lnTo>
                  <a:lnTo>
                    <a:pt x="422" y="126"/>
                  </a:lnTo>
                  <a:lnTo>
                    <a:pt x="422" y="126"/>
                  </a:lnTo>
                  <a:lnTo>
                    <a:pt x="422" y="126"/>
                  </a:lnTo>
                  <a:lnTo>
                    <a:pt x="422" y="126"/>
                  </a:lnTo>
                  <a:lnTo>
                    <a:pt x="422" y="128"/>
                  </a:lnTo>
                  <a:lnTo>
                    <a:pt x="422" y="128"/>
                  </a:lnTo>
                  <a:lnTo>
                    <a:pt x="422" y="128"/>
                  </a:lnTo>
                  <a:lnTo>
                    <a:pt x="422" y="128"/>
                  </a:lnTo>
                  <a:lnTo>
                    <a:pt x="422" y="128"/>
                  </a:lnTo>
                  <a:lnTo>
                    <a:pt x="422" y="130"/>
                  </a:lnTo>
                  <a:lnTo>
                    <a:pt x="422" y="130"/>
                  </a:lnTo>
                  <a:lnTo>
                    <a:pt x="422" y="130"/>
                  </a:lnTo>
                  <a:lnTo>
                    <a:pt x="420" y="130"/>
                  </a:lnTo>
                  <a:lnTo>
                    <a:pt x="420" y="130"/>
                  </a:lnTo>
                  <a:lnTo>
                    <a:pt x="420" y="132"/>
                  </a:lnTo>
                  <a:lnTo>
                    <a:pt x="420" y="132"/>
                  </a:lnTo>
                  <a:lnTo>
                    <a:pt x="420" y="132"/>
                  </a:lnTo>
                  <a:lnTo>
                    <a:pt x="420" y="132"/>
                  </a:lnTo>
                  <a:lnTo>
                    <a:pt x="420" y="134"/>
                  </a:lnTo>
                  <a:lnTo>
                    <a:pt x="420" y="134"/>
                  </a:lnTo>
                  <a:lnTo>
                    <a:pt x="420" y="134"/>
                  </a:lnTo>
                  <a:lnTo>
                    <a:pt x="420" y="134"/>
                  </a:lnTo>
                  <a:lnTo>
                    <a:pt x="420" y="136"/>
                  </a:lnTo>
                  <a:lnTo>
                    <a:pt x="420" y="138"/>
                  </a:lnTo>
                  <a:lnTo>
                    <a:pt x="420" y="138"/>
                  </a:lnTo>
                  <a:lnTo>
                    <a:pt x="420" y="138"/>
                  </a:lnTo>
                  <a:lnTo>
                    <a:pt x="420" y="138"/>
                  </a:lnTo>
                  <a:lnTo>
                    <a:pt x="420" y="138"/>
                  </a:lnTo>
                  <a:lnTo>
                    <a:pt x="422" y="138"/>
                  </a:lnTo>
                  <a:lnTo>
                    <a:pt x="422" y="138"/>
                  </a:lnTo>
                  <a:lnTo>
                    <a:pt x="422" y="139"/>
                  </a:lnTo>
                  <a:lnTo>
                    <a:pt x="422" y="139"/>
                  </a:lnTo>
                  <a:lnTo>
                    <a:pt x="422" y="139"/>
                  </a:lnTo>
                  <a:lnTo>
                    <a:pt x="424" y="139"/>
                  </a:lnTo>
                  <a:lnTo>
                    <a:pt x="424" y="139"/>
                  </a:lnTo>
                  <a:lnTo>
                    <a:pt x="424" y="139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1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4" y="143"/>
                  </a:lnTo>
                  <a:lnTo>
                    <a:pt x="424" y="145"/>
                  </a:lnTo>
                  <a:lnTo>
                    <a:pt x="426" y="145"/>
                  </a:lnTo>
                  <a:lnTo>
                    <a:pt x="426" y="145"/>
                  </a:lnTo>
                  <a:lnTo>
                    <a:pt x="424" y="145"/>
                  </a:lnTo>
                  <a:lnTo>
                    <a:pt x="424" y="147"/>
                  </a:lnTo>
                  <a:lnTo>
                    <a:pt x="424" y="147"/>
                  </a:lnTo>
                  <a:lnTo>
                    <a:pt x="422" y="147"/>
                  </a:lnTo>
                  <a:lnTo>
                    <a:pt x="422" y="147"/>
                  </a:lnTo>
                  <a:lnTo>
                    <a:pt x="422" y="147"/>
                  </a:lnTo>
                  <a:lnTo>
                    <a:pt x="422" y="149"/>
                  </a:lnTo>
                  <a:lnTo>
                    <a:pt x="422" y="149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4" y="151"/>
                  </a:lnTo>
                  <a:lnTo>
                    <a:pt x="424" y="151"/>
                  </a:lnTo>
                  <a:lnTo>
                    <a:pt x="426" y="153"/>
                  </a:lnTo>
                  <a:lnTo>
                    <a:pt x="426" y="153"/>
                  </a:lnTo>
                  <a:lnTo>
                    <a:pt x="426" y="153"/>
                  </a:lnTo>
                  <a:lnTo>
                    <a:pt x="426" y="153"/>
                  </a:lnTo>
                  <a:lnTo>
                    <a:pt x="428" y="153"/>
                  </a:lnTo>
                  <a:lnTo>
                    <a:pt x="428" y="153"/>
                  </a:lnTo>
                  <a:lnTo>
                    <a:pt x="428" y="153"/>
                  </a:lnTo>
                  <a:lnTo>
                    <a:pt x="428" y="153"/>
                  </a:lnTo>
                  <a:lnTo>
                    <a:pt x="430" y="157"/>
                  </a:lnTo>
                  <a:lnTo>
                    <a:pt x="430" y="159"/>
                  </a:lnTo>
                  <a:lnTo>
                    <a:pt x="430" y="161"/>
                  </a:lnTo>
                  <a:lnTo>
                    <a:pt x="430" y="161"/>
                  </a:lnTo>
                  <a:lnTo>
                    <a:pt x="430" y="161"/>
                  </a:lnTo>
                  <a:lnTo>
                    <a:pt x="430" y="163"/>
                  </a:lnTo>
                  <a:lnTo>
                    <a:pt x="430" y="165"/>
                  </a:lnTo>
                  <a:lnTo>
                    <a:pt x="430" y="165"/>
                  </a:lnTo>
                  <a:lnTo>
                    <a:pt x="430" y="165"/>
                  </a:lnTo>
                  <a:lnTo>
                    <a:pt x="430" y="165"/>
                  </a:lnTo>
                  <a:lnTo>
                    <a:pt x="428" y="167"/>
                  </a:lnTo>
                  <a:lnTo>
                    <a:pt x="428" y="167"/>
                  </a:lnTo>
                  <a:lnTo>
                    <a:pt x="428" y="167"/>
                  </a:lnTo>
                  <a:lnTo>
                    <a:pt x="428" y="167"/>
                  </a:lnTo>
                  <a:lnTo>
                    <a:pt x="428" y="167"/>
                  </a:lnTo>
                  <a:lnTo>
                    <a:pt x="428" y="169"/>
                  </a:lnTo>
                  <a:lnTo>
                    <a:pt x="430" y="169"/>
                  </a:lnTo>
                  <a:lnTo>
                    <a:pt x="430" y="169"/>
                  </a:lnTo>
                  <a:lnTo>
                    <a:pt x="430" y="171"/>
                  </a:lnTo>
                  <a:lnTo>
                    <a:pt x="430" y="171"/>
                  </a:lnTo>
                  <a:lnTo>
                    <a:pt x="428" y="171"/>
                  </a:lnTo>
                  <a:lnTo>
                    <a:pt x="424" y="173"/>
                  </a:lnTo>
                  <a:lnTo>
                    <a:pt x="424" y="173"/>
                  </a:lnTo>
                  <a:lnTo>
                    <a:pt x="424" y="173"/>
                  </a:lnTo>
                  <a:lnTo>
                    <a:pt x="424" y="175"/>
                  </a:lnTo>
                  <a:lnTo>
                    <a:pt x="426" y="175"/>
                  </a:lnTo>
                  <a:lnTo>
                    <a:pt x="428" y="175"/>
                  </a:lnTo>
                  <a:lnTo>
                    <a:pt x="428" y="175"/>
                  </a:lnTo>
                  <a:lnTo>
                    <a:pt x="428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32" y="175"/>
                  </a:lnTo>
                  <a:lnTo>
                    <a:pt x="432" y="175"/>
                  </a:lnTo>
                  <a:lnTo>
                    <a:pt x="432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4" y="183"/>
                  </a:lnTo>
                  <a:lnTo>
                    <a:pt x="434" y="183"/>
                  </a:lnTo>
                  <a:lnTo>
                    <a:pt x="434" y="183"/>
                  </a:lnTo>
                  <a:lnTo>
                    <a:pt x="434" y="185"/>
                  </a:lnTo>
                  <a:lnTo>
                    <a:pt x="434" y="185"/>
                  </a:lnTo>
                  <a:lnTo>
                    <a:pt x="432" y="187"/>
                  </a:lnTo>
                  <a:lnTo>
                    <a:pt x="432" y="189"/>
                  </a:lnTo>
                  <a:lnTo>
                    <a:pt x="436" y="193"/>
                  </a:lnTo>
                  <a:lnTo>
                    <a:pt x="436" y="193"/>
                  </a:lnTo>
                  <a:lnTo>
                    <a:pt x="436" y="193"/>
                  </a:lnTo>
                  <a:lnTo>
                    <a:pt x="436" y="193"/>
                  </a:lnTo>
                  <a:lnTo>
                    <a:pt x="436" y="202"/>
                  </a:lnTo>
                  <a:lnTo>
                    <a:pt x="434" y="204"/>
                  </a:lnTo>
                  <a:lnTo>
                    <a:pt x="434" y="204"/>
                  </a:lnTo>
                  <a:lnTo>
                    <a:pt x="434" y="204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6"/>
                  </a:lnTo>
                  <a:lnTo>
                    <a:pt x="434" y="208"/>
                  </a:lnTo>
                  <a:lnTo>
                    <a:pt x="434" y="208"/>
                  </a:lnTo>
                  <a:lnTo>
                    <a:pt x="434" y="208"/>
                  </a:lnTo>
                  <a:lnTo>
                    <a:pt x="436" y="208"/>
                  </a:lnTo>
                  <a:lnTo>
                    <a:pt x="436" y="210"/>
                  </a:lnTo>
                  <a:lnTo>
                    <a:pt x="438" y="210"/>
                  </a:lnTo>
                  <a:lnTo>
                    <a:pt x="438" y="210"/>
                  </a:lnTo>
                  <a:lnTo>
                    <a:pt x="438" y="210"/>
                  </a:lnTo>
                  <a:lnTo>
                    <a:pt x="438" y="210"/>
                  </a:lnTo>
                  <a:lnTo>
                    <a:pt x="440" y="212"/>
                  </a:lnTo>
                  <a:lnTo>
                    <a:pt x="440" y="214"/>
                  </a:lnTo>
                  <a:lnTo>
                    <a:pt x="440" y="214"/>
                  </a:lnTo>
                  <a:lnTo>
                    <a:pt x="440" y="214"/>
                  </a:lnTo>
                  <a:lnTo>
                    <a:pt x="440" y="216"/>
                  </a:lnTo>
                  <a:lnTo>
                    <a:pt x="440" y="216"/>
                  </a:lnTo>
                  <a:lnTo>
                    <a:pt x="440" y="216"/>
                  </a:lnTo>
                  <a:lnTo>
                    <a:pt x="442" y="216"/>
                  </a:lnTo>
                  <a:lnTo>
                    <a:pt x="442" y="216"/>
                  </a:lnTo>
                  <a:lnTo>
                    <a:pt x="442" y="216"/>
                  </a:lnTo>
                  <a:lnTo>
                    <a:pt x="442" y="218"/>
                  </a:lnTo>
                  <a:lnTo>
                    <a:pt x="442" y="218"/>
                  </a:lnTo>
                  <a:lnTo>
                    <a:pt x="442" y="218"/>
                  </a:lnTo>
                  <a:lnTo>
                    <a:pt x="442" y="220"/>
                  </a:lnTo>
                  <a:lnTo>
                    <a:pt x="442" y="220"/>
                  </a:lnTo>
                  <a:lnTo>
                    <a:pt x="440" y="220"/>
                  </a:lnTo>
                  <a:lnTo>
                    <a:pt x="440" y="222"/>
                  </a:lnTo>
                  <a:lnTo>
                    <a:pt x="440" y="222"/>
                  </a:lnTo>
                  <a:lnTo>
                    <a:pt x="440" y="224"/>
                  </a:lnTo>
                  <a:lnTo>
                    <a:pt x="440" y="224"/>
                  </a:lnTo>
                  <a:lnTo>
                    <a:pt x="440" y="224"/>
                  </a:lnTo>
                  <a:lnTo>
                    <a:pt x="438" y="226"/>
                  </a:lnTo>
                  <a:lnTo>
                    <a:pt x="438" y="226"/>
                  </a:lnTo>
                  <a:lnTo>
                    <a:pt x="438" y="226"/>
                  </a:lnTo>
                  <a:lnTo>
                    <a:pt x="436" y="226"/>
                  </a:lnTo>
                  <a:lnTo>
                    <a:pt x="436" y="226"/>
                  </a:lnTo>
                  <a:lnTo>
                    <a:pt x="436" y="226"/>
                  </a:lnTo>
                  <a:lnTo>
                    <a:pt x="436" y="228"/>
                  </a:lnTo>
                  <a:lnTo>
                    <a:pt x="436" y="228"/>
                  </a:lnTo>
                  <a:lnTo>
                    <a:pt x="436" y="228"/>
                  </a:lnTo>
                  <a:lnTo>
                    <a:pt x="436" y="228"/>
                  </a:lnTo>
                  <a:lnTo>
                    <a:pt x="438" y="228"/>
                  </a:lnTo>
                  <a:lnTo>
                    <a:pt x="438" y="228"/>
                  </a:lnTo>
                  <a:lnTo>
                    <a:pt x="438" y="228"/>
                  </a:lnTo>
                  <a:lnTo>
                    <a:pt x="438" y="230"/>
                  </a:lnTo>
                  <a:lnTo>
                    <a:pt x="440" y="232"/>
                  </a:lnTo>
                  <a:lnTo>
                    <a:pt x="440" y="232"/>
                  </a:lnTo>
                  <a:lnTo>
                    <a:pt x="440" y="232"/>
                  </a:lnTo>
                  <a:lnTo>
                    <a:pt x="440" y="234"/>
                  </a:lnTo>
                  <a:lnTo>
                    <a:pt x="440" y="234"/>
                  </a:lnTo>
                  <a:lnTo>
                    <a:pt x="436" y="238"/>
                  </a:lnTo>
                  <a:lnTo>
                    <a:pt x="442" y="247"/>
                  </a:lnTo>
                  <a:lnTo>
                    <a:pt x="424" y="257"/>
                  </a:lnTo>
                  <a:lnTo>
                    <a:pt x="422" y="259"/>
                  </a:lnTo>
                  <a:lnTo>
                    <a:pt x="418" y="263"/>
                  </a:lnTo>
                  <a:lnTo>
                    <a:pt x="418" y="263"/>
                  </a:lnTo>
                  <a:lnTo>
                    <a:pt x="418" y="263"/>
                  </a:lnTo>
                  <a:lnTo>
                    <a:pt x="418" y="265"/>
                  </a:lnTo>
                  <a:lnTo>
                    <a:pt x="418" y="267"/>
                  </a:lnTo>
                  <a:lnTo>
                    <a:pt x="418" y="267"/>
                  </a:lnTo>
                  <a:lnTo>
                    <a:pt x="416" y="269"/>
                  </a:lnTo>
                  <a:lnTo>
                    <a:pt x="416" y="269"/>
                  </a:lnTo>
                  <a:lnTo>
                    <a:pt x="416" y="269"/>
                  </a:lnTo>
                  <a:lnTo>
                    <a:pt x="412" y="271"/>
                  </a:lnTo>
                  <a:lnTo>
                    <a:pt x="412" y="271"/>
                  </a:lnTo>
                  <a:lnTo>
                    <a:pt x="412" y="271"/>
                  </a:lnTo>
                  <a:lnTo>
                    <a:pt x="410" y="271"/>
                  </a:lnTo>
                  <a:lnTo>
                    <a:pt x="410" y="271"/>
                  </a:lnTo>
                  <a:lnTo>
                    <a:pt x="410" y="271"/>
                  </a:lnTo>
                  <a:lnTo>
                    <a:pt x="410" y="271"/>
                  </a:lnTo>
                  <a:lnTo>
                    <a:pt x="410" y="271"/>
                  </a:lnTo>
                  <a:lnTo>
                    <a:pt x="410" y="269"/>
                  </a:lnTo>
                  <a:lnTo>
                    <a:pt x="410" y="269"/>
                  </a:lnTo>
                  <a:lnTo>
                    <a:pt x="410" y="269"/>
                  </a:lnTo>
                  <a:lnTo>
                    <a:pt x="408" y="267"/>
                  </a:lnTo>
                  <a:lnTo>
                    <a:pt x="408" y="267"/>
                  </a:lnTo>
                  <a:lnTo>
                    <a:pt x="408" y="267"/>
                  </a:lnTo>
                  <a:lnTo>
                    <a:pt x="406" y="269"/>
                  </a:lnTo>
                  <a:lnTo>
                    <a:pt x="406" y="269"/>
                  </a:lnTo>
                  <a:lnTo>
                    <a:pt x="404" y="269"/>
                  </a:lnTo>
                  <a:lnTo>
                    <a:pt x="404" y="269"/>
                  </a:lnTo>
                  <a:lnTo>
                    <a:pt x="404" y="269"/>
                  </a:lnTo>
                  <a:lnTo>
                    <a:pt x="404" y="269"/>
                  </a:lnTo>
                  <a:lnTo>
                    <a:pt x="404" y="267"/>
                  </a:lnTo>
                  <a:lnTo>
                    <a:pt x="404" y="267"/>
                  </a:lnTo>
                  <a:lnTo>
                    <a:pt x="404" y="267"/>
                  </a:lnTo>
                  <a:lnTo>
                    <a:pt x="404" y="267"/>
                  </a:lnTo>
                  <a:lnTo>
                    <a:pt x="404" y="267"/>
                  </a:lnTo>
                  <a:lnTo>
                    <a:pt x="404" y="265"/>
                  </a:lnTo>
                  <a:lnTo>
                    <a:pt x="404" y="265"/>
                  </a:lnTo>
                  <a:lnTo>
                    <a:pt x="402" y="265"/>
                  </a:lnTo>
                  <a:lnTo>
                    <a:pt x="402" y="267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8" y="267"/>
                  </a:lnTo>
                  <a:lnTo>
                    <a:pt x="395" y="269"/>
                  </a:lnTo>
                  <a:lnTo>
                    <a:pt x="393" y="271"/>
                  </a:lnTo>
                  <a:lnTo>
                    <a:pt x="393" y="271"/>
                  </a:lnTo>
                  <a:lnTo>
                    <a:pt x="391" y="271"/>
                  </a:lnTo>
                  <a:lnTo>
                    <a:pt x="389" y="273"/>
                  </a:lnTo>
                  <a:lnTo>
                    <a:pt x="387" y="275"/>
                  </a:lnTo>
                  <a:lnTo>
                    <a:pt x="387" y="275"/>
                  </a:lnTo>
                  <a:lnTo>
                    <a:pt x="387" y="275"/>
                  </a:lnTo>
                  <a:lnTo>
                    <a:pt x="387" y="273"/>
                  </a:lnTo>
                  <a:lnTo>
                    <a:pt x="387" y="273"/>
                  </a:lnTo>
                  <a:lnTo>
                    <a:pt x="387" y="273"/>
                  </a:lnTo>
                  <a:lnTo>
                    <a:pt x="387" y="271"/>
                  </a:lnTo>
                  <a:lnTo>
                    <a:pt x="387" y="271"/>
                  </a:lnTo>
                  <a:lnTo>
                    <a:pt x="387" y="271"/>
                  </a:lnTo>
                  <a:lnTo>
                    <a:pt x="387" y="271"/>
                  </a:lnTo>
                  <a:lnTo>
                    <a:pt x="387" y="271"/>
                  </a:lnTo>
                  <a:lnTo>
                    <a:pt x="385" y="271"/>
                  </a:lnTo>
                  <a:lnTo>
                    <a:pt x="385" y="271"/>
                  </a:lnTo>
                  <a:lnTo>
                    <a:pt x="385" y="271"/>
                  </a:lnTo>
                  <a:lnTo>
                    <a:pt x="385" y="271"/>
                  </a:lnTo>
                  <a:lnTo>
                    <a:pt x="383" y="271"/>
                  </a:lnTo>
                  <a:lnTo>
                    <a:pt x="383" y="271"/>
                  </a:lnTo>
                  <a:lnTo>
                    <a:pt x="381" y="271"/>
                  </a:lnTo>
                  <a:lnTo>
                    <a:pt x="381" y="271"/>
                  </a:lnTo>
                  <a:lnTo>
                    <a:pt x="381" y="271"/>
                  </a:lnTo>
                  <a:lnTo>
                    <a:pt x="377" y="271"/>
                  </a:lnTo>
                  <a:lnTo>
                    <a:pt x="373" y="271"/>
                  </a:lnTo>
                  <a:lnTo>
                    <a:pt x="371" y="271"/>
                  </a:lnTo>
                  <a:lnTo>
                    <a:pt x="371" y="271"/>
                  </a:lnTo>
                  <a:lnTo>
                    <a:pt x="367" y="275"/>
                  </a:lnTo>
                  <a:lnTo>
                    <a:pt x="367" y="275"/>
                  </a:lnTo>
                  <a:lnTo>
                    <a:pt x="367" y="275"/>
                  </a:lnTo>
                  <a:lnTo>
                    <a:pt x="367" y="275"/>
                  </a:lnTo>
                  <a:lnTo>
                    <a:pt x="369" y="277"/>
                  </a:lnTo>
                  <a:lnTo>
                    <a:pt x="367" y="279"/>
                  </a:lnTo>
                  <a:lnTo>
                    <a:pt x="369" y="279"/>
                  </a:lnTo>
                  <a:lnTo>
                    <a:pt x="369" y="281"/>
                  </a:lnTo>
                  <a:lnTo>
                    <a:pt x="369" y="281"/>
                  </a:lnTo>
                  <a:lnTo>
                    <a:pt x="369" y="281"/>
                  </a:lnTo>
                  <a:lnTo>
                    <a:pt x="369" y="281"/>
                  </a:lnTo>
                  <a:lnTo>
                    <a:pt x="369" y="281"/>
                  </a:lnTo>
                  <a:lnTo>
                    <a:pt x="367" y="281"/>
                  </a:lnTo>
                  <a:lnTo>
                    <a:pt x="367" y="283"/>
                  </a:lnTo>
                  <a:lnTo>
                    <a:pt x="367" y="283"/>
                  </a:lnTo>
                  <a:lnTo>
                    <a:pt x="367" y="283"/>
                  </a:lnTo>
                  <a:lnTo>
                    <a:pt x="367" y="283"/>
                  </a:lnTo>
                  <a:lnTo>
                    <a:pt x="367" y="283"/>
                  </a:lnTo>
                  <a:lnTo>
                    <a:pt x="367" y="285"/>
                  </a:lnTo>
                  <a:lnTo>
                    <a:pt x="367" y="285"/>
                  </a:lnTo>
                  <a:lnTo>
                    <a:pt x="365" y="285"/>
                  </a:lnTo>
                  <a:lnTo>
                    <a:pt x="363" y="285"/>
                  </a:lnTo>
                  <a:lnTo>
                    <a:pt x="363" y="285"/>
                  </a:lnTo>
                  <a:lnTo>
                    <a:pt x="363" y="285"/>
                  </a:lnTo>
                  <a:lnTo>
                    <a:pt x="363" y="285"/>
                  </a:lnTo>
                  <a:lnTo>
                    <a:pt x="363" y="285"/>
                  </a:lnTo>
                  <a:lnTo>
                    <a:pt x="363" y="285"/>
                  </a:lnTo>
                  <a:lnTo>
                    <a:pt x="361" y="281"/>
                  </a:lnTo>
                  <a:lnTo>
                    <a:pt x="361" y="281"/>
                  </a:lnTo>
                  <a:lnTo>
                    <a:pt x="361" y="281"/>
                  </a:lnTo>
                  <a:lnTo>
                    <a:pt x="359" y="277"/>
                  </a:lnTo>
                  <a:lnTo>
                    <a:pt x="359" y="275"/>
                  </a:lnTo>
                  <a:lnTo>
                    <a:pt x="359" y="275"/>
                  </a:lnTo>
                  <a:lnTo>
                    <a:pt x="359" y="273"/>
                  </a:lnTo>
                  <a:lnTo>
                    <a:pt x="359" y="273"/>
                  </a:lnTo>
                  <a:lnTo>
                    <a:pt x="359" y="273"/>
                  </a:lnTo>
                  <a:lnTo>
                    <a:pt x="357" y="275"/>
                  </a:lnTo>
                  <a:lnTo>
                    <a:pt x="357" y="275"/>
                  </a:lnTo>
                  <a:lnTo>
                    <a:pt x="357" y="275"/>
                  </a:lnTo>
                  <a:lnTo>
                    <a:pt x="357" y="275"/>
                  </a:lnTo>
                  <a:lnTo>
                    <a:pt x="357" y="277"/>
                  </a:lnTo>
                  <a:lnTo>
                    <a:pt x="357" y="277"/>
                  </a:lnTo>
                  <a:lnTo>
                    <a:pt x="357" y="277"/>
                  </a:lnTo>
                  <a:lnTo>
                    <a:pt x="355" y="277"/>
                  </a:lnTo>
                  <a:lnTo>
                    <a:pt x="355" y="277"/>
                  </a:lnTo>
                  <a:lnTo>
                    <a:pt x="355" y="275"/>
                  </a:lnTo>
                  <a:lnTo>
                    <a:pt x="355" y="275"/>
                  </a:lnTo>
                  <a:lnTo>
                    <a:pt x="355" y="275"/>
                  </a:lnTo>
                  <a:lnTo>
                    <a:pt x="353" y="275"/>
                  </a:lnTo>
                  <a:lnTo>
                    <a:pt x="353" y="275"/>
                  </a:lnTo>
                  <a:lnTo>
                    <a:pt x="349" y="279"/>
                  </a:lnTo>
                  <a:lnTo>
                    <a:pt x="346" y="283"/>
                  </a:lnTo>
                  <a:lnTo>
                    <a:pt x="332" y="295"/>
                  </a:lnTo>
                  <a:lnTo>
                    <a:pt x="332" y="295"/>
                  </a:lnTo>
                  <a:lnTo>
                    <a:pt x="334" y="297"/>
                  </a:lnTo>
                  <a:lnTo>
                    <a:pt x="334" y="297"/>
                  </a:lnTo>
                  <a:lnTo>
                    <a:pt x="330" y="302"/>
                  </a:lnTo>
                  <a:lnTo>
                    <a:pt x="328" y="302"/>
                  </a:lnTo>
                  <a:lnTo>
                    <a:pt x="328" y="304"/>
                  </a:lnTo>
                  <a:lnTo>
                    <a:pt x="328" y="304"/>
                  </a:lnTo>
                  <a:lnTo>
                    <a:pt x="328" y="304"/>
                  </a:lnTo>
                  <a:lnTo>
                    <a:pt x="328" y="306"/>
                  </a:lnTo>
                  <a:lnTo>
                    <a:pt x="328" y="306"/>
                  </a:lnTo>
                  <a:lnTo>
                    <a:pt x="328" y="306"/>
                  </a:lnTo>
                  <a:lnTo>
                    <a:pt x="324" y="312"/>
                  </a:lnTo>
                  <a:lnTo>
                    <a:pt x="322" y="312"/>
                  </a:lnTo>
                  <a:lnTo>
                    <a:pt x="322" y="312"/>
                  </a:lnTo>
                  <a:lnTo>
                    <a:pt x="324" y="316"/>
                  </a:lnTo>
                  <a:lnTo>
                    <a:pt x="326" y="316"/>
                  </a:lnTo>
                  <a:lnTo>
                    <a:pt x="326" y="316"/>
                  </a:lnTo>
                  <a:lnTo>
                    <a:pt x="326" y="316"/>
                  </a:lnTo>
                  <a:lnTo>
                    <a:pt x="326" y="316"/>
                  </a:lnTo>
                  <a:lnTo>
                    <a:pt x="324" y="316"/>
                  </a:lnTo>
                  <a:lnTo>
                    <a:pt x="324" y="316"/>
                  </a:lnTo>
                  <a:lnTo>
                    <a:pt x="324" y="316"/>
                  </a:lnTo>
                  <a:lnTo>
                    <a:pt x="322" y="316"/>
                  </a:lnTo>
                  <a:lnTo>
                    <a:pt x="322" y="316"/>
                  </a:lnTo>
                  <a:lnTo>
                    <a:pt x="322" y="318"/>
                  </a:lnTo>
                  <a:lnTo>
                    <a:pt x="320" y="318"/>
                  </a:lnTo>
                  <a:lnTo>
                    <a:pt x="320" y="318"/>
                  </a:lnTo>
                  <a:lnTo>
                    <a:pt x="320" y="318"/>
                  </a:lnTo>
                  <a:lnTo>
                    <a:pt x="320" y="318"/>
                  </a:lnTo>
                  <a:lnTo>
                    <a:pt x="318" y="318"/>
                  </a:lnTo>
                  <a:lnTo>
                    <a:pt x="318" y="316"/>
                  </a:lnTo>
                  <a:lnTo>
                    <a:pt x="318" y="316"/>
                  </a:lnTo>
                  <a:lnTo>
                    <a:pt x="318" y="316"/>
                  </a:lnTo>
                  <a:lnTo>
                    <a:pt x="318" y="314"/>
                  </a:lnTo>
                  <a:lnTo>
                    <a:pt x="316" y="314"/>
                  </a:lnTo>
                  <a:lnTo>
                    <a:pt x="316" y="314"/>
                  </a:lnTo>
                  <a:lnTo>
                    <a:pt x="314" y="314"/>
                  </a:lnTo>
                  <a:lnTo>
                    <a:pt x="312" y="312"/>
                  </a:lnTo>
                  <a:lnTo>
                    <a:pt x="310" y="308"/>
                  </a:lnTo>
                  <a:lnTo>
                    <a:pt x="310" y="308"/>
                  </a:lnTo>
                  <a:lnTo>
                    <a:pt x="308" y="308"/>
                  </a:lnTo>
                  <a:lnTo>
                    <a:pt x="308" y="308"/>
                  </a:lnTo>
                  <a:lnTo>
                    <a:pt x="306" y="308"/>
                  </a:lnTo>
                  <a:lnTo>
                    <a:pt x="306" y="308"/>
                  </a:lnTo>
                  <a:lnTo>
                    <a:pt x="306" y="308"/>
                  </a:lnTo>
                  <a:lnTo>
                    <a:pt x="306" y="308"/>
                  </a:lnTo>
                  <a:lnTo>
                    <a:pt x="306" y="306"/>
                  </a:lnTo>
                  <a:lnTo>
                    <a:pt x="306" y="306"/>
                  </a:lnTo>
                  <a:lnTo>
                    <a:pt x="306" y="306"/>
                  </a:lnTo>
                  <a:lnTo>
                    <a:pt x="308" y="304"/>
                  </a:lnTo>
                  <a:lnTo>
                    <a:pt x="308" y="304"/>
                  </a:lnTo>
                  <a:lnTo>
                    <a:pt x="308" y="302"/>
                  </a:lnTo>
                  <a:lnTo>
                    <a:pt x="308" y="302"/>
                  </a:lnTo>
                  <a:lnTo>
                    <a:pt x="308" y="302"/>
                  </a:lnTo>
                  <a:lnTo>
                    <a:pt x="308" y="302"/>
                  </a:lnTo>
                  <a:lnTo>
                    <a:pt x="308" y="302"/>
                  </a:lnTo>
                  <a:lnTo>
                    <a:pt x="308" y="301"/>
                  </a:lnTo>
                  <a:lnTo>
                    <a:pt x="308" y="301"/>
                  </a:lnTo>
                  <a:lnTo>
                    <a:pt x="308" y="301"/>
                  </a:lnTo>
                  <a:lnTo>
                    <a:pt x="306" y="302"/>
                  </a:lnTo>
                  <a:lnTo>
                    <a:pt x="306" y="302"/>
                  </a:lnTo>
                  <a:lnTo>
                    <a:pt x="304" y="302"/>
                  </a:lnTo>
                  <a:lnTo>
                    <a:pt x="304" y="302"/>
                  </a:lnTo>
                  <a:lnTo>
                    <a:pt x="302" y="302"/>
                  </a:lnTo>
                  <a:lnTo>
                    <a:pt x="302" y="302"/>
                  </a:lnTo>
                  <a:lnTo>
                    <a:pt x="302" y="302"/>
                  </a:lnTo>
                  <a:lnTo>
                    <a:pt x="298" y="299"/>
                  </a:lnTo>
                  <a:lnTo>
                    <a:pt x="296" y="299"/>
                  </a:lnTo>
                  <a:lnTo>
                    <a:pt x="296" y="299"/>
                  </a:lnTo>
                  <a:lnTo>
                    <a:pt x="295" y="299"/>
                  </a:lnTo>
                  <a:lnTo>
                    <a:pt x="295" y="299"/>
                  </a:lnTo>
                  <a:lnTo>
                    <a:pt x="295" y="299"/>
                  </a:lnTo>
                  <a:lnTo>
                    <a:pt x="293" y="299"/>
                  </a:lnTo>
                  <a:lnTo>
                    <a:pt x="293" y="299"/>
                  </a:lnTo>
                  <a:lnTo>
                    <a:pt x="291" y="299"/>
                  </a:lnTo>
                  <a:lnTo>
                    <a:pt x="291" y="299"/>
                  </a:lnTo>
                  <a:lnTo>
                    <a:pt x="291" y="297"/>
                  </a:lnTo>
                  <a:lnTo>
                    <a:pt x="291" y="297"/>
                  </a:lnTo>
                  <a:lnTo>
                    <a:pt x="291" y="297"/>
                  </a:lnTo>
                  <a:lnTo>
                    <a:pt x="291" y="295"/>
                  </a:lnTo>
                  <a:lnTo>
                    <a:pt x="289" y="295"/>
                  </a:lnTo>
                  <a:lnTo>
                    <a:pt x="289" y="293"/>
                  </a:lnTo>
                  <a:lnTo>
                    <a:pt x="289" y="293"/>
                  </a:lnTo>
                  <a:lnTo>
                    <a:pt x="287" y="289"/>
                  </a:lnTo>
                  <a:lnTo>
                    <a:pt x="287" y="287"/>
                  </a:lnTo>
                  <a:lnTo>
                    <a:pt x="293" y="285"/>
                  </a:lnTo>
                  <a:lnTo>
                    <a:pt x="293" y="285"/>
                  </a:lnTo>
                  <a:lnTo>
                    <a:pt x="293" y="283"/>
                  </a:lnTo>
                  <a:lnTo>
                    <a:pt x="293" y="283"/>
                  </a:lnTo>
                  <a:lnTo>
                    <a:pt x="293" y="283"/>
                  </a:lnTo>
                  <a:lnTo>
                    <a:pt x="293" y="283"/>
                  </a:lnTo>
                  <a:lnTo>
                    <a:pt x="293" y="283"/>
                  </a:lnTo>
                  <a:lnTo>
                    <a:pt x="293" y="281"/>
                  </a:lnTo>
                  <a:lnTo>
                    <a:pt x="293" y="281"/>
                  </a:lnTo>
                  <a:lnTo>
                    <a:pt x="293" y="279"/>
                  </a:lnTo>
                  <a:lnTo>
                    <a:pt x="293" y="279"/>
                  </a:lnTo>
                  <a:lnTo>
                    <a:pt x="293" y="279"/>
                  </a:lnTo>
                  <a:lnTo>
                    <a:pt x="293" y="279"/>
                  </a:lnTo>
                  <a:lnTo>
                    <a:pt x="291" y="279"/>
                  </a:lnTo>
                  <a:lnTo>
                    <a:pt x="291" y="279"/>
                  </a:lnTo>
                  <a:lnTo>
                    <a:pt x="289" y="279"/>
                  </a:lnTo>
                  <a:lnTo>
                    <a:pt x="289" y="279"/>
                  </a:lnTo>
                  <a:lnTo>
                    <a:pt x="289" y="277"/>
                  </a:lnTo>
                  <a:lnTo>
                    <a:pt x="289" y="277"/>
                  </a:lnTo>
                  <a:lnTo>
                    <a:pt x="287" y="277"/>
                  </a:lnTo>
                  <a:lnTo>
                    <a:pt x="283" y="279"/>
                  </a:lnTo>
                  <a:lnTo>
                    <a:pt x="281" y="281"/>
                  </a:lnTo>
                  <a:lnTo>
                    <a:pt x="279" y="281"/>
                  </a:lnTo>
                  <a:lnTo>
                    <a:pt x="279" y="281"/>
                  </a:lnTo>
                  <a:lnTo>
                    <a:pt x="279" y="281"/>
                  </a:lnTo>
                  <a:lnTo>
                    <a:pt x="279" y="279"/>
                  </a:lnTo>
                  <a:lnTo>
                    <a:pt x="281" y="277"/>
                  </a:lnTo>
                  <a:lnTo>
                    <a:pt x="281" y="277"/>
                  </a:lnTo>
                  <a:lnTo>
                    <a:pt x="281" y="277"/>
                  </a:lnTo>
                  <a:lnTo>
                    <a:pt x="281" y="275"/>
                  </a:lnTo>
                  <a:lnTo>
                    <a:pt x="281" y="275"/>
                  </a:lnTo>
                  <a:lnTo>
                    <a:pt x="281" y="275"/>
                  </a:lnTo>
                  <a:lnTo>
                    <a:pt x="279" y="273"/>
                  </a:lnTo>
                  <a:lnTo>
                    <a:pt x="279" y="273"/>
                  </a:lnTo>
                  <a:lnTo>
                    <a:pt x="277" y="273"/>
                  </a:lnTo>
                  <a:lnTo>
                    <a:pt x="277" y="271"/>
                  </a:lnTo>
                  <a:lnTo>
                    <a:pt x="277" y="271"/>
                  </a:lnTo>
                  <a:lnTo>
                    <a:pt x="277" y="269"/>
                  </a:lnTo>
                  <a:lnTo>
                    <a:pt x="277" y="269"/>
                  </a:lnTo>
                  <a:lnTo>
                    <a:pt x="275" y="269"/>
                  </a:lnTo>
                  <a:lnTo>
                    <a:pt x="271" y="269"/>
                  </a:lnTo>
                  <a:lnTo>
                    <a:pt x="271" y="269"/>
                  </a:lnTo>
                  <a:lnTo>
                    <a:pt x="269" y="267"/>
                  </a:lnTo>
                  <a:lnTo>
                    <a:pt x="269" y="267"/>
                  </a:lnTo>
                  <a:lnTo>
                    <a:pt x="269" y="267"/>
                  </a:lnTo>
                  <a:lnTo>
                    <a:pt x="267" y="267"/>
                  </a:lnTo>
                  <a:lnTo>
                    <a:pt x="267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3" y="265"/>
                  </a:lnTo>
                  <a:lnTo>
                    <a:pt x="261" y="263"/>
                  </a:lnTo>
                  <a:lnTo>
                    <a:pt x="261" y="263"/>
                  </a:lnTo>
                  <a:lnTo>
                    <a:pt x="261" y="263"/>
                  </a:lnTo>
                  <a:lnTo>
                    <a:pt x="261" y="263"/>
                  </a:lnTo>
                  <a:lnTo>
                    <a:pt x="261" y="263"/>
                  </a:lnTo>
                  <a:lnTo>
                    <a:pt x="261" y="259"/>
                  </a:lnTo>
                  <a:lnTo>
                    <a:pt x="261" y="257"/>
                  </a:lnTo>
                  <a:lnTo>
                    <a:pt x="255" y="253"/>
                  </a:lnTo>
                  <a:lnTo>
                    <a:pt x="255" y="253"/>
                  </a:lnTo>
                  <a:lnTo>
                    <a:pt x="255" y="253"/>
                  </a:lnTo>
                  <a:lnTo>
                    <a:pt x="255" y="253"/>
                  </a:lnTo>
                  <a:lnTo>
                    <a:pt x="255" y="249"/>
                  </a:lnTo>
                  <a:lnTo>
                    <a:pt x="255" y="246"/>
                  </a:lnTo>
                  <a:lnTo>
                    <a:pt x="255" y="246"/>
                  </a:lnTo>
                  <a:lnTo>
                    <a:pt x="253" y="244"/>
                  </a:lnTo>
                  <a:lnTo>
                    <a:pt x="249" y="247"/>
                  </a:lnTo>
                  <a:lnTo>
                    <a:pt x="247" y="247"/>
                  </a:lnTo>
                  <a:lnTo>
                    <a:pt x="249" y="251"/>
                  </a:lnTo>
                  <a:lnTo>
                    <a:pt x="249" y="251"/>
                  </a:lnTo>
                  <a:lnTo>
                    <a:pt x="249" y="251"/>
                  </a:lnTo>
                  <a:lnTo>
                    <a:pt x="249" y="253"/>
                  </a:lnTo>
                  <a:lnTo>
                    <a:pt x="249" y="253"/>
                  </a:lnTo>
                  <a:lnTo>
                    <a:pt x="249" y="253"/>
                  </a:lnTo>
                  <a:lnTo>
                    <a:pt x="249" y="253"/>
                  </a:lnTo>
                  <a:lnTo>
                    <a:pt x="249" y="253"/>
                  </a:lnTo>
                  <a:lnTo>
                    <a:pt x="247" y="253"/>
                  </a:lnTo>
                  <a:lnTo>
                    <a:pt x="247" y="253"/>
                  </a:lnTo>
                  <a:lnTo>
                    <a:pt x="247" y="253"/>
                  </a:lnTo>
                  <a:lnTo>
                    <a:pt x="245" y="253"/>
                  </a:lnTo>
                  <a:lnTo>
                    <a:pt x="245" y="253"/>
                  </a:lnTo>
                  <a:lnTo>
                    <a:pt x="240" y="257"/>
                  </a:lnTo>
                  <a:lnTo>
                    <a:pt x="240" y="257"/>
                  </a:lnTo>
                  <a:lnTo>
                    <a:pt x="240" y="257"/>
                  </a:lnTo>
                  <a:lnTo>
                    <a:pt x="240" y="257"/>
                  </a:lnTo>
                  <a:lnTo>
                    <a:pt x="240" y="257"/>
                  </a:lnTo>
                  <a:lnTo>
                    <a:pt x="238" y="257"/>
                  </a:lnTo>
                  <a:lnTo>
                    <a:pt x="238" y="257"/>
                  </a:lnTo>
                  <a:lnTo>
                    <a:pt x="236" y="257"/>
                  </a:lnTo>
                  <a:lnTo>
                    <a:pt x="236" y="259"/>
                  </a:lnTo>
                  <a:lnTo>
                    <a:pt x="234" y="259"/>
                  </a:lnTo>
                  <a:lnTo>
                    <a:pt x="234" y="259"/>
                  </a:lnTo>
                  <a:lnTo>
                    <a:pt x="236" y="261"/>
                  </a:lnTo>
                  <a:lnTo>
                    <a:pt x="236" y="261"/>
                  </a:lnTo>
                  <a:lnTo>
                    <a:pt x="236" y="261"/>
                  </a:lnTo>
                  <a:lnTo>
                    <a:pt x="236" y="263"/>
                  </a:lnTo>
                  <a:lnTo>
                    <a:pt x="232" y="263"/>
                  </a:lnTo>
                  <a:lnTo>
                    <a:pt x="232" y="263"/>
                  </a:lnTo>
                  <a:lnTo>
                    <a:pt x="230" y="263"/>
                  </a:lnTo>
                  <a:lnTo>
                    <a:pt x="230" y="263"/>
                  </a:lnTo>
                  <a:lnTo>
                    <a:pt x="230" y="263"/>
                  </a:lnTo>
                  <a:lnTo>
                    <a:pt x="228" y="263"/>
                  </a:lnTo>
                  <a:lnTo>
                    <a:pt x="226" y="265"/>
                  </a:lnTo>
                  <a:lnTo>
                    <a:pt x="224" y="265"/>
                  </a:lnTo>
                  <a:lnTo>
                    <a:pt x="224" y="265"/>
                  </a:lnTo>
                  <a:lnTo>
                    <a:pt x="224" y="265"/>
                  </a:lnTo>
                  <a:lnTo>
                    <a:pt x="224" y="265"/>
                  </a:lnTo>
                  <a:lnTo>
                    <a:pt x="224" y="267"/>
                  </a:lnTo>
                  <a:lnTo>
                    <a:pt x="220" y="267"/>
                  </a:lnTo>
                  <a:lnTo>
                    <a:pt x="220" y="267"/>
                  </a:lnTo>
                  <a:lnTo>
                    <a:pt x="218" y="267"/>
                  </a:lnTo>
                  <a:lnTo>
                    <a:pt x="216" y="265"/>
                  </a:lnTo>
                  <a:lnTo>
                    <a:pt x="216" y="265"/>
                  </a:lnTo>
                  <a:lnTo>
                    <a:pt x="216" y="265"/>
                  </a:lnTo>
                  <a:lnTo>
                    <a:pt x="214" y="267"/>
                  </a:lnTo>
                  <a:lnTo>
                    <a:pt x="214" y="267"/>
                  </a:lnTo>
                  <a:lnTo>
                    <a:pt x="212" y="267"/>
                  </a:lnTo>
                  <a:lnTo>
                    <a:pt x="212" y="267"/>
                  </a:lnTo>
                  <a:lnTo>
                    <a:pt x="212" y="267"/>
                  </a:lnTo>
                  <a:lnTo>
                    <a:pt x="212" y="269"/>
                  </a:lnTo>
                  <a:lnTo>
                    <a:pt x="212" y="269"/>
                  </a:lnTo>
                  <a:lnTo>
                    <a:pt x="212" y="269"/>
                  </a:lnTo>
                  <a:lnTo>
                    <a:pt x="212" y="271"/>
                  </a:lnTo>
                  <a:lnTo>
                    <a:pt x="212" y="271"/>
                  </a:lnTo>
                  <a:lnTo>
                    <a:pt x="202" y="275"/>
                  </a:lnTo>
                  <a:lnTo>
                    <a:pt x="202" y="275"/>
                  </a:lnTo>
                  <a:lnTo>
                    <a:pt x="202" y="277"/>
                  </a:lnTo>
                  <a:lnTo>
                    <a:pt x="202" y="277"/>
                  </a:lnTo>
                  <a:lnTo>
                    <a:pt x="202" y="277"/>
                  </a:lnTo>
                  <a:lnTo>
                    <a:pt x="202" y="277"/>
                  </a:lnTo>
                  <a:lnTo>
                    <a:pt x="202" y="279"/>
                  </a:lnTo>
                  <a:lnTo>
                    <a:pt x="202" y="279"/>
                  </a:lnTo>
                  <a:lnTo>
                    <a:pt x="202" y="279"/>
                  </a:lnTo>
                  <a:lnTo>
                    <a:pt x="202" y="279"/>
                  </a:lnTo>
                  <a:lnTo>
                    <a:pt x="202" y="281"/>
                  </a:lnTo>
                  <a:lnTo>
                    <a:pt x="202" y="281"/>
                  </a:lnTo>
                  <a:lnTo>
                    <a:pt x="202" y="281"/>
                  </a:lnTo>
                  <a:lnTo>
                    <a:pt x="200" y="283"/>
                  </a:lnTo>
                  <a:lnTo>
                    <a:pt x="198" y="283"/>
                  </a:lnTo>
                  <a:lnTo>
                    <a:pt x="198" y="283"/>
                  </a:lnTo>
                  <a:lnTo>
                    <a:pt x="198" y="283"/>
                  </a:lnTo>
                  <a:lnTo>
                    <a:pt x="196" y="283"/>
                  </a:lnTo>
                  <a:lnTo>
                    <a:pt x="196" y="283"/>
                  </a:lnTo>
                  <a:lnTo>
                    <a:pt x="196" y="283"/>
                  </a:lnTo>
                  <a:lnTo>
                    <a:pt x="194" y="283"/>
                  </a:lnTo>
                  <a:lnTo>
                    <a:pt x="194" y="283"/>
                  </a:lnTo>
                  <a:lnTo>
                    <a:pt x="191" y="285"/>
                  </a:lnTo>
                  <a:lnTo>
                    <a:pt x="191" y="285"/>
                  </a:lnTo>
                  <a:lnTo>
                    <a:pt x="191" y="285"/>
                  </a:lnTo>
                  <a:lnTo>
                    <a:pt x="191" y="285"/>
                  </a:lnTo>
                  <a:lnTo>
                    <a:pt x="191" y="287"/>
                  </a:lnTo>
                  <a:lnTo>
                    <a:pt x="191" y="287"/>
                  </a:lnTo>
                  <a:lnTo>
                    <a:pt x="191" y="287"/>
                  </a:lnTo>
                  <a:lnTo>
                    <a:pt x="191" y="289"/>
                  </a:lnTo>
                  <a:lnTo>
                    <a:pt x="191" y="289"/>
                  </a:lnTo>
                  <a:lnTo>
                    <a:pt x="189" y="289"/>
                  </a:lnTo>
                  <a:lnTo>
                    <a:pt x="183" y="293"/>
                  </a:lnTo>
                  <a:lnTo>
                    <a:pt x="181" y="293"/>
                  </a:lnTo>
                  <a:lnTo>
                    <a:pt x="181" y="293"/>
                  </a:lnTo>
                  <a:lnTo>
                    <a:pt x="181" y="293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77" y="291"/>
                  </a:lnTo>
                  <a:lnTo>
                    <a:pt x="175" y="291"/>
                  </a:lnTo>
                  <a:lnTo>
                    <a:pt x="175" y="291"/>
                  </a:lnTo>
                  <a:lnTo>
                    <a:pt x="175" y="291"/>
                  </a:lnTo>
                  <a:lnTo>
                    <a:pt x="175" y="291"/>
                  </a:lnTo>
                  <a:lnTo>
                    <a:pt x="175" y="293"/>
                  </a:lnTo>
                  <a:lnTo>
                    <a:pt x="175" y="293"/>
                  </a:lnTo>
                  <a:lnTo>
                    <a:pt x="173" y="293"/>
                  </a:lnTo>
                  <a:lnTo>
                    <a:pt x="167" y="293"/>
                  </a:lnTo>
                  <a:lnTo>
                    <a:pt x="167" y="293"/>
                  </a:lnTo>
                  <a:lnTo>
                    <a:pt x="167" y="291"/>
                  </a:lnTo>
                  <a:lnTo>
                    <a:pt x="167" y="291"/>
                  </a:lnTo>
                  <a:lnTo>
                    <a:pt x="165" y="291"/>
                  </a:lnTo>
                  <a:lnTo>
                    <a:pt x="165" y="291"/>
                  </a:lnTo>
                  <a:lnTo>
                    <a:pt x="165" y="291"/>
                  </a:lnTo>
                  <a:lnTo>
                    <a:pt x="165" y="293"/>
                  </a:lnTo>
                  <a:lnTo>
                    <a:pt x="165" y="293"/>
                  </a:lnTo>
                  <a:lnTo>
                    <a:pt x="163" y="293"/>
                  </a:lnTo>
                  <a:lnTo>
                    <a:pt x="163" y="293"/>
                  </a:lnTo>
                  <a:lnTo>
                    <a:pt x="163" y="293"/>
                  </a:lnTo>
                  <a:lnTo>
                    <a:pt x="159" y="291"/>
                  </a:lnTo>
                  <a:lnTo>
                    <a:pt x="157" y="291"/>
                  </a:lnTo>
                  <a:lnTo>
                    <a:pt x="155" y="291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4" y="295"/>
                  </a:lnTo>
                  <a:lnTo>
                    <a:pt x="144" y="295"/>
                  </a:lnTo>
                  <a:lnTo>
                    <a:pt x="144" y="295"/>
                  </a:lnTo>
                  <a:lnTo>
                    <a:pt x="144" y="297"/>
                  </a:lnTo>
                  <a:lnTo>
                    <a:pt x="145" y="301"/>
                  </a:lnTo>
                  <a:lnTo>
                    <a:pt x="145" y="301"/>
                  </a:lnTo>
                  <a:lnTo>
                    <a:pt x="145" y="302"/>
                  </a:lnTo>
                  <a:lnTo>
                    <a:pt x="144" y="302"/>
                  </a:lnTo>
                  <a:lnTo>
                    <a:pt x="144" y="302"/>
                  </a:lnTo>
                  <a:lnTo>
                    <a:pt x="142" y="301"/>
                  </a:lnTo>
                  <a:lnTo>
                    <a:pt x="142" y="301"/>
                  </a:lnTo>
                  <a:lnTo>
                    <a:pt x="140" y="302"/>
                  </a:lnTo>
                  <a:lnTo>
                    <a:pt x="138" y="302"/>
                  </a:lnTo>
                  <a:lnTo>
                    <a:pt x="136" y="302"/>
                  </a:lnTo>
                  <a:lnTo>
                    <a:pt x="134" y="302"/>
                  </a:lnTo>
                  <a:lnTo>
                    <a:pt x="134" y="304"/>
                  </a:lnTo>
                  <a:lnTo>
                    <a:pt x="134" y="304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26" y="302"/>
                  </a:lnTo>
                  <a:lnTo>
                    <a:pt x="126" y="301"/>
                  </a:lnTo>
                  <a:lnTo>
                    <a:pt x="126" y="301"/>
                  </a:lnTo>
                  <a:lnTo>
                    <a:pt x="126" y="295"/>
                  </a:lnTo>
                  <a:lnTo>
                    <a:pt x="126" y="295"/>
                  </a:lnTo>
                  <a:lnTo>
                    <a:pt x="126" y="295"/>
                  </a:lnTo>
                  <a:lnTo>
                    <a:pt x="126" y="295"/>
                  </a:lnTo>
                  <a:lnTo>
                    <a:pt x="126" y="293"/>
                  </a:lnTo>
                  <a:lnTo>
                    <a:pt x="126" y="293"/>
                  </a:lnTo>
                  <a:lnTo>
                    <a:pt x="124" y="293"/>
                  </a:lnTo>
                  <a:lnTo>
                    <a:pt x="124" y="293"/>
                  </a:lnTo>
                  <a:lnTo>
                    <a:pt x="124" y="295"/>
                  </a:lnTo>
                  <a:lnTo>
                    <a:pt x="124" y="295"/>
                  </a:lnTo>
                  <a:lnTo>
                    <a:pt x="122" y="295"/>
                  </a:lnTo>
                  <a:lnTo>
                    <a:pt x="122" y="295"/>
                  </a:lnTo>
                  <a:lnTo>
                    <a:pt x="122" y="295"/>
                  </a:lnTo>
                  <a:lnTo>
                    <a:pt x="114" y="295"/>
                  </a:lnTo>
                  <a:lnTo>
                    <a:pt x="114" y="297"/>
                  </a:lnTo>
                  <a:lnTo>
                    <a:pt x="112" y="297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6" y="301"/>
                  </a:lnTo>
                  <a:lnTo>
                    <a:pt x="118" y="302"/>
                  </a:lnTo>
                  <a:lnTo>
                    <a:pt x="118" y="302"/>
                  </a:lnTo>
                  <a:lnTo>
                    <a:pt x="118" y="302"/>
                  </a:lnTo>
                  <a:lnTo>
                    <a:pt x="118" y="302"/>
                  </a:lnTo>
                  <a:lnTo>
                    <a:pt x="118" y="302"/>
                  </a:lnTo>
                  <a:lnTo>
                    <a:pt x="118" y="302"/>
                  </a:lnTo>
                  <a:lnTo>
                    <a:pt x="118" y="304"/>
                  </a:lnTo>
                  <a:lnTo>
                    <a:pt x="118" y="304"/>
                  </a:lnTo>
                  <a:lnTo>
                    <a:pt x="118" y="304"/>
                  </a:lnTo>
                  <a:lnTo>
                    <a:pt x="118" y="304"/>
                  </a:lnTo>
                  <a:lnTo>
                    <a:pt x="114" y="304"/>
                  </a:lnTo>
                  <a:lnTo>
                    <a:pt x="112" y="304"/>
                  </a:lnTo>
                  <a:lnTo>
                    <a:pt x="112" y="304"/>
                  </a:lnTo>
                  <a:lnTo>
                    <a:pt x="112" y="306"/>
                  </a:lnTo>
                  <a:lnTo>
                    <a:pt x="112" y="306"/>
                  </a:lnTo>
                  <a:lnTo>
                    <a:pt x="112" y="306"/>
                  </a:lnTo>
                  <a:lnTo>
                    <a:pt x="112" y="306"/>
                  </a:lnTo>
                  <a:lnTo>
                    <a:pt x="112" y="306"/>
                  </a:lnTo>
                  <a:lnTo>
                    <a:pt x="112" y="308"/>
                  </a:lnTo>
                  <a:lnTo>
                    <a:pt x="112" y="308"/>
                  </a:lnTo>
                  <a:lnTo>
                    <a:pt x="112" y="308"/>
                  </a:lnTo>
                  <a:lnTo>
                    <a:pt x="112" y="308"/>
                  </a:lnTo>
                  <a:lnTo>
                    <a:pt x="112" y="310"/>
                  </a:lnTo>
                  <a:lnTo>
                    <a:pt x="112" y="310"/>
                  </a:lnTo>
                  <a:lnTo>
                    <a:pt x="110" y="310"/>
                  </a:lnTo>
                  <a:lnTo>
                    <a:pt x="110" y="310"/>
                  </a:lnTo>
                  <a:lnTo>
                    <a:pt x="110" y="310"/>
                  </a:lnTo>
                  <a:lnTo>
                    <a:pt x="108" y="308"/>
                  </a:lnTo>
                  <a:lnTo>
                    <a:pt x="108" y="308"/>
                  </a:lnTo>
                  <a:lnTo>
                    <a:pt x="108" y="308"/>
                  </a:lnTo>
                  <a:lnTo>
                    <a:pt x="108" y="310"/>
                  </a:lnTo>
                  <a:lnTo>
                    <a:pt x="106" y="310"/>
                  </a:lnTo>
                  <a:lnTo>
                    <a:pt x="106" y="312"/>
                  </a:lnTo>
                  <a:lnTo>
                    <a:pt x="104" y="314"/>
                  </a:lnTo>
                  <a:lnTo>
                    <a:pt x="102" y="310"/>
                  </a:lnTo>
                  <a:lnTo>
                    <a:pt x="98" y="304"/>
                  </a:lnTo>
                  <a:lnTo>
                    <a:pt x="93" y="299"/>
                  </a:lnTo>
                  <a:lnTo>
                    <a:pt x="85" y="291"/>
                  </a:lnTo>
                  <a:lnTo>
                    <a:pt x="77" y="283"/>
                  </a:lnTo>
                  <a:lnTo>
                    <a:pt x="69" y="275"/>
                  </a:lnTo>
                  <a:lnTo>
                    <a:pt x="61" y="267"/>
                  </a:lnTo>
                  <a:lnTo>
                    <a:pt x="55" y="263"/>
                  </a:lnTo>
                  <a:lnTo>
                    <a:pt x="53" y="259"/>
                  </a:lnTo>
                  <a:lnTo>
                    <a:pt x="51" y="257"/>
                  </a:lnTo>
                  <a:lnTo>
                    <a:pt x="51" y="253"/>
                  </a:lnTo>
                  <a:lnTo>
                    <a:pt x="51" y="253"/>
                  </a:lnTo>
                  <a:lnTo>
                    <a:pt x="47" y="244"/>
                  </a:lnTo>
                  <a:lnTo>
                    <a:pt x="47" y="244"/>
                  </a:lnTo>
                  <a:lnTo>
                    <a:pt x="47" y="244"/>
                  </a:lnTo>
                  <a:lnTo>
                    <a:pt x="49" y="244"/>
                  </a:lnTo>
                  <a:lnTo>
                    <a:pt x="51" y="244"/>
                  </a:lnTo>
                  <a:lnTo>
                    <a:pt x="57" y="246"/>
                  </a:lnTo>
                  <a:lnTo>
                    <a:pt x="59" y="247"/>
                  </a:lnTo>
                  <a:lnTo>
                    <a:pt x="63" y="244"/>
                  </a:lnTo>
                  <a:lnTo>
                    <a:pt x="63" y="244"/>
                  </a:lnTo>
                  <a:lnTo>
                    <a:pt x="65" y="244"/>
                  </a:lnTo>
                  <a:lnTo>
                    <a:pt x="65" y="242"/>
                  </a:lnTo>
                  <a:lnTo>
                    <a:pt x="65" y="242"/>
                  </a:lnTo>
                  <a:lnTo>
                    <a:pt x="67" y="240"/>
                  </a:lnTo>
                  <a:lnTo>
                    <a:pt x="67" y="238"/>
                  </a:lnTo>
                  <a:lnTo>
                    <a:pt x="69" y="236"/>
                  </a:lnTo>
                  <a:lnTo>
                    <a:pt x="69" y="236"/>
                  </a:lnTo>
                  <a:lnTo>
                    <a:pt x="69" y="234"/>
                  </a:lnTo>
                  <a:lnTo>
                    <a:pt x="69" y="232"/>
                  </a:lnTo>
                  <a:lnTo>
                    <a:pt x="69" y="230"/>
                  </a:lnTo>
                  <a:lnTo>
                    <a:pt x="67" y="230"/>
                  </a:lnTo>
                  <a:lnTo>
                    <a:pt x="65" y="228"/>
                  </a:lnTo>
                  <a:lnTo>
                    <a:pt x="67" y="228"/>
                  </a:lnTo>
                  <a:lnTo>
                    <a:pt x="67" y="226"/>
                  </a:lnTo>
                  <a:lnTo>
                    <a:pt x="69" y="226"/>
                  </a:lnTo>
                  <a:lnTo>
                    <a:pt x="73" y="226"/>
                  </a:lnTo>
                  <a:lnTo>
                    <a:pt x="73" y="226"/>
                  </a:lnTo>
                  <a:lnTo>
                    <a:pt x="73" y="224"/>
                  </a:lnTo>
                  <a:lnTo>
                    <a:pt x="73" y="222"/>
                  </a:lnTo>
                  <a:lnTo>
                    <a:pt x="73" y="222"/>
                  </a:lnTo>
                  <a:lnTo>
                    <a:pt x="71" y="222"/>
                  </a:lnTo>
                  <a:lnTo>
                    <a:pt x="67" y="224"/>
                  </a:lnTo>
                  <a:lnTo>
                    <a:pt x="67" y="224"/>
                  </a:lnTo>
                  <a:lnTo>
                    <a:pt x="65" y="224"/>
                  </a:lnTo>
                  <a:lnTo>
                    <a:pt x="63" y="224"/>
                  </a:lnTo>
                  <a:lnTo>
                    <a:pt x="61" y="224"/>
                  </a:lnTo>
                  <a:lnTo>
                    <a:pt x="61" y="226"/>
                  </a:lnTo>
                  <a:lnTo>
                    <a:pt x="61" y="228"/>
                  </a:lnTo>
                  <a:lnTo>
                    <a:pt x="61" y="230"/>
                  </a:lnTo>
                  <a:lnTo>
                    <a:pt x="59" y="230"/>
                  </a:lnTo>
                  <a:lnTo>
                    <a:pt x="59" y="230"/>
                  </a:lnTo>
                  <a:lnTo>
                    <a:pt x="57" y="230"/>
                  </a:lnTo>
                  <a:lnTo>
                    <a:pt x="57" y="230"/>
                  </a:lnTo>
                  <a:lnTo>
                    <a:pt x="55" y="230"/>
                  </a:lnTo>
                  <a:lnTo>
                    <a:pt x="53" y="232"/>
                  </a:lnTo>
                  <a:lnTo>
                    <a:pt x="51" y="232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0" y="230"/>
                  </a:lnTo>
                  <a:lnTo>
                    <a:pt x="40" y="232"/>
                  </a:lnTo>
                  <a:lnTo>
                    <a:pt x="40" y="232"/>
                  </a:lnTo>
                  <a:lnTo>
                    <a:pt x="40" y="234"/>
                  </a:lnTo>
                  <a:lnTo>
                    <a:pt x="40" y="236"/>
                  </a:lnTo>
                  <a:lnTo>
                    <a:pt x="34" y="238"/>
                  </a:lnTo>
                  <a:lnTo>
                    <a:pt x="24" y="242"/>
                  </a:lnTo>
                  <a:lnTo>
                    <a:pt x="20" y="244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18" y="216"/>
                  </a:lnTo>
                  <a:lnTo>
                    <a:pt x="20" y="212"/>
                  </a:lnTo>
                  <a:lnTo>
                    <a:pt x="20" y="212"/>
                  </a:lnTo>
                  <a:lnTo>
                    <a:pt x="20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26" y="210"/>
                  </a:lnTo>
                  <a:lnTo>
                    <a:pt x="26" y="208"/>
                  </a:lnTo>
                  <a:lnTo>
                    <a:pt x="26" y="206"/>
                  </a:lnTo>
                  <a:lnTo>
                    <a:pt x="26" y="206"/>
                  </a:lnTo>
                  <a:lnTo>
                    <a:pt x="26" y="206"/>
                  </a:lnTo>
                  <a:lnTo>
                    <a:pt x="26" y="204"/>
                  </a:lnTo>
                  <a:lnTo>
                    <a:pt x="26" y="202"/>
                  </a:lnTo>
                  <a:lnTo>
                    <a:pt x="26" y="202"/>
                  </a:lnTo>
                  <a:lnTo>
                    <a:pt x="26" y="200"/>
                  </a:lnTo>
                  <a:lnTo>
                    <a:pt x="26" y="200"/>
                  </a:lnTo>
                  <a:lnTo>
                    <a:pt x="26" y="200"/>
                  </a:lnTo>
                  <a:lnTo>
                    <a:pt x="26" y="200"/>
                  </a:lnTo>
                  <a:lnTo>
                    <a:pt x="26" y="198"/>
                  </a:lnTo>
                  <a:lnTo>
                    <a:pt x="26" y="198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198"/>
                  </a:lnTo>
                  <a:lnTo>
                    <a:pt x="22" y="198"/>
                  </a:lnTo>
                  <a:lnTo>
                    <a:pt x="22" y="198"/>
                  </a:lnTo>
                  <a:lnTo>
                    <a:pt x="22" y="194"/>
                  </a:lnTo>
                  <a:lnTo>
                    <a:pt x="22" y="194"/>
                  </a:lnTo>
                  <a:lnTo>
                    <a:pt x="22" y="193"/>
                  </a:lnTo>
                  <a:lnTo>
                    <a:pt x="20" y="193"/>
                  </a:lnTo>
                  <a:lnTo>
                    <a:pt x="20" y="191"/>
                  </a:lnTo>
                  <a:lnTo>
                    <a:pt x="20" y="191"/>
                  </a:lnTo>
                  <a:lnTo>
                    <a:pt x="20" y="191"/>
                  </a:lnTo>
                  <a:lnTo>
                    <a:pt x="16" y="189"/>
                  </a:lnTo>
                  <a:lnTo>
                    <a:pt x="16" y="189"/>
                  </a:lnTo>
                  <a:lnTo>
                    <a:pt x="16" y="189"/>
                  </a:lnTo>
                  <a:lnTo>
                    <a:pt x="14" y="189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85"/>
                  </a:lnTo>
                  <a:lnTo>
                    <a:pt x="14" y="185"/>
                  </a:lnTo>
                  <a:lnTo>
                    <a:pt x="14" y="185"/>
                  </a:lnTo>
                  <a:lnTo>
                    <a:pt x="16" y="183"/>
                  </a:lnTo>
                  <a:lnTo>
                    <a:pt x="16" y="183"/>
                  </a:lnTo>
                  <a:lnTo>
                    <a:pt x="16" y="183"/>
                  </a:lnTo>
                  <a:lnTo>
                    <a:pt x="16" y="183"/>
                  </a:lnTo>
                  <a:lnTo>
                    <a:pt x="16" y="183"/>
                  </a:lnTo>
                  <a:lnTo>
                    <a:pt x="14" y="181"/>
                  </a:lnTo>
                  <a:lnTo>
                    <a:pt x="12" y="181"/>
                  </a:lnTo>
                  <a:lnTo>
                    <a:pt x="12" y="181"/>
                  </a:lnTo>
                  <a:lnTo>
                    <a:pt x="8" y="181"/>
                  </a:lnTo>
                  <a:lnTo>
                    <a:pt x="8" y="181"/>
                  </a:lnTo>
                  <a:lnTo>
                    <a:pt x="8" y="181"/>
                  </a:lnTo>
                  <a:lnTo>
                    <a:pt x="6" y="181"/>
                  </a:lnTo>
                  <a:lnTo>
                    <a:pt x="6" y="179"/>
                  </a:lnTo>
                  <a:lnTo>
                    <a:pt x="6" y="179"/>
                  </a:lnTo>
                  <a:lnTo>
                    <a:pt x="6" y="179"/>
                  </a:lnTo>
                  <a:lnTo>
                    <a:pt x="8" y="179"/>
                  </a:lnTo>
                  <a:lnTo>
                    <a:pt x="10" y="175"/>
                  </a:lnTo>
                  <a:lnTo>
                    <a:pt x="10" y="173"/>
                  </a:lnTo>
                  <a:lnTo>
                    <a:pt x="10" y="171"/>
                  </a:lnTo>
                  <a:lnTo>
                    <a:pt x="10" y="169"/>
                  </a:lnTo>
                  <a:lnTo>
                    <a:pt x="10" y="169"/>
                  </a:lnTo>
                  <a:lnTo>
                    <a:pt x="10" y="169"/>
                  </a:lnTo>
                  <a:lnTo>
                    <a:pt x="10" y="169"/>
                  </a:lnTo>
                  <a:lnTo>
                    <a:pt x="8" y="167"/>
                  </a:lnTo>
                  <a:lnTo>
                    <a:pt x="8" y="167"/>
                  </a:lnTo>
                  <a:lnTo>
                    <a:pt x="6" y="167"/>
                  </a:lnTo>
                  <a:lnTo>
                    <a:pt x="6" y="167"/>
                  </a:lnTo>
                  <a:lnTo>
                    <a:pt x="8" y="165"/>
                  </a:lnTo>
                  <a:lnTo>
                    <a:pt x="8" y="165"/>
                  </a:lnTo>
                  <a:lnTo>
                    <a:pt x="6" y="165"/>
                  </a:lnTo>
                  <a:lnTo>
                    <a:pt x="6" y="165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6" y="163"/>
                  </a:lnTo>
                  <a:lnTo>
                    <a:pt x="6" y="161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6" y="157"/>
                  </a:lnTo>
                  <a:lnTo>
                    <a:pt x="6" y="15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6" y="151"/>
                  </a:lnTo>
                  <a:lnTo>
                    <a:pt x="6" y="151"/>
                  </a:lnTo>
                  <a:lnTo>
                    <a:pt x="4" y="151"/>
                  </a:lnTo>
                  <a:lnTo>
                    <a:pt x="4" y="151"/>
                  </a:lnTo>
                  <a:lnTo>
                    <a:pt x="4" y="151"/>
                  </a:lnTo>
                  <a:lnTo>
                    <a:pt x="4" y="149"/>
                  </a:lnTo>
                  <a:lnTo>
                    <a:pt x="4" y="149"/>
                  </a:lnTo>
                  <a:lnTo>
                    <a:pt x="4" y="147"/>
                  </a:lnTo>
                  <a:lnTo>
                    <a:pt x="4" y="147"/>
                  </a:lnTo>
                  <a:lnTo>
                    <a:pt x="2" y="147"/>
                  </a:lnTo>
                  <a:lnTo>
                    <a:pt x="2" y="145"/>
                  </a:lnTo>
                  <a:lnTo>
                    <a:pt x="2" y="145"/>
                  </a:lnTo>
                  <a:lnTo>
                    <a:pt x="2" y="145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4" y="138"/>
                  </a:lnTo>
                  <a:lnTo>
                    <a:pt x="4" y="138"/>
                  </a:lnTo>
                  <a:lnTo>
                    <a:pt x="4" y="138"/>
                  </a:lnTo>
                  <a:lnTo>
                    <a:pt x="6" y="138"/>
                  </a:lnTo>
                  <a:lnTo>
                    <a:pt x="10" y="136"/>
                  </a:lnTo>
                  <a:lnTo>
                    <a:pt x="10" y="136"/>
                  </a:lnTo>
                  <a:lnTo>
                    <a:pt x="12" y="134"/>
                  </a:lnTo>
                  <a:lnTo>
                    <a:pt x="12" y="134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2" y="130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6" y="130"/>
                  </a:lnTo>
                  <a:lnTo>
                    <a:pt x="6" y="130"/>
                  </a:lnTo>
                  <a:lnTo>
                    <a:pt x="6" y="128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4" y="118"/>
                  </a:lnTo>
                  <a:lnTo>
                    <a:pt x="4" y="118"/>
                  </a:lnTo>
                  <a:lnTo>
                    <a:pt x="6" y="118"/>
                  </a:lnTo>
                  <a:lnTo>
                    <a:pt x="6" y="116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4" y="112"/>
                  </a:lnTo>
                  <a:lnTo>
                    <a:pt x="4" y="112"/>
                  </a:lnTo>
                  <a:lnTo>
                    <a:pt x="4" y="112"/>
                  </a:lnTo>
                  <a:lnTo>
                    <a:pt x="6" y="112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0" y="116"/>
                  </a:lnTo>
                  <a:lnTo>
                    <a:pt x="14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6" y="112"/>
                  </a:lnTo>
                  <a:lnTo>
                    <a:pt x="16" y="112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6" y="110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6" y="94"/>
                  </a:lnTo>
                  <a:lnTo>
                    <a:pt x="26" y="94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8" y="92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34" y="90"/>
                  </a:lnTo>
                  <a:lnTo>
                    <a:pt x="34" y="88"/>
                  </a:lnTo>
                  <a:lnTo>
                    <a:pt x="36" y="88"/>
                  </a:lnTo>
                  <a:lnTo>
                    <a:pt x="36" y="86"/>
                  </a:lnTo>
                  <a:lnTo>
                    <a:pt x="36" y="86"/>
                  </a:lnTo>
                  <a:lnTo>
                    <a:pt x="38" y="86"/>
                  </a:lnTo>
                  <a:lnTo>
                    <a:pt x="43" y="88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5" y="86"/>
                  </a:lnTo>
                  <a:lnTo>
                    <a:pt x="47" y="86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47" y="85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53" y="88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9" y="86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1" y="85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59" y="81"/>
                  </a:lnTo>
                  <a:lnTo>
                    <a:pt x="57" y="79"/>
                  </a:lnTo>
                  <a:lnTo>
                    <a:pt x="57" y="79"/>
                  </a:lnTo>
                  <a:lnTo>
                    <a:pt x="57" y="77"/>
                  </a:lnTo>
                  <a:lnTo>
                    <a:pt x="57" y="77"/>
                  </a:lnTo>
                  <a:lnTo>
                    <a:pt x="55" y="77"/>
                  </a:lnTo>
                  <a:lnTo>
                    <a:pt x="53" y="75"/>
                  </a:lnTo>
                  <a:lnTo>
                    <a:pt x="53" y="75"/>
                  </a:lnTo>
                  <a:lnTo>
                    <a:pt x="53" y="75"/>
                  </a:lnTo>
                  <a:lnTo>
                    <a:pt x="53" y="73"/>
                  </a:lnTo>
                  <a:lnTo>
                    <a:pt x="53" y="69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5" y="67"/>
                  </a:lnTo>
                  <a:lnTo>
                    <a:pt x="55" y="67"/>
                  </a:lnTo>
                  <a:lnTo>
                    <a:pt x="55" y="65"/>
                  </a:lnTo>
                  <a:lnTo>
                    <a:pt x="55" y="65"/>
                  </a:lnTo>
                  <a:lnTo>
                    <a:pt x="55" y="65"/>
                  </a:lnTo>
                  <a:lnTo>
                    <a:pt x="55" y="65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1"/>
                  </a:lnTo>
                  <a:lnTo>
                    <a:pt x="51" y="61"/>
                  </a:lnTo>
                  <a:lnTo>
                    <a:pt x="51" y="61"/>
                  </a:lnTo>
                  <a:lnTo>
                    <a:pt x="51" y="63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7" y="61"/>
                  </a:lnTo>
                  <a:lnTo>
                    <a:pt x="47" y="61"/>
                  </a:lnTo>
                  <a:lnTo>
                    <a:pt x="47" y="61"/>
                  </a:lnTo>
                  <a:lnTo>
                    <a:pt x="47" y="61"/>
                  </a:lnTo>
                  <a:lnTo>
                    <a:pt x="45" y="61"/>
                  </a:lnTo>
                  <a:lnTo>
                    <a:pt x="45" y="63"/>
                  </a:lnTo>
                  <a:lnTo>
                    <a:pt x="45" y="63"/>
                  </a:lnTo>
                  <a:lnTo>
                    <a:pt x="43" y="63"/>
                  </a:lnTo>
                  <a:lnTo>
                    <a:pt x="43" y="63"/>
                  </a:lnTo>
                  <a:lnTo>
                    <a:pt x="43" y="63"/>
                  </a:lnTo>
                  <a:lnTo>
                    <a:pt x="43" y="63"/>
                  </a:lnTo>
                  <a:lnTo>
                    <a:pt x="43" y="61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5" y="59"/>
                  </a:lnTo>
                  <a:lnTo>
                    <a:pt x="49" y="57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3" y="49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61" y="45"/>
                  </a:lnTo>
                  <a:lnTo>
                    <a:pt x="63" y="43"/>
                  </a:lnTo>
                  <a:lnTo>
                    <a:pt x="65" y="43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3" y="41"/>
                  </a:lnTo>
                  <a:lnTo>
                    <a:pt x="65" y="33"/>
                  </a:lnTo>
                  <a:lnTo>
                    <a:pt x="63" y="32"/>
                  </a:lnTo>
                  <a:lnTo>
                    <a:pt x="63" y="32"/>
                  </a:lnTo>
                  <a:lnTo>
                    <a:pt x="63" y="30"/>
                  </a:lnTo>
                  <a:lnTo>
                    <a:pt x="65" y="28"/>
                  </a:lnTo>
                  <a:lnTo>
                    <a:pt x="65" y="28"/>
                  </a:lnTo>
                  <a:lnTo>
                    <a:pt x="65" y="28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3" y="22"/>
                  </a:lnTo>
                  <a:lnTo>
                    <a:pt x="63" y="20"/>
                  </a:lnTo>
                  <a:lnTo>
                    <a:pt x="63" y="18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1049338" y="4217988"/>
              <a:ext cx="82550" cy="87313"/>
            </a:xfrm>
            <a:custGeom>
              <a:avLst/>
              <a:gdLst>
                <a:gd name="T0" fmla="*/ 36 w 104"/>
                <a:gd name="T1" fmla="*/ 6 h 110"/>
                <a:gd name="T2" fmla="*/ 45 w 104"/>
                <a:gd name="T3" fmla="*/ 12 h 110"/>
                <a:gd name="T4" fmla="*/ 49 w 104"/>
                <a:gd name="T5" fmla="*/ 4 h 110"/>
                <a:gd name="T6" fmla="*/ 55 w 104"/>
                <a:gd name="T7" fmla="*/ 6 h 110"/>
                <a:gd name="T8" fmla="*/ 65 w 104"/>
                <a:gd name="T9" fmla="*/ 12 h 110"/>
                <a:gd name="T10" fmla="*/ 73 w 104"/>
                <a:gd name="T11" fmla="*/ 14 h 110"/>
                <a:gd name="T12" fmla="*/ 77 w 104"/>
                <a:gd name="T13" fmla="*/ 20 h 110"/>
                <a:gd name="T14" fmla="*/ 75 w 104"/>
                <a:gd name="T15" fmla="*/ 22 h 110"/>
                <a:gd name="T16" fmla="*/ 75 w 104"/>
                <a:gd name="T17" fmla="*/ 26 h 110"/>
                <a:gd name="T18" fmla="*/ 79 w 104"/>
                <a:gd name="T19" fmla="*/ 24 h 110"/>
                <a:gd name="T20" fmla="*/ 87 w 104"/>
                <a:gd name="T21" fmla="*/ 24 h 110"/>
                <a:gd name="T22" fmla="*/ 92 w 104"/>
                <a:gd name="T23" fmla="*/ 20 h 110"/>
                <a:gd name="T24" fmla="*/ 98 w 104"/>
                <a:gd name="T25" fmla="*/ 22 h 110"/>
                <a:gd name="T26" fmla="*/ 96 w 104"/>
                <a:gd name="T27" fmla="*/ 28 h 110"/>
                <a:gd name="T28" fmla="*/ 100 w 104"/>
                <a:gd name="T29" fmla="*/ 32 h 110"/>
                <a:gd name="T30" fmla="*/ 104 w 104"/>
                <a:gd name="T31" fmla="*/ 36 h 110"/>
                <a:gd name="T32" fmla="*/ 98 w 104"/>
                <a:gd name="T33" fmla="*/ 40 h 110"/>
                <a:gd name="T34" fmla="*/ 89 w 104"/>
                <a:gd name="T35" fmla="*/ 47 h 110"/>
                <a:gd name="T36" fmla="*/ 83 w 104"/>
                <a:gd name="T37" fmla="*/ 55 h 110"/>
                <a:gd name="T38" fmla="*/ 79 w 104"/>
                <a:gd name="T39" fmla="*/ 57 h 110"/>
                <a:gd name="T40" fmla="*/ 79 w 104"/>
                <a:gd name="T41" fmla="*/ 61 h 110"/>
                <a:gd name="T42" fmla="*/ 81 w 104"/>
                <a:gd name="T43" fmla="*/ 65 h 110"/>
                <a:gd name="T44" fmla="*/ 79 w 104"/>
                <a:gd name="T45" fmla="*/ 73 h 110"/>
                <a:gd name="T46" fmla="*/ 79 w 104"/>
                <a:gd name="T47" fmla="*/ 77 h 110"/>
                <a:gd name="T48" fmla="*/ 75 w 104"/>
                <a:gd name="T49" fmla="*/ 77 h 110"/>
                <a:gd name="T50" fmla="*/ 77 w 104"/>
                <a:gd name="T51" fmla="*/ 83 h 110"/>
                <a:gd name="T52" fmla="*/ 81 w 104"/>
                <a:gd name="T53" fmla="*/ 85 h 110"/>
                <a:gd name="T54" fmla="*/ 79 w 104"/>
                <a:gd name="T55" fmla="*/ 87 h 110"/>
                <a:gd name="T56" fmla="*/ 77 w 104"/>
                <a:gd name="T57" fmla="*/ 89 h 110"/>
                <a:gd name="T58" fmla="*/ 79 w 104"/>
                <a:gd name="T59" fmla="*/ 91 h 110"/>
                <a:gd name="T60" fmla="*/ 73 w 104"/>
                <a:gd name="T61" fmla="*/ 95 h 110"/>
                <a:gd name="T62" fmla="*/ 67 w 104"/>
                <a:gd name="T63" fmla="*/ 93 h 110"/>
                <a:gd name="T64" fmla="*/ 63 w 104"/>
                <a:gd name="T65" fmla="*/ 93 h 110"/>
                <a:gd name="T66" fmla="*/ 61 w 104"/>
                <a:gd name="T67" fmla="*/ 89 h 110"/>
                <a:gd name="T68" fmla="*/ 55 w 104"/>
                <a:gd name="T69" fmla="*/ 93 h 110"/>
                <a:gd name="T70" fmla="*/ 57 w 104"/>
                <a:gd name="T71" fmla="*/ 96 h 110"/>
                <a:gd name="T72" fmla="*/ 55 w 104"/>
                <a:gd name="T73" fmla="*/ 100 h 110"/>
                <a:gd name="T74" fmla="*/ 51 w 104"/>
                <a:gd name="T75" fmla="*/ 100 h 110"/>
                <a:gd name="T76" fmla="*/ 45 w 104"/>
                <a:gd name="T77" fmla="*/ 106 h 110"/>
                <a:gd name="T78" fmla="*/ 43 w 104"/>
                <a:gd name="T79" fmla="*/ 104 h 110"/>
                <a:gd name="T80" fmla="*/ 41 w 104"/>
                <a:gd name="T81" fmla="*/ 106 h 110"/>
                <a:gd name="T82" fmla="*/ 32 w 104"/>
                <a:gd name="T83" fmla="*/ 110 h 110"/>
                <a:gd name="T84" fmla="*/ 20 w 104"/>
                <a:gd name="T85" fmla="*/ 102 h 110"/>
                <a:gd name="T86" fmla="*/ 8 w 104"/>
                <a:gd name="T87" fmla="*/ 96 h 110"/>
                <a:gd name="T88" fmla="*/ 0 w 104"/>
                <a:gd name="T89" fmla="*/ 85 h 110"/>
                <a:gd name="T90" fmla="*/ 8 w 104"/>
                <a:gd name="T91" fmla="*/ 79 h 110"/>
                <a:gd name="T92" fmla="*/ 12 w 104"/>
                <a:gd name="T93" fmla="*/ 69 h 110"/>
                <a:gd name="T94" fmla="*/ 10 w 104"/>
                <a:gd name="T95" fmla="*/ 65 h 110"/>
                <a:gd name="T96" fmla="*/ 14 w 104"/>
                <a:gd name="T97" fmla="*/ 59 h 110"/>
                <a:gd name="T98" fmla="*/ 16 w 104"/>
                <a:gd name="T99" fmla="*/ 53 h 110"/>
                <a:gd name="T100" fmla="*/ 18 w 104"/>
                <a:gd name="T101" fmla="*/ 43 h 110"/>
                <a:gd name="T102" fmla="*/ 18 w 104"/>
                <a:gd name="T103" fmla="*/ 30 h 110"/>
                <a:gd name="T104" fmla="*/ 14 w 104"/>
                <a:gd name="T105" fmla="*/ 18 h 110"/>
                <a:gd name="T106" fmla="*/ 24 w 104"/>
                <a:gd name="T107" fmla="*/ 12 h 110"/>
                <a:gd name="T108" fmla="*/ 30 w 104"/>
                <a:gd name="T109" fmla="*/ 6 h 110"/>
                <a:gd name="T110" fmla="*/ 30 w 104"/>
                <a:gd name="T111" fmla="*/ 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110">
                  <a:moveTo>
                    <a:pt x="32" y="0"/>
                  </a:moveTo>
                  <a:lnTo>
                    <a:pt x="36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8" y="8"/>
                  </a:lnTo>
                  <a:lnTo>
                    <a:pt x="45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49" y="6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3" y="4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9" y="8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3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5" y="12"/>
                  </a:lnTo>
                  <a:lnTo>
                    <a:pt x="67" y="12"/>
                  </a:lnTo>
                  <a:lnTo>
                    <a:pt x="67" y="12"/>
                  </a:lnTo>
                  <a:lnTo>
                    <a:pt x="67" y="12"/>
                  </a:lnTo>
                  <a:lnTo>
                    <a:pt x="67" y="12"/>
                  </a:lnTo>
                  <a:lnTo>
                    <a:pt x="71" y="12"/>
                  </a:lnTo>
                  <a:lnTo>
                    <a:pt x="73" y="14"/>
                  </a:lnTo>
                  <a:lnTo>
                    <a:pt x="77" y="18"/>
                  </a:lnTo>
                  <a:lnTo>
                    <a:pt x="77" y="18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5" y="20"/>
                  </a:lnTo>
                  <a:lnTo>
                    <a:pt x="75" y="20"/>
                  </a:lnTo>
                  <a:lnTo>
                    <a:pt x="75" y="20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75" y="24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7" y="26"/>
                  </a:lnTo>
                  <a:lnTo>
                    <a:pt x="77" y="26"/>
                  </a:lnTo>
                  <a:lnTo>
                    <a:pt x="77" y="26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9" y="24"/>
                  </a:lnTo>
                  <a:lnTo>
                    <a:pt x="79" y="24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5" y="26"/>
                  </a:lnTo>
                  <a:lnTo>
                    <a:pt x="85" y="24"/>
                  </a:lnTo>
                  <a:lnTo>
                    <a:pt x="87" y="24"/>
                  </a:lnTo>
                  <a:lnTo>
                    <a:pt x="87" y="24"/>
                  </a:lnTo>
                  <a:lnTo>
                    <a:pt x="87" y="22"/>
                  </a:lnTo>
                  <a:lnTo>
                    <a:pt x="87" y="22"/>
                  </a:lnTo>
                  <a:lnTo>
                    <a:pt x="89" y="20"/>
                  </a:lnTo>
                  <a:lnTo>
                    <a:pt x="90" y="22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8" y="24"/>
                  </a:lnTo>
                  <a:lnTo>
                    <a:pt x="96" y="28"/>
                  </a:lnTo>
                  <a:lnTo>
                    <a:pt x="96" y="28"/>
                  </a:lnTo>
                  <a:lnTo>
                    <a:pt x="96" y="28"/>
                  </a:lnTo>
                  <a:lnTo>
                    <a:pt x="96" y="30"/>
                  </a:lnTo>
                  <a:lnTo>
                    <a:pt x="98" y="30"/>
                  </a:lnTo>
                  <a:lnTo>
                    <a:pt x="98" y="32"/>
                  </a:lnTo>
                  <a:lnTo>
                    <a:pt x="98" y="32"/>
                  </a:lnTo>
                  <a:lnTo>
                    <a:pt x="100" y="32"/>
                  </a:lnTo>
                  <a:lnTo>
                    <a:pt x="100" y="32"/>
                  </a:lnTo>
                  <a:lnTo>
                    <a:pt x="102" y="32"/>
                  </a:lnTo>
                  <a:lnTo>
                    <a:pt x="102" y="34"/>
                  </a:lnTo>
                  <a:lnTo>
                    <a:pt x="102" y="34"/>
                  </a:lnTo>
                  <a:lnTo>
                    <a:pt x="102" y="34"/>
                  </a:lnTo>
                  <a:lnTo>
                    <a:pt x="102" y="36"/>
                  </a:lnTo>
                  <a:lnTo>
                    <a:pt x="102" y="36"/>
                  </a:lnTo>
                  <a:lnTo>
                    <a:pt x="104" y="36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2" y="38"/>
                  </a:lnTo>
                  <a:lnTo>
                    <a:pt x="102" y="38"/>
                  </a:lnTo>
                  <a:lnTo>
                    <a:pt x="100" y="38"/>
                  </a:lnTo>
                  <a:lnTo>
                    <a:pt x="100" y="38"/>
                  </a:lnTo>
                  <a:lnTo>
                    <a:pt x="98" y="40"/>
                  </a:lnTo>
                  <a:lnTo>
                    <a:pt x="94" y="42"/>
                  </a:lnTo>
                  <a:lnTo>
                    <a:pt x="94" y="42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92" y="43"/>
                  </a:lnTo>
                  <a:lnTo>
                    <a:pt x="89" y="47"/>
                  </a:lnTo>
                  <a:lnTo>
                    <a:pt x="89" y="47"/>
                  </a:lnTo>
                  <a:lnTo>
                    <a:pt x="89" y="49"/>
                  </a:lnTo>
                  <a:lnTo>
                    <a:pt x="89" y="49"/>
                  </a:lnTo>
                  <a:lnTo>
                    <a:pt x="87" y="51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3" y="55"/>
                  </a:lnTo>
                  <a:lnTo>
                    <a:pt x="81" y="55"/>
                  </a:lnTo>
                  <a:lnTo>
                    <a:pt x="81" y="55"/>
                  </a:lnTo>
                  <a:lnTo>
                    <a:pt x="79" y="55"/>
                  </a:lnTo>
                  <a:lnTo>
                    <a:pt x="79" y="55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3"/>
                  </a:lnTo>
                  <a:lnTo>
                    <a:pt x="81" y="63"/>
                  </a:lnTo>
                  <a:lnTo>
                    <a:pt x="81" y="65"/>
                  </a:lnTo>
                  <a:lnTo>
                    <a:pt x="81" y="65"/>
                  </a:lnTo>
                  <a:lnTo>
                    <a:pt x="81" y="67"/>
                  </a:lnTo>
                  <a:lnTo>
                    <a:pt x="81" y="67"/>
                  </a:lnTo>
                  <a:lnTo>
                    <a:pt x="81" y="67"/>
                  </a:lnTo>
                  <a:lnTo>
                    <a:pt x="81" y="67"/>
                  </a:lnTo>
                  <a:lnTo>
                    <a:pt x="81" y="69"/>
                  </a:lnTo>
                  <a:lnTo>
                    <a:pt x="79" y="73"/>
                  </a:lnTo>
                  <a:lnTo>
                    <a:pt x="79" y="73"/>
                  </a:lnTo>
                  <a:lnTo>
                    <a:pt x="79" y="73"/>
                  </a:lnTo>
                  <a:lnTo>
                    <a:pt x="79" y="73"/>
                  </a:lnTo>
                  <a:lnTo>
                    <a:pt x="79" y="75"/>
                  </a:lnTo>
                  <a:lnTo>
                    <a:pt x="79" y="75"/>
                  </a:lnTo>
                  <a:lnTo>
                    <a:pt x="79" y="75"/>
                  </a:lnTo>
                  <a:lnTo>
                    <a:pt x="79" y="77"/>
                  </a:lnTo>
                  <a:lnTo>
                    <a:pt x="79" y="77"/>
                  </a:lnTo>
                  <a:lnTo>
                    <a:pt x="79" y="77"/>
                  </a:lnTo>
                  <a:lnTo>
                    <a:pt x="79" y="77"/>
                  </a:lnTo>
                  <a:lnTo>
                    <a:pt x="77" y="77"/>
                  </a:lnTo>
                  <a:lnTo>
                    <a:pt x="77" y="77"/>
                  </a:lnTo>
                  <a:lnTo>
                    <a:pt x="77" y="77"/>
                  </a:lnTo>
                  <a:lnTo>
                    <a:pt x="77" y="77"/>
                  </a:lnTo>
                  <a:lnTo>
                    <a:pt x="75" y="77"/>
                  </a:lnTo>
                  <a:lnTo>
                    <a:pt x="75" y="79"/>
                  </a:lnTo>
                  <a:lnTo>
                    <a:pt x="75" y="79"/>
                  </a:lnTo>
                  <a:lnTo>
                    <a:pt x="75" y="79"/>
                  </a:lnTo>
                  <a:lnTo>
                    <a:pt x="75" y="79"/>
                  </a:lnTo>
                  <a:lnTo>
                    <a:pt x="77" y="81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79" y="87"/>
                  </a:lnTo>
                  <a:lnTo>
                    <a:pt x="79" y="87"/>
                  </a:lnTo>
                  <a:lnTo>
                    <a:pt x="79" y="87"/>
                  </a:lnTo>
                  <a:lnTo>
                    <a:pt x="79" y="87"/>
                  </a:lnTo>
                  <a:lnTo>
                    <a:pt x="79" y="87"/>
                  </a:lnTo>
                  <a:lnTo>
                    <a:pt x="79" y="87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77" y="91"/>
                  </a:lnTo>
                  <a:lnTo>
                    <a:pt x="77" y="91"/>
                  </a:lnTo>
                  <a:lnTo>
                    <a:pt x="79" y="91"/>
                  </a:lnTo>
                  <a:lnTo>
                    <a:pt x="79" y="91"/>
                  </a:lnTo>
                  <a:lnTo>
                    <a:pt x="79" y="91"/>
                  </a:lnTo>
                  <a:lnTo>
                    <a:pt x="79" y="91"/>
                  </a:lnTo>
                  <a:lnTo>
                    <a:pt x="79" y="93"/>
                  </a:lnTo>
                  <a:lnTo>
                    <a:pt x="79" y="93"/>
                  </a:lnTo>
                  <a:lnTo>
                    <a:pt x="79" y="93"/>
                  </a:lnTo>
                  <a:lnTo>
                    <a:pt x="77" y="93"/>
                  </a:lnTo>
                  <a:lnTo>
                    <a:pt x="75" y="93"/>
                  </a:lnTo>
                  <a:lnTo>
                    <a:pt x="75" y="93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5"/>
                  </a:lnTo>
                  <a:lnTo>
                    <a:pt x="69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63" y="91"/>
                  </a:lnTo>
                  <a:lnTo>
                    <a:pt x="61" y="91"/>
                  </a:lnTo>
                  <a:lnTo>
                    <a:pt x="61" y="91"/>
                  </a:lnTo>
                  <a:lnTo>
                    <a:pt x="61" y="91"/>
                  </a:lnTo>
                  <a:lnTo>
                    <a:pt x="61" y="89"/>
                  </a:lnTo>
                  <a:lnTo>
                    <a:pt x="61" y="89"/>
                  </a:lnTo>
                  <a:lnTo>
                    <a:pt x="61" y="89"/>
                  </a:lnTo>
                  <a:lnTo>
                    <a:pt x="61" y="89"/>
                  </a:lnTo>
                  <a:lnTo>
                    <a:pt x="59" y="91"/>
                  </a:lnTo>
                  <a:lnTo>
                    <a:pt x="57" y="91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5"/>
                  </a:lnTo>
                  <a:lnTo>
                    <a:pt x="55" y="95"/>
                  </a:lnTo>
                  <a:lnTo>
                    <a:pt x="55" y="95"/>
                  </a:lnTo>
                  <a:lnTo>
                    <a:pt x="55" y="95"/>
                  </a:lnTo>
                  <a:lnTo>
                    <a:pt x="57" y="96"/>
                  </a:lnTo>
                  <a:lnTo>
                    <a:pt x="57" y="96"/>
                  </a:lnTo>
                  <a:lnTo>
                    <a:pt x="57" y="96"/>
                  </a:lnTo>
                  <a:lnTo>
                    <a:pt x="57" y="96"/>
                  </a:lnTo>
                  <a:lnTo>
                    <a:pt x="57" y="98"/>
                  </a:lnTo>
                  <a:lnTo>
                    <a:pt x="55" y="98"/>
                  </a:lnTo>
                  <a:lnTo>
                    <a:pt x="55" y="98"/>
                  </a:lnTo>
                  <a:lnTo>
                    <a:pt x="55" y="100"/>
                  </a:lnTo>
                  <a:lnTo>
                    <a:pt x="55" y="100"/>
                  </a:lnTo>
                  <a:lnTo>
                    <a:pt x="55" y="100"/>
                  </a:lnTo>
                  <a:lnTo>
                    <a:pt x="55" y="100"/>
                  </a:lnTo>
                  <a:lnTo>
                    <a:pt x="53" y="100"/>
                  </a:lnTo>
                  <a:lnTo>
                    <a:pt x="53" y="100"/>
                  </a:lnTo>
                  <a:lnTo>
                    <a:pt x="51" y="100"/>
                  </a:lnTo>
                  <a:lnTo>
                    <a:pt x="51" y="100"/>
                  </a:lnTo>
                  <a:lnTo>
                    <a:pt x="49" y="100"/>
                  </a:lnTo>
                  <a:lnTo>
                    <a:pt x="47" y="100"/>
                  </a:lnTo>
                  <a:lnTo>
                    <a:pt x="47" y="100"/>
                  </a:lnTo>
                  <a:lnTo>
                    <a:pt x="45" y="102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4"/>
                  </a:lnTo>
                  <a:lnTo>
                    <a:pt x="43" y="104"/>
                  </a:lnTo>
                  <a:lnTo>
                    <a:pt x="43" y="104"/>
                  </a:lnTo>
                  <a:lnTo>
                    <a:pt x="43" y="104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6"/>
                  </a:lnTo>
                  <a:lnTo>
                    <a:pt x="41" y="106"/>
                  </a:lnTo>
                  <a:lnTo>
                    <a:pt x="41" y="106"/>
                  </a:lnTo>
                  <a:lnTo>
                    <a:pt x="39" y="106"/>
                  </a:lnTo>
                  <a:lnTo>
                    <a:pt x="36" y="108"/>
                  </a:lnTo>
                  <a:lnTo>
                    <a:pt x="34" y="110"/>
                  </a:lnTo>
                  <a:lnTo>
                    <a:pt x="34" y="110"/>
                  </a:lnTo>
                  <a:lnTo>
                    <a:pt x="32" y="110"/>
                  </a:lnTo>
                  <a:lnTo>
                    <a:pt x="32" y="110"/>
                  </a:lnTo>
                  <a:lnTo>
                    <a:pt x="32" y="110"/>
                  </a:lnTo>
                  <a:lnTo>
                    <a:pt x="30" y="110"/>
                  </a:lnTo>
                  <a:lnTo>
                    <a:pt x="28" y="110"/>
                  </a:lnTo>
                  <a:lnTo>
                    <a:pt x="28" y="110"/>
                  </a:lnTo>
                  <a:lnTo>
                    <a:pt x="28" y="106"/>
                  </a:lnTo>
                  <a:lnTo>
                    <a:pt x="24" y="104"/>
                  </a:lnTo>
                  <a:lnTo>
                    <a:pt x="20" y="102"/>
                  </a:lnTo>
                  <a:lnTo>
                    <a:pt x="18" y="100"/>
                  </a:lnTo>
                  <a:lnTo>
                    <a:pt x="12" y="100"/>
                  </a:lnTo>
                  <a:lnTo>
                    <a:pt x="10" y="100"/>
                  </a:lnTo>
                  <a:lnTo>
                    <a:pt x="10" y="98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5"/>
                  </a:lnTo>
                  <a:lnTo>
                    <a:pt x="6" y="87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2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79"/>
                  </a:lnTo>
                  <a:lnTo>
                    <a:pt x="8" y="77"/>
                  </a:lnTo>
                  <a:lnTo>
                    <a:pt x="8" y="75"/>
                  </a:lnTo>
                  <a:lnTo>
                    <a:pt x="8" y="75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0" y="67"/>
                  </a:lnTo>
                  <a:lnTo>
                    <a:pt x="10" y="67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0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3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6" y="53"/>
                  </a:lnTo>
                  <a:lnTo>
                    <a:pt x="16" y="53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16" y="49"/>
                  </a:lnTo>
                  <a:lnTo>
                    <a:pt x="16" y="49"/>
                  </a:lnTo>
                  <a:lnTo>
                    <a:pt x="18" y="43"/>
                  </a:lnTo>
                  <a:lnTo>
                    <a:pt x="18" y="42"/>
                  </a:lnTo>
                  <a:lnTo>
                    <a:pt x="18" y="40"/>
                  </a:lnTo>
                  <a:lnTo>
                    <a:pt x="18" y="38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0" y="20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2" y="14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2813050" y="2832100"/>
              <a:ext cx="608013" cy="793750"/>
            </a:xfrm>
            <a:custGeom>
              <a:avLst/>
              <a:gdLst>
                <a:gd name="T0" fmla="*/ 422 w 767"/>
                <a:gd name="T1" fmla="*/ 33 h 999"/>
                <a:gd name="T2" fmla="*/ 530 w 767"/>
                <a:gd name="T3" fmla="*/ 39 h 999"/>
                <a:gd name="T4" fmla="*/ 589 w 767"/>
                <a:gd name="T5" fmla="*/ 37 h 999"/>
                <a:gd name="T6" fmla="*/ 659 w 767"/>
                <a:gd name="T7" fmla="*/ 127 h 999"/>
                <a:gd name="T8" fmla="*/ 663 w 767"/>
                <a:gd name="T9" fmla="*/ 233 h 999"/>
                <a:gd name="T10" fmla="*/ 653 w 767"/>
                <a:gd name="T11" fmla="*/ 280 h 999"/>
                <a:gd name="T12" fmla="*/ 657 w 767"/>
                <a:gd name="T13" fmla="*/ 326 h 999"/>
                <a:gd name="T14" fmla="*/ 675 w 767"/>
                <a:gd name="T15" fmla="*/ 369 h 999"/>
                <a:gd name="T16" fmla="*/ 695 w 767"/>
                <a:gd name="T17" fmla="*/ 406 h 999"/>
                <a:gd name="T18" fmla="*/ 673 w 767"/>
                <a:gd name="T19" fmla="*/ 434 h 999"/>
                <a:gd name="T20" fmla="*/ 665 w 767"/>
                <a:gd name="T21" fmla="*/ 461 h 999"/>
                <a:gd name="T22" fmla="*/ 665 w 767"/>
                <a:gd name="T23" fmla="*/ 493 h 999"/>
                <a:gd name="T24" fmla="*/ 695 w 767"/>
                <a:gd name="T25" fmla="*/ 487 h 999"/>
                <a:gd name="T26" fmla="*/ 740 w 767"/>
                <a:gd name="T27" fmla="*/ 504 h 999"/>
                <a:gd name="T28" fmla="*/ 755 w 767"/>
                <a:gd name="T29" fmla="*/ 526 h 999"/>
                <a:gd name="T30" fmla="*/ 730 w 767"/>
                <a:gd name="T31" fmla="*/ 534 h 999"/>
                <a:gd name="T32" fmla="*/ 706 w 767"/>
                <a:gd name="T33" fmla="*/ 557 h 999"/>
                <a:gd name="T34" fmla="*/ 700 w 767"/>
                <a:gd name="T35" fmla="*/ 597 h 999"/>
                <a:gd name="T36" fmla="*/ 710 w 767"/>
                <a:gd name="T37" fmla="*/ 640 h 999"/>
                <a:gd name="T38" fmla="*/ 714 w 767"/>
                <a:gd name="T39" fmla="*/ 677 h 999"/>
                <a:gd name="T40" fmla="*/ 702 w 767"/>
                <a:gd name="T41" fmla="*/ 716 h 999"/>
                <a:gd name="T42" fmla="*/ 675 w 767"/>
                <a:gd name="T43" fmla="*/ 756 h 999"/>
                <a:gd name="T44" fmla="*/ 657 w 767"/>
                <a:gd name="T45" fmla="*/ 791 h 999"/>
                <a:gd name="T46" fmla="*/ 653 w 767"/>
                <a:gd name="T47" fmla="*/ 820 h 999"/>
                <a:gd name="T48" fmla="*/ 679 w 767"/>
                <a:gd name="T49" fmla="*/ 856 h 999"/>
                <a:gd name="T50" fmla="*/ 699 w 767"/>
                <a:gd name="T51" fmla="*/ 881 h 999"/>
                <a:gd name="T52" fmla="*/ 679 w 767"/>
                <a:gd name="T53" fmla="*/ 901 h 999"/>
                <a:gd name="T54" fmla="*/ 695 w 767"/>
                <a:gd name="T55" fmla="*/ 932 h 999"/>
                <a:gd name="T56" fmla="*/ 683 w 767"/>
                <a:gd name="T57" fmla="*/ 972 h 999"/>
                <a:gd name="T58" fmla="*/ 655 w 767"/>
                <a:gd name="T59" fmla="*/ 985 h 999"/>
                <a:gd name="T60" fmla="*/ 628 w 767"/>
                <a:gd name="T61" fmla="*/ 972 h 999"/>
                <a:gd name="T62" fmla="*/ 597 w 767"/>
                <a:gd name="T63" fmla="*/ 952 h 999"/>
                <a:gd name="T64" fmla="*/ 577 w 767"/>
                <a:gd name="T65" fmla="*/ 928 h 999"/>
                <a:gd name="T66" fmla="*/ 534 w 767"/>
                <a:gd name="T67" fmla="*/ 923 h 999"/>
                <a:gd name="T68" fmla="*/ 471 w 767"/>
                <a:gd name="T69" fmla="*/ 899 h 999"/>
                <a:gd name="T70" fmla="*/ 428 w 767"/>
                <a:gd name="T71" fmla="*/ 923 h 999"/>
                <a:gd name="T72" fmla="*/ 359 w 767"/>
                <a:gd name="T73" fmla="*/ 938 h 999"/>
                <a:gd name="T74" fmla="*/ 320 w 767"/>
                <a:gd name="T75" fmla="*/ 948 h 999"/>
                <a:gd name="T76" fmla="*/ 273 w 767"/>
                <a:gd name="T77" fmla="*/ 942 h 999"/>
                <a:gd name="T78" fmla="*/ 263 w 767"/>
                <a:gd name="T79" fmla="*/ 901 h 999"/>
                <a:gd name="T80" fmla="*/ 281 w 767"/>
                <a:gd name="T81" fmla="*/ 854 h 999"/>
                <a:gd name="T82" fmla="*/ 242 w 767"/>
                <a:gd name="T83" fmla="*/ 815 h 999"/>
                <a:gd name="T84" fmla="*/ 202 w 767"/>
                <a:gd name="T85" fmla="*/ 822 h 999"/>
                <a:gd name="T86" fmla="*/ 163 w 767"/>
                <a:gd name="T87" fmla="*/ 809 h 999"/>
                <a:gd name="T88" fmla="*/ 157 w 767"/>
                <a:gd name="T89" fmla="*/ 830 h 999"/>
                <a:gd name="T90" fmla="*/ 108 w 767"/>
                <a:gd name="T91" fmla="*/ 842 h 999"/>
                <a:gd name="T92" fmla="*/ 87 w 767"/>
                <a:gd name="T93" fmla="*/ 797 h 999"/>
                <a:gd name="T94" fmla="*/ 63 w 767"/>
                <a:gd name="T95" fmla="*/ 738 h 999"/>
                <a:gd name="T96" fmla="*/ 98 w 767"/>
                <a:gd name="T97" fmla="*/ 687 h 999"/>
                <a:gd name="T98" fmla="*/ 124 w 767"/>
                <a:gd name="T99" fmla="*/ 620 h 999"/>
                <a:gd name="T100" fmla="*/ 136 w 767"/>
                <a:gd name="T101" fmla="*/ 563 h 999"/>
                <a:gd name="T102" fmla="*/ 110 w 767"/>
                <a:gd name="T103" fmla="*/ 542 h 999"/>
                <a:gd name="T104" fmla="*/ 79 w 767"/>
                <a:gd name="T105" fmla="*/ 528 h 999"/>
                <a:gd name="T106" fmla="*/ 59 w 767"/>
                <a:gd name="T107" fmla="*/ 512 h 999"/>
                <a:gd name="T108" fmla="*/ 22 w 767"/>
                <a:gd name="T109" fmla="*/ 504 h 999"/>
                <a:gd name="T110" fmla="*/ 32 w 767"/>
                <a:gd name="T111" fmla="*/ 465 h 999"/>
                <a:gd name="T112" fmla="*/ 4 w 767"/>
                <a:gd name="T113" fmla="*/ 426 h 999"/>
                <a:gd name="T114" fmla="*/ 16 w 767"/>
                <a:gd name="T115" fmla="*/ 381 h 999"/>
                <a:gd name="T116" fmla="*/ 49 w 767"/>
                <a:gd name="T117" fmla="*/ 335 h 999"/>
                <a:gd name="T118" fmla="*/ 155 w 767"/>
                <a:gd name="T119" fmla="*/ 178 h 999"/>
                <a:gd name="T120" fmla="*/ 212 w 767"/>
                <a:gd name="T121" fmla="*/ 123 h 999"/>
                <a:gd name="T122" fmla="*/ 234 w 767"/>
                <a:gd name="T123" fmla="*/ 84 h 999"/>
                <a:gd name="T124" fmla="*/ 357 w 767"/>
                <a:gd name="T125" fmla="*/ 17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67" h="999">
                  <a:moveTo>
                    <a:pt x="381" y="0"/>
                  </a:moveTo>
                  <a:lnTo>
                    <a:pt x="391" y="0"/>
                  </a:lnTo>
                  <a:lnTo>
                    <a:pt x="391" y="2"/>
                  </a:lnTo>
                  <a:lnTo>
                    <a:pt x="393" y="2"/>
                  </a:lnTo>
                  <a:lnTo>
                    <a:pt x="395" y="4"/>
                  </a:lnTo>
                  <a:lnTo>
                    <a:pt x="400" y="2"/>
                  </a:lnTo>
                  <a:lnTo>
                    <a:pt x="400" y="2"/>
                  </a:lnTo>
                  <a:lnTo>
                    <a:pt x="402" y="2"/>
                  </a:lnTo>
                  <a:lnTo>
                    <a:pt x="404" y="4"/>
                  </a:lnTo>
                  <a:lnTo>
                    <a:pt x="410" y="6"/>
                  </a:lnTo>
                  <a:lnTo>
                    <a:pt x="412" y="8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4" y="10"/>
                  </a:lnTo>
                  <a:lnTo>
                    <a:pt x="414" y="10"/>
                  </a:lnTo>
                  <a:lnTo>
                    <a:pt x="414" y="10"/>
                  </a:lnTo>
                  <a:lnTo>
                    <a:pt x="414" y="11"/>
                  </a:lnTo>
                  <a:lnTo>
                    <a:pt x="414" y="11"/>
                  </a:lnTo>
                  <a:lnTo>
                    <a:pt x="412" y="11"/>
                  </a:lnTo>
                  <a:lnTo>
                    <a:pt x="412" y="11"/>
                  </a:lnTo>
                  <a:lnTo>
                    <a:pt x="414" y="13"/>
                  </a:lnTo>
                  <a:lnTo>
                    <a:pt x="414" y="13"/>
                  </a:lnTo>
                  <a:lnTo>
                    <a:pt x="414" y="13"/>
                  </a:lnTo>
                  <a:lnTo>
                    <a:pt x="414" y="13"/>
                  </a:lnTo>
                  <a:lnTo>
                    <a:pt x="416" y="15"/>
                  </a:lnTo>
                  <a:lnTo>
                    <a:pt x="416" y="15"/>
                  </a:lnTo>
                  <a:lnTo>
                    <a:pt x="418" y="15"/>
                  </a:lnTo>
                  <a:lnTo>
                    <a:pt x="418" y="15"/>
                  </a:lnTo>
                  <a:lnTo>
                    <a:pt x="418" y="15"/>
                  </a:lnTo>
                  <a:lnTo>
                    <a:pt x="418" y="17"/>
                  </a:lnTo>
                  <a:lnTo>
                    <a:pt x="418" y="17"/>
                  </a:lnTo>
                  <a:lnTo>
                    <a:pt x="418" y="17"/>
                  </a:lnTo>
                  <a:lnTo>
                    <a:pt x="418" y="19"/>
                  </a:lnTo>
                  <a:lnTo>
                    <a:pt x="418" y="19"/>
                  </a:lnTo>
                  <a:lnTo>
                    <a:pt x="418" y="19"/>
                  </a:lnTo>
                  <a:lnTo>
                    <a:pt x="418" y="19"/>
                  </a:lnTo>
                  <a:lnTo>
                    <a:pt x="418" y="21"/>
                  </a:lnTo>
                  <a:lnTo>
                    <a:pt x="418" y="21"/>
                  </a:lnTo>
                  <a:lnTo>
                    <a:pt x="418" y="21"/>
                  </a:lnTo>
                  <a:lnTo>
                    <a:pt x="418" y="21"/>
                  </a:lnTo>
                  <a:lnTo>
                    <a:pt x="418" y="23"/>
                  </a:lnTo>
                  <a:lnTo>
                    <a:pt x="416" y="23"/>
                  </a:lnTo>
                  <a:lnTo>
                    <a:pt x="416" y="23"/>
                  </a:lnTo>
                  <a:lnTo>
                    <a:pt x="416" y="25"/>
                  </a:lnTo>
                  <a:lnTo>
                    <a:pt x="416" y="25"/>
                  </a:lnTo>
                  <a:lnTo>
                    <a:pt x="416" y="25"/>
                  </a:lnTo>
                  <a:lnTo>
                    <a:pt x="418" y="25"/>
                  </a:lnTo>
                  <a:lnTo>
                    <a:pt x="418" y="27"/>
                  </a:lnTo>
                  <a:lnTo>
                    <a:pt x="418" y="27"/>
                  </a:lnTo>
                  <a:lnTo>
                    <a:pt x="418" y="27"/>
                  </a:lnTo>
                  <a:lnTo>
                    <a:pt x="418" y="27"/>
                  </a:lnTo>
                  <a:lnTo>
                    <a:pt x="418" y="29"/>
                  </a:lnTo>
                  <a:lnTo>
                    <a:pt x="418" y="29"/>
                  </a:lnTo>
                  <a:lnTo>
                    <a:pt x="422" y="33"/>
                  </a:lnTo>
                  <a:lnTo>
                    <a:pt x="422" y="33"/>
                  </a:lnTo>
                  <a:lnTo>
                    <a:pt x="422" y="35"/>
                  </a:lnTo>
                  <a:lnTo>
                    <a:pt x="424" y="35"/>
                  </a:lnTo>
                  <a:lnTo>
                    <a:pt x="424" y="33"/>
                  </a:lnTo>
                  <a:lnTo>
                    <a:pt x="424" y="33"/>
                  </a:lnTo>
                  <a:lnTo>
                    <a:pt x="424" y="33"/>
                  </a:lnTo>
                  <a:lnTo>
                    <a:pt x="424" y="33"/>
                  </a:lnTo>
                  <a:lnTo>
                    <a:pt x="426" y="31"/>
                  </a:lnTo>
                  <a:lnTo>
                    <a:pt x="426" y="31"/>
                  </a:lnTo>
                  <a:lnTo>
                    <a:pt x="426" y="31"/>
                  </a:lnTo>
                  <a:lnTo>
                    <a:pt x="428" y="29"/>
                  </a:lnTo>
                  <a:lnTo>
                    <a:pt x="428" y="27"/>
                  </a:lnTo>
                  <a:lnTo>
                    <a:pt x="428" y="27"/>
                  </a:lnTo>
                  <a:lnTo>
                    <a:pt x="430" y="25"/>
                  </a:lnTo>
                  <a:lnTo>
                    <a:pt x="430" y="25"/>
                  </a:lnTo>
                  <a:lnTo>
                    <a:pt x="432" y="23"/>
                  </a:lnTo>
                  <a:lnTo>
                    <a:pt x="432" y="23"/>
                  </a:lnTo>
                  <a:lnTo>
                    <a:pt x="434" y="23"/>
                  </a:lnTo>
                  <a:lnTo>
                    <a:pt x="434" y="23"/>
                  </a:lnTo>
                  <a:lnTo>
                    <a:pt x="436" y="25"/>
                  </a:lnTo>
                  <a:lnTo>
                    <a:pt x="438" y="27"/>
                  </a:lnTo>
                  <a:lnTo>
                    <a:pt x="447" y="27"/>
                  </a:lnTo>
                  <a:lnTo>
                    <a:pt x="451" y="29"/>
                  </a:lnTo>
                  <a:lnTo>
                    <a:pt x="453" y="29"/>
                  </a:lnTo>
                  <a:lnTo>
                    <a:pt x="461" y="27"/>
                  </a:lnTo>
                  <a:lnTo>
                    <a:pt x="461" y="27"/>
                  </a:lnTo>
                  <a:lnTo>
                    <a:pt x="465" y="25"/>
                  </a:lnTo>
                  <a:lnTo>
                    <a:pt x="467" y="25"/>
                  </a:lnTo>
                  <a:lnTo>
                    <a:pt x="475" y="27"/>
                  </a:lnTo>
                  <a:lnTo>
                    <a:pt x="477" y="29"/>
                  </a:lnTo>
                  <a:lnTo>
                    <a:pt x="479" y="31"/>
                  </a:lnTo>
                  <a:lnTo>
                    <a:pt x="481" y="31"/>
                  </a:lnTo>
                  <a:lnTo>
                    <a:pt x="483" y="33"/>
                  </a:lnTo>
                  <a:lnTo>
                    <a:pt x="483" y="33"/>
                  </a:lnTo>
                  <a:lnTo>
                    <a:pt x="483" y="33"/>
                  </a:lnTo>
                  <a:lnTo>
                    <a:pt x="483" y="33"/>
                  </a:lnTo>
                  <a:lnTo>
                    <a:pt x="483" y="35"/>
                  </a:lnTo>
                  <a:lnTo>
                    <a:pt x="481" y="35"/>
                  </a:lnTo>
                  <a:lnTo>
                    <a:pt x="481" y="35"/>
                  </a:lnTo>
                  <a:lnTo>
                    <a:pt x="481" y="37"/>
                  </a:lnTo>
                  <a:lnTo>
                    <a:pt x="481" y="37"/>
                  </a:lnTo>
                  <a:lnTo>
                    <a:pt x="481" y="37"/>
                  </a:lnTo>
                  <a:lnTo>
                    <a:pt x="498" y="45"/>
                  </a:lnTo>
                  <a:lnTo>
                    <a:pt x="500" y="45"/>
                  </a:lnTo>
                  <a:lnTo>
                    <a:pt x="508" y="47"/>
                  </a:lnTo>
                  <a:lnTo>
                    <a:pt x="508" y="47"/>
                  </a:lnTo>
                  <a:lnTo>
                    <a:pt x="510" y="47"/>
                  </a:lnTo>
                  <a:lnTo>
                    <a:pt x="512" y="45"/>
                  </a:lnTo>
                  <a:lnTo>
                    <a:pt x="516" y="41"/>
                  </a:lnTo>
                  <a:lnTo>
                    <a:pt x="516" y="41"/>
                  </a:lnTo>
                  <a:lnTo>
                    <a:pt x="516" y="41"/>
                  </a:lnTo>
                  <a:lnTo>
                    <a:pt x="518" y="41"/>
                  </a:lnTo>
                  <a:lnTo>
                    <a:pt x="530" y="39"/>
                  </a:lnTo>
                  <a:lnTo>
                    <a:pt x="530" y="39"/>
                  </a:lnTo>
                  <a:lnTo>
                    <a:pt x="530" y="39"/>
                  </a:lnTo>
                  <a:lnTo>
                    <a:pt x="530" y="39"/>
                  </a:lnTo>
                  <a:lnTo>
                    <a:pt x="530" y="41"/>
                  </a:lnTo>
                  <a:lnTo>
                    <a:pt x="530" y="41"/>
                  </a:lnTo>
                  <a:lnTo>
                    <a:pt x="530" y="43"/>
                  </a:lnTo>
                  <a:lnTo>
                    <a:pt x="530" y="43"/>
                  </a:lnTo>
                  <a:lnTo>
                    <a:pt x="532" y="45"/>
                  </a:lnTo>
                  <a:lnTo>
                    <a:pt x="534" y="45"/>
                  </a:lnTo>
                  <a:lnTo>
                    <a:pt x="536" y="49"/>
                  </a:lnTo>
                  <a:lnTo>
                    <a:pt x="536" y="49"/>
                  </a:lnTo>
                  <a:lnTo>
                    <a:pt x="536" y="49"/>
                  </a:lnTo>
                  <a:lnTo>
                    <a:pt x="538" y="49"/>
                  </a:lnTo>
                  <a:lnTo>
                    <a:pt x="542" y="51"/>
                  </a:lnTo>
                  <a:lnTo>
                    <a:pt x="544" y="51"/>
                  </a:lnTo>
                  <a:lnTo>
                    <a:pt x="544" y="49"/>
                  </a:lnTo>
                  <a:lnTo>
                    <a:pt x="544" y="49"/>
                  </a:lnTo>
                  <a:lnTo>
                    <a:pt x="546" y="45"/>
                  </a:lnTo>
                  <a:lnTo>
                    <a:pt x="549" y="41"/>
                  </a:lnTo>
                  <a:lnTo>
                    <a:pt x="549" y="41"/>
                  </a:lnTo>
                  <a:lnTo>
                    <a:pt x="549" y="41"/>
                  </a:lnTo>
                  <a:lnTo>
                    <a:pt x="551" y="41"/>
                  </a:lnTo>
                  <a:lnTo>
                    <a:pt x="553" y="43"/>
                  </a:lnTo>
                  <a:lnTo>
                    <a:pt x="553" y="43"/>
                  </a:lnTo>
                  <a:lnTo>
                    <a:pt x="553" y="43"/>
                  </a:lnTo>
                  <a:lnTo>
                    <a:pt x="555" y="43"/>
                  </a:lnTo>
                  <a:lnTo>
                    <a:pt x="557" y="39"/>
                  </a:lnTo>
                  <a:lnTo>
                    <a:pt x="557" y="39"/>
                  </a:lnTo>
                  <a:lnTo>
                    <a:pt x="559" y="37"/>
                  </a:lnTo>
                  <a:lnTo>
                    <a:pt x="559" y="35"/>
                  </a:lnTo>
                  <a:lnTo>
                    <a:pt x="559" y="35"/>
                  </a:lnTo>
                  <a:lnTo>
                    <a:pt x="559" y="35"/>
                  </a:lnTo>
                  <a:lnTo>
                    <a:pt x="559" y="33"/>
                  </a:lnTo>
                  <a:lnTo>
                    <a:pt x="559" y="33"/>
                  </a:lnTo>
                  <a:lnTo>
                    <a:pt x="559" y="33"/>
                  </a:lnTo>
                  <a:lnTo>
                    <a:pt x="557" y="33"/>
                  </a:lnTo>
                  <a:lnTo>
                    <a:pt x="557" y="31"/>
                  </a:lnTo>
                  <a:lnTo>
                    <a:pt x="557" y="31"/>
                  </a:lnTo>
                  <a:lnTo>
                    <a:pt x="559" y="31"/>
                  </a:lnTo>
                  <a:lnTo>
                    <a:pt x="559" y="31"/>
                  </a:lnTo>
                  <a:lnTo>
                    <a:pt x="559" y="31"/>
                  </a:lnTo>
                  <a:lnTo>
                    <a:pt x="561" y="31"/>
                  </a:lnTo>
                  <a:lnTo>
                    <a:pt x="577" y="29"/>
                  </a:lnTo>
                  <a:lnTo>
                    <a:pt x="577" y="29"/>
                  </a:lnTo>
                  <a:lnTo>
                    <a:pt x="577" y="29"/>
                  </a:lnTo>
                  <a:lnTo>
                    <a:pt x="579" y="31"/>
                  </a:lnTo>
                  <a:lnTo>
                    <a:pt x="581" y="31"/>
                  </a:lnTo>
                  <a:lnTo>
                    <a:pt x="587" y="31"/>
                  </a:lnTo>
                  <a:lnTo>
                    <a:pt x="587" y="31"/>
                  </a:lnTo>
                  <a:lnTo>
                    <a:pt x="587" y="33"/>
                  </a:lnTo>
                  <a:lnTo>
                    <a:pt x="587" y="33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89" y="35"/>
                  </a:lnTo>
                  <a:lnTo>
                    <a:pt x="589" y="35"/>
                  </a:lnTo>
                  <a:lnTo>
                    <a:pt x="589" y="37"/>
                  </a:lnTo>
                  <a:lnTo>
                    <a:pt x="589" y="37"/>
                  </a:lnTo>
                  <a:lnTo>
                    <a:pt x="589" y="37"/>
                  </a:lnTo>
                  <a:lnTo>
                    <a:pt x="589" y="37"/>
                  </a:lnTo>
                  <a:lnTo>
                    <a:pt x="589" y="39"/>
                  </a:lnTo>
                  <a:lnTo>
                    <a:pt x="589" y="39"/>
                  </a:lnTo>
                  <a:lnTo>
                    <a:pt x="591" y="39"/>
                  </a:lnTo>
                  <a:lnTo>
                    <a:pt x="591" y="39"/>
                  </a:lnTo>
                  <a:lnTo>
                    <a:pt x="591" y="39"/>
                  </a:lnTo>
                  <a:lnTo>
                    <a:pt x="593" y="39"/>
                  </a:lnTo>
                  <a:lnTo>
                    <a:pt x="595" y="37"/>
                  </a:lnTo>
                  <a:lnTo>
                    <a:pt x="600" y="37"/>
                  </a:lnTo>
                  <a:lnTo>
                    <a:pt x="602" y="35"/>
                  </a:lnTo>
                  <a:lnTo>
                    <a:pt x="602" y="35"/>
                  </a:lnTo>
                  <a:lnTo>
                    <a:pt x="604" y="33"/>
                  </a:lnTo>
                  <a:lnTo>
                    <a:pt x="606" y="31"/>
                  </a:lnTo>
                  <a:lnTo>
                    <a:pt x="606" y="29"/>
                  </a:lnTo>
                  <a:lnTo>
                    <a:pt x="608" y="27"/>
                  </a:lnTo>
                  <a:lnTo>
                    <a:pt x="608" y="27"/>
                  </a:lnTo>
                  <a:lnTo>
                    <a:pt x="608" y="25"/>
                  </a:lnTo>
                  <a:lnTo>
                    <a:pt x="608" y="25"/>
                  </a:lnTo>
                  <a:lnTo>
                    <a:pt x="608" y="25"/>
                  </a:lnTo>
                  <a:lnTo>
                    <a:pt x="608" y="25"/>
                  </a:lnTo>
                  <a:lnTo>
                    <a:pt x="606" y="23"/>
                  </a:lnTo>
                  <a:lnTo>
                    <a:pt x="606" y="23"/>
                  </a:lnTo>
                  <a:lnTo>
                    <a:pt x="606" y="21"/>
                  </a:lnTo>
                  <a:lnTo>
                    <a:pt x="606" y="21"/>
                  </a:lnTo>
                  <a:lnTo>
                    <a:pt x="614" y="19"/>
                  </a:lnTo>
                  <a:lnTo>
                    <a:pt x="614" y="19"/>
                  </a:lnTo>
                  <a:lnTo>
                    <a:pt x="614" y="17"/>
                  </a:lnTo>
                  <a:lnTo>
                    <a:pt x="614" y="17"/>
                  </a:lnTo>
                  <a:lnTo>
                    <a:pt x="616" y="17"/>
                  </a:lnTo>
                  <a:lnTo>
                    <a:pt x="616" y="17"/>
                  </a:lnTo>
                  <a:lnTo>
                    <a:pt x="616" y="15"/>
                  </a:lnTo>
                  <a:lnTo>
                    <a:pt x="616" y="15"/>
                  </a:lnTo>
                  <a:lnTo>
                    <a:pt x="616" y="15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0" y="15"/>
                  </a:lnTo>
                  <a:lnTo>
                    <a:pt x="622" y="15"/>
                  </a:lnTo>
                  <a:lnTo>
                    <a:pt x="628" y="15"/>
                  </a:lnTo>
                  <a:lnTo>
                    <a:pt x="626" y="19"/>
                  </a:lnTo>
                  <a:lnTo>
                    <a:pt x="626" y="19"/>
                  </a:lnTo>
                  <a:lnTo>
                    <a:pt x="626" y="19"/>
                  </a:lnTo>
                  <a:lnTo>
                    <a:pt x="626" y="21"/>
                  </a:lnTo>
                  <a:lnTo>
                    <a:pt x="626" y="21"/>
                  </a:lnTo>
                  <a:lnTo>
                    <a:pt x="626" y="23"/>
                  </a:lnTo>
                  <a:lnTo>
                    <a:pt x="626" y="23"/>
                  </a:lnTo>
                  <a:lnTo>
                    <a:pt x="624" y="23"/>
                  </a:lnTo>
                  <a:lnTo>
                    <a:pt x="620" y="27"/>
                  </a:lnTo>
                  <a:lnTo>
                    <a:pt x="620" y="27"/>
                  </a:lnTo>
                  <a:lnTo>
                    <a:pt x="620" y="27"/>
                  </a:lnTo>
                  <a:lnTo>
                    <a:pt x="620" y="29"/>
                  </a:lnTo>
                  <a:lnTo>
                    <a:pt x="622" y="31"/>
                  </a:lnTo>
                  <a:lnTo>
                    <a:pt x="653" y="78"/>
                  </a:lnTo>
                  <a:lnTo>
                    <a:pt x="653" y="80"/>
                  </a:lnTo>
                  <a:lnTo>
                    <a:pt x="653" y="80"/>
                  </a:lnTo>
                  <a:lnTo>
                    <a:pt x="659" y="119"/>
                  </a:lnTo>
                  <a:lnTo>
                    <a:pt x="659" y="127"/>
                  </a:lnTo>
                  <a:lnTo>
                    <a:pt x="659" y="127"/>
                  </a:lnTo>
                  <a:lnTo>
                    <a:pt x="659" y="127"/>
                  </a:lnTo>
                  <a:lnTo>
                    <a:pt x="659" y="129"/>
                  </a:lnTo>
                  <a:lnTo>
                    <a:pt x="661" y="133"/>
                  </a:lnTo>
                  <a:lnTo>
                    <a:pt x="663" y="149"/>
                  </a:lnTo>
                  <a:lnTo>
                    <a:pt x="663" y="153"/>
                  </a:lnTo>
                  <a:lnTo>
                    <a:pt x="663" y="159"/>
                  </a:lnTo>
                  <a:lnTo>
                    <a:pt x="663" y="159"/>
                  </a:lnTo>
                  <a:lnTo>
                    <a:pt x="663" y="159"/>
                  </a:lnTo>
                  <a:lnTo>
                    <a:pt x="663" y="159"/>
                  </a:lnTo>
                  <a:lnTo>
                    <a:pt x="663" y="161"/>
                  </a:lnTo>
                  <a:lnTo>
                    <a:pt x="663" y="161"/>
                  </a:lnTo>
                  <a:lnTo>
                    <a:pt x="665" y="161"/>
                  </a:lnTo>
                  <a:lnTo>
                    <a:pt x="665" y="171"/>
                  </a:lnTo>
                  <a:lnTo>
                    <a:pt x="665" y="171"/>
                  </a:lnTo>
                  <a:lnTo>
                    <a:pt x="665" y="171"/>
                  </a:lnTo>
                  <a:lnTo>
                    <a:pt x="665" y="172"/>
                  </a:lnTo>
                  <a:lnTo>
                    <a:pt x="665" y="172"/>
                  </a:lnTo>
                  <a:lnTo>
                    <a:pt x="665" y="172"/>
                  </a:lnTo>
                  <a:lnTo>
                    <a:pt x="665" y="174"/>
                  </a:lnTo>
                  <a:lnTo>
                    <a:pt x="665" y="174"/>
                  </a:lnTo>
                  <a:lnTo>
                    <a:pt x="665" y="174"/>
                  </a:lnTo>
                  <a:lnTo>
                    <a:pt x="665" y="174"/>
                  </a:lnTo>
                  <a:lnTo>
                    <a:pt x="665" y="176"/>
                  </a:lnTo>
                  <a:lnTo>
                    <a:pt x="665" y="176"/>
                  </a:lnTo>
                  <a:lnTo>
                    <a:pt x="665" y="176"/>
                  </a:lnTo>
                  <a:lnTo>
                    <a:pt x="667" y="178"/>
                  </a:lnTo>
                  <a:lnTo>
                    <a:pt x="667" y="194"/>
                  </a:lnTo>
                  <a:lnTo>
                    <a:pt x="667" y="196"/>
                  </a:lnTo>
                  <a:lnTo>
                    <a:pt x="667" y="196"/>
                  </a:lnTo>
                  <a:lnTo>
                    <a:pt x="667" y="198"/>
                  </a:lnTo>
                  <a:lnTo>
                    <a:pt x="667" y="200"/>
                  </a:lnTo>
                  <a:lnTo>
                    <a:pt x="667" y="208"/>
                  </a:lnTo>
                  <a:lnTo>
                    <a:pt x="669" y="208"/>
                  </a:lnTo>
                  <a:lnTo>
                    <a:pt x="669" y="210"/>
                  </a:lnTo>
                  <a:lnTo>
                    <a:pt x="669" y="210"/>
                  </a:lnTo>
                  <a:lnTo>
                    <a:pt x="669" y="210"/>
                  </a:lnTo>
                  <a:lnTo>
                    <a:pt x="669" y="210"/>
                  </a:lnTo>
                  <a:lnTo>
                    <a:pt x="669" y="212"/>
                  </a:lnTo>
                  <a:lnTo>
                    <a:pt x="669" y="216"/>
                  </a:lnTo>
                  <a:lnTo>
                    <a:pt x="669" y="220"/>
                  </a:lnTo>
                  <a:lnTo>
                    <a:pt x="669" y="222"/>
                  </a:lnTo>
                  <a:lnTo>
                    <a:pt x="669" y="224"/>
                  </a:lnTo>
                  <a:lnTo>
                    <a:pt x="669" y="224"/>
                  </a:lnTo>
                  <a:lnTo>
                    <a:pt x="669" y="226"/>
                  </a:lnTo>
                  <a:lnTo>
                    <a:pt x="669" y="226"/>
                  </a:lnTo>
                  <a:lnTo>
                    <a:pt x="669" y="226"/>
                  </a:lnTo>
                  <a:lnTo>
                    <a:pt x="669" y="226"/>
                  </a:lnTo>
                  <a:lnTo>
                    <a:pt x="667" y="229"/>
                  </a:lnTo>
                  <a:lnTo>
                    <a:pt x="667" y="235"/>
                  </a:lnTo>
                  <a:lnTo>
                    <a:pt x="667" y="235"/>
                  </a:lnTo>
                  <a:lnTo>
                    <a:pt x="665" y="235"/>
                  </a:lnTo>
                  <a:lnTo>
                    <a:pt x="665" y="235"/>
                  </a:lnTo>
                  <a:lnTo>
                    <a:pt x="665" y="235"/>
                  </a:lnTo>
                  <a:lnTo>
                    <a:pt x="665" y="235"/>
                  </a:lnTo>
                  <a:lnTo>
                    <a:pt x="663" y="233"/>
                  </a:lnTo>
                  <a:lnTo>
                    <a:pt x="663" y="233"/>
                  </a:lnTo>
                  <a:lnTo>
                    <a:pt x="661" y="231"/>
                  </a:lnTo>
                  <a:lnTo>
                    <a:pt x="659" y="233"/>
                  </a:lnTo>
                  <a:lnTo>
                    <a:pt x="659" y="233"/>
                  </a:lnTo>
                  <a:lnTo>
                    <a:pt x="655" y="235"/>
                  </a:lnTo>
                  <a:lnTo>
                    <a:pt x="655" y="235"/>
                  </a:lnTo>
                  <a:lnTo>
                    <a:pt x="653" y="241"/>
                  </a:lnTo>
                  <a:lnTo>
                    <a:pt x="651" y="243"/>
                  </a:lnTo>
                  <a:lnTo>
                    <a:pt x="649" y="243"/>
                  </a:lnTo>
                  <a:lnTo>
                    <a:pt x="648" y="243"/>
                  </a:lnTo>
                  <a:lnTo>
                    <a:pt x="644" y="245"/>
                  </a:lnTo>
                  <a:lnTo>
                    <a:pt x="644" y="245"/>
                  </a:lnTo>
                  <a:lnTo>
                    <a:pt x="644" y="247"/>
                  </a:lnTo>
                  <a:lnTo>
                    <a:pt x="644" y="249"/>
                  </a:lnTo>
                  <a:lnTo>
                    <a:pt x="644" y="249"/>
                  </a:lnTo>
                  <a:lnTo>
                    <a:pt x="644" y="251"/>
                  </a:lnTo>
                  <a:lnTo>
                    <a:pt x="644" y="253"/>
                  </a:lnTo>
                  <a:lnTo>
                    <a:pt x="644" y="253"/>
                  </a:lnTo>
                  <a:lnTo>
                    <a:pt x="644" y="255"/>
                  </a:lnTo>
                  <a:lnTo>
                    <a:pt x="644" y="255"/>
                  </a:lnTo>
                  <a:lnTo>
                    <a:pt x="642" y="255"/>
                  </a:lnTo>
                  <a:lnTo>
                    <a:pt x="640" y="259"/>
                  </a:lnTo>
                  <a:lnTo>
                    <a:pt x="628" y="261"/>
                  </a:lnTo>
                  <a:lnTo>
                    <a:pt x="628" y="263"/>
                  </a:lnTo>
                  <a:lnTo>
                    <a:pt x="628" y="263"/>
                  </a:lnTo>
                  <a:lnTo>
                    <a:pt x="632" y="267"/>
                  </a:lnTo>
                  <a:lnTo>
                    <a:pt x="632" y="269"/>
                  </a:lnTo>
                  <a:lnTo>
                    <a:pt x="634" y="269"/>
                  </a:lnTo>
                  <a:lnTo>
                    <a:pt x="634" y="269"/>
                  </a:lnTo>
                  <a:lnTo>
                    <a:pt x="636" y="269"/>
                  </a:lnTo>
                  <a:lnTo>
                    <a:pt x="638" y="267"/>
                  </a:lnTo>
                  <a:lnTo>
                    <a:pt x="638" y="267"/>
                  </a:lnTo>
                  <a:lnTo>
                    <a:pt x="640" y="269"/>
                  </a:lnTo>
                  <a:lnTo>
                    <a:pt x="640" y="269"/>
                  </a:lnTo>
                  <a:lnTo>
                    <a:pt x="642" y="271"/>
                  </a:lnTo>
                  <a:lnTo>
                    <a:pt x="644" y="271"/>
                  </a:lnTo>
                  <a:lnTo>
                    <a:pt x="648" y="271"/>
                  </a:lnTo>
                  <a:lnTo>
                    <a:pt x="648" y="271"/>
                  </a:lnTo>
                  <a:lnTo>
                    <a:pt x="648" y="273"/>
                  </a:lnTo>
                  <a:lnTo>
                    <a:pt x="649" y="273"/>
                  </a:lnTo>
                  <a:lnTo>
                    <a:pt x="649" y="275"/>
                  </a:lnTo>
                  <a:lnTo>
                    <a:pt x="649" y="275"/>
                  </a:lnTo>
                  <a:lnTo>
                    <a:pt x="648" y="275"/>
                  </a:lnTo>
                  <a:lnTo>
                    <a:pt x="648" y="279"/>
                  </a:lnTo>
                  <a:lnTo>
                    <a:pt x="646" y="279"/>
                  </a:lnTo>
                  <a:lnTo>
                    <a:pt x="646" y="280"/>
                  </a:lnTo>
                  <a:lnTo>
                    <a:pt x="646" y="280"/>
                  </a:lnTo>
                  <a:lnTo>
                    <a:pt x="648" y="280"/>
                  </a:lnTo>
                  <a:lnTo>
                    <a:pt x="648" y="280"/>
                  </a:lnTo>
                  <a:lnTo>
                    <a:pt x="648" y="280"/>
                  </a:lnTo>
                  <a:lnTo>
                    <a:pt x="648" y="280"/>
                  </a:lnTo>
                  <a:lnTo>
                    <a:pt x="649" y="280"/>
                  </a:lnTo>
                  <a:lnTo>
                    <a:pt x="651" y="279"/>
                  </a:lnTo>
                  <a:lnTo>
                    <a:pt x="653" y="279"/>
                  </a:lnTo>
                  <a:lnTo>
                    <a:pt x="653" y="279"/>
                  </a:lnTo>
                  <a:lnTo>
                    <a:pt x="653" y="279"/>
                  </a:lnTo>
                  <a:lnTo>
                    <a:pt x="653" y="280"/>
                  </a:lnTo>
                  <a:lnTo>
                    <a:pt x="653" y="280"/>
                  </a:lnTo>
                  <a:lnTo>
                    <a:pt x="653" y="282"/>
                  </a:lnTo>
                  <a:lnTo>
                    <a:pt x="653" y="282"/>
                  </a:lnTo>
                  <a:lnTo>
                    <a:pt x="653" y="282"/>
                  </a:lnTo>
                  <a:lnTo>
                    <a:pt x="653" y="284"/>
                  </a:lnTo>
                  <a:lnTo>
                    <a:pt x="651" y="284"/>
                  </a:lnTo>
                  <a:lnTo>
                    <a:pt x="653" y="284"/>
                  </a:lnTo>
                  <a:lnTo>
                    <a:pt x="653" y="286"/>
                  </a:lnTo>
                  <a:lnTo>
                    <a:pt x="653" y="286"/>
                  </a:lnTo>
                  <a:lnTo>
                    <a:pt x="653" y="286"/>
                  </a:lnTo>
                  <a:lnTo>
                    <a:pt x="657" y="288"/>
                  </a:lnTo>
                  <a:lnTo>
                    <a:pt x="657" y="288"/>
                  </a:lnTo>
                  <a:lnTo>
                    <a:pt x="657" y="290"/>
                  </a:lnTo>
                  <a:lnTo>
                    <a:pt x="657" y="290"/>
                  </a:lnTo>
                  <a:lnTo>
                    <a:pt x="657" y="290"/>
                  </a:lnTo>
                  <a:lnTo>
                    <a:pt x="657" y="292"/>
                  </a:lnTo>
                  <a:lnTo>
                    <a:pt x="657" y="292"/>
                  </a:lnTo>
                  <a:lnTo>
                    <a:pt x="657" y="294"/>
                  </a:lnTo>
                  <a:lnTo>
                    <a:pt x="657" y="296"/>
                  </a:lnTo>
                  <a:lnTo>
                    <a:pt x="657" y="298"/>
                  </a:lnTo>
                  <a:lnTo>
                    <a:pt x="657" y="298"/>
                  </a:lnTo>
                  <a:lnTo>
                    <a:pt x="659" y="300"/>
                  </a:lnTo>
                  <a:lnTo>
                    <a:pt x="659" y="300"/>
                  </a:lnTo>
                  <a:lnTo>
                    <a:pt x="661" y="302"/>
                  </a:lnTo>
                  <a:lnTo>
                    <a:pt x="661" y="302"/>
                  </a:lnTo>
                  <a:lnTo>
                    <a:pt x="661" y="304"/>
                  </a:lnTo>
                  <a:lnTo>
                    <a:pt x="661" y="304"/>
                  </a:lnTo>
                  <a:lnTo>
                    <a:pt x="661" y="306"/>
                  </a:lnTo>
                  <a:lnTo>
                    <a:pt x="661" y="306"/>
                  </a:lnTo>
                  <a:lnTo>
                    <a:pt x="661" y="306"/>
                  </a:lnTo>
                  <a:lnTo>
                    <a:pt x="661" y="306"/>
                  </a:lnTo>
                  <a:lnTo>
                    <a:pt x="661" y="308"/>
                  </a:lnTo>
                  <a:lnTo>
                    <a:pt x="661" y="308"/>
                  </a:lnTo>
                  <a:lnTo>
                    <a:pt x="661" y="308"/>
                  </a:lnTo>
                  <a:lnTo>
                    <a:pt x="663" y="308"/>
                  </a:lnTo>
                  <a:lnTo>
                    <a:pt x="663" y="310"/>
                  </a:lnTo>
                  <a:lnTo>
                    <a:pt x="661" y="310"/>
                  </a:lnTo>
                  <a:lnTo>
                    <a:pt x="661" y="310"/>
                  </a:lnTo>
                  <a:lnTo>
                    <a:pt x="659" y="312"/>
                  </a:lnTo>
                  <a:lnTo>
                    <a:pt x="659" y="314"/>
                  </a:lnTo>
                  <a:lnTo>
                    <a:pt x="657" y="314"/>
                  </a:lnTo>
                  <a:lnTo>
                    <a:pt x="657" y="314"/>
                  </a:lnTo>
                  <a:lnTo>
                    <a:pt x="657" y="316"/>
                  </a:lnTo>
                  <a:lnTo>
                    <a:pt x="655" y="316"/>
                  </a:lnTo>
                  <a:lnTo>
                    <a:pt x="655" y="318"/>
                  </a:lnTo>
                  <a:lnTo>
                    <a:pt x="655" y="318"/>
                  </a:lnTo>
                  <a:lnTo>
                    <a:pt x="655" y="320"/>
                  </a:lnTo>
                  <a:lnTo>
                    <a:pt x="655" y="320"/>
                  </a:lnTo>
                  <a:lnTo>
                    <a:pt x="655" y="320"/>
                  </a:lnTo>
                  <a:lnTo>
                    <a:pt x="655" y="322"/>
                  </a:lnTo>
                  <a:lnTo>
                    <a:pt x="655" y="322"/>
                  </a:lnTo>
                  <a:lnTo>
                    <a:pt x="655" y="324"/>
                  </a:lnTo>
                  <a:lnTo>
                    <a:pt x="655" y="324"/>
                  </a:lnTo>
                  <a:lnTo>
                    <a:pt x="655" y="324"/>
                  </a:lnTo>
                  <a:lnTo>
                    <a:pt x="657" y="324"/>
                  </a:lnTo>
                  <a:lnTo>
                    <a:pt x="657" y="326"/>
                  </a:lnTo>
                  <a:lnTo>
                    <a:pt x="657" y="326"/>
                  </a:lnTo>
                  <a:lnTo>
                    <a:pt x="657" y="326"/>
                  </a:lnTo>
                  <a:lnTo>
                    <a:pt x="657" y="328"/>
                  </a:lnTo>
                  <a:lnTo>
                    <a:pt x="657" y="330"/>
                  </a:lnTo>
                  <a:lnTo>
                    <a:pt x="657" y="330"/>
                  </a:lnTo>
                  <a:lnTo>
                    <a:pt x="657" y="330"/>
                  </a:lnTo>
                  <a:lnTo>
                    <a:pt x="657" y="332"/>
                  </a:lnTo>
                  <a:lnTo>
                    <a:pt x="657" y="332"/>
                  </a:lnTo>
                  <a:lnTo>
                    <a:pt x="657" y="334"/>
                  </a:lnTo>
                  <a:lnTo>
                    <a:pt x="657" y="334"/>
                  </a:lnTo>
                  <a:lnTo>
                    <a:pt x="657" y="335"/>
                  </a:lnTo>
                  <a:lnTo>
                    <a:pt x="657" y="335"/>
                  </a:lnTo>
                  <a:lnTo>
                    <a:pt x="657" y="335"/>
                  </a:lnTo>
                  <a:lnTo>
                    <a:pt x="659" y="337"/>
                  </a:lnTo>
                  <a:lnTo>
                    <a:pt x="659" y="337"/>
                  </a:lnTo>
                  <a:lnTo>
                    <a:pt x="659" y="339"/>
                  </a:lnTo>
                  <a:lnTo>
                    <a:pt x="661" y="339"/>
                  </a:lnTo>
                  <a:lnTo>
                    <a:pt x="661" y="339"/>
                  </a:lnTo>
                  <a:lnTo>
                    <a:pt x="663" y="339"/>
                  </a:lnTo>
                  <a:lnTo>
                    <a:pt x="667" y="339"/>
                  </a:lnTo>
                  <a:lnTo>
                    <a:pt x="667" y="339"/>
                  </a:lnTo>
                  <a:lnTo>
                    <a:pt x="667" y="339"/>
                  </a:lnTo>
                  <a:lnTo>
                    <a:pt x="667" y="339"/>
                  </a:lnTo>
                  <a:lnTo>
                    <a:pt x="667" y="341"/>
                  </a:lnTo>
                  <a:lnTo>
                    <a:pt x="667" y="341"/>
                  </a:lnTo>
                  <a:lnTo>
                    <a:pt x="667" y="341"/>
                  </a:lnTo>
                  <a:lnTo>
                    <a:pt x="669" y="343"/>
                  </a:lnTo>
                  <a:lnTo>
                    <a:pt x="669" y="343"/>
                  </a:lnTo>
                  <a:lnTo>
                    <a:pt x="671" y="345"/>
                  </a:lnTo>
                  <a:lnTo>
                    <a:pt x="671" y="345"/>
                  </a:lnTo>
                  <a:lnTo>
                    <a:pt x="671" y="345"/>
                  </a:lnTo>
                  <a:lnTo>
                    <a:pt x="671" y="347"/>
                  </a:lnTo>
                  <a:lnTo>
                    <a:pt x="673" y="349"/>
                  </a:lnTo>
                  <a:lnTo>
                    <a:pt x="673" y="351"/>
                  </a:lnTo>
                  <a:lnTo>
                    <a:pt x="673" y="353"/>
                  </a:lnTo>
                  <a:lnTo>
                    <a:pt x="673" y="353"/>
                  </a:lnTo>
                  <a:lnTo>
                    <a:pt x="673" y="355"/>
                  </a:lnTo>
                  <a:lnTo>
                    <a:pt x="675" y="355"/>
                  </a:lnTo>
                  <a:lnTo>
                    <a:pt x="675" y="355"/>
                  </a:lnTo>
                  <a:lnTo>
                    <a:pt x="675" y="357"/>
                  </a:lnTo>
                  <a:lnTo>
                    <a:pt x="675" y="357"/>
                  </a:lnTo>
                  <a:lnTo>
                    <a:pt x="675" y="359"/>
                  </a:lnTo>
                  <a:lnTo>
                    <a:pt x="675" y="359"/>
                  </a:lnTo>
                  <a:lnTo>
                    <a:pt x="675" y="359"/>
                  </a:lnTo>
                  <a:lnTo>
                    <a:pt x="675" y="361"/>
                  </a:lnTo>
                  <a:lnTo>
                    <a:pt x="675" y="363"/>
                  </a:lnTo>
                  <a:lnTo>
                    <a:pt x="675" y="363"/>
                  </a:lnTo>
                  <a:lnTo>
                    <a:pt x="675" y="365"/>
                  </a:lnTo>
                  <a:lnTo>
                    <a:pt x="675" y="365"/>
                  </a:lnTo>
                  <a:lnTo>
                    <a:pt x="675" y="365"/>
                  </a:lnTo>
                  <a:lnTo>
                    <a:pt x="675" y="367"/>
                  </a:lnTo>
                  <a:lnTo>
                    <a:pt x="675" y="367"/>
                  </a:lnTo>
                  <a:lnTo>
                    <a:pt x="675" y="367"/>
                  </a:lnTo>
                  <a:lnTo>
                    <a:pt x="675" y="367"/>
                  </a:lnTo>
                  <a:lnTo>
                    <a:pt x="675" y="367"/>
                  </a:lnTo>
                  <a:lnTo>
                    <a:pt x="675" y="369"/>
                  </a:lnTo>
                  <a:lnTo>
                    <a:pt x="675" y="369"/>
                  </a:lnTo>
                  <a:lnTo>
                    <a:pt x="675" y="369"/>
                  </a:lnTo>
                  <a:lnTo>
                    <a:pt x="675" y="371"/>
                  </a:lnTo>
                  <a:lnTo>
                    <a:pt x="675" y="371"/>
                  </a:lnTo>
                  <a:lnTo>
                    <a:pt x="675" y="373"/>
                  </a:lnTo>
                  <a:lnTo>
                    <a:pt x="675" y="373"/>
                  </a:lnTo>
                  <a:lnTo>
                    <a:pt x="675" y="373"/>
                  </a:lnTo>
                  <a:lnTo>
                    <a:pt x="675" y="375"/>
                  </a:lnTo>
                  <a:lnTo>
                    <a:pt x="677" y="375"/>
                  </a:lnTo>
                  <a:lnTo>
                    <a:pt x="677" y="377"/>
                  </a:lnTo>
                  <a:lnTo>
                    <a:pt x="677" y="377"/>
                  </a:lnTo>
                  <a:lnTo>
                    <a:pt x="677" y="377"/>
                  </a:lnTo>
                  <a:lnTo>
                    <a:pt x="675" y="379"/>
                  </a:lnTo>
                  <a:lnTo>
                    <a:pt x="675" y="379"/>
                  </a:lnTo>
                  <a:lnTo>
                    <a:pt x="675" y="381"/>
                  </a:lnTo>
                  <a:lnTo>
                    <a:pt x="675" y="381"/>
                  </a:lnTo>
                  <a:lnTo>
                    <a:pt x="675" y="381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7" y="383"/>
                  </a:lnTo>
                  <a:lnTo>
                    <a:pt x="679" y="385"/>
                  </a:lnTo>
                  <a:lnTo>
                    <a:pt x="681" y="385"/>
                  </a:lnTo>
                  <a:lnTo>
                    <a:pt x="683" y="385"/>
                  </a:lnTo>
                  <a:lnTo>
                    <a:pt x="685" y="385"/>
                  </a:lnTo>
                  <a:lnTo>
                    <a:pt x="685" y="387"/>
                  </a:lnTo>
                  <a:lnTo>
                    <a:pt x="685" y="387"/>
                  </a:lnTo>
                  <a:lnTo>
                    <a:pt x="683" y="387"/>
                  </a:lnTo>
                  <a:lnTo>
                    <a:pt x="685" y="387"/>
                  </a:lnTo>
                  <a:lnTo>
                    <a:pt x="685" y="387"/>
                  </a:lnTo>
                  <a:lnTo>
                    <a:pt x="687" y="388"/>
                  </a:lnTo>
                  <a:lnTo>
                    <a:pt x="687" y="388"/>
                  </a:lnTo>
                  <a:lnTo>
                    <a:pt x="687" y="388"/>
                  </a:lnTo>
                  <a:lnTo>
                    <a:pt x="687" y="388"/>
                  </a:lnTo>
                  <a:lnTo>
                    <a:pt x="687" y="390"/>
                  </a:lnTo>
                  <a:lnTo>
                    <a:pt x="687" y="390"/>
                  </a:lnTo>
                  <a:lnTo>
                    <a:pt x="687" y="390"/>
                  </a:lnTo>
                  <a:lnTo>
                    <a:pt x="687" y="390"/>
                  </a:lnTo>
                  <a:lnTo>
                    <a:pt x="687" y="392"/>
                  </a:lnTo>
                  <a:lnTo>
                    <a:pt x="687" y="392"/>
                  </a:lnTo>
                  <a:lnTo>
                    <a:pt x="689" y="392"/>
                  </a:lnTo>
                  <a:lnTo>
                    <a:pt x="697" y="394"/>
                  </a:lnTo>
                  <a:lnTo>
                    <a:pt x="697" y="394"/>
                  </a:lnTo>
                  <a:lnTo>
                    <a:pt x="697" y="396"/>
                  </a:lnTo>
                  <a:lnTo>
                    <a:pt x="699" y="396"/>
                  </a:lnTo>
                  <a:lnTo>
                    <a:pt x="697" y="396"/>
                  </a:lnTo>
                  <a:lnTo>
                    <a:pt x="697" y="396"/>
                  </a:lnTo>
                  <a:lnTo>
                    <a:pt x="695" y="402"/>
                  </a:lnTo>
                  <a:lnTo>
                    <a:pt x="695" y="402"/>
                  </a:lnTo>
                  <a:lnTo>
                    <a:pt x="695" y="402"/>
                  </a:lnTo>
                  <a:lnTo>
                    <a:pt x="695" y="402"/>
                  </a:lnTo>
                  <a:lnTo>
                    <a:pt x="695" y="404"/>
                  </a:lnTo>
                  <a:lnTo>
                    <a:pt x="695" y="404"/>
                  </a:lnTo>
                  <a:lnTo>
                    <a:pt x="695" y="404"/>
                  </a:lnTo>
                  <a:lnTo>
                    <a:pt x="695" y="404"/>
                  </a:lnTo>
                  <a:lnTo>
                    <a:pt x="695" y="406"/>
                  </a:lnTo>
                  <a:lnTo>
                    <a:pt x="695" y="406"/>
                  </a:lnTo>
                  <a:lnTo>
                    <a:pt x="695" y="406"/>
                  </a:lnTo>
                  <a:lnTo>
                    <a:pt x="695" y="408"/>
                  </a:lnTo>
                  <a:lnTo>
                    <a:pt x="695" y="408"/>
                  </a:lnTo>
                  <a:lnTo>
                    <a:pt x="695" y="408"/>
                  </a:lnTo>
                  <a:lnTo>
                    <a:pt x="693" y="408"/>
                  </a:lnTo>
                  <a:lnTo>
                    <a:pt x="693" y="408"/>
                  </a:lnTo>
                  <a:lnTo>
                    <a:pt x="693" y="408"/>
                  </a:lnTo>
                  <a:lnTo>
                    <a:pt x="693" y="408"/>
                  </a:lnTo>
                  <a:lnTo>
                    <a:pt x="691" y="408"/>
                  </a:lnTo>
                  <a:lnTo>
                    <a:pt x="691" y="408"/>
                  </a:lnTo>
                  <a:lnTo>
                    <a:pt x="687" y="406"/>
                  </a:lnTo>
                  <a:lnTo>
                    <a:pt x="687" y="406"/>
                  </a:lnTo>
                  <a:lnTo>
                    <a:pt x="687" y="406"/>
                  </a:lnTo>
                  <a:lnTo>
                    <a:pt x="685" y="408"/>
                  </a:lnTo>
                  <a:lnTo>
                    <a:pt x="685" y="408"/>
                  </a:lnTo>
                  <a:lnTo>
                    <a:pt x="685" y="408"/>
                  </a:lnTo>
                  <a:lnTo>
                    <a:pt x="683" y="408"/>
                  </a:lnTo>
                  <a:lnTo>
                    <a:pt x="683" y="410"/>
                  </a:lnTo>
                  <a:lnTo>
                    <a:pt x="683" y="410"/>
                  </a:lnTo>
                  <a:lnTo>
                    <a:pt x="683" y="410"/>
                  </a:lnTo>
                  <a:lnTo>
                    <a:pt x="683" y="410"/>
                  </a:lnTo>
                  <a:lnTo>
                    <a:pt x="683" y="412"/>
                  </a:lnTo>
                  <a:lnTo>
                    <a:pt x="681" y="416"/>
                  </a:lnTo>
                  <a:lnTo>
                    <a:pt x="681" y="416"/>
                  </a:lnTo>
                  <a:lnTo>
                    <a:pt x="681" y="416"/>
                  </a:lnTo>
                  <a:lnTo>
                    <a:pt x="681" y="416"/>
                  </a:lnTo>
                  <a:lnTo>
                    <a:pt x="681" y="418"/>
                  </a:lnTo>
                  <a:lnTo>
                    <a:pt x="681" y="418"/>
                  </a:lnTo>
                  <a:lnTo>
                    <a:pt x="681" y="418"/>
                  </a:lnTo>
                  <a:lnTo>
                    <a:pt x="681" y="418"/>
                  </a:lnTo>
                  <a:lnTo>
                    <a:pt x="681" y="420"/>
                  </a:lnTo>
                  <a:lnTo>
                    <a:pt x="681" y="420"/>
                  </a:lnTo>
                  <a:lnTo>
                    <a:pt x="681" y="420"/>
                  </a:lnTo>
                  <a:lnTo>
                    <a:pt x="681" y="422"/>
                  </a:lnTo>
                  <a:lnTo>
                    <a:pt x="681" y="422"/>
                  </a:lnTo>
                  <a:lnTo>
                    <a:pt x="683" y="424"/>
                  </a:lnTo>
                  <a:lnTo>
                    <a:pt x="683" y="424"/>
                  </a:lnTo>
                  <a:lnTo>
                    <a:pt x="683" y="424"/>
                  </a:lnTo>
                  <a:lnTo>
                    <a:pt x="683" y="424"/>
                  </a:lnTo>
                  <a:lnTo>
                    <a:pt x="683" y="424"/>
                  </a:lnTo>
                  <a:lnTo>
                    <a:pt x="681" y="424"/>
                  </a:lnTo>
                  <a:lnTo>
                    <a:pt x="681" y="424"/>
                  </a:lnTo>
                  <a:lnTo>
                    <a:pt x="681" y="424"/>
                  </a:lnTo>
                  <a:lnTo>
                    <a:pt x="679" y="424"/>
                  </a:lnTo>
                  <a:lnTo>
                    <a:pt x="679" y="426"/>
                  </a:lnTo>
                  <a:lnTo>
                    <a:pt x="677" y="428"/>
                  </a:lnTo>
                  <a:lnTo>
                    <a:pt x="677" y="430"/>
                  </a:lnTo>
                  <a:lnTo>
                    <a:pt x="677" y="430"/>
                  </a:lnTo>
                  <a:lnTo>
                    <a:pt x="677" y="432"/>
                  </a:lnTo>
                  <a:lnTo>
                    <a:pt x="677" y="432"/>
                  </a:lnTo>
                  <a:lnTo>
                    <a:pt x="677" y="432"/>
                  </a:lnTo>
                  <a:lnTo>
                    <a:pt x="675" y="432"/>
                  </a:lnTo>
                  <a:lnTo>
                    <a:pt x="675" y="432"/>
                  </a:lnTo>
                  <a:lnTo>
                    <a:pt x="673" y="434"/>
                  </a:lnTo>
                  <a:lnTo>
                    <a:pt x="673" y="434"/>
                  </a:lnTo>
                  <a:lnTo>
                    <a:pt x="673" y="434"/>
                  </a:lnTo>
                  <a:lnTo>
                    <a:pt x="673" y="434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1" y="438"/>
                  </a:lnTo>
                  <a:lnTo>
                    <a:pt x="667" y="441"/>
                  </a:lnTo>
                  <a:lnTo>
                    <a:pt x="667" y="441"/>
                  </a:lnTo>
                  <a:lnTo>
                    <a:pt x="667" y="443"/>
                  </a:lnTo>
                  <a:lnTo>
                    <a:pt x="665" y="443"/>
                  </a:lnTo>
                  <a:lnTo>
                    <a:pt x="665" y="443"/>
                  </a:lnTo>
                  <a:lnTo>
                    <a:pt x="665" y="443"/>
                  </a:lnTo>
                  <a:lnTo>
                    <a:pt x="665" y="445"/>
                  </a:lnTo>
                  <a:lnTo>
                    <a:pt x="667" y="445"/>
                  </a:lnTo>
                  <a:lnTo>
                    <a:pt x="671" y="449"/>
                  </a:lnTo>
                  <a:lnTo>
                    <a:pt x="671" y="451"/>
                  </a:lnTo>
                  <a:lnTo>
                    <a:pt x="671" y="451"/>
                  </a:lnTo>
                  <a:lnTo>
                    <a:pt x="673" y="453"/>
                  </a:lnTo>
                  <a:lnTo>
                    <a:pt x="673" y="453"/>
                  </a:lnTo>
                  <a:lnTo>
                    <a:pt x="673" y="453"/>
                  </a:lnTo>
                  <a:lnTo>
                    <a:pt x="673" y="453"/>
                  </a:lnTo>
                  <a:lnTo>
                    <a:pt x="675" y="455"/>
                  </a:lnTo>
                  <a:lnTo>
                    <a:pt x="677" y="455"/>
                  </a:lnTo>
                  <a:lnTo>
                    <a:pt x="677" y="455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3" y="457"/>
                  </a:lnTo>
                  <a:lnTo>
                    <a:pt x="673" y="457"/>
                  </a:lnTo>
                  <a:lnTo>
                    <a:pt x="671" y="455"/>
                  </a:lnTo>
                  <a:lnTo>
                    <a:pt x="671" y="455"/>
                  </a:lnTo>
                  <a:lnTo>
                    <a:pt x="669" y="453"/>
                  </a:lnTo>
                  <a:lnTo>
                    <a:pt x="669" y="453"/>
                  </a:lnTo>
                  <a:lnTo>
                    <a:pt x="669" y="453"/>
                  </a:lnTo>
                  <a:lnTo>
                    <a:pt x="667" y="453"/>
                  </a:lnTo>
                  <a:lnTo>
                    <a:pt x="667" y="455"/>
                  </a:lnTo>
                  <a:lnTo>
                    <a:pt x="667" y="455"/>
                  </a:lnTo>
                  <a:lnTo>
                    <a:pt x="665" y="455"/>
                  </a:lnTo>
                  <a:lnTo>
                    <a:pt x="667" y="455"/>
                  </a:lnTo>
                  <a:lnTo>
                    <a:pt x="667" y="457"/>
                  </a:lnTo>
                  <a:lnTo>
                    <a:pt x="667" y="457"/>
                  </a:lnTo>
                  <a:lnTo>
                    <a:pt x="667" y="459"/>
                  </a:lnTo>
                  <a:lnTo>
                    <a:pt x="667" y="459"/>
                  </a:lnTo>
                  <a:lnTo>
                    <a:pt x="669" y="461"/>
                  </a:lnTo>
                  <a:lnTo>
                    <a:pt x="669" y="461"/>
                  </a:lnTo>
                  <a:lnTo>
                    <a:pt x="669" y="461"/>
                  </a:lnTo>
                  <a:lnTo>
                    <a:pt x="669" y="461"/>
                  </a:lnTo>
                  <a:lnTo>
                    <a:pt x="669" y="461"/>
                  </a:lnTo>
                  <a:lnTo>
                    <a:pt x="669" y="463"/>
                  </a:lnTo>
                  <a:lnTo>
                    <a:pt x="669" y="463"/>
                  </a:lnTo>
                  <a:lnTo>
                    <a:pt x="667" y="463"/>
                  </a:lnTo>
                  <a:lnTo>
                    <a:pt x="667" y="463"/>
                  </a:lnTo>
                  <a:lnTo>
                    <a:pt x="665" y="461"/>
                  </a:lnTo>
                  <a:lnTo>
                    <a:pt x="665" y="461"/>
                  </a:lnTo>
                  <a:lnTo>
                    <a:pt x="665" y="461"/>
                  </a:lnTo>
                  <a:lnTo>
                    <a:pt x="665" y="463"/>
                  </a:lnTo>
                  <a:lnTo>
                    <a:pt x="665" y="463"/>
                  </a:lnTo>
                  <a:lnTo>
                    <a:pt x="663" y="463"/>
                  </a:lnTo>
                  <a:lnTo>
                    <a:pt x="663" y="465"/>
                  </a:lnTo>
                  <a:lnTo>
                    <a:pt x="663" y="465"/>
                  </a:lnTo>
                  <a:lnTo>
                    <a:pt x="663" y="465"/>
                  </a:lnTo>
                  <a:lnTo>
                    <a:pt x="663" y="467"/>
                  </a:lnTo>
                  <a:lnTo>
                    <a:pt x="663" y="467"/>
                  </a:lnTo>
                  <a:lnTo>
                    <a:pt x="663" y="469"/>
                  </a:lnTo>
                  <a:lnTo>
                    <a:pt x="663" y="471"/>
                  </a:lnTo>
                  <a:lnTo>
                    <a:pt x="663" y="471"/>
                  </a:lnTo>
                  <a:lnTo>
                    <a:pt x="665" y="473"/>
                  </a:lnTo>
                  <a:lnTo>
                    <a:pt x="665" y="473"/>
                  </a:lnTo>
                  <a:lnTo>
                    <a:pt x="665" y="475"/>
                  </a:lnTo>
                  <a:lnTo>
                    <a:pt x="665" y="475"/>
                  </a:lnTo>
                  <a:lnTo>
                    <a:pt x="665" y="475"/>
                  </a:lnTo>
                  <a:lnTo>
                    <a:pt x="665" y="477"/>
                  </a:lnTo>
                  <a:lnTo>
                    <a:pt x="665" y="477"/>
                  </a:lnTo>
                  <a:lnTo>
                    <a:pt x="665" y="477"/>
                  </a:lnTo>
                  <a:lnTo>
                    <a:pt x="665" y="477"/>
                  </a:lnTo>
                  <a:lnTo>
                    <a:pt x="665" y="479"/>
                  </a:lnTo>
                  <a:lnTo>
                    <a:pt x="665" y="479"/>
                  </a:lnTo>
                  <a:lnTo>
                    <a:pt x="665" y="479"/>
                  </a:lnTo>
                  <a:lnTo>
                    <a:pt x="663" y="479"/>
                  </a:lnTo>
                  <a:lnTo>
                    <a:pt x="663" y="479"/>
                  </a:lnTo>
                  <a:lnTo>
                    <a:pt x="661" y="477"/>
                  </a:lnTo>
                  <a:lnTo>
                    <a:pt x="661" y="477"/>
                  </a:lnTo>
                  <a:lnTo>
                    <a:pt x="661" y="477"/>
                  </a:lnTo>
                  <a:lnTo>
                    <a:pt x="661" y="477"/>
                  </a:lnTo>
                  <a:lnTo>
                    <a:pt x="659" y="477"/>
                  </a:lnTo>
                  <a:lnTo>
                    <a:pt x="659" y="477"/>
                  </a:lnTo>
                  <a:lnTo>
                    <a:pt x="659" y="477"/>
                  </a:lnTo>
                  <a:lnTo>
                    <a:pt x="659" y="477"/>
                  </a:lnTo>
                  <a:lnTo>
                    <a:pt x="659" y="479"/>
                  </a:lnTo>
                  <a:lnTo>
                    <a:pt x="659" y="479"/>
                  </a:lnTo>
                  <a:lnTo>
                    <a:pt x="661" y="481"/>
                  </a:lnTo>
                  <a:lnTo>
                    <a:pt x="661" y="481"/>
                  </a:lnTo>
                  <a:lnTo>
                    <a:pt x="661" y="481"/>
                  </a:lnTo>
                  <a:lnTo>
                    <a:pt x="661" y="481"/>
                  </a:lnTo>
                  <a:lnTo>
                    <a:pt x="661" y="483"/>
                  </a:lnTo>
                  <a:lnTo>
                    <a:pt x="661" y="485"/>
                  </a:lnTo>
                  <a:lnTo>
                    <a:pt x="661" y="485"/>
                  </a:lnTo>
                  <a:lnTo>
                    <a:pt x="661" y="485"/>
                  </a:lnTo>
                  <a:lnTo>
                    <a:pt x="661" y="485"/>
                  </a:lnTo>
                  <a:lnTo>
                    <a:pt x="663" y="487"/>
                  </a:lnTo>
                  <a:lnTo>
                    <a:pt x="663" y="489"/>
                  </a:lnTo>
                  <a:lnTo>
                    <a:pt x="665" y="489"/>
                  </a:lnTo>
                  <a:lnTo>
                    <a:pt x="665" y="489"/>
                  </a:lnTo>
                  <a:lnTo>
                    <a:pt x="665" y="489"/>
                  </a:lnTo>
                  <a:lnTo>
                    <a:pt x="665" y="489"/>
                  </a:lnTo>
                  <a:lnTo>
                    <a:pt x="665" y="491"/>
                  </a:lnTo>
                  <a:lnTo>
                    <a:pt x="665" y="491"/>
                  </a:lnTo>
                  <a:lnTo>
                    <a:pt x="665" y="491"/>
                  </a:lnTo>
                  <a:lnTo>
                    <a:pt x="665" y="493"/>
                  </a:lnTo>
                  <a:lnTo>
                    <a:pt x="665" y="493"/>
                  </a:lnTo>
                  <a:lnTo>
                    <a:pt x="665" y="493"/>
                  </a:lnTo>
                  <a:lnTo>
                    <a:pt x="667" y="493"/>
                  </a:lnTo>
                  <a:lnTo>
                    <a:pt x="667" y="493"/>
                  </a:lnTo>
                  <a:lnTo>
                    <a:pt x="667" y="493"/>
                  </a:lnTo>
                  <a:lnTo>
                    <a:pt x="669" y="493"/>
                  </a:lnTo>
                  <a:lnTo>
                    <a:pt x="671" y="493"/>
                  </a:lnTo>
                  <a:lnTo>
                    <a:pt x="671" y="491"/>
                  </a:lnTo>
                  <a:lnTo>
                    <a:pt x="671" y="491"/>
                  </a:lnTo>
                  <a:lnTo>
                    <a:pt x="673" y="489"/>
                  </a:lnTo>
                  <a:lnTo>
                    <a:pt x="673" y="489"/>
                  </a:lnTo>
                  <a:lnTo>
                    <a:pt x="673" y="489"/>
                  </a:lnTo>
                  <a:lnTo>
                    <a:pt x="673" y="489"/>
                  </a:lnTo>
                  <a:lnTo>
                    <a:pt x="675" y="489"/>
                  </a:lnTo>
                  <a:lnTo>
                    <a:pt x="675" y="491"/>
                  </a:lnTo>
                  <a:lnTo>
                    <a:pt x="677" y="491"/>
                  </a:lnTo>
                  <a:lnTo>
                    <a:pt x="679" y="493"/>
                  </a:lnTo>
                  <a:lnTo>
                    <a:pt x="679" y="493"/>
                  </a:lnTo>
                  <a:lnTo>
                    <a:pt x="679" y="493"/>
                  </a:lnTo>
                  <a:lnTo>
                    <a:pt x="679" y="493"/>
                  </a:lnTo>
                  <a:lnTo>
                    <a:pt x="679" y="495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5" y="496"/>
                  </a:lnTo>
                  <a:lnTo>
                    <a:pt x="675" y="496"/>
                  </a:lnTo>
                  <a:lnTo>
                    <a:pt x="677" y="496"/>
                  </a:lnTo>
                  <a:lnTo>
                    <a:pt x="677" y="496"/>
                  </a:lnTo>
                  <a:lnTo>
                    <a:pt x="677" y="498"/>
                  </a:lnTo>
                  <a:lnTo>
                    <a:pt x="679" y="498"/>
                  </a:lnTo>
                  <a:lnTo>
                    <a:pt x="681" y="498"/>
                  </a:lnTo>
                  <a:lnTo>
                    <a:pt x="681" y="498"/>
                  </a:lnTo>
                  <a:lnTo>
                    <a:pt x="683" y="498"/>
                  </a:lnTo>
                  <a:lnTo>
                    <a:pt x="683" y="496"/>
                  </a:lnTo>
                  <a:lnTo>
                    <a:pt x="683" y="496"/>
                  </a:lnTo>
                  <a:lnTo>
                    <a:pt x="683" y="496"/>
                  </a:lnTo>
                  <a:lnTo>
                    <a:pt x="683" y="496"/>
                  </a:lnTo>
                  <a:lnTo>
                    <a:pt x="685" y="495"/>
                  </a:lnTo>
                  <a:lnTo>
                    <a:pt x="687" y="495"/>
                  </a:lnTo>
                  <a:lnTo>
                    <a:pt x="687" y="495"/>
                  </a:lnTo>
                  <a:lnTo>
                    <a:pt x="687" y="495"/>
                  </a:lnTo>
                  <a:lnTo>
                    <a:pt x="689" y="495"/>
                  </a:lnTo>
                  <a:lnTo>
                    <a:pt x="689" y="493"/>
                  </a:lnTo>
                  <a:lnTo>
                    <a:pt x="695" y="493"/>
                  </a:lnTo>
                  <a:lnTo>
                    <a:pt x="695" y="493"/>
                  </a:lnTo>
                  <a:lnTo>
                    <a:pt x="697" y="493"/>
                  </a:lnTo>
                  <a:lnTo>
                    <a:pt x="697" y="493"/>
                  </a:lnTo>
                  <a:lnTo>
                    <a:pt x="697" y="491"/>
                  </a:lnTo>
                  <a:lnTo>
                    <a:pt x="695" y="491"/>
                  </a:lnTo>
                  <a:lnTo>
                    <a:pt x="695" y="491"/>
                  </a:lnTo>
                  <a:lnTo>
                    <a:pt x="695" y="489"/>
                  </a:lnTo>
                  <a:lnTo>
                    <a:pt x="695" y="489"/>
                  </a:lnTo>
                  <a:lnTo>
                    <a:pt x="695" y="489"/>
                  </a:lnTo>
                  <a:lnTo>
                    <a:pt x="695" y="487"/>
                  </a:lnTo>
                  <a:lnTo>
                    <a:pt x="695" y="487"/>
                  </a:lnTo>
                  <a:lnTo>
                    <a:pt x="695" y="487"/>
                  </a:lnTo>
                  <a:lnTo>
                    <a:pt x="695" y="487"/>
                  </a:lnTo>
                  <a:lnTo>
                    <a:pt x="695" y="487"/>
                  </a:lnTo>
                  <a:lnTo>
                    <a:pt x="697" y="487"/>
                  </a:lnTo>
                  <a:lnTo>
                    <a:pt x="697" y="487"/>
                  </a:lnTo>
                  <a:lnTo>
                    <a:pt x="699" y="487"/>
                  </a:lnTo>
                  <a:lnTo>
                    <a:pt x="699" y="489"/>
                  </a:lnTo>
                  <a:lnTo>
                    <a:pt x="699" y="489"/>
                  </a:lnTo>
                  <a:lnTo>
                    <a:pt x="699" y="489"/>
                  </a:lnTo>
                  <a:lnTo>
                    <a:pt x="699" y="491"/>
                  </a:lnTo>
                  <a:lnTo>
                    <a:pt x="699" y="491"/>
                  </a:lnTo>
                  <a:lnTo>
                    <a:pt x="700" y="491"/>
                  </a:lnTo>
                  <a:lnTo>
                    <a:pt x="700" y="493"/>
                  </a:lnTo>
                  <a:lnTo>
                    <a:pt x="700" y="493"/>
                  </a:lnTo>
                  <a:lnTo>
                    <a:pt x="700" y="493"/>
                  </a:lnTo>
                  <a:lnTo>
                    <a:pt x="700" y="495"/>
                  </a:lnTo>
                  <a:lnTo>
                    <a:pt x="702" y="495"/>
                  </a:lnTo>
                  <a:lnTo>
                    <a:pt x="702" y="495"/>
                  </a:lnTo>
                  <a:lnTo>
                    <a:pt x="702" y="495"/>
                  </a:lnTo>
                  <a:lnTo>
                    <a:pt x="706" y="495"/>
                  </a:lnTo>
                  <a:lnTo>
                    <a:pt x="708" y="495"/>
                  </a:lnTo>
                  <a:lnTo>
                    <a:pt x="708" y="495"/>
                  </a:lnTo>
                  <a:lnTo>
                    <a:pt x="710" y="495"/>
                  </a:lnTo>
                  <a:lnTo>
                    <a:pt x="710" y="495"/>
                  </a:lnTo>
                  <a:lnTo>
                    <a:pt x="712" y="496"/>
                  </a:lnTo>
                  <a:lnTo>
                    <a:pt x="714" y="496"/>
                  </a:lnTo>
                  <a:lnTo>
                    <a:pt x="714" y="496"/>
                  </a:lnTo>
                  <a:lnTo>
                    <a:pt x="714" y="498"/>
                  </a:lnTo>
                  <a:lnTo>
                    <a:pt x="716" y="498"/>
                  </a:lnTo>
                  <a:lnTo>
                    <a:pt x="716" y="498"/>
                  </a:lnTo>
                  <a:lnTo>
                    <a:pt x="716" y="498"/>
                  </a:lnTo>
                  <a:lnTo>
                    <a:pt x="716" y="498"/>
                  </a:lnTo>
                  <a:lnTo>
                    <a:pt x="720" y="498"/>
                  </a:lnTo>
                  <a:lnTo>
                    <a:pt x="722" y="498"/>
                  </a:lnTo>
                  <a:lnTo>
                    <a:pt x="722" y="500"/>
                  </a:lnTo>
                  <a:lnTo>
                    <a:pt x="722" y="500"/>
                  </a:lnTo>
                  <a:lnTo>
                    <a:pt x="722" y="500"/>
                  </a:lnTo>
                  <a:lnTo>
                    <a:pt x="722" y="502"/>
                  </a:lnTo>
                  <a:lnTo>
                    <a:pt x="722" y="502"/>
                  </a:lnTo>
                  <a:lnTo>
                    <a:pt x="722" y="502"/>
                  </a:lnTo>
                  <a:lnTo>
                    <a:pt x="722" y="504"/>
                  </a:lnTo>
                  <a:lnTo>
                    <a:pt x="724" y="504"/>
                  </a:lnTo>
                  <a:lnTo>
                    <a:pt x="726" y="506"/>
                  </a:lnTo>
                  <a:lnTo>
                    <a:pt x="726" y="506"/>
                  </a:lnTo>
                  <a:lnTo>
                    <a:pt x="728" y="506"/>
                  </a:lnTo>
                  <a:lnTo>
                    <a:pt x="728" y="506"/>
                  </a:lnTo>
                  <a:lnTo>
                    <a:pt x="732" y="504"/>
                  </a:lnTo>
                  <a:lnTo>
                    <a:pt x="734" y="500"/>
                  </a:lnTo>
                  <a:lnTo>
                    <a:pt x="734" y="500"/>
                  </a:lnTo>
                  <a:lnTo>
                    <a:pt x="736" y="500"/>
                  </a:lnTo>
                  <a:lnTo>
                    <a:pt x="736" y="500"/>
                  </a:lnTo>
                  <a:lnTo>
                    <a:pt x="738" y="500"/>
                  </a:lnTo>
                  <a:lnTo>
                    <a:pt x="738" y="502"/>
                  </a:lnTo>
                  <a:lnTo>
                    <a:pt x="740" y="502"/>
                  </a:lnTo>
                  <a:lnTo>
                    <a:pt x="740" y="502"/>
                  </a:lnTo>
                  <a:lnTo>
                    <a:pt x="740" y="504"/>
                  </a:lnTo>
                  <a:lnTo>
                    <a:pt x="740" y="504"/>
                  </a:lnTo>
                  <a:lnTo>
                    <a:pt x="740" y="504"/>
                  </a:lnTo>
                  <a:lnTo>
                    <a:pt x="740" y="504"/>
                  </a:lnTo>
                  <a:lnTo>
                    <a:pt x="740" y="504"/>
                  </a:lnTo>
                  <a:lnTo>
                    <a:pt x="746" y="506"/>
                  </a:lnTo>
                  <a:lnTo>
                    <a:pt x="746" y="508"/>
                  </a:lnTo>
                  <a:lnTo>
                    <a:pt x="748" y="508"/>
                  </a:lnTo>
                  <a:lnTo>
                    <a:pt x="748" y="508"/>
                  </a:lnTo>
                  <a:lnTo>
                    <a:pt x="748" y="510"/>
                  </a:lnTo>
                  <a:lnTo>
                    <a:pt x="749" y="508"/>
                  </a:lnTo>
                  <a:lnTo>
                    <a:pt x="751" y="510"/>
                  </a:lnTo>
                  <a:lnTo>
                    <a:pt x="753" y="508"/>
                  </a:lnTo>
                  <a:lnTo>
                    <a:pt x="753" y="504"/>
                  </a:lnTo>
                  <a:lnTo>
                    <a:pt x="757" y="502"/>
                  </a:lnTo>
                  <a:lnTo>
                    <a:pt x="757" y="502"/>
                  </a:lnTo>
                  <a:lnTo>
                    <a:pt x="757" y="502"/>
                  </a:lnTo>
                  <a:lnTo>
                    <a:pt x="759" y="502"/>
                  </a:lnTo>
                  <a:lnTo>
                    <a:pt x="759" y="502"/>
                  </a:lnTo>
                  <a:lnTo>
                    <a:pt x="761" y="504"/>
                  </a:lnTo>
                  <a:lnTo>
                    <a:pt x="761" y="504"/>
                  </a:lnTo>
                  <a:lnTo>
                    <a:pt x="761" y="504"/>
                  </a:lnTo>
                  <a:lnTo>
                    <a:pt x="761" y="506"/>
                  </a:lnTo>
                  <a:lnTo>
                    <a:pt x="761" y="506"/>
                  </a:lnTo>
                  <a:lnTo>
                    <a:pt x="763" y="508"/>
                  </a:lnTo>
                  <a:lnTo>
                    <a:pt x="763" y="508"/>
                  </a:lnTo>
                  <a:lnTo>
                    <a:pt x="763" y="510"/>
                  </a:lnTo>
                  <a:lnTo>
                    <a:pt x="763" y="510"/>
                  </a:lnTo>
                  <a:lnTo>
                    <a:pt x="763" y="510"/>
                  </a:lnTo>
                  <a:lnTo>
                    <a:pt x="763" y="512"/>
                  </a:lnTo>
                  <a:lnTo>
                    <a:pt x="763" y="512"/>
                  </a:lnTo>
                  <a:lnTo>
                    <a:pt x="763" y="512"/>
                  </a:lnTo>
                  <a:lnTo>
                    <a:pt x="765" y="514"/>
                  </a:lnTo>
                  <a:lnTo>
                    <a:pt x="765" y="516"/>
                  </a:lnTo>
                  <a:lnTo>
                    <a:pt x="765" y="516"/>
                  </a:lnTo>
                  <a:lnTo>
                    <a:pt x="765" y="516"/>
                  </a:lnTo>
                  <a:lnTo>
                    <a:pt x="765" y="516"/>
                  </a:lnTo>
                  <a:lnTo>
                    <a:pt x="765" y="516"/>
                  </a:lnTo>
                  <a:lnTo>
                    <a:pt x="767" y="518"/>
                  </a:lnTo>
                  <a:lnTo>
                    <a:pt x="767" y="518"/>
                  </a:lnTo>
                  <a:lnTo>
                    <a:pt x="767" y="518"/>
                  </a:lnTo>
                  <a:lnTo>
                    <a:pt x="767" y="520"/>
                  </a:lnTo>
                  <a:lnTo>
                    <a:pt x="767" y="520"/>
                  </a:lnTo>
                  <a:lnTo>
                    <a:pt x="767" y="520"/>
                  </a:lnTo>
                  <a:lnTo>
                    <a:pt x="767" y="522"/>
                  </a:lnTo>
                  <a:lnTo>
                    <a:pt x="765" y="524"/>
                  </a:lnTo>
                  <a:lnTo>
                    <a:pt x="765" y="524"/>
                  </a:lnTo>
                  <a:lnTo>
                    <a:pt x="765" y="524"/>
                  </a:lnTo>
                  <a:lnTo>
                    <a:pt x="763" y="524"/>
                  </a:lnTo>
                  <a:lnTo>
                    <a:pt x="763" y="524"/>
                  </a:lnTo>
                  <a:lnTo>
                    <a:pt x="761" y="524"/>
                  </a:lnTo>
                  <a:lnTo>
                    <a:pt x="761" y="524"/>
                  </a:lnTo>
                  <a:lnTo>
                    <a:pt x="761" y="526"/>
                  </a:lnTo>
                  <a:lnTo>
                    <a:pt x="761" y="526"/>
                  </a:lnTo>
                  <a:lnTo>
                    <a:pt x="759" y="526"/>
                  </a:lnTo>
                  <a:lnTo>
                    <a:pt x="757" y="526"/>
                  </a:lnTo>
                  <a:lnTo>
                    <a:pt x="755" y="526"/>
                  </a:lnTo>
                  <a:lnTo>
                    <a:pt x="755" y="526"/>
                  </a:lnTo>
                  <a:lnTo>
                    <a:pt x="753" y="524"/>
                  </a:lnTo>
                  <a:lnTo>
                    <a:pt x="753" y="524"/>
                  </a:lnTo>
                  <a:lnTo>
                    <a:pt x="751" y="526"/>
                  </a:lnTo>
                  <a:lnTo>
                    <a:pt x="751" y="526"/>
                  </a:lnTo>
                  <a:lnTo>
                    <a:pt x="751" y="526"/>
                  </a:lnTo>
                  <a:lnTo>
                    <a:pt x="749" y="526"/>
                  </a:lnTo>
                  <a:lnTo>
                    <a:pt x="749" y="526"/>
                  </a:lnTo>
                  <a:lnTo>
                    <a:pt x="749" y="526"/>
                  </a:lnTo>
                  <a:lnTo>
                    <a:pt x="749" y="526"/>
                  </a:lnTo>
                  <a:lnTo>
                    <a:pt x="749" y="526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48" y="526"/>
                  </a:lnTo>
                  <a:lnTo>
                    <a:pt x="746" y="526"/>
                  </a:lnTo>
                  <a:lnTo>
                    <a:pt x="746" y="526"/>
                  </a:lnTo>
                  <a:lnTo>
                    <a:pt x="744" y="528"/>
                  </a:lnTo>
                  <a:lnTo>
                    <a:pt x="742" y="528"/>
                  </a:lnTo>
                  <a:lnTo>
                    <a:pt x="742" y="530"/>
                  </a:lnTo>
                  <a:lnTo>
                    <a:pt x="742" y="530"/>
                  </a:lnTo>
                  <a:lnTo>
                    <a:pt x="742" y="530"/>
                  </a:lnTo>
                  <a:lnTo>
                    <a:pt x="742" y="532"/>
                  </a:lnTo>
                  <a:lnTo>
                    <a:pt x="742" y="532"/>
                  </a:lnTo>
                  <a:lnTo>
                    <a:pt x="742" y="532"/>
                  </a:lnTo>
                  <a:lnTo>
                    <a:pt x="742" y="534"/>
                  </a:lnTo>
                  <a:lnTo>
                    <a:pt x="742" y="534"/>
                  </a:lnTo>
                  <a:lnTo>
                    <a:pt x="742" y="534"/>
                  </a:lnTo>
                  <a:lnTo>
                    <a:pt x="742" y="536"/>
                  </a:lnTo>
                  <a:lnTo>
                    <a:pt x="742" y="538"/>
                  </a:lnTo>
                  <a:lnTo>
                    <a:pt x="742" y="538"/>
                  </a:lnTo>
                  <a:lnTo>
                    <a:pt x="740" y="540"/>
                  </a:lnTo>
                  <a:lnTo>
                    <a:pt x="740" y="540"/>
                  </a:lnTo>
                  <a:lnTo>
                    <a:pt x="740" y="540"/>
                  </a:lnTo>
                  <a:lnTo>
                    <a:pt x="740" y="540"/>
                  </a:lnTo>
                  <a:lnTo>
                    <a:pt x="740" y="540"/>
                  </a:lnTo>
                  <a:lnTo>
                    <a:pt x="738" y="540"/>
                  </a:lnTo>
                  <a:lnTo>
                    <a:pt x="738" y="538"/>
                  </a:lnTo>
                  <a:lnTo>
                    <a:pt x="736" y="538"/>
                  </a:lnTo>
                  <a:lnTo>
                    <a:pt x="736" y="540"/>
                  </a:lnTo>
                  <a:lnTo>
                    <a:pt x="734" y="540"/>
                  </a:lnTo>
                  <a:lnTo>
                    <a:pt x="734" y="540"/>
                  </a:lnTo>
                  <a:lnTo>
                    <a:pt x="732" y="540"/>
                  </a:lnTo>
                  <a:lnTo>
                    <a:pt x="732" y="540"/>
                  </a:lnTo>
                  <a:lnTo>
                    <a:pt x="732" y="540"/>
                  </a:lnTo>
                  <a:lnTo>
                    <a:pt x="732" y="538"/>
                  </a:lnTo>
                  <a:lnTo>
                    <a:pt x="732" y="538"/>
                  </a:lnTo>
                  <a:lnTo>
                    <a:pt x="732" y="538"/>
                  </a:lnTo>
                  <a:lnTo>
                    <a:pt x="730" y="536"/>
                  </a:lnTo>
                  <a:lnTo>
                    <a:pt x="730" y="536"/>
                  </a:lnTo>
                  <a:lnTo>
                    <a:pt x="730" y="536"/>
                  </a:lnTo>
                  <a:lnTo>
                    <a:pt x="730" y="534"/>
                  </a:lnTo>
                  <a:lnTo>
                    <a:pt x="730" y="534"/>
                  </a:lnTo>
                  <a:lnTo>
                    <a:pt x="730" y="534"/>
                  </a:lnTo>
                  <a:lnTo>
                    <a:pt x="728" y="534"/>
                  </a:lnTo>
                  <a:lnTo>
                    <a:pt x="728" y="532"/>
                  </a:lnTo>
                  <a:lnTo>
                    <a:pt x="726" y="532"/>
                  </a:lnTo>
                  <a:lnTo>
                    <a:pt x="724" y="532"/>
                  </a:lnTo>
                  <a:lnTo>
                    <a:pt x="724" y="532"/>
                  </a:lnTo>
                  <a:lnTo>
                    <a:pt x="724" y="534"/>
                  </a:lnTo>
                  <a:lnTo>
                    <a:pt x="724" y="534"/>
                  </a:lnTo>
                  <a:lnTo>
                    <a:pt x="724" y="534"/>
                  </a:lnTo>
                  <a:lnTo>
                    <a:pt x="724" y="538"/>
                  </a:lnTo>
                  <a:lnTo>
                    <a:pt x="722" y="538"/>
                  </a:lnTo>
                  <a:lnTo>
                    <a:pt x="722" y="538"/>
                  </a:lnTo>
                  <a:lnTo>
                    <a:pt x="722" y="540"/>
                  </a:lnTo>
                  <a:lnTo>
                    <a:pt x="720" y="540"/>
                  </a:lnTo>
                  <a:lnTo>
                    <a:pt x="720" y="540"/>
                  </a:lnTo>
                  <a:lnTo>
                    <a:pt x="720" y="540"/>
                  </a:lnTo>
                  <a:lnTo>
                    <a:pt x="720" y="538"/>
                  </a:lnTo>
                  <a:lnTo>
                    <a:pt x="718" y="538"/>
                  </a:lnTo>
                  <a:lnTo>
                    <a:pt x="718" y="536"/>
                  </a:lnTo>
                  <a:lnTo>
                    <a:pt x="718" y="536"/>
                  </a:lnTo>
                  <a:lnTo>
                    <a:pt x="716" y="536"/>
                  </a:lnTo>
                  <a:lnTo>
                    <a:pt x="716" y="536"/>
                  </a:lnTo>
                  <a:lnTo>
                    <a:pt x="714" y="534"/>
                  </a:lnTo>
                  <a:lnTo>
                    <a:pt x="712" y="534"/>
                  </a:lnTo>
                  <a:lnTo>
                    <a:pt x="712" y="532"/>
                  </a:lnTo>
                  <a:lnTo>
                    <a:pt x="712" y="532"/>
                  </a:lnTo>
                  <a:lnTo>
                    <a:pt x="710" y="532"/>
                  </a:lnTo>
                  <a:lnTo>
                    <a:pt x="710" y="534"/>
                  </a:lnTo>
                  <a:lnTo>
                    <a:pt x="710" y="534"/>
                  </a:lnTo>
                  <a:lnTo>
                    <a:pt x="708" y="532"/>
                  </a:lnTo>
                  <a:lnTo>
                    <a:pt x="708" y="532"/>
                  </a:lnTo>
                  <a:lnTo>
                    <a:pt x="708" y="532"/>
                  </a:lnTo>
                  <a:lnTo>
                    <a:pt x="708" y="532"/>
                  </a:lnTo>
                  <a:lnTo>
                    <a:pt x="708" y="532"/>
                  </a:lnTo>
                  <a:lnTo>
                    <a:pt x="706" y="532"/>
                  </a:lnTo>
                  <a:lnTo>
                    <a:pt x="706" y="532"/>
                  </a:lnTo>
                  <a:lnTo>
                    <a:pt x="706" y="532"/>
                  </a:lnTo>
                  <a:lnTo>
                    <a:pt x="704" y="534"/>
                  </a:lnTo>
                  <a:lnTo>
                    <a:pt x="704" y="534"/>
                  </a:lnTo>
                  <a:lnTo>
                    <a:pt x="704" y="536"/>
                  </a:lnTo>
                  <a:lnTo>
                    <a:pt x="704" y="538"/>
                  </a:lnTo>
                  <a:lnTo>
                    <a:pt x="704" y="538"/>
                  </a:lnTo>
                  <a:lnTo>
                    <a:pt x="704" y="538"/>
                  </a:lnTo>
                  <a:lnTo>
                    <a:pt x="706" y="540"/>
                  </a:lnTo>
                  <a:lnTo>
                    <a:pt x="706" y="540"/>
                  </a:lnTo>
                  <a:lnTo>
                    <a:pt x="710" y="544"/>
                  </a:lnTo>
                  <a:lnTo>
                    <a:pt x="710" y="544"/>
                  </a:lnTo>
                  <a:lnTo>
                    <a:pt x="710" y="544"/>
                  </a:lnTo>
                  <a:lnTo>
                    <a:pt x="710" y="546"/>
                  </a:lnTo>
                  <a:lnTo>
                    <a:pt x="710" y="546"/>
                  </a:lnTo>
                  <a:lnTo>
                    <a:pt x="710" y="548"/>
                  </a:lnTo>
                  <a:lnTo>
                    <a:pt x="708" y="551"/>
                  </a:lnTo>
                  <a:lnTo>
                    <a:pt x="708" y="551"/>
                  </a:lnTo>
                  <a:lnTo>
                    <a:pt x="706" y="555"/>
                  </a:lnTo>
                  <a:lnTo>
                    <a:pt x="706" y="555"/>
                  </a:lnTo>
                  <a:lnTo>
                    <a:pt x="706" y="557"/>
                  </a:lnTo>
                  <a:lnTo>
                    <a:pt x="706" y="557"/>
                  </a:lnTo>
                  <a:lnTo>
                    <a:pt x="706" y="557"/>
                  </a:lnTo>
                  <a:lnTo>
                    <a:pt x="706" y="559"/>
                  </a:lnTo>
                  <a:lnTo>
                    <a:pt x="706" y="559"/>
                  </a:lnTo>
                  <a:lnTo>
                    <a:pt x="706" y="559"/>
                  </a:lnTo>
                  <a:lnTo>
                    <a:pt x="706" y="561"/>
                  </a:lnTo>
                  <a:lnTo>
                    <a:pt x="706" y="561"/>
                  </a:lnTo>
                  <a:lnTo>
                    <a:pt x="708" y="563"/>
                  </a:lnTo>
                  <a:lnTo>
                    <a:pt x="708" y="563"/>
                  </a:lnTo>
                  <a:lnTo>
                    <a:pt x="708" y="563"/>
                  </a:lnTo>
                  <a:lnTo>
                    <a:pt x="708" y="563"/>
                  </a:lnTo>
                  <a:lnTo>
                    <a:pt x="708" y="565"/>
                  </a:lnTo>
                  <a:lnTo>
                    <a:pt x="708" y="565"/>
                  </a:lnTo>
                  <a:lnTo>
                    <a:pt x="706" y="571"/>
                  </a:lnTo>
                  <a:lnTo>
                    <a:pt x="706" y="571"/>
                  </a:lnTo>
                  <a:lnTo>
                    <a:pt x="706" y="571"/>
                  </a:lnTo>
                  <a:lnTo>
                    <a:pt x="706" y="573"/>
                  </a:lnTo>
                  <a:lnTo>
                    <a:pt x="704" y="573"/>
                  </a:lnTo>
                  <a:lnTo>
                    <a:pt x="704" y="573"/>
                  </a:lnTo>
                  <a:lnTo>
                    <a:pt x="704" y="573"/>
                  </a:lnTo>
                  <a:lnTo>
                    <a:pt x="704" y="575"/>
                  </a:lnTo>
                  <a:lnTo>
                    <a:pt x="702" y="575"/>
                  </a:lnTo>
                  <a:lnTo>
                    <a:pt x="702" y="575"/>
                  </a:lnTo>
                  <a:lnTo>
                    <a:pt x="702" y="577"/>
                  </a:lnTo>
                  <a:lnTo>
                    <a:pt x="704" y="577"/>
                  </a:lnTo>
                  <a:lnTo>
                    <a:pt x="704" y="577"/>
                  </a:lnTo>
                  <a:lnTo>
                    <a:pt x="706" y="579"/>
                  </a:lnTo>
                  <a:lnTo>
                    <a:pt x="706" y="579"/>
                  </a:lnTo>
                  <a:lnTo>
                    <a:pt x="706" y="579"/>
                  </a:lnTo>
                  <a:lnTo>
                    <a:pt x="708" y="583"/>
                  </a:lnTo>
                  <a:lnTo>
                    <a:pt x="708" y="583"/>
                  </a:lnTo>
                  <a:lnTo>
                    <a:pt x="708" y="583"/>
                  </a:lnTo>
                  <a:lnTo>
                    <a:pt x="710" y="585"/>
                  </a:lnTo>
                  <a:lnTo>
                    <a:pt x="712" y="587"/>
                  </a:lnTo>
                  <a:lnTo>
                    <a:pt x="714" y="587"/>
                  </a:lnTo>
                  <a:lnTo>
                    <a:pt x="714" y="587"/>
                  </a:lnTo>
                  <a:lnTo>
                    <a:pt x="712" y="587"/>
                  </a:lnTo>
                  <a:lnTo>
                    <a:pt x="712" y="589"/>
                  </a:lnTo>
                  <a:lnTo>
                    <a:pt x="712" y="589"/>
                  </a:lnTo>
                  <a:lnTo>
                    <a:pt x="712" y="591"/>
                  </a:lnTo>
                  <a:lnTo>
                    <a:pt x="712" y="593"/>
                  </a:lnTo>
                  <a:lnTo>
                    <a:pt x="712" y="593"/>
                  </a:lnTo>
                  <a:lnTo>
                    <a:pt x="712" y="593"/>
                  </a:lnTo>
                  <a:lnTo>
                    <a:pt x="712" y="593"/>
                  </a:lnTo>
                  <a:lnTo>
                    <a:pt x="712" y="593"/>
                  </a:lnTo>
                  <a:lnTo>
                    <a:pt x="704" y="593"/>
                  </a:lnTo>
                  <a:lnTo>
                    <a:pt x="704" y="593"/>
                  </a:lnTo>
                  <a:lnTo>
                    <a:pt x="704" y="593"/>
                  </a:lnTo>
                  <a:lnTo>
                    <a:pt x="704" y="593"/>
                  </a:lnTo>
                  <a:lnTo>
                    <a:pt x="704" y="593"/>
                  </a:lnTo>
                  <a:lnTo>
                    <a:pt x="704" y="591"/>
                  </a:lnTo>
                  <a:lnTo>
                    <a:pt x="704" y="591"/>
                  </a:lnTo>
                  <a:lnTo>
                    <a:pt x="702" y="591"/>
                  </a:lnTo>
                  <a:lnTo>
                    <a:pt x="702" y="593"/>
                  </a:lnTo>
                  <a:lnTo>
                    <a:pt x="700" y="595"/>
                  </a:lnTo>
                  <a:lnTo>
                    <a:pt x="700" y="597"/>
                  </a:lnTo>
                  <a:lnTo>
                    <a:pt x="700" y="597"/>
                  </a:lnTo>
                  <a:lnTo>
                    <a:pt x="700" y="599"/>
                  </a:lnTo>
                  <a:lnTo>
                    <a:pt x="700" y="599"/>
                  </a:lnTo>
                  <a:lnTo>
                    <a:pt x="700" y="601"/>
                  </a:lnTo>
                  <a:lnTo>
                    <a:pt x="700" y="601"/>
                  </a:lnTo>
                  <a:lnTo>
                    <a:pt x="700" y="603"/>
                  </a:lnTo>
                  <a:lnTo>
                    <a:pt x="700" y="603"/>
                  </a:lnTo>
                  <a:lnTo>
                    <a:pt x="702" y="603"/>
                  </a:lnTo>
                  <a:lnTo>
                    <a:pt x="702" y="603"/>
                  </a:lnTo>
                  <a:lnTo>
                    <a:pt x="702" y="604"/>
                  </a:lnTo>
                  <a:lnTo>
                    <a:pt x="702" y="606"/>
                  </a:lnTo>
                  <a:lnTo>
                    <a:pt x="702" y="608"/>
                  </a:lnTo>
                  <a:lnTo>
                    <a:pt x="702" y="608"/>
                  </a:lnTo>
                  <a:lnTo>
                    <a:pt x="702" y="608"/>
                  </a:lnTo>
                  <a:lnTo>
                    <a:pt x="702" y="610"/>
                  </a:lnTo>
                  <a:lnTo>
                    <a:pt x="702" y="610"/>
                  </a:lnTo>
                  <a:lnTo>
                    <a:pt x="702" y="610"/>
                  </a:lnTo>
                  <a:lnTo>
                    <a:pt x="702" y="610"/>
                  </a:lnTo>
                  <a:lnTo>
                    <a:pt x="702" y="612"/>
                  </a:lnTo>
                  <a:lnTo>
                    <a:pt x="700" y="614"/>
                  </a:lnTo>
                  <a:lnTo>
                    <a:pt x="699" y="614"/>
                  </a:lnTo>
                  <a:lnTo>
                    <a:pt x="693" y="616"/>
                  </a:lnTo>
                  <a:lnTo>
                    <a:pt x="693" y="616"/>
                  </a:lnTo>
                  <a:lnTo>
                    <a:pt x="693" y="616"/>
                  </a:lnTo>
                  <a:lnTo>
                    <a:pt x="693" y="616"/>
                  </a:lnTo>
                  <a:lnTo>
                    <a:pt x="693" y="618"/>
                  </a:lnTo>
                  <a:lnTo>
                    <a:pt x="695" y="620"/>
                  </a:lnTo>
                  <a:lnTo>
                    <a:pt x="695" y="620"/>
                  </a:lnTo>
                  <a:lnTo>
                    <a:pt x="695" y="622"/>
                  </a:lnTo>
                  <a:lnTo>
                    <a:pt x="697" y="622"/>
                  </a:lnTo>
                  <a:lnTo>
                    <a:pt x="697" y="622"/>
                  </a:lnTo>
                  <a:lnTo>
                    <a:pt x="697" y="622"/>
                  </a:lnTo>
                  <a:lnTo>
                    <a:pt x="697" y="622"/>
                  </a:lnTo>
                  <a:lnTo>
                    <a:pt x="697" y="624"/>
                  </a:lnTo>
                  <a:lnTo>
                    <a:pt x="695" y="624"/>
                  </a:lnTo>
                  <a:lnTo>
                    <a:pt x="697" y="626"/>
                  </a:lnTo>
                  <a:lnTo>
                    <a:pt x="697" y="626"/>
                  </a:lnTo>
                  <a:lnTo>
                    <a:pt x="699" y="626"/>
                  </a:lnTo>
                  <a:lnTo>
                    <a:pt x="699" y="626"/>
                  </a:lnTo>
                  <a:lnTo>
                    <a:pt x="699" y="626"/>
                  </a:lnTo>
                  <a:lnTo>
                    <a:pt x="699" y="628"/>
                  </a:lnTo>
                  <a:lnTo>
                    <a:pt x="699" y="628"/>
                  </a:lnTo>
                  <a:lnTo>
                    <a:pt x="699" y="628"/>
                  </a:lnTo>
                  <a:lnTo>
                    <a:pt x="699" y="630"/>
                  </a:lnTo>
                  <a:lnTo>
                    <a:pt x="699" y="630"/>
                  </a:lnTo>
                  <a:lnTo>
                    <a:pt x="699" y="630"/>
                  </a:lnTo>
                  <a:lnTo>
                    <a:pt x="699" y="630"/>
                  </a:lnTo>
                  <a:lnTo>
                    <a:pt x="702" y="632"/>
                  </a:lnTo>
                  <a:lnTo>
                    <a:pt x="702" y="632"/>
                  </a:lnTo>
                  <a:lnTo>
                    <a:pt x="704" y="632"/>
                  </a:lnTo>
                  <a:lnTo>
                    <a:pt x="704" y="632"/>
                  </a:lnTo>
                  <a:lnTo>
                    <a:pt x="708" y="634"/>
                  </a:lnTo>
                  <a:lnTo>
                    <a:pt x="708" y="634"/>
                  </a:lnTo>
                  <a:lnTo>
                    <a:pt x="708" y="634"/>
                  </a:lnTo>
                  <a:lnTo>
                    <a:pt x="708" y="634"/>
                  </a:lnTo>
                  <a:lnTo>
                    <a:pt x="708" y="638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2" y="640"/>
                  </a:lnTo>
                  <a:lnTo>
                    <a:pt x="712" y="640"/>
                  </a:lnTo>
                  <a:lnTo>
                    <a:pt x="712" y="642"/>
                  </a:lnTo>
                  <a:lnTo>
                    <a:pt x="712" y="642"/>
                  </a:lnTo>
                  <a:lnTo>
                    <a:pt x="712" y="642"/>
                  </a:lnTo>
                  <a:lnTo>
                    <a:pt x="712" y="644"/>
                  </a:lnTo>
                  <a:lnTo>
                    <a:pt x="712" y="646"/>
                  </a:lnTo>
                  <a:lnTo>
                    <a:pt x="712" y="648"/>
                  </a:lnTo>
                  <a:lnTo>
                    <a:pt x="712" y="648"/>
                  </a:lnTo>
                  <a:lnTo>
                    <a:pt x="714" y="648"/>
                  </a:lnTo>
                  <a:lnTo>
                    <a:pt x="714" y="648"/>
                  </a:lnTo>
                  <a:lnTo>
                    <a:pt x="714" y="648"/>
                  </a:lnTo>
                  <a:lnTo>
                    <a:pt x="714" y="650"/>
                  </a:lnTo>
                  <a:lnTo>
                    <a:pt x="716" y="650"/>
                  </a:lnTo>
                  <a:lnTo>
                    <a:pt x="716" y="650"/>
                  </a:lnTo>
                  <a:lnTo>
                    <a:pt x="724" y="654"/>
                  </a:lnTo>
                  <a:lnTo>
                    <a:pt x="724" y="654"/>
                  </a:lnTo>
                  <a:lnTo>
                    <a:pt x="724" y="654"/>
                  </a:lnTo>
                  <a:lnTo>
                    <a:pt x="722" y="654"/>
                  </a:lnTo>
                  <a:lnTo>
                    <a:pt x="722" y="656"/>
                  </a:lnTo>
                  <a:lnTo>
                    <a:pt x="720" y="656"/>
                  </a:lnTo>
                  <a:lnTo>
                    <a:pt x="720" y="657"/>
                  </a:lnTo>
                  <a:lnTo>
                    <a:pt x="720" y="659"/>
                  </a:lnTo>
                  <a:lnTo>
                    <a:pt x="720" y="659"/>
                  </a:lnTo>
                  <a:lnTo>
                    <a:pt x="720" y="661"/>
                  </a:lnTo>
                  <a:lnTo>
                    <a:pt x="722" y="661"/>
                  </a:lnTo>
                  <a:lnTo>
                    <a:pt x="722" y="661"/>
                  </a:lnTo>
                  <a:lnTo>
                    <a:pt x="722" y="661"/>
                  </a:lnTo>
                  <a:lnTo>
                    <a:pt x="722" y="663"/>
                  </a:lnTo>
                  <a:lnTo>
                    <a:pt x="722" y="663"/>
                  </a:lnTo>
                  <a:lnTo>
                    <a:pt x="722" y="663"/>
                  </a:lnTo>
                  <a:lnTo>
                    <a:pt x="720" y="667"/>
                  </a:lnTo>
                  <a:lnTo>
                    <a:pt x="716" y="673"/>
                  </a:lnTo>
                  <a:lnTo>
                    <a:pt x="716" y="673"/>
                  </a:lnTo>
                  <a:lnTo>
                    <a:pt x="716" y="673"/>
                  </a:lnTo>
                  <a:lnTo>
                    <a:pt x="716" y="673"/>
                  </a:lnTo>
                  <a:lnTo>
                    <a:pt x="714" y="673"/>
                  </a:lnTo>
                  <a:lnTo>
                    <a:pt x="714" y="673"/>
                  </a:lnTo>
                  <a:lnTo>
                    <a:pt x="714" y="673"/>
                  </a:lnTo>
                  <a:lnTo>
                    <a:pt x="712" y="673"/>
                  </a:lnTo>
                  <a:lnTo>
                    <a:pt x="712" y="673"/>
                  </a:lnTo>
                  <a:lnTo>
                    <a:pt x="712" y="673"/>
                  </a:lnTo>
                  <a:lnTo>
                    <a:pt x="712" y="673"/>
                  </a:lnTo>
                  <a:lnTo>
                    <a:pt x="712" y="675"/>
                  </a:lnTo>
                  <a:lnTo>
                    <a:pt x="712" y="675"/>
                  </a:lnTo>
                  <a:lnTo>
                    <a:pt x="712" y="675"/>
                  </a:lnTo>
                  <a:lnTo>
                    <a:pt x="712" y="675"/>
                  </a:lnTo>
                  <a:lnTo>
                    <a:pt x="712" y="677"/>
                  </a:lnTo>
                  <a:lnTo>
                    <a:pt x="714" y="677"/>
                  </a:lnTo>
                  <a:lnTo>
                    <a:pt x="714" y="677"/>
                  </a:lnTo>
                  <a:lnTo>
                    <a:pt x="714" y="677"/>
                  </a:lnTo>
                  <a:lnTo>
                    <a:pt x="714" y="677"/>
                  </a:lnTo>
                  <a:lnTo>
                    <a:pt x="714" y="679"/>
                  </a:lnTo>
                  <a:lnTo>
                    <a:pt x="714" y="679"/>
                  </a:lnTo>
                  <a:lnTo>
                    <a:pt x="714" y="679"/>
                  </a:lnTo>
                  <a:lnTo>
                    <a:pt x="712" y="679"/>
                  </a:lnTo>
                  <a:lnTo>
                    <a:pt x="712" y="679"/>
                  </a:lnTo>
                  <a:lnTo>
                    <a:pt x="712" y="681"/>
                  </a:lnTo>
                  <a:lnTo>
                    <a:pt x="710" y="681"/>
                  </a:lnTo>
                  <a:lnTo>
                    <a:pt x="710" y="683"/>
                  </a:lnTo>
                  <a:lnTo>
                    <a:pt x="710" y="683"/>
                  </a:lnTo>
                  <a:lnTo>
                    <a:pt x="710" y="685"/>
                  </a:lnTo>
                  <a:lnTo>
                    <a:pt x="710" y="685"/>
                  </a:lnTo>
                  <a:lnTo>
                    <a:pt x="710" y="685"/>
                  </a:lnTo>
                  <a:lnTo>
                    <a:pt x="712" y="687"/>
                  </a:lnTo>
                  <a:lnTo>
                    <a:pt x="712" y="685"/>
                  </a:lnTo>
                  <a:lnTo>
                    <a:pt x="714" y="685"/>
                  </a:lnTo>
                  <a:lnTo>
                    <a:pt x="714" y="685"/>
                  </a:lnTo>
                  <a:lnTo>
                    <a:pt x="714" y="687"/>
                  </a:lnTo>
                  <a:lnTo>
                    <a:pt x="714" y="687"/>
                  </a:lnTo>
                  <a:lnTo>
                    <a:pt x="714" y="689"/>
                  </a:lnTo>
                  <a:lnTo>
                    <a:pt x="714" y="689"/>
                  </a:lnTo>
                  <a:lnTo>
                    <a:pt x="714" y="689"/>
                  </a:lnTo>
                  <a:lnTo>
                    <a:pt x="714" y="689"/>
                  </a:lnTo>
                  <a:lnTo>
                    <a:pt x="714" y="691"/>
                  </a:lnTo>
                  <a:lnTo>
                    <a:pt x="714" y="691"/>
                  </a:lnTo>
                  <a:lnTo>
                    <a:pt x="714" y="691"/>
                  </a:lnTo>
                  <a:lnTo>
                    <a:pt x="714" y="693"/>
                  </a:lnTo>
                  <a:lnTo>
                    <a:pt x="714" y="693"/>
                  </a:lnTo>
                  <a:lnTo>
                    <a:pt x="714" y="693"/>
                  </a:lnTo>
                  <a:lnTo>
                    <a:pt x="714" y="695"/>
                  </a:lnTo>
                  <a:lnTo>
                    <a:pt x="714" y="695"/>
                  </a:lnTo>
                  <a:lnTo>
                    <a:pt x="714" y="697"/>
                  </a:lnTo>
                  <a:lnTo>
                    <a:pt x="714" y="697"/>
                  </a:lnTo>
                  <a:lnTo>
                    <a:pt x="712" y="697"/>
                  </a:lnTo>
                  <a:lnTo>
                    <a:pt x="714" y="699"/>
                  </a:lnTo>
                  <a:lnTo>
                    <a:pt x="714" y="699"/>
                  </a:lnTo>
                  <a:lnTo>
                    <a:pt x="714" y="699"/>
                  </a:lnTo>
                  <a:lnTo>
                    <a:pt x="714" y="699"/>
                  </a:lnTo>
                  <a:lnTo>
                    <a:pt x="714" y="699"/>
                  </a:lnTo>
                  <a:lnTo>
                    <a:pt x="714" y="701"/>
                  </a:lnTo>
                  <a:lnTo>
                    <a:pt x="714" y="701"/>
                  </a:lnTo>
                  <a:lnTo>
                    <a:pt x="714" y="701"/>
                  </a:lnTo>
                  <a:lnTo>
                    <a:pt x="714" y="703"/>
                  </a:lnTo>
                  <a:lnTo>
                    <a:pt x="714" y="703"/>
                  </a:lnTo>
                  <a:lnTo>
                    <a:pt x="716" y="703"/>
                  </a:lnTo>
                  <a:lnTo>
                    <a:pt x="714" y="705"/>
                  </a:lnTo>
                  <a:lnTo>
                    <a:pt x="708" y="707"/>
                  </a:lnTo>
                  <a:lnTo>
                    <a:pt x="708" y="707"/>
                  </a:lnTo>
                  <a:lnTo>
                    <a:pt x="706" y="709"/>
                  </a:lnTo>
                  <a:lnTo>
                    <a:pt x="706" y="710"/>
                  </a:lnTo>
                  <a:lnTo>
                    <a:pt x="706" y="710"/>
                  </a:lnTo>
                  <a:lnTo>
                    <a:pt x="706" y="712"/>
                  </a:lnTo>
                  <a:lnTo>
                    <a:pt x="702" y="712"/>
                  </a:lnTo>
                  <a:lnTo>
                    <a:pt x="702" y="712"/>
                  </a:lnTo>
                  <a:lnTo>
                    <a:pt x="702" y="714"/>
                  </a:lnTo>
                  <a:lnTo>
                    <a:pt x="702" y="714"/>
                  </a:lnTo>
                  <a:lnTo>
                    <a:pt x="702" y="716"/>
                  </a:lnTo>
                  <a:lnTo>
                    <a:pt x="702" y="716"/>
                  </a:lnTo>
                  <a:lnTo>
                    <a:pt x="702" y="716"/>
                  </a:lnTo>
                  <a:lnTo>
                    <a:pt x="697" y="722"/>
                  </a:lnTo>
                  <a:lnTo>
                    <a:pt x="697" y="724"/>
                  </a:lnTo>
                  <a:lnTo>
                    <a:pt x="697" y="724"/>
                  </a:lnTo>
                  <a:lnTo>
                    <a:pt x="697" y="724"/>
                  </a:lnTo>
                  <a:lnTo>
                    <a:pt x="697" y="724"/>
                  </a:lnTo>
                  <a:lnTo>
                    <a:pt x="697" y="726"/>
                  </a:lnTo>
                  <a:lnTo>
                    <a:pt x="697" y="726"/>
                  </a:lnTo>
                  <a:lnTo>
                    <a:pt x="697" y="726"/>
                  </a:lnTo>
                  <a:lnTo>
                    <a:pt x="697" y="726"/>
                  </a:lnTo>
                  <a:lnTo>
                    <a:pt x="699" y="728"/>
                  </a:lnTo>
                  <a:lnTo>
                    <a:pt x="699" y="728"/>
                  </a:lnTo>
                  <a:lnTo>
                    <a:pt x="699" y="730"/>
                  </a:lnTo>
                  <a:lnTo>
                    <a:pt x="699" y="730"/>
                  </a:lnTo>
                  <a:lnTo>
                    <a:pt x="700" y="730"/>
                  </a:lnTo>
                  <a:lnTo>
                    <a:pt x="700" y="732"/>
                  </a:lnTo>
                  <a:lnTo>
                    <a:pt x="700" y="734"/>
                  </a:lnTo>
                  <a:lnTo>
                    <a:pt x="700" y="734"/>
                  </a:lnTo>
                  <a:lnTo>
                    <a:pt x="700" y="736"/>
                  </a:lnTo>
                  <a:lnTo>
                    <a:pt x="700" y="736"/>
                  </a:lnTo>
                  <a:lnTo>
                    <a:pt x="699" y="736"/>
                  </a:lnTo>
                  <a:lnTo>
                    <a:pt x="699" y="736"/>
                  </a:lnTo>
                  <a:lnTo>
                    <a:pt x="699" y="736"/>
                  </a:lnTo>
                  <a:lnTo>
                    <a:pt x="697" y="738"/>
                  </a:lnTo>
                  <a:lnTo>
                    <a:pt x="697" y="738"/>
                  </a:lnTo>
                  <a:lnTo>
                    <a:pt x="697" y="738"/>
                  </a:lnTo>
                  <a:lnTo>
                    <a:pt x="697" y="740"/>
                  </a:lnTo>
                  <a:lnTo>
                    <a:pt x="697" y="742"/>
                  </a:lnTo>
                  <a:lnTo>
                    <a:pt x="695" y="742"/>
                  </a:lnTo>
                  <a:lnTo>
                    <a:pt x="695" y="742"/>
                  </a:lnTo>
                  <a:lnTo>
                    <a:pt x="695" y="742"/>
                  </a:lnTo>
                  <a:lnTo>
                    <a:pt x="695" y="742"/>
                  </a:lnTo>
                  <a:lnTo>
                    <a:pt x="695" y="742"/>
                  </a:lnTo>
                  <a:lnTo>
                    <a:pt x="693" y="740"/>
                  </a:lnTo>
                  <a:lnTo>
                    <a:pt x="693" y="740"/>
                  </a:lnTo>
                  <a:lnTo>
                    <a:pt x="693" y="740"/>
                  </a:lnTo>
                  <a:lnTo>
                    <a:pt x="693" y="740"/>
                  </a:lnTo>
                  <a:lnTo>
                    <a:pt x="691" y="740"/>
                  </a:lnTo>
                  <a:lnTo>
                    <a:pt x="691" y="740"/>
                  </a:lnTo>
                  <a:lnTo>
                    <a:pt x="689" y="742"/>
                  </a:lnTo>
                  <a:lnTo>
                    <a:pt x="687" y="744"/>
                  </a:lnTo>
                  <a:lnTo>
                    <a:pt x="687" y="744"/>
                  </a:lnTo>
                  <a:lnTo>
                    <a:pt x="687" y="746"/>
                  </a:lnTo>
                  <a:lnTo>
                    <a:pt x="687" y="746"/>
                  </a:lnTo>
                  <a:lnTo>
                    <a:pt x="687" y="746"/>
                  </a:lnTo>
                  <a:lnTo>
                    <a:pt x="687" y="748"/>
                  </a:lnTo>
                  <a:lnTo>
                    <a:pt x="685" y="748"/>
                  </a:lnTo>
                  <a:lnTo>
                    <a:pt x="683" y="748"/>
                  </a:lnTo>
                  <a:lnTo>
                    <a:pt x="681" y="750"/>
                  </a:lnTo>
                  <a:lnTo>
                    <a:pt x="679" y="752"/>
                  </a:lnTo>
                  <a:lnTo>
                    <a:pt x="679" y="752"/>
                  </a:lnTo>
                  <a:lnTo>
                    <a:pt x="679" y="752"/>
                  </a:lnTo>
                  <a:lnTo>
                    <a:pt x="679" y="754"/>
                  </a:lnTo>
                  <a:lnTo>
                    <a:pt x="679" y="754"/>
                  </a:lnTo>
                  <a:lnTo>
                    <a:pt x="675" y="756"/>
                  </a:lnTo>
                  <a:lnTo>
                    <a:pt x="675" y="758"/>
                  </a:lnTo>
                  <a:lnTo>
                    <a:pt x="675" y="758"/>
                  </a:lnTo>
                  <a:lnTo>
                    <a:pt x="675" y="758"/>
                  </a:lnTo>
                  <a:lnTo>
                    <a:pt x="675" y="758"/>
                  </a:lnTo>
                  <a:lnTo>
                    <a:pt x="675" y="760"/>
                  </a:lnTo>
                  <a:lnTo>
                    <a:pt x="677" y="760"/>
                  </a:lnTo>
                  <a:lnTo>
                    <a:pt x="677" y="760"/>
                  </a:lnTo>
                  <a:lnTo>
                    <a:pt x="675" y="762"/>
                  </a:lnTo>
                  <a:lnTo>
                    <a:pt x="675" y="762"/>
                  </a:lnTo>
                  <a:lnTo>
                    <a:pt x="673" y="762"/>
                  </a:lnTo>
                  <a:lnTo>
                    <a:pt x="669" y="762"/>
                  </a:lnTo>
                  <a:lnTo>
                    <a:pt x="663" y="764"/>
                  </a:lnTo>
                  <a:lnTo>
                    <a:pt x="663" y="765"/>
                  </a:lnTo>
                  <a:lnTo>
                    <a:pt x="661" y="765"/>
                  </a:lnTo>
                  <a:lnTo>
                    <a:pt x="661" y="767"/>
                  </a:lnTo>
                  <a:lnTo>
                    <a:pt x="661" y="767"/>
                  </a:lnTo>
                  <a:lnTo>
                    <a:pt x="659" y="767"/>
                  </a:lnTo>
                  <a:lnTo>
                    <a:pt x="657" y="769"/>
                  </a:lnTo>
                  <a:lnTo>
                    <a:pt x="657" y="769"/>
                  </a:lnTo>
                  <a:lnTo>
                    <a:pt x="657" y="771"/>
                  </a:lnTo>
                  <a:lnTo>
                    <a:pt x="659" y="771"/>
                  </a:lnTo>
                  <a:lnTo>
                    <a:pt x="661" y="771"/>
                  </a:lnTo>
                  <a:lnTo>
                    <a:pt x="661" y="771"/>
                  </a:lnTo>
                  <a:lnTo>
                    <a:pt x="663" y="771"/>
                  </a:lnTo>
                  <a:lnTo>
                    <a:pt x="663" y="771"/>
                  </a:lnTo>
                  <a:lnTo>
                    <a:pt x="663" y="771"/>
                  </a:lnTo>
                  <a:lnTo>
                    <a:pt x="663" y="771"/>
                  </a:lnTo>
                  <a:lnTo>
                    <a:pt x="663" y="775"/>
                  </a:lnTo>
                  <a:lnTo>
                    <a:pt x="665" y="775"/>
                  </a:lnTo>
                  <a:lnTo>
                    <a:pt x="665" y="775"/>
                  </a:lnTo>
                  <a:lnTo>
                    <a:pt x="665" y="777"/>
                  </a:lnTo>
                  <a:lnTo>
                    <a:pt x="665" y="777"/>
                  </a:lnTo>
                  <a:lnTo>
                    <a:pt x="665" y="779"/>
                  </a:lnTo>
                  <a:lnTo>
                    <a:pt x="667" y="779"/>
                  </a:lnTo>
                  <a:lnTo>
                    <a:pt x="667" y="779"/>
                  </a:lnTo>
                  <a:lnTo>
                    <a:pt x="667" y="781"/>
                  </a:lnTo>
                  <a:lnTo>
                    <a:pt x="667" y="781"/>
                  </a:lnTo>
                  <a:lnTo>
                    <a:pt x="667" y="781"/>
                  </a:lnTo>
                  <a:lnTo>
                    <a:pt x="667" y="783"/>
                  </a:lnTo>
                  <a:lnTo>
                    <a:pt x="667" y="783"/>
                  </a:lnTo>
                  <a:lnTo>
                    <a:pt x="667" y="783"/>
                  </a:lnTo>
                  <a:lnTo>
                    <a:pt x="661" y="783"/>
                  </a:lnTo>
                  <a:lnTo>
                    <a:pt x="659" y="783"/>
                  </a:lnTo>
                  <a:lnTo>
                    <a:pt x="659" y="785"/>
                  </a:lnTo>
                  <a:lnTo>
                    <a:pt x="659" y="785"/>
                  </a:lnTo>
                  <a:lnTo>
                    <a:pt x="659" y="785"/>
                  </a:lnTo>
                  <a:lnTo>
                    <a:pt x="659" y="785"/>
                  </a:lnTo>
                  <a:lnTo>
                    <a:pt x="659" y="787"/>
                  </a:lnTo>
                  <a:lnTo>
                    <a:pt x="659" y="787"/>
                  </a:lnTo>
                  <a:lnTo>
                    <a:pt x="659" y="787"/>
                  </a:lnTo>
                  <a:lnTo>
                    <a:pt x="657" y="787"/>
                  </a:lnTo>
                  <a:lnTo>
                    <a:pt x="657" y="789"/>
                  </a:lnTo>
                  <a:lnTo>
                    <a:pt x="657" y="789"/>
                  </a:lnTo>
                  <a:lnTo>
                    <a:pt x="657" y="789"/>
                  </a:lnTo>
                  <a:lnTo>
                    <a:pt x="657" y="789"/>
                  </a:lnTo>
                  <a:lnTo>
                    <a:pt x="657" y="791"/>
                  </a:lnTo>
                  <a:lnTo>
                    <a:pt x="657" y="791"/>
                  </a:lnTo>
                  <a:lnTo>
                    <a:pt x="655" y="791"/>
                  </a:lnTo>
                  <a:lnTo>
                    <a:pt x="655" y="791"/>
                  </a:lnTo>
                  <a:lnTo>
                    <a:pt x="655" y="793"/>
                  </a:lnTo>
                  <a:lnTo>
                    <a:pt x="655" y="793"/>
                  </a:lnTo>
                  <a:lnTo>
                    <a:pt x="653" y="793"/>
                  </a:lnTo>
                  <a:lnTo>
                    <a:pt x="653" y="793"/>
                  </a:lnTo>
                  <a:lnTo>
                    <a:pt x="653" y="793"/>
                  </a:lnTo>
                  <a:lnTo>
                    <a:pt x="651" y="793"/>
                  </a:lnTo>
                  <a:lnTo>
                    <a:pt x="651" y="795"/>
                  </a:lnTo>
                  <a:lnTo>
                    <a:pt x="651" y="795"/>
                  </a:lnTo>
                  <a:lnTo>
                    <a:pt x="653" y="795"/>
                  </a:lnTo>
                  <a:lnTo>
                    <a:pt x="653" y="797"/>
                  </a:lnTo>
                  <a:lnTo>
                    <a:pt x="653" y="797"/>
                  </a:lnTo>
                  <a:lnTo>
                    <a:pt x="653" y="797"/>
                  </a:lnTo>
                  <a:lnTo>
                    <a:pt x="653" y="797"/>
                  </a:lnTo>
                  <a:lnTo>
                    <a:pt x="653" y="799"/>
                  </a:lnTo>
                  <a:lnTo>
                    <a:pt x="653" y="799"/>
                  </a:lnTo>
                  <a:lnTo>
                    <a:pt x="653" y="799"/>
                  </a:lnTo>
                  <a:lnTo>
                    <a:pt x="653" y="799"/>
                  </a:lnTo>
                  <a:lnTo>
                    <a:pt x="653" y="801"/>
                  </a:lnTo>
                  <a:lnTo>
                    <a:pt x="653" y="801"/>
                  </a:lnTo>
                  <a:lnTo>
                    <a:pt x="653" y="801"/>
                  </a:lnTo>
                  <a:lnTo>
                    <a:pt x="653" y="801"/>
                  </a:lnTo>
                  <a:lnTo>
                    <a:pt x="653" y="803"/>
                  </a:lnTo>
                  <a:lnTo>
                    <a:pt x="653" y="803"/>
                  </a:lnTo>
                  <a:lnTo>
                    <a:pt x="651" y="803"/>
                  </a:lnTo>
                  <a:lnTo>
                    <a:pt x="651" y="805"/>
                  </a:lnTo>
                  <a:lnTo>
                    <a:pt x="651" y="805"/>
                  </a:lnTo>
                  <a:lnTo>
                    <a:pt x="651" y="805"/>
                  </a:lnTo>
                  <a:lnTo>
                    <a:pt x="651" y="805"/>
                  </a:lnTo>
                  <a:lnTo>
                    <a:pt x="653" y="807"/>
                  </a:lnTo>
                  <a:lnTo>
                    <a:pt x="653" y="807"/>
                  </a:lnTo>
                  <a:lnTo>
                    <a:pt x="655" y="807"/>
                  </a:lnTo>
                  <a:lnTo>
                    <a:pt x="655" y="807"/>
                  </a:lnTo>
                  <a:lnTo>
                    <a:pt x="655" y="809"/>
                  </a:lnTo>
                  <a:lnTo>
                    <a:pt x="655" y="809"/>
                  </a:lnTo>
                  <a:lnTo>
                    <a:pt x="655" y="809"/>
                  </a:lnTo>
                  <a:lnTo>
                    <a:pt x="655" y="811"/>
                  </a:lnTo>
                  <a:lnTo>
                    <a:pt x="653" y="811"/>
                  </a:lnTo>
                  <a:lnTo>
                    <a:pt x="653" y="811"/>
                  </a:lnTo>
                  <a:lnTo>
                    <a:pt x="649" y="813"/>
                  </a:lnTo>
                  <a:lnTo>
                    <a:pt x="649" y="813"/>
                  </a:lnTo>
                  <a:lnTo>
                    <a:pt x="649" y="813"/>
                  </a:lnTo>
                  <a:lnTo>
                    <a:pt x="648" y="813"/>
                  </a:lnTo>
                  <a:lnTo>
                    <a:pt x="648" y="815"/>
                  </a:lnTo>
                  <a:lnTo>
                    <a:pt x="648" y="815"/>
                  </a:lnTo>
                  <a:lnTo>
                    <a:pt x="649" y="815"/>
                  </a:lnTo>
                  <a:lnTo>
                    <a:pt x="649" y="817"/>
                  </a:lnTo>
                  <a:lnTo>
                    <a:pt x="649" y="818"/>
                  </a:lnTo>
                  <a:lnTo>
                    <a:pt x="651" y="818"/>
                  </a:lnTo>
                  <a:lnTo>
                    <a:pt x="651" y="818"/>
                  </a:lnTo>
                  <a:lnTo>
                    <a:pt x="651" y="818"/>
                  </a:lnTo>
                  <a:lnTo>
                    <a:pt x="651" y="818"/>
                  </a:lnTo>
                  <a:lnTo>
                    <a:pt x="653" y="818"/>
                  </a:lnTo>
                  <a:lnTo>
                    <a:pt x="653" y="820"/>
                  </a:lnTo>
                  <a:lnTo>
                    <a:pt x="653" y="820"/>
                  </a:lnTo>
                  <a:lnTo>
                    <a:pt x="655" y="820"/>
                  </a:lnTo>
                  <a:lnTo>
                    <a:pt x="655" y="820"/>
                  </a:lnTo>
                  <a:lnTo>
                    <a:pt x="655" y="820"/>
                  </a:lnTo>
                  <a:lnTo>
                    <a:pt x="655" y="820"/>
                  </a:lnTo>
                  <a:lnTo>
                    <a:pt x="655" y="822"/>
                  </a:lnTo>
                  <a:lnTo>
                    <a:pt x="653" y="824"/>
                  </a:lnTo>
                  <a:lnTo>
                    <a:pt x="653" y="824"/>
                  </a:lnTo>
                  <a:lnTo>
                    <a:pt x="653" y="824"/>
                  </a:lnTo>
                  <a:lnTo>
                    <a:pt x="653" y="830"/>
                  </a:lnTo>
                  <a:lnTo>
                    <a:pt x="653" y="830"/>
                  </a:lnTo>
                  <a:lnTo>
                    <a:pt x="653" y="830"/>
                  </a:lnTo>
                  <a:lnTo>
                    <a:pt x="653" y="830"/>
                  </a:lnTo>
                  <a:lnTo>
                    <a:pt x="653" y="832"/>
                  </a:lnTo>
                  <a:lnTo>
                    <a:pt x="653" y="832"/>
                  </a:lnTo>
                  <a:lnTo>
                    <a:pt x="653" y="832"/>
                  </a:lnTo>
                  <a:lnTo>
                    <a:pt x="655" y="832"/>
                  </a:lnTo>
                  <a:lnTo>
                    <a:pt x="655" y="834"/>
                  </a:lnTo>
                  <a:lnTo>
                    <a:pt x="655" y="834"/>
                  </a:lnTo>
                  <a:lnTo>
                    <a:pt x="655" y="836"/>
                  </a:lnTo>
                  <a:lnTo>
                    <a:pt x="655" y="836"/>
                  </a:lnTo>
                  <a:lnTo>
                    <a:pt x="655" y="836"/>
                  </a:lnTo>
                  <a:lnTo>
                    <a:pt x="655" y="838"/>
                  </a:lnTo>
                  <a:lnTo>
                    <a:pt x="655" y="838"/>
                  </a:lnTo>
                  <a:lnTo>
                    <a:pt x="655" y="838"/>
                  </a:lnTo>
                  <a:lnTo>
                    <a:pt x="657" y="840"/>
                  </a:lnTo>
                  <a:lnTo>
                    <a:pt x="659" y="840"/>
                  </a:lnTo>
                  <a:lnTo>
                    <a:pt x="659" y="842"/>
                  </a:lnTo>
                  <a:lnTo>
                    <a:pt x="659" y="842"/>
                  </a:lnTo>
                  <a:lnTo>
                    <a:pt x="659" y="842"/>
                  </a:lnTo>
                  <a:lnTo>
                    <a:pt x="659" y="846"/>
                  </a:lnTo>
                  <a:lnTo>
                    <a:pt x="659" y="846"/>
                  </a:lnTo>
                  <a:lnTo>
                    <a:pt x="661" y="846"/>
                  </a:lnTo>
                  <a:lnTo>
                    <a:pt x="661" y="848"/>
                  </a:lnTo>
                  <a:lnTo>
                    <a:pt x="661" y="848"/>
                  </a:lnTo>
                  <a:lnTo>
                    <a:pt x="661" y="848"/>
                  </a:lnTo>
                  <a:lnTo>
                    <a:pt x="661" y="848"/>
                  </a:lnTo>
                  <a:lnTo>
                    <a:pt x="661" y="848"/>
                  </a:lnTo>
                  <a:lnTo>
                    <a:pt x="661" y="848"/>
                  </a:lnTo>
                  <a:lnTo>
                    <a:pt x="661" y="850"/>
                  </a:lnTo>
                  <a:lnTo>
                    <a:pt x="661" y="850"/>
                  </a:lnTo>
                  <a:lnTo>
                    <a:pt x="663" y="850"/>
                  </a:lnTo>
                  <a:lnTo>
                    <a:pt x="665" y="850"/>
                  </a:lnTo>
                  <a:lnTo>
                    <a:pt x="665" y="852"/>
                  </a:lnTo>
                  <a:lnTo>
                    <a:pt x="667" y="852"/>
                  </a:lnTo>
                  <a:lnTo>
                    <a:pt x="667" y="854"/>
                  </a:lnTo>
                  <a:lnTo>
                    <a:pt x="669" y="854"/>
                  </a:lnTo>
                  <a:lnTo>
                    <a:pt x="669" y="854"/>
                  </a:lnTo>
                  <a:lnTo>
                    <a:pt x="669" y="856"/>
                  </a:lnTo>
                  <a:lnTo>
                    <a:pt x="671" y="856"/>
                  </a:lnTo>
                  <a:lnTo>
                    <a:pt x="671" y="856"/>
                  </a:lnTo>
                  <a:lnTo>
                    <a:pt x="671" y="856"/>
                  </a:lnTo>
                  <a:lnTo>
                    <a:pt x="675" y="858"/>
                  </a:lnTo>
                  <a:lnTo>
                    <a:pt x="677" y="858"/>
                  </a:lnTo>
                  <a:lnTo>
                    <a:pt x="679" y="856"/>
                  </a:lnTo>
                  <a:lnTo>
                    <a:pt x="679" y="856"/>
                  </a:lnTo>
                  <a:lnTo>
                    <a:pt x="679" y="856"/>
                  </a:lnTo>
                  <a:lnTo>
                    <a:pt x="681" y="858"/>
                  </a:lnTo>
                  <a:lnTo>
                    <a:pt x="683" y="858"/>
                  </a:lnTo>
                  <a:lnTo>
                    <a:pt x="685" y="858"/>
                  </a:lnTo>
                  <a:lnTo>
                    <a:pt x="685" y="858"/>
                  </a:lnTo>
                  <a:lnTo>
                    <a:pt x="685" y="858"/>
                  </a:lnTo>
                  <a:lnTo>
                    <a:pt x="687" y="856"/>
                  </a:lnTo>
                  <a:lnTo>
                    <a:pt x="687" y="856"/>
                  </a:lnTo>
                  <a:lnTo>
                    <a:pt x="687" y="856"/>
                  </a:lnTo>
                  <a:lnTo>
                    <a:pt x="689" y="856"/>
                  </a:lnTo>
                  <a:lnTo>
                    <a:pt x="689" y="856"/>
                  </a:lnTo>
                  <a:lnTo>
                    <a:pt x="689" y="856"/>
                  </a:lnTo>
                  <a:lnTo>
                    <a:pt x="691" y="856"/>
                  </a:lnTo>
                  <a:lnTo>
                    <a:pt x="691" y="856"/>
                  </a:lnTo>
                  <a:lnTo>
                    <a:pt x="691" y="856"/>
                  </a:lnTo>
                  <a:lnTo>
                    <a:pt x="691" y="858"/>
                  </a:lnTo>
                  <a:lnTo>
                    <a:pt x="691" y="858"/>
                  </a:lnTo>
                  <a:lnTo>
                    <a:pt x="691" y="858"/>
                  </a:lnTo>
                  <a:lnTo>
                    <a:pt x="693" y="858"/>
                  </a:lnTo>
                  <a:lnTo>
                    <a:pt x="693" y="858"/>
                  </a:lnTo>
                  <a:lnTo>
                    <a:pt x="693" y="858"/>
                  </a:lnTo>
                  <a:lnTo>
                    <a:pt x="693" y="858"/>
                  </a:lnTo>
                  <a:lnTo>
                    <a:pt x="693" y="858"/>
                  </a:lnTo>
                  <a:lnTo>
                    <a:pt x="695" y="858"/>
                  </a:lnTo>
                  <a:lnTo>
                    <a:pt x="695" y="856"/>
                  </a:lnTo>
                  <a:lnTo>
                    <a:pt x="695" y="856"/>
                  </a:lnTo>
                  <a:lnTo>
                    <a:pt x="695" y="858"/>
                  </a:lnTo>
                  <a:lnTo>
                    <a:pt x="695" y="858"/>
                  </a:lnTo>
                  <a:lnTo>
                    <a:pt x="695" y="858"/>
                  </a:lnTo>
                  <a:lnTo>
                    <a:pt x="697" y="858"/>
                  </a:lnTo>
                  <a:lnTo>
                    <a:pt x="697" y="858"/>
                  </a:lnTo>
                  <a:lnTo>
                    <a:pt x="697" y="858"/>
                  </a:lnTo>
                  <a:lnTo>
                    <a:pt x="697" y="860"/>
                  </a:lnTo>
                  <a:lnTo>
                    <a:pt x="697" y="860"/>
                  </a:lnTo>
                  <a:lnTo>
                    <a:pt x="697" y="862"/>
                  </a:lnTo>
                  <a:lnTo>
                    <a:pt x="697" y="862"/>
                  </a:lnTo>
                  <a:lnTo>
                    <a:pt x="697" y="864"/>
                  </a:lnTo>
                  <a:lnTo>
                    <a:pt x="697" y="866"/>
                  </a:lnTo>
                  <a:lnTo>
                    <a:pt x="697" y="866"/>
                  </a:lnTo>
                  <a:lnTo>
                    <a:pt x="697" y="866"/>
                  </a:lnTo>
                  <a:lnTo>
                    <a:pt x="695" y="868"/>
                  </a:lnTo>
                  <a:lnTo>
                    <a:pt x="695" y="868"/>
                  </a:lnTo>
                  <a:lnTo>
                    <a:pt x="695" y="870"/>
                  </a:lnTo>
                  <a:lnTo>
                    <a:pt x="695" y="870"/>
                  </a:lnTo>
                  <a:lnTo>
                    <a:pt x="695" y="872"/>
                  </a:lnTo>
                  <a:lnTo>
                    <a:pt x="697" y="872"/>
                  </a:lnTo>
                  <a:lnTo>
                    <a:pt x="697" y="873"/>
                  </a:lnTo>
                  <a:lnTo>
                    <a:pt x="699" y="875"/>
                  </a:lnTo>
                  <a:lnTo>
                    <a:pt x="699" y="877"/>
                  </a:lnTo>
                  <a:lnTo>
                    <a:pt x="699" y="877"/>
                  </a:lnTo>
                  <a:lnTo>
                    <a:pt x="699" y="877"/>
                  </a:lnTo>
                  <a:lnTo>
                    <a:pt x="699" y="879"/>
                  </a:lnTo>
                  <a:lnTo>
                    <a:pt x="699" y="879"/>
                  </a:lnTo>
                  <a:lnTo>
                    <a:pt x="699" y="879"/>
                  </a:lnTo>
                  <a:lnTo>
                    <a:pt x="699" y="881"/>
                  </a:lnTo>
                  <a:lnTo>
                    <a:pt x="699" y="881"/>
                  </a:lnTo>
                  <a:lnTo>
                    <a:pt x="697" y="883"/>
                  </a:lnTo>
                  <a:lnTo>
                    <a:pt x="697" y="883"/>
                  </a:lnTo>
                  <a:lnTo>
                    <a:pt x="697" y="885"/>
                  </a:lnTo>
                  <a:lnTo>
                    <a:pt x="697" y="887"/>
                  </a:lnTo>
                  <a:lnTo>
                    <a:pt x="697" y="887"/>
                  </a:lnTo>
                  <a:lnTo>
                    <a:pt x="699" y="889"/>
                  </a:lnTo>
                  <a:lnTo>
                    <a:pt x="699" y="889"/>
                  </a:lnTo>
                  <a:lnTo>
                    <a:pt x="699" y="889"/>
                  </a:lnTo>
                  <a:lnTo>
                    <a:pt x="699" y="889"/>
                  </a:lnTo>
                  <a:lnTo>
                    <a:pt x="700" y="889"/>
                  </a:lnTo>
                  <a:lnTo>
                    <a:pt x="700" y="891"/>
                  </a:lnTo>
                  <a:lnTo>
                    <a:pt x="700" y="891"/>
                  </a:lnTo>
                  <a:lnTo>
                    <a:pt x="700" y="891"/>
                  </a:lnTo>
                  <a:lnTo>
                    <a:pt x="700" y="891"/>
                  </a:lnTo>
                  <a:lnTo>
                    <a:pt x="700" y="893"/>
                  </a:lnTo>
                  <a:lnTo>
                    <a:pt x="700" y="893"/>
                  </a:lnTo>
                  <a:lnTo>
                    <a:pt x="699" y="893"/>
                  </a:lnTo>
                  <a:lnTo>
                    <a:pt x="699" y="893"/>
                  </a:lnTo>
                  <a:lnTo>
                    <a:pt x="697" y="895"/>
                  </a:lnTo>
                  <a:lnTo>
                    <a:pt x="695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3" y="893"/>
                  </a:lnTo>
                  <a:lnTo>
                    <a:pt x="691" y="893"/>
                  </a:lnTo>
                  <a:lnTo>
                    <a:pt x="691" y="893"/>
                  </a:lnTo>
                  <a:lnTo>
                    <a:pt x="691" y="893"/>
                  </a:lnTo>
                  <a:lnTo>
                    <a:pt x="689" y="893"/>
                  </a:lnTo>
                  <a:lnTo>
                    <a:pt x="689" y="891"/>
                  </a:lnTo>
                  <a:lnTo>
                    <a:pt x="687" y="891"/>
                  </a:lnTo>
                  <a:lnTo>
                    <a:pt x="685" y="893"/>
                  </a:lnTo>
                  <a:lnTo>
                    <a:pt x="685" y="893"/>
                  </a:lnTo>
                  <a:lnTo>
                    <a:pt x="683" y="893"/>
                  </a:lnTo>
                  <a:lnTo>
                    <a:pt x="683" y="895"/>
                  </a:lnTo>
                  <a:lnTo>
                    <a:pt x="681" y="895"/>
                  </a:lnTo>
                  <a:lnTo>
                    <a:pt x="681" y="895"/>
                  </a:lnTo>
                  <a:lnTo>
                    <a:pt x="681" y="895"/>
                  </a:lnTo>
                  <a:lnTo>
                    <a:pt x="681" y="895"/>
                  </a:lnTo>
                  <a:lnTo>
                    <a:pt x="681" y="895"/>
                  </a:lnTo>
                  <a:lnTo>
                    <a:pt x="681" y="895"/>
                  </a:lnTo>
                  <a:lnTo>
                    <a:pt x="681" y="897"/>
                  </a:lnTo>
                  <a:lnTo>
                    <a:pt x="681" y="897"/>
                  </a:lnTo>
                  <a:lnTo>
                    <a:pt x="681" y="897"/>
                  </a:lnTo>
                  <a:lnTo>
                    <a:pt x="681" y="897"/>
                  </a:lnTo>
                  <a:lnTo>
                    <a:pt x="681" y="897"/>
                  </a:lnTo>
                  <a:lnTo>
                    <a:pt x="681" y="899"/>
                  </a:lnTo>
                  <a:lnTo>
                    <a:pt x="681" y="899"/>
                  </a:lnTo>
                  <a:lnTo>
                    <a:pt x="681" y="901"/>
                  </a:lnTo>
                  <a:lnTo>
                    <a:pt x="681" y="901"/>
                  </a:lnTo>
                  <a:lnTo>
                    <a:pt x="681" y="901"/>
                  </a:lnTo>
                  <a:lnTo>
                    <a:pt x="681" y="901"/>
                  </a:lnTo>
                  <a:lnTo>
                    <a:pt x="679" y="901"/>
                  </a:lnTo>
                  <a:lnTo>
                    <a:pt x="677" y="903"/>
                  </a:lnTo>
                  <a:lnTo>
                    <a:pt x="677" y="903"/>
                  </a:lnTo>
                  <a:lnTo>
                    <a:pt x="675" y="905"/>
                  </a:lnTo>
                  <a:lnTo>
                    <a:pt x="675" y="905"/>
                  </a:lnTo>
                  <a:lnTo>
                    <a:pt x="673" y="907"/>
                  </a:lnTo>
                  <a:lnTo>
                    <a:pt x="673" y="907"/>
                  </a:lnTo>
                  <a:lnTo>
                    <a:pt x="673" y="907"/>
                  </a:lnTo>
                  <a:lnTo>
                    <a:pt x="673" y="909"/>
                  </a:lnTo>
                  <a:lnTo>
                    <a:pt x="673" y="909"/>
                  </a:lnTo>
                  <a:lnTo>
                    <a:pt x="673" y="911"/>
                  </a:lnTo>
                  <a:lnTo>
                    <a:pt x="673" y="911"/>
                  </a:lnTo>
                  <a:lnTo>
                    <a:pt x="673" y="913"/>
                  </a:lnTo>
                  <a:lnTo>
                    <a:pt x="673" y="913"/>
                  </a:lnTo>
                  <a:lnTo>
                    <a:pt x="675" y="913"/>
                  </a:lnTo>
                  <a:lnTo>
                    <a:pt x="677" y="915"/>
                  </a:lnTo>
                  <a:lnTo>
                    <a:pt x="677" y="917"/>
                  </a:lnTo>
                  <a:lnTo>
                    <a:pt x="677" y="917"/>
                  </a:lnTo>
                  <a:lnTo>
                    <a:pt x="677" y="917"/>
                  </a:lnTo>
                  <a:lnTo>
                    <a:pt x="677" y="917"/>
                  </a:lnTo>
                  <a:lnTo>
                    <a:pt x="677" y="919"/>
                  </a:lnTo>
                  <a:lnTo>
                    <a:pt x="677" y="919"/>
                  </a:lnTo>
                  <a:lnTo>
                    <a:pt x="677" y="919"/>
                  </a:lnTo>
                  <a:lnTo>
                    <a:pt x="677" y="919"/>
                  </a:lnTo>
                  <a:lnTo>
                    <a:pt x="677" y="921"/>
                  </a:lnTo>
                  <a:lnTo>
                    <a:pt x="679" y="921"/>
                  </a:lnTo>
                  <a:lnTo>
                    <a:pt x="681" y="925"/>
                  </a:lnTo>
                  <a:lnTo>
                    <a:pt x="681" y="925"/>
                  </a:lnTo>
                  <a:lnTo>
                    <a:pt x="683" y="925"/>
                  </a:lnTo>
                  <a:lnTo>
                    <a:pt x="683" y="926"/>
                  </a:lnTo>
                  <a:lnTo>
                    <a:pt x="683" y="926"/>
                  </a:lnTo>
                  <a:lnTo>
                    <a:pt x="685" y="926"/>
                  </a:lnTo>
                  <a:lnTo>
                    <a:pt x="685" y="926"/>
                  </a:lnTo>
                  <a:lnTo>
                    <a:pt x="687" y="926"/>
                  </a:lnTo>
                  <a:lnTo>
                    <a:pt x="687" y="925"/>
                  </a:lnTo>
                  <a:lnTo>
                    <a:pt x="687" y="925"/>
                  </a:lnTo>
                  <a:lnTo>
                    <a:pt x="687" y="925"/>
                  </a:lnTo>
                  <a:lnTo>
                    <a:pt x="689" y="926"/>
                  </a:lnTo>
                  <a:lnTo>
                    <a:pt x="689" y="926"/>
                  </a:lnTo>
                  <a:lnTo>
                    <a:pt x="689" y="925"/>
                  </a:lnTo>
                  <a:lnTo>
                    <a:pt x="689" y="925"/>
                  </a:lnTo>
                  <a:lnTo>
                    <a:pt x="691" y="925"/>
                  </a:lnTo>
                  <a:lnTo>
                    <a:pt x="691" y="925"/>
                  </a:lnTo>
                  <a:lnTo>
                    <a:pt x="691" y="925"/>
                  </a:lnTo>
                  <a:lnTo>
                    <a:pt x="691" y="925"/>
                  </a:lnTo>
                  <a:lnTo>
                    <a:pt x="691" y="925"/>
                  </a:lnTo>
                  <a:lnTo>
                    <a:pt x="691" y="925"/>
                  </a:lnTo>
                  <a:lnTo>
                    <a:pt x="693" y="925"/>
                  </a:lnTo>
                  <a:lnTo>
                    <a:pt x="693" y="926"/>
                  </a:lnTo>
                  <a:lnTo>
                    <a:pt x="693" y="928"/>
                  </a:lnTo>
                  <a:lnTo>
                    <a:pt x="693" y="928"/>
                  </a:lnTo>
                  <a:lnTo>
                    <a:pt x="693" y="928"/>
                  </a:lnTo>
                  <a:lnTo>
                    <a:pt x="693" y="928"/>
                  </a:lnTo>
                  <a:lnTo>
                    <a:pt x="693" y="930"/>
                  </a:lnTo>
                  <a:lnTo>
                    <a:pt x="693" y="930"/>
                  </a:lnTo>
                  <a:lnTo>
                    <a:pt x="693" y="930"/>
                  </a:lnTo>
                  <a:lnTo>
                    <a:pt x="695" y="932"/>
                  </a:lnTo>
                  <a:lnTo>
                    <a:pt x="695" y="932"/>
                  </a:lnTo>
                  <a:lnTo>
                    <a:pt x="695" y="932"/>
                  </a:lnTo>
                  <a:lnTo>
                    <a:pt x="695" y="934"/>
                  </a:lnTo>
                  <a:lnTo>
                    <a:pt x="695" y="934"/>
                  </a:lnTo>
                  <a:lnTo>
                    <a:pt x="693" y="936"/>
                  </a:lnTo>
                  <a:lnTo>
                    <a:pt x="693" y="936"/>
                  </a:lnTo>
                  <a:lnTo>
                    <a:pt x="693" y="936"/>
                  </a:lnTo>
                  <a:lnTo>
                    <a:pt x="693" y="936"/>
                  </a:lnTo>
                  <a:lnTo>
                    <a:pt x="693" y="936"/>
                  </a:lnTo>
                  <a:lnTo>
                    <a:pt x="693" y="938"/>
                  </a:lnTo>
                  <a:lnTo>
                    <a:pt x="695" y="940"/>
                  </a:lnTo>
                  <a:lnTo>
                    <a:pt x="697" y="940"/>
                  </a:lnTo>
                  <a:lnTo>
                    <a:pt x="697" y="940"/>
                  </a:lnTo>
                  <a:lnTo>
                    <a:pt x="697" y="940"/>
                  </a:lnTo>
                  <a:lnTo>
                    <a:pt x="699" y="940"/>
                  </a:lnTo>
                  <a:lnTo>
                    <a:pt x="699" y="940"/>
                  </a:lnTo>
                  <a:lnTo>
                    <a:pt x="699" y="940"/>
                  </a:lnTo>
                  <a:lnTo>
                    <a:pt x="699" y="942"/>
                  </a:lnTo>
                  <a:lnTo>
                    <a:pt x="699" y="942"/>
                  </a:lnTo>
                  <a:lnTo>
                    <a:pt x="699" y="944"/>
                  </a:lnTo>
                  <a:lnTo>
                    <a:pt x="699" y="944"/>
                  </a:lnTo>
                  <a:lnTo>
                    <a:pt x="699" y="944"/>
                  </a:lnTo>
                  <a:lnTo>
                    <a:pt x="700" y="944"/>
                  </a:lnTo>
                  <a:lnTo>
                    <a:pt x="700" y="946"/>
                  </a:lnTo>
                  <a:lnTo>
                    <a:pt x="700" y="946"/>
                  </a:lnTo>
                  <a:lnTo>
                    <a:pt x="700" y="946"/>
                  </a:lnTo>
                  <a:lnTo>
                    <a:pt x="699" y="948"/>
                  </a:lnTo>
                  <a:lnTo>
                    <a:pt x="699" y="950"/>
                  </a:lnTo>
                  <a:lnTo>
                    <a:pt x="699" y="950"/>
                  </a:lnTo>
                  <a:lnTo>
                    <a:pt x="699" y="950"/>
                  </a:lnTo>
                  <a:lnTo>
                    <a:pt x="700" y="952"/>
                  </a:lnTo>
                  <a:lnTo>
                    <a:pt x="702" y="952"/>
                  </a:lnTo>
                  <a:lnTo>
                    <a:pt x="702" y="954"/>
                  </a:lnTo>
                  <a:lnTo>
                    <a:pt x="702" y="954"/>
                  </a:lnTo>
                  <a:lnTo>
                    <a:pt x="700" y="956"/>
                  </a:lnTo>
                  <a:lnTo>
                    <a:pt x="700" y="956"/>
                  </a:lnTo>
                  <a:lnTo>
                    <a:pt x="700" y="958"/>
                  </a:lnTo>
                  <a:lnTo>
                    <a:pt x="697" y="958"/>
                  </a:lnTo>
                  <a:lnTo>
                    <a:pt x="697" y="958"/>
                  </a:lnTo>
                  <a:lnTo>
                    <a:pt x="695" y="958"/>
                  </a:lnTo>
                  <a:lnTo>
                    <a:pt x="695" y="960"/>
                  </a:lnTo>
                  <a:lnTo>
                    <a:pt x="693" y="960"/>
                  </a:lnTo>
                  <a:lnTo>
                    <a:pt x="693" y="964"/>
                  </a:lnTo>
                  <a:lnTo>
                    <a:pt x="691" y="964"/>
                  </a:lnTo>
                  <a:lnTo>
                    <a:pt x="691" y="964"/>
                  </a:lnTo>
                  <a:lnTo>
                    <a:pt x="691" y="966"/>
                  </a:lnTo>
                  <a:lnTo>
                    <a:pt x="687" y="966"/>
                  </a:lnTo>
                  <a:lnTo>
                    <a:pt x="687" y="966"/>
                  </a:lnTo>
                  <a:lnTo>
                    <a:pt x="687" y="968"/>
                  </a:lnTo>
                  <a:lnTo>
                    <a:pt x="685" y="968"/>
                  </a:lnTo>
                  <a:lnTo>
                    <a:pt x="685" y="970"/>
                  </a:lnTo>
                  <a:lnTo>
                    <a:pt x="685" y="972"/>
                  </a:lnTo>
                  <a:lnTo>
                    <a:pt x="685" y="972"/>
                  </a:lnTo>
                  <a:lnTo>
                    <a:pt x="685" y="972"/>
                  </a:lnTo>
                  <a:lnTo>
                    <a:pt x="685" y="972"/>
                  </a:lnTo>
                  <a:lnTo>
                    <a:pt x="683" y="972"/>
                  </a:lnTo>
                  <a:lnTo>
                    <a:pt x="683" y="972"/>
                  </a:lnTo>
                  <a:lnTo>
                    <a:pt x="683" y="974"/>
                  </a:lnTo>
                  <a:lnTo>
                    <a:pt x="681" y="976"/>
                  </a:lnTo>
                  <a:lnTo>
                    <a:pt x="679" y="978"/>
                  </a:lnTo>
                  <a:lnTo>
                    <a:pt x="679" y="979"/>
                  </a:lnTo>
                  <a:lnTo>
                    <a:pt x="679" y="979"/>
                  </a:lnTo>
                  <a:lnTo>
                    <a:pt x="679" y="979"/>
                  </a:lnTo>
                  <a:lnTo>
                    <a:pt x="681" y="979"/>
                  </a:lnTo>
                  <a:lnTo>
                    <a:pt x="681" y="981"/>
                  </a:lnTo>
                  <a:lnTo>
                    <a:pt x="683" y="981"/>
                  </a:lnTo>
                  <a:lnTo>
                    <a:pt x="683" y="981"/>
                  </a:lnTo>
                  <a:lnTo>
                    <a:pt x="683" y="983"/>
                  </a:lnTo>
                  <a:lnTo>
                    <a:pt x="683" y="983"/>
                  </a:lnTo>
                  <a:lnTo>
                    <a:pt x="683" y="983"/>
                  </a:lnTo>
                  <a:lnTo>
                    <a:pt x="683" y="983"/>
                  </a:lnTo>
                  <a:lnTo>
                    <a:pt x="685" y="985"/>
                  </a:lnTo>
                  <a:lnTo>
                    <a:pt x="685" y="985"/>
                  </a:lnTo>
                  <a:lnTo>
                    <a:pt x="685" y="987"/>
                  </a:lnTo>
                  <a:lnTo>
                    <a:pt x="685" y="987"/>
                  </a:lnTo>
                  <a:lnTo>
                    <a:pt x="685" y="989"/>
                  </a:lnTo>
                  <a:lnTo>
                    <a:pt x="683" y="989"/>
                  </a:lnTo>
                  <a:lnTo>
                    <a:pt x="683" y="991"/>
                  </a:lnTo>
                  <a:lnTo>
                    <a:pt x="683" y="991"/>
                  </a:lnTo>
                  <a:lnTo>
                    <a:pt x="675" y="993"/>
                  </a:lnTo>
                  <a:lnTo>
                    <a:pt x="675" y="993"/>
                  </a:lnTo>
                  <a:lnTo>
                    <a:pt x="675" y="995"/>
                  </a:lnTo>
                  <a:lnTo>
                    <a:pt x="675" y="995"/>
                  </a:lnTo>
                  <a:lnTo>
                    <a:pt x="675" y="995"/>
                  </a:lnTo>
                  <a:lnTo>
                    <a:pt x="675" y="997"/>
                  </a:lnTo>
                  <a:lnTo>
                    <a:pt x="673" y="997"/>
                  </a:lnTo>
                  <a:lnTo>
                    <a:pt x="673" y="997"/>
                  </a:lnTo>
                  <a:lnTo>
                    <a:pt x="671" y="995"/>
                  </a:lnTo>
                  <a:lnTo>
                    <a:pt x="671" y="995"/>
                  </a:lnTo>
                  <a:lnTo>
                    <a:pt x="671" y="995"/>
                  </a:lnTo>
                  <a:lnTo>
                    <a:pt x="671" y="995"/>
                  </a:lnTo>
                  <a:lnTo>
                    <a:pt x="671" y="995"/>
                  </a:lnTo>
                  <a:lnTo>
                    <a:pt x="669" y="997"/>
                  </a:lnTo>
                  <a:lnTo>
                    <a:pt x="669" y="999"/>
                  </a:lnTo>
                  <a:lnTo>
                    <a:pt x="669" y="999"/>
                  </a:lnTo>
                  <a:lnTo>
                    <a:pt x="669" y="997"/>
                  </a:lnTo>
                  <a:lnTo>
                    <a:pt x="667" y="997"/>
                  </a:lnTo>
                  <a:lnTo>
                    <a:pt x="667" y="995"/>
                  </a:lnTo>
                  <a:lnTo>
                    <a:pt x="665" y="993"/>
                  </a:lnTo>
                  <a:lnTo>
                    <a:pt x="665" y="991"/>
                  </a:lnTo>
                  <a:lnTo>
                    <a:pt x="665" y="991"/>
                  </a:lnTo>
                  <a:lnTo>
                    <a:pt x="665" y="989"/>
                  </a:lnTo>
                  <a:lnTo>
                    <a:pt x="663" y="989"/>
                  </a:lnTo>
                  <a:lnTo>
                    <a:pt x="661" y="989"/>
                  </a:lnTo>
                  <a:lnTo>
                    <a:pt x="659" y="989"/>
                  </a:lnTo>
                  <a:lnTo>
                    <a:pt x="659" y="989"/>
                  </a:lnTo>
                  <a:lnTo>
                    <a:pt x="659" y="989"/>
                  </a:lnTo>
                  <a:lnTo>
                    <a:pt x="659" y="987"/>
                  </a:lnTo>
                  <a:lnTo>
                    <a:pt x="657" y="987"/>
                  </a:lnTo>
                  <a:lnTo>
                    <a:pt x="657" y="987"/>
                  </a:lnTo>
                  <a:lnTo>
                    <a:pt x="657" y="987"/>
                  </a:lnTo>
                  <a:lnTo>
                    <a:pt x="655" y="985"/>
                  </a:lnTo>
                  <a:lnTo>
                    <a:pt x="649" y="987"/>
                  </a:lnTo>
                  <a:lnTo>
                    <a:pt x="649" y="987"/>
                  </a:lnTo>
                  <a:lnTo>
                    <a:pt x="649" y="987"/>
                  </a:lnTo>
                  <a:lnTo>
                    <a:pt x="649" y="987"/>
                  </a:lnTo>
                  <a:lnTo>
                    <a:pt x="649" y="989"/>
                  </a:lnTo>
                  <a:lnTo>
                    <a:pt x="649" y="989"/>
                  </a:lnTo>
                  <a:lnTo>
                    <a:pt x="648" y="989"/>
                  </a:lnTo>
                  <a:lnTo>
                    <a:pt x="648" y="989"/>
                  </a:lnTo>
                  <a:lnTo>
                    <a:pt x="646" y="991"/>
                  </a:lnTo>
                  <a:lnTo>
                    <a:pt x="644" y="991"/>
                  </a:lnTo>
                  <a:lnTo>
                    <a:pt x="644" y="991"/>
                  </a:lnTo>
                  <a:lnTo>
                    <a:pt x="644" y="989"/>
                  </a:lnTo>
                  <a:lnTo>
                    <a:pt x="642" y="989"/>
                  </a:lnTo>
                  <a:lnTo>
                    <a:pt x="644" y="989"/>
                  </a:lnTo>
                  <a:lnTo>
                    <a:pt x="646" y="987"/>
                  </a:lnTo>
                  <a:lnTo>
                    <a:pt x="646" y="987"/>
                  </a:lnTo>
                  <a:lnTo>
                    <a:pt x="646" y="987"/>
                  </a:lnTo>
                  <a:lnTo>
                    <a:pt x="646" y="987"/>
                  </a:lnTo>
                  <a:lnTo>
                    <a:pt x="646" y="987"/>
                  </a:lnTo>
                  <a:lnTo>
                    <a:pt x="646" y="987"/>
                  </a:lnTo>
                  <a:lnTo>
                    <a:pt x="646" y="985"/>
                  </a:lnTo>
                  <a:lnTo>
                    <a:pt x="646" y="985"/>
                  </a:lnTo>
                  <a:lnTo>
                    <a:pt x="646" y="985"/>
                  </a:lnTo>
                  <a:lnTo>
                    <a:pt x="646" y="983"/>
                  </a:lnTo>
                  <a:lnTo>
                    <a:pt x="646" y="983"/>
                  </a:lnTo>
                  <a:lnTo>
                    <a:pt x="646" y="983"/>
                  </a:lnTo>
                  <a:lnTo>
                    <a:pt x="646" y="981"/>
                  </a:lnTo>
                  <a:lnTo>
                    <a:pt x="646" y="981"/>
                  </a:lnTo>
                  <a:lnTo>
                    <a:pt x="646" y="981"/>
                  </a:lnTo>
                  <a:lnTo>
                    <a:pt x="646" y="979"/>
                  </a:lnTo>
                  <a:lnTo>
                    <a:pt x="644" y="979"/>
                  </a:lnTo>
                  <a:lnTo>
                    <a:pt x="644" y="979"/>
                  </a:lnTo>
                  <a:lnTo>
                    <a:pt x="644" y="979"/>
                  </a:lnTo>
                  <a:lnTo>
                    <a:pt x="644" y="978"/>
                  </a:lnTo>
                  <a:lnTo>
                    <a:pt x="644" y="978"/>
                  </a:lnTo>
                  <a:lnTo>
                    <a:pt x="644" y="978"/>
                  </a:lnTo>
                  <a:lnTo>
                    <a:pt x="642" y="978"/>
                  </a:lnTo>
                  <a:lnTo>
                    <a:pt x="642" y="976"/>
                  </a:lnTo>
                  <a:lnTo>
                    <a:pt x="642" y="978"/>
                  </a:lnTo>
                  <a:lnTo>
                    <a:pt x="642" y="978"/>
                  </a:lnTo>
                  <a:lnTo>
                    <a:pt x="640" y="978"/>
                  </a:lnTo>
                  <a:lnTo>
                    <a:pt x="640" y="978"/>
                  </a:lnTo>
                  <a:lnTo>
                    <a:pt x="638" y="978"/>
                  </a:lnTo>
                  <a:lnTo>
                    <a:pt x="634" y="976"/>
                  </a:lnTo>
                  <a:lnTo>
                    <a:pt x="632" y="976"/>
                  </a:lnTo>
                  <a:lnTo>
                    <a:pt x="632" y="976"/>
                  </a:lnTo>
                  <a:lnTo>
                    <a:pt x="630" y="978"/>
                  </a:lnTo>
                  <a:lnTo>
                    <a:pt x="630" y="978"/>
                  </a:lnTo>
                  <a:lnTo>
                    <a:pt x="630" y="978"/>
                  </a:lnTo>
                  <a:lnTo>
                    <a:pt x="630" y="976"/>
                  </a:lnTo>
                  <a:lnTo>
                    <a:pt x="630" y="976"/>
                  </a:lnTo>
                  <a:lnTo>
                    <a:pt x="630" y="974"/>
                  </a:lnTo>
                  <a:lnTo>
                    <a:pt x="630" y="974"/>
                  </a:lnTo>
                  <a:lnTo>
                    <a:pt x="630" y="974"/>
                  </a:lnTo>
                  <a:lnTo>
                    <a:pt x="628" y="974"/>
                  </a:lnTo>
                  <a:lnTo>
                    <a:pt x="628" y="972"/>
                  </a:lnTo>
                  <a:lnTo>
                    <a:pt x="628" y="972"/>
                  </a:lnTo>
                  <a:lnTo>
                    <a:pt x="626" y="972"/>
                  </a:lnTo>
                  <a:lnTo>
                    <a:pt x="626" y="972"/>
                  </a:lnTo>
                  <a:lnTo>
                    <a:pt x="624" y="970"/>
                  </a:lnTo>
                  <a:lnTo>
                    <a:pt x="624" y="970"/>
                  </a:lnTo>
                  <a:lnTo>
                    <a:pt x="624" y="970"/>
                  </a:lnTo>
                  <a:lnTo>
                    <a:pt x="624" y="970"/>
                  </a:lnTo>
                  <a:lnTo>
                    <a:pt x="622" y="970"/>
                  </a:lnTo>
                  <a:lnTo>
                    <a:pt x="622" y="970"/>
                  </a:lnTo>
                  <a:lnTo>
                    <a:pt x="620" y="970"/>
                  </a:lnTo>
                  <a:lnTo>
                    <a:pt x="620" y="968"/>
                  </a:lnTo>
                  <a:lnTo>
                    <a:pt x="618" y="966"/>
                  </a:lnTo>
                  <a:lnTo>
                    <a:pt x="616" y="964"/>
                  </a:lnTo>
                  <a:lnTo>
                    <a:pt x="614" y="960"/>
                  </a:lnTo>
                  <a:lnTo>
                    <a:pt x="614" y="958"/>
                  </a:lnTo>
                  <a:lnTo>
                    <a:pt x="614" y="958"/>
                  </a:lnTo>
                  <a:lnTo>
                    <a:pt x="612" y="958"/>
                  </a:lnTo>
                  <a:lnTo>
                    <a:pt x="612" y="958"/>
                  </a:lnTo>
                  <a:lnTo>
                    <a:pt x="612" y="956"/>
                  </a:lnTo>
                  <a:lnTo>
                    <a:pt x="612" y="956"/>
                  </a:lnTo>
                  <a:lnTo>
                    <a:pt x="612" y="956"/>
                  </a:lnTo>
                  <a:lnTo>
                    <a:pt x="612" y="954"/>
                  </a:lnTo>
                  <a:lnTo>
                    <a:pt x="612" y="954"/>
                  </a:lnTo>
                  <a:lnTo>
                    <a:pt x="612" y="952"/>
                  </a:lnTo>
                  <a:lnTo>
                    <a:pt x="612" y="952"/>
                  </a:lnTo>
                  <a:lnTo>
                    <a:pt x="612" y="952"/>
                  </a:lnTo>
                  <a:lnTo>
                    <a:pt x="614" y="952"/>
                  </a:lnTo>
                  <a:lnTo>
                    <a:pt x="616" y="952"/>
                  </a:lnTo>
                  <a:lnTo>
                    <a:pt x="616" y="952"/>
                  </a:lnTo>
                  <a:lnTo>
                    <a:pt x="616" y="952"/>
                  </a:lnTo>
                  <a:lnTo>
                    <a:pt x="616" y="952"/>
                  </a:lnTo>
                  <a:lnTo>
                    <a:pt x="616" y="952"/>
                  </a:lnTo>
                  <a:lnTo>
                    <a:pt x="616" y="950"/>
                  </a:lnTo>
                  <a:lnTo>
                    <a:pt x="616" y="950"/>
                  </a:lnTo>
                  <a:lnTo>
                    <a:pt x="616" y="950"/>
                  </a:lnTo>
                  <a:lnTo>
                    <a:pt x="616" y="950"/>
                  </a:lnTo>
                  <a:lnTo>
                    <a:pt x="612" y="948"/>
                  </a:lnTo>
                  <a:lnTo>
                    <a:pt x="610" y="948"/>
                  </a:lnTo>
                  <a:lnTo>
                    <a:pt x="610" y="948"/>
                  </a:lnTo>
                  <a:lnTo>
                    <a:pt x="610" y="950"/>
                  </a:lnTo>
                  <a:lnTo>
                    <a:pt x="608" y="950"/>
                  </a:lnTo>
                  <a:lnTo>
                    <a:pt x="608" y="950"/>
                  </a:lnTo>
                  <a:lnTo>
                    <a:pt x="606" y="950"/>
                  </a:lnTo>
                  <a:lnTo>
                    <a:pt x="604" y="950"/>
                  </a:lnTo>
                  <a:lnTo>
                    <a:pt x="604" y="950"/>
                  </a:lnTo>
                  <a:lnTo>
                    <a:pt x="604" y="950"/>
                  </a:lnTo>
                  <a:lnTo>
                    <a:pt x="604" y="950"/>
                  </a:lnTo>
                  <a:lnTo>
                    <a:pt x="602" y="948"/>
                  </a:lnTo>
                  <a:lnTo>
                    <a:pt x="602" y="948"/>
                  </a:lnTo>
                  <a:lnTo>
                    <a:pt x="602" y="946"/>
                  </a:lnTo>
                  <a:lnTo>
                    <a:pt x="602" y="946"/>
                  </a:lnTo>
                  <a:lnTo>
                    <a:pt x="600" y="946"/>
                  </a:lnTo>
                  <a:lnTo>
                    <a:pt x="598" y="948"/>
                  </a:lnTo>
                  <a:lnTo>
                    <a:pt x="597" y="952"/>
                  </a:lnTo>
                  <a:lnTo>
                    <a:pt x="597" y="952"/>
                  </a:lnTo>
                  <a:lnTo>
                    <a:pt x="597" y="952"/>
                  </a:lnTo>
                  <a:lnTo>
                    <a:pt x="595" y="954"/>
                  </a:lnTo>
                  <a:lnTo>
                    <a:pt x="595" y="954"/>
                  </a:lnTo>
                  <a:lnTo>
                    <a:pt x="595" y="954"/>
                  </a:lnTo>
                  <a:lnTo>
                    <a:pt x="595" y="954"/>
                  </a:lnTo>
                  <a:lnTo>
                    <a:pt x="595" y="956"/>
                  </a:lnTo>
                  <a:lnTo>
                    <a:pt x="595" y="956"/>
                  </a:lnTo>
                  <a:lnTo>
                    <a:pt x="593" y="956"/>
                  </a:lnTo>
                  <a:lnTo>
                    <a:pt x="593" y="958"/>
                  </a:lnTo>
                  <a:lnTo>
                    <a:pt x="587" y="958"/>
                  </a:lnTo>
                  <a:lnTo>
                    <a:pt x="587" y="958"/>
                  </a:lnTo>
                  <a:lnTo>
                    <a:pt x="585" y="958"/>
                  </a:lnTo>
                  <a:lnTo>
                    <a:pt x="583" y="960"/>
                  </a:lnTo>
                  <a:lnTo>
                    <a:pt x="581" y="960"/>
                  </a:lnTo>
                  <a:lnTo>
                    <a:pt x="581" y="958"/>
                  </a:lnTo>
                  <a:lnTo>
                    <a:pt x="581" y="958"/>
                  </a:lnTo>
                  <a:lnTo>
                    <a:pt x="579" y="958"/>
                  </a:lnTo>
                  <a:lnTo>
                    <a:pt x="579" y="958"/>
                  </a:lnTo>
                  <a:lnTo>
                    <a:pt x="579" y="956"/>
                  </a:lnTo>
                  <a:lnTo>
                    <a:pt x="579" y="956"/>
                  </a:lnTo>
                  <a:lnTo>
                    <a:pt x="579" y="956"/>
                  </a:lnTo>
                  <a:lnTo>
                    <a:pt x="579" y="956"/>
                  </a:lnTo>
                  <a:lnTo>
                    <a:pt x="579" y="956"/>
                  </a:lnTo>
                  <a:lnTo>
                    <a:pt x="581" y="956"/>
                  </a:lnTo>
                  <a:lnTo>
                    <a:pt x="581" y="956"/>
                  </a:lnTo>
                  <a:lnTo>
                    <a:pt x="581" y="954"/>
                  </a:lnTo>
                  <a:lnTo>
                    <a:pt x="581" y="954"/>
                  </a:lnTo>
                  <a:lnTo>
                    <a:pt x="581" y="950"/>
                  </a:lnTo>
                  <a:lnTo>
                    <a:pt x="581" y="950"/>
                  </a:lnTo>
                  <a:lnTo>
                    <a:pt x="581" y="948"/>
                  </a:lnTo>
                  <a:lnTo>
                    <a:pt x="581" y="946"/>
                  </a:lnTo>
                  <a:lnTo>
                    <a:pt x="579" y="944"/>
                  </a:lnTo>
                  <a:lnTo>
                    <a:pt x="579" y="944"/>
                  </a:lnTo>
                  <a:lnTo>
                    <a:pt x="579" y="942"/>
                  </a:lnTo>
                  <a:lnTo>
                    <a:pt x="579" y="942"/>
                  </a:lnTo>
                  <a:lnTo>
                    <a:pt x="579" y="942"/>
                  </a:lnTo>
                  <a:lnTo>
                    <a:pt x="579" y="942"/>
                  </a:lnTo>
                  <a:lnTo>
                    <a:pt x="583" y="940"/>
                  </a:lnTo>
                  <a:lnTo>
                    <a:pt x="583" y="940"/>
                  </a:lnTo>
                  <a:lnTo>
                    <a:pt x="585" y="940"/>
                  </a:lnTo>
                  <a:lnTo>
                    <a:pt x="585" y="938"/>
                  </a:lnTo>
                  <a:lnTo>
                    <a:pt x="585" y="938"/>
                  </a:lnTo>
                  <a:lnTo>
                    <a:pt x="585" y="936"/>
                  </a:lnTo>
                  <a:lnTo>
                    <a:pt x="583" y="936"/>
                  </a:lnTo>
                  <a:lnTo>
                    <a:pt x="583" y="936"/>
                  </a:lnTo>
                  <a:lnTo>
                    <a:pt x="583" y="936"/>
                  </a:lnTo>
                  <a:lnTo>
                    <a:pt x="581" y="936"/>
                  </a:lnTo>
                  <a:lnTo>
                    <a:pt x="581" y="936"/>
                  </a:lnTo>
                  <a:lnTo>
                    <a:pt x="581" y="934"/>
                  </a:lnTo>
                  <a:lnTo>
                    <a:pt x="581" y="934"/>
                  </a:lnTo>
                  <a:lnTo>
                    <a:pt x="581" y="932"/>
                  </a:lnTo>
                  <a:lnTo>
                    <a:pt x="579" y="932"/>
                  </a:lnTo>
                  <a:lnTo>
                    <a:pt x="579" y="932"/>
                  </a:lnTo>
                  <a:lnTo>
                    <a:pt x="577" y="930"/>
                  </a:lnTo>
                  <a:lnTo>
                    <a:pt x="577" y="930"/>
                  </a:lnTo>
                  <a:lnTo>
                    <a:pt x="577" y="928"/>
                  </a:lnTo>
                  <a:lnTo>
                    <a:pt x="577" y="928"/>
                  </a:lnTo>
                  <a:lnTo>
                    <a:pt x="577" y="928"/>
                  </a:lnTo>
                  <a:lnTo>
                    <a:pt x="577" y="926"/>
                  </a:lnTo>
                  <a:lnTo>
                    <a:pt x="577" y="926"/>
                  </a:lnTo>
                  <a:lnTo>
                    <a:pt x="577" y="926"/>
                  </a:lnTo>
                  <a:lnTo>
                    <a:pt x="577" y="925"/>
                  </a:lnTo>
                  <a:lnTo>
                    <a:pt x="577" y="925"/>
                  </a:lnTo>
                  <a:lnTo>
                    <a:pt x="577" y="925"/>
                  </a:lnTo>
                  <a:lnTo>
                    <a:pt x="577" y="925"/>
                  </a:lnTo>
                  <a:lnTo>
                    <a:pt x="577" y="923"/>
                  </a:lnTo>
                  <a:lnTo>
                    <a:pt x="577" y="923"/>
                  </a:lnTo>
                  <a:lnTo>
                    <a:pt x="575" y="923"/>
                  </a:lnTo>
                  <a:lnTo>
                    <a:pt x="575" y="923"/>
                  </a:lnTo>
                  <a:lnTo>
                    <a:pt x="573" y="923"/>
                  </a:lnTo>
                  <a:lnTo>
                    <a:pt x="573" y="923"/>
                  </a:lnTo>
                  <a:lnTo>
                    <a:pt x="569" y="926"/>
                  </a:lnTo>
                  <a:lnTo>
                    <a:pt x="567" y="926"/>
                  </a:lnTo>
                  <a:lnTo>
                    <a:pt x="567" y="926"/>
                  </a:lnTo>
                  <a:lnTo>
                    <a:pt x="565" y="926"/>
                  </a:lnTo>
                  <a:lnTo>
                    <a:pt x="565" y="926"/>
                  </a:lnTo>
                  <a:lnTo>
                    <a:pt x="563" y="928"/>
                  </a:lnTo>
                  <a:lnTo>
                    <a:pt x="563" y="928"/>
                  </a:lnTo>
                  <a:lnTo>
                    <a:pt x="563" y="928"/>
                  </a:lnTo>
                  <a:lnTo>
                    <a:pt x="563" y="928"/>
                  </a:lnTo>
                  <a:lnTo>
                    <a:pt x="561" y="928"/>
                  </a:lnTo>
                  <a:lnTo>
                    <a:pt x="561" y="926"/>
                  </a:lnTo>
                  <a:lnTo>
                    <a:pt x="561" y="926"/>
                  </a:lnTo>
                  <a:lnTo>
                    <a:pt x="561" y="925"/>
                  </a:lnTo>
                  <a:lnTo>
                    <a:pt x="561" y="925"/>
                  </a:lnTo>
                  <a:lnTo>
                    <a:pt x="557" y="925"/>
                  </a:lnTo>
                  <a:lnTo>
                    <a:pt x="553" y="923"/>
                  </a:lnTo>
                  <a:lnTo>
                    <a:pt x="551" y="923"/>
                  </a:lnTo>
                  <a:lnTo>
                    <a:pt x="549" y="921"/>
                  </a:lnTo>
                  <a:lnTo>
                    <a:pt x="549" y="921"/>
                  </a:lnTo>
                  <a:lnTo>
                    <a:pt x="549" y="921"/>
                  </a:lnTo>
                  <a:lnTo>
                    <a:pt x="547" y="919"/>
                  </a:lnTo>
                  <a:lnTo>
                    <a:pt x="547" y="919"/>
                  </a:lnTo>
                  <a:lnTo>
                    <a:pt x="547" y="917"/>
                  </a:lnTo>
                  <a:lnTo>
                    <a:pt x="546" y="917"/>
                  </a:lnTo>
                  <a:lnTo>
                    <a:pt x="546" y="917"/>
                  </a:lnTo>
                  <a:lnTo>
                    <a:pt x="542" y="919"/>
                  </a:lnTo>
                  <a:lnTo>
                    <a:pt x="542" y="919"/>
                  </a:lnTo>
                  <a:lnTo>
                    <a:pt x="540" y="917"/>
                  </a:lnTo>
                  <a:lnTo>
                    <a:pt x="538" y="917"/>
                  </a:lnTo>
                  <a:lnTo>
                    <a:pt x="538" y="917"/>
                  </a:lnTo>
                  <a:lnTo>
                    <a:pt x="538" y="917"/>
                  </a:lnTo>
                  <a:lnTo>
                    <a:pt x="536" y="919"/>
                  </a:lnTo>
                  <a:lnTo>
                    <a:pt x="536" y="919"/>
                  </a:lnTo>
                  <a:lnTo>
                    <a:pt x="536" y="919"/>
                  </a:lnTo>
                  <a:lnTo>
                    <a:pt x="534" y="919"/>
                  </a:lnTo>
                  <a:lnTo>
                    <a:pt x="534" y="921"/>
                  </a:lnTo>
                  <a:lnTo>
                    <a:pt x="534" y="921"/>
                  </a:lnTo>
                  <a:lnTo>
                    <a:pt x="534" y="921"/>
                  </a:lnTo>
                  <a:lnTo>
                    <a:pt x="534" y="921"/>
                  </a:lnTo>
                  <a:lnTo>
                    <a:pt x="534" y="921"/>
                  </a:lnTo>
                  <a:lnTo>
                    <a:pt x="534" y="921"/>
                  </a:lnTo>
                  <a:lnTo>
                    <a:pt x="534" y="923"/>
                  </a:lnTo>
                  <a:lnTo>
                    <a:pt x="532" y="923"/>
                  </a:lnTo>
                  <a:lnTo>
                    <a:pt x="532" y="921"/>
                  </a:lnTo>
                  <a:lnTo>
                    <a:pt x="530" y="921"/>
                  </a:lnTo>
                  <a:lnTo>
                    <a:pt x="528" y="923"/>
                  </a:lnTo>
                  <a:lnTo>
                    <a:pt x="528" y="923"/>
                  </a:lnTo>
                  <a:lnTo>
                    <a:pt x="526" y="921"/>
                  </a:lnTo>
                  <a:lnTo>
                    <a:pt x="524" y="921"/>
                  </a:lnTo>
                  <a:lnTo>
                    <a:pt x="524" y="921"/>
                  </a:lnTo>
                  <a:lnTo>
                    <a:pt x="522" y="921"/>
                  </a:lnTo>
                  <a:lnTo>
                    <a:pt x="518" y="921"/>
                  </a:lnTo>
                  <a:lnTo>
                    <a:pt x="518" y="921"/>
                  </a:lnTo>
                  <a:lnTo>
                    <a:pt x="518" y="921"/>
                  </a:lnTo>
                  <a:lnTo>
                    <a:pt x="518" y="921"/>
                  </a:lnTo>
                  <a:lnTo>
                    <a:pt x="518" y="921"/>
                  </a:lnTo>
                  <a:lnTo>
                    <a:pt x="518" y="921"/>
                  </a:lnTo>
                  <a:lnTo>
                    <a:pt x="516" y="921"/>
                  </a:lnTo>
                  <a:lnTo>
                    <a:pt x="516" y="921"/>
                  </a:lnTo>
                  <a:lnTo>
                    <a:pt x="516" y="921"/>
                  </a:lnTo>
                  <a:lnTo>
                    <a:pt x="514" y="919"/>
                  </a:lnTo>
                  <a:lnTo>
                    <a:pt x="514" y="919"/>
                  </a:lnTo>
                  <a:lnTo>
                    <a:pt x="512" y="919"/>
                  </a:lnTo>
                  <a:lnTo>
                    <a:pt x="512" y="919"/>
                  </a:lnTo>
                  <a:lnTo>
                    <a:pt x="512" y="917"/>
                  </a:lnTo>
                  <a:lnTo>
                    <a:pt x="510" y="917"/>
                  </a:lnTo>
                  <a:lnTo>
                    <a:pt x="508" y="917"/>
                  </a:lnTo>
                  <a:lnTo>
                    <a:pt x="504" y="919"/>
                  </a:lnTo>
                  <a:lnTo>
                    <a:pt x="502" y="919"/>
                  </a:lnTo>
                  <a:lnTo>
                    <a:pt x="502" y="917"/>
                  </a:lnTo>
                  <a:lnTo>
                    <a:pt x="500" y="917"/>
                  </a:lnTo>
                  <a:lnTo>
                    <a:pt x="500" y="917"/>
                  </a:lnTo>
                  <a:lnTo>
                    <a:pt x="500" y="917"/>
                  </a:lnTo>
                  <a:lnTo>
                    <a:pt x="500" y="917"/>
                  </a:lnTo>
                  <a:lnTo>
                    <a:pt x="500" y="917"/>
                  </a:lnTo>
                  <a:lnTo>
                    <a:pt x="498" y="917"/>
                  </a:lnTo>
                  <a:lnTo>
                    <a:pt x="498" y="917"/>
                  </a:lnTo>
                  <a:lnTo>
                    <a:pt x="498" y="917"/>
                  </a:lnTo>
                  <a:lnTo>
                    <a:pt x="497" y="917"/>
                  </a:lnTo>
                  <a:lnTo>
                    <a:pt x="497" y="917"/>
                  </a:lnTo>
                  <a:lnTo>
                    <a:pt x="491" y="913"/>
                  </a:lnTo>
                  <a:lnTo>
                    <a:pt x="491" y="911"/>
                  </a:lnTo>
                  <a:lnTo>
                    <a:pt x="491" y="913"/>
                  </a:lnTo>
                  <a:lnTo>
                    <a:pt x="487" y="913"/>
                  </a:lnTo>
                  <a:lnTo>
                    <a:pt x="487" y="913"/>
                  </a:lnTo>
                  <a:lnTo>
                    <a:pt x="479" y="911"/>
                  </a:lnTo>
                  <a:lnTo>
                    <a:pt x="479" y="911"/>
                  </a:lnTo>
                  <a:lnTo>
                    <a:pt x="479" y="911"/>
                  </a:lnTo>
                  <a:lnTo>
                    <a:pt x="477" y="911"/>
                  </a:lnTo>
                  <a:lnTo>
                    <a:pt x="477" y="909"/>
                  </a:lnTo>
                  <a:lnTo>
                    <a:pt x="477" y="909"/>
                  </a:lnTo>
                  <a:lnTo>
                    <a:pt x="477" y="909"/>
                  </a:lnTo>
                  <a:lnTo>
                    <a:pt x="477" y="909"/>
                  </a:lnTo>
                  <a:lnTo>
                    <a:pt x="477" y="905"/>
                  </a:lnTo>
                  <a:lnTo>
                    <a:pt x="477" y="905"/>
                  </a:lnTo>
                  <a:lnTo>
                    <a:pt x="477" y="905"/>
                  </a:lnTo>
                  <a:lnTo>
                    <a:pt x="471" y="901"/>
                  </a:lnTo>
                  <a:lnTo>
                    <a:pt x="471" y="899"/>
                  </a:lnTo>
                  <a:lnTo>
                    <a:pt x="471" y="899"/>
                  </a:lnTo>
                  <a:lnTo>
                    <a:pt x="471" y="899"/>
                  </a:lnTo>
                  <a:lnTo>
                    <a:pt x="471" y="899"/>
                  </a:lnTo>
                  <a:lnTo>
                    <a:pt x="469" y="899"/>
                  </a:lnTo>
                  <a:lnTo>
                    <a:pt x="469" y="899"/>
                  </a:lnTo>
                  <a:lnTo>
                    <a:pt x="467" y="899"/>
                  </a:lnTo>
                  <a:lnTo>
                    <a:pt x="465" y="897"/>
                  </a:lnTo>
                  <a:lnTo>
                    <a:pt x="465" y="897"/>
                  </a:lnTo>
                  <a:lnTo>
                    <a:pt x="465" y="897"/>
                  </a:lnTo>
                  <a:lnTo>
                    <a:pt x="463" y="895"/>
                  </a:lnTo>
                  <a:lnTo>
                    <a:pt x="459" y="895"/>
                  </a:lnTo>
                  <a:lnTo>
                    <a:pt x="459" y="895"/>
                  </a:lnTo>
                  <a:lnTo>
                    <a:pt x="457" y="893"/>
                  </a:lnTo>
                  <a:lnTo>
                    <a:pt x="455" y="893"/>
                  </a:lnTo>
                  <a:lnTo>
                    <a:pt x="453" y="893"/>
                  </a:lnTo>
                  <a:lnTo>
                    <a:pt x="453" y="893"/>
                  </a:lnTo>
                  <a:lnTo>
                    <a:pt x="453" y="893"/>
                  </a:lnTo>
                  <a:lnTo>
                    <a:pt x="451" y="895"/>
                  </a:lnTo>
                  <a:lnTo>
                    <a:pt x="447" y="897"/>
                  </a:lnTo>
                  <a:lnTo>
                    <a:pt x="446" y="897"/>
                  </a:lnTo>
                  <a:lnTo>
                    <a:pt x="446" y="897"/>
                  </a:lnTo>
                  <a:lnTo>
                    <a:pt x="446" y="899"/>
                  </a:lnTo>
                  <a:lnTo>
                    <a:pt x="446" y="899"/>
                  </a:lnTo>
                  <a:lnTo>
                    <a:pt x="446" y="899"/>
                  </a:lnTo>
                  <a:lnTo>
                    <a:pt x="446" y="899"/>
                  </a:lnTo>
                  <a:lnTo>
                    <a:pt x="444" y="903"/>
                  </a:lnTo>
                  <a:lnTo>
                    <a:pt x="444" y="905"/>
                  </a:lnTo>
                  <a:lnTo>
                    <a:pt x="444" y="905"/>
                  </a:lnTo>
                  <a:lnTo>
                    <a:pt x="442" y="905"/>
                  </a:lnTo>
                  <a:lnTo>
                    <a:pt x="442" y="907"/>
                  </a:lnTo>
                  <a:lnTo>
                    <a:pt x="440" y="907"/>
                  </a:lnTo>
                  <a:lnTo>
                    <a:pt x="438" y="909"/>
                  </a:lnTo>
                  <a:lnTo>
                    <a:pt x="434" y="913"/>
                  </a:lnTo>
                  <a:lnTo>
                    <a:pt x="434" y="913"/>
                  </a:lnTo>
                  <a:lnTo>
                    <a:pt x="434" y="913"/>
                  </a:lnTo>
                  <a:lnTo>
                    <a:pt x="434" y="915"/>
                  </a:lnTo>
                  <a:lnTo>
                    <a:pt x="434" y="915"/>
                  </a:lnTo>
                  <a:lnTo>
                    <a:pt x="434" y="915"/>
                  </a:lnTo>
                  <a:lnTo>
                    <a:pt x="434" y="917"/>
                  </a:lnTo>
                  <a:lnTo>
                    <a:pt x="434" y="917"/>
                  </a:lnTo>
                  <a:lnTo>
                    <a:pt x="436" y="917"/>
                  </a:lnTo>
                  <a:lnTo>
                    <a:pt x="434" y="919"/>
                  </a:lnTo>
                  <a:lnTo>
                    <a:pt x="434" y="919"/>
                  </a:lnTo>
                  <a:lnTo>
                    <a:pt x="432" y="921"/>
                  </a:lnTo>
                  <a:lnTo>
                    <a:pt x="432" y="921"/>
                  </a:lnTo>
                  <a:lnTo>
                    <a:pt x="432" y="923"/>
                  </a:lnTo>
                  <a:lnTo>
                    <a:pt x="432" y="923"/>
                  </a:lnTo>
                  <a:lnTo>
                    <a:pt x="432" y="923"/>
                  </a:lnTo>
                  <a:lnTo>
                    <a:pt x="430" y="925"/>
                  </a:lnTo>
                  <a:lnTo>
                    <a:pt x="430" y="925"/>
                  </a:lnTo>
                  <a:lnTo>
                    <a:pt x="430" y="925"/>
                  </a:lnTo>
                  <a:lnTo>
                    <a:pt x="430" y="925"/>
                  </a:lnTo>
                  <a:lnTo>
                    <a:pt x="428" y="925"/>
                  </a:lnTo>
                  <a:lnTo>
                    <a:pt x="430" y="923"/>
                  </a:lnTo>
                  <a:lnTo>
                    <a:pt x="430" y="923"/>
                  </a:lnTo>
                  <a:lnTo>
                    <a:pt x="428" y="923"/>
                  </a:lnTo>
                  <a:lnTo>
                    <a:pt x="428" y="923"/>
                  </a:lnTo>
                  <a:lnTo>
                    <a:pt x="428" y="923"/>
                  </a:lnTo>
                  <a:lnTo>
                    <a:pt x="428" y="923"/>
                  </a:lnTo>
                  <a:lnTo>
                    <a:pt x="428" y="921"/>
                  </a:lnTo>
                  <a:lnTo>
                    <a:pt x="428" y="921"/>
                  </a:lnTo>
                  <a:lnTo>
                    <a:pt x="426" y="921"/>
                  </a:lnTo>
                  <a:lnTo>
                    <a:pt x="426" y="921"/>
                  </a:lnTo>
                  <a:lnTo>
                    <a:pt x="426" y="921"/>
                  </a:lnTo>
                  <a:lnTo>
                    <a:pt x="424" y="921"/>
                  </a:lnTo>
                  <a:lnTo>
                    <a:pt x="422" y="923"/>
                  </a:lnTo>
                  <a:lnTo>
                    <a:pt x="422" y="923"/>
                  </a:lnTo>
                  <a:lnTo>
                    <a:pt x="410" y="925"/>
                  </a:lnTo>
                  <a:lnTo>
                    <a:pt x="408" y="925"/>
                  </a:lnTo>
                  <a:lnTo>
                    <a:pt x="408" y="925"/>
                  </a:lnTo>
                  <a:lnTo>
                    <a:pt x="406" y="925"/>
                  </a:lnTo>
                  <a:lnTo>
                    <a:pt x="404" y="928"/>
                  </a:lnTo>
                  <a:lnTo>
                    <a:pt x="402" y="928"/>
                  </a:lnTo>
                  <a:lnTo>
                    <a:pt x="402" y="928"/>
                  </a:lnTo>
                  <a:lnTo>
                    <a:pt x="400" y="928"/>
                  </a:lnTo>
                  <a:lnTo>
                    <a:pt x="400" y="928"/>
                  </a:lnTo>
                  <a:lnTo>
                    <a:pt x="398" y="926"/>
                  </a:lnTo>
                  <a:lnTo>
                    <a:pt x="398" y="926"/>
                  </a:lnTo>
                  <a:lnTo>
                    <a:pt x="396" y="926"/>
                  </a:lnTo>
                  <a:lnTo>
                    <a:pt x="395" y="926"/>
                  </a:lnTo>
                  <a:lnTo>
                    <a:pt x="393" y="926"/>
                  </a:lnTo>
                  <a:lnTo>
                    <a:pt x="393" y="928"/>
                  </a:lnTo>
                  <a:lnTo>
                    <a:pt x="393" y="928"/>
                  </a:lnTo>
                  <a:lnTo>
                    <a:pt x="391" y="930"/>
                  </a:lnTo>
                  <a:lnTo>
                    <a:pt x="391" y="930"/>
                  </a:lnTo>
                  <a:lnTo>
                    <a:pt x="391" y="930"/>
                  </a:lnTo>
                  <a:lnTo>
                    <a:pt x="387" y="930"/>
                  </a:lnTo>
                  <a:lnTo>
                    <a:pt x="387" y="930"/>
                  </a:lnTo>
                  <a:lnTo>
                    <a:pt x="387" y="930"/>
                  </a:lnTo>
                  <a:lnTo>
                    <a:pt x="387" y="932"/>
                  </a:lnTo>
                  <a:lnTo>
                    <a:pt x="387" y="932"/>
                  </a:lnTo>
                  <a:lnTo>
                    <a:pt x="385" y="932"/>
                  </a:lnTo>
                  <a:lnTo>
                    <a:pt x="385" y="932"/>
                  </a:lnTo>
                  <a:lnTo>
                    <a:pt x="381" y="932"/>
                  </a:lnTo>
                  <a:lnTo>
                    <a:pt x="381" y="932"/>
                  </a:lnTo>
                  <a:lnTo>
                    <a:pt x="379" y="934"/>
                  </a:lnTo>
                  <a:lnTo>
                    <a:pt x="377" y="934"/>
                  </a:lnTo>
                  <a:lnTo>
                    <a:pt x="377" y="934"/>
                  </a:lnTo>
                  <a:lnTo>
                    <a:pt x="375" y="934"/>
                  </a:lnTo>
                  <a:lnTo>
                    <a:pt x="375" y="932"/>
                  </a:lnTo>
                  <a:lnTo>
                    <a:pt x="369" y="930"/>
                  </a:lnTo>
                  <a:lnTo>
                    <a:pt x="369" y="930"/>
                  </a:lnTo>
                  <a:lnTo>
                    <a:pt x="367" y="930"/>
                  </a:lnTo>
                  <a:lnTo>
                    <a:pt x="367" y="930"/>
                  </a:lnTo>
                  <a:lnTo>
                    <a:pt x="367" y="930"/>
                  </a:lnTo>
                  <a:lnTo>
                    <a:pt x="365" y="930"/>
                  </a:lnTo>
                  <a:lnTo>
                    <a:pt x="365" y="932"/>
                  </a:lnTo>
                  <a:lnTo>
                    <a:pt x="365" y="934"/>
                  </a:lnTo>
                  <a:lnTo>
                    <a:pt x="359" y="936"/>
                  </a:lnTo>
                  <a:lnTo>
                    <a:pt x="359" y="938"/>
                  </a:lnTo>
                  <a:lnTo>
                    <a:pt x="359" y="938"/>
                  </a:lnTo>
                  <a:lnTo>
                    <a:pt x="359" y="938"/>
                  </a:lnTo>
                  <a:lnTo>
                    <a:pt x="359" y="938"/>
                  </a:lnTo>
                  <a:lnTo>
                    <a:pt x="357" y="940"/>
                  </a:lnTo>
                  <a:lnTo>
                    <a:pt x="355" y="940"/>
                  </a:lnTo>
                  <a:lnTo>
                    <a:pt x="355" y="942"/>
                  </a:lnTo>
                  <a:lnTo>
                    <a:pt x="355" y="942"/>
                  </a:lnTo>
                  <a:lnTo>
                    <a:pt x="355" y="942"/>
                  </a:lnTo>
                  <a:lnTo>
                    <a:pt x="355" y="942"/>
                  </a:lnTo>
                  <a:lnTo>
                    <a:pt x="355" y="942"/>
                  </a:lnTo>
                  <a:lnTo>
                    <a:pt x="357" y="944"/>
                  </a:lnTo>
                  <a:lnTo>
                    <a:pt x="357" y="944"/>
                  </a:lnTo>
                  <a:lnTo>
                    <a:pt x="357" y="944"/>
                  </a:lnTo>
                  <a:lnTo>
                    <a:pt x="357" y="944"/>
                  </a:lnTo>
                  <a:lnTo>
                    <a:pt x="357" y="944"/>
                  </a:lnTo>
                  <a:lnTo>
                    <a:pt x="357" y="946"/>
                  </a:lnTo>
                  <a:lnTo>
                    <a:pt x="357" y="946"/>
                  </a:lnTo>
                  <a:lnTo>
                    <a:pt x="357" y="946"/>
                  </a:lnTo>
                  <a:lnTo>
                    <a:pt x="357" y="946"/>
                  </a:lnTo>
                  <a:lnTo>
                    <a:pt x="357" y="948"/>
                  </a:lnTo>
                  <a:lnTo>
                    <a:pt x="357" y="948"/>
                  </a:lnTo>
                  <a:lnTo>
                    <a:pt x="351" y="950"/>
                  </a:lnTo>
                  <a:lnTo>
                    <a:pt x="349" y="950"/>
                  </a:lnTo>
                  <a:lnTo>
                    <a:pt x="349" y="950"/>
                  </a:lnTo>
                  <a:lnTo>
                    <a:pt x="349" y="950"/>
                  </a:lnTo>
                  <a:lnTo>
                    <a:pt x="347" y="948"/>
                  </a:lnTo>
                  <a:lnTo>
                    <a:pt x="345" y="948"/>
                  </a:lnTo>
                  <a:lnTo>
                    <a:pt x="345" y="946"/>
                  </a:lnTo>
                  <a:lnTo>
                    <a:pt x="344" y="946"/>
                  </a:lnTo>
                  <a:lnTo>
                    <a:pt x="338" y="948"/>
                  </a:lnTo>
                  <a:lnTo>
                    <a:pt x="336" y="948"/>
                  </a:lnTo>
                  <a:lnTo>
                    <a:pt x="336" y="948"/>
                  </a:lnTo>
                  <a:lnTo>
                    <a:pt x="334" y="948"/>
                  </a:lnTo>
                  <a:lnTo>
                    <a:pt x="334" y="948"/>
                  </a:lnTo>
                  <a:lnTo>
                    <a:pt x="334" y="948"/>
                  </a:lnTo>
                  <a:lnTo>
                    <a:pt x="332" y="948"/>
                  </a:lnTo>
                  <a:lnTo>
                    <a:pt x="332" y="948"/>
                  </a:lnTo>
                  <a:lnTo>
                    <a:pt x="330" y="948"/>
                  </a:lnTo>
                  <a:lnTo>
                    <a:pt x="330" y="948"/>
                  </a:lnTo>
                  <a:lnTo>
                    <a:pt x="330" y="948"/>
                  </a:lnTo>
                  <a:lnTo>
                    <a:pt x="328" y="948"/>
                  </a:lnTo>
                  <a:lnTo>
                    <a:pt x="328" y="948"/>
                  </a:lnTo>
                  <a:lnTo>
                    <a:pt x="328" y="950"/>
                  </a:lnTo>
                  <a:lnTo>
                    <a:pt x="326" y="952"/>
                  </a:lnTo>
                  <a:lnTo>
                    <a:pt x="326" y="954"/>
                  </a:lnTo>
                  <a:lnTo>
                    <a:pt x="324" y="954"/>
                  </a:lnTo>
                  <a:lnTo>
                    <a:pt x="324" y="954"/>
                  </a:lnTo>
                  <a:lnTo>
                    <a:pt x="324" y="954"/>
                  </a:lnTo>
                  <a:lnTo>
                    <a:pt x="322" y="954"/>
                  </a:lnTo>
                  <a:lnTo>
                    <a:pt x="320" y="954"/>
                  </a:lnTo>
                  <a:lnTo>
                    <a:pt x="320" y="952"/>
                  </a:lnTo>
                  <a:lnTo>
                    <a:pt x="320" y="952"/>
                  </a:lnTo>
                  <a:lnTo>
                    <a:pt x="320" y="952"/>
                  </a:lnTo>
                  <a:lnTo>
                    <a:pt x="320" y="952"/>
                  </a:lnTo>
                  <a:lnTo>
                    <a:pt x="320" y="952"/>
                  </a:lnTo>
                  <a:lnTo>
                    <a:pt x="320" y="950"/>
                  </a:lnTo>
                  <a:lnTo>
                    <a:pt x="320" y="950"/>
                  </a:lnTo>
                  <a:lnTo>
                    <a:pt x="320" y="948"/>
                  </a:lnTo>
                  <a:lnTo>
                    <a:pt x="320" y="948"/>
                  </a:lnTo>
                  <a:lnTo>
                    <a:pt x="320" y="948"/>
                  </a:lnTo>
                  <a:lnTo>
                    <a:pt x="320" y="948"/>
                  </a:lnTo>
                  <a:lnTo>
                    <a:pt x="320" y="948"/>
                  </a:lnTo>
                  <a:lnTo>
                    <a:pt x="320" y="946"/>
                  </a:lnTo>
                  <a:lnTo>
                    <a:pt x="318" y="946"/>
                  </a:lnTo>
                  <a:lnTo>
                    <a:pt x="318" y="946"/>
                  </a:lnTo>
                  <a:lnTo>
                    <a:pt x="318" y="944"/>
                  </a:lnTo>
                  <a:lnTo>
                    <a:pt x="318" y="944"/>
                  </a:lnTo>
                  <a:lnTo>
                    <a:pt x="316" y="944"/>
                  </a:lnTo>
                  <a:lnTo>
                    <a:pt x="316" y="944"/>
                  </a:lnTo>
                  <a:lnTo>
                    <a:pt x="316" y="942"/>
                  </a:lnTo>
                  <a:lnTo>
                    <a:pt x="318" y="942"/>
                  </a:lnTo>
                  <a:lnTo>
                    <a:pt x="316" y="942"/>
                  </a:lnTo>
                  <a:lnTo>
                    <a:pt x="316" y="942"/>
                  </a:lnTo>
                  <a:lnTo>
                    <a:pt x="316" y="942"/>
                  </a:lnTo>
                  <a:lnTo>
                    <a:pt x="316" y="942"/>
                  </a:lnTo>
                  <a:lnTo>
                    <a:pt x="316" y="942"/>
                  </a:lnTo>
                  <a:lnTo>
                    <a:pt x="316" y="942"/>
                  </a:lnTo>
                  <a:lnTo>
                    <a:pt x="314" y="946"/>
                  </a:lnTo>
                  <a:lnTo>
                    <a:pt x="314" y="946"/>
                  </a:lnTo>
                  <a:lnTo>
                    <a:pt x="312" y="946"/>
                  </a:lnTo>
                  <a:lnTo>
                    <a:pt x="312" y="946"/>
                  </a:lnTo>
                  <a:lnTo>
                    <a:pt x="312" y="948"/>
                  </a:lnTo>
                  <a:lnTo>
                    <a:pt x="308" y="946"/>
                  </a:lnTo>
                  <a:lnTo>
                    <a:pt x="308" y="946"/>
                  </a:lnTo>
                  <a:lnTo>
                    <a:pt x="308" y="946"/>
                  </a:lnTo>
                  <a:lnTo>
                    <a:pt x="308" y="946"/>
                  </a:lnTo>
                  <a:lnTo>
                    <a:pt x="306" y="944"/>
                  </a:lnTo>
                  <a:lnTo>
                    <a:pt x="306" y="944"/>
                  </a:lnTo>
                  <a:lnTo>
                    <a:pt x="304" y="942"/>
                  </a:lnTo>
                  <a:lnTo>
                    <a:pt x="302" y="942"/>
                  </a:lnTo>
                  <a:lnTo>
                    <a:pt x="298" y="944"/>
                  </a:lnTo>
                  <a:lnTo>
                    <a:pt x="298" y="944"/>
                  </a:lnTo>
                  <a:lnTo>
                    <a:pt x="298" y="944"/>
                  </a:lnTo>
                  <a:lnTo>
                    <a:pt x="298" y="944"/>
                  </a:lnTo>
                  <a:lnTo>
                    <a:pt x="298" y="946"/>
                  </a:lnTo>
                  <a:lnTo>
                    <a:pt x="296" y="948"/>
                  </a:lnTo>
                  <a:lnTo>
                    <a:pt x="296" y="948"/>
                  </a:lnTo>
                  <a:lnTo>
                    <a:pt x="296" y="948"/>
                  </a:lnTo>
                  <a:lnTo>
                    <a:pt x="296" y="950"/>
                  </a:lnTo>
                  <a:lnTo>
                    <a:pt x="294" y="950"/>
                  </a:lnTo>
                  <a:lnTo>
                    <a:pt x="289" y="948"/>
                  </a:lnTo>
                  <a:lnTo>
                    <a:pt x="289" y="948"/>
                  </a:lnTo>
                  <a:lnTo>
                    <a:pt x="289" y="948"/>
                  </a:lnTo>
                  <a:lnTo>
                    <a:pt x="289" y="946"/>
                  </a:lnTo>
                  <a:lnTo>
                    <a:pt x="289" y="946"/>
                  </a:lnTo>
                  <a:lnTo>
                    <a:pt x="289" y="946"/>
                  </a:lnTo>
                  <a:lnTo>
                    <a:pt x="287" y="944"/>
                  </a:lnTo>
                  <a:lnTo>
                    <a:pt x="285" y="942"/>
                  </a:lnTo>
                  <a:lnTo>
                    <a:pt x="285" y="942"/>
                  </a:lnTo>
                  <a:lnTo>
                    <a:pt x="283" y="942"/>
                  </a:lnTo>
                  <a:lnTo>
                    <a:pt x="281" y="942"/>
                  </a:lnTo>
                  <a:lnTo>
                    <a:pt x="277" y="942"/>
                  </a:lnTo>
                  <a:lnTo>
                    <a:pt x="275" y="942"/>
                  </a:lnTo>
                  <a:lnTo>
                    <a:pt x="273" y="942"/>
                  </a:lnTo>
                  <a:lnTo>
                    <a:pt x="273" y="942"/>
                  </a:lnTo>
                  <a:lnTo>
                    <a:pt x="273" y="940"/>
                  </a:lnTo>
                  <a:lnTo>
                    <a:pt x="273" y="940"/>
                  </a:lnTo>
                  <a:lnTo>
                    <a:pt x="273" y="938"/>
                  </a:lnTo>
                  <a:lnTo>
                    <a:pt x="273" y="938"/>
                  </a:lnTo>
                  <a:lnTo>
                    <a:pt x="273" y="938"/>
                  </a:lnTo>
                  <a:lnTo>
                    <a:pt x="271" y="938"/>
                  </a:lnTo>
                  <a:lnTo>
                    <a:pt x="271" y="938"/>
                  </a:lnTo>
                  <a:lnTo>
                    <a:pt x="271" y="936"/>
                  </a:lnTo>
                  <a:lnTo>
                    <a:pt x="271" y="936"/>
                  </a:lnTo>
                  <a:lnTo>
                    <a:pt x="271" y="934"/>
                  </a:lnTo>
                  <a:lnTo>
                    <a:pt x="269" y="932"/>
                  </a:lnTo>
                  <a:lnTo>
                    <a:pt x="269" y="932"/>
                  </a:lnTo>
                  <a:lnTo>
                    <a:pt x="269" y="932"/>
                  </a:lnTo>
                  <a:lnTo>
                    <a:pt x="271" y="932"/>
                  </a:lnTo>
                  <a:lnTo>
                    <a:pt x="271" y="930"/>
                  </a:lnTo>
                  <a:lnTo>
                    <a:pt x="271" y="930"/>
                  </a:lnTo>
                  <a:lnTo>
                    <a:pt x="271" y="930"/>
                  </a:lnTo>
                  <a:lnTo>
                    <a:pt x="271" y="930"/>
                  </a:lnTo>
                  <a:lnTo>
                    <a:pt x="271" y="928"/>
                  </a:lnTo>
                  <a:lnTo>
                    <a:pt x="271" y="928"/>
                  </a:lnTo>
                  <a:lnTo>
                    <a:pt x="271" y="928"/>
                  </a:lnTo>
                  <a:lnTo>
                    <a:pt x="269" y="928"/>
                  </a:lnTo>
                  <a:lnTo>
                    <a:pt x="269" y="926"/>
                  </a:lnTo>
                  <a:lnTo>
                    <a:pt x="267" y="926"/>
                  </a:lnTo>
                  <a:lnTo>
                    <a:pt x="267" y="926"/>
                  </a:lnTo>
                  <a:lnTo>
                    <a:pt x="267" y="925"/>
                  </a:lnTo>
                  <a:lnTo>
                    <a:pt x="267" y="925"/>
                  </a:lnTo>
                  <a:lnTo>
                    <a:pt x="267" y="925"/>
                  </a:lnTo>
                  <a:lnTo>
                    <a:pt x="267" y="925"/>
                  </a:lnTo>
                  <a:lnTo>
                    <a:pt x="267" y="923"/>
                  </a:lnTo>
                  <a:lnTo>
                    <a:pt x="267" y="923"/>
                  </a:lnTo>
                  <a:lnTo>
                    <a:pt x="265" y="923"/>
                  </a:lnTo>
                  <a:lnTo>
                    <a:pt x="265" y="921"/>
                  </a:lnTo>
                  <a:lnTo>
                    <a:pt x="265" y="917"/>
                  </a:lnTo>
                  <a:lnTo>
                    <a:pt x="265" y="915"/>
                  </a:lnTo>
                  <a:lnTo>
                    <a:pt x="263" y="915"/>
                  </a:lnTo>
                  <a:lnTo>
                    <a:pt x="263" y="915"/>
                  </a:lnTo>
                  <a:lnTo>
                    <a:pt x="263" y="913"/>
                  </a:lnTo>
                  <a:lnTo>
                    <a:pt x="265" y="913"/>
                  </a:lnTo>
                  <a:lnTo>
                    <a:pt x="265" y="913"/>
                  </a:lnTo>
                  <a:lnTo>
                    <a:pt x="267" y="911"/>
                  </a:lnTo>
                  <a:lnTo>
                    <a:pt x="267" y="909"/>
                  </a:lnTo>
                  <a:lnTo>
                    <a:pt x="267" y="909"/>
                  </a:lnTo>
                  <a:lnTo>
                    <a:pt x="267" y="909"/>
                  </a:lnTo>
                  <a:lnTo>
                    <a:pt x="267" y="909"/>
                  </a:lnTo>
                  <a:lnTo>
                    <a:pt x="267" y="909"/>
                  </a:lnTo>
                  <a:lnTo>
                    <a:pt x="267" y="909"/>
                  </a:lnTo>
                  <a:lnTo>
                    <a:pt x="263" y="905"/>
                  </a:lnTo>
                  <a:lnTo>
                    <a:pt x="263" y="905"/>
                  </a:lnTo>
                  <a:lnTo>
                    <a:pt x="263" y="905"/>
                  </a:lnTo>
                  <a:lnTo>
                    <a:pt x="263" y="905"/>
                  </a:lnTo>
                  <a:lnTo>
                    <a:pt x="263" y="903"/>
                  </a:lnTo>
                  <a:lnTo>
                    <a:pt x="263" y="903"/>
                  </a:lnTo>
                  <a:lnTo>
                    <a:pt x="263" y="903"/>
                  </a:lnTo>
                  <a:lnTo>
                    <a:pt x="263" y="901"/>
                  </a:lnTo>
                  <a:lnTo>
                    <a:pt x="263" y="899"/>
                  </a:lnTo>
                  <a:lnTo>
                    <a:pt x="263" y="897"/>
                  </a:lnTo>
                  <a:lnTo>
                    <a:pt x="263" y="897"/>
                  </a:lnTo>
                  <a:lnTo>
                    <a:pt x="263" y="897"/>
                  </a:lnTo>
                  <a:lnTo>
                    <a:pt x="263" y="895"/>
                  </a:lnTo>
                  <a:lnTo>
                    <a:pt x="263" y="895"/>
                  </a:lnTo>
                  <a:lnTo>
                    <a:pt x="263" y="895"/>
                  </a:lnTo>
                  <a:lnTo>
                    <a:pt x="261" y="895"/>
                  </a:lnTo>
                  <a:lnTo>
                    <a:pt x="261" y="895"/>
                  </a:lnTo>
                  <a:lnTo>
                    <a:pt x="261" y="895"/>
                  </a:lnTo>
                  <a:lnTo>
                    <a:pt x="261" y="893"/>
                  </a:lnTo>
                  <a:lnTo>
                    <a:pt x="261" y="893"/>
                  </a:lnTo>
                  <a:lnTo>
                    <a:pt x="261" y="893"/>
                  </a:lnTo>
                  <a:lnTo>
                    <a:pt x="261" y="891"/>
                  </a:lnTo>
                  <a:lnTo>
                    <a:pt x="261" y="889"/>
                  </a:lnTo>
                  <a:lnTo>
                    <a:pt x="261" y="889"/>
                  </a:lnTo>
                  <a:lnTo>
                    <a:pt x="261" y="887"/>
                  </a:lnTo>
                  <a:lnTo>
                    <a:pt x="263" y="887"/>
                  </a:lnTo>
                  <a:lnTo>
                    <a:pt x="263" y="887"/>
                  </a:lnTo>
                  <a:lnTo>
                    <a:pt x="263" y="885"/>
                  </a:lnTo>
                  <a:lnTo>
                    <a:pt x="263" y="881"/>
                  </a:lnTo>
                  <a:lnTo>
                    <a:pt x="265" y="881"/>
                  </a:lnTo>
                  <a:lnTo>
                    <a:pt x="265" y="879"/>
                  </a:lnTo>
                  <a:lnTo>
                    <a:pt x="267" y="879"/>
                  </a:lnTo>
                  <a:lnTo>
                    <a:pt x="267" y="879"/>
                  </a:lnTo>
                  <a:lnTo>
                    <a:pt x="267" y="877"/>
                  </a:lnTo>
                  <a:lnTo>
                    <a:pt x="273" y="877"/>
                  </a:lnTo>
                  <a:lnTo>
                    <a:pt x="273" y="877"/>
                  </a:lnTo>
                  <a:lnTo>
                    <a:pt x="275" y="877"/>
                  </a:lnTo>
                  <a:lnTo>
                    <a:pt x="275" y="875"/>
                  </a:lnTo>
                  <a:lnTo>
                    <a:pt x="275" y="875"/>
                  </a:lnTo>
                  <a:lnTo>
                    <a:pt x="275" y="875"/>
                  </a:lnTo>
                  <a:lnTo>
                    <a:pt x="275" y="875"/>
                  </a:lnTo>
                  <a:lnTo>
                    <a:pt x="275" y="875"/>
                  </a:lnTo>
                  <a:lnTo>
                    <a:pt x="275" y="873"/>
                  </a:lnTo>
                  <a:lnTo>
                    <a:pt x="273" y="872"/>
                  </a:lnTo>
                  <a:lnTo>
                    <a:pt x="273" y="872"/>
                  </a:lnTo>
                  <a:lnTo>
                    <a:pt x="273" y="870"/>
                  </a:lnTo>
                  <a:lnTo>
                    <a:pt x="271" y="870"/>
                  </a:lnTo>
                  <a:lnTo>
                    <a:pt x="271" y="870"/>
                  </a:lnTo>
                  <a:lnTo>
                    <a:pt x="271" y="870"/>
                  </a:lnTo>
                  <a:lnTo>
                    <a:pt x="271" y="870"/>
                  </a:lnTo>
                  <a:lnTo>
                    <a:pt x="271" y="868"/>
                  </a:lnTo>
                  <a:lnTo>
                    <a:pt x="273" y="868"/>
                  </a:lnTo>
                  <a:lnTo>
                    <a:pt x="273" y="866"/>
                  </a:lnTo>
                  <a:lnTo>
                    <a:pt x="273" y="866"/>
                  </a:lnTo>
                  <a:lnTo>
                    <a:pt x="273" y="866"/>
                  </a:lnTo>
                  <a:lnTo>
                    <a:pt x="275" y="864"/>
                  </a:lnTo>
                  <a:lnTo>
                    <a:pt x="275" y="864"/>
                  </a:lnTo>
                  <a:lnTo>
                    <a:pt x="275" y="860"/>
                  </a:lnTo>
                  <a:lnTo>
                    <a:pt x="277" y="860"/>
                  </a:lnTo>
                  <a:lnTo>
                    <a:pt x="277" y="860"/>
                  </a:lnTo>
                  <a:lnTo>
                    <a:pt x="279" y="856"/>
                  </a:lnTo>
                  <a:lnTo>
                    <a:pt x="281" y="854"/>
                  </a:lnTo>
                  <a:lnTo>
                    <a:pt x="281" y="854"/>
                  </a:lnTo>
                  <a:lnTo>
                    <a:pt x="281" y="854"/>
                  </a:lnTo>
                  <a:lnTo>
                    <a:pt x="281" y="854"/>
                  </a:lnTo>
                  <a:lnTo>
                    <a:pt x="281" y="854"/>
                  </a:lnTo>
                  <a:lnTo>
                    <a:pt x="281" y="852"/>
                  </a:lnTo>
                  <a:lnTo>
                    <a:pt x="281" y="852"/>
                  </a:lnTo>
                  <a:lnTo>
                    <a:pt x="281" y="852"/>
                  </a:lnTo>
                  <a:lnTo>
                    <a:pt x="281" y="852"/>
                  </a:lnTo>
                  <a:lnTo>
                    <a:pt x="279" y="850"/>
                  </a:lnTo>
                  <a:lnTo>
                    <a:pt x="277" y="850"/>
                  </a:lnTo>
                  <a:lnTo>
                    <a:pt x="275" y="850"/>
                  </a:lnTo>
                  <a:lnTo>
                    <a:pt x="275" y="850"/>
                  </a:lnTo>
                  <a:lnTo>
                    <a:pt x="275" y="848"/>
                  </a:lnTo>
                  <a:lnTo>
                    <a:pt x="275" y="848"/>
                  </a:lnTo>
                  <a:lnTo>
                    <a:pt x="277" y="844"/>
                  </a:lnTo>
                  <a:lnTo>
                    <a:pt x="279" y="844"/>
                  </a:lnTo>
                  <a:lnTo>
                    <a:pt x="279" y="844"/>
                  </a:lnTo>
                  <a:lnTo>
                    <a:pt x="277" y="844"/>
                  </a:lnTo>
                  <a:lnTo>
                    <a:pt x="277" y="844"/>
                  </a:lnTo>
                  <a:lnTo>
                    <a:pt x="277" y="842"/>
                  </a:lnTo>
                  <a:lnTo>
                    <a:pt x="277" y="842"/>
                  </a:lnTo>
                  <a:lnTo>
                    <a:pt x="277" y="842"/>
                  </a:lnTo>
                  <a:lnTo>
                    <a:pt x="277" y="842"/>
                  </a:lnTo>
                  <a:lnTo>
                    <a:pt x="277" y="840"/>
                  </a:lnTo>
                  <a:lnTo>
                    <a:pt x="277" y="840"/>
                  </a:lnTo>
                  <a:lnTo>
                    <a:pt x="277" y="838"/>
                  </a:lnTo>
                  <a:lnTo>
                    <a:pt x="275" y="836"/>
                  </a:lnTo>
                  <a:lnTo>
                    <a:pt x="275" y="836"/>
                  </a:lnTo>
                  <a:lnTo>
                    <a:pt x="275" y="836"/>
                  </a:lnTo>
                  <a:lnTo>
                    <a:pt x="275" y="836"/>
                  </a:lnTo>
                  <a:lnTo>
                    <a:pt x="275" y="834"/>
                  </a:lnTo>
                  <a:lnTo>
                    <a:pt x="275" y="834"/>
                  </a:lnTo>
                  <a:lnTo>
                    <a:pt x="273" y="834"/>
                  </a:lnTo>
                  <a:lnTo>
                    <a:pt x="273" y="834"/>
                  </a:lnTo>
                  <a:lnTo>
                    <a:pt x="273" y="832"/>
                  </a:lnTo>
                  <a:lnTo>
                    <a:pt x="273" y="832"/>
                  </a:lnTo>
                  <a:lnTo>
                    <a:pt x="267" y="828"/>
                  </a:lnTo>
                  <a:lnTo>
                    <a:pt x="267" y="824"/>
                  </a:lnTo>
                  <a:lnTo>
                    <a:pt x="267" y="824"/>
                  </a:lnTo>
                  <a:lnTo>
                    <a:pt x="267" y="824"/>
                  </a:lnTo>
                  <a:lnTo>
                    <a:pt x="265" y="824"/>
                  </a:lnTo>
                  <a:lnTo>
                    <a:pt x="265" y="824"/>
                  </a:lnTo>
                  <a:lnTo>
                    <a:pt x="265" y="824"/>
                  </a:lnTo>
                  <a:lnTo>
                    <a:pt x="265" y="822"/>
                  </a:lnTo>
                  <a:lnTo>
                    <a:pt x="265" y="822"/>
                  </a:lnTo>
                  <a:lnTo>
                    <a:pt x="265" y="822"/>
                  </a:lnTo>
                  <a:lnTo>
                    <a:pt x="253" y="820"/>
                  </a:lnTo>
                  <a:lnTo>
                    <a:pt x="253" y="818"/>
                  </a:lnTo>
                  <a:lnTo>
                    <a:pt x="251" y="818"/>
                  </a:lnTo>
                  <a:lnTo>
                    <a:pt x="251" y="818"/>
                  </a:lnTo>
                  <a:lnTo>
                    <a:pt x="249" y="818"/>
                  </a:lnTo>
                  <a:lnTo>
                    <a:pt x="249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5" y="817"/>
                  </a:lnTo>
                  <a:lnTo>
                    <a:pt x="242" y="815"/>
                  </a:lnTo>
                  <a:lnTo>
                    <a:pt x="242" y="815"/>
                  </a:lnTo>
                  <a:lnTo>
                    <a:pt x="242" y="815"/>
                  </a:lnTo>
                  <a:lnTo>
                    <a:pt x="240" y="817"/>
                  </a:lnTo>
                  <a:lnTo>
                    <a:pt x="240" y="817"/>
                  </a:lnTo>
                  <a:lnTo>
                    <a:pt x="236" y="820"/>
                  </a:lnTo>
                  <a:lnTo>
                    <a:pt x="234" y="820"/>
                  </a:lnTo>
                  <a:lnTo>
                    <a:pt x="230" y="820"/>
                  </a:lnTo>
                  <a:lnTo>
                    <a:pt x="230" y="820"/>
                  </a:lnTo>
                  <a:lnTo>
                    <a:pt x="230" y="820"/>
                  </a:lnTo>
                  <a:lnTo>
                    <a:pt x="230" y="822"/>
                  </a:lnTo>
                  <a:lnTo>
                    <a:pt x="228" y="822"/>
                  </a:lnTo>
                  <a:lnTo>
                    <a:pt x="228" y="822"/>
                  </a:lnTo>
                  <a:lnTo>
                    <a:pt x="228" y="822"/>
                  </a:lnTo>
                  <a:lnTo>
                    <a:pt x="228" y="822"/>
                  </a:lnTo>
                  <a:lnTo>
                    <a:pt x="226" y="824"/>
                  </a:lnTo>
                  <a:lnTo>
                    <a:pt x="226" y="824"/>
                  </a:lnTo>
                  <a:lnTo>
                    <a:pt x="226" y="824"/>
                  </a:lnTo>
                  <a:lnTo>
                    <a:pt x="224" y="826"/>
                  </a:lnTo>
                  <a:lnTo>
                    <a:pt x="224" y="826"/>
                  </a:lnTo>
                  <a:lnTo>
                    <a:pt x="224" y="826"/>
                  </a:lnTo>
                  <a:lnTo>
                    <a:pt x="224" y="828"/>
                  </a:lnTo>
                  <a:lnTo>
                    <a:pt x="222" y="828"/>
                  </a:lnTo>
                  <a:lnTo>
                    <a:pt x="222" y="830"/>
                  </a:lnTo>
                  <a:lnTo>
                    <a:pt x="222" y="830"/>
                  </a:lnTo>
                  <a:lnTo>
                    <a:pt x="222" y="830"/>
                  </a:lnTo>
                  <a:lnTo>
                    <a:pt x="222" y="832"/>
                  </a:lnTo>
                  <a:lnTo>
                    <a:pt x="222" y="832"/>
                  </a:lnTo>
                  <a:lnTo>
                    <a:pt x="222" y="832"/>
                  </a:lnTo>
                  <a:lnTo>
                    <a:pt x="220" y="832"/>
                  </a:lnTo>
                  <a:lnTo>
                    <a:pt x="220" y="832"/>
                  </a:lnTo>
                  <a:lnTo>
                    <a:pt x="220" y="832"/>
                  </a:lnTo>
                  <a:lnTo>
                    <a:pt x="220" y="832"/>
                  </a:lnTo>
                  <a:lnTo>
                    <a:pt x="218" y="830"/>
                  </a:lnTo>
                  <a:lnTo>
                    <a:pt x="218" y="828"/>
                  </a:lnTo>
                  <a:lnTo>
                    <a:pt x="218" y="828"/>
                  </a:lnTo>
                  <a:lnTo>
                    <a:pt x="218" y="826"/>
                  </a:lnTo>
                  <a:lnTo>
                    <a:pt x="218" y="826"/>
                  </a:lnTo>
                  <a:lnTo>
                    <a:pt x="216" y="826"/>
                  </a:lnTo>
                  <a:lnTo>
                    <a:pt x="216" y="826"/>
                  </a:lnTo>
                  <a:lnTo>
                    <a:pt x="216" y="826"/>
                  </a:lnTo>
                  <a:lnTo>
                    <a:pt x="214" y="826"/>
                  </a:lnTo>
                  <a:lnTo>
                    <a:pt x="214" y="826"/>
                  </a:lnTo>
                  <a:lnTo>
                    <a:pt x="210" y="828"/>
                  </a:lnTo>
                  <a:lnTo>
                    <a:pt x="208" y="828"/>
                  </a:lnTo>
                  <a:lnTo>
                    <a:pt x="208" y="828"/>
                  </a:lnTo>
                  <a:lnTo>
                    <a:pt x="208" y="828"/>
                  </a:lnTo>
                  <a:lnTo>
                    <a:pt x="206" y="826"/>
                  </a:lnTo>
                  <a:lnTo>
                    <a:pt x="206" y="826"/>
                  </a:lnTo>
                  <a:lnTo>
                    <a:pt x="206" y="826"/>
                  </a:lnTo>
                  <a:lnTo>
                    <a:pt x="206" y="826"/>
                  </a:lnTo>
                  <a:lnTo>
                    <a:pt x="206" y="824"/>
                  </a:lnTo>
                  <a:lnTo>
                    <a:pt x="204" y="824"/>
                  </a:lnTo>
                  <a:lnTo>
                    <a:pt x="204" y="824"/>
                  </a:lnTo>
                  <a:lnTo>
                    <a:pt x="204" y="824"/>
                  </a:lnTo>
                  <a:lnTo>
                    <a:pt x="204" y="822"/>
                  </a:lnTo>
                  <a:lnTo>
                    <a:pt x="202" y="822"/>
                  </a:lnTo>
                  <a:lnTo>
                    <a:pt x="202" y="822"/>
                  </a:lnTo>
                  <a:lnTo>
                    <a:pt x="202" y="822"/>
                  </a:lnTo>
                  <a:lnTo>
                    <a:pt x="196" y="822"/>
                  </a:lnTo>
                  <a:lnTo>
                    <a:pt x="196" y="822"/>
                  </a:lnTo>
                  <a:lnTo>
                    <a:pt x="196" y="822"/>
                  </a:lnTo>
                  <a:lnTo>
                    <a:pt x="194" y="822"/>
                  </a:lnTo>
                  <a:lnTo>
                    <a:pt x="193" y="822"/>
                  </a:lnTo>
                  <a:lnTo>
                    <a:pt x="193" y="822"/>
                  </a:lnTo>
                  <a:lnTo>
                    <a:pt x="193" y="822"/>
                  </a:lnTo>
                  <a:lnTo>
                    <a:pt x="193" y="822"/>
                  </a:lnTo>
                  <a:lnTo>
                    <a:pt x="193" y="822"/>
                  </a:lnTo>
                  <a:lnTo>
                    <a:pt x="193" y="822"/>
                  </a:lnTo>
                  <a:lnTo>
                    <a:pt x="193" y="820"/>
                  </a:lnTo>
                  <a:lnTo>
                    <a:pt x="191" y="820"/>
                  </a:lnTo>
                  <a:lnTo>
                    <a:pt x="191" y="820"/>
                  </a:lnTo>
                  <a:lnTo>
                    <a:pt x="191" y="820"/>
                  </a:lnTo>
                  <a:lnTo>
                    <a:pt x="189" y="817"/>
                  </a:lnTo>
                  <a:lnTo>
                    <a:pt x="189" y="817"/>
                  </a:lnTo>
                  <a:lnTo>
                    <a:pt x="189" y="817"/>
                  </a:lnTo>
                  <a:lnTo>
                    <a:pt x="189" y="817"/>
                  </a:lnTo>
                  <a:lnTo>
                    <a:pt x="189" y="815"/>
                  </a:lnTo>
                  <a:lnTo>
                    <a:pt x="187" y="815"/>
                  </a:lnTo>
                  <a:lnTo>
                    <a:pt x="187" y="815"/>
                  </a:lnTo>
                  <a:lnTo>
                    <a:pt x="187" y="815"/>
                  </a:lnTo>
                  <a:lnTo>
                    <a:pt x="187" y="813"/>
                  </a:lnTo>
                  <a:lnTo>
                    <a:pt x="187" y="813"/>
                  </a:lnTo>
                  <a:lnTo>
                    <a:pt x="187" y="813"/>
                  </a:lnTo>
                  <a:lnTo>
                    <a:pt x="185" y="809"/>
                  </a:lnTo>
                  <a:lnTo>
                    <a:pt x="185" y="809"/>
                  </a:lnTo>
                  <a:lnTo>
                    <a:pt x="185" y="809"/>
                  </a:lnTo>
                  <a:lnTo>
                    <a:pt x="185" y="809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5" y="805"/>
                  </a:lnTo>
                  <a:lnTo>
                    <a:pt x="185" y="805"/>
                  </a:lnTo>
                  <a:lnTo>
                    <a:pt x="185" y="805"/>
                  </a:lnTo>
                  <a:lnTo>
                    <a:pt x="185" y="805"/>
                  </a:lnTo>
                  <a:lnTo>
                    <a:pt x="185" y="805"/>
                  </a:lnTo>
                  <a:lnTo>
                    <a:pt x="179" y="801"/>
                  </a:lnTo>
                  <a:lnTo>
                    <a:pt x="179" y="801"/>
                  </a:lnTo>
                  <a:lnTo>
                    <a:pt x="177" y="801"/>
                  </a:lnTo>
                  <a:lnTo>
                    <a:pt x="175" y="803"/>
                  </a:lnTo>
                  <a:lnTo>
                    <a:pt x="175" y="803"/>
                  </a:lnTo>
                  <a:lnTo>
                    <a:pt x="171" y="801"/>
                  </a:lnTo>
                  <a:lnTo>
                    <a:pt x="171" y="801"/>
                  </a:lnTo>
                  <a:lnTo>
                    <a:pt x="169" y="801"/>
                  </a:lnTo>
                  <a:lnTo>
                    <a:pt x="169" y="803"/>
                  </a:lnTo>
                  <a:lnTo>
                    <a:pt x="167" y="805"/>
                  </a:lnTo>
                  <a:lnTo>
                    <a:pt x="167" y="805"/>
                  </a:lnTo>
                  <a:lnTo>
                    <a:pt x="165" y="805"/>
                  </a:lnTo>
                  <a:lnTo>
                    <a:pt x="163" y="805"/>
                  </a:lnTo>
                  <a:lnTo>
                    <a:pt x="163" y="805"/>
                  </a:lnTo>
                  <a:lnTo>
                    <a:pt x="163" y="807"/>
                  </a:lnTo>
                  <a:lnTo>
                    <a:pt x="163" y="807"/>
                  </a:lnTo>
                  <a:lnTo>
                    <a:pt x="163" y="807"/>
                  </a:lnTo>
                  <a:lnTo>
                    <a:pt x="163" y="809"/>
                  </a:lnTo>
                  <a:lnTo>
                    <a:pt x="167" y="811"/>
                  </a:lnTo>
                  <a:lnTo>
                    <a:pt x="171" y="811"/>
                  </a:lnTo>
                  <a:lnTo>
                    <a:pt x="171" y="811"/>
                  </a:lnTo>
                  <a:lnTo>
                    <a:pt x="171" y="813"/>
                  </a:lnTo>
                  <a:lnTo>
                    <a:pt x="171" y="813"/>
                  </a:lnTo>
                  <a:lnTo>
                    <a:pt x="171" y="813"/>
                  </a:lnTo>
                  <a:lnTo>
                    <a:pt x="169" y="813"/>
                  </a:lnTo>
                  <a:lnTo>
                    <a:pt x="169" y="813"/>
                  </a:lnTo>
                  <a:lnTo>
                    <a:pt x="169" y="815"/>
                  </a:lnTo>
                  <a:lnTo>
                    <a:pt x="169" y="815"/>
                  </a:lnTo>
                  <a:lnTo>
                    <a:pt x="169" y="815"/>
                  </a:lnTo>
                  <a:lnTo>
                    <a:pt x="171" y="815"/>
                  </a:lnTo>
                  <a:lnTo>
                    <a:pt x="173" y="815"/>
                  </a:lnTo>
                  <a:lnTo>
                    <a:pt x="173" y="817"/>
                  </a:lnTo>
                  <a:lnTo>
                    <a:pt x="173" y="817"/>
                  </a:lnTo>
                  <a:lnTo>
                    <a:pt x="173" y="817"/>
                  </a:lnTo>
                  <a:lnTo>
                    <a:pt x="173" y="817"/>
                  </a:lnTo>
                  <a:lnTo>
                    <a:pt x="173" y="817"/>
                  </a:lnTo>
                  <a:lnTo>
                    <a:pt x="173" y="818"/>
                  </a:lnTo>
                  <a:lnTo>
                    <a:pt x="175" y="820"/>
                  </a:lnTo>
                  <a:lnTo>
                    <a:pt x="175" y="820"/>
                  </a:lnTo>
                  <a:lnTo>
                    <a:pt x="175" y="820"/>
                  </a:lnTo>
                  <a:lnTo>
                    <a:pt x="175" y="822"/>
                  </a:lnTo>
                  <a:lnTo>
                    <a:pt x="175" y="822"/>
                  </a:lnTo>
                  <a:lnTo>
                    <a:pt x="175" y="822"/>
                  </a:lnTo>
                  <a:lnTo>
                    <a:pt x="175" y="822"/>
                  </a:lnTo>
                  <a:lnTo>
                    <a:pt x="175" y="824"/>
                  </a:lnTo>
                  <a:lnTo>
                    <a:pt x="175" y="824"/>
                  </a:lnTo>
                  <a:lnTo>
                    <a:pt x="175" y="826"/>
                  </a:lnTo>
                  <a:lnTo>
                    <a:pt x="175" y="826"/>
                  </a:lnTo>
                  <a:lnTo>
                    <a:pt x="175" y="826"/>
                  </a:lnTo>
                  <a:lnTo>
                    <a:pt x="175" y="826"/>
                  </a:lnTo>
                  <a:lnTo>
                    <a:pt x="175" y="826"/>
                  </a:lnTo>
                  <a:lnTo>
                    <a:pt x="169" y="826"/>
                  </a:lnTo>
                  <a:lnTo>
                    <a:pt x="169" y="824"/>
                  </a:lnTo>
                  <a:lnTo>
                    <a:pt x="165" y="822"/>
                  </a:lnTo>
                  <a:lnTo>
                    <a:pt x="163" y="820"/>
                  </a:lnTo>
                  <a:lnTo>
                    <a:pt x="161" y="817"/>
                  </a:lnTo>
                  <a:lnTo>
                    <a:pt x="159" y="817"/>
                  </a:lnTo>
                  <a:lnTo>
                    <a:pt x="159" y="817"/>
                  </a:lnTo>
                  <a:lnTo>
                    <a:pt x="159" y="817"/>
                  </a:lnTo>
                  <a:lnTo>
                    <a:pt x="157" y="817"/>
                  </a:lnTo>
                  <a:lnTo>
                    <a:pt x="157" y="817"/>
                  </a:lnTo>
                  <a:lnTo>
                    <a:pt x="155" y="818"/>
                  </a:lnTo>
                  <a:lnTo>
                    <a:pt x="155" y="818"/>
                  </a:lnTo>
                  <a:lnTo>
                    <a:pt x="155" y="818"/>
                  </a:lnTo>
                  <a:lnTo>
                    <a:pt x="155" y="820"/>
                  </a:lnTo>
                  <a:lnTo>
                    <a:pt x="155" y="820"/>
                  </a:lnTo>
                  <a:lnTo>
                    <a:pt x="155" y="822"/>
                  </a:lnTo>
                  <a:lnTo>
                    <a:pt x="155" y="822"/>
                  </a:lnTo>
                  <a:lnTo>
                    <a:pt x="155" y="822"/>
                  </a:lnTo>
                  <a:lnTo>
                    <a:pt x="155" y="824"/>
                  </a:lnTo>
                  <a:lnTo>
                    <a:pt x="155" y="826"/>
                  </a:lnTo>
                  <a:lnTo>
                    <a:pt x="155" y="828"/>
                  </a:lnTo>
                  <a:lnTo>
                    <a:pt x="157" y="830"/>
                  </a:lnTo>
                  <a:lnTo>
                    <a:pt x="157" y="830"/>
                  </a:lnTo>
                  <a:lnTo>
                    <a:pt x="157" y="832"/>
                  </a:lnTo>
                  <a:lnTo>
                    <a:pt x="157" y="832"/>
                  </a:lnTo>
                  <a:lnTo>
                    <a:pt x="157" y="832"/>
                  </a:lnTo>
                  <a:lnTo>
                    <a:pt x="157" y="832"/>
                  </a:lnTo>
                  <a:lnTo>
                    <a:pt x="157" y="834"/>
                  </a:lnTo>
                  <a:lnTo>
                    <a:pt x="157" y="834"/>
                  </a:lnTo>
                  <a:lnTo>
                    <a:pt x="155" y="834"/>
                  </a:lnTo>
                  <a:lnTo>
                    <a:pt x="155" y="834"/>
                  </a:lnTo>
                  <a:lnTo>
                    <a:pt x="149" y="834"/>
                  </a:lnTo>
                  <a:lnTo>
                    <a:pt x="147" y="834"/>
                  </a:lnTo>
                  <a:lnTo>
                    <a:pt x="147" y="834"/>
                  </a:lnTo>
                  <a:lnTo>
                    <a:pt x="147" y="834"/>
                  </a:lnTo>
                  <a:lnTo>
                    <a:pt x="147" y="836"/>
                  </a:lnTo>
                  <a:lnTo>
                    <a:pt x="147" y="836"/>
                  </a:lnTo>
                  <a:lnTo>
                    <a:pt x="147" y="836"/>
                  </a:lnTo>
                  <a:lnTo>
                    <a:pt x="147" y="836"/>
                  </a:lnTo>
                  <a:lnTo>
                    <a:pt x="147" y="838"/>
                  </a:lnTo>
                  <a:lnTo>
                    <a:pt x="147" y="838"/>
                  </a:lnTo>
                  <a:lnTo>
                    <a:pt x="147" y="838"/>
                  </a:lnTo>
                  <a:lnTo>
                    <a:pt x="147" y="838"/>
                  </a:lnTo>
                  <a:lnTo>
                    <a:pt x="147" y="840"/>
                  </a:lnTo>
                  <a:lnTo>
                    <a:pt x="145" y="840"/>
                  </a:lnTo>
                  <a:lnTo>
                    <a:pt x="143" y="842"/>
                  </a:lnTo>
                  <a:lnTo>
                    <a:pt x="143" y="842"/>
                  </a:lnTo>
                  <a:lnTo>
                    <a:pt x="143" y="842"/>
                  </a:lnTo>
                  <a:lnTo>
                    <a:pt x="143" y="842"/>
                  </a:lnTo>
                  <a:lnTo>
                    <a:pt x="143" y="844"/>
                  </a:lnTo>
                  <a:lnTo>
                    <a:pt x="143" y="844"/>
                  </a:lnTo>
                  <a:lnTo>
                    <a:pt x="143" y="846"/>
                  </a:lnTo>
                  <a:lnTo>
                    <a:pt x="143" y="846"/>
                  </a:lnTo>
                  <a:lnTo>
                    <a:pt x="143" y="846"/>
                  </a:lnTo>
                  <a:lnTo>
                    <a:pt x="143" y="848"/>
                  </a:lnTo>
                  <a:lnTo>
                    <a:pt x="140" y="848"/>
                  </a:lnTo>
                  <a:lnTo>
                    <a:pt x="106" y="860"/>
                  </a:lnTo>
                  <a:lnTo>
                    <a:pt x="104" y="860"/>
                  </a:lnTo>
                  <a:lnTo>
                    <a:pt x="104" y="858"/>
                  </a:lnTo>
                  <a:lnTo>
                    <a:pt x="106" y="856"/>
                  </a:lnTo>
                  <a:lnTo>
                    <a:pt x="108" y="856"/>
                  </a:lnTo>
                  <a:lnTo>
                    <a:pt x="110" y="854"/>
                  </a:lnTo>
                  <a:lnTo>
                    <a:pt x="112" y="854"/>
                  </a:lnTo>
                  <a:lnTo>
                    <a:pt x="114" y="852"/>
                  </a:lnTo>
                  <a:lnTo>
                    <a:pt x="114" y="852"/>
                  </a:lnTo>
                  <a:lnTo>
                    <a:pt x="114" y="850"/>
                  </a:lnTo>
                  <a:lnTo>
                    <a:pt x="114" y="850"/>
                  </a:lnTo>
                  <a:lnTo>
                    <a:pt x="114" y="850"/>
                  </a:lnTo>
                  <a:lnTo>
                    <a:pt x="114" y="848"/>
                  </a:lnTo>
                  <a:lnTo>
                    <a:pt x="114" y="846"/>
                  </a:lnTo>
                  <a:lnTo>
                    <a:pt x="114" y="846"/>
                  </a:lnTo>
                  <a:lnTo>
                    <a:pt x="112" y="846"/>
                  </a:lnTo>
                  <a:lnTo>
                    <a:pt x="112" y="846"/>
                  </a:lnTo>
                  <a:lnTo>
                    <a:pt x="112" y="844"/>
                  </a:lnTo>
                  <a:lnTo>
                    <a:pt x="110" y="844"/>
                  </a:lnTo>
                  <a:lnTo>
                    <a:pt x="110" y="844"/>
                  </a:lnTo>
                  <a:lnTo>
                    <a:pt x="110" y="844"/>
                  </a:lnTo>
                  <a:lnTo>
                    <a:pt x="110" y="844"/>
                  </a:lnTo>
                  <a:lnTo>
                    <a:pt x="108" y="842"/>
                  </a:lnTo>
                  <a:lnTo>
                    <a:pt x="108" y="842"/>
                  </a:lnTo>
                  <a:lnTo>
                    <a:pt x="108" y="840"/>
                  </a:lnTo>
                  <a:lnTo>
                    <a:pt x="108" y="840"/>
                  </a:lnTo>
                  <a:lnTo>
                    <a:pt x="108" y="840"/>
                  </a:lnTo>
                  <a:lnTo>
                    <a:pt x="108" y="840"/>
                  </a:lnTo>
                  <a:lnTo>
                    <a:pt x="108" y="838"/>
                  </a:lnTo>
                  <a:lnTo>
                    <a:pt x="106" y="838"/>
                  </a:lnTo>
                  <a:lnTo>
                    <a:pt x="106" y="836"/>
                  </a:lnTo>
                  <a:lnTo>
                    <a:pt x="104" y="834"/>
                  </a:lnTo>
                  <a:lnTo>
                    <a:pt x="104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2" y="828"/>
                  </a:lnTo>
                  <a:lnTo>
                    <a:pt x="100" y="820"/>
                  </a:lnTo>
                  <a:lnTo>
                    <a:pt x="100" y="820"/>
                  </a:lnTo>
                  <a:lnTo>
                    <a:pt x="100" y="820"/>
                  </a:lnTo>
                  <a:lnTo>
                    <a:pt x="98" y="820"/>
                  </a:lnTo>
                  <a:lnTo>
                    <a:pt x="96" y="818"/>
                  </a:lnTo>
                  <a:lnTo>
                    <a:pt x="96" y="817"/>
                  </a:lnTo>
                  <a:lnTo>
                    <a:pt x="96" y="817"/>
                  </a:lnTo>
                  <a:lnTo>
                    <a:pt x="94" y="817"/>
                  </a:lnTo>
                  <a:lnTo>
                    <a:pt x="94" y="817"/>
                  </a:lnTo>
                  <a:lnTo>
                    <a:pt x="92" y="817"/>
                  </a:lnTo>
                  <a:lnTo>
                    <a:pt x="92" y="817"/>
                  </a:lnTo>
                  <a:lnTo>
                    <a:pt x="92" y="817"/>
                  </a:lnTo>
                  <a:lnTo>
                    <a:pt x="92" y="817"/>
                  </a:lnTo>
                  <a:lnTo>
                    <a:pt x="92" y="817"/>
                  </a:lnTo>
                  <a:lnTo>
                    <a:pt x="92" y="815"/>
                  </a:lnTo>
                  <a:lnTo>
                    <a:pt x="92" y="815"/>
                  </a:lnTo>
                  <a:lnTo>
                    <a:pt x="91" y="815"/>
                  </a:lnTo>
                  <a:lnTo>
                    <a:pt x="91" y="813"/>
                  </a:lnTo>
                  <a:lnTo>
                    <a:pt x="91" y="813"/>
                  </a:lnTo>
                  <a:lnTo>
                    <a:pt x="91" y="813"/>
                  </a:lnTo>
                  <a:lnTo>
                    <a:pt x="91" y="811"/>
                  </a:lnTo>
                  <a:lnTo>
                    <a:pt x="91" y="811"/>
                  </a:lnTo>
                  <a:lnTo>
                    <a:pt x="91" y="811"/>
                  </a:lnTo>
                  <a:lnTo>
                    <a:pt x="91" y="811"/>
                  </a:lnTo>
                  <a:lnTo>
                    <a:pt x="91" y="809"/>
                  </a:lnTo>
                  <a:lnTo>
                    <a:pt x="91" y="809"/>
                  </a:lnTo>
                  <a:lnTo>
                    <a:pt x="91" y="809"/>
                  </a:lnTo>
                  <a:lnTo>
                    <a:pt x="91" y="807"/>
                  </a:lnTo>
                  <a:lnTo>
                    <a:pt x="91" y="807"/>
                  </a:lnTo>
                  <a:lnTo>
                    <a:pt x="91" y="805"/>
                  </a:lnTo>
                  <a:lnTo>
                    <a:pt x="91" y="805"/>
                  </a:lnTo>
                  <a:lnTo>
                    <a:pt x="91" y="805"/>
                  </a:lnTo>
                  <a:lnTo>
                    <a:pt x="89" y="803"/>
                  </a:lnTo>
                  <a:lnTo>
                    <a:pt x="89" y="803"/>
                  </a:lnTo>
                  <a:lnTo>
                    <a:pt x="89" y="803"/>
                  </a:lnTo>
                  <a:lnTo>
                    <a:pt x="87" y="803"/>
                  </a:lnTo>
                  <a:lnTo>
                    <a:pt x="87" y="801"/>
                  </a:lnTo>
                  <a:lnTo>
                    <a:pt x="87" y="801"/>
                  </a:lnTo>
                  <a:lnTo>
                    <a:pt x="87" y="799"/>
                  </a:lnTo>
                  <a:lnTo>
                    <a:pt x="87" y="799"/>
                  </a:lnTo>
                  <a:lnTo>
                    <a:pt x="87" y="799"/>
                  </a:lnTo>
                  <a:lnTo>
                    <a:pt x="87" y="797"/>
                  </a:lnTo>
                  <a:lnTo>
                    <a:pt x="87" y="797"/>
                  </a:lnTo>
                  <a:lnTo>
                    <a:pt x="87" y="797"/>
                  </a:lnTo>
                  <a:lnTo>
                    <a:pt x="87" y="797"/>
                  </a:lnTo>
                  <a:lnTo>
                    <a:pt x="85" y="795"/>
                  </a:lnTo>
                  <a:lnTo>
                    <a:pt x="83" y="795"/>
                  </a:lnTo>
                  <a:lnTo>
                    <a:pt x="83" y="795"/>
                  </a:lnTo>
                  <a:lnTo>
                    <a:pt x="83" y="795"/>
                  </a:lnTo>
                  <a:lnTo>
                    <a:pt x="83" y="795"/>
                  </a:lnTo>
                  <a:lnTo>
                    <a:pt x="83" y="793"/>
                  </a:lnTo>
                  <a:lnTo>
                    <a:pt x="81" y="791"/>
                  </a:lnTo>
                  <a:lnTo>
                    <a:pt x="83" y="789"/>
                  </a:lnTo>
                  <a:lnTo>
                    <a:pt x="83" y="789"/>
                  </a:lnTo>
                  <a:lnTo>
                    <a:pt x="83" y="789"/>
                  </a:lnTo>
                  <a:lnTo>
                    <a:pt x="83" y="789"/>
                  </a:lnTo>
                  <a:lnTo>
                    <a:pt x="85" y="789"/>
                  </a:lnTo>
                  <a:lnTo>
                    <a:pt x="85" y="787"/>
                  </a:lnTo>
                  <a:lnTo>
                    <a:pt x="85" y="787"/>
                  </a:lnTo>
                  <a:lnTo>
                    <a:pt x="85" y="787"/>
                  </a:lnTo>
                  <a:lnTo>
                    <a:pt x="85" y="787"/>
                  </a:lnTo>
                  <a:lnTo>
                    <a:pt x="85" y="785"/>
                  </a:lnTo>
                  <a:lnTo>
                    <a:pt x="85" y="785"/>
                  </a:lnTo>
                  <a:lnTo>
                    <a:pt x="85" y="785"/>
                  </a:lnTo>
                  <a:lnTo>
                    <a:pt x="85" y="783"/>
                  </a:lnTo>
                  <a:lnTo>
                    <a:pt x="85" y="783"/>
                  </a:lnTo>
                  <a:lnTo>
                    <a:pt x="85" y="783"/>
                  </a:lnTo>
                  <a:lnTo>
                    <a:pt x="87" y="781"/>
                  </a:lnTo>
                  <a:lnTo>
                    <a:pt x="87" y="781"/>
                  </a:lnTo>
                  <a:lnTo>
                    <a:pt x="87" y="781"/>
                  </a:lnTo>
                  <a:lnTo>
                    <a:pt x="87" y="779"/>
                  </a:lnTo>
                  <a:lnTo>
                    <a:pt x="87" y="779"/>
                  </a:lnTo>
                  <a:lnTo>
                    <a:pt x="87" y="779"/>
                  </a:lnTo>
                  <a:lnTo>
                    <a:pt x="87" y="777"/>
                  </a:lnTo>
                  <a:lnTo>
                    <a:pt x="87" y="777"/>
                  </a:lnTo>
                  <a:lnTo>
                    <a:pt x="89" y="777"/>
                  </a:lnTo>
                  <a:lnTo>
                    <a:pt x="89" y="777"/>
                  </a:lnTo>
                  <a:lnTo>
                    <a:pt x="91" y="777"/>
                  </a:lnTo>
                  <a:lnTo>
                    <a:pt x="92" y="777"/>
                  </a:lnTo>
                  <a:lnTo>
                    <a:pt x="92" y="777"/>
                  </a:lnTo>
                  <a:lnTo>
                    <a:pt x="92" y="773"/>
                  </a:lnTo>
                  <a:lnTo>
                    <a:pt x="92" y="769"/>
                  </a:lnTo>
                  <a:lnTo>
                    <a:pt x="92" y="769"/>
                  </a:lnTo>
                  <a:lnTo>
                    <a:pt x="92" y="767"/>
                  </a:lnTo>
                  <a:lnTo>
                    <a:pt x="92" y="765"/>
                  </a:lnTo>
                  <a:lnTo>
                    <a:pt x="92" y="762"/>
                  </a:lnTo>
                  <a:lnTo>
                    <a:pt x="91" y="760"/>
                  </a:lnTo>
                  <a:lnTo>
                    <a:pt x="91" y="758"/>
                  </a:lnTo>
                  <a:lnTo>
                    <a:pt x="91" y="758"/>
                  </a:lnTo>
                  <a:lnTo>
                    <a:pt x="89" y="758"/>
                  </a:lnTo>
                  <a:lnTo>
                    <a:pt x="87" y="756"/>
                  </a:lnTo>
                  <a:lnTo>
                    <a:pt x="85" y="756"/>
                  </a:lnTo>
                  <a:lnTo>
                    <a:pt x="83" y="754"/>
                  </a:lnTo>
                  <a:lnTo>
                    <a:pt x="81" y="752"/>
                  </a:lnTo>
                  <a:lnTo>
                    <a:pt x="75" y="748"/>
                  </a:lnTo>
                  <a:lnTo>
                    <a:pt x="71" y="744"/>
                  </a:lnTo>
                  <a:lnTo>
                    <a:pt x="69" y="742"/>
                  </a:lnTo>
                  <a:lnTo>
                    <a:pt x="65" y="740"/>
                  </a:lnTo>
                  <a:lnTo>
                    <a:pt x="63" y="738"/>
                  </a:lnTo>
                  <a:lnTo>
                    <a:pt x="63" y="738"/>
                  </a:lnTo>
                  <a:lnTo>
                    <a:pt x="61" y="736"/>
                  </a:lnTo>
                  <a:lnTo>
                    <a:pt x="61" y="736"/>
                  </a:lnTo>
                  <a:lnTo>
                    <a:pt x="61" y="736"/>
                  </a:lnTo>
                  <a:lnTo>
                    <a:pt x="61" y="736"/>
                  </a:lnTo>
                  <a:lnTo>
                    <a:pt x="59" y="734"/>
                  </a:lnTo>
                  <a:lnTo>
                    <a:pt x="59" y="734"/>
                  </a:lnTo>
                  <a:lnTo>
                    <a:pt x="59" y="734"/>
                  </a:lnTo>
                  <a:lnTo>
                    <a:pt x="59" y="734"/>
                  </a:lnTo>
                  <a:lnTo>
                    <a:pt x="59" y="732"/>
                  </a:lnTo>
                  <a:lnTo>
                    <a:pt x="61" y="732"/>
                  </a:lnTo>
                  <a:lnTo>
                    <a:pt x="61" y="730"/>
                  </a:lnTo>
                  <a:lnTo>
                    <a:pt x="63" y="730"/>
                  </a:lnTo>
                  <a:lnTo>
                    <a:pt x="65" y="728"/>
                  </a:lnTo>
                  <a:lnTo>
                    <a:pt x="67" y="724"/>
                  </a:lnTo>
                  <a:lnTo>
                    <a:pt x="67" y="722"/>
                  </a:lnTo>
                  <a:lnTo>
                    <a:pt x="67" y="722"/>
                  </a:lnTo>
                  <a:lnTo>
                    <a:pt x="69" y="722"/>
                  </a:lnTo>
                  <a:lnTo>
                    <a:pt x="71" y="720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16"/>
                  </a:lnTo>
                  <a:lnTo>
                    <a:pt x="73" y="714"/>
                  </a:lnTo>
                  <a:lnTo>
                    <a:pt x="73" y="714"/>
                  </a:lnTo>
                  <a:lnTo>
                    <a:pt x="73" y="714"/>
                  </a:lnTo>
                  <a:lnTo>
                    <a:pt x="77" y="710"/>
                  </a:lnTo>
                  <a:lnTo>
                    <a:pt x="79" y="709"/>
                  </a:lnTo>
                  <a:lnTo>
                    <a:pt x="79" y="709"/>
                  </a:lnTo>
                  <a:lnTo>
                    <a:pt x="79" y="709"/>
                  </a:lnTo>
                  <a:lnTo>
                    <a:pt x="81" y="709"/>
                  </a:lnTo>
                  <a:lnTo>
                    <a:pt x="83" y="709"/>
                  </a:lnTo>
                  <a:lnTo>
                    <a:pt x="83" y="709"/>
                  </a:lnTo>
                  <a:lnTo>
                    <a:pt x="87" y="709"/>
                  </a:lnTo>
                  <a:lnTo>
                    <a:pt x="91" y="707"/>
                  </a:lnTo>
                  <a:lnTo>
                    <a:pt x="91" y="707"/>
                  </a:lnTo>
                  <a:lnTo>
                    <a:pt x="91" y="707"/>
                  </a:lnTo>
                  <a:lnTo>
                    <a:pt x="92" y="705"/>
                  </a:lnTo>
                  <a:lnTo>
                    <a:pt x="92" y="703"/>
                  </a:lnTo>
                  <a:lnTo>
                    <a:pt x="92" y="701"/>
                  </a:lnTo>
                  <a:lnTo>
                    <a:pt x="94" y="701"/>
                  </a:lnTo>
                  <a:lnTo>
                    <a:pt x="94" y="701"/>
                  </a:lnTo>
                  <a:lnTo>
                    <a:pt x="94" y="699"/>
                  </a:lnTo>
                  <a:lnTo>
                    <a:pt x="96" y="699"/>
                  </a:lnTo>
                  <a:lnTo>
                    <a:pt x="96" y="699"/>
                  </a:lnTo>
                  <a:lnTo>
                    <a:pt x="96" y="697"/>
                  </a:lnTo>
                  <a:lnTo>
                    <a:pt x="98" y="695"/>
                  </a:lnTo>
                  <a:lnTo>
                    <a:pt x="98" y="695"/>
                  </a:lnTo>
                  <a:lnTo>
                    <a:pt x="98" y="693"/>
                  </a:lnTo>
                  <a:lnTo>
                    <a:pt x="98" y="693"/>
                  </a:lnTo>
                  <a:lnTo>
                    <a:pt x="98" y="693"/>
                  </a:lnTo>
                  <a:lnTo>
                    <a:pt x="98" y="691"/>
                  </a:lnTo>
                  <a:lnTo>
                    <a:pt x="98" y="689"/>
                  </a:lnTo>
                  <a:lnTo>
                    <a:pt x="98" y="689"/>
                  </a:lnTo>
                  <a:lnTo>
                    <a:pt x="98" y="687"/>
                  </a:lnTo>
                  <a:lnTo>
                    <a:pt x="98" y="687"/>
                  </a:lnTo>
                  <a:lnTo>
                    <a:pt x="126" y="661"/>
                  </a:lnTo>
                  <a:lnTo>
                    <a:pt x="128" y="659"/>
                  </a:lnTo>
                  <a:lnTo>
                    <a:pt x="128" y="659"/>
                  </a:lnTo>
                  <a:lnTo>
                    <a:pt x="128" y="659"/>
                  </a:lnTo>
                  <a:lnTo>
                    <a:pt x="128" y="657"/>
                  </a:lnTo>
                  <a:lnTo>
                    <a:pt x="128" y="657"/>
                  </a:lnTo>
                  <a:lnTo>
                    <a:pt x="128" y="657"/>
                  </a:lnTo>
                  <a:lnTo>
                    <a:pt x="126" y="654"/>
                  </a:lnTo>
                  <a:lnTo>
                    <a:pt x="126" y="652"/>
                  </a:lnTo>
                  <a:lnTo>
                    <a:pt x="126" y="652"/>
                  </a:lnTo>
                  <a:lnTo>
                    <a:pt x="124" y="652"/>
                  </a:lnTo>
                  <a:lnTo>
                    <a:pt x="124" y="650"/>
                  </a:lnTo>
                  <a:lnTo>
                    <a:pt x="124" y="650"/>
                  </a:lnTo>
                  <a:lnTo>
                    <a:pt x="122" y="650"/>
                  </a:lnTo>
                  <a:lnTo>
                    <a:pt x="122" y="650"/>
                  </a:lnTo>
                  <a:lnTo>
                    <a:pt x="122" y="648"/>
                  </a:lnTo>
                  <a:lnTo>
                    <a:pt x="122" y="648"/>
                  </a:lnTo>
                  <a:lnTo>
                    <a:pt x="122" y="648"/>
                  </a:lnTo>
                  <a:lnTo>
                    <a:pt x="122" y="648"/>
                  </a:lnTo>
                  <a:lnTo>
                    <a:pt x="122" y="646"/>
                  </a:lnTo>
                  <a:lnTo>
                    <a:pt x="122" y="646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2"/>
                  </a:lnTo>
                  <a:lnTo>
                    <a:pt x="122" y="642"/>
                  </a:lnTo>
                  <a:lnTo>
                    <a:pt x="122" y="640"/>
                  </a:lnTo>
                  <a:lnTo>
                    <a:pt x="122" y="638"/>
                  </a:lnTo>
                  <a:lnTo>
                    <a:pt x="122" y="638"/>
                  </a:lnTo>
                  <a:lnTo>
                    <a:pt x="122" y="638"/>
                  </a:lnTo>
                  <a:lnTo>
                    <a:pt x="122" y="638"/>
                  </a:lnTo>
                  <a:lnTo>
                    <a:pt x="122" y="636"/>
                  </a:lnTo>
                  <a:lnTo>
                    <a:pt x="122" y="636"/>
                  </a:lnTo>
                  <a:lnTo>
                    <a:pt x="122" y="636"/>
                  </a:lnTo>
                  <a:lnTo>
                    <a:pt x="120" y="636"/>
                  </a:lnTo>
                  <a:lnTo>
                    <a:pt x="120" y="634"/>
                  </a:lnTo>
                  <a:lnTo>
                    <a:pt x="120" y="634"/>
                  </a:lnTo>
                  <a:lnTo>
                    <a:pt x="120" y="632"/>
                  </a:lnTo>
                  <a:lnTo>
                    <a:pt x="120" y="632"/>
                  </a:lnTo>
                  <a:lnTo>
                    <a:pt x="122" y="632"/>
                  </a:lnTo>
                  <a:lnTo>
                    <a:pt x="122" y="630"/>
                  </a:lnTo>
                  <a:lnTo>
                    <a:pt x="122" y="628"/>
                  </a:lnTo>
                  <a:lnTo>
                    <a:pt x="122" y="628"/>
                  </a:lnTo>
                  <a:lnTo>
                    <a:pt x="124" y="626"/>
                  </a:lnTo>
                  <a:lnTo>
                    <a:pt x="124" y="624"/>
                  </a:lnTo>
                  <a:lnTo>
                    <a:pt x="124" y="624"/>
                  </a:lnTo>
                  <a:lnTo>
                    <a:pt x="126" y="624"/>
                  </a:lnTo>
                  <a:lnTo>
                    <a:pt x="126" y="622"/>
                  </a:lnTo>
                  <a:lnTo>
                    <a:pt x="126" y="622"/>
                  </a:lnTo>
                  <a:lnTo>
                    <a:pt x="126" y="622"/>
                  </a:lnTo>
                  <a:lnTo>
                    <a:pt x="126" y="620"/>
                  </a:lnTo>
                  <a:lnTo>
                    <a:pt x="124" y="620"/>
                  </a:lnTo>
                  <a:lnTo>
                    <a:pt x="124" y="620"/>
                  </a:lnTo>
                  <a:lnTo>
                    <a:pt x="124" y="620"/>
                  </a:lnTo>
                  <a:lnTo>
                    <a:pt x="124" y="620"/>
                  </a:lnTo>
                  <a:lnTo>
                    <a:pt x="124" y="618"/>
                  </a:lnTo>
                  <a:lnTo>
                    <a:pt x="126" y="618"/>
                  </a:lnTo>
                  <a:lnTo>
                    <a:pt x="126" y="618"/>
                  </a:lnTo>
                  <a:lnTo>
                    <a:pt x="126" y="618"/>
                  </a:lnTo>
                  <a:lnTo>
                    <a:pt x="126" y="616"/>
                  </a:lnTo>
                  <a:lnTo>
                    <a:pt x="126" y="616"/>
                  </a:lnTo>
                  <a:lnTo>
                    <a:pt x="124" y="616"/>
                  </a:lnTo>
                  <a:lnTo>
                    <a:pt x="124" y="616"/>
                  </a:lnTo>
                  <a:lnTo>
                    <a:pt x="124" y="616"/>
                  </a:lnTo>
                  <a:lnTo>
                    <a:pt x="124" y="614"/>
                  </a:lnTo>
                  <a:lnTo>
                    <a:pt x="126" y="614"/>
                  </a:lnTo>
                  <a:lnTo>
                    <a:pt x="126" y="614"/>
                  </a:lnTo>
                  <a:lnTo>
                    <a:pt x="128" y="612"/>
                  </a:lnTo>
                  <a:lnTo>
                    <a:pt x="128" y="612"/>
                  </a:lnTo>
                  <a:lnTo>
                    <a:pt x="130" y="606"/>
                  </a:lnTo>
                  <a:lnTo>
                    <a:pt x="130" y="606"/>
                  </a:lnTo>
                  <a:lnTo>
                    <a:pt x="130" y="606"/>
                  </a:lnTo>
                  <a:lnTo>
                    <a:pt x="130" y="606"/>
                  </a:lnTo>
                  <a:lnTo>
                    <a:pt x="132" y="606"/>
                  </a:lnTo>
                  <a:lnTo>
                    <a:pt x="136" y="606"/>
                  </a:lnTo>
                  <a:lnTo>
                    <a:pt x="136" y="606"/>
                  </a:lnTo>
                  <a:lnTo>
                    <a:pt x="138" y="606"/>
                  </a:lnTo>
                  <a:lnTo>
                    <a:pt x="138" y="606"/>
                  </a:lnTo>
                  <a:lnTo>
                    <a:pt x="138" y="604"/>
                  </a:lnTo>
                  <a:lnTo>
                    <a:pt x="138" y="604"/>
                  </a:lnTo>
                  <a:lnTo>
                    <a:pt x="140" y="603"/>
                  </a:lnTo>
                  <a:lnTo>
                    <a:pt x="140" y="603"/>
                  </a:lnTo>
                  <a:lnTo>
                    <a:pt x="140" y="599"/>
                  </a:lnTo>
                  <a:lnTo>
                    <a:pt x="142" y="599"/>
                  </a:lnTo>
                  <a:lnTo>
                    <a:pt x="142" y="599"/>
                  </a:lnTo>
                  <a:lnTo>
                    <a:pt x="142" y="599"/>
                  </a:lnTo>
                  <a:lnTo>
                    <a:pt x="142" y="597"/>
                  </a:lnTo>
                  <a:lnTo>
                    <a:pt x="142" y="597"/>
                  </a:lnTo>
                  <a:lnTo>
                    <a:pt x="142" y="595"/>
                  </a:lnTo>
                  <a:lnTo>
                    <a:pt x="142" y="593"/>
                  </a:lnTo>
                  <a:lnTo>
                    <a:pt x="142" y="591"/>
                  </a:lnTo>
                  <a:lnTo>
                    <a:pt x="140" y="591"/>
                  </a:lnTo>
                  <a:lnTo>
                    <a:pt x="142" y="587"/>
                  </a:lnTo>
                  <a:lnTo>
                    <a:pt x="140" y="587"/>
                  </a:lnTo>
                  <a:lnTo>
                    <a:pt x="140" y="585"/>
                  </a:lnTo>
                  <a:lnTo>
                    <a:pt x="140" y="585"/>
                  </a:lnTo>
                  <a:lnTo>
                    <a:pt x="140" y="585"/>
                  </a:lnTo>
                  <a:lnTo>
                    <a:pt x="140" y="583"/>
                  </a:lnTo>
                  <a:lnTo>
                    <a:pt x="138" y="583"/>
                  </a:lnTo>
                  <a:lnTo>
                    <a:pt x="138" y="581"/>
                  </a:lnTo>
                  <a:lnTo>
                    <a:pt x="130" y="579"/>
                  </a:lnTo>
                  <a:lnTo>
                    <a:pt x="130" y="579"/>
                  </a:lnTo>
                  <a:lnTo>
                    <a:pt x="130" y="577"/>
                  </a:lnTo>
                  <a:lnTo>
                    <a:pt x="130" y="577"/>
                  </a:lnTo>
                  <a:lnTo>
                    <a:pt x="130" y="575"/>
                  </a:lnTo>
                  <a:lnTo>
                    <a:pt x="136" y="567"/>
                  </a:lnTo>
                  <a:lnTo>
                    <a:pt x="136" y="567"/>
                  </a:lnTo>
                  <a:lnTo>
                    <a:pt x="136" y="567"/>
                  </a:lnTo>
                  <a:lnTo>
                    <a:pt x="136" y="563"/>
                  </a:lnTo>
                  <a:lnTo>
                    <a:pt x="136" y="563"/>
                  </a:lnTo>
                  <a:lnTo>
                    <a:pt x="136" y="561"/>
                  </a:lnTo>
                  <a:lnTo>
                    <a:pt x="136" y="561"/>
                  </a:lnTo>
                  <a:lnTo>
                    <a:pt x="136" y="561"/>
                  </a:lnTo>
                  <a:lnTo>
                    <a:pt x="136" y="559"/>
                  </a:lnTo>
                  <a:lnTo>
                    <a:pt x="136" y="559"/>
                  </a:lnTo>
                  <a:lnTo>
                    <a:pt x="136" y="559"/>
                  </a:lnTo>
                  <a:lnTo>
                    <a:pt x="136" y="559"/>
                  </a:lnTo>
                  <a:lnTo>
                    <a:pt x="134" y="559"/>
                  </a:lnTo>
                  <a:lnTo>
                    <a:pt x="134" y="559"/>
                  </a:lnTo>
                  <a:lnTo>
                    <a:pt x="132" y="559"/>
                  </a:lnTo>
                  <a:lnTo>
                    <a:pt x="132" y="559"/>
                  </a:lnTo>
                  <a:lnTo>
                    <a:pt x="130" y="559"/>
                  </a:lnTo>
                  <a:lnTo>
                    <a:pt x="130" y="559"/>
                  </a:lnTo>
                  <a:lnTo>
                    <a:pt x="128" y="555"/>
                  </a:lnTo>
                  <a:lnTo>
                    <a:pt x="128" y="555"/>
                  </a:lnTo>
                  <a:lnTo>
                    <a:pt x="128" y="555"/>
                  </a:lnTo>
                  <a:lnTo>
                    <a:pt x="128" y="553"/>
                  </a:lnTo>
                  <a:lnTo>
                    <a:pt x="126" y="553"/>
                  </a:lnTo>
                  <a:lnTo>
                    <a:pt x="126" y="553"/>
                  </a:lnTo>
                  <a:lnTo>
                    <a:pt x="124" y="553"/>
                  </a:lnTo>
                  <a:lnTo>
                    <a:pt x="124" y="553"/>
                  </a:lnTo>
                  <a:lnTo>
                    <a:pt x="124" y="553"/>
                  </a:lnTo>
                  <a:lnTo>
                    <a:pt x="122" y="553"/>
                  </a:lnTo>
                  <a:lnTo>
                    <a:pt x="122" y="551"/>
                  </a:lnTo>
                  <a:lnTo>
                    <a:pt x="122" y="551"/>
                  </a:lnTo>
                  <a:lnTo>
                    <a:pt x="122" y="551"/>
                  </a:lnTo>
                  <a:lnTo>
                    <a:pt x="122" y="551"/>
                  </a:lnTo>
                  <a:lnTo>
                    <a:pt x="124" y="549"/>
                  </a:lnTo>
                  <a:lnTo>
                    <a:pt x="124" y="549"/>
                  </a:lnTo>
                  <a:lnTo>
                    <a:pt x="124" y="549"/>
                  </a:lnTo>
                  <a:lnTo>
                    <a:pt x="124" y="548"/>
                  </a:lnTo>
                  <a:lnTo>
                    <a:pt x="124" y="548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22" y="544"/>
                  </a:lnTo>
                  <a:lnTo>
                    <a:pt x="122" y="544"/>
                  </a:lnTo>
                  <a:lnTo>
                    <a:pt x="122" y="544"/>
                  </a:lnTo>
                  <a:lnTo>
                    <a:pt x="122" y="542"/>
                  </a:lnTo>
                  <a:lnTo>
                    <a:pt x="122" y="542"/>
                  </a:lnTo>
                  <a:lnTo>
                    <a:pt x="122" y="542"/>
                  </a:lnTo>
                  <a:lnTo>
                    <a:pt x="122" y="542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18" y="540"/>
                  </a:lnTo>
                  <a:lnTo>
                    <a:pt x="116" y="540"/>
                  </a:lnTo>
                  <a:lnTo>
                    <a:pt x="116" y="540"/>
                  </a:lnTo>
                  <a:lnTo>
                    <a:pt x="114" y="540"/>
                  </a:lnTo>
                  <a:lnTo>
                    <a:pt x="114" y="540"/>
                  </a:lnTo>
                  <a:lnTo>
                    <a:pt x="112" y="540"/>
                  </a:lnTo>
                  <a:lnTo>
                    <a:pt x="112" y="540"/>
                  </a:lnTo>
                  <a:lnTo>
                    <a:pt x="112" y="540"/>
                  </a:lnTo>
                  <a:lnTo>
                    <a:pt x="110" y="542"/>
                  </a:lnTo>
                  <a:lnTo>
                    <a:pt x="110" y="542"/>
                  </a:lnTo>
                  <a:lnTo>
                    <a:pt x="106" y="540"/>
                  </a:lnTo>
                  <a:lnTo>
                    <a:pt x="104" y="540"/>
                  </a:lnTo>
                  <a:lnTo>
                    <a:pt x="104" y="540"/>
                  </a:lnTo>
                  <a:lnTo>
                    <a:pt x="104" y="542"/>
                  </a:lnTo>
                  <a:lnTo>
                    <a:pt x="102" y="542"/>
                  </a:lnTo>
                  <a:lnTo>
                    <a:pt x="102" y="544"/>
                  </a:lnTo>
                  <a:lnTo>
                    <a:pt x="100" y="544"/>
                  </a:lnTo>
                  <a:lnTo>
                    <a:pt x="100" y="544"/>
                  </a:lnTo>
                  <a:lnTo>
                    <a:pt x="100" y="544"/>
                  </a:lnTo>
                  <a:lnTo>
                    <a:pt x="98" y="544"/>
                  </a:lnTo>
                  <a:lnTo>
                    <a:pt x="98" y="542"/>
                  </a:lnTo>
                  <a:lnTo>
                    <a:pt x="98" y="542"/>
                  </a:lnTo>
                  <a:lnTo>
                    <a:pt x="98" y="542"/>
                  </a:lnTo>
                  <a:lnTo>
                    <a:pt x="98" y="542"/>
                  </a:lnTo>
                  <a:lnTo>
                    <a:pt x="98" y="542"/>
                  </a:lnTo>
                  <a:lnTo>
                    <a:pt x="98" y="540"/>
                  </a:lnTo>
                  <a:lnTo>
                    <a:pt x="98" y="540"/>
                  </a:lnTo>
                  <a:lnTo>
                    <a:pt x="98" y="538"/>
                  </a:lnTo>
                  <a:lnTo>
                    <a:pt x="96" y="538"/>
                  </a:lnTo>
                  <a:lnTo>
                    <a:pt x="96" y="536"/>
                  </a:lnTo>
                  <a:lnTo>
                    <a:pt x="96" y="536"/>
                  </a:lnTo>
                  <a:lnTo>
                    <a:pt x="92" y="534"/>
                  </a:lnTo>
                  <a:lnTo>
                    <a:pt x="92" y="534"/>
                  </a:lnTo>
                  <a:lnTo>
                    <a:pt x="92" y="534"/>
                  </a:lnTo>
                  <a:lnTo>
                    <a:pt x="91" y="534"/>
                  </a:lnTo>
                  <a:lnTo>
                    <a:pt x="89" y="534"/>
                  </a:lnTo>
                  <a:lnTo>
                    <a:pt x="85" y="538"/>
                  </a:lnTo>
                  <a:lnTo>
                    <a:pt x="85" y="538"/>
                  </a:lnTo>
                  <a:lnTo>
                    <a:pt x="83" y="538"/>
                  </a:lnTo>
                  <a:lnTo>
                    <a:pt x="83" y="536"/>
                  </a:lnTo>
                  <a:lnTo>
                    <a:pt x="83" y="536"/>
                  </a:lnTo>
                  <a:lnTo>
                    <a:pt x="83" y="536"/>
                  </a:lnTo>
                  <a:lnTo>
                    <a:pt x="83" y="536"/>
                  </a:lnTo>
                  <a:lnTo>
                    <a:pt x="83" y="534"/>
                  </a:lnTo>
                  <a:lnTo>
                    <a:pt x="83" y="534"/>
                  </a:lnTo>
                  <a:lnTo>
                    <a:pt x="83" y="534"/>
                  </a:lnTo>
                  <a:lnTo>
                    <a:pt x="85" y="534"/>
                  </a:lnTo>
                  <a:lnTo>
                    <a:pt x="85" y="534"/>
                  </a:lnTo>
                  <a:lnTo>
                    <a:pt x="85" y="532"/>
                  </a:lnTo>
                  <a:lnTo>
                    <a:pt x="85" y="532"/>
                  </a:lnTo>
                  <a:lnTo>
                    <a:pt x="85" y="532"/>
                  </a:lnTo>
                  <a:lnTo>
                    <a:pt x="85" y="530"/>
                  </a:lnTo>
                  <a:lnTo>
                    <a:pt x="85" y="530"/>
                  </a:lnTo>
                  <a:lnTo>
                    <a:pt x="83" y="530"/>
                  </a:lnTo>
                  <a:lnTo>
                    <a:pt x="83" y="530"/>
                  </a:lnTo>
                  <a:lnTo>
                    <a:pt x="81" y="532"/>
                  </a:lnTo>
                  <a:lnTo>
                    <a:pt x="81" y="532"/>
                  </a:lnTo>
                  <a:lnTo>
                    <a:pt x="81" y="532"/>
                  </a:lnTo>
                  <a:lnTo>
                    <a:pt x="81" y="532"/>
                  </a:lnTo>
                  <a:lnTo>
                    <a:pt x="81" y="532"/>
                  </a:lnTo>
                  <a:lnTo>
                    <a:pt x="79" y="532"/>
                  </a:lnTo>
                  <a:lnTo>
                    <a:pt x="79" y="532"/>
                  </a:lnTo>
                  <a:lnTo>
                    <a:pt x="79" y="530"/>
                  </a:lnTo>
                  <a:lnTo>
                    <a:pt x="79" y="530"/>
                  </a:lnTo>
                  <a:lnTo>
                    <a:pt x="79" y="528"/>
                  </a:lnTo>
                  <a:lnTo>
                    <a:pt x="79" y="528"/>
                  </a:lnTo>
                  <a:lnTo>
                    <a:pt x="81" y="528"/>
                  </a:lnTo>
                  <a:lnTo>
                    <a:pt x="81" y="528"/>
                  </a:lnTo>
                  <a:lnTo>
                    <a:pt x="81" y="524"/>
                  </a:lnTo>
                  <a:lnTo>
                    <a:pt x="81" y="524"/>
                  </a:lnTo>
                  <a:lnTo>
                    <a:pt x="81" y="522"/>
                  </a:lnTo>
                  <a:lnTo>
                    <a:pt x="81" y="522"/>
                  </a:lnTo>
                  <a:lnTo>
                    <a:pt x="79" y="520"/>
                  </a:lnTo>
                  <a:lnTo>
                    <a:pt x="79" y="520"/>
                  </a:lnTo>
                  <a:lnTo>
                    <a:pt x="79" y="520"/>
                  </a:lnTo>
                  <a:lnTo>
                    <a:pt x="79" y="520"/>
                  </a:lnTo>
                  <a:lnTo>
                    <a:pt x="79" y="520"/>
                  </a:lnTo>
                  <a:lnTo>
                    <a:pt x="75" y="520"/>
                  </a:lnTo>
                  <a:lnTo>
                    <a:pt x="75" y="520"/>
                  </a:lnTo>
                  <a:lnTo>
                    <a:pt x="75" y="520"/>
                  </a:lnTo>
                  <a:lnTo>
                    <a:pt x="73" y="520"/>
                  </a:lnTo>
                  <a:lnTo>
                    <a:pt x="73" y="520"/>
                  </a:lnTo>
                  <a:lnTo>
                    <a:pt x="73" y="520"/>
                  </a:lnTo>
                  <a:lnTo>
                    <a:pt x="73" y="520"/>
                  </a:lnTo>
                  <a:lnTo>
                    <a:pt x="73" y="520"/>
                  </a:lnTo>
                  <a:lnTo>
                    <a:pt x="73" y="522"/>
                  </a:lnTo>
                  <a:lnTo>
                    <a:pt x="73" y="522"/>
                  </a:lnTo>
                  <a:lnTo>
                    <a:pt x="73" y="522"/>
                  </a:lnTo>
                  <a:lnTo>
                    <a:pt x="73" y="524"/>
                  </a:lnTo>
                  <a:lnTo>
                    <a:pt x="75" y="526"/>
                  </a:lnTo>
                  <a:lnTo>
                    <a:pt x="75" y="526"/>
                  </a:lnTo>
                  <a:lnTo>
                    <a:pt x="75" y="526"/>
                  </a:lnTo>
                  <a:lnTo>
                    <a:pt x="75" y="526"/>
                  </a:lnTo>
                  <a:lnTo>
                    <a:pt x="75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1" y="528"/>
                  </a:lnTo>
                  <a:lnTo>
                    <a:pt x="67" y="526"/>
                  </a:lnTo>
                  <a:lnTo>
                    <a:pt x="67" y="526"/>
                  </a:lnTo>
                  <a:lnTo>
                    <a:pt x="67" y="524"/>
                  </a:lnTo>
                  <a:lnTo>
                    <a:pt x="65" y="524"/>
                  </a:lnTo>
                  <a:lnTo>
                    <a:pt x="63" y="522"/>
                  </a:lnTo>
                  <a:lnTo>
                    <a:pt x="63" y="522"/>
                  </a:lnTo>
                  <a:lnTo>
                    <a:pt x="61" y="520"/>
                  </a:lnTo>
                  <a:lnTo>
                    <a:pt x="61" y="518"/>
                  </a:lnTo>
                  <a:lnTo>
                    <a:pt x="61" y="518"/>
                  </a:lnTo>
                  <a:lnTo>
                    <a:pt x="61" y="518"/>
                  </a:lnTo>
                  <a:lnTo>
                    <a:pt x="59" y="518"/>
                  </a:lnTo>
                  <a:lnTo>
                    <a:pt x="59" y="518"/>
                  </a:lnTo>
                  <a:lnTo>
                    <a:pt x="59" y="518"/>
                  </a:lnTo>
                  <a:lnTo>
                    <a:pt x="59" y="518"/>
                  </a:lnTo>
                  <a:lnTo>
                    <a:pt x="59" y="516"/>
                  </a:lnTo>
                  <a:lnTo>
                    <a:pt x="59" y="516"/>
                  </a:lnTo>
                  <a:lnTo>
                    <a:pt x="59" y="516"/>
                  </a:lnTo>
                  <a:lnTo>
                    <a:pt x="59" y="516"/>
                  </a:lnTo>
                  <a:lnTo>
                    <a:pt x="59" y="514"/>
                  </a:lnTo>
                  <a:lnTo>
                    <a:pt x="59" y="514"/>
                  </a:lnTo>
                  <a:lnTo>
                    <a:pt x="59" y="512"/>
                  </a:lnTo>
                  <a:lnTo>
                    <a:pt x="59" y="512"/>
                  </a:lnTo>
                  <a:lnTo>
                    <a:pt x="59" y="510"/>
                  </a:lnTo>
                  <a:lnTo>
                    <a:pt x="59" y="510"/>
                  </a:lnTo>
                  <a:lnTo>
                    <a:pt x="59" y="510"/>
                  </a:lnTo>
                  <a:lnTo>
                    <a:pt x="59" y="508"/>
                  </a:lnTo>
                  <a:lnTo>
                    <a:pt x="59" y="508"/>
                  </a:lnTo>
                  <a:lnTo>
                    <a:pt x="59" y="508"/>
                  </a:lnTo>
                  <a:lnTo>
                    <a:pt x="59" y="506"/>
                  </a:lnTo>
                  <a:lnTo>
                    <a:pt x="57" y="506"/>
                  </a:lnTo>
                  <a:lnTo>
                    <a:pt x="57" y="508"/>
                  </a:lnTo>
                  <a:lnTo>
                    <a:pt x="57" y="508"/>
                  </a:lnTo>
                  <a:lnTo>
                    <a:pt x="57" y="508"/>
                  </a:lnTo>
                  <a:lnTo>
                    <a:pt x="57" y="508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10"/>
                  </a:lnTo>
                  <a:lnTo>
                    <a:pt x="47" y="512"/>
                  </a:lnTo>
                  <a:lnTo>
                    <a:pt x="47" y="512"/>
                  </a:lnTo>
                  <a:lnTo>
                    <a:pt x="45" y="510"/>
                  </a:lnTo>
                  <a:lnTo>
                    <a:pt x="45" y="510"/>
                  </a:lnTo>
                  <a:lnTo>
                    <a:pt x="45" y="510"/>
                  </a:lnTo>
                  <a:lnTo>
                    <a:pt x="45" y="510"/>
                  </a:lnTo>
                  <a:lnTo>
                    <a:pt x="47" y="508"/>
                  </a:lnTo>
                  <a:lnTo>
                    <a:pt x="49" y="506"/>
                  </a:lnTo>
                  <a:lnTo>
                    <a:pt x="49" y="504"/>
                  </a:lnTo>
                  <a:lnTo>
                    <a:pt x="49" y="504"/>
                  </a:lnTo>
                  <a:lnTo>
                    <a:pt x="49" y="502"/>
                  </a:lnTo>
                  <a:lnTo>
                    <a:pt x="49" y="502"/>
                  </a:lnTo>
                  <a:lnTo>
                    <a:pt x="47" y="502"/>
                  </a:lnTo>
                  <a:lnTo>
                    <a:pt x="47" y="500"/>
                  </a:lnTo>
                  <a:lnTo>
                    <a:pt x="47" y="500"/>
                  </a:lnTo>
                  <a:lnTo>
                    <a:pt x="47" y="500"/>
                  </a:lnTo>
                  <a:lnTo>
                    <a:pt x="47" y="500"/>
                  </a:lnTo>
                  <a:lnTo>
                    <a:pt x="43" y="500"/>
                  </a:lnTo>
                  <a:lnTo>
                    <a:pt x="43" y="500"/>
                  </a:lnTo>
                  <a:lnTo>
                    <a:pt x="43" y="500"/>
                  </a:lnTo>
                  <a:lnTo>
                    <a:pt x="43" y="500"/>
                  </a:lnTo>
                  <a:lnTo>
                    <a:pt x="43" y="500"/>
                  </a:lnTo>
                  <a:lnTo>
                    <a:pt x="41" y="502"/>
                  </a:lnTo>
                  <a:lnTo>
                    <a:pt x="40" y="500"/>
                  </a:lnTo>
                  <a:lnTo>
                    <a:pt x="40" y="502"/>
                  </a:lnTo>
                  <a:lnTo>
                    <a:pt x="40" y="502"/>
                  </a:lnTo>
                  <a:lnTo>
                    <a:pt x="38" y="502"/>
                  </a:lnTo>
                  <a:lnTo>
                    <a:pt x="36" y="504"/>
                  </a:lnTo>
                  <a:lnTo>
                    <a:pt x="30" y="506"/>
                  </a:lnTo>
                  <a:lnTo>
                    <a:pt x="28" y="506"/>
                  </a:lnTo>
                  <a:lnTo>
                    <a:pt x="28" y="506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24" y="506"/>
                  </a:lnTo>
                  <a:lnTo>
                    <a:pt x="24" y="506"/>
                  </a:lnTo>
                  <a:lnTo>
                    <a:pt x="24" y="506"/>
                  </a:lnTo>
                  <a:lnTo>
                    <a:pt x="24" y="504"/>
                  </a:lnTo>
                  <a:lnTo>
                    <a:pt x="22" y="504"/>
                  </a:lnTo>
                  <a:lnTo>
                    <a:pt x="22" y="502"/>
                  </a:lnTo>
                  <a:lnTo>
                    <a:pt x="22" y="502"/>
                  </a:lnTo>
                  <a:lnTo>
                    <a:pt x="22" y="502"/>
                  </a:lnTo>
                  <a:lnTo>
                    <a:pt x="22" y="500"/>
                  </a:lnTo>
                  <a:lnTo>
                    <a:pt x="22" y="500"/>
                  </a:lnTo>
                  <a:lnTo>
                    <a:pt x="22" y="500"/>
                  </a:lnTo>
                  <a:lnTo>
                    <a:pt x="22" y="498"/>
                  </a:lnTo>
                  <a:lnTo>
                    <a:pt x="22" y="498"/>
                  </a:lnTo>
                  <a:lnTo>
                    <a:pt x="22" y="496"/>
                  </a:lnTo>
                  <a:lnTo>
                    <a:pt x="22" y="496"/>
                  </a:lnTo>
                  <a:lnTo>
                    <a:pt x="22" y="496"/>
                  </a:lnTo>
                  <a:lnTo>
                    <a:pt x="22" y="496"/>
                  </a:lnTo>
                  <a:lnTo>
                    <a:pt x="24" y="496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24" y="493"/>
                  </a:lnTo>
                  <a:lnTo>
                    <a:pt x="24" y="493"/>
                  </a:lnTo>
                  <a:lnTo>
                    <a:pt x="24" y="493"/>
                  </a:lnTo>
                  <a:lnTo>
                    <a:pt x="24" y="493"/>
                  </a:lnTo>
                  <a:lnTo>
                    <a:pt x="24" y="491"/>
                  </a:lnTo>
                  <a:lnTo>
                    <a:pt x="24" y="491"/>
                  </a:lnTo>
                  <a:lnTo>
                    <a:pt x="26" y="489"/>
                  </a:lnTo>
                  <a:lnTo>
                    <a:pt x="26" y="489"/>
                  </a:lnTo>
                  <a:lnTo>
                    <a:pt x="26" y="489"/>
                  </a:lnTo>
                  <a:lnTo>
                    <a:pt x="26" y="489"/>
                  </a:lnTo>
                  <a:lnTo>
                    <a:pt x="28" y="487"/>
                  </a:lnTo>
                  <a:lnTo>
                    <a:pt x="28" y="485"/>
                  </a:lnTo>
                  <a:lnTo>
                    <a:pt x="28" y="483"/>
                  </a:lnTo>
                  <a:lnTo>
                    <a:pt x="32" y="481"/>
                  </a:lnTo>
                  <a:lnTo>
                    <a:pt x="32" y="481"/>
                  </a:lnTo>
                  <a:lnTo>
                    <a:pt x="32" y="479"/>
                  </a:lnTo>
                  <a:lnTo>
                    <a:pt x="32" y="477"/>
                  </a:lnTo>
                  <a:lnTo>
                    <a:pt x="34" y="477"/>
                  </a:lnTo>
                  <a:lnTo>
                    <a:pt x="34" y="473"/>
                  </a:lnTo>
                  <a:lnTo>
                    <a:pt x="34" y="473"/>
                  </a:lnTo>
                  <a:lnTo>
                    <a:pt x="34" y="473"/>
                  </a:lnTo>
                  <a:lnTo>
                    <a:pt x="36" y="473"/>
                  </a:lnTo>
                  <a:lnTo>
                    <a:pt x="36" y="473"/>
                  </a:lnTo>
                  <a:lnTo>
                    <a:pt x="36" y="473"/>
                  </a:lnTo>
                  <a:lnTo>
                    <a:pt x="36" y="471"/>
                  </a:lnTo>
                  <a:lnTo>
                    <a:pt x="36" y="471"/>
                  </a:lnTo>
                  <a:lnTo>
                    <a:pt x="36" y="471"/>
                  </a:lnTo>
                  <a:lnTo>
                    <a:pt x="36" y="471"/>
                  </a:lnTo>
                  <a:lnTo>
                    <a:pt x="34" y="469"/>
                  </a:lnTo>
                  <a:lnTo>
                    <a:pt x="34" y="467"/>
                  </a:lnTo>
                  <a:lnTo>
                    <a:pt x="34" y="467"/>
                  </a:lnTo>
                  <a:lnTo>
                    <a:pt x="34" y="467"/>
                  </a:lnTo>
                  <a:lnTo>
                    <a:pt x="34" y="467"/>
                  </a:lnTo>
                  <a:lnTo>
                    <a:pt x="34" y="465"/>
                  </a:lnTo>
                  <a:lnTo>
                    <a:pt x="34" y="465"/>
                  </a:lnTo>
                  <a:lnTo>
                    <a:pt x="34" y="465"/>
                  </a:lnTo>
                  <a:lnTo>
                    <a:pt x="34" y="465"/>
                  </a:lnTo>
                  <a:lnTo>
                    <a:pt x="32" y="465"/>
                  </a:lnTo>
                  <a:lnTo>
                    <a:pt x="32" y="465"/>
                  </a:lnTo>
                  <a:lnTo>
                    <a:pt x="32" y="465"/>
                  </a:lnTo>
                  <a:lnTo>
                    <a:pt x="32" y="465"/>
                  </a:lnTo>
                  <a:lnTo>
                    <a:pt x="32" y="463"/>
                  </a:lnTo>
                  <a:lnTo>
                    <a:pt x="32" y="463"/>
                  </a:lnTo>
                  <a:lnTo>
                    <a:pt x="32" y="463"/>
                  </a:lnTo>
                  <a:lnTo>
                    <a:pt x="34" y="459"/>
                  </a:lnTo>
                  <a:lnTo>
                    <a:pt x="36" y="459"/>
                  </a:lnTo>
                  <a:lnTo>
                    <a:pt x="36" y="457"/>
                  </a:lnTo>
                  <a:lnTo>
                    <a:pt x="36" y="457"/>
                  </a:lnTo>
                  <a:lnTo>
                    <a:pt x="36" y="457"/>
                  </a:lnTo>
                  <a:lnTo>
                    <a:pt x="36" y="457"/>
                  </a:lnTo>
                  <a:lnTo>
                    <a:pt x="34" y="455"/>
                  </a:lnTo>
                  <a:lnTo>
                    <a:pt x="34" y="453"/>
                  </a:lnTo>
                  <a:lnTo>
                    <a:pt x="34" y="453"/>
                  </a:lnTo>
                  <a:lnTo>
                    <a:pt x="32" y="453"/>
                  </a:lnTo>
                  <a:lnTo>
                    <a:pt x="28" y="453"/>
                  </a:lnTo>
                  <a:lnTo>
                    <a:pt x="26" y="451"/>
                  </a:lnTo>
                  <a:lnTo>
                    <a:pt x="26" y="451"/>
                  </a:lnTo>
                  <a:lnTo>
                    <a:pt x="26" y="451"/>
                  </a:lnTo>
                  <a:lnTo>
                    <a:pt x="26" y="451"/>
                  </a:lnTo>
                  <a:lnTo>
                    <a:pt x="28" y="451"/>
                  </a:lnTo>
                  <a:lnTo>
                    <a:pt x="28" y="451"/>
                  </a:lnTo>
                  <a:lnTo>
                    <a:pt x="28" y="449"/>
                  </a:lnTo>
                  <a:lnTo>
                    <a:pt x="28" y="449"/>
                  </a:lnTo>
                  <a:lnTo>
                    <a:pt x="26" y="447"/>
                  </a:lnTo>
                  <a:lnTo>
                    <a:pt x="22" y="443"/>
                  </a:lnTo>
                  <a:lnTo>
                    <a:pt x="14" y="440"/>
                  </a:lnTo>
                  <a:lnTo>
                    <a:pt x="14" y="440"/>
                  </a:lnTo>
                  <a:lnTo>
                    <a:pt x="12" y="440"/>
                  </a:lnTo>
                  <a:lnTo>
                    <a:pt x="10" y="440"/>
                  </a:lnTo>
                  <a:lnTo>
                    <a:pt x="10" y="440"/>
                  </a:lnTo>
                  <a:lnTo>
                    <a:pt x="8" y="438"/>
                  </a:lnTo>
                  <a:lnTo>
                    <a:pt x="8" y="438"/>
                  </a:lnTo>
                  <a:lnTo>
                    <a:pt x="8" y="436"/>
                  </a:lnTo>
                  <a:lnTo>
                    <a:pt x="8" y="436"/>
                  </a:lnTo>
                  <a:lnTo>
                    <a:pt x="8" y="436"/>
                  </a:lnTo>
                  <a:lnTo>
                    <a:pt x="8" y="434"/>
                  </a:lnTo>
                  <a:lnTo>
                    <a:pt x="6" y="434"/>
                  </a:lnTo>
                  <a:lnTo>
                    <a:pt x="6" y="434"/>
                  </a:lnTo>
                  <a:lnTo>
                    <a:pt x="6" y="436"/>
                  </a:lnTo>
                  <a:lnTo>
                    <a:pt x="2" y="436"/>
                  </a:lnTo>
                  <a:lnTo>
                    <a:pt x="2" y="436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0" y="434"/>
                  </a:lnTo>
                  <a:lnTo>
                    <a:pt x="2" y="432"/>
                  </a:lnTo>
                  <a:lnTo>
                    <a:pt x="2" y="432"/>
                  </a:lnTo>
                  <a:lnTo>
                    <a:pt x="2" y="432"/>
                  </a:lnTo>
                  <a:lnTo>
                    <a:pt x="2" y="432"/>
                  </a:lnTo>
                  <a:lnTo>
                    <a:pt x="2" y="430"/>
                  </a:lnTo>
                  <a:lnTo>
                    <a:pt x="2" y="430"/>
                  </a:lnTo>
                  <a:lnTo>
                    <a:pt x="2" y="428"/>
                  </a:lnTo>
                  <a:lnTo>
                    <a:pt x="2" y="428"/>
                  </a:lnTo>
                  <a:lnTo>
                    <a:pt x="2" y="428"/>
                  </a:lnTo>
                  <a:lnTo>
                    <a:pt x="2" y="426"/>
                  </a:lnTo>
                  <a:lnTo>
                    <a:pt x="4" y="426"/>
                  </a:lnTo>
                  <a:lnTo>
                    <a:pt x="4" y="426"/>
                  </a:lnTo>
                  <a:lnTo>
                    <a:pt x="4" y="426"/>
                  </a:lnTo>
                  <a:lnTo>
                    <a:pt x="8" y="422"/>
                  </a:lnTo>
                  <a:lnTo>
                    <a:pt x="8" y="420"/>
                  </a:lnTo>
                  <a:lnTo>
                    <a:pt x="8" y="420"/>
                  </a:lnTo>
                  <a:lnTo>
                    <a:pt x="8" y="418"/>
                  </a:lnTo>
                  <a:lnTo>
                    <a:pt x="10" y="416"/>
                  </a:lnTo>
                  <a:lnTo>
                    <a:pt x="10" y="416"/>
                  </a:lnTo>
                  <a:lnTo>
                    <a:pt x="10" y="416"/>
                  </a:lnTo>
                  <a:lnTo>
                    <a:pt x="10" y="416"/>
                  </a:lnTo>
                  <a:lnTo>
                    <a:pt x="10" y="414"/>
                  </a:lnTo>
                  <a:lnTo>
                    <a:pt x="10" y="414"/>
                  </a:lnTo>
                  <a:lnTo>
                    <a:pt x="10" y="412"/>
                  </a:lnTo>
                  <a:lnTo>
                    <a:pt x="10" y="412"/>
                  </a:lnTo>
                  <a:lnTo>
                    <a:pt x="14" y="410"/>
                  </a:lnTo>
                  <a:lnTo>
                    <a:pt x="18" y="408"/>
                  </a:lnTo>
                  <a:lnTo>
                    <a:pt x="18" y="406"/>
                  </a:lnTo>
                  <a:lnTo>
                    <a:pt x="18" y="406"/>
                  </a:lnTo>
                  <a:lnTo>
                    <a:pt x="18" y="406"/>
                  </a:lnTo>
                  <a:lnTo>
                    <a:pt x="18" y="404"/>
                  </a:lnTo>
                  <a:lnTo>
                    <a:pt x="20" y="404"/>
                  </a:lnTo>
                  <a:lnTo>
                    <a:pt x="20" y="402"/>
                  </a:lnTo>
                  <a:lnTo>
                    <a:pt x="20" y="402"/>
                  </a:lnTo>
                  <a:lnTo>
                    <a:pt x="20" y="402"/>
                  </a:lnTo>
                  <a:lnTo>
                    <a:pt x="20" y="402"/>
                  </a:lnTo>
                  <a:lnTo>
                    <a:pt x="20" y="400"/>
                  </a:lnTo>
                  <a:lnTo>
                    <a:pt x="20" y="400"/>
                  </a:lnTo>
                  <a:lnTo>
                    <a:pt x="20" y="400"/>
                  </a:lnTo>
                  <a:lnTo>
                    <a:pt x="20" y="398"/>
                  </a:lnTo>
                  <a:lnTo>
                    <a:pt x="20" y="398"/>
                  </a:lnTo>
                  <a:lnTo>
                    <a:pt x="20" y="398"/>
                  </a:lnTo>
                  <a:lnTo>
                    <a:pt x="20" y="398"/>
                  </a:lnTo>
                  <a:lnTo>
                    <a:pt x="20" y="396"/>
                  </a:lnTo>
                  <a:lnTo>
                    <a:pt x="20" y="396"/>
                  </a:lnTo>
                  <a:lnTo>
                    <a:pt x="20" y="396"/>
                  </a:lnTo>
                  <a:lnTo>
                    <a:pt x="18" y="394"/>
                  </a:lnTo>
                  <a:lnTo>
                    <a:pt x="18" y="394"/>
                  </a:lnTo>
                  <a:lnTo>
                    <a:pt x="18" y="392"/>
                  </a:lnTo>
                  <a:lnTo>
                    <a:pt x="18" y="392"/>
                  </a:lnTo>
                  <a:lnTo>
                    <a:pt x="18" y="392"/>
                  </a:lnTo>
                  <a:lnTo>
                    <a:pt x="18" y="390"/>
                  </a:lnTo>
                  <a:lnTo>
                    <a:pt x="18" y="390"/>
                  </a:lnTo>
                  <a:lnTo>
                    <a:pt x="18" y="390"/>
                  </a:lnTo>
                  <a:lnTo>
                    <a:pt x="18" y="390"/>
                  </a:lnTo>
                  <a:lnTo>
                    <a:pt x="18" y="390"/>
                  </a:lnTo>
                  <a:lnTo>
                    <a:pt x="18" y="388"/>
                  </a:lnTo>
                  <a:lnTo>
                    <a:pt x="18" y="388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6" y="385"/>
                  </a:lnTo>
                  <a:lnTo>
                    <a:pt x="16" y="385"/>
                  </a:lnTo>
                  <a:lnTo>
                    <a:pt x="16" y="383"/>
                  </a:lnTo>
                  <a:lnTo>
                    <a:pt x="16" y="383"/>
                  </a:lnTo>
                  <a:lnTo>
                    <a:pt x="16" y="381"/>
                  </a:lnTo>
                  <a:lnTo>
                    <a:pt x="16" y="381"/>
                  </a:lnTo>
                  <a:lnTo>
                    <a:pt x="16" y="381"/>
                  </a:lnTo>
                  <a:lnTo>
                    <a:pt x="16" y="381"/>
                  </a:lnTo>
                  <a:lnTo>
                    <a:pt x="16" y="379"/>
                  </a:lnTo>
                  <a:lnTo>
                    <a:pt x="16" y="377"/>
                  </a:lnTo>
                  <a:lnTo>
                    <a:pt x="16" y="377"/>
                  </a:lnTo>
                  <a:lnTo>
                    <a:pt x="16" y="375"/>
                  </a:lnTo>
                  <a:lnTo>
                    <a:pt x="18" y="375"/>
                  </a:lnTo>
                  <a:lnTo>
                    <a:pt x="18" y="375"/>
                  </a:lnTo>
                  <a:lnTo>
                    <a:pt x="18" y="375"/>
                  </a:lnTo>
                  <a:lnTo>
                    <a:pt x="18" y="373"/>
                  </a:lnTo>
                  <a:lnTo>
                    <a:pt x="18" y="373"/>
                  </a:lnTo>
                  <a:lnTo>
                    <a:pt x="18" y="373"/>
                  </a:lnTo>
                  <a:lnTo>
                    <a:pt x="18" y="371"/>
                  </a:lnTo>
                  <a:lnTo>
                    <a:pt x="18" y="371"/>
                  </a:lnTo>
                  <a:lnTo>
                    <a:pt x="18" y="371"/>
                  </a:lnTo>
                  <a:lnTo>
                    <a:pt x="18" y="371"/>
                  </a:lnTo>
                  <a:lnTo>
                    <a:pt x="18" y="369"/>
                  </a:lnTo>
                  <a:lnTo>
                    <a:pt x="18" y="369"/>
                  </a:lnTo>
                  <a:lnTo>
                    <a:pt x="18" y="367"/>
                  </a:lnTo>
                  <a:lnTo>
                    <a:pt x="18" y="367"/>
                  </a:lnTo>
                  <a:lnTo>
                    <a:pt x="18" y="367"/>
                  </a:lnTo>
                  <a:lnTo>
                    <a:pt x="20" y="365"/>
                  </a:lnTo>
                  <a:lnTo>
                    <a:pt x="20" y="365"/>
                  </a:lnTo>
                  <a:lnTo>
                    <a:pt x="22" y="359"/>
                  </a:lnTo>
                  <a:lnTo>
                    <a:pt x="22" y="359"/>
                  </a:lnTo>
                  <a:lnTo>
                    <a:pt x="22" y="357"/>
                  </a:lnTo>
                  <a:lnTo>
                    <a:pt x="22" y="357"/>
                  </a:lnTo>
                  <a:lnTo>
                    <a:pt x="22" y="357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22" y="353"/>
                  </a:lnTo>
                  <a:lnTo>
                    <a:pt x="24" y="351"/>
                  </a:lnTo>
                  <a:lnTo>
                    <a:pt x="24" y="349"/>
                  </a:lnTo>
                  <a:lnTo>
                    <a:pt x="24" y="349"/>
                  </a:lnTo>
                  <a:lnTo>
                    <a:pt x="28" y="349"/>
                  </a:lnTo>
                  <a:lnTo>
                    <a:pt x="32" y="349"/>
                  </a:lnTo>
                  <a:lnTo>
                    <a:pt x="32" y="349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38" y="349"/>
                  </a:lnTo>
                  <a:lnTo>
                    <a:pt x="41" y="351"/>
                  </a:lnTo>
                  <a:lnTo>
                    <a:pt x="47" y="351"/>
                  </a:lnTo>
                  <a:lnTo>
                    <a:pt x="47" y="351"/>
                  </a:lnTo>
                  <a:lnTo>
                    <a:pt x="47" y="351"/>
                  </a:lnTo>
                  <a:lnTo>
                    <a:pt x="49" y="351"/>
                  </a:lnTo>
                  <a:lnTo>
                    <a:pt x="49" y="351"/>
                  </a:lnTo>
                  <a:lnTo>
                    <a:pt x="49" y="349"/>
                  </a:lnTo>
                  <a:lnTo>
                    <a:pt x="49" y="349"/>
                  </a:lnTo>
                  <a:lnTo>
                    <a:pt x="49" y="349"/>
                  </a:lnTo>
                  <a:lnTo>
                    <a:pt x="49" y="347"/>
                  </a:lnTo>
                  <a:lnTo>
                    <a:pt x="49" y="345"/>
                  </a:lnTo>
                  <a:lnTo>
                    <a:pt x="49" y="345"/>
                  </a:lnTo>
                  <a:lnTo>
                    <a:pt x="49" y="343"/>
                  </a:lnTo>
                  <a:lnTo>
                    <a:pt x="49" y="341"/>
                  </a:lnTo>
                  <a:lnTo>
                    <a:pt x="51" y="337"/>
                  </a:lnTo>
                  <a:lnTo>
                    <a:pt x="49" y="335"/>
                  </a:lnTo>
                  <a:lnTo>
                    <a:pt x="51" y="334"/>
                  </a:lnTo>
                  <a:lnTo>
                    <a:pt x="51" y="334"/>
                  </a:lnTo>
                  <a:lnTo>
                    <a:pt x="51" y="334"/>
                  </a:lnTo>
                  <a:lnTo>
                    <a:pt x="59" y="330"/>
                  </a:lnTo>
                  <a:lnTo>
                    <a:pt x="59" y="330"/>
                  </a:lnTo>
                  <a:lnTo>
                    <a:pt x="59" y="330"/>
                  </a:lnTo>
                  <a:lnTo>
                    <a:pt x="61" y="328"/>
                  </a:lnTo>
                  <a:lnTo>
                    <a:pt x="63" y="322"/>
                  </a:lnTo>
                  <a:lnTo>
                    <a:pt x="81" y="302"/>
                  </a:lnTo>
                  <a:lnTo>
                    <a:pt x="81" y="300"/>
                  </a:lnTo>
                  <a:lnTo>
                    <a:pt x="81" y="300"/>
                  </a:lnTo>
                  <a:lnTo>
                    <a:pt x="81" y="300"/>
                  </a:lnTo>
                  <a:lnTo>
                    <a:pt x="83" y="294"/>
                  </a:lnTo>
                  <a:lnTo>
                    <a:pt x="83" y="294"/>
                  </a:lnTo>
                  <a:lnTo>
                    <a:pt x="87" y="280"/>
                  </a:lnTo>
                  <a:lnTo>
                    <a:pt x="89" y="280"/>
                  </a:lnTo>
                  <a:lnTo>
                    <a:pt x="91" y="277"/>
                  </a:lnTo>
                  <a:lnTo>
                    <a:pt x="91" y="275"/>
                  </a:lnTo>
                  <a:lnTo>
                    <a:pt x="92" y="273"/>
                  </a:lnTo>
                  <a:lnTo>
                    <a:pt x="94" y="269"/>
                  </a:lnTo>
                  <a:lnTo>
                    <a:pt x="96" y="267"/>
                  </a:lnTo>
                  <a:lnTo>
                    <a:pt x="98" y="267"/>
                  </a:lnTo>
                  <a:lnTo>
                    <a:pt x="98" y="267"/>
                  </a:lnTo>
                  <a:lnTo>
                    <a:pt x="100" y="263"/>
                  </a:lnTo>
                  <a:lnTo>
                    <a:pt x="100" y="259"/>
                  </a:lnTo>
                  <a:lnTo>
                    <a:pt x="100" y="259"/>
                  </a:lnTo>
                  <a:lnTo>
                    <a:pt x="100" y="259"/>
                  </a:lnTo>
                  <a:lnTo>
                    <a:pt x="100" y="257"/>
                  </a:lnTo>
                  <a:lnTo>
                    <a:pt x="100" y="255"/>
                  </a:lnTo>
                  <a:lnTo>
                    <a:pt x="102" y="251"/>
                  </a:lnTo>
                  <a:lnTo>
                    <a:pt x="104" y="251"/>
                  </a:lnTo>
                  <a:lnTo>
                    <a:pt x="104" y="251"/>
                  </a:lnTo>
                  <a:lnTo>
                    <a:pt x="106" y="249"/>
                  </a:lnTo>
                  <a:lnTo>
                    <a:pt x="106" y="247"/>
                  </a:lnTo>
                  <a:lnTo>
                    <a:pt x="106" y="247"/>
                  </a:lnTo>
                  <a:lnTo>
                    <a:pt x="108" y="247"/>
                  </a:lnTo>
                  <a:lnTo>
                    <a:pt x="108" y="245"/>
                  </a:lnTo>
                  <a:lnTo>
                    <a:pt x="110" y="245"/>
                  </a:lnTo>
                  <a:lnTo>
                    <a:pt x="114" y="239"/>
                  </a:lnTo>
                  <a:lnTo>
                    <a:pt x="116" y="235"/>
                  </a:lnTo>
                  <a:lnTo>
                    <a:pt x="116" y="233"/>
                  </a:lnTo>
                  <a:lnTo>
                    <a:pt x="120" y="226"/>
                  </a:lnTo>
                  <a:lnTo>
                    <a:pt x="122" y="224"/>
                  </a:lnTo>
                  <a:lnTo>
                    <a:pt x="122" y="222"/>
                  </a:lnTo>
                  <a:lnTo>
                    <a:pt x="122" y="222"/>
                  </a:lnTo>
                  <a:lnTo>
                    <a:pt x="124" y="220"/>
                  </a:lnTo>
                  <a:lnTo>
                    <a:pt x="124" y="216"/>
                  </a:lnTo>
                  <a:lnTo>
                    <a:pt x="126" y="216"/>
                  </a:lnTo>
                  <a:lnTo>
                    <a:pt x="151" y="190"/>
                  </a:lnTo>
                  <a:lnTo>
                    <a:pt x="151" y="188"/>
                  </a:lnTo>
                  <a:lnTo>
                    <a:pt x="153" y="188"/>
                  </a:lnTo>
                  <a:lnTo>
                    <a:pt x="155" y="184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5" y="182"/>
                  </a:lnTo>
                  <a:lnTo>
                    <a:pt x="155" y="178"/>
                  </a:lnTo>
                  <a:lnTo>
                    <a:pt x="155" y="176"/>
                  </a:lnTo>
                  <a:lnTo>
                    <a:pt x="155" y="176"/>
                  </a:lnTo>
                  <a:lnTo>
                    <a:pt x="155" y="174"/>
                  </a:lnTo>
                  <a:lnTo>
                    <a:pt x="155" y="174"/>
                  </a:lnTo>
                  <a:lnTo>
                    <a:pt x="155" y="172"/>
                  </a:lnTo>
                  <a:lnTo>
                    <a:pt x="157" y="171"/>
                  </a:lnTo>
                  <a:lnTo>
                    <a:pt x="157" y="171"/>
                  </a:lnTo>
                  <a:lnTo>
                    <a:pt x="157" y="171"/>
                  </a:lnTo>
                  <a:lnTo>
                    <a:pt x="161" y="169"/>
                  </a:lnTo>
                  <a:lnTo>
                    <a:pt x="161" y="167"/>
                  </a:lnTo>
                  <a:lnTo>
                    <a:pt x="161" y="167"/>
                  </a:lnTo>
                  <a:lnTo>
                    <a:pt x="161" y="167"/>
                  </a:lnTo>
                  <a:lnTo>
                    <a:pt x="161" y="163"/>
                  </a:lnTo>
                  <a:lnTo>
                    <a:pt x="163" y="161"/>
                  </a:lnTo>
                  <a:lnTo>
                    <a:pt x="163" y="161"/>
                  </a:lnTo>
                  <a:lnTo>
                    <a:pt x="165" y="157"/>
                  </a:lnTo>
                  <a:lnTo>
                    <a:pt x="167" y="157"/>
                  </a:lnTo>
                  <a:lnTo>
                    <a:pt x="193" y="161"/>
                  </a:lnTo>
                  <a:lnTo>
                    <a:pt x="198" y="165"/>
                  </a:lnTo>
                  <a:lnTo>
                    <a:pt x="202" y="163"/>
                  </a:lnTo>
                  <a:lnTo>
                    <a:pt x="204" y="163"/>
                  </a:lnTo>
                  <a:lnTo>
                    <a:pt x="204" y="163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6" y="155"/>
                  </a:lnTo>
                  <a:lnTo>
                    <a:pt x="206" y="153"/>
                  </a:lnTo>
                  <a:lnTo>
                    <a:pt x="208" y="153"/>
                  </a:lnTo>
                  <a:lnTo>
                    <a:pt x="208" y="153"/>
                  </a:lnTo>
                  <a:lnTo>
                    <a:pt x="208" y="151"/>
                  </a:lnTo>
                  <a:lnTo>
                    <a:pt x="208" y="151"/>
                  </a:lnTo>
                  <a:lnTo>
                    <a:pt x="206" y="151"/>
                  </a:lnTo>
                  <a:lnTo>
                    <a:pt x="206" y="149"/>
                  </a:lnTo>
                  <a:lnTo>
                    <a:pt x="206" y="147"/>
                  </a:lnTo>
                  <a:lnTo>
                    <a:pt x="204" y="147"/>
                  </a:lnTo>
                  <a:lnTo>
                    <a:pt x="204" y="145"/>
                  </a:lnTo>
                  <a:lnTo>
                    <a:pt x="202" y="143"/>
                  </a:lnTo>
                  <a:lnTo>
                    <a:pt x="202" y="143"/>
                  </a:lnTo>
                  <a:lnTo>
                    <a:pt x="204" y="141"/>
                  </a:lnTo>
                  <a:lnTo>
                    <a:pt x="206" y="135"/>
                  </a:lnTo>
                  <a:lnTo>
                    <a:pt x="208" y="133"/>
                  </a:lnTo>
                  <a:lnTo>
                    <a:pt x="208" y="131"/>
                  </a:lnTo>
                  <a:lnTo>
                    <a:pt x="210" y="129"/>
                  </a:lnTo>
                  <a:lnTo>
                    <a:pt x="210" y="129"/>
                  </a:lnTo>
                  <a:lnTo>
                    <a:pt x="210" y="127"/>
                  </a:lnTo>
                  <a:lnTo>
                    <a:pt x="210" y="127"/>
                  </a:lnTo>
                  <a:lnTo>
                    <a:pt x="210" y="125"/>
                  </a:lnTo>
                  <a:lnTo>
                    <a:pt x="210" y="125"/>
                  </a:lnTo>
                  <a:lnTo>
                    <a:pt x="210" y="125"/>
                  </a:lnTo>
                  <a:lnTo>
                    <a:pt x="212" y="125"/>
                  </a:lnTo>
                  <a:lnTo>
                    <a:pt x="212" y="125"/>
                  </a:lnTo>
                  <a:lnTo>
                    <a:pt x="212" y="123"/>
                  </a:lnTo>
                  <a:lnTo>
                    <a:pt x="212" y="123"/>
                  </a:lnTo>
                  <a:lnTo>
                    <a:pt x="212" y="123"/>
                  </a:lnTo>
                  <a:lnTo>
                    <a:pt x="212" y="123"/>
                  </a:lnTo>
                  <a:lnTo>
                    <a:pt x="212" y="121"/>
                  </a:lnTo>
                  <a:lnTo>
                    <a:pt x="212" y="121"/>
                  </a:lnTo>
                  <a:lnTo>
                    <a:pt x="214" y="121"/>
                  </a:lnTo>
                  <a:lnTo>
                    <a:pt x="214" y="121"/>
                  </a:lnTo>
                  <a:lnTo>
                    <a:pt x="216" y="119"/>
                  </a:lnTo>
                  <a:lnTo>
                    <a:pt x="216" y="119"/>
                  </a:lnTo>
                  <a:lnTo>
                    <a:pt x="216" y="119"/>
                  </a:lnTo>
                  <a:lnTo>
                    <a:pt x="216" y="119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8" y="116"/>
                  </a:lnTo>
                  <a:lnTo>
                    <a:pt x="218" y="116"/>
                  </a:lnTo>
                  <a:lnTo>
                    <a:pt x="220" y="114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0"/>
                  </a:lnTo>
                  <a:lnTo>
                    <a:pt x="220" y="110"/>
                  </a:lnTo>
                  <a:lnTo>
                    <a:pt x="220" y="110"/>
                  </a:lnTo>
                  <a:lnTo>
                    <a:pt x="220" y="110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30" y="106"/>
                  </a:lnTo>
                  <a:lnTo>
                    <a:pt x="230" y="104"/>
                  </a:lnTo>
                  <a:lnTo>
                    <a:pt x="230" y="104"/>
                  </a:lnTo>
                  <a:lnTo>
                    <a:pt x="230" y="104"/>
                  </a:lnTo>
                  <a:lnTo>
                    <a:pt x="232" y="102"/>
                  </a:lnTo>
                  <a:lnTo>
                    <a:pt x="232" y="102"/>
                  </a:lnTo>
                  <a:lnTo>
                    <a:pt x="230" y="102"/>
                  </a:lnTo>
                  <a:lnTo>
                    <a:pt x="230" y="102"/>
                  </a:lnTo>
                  <a:lnTo>
                    <a:pt x="230" y="102"/>
                  </a:lnTo>
                  <a:lnTo>
                    <a:pt x="228" y="100"/>
                  </a:lnTo>
                  <a:lnTo>
                    <a:pt x="228" y="100"/>
                  </a:lnTo>
                  <a:lnTo>
                    <a:pt x="228" y="98"/>
                  </a:lnTo>
                  <a:lnTo>
                    <a:pt x="228" y="98"/>
                  </a:lnTo>
                  <a:lnTo>
                    <a:pt x="228" y="98"/>
                  </a:lnTo>
                  <a:lnTo>
                    <a:pt x="228" y="98"/>
                  </a:lnTo>
                  <a:lnTo>
                    <a:pt x="228" y="96"/>
                  </a:lnTo>
                  <a:lnTo>
                    <a:pt x="226" y="94"/>
                  </a:lnTo>
                  <a:lnTo>
                    <a:pt x="226" y="94"/>
                  </a:lnTo>
                  <a:lnTo>
                    <a:pt x="224" y="94"/>
                  </a:lnTo>
                  <a:lnTo>
                    <a:pt x="224" y="94"/>
                  </a:lnTo>
                  <a:lnTo>
                    <a:pt x="224" y="92"/>
                  </a:lnTo>
                  <a:lnTo>
                    <a:pt x="226" y="92"/>
                  </a:lnTo>
                  <a:lnTo>
                    <a:pt x="226" y="90"/>
                  </a:lnTo>
                  <a:lnTo>
                    <a:pt x="228" y="90"/>
                  </a:lnTo>
                  <a:lnTo>
                    <a:pt x="232" y="88"/>
                  </a:lnTo>
                  <a:lnTo>
                    <a:pt x="232" y="86"/>
                  </a:lnTo>
                  <a:lnTo>
                    <a:pt x="234" y="86"/>
                  </a:lnTo>
                  <a:lnTo>
                    <a:pt x="234" y="86"/>
                  </a:lnTo>
                  <a:lnTo>
                    <a:pt x="234" y="84"/>
                  </a:lnTo>
                  <a:lnTo>
                    <a:pt x="234" y="84"/>
                  </a:lnTo>
                  <a:lnTo>
                    <a:pt x="234" y="84"/>
                  </a:lnTo>
                  <a:lnTo>
                    <a:pt x="234" y="84"/>
                  </a:lnTo>
                  <a:lnTo>
                    <a:pt x="232" y="82"/>
                  </a:lnTo>
                  <a:lnTo>
                    <a:pt x="232" y="80"/>
                  </a:lnTo>
                  <a:lnTo>
                    <a:pt x="232" y="80"/>
                  </a:lnTo>
                  <a:lnTo>
                    <a:pt x="234" y="80"/>
                  </a:lnTo>
                  <a:lnTo>
                    <a:pt x="236" y="78"/>
                  </a:lnTo>
                  <a:lnTo>
                    <a:pt x="242" y="72"/>
                  </a:lnTo>
                  <a:lnTo>
                    <a:pt x="273" y="59"/>
                  </a:lnTo>
                  <a:lnTo>
                    <a:pt x="279" y="53"/>
                  </a:lnTo>
                  <a:lnTo>
                    <a:pt x="281" y="53"/>
                  </a:lnTo>
                  <a:lnTo>
                    <a:pt x="283" y="53"/>
                  </a:lnTo>
                  <a:lnTo>
                    <a:pt x="285" y="51"/>
                  </a:lnTo>
                  <a:lnTo>
                    <a:pt x="285" y="51"/>
                  </a:lnTo>
                  <a:lnTo>
                    <a:pt x="285" y="51"/>
                  </a:lnTo>
                  <a:lnTo>
                    <a:pt x="285" y="49"/>
                  </a:lnTo>
                  <a:lnTo>
                    <a:pt x="287" y="49"/>
                  </a:lnTo>
                  <a:lnTo>
                    <a:pt x="287" y="47"/>
                  </a:lnTo>
                  <a:lnTo>
                    <a:pt x="287" y="47"/>
                  </a:lnTo>
                  <a:lnTo>
                    <a:pt x="287" y="45"/>
                  </a:lnTo>
                  <a:lnTo>
                    <a:pt x="287" y="45"/>
                  </a:lnTo>
                  <a:lnTo>
                    <a:pt x="287" y="45"/>
                  </a:lnTo>
                  <a:lnTo>
                    <a:pt x="287" y="43"/>
                  </a:lnTo>
                  <a:lnTo>
                    <a:pt x="289" y="43"/>
                  </a:lnTo>
                  <a:lnTo>
                    <a:pt x="289" y="41"/>
                  </a:lnTo>
                  <a:lnTo>
                    <a:pt x="289" y="41"/>
                  </a:lnTo>
                  <a:lnTo>
                    <a:pt x="291" y="41"/>
                  </a:lnTo>
                  <a:lnTo>
                    <a:pt x="294" y="41"/>
                  </a:lnTo>
                  <a:lnTo>
                    <a:pt x="300" y="41"/>
                  </a:lnTo>
                  <a:lnTo>
                    <a:pt x="300" y="41"/>
                  </a:lnTo>
                  <a:lnTo>
                    <a:pt x="304" y="37"/>
                  </a:lnTo>
                  <a:lnTo>
                    <a:pt x="306" y="35"/>
                  </a:lnTo>
                  <a:lnTo>
                    <a:pt x="306" y="35"/>
                  </a:lnTo>
                  <a:lnTo>
                    <a:pt x="306" y="35"/>
                  </a:lnTo>
                  <a:lnTo>
                    <a:pt x="306" y="33"/>
                  </a:lnTo>
                  <a:lnTo>
                    <a:pt x="306" y="33"/>
                  </a:lnTo>
                  <a:lnTo>
                    <a:pt x="306" y="31"/>
                  </a:lnTo>
                  <a:lnTo>
                    <a:pt x="306" y="31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10" y="27"/>
                  </a:lnTo>
                  <a:lnTo>
                    <a:pt x="312" y="27"/>
                  </a:lnTo>
                  <a:lnTo>
                    <a:pt x="314" y="27"/>
                  </a:lnTo>
                  <a:lnTo>
                    <a:pt x="314" y="25"/>
                  </a:lnTo>
                  <a:lnTo>
                    <a:pt x="314" y="25"/>
                  </a:lnTo>
                  <a:lnTo>
                    <a:pt x="324" y="29"/>
                  </a:lnTo>
                  <a:lnTo>
                    <a:pt x="324" y="29"/>
                  </a:lnTo>
                  <a:lnTo>
                    <a:pt x="326" y="27"/>
                  </a:lnTo>
                  <a:lnTo>
                    <a:pt x="330" y="23"/>
                  </a:lnTo>
                  <a:lnTo>
                    <a:pt x="332" y="17"/>
                  </a:lnTo>
                  <a:lnTo>
                    <a:pt x="334" y="15"/>
                  </a:lnTo>
                  <a:lnTo>
                    <a:pt x="334" y="15"/>
                  </a:lnTo>
                  <a:lnTo>
                    <a:pt x="340" y="13"/>
                  </a:lnTo>
                  <a:lnTo>
                    <a:pt x="342" y="13"/>
                  </a:lnTo>
                  <a:lnTo>
                    <a:pt x="351" y="19"/>
                  </a:lnTo>
                  <a:lnTo>
                    <a:pt x="353" y="19"/>
                  </a:lnTo>
                  <a:lnTo>
                    <a:pt x="357" y="17"/>
                  </a:lnTo>
                  <a:lnTo>
                    <a:pt x="365" y="19"/>
                  </a:lnTo>
                  <a:lnTo>
                    <a:pt x="369" y="17"/>
                  </a:lnTo>
                  <a:lnTo>
                    <a:pt x="369" y="17"/>
                  </a:lnTo>
                  <a:lnTo>
                    <a:pt x="375" y="19"/>
                  </a:lnTo>
                  <a:lnTo>
                    <a:pt x="377" y="19"/>
                  </a:lnTo>
                  <a:lnTo>
                    <a:pt x="377" y="19"/>
                  </a:lnTo>
                  <a:lnTo>
                    <a:pt x="379" y="17"/>
                  </a:lnTo>
                  <a:lnTo>
                    <a:pt x="379" y="17"/>
                  </a:lnTo>
                  <a:lnTo>
                    <a:pt x="379" y="17"/>
                  </a:lnTo>
                  <a:lnTo>
                    <a:pt x="379" y="15"/>
                  </a:lnTo>
                  <a:lnTo>
                    <a:pt x="379" y="15"/>
                  </a:lnTo>
                  <a:lnTo>
                    <a:pt x="379" y="15"/>
                  </a:lnTo>
                  <a:lnTo>
                    <a:pt x="379" y="15"/>
                  </a:lnTo>
                  <a:lnTo>
                    <a:pt x="379" y="13"/>
                  </a:lnTo>
                  <a:lnTo>
                    <a:pt x="377" y="13"/>
                  </a:lnTo>
                  <a:lnTo>
                    <a:pt x="377" y="13"/>
                  </a:lnTo>
                  <a:lnTo>
                    <a:pt x="377" y="11"/>
                  </a:lnTo>
                  <a:lnTo>
                    <a:pt x="377" y="11"/>
                  </a:lnTo>
                  <a:lnTo>
                    <a:pt x="377" y="11"/>
                  </a:lnTo>
                  <a:lnTo>
                    <a:pt x="377" y="11"/>
                  </a:lnTo>
                  <a:lnTo>
                    <a:pt x="377" y="10"/>
                  </a:lnTo>
                  <a:lnTo>
                    <a:pt x="379" y="8"/>
                  </a:lnTo>
                  <a:lnTo>
                    <a:pt x="379" y="6"/>
                  </a:lnTo>
                  <a:lnTo>
                    <a:pt x="379" y="6"/>
                  </a:lnTo>
                  <a:lnTo>
                    <a:pt x="379" y="6"/>
                  </a:lnTo>
                  <a:lnTo>
                    <a:pt x="379" y="6"/>
                  </a:lnTo>
                  <a:lnTo>
                    <a:pt x="379" y="6"/>
                  </a:lnTo>
                  <a:lnTo>
                    <a:pt x="379" y="6"/>
                  </a:lnTo>
                  <a:lnTo>
                    <a:pt x="379" y="4"/>
                  </a:lnTo>
                  <a:lnTo>
                    <a:pt x="379" y="4"/>
                  </a:lnTo>
                  <a:lnTo>
                    <a:pt x="379" y="2"/>
                  </a:lnTo>
                  <a:lnTo>
                    <a:pt x="379" y="2"/>
                  </a:lnTo>
                  <a:lnTo>
                    <a:pt x="379" y="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4"/>
            <p:cNvSpPr>
              <a:spLocks noEditPoints="1"/>
            </p:cNvSpPr>
            <p:nvPr/>
          </p:nvSpPr>
          <p:spPr bwMode="auto">
            <a:xfrm>
              <a:off x="3059113" y="3227388"/>
              <a:ext cx="777875" cy="860425"/>
            </a:xfrm>
            <a:custGeom>
              <a:avLst/>
              <a:gdLst>
                <a:gd name="T0" fmla="*/ 332 w 981"/>
                <a:gd name="T1" fmla="*/ 927 h 1084"/>
                <a:gd name="T2" fmla="*/ 467 w 981"/>
                <a:gd name="T3" fmla="*/ 927 h 1084"/>
                <a:gd name="T4" fmla="*/ 465 w 981"/>
                <a:gd name="T5" fmla="*/ 16 h 1084"/>
                <a:gd name="T6" fmla="*/ 457 w 981"/>
                <a:gd name="T7" fmla="*/ 65 h 1084"/>
                <a:gd name="T8" fmla="*/ 510 w 981"/>
                <a:gd name="T9" fmla="*/ 91 h 1084"/>
                <a:gd name="T10" fmla="*/ 516 w 981"/>
                <a:gd name="T11" fmla="*/ 142 h 1084"/>
                <a:gd name="T12" fmla="*/ 540 w 981"/>
                <a:gd name="T13" fmla="*/ 193 h 1084"/>
                <a:gd name="T14" fmla="*/ 567 w 981"/>
                <a:gd name="T15" fmla="*/ 260 h 1084"/>
                <a:gd name="T16" fmla="*/ 573 w 981"/>
                <a:gd name="T17" fmla="*/ 301 h 1084"/>
                <a:gd name="T18" fmla="*/ 565 w 981"/>
                <a:gd name="T19" fmla="*/ 360 h 1084"/>
                <a:gd name="T20" fmla="*/ 559 w 981"/>
                <a:gd name="T21" fmla="*/ 419 h 1084"/>
                <a:gd name="T22" fmla="*/ 608 w 981"/>
                <a:gd name="T23" fmla="*/ 429 h 1084"/>
                <a:gd name="T24" fmla="*/ 657 w 981"/>
                <a:gd name="T25" fmla="*/ 405 h 1084"/>
                <a:gd name="T26" fmla="*/ 689 w 981"/>
                <a:gd name="T27" fmla="*/ 417 h 1084"/>
                <a:gd name="T28" fmla="*/ 728 w 981"/>
                <a:gd name="T29" fmla="*/ 393 h 1084"/>
                <a:gd name="T30" fmla="*/ 763 w 981"/>
                <a:gd name="T31" fmla="*/ 324 h 1084"/>
                <a:gd name="T32" fmla="*/ 859 w 981"/>
                <a:gd name="T33" fmla="*/ 295 h 1084"/>
                <a:gd name="T34" fmla="*/ 875 w 981"/>
                <a:gd name="T35" fmla="*/ 338 h 1084"/>
                <a:gd name="T36" fmla="*/ 945 w 981"/>
                <a:gd name="T37" fmla="*/ 340 h 1084"/>
                <a:gd name="T38" fmla="*/ 961 w 981"/>
                <a:gd name="T39" fmla="*/ 403 h 1084"/>
                <a:gd name="T40" fmla="*/ 934 w 981"/>
                <a:gd name="T41" fmla="*/ 429 h 1084"/>
                <a:gd name="T42" fmla="*/ 912 w 981"/>
                <a:gd name="T43" fmla="*/ 462 h 1084"/>
                <a:gd name="T44" fmla="*/ 914 w 981"/>
                <a:gd name="T45" fmla="*/ 501 h 1084"/>
                <a:gd name="T46" fmla="*/ 940 w 981"/>
                <a:gd name="T47" fmla="*/ 535 h 1084"/>
                <a:gd name="T48" fmla="*/ 920 w 981"/>
                <a:gd name="T49" fmla="*/ 558 h 1084"/>
                <a:gd name="T50" fmla="*/ 877 w 981"/>
                <a:gd name="T51" fmla="*/ 540 h 1084"/>
                <a:gd name="T52" fmla="*/ 826 w 981"/>
                <a:gd name="T53" fmla="*/ 570 h 1084"/>
                <a:gd name="T54" fmla="*/ 783 w 981"/>
                <a:gd name="T55" fmla="*/ 603 h 1084"/>
                <a:gd name="T56" fmla="*/ 720 w 981"/>
                <a:gd name="T57" fmla="*/ 593 h 1084"/>
                <a:gd name="T58" fmla="*/ 671 w 981"/>
                <a:gd name="T59" fmla="*/ 599 h 1084"/>
                <a:gd name="T60" fmla="*/ 608 w 981"/>
                <a:gd name="T61" fmla="*/ 613 h 1084"/>
                <a:gd name="T62" fmla="*/ 563 w 981"/>
                <a:gd name="T63" fmla="*/ 646 h 1084"/>
                <a:gd name="T64" fmla="*/ 585 w 981"/>
                <a:gd name="T65" fmla="*/ 682 h 1084"/>
                <a:gd name="T66" fmla="*/ 571 w 981"/>
                <a:gd name="T67" fmla="*/ 725 h 1084"/>
                <a:gd name="T68" fmla="*/ 583 w 981"/>
                <a:gd name="T69" fmla="*/ 780 h 1084"/>
                <a:gd name="T70" fmla="*/ 390 w 981"/>
                <a:gd name="T71" fmla="*/ 1063 h 1084"/>
                <a:gd name="T72" fmla="*/ 338 w 981"/>
                <a:gd name="T73" fmla="*/ 1025 h 1084"/>
                <a:gd name="T74" fmla="*/ 277 w 981"/>
                <a:gd name="T75" fmla="*/ 988 h 1084"/>
                <a:gd name="T76" fmla="*/ 216 w 981"/>
                <a:gd name="T77" fmla="*/ 935 h 1084"/>
                <a:gd name="T78" fmla="*/ 157 w 981"/>
                <a:gd name="T79" fmla="*/ 959 h 1084"/>
                <a:gd name="T80" fmla="*/ 98 w 981"/>
                <a:gd name="T81" fmla="*/ 939 h 1084"/>
                <a:gd name="T82" fmla="*/ 47 w 981"/>
                <a:gd name="T83" fmla="*/ 921 h 1084"/>
                <a:gd name="T84" fmla="*/ 8 w 981"/>
                <a:gd name="T85" fmla="*/ 862 h 1084"/>
                <a:gd name="T86" fmla="*/ 43 w 981"/>
                <a:gd name="T87" fmla="*/ 831 h 1084"/>
                <a:gd name="T88" fmla="*/ 47 w 981"/>
                <a:gd name="T89" fmla="*/ 772 h 1084"/>
                <a:gd name="T90" fmla="*/ 90 w 981"/>
                <a:gd name="T91" fmla="*/ 701 h 1084"/>
                <a:gd name="T92" fmla="*/ 120 w 981"/>
                <a:gd name="T93" fmla="*/ 590 h 1084"/>
                <a:gd name="T94" fmla="*/ 181 w 981"/>
                <a:gd name="T95" fmla="*/ 580 h 1084"/>
                <a:gd name="T96" fmla="*/ 212 w 981"/>
                <a:gd name="T97" fmla="*/ 595 h 1084"/>
                <a:gd name="T98" fmla="*/ 237 w 981"/>
                <a:gd name="T99" fmla="*/ 544 h 1084"/>
                <a:gd name="T100" fmla="*/ 269 w 981"/>
                <a:gd name="T101" fmla="*/ 474 h 1084"/>
                <a:gd name="T102" fmla="*/ 320 w 981"/>
                <a:gd name="T103" fmla="*/ 478 h 1084"/>
                <a:gd name="T104" fmla="*/ 365 w 981"/>
                <a:gd name="T105" fmla="*/ 497 h 1084"/>
                <a:gd name="T106" fmla="*/ 383 w 981"/>
                <a:gd name="T107" fmla="*/ 432 h 1084"/>
                <a:gd name="T108" fmla="*/ 383 w 981"/>
                <a:gd name="T109" fmla="*/ 397 h 1084"/>
                <a:gd name="T110" fmla="*/ 361 w 981"/>
                <a:gd name="T111" fmla="*/ 360 h 1084"/>
                <a:gd name="T112" fmla="*/ 343 w 981"/>
                <a:gd name="T113" fmla="*/ 305 h 1084"/>
                <a:gd name="T114" fmla="*/ 369 w 981"/>
                <a:gd name="T115" fmla="*/ 256 h 1084"/>
                <a:gd name="T116" fmla="*/ 404 w 981"/>
                <a:gd name="T117" fmla="*/ 195 h 1084"/>
                <a:gd name="T118" fmla="*/ 398 w 981"/>
                <a:gd name="T119" fmla="*/ 138 h 1084"/>
                <a:gd name="T120" fmla="*/ 394 w 981"/>
                <a:gd name="T121" fmla="*/ 81 h 1084"/>
                <a:gd name="T122" fmla="*/ 420 w 981"/>
                <a:gd name="T123" fmla="*/ 40 h 1084"/>
                <a:gd name="T124" fmla="*/ 453 w 981"/>
                <a:gd name="T125" fmla="*/ 12 h 1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81" h="1084">
                  <a:moveTo>
                    <a:pt x="387" y="862"/>
                  </a:moveTo>
                  <a:lnTo>
                    <a:pt x="385" y="864"/>
                  </a:lnTo>
                  <a:lnTo>
                    <a:pt x="381" y="866"/>
                  </a:lnTo>
                  <a:lnTo>
                    <a:pt x="379" y="870"/>
                  </a:lnTo>
                  <a:lnTo>
                    <a:pt x="377" y="872"/>
                  </a:lnTo>
                  <a:lnTo>
                    <a:pt x="371" y="872"/>
                  </a:lnTo>
                  <a:lnTo>
                    <a:pt x="367" y="872"/>
                  </a:lnTo>
                  <a:lnTo>
                    <a:pt x="367" y="878"/>
                  </a:lnTo>
                  <a:lnTo>
                    <a:pt x="363" y="880"/>
                  </a:lnTo>
                  <a:lnTo>
                    <a:pt x="361" y="884"/>
                  </a:lnTo>
                  <a:lnTo>
                    <a:pt x="359" y="886"/>
                  </a:lnTo>
                  <a:lnTo>
                    <a:pt x="353" y="886"/>
                  </a:lnTo>
                  <a:lnTo>
                    <a:pt x="351" y="886"/>
                  </a:lnTo>
                  <a:lnTo>
                    <a:pt x="353" y="890"/>
                  </a:lnTo>
                  <a:lnTo>
                    <a:pt x="355" y="894"/>
                  </a:lnTo>
                  <a:lnTo>
                    <a:pt x="355" y="896"/>
                  </a:lnTo>
                  <a:lnTo>
                    <a:pt x="353" y="898"/>
                  </a:lnTo>
                  <a:lnTo>
                    <a:pt x="347" y="896"/>
                  </a:lnTo>
                  <a:lnTo>
                    <a:pt x="345" y="892"/>
                  </a:lnTo>
                  <a:lnTo>
                    <a:pt x="345" y="886"/>
                  </a:lnTo>
                  <a:lnTo>
                    <a:pt x="343" y="884"/>
                  </a:lnTo>
                  <a:lnTo>
                    <a:pt x="341" y="882"/>
                  </a:lnTo>
                  <a:lnTo>
                    <a:pt x="338" y="884"/>
                  </a:lnTo>
                  <a:lnTo>
                    <a:pt x="338" y="884"/>
                  </a:lnTo>
                  <a:lnTo>
                    <a:pt x="334" y="884"/>
                  </a:lnTo>
                  <a:lnTo>
                    <a:pt x="330" y="882"/>
                  </a:lnTo>
                  <a:lnTo>
                    <a:pt x="328" y="882"/>
                  </a:lnTo>
                  <a:lnTo>
                    <a:pt x="324" y="880"/>
                  </a:lnTo>
                  <a:lnTo>
                    <a:pt x="324" y="876"/>
                  </a:lnTo>
                  <a:lnTo>
                    <a:pt x="324" y="872"/>
                  </a:lnTo>
                  <a:lnTo>
                    <a:pt x="324" y="870"/>
                  </a:lnTo>
                  <a:lnTo>
                    <a:pt x="324" y="870"/>
                  </a:lnTo>
                  <a:lnTo>
                    <a:pt x="324" y="870"/>
                  </a:lnTo>
                  <a:lnTo>
                    <a:pt x="324" y="870"/>
                  </a:lnTo>
                  <a:lnTo>
                    <a:pt x="322" y="870"/>
                  </a:lnTo>
                  <a:lnTo>
                    <a:pt x="320" y="868"/>
                  </a:lnTo>
                  <a:lnTo>
                    <a:pt x="316" y="870"/>
                  </a:lnTo>
                  <a:lnTo>
                    <a:pt x="314" y="872"/>
                  </a:lnTo>
                  <a:lnTo>
                    <a:pt x="314" y="874"/>
                  </a:lnTo>
                  <a:lnTo>
                    <a:pt x="314" y="876"/>
                  </a:lnTo>
                  <a:lnTo>
                    <a:pt x="310" y="876"/>
                  </a:lnTo>
                  <a:lnTo>
                    <a:pt x="308" y="872"/>
                  </a:lnTo>
                  <a:lnTo>
                    <a:pt x="306" y="874"/>
                  </a:lnTo>
                  <a:lnTo>
                    <a:pt x="304" y="876"/>
                  </a:lnTo>
                  <a:lnTo>
                    <a:pt x="306" y="880"/>
                  </a:lnTo>
                  <a:lnTo>
                    <a:pt x="302" y="882"/>
                  </a:lnTo>
                  <a:lnTo>
                    <a:pt x="300" y="882"/>
                  </a:lnTo>
                  <a:lnTo>
                    <a:pt x="300" y="888"/>
                  </a:lnTo>
                  <a:lnTo>
                    <a:pt x="302" y="888"/>
                  </a:lnTo>
                  <a:lnTo>
                    <a:pt x="306" y="890"/>
                  </a:lnTo>
                  <a:lnTo>
                    <a:pt x="308" y="892"/>
                  </a:lnTo>
                  <a:lnTo>
                    <a:pt x="308" y="896"/>
                  </a:lnTo>
                  <a:lnTo>
                    <a:pt x="310" y="898"/>
                  </a:lnTo>
                  <a:lnTo>
                    <a:pt x="314" y="900"/>
                  </a:lnTo>
                  <a:lnTo>
                    <a:pt x="316" y="902"/>
                  </a:lnTo>
                  <a:lnTo>
                    <a:pt x="316" y="904"/>
                  </a:lnTo>
                  <a:lnTo>
                    <a:pt x="316" y="908"/>
                  </a:lnTo>
                  <a:lnTo>
                    <a:pt x="316" y="910"/>
                  </a:lnTo>
                  <a:lnTo>
                    <a:pt x="316" y="912"/>
                  </a:lnTo>
                  <a:lnTo>
                    <a:pt x="312" y="915"/>
                  </a:lnTo>
                  <a:lnTo>
                    <a:pt x="314" y="919"/>
                  </a:lnTo>
                  <a:lnTo>
                    <a:pt x="312" y="921"/>
                  </a:lnTo>
                  <a:lnTo>
                    <a:pt x="308" y="921"/>
                  </a:lnTo>
                  <a:lnTo>
                    <a:pt x="306" y="921"/>
                  </a:lnTo>
                  <a:lnTo>
                    <a:pt x="304" y="925"/>
                  </a:lnTo>
                  <a:lnTo>
                    <a:pt x="300" y="927"/>
                  </a:lnTo>
                  <a:lnTo>
                    <a:pt x="296" y="929"/>
                  </a:lnTo>
                  <a:lnTo>
                    <a:pt x="296" y="935"/>
                  </a:lnTo>
                  <a:lnTo>
                    <a:pt x="298" y="937"/>
                  </a:lnTo>
                  <a:lnTo>
                    <a:pt x="304" y="937"/>
                  </a:lnTo>
                  <a:lnTo>
                    <a:pt x="308" y="937"/>
                  </a:lnTo>
                  <a:lnTo>
                    <a:pt x="308" y="939"/>
                  </a:lnTo>
                  <a:lnTo>
                    <a:pt x="310" y="943"/>
                  </a:lnTo>
                  <a:lnTo>
                    <a:pt x="316" y="947"/>
                  </a:lnTo>
                  <a:lnTo>
                    <a:pt x="322" y="947"/>
                  </a:lnTo>
                  <a:lnTo>
                    <a:pt x="324" y="947"/>
                  </a:lnTo>
                  <a:lnTo>
                    <a:pt x="322" y="943"/>
                  </a:lnTo>
                  <a:lnTo>
                    <a:pt x="326" y="941"/>
                  </a:lnTo>
                  <a:lnTo>
                    <a:pt x="326" y="935"/>
                  </a:lnTo>
                  <a:lnTo>
                    <a:pt x="328" y="933"/>
                  </a:lnTo>
                  <a:lnTo>
                    <a:pt x="328" y="925"/>
                  </a:lnTo>
                  <a:lnTo>
                    <a:pt x="330" y="921"/>
                  </a:lnTo>
                  <a:lnTo>
                    <a:pt x="332" y="923"/>
                  </a:lnTo>
                  <a:lnTo>
                    <a:pt x="332" y="927"/>
                  </a:lnTo>
                  <a:lnTo>
                    <a:pt x="334" y="927"/>
                  </a:lnTo>
                  <a:lnTo>
                    <a:pt x="338" y="927"/>
                  </a:lnTo>
                  <a:lnTo>
                    <a:pt x="339" y="927"/>
                  </a:lnTo>
                  <a:lnTo>
                    <a:pt x="341" y="925"/>
                  </a:lnTo>
                  <a:lnTo>
                    <a:pt x="343" y="923"/>
                  </a:lnTo>
                  <a:lnTo>
                    <a:pt x="345" y="923"/>
                  </a:lnTo>
                  <a:lnTo>
                    <a:pt x="345" y="923"/>
                  </a:lnTo>
                  <a:lnTo>
                    <a:pt x="345" y="927"/>
                  </a:lnTo>
                  <a:lnTo>
                    <a:pt x="347" y="929"/>
                  </a:lnTo>
                  <a:lnTo>
                    <a:pt x="349" y="931"/>
                  </a:lnTo>
                  <a:lnTo>
                    <a:pt x="349" y="935"/>
                  </a:lnTo>
                  <a:lnTo>
                    <a:pt x="349" y="937"/>
                  </a:lnTo>
                  <a:lnTo>
                    <a:pt x="351" y="941"/>
                  </a:lnTo>
                  <a:lnTo>
                    <a:pt x="353" y="945"/>
                  </a:lnTo>
                  <a:lnTo>
                    <a:pt x="355" y="947"/>
                  </a:lnTo>
                  <a:lnTo>
                    <a:pt x="359" y="947"/>
                  </a:lnTo>
                  <a:lnTo>
                    <a:pt x="363" y="947"/>
                  </a:lnTo>
                  <a:lnTo>
                    <a:pt x="365" y="949"/>
                  </a:lnTo>
                  <a:lnTo>
                    <a:pt x="367" y="951"/>
                  </a:lnTo>
                  <a:lnTo>
                    <a:pt x="367" y="953"/>
                  </a:lnTo>
                  <a:lnTo>
                    <a:pt x="367" y="957"/>
                  </a:lnTo>
                  <a:lnTo>
                    <a:pt x="369" y="959"/>
                  </a:lnTo>
                  <a:lnTo>
                    <a:pt x="371" y="959"/>
                  </a:lnTo>
                  <a:lnTo>
                    <a:pt x="373" y="959"/>
                  </a:lnTo>
                  <a:lnTo>
                    <a:pt x="373" y="963"/>
                  </a:lnTo>
                  <a:lnTo>
                    <a:pt x="375" y="965"/>
                  </a:lnTo>
                  <a:lnTo>
                    <a:pt x="377" y="965"/>
                  </a:lnTo>
                  <a:lnTo>
                    <a:pt x="379" y="967"/>
                  </a:lnTo>
                  <a:lnTo>
                    <a:pt x="379" y="963"/>
                  </a:lnTo>
                  <a:lnTo>
                    <a:pt x="379" y="961"/>
                  </a:lnTo>
                  <a:lnTo>
                    <a:pt x="379" y="955"/>
                  </a:lnTo>
                  <a:lnTo>
                    <a:pt x="375" y="955"/>
                  </a:lnTo>
                  <a:lnTo>
                    <a:pt x="375" y="951"/>
                  </a:lnTo>
                  <a:lnTo>
                    <a:pt x="377" y="947"/>
                  </a:lnTo>
                  <a:lnTo>
                    <a:pt x="379" y="943"/>
                  </a:lnTo>
                  <a:lnTo>
                    <a:pt x="381" y="941"/>
                  </a:lnTo>
                  <a:lnTo>
                    <a:pt x="385" y="941"/>
                  </a:lnTo>
                  <a:lnTo>
                    <a:pt x="389" y="941"/>
                  </a:lnTo>
                  <a:lnTo>
                    <a:pt x="390" y="941"/>
                  </a:lnTo>
                  <a:lnTo>
                    <a:pt x="392" y="939"/>
                  </a:lnTo>
                  <a:lnTo>
                    <a:pt x="394" y="939"/>
                  </a:lnTo>
                  <a:lnTo>
                    <a:pt x="396" y="939"/>
                  </a:lnTo>
                  <a:lnTo>
                    <a:pt x="398" y="939"/>
                  </a:lnTo>
                  <a:lnTo>
                    <a:pt x="400" y="939"/>
                  </a:lnTo>
                  <a:lnTo>
                    <a:pt x="402" y="939"/>
                  </a:lnTo>
                  <a:lnTo>
                    <a:pt x="404" y="939"/>
                  </a:lnTo>
                  <a:lnTo>
                    <a:pt x="404" y="943"/>
                  </a:lnTo>
                  <a:lnTo>
                    <a:pt x="398" y="945"/>
                  </a:lnTo>
                  <a:lnTo>
                    <a:pt x="396" y="945"/>
                  </a:lnTo>
                  <a:lnTo>
                    <a:pt x="396" y="947"/>
                  </a:lnTo>
                  <a:lnTo>
                    <a:pt x="396" y="951"/>
                  </a:lnTo>
                  <a:lnTo>
                    <a:pt x="396" y="953"/>
                  </a:lnTo>
                  <a:lnTo>
                    <a:pt x="398" y="953"/>
                  </a:lnTo>
                  <a:lnTo>
                    <a:pt x="402" y="953"/>
                  </a:lnTo>
                  <a:lnTo>
                    <a:pt x="404" y="957"/>
                  </a:lnTo>
                  <a:lnTo>
                    <a:pt x="406" y="961"/>
                  </a:lnTo>
                  <a:lnTo>
                    <a:pt x="408" y="965"/>
                  </a:lnTo>
                  <a:lnTo>
                    <a:pt x="412" y="968"/>
                  </a:lnTo>
                  <a:lnTo>
                    <a:pt x="414" y="970"/>
                  </a:lnTo>
                  <a:lnTo>
                    <a:pt x="420" y="972"/>
                  </a:lnTo>
                  <a:lnTo>
                    <a:pt x="422" y="972"/>
                  </a:lnTo>
                  <a:lnTo>
                    <a:pt x="422" y="974"/>
                  </a:lnTo>
                  <a:lnTo>
                    <a:pt x="420" y="976"/>
                  </a:lnTo>
                  <a:lnTo>
                    <a:pt x="422" y="978"/>
                  </a:lnTo>
                  <a:lnTo>
                    <a:pt x="424" y="982"/>
                  </a:lnTo>
                  <a:lnTo>
                    <a:pt x="426" y="986"/>
                  </a:lnTo>
                  <a:lnTo>
                    <a:pt x="430" y="986"/>
                  </a:lnTo>
                  <a:lnTo>
                    <a:pt x="434" y="980"/>
                  </a:lnTo>
                  <a:lnTo>
                    <a:pt x="438" y="976"/>
                  </a:lnTo>
                  <a:lnTo>
                    <a:pt x="439" y="972"/>
                  </a:lnTo>
                  <a:lnTo>
                    <a:pt x="441" y="970"/>
                  </a:lnTo>
                  <a:lnTo>
                    <a:pt x="445" y="967"/>
                  </a:lnTo>
                  <a:lnTo>
                    <a:pt x="447" y="965"/>
                  </a:lnTo>
                  <a:lnTo>
                    <a:pt x="449" y="961"/>
                  </a:lnTo>
                  <a:lnTo>
                    <a:pt x="451" y="959"/>
                  </a:lnTo>
                  <a:lnTo>
                    <a:pt x="451" y="955"/>
                  </a:lnTo>
                  <a:lnTo>
                    <a:pt x="455" y="955"/>
                  </a:lnTo>
                  <a:lnTo>
                    <a:pt x="457" y="955"/>
                  </a:lnTo>
                  <a:lnTo>
                    <a:pt x="461" y="951"/>
                  </a:lnTo>
                  <a:lnTo>
                    <a:pt x="461" y="945"/>
                  </a:lnTo>
                  <a:lnTo>
                    <a:pt x="461" y="939"/>
                  </a:lnTo>
                  <a:lnTo>
                    <a:pt x="463" y="937"/>
                  </a:lnTo>
                  <a:lnTo>
                    <a:pt x="467" y="933"/>
                  </a:lnTo>
                  <a:lnTo>
                    <a:pt x="467" y="927"/>
                  </a:lnTo>
                  <a:lnTo>
                    <a:pt x="469" y="923"/>
                  </a:lnTo>
                  <a:lnTo>
                    <a:pt x="471" y="919"/>
                  </a:lnTo>
                  <a:lnTo>
                    <a:pt x="477" y="917"/>
                  </a:lnTo>
                  <a:lnTo>
                    <a:pt x="479" y="914"/>
                  </a:lnTo>
                  <a:lnTo>
                    <a:pt x="477" y="910"/>
                  </a:lnTo>
                  <a:lnTo>
                    <a:pt x="473" y="908"/>
                  </a:lnTo>
                  <a:lnTo>
                    <a:pt x="471" y="906"/>
                  </a:lnTo>
                  <a:lnTo>
                    <a:pt x="471" y="902"/>
                  </a:lnTo>
                  <a:lnTo>
                    <a:pt x="469" y="900"/>
                  </a:lnTo>
                  <a:lnTo>
                    <a:pt x="467" y="900"/>
                  </a:lnTo>
                  <a:lnTo>
                    <a:pt x="465" y="904"/>
                  </a:lnTo>
                  <a:lnTo>
                    <a:pt x="465" y="906"/>
                  </a:lnTo>
                  <a:lnTo>
                    <a:pt x="461" y="908"/>
                  </a:lnTo>
                  <a:lnTo>
                    <a:pt x="457" y="906"/>
                  </a:lnTo>
                  <a:lnTo>
                    <a:pt x="455" y="902"/>
                  </a:lnTo>
                  <a:lnTo>
                    <a:pt x="457" y="900"/>
                  </a:lnTo>
                  <a:lnTo>
                    <a:pt x="457" y="896"/>
                  </a:lnTo>
                  <a:lnTo>
                    <a:pt x="455" y="894"/>
                  </a:lnTo>
                  <a:lnTo>
                    <a:pt x="455" y="888"/>
                  </a:lnTo>
                  <a:lnTo>
                    <a:pt x="453" y="886"/>
                  </a:lnTo>
                  <a:lnTo>
                    <a:pt x="451" y="886"/>
                  </a:lnTo>
                  <a:lnTo>
                    <a:pt x="449" y="892"/>
                  </a:lnTo>
                  <a:lnTo>
                    <a:pt x="449" y="894"/>
                  </a:lnTo>
                  <a:lnTo>
                    <a:pt x="449" y="896"/>
                  </a:lnTo>
                  <a:lnTo>
                    <a:pt x="449" y="900"/>
                  </a:lnTo>
                  <a:lnTo>
                    <a:pt x="447" y="902"/>
                  </a:lnTo>
                  <a:lnTo>
                    <a:pt x="445" y="902"/>
                  </a:lnTo>
                  <a:lnTo>
                    <a:pt x="441" y="900"/>
                  </a:lnTo>
                  <a:lnTo>
                    <a:pt x="438" y="902"/>
                  </a:lnTo>
                  <a:lnTo>
                    <a:pt x="436" y="904"/>
                  </a:lnTo>
                  <a:lnTo>
                    <a:pt x="430" y="904"/>
                  </a:lnTo>
                  <a:lnTo>
                    <a:pt x="428" y="906"/>
                  </a:lnTo>
                  <a:lnTo>
                    <a:pt x="424" y="908"/>
                  </a:lnTo>
                  <a:lnTo>
                    <a:pt x="420" y="908"/>
                  </a:lnTo>
                  <a:lnTo>
                    <a:pt x="418" y="908"/>
                  </a:lnTo>
                  <a:lnTo>
                    <a:pt x="414" y="908"/>
                  </a:lnTo>
                  <a:lnTo>
                    <a:pt x="412" y="906"/>
                  </a:lnTo>
                  <a:lnTo>
                    <a:pt x="410" y="904"/>
                  </a:lnTo>
                  <a:lnTo>
                    <a:pt x="410" y="902"/>
                  </a:lnTo>
                  <a:lnTo>
                    <a:pt x="408" y="898"/>
                  </a:lnTo>
                  <a:lnTo>
                    <a:pt x="402" y="896"/>
                  </a:lnTo>
                  <a:lnTo>
                    <a:pt x="396" y="896"/>
                  </a:lnTo>
                  <a:lnTo>
                    <a:pt x="396" y="892"/>
                  </a:lnTo>
                  <a:lnTo>
                    <a:pt x="392" y="890"/>
                  </a:lnTo>
                  <a:lnTo>
                    <a:pt x="390" y="888"/>
                  </a:lnTo>
                  <a:lnTo>
                    <a:pt x="392" y="882"/>
                  </a:lnTo>
                  <a:lnTo>
                    <a:pt x="390" y="878"/>
                  </a:lnTo>
                  <a:lnTo>
                    <a:pt x="390" y="876"/>
                  </a:lnTo>
                  <a:lnTo>
                    <a:pt x="389" y="874"/>
                  </a:lnTo>
                  <a:lnTo>
                    <a:pt x="389" y="870"/>
                  </a:lnTo>
                  <a:lnTo>
                    <a:pt x="389" y="866"/>
                  </a:lnTo>
                  <a:lnTo>
                    <a:pt x="387" y="862"/>
                  </a:lnTo>
                  <a:close/>
                  <a:moveTo>
                    <a:pt x="455" y="0"/>
                  </a:moveTo>
                  <a:lnTo>
                    <a:pt x="455" y="0"/>
                  </a:lnTo>
                  <a:lnTo>
                    <a:pt x="457" y="0"/>
                  </a:lnTo>
                  <a:lnTo>
                    <a:pt x="457" y="0"/>
                  </a:lnTo>
                  <a:lnTo>
                    <a:pt x="457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61" y="2"/>
                  </a:lnTo>
                  <a:lnTo>
                    <a:pt x="461" y="4"/>
                  </a:lnTo>
                  <a:lnTo>
                    <a:pt x="463" y="4"/>
                  </a:lnTo>
                  <a:lnTo>
                    <a:pt x="463" y="4"/>
                  </a:lnTo>
                  <a:lnTo>
                    <a:pt x="463" y="6"/>
                  </a:lnTo>
                  <a:lnTo>
                    <a:pt x="463" y="6"/>
                  </a:lnTo>
                  <a:lnTo>
                    <a:pt x="463" y="6"/>
                  </a:lnTo>
                  <a:lnTo>
                    <a:pt x="463" y="6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3" y="10"/>
                  </a:lnTo>
                  <a:lnTo>
                    <a:pt x="463" y="10"/>
                  </a:lnTo>
                  <a:lnTo>
                    <a:pt x="465" y="10"/>
                  </a:lnTo>
                  <a:lnTo>
                    <a:pt x="463" y="10"/>
                  </a:lnTo>
                  <a:lnTo>
                    <a:pt x="463" y="12"/>
                  </a:lnTo>
                  <a:lnTo>
                    <a:pt x="463" y="14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65" y="16"/>
                  </a:lnTo>
                  <a:lnTo>
                    <a:pt x="465" y="16"/>
                  </a:lnTo>
                  <a:lnTo>
                    <a:pt x="465" y="18"/>
                  </a:lnTo>
                  <a:lnTo>
                    <a:pt x="467" y="20"/>
                  </a:lnTo>
                  <a:lnTo>
                    <a:pt x="467" y="20"/>
                  </a:lnTo>
                  <a:lnTo>
                    <a:pt x="467" y="22"/>
                  </a:lnTo>
                  <a:lnTo>
                    <a:pt x="469" y="22"/>
                  </a:lnTo>
                  <a:lnTo>
                    <a:pt x="473" y="24"/>
                  </a:lnTo>
                  <a:lnTo>
                    <a:pt x="473" y="24"/>
                  </a:lnTo>
                  <a:lnTo>
                    <a:pt x="473" y="24"/>
                  </a:lnTo>
                  <a:lnTo>
                    <a:pt x="473" y="26"/>
                  </a:lnTo>
                  <a:lnTo>
                    <a:pt x="475" y="26"/>
                  </a:lnTo>
                  <a:lnTo>
                    <a:pt x="475" y="26"/>
                  </a:lnTo>
                  <a:lnTo>
                    <a:pt x="475" y="28"/>
                  </a:lnTo>
                  <a:lnTo>
                    <a:pt x="475" y="28"/>
                  </a:lnTo>
                  <a:lnTo>
                    <a:pt x="475" y="28"/>
                  </a:lnTo>
                  <a:lnTo>
                    <a:pt x="473" y="32"/>
                  </a:lnTo>
                  <a:lnTo>
                    <a:pt x="473" y="32"/>
                  </a:lnTo>
                  <a:lnTo>
                    <a:pt x="473" y="32"/>
                  </a:lnTo>
                  <a:lnTo>
                    <a:pt x="473" y="34"/>
                  </a:lnTo>
                  <a:lnTo>
                    <a:pt x="477" y="34"/>
                  </a:lnTo>
                  <a:lnTo>
                    <a:pt x="477" y="36"/>
                  </a:lnTo>
                  <a:lnTo>
                    <a:pt x="477" y="36"/>
                  </a:lnTo>
                  <a:lnTo>
                    <a:pt x="477" y="36"/>
                  </a:lnTo>
                  <a:lnTo>
                    <a:pt x="477" y="36"/>
                  </a:lnTo>
                  <a:lnTo>
                    <a:pt x="477" y="38"/>
                  </a:lnTo>
                  <a:lnTo>
                    <a:pt x="477" y="38"/>
                  </a:lnTo>
                  <a:lnTo>
                    <a:pt x="477" y="40"/>
                  </a:lnTo>
                  <a:lnTo>
                    <a:pt x="475" y="40"/>
                  </a:lnTo>
                  <a:lnTo>
                    <a:pt x="475" y="40"/>
                  </a:lnTo>
                  <a:lnTo>
                    <a:pt x="475" y="42"/>
                  </a:lnTo>
                  <a:lnTo>
                    <a:pt x="475" y="42"/>
                  </a:lnTo>
                  <a:lnTo>
                    <a:pt x="475" y="42"/>
                  </a:lnTo>
                  <a:lnTo>
                    <a:pt x="475" y="42"/>
                  </a:lnTo>
                  <a:lnTo>
                    <a:pt x="475" y="44"/>
                  </a:lnTo>
                  <a:lnTo>
                    <a:pt x="473" y="44"/>
                  </a:lnTo>
                  <a:lnTo>
                    <a:pt x="473" y="44"/>
                  </a:lnTo>
                  <a:lnTo>
                    <a:pt x="473" y="44"/>
                  </a:lnTo>
                  <a:lnTo>
                    <a:pt x="473" y="44"/>
                  </a:lnTo>
                  <a:lnTo>
                    <a:pt x="471" y="44"/>
                  </a:lnTo>
                  <a:lnTo>
                    <a:pt x="471" y="42"/>
                  </a:lnTo>
                  <a:lnTo>
                    <a:pt x="471" y="42"/>
                  </a:lnTo>
                  <a:lnTo>
                    <a:pt x="467" y="44"/>
                  </a:lnTo>
                  <a:lnTo>
                    <a:pt x="467" y="44"/>
                  </a:lnTo>
                  <a:lnTo>
                    <a:pt x="465" y="44"/>
                  </a:lnTo>
                  <a:lnTo>
                    <a:pt x="465" y="44"/>
                  </a:lnTo>
                  <a:lnTo>
                    <a:pt x="465" y="44"/>
                  </a:lnTo>
                  <a:lnTo>
                    <a:pt x="465" y="44"/>
                  </a:lnTo>
                  <a:lnTo>
                    <a:pt x="463" y="44"/>
                  </a:lnTo>
                  <a:lnTo>
                    <a:pt x="463" y="44"/>
                  </a:lnTo>
                  <a:lnTo>
                    <a:pt x="461" y="42"/>
                  </a:lnTo>
                  <a:lnTo>
                    <a:pt x="461" y="42"/>
                  </a:lnTo>
                  <a:lnTo>
                    <a:pt x="461" y="42"/>
                  </a:lnTo>
                  <a:lnTo>
                    <a:pt x="461" y="42"/>
                  </a:lnTo>
                  <a:lnTo>
                    <a:pt x="459" y="44"/>
                  </a:lnTo>
                  <a:lnTo>
                    <a:pt x="459" y="44"/>
                  </a:lnTo>
                  <a:lnTo>
                    <a:pt x="459" y="44"/>
                  </a:lnTo>
                  <a:lnTo>
                    <a:pt x="459" y="46"/>
                  </a:lnTo>
                  <a:lnTo>
                    <a:pt x="459" y="46"/>
                  </a:lnTo>
                  <a:lnTo>
                    <a:pt x="459" y="46"/>
                  </a:lnTo>
                  <a:lnTo>
                    <a:pt x="459" y="48"/>
                  </a:lnTo>
                  <a:lnTo>
                    <a:pt x="459" y="48"/>
                  </a:lnTo>
                  <a:lnTo>
                    <a:pt x="459" y="48"/>
                  </a:lnTo>
                  <a:lnTo>
                    <a:pt x="459" y="48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9" y="53"/>
                  </a:lnTo>
                  <a:lnTo>
                    <a:pt x="459" y="55"/>
                  </a:lnTo>
                  <a:lnTo>
                    <a:pt x="459" y="55"/>
                  </a:lnTo>
                  <a:lnTo>
                    <a:pt x="459" y="55"/>
                  </a:lnTo>
                  <a:lnTo>
                    <a:pt x="459" y="55"/>
                  </a:lnTo>
                  <a:lnTo>
                    <a:pt x="459" y="57"/>
                  </a:lnTo>
                  <a:lnTo>
                    <a:pt x="459" y="57"/>
                  </a:lnTo>
                  <a:lnTo>
                    <a:pt x="457" y="59"/>
                  </a:lnTo>
                  <a:lnTo>
                    <a:pt x="457" y="59"/>
                  </a:lnTo>
                  <a:lnTo>
                    <a:pt x="457" y="59"/>
                  </a:lnTo>
                  <a:lnTo>
                    <a:pt x="455" y="59"/>
                  </a:lnTo>
                  <a:lnTo>
                    <a:pt x="455" y="61"/>
                  </a:lnTo>
                  <a:lnTo>
                    <a:pt x="455" y="61"/>
                  </a:lnTo>
                  <a:lnTo>
                    <a:pt x="455" y="61"/>
                  </a:lnTo>
                  <a:lnTo>
                    <a:pt x="455" y="61"/>
                  </a:lnTo>
                  <a:lnTo>
                    <a:pt x="455" y="61"/>
                  </a:lnTo>
                  <a:lnTo>
                    <a:pt x="455" y="63"/>
                  </a:lnTo>
                  <a:lnTo>
                    <a:pt x="455" y="65"/>
                  </a:lnTo>
                  <a:lnTo>
                    <a:pt x="455" y="65"/>
                  </a:lnTo>
                  <a:lnTo>
                    <a:pt x="457" y="65"/>
                  </a:lnTo>
                  <a:lnTo>
                    <a:pt x="457" y="65"/>
                  </a:lnTo>
                  <a:lnTo>
                    <a:pt x="471" y="61"/>
                  </a:lnTo>
                  <a:lnTo>
                    <a:pt x="473" y="61"/>
                  </a:lnTo>
                  <a:lnTo>
                    <a:pt x="473" y="61"/>
                  </a:lnTo>
                  <a:lnTo>
                    <a:pt x="473" y="61"/>
                  </a:lnTo>
                  <a:lnTo>
                    <a:pt x="475" y="61"/>
                  </a:lnTo>
                  <a:lnTo>
                    <a:pt x="475" y="63"/>
                  </a:lnTo>
                  <a:lnTo>
                    <a:pt x="475" y="63"/>
                  </a:lnTo>
                  <a:lnTo>
                    <a:pt x="477" y="61"/>
                  </a:lnTo>
                  <a:lnTo>
                    <a:pt x="479" y="61"/>
                  </a:lnTo>
                  <a:lnTo>
                    <a:pt x="479" y="61"/>
                  </a:lnTo>
                  <a:lnTo>
                    <a:pt x="479" y="63"/>
                  </a:lnTo>
                  <a:lnTo>
                    <a:pt x="481" y="63"/>
                  </a:lnTo>
                  <a:lnTo>
                    <a:pt x="483" y="63"/>
                  </a:lnTo>
                  <a:lnTo>
                    <a:pt x="485" y="65"/>
                  </a:lnTo>
                  <a:lnTo>
                    <a:pt x="485" y="65"/>
                  </a:lnTo>
                  <a:lnTo>
                    <a:pt x="485" y="65"/>
                  </a:lnTo>
                  <a:lnTo>
                    <a:pt x="485" y="65"/>
                  </a:lnTo>
                  <a:lnTo>
                    <a:pt x="487" y="63"/>
                  </a:lnTo>
                  <a:lnTo>
                    <a:pt x="489" y="63"/>
                  </a:lnTo>
                  <a:lnTo>
                    <a:pt x="490" y="63"/>
                  </a:lnTo>
                  <a:lnTo>
                    <a:pt x="490" y="63"/>
                  </a:lnTo>
                  <a:lnTo>
                    <a:pt x="490" y="61"/>
                  </a:lnTo>
                  <a:lnTo>
                    <a:pt x="490" y="61"/>
                  </a:lnTo>
                  <a:lnTo>
                    <a:pt x="490" y="61"/>
                  </a:lnTo>
                  <a:lnTo>
                    <a:pt x="492" y="61"/>
                  </a:lnTo>
                  <a:lnTo>
                    <a:pt x="492" y="63"/>
                  </a:lnTo>
                  <a:lnTo>
                    <a:pt x="492" y="63"/>
                  </a:lnTo>
                  <a:lnTo>
                    <a:pt x="494" y="65"/>
                  </a:lnTo>
                  <a:lnTo>
                    <a:pt x="494" y="65"/>
                  </a:lnTo>
                  <a:lnTo>
                    <a:pt x="494" y="65"/>
                  </a:lnTo>
                  <a:lnTo>
                    <a:pt x="496" y="65"/>
                  </a:lnTo>
                  <a:lnTo>
                    <a:pt x="496" y="65"/>
                  </a:lnTo>
                  <a:lnTo>
                    <a:pt x="496" y="67"/>
                  </a:lnTo>
                  <a:lnTo>
                    <a:pt x="496" y="67"/>
                  </a:lnTo>
                  <a:lnTo>
                    <a:pt x="496" y="67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8" y="69"/>
                  </a:lnTo>
                  <a:lnTo>
                    <a:pt x="500" y="71"/>
                  </a:lnTo>
                  <a:lnTo>
                    <a:pt x="500" y="71"/>
                  </a:lnTo>
                  <a:lnTo>
                    <a:pt x="500" y="71"/>
                  </a:lnTo>
                  <a:lnTo>
                    <a:pt x="500" y="73"/>
                  </a:lnTo>
                  <a:lnTo>
                    <a:pt x="500" y="73"/>
                  </a:lnTo>
                  <a:lnTo>
                    <a:pt x="500" y="75"/>
                  </a:lnTo>
                  <a:lnTo>
                    <a:pt x="502" y="75"/>
                  </a:lnTo>
                  <a:lnTo>
                    <a:pt x="502" y="75"/>
                  </a:lnTo>
                  <a:lnTo>
                    <a:pt x="502" y="75"/>
                  </a:lnTo>
                  <a:lnTo>
                    <a:pt x="502" y="75"/>
                  </a:lnTo>
                  <a:lnTo>
                    <a:pt x="502" y="77"/>
                  </a:lnTo>
                  <a:lnTo>
                    <a:pt x="502" y="77"/>
                  </a:lnTo>
                  <a:lnTo>
                    <a:pt x="504" y="79"/>
                  </a:lnTo>
                  <a:lnTo>
                    <a:pt x="504" y="79"/>
                  </a:lnTo>
                  <a:lnTo>
                    <a:pt x="504" y="79"/>
                  </a:lnTo>
                  <a:lnTo>
                    <a:pt x="504" y="79"/>
                  </a:lnTo>
                  <a:lnTo>
                    <a:pt x="506" y="77"/>
                  </a:lnTo>
                  <a:lnTo>
                    <a:pt x="506" y="77"/>
                  </a:lnTo>
                  <a:lnTo>
                    <a:pt x="506" y="77"/>
                  </a:lnTo>
                  <a:lnTo>
                    <a:pt x="508" y="79"/>
                  </a:lnTo>
                  <a:lnTo>
                    <a:pt x="508" y="79"/>
                  </a:lnTo>
                  <a:lnTo>
                    <a:pt x="508" y="81"/>
                  </a:lnTo>
                  <a:lnTo>
                    <a:pt x="508" y="81"/>
                  </a:lnTo>
                  <a:lnTo>
                    <a:pt x="508" y="81"/>
                  </a:lnTo>
                  <a:lnTo>
                    <a:pt x="508" y="81"/>
                  </a:lnTo>
                  <a:lnTo>
                    <a:pt x="508" y="83"/>
                  </a:lnTo>
                  <a:lnTo>
                    <a:pt x="508" y="85"/>
                  </a:lnTo>
                  <a:lnTo>
                    <a:pt x="508" y="85"/>
                  </a:lnTo>
                  <a:lnTo>
                    <a:pt x="508" y="85"/>
                  </a:lnTo>
                  <a:lnTo>
                    <a:pt x="508" y="87"/>
                  </a:lnTo>
                  <a:lnTo>
                    <a:pt x="510" y="87"/>
                  </a:lnTo>
                  <a:lnTo>
                    <a:pt x="510" y="87"/>
                  </a:lnTo>
                  <a:lnTo>
                    <a:pt x="510" y="87"/>
                  </a:lnTo>
                  <a:lnTo>
                    <a:pt x="510" y="87"/>
                  </a:lnTo>
                  <a:lnTo>
                    <a:pt x="512" y="87"/>
                  </a:lnTo>
                  <a:lnTo>
                    <a:pt x="512" y="89"/>
                  </a:lnTo>
                  <a:lnTo>
                    <a:pt x="512" y="89"/>
                  </a:lnTo>
                  <a:lnTo>
                    <a:pt x="512" y="89"/>
                  </a:lnTo>
                  <a:lnTo>
                    <a:pt x="512" y="89"/>
                  </a:lnTo>
                  <a:lnTo>
                    <a:pt x="512" y="89"/>
                  </a:lnTo>
                  <a:lnTo>
                    <a:pt x="510" y="91"/>
                  </a:lnTo>
                  <a:lnTo>
                    <a:pt x="510" y="91"/>
                  </a:lnTo>
                  <a:lnTo>
                    <a:pt x="510" y="91"/>
                  </a:lnTo>
                  <a:lnTo>
                    <a:pt x="510" y="91"/>
                  </a:lnTo>
                  <a:lnTo>
                    <a:pt x="510" y="93"/>
                  </a:lnTo>
                  <a:lnTo>
                    <a:pt x="510" y="93"/>
                  </a:lnTo>
                  <a:lnTo>
                    <a:pt x="510" y="93"/>
                  </a:lnTo>
                  <a:lnTo>
                    <a:pt x="512" y="95"/>
                  </a:lnTo>
                  <a:lnTo>
                    <a:pt x="512" y="95"/>
                  </a:lnTo>
                  <a:lnTo>
                    <a:pt x="512" y="95"/>
                  </a:lnTo>
                  <a:lnTo>
                    <a:pt x="512" y="95"/>
                  </a:lnTo>
                  <a:lnTo>
                    <a:pt x="512" y="95"/>
                  </a:lnTo>
                  <a:lnTo>
                    <a:pt x="512" y="97"/>
                  </a:lnTo>
                  <a:lnTo>
                    <a:pt x="512" y="97"/>
                  </a:lnTo>
                  <a:lnTo>
                    <a:pt x="512" y="97"/>
                  </a:lnTo>
                  <a:lnTo>
                    <a:pt x="512" y="97"/>
                  </a:lnTo>
                  <a:lnTo>
                    <a:pt x="512" y="99"/>
                  </a:lnTo>
                  <a:lnTo>
                    <a:pt x="512" y="99"/>
                  </a:lnTo>
                  <a:lnTo>
                    <a:pt x="512" y="99"/>
                  </a:lnTo>
                  <a:lnTo>
                    <a:pt x="512" y="101"/>
                  </a:lnTo>
                  <a:lnTo>
                    <a:pt x="512" y="101"/>
                  </a:lnTo>
                  <a:lnTo>
                    <a:pt x="514" y="101"/>
                  </a:lnTo>
                  <a:lnTo>
                    <a:pt x="514" y="101"/>
                  </a:lnTo>
                  <a:lnTo>
                    <a:pt x="514" y="101"/>
                  </a:lnTo>
                  <a:lnTo>
                    <a:pt x="514" y="101"/>
                  </a:lnTo>
                  <a:lnTo>
                    <a:pt x="514" y="103"/>
                  </a:lnTo>
                  <a:lnTo>
                    <a:pt x="514" y="103"/>
                  </a:lnTo>
                  <a:lnTo>
                    <a:pt x="514" y="105"/>
                  </a:lnTo>
                  <a:lnTo>
                    <a:pt x="514" y="105"/>
                  </a:lnTo>
                  <a:lnTo>
                    <a:pt x="514" y="105"/>
                  </a:lnTo>
                  <a:lnTo>
                    <a:pt x="514" y="105"/>
                  </a:lnTo>
                  <a:lnTo>
                    <a:pt x="516" y="105"/>
                  </a:lnTo>
                  <a:lnTo>
                    <a:pt x="516" y="107"/>
                  </a:lnTo>
                  <a:lnTo>
                    <a:pt x="516" y="107"/>
                  </a:lnTo>
                  <a:lnTo>
                    <a:pt x="514" y="108"/>
                  </a:lnTo>
                  <a:lnTo>
                    <a:pt x="514" y="108"/>
                  </a:lnTo>
                  <a:lnTo>
                    <a:pt x="516" y="108"/>
                  </a:lnTo>
                  <a:lnTo>
                    <a:pt x="516" y="108"/>
                  </a:lnTo>
                  <a:lnTo>
                    <a:pt x="516" y="108"/>
                  </a:lnTo>
                  <a:lnTo>
                    <a:pt x="516" y="110"/>
                  </a:lnTo>
                  <a:lnTo>
                    <a:pt x="516" y="110"/>
                  </a:lnTo>
                  <a:lnTo>
                    <a:pt x="516" y="112"/>
                  </a:lnTo>
                  <a:lnTo>
                    <a:pt x="516" y="112"/>
                  </a:lnTo>
                  <a:lnTo>
                    <a:pt x="516" y="112"/>
                  </a:lnTo>
                  <a:lnTo>
                    <a:pt x="516" y="112"/>
                  </a:lnTo>
                  <a:lnTo>
                    <a:pt x="516" y="114"/>
                  </a:lnTo>
                  <a:lnTo>
                    <a:pt x="516" y="114"/>
                  </a:lnTo>
                  <a:lnTo>
                    <a:pt x="516" y="114"/>
                  </a:lnTo>
                  <a:lnTo>
                    <a:pt x="518" y="114"/>
                  </a:lnTo>
                  <a:lnTo>
                    <a:pt x="518" y="116"/>
                  </a:lnTo>
                  <a:lnTo>
                    <a:pt x="522" y="116"/>
                  </a:lnTo>
                  <a:lnTo>
                    <a:pt x="522" y="116"/>
                  </a:lnTo>
                  <a:lnTo>
                    <a:pt x="522" y="118"/>
                  </a:lnTo>
                  <a:lnTo>
                    <a:pt x="524" y="118"/>
                  </a:lnTo>
                  <a:lnTo>
                    <a:pt x="524" y="120"/>
                  </a:lnTo>
                  <a:lnTo>
                    <a:pt x="524" y="120"/>
                  </a:lnTo>
                  <a:lnTo>
                    <a:pt x="524" y="120"/>
                  </a:lnTo>
                  <a:lnTo>
                    <a:pt x="524" y="122"/>
                  </a:lnTo>
                  <a:lnTo>
                    <a:pt x="524" y="122"/>
                  </a:lnTo>
                  <a:lnTo>
                    <a:pt x="524" y="122"/>
                  </a:lnTo>
                  <a:lnTo>
                    <a:pt x="524" y="124"/>
                  </a:lnTo>
                  <a:lnTo>
                    <a:pt x="524" y="124"/>
                  </a:lnTo>
                  <a:lnTo>
                    <a:pt x="522" y="124"/>
                  </a:lnTo>
                  <a:lnTo>
                    <a:pt x="522" y="126"/>
                  </a:lnTo>
                  <a:lnTo>
                    <a:pt x="520" y="126"/>
                  </a:lnTo>
                  <a:lnTo>
                    <a:pt x="520" y="126"/>
                  </a:lnTo>
                  <a:lnTo>
                    <a:pt x="520" y="126"/>
                  </a:lnTo>
                  <a:lnTo>
                    <a:pt x="520" y="126"/>
                  </a:lnTo>
                  <a:lnTo>
                    <a:pt x="520" y="128"/>
                  </a:lnTo>
                  <a:lnTo>
                    <a:pt x="518" y="128"/>
                  </a:lnTo>
                  <a:lnTo>
                    <a:pt x="518" y="130"/>
                  </a:lnTo>
                  <a:lnTo>
                    <a:pt x="518" y="130"/>
                  </a:lnTo>
                  <a:lnTo>
                    <a:pt x="518" y="130"/>
                  </a:lnTo>
                  <a:lnTo>
                    <a:pt x="518" y="130"/>
                  </a:lnTo>
                  <a:lnTo>
                    <a:pt x="518" y="132"/>
                  </a:lnTo>
                  <a:lnTo>
                    <a:pt x="518" y="134"/>
                  </a:lnTo>
                  <a:lnTo>
                    <a:pt x="520" y="134"/>
                  </a:lnTo>
                  <a:lnTo>
                    <a:pt x="520" y="134"/>
                  </a:lnTo>
                  <a:lnTo>
                    <a:pt x="520" y="136"/>
                  </a:lnTo>
                  <a:lnTo>
                    <a:pt x="520" y="136"/>
                  </a:lnTo>
                  <a:lnTo>
                    <a:pt x="520" y="136"/>
                  </a:lnTo>
                  <a:lnTo>
                    <a:pt x="518" y="136"/>
                  </a:lnTo>
                  <a:lnTo>
                    <a:pt x="518" y="138"/>
                  </a:lnTo>
                  <a:lnTo>
                    <a:pt x="518" y="138"/>
                  </a:lnTo>
                  <a:lnTo>
                    <a:pt x="516" y="138"/>
                  </a:lnTo>
                  <a:lnTo>
                    <a:pt x="516" y="138"/>
                  </a:lnTo>
                  <a:lnTo>
                    <a:pt x="516" y="140"/>
                  </a:lnTo>
                  <a:lnTo>
                    <a:pt x="516" y="142"/>
                  </a:lnTo>
                  <a:lnTo>
                    <a:pt x="518" y="144"/>
                  </a:lnTo>
                  <a:lnTo>
                    <a:pt x="518" y="144"/>
                  </a:lnTo>
                  <a:lnTo>
                    <a:pt x="516" y="144"/>
                  </a:lnTo>
                  <a:lnTo>
                    <a:pt x="512" y="146"/>
                  </a:lnTo>
                  <a:lnTo>
                    <a:pt x="512" y="146"/>
                  </a:lnTo>
                  <a:lnTo>
                    <a:pt x="512" y="146"/>
                  </a:lnTo>
                  <a:lnTo>
                    <a:pt x="512" y="148"/>
                  </a:lnTo>
                  <a:lnTo>
                    <a:pt x="514" y="148"/>
                  </a:lnTo>
                  <a:lnTo>
                    <a:pt x="514" y="148"/>
                  </a:lnTo>
                  <a:lnTo>
                    <a:pt x="514" y="150"/>
                  </a:lnTo>
                  <a:lnTo>
                    <a:pt x="514" y="150"/>
                  </a:lnTo>
                  <a:lnTo>
                    <a:pt x="514" y="150"/>
                  </a:lnTo>
                  <a:lnTo>
                    <a:pt x="514" y="152"/>
                  </a:lnTo>
                  <a:lnTo>
                    <a:pt x="514" y="152"/>
                  </a:lnTo>
                  <a:lnTo>
                    <a:pt x="516" y="152"/>
                  </a:lnTo>
                  <a:lnTo>
                    <a:pt x="516" y="154"/>
                  </a:lnTo>
                  <a:lnTo>
                    <a:pt x="516" y="154"/>
                  </a:lnTo>
                  <a:lnTo>
                    <a:pt x="516" y="154"/>
                  </a:lnTo>
                  <a:lnTo>
                    <a:pt x="516" y="154"/>
                  </a:lnTo>
                  <a:lnTo>
                    <a:pt x="520" y="154"/>
                  </a:lnTo>
                  <a:lnTo>
                    <a:pt x="520" y="154"/>
                  </a:lnTo>
                  <a:lnTo>
                    <a:pt x="520" y="156"/>
                  </a:lnTo>
                  <a:lnTo>
                    <a:pt x="522" y="156"/>
                  </a:lnTo>
                  <a:lnTo>
                    <a:pt x="524" y="158"/>
                  </a:lnTo>
                  <a:lnTo>
                    <a:pt x="524" y="158"/>
                  </a:lnTo>
                  <a:lnTo>
                    <a:pt x="524" y="158"/>
                  </a:lnTo>
                  <a:lnTo>
                    <a:pt x="526" y="158"/>
                  </a:lnTo>
                  <a:lnTo>
                    <a:pt x="526" y="156"/>
                  </a:lnTo>
                  <a:lnTo>
                    <a:pt x="526" y="156"/>
                  </a:lnTo>
                  <a:lnTo>
                    <a:pt x="526" y="156"/>
                  </a:lnTo>
                  <a:lnTo>
                    <a:pt x="530" y="158"/>
                  </a:lnTo>
                  <a:lnTo>
                    <a:pt x="534" y="158"/>
                  </a:lnTo>
                  <a:lnTo>
                    <a:pt x="538" y="156"/>
                  </a:lnTo>
                  <a:lnTo>
                    <a:pt x="540" y="156"/>
                  </a:lnTo>
                  <a:lnTo>
                    <a:pt x="540" y="156"/>
                  </a:lnTo>
                  <a:lnTo>
                    <a:pt x="540" y="156"/>
                  </a:lnTo>
                  <a:lnTo>
                    <a:pt x="541" y="156"/>
                  </a:lnTo>
                  <a:lnTo>
                    <a:pt x="541" y="156"/>
                  </a:lnTo>
                  <a:lnTo>
                    <a:pt x="541" y="158"/>
                  </a:lnTo>
                  <a:lnTo>
                    <a:pt x="540" y="160"/>
                  </a:lnTo>
                  <a:lnTo>
                    <a:pt x="540" y="161"/>
                  </a:lnTo>
                  <a:lnTo>
                    <a:pt x="541" y="161"/>
                  </a:lnTo>
                  <a:lnTo>
                    <a:pt x="543" y="161"/>
                  </a:lnTo>
                  <a:lnTo>
                    <a:pt x="543" y="161"/>
                  </a:lnTo>
                  <a:lnTo>
                    <a:pt x="543" y="161"/>
                  </a:lnTo>
                  <a:lnTo>
                    <a:pt x="543" y="163"/>
                  </a:lnTo>
                  <a:lnTo>
                    <a:pt x="543" y="163"/>
                  </a:lnTo>
                  <a:lnTo>
                    <a:pt x="543" y="165"/>
                  </a:lnTo>
                  <a:lnTo>
                    <a:pt x="545" y="165"/>
                  </a:lnTo>
                  <a:lnTo>
                    <a:pt x="545" y="165"/>
                  </a:lnTo>
                  <a:lnTo>
                    <a:pt x="545" y="165"/>
                  </a:lnTo>
                  <a:lnTo>
                    <a:pt x="545" y="167"/>
                  </a:lnTo>
                  <a:lnTo>
                    <a:pt x="545" y="167"/>
                  </a:lnTo>
                  <a:lnTo>
                    <a:pt x="545" y="167"/>
                  </a:lnTo>
                  <a:lnTo>
                    <a:pt x="543" y="169"/>
                  </a:lnTo>
                  <a:lnTo>
                    <a:pt x="543" y="169"/>
                  </a:lnTo>
                  <a:lnTo>
                    <a:pt x="543" y="171"/>
                  </a:lnTo>
                  <a:lnTo>
                    <a:pt x="543" y="171"/>
                  </a:lnTo>
                  <a:lnTo>
                    <a:pt x="545" y="171"/>
                  </a:lnTo>
                  <a:lnTo>
                    <a:pt x="547" y="173"/>
                  </a:lnTo>
                  <a:lnTo>
                    <a:pt x="547" y="173"/>
                  </a:lnTo>
                  <a:lnTo>
                    <a:pt x="547" y="175"/>
                  </a:lnTo>
                  <a:lnTo>
                    <a:pt x="547" y="175"/>
                  </a:lnTo>
                  <a:lnTo>
                    <a:pt x="547" y="175"/>
                  </a:lnTo>
                  <a:lnTo>
                    <a:pt x="547" y="175"/>
                  </a:lnTo>
                  <a:lnTo>
                    <a:pt x="547" y="177"/>
                  </a:lnTo>
                  <a:lnTo>
                    <a:pt x="547" y="177"/>
                  </a:lnTo>
                  <a:lnTo>
                    <a:pt x="547" y="177"/>
                  </a:lnTo>
                  <a:lnTo>
                    <a:pt x="543" y="181"/>
                  </a:lnTo>
                  <a:lnTo>
                    <a:pt x="543" y="181"/>
                  </a:lnTo>
                  <a:lnTo>
                    <a:pt x="543" y="181"/>
                  </a:lnTo>
                  <a:lnTo>
                    <a:pt x="543" y="183"/>
                  </a:lnTo>
                  <a:lnTo>
                    <a:pt x="543" y="183"/>
                  </a:lnTo>
                  <a:lnTo>
                    <a:pt x="543" y="183"/>
                  </a:lnTo>
                  <a:lnTo>
                    <a:pt x="543" y="183"/>
                  </a:lnTo>
                  <a:lnTo>
                    <a:pt x="543" y="185"/>
                  </a:lnTo>
                  <a:lnTo>
                    <a:pt x="543" y="187"/>
                  </a:lnTo>
                  <a:lnTo>
                    <a:pt x="543" y="187"/>
                  </a:lnTo>
                  <a:lnTo>
                    <a:pt x="543" y="187"/>
                  </a:lnTo>
                  <a:lnTo>
                    <a:pt x="541" y="189"/>
                  </a:lnTo>
                  <a:lnTo>
                    <a:pt x="541" y="191"/>
                  </a:lnTo>
                  <a:lnTo>
                    <a:pt x="541" y="191"/>
                  </a:lnTo>
                  <a:lnTo>
                    <a:pt x="541" y="191"/>
                  </a:lnTo>
                  <a:lnTo>
                    <a:pt x="540" y="193"/>
                  </a:lnTo>
                  <a:lnTo>
                    <a:pt x="540" y="193"/>
                  </a:lnTo>
                  <a:lnTo>
                    <a:pt x="540" y="193"/>
                  </a:lnTo>
                  <a:lnTo>
                    <a:pt x="536" y="201"/>
                  </a:lnTo>
                  <a:lnTo>
                    <a:pt x="536" y="201"/>
                  </a:lnTo>
                  <a:lnTo>
                    <a:pt x="536" y="201"/>
                  </a:lnTo>
                  <a:lnTo>
                    <a:pt x="536" y="201"/>
                  </a:lnTo>
                  <a:lnTo>
                    <a:pt x="536" y="203"/>
                  </a:lnTo>
                  <a:lnTo>
                    <a:pt x="536" y="203"/>
                  </a:lnTo>
                  <a:lnTo>
                    <a:pt x="536" y="205"/>
                  </a:lnTo>
                  <a:lnTo>
                    <a:pt x="536" y="209"/>
                  </a:lnTo>
                  <a:lnTo>
                    <a:pt x="536" y="211"/>
                  </a:lnTo>
                  <a:lnTo>
                    <a:pt x="538" y="213"/>
                  </a:lnTo>
                  <a:lnTo>
                    <a:pt x="538" y="214"/>
                  </a:lnTo>
                  <a:lnTo>
                    <a:pt x="538" y="216"/>
                  </a:lnTo>
                  <a:lnTo>
                    <a:pt x="538" y="216"/>
                  </a:lnTo>
                  <a:lnTo>
                    <a:pt x="538" y="216"/>
                  </a:lnTo>
                  <a:lnTo>
                    <a:pt x="540" y="216"/>
                  </a:lnTo>
                  <a:lnTo>
                    <a:pt x="540" y="218"/>
                  </a:lnTo>
                  <a:lnTo>
                    <a:pt x="541" y="218"/>
                  </a:lnTo>
                  <a:lnTo>
                    <a:pt x="541" y="218"/>
                  </a:lnTo>
                  <a:lnTo>
                    <a:pt x="541" y="220"/>
                  </a:lnTo>
                  <a:lnTo>
                    <a:pt x="541" y="220"/>
                  </a:lnTo>
                  <a:lnTo>
                    <a:pt x="541" y="220"/>
                  </a:lnTo>
                  <a:lnTo>
                    <a:pt x="541" y="220"/>
                  </a:lnTo>
                  <a:lnTo>
                    <a:pt x="541" y="222"/>
                  </a:lnTo>
                  <a:lnTo>
                    <a:pt x="543" y="222"/>
                  </a:lnTo>
                  <a:lnTo>
                    <a:pt x="543" y="222"/>
                  </a:lnTo>
                  <a:lnTo>
                    <a:pt x="543" y="222"/>
                  </a:lnTo>
                  <a:lnTo>
                    <a:pt x="549" y="228"/>
                  </a:lnTo>
                  <a:lnTo>
                    <a:pt x="549" y="230"/>
                  </a:lnTo>
                  <a:lnTo>
                    <a:pt x="549" y="230"/>
                  </a:lnTo>
                  <a:lnTo>
                    <a:pt x="551" y="232"/>
                  </a:lnTo>
                  <a:lnTo>
                    <a:pt x="551" y="232"/>
                  </a:lnTo>
                  <a:lnTo>
                    <a:pt x="551" y="232"/>
                  </a:lnTo>
                  <a:lnTo>
                    <a:pt x="551" y="232"/>
                  </a:lnTo>
                  <a:lnTo>
                    <a:pt x="551" y="234"/>
                  </a:lnTo>
                  <a:lnTo>
                    <a:pt x="551" y="234"/>
                  </a:lnTo>
                  <a:lnTo>
                    <a:pt x="549" y="234"/>
                  </a:lnTo>
                  <a:lnTo>
                    <a:pt x="549" y="234"/>
                  </a:lnTo>
                  <a:lnTo>
                    <a:pt x="549" y="234"/>
                  </a:lnTo>
                  <a:lnTo>
                    <a:pt x="549" y="236"/>
                  </a:lnTo>
                  <a:lnTo>
                    <a:pt x="549" y="236"/>
                  </a:lnTo>
                  <a:lnTo>
                    <a:pt x="549" y="236"/>
                  </a:lnTo>
                  <a:lnTo>
                    <a:pt x="549" y="236"/>
                  </a:lnTo>
                  <a:lnTo>
                    <a:pt x="549" y="238"/>
                  </a:lnTo>
                  <a:lnTo>
                    <a:pt x="551" y="238"/>
                  </a:lnTo>
                  <a:lnTo>
                    <a:pt x="551" y="238"/>
                  </a:lnTo>
                  <a:lnTo>
                    <a:pt x="551" y="240"/>
                  </a:lnTo>
                  <a:lnTo>
                    <a:pt x="551" y="240"/>
                  </a:lnTo>
                  <a:lnTo>
                    <a:pt x="551" y="240"/>
                  </a:lnTo>
                  <a:lnTo>
                    <a:pt x="551" y="242"/>
                  </a:lnTo>
                  <a:lnTo>
                    <a:pt x="549" y="242"/>
                  </a:lnTo>
                  <a:lnTo>
                    <a:pt x="549" y="244"/>
                  </a:lnTo>
                  <a:lnTo>
                    <a:pt x="549" y="244"/>
                  </a:lnTo>
                  <a:lnTo>
                    <a:pt x="549" y="244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8"/>
                  </a:lnTo>
                  <a:lnTo>
                    <a:pt x="549" y="248"/>
                  </a:lnTo>
                  <a:lnTo>
                    <a:pt x="549" y="248"/>
                  </a:lnTo>
                  <a:lnTo>
                    <a:pt x="549" y="250"/>
                  </a:lnTo>
                  <a:lnTo>
                    <a:pt x="551" y="250"/>
                  </a:lnTo>
                  <a:lnTo>
                    <a:pt x="553" y="250"/>
                  </a:lnTo>
                  <a:lnTo>
                    <a:pt x="553" y="250"/>
                  </a:lnTo>
                  <a:lnTo>
                    <a:pt x="553" y="250"/>
                  </a:lnTo>
                  <a:lnTo>
                    <a:pt x="555" y="250"/>
                  </a:lnTo>
                  <a:lnTo>
                    <a:pt x="555" y="250"/>
                  </a:lnTo>
                  <a:lnTo>
                    <a:pt x="557" y="250"/>
                  </a:lnTo>
                  <a:lnTo>
                    <a:pt x="557" y="250"/>
                  </a:lnTo>
                  <a:lnTo>
                    <a:pt x="561" y="252"/>
                  </a:lnTo>
                  <a:lnTo>
                    <a:pt x="561" y="252"/>
                  </a:lnTo>
                  <a:lnTo>
                    <a:pt x="563" y="252"/>
                  </a:lnTo>
                  <a:lnTo>
                    <a:pt x="563" y="254"/>
                  </a:lnTo>
                  <a:lnTo>
                    <a:pt x="563" y="254"/>
                  </a:lnTo>
                  <a:lnTo>
                    <a:pt x="565" y="254"/>
                  </a:lnTo>
                  <a:lnTo>
                    <a:pt x="565" y="256"/>
                  </a:lnTo>
                  <a:lnTo>
                    <a:pt x="565" y="256"/>
                  </a:lnTo>
                  <a:lnTo>
                    <a:pt x="565" y="258"/>
                  </a:lnTo>
                  <a:lnTo>
                    <a:pt x="565" y="258"/>
                  </a:lnTo>
                  <a:lnTo>
                    <a:pt x="567" y="260"/>
                  </a:lnTo>
                  <a:lnTo>
                    <a:pt x="567" y="260"/>
                  </a:lnTo>
                  <a:lnTo>
                    <a:pt x="567" y="260"/>
                  </a:lnTo>
                  <a:lnTo>
                    <a:pt x="567" y="260"/>
                  </a:lnTo>
                  <a:lnTo>
                    <a:pt x="567" y="260"/>
                  </a:lnTo>
                  <a:lnTo>
                    <a:pt x="571" y="260"/>
                  </a:lnTo>
                  <a:lnTo>
                    <a:pt x="571" y="260"/>
                  </a:lnTo>
                  <a:lnTo>
                    <a:pt x="571" y="260"/>
                  </a:lnTo>
                  <a:lnTo>
                    <a:pt x="571" y="260"/>
                  </a:lnTo>
                  <a:lnTo>
                    <a:pt x="573" y="260"/>
                  </a:lnTo>
                  <a:lnTo>
                    <a:pt x="573" y="260"/>
                  </a:lnTo>
                  <a:lnTo>
                    <a:pt x="573" y="260"/>
                  </a:lnTo>
                  <a:lnTo>
                    <a:pt x="575" y="258"/>
                  </a:lnTo>
                  <a:lnTo>
                    <a:pt x="575" y="258"/>
                  </a:lnTo>
                  <a:lnTo>
                    <a:pt x="575" y="258"/>
                  </a:lnTo>
                  <a:lnTo>
                    <a:pt x="575" y="258"/>
                  </a:lnTo>
                  <a:lnTo>
                    <a:pt x="577" y="258"/>
                  </a:lnTo>
                  <a:lnTo>
                    <a:pt x="577" y="258"/>
                  </a:lnTo>
                  <a:lnTo>
                    <a:pt x="577" y="258"/>
                  </a:lnTo>
                  <a:lnTo>
                    <a:pt x="579" y="258"/>
                  </a:lnTo>
                  <a:lnTo>
                    <a:pt x="581" y="258"/>
                  </a:lnTo>
                  <a:lnTo>
                    <a:pt x="581" y="258"/>
                  </a:lnTo>
                  <a:lnTo>
                    <a:pt x="581" y="260"/>
                  </a:lnTo>
                  <a:lnTo>
                    <a:pt x="581" y="260"/>
                  </a:lnTo>
                  <a:lnTo>
                    <a:pt x="581" y="260"/>
                  </a:lnTo>
                  <a:lnTo>
                    <a:pt x="581" y="262"/>
                  </a:lnTo>
                  <a:lnTo>
                    <a:pt x="581" y="262"/>
                  </a:lnTo>
                  <a:lnTo>
                    <a:pt x="581" y="264"/>
                  </a:lnTo>
                  <a:lnTo>
                    <a:pt x="583" y="264"/>
                  </a:lnTo>
                  <a:lnTo>
                    <a:pt x="583" y="264"/>
                  </a:lnTo>
                  <a:lnTo>
                    <a:pt x="583" y="264"/>
                  </a:lnTo>
                  <a:lnTo>
                    <a:pt x="583" y="266"/>
                  </a:lnTo>
                  <a:lnTo>
                    <a:pt x="583" y="266"/>
                  </a:lnTo>
                  <a:lnTo>
                    <a:pt x="581" y="266"/>
                  </a:lnTo>
                  <a:lnTo>
                    <a:pt x="581" y="268"/>
                  </a:lnTo>
                  <a:lnTo>
                    <a:pt x="581" y="268"/>
                  </a:lnTo>
                  <a:lnTo>
                    <a:pt x="581" y="269"/>
                  </a:lnTo>
                  <a:lnTo>
                    <a:pt x="581" y="269"/>
                  </a:lnTo>
                  <a:lnTo>
                    <a:pt x="581" y="271"/>
                  </a:lnTo>
                  <a:lnTo>
                    <a:pt x="581" y="273"/>
                  </a:lnTo>
                  <a:lnTo>
                    <a:pt x="581" y="273"/>
                  </a:lnTo>
                  <a:lnTo>
                    <a:pt x="581" y="275"/>
                  </a:lnTo>
                  <a:lnTo>
                    <a:pt x="581" y="275"/>
                  </a:lnTo>
                  <a:lnTo>
                    <a:pt x="581" y="275"/>
                  </a:lnTo>
                  <a:lnTo>
                    <a:pt x="579" y="275"/>
                  </a:lnTo>
                  <a:lnTo>
                    <a:pt x="579" y="275"/>
                  </a:lnTo>
                  <a:lnTo>
                    <a:pt x="579" y="277"/>
                  </a:lnTo>
                  <a:lnTo>
                    <a:pt x="579" y="277"/>
                  </a:lnTo>
                  <a:lnTo>
                    <a:pt x="577" y="279"/>
                  </a:lnTo>
                  <a:lnTo>
                    <a:pt x="577" y="281"/>
                  </a:lnTo>
                  <a:lnTo>
                    <a:pt x="577" y="281"/>
                  </a:lnTo>
                  <a:lnTo>
                    <a:pt x="577" y="281"/>
                  </a:lnTo>
                  <a:lnTo>
                    <a:pt x="577" y="283"/>
                  </a:lnTo>
                  <a:lnTo>
                    <a:pt x="577" y="283"/>
                  </a:lnTo>
                  <a:lnTo>
                    <a:pt x="575" y="283"/>
                  </a:lnTo>
                  <a:lnTo>
                    <a:pt x="575" y="285"/>
                  </a:lnTo>
                  <a:lnTo>
                    <a:pt x="575" y="285"/>
                  </a:lnTo>
                  <a:lnTo>
                    <a:pt x="575" y="287"/>
                  </a:lnTo>
                  <a:lnTo>
                    <a:pt x="575" y="287"/>
                  </a:lnTo>
                  <a:lnTo>
                    <a:pt x="575" y="289"/>
                  </a:lnTo>
                  <a:lnTo>
                    <a:pt x="575" y="289"/>
                  </a:lnTo>
                  <a:lnTo>
                    <a:pt x="575" y="289"/>
                  </a:lnTo>
                  <a:lnTo>
                    <a:pt x="575" y="291"/>
                  </a:lnTo>
                  <a:lnTo>
                    <a:pt x="575" y="291"/>
                  </a:lnTo>
                  <a:lnTo>
                    <a:pt x="577" y="291"/>
                  </a:lnTo>
                  <a:lnTo>
                    <a:pt x="577" y="291"/>
                  </a:lnTo>
                  <a:lnTo>
                    <a:pt x="577" y="291"/>
                  </a:lnTo>
                  <a:lnTo>
                    <a:pt x="577" y="293"/>
                  </a:lnTo>
                  <a:lnTo>
                    <a:pt x="577" y="293"/>
                  </a:lnTo>
                  <a:lnTo>
                    <a:pt x="577" y="295"/>
                  </a:lnTo>
                  <a:lnTo>
                    <a:pt x="577" y="295"/>
                  </a:lnTo>
                  <a:lnTo>
                    <a:pt x="577" y="297"/>
                  </a:lnTo>
                  <a:lnTo>
                    <a:pt x="577" y="297"/>
                  </a:lnTo>
                  <a:lnTo>
                    <a:pt x="577" y="297"/>
                  </a:lnTo>
                  <a:lnTo>
                    <a:pt x="577" y="297"/>
                  </a:lnTo>
                  <a:lnTo>
                    <a:pt x="577" y="299"/>
                  </a:lnTo>
                  <a:lnTo>
                    <a:pt x="577" y="299"/>
                  </a:lnTo>
                  <a:lnTo>
                    <a:pt x="577" y="299"/>
                  </a:lnTo>
                  <a:lnTo>
                    <a:pt x="575" y="301"/>
                  </a:lnTo>
                  <a:lnTo>
                    <a:pt x="575" y="301"/>
                  </a:lnTo>
                  <a:lnTo>
                    <a:pt x="575" y="301"/>
                  </a:lnTo>
                  <a:lnTo>
                    <a:pt x="575" y="301"/>
                  </a:lnTo>
                  <a:lnTo>
                    <a:pt x="573" y="301"/>
                  </a:lnTo>
                  <a:lnTo>
                    <a:pt x="573" y="301"/>
                  </a:lnTo>
                  <a:lnTo>
                    <a:pt x="573" y="301"/>
                  </a:lnTo>
                  <a:lnTo>
                    <a:pt x="573" y="301"/>
                  </a:lnTo>
                  <a:lnTo>
                    <a:pt x="573" y="301"/>
                  </a:lnTo>
                  <a:lnTo>
                    <a:pt x="569" y="301"/>
                  </a:lnTo>
                  <a:lnTo>
                    <a:pt x="569" y="301"/>
                  </a:lnTo>
                  <a:lnTo>
                    <a:pt x="569" y="301"/>
                  </a:lnTo>
                  <a:lnTo>
                    <a:pt x="569" y="301"/>
                  </a:lnTo>
                  <a:lnTo>
                    <a:pt x="569" y="303"/>
                  </a:lnTo>
                  <a:lnTo>
                    <a:pt x="569" y="303"/>
                  </a:lnTo>
                  <a:lnTo>
                    <a:pt x="571" y="303"/>
                  </a:lnTo>
                  <a:lnTo>
                    <a:pt x="571" y="303"/>
                  </a:lnTo>
                  <a:lnTo>
                    <a:pt x="571" y="303"/>
                  </a:lnTo>
                  <a:lnTo>
                    <a:pt x="571" y="305"/>
                  </a:lnTo>
                  <a:lnTo>
                    <a:pt x="571" y="305"/>
                  </a:lnTo>
                  <a:lnTo>
                    <a:pt x="573" y="305"/>
                  </a:lnTo>
                  <a:lnTo>
                    <a:pt x="573" y="307"/>
                  </a:lnTo>
                  <a:lnTo>
                    <a:pt x="573" y="307"/>
                  </a:lnTo>
                  <a:lnTo>
                    <a:pt x="573" y="309"/>
                  </a:lnTo>
                  <a:lnTo>
                    <a:pt x="573" y="309"/>
                  </a:lnTo>
                  <a:lnTo>
                    <a:pt x="571" y="309"/>
                  </a:lnTo>
                  <a:lnTo>
                    <a:pt x="571" y="311"/>
                  </a:lnTo>
                  <a:lnTo>
                    <a:pt x="569" y="311"/>
                  </a:lnTo>
                  <a:lnTo>
                    <a:pt x="569" y="311"/>
                  </a:lnTo>
                  <a:lnTo>
                    <a:pt x="569" y="315"/>
                  </a:lnTo>
                  <a:lnTo>
                    <a:pt x="569" y="315"/>
                  </a:lnTo>
                  <a:lnTo>
                    <a:pt x="569" y="315"/>
                  </a:lnTo>
                  <a:lnTo>
                    <a:pt x="567" y="317"/>
                  </a:lnTo>
                  <a:lnTo>
                    <a:pt x="567" y="317"/>
                  </a:lnTo>
                  <a:lnTo>
                    <a:pt x="567" y="319"/>
                  </a:lnTo>
                  <a:lnTo>
                    <a:pt x="565" y="321"/>
                  </a:lnTo>
                  <a:lnTo>
                    <a:pt x="565" y="321"/>
                  </a:lnTo>
                  <a:lnTo>
                    <a:pt x="565" y="321"/>
                  </a:lnTo>
                  <a:lnTo>
                    <a:pt x="567" y="321"/>
                  </a:lnTo>
                  <a:lnTo>
                    <a:pt x="567" y="322"/>
                  </a:lnTo>
                  <a:lnTo>
                    <a:pt x="567" y="322"/>
                  </a:lnTo>
                  <a:lnTo>
                    <a:pt x="567" y="322"/>
                  </a:lnTo>
                  <a:lnTo>
                    <a:pt x="567" y="324"/>
                  </a:lnTo>
                  <a:lnTo>
                    <a:pt x="567" y="324"/>
                  </a:lnTo>
                  <a:lnTo>
                    <a:pt x="567" y="324"/>
                  </a:lnTo>
                  <a:lnTo>
                    <a:pt x="567" y="326"/>
                  </a:lnTo>
                  <a:lnTo>
                    <a:pt x="567" y="326"/>
                  </a:lnTo>
                  <a:lnTo>
                    <a:pt x="567" y="326"/>
                  </a:lnTo>
                  <a:lnTo>
                    <a:pt x="565" y="326"/>
                  </a:lnTo>
                  <a:lnTo>
                    <a:pt x="565" y="328"/>
                  </a:lnTo>
                  <a:lnTo>
                    <a:pt x="565" y="328"/>
                  </a:lnTo>
                  <a:lnTo>
                    <a:pt x="565" y="328"/>
                  </a:lnTo>
                  <a:lnTo>
                    <a:pt x="565" y="328"/>
                  </a:lnTo>
                  <a:lnTo>
                    <a:pt x="565" y="330"/>
                  </a:lnTo>
                  <a:lnTo>
                    <a:pt x="565" y="330"/>
                  </a:lnTo>
                  <a:lnTo>
                    <a:pt x="565" y="330"/>
                  </a:lnTo>
                  <a:lnTo>
                    <a:pt x="565" y="330"/>
                  </a:lnTo>
                  <a:lnTo>
                    <a:pt x="563" y="332"/>
                  </a:lnTo>
                  <a:lnTo>
                    <a:pt x="563" y="332"/>
                  </a:lnTo>
                  <a:lnTo>
                    <a:pt x="563" y="332"/>
                  </a:lnTo>
                  <a:lnTo>
                    <a:pt x="563" y="334"/>
                  </a:lnTo>
                  <a:lnTo>
                    <a:pt x="563" y="334"/>
                  </a:lnTo>
                  <a:lnTo>
                    <a:pt x="563" y="334"/>
                  </a:lnTo>
                  <a:lnTo>
                    <a:pt x="563" y="334"/>
                  </a:lnTo>
                  <a:lnTo>
                    <a:pt x="565" y="336"/>
                  </a:lnTo>
                  <a:lnTo>
                    <a:pt x="563" y="336"/>
                  </a:lnTo>
                  <a:lnTo>
                    <a:pt x="563" y="338"/>
                  </a:lnTo>
                  <a:lnTo>
                    <a:pt x="563" y="338"/>
                  </a:lnTo>
                  <a:lnTo>
                    <a:pt x="563" y="338"/>
                  </a:lnTo>
                  <a:lnTo>
                    <a:pt x="563" y="338"/>
                  </a:lnTo>
                  <a:lnTo>
                    <a:pt x="561" y="340"/>
                  </a:lnTo>
                  <a:lnTo>
                    <a:pt x="561" y="340"/>
                  </a:lnTo>
                  <a:lnTo>
                    <a:pt x="561" y="342"/>
                  </a:lnTo>
                  <a:lnTo>
                    <a:pt x="561" y="344"/>
                  </a:lnTo>
                  <a:lnTo>
                    <a:pt x="561" y="346"/>
                  </a:lnTo>
                  <a:lnTo>
                    <a:pt x="561" y="348"/>
                  </a:lnTo>
                  <a:lnTo>
                    <a:pt x="561" y="348"/>
                  </a:lnTo>
                  <a:lnTo>
                    <a:pt x="561" y="348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52"/>
                  </a:lnTo>
                  <a:lnTo>
                    <a:pt x="563" y="352"/>
                  </a:lnTo>
                  <a:lnTo>
                    <a:pt x="563" y="352"/>
                  </a:lnTo>
                  <a:lnTo>
                    <a:pt x="563" y="354"/>
                  </a:lnTo>
                  <a:lnTo>
                    <a:pt x="563" y="354"/>
                  </a:lnTo>
                  <a:lnTo>
                    <a:pt x="563" y="356"/>
                  </a:lnTo>
                  <a:lnTo>
                    <a:pt x="563" y="356"/>
                  </a:lnTo>
                  <a:lnTo>
                    <a:pt x="565" y="356"/>
                  </a:lnTo>
                  <a:lnTo>
                    <a:pt x="565" y="356"/>
                  </a:lnTo>
                  <a:lnTo>
                    <a:pt x="565" y="356"/>
                  </a:lnTo>
                  <a:lnTo>
                    <a:pt x="565" y="358"/>
                  </a:lnTo>
                  <a:lnTo>
                    <a:pt x="565" y="360"/>
                  </a:lnTo>
                  <a:lnTo>
                    <a:pt x="565" y="360"/>
                  </a:lnTo>
                  <a:lnTo>
                    <a:pt x="563" y="362"/>
                  </a:lnTo>
                  <a:lnTo>
                    <a:pt x="563" y="362"/>
                  </a:lnTo>
                  <a:lnTo>
                    <a:pt x="563" y="362"/>
                  </a:lnTo>
                  <a:lnTo>
                    <a:pt x="563" y="362"/>
                  </a:lnTo>
                  <a:lnTo>
                    <a:pt x="563" y="364"/>
                  </a:lnTo>
                  <a:lnTo>
                    <a:pt x="563" y="366"/>
                  </a:lnTo>
                  <a:lnTo>
                    <a:pt x="563" y="366"/>
                  </a:lnTo>
                  <a:lnTo>
                    <a:pt x="563" y="366"/>
                  </a:lnTo>
                  <a:lnTo>
                    <a:pt x="561" y="366"/>
                  </a:lnTo>
                  <a:lnTo>
                    <a:pt x="561" y="366"/>
                  </a:lnTo>
                  <a:lnTo>
                    <a:pt x="561" y="368"/>
                  </a:lnTo>
                  <a:lnTo>
                    <a:pt x="561" y="368"/>
                  </a:lnTo>
                  <a:lnTo>
                    <a:pt x="561" y="368"/>
                  </a:lnTo>
                  <a:lnTo>
                    <a:pt x="561" y="368"/>
                  </a:lnTo>
                  <a:lnTo>
                    <a:pt x="561" y="368"/>
                  </a:lnTo>
                  <a:lnTo>
                    <a:pt x="561" y="370"/>
                  </a:lnTo>
                  <a:lnTo>
                    <a:pt x="561" y="370"/>
                  </a:lnTo>
                  <a:lnTo>
                    <a:pt x="563" y="370"/>
                  </a:lnTo>
                  <a:lnTo>
                    <a:pt x="563" y="370"/>
                  </a:lnTo>
                  <a:lnTo>
                    <a:pt x="563" y="372"/>
                  </a:lnTo>
                  <a:lnTo>
                    <a:pt x="561" y="372"/>
                  </a:lnTo>
                  <a:lnTo>
                    <a:pt x="561" y="372"/>
                  </a:lnTo>
                  <a:lnTo>
                    <a:pt x="561" y="374"/>
                  </a:lnTo>
                  <a:lnTo>
                    <a:pt x="559" y="376"/>
                  </a:lnTo>
                  <a:lnTo>
                    <a:pt x="557" y="377"/>
                  </a:lnTo>
                  <a:lnTo>
                    <a:pt x="557" y="379"/>
                  </a:lnTo>
                  <a:lnTo>
                    <a:pt x="557" y="379"/>
                  </a:lnTo>
                  <a:lnTo>
                    <a:pt x="557" y="381"/>
                  </a:lnTo>
                  <a:lnTo>
                    <a:pt x="557" y="383"/>
                  </a:lnTo>
                  <a:lnTo>
                    <a:pt x="557" y="383"/>
                  </a:lnTo>
                  <a:lnTo>
                    <a:pt x="557" y="385"/>
                  </a:lnTo>
                  <a:lnTo>
                    <a:pt x="557" y="385"/>
                  </a:lnTo>
                  <a:lnTo>
                    <a:pt x="557" y="385"/>
                  </a:lnTo>
                  <a:lnTo>
                    <a:pt x="557" y="387"/>
                  </a:lnTo>
                  <a:lnTo>
                    <a:pt x="559" y="387"/>
                  </a:lnTo>
                  <a:lnTo>
                    <a:pt x="559" y="387"/>
                  </a:lnTo>
                  <a:lnTo>
                    <a:pt x="559" y="387"/>
                  </a:lnTo>
                  <a:lnTo>
                    <a:pt x="559" y="389"/>
                  </a:lnTo>
                  <a:lnTo>
                    <a:pt x="559" y="389"/>
                  </a:lnTo>
                  <a:lnTo>
                    <a:pt x="559" y="389"/>
                  </a:lnTo>
                  <a:lnTo>
                    <a:pt x="559" y="391"/>
                  </a:lnTo>
                  <a:lnTo>
                    <a:pt x="559" y="391"/>
                  </a:lnTo>
                  <a:lnTo>
                    <a:pt x="559" y="391"/>
                  </a:lnTo>
                  <a:lnTo>
                    <a:pt x="559" y="393"/>
                  </a:lnTo>
                  <a:lnTo>
                    <a:pt x="557" y="395"/>
                  </a:lnTo>
                  <a:lnTo>
                    <a:pt x="557" y="395"/>
                  </a:lnTo>
                  <a:lnTo>
                    <a:pt x="555" y="399"/>
                  </a:lnTo>
                  <a:lnTo>
                    <a:pt x="555" y="399"/>
                  </a:lnTo>
                  <a:lnTo>
                    <a:pt x="555" y="399"/>
                  </a:lnTo>
                  <a:lnTo>
                    <a:pt x="555" y="401"/>
                  </a:lnTo>
                  <a:lnTo>
                    <a:pt x="553" y="401"/>
                  </a:lnTo>
                  <a:lnTo>
                    <a:pt x="553" y="401"/>
                  </a:lnTo>
                  <a:lnTo>
                    <a:pt x="553" y="403"/>
                  </a:lnTo>
                  <a:lnTo>
                    <a:pt x="553" y="403"/>
                  </a:lnTo>
                  <a:lnTo>
                    <a:pt x="553" y="403"/>
                  </a:lnTo>
                  <a:lnTo>
                    <a:pt x="553" y="405"/>
                  </a:lnTo>
                  <a:lnTo>
                    <a:pt x="551" y="405"/>
                  </a:lnTo>
                  <a:lnTo>
                    <a:pt x="551" y="405"/>
                  </a:lnTo>
                  <a:lnTo>
                    <a:pt x="551" y="407"/>
                  </a:lnTo>
                  <a:lnTo>
                    <a:pt x="551" y="407"/>
                  </a:lnTo>
                  <a:lnTo>
                    <a:pt x="551" y="407"/>
                  </a:lnTo>
                  <a:lnTo>
                    <a:pt x="553" y="407"/>
                  </a:lnTo>
                  <a:lnTo>
                    <a:pt x="553" y="409"/>
                  </a:lnTo>
                  <a:lnTo>
                    <a:pt x="555" y="409"/>
                  </a:lnTo>
                  <a:lnTo>
                    <a:pt x="555" y="409"/>
                  </a:lnTo>
                  <a:lnTo>
                    <a:pt x="555" y="409"/>
                  </a:lnTo>
                  <a:lnTo>
                    <a:pt x="555" y="411"/>
                  </a:lnTo>
                  <a:lnTo>
                    <a:pt x="555" y="411"/>
                  </a:lnTo>
                  <a:lnTo>
                    <a:pt x="555" y="411"/>
                  </a:lnTo>
                  <a:lnTo>
                    <a:pt x="555" y="411"/>
                  </a:lnTo>
                  <a:lnTo>
                    <a:pt x="553" y="411"/>
                  </a:lnTo>
                  <a:lnTo>
                    <a:pt x="551" y="415"/>
                  </a:lnTo>
                  <a:lnTo>
                    <a:pt x="551" y="415"/>
                  </a:lnTo>
                  <a:lnTo>
                    <a:pt x="551" y="415"/>
                  </a:lnTo>
                  <a:lnTo>
                    <a:pt x="553" y="417"/>
                  </a:lnTo>
                  <a:lnTo>
                    <a:pt x="553" y="417"/>
                  </a:lnTo>
                  <a:lnTo>
                    <a:pt x="553" y="417"/>
                  </a:lnTo>
                  <a:lnTo>
                    <a:pt x="553" y="417"/>
                  </a:lnTo>
                  <a:lnTo>
                    <a:pt x="553" y="419"/>
                  </a:lnTo>
                  <a:lnTo>
                    <a:pt x="553" y="419"/>
                  </a:lnTo>
                  <a:lnTo>
                    <a:pt x="555" y="419"/>
                  </a:lnTo>
                  <a:lnTo>
                    <a:pt x="557" y="419"/>
                  </a:lnTo>
                  <a:lnTo>
                    <a:pt x="559" y="419"/>
                  </a:lnTo>
                  <a:lnTo>
                    <a:pt x="561" y="419"/>
                  </a:lnTo>
                  <a:lnTo>
                    <a:pt x="563" y="419"/>
                  </a:lnTo>
                  <a:lnTo>
                    <a:pt x="563" y="419"/>
                  </a:lnTo>
                  <a:lnTo>
                    <a:pt x="563" y="419"/>
                  </a:lnTo>
                  <a:lnTo>
                    <a:pt x="563" y="419"/>
                  </a:lnTo>
                  <a:lnTo>
                    <a:pt x="563" y="419"/>
                  </a:lnTo>
                  <a:lnTo>
                    <a:pt x="563" y="421"/>
                  </a:lnTo>
                  <a:lnTo>
                    <a:pt x="563" y="421"/>
                  </a:lnTo>
                  <a:lnTo>
                    <a:pt x="563" y="421"/>
                  </a:lnTo>
                  <a:lnTo>
                    <a:pt x="563" y="421"/>
                  </a:lnTo>
                  <a:lnTo>
                    <a:pt x="563" y="423"/>
                  </a:lnTo>
                  <a:lnTo>
                    <a:pt x="563" y="423"/>
                  </a:lnTo>
                  <a:lnTo>
                    <a:pt x="565" y="423"/>
                  </a:lnTo>
                  <a:lnTo>
                    <a:pt x="565" y="423"/>
                  </a:lnTo>
                  <a:lnTo>
                    <a:pt x="565" y="425"/>
                  </a:lnTo>
                  <a:lnTo>
                    <a:pt x="565" y="425"/>
                  </a:lnTo>
                  <a:lnTo>
                    <a:pt x="565" y="425"/>
                  </a:lnTo>
                  <a:lnTo>
                    <a:pt x="565" y="425"/>
                  </a:lnTo>
                  <a:lnTo>
                    <a:pt x="565" y="427"/>
                  </a:lnTo>
                  <a:lnTo>
                    <a:pt x="565" y="427"/>
                  </a:lnTo>
                  <a:lnTo>
                    <a:pt x="565" y="427"/>
                  </a:lnTo>
                  <a:lnTo>
                    <a:pt x="567" y="429"/>
                  </a:lnTo>
                  <a:lnTo>
                    <a:pt x="567" y="429"/>
                  </a:lnTo>
                  <a:lnTo>
                    <a:pt x="569" y="429"/>
                  </a:lnTo>
                  <a:lnTo>
                    <a:pt x="569" y="429"/>
                  </a:lnTo>
                  <a:lnTo>
                    <a:pt x="569" y="429"/>
                  </a:lnTo>
                  <a:lnTo>
                    <a:pt x="569" y="429"/>
                  </a:lnTo>
                  <a:lnTo>
                    <a:pt x="571" y="429"/>
                  </a:lnTo>
                  <a:lnTo>
                    <a:pt x="571" y="430"/>
                  </a:lnTo>
                  <a:lnTo>
                    <a:pt x="571" y="430"/>
                  </a:lnTo>
                  <a:lnTo>
                    <a:pt x="571" y="434"/>
                  </a:lnTo>
                  <a:lnTo>
                    <a:pt x="571" y="436"/>
                  </a:lnTo>
                  <a:lnTo>
                    <a:pt x="571" y="436"/>
                  </a:lnTo>
                  <a:lnTo>
                    <a:pt x="571" y="436"/>
                  </a:lnTo>
                  <a:lnTo>
                    <a:pt x="571" y="436"/>
                  </a:lnTo>
                  <a:lnTo>
                    <a:pt x="573" y="436"/>
                  </a:lnTo>
                  <a:lnTo>
                    <a:pt x="573" y="436"/>
                  </a:lnTo>
                  <a:lnTo>
                    <a:pt x="573" y="436"/>
                  </a:lnTo>
                  <a:lnTo>
                    <a:pt x="575" y="434"/>
                  </a:lnTo>
                  <a:lnTo>
                    <a:pt x="575" y="434"/>
                  </a:lnTo>
                  <a:lnTo>
                    <a:pt x="575" y="434"/>
                  </a:lnTo>
                  <a:lnTo>
                    <a:pt x="575" y="434"/>
                  </a:lnTo>
                  <a:lnTo>
                    <a:pt x="577" y="436"/>
                  </a:lnTo>
                  <a:lnTo>
                    <a:pt x="577" y="436"/>
                  </a:lnTo>
                  <a:lnTo>
                    <a:pt x="577" y="436"/>
                  </a:lnTo>
                  <a:lnTo>
                    <a:pt x="577" y="436"/>
                  </a:lnTo>
                  <a:lnTo>
                    <a:pt x="579" y="438"/>
                  </a:lnTo>
                  <a:lnTo>
                    <a:pt x="579" y="440"/>
                  </a:lnTo>
                  <a:lnTo>
                    <a:pt x="579" y="440"/>
                  </a:lnTo>
                  <a:lnTo>
                    <a:pt x="579" y="440"/>
                  </a:lnTo>
                  <a:lnTo>
                    <a:pt x="581" y="442"/>
                  </a:lnTo>
                  <a:lnTo>
                    <a:pt x="581" y="442"/>
                  </a:lnTo>
                  <a:lnTo>
                    <a:pt x="581" y="442"/>
                  </a:lnTo>
                  <a:lnTo>
                    <a:pt x="581" y="442"/>
                  </a:lnTo>
                  <a:lnTo>
                    <a:pt x="583" y="440"/>
                  </a:lnTo>
                  <a:lnTo>
                    <a:pt x="583" y="440"/>
                  </a:lnTo>
                  <a:lnTo>
                    <a:pt x="585" y="438"/>
                  </a:lnTo>
                  <a:lnTo>
                    <a:pt x="589" y="438"/>
                  </a:lnTo>
                  <a:lnTo>
                    <a:pt x="589" y="438"/>
                  </a:lnTo>
                  <a:lnTo>
                    <a:pt x="589" y="440"/>
                  </a:lnTo>
                  <a:lnTo>
                    <a:pt x="589" y="440"/>
                  </a:lnTo>
                  <a:lnTo>
                    <a:pt x="592" y="440"/>
                  </a:lnTo>
                  <a:lnTo>
                    <a:pt x="594" y="440"/>
                  </a:lnTo>
                  <a:lnTo>
                    <a:pt x="596" y="438"/>
                  </a:lnTo>
                  <a:lnTo>
                    <a:pt x="600" y="438"/>
                  </a:lnTo>
                  <a:lnTo>
                    <a:pt x="600" y="438"/>
                  </a:lnTo>
                  <a:lnTo>
                    <a:pt x="600" y="438"/>
                  </a:lnTo>
                  <a:lnTo>
                    <a:pt x="600" y="436"/>
                  </a:lnTo>
                  <a:lnTo>
                    <a:pt x="600" y="436"/>
                  </a:lnTo>
                  <a:lnTo>
                    <a:pt x="600" y="434"/>
                  </a:lnTo>
                  <a:lnTo>
                    <a:pt x="602" y="434"/>
                  </a:lnTo>
                  <a:lnTo>
                    <a:pt x="602" y="434"/>
                  </a:lnTo>
                  <a:lnTo>
                    <a:pt x="602" y="434"/>
                  </a:lnTo>
                  <a:lnTo>
                    <a:pt x="606" y="432"/>
                  </a:lnTo>
                  <a:lnTo>
                    <a:pt x="608" y="432"/>
                  </a:lnTo>
                  <a:lnTo>
                    <a:pt x="608" y="432"/>
                  </a:lnTo>
                  <a:lnTo>
                    <a:pt x="608" y="430"/>
                  </a:lnTo>
                  <a:lnTo>
                    <a:pt x="610" y="430"/>
                  </a:lnTo>
                  <a:lnTo>
                    <a:pt x="610" y="430"/>
                  </a:lnTo>
                  <a:lnTo>
                    <a:pt x="610" y="430"/>
                  </a:lnTo>
                  <a:lnTo>
                    <a:pt x="610" y="429"/>
                  </a:lnTo>
                  <a:lnTo>
                    <a:pt x="610" y="429"/>
                  </a:lnTo>
                  <a:lnTo>
                    <a:pt x="608" y="429"/>
                  </a:lnTo>
                  <a:lnTo>
                    <a:pt x="608" y="429"/>
                  </a:lnTo>
                  <a:lnTo>
                    <a:pt x="608" y="427"/>
                  </a:lnTo>
                  <a:lnTo>
                    <a:pt x="608" y="427"/>
                  </a:lnTo>
                  <a:lnTo>
                    <a:pt x="610" y="427"/>
                  </a:lnTo>
                  <a:lnTo>
                    <a:pt x="610" y="427"/>
                  </a:lnTo>
                  <a:lnTo>
                    <a:pt x="610" y="425"/>
                  </a:lnTo>
                  <a:lnTo>
                    <a:pt x="610" y="425"/>
                  </a:lnTo>
                  <a:lnTo>
                    <a:pt x="610" y="425"/>
                  </a:lnTo>
                  <a:lnTo>
                    <a:pt x="610" y="425"/>
                  </a:lnTo>
                  <a:lnTo>
                    <a:pt x="610" y="425"/>
                  </a:lnTo>
                  <a:lnTo>
                    <a:pt x="610" y="423"/>
                  </a:lnTo>
                  <a:lnTo>
                    <a:pt x="610" y="423"/>
                  </a:lnTo>
                  <a:lnTo>
                    <a:pt x="610" y="421"/>
                  </a:lnTo>
                  <a:lnTo>
                    <a:pt x="610" y="421"/>
                  </a:lnTo>
                  <a:lnTo>
                    <a:pt x="610" y="421"/>
                  </a:lnTo>
                  <a:lnTo>
                    <a:pt x="610" y="421"/>
                  </a:lnTo>
                  <a:lnTo>
                    <a:pt x="610" y="421"/>
                  </a:lnTo>
                  <a:lnTo>
                    <a:pt x="610" y="419"/>
                  </a:lnTo>
                  <a:lnTo>
                    <a:pt x="610" y="419"/>
                  </a:lnTo>
                  <a:lnTo>
                    <a:pt x="612" y="419"/>
                  </a:lnTo>
                  <a:lnTo>
                    <a:pt x="612" y="419"/>
                  </a:lnTo>
                  <a:lnTo>
                    <a:pt x="612" y="417"/>
                  </a:lnTo>
                  <a:lnTo>
                    <a:pt x="612" y="417"/>
                  </a:lnTo>
                  <a:lnTo>
                    <a:pt x="612" y="417"/>
                  </a:lnTo>
                  <a:lnTo>
                    <a:pt x="612" y="415"/>
                  </a:lnTo>
                  <a:lnTo>
                    <a:pt x="612" y="415"/>
                  </a:lnTo>
                  <a:lnTo>
                    <a:pt x="612" y="415"/>
                  </a:lnTo>
                  <a:lnTo>
                    <a:pt x="614" y="413"/>
                  </a:lnTo>
                  <a:lnTo>
                    <a:pt x="614" y="413"/>
                  </a:lnTo>
                  <a:lnTo>
                    <a:pt x="618" y="413"/>
                  </a:lnTo>
                  <a:lnTo>
                    <a:pt x="622" y="415"/>
                  </a:lnTo>
                  <a:lnTo>
                    <a:pt x="624" y="413"/>
                  </a:lnTo>
                  <a:lnTo>
                    <a:pt x="624" y="415"/>
                  </a:lnTo>
                  <a:lnTo>
                    <a:pt x="624" y="415"/>
                  </a:lnTo>
                  <a:lnTo>
                    <a:pt x="626" y="415"/>
                  </a:lnTo>
                  <a:lnTo>
                    <a:pt x="626" y="415"/>
                  </a:lnTo>
                  <a:lnTo>
                    <a:pt x="626" y="415"/>
                  </a:lnTo>
                  <a:lnTo>
                    <a:pt x="626" y="415"/>
                  </a:lnTo>
                  <a:lnTo>
                    <a:pt x="626" y="415"/>
                  </a:lnTo>
                  <a:lnTo>
                    <a:pt x="628" y="415"/>
                  </a:lnTo>
                  <a:lnTo>
                    <a:pt x="628" y="415"/>
                  </a:lnTo>
                  <a:lnTo>
                    <a:pt x="628" y="415"/>
                  </a:lnTo>
                  <a:lnTo>
                    <a:pt x="628" y="413"/>
                  </a:lnTo>
                  <a:lnTo>
                    <a:pt x="630" y="413"/>
                  </a:lnTo>
                  <a:lnTo>
                    <a:pt x="630" y="413"/>
                  </a:lnTo>
                  <a:lnTo>
                    <a:pt x="630" y="413"/>
                  </a:lnTo>
                  <a:lnTo>
                    <a:pt x="630" y="413"/>
                  </a:lnTo>
                  <a:lnTo>
                    <a:pt x="632" y="413"/>
                  </a:lnTo>
                  <a:lnTo>
                    <a:pt x="632" y="415"/>
                  </a:lnTo>
                  <a:lnTo>
                    <a:pt x="632" y="415"/>
                  </a:lnTo>
                  <a:lnTo>
                    <a:pt x="634" y="417"/>
                  </a:lnTo>
                  <a:lnTo>
                    <a:pt x="634" y="417"/>
                  </a:lnTo>
                  <a:lnTo>
                    <a:pt x="636" y="417"/>
                  </a:lnTo>
                  <a:lnTo>
                    <a:pt x="636" y="415"/>
                  </a:lnTo>
                  <a:lnTo>
                    <a:pt x="636" y="415"/>
                  </a:lnTo>
                  <a:lnTo>
                    <a:pt x="636" y="415"/>
                  </a:lnTo>
                  <a:lnTo>
                    <a:pt x="636" y="413"/>
                  </a:lnTo>
                  <a:lnTo>
                    <a:pt x="636" y="413"/>
                  </a:lnTo>
                  <a:lnTo>
                    <a:pt x="638" y="413"/>
                  </a:lnTo>
                  <a:lnTo>
                    <a:pt x="638" y="413"/>
                  </a:lnTo>
                  <a:lnTo>
                    <a:pt x="638" y="411"/>
                  </a:lnTo>
                  <a:lnTo>
                    <a:pt x="638" y="411"/>
                  </a:lnTo>
                  <a:lnTo>
                    <a:pt x="638" y="411"/>
                  </a:lnTo>
                  <a:lnTo>
                    <a:pt x="638" y="411"/>
                  </a:lnTo>
                  <a:lnTo>
                    <a:pt x="640" y="409"/>
                  </a:lnTo>
                  <a:lnTo>
                    <a:pt x="643" y="409"/>
                  </a:lnTo>
                  <a:lnTo>
                    <a:pt x="645" y="407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7" y="409"/>
                  </a:lnTo>
                  <a:lnTo>
                    <a:pt x="649" y="411"/>
                  </a:lnTo>
                  <a:lnTo>
                    <a:pt x="649" y="411"/>
                  </a:lnTo>
                  <a:lnTo>
                    <a:pt x="651" y="411"/>
                  </a:lnTo>
                  <a:lnTo>
                    <a:pt x="653" y="411"/>
                  </a:lnTo>
                  <a:lnTo>
                    <a:pt x="653" y="411"/>
                  </a:lnTo>
                  <a:lnTo>
                    <a:pt x="653" y="411"/>
                  </a:lnTo>
                  <a:lnTo>
                    <a:pt x="655" y="409"/>
                  </a:lnTo>
                  <a:lnTo>
                    <a:pt x="657" y="407"/>
                  </a:lnTo>
                  <a:lnTo>
                    <a:pt x="657" y="405"/>
                  </a:lnTo>
                  <a:lnTo>
                    <a:pt x="657" y="405"/>
                  </a:lnTo>
                  <a:lnTo>
                    <a:pt x="657" y="405"/>
                  </a:lnTo>
                  <a:lnTo>
                    <a:pt x="663" y="403"/>
                  </a:lnTo>
                  <a:lnTo>
                    <a:pt x="665" y="405"/>
                  </a:lnTo>
                  <a:lnTo>
                    <a:pt x="665" y="403"/>
                  </a:lnTo>
                  <a:lnTo>
                    <a:pt x="665" y="403"/>
                  </a:lnTo>
                  <a:lnTo>
                    <a:pt x="665" y="403"/>
                  </a:lnTo>
                  <a:lnTo>
                    <a:pt x="665" y="403"/>
                  </a:lnTo>
                  <a:lnTo>
                    <a:pt x="665" y="399"/>
                  </a:lnTo>
                  <a:lnTo>
                    <a:pt x="665" y="399"/>
                  </a:lnTo>
                  <a:lnTo>
                    <a:pt x="665" y="399"/>
                  </a:lnTo>
                  <a:lnTo>
                    <a:pt x="667" y="397"/>
                  </a:lnTo>
                  <a:lnTo>
                    <a:pt x="669" y="393"/>
                  </a:lnTo>
                  <a:lnTo>
                    <a:pt x="669" y="393"/>
                  </a:lnTo>
                  <a:lnTo>
                    <a:pt x="669" y="393"/>
                  </a:lnTo>
                  <a:lnTo>
                    <a:pt x="669" y="391"/>
                  </a:lnTo>
                  <a:lnTo>
                    <a:pt x="671" y="391"/>
                  </a:lnTo>
                  <a:lnTo>
                    <a:pt x="673" y="385"/>
                  </a:lnTo>
                  <a:lnTo>
                    <a:pt x="673" y="383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5" y="385"/>
                  </a:lnTo>
                  <a:lnTo>
                    <a:pt x="675" y="385"/>
                  </a:lnTo>
                  <a:lnTo>
                    <a:pt x="675" y="385"/>
                  </a:lnTo>
                  <a:lnTo>
                    <a:pt x="677" y="385"/>
                  </a:lnTo>
                  <a:lnTo>
                    <a:pt x="677" y="387"/>
                  </a:lnTo>
                  <a:lnTo>
                    <a:pt x="679" y="389"/>
                  </a:lnTo>
                  <a:lnTo>
                    <a:pt x="679" y="389"/>
                  </a:lnTo>
                  <a:lnTo>
                    <a:pt x="679" y="389"/>
                  </a:lnTo>
                  <a:lnTo>
                    <a:pt x="679" y="389"/>
                  </a:lnTo>
                  <a:lnTo>
                    <a:pt x="679" y="389"/>
                  </a:lnTo>
                  <a:lnTo>
                    <a:pt x="679" y="391"/>
                  </a:lnTo>
                  <a:lnTo>
                    <a:pt x="679" y="391"/>
                  </a:lnTo>
                  <a:lnTo>
                    <a:pt x="679" y="393"/>
                  </a:lnTo>
                  <a:lnTo>
                    <a:pt x="677" y="393"/>
                  </a:lnTo>
                  <a:lnTo>
                    <a:pt x="677" y="393"/>
                  </a:lnTo>
                  <a:lnTo>
                    <a:pt x="677" y="395"/>
                  </a:lnTo>
                  <a:lnTo>
                    <a:pt x="679" y="395"/>
                  </a:lnTo>
                  <a:lnTo>
                    <a:pt x="679" y="395"/>
                  </a:lnTo>
                  <a:lnTo>
                    <a:pt x="679" y="395"/>
                  </a:lnTo>
                  <a:lnTo>
                    <a:pt x="679" y="397"/>
                  </a:lnTo>
                  <a:lnTo>
                    <a:pt x="679" y="397"/>
                  </a:lnTo>
                  <a:lnTo>
                    <a:pt x="679" y="397"/>
                  </a:lnTo>
                  <a:lnTo>
                    <a:pt x="679" y="399"/>
                  </a:lnTo>
                  <a:lnTo>
                    <a:pt x="679" y="399"/>
                  </a:lnTo>
                  <a:lnTo>
                    <a:pt x="679" y="399"/>
                  </a:lnTo>
                  <a:lnTo>
                    <a:pt x="679" y="399"/>
                  </a:lnTo>
                  <a:lnTo>
                    <a:pt x="681" y="399"/>
                  </a:lnTo>
                  <a:lnTo>
                    <a:pt x="681" y="399"/>
                  </a:lnTo>
                  <a:lnTo>
                    <a:pt x="685" y="395"/>
                  </a:lnTo>
                  <a:lnTo>
                    <a:pt x="689" y="397"/>
                  </a:lnTo>
                  <a:lnTo>
                    <a:pt x="692" y="395"/>
                  </a:lnTo>
                  <a:lnTo>
                    <a:pt x="692" y="395"/>
                  </a:lnTo>
                  <a:lnTo>
                    <a:pt x="692" y="395"/>
                  </a:lnTo>
                  <a:lnTo>
                    <a:pt x="694" y="397"/>
                  </a:lnTo>
                  <a:lnTo>
                    <a:pt x="694" y="399"/>
                  </a:lnTo>
                  <a:lnTo>
                    <a:pt x="694" y="399"/>
                  </a:lnTo>
                  <a:lnTo>
                    <a:pt x="694" y="399"/>
                  </a:lnTo>
                  <a:lnTo>
                    <a:pt x="694" y="399"/>
                  </a:lnTo>
                  <a:lnTo>
                    <a:pt x="692" y="399"/>
                  </a:lnTo>
                  <a:lnTo>
                    <a:pt x="692" y="399"/>
                  </a:lnTo>
                  <a:lnTo>
                    <a:pt x="692" y="401"/>
                  </a:lnTo>
                  <a:lnTo>
                    <a:pt x="692" y="401"/>
                  </a:lnTo>
                  <a:lnTo>
                    <a:pt x="692" y="401"/>
                  </a:lnTo>
                  <a:lnTo>
                    <a:pt x="692" y="401"/>
                  </a:lnTo>
                  <a:lnTo>
                    <a:pt x="692" y="401"/>
                  </a:lnTo>
                  <a:lnTo>
                    <a:pt x="691" y="403"/>
                  </a:lnTo>
                  <a:lnTo>
                    <a:pt x="691" y="403"/>
                  </a:lnTo>
                  <a:lnTo>
                    <a:pt x="691" y="403"/>
                  </a:lnTo>
                  <a:lnTo>
                    <a:pt x="691" y="403"/>
                  </a:lnTo>
                  <a:lnTo>
                    <a:pt x="689" y="405"/>
                  </a:lnTo>
                  <a:lnTo>
                    <a:pt x="689" y="409"/>
                  </a:lnTo>
                  <a:lnTo>
                    <a:pt x="689" y="409"/>
                  </a:lnTo>
                  <a:lnTo>
                    <a:pt x="689" y="409"/>
                  </a:lnTo>
                  <a:lnTo>
                    <a:pt x="689" y="411"/>
                  </a:lnTo>
                  <a:lnTo>
                    <a:pt x="689" y="411"/>
                  </a:lnTo>
                  <a:lnTo>
                    <a:pt x="689" y="411"/>
                  </a:lnTo>
                  <a:lnTo>
                    <a:pt x="689" y="411"/>
                  </a:lnTo>
                  <a:lnTo>
                    <a:pt x="689" y="413"/>
                  </a:lnTo>
                  <a:lnTo>
                    <a:pt x="689" y="413"/>
                  </a:lnTo>
                  <a:lnTo>
                    <a:pt x="689" y="413"/>
                  </a:lnTo>
                  <a:lnTo>
                    <a:pt x="689" y="415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9"/>
                  </a:lnTo>
                  <a:lnTo>
                    <a:pt x="691" y="421"/>
                  </a:lnTo>
                  <a:lnTo>
                    <a:pt x="691" y="421"/>
                  </a:lnTo>
                  <a:lnTo>
                    <a:pt x="691" y="421"/>
                  </a:lnTo>
                  <a:lnTo>
                    <a:pt x="691" y="421"/>
                  </a:lnTo>
                  <a:lnTo>
                    <a:pt x="691" y="421"/>
                  </a:lnTo>
                  <a:lnTo>
                    <a:pt x="691" y="423"/>
                  </a:lnTo>
                  <a:lnTo>
                    <a:pt x="691" y="423"/>
                  </a:lnTo>
                  <a:lnTo>
                    <a:pt x="691" y="423"/>
                  </a:lnTo>
                  <a:lnTo>
                    <a:pt x="691" y="425"/>
                  </a:lnTo>
                  <a:lnTo>
                    <a:pt x="691" y="427"/>
                  </a:lnTo>
                  <a:lnTo>
                    <a:pt x="691" y="429"/>
                  </a:lnTo>
                  <a:lnTo>
                    <a:pt x="691" y="429"/>
                  </a:lnTo>
                  <a:lnTo>
                    <a:pt x="691" y="429"/>
                  </a:lnTo>
                  <a:lnTo>
                    <a:pt x="692" y="429"/>
                  </a:lnTo>
                  <a:lnTo>
                    <a:pt x="692" y="429"/>
                  </a:lnTo>
                  <a:lnTo>
                    <a:pt x="692" y="429"/>
                  </a:lnTo>
                  <a:lnTo>
                    <a:pt x="692" y="430"/>
                  </a:lnTo>
                  <a:lnTo>
                    <a:pt x="692" y="430"/>
                  </a:lnTo>
                  <a:lnTo>
                    <a:pt x="692" y="430"/>
                  </a:lnTo>
                  <a:lnTo>
                    <a:pt x="692" y="430"/>
                  </a:lnTo>
                  <a:lnTo>
                    <a:pt x="692" y="432"/>
                  </a:lnTo>
                  <a:lnTo>
                    <a:pt x="692" y="432"/>
                  </a:lnTo>
                  <a:lnTo>
                    <a:pt x="692" y="432"/>
                  </a:lnTo>
                  <a:lnTo>
                    <a:pt x="694" y="432"/>
                  </a:lnTo>
                  <a:lnTo>
                    <a:pt x="694" y="432"/>
                  </a:lnTo>
                  <a:lnTo>
                    <a:pt x="694" y="432"/>
                  </a:lnTo>
                  <a:lnTo>
                    <a:pt x="694" y="432"/>
                  </a:lnTo>
                  <a:lnTo>
                    <a:pt x="694" y="429"/>
                  </a:lnTo>
                  <a:lnTo>
                    <a:pt x="696" y="425"/>
                  </a:lnTo>
                  <a:lnTo>
                    <a:pt x="696" y="425"/>
                  </a:lnTo>
                  <a:lnTo>
                    <a:pt x="696" y="425"/>
                  </a:lnTo>
                  <a:lnTo>
                    <a:pt x="696" y="423"/>
                  </a:lnTo>
                  <a:lnTo>
                    <a:pt x="694" y="421"/>
                  </a:lnTo>
                  <a:lnTo>
                    <a:pt x="694" y="419"/>
                  </a:lnTo>
                  <a:lnTo>
                    <a:pt x="694" y="419"/>
                  </a:lnTo>
                  <a:lnTo>
                    <a:pt x="694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696" y="417"/>
                  </a:lnTo>
                  <a:lnTo>
                    <a:pt x="696" y="419"/>
                  </a:lnTo>
                  <a:lnTo>
                    <a:pt x="696" y="419"/>
                  </a:lnTo>
                  <a:lnTo>
                    <a:pt x="698" y="419"/>
                  </a:lnTo>
                  <a:lnTo>
                    <a:pt x="698" y="419"/>
                  </a:lnTo>
                  <a:lnTo>
                    <a:pt x="698" y="417"/>
                  </a:lnTo>
                  <a:lnTo>
                    <a:pt x="698" y="417"/>
                  </a:lnTo>
                  <a:lnTo>
                    <a:pt x="700" y="415"/>
                  </a:lnTo>
                  <a:lnTo>
                    <a:pt x="700" y="415"/>
                  </a:lnTo>
                  <a:lnTo>
                    <a:pt x="700" y="413"/>
                  </a:lnTo>
                  <a:lnTo>
                    <a:pt x="702" y="411"/>
                  </a:lnTo>
                  <a:lnTo>
                    <a:pt x="706" y="411"/>
                  </a:lnTo>
                  <a:lnTo>
                    <a:pt x="706" y="409"/>
                  </a:lnTo>
                  <a:lnTo>
                    <a:pt x="706" y="409"/>
                  </a:lnTo>
                  <a:lnTo>
                    <a:pt x="706" y="407"/>
                  </a:lnTo>
                  <a:lnTo>
                    <a:pt x="706" y="407"/>
                  </a:lnTo>
                  <a:lnTo>
                    <a:pt x="708" y="407"/>
                  </a:lnTo>
                  <a:lnTo>
                    <a:pt x="708" y="407"/>
                  </a:lnTo>
                  <a:lnTo>
                    <a:pt x="710" y="407"/>
                  </a:lnTo>
                  <a:lnTo>
                    <a:pt x="710" y="407"/>
                  </a:lnTo>
                  <a:lnTo>
                    <a:pt x="710" y="407"/>
                  </a:lnTo>
                  <a:lnTo>
                    <a:pt x="710" y="407"/>
                  </a:lnTo>
                  <a:lnTo>
                    <a:pt x="710" y="407"/>
                  </a:lnTo>
                  <a:lnTo>
                    <a:pt x="712" y="407"/>
                  </a:lnTo>
                  <a:lnTo>
                    <a:pt x="714" y="405"/>
                  </a:lnTo>
                  <a:lnTo>
                    <a:pt x="714" y="405"/>
                  </a:lnTo>
                  <a:lnTo>
                    <a:pt x="716" y="405"/>
                  </a:lnTo>
                  <a:lnTo>
                    <a:pt x="716" y="405"/>
                  </a:lnTo>
                  <a:lnTo>
                    <a:pt x="716" y="403"/>
                  </a:lnTo>
                  <a:lnTo>
                    <a:pt x="720" y="405"/>
                  </a:lnTo>
                  <a:lnTo>
                    <a:pt x="720" y="405"/>
                  </a:lnTo>
                  <a:lnTo>
                    <a:pt x="722" y="403"/>
                  </a:lnTo>
                  <a:lnTo>
                    <a:pt x="722" y="403"/>
                  </a:lnTo>
                  <a:lnTo>
                    <a:pt x="724" y="401"/>
                  </a:lnTo>
                  <a:lnTo>
                    <a:pt x="724" y="399"/>
                  </a:lnTo>
                  <a:lnTo>
                    <a:pt x="726" y="397"/>
                  </a:lnTo>
                  <a:lnTo>
                    <a:pt x="728" y="395"/>
                  </a:lnTo>
                  <a:lnTo>
                    <a:pt x="728" y="393"/>
                  </a:lnTo>
                  <a:lnTo>
                    <a:pt x="728" y="393"/>
                  </a:lnTo>
                  <a:lnTo>
                    <a:pt x="728" y="393"/>
                  </a:lnTo>
                  <a:lnTo>
                    <a:pt x="728" y="391"/>
                  </a:lnTo>
                  <a:lnTo>
                    <a:pt x="728" y="391"/>
                  </a:lnTo>
                  <a:lnTo>
                    <a:pt x="728" y="391"/>
                  </a:lnTo>
                  <a:lnTo>
                    <a:pt x="728" y="391"/>
                  </a:lnTo>
                  <a:lnTo>
                    <a:pt x="728" y="387"/>
                  </a:lnTo>
                  <a:lnTo>
                    <a:pt x="728" y="387"/>
                  </a:lnTo>
                  <a:lnTo>
                    <a:pt x="728" y="387"/>
                  </a:lnTo>
                  <a:lnTo>
                    <a:pt x="726" y="385"/>
                  </a:lnTo>
                  <a:lnTo>
                    <a:pt x="726" y="385"/>
                  </a:lnTo>
                  <a:lnTo>
                    <a:pt x="726" y="385"/>
                  </a:lnTo>
                  <a:lnTo>
                    <a:pt x="726" y="385"/>
                  </a:lnTo>
                  <a:lnTo>
                    <a:pt x="726" y="383"/>
                  </a:lnTo>
                  <a:lnTo>
                    <a:pt x="726" y="383"/>
                  </a:lnTo>
                  <a:lnTo>
                    <a:pt x="726" y="383"/>
                  </a:lnTo>
                  <a:lnTo>
                    <a:pt x="726" y="381"/>
                  </a:lnTo>
                  <a:lnTo>
                    <a:pt x="726" y="379"/>
                  </a:lnTo>
                  <a:lnTo>
                    <a:pt x="726" y="379"/>
                  </a:lnTo>
                  <a:lnTo>
                    <a:pt x="728" y="379"/>
                  </a:lnTo>
                  <a:lnTo>
                    <a:pt x="728" y="379"/>
                  </a:lnTo>
                  <a:lnTo>
                    <a:pt x="728" y="379"/>
                  </a:lnTo>
                  <a:lnTo>
                    <a:pt x="730" y="376"/>
                  </a:lnTo>
                  <a:lnTo>
                    <a:pt x="730" y="374"/>
                  </a:lnTo>
                  <a:lnTo>
                    <a:pt x="730" y="374"/>
                  </a:lnTo>
                  <a:lnTo>
                    <a:pt x="730" y="374"/>
                  </a:lnTo>
                  <a:lnTo>
                    <a:pt x="730" y="374"/>
                  </a:lnTo>
                  <a:lnTo>
                    <a:pt x="730" y="372"/>
                  </a:lnTo>
                  <a:lnTo>
                    <a:pt x="730" y="372"/>
                  </a:lnTo>
                  <a:lnTo>
                    <a:pt x="730" y="372"/>
                  </a:lnTo>
                  <a:lnTo>
                    <a:pt x="730" y="372"/>
                  </a:lnTo>
                  <a:lnTo>
                    <a:pt x="730" y="370"/>
                  </a:lnTo>
                  <a:lnTo>
                    <a:pt x="730" y="370"/>
                  </a:lnTo>
                  <a:lnTo>
                    <a:pt x="730" y="370"/>
                  </a:lnTo>
                  <a:lnTo>
                    <a:pt x="730" y="370"/>
                  </a:lnTo>
                  <a:lnTo>
                    <a:pt x="730" y="370"/>
                  </a:lnTo>
                  <a:lnTo>
                    <a:pt x="730" y="368"/>
                  </a:lnTo>
                  <a:lnTo>
                    <a:pt x="730" y="368"/>
                  </a:lnTo>
                  <a:lnTo>
                    <a:pt x="730" y="366"/>
                  </a:lnTo>
                  <a:lnTo>
                    <a:pt x="736" y="364"/>
                  </a:lnTo>
                  <a:lnTo>
                    <a:pt x="738" y="360"/>
                  </a:lnTo>
                  <a:lnTo>
                    <a:pt x="738" y="360"/>
                  </a:lnTo>
                  <a:lnTo>
                    <a:pt x="738" y="360"/>
                  </a:lnTo>
                  <a:lnTo>
                    <a:pt x="738" y="360"/>
                  </a:lnTo>
                  <a:lnTo>
                    <a:pt x="738" y="358"/>
                  </a:lnTo>
                  <a:lnTo>
                    <a:pt x="738" y="358"/>
                  </a:lnTo>
                  <a:lnTo>
                    <a:pt x="738" y="358"/>
                  </a:lnTo>
                  <a:lnTo>
                    <a:pt x="738" y="358"/>
                  </a:lnTo>
                  <a:lnTo>
                    <a:pt x="738" y="356"/>
                  </a:lnTo>
                  <a:lnTo>
                    <a:pt x="738" y="356"/>
                  </a:lnTo>
                  <a:lnTo>
                    <a:pt x="740" y="356"/>
                  </a:lnTo>
                  <a:lnTo>
                    <a:pt x="740" y="356"/>
                  </a:lnTo>
                  <a:lnTo>
                    <a:pt x="740" y="356"/>
                  </a:lnTo>
                  <a:lnTo>
                    <a:pt x="742" y="356"/>
                  </a:lnTo>
                  <a:lnTo>
                    <a:pt x="742" y="356"/>
                  </a:lnTo>
                  <a:lnTo>
                    <a:pt x="745" y="356"/>
                  </a:lnTo>
                  <a:lnTo>
                    <a:pt x="745" y="356"/>
                  </a:lnTo>
                  <a:lnTo>
                    <a:pt x="745" y="354"/>
                  </a:lnTo>
                  <a:lnTo>
                    <a:pt x="745" y="354"/>
                  </a:lnTo>
                  <a:lnTo>
                    <a:pt x="745" y="352"/>
                  </a:lnTo>
                  <a:lnTo>
                    <a:pt x="745" y="350"/>
                  </a:lnTo>
                  <a:lnTo>
                    <a:pt x="745" y="350"/>
                  </a:lnTo>
                  <a:lnTo>
                    <a:pt x="749" y="348"/>
                  </a:lnTo>
                  <a:lnTo>
                    <a:pt x="749" y="348"/>
                  </a:lnTo>
                  <a:lnTo>
                    <a:pt x="751" y="348"/>
                  </a:lnTo>
                  <a:lnTo>
                    <a:pt x="751" y="346"/>
                  </a:lnTo>
                  <a:lnTo>
                    <a:pt x="751" y="344"/>
                  </a:lnTo>
                  <a:lnTo>
                    <a:pt x="751" y="344"/>
                  </a:lnTo>
                  <a:lnTo>
                    <a:pt x="751" y="344"/>
                  </a:lnTo>
                  <a:lnTo>
                    <a:pt x="751" y="342"/>
                  </a:lnTo>
                  <a:lnTo>
                    <a:pt x="751" y="342"/>
                  </a:lnTo>
                  <a:lnTo>
                    <a:pt x="753" y="342"/>
                  </a:lnTo>
                  <a:lnTo>
                    <a:pt x="753" y="340"/>
                  </a:lnTo>
                  <a:lnTo>
                    <a:pt x="753" y="340"/>
                  </a:lnTo>
                  <a:lnTo>
                    <a:pt x="753" y="340"/>
                  </a:lnTo>
                  <a:lnTo>
                    <a:pt x="753" y="338"/>
                  </a:lnTo>
                  <a:lnTo>
                    <a:pt x="753" y="338"/>
                  </a:lnTo>
                  <a:lnTo>
                    <a:pt x="753" y="338"/>
                  </a:lnTo>
                  <a:lnTo>
                    <a:pt x="753" y="336"/>
                  </a:lnTo>
                  <a:lnTo>
                    <a:pt x="761" y="326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3" y="324"/>
                  </a:lnTo>
                  <a:lnTo>
                    <a:pt x="761" y="322"/>
                  </a:lnTo>
                  <a:lnTo>
                    <a:pt x="761" y="322"/>
                  </a:lnTo>
                  <a:lnTo>
                    <a:pt x="761" y="322"/>
                  </a:lnTo>
                  <a:lnTo>
                    <a:pt x="759" y="322"/>
                  </a:lnTo>
                  <a:lnTo>
                    <a:pt x="759" y="321"/>
                  </a:lnTo>
                  <a:lnTo>
                    <a:pt x="759" y="317"/>
                  </a:lnTo>
                  <a:lnTo>
                    <a:pt x="759" y="317"/>
                  </a:lnTo>
                  <a:lnTo>
                    <a:pt x="759" y="317"/>
                  </a:lnTo>
                  <a:lnTo>
                    <a:pt x="761" y="315"/>
                  </a:lnTo>
                  <a:lnTo>
                    <a:pt x="761" y="315"/>
                  </a:lnTo>
                  <a:lnTo>
                    <a:pt x="761" y="315"/>
                  </a:lnTo>
                  <a:lnTo>
                    <a:pt x="763" y="313"/>
                  </a:lnTo>
                  <a:lnTo>
                    <a:pt x="763" y="311"/>
                  </a:lnTo>
                  <a:lnTo>
                    <a:pt x="765" y="307"/>
                  </a:lnTo>
                  <a:lnTo>
                    <a:pt x="765" y="307"/>
                  </a:lnTo>
                  <a:lnTo>
                    <a:pt x="765" y="305"/>
                  </a:lnTo>
                  <a:lnTo>
                    <a:pt x="765" y="305"/>
                  </a:lnTo>
                  <a:lnTo>
                    <a:pt x="767" y="305"/>
                  </a:lnTo>
                  <a:lnTo>
                    <a:pt x="767" y="307"/>
                  </a:lnTo>
                  <a:lnTo>
                    <a:pt x="767" y="307"/>
                  </a:lnTo>
                  <a:lnTo>
                    <a:pt x="767" y="307"/>
                  </a:lnTo>
                  <a:lnTo>
                    <a:pt x="769" y="309"/>
                  </a:lnTo>
                  <a:lnTo>
                    <a:pt x="769" y="309"/>
                  </a:lnTo>
                  <a:lnTo>
                    <a:pt x="769" y="309"/>
                  </a:lnTo>
                  <a:lnTo>
                    <a:pt x="771" y="309"/>
                  </a:lnTo>
                  <a:lnTo>
                    <a:pt x="771" y="307"/>
                  </a:lnTo>
                  <a:lnTo>
                    <a:pt x="773" y="303"/>
                  </a:lnTo>
                  <a:lnTo>
                    <a:pt x="777" y="299"/>
                  </a:lnTo>
                  <a:lnTo>
                    <a:pt x="777" y="299"/>
                  </a:lnTo>
                  <a:lnTo>
                    <a:pt x="777" y="297"/>
                  </a:lnTo>
                  <a:lnTo>
                    <a:pt x="777" y="297"/>
                  </a:lnTo>
                  <a:lnTo>
                    <a:pt x="777" y="295"/>
                  </a:lnTo>
                  <a:lnTo>
                    <a:pt x="777" y="293"/>
                  </a:lnTo>
                  <a:lnTo>
                    <a:pt x="777" y="291"/>
                  </a:lnTo>
                  <a:lnTo>
                    <a:pt x="777" y="291"/>
                  </a:lnTo>
                  <a:lnTo>
                    <a:pt x="779" y="289"/>
                  </a:lnTo>
                  <a:lnTo>
                    <a:pt x="779" y="289"/>
                  </a:lnTo>
                  <a:lnTo>
                    <a:pt x="779" y="289"/>
                  </a:lnTo>
                  <a:lnTo>
                    <a:pt x="783" y="283"/>
                  </a:lnTo>
                  <a:lnTo>
                    <a:pt x="789" y="279"/>
                  </a:lnTo>
                  <a:lnTo>
                    <a:pt x="800" y="273"/>
                  </a:lnTo>
                  <a:lnTo>
                    <a:pt x="800" y="273"/>
                  </a:lnTo>
                  <a:lnTo>
                    <a:pt x="800" y="273"/>
                  </a:lnTo>
                  <a:lnTo>
                    <a:pt x="802" y="273"/>
                  </a:lnTo>
                  <a:lnTo>
                    <a:pt x="806" y="275"/>
                  </a:lnTo>
                  <a:lnTo>
                    <a:pt x="806" y="277"/>
                  </a:lnTo>
                  <a:lnTo>
                    <a:pt x="814" y="275"/>
                  </a:lnTo>
                  <a:lnTo>
                    <a:pt x="814" y="275"/>
                  </a:lnTo>
                  <a:lnTo>
                    <a:pt x="816" y="277"/>
                  </a:lnTo>
                  <a:lnTo>
                    <a:pt x="816" y="277"/>
                  </a:lnTo>
                  <a:lnTo>
                    <a:pt x="816" y="277"/>
                  </a:lnTo>
                  <a:lnTo>
                    <a:pt x="816" y="279"/>
                  </a:lnTo>
                  <a:lnTo>
                    <a:pt x="816" y="279"/>
                  </a:lnTo>
                  <a:lnTo>
                    <a:pt x="816" y="279"/>
                  </a:lnTo>
                  <a:lnTo>
                    <a:pt x="816" y="279"/>
                  </a:lnTo>
                  <a:lnTo>
                    <a:pt x="818" y="279"/>
                  </a:lnTo>
                  <a:lnTo>
                    <a:pt x="822" y="279"/>
                  </a:lnTo>
                  <a:lnTo>
                    <a:pt x="824" y="281"/>
                  </a:lnTo>
                  <a:lnTo>
                    <a:pt x="826" y="281"/>
                  </a:lnTo>
                  <a:lnTo>
                    <a:pt x="826" y="281"/>
                  </a:lnTo>
                  <a:lnTo>
                    <a:pt x="826" y="281"/>
                  </a:lnTo>
                  <a:lnTo>
                    <a:pt x="828" y="279"/>
                  </a:lnTo>
                  <a:lnTo>
                    <a:pt x="830" y="279"/>
                  </a:lnTo>
                  <a:lnTo>
                    <a:pt x="840" y="279"/>
                  </a:lnTo>
                  <a:lnTo>
                    <a:pt x="840" y="279"/>
                  </a:lnTo>
                  <a:lnTo>
                    <a:pt x="842" y="279"/>
                  </a:lnTo>
                  <a:lnTo>
                    <a:pt x="842" y="281"/>
                  </a:lnTo>
                  <a:lnTo>
                    <a:pt x="845" y="285"/>
                  </a:lnTo>
                  <a:lnTo>
                    <a:pt x="847" y="285"/>
                  </a:lnTo>
                  <a:lnTo>
                    <a:pt x="847" y="287"/>
                  </a:lnTo>
                  <a:lnTo>
                    <a:pt x="851" y="287"/>
                  </a:lnTo>
                  <a:lnTo>
                    <a:pt x="851" y="287"/>
                  </a:lnTo>
                  <a:lnTo>
                    <a:pt x="851" y="287"/>
                  </a:lnTo>
                  <a:lnTo>
                    <a:pt x="853" y="289"/>
                  </a:lnTo>
                  <a:lnTo>
                    <a:pt x="853" y="289"/>
                  </a:lnTo>
                  <a:lnTo>
                    <a:pt x="855" y="291"/>
                  </a:lnTo>
                  <a:lnTo>
                    <a:pt x="857" y="291"/>
                  </a:lnTo>
                  <a:lnTo>
                    <a:pt x="859" y="293"/>
                  </a:lnTo>
                  <a:lnTo>
                    <a:pt x="859" y="293"/>
                  </a:lnTo>
                  <a:lnTo>
                    <a:pt x="859" y="293"/>
                  </a:lnTo>
                  <a:lnTo>
                    <a:pt x="859" y="295"/>
                  </a:lnTo>
                  <a:lnTo>
                    <a:pt x="859" y="295"/>
                  </a:lnTo>
                  <a:lnTo>
                    <a:pt x="859" y="295"/>
                  </a:lnTo>
                  <a:lnTo>
                    <a:pt x="859" y="295"/>
                  </a:lnTo>
                  <a:lnTo>
                    <a:pt x="861" y="297"/>
                  </a:lnTo>
                  <a:lnTo>
                    <a:pt x="861" y="297"/>
                  </a:lnTo>
                  <a:lnTo>
                    <a:pt x="861" y="297"/>
                  </a:lnTo>
                  <a:lnTo>
                    <a:pt x="863" y="299"/>
                  </a:lnTo>
                  <a:lnTo>
                    <a:pt x="863" y="299"/>
                  </a:lnTo>
                  <a:lnTo>
                    <a:pt x="863" y="299"/>
                  </a:lnTo>
                  <a:lnTo>
                    <a:pt x="863" y="301"/>
                  </a:lnTo>
                  <a:lnTo>
                    <a:pt x="863" y="301"/>
                  </a:lnTo>
                  <a:lnTo>
                    <a:pt x="863" y="301"/>
                  </a:lnTo>
                  <a:lnTo>
                    <a:pt x="863" y="301"/>
                  </a:lnTo>
                  <a:lnTo>
                    <a:pt x="865" y="303"/>
                  </a:lnTo>
                  <a:lnTo>
                    <a:pt x="865" y="303"/>
                  </a:lnTo>
                  <a:lnTo>
                    <a:pt x="865" y="303"/>
                  </a:lnTo>
                  <a:lnTo>
                    <a:pt x="867" y="301"/>
                  </a:lnTo>
                  <a:lnTo>
                    <a:pt x="867" y="301"/>
                  </a:lnTo>
                  <a:lnTo>
                    <a:pt x="867" y="301"/>
                  </a:lnTo>
                  <a:lnTo>
                    <a:pt x="869" y="301"/>
                  </a:lnTo>
                  <a:lnTo>
                    <a:pt x="871" y="301"/>
                  </a:lnTo>
                  <a:lnTo>
                    <a:pt x="871" y="301"/>
                  </a:lnTo>
                  <a:lnTo>
                    <a:pt x="873" y="301"/>
                  </a:lnTo>
                  <a:lnTo>
                    <a:pt x="873" y="301"/>
                  </a:lnTo>
                  <a:lnTo>
                    <a:pt x="873" y="301"/>
                  </a:lnTo>
                  <a:lnTo>
                    <a:pt x="873" y="301"/>
                  </a:lnTo>
                  <a:lnTo>
                    <a:pt x="875" y="301"/>
                  </a:lnTo>
                  <a:lnTo>
                    <a:pt x="875" y="303"/>
                  </a:lnTo>
                  <a:lnTo>
                    <a:pt x="875" y="303"/>
                  </a:lnTo>
                  <a:lnTo>
                    <a:pt x="875" y="303"/>
                  </a:lnTo>
                  <a:lnTo>
                    <a:pt x="875" y="303"/>
                  </a:lnTo>
                  <a:lnTo>
                    <a:pt x="873" y="307"/>
                  </a:lnTo>
                  <a:lnTo>
                    <a:pt x="871" y="307"/>
                  </a:lnTo>
                  <a:lnTo>
                    <a:pt x="871" y="307"/>
                  </a:lnTo>
                  <a:lnTo>
                    <a:pt x="871" y="307"/>
                  </a:lnTo>
                  <a:lnTo>
                    <a:pt x="869" y="307"/>
                  </a:lnTo>
                  <a:lnTo>
                    <a:pt x="869" y="307"/>
                  </a:lnTo>
                  <a:lnTo>
                    <a:pt x="867" y="307"/>
                  </a:lnTo>
                  <a:lnTo>
                    <a:pt x="867" y="307"/>
                  </a:lnTo>
                  <a:lnTo>
                    <a:pt x="867" y="307"/>
                  </a:lnTo>
                  <a:lnTo>
                    <a:pt x="867" y="309"/>
                  </a:lnTo>
                  <a:lnTo>
                    <a:pt x="867" y="309"/>
                  </a:lnTo>
                  <a:lnTo>
                    <a:pt x="867" y="309"/>
                  </a:lnTo>
                  <a:lnTo>
                    <a:pt x="867" y="309"/>
                  </a:lnTo>
                  <a:lnTo>
                    <a:pt x="867" y="309"/>
                  </a:lnTo>
                  <a:lnTo>
                    <a:pt x="867" y="311"/>
                  </a:lnTo>
                  <a:lnTo>
                    <a:pt x="865" y="311"/>
                  </a:lnTo>
                  <a:lnTo>
                    <a:pt x="867" y="313"/>
                  </a:lnTo>
                  <a:lnTo>
                    <a:pt x="867" y="313"/>
                  </a:lnTo>
                  <a:lnTo>
                    <a:pt x="871" y="315"/>
                  </a:lnTo>
                  <a:lnTo>
                    <a:pt x="871" y="317"/>
                  </a:lnTo>
                  <a:lnTo>
                    <a:pt x="871" y="317"/>
                  </a:lnTo>
                  <a:lnTo>
                    <a:pt x="873" y="317"/>
                  </a:lnTo>
                  <a:lnTo>
                    <a:pt x="873" y="317"/>
                  </a:lnTo>
                  <a:lnTo>
                    <a:pt x="873" y="317"/>
                  </a:lnTo>
                  <a:lnTo>
                    <a:pt x="873" y="317"/>
                  </a:lnTo>
                  <a:lnTo>
                    <a:pt x="875" y="319"/>
                  </a:lnTo>
                  <a:lnTo>
                    <a:pt x="875" y="319"/>
                  </a:lnTo>
                  <a:lnTo>
                    <a:pt x="875" y="319"/>
                  </a:lnTo>
                  <a:lnTo>
                    <a:pt x="875" y="321"/>
                  </a:lnTo>
                  <a:lnTo>
                    <a:pt x="875" y="321"/>
                  </a:lnTo>
                  <a:lnTo>
                    <a:pt x="875" y="321"/>
                  </a:lnTo>
                  <a:lnTo>
                    <a:pt x="875" y="322"/>
                  </a:lnTo>
                  <a:lnTo>
                    <a:pt x="875" y="322"/>
                  </a:lnTo>
                  <a:lnTo>
                    <a:pt x="875" y="324"/>
                  </a:lnTo>
                  <a:lnTo>
                    <a:pt x="875" y="324"/>
                  </a:lnTo>
                  <a:lnTo>
                    <a:pt x="875" y="324"/>
                  </a:lnTo>
                  <a:lnTo>
                    <a:pt x="875" y="324"/>
                  </a:lnTo>
                  <a:lnTo>
                    <a:pt x="875" y="326"/>
                  </a:lnTo>
                  <a:lnTo>
                    <a:pt x="875" y="326"/>
                  </a:lnTo>
                  <a:lnTo>
                    <a:pt x="875" y="328"/>
                  </a:lnTo>
                  <a:lnTo>
                    <a:pt x="875" y="328"/>
                  </a:lnTo>
                  <a:lnTo>
                    <a:pt x="875" y="328"/>
                  </a:lnTo>
                  <a:lnTo>
                    <a:pt x="875" y="330"/>
                  </a:lnTo>
                  <a:lnTo>
                    <a:pt x="875" y="330"/>
                  </a:lnTo>
                  <a:lnTo>
                    <a:pt x="877" y="330"/>
                  </a:lnTo>
                  <a:lnTo>
                    <a:pt x="877" y="332"/>
                  </a:lnTo>
                  <a:lnTo>
                    <a:pt x="877" y="332"/>
                  </a:lnTo>
                  <a:lnTo>
                    <a:pt x="875" y="332"/>
                  </a:lnTo>
                  <a:lnTo>
                    <a:pt x="873" y="336"/>
                  </a:lnTo>
                  <a:lnTo>
                    <a:pt x="873" y="336"/>
                  </a:lnTo>
                  <a:lnTo>
                    <a:pt x="873" y="338"/>
                  </a:lnTo>
                  <a:lnTo>
                    <a:pt x="873" y="338"/>
                  </a:lnTo>
                  <a:lnTo>
                    <a:pt x="873" y="338"/>
                  </a:lnTo>
                  <a:lnTo>
                    <a:pt x="875" y="338"/>
                  </a:lnTo>
                  <a:lnTo>
                    <a:pt x="875" y="338"/>
                  </a:lnTo>
                  <a:lnTo>
                    <a:pt x="877" y="338"/>
                  </a:lnTo>
                  <a:lnTo>
                    <a:pt x="877" y="338"/>
                  </a:lnTo>
                  <a:lnTo>
                    <a:pt x="879" y="340"/>
                  </a:lnTo>
                  <a:lnTo>
                    <a:pt x="879" y="340"/>
                  </a:lnTo>
                  <a:lnTo>
                    <a:pt x="879" y="342"/>
                  </a:lnTo>
                  <a:lnTo>
                    <a:pt x="879" y="342"/>
                  </a:lnTo>
                  <a:lnTo>
                    <a:pt x="881" y="342"/>
                  </a:lnTo>
                  <a:lnTo>
                    <a:pt x="881" y="342"/>
                  </a:lnTo>
                  <a:lnTo>
                    <a:pt x="883" y="342"/>
                  </a:lnTo>
                  <a:lnTo>
                    <a:pt x="885" y="342"/>
                  </a:lnTo>
                  <a:lnTo>
                    <a:pt x="885" y="342"/>
                  </a:lnTo>
                  <a:lnTo>
                    <a:pt x="889" y="342"/>
                  </a:lnTo>
                  <a:lnTo>
                    <a:pt x="891" y="342"/>
                  </a:lnTo>
                  <a:lnTo>
                    <a:pt x="893" y="342"/>
                  </a:lnTo>
                  <a:lnTo>
                    <a:pt x="894" y="342"/>
                  </a:lnTo>
                  <a:lnTo>
                    <a:pt x="896" y="342"/>
                  </a:lnTo>
                  <a:lnTo>
                    <a:pt x="896" y="342"/>
                  </a:lnTo>
                  <a:lnTo>
                    <a:pt x="898" y="340"/>
                  </a:lnTo>
                  <a:lnTo>
                    <a:pt x="898" y="338"/>
                  </a:lnTo>
                  <a:lnTo>
                    <a:pt x="900" y="336"/>
                  </a:lnTo>
                  <a:lnTo>
                    <a:pt x="900" y="336"/>
                  </a:lnTo>
                  <a:lnTo>
                    <a:pt x="902" y="336"/>
                  </a:lnTo>
                  <a:lnTo>
                    <a:pt x="902" y="336"/>
                  </a:lnTo>
                  <a:lnTo>
                    <a:pt x="902" y="338"/>
                  </a:lnTo>
                  <a:lnTo>
                    <a:pt x="902" y="338"/>
                  </a:lnTo>
                  <a:lnTo>
                    <a:pt x="902" y="338"/>
                  </a:lnTo>
                  <a:lnTo>
                    <a:pt x="904" y="340"/>
                  </a:lnTo>
                  <a:lnTo>
                    <a:pt x="904" y="340"/>
                  </a:lnTo>
                  <a:lnTo>
                    <a:pt x="904" y="340"/>
                  </a:lnTo>
                  <a:lnTo>
                    <a:pt x="904" y="342"/>
                  </a:lnTo>
                  <a:lnTo>
                    <a:pt x="904" y="342"/>
                  </a:lnTo>
                  <a:lnTo>
                    <a:pt x="906" y="342"/>
                  </a:lnTo>
                  <a:lnTo>
                    <a:pt x="906" y="342"/>
                  </a:lnTo>
                  <a:lnTo>
                    <a:pt x="906" y="342"/>
                  </a:lnTo>
                  <a:lnTo>
                    <a:pt x="908" y="342"/>
                  </a:lnTo>
                  <a:lnTo>
                    <a:pt x="908" y="342"/>
                  </a:lnTo>
                  <a:lnTo>
                    <a:pt x="910" y="342"/>
                  </a:lnTo>
                  <a:lnTo>
                    <a:pt x="910" y="342"/>
                  </a:lnTo>
                  <a:lnTo>
                    <a:pt x="910" y="342"/>
                  </a:lnTo>
                  <a:lnTo>
                    <a:pt x="910" y="340"/>
                  </a:lnTo>
                  <a:lnTo>
                    <a:pt x="910" y="340"/>
                  </a:lnTo>
                  <a:lnTo>
                    <a:pt x="910" y="338"/>
                  </a:lnTo>
                  <a:lnTo>
                    <a:pt x="910" y="336"/>
                  </a:lnTo>
                  <a:lnTo>
                    <a:pt x="910" y="336"/>
                  </a:lnTo>
                  <a:lnTo>
                    <a:pt x="910" y="336"/>
                  </a:lnTo>
                  <a:lnTo>
                    <a:pt x="910" y="334"/>
                  </a:lnTo>
                  <a:lnTo>
                    <a:pt x="910" y="334"/>
                  </a:lnTo>
                  <a:lnTo>
                    <a:pt x="910" y="334"/>
                  </a:lnTo>
                  <a:lnTo>
                    <a:pt x="910" y="332"/>
                  </a:lnTo>
                  <a:lnTo>
                    <a:pt x="912" y="332"/>
                  </a:lnTo>
                  <a:lnTo>
                    <a:pt x="912" y="330"/>
                  </a:lnTo>
                  <a:lnTo>
                    <a:pt x="912" y="330"/>
                  </a:lnTo>
                  <a:lnTo>
                    <a:pt x="912" y="330"/>
                  </a:lnTo>
                  <a:lnTo>
                    <a:pt x="914" y="328"/>
                  </a:lnTo>
                  <a:lnTo>
                    <a:pt x="914" y="328"/>
                  </a:lnTo>
                  <a:lnTo>
                    <a:pt x="914" y="328"/>
                  </a:lnTo>
                  <a:lnTo>
                    <a:pt x="916" y="326"/>
                  </a:lnTo>
                  <a:lnTo>
                    <a:pt x="916" y="326"/>
                  </a:lnTo>
                  <a:lnTo>
                    <a:pt x="916" y="326"/>
                  </a:lnTo>
                  <a:lnTo>
                    <a:pt x="918" y="326"/>
                  </a:lnTo>
                  <a:lnTo>
                    <a:pt x="920" y="326"/>
                  </a:lnTo>
                  <a:lnTo>
                    <a:pt x="920" y="326"/>
                  </a:lnTo>
                  <a:lnTo>
                    <a:pt x="922" y="326"/>
                  </a:lnTo>
                  <a:lnTo>
                    <a:pt x="922" y="326"/>
                  </a:lnTo>
                  <a:lnTo>
                    <a:pt x="924" y="326"/>
                  </a:lnTo>
                  <a:lnTo>
                    <a:pt x="924" y="326"/>
                  </a:lnTo>
                  <a:lnTo>
                    <a:pt x="924" y="328"/>
                  </a:lnTo>
                  <a:lnTo>
                    <a:pt x="926" y="330"/>
                  </a:lnTo>
                  <a:lnTo>
                    <a:pt x="928" y="332"/>
                  </a:lnTo>
                  <a:lnTo>
                    <a:pt x="928" y="332"/>
                  </a:lnTo>
                  <a:lnTo>
                    <a:pt x="928" y="332"/>
                  </a:lnTo>
                  <a:lnTo>
                    <a:pt x="934" y="334"/>
                  </a:lnTo>
                  <a:lnTo>
                    <a:pt x="934" y="334"/>
                  </a:lnTo>
                  <a:lnTo>
                    <a:pt x="936" y="336"/>
                  </a:lnTo>
                  <a:lnTo>
                    <a:pt x="940" y="336"/>
                  </a:lnTo>
                  <a:lnTo>
                    <a:pt x="944" y="336"/>
                  </a:lnTo>
                  <a:lnTo>
                    <a:pt x="944" y="336"/>
                  </a:lnTo>
                  <a:lnTo>
                    <a:pt x="944" y="338"/>
                  </a:lnTo>
                  <a:lnTo>
                    <a:pt x="944" y="338"/>
                  </a:lnTo>
                  <a:lnTo>
                    <a:pt x="944" y="338"/>
                  </a:lnTo>
                  <a:lnTo>
                    <a:pt x="945" y="340"/>
                  </a:lnTo>
                  <a:lnTo>
                    <a:pt x="945" y="340"/>
                  </a:lnTo>
                  <a:lnTo>
                    <a:pt x="945" y="340"/>
                  </a:lnTo>
                  <a:lnTo>
                    <a:pt x="945" y="342"/>
                  </a:lnTo>
                  <a:lnTo>
                    <a:pt x="945" y="342"/>
                  </a:lnTo>
                  <a:lnTo>
                    <a:pt x="945" y="342"/>
                  </a:lnTo>
                  <a:lnTo>
                    <a:pt x="945" y="342"/>
                  </a:lnTo>
                  <a:lnTo>
                    <a:pt x="945" y="344"/>
                  </a:lnTo>
                  <a:lnTo>
                    <a:pt x="945" y="344"/>
                  </a:lnTo>
                  <a:lnTo>
                    <a:pt x="945" y="344"/>
                  </a:lnTo>
                  <a:lnTo>
                    <a:pt x="945" y="344"/>
                  </a:lnTo>
                  <a:lnTo>
                    <a:pt x="947" y="344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6"/>
                  </a:lnTo>
                  <a:lnTo>
                    <a:pt x="949" y="348"/>
                  </a:lnTo>
                  <a:lnTo>
                    <a:pt x="949" y="348"/>
                  </a:lnTo>
                  <a:lnTo>
                    <a:pt x="947" y="348"/>
                  </a:lnTo>
                  <a:lnTo>
                    <a:pt x="949" y="348"/>
                  </a:lnTo>
                  <a:lnTo>
                    <a:pt x="949" y="350"/>
                  </a:lnTo>
                  <a:lnTo>
                    <a:pt x="949" y="350"/>
                  </a:lnTo>
                  <a:lnTo>
                    <a:pt x="949" y="350"/>
                  </a:lnTo>
                  <a:lnTo>
                    <a:pt x="949" y="350"/>
                  </a:lnTo>
                  <a:lnTo>
                    <a:pt x="947" y="352"/>
                  </a:lnTo>
                  <a:lnTo>
                    <a:pt x="945" y="352"/>
                  </a:lnTo>
                  <a:lnTo>
                    <a:pt x="945" y="352"/>
                  </a:lnTo>
                  <a:lnTo>
                    <a:pt x="945" y="354"/>
                  </a:lnTo>
                  <a:lnTo>
                    <a:pt x="945" y="354"/>
                  </a:lnTo>
                  <a:lnTo>
                    <a:pt x="945" y="356"/>
                  </a:lnTo>
                  <a:lnTo>
                    <a:pt x="945" y="356"/>
                  </a:lnTo>
                  <a:lnTo>
                    <a:pt x="945" y="356"/>
                  </a:lnTo>
                  <a:lnTo>
                    <a:pt x="945" y="360"/>
                  </a:lnTo>
                  <a:lnTo>
                    <a:pt x="947" y="362"/>
                  </a:lnTo>
                  <a:lnTo>
                    <a:pt x="947" y="366"/>
                  </a:lnTo>
                  <a:lnTo>
                    <a:pt x="949" y="368"/>
                  </a:lnTo>
                  <a:lnTo>
                    <a:pt x="951" y="368"/>
                  </a:lnTo>
                  <a:lnTo>
                    <a:pt x="951" y="368"/>
                  </a:lnTo>
                  <a:lnTo>
                    <a:pt x="953" y="368"/>
                  </a:lnTo>
                  <a:lnTo>
                    <a:pt x="955" y="368"/>
                  </a:lnTo>
                  <a:lnTo>
                    <a:pt x="955" y="368"/>
                  </a:lnTo>
                  <a:lnTo>
                    <a:pt x="955" y="370"/>
                  </a:lnTo>
                  <a:lnTo>
                    <a:pt x="955" y="370"/>
                  </a:lnTo>
                  <a:lnTo>
                    <a:pt x="955" y="374"/>
                  </a:lnTo>
                  <a:lnTo>
                    <a:pt x="955" y="374"/>
                  </a:lnTo>
                  <a:lnTo>
                    <a:pt x="955" y="376"/>
                  </a:lnTo>
                  <a:lnTo>
                    <a:pt x="955" y="376"/>
                  </a:lnTo>
                  <a:lnTo>
                    <a:pt x="955" y="376"/>
                  </a:lnTo>
                  <a:lnTo>
                    <a:pt x="955" y="377"/>
                  </a:lnTo>
                  <a:lnTo>
                    <a:pt x="955" y="377"/>
                  </a:lnTo>
                  <a:lnTo>
                    <a:pt x="955" y="379"/>
                  </a:lnTo>
                  <a:lnTo>
                    <a:pt x="955" y="379"/>
                  </a:lnTo>
                  <a:lnTo>
                    <a:pt x="955" y="379"/>
                  </a:lnTo>
                  <a:lnTo>
                    <a:pt x="957" y="381"/>
                  </a:lnTo>
                  <a:lnTo>
                    <a:pt x="959" y="381"/>
                  </a:lnTo>
                  <a:lnTo>
                    <a:pt x="959" y="383"/>
                  </a:lnTo>
                  <a:lnTo>
                    <a:pt x="959" y="383"/>
                  </a:lnTo>
                  <a:lnTo>
                    <a:pt x="961" y="383"/>
                  </a:lnTo>
                  <a:lnTo>
                    <a:pt x="961" y="383"/>
                  </a:lnTo>
                  <a:lnTo>
                    <a:pt x="961" y="385"/>
                  </a:lnTo>
                  <a:lnTo>
                    <a:pt x="961" y="385"/>
                  </a:lnTo>
                  <a:lnTo>
                    <a:pt x="961" y="387"/>
                  </a:lnTo>
                  <a:lnTo>
                    <a:pt x="961" y="389"/>
                  </a:lnTo>
                  <a:lnTo>
                    <a:pt x="961" y="391"/>
                  </a:lnTo>
                  <a:lnTo>
                    <a:pt x="961" y="393"/>
                  </a:lnTo>
                  <a:lnTo>
                    <a:pt x="961" y="393"/>
                  </a:lnTo>
                  <a:lnTo>
                    <a:pt x="961" y="395"/>
                  </a:lnTo>
                  <a:lnTo>
                    <a:pt x="961" y="395"/>
                  </a:lnTo>
                  <a:lnTo>
                    <a:pt x="961" y="397"/>
                  </a:lnTo>
                  <a:lnTo>
                    <a:pt x="961" y="397"/>
                  </a:lnTo>
                  <a:lnTo>
                    <a:pt x="961" y="397"/>
                  </a:lnTo>
                  <a:lnTo>
                    <a:pt x="961" y="397"/>
                  </a:lnTo>
                  <a:lnTo>
                    <a:pt x="961" y="399"/>
                  </a:lnTo>
                  <a:lnTo>
                    <a:pt x="961" y="399"/>
                  </a:lnTo>
                  <a:lnTo>
                    <a:pt x="961" y="399"/>
                  </a:lnTo>
                  <a:lnTo>
                    <a:pt x="961" y="399"/>
                  </a:lnTo>
                  <a:lnTo>
                    <a:pt x="961" y="401"/>
                  </a:lnTo>
                  <a:lnTo>
                    <a:pt x="961" y="401"/>
                  </a:lnTo>
                  <a:lnTo>
                    <a:pt x="959" y="401"/>
                  </a:lnTo>
                  <a:lnTo>
                    <a:pt x="959" y="401"/>
                  </a:lnTo>
                  <a:lnTo>
                    <a:pt x="959" y="401"/>
                  </a:lnTo>
                  <a:lnTo>
                    <a:pt x="961" y="403"/>
                  </a:lnTo>
                  <a:lnTo>
                    <a:pt x="961" y="403"/>
                  </a:lnTo>
                  <a:lnTo>
                    <a:pt x="961" y="403"/>
                  </a:lnTo>
                  <a:lnTo>
                    <a:pt x="963" y="403"/>
                  </a:lnTo>
                  <a:lnTo>
                    <a:pt x="965" y="405"/>
                  </a:lnTo>
                  <a:lnTo>
                    <a:pt x="965" y="405"/>
                  </a:lnTo>
                  <a:lnTo>
                    <a:pt x="965" y="405"/>
                  </a:lnTo>
                  <a:lnTo>
                    <a:pt x="965" y="405"/>
                  </a:lnTo>
                  <a:lnTo>
                    <a:pt x="967" y="405"/>
                  </a:lnTo>
                  <a:lnTo>
                    <a:pt x="967" y="405"/>
                  </a:lnTo>
                  <a:lnTo>
                    <a:pt x="967" y="405"/>
                  </a:lnTo>
                  <a:lnTo>
                    <a:pt x="967" y="405"/>
                  </a:lnTo>
                  <a:lnTo>
                    <a:pt x="969" y="405"/>
                  </a:lnTo>
                  <a:lnTo>
                    <a:pt x="969" y="405"/>
                  </a:lnTo>
                  <a:lnTo>
                    <a:pt x="969" y="405"/>
                  </a:lnTo>
                  <a:lnTo>
                    <a:pt x="969" y="405"/>
                  </a:lnTo>
                  <a:lnTo>
                    <a:pt x="971" y="407"/>
                  </a:lnTo>
                  <a:lnTo>
                    <a:pt x="971" y="407"/>
                  </a:lnTo>
                  <a:lnTo>
                    <a:pt x="971" y="407"/>
                  </a:lnTo>
                  <a:lnTo>
                    <a:pt x="973" y="407"/>
                  </a:lnTo>
                  <a:lnTo>
                    <a:pt x="975" y="407"/>
                  </a:lnTo>
                  <a:lnTo>
                    <a:pt x="975" y="407"/>
                  </a:lnTo>
                  <a:lnTo>
                    <a:pt x="977" y="409"/>
                  </a:lnTo>
                  <a:lnTo>
                    <a:pt x="977" y="409"/>
                  </a:lnTo>
                  <a:lnTo>
                    <a:pt x="977" y="409"/>
                  </a:lnTo>
                  <a:lnTo>
                    <a:pt x="977" y="411"/>
                  </a:lnTo>
                  <a:lnTo>
                    <a:pt x="977" y="411"/>
                  </a:lnTo>
                  <a:lnTo>
                    <a:pt x="977" y="413"/>
                  </a:lnTo>
                  <a:lnTo>
                    <a:pt x="977" y="415"/>
                  </a:lnTo>
                  <a:lnTo>
                    <a:pt x="977" y="415"/>
                  </a:lnTo>
                  <a:lnTo>
                    <a:pt x="977" y="417"/>
                  </a:lnTo>
                  <a:lnTo>
                    <a:pt x="977" y="417"/>
                  </a:lnTo>
                  <a:lnTo>
                    <a:pt x="977" y="419"/>
                  </a:lnTo>
                  <a:lnTo>
                    <a:pt x="977" y="419"/>
                  </a:lnTo>
                  <a:lnTo>
                    <a:pt x="977" y="421"/>
                  </a:lnTo>
                  <a:lnTo>
                    <a:pt x="977" y="421"/>
                  </a:lnTo>
                  <a:lnTo>
                    <a:pt x="977" y="421"/>
                  </a:lnTo>
                  <a:lnTo>
                    <a:pt x="979" y="423"/>
                  </a:lnTo>
                  <a:lnTo>
                    <a:pt x="979" y="425"/>
                  </a:lnTo>
                  <a:lnTo>
                    <a:pt x="979" y="425"/>
                  </a:lnTo>
                  <a:lnTo>
                    <a:pt x="981" y="429"/>
                  </a:lnTo>
                  <a:lnTo>
                    <a:pt x="977" y="429"/>
                  </a:lnTo>
                  <a:lnTo>
                    <a:pt x="975" y="429"/>
                  </a:lnTo>
                  <a:lnTo>
                    <a:pt x="975" y="430"/>
                  </a:lnTo>
                  <a:lnTo>
                    <a:pt x="967" y="432"/>
                  </a:lnTo>
                  <a:lnTo>
                    <a:pt x="965" y="434"/>
                  </a:lnTo>
                  <a:lnTo>
                    <a:pt x="963" y="436"/>
                  </a:lnTo>
                  <a:lnTo>
                    <a:pt x="963" y="436"/>
                  </a:lnTo>
                  <a:lnTo>
                    <a:pt x="963" y="436"/>
                  </a:lnTo>
                  <a:lnTo>
                    <a:pt x="961" y="436"/>
                  </a:lnTo>
                  <a:lnTo>
                    <a:pt x="961" y="436"/>
                  </a:lnTo>
                  <a:lnTo>
                    <a:pt x="959" y="436"/>
                  </a:lnTo>
                  <a:lnTo>
                    <a:pt x="959" y="436"/>
                  </a:lnTo>
                  <a:lnTo>
                    <a:pt x="957" y="434"/>
                  </a:lnTo>
                  <a:lnTo>
                    <a:pt x="957" y="434"/>
                  </a:lnTo>
                  <a:lnTo>
                    <a:pt x="955" y="434"/>
                  </a:lnTo>
                  <a:lnTo>
                    <a:pt x="955" y="434"/>
                  </a:lnTo>
                  <a:lnTo>
                    <a:pt x="953" y="434"/>
                  </a:lnTo>
                  <a:lnTo>
                    <a:pt x="953" y="434"/>
                  </a:lnTo>
                  <a:lnTo>
                    <a:pt x="953" y="434"/>
                  </a:lnTo>
                  <a:lnTo>
                    <a:pt x="953" y="434"/>
                  </a:lnTo>
                  <a:lnTo>
                    <a:pt x="953" y="432"/>
                  </a:lnTo>
                  <a:lnTo>
                    <a:pt x="953" y="432"/>
                  </a:lnTo>
                  <a:lnTo>
                    <a:pt x="949" y="432"/>
                  </a:lnTo>
                  <a:lnTo>
                    <a:pt x="949" y="432"/>
                  </a:lnTo>
                  <a:lnTo>
                    <a:pt x="949" y="430"/>
                  </a:lnTo>
                  <a:lnTo>
                    <a:pt x="947" y="430"/>
                  </a:lnTo>
                  <a:lnTo>
                    <a:pt x="947" y="430"/>
                  </a:lnTo>
                  <a:lnTo>
                    <a:pt x="947" y="429"/>
                  </a:lnTo>
                  <a:lnTo>
                    <a:pt x="947" y="429"/>
                  </a:lnTo>
                  <a:lnTo>
                    <a:pt x="947" y="429"/>
                  </a:lnTo>
                  <a:lnTo>
                    <a:pt x="945" y="427"/>
                  </a:lnTo>
                  <a:lnTo>
                    <a:pt x="945" y="427"/>
                  </a:lnTo>
                  <a:lnTo>
                    <a:pt x="945" y="427"/>
                  </a:lnTo>
                  <a:lnTo>
                    <a:pt x="940" y="425"/>
                  </a:lnTo>
                  <a:lnTo>
                    <a:pt x="938" y="425"/>
                  </a:lnTo>
                  <a:lnTo>
                    <a:pt x="938" y="425"/>
                  </a:lnTo>
                  <a:lnTo>
                    <a:pt x="936" y="425"/>
                  </a:lnTo>
                  <a:lnTo>
                    <a:pt x="936" y="427"/>
                  </a:lnTo>
                  <a:lnTo>
                    <a:pt x="936" y="427"/>
                  </a:lnTo>
                  <a:lnTo>
                    <a:pt x="936" y="427"/>
                  </a:lnTo>
                  <a:lnTo>
                    <a:pt x="936" y="429"/>
                  </a:lnTo>
                  <a:lnTo>
                    <a:pt x="936" y="429"/>
                  </a:lnTo>
                  <a:lnTo>
                    <a:pt x="936" y="429"/>
                  </a:lnTo>
                  <a:lnTo>
                    <a:pt x="936" y="429"/>
                  </a:lnTo>
                  <a:lnTo>
                    <a:pt x="936" y="429"/>
                  </a:lnTo>
                  <a:lnTo>
                    <a:pt x="934" y="429"/>
                  </a:lnTo>
                  <a:lnTo>
                    <a:pt x="934" y="429"/>
                  </a:lnTo>
                  <a:lnTo>
                    <a:pt x="934" y="429"/>
                  </a:lnTo>
                  <a:lnTo>
                    <a:pt x="934" y="429"/>
                  </a:lnTo>
                  <a:lnTo>
                    <a:pt x="934" y="429"/>
                  </a:lnTo>
                  <a:lnTo>
                    <a:pt x="932" y="427"/>
                  </a:lnTo>
                  <a:lnTo>
                    <a:pt x="932" y="427"/>
                  </a:lnTo>
                  <a:lnTo>
                    <a:pt x="932" y="427"/>
                  </a:lnTo>
                  <a:lnTo>
                    <a:pt x="930" y="427"/>
                  </a:lnTo>
                  <a:lnTo>
                    <a:pt x="930" y="427"/>
                  </a:lnTo>
                  <a:lnTo>
                    <a:pt x="928" y="427"/>
                  </a:lnTo>
                  <a:lnTo>
                    <a:pt x="928" y="427"/>
                  </a:lnTo>
                  <a:lnTo>
                    <a:pt x="928" y="427"/>
                  </a:lnTo>
                  <a:lnTo>
                    <a:pt x="926" y="427"/>
                  </a:lnTo>
                  <a:lnTo>
                    <a:pt x="926" y="427"/>
                  </a:lnTo>
                  <a:lnTo>
                    <a:pt x="926" y="427"/>
                  </a:lnTo>
                  <a:lnTo>
                    <a:pt x="924" y="427"/>
                  </a:lnTo>
                  <a:lnTo>
                    <a:pt x="924" y="427"/>
                  </a:lnTo>
                  <a:lnTo>
                    <a:pt x="924" y="427"/>
                  </a:lnTo>
                  <a:lnTo>
                    <a:pt x="924" y="427"/>
                  </a:lnTo>
                  <a:lnTo>
                    <a:pt x="924" y="427"/>
                  </a:lnTo>
                  <a:lnTo>
                    <a:pt x="924" y="427"/>
                  </a:lnTo>
                  <a:lnTo>
                    <a:pt x="922" y="427"/>
                  </a:lnTo>
                  <a:lnTo>
                    <a:pt x="922" y="429"/>
                  </a:lnTo>
                  <a:lnTo>
                    <a:pt x="918" y="429"/>
                  </a:lnTo>
                  <a:lnTo>
                    <a:pt x="916" y="429"/>
                  </a:lnTo>
                  <a:lnTo>
                    <a:pt x="916" y="429"/>
                  </a:lnTo>
                  <a:lnTo>
                    <a:pt x="916" y="430"/>
                  </a:lnTo>
                  <a:lnTo>
                    <a:pt x="916" y="430"/>
                  </a:lnTo>
                  <a:lnTo>
                    <a:pt x="916" y="430"/>
                  </a:lnTo>
                  <a:lnTo>
                    <a:pt x="916" y="430"/>
                  </a:lnTo>
                  <a:lnTo>
                    <a:pt x="914" y="432"/>
                  </a:lnTo>
                  <a:lnTo>
                    <a:pt x="912" y="434"/>
                  </a:lnTo>
                  <a:lnTo>
                    <a:pt x="910" y="436"/>
                  </a:lnTo>
                  <a:lnTo>
                    <a:pt x="910" y="436"/>
                  </a:lnTo>
                  <a:lnTo>
                    <a:pt x="910" y="436"/>
                  </a:lnTo>
                  <a:lnTo>
                    <a:pt x="910" y="436"/>
                  </a:lnTo>
                  <a:lnTo>
                    <a:pt x="910" y="438"/>
                  </a:lnTo>
                  <a:lnTo>
                    <a:pt x="910" y="438"/>
                  </a:lnTo>
                  <a:lnTo>
                    <a:pt x="910" y="438"/>
                  </a:lnTo>
                  <a:lnTo>
                    <a:pt x="910" y="438"/>
                  </a:lnTo>
                  <a:lnTo>
                    <a:pt x="910" y="438"/>
                  </a:lnTo>
                  <a:lnTo>
                    <a:pt x="910" y="440"/>
                  </a:lnTo>
                  <a:lnTo>
                    <a:pt x="912" y="440"/>
                  </a:lnTo>
                  <a:lnTo>
                    <a:pt x="912" y="440"/>
                  </a:lnTo>
                  <a:lnTo>
                    <a:pt x="912" y="440"/>
                  </a:lnTo>
                  <a:lnTo>
                    <a:pt x="914" y="440"/>
                  </a:lnTo>
                  <a:lnTo>
                    <a:pt x="914" y="442"/>
                  </a:lnTo>
                  <a:lnTo>
                    <a:pt x="914" y="442"/>
                  </a:lnTo>
                  <a:lnTo>
                    <a:pt x="914" y="442"/>
                  </a:lnTo>
                  <a:lnTo>
                    <a:pt x="916" y="442"/>
                  </a:lnTo>
                  <a:lnTo>
                    <a:pt x="916" y="444"/>
                  </a:lnTo>
                  <a:lnTo>
                    <a:pt x="916" y="444"/>
                  </a:lnTo>
                  <a:lnTo>
                    <a:pt x="916" y="444"/>
                  </a:lnTo>
                  <a:lnTo>
                    <a:pt x="918" y="446"/>
                  </a:lnTo>
                  <a:lnTo>
                    <a:pt x="918" y="446"/>
                  </a:lnTo>
                  <a:lnTo>
                    <a:pt x="918" y="446"/>
                  </a:lnTo>
                  <a:lnTo>
                    <a:pt x="918" y="450"/>
                  </a:lnTo>
                  <a:lnTo>
                    <a:pt x="918" y="450"/>
                  </a:lnTo>
                  <a:lnTo>
                    <a:pt x="916" y="450"/>
                  </a:lnTo>
                  <a:lnTo>
                    <a:pt x="914" y="450"/>
                  </a:lnTo>
                  <a:lnTo>
                    <a:pt x="914" y="450"/>
                  </a:lnTo>
                  <a:lnTo>
                    <a:pt x="912" y="450"/>
                  </a:lnTo>
                  <a:lnTo>
                    <a:pt x="912" y="450"/>
                  </a:lnTo>
                  <a:lnTo>
                    <a:pt x="912" y="450"/>
                  </a:lnTo>
                  <a:lnTo>
                    <a:pt x="910" y="450"/>
                  </a:lnTo>
                  <a:lnTo>
                    <a:pt x="910" y="452"/>
                  </a:lnTo>
                  <a:lnTo>
                    <a:pt x="910" y="452"/>
                  </a:lnTo>
                  <a:lnTo>
                    <a:pt x="910" y="452"/>
                  </a:lnTo>
                  <a:lnTo>
                    <a:pt x="910" y="454"/>
                  </a:lnTo>
                  <a:lnTo>
                    <a:pt x="910" y="454"/>
                  </a:lnTo>
                  <a:lnTo>
                    <a:pt x="912" y="454"/>
                  </a:lnTo>
                  <a:lnTo>
                    <a:pt x="912" y="454"/>
                  </a:lnTo>
                  <a:lnTo>
                    <a:pt x="912" y="456"/>
                  </a:lnTo>
                  <a:lnTo>
                    <a:pt x="912" y="456"/>
                  </a:lnTo>
                  <a:lnTo>
                    <a:pt x="910" y="456"/>
                  </a:lnTo>
                  <a:lnTo>
                    <a:pt x="910" y="458"/>
                  </a:lnTo>
                  <a:lnTo>
                    <a:pt x="910" y="458"/>
                  </a:lnTo>
                  <a:lnTo>
                    <a:pt x="910" y="458"/>
                  </a:lnTo>
                  <a:lnTo>
                    <a:pt x="910" y="458"/>
                  </a:lnTo>
                  <a:lnTo>
                    <a:pt x="910" y="458"/>
                  </a:lnTo>
                  <a:lnTo>
                    <a:pt x="912" y="460"/>
                  </a:lnTo>
                  <a:lnTo>
                    <a:pt x="912" y="460"/>
                  </a:lnTo>
                  <a:lnTo>
                    <a:pt x="912" y="460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0" y="462"/>
                  </a:lnTo>
                  <a:lnTo>
                    <a:pt x="910" y="462"/>
                  </a:lnTo>
                  <a:lnTo>
                    <a:pt x="910" y="462"/>
                  </a:lnTo>
                  <a:lnTo>
                    <a:pt x="910" y="464"/>
                  </a:lnTo>
                  <a:lnTo>
                    <a:pt x="912" y="464"/>
                  </a:lnTo>
                  <a:lnTo>
                    <a:pt x="912" y="464"/>
                  </a:lnTo>
                  <a:lnTo>
                    <a:pt x="912" y="466"/>
                  </a:lnTo>
                  <a:lnTo>
                    <a:pt x="912" y="466"/>
                  </a:lnTo>
                  <a:lnTo>
                    <a:pt x="912" y="466"/>
                  </a:lnTo>
                  <a:lnTo>
                    <a:pt x="912" y="468"/>
                  </a:lnTo>
                  <a:lnTo>
                    <a:pt x="912" y="468"/>
                  </a:lnTo>
                  <a:lnTo>
                    <a:pt x="912" y="468"/>
                  </a:lnTo>
                  <a:lnTo>
                    <a:pt x="912" y="468"/>
                  </a:lnTo>
                  <a:lnTo>
                    <a:pt x="912" y="468"/>
                  </a:lnTo>
                  <a:lnTo>
                    <a:pt x="912" y="468"/>
                  </a:lnTo>
                  <a:lnTo>
                    <a:pt x="914" y="470"/>
                  </a:lnTo>
                  <a:lnTo>
                    <a:pt x="914" y="470"/>
                  </a:lnTo>
                  <a:lnTo>
                    <a:pt x="914" y="470"/>
                  </a:lnTo>
                  <a:lnTo>
                    <a:pt x="914" y="470"/>
                  </a:lnTo>
                  <a:lnTo>
                    <a:pt x="912" y="472"/>
                  </a:lnTo>
                  <a:lnTo>
                    <a:pt x="912" y="472"/>
                  </a:lnTo>
                  <a:lnTo>
                    <a:pt x="912" y="472"/>
                  </a:lnTo>
                  <a:lnTo>
                    <a:pt x="912" y="474"/>
                  </a:lnTo>
                  <a:lnTo>
                    <a:pt x="912" y="474"/>
                  </a:lnTo>
                  <a:lnTo>
                    <a:pt x="912" y="474"/>
                  </a:lnTo>
                  <a:lnTo>
                    <a:pt x="912" y="476"/>
                  </a:lnTo>
                  <a:lnTo>
                    <a:pt x="910" y="476"/>
                  </a:lnTo>
                  <a:lnTo>
                    <a:pt x="910" y="476"/>
                  </a:lnTo>
                  <a:lnTo>
                    <a:pt x="910" y="476"/>
                  </a:lnTo>
                  <a:lnTo>
                    <a:pt x="910" y="476"/>
                  </a:lnTo>
                  <a:lnTo>
                    <a:pt x="908" y="476"/>
                  </a:lnTo>
                  <a:lnTo>
                    <a:pt x="906" y="478"/>
                  </a:lnTo>
                  <a:lnTo>
                    <a:pt x="906" y="478"/>
                  </a:lnTo>
                  <a:lnTo>
                    <a:pt x="904" y="478"/>
                  </a:lnTo>
                  <a:lnTo>
                    <a:pt x="902" y="478"/>
                  </a:lnTo>
                  <a:lnTo>
                    <a:pt x="902" y="478"/>
                  </a:lnTo>
                  <a:lnTo>
                    <a:pt x="902" y="480"/>
                  </a:lnTo>
                  <a:lnTo>
                    <a:pt x="902" y="480"/>
                  </a:lnTo>
                  <a:lnTo>
                    <a:pt x="902" y="480"/>
                  </a:lnTo>
                  <a:lnTo>
                    <a:pt x="902" y="480"/>
                  </a:lnTo>
                  <a:lnTo>
                    <a:pt x="902" y="482"/>
                  </a:lnTo>
                  <a:lnTo>
                    <a:pt x="902" y="482"/>
                  </a:lnTo>
                  <a:lnTo>
                    <a:pt x="902" y="482"/>
                  </a:lnTo>
                  <a:lnTo>
                    <a:pt x="902" y="482"/>
                  </a:lnTo>
                  <a:lnTo>
                    <a:pt x="904" y="482"/>
                  </a:lnTo>
                  <a:lnTo>
                    <a:pt x="904" y="483"/>
                  </a:lnTo>
                  <a:lnTo>
                    <a:pt x="906" y="483"/>
                  </a:lnTo>
                  <a:lnTo>
                    <a:pt x="906" y="483"/>
                  </a:lnTo>
                  <a:lnTo>
                    <a:pt x="906" y="483"/>
                  </a:lnTo>
                  <a:lnTo>
                    <a:pt x="906" y="483"/>
                  </a:lnTo>
                  <a:lnTo>
                    <a:pt x="906" y="485"/>
                  </a:lnTo>
                  <a:lnTo>
                    <a:pt x="906" y="485"/>
                  </a:lnTo>
                  <a:lnTo>
                    <a:pt x="908" y="485"/>
                  </a:lnTo>
                  <a:lnTo>
                    <a:pt x="906" y="485"/>
                  </a:lnTo>
                  <a:lnTo>
                    <a:pt x="908" y="487"/>
                  </a:lnTo>
                  <a:lnTo>
                    <a:pt x="908" y="487"/>
                  </a:lnTo>
                  <a:lnTo>
                    <a:pt x="908" y="487"/>
                  </a:lnTo>
                  <a:lnTo>
                    <a:pt x="908" y="489"/>
                  </a:lnTo>
                  <a:lnTo>
                    <a:pt x="906" y="489"/>
                  </a:lnTo>
                  <a:lnTo>
                    <a:pt x="906" y="491"/>
                  </a:lnTo>
                  <a:lnTo>
                    <a:pt x="906" y="491"/>
                  </a:lnTo>
                  <a:lnTo>
                    <a:pt x="908" y="491"/>
                  </a:lnTo>
                  <a:lnTo>
                    <a:pt x="908" y="491"/>
                  </a:lnTo>
                  <a:lnTo>
                    <a:pt x="908" y="493"/>
                  </a:lnTo>
                  <a:lnTo>
                    <a:pt x="908" y="493"/>
                  </a:lnTo>
                  <a:lnTo>
                    <a:pt x="908" y="493"/>
                  </a:lnTo>
                  <a:lnTo>
                    <a:pt x="908" y="493"/>
                  </a:lnTo>
                  <a:lnTo>
                    <a:pt x="908" y="493"/>
                  </a:lnTo>
                  <a:lnTo>
                    <a:pt x="908" y="493"/>
                  </a:lnTo>
                  <a:lnTo>
                    <a:pt x="914" y="493"/>
                  </a:lnTo>
                  <a:lnTo>
                    <a:pt x="914" y="493"/>
                  </a:lnTo>
                  <a:lnTo>
                    <a:pt x="914" y="493"/>
                  </a:lnTo>
                  <a:lnTo>
                    <a:pt x="914" y="493"/>
                  </a:lnTo>
                  <a:lnTo>
                    <a:pt x="914" y="495"/>
                  </a:lnTo>
                  <a:lnTo>
                    <a:pt x="914" y="495"/>
                  </a:lnTo>
                  <a:lnTo>
                    <a:pt x="914" y="495"/>
                  </a:lnTo>
                  <a:lnTo>
                    <a:pt x="914" y="495"/>
                  </a:lnTo>
                  <a:lnTo>
                    <a:pt x="916" y="497"/>
                  </a:lnTo>
                  <a:lnTo>
                    <a:pt x="916" y="497"/>
                  </a:lnTo>
                  <a:lnTo>
                    <a:pt x="914" y="499"/>
                  </a:lnTo>
                  <a:lnTo>
                    <a:pt x="914" y="499"/>
                  </a:lnTo>
                  <a:lnTo>
                    <a:pt x="914" y="501"/>
                  </a:lnTo>
                  <a:lnTo>
                    <a:pt x="914" y="501"/>
                  </a:lnTo>
                  <a:lnTo>
                    <a:pt x="914" y="501"/>
                  </a:lnTo>
                  <a:lnTo>
                    <a:pt x="914" y="503"/>
                  </a:lnTo>
                  <a:lnTo>
                    <a:pt x="916" y="503"/>
                  </a:lnTo>
                  <a:lnTo>
                    <a:pt x="916" y="503"/>
                  </a:lnTo>
                  <a:lnTo>
                    <a:pt x="916" y="503"/>
                  </a:lnTo>
                  <a:lnTo>
                    <a:pt x="916" y="505"/>
                  </a:lnTo>
                  <a:lnTo>
                    <a:pt x="916" y="505"/>
                  </a:lnTo>
                  <a:lnTo>
                    <a:pt x="916" y="505"/>
                  </a:lnTo>
                  <a:lnTo>
                    <a:pt x="916" y="505"/>
                  </a:lnTo>
                  <a:lnTo>
                    <a:pt x="918" y="505"/>
                  </a:lnTo>
                  <a:lnTo>
                    <a:pt x="918" y="507"/>
                  </a:lnTo>
                  <a:lnTo>
                    <a:pt x="920" y="507"/>
                  </a:lnTo>
                  <a:lnTo>
                    <a:pt x="920" y="507"/>
                  </a:lnTo>
                  <a:lnTo>
                    <a:pt x="920" y="509"/>
                  </a:lnTo>
                  <a:lnTo>
                    <a:pt x="920" y="509"/>
                  </a:lnTo>
                  <a:lnTo>
                    <a:pt x="920" y="509"/>
                  </a:lnTo>
                  <a:lnTo>
                    <a:pt x="920" y="509"/>
                  </a:lnTo>
                  <a:lnTo>
                    <a:pt x="920" y="511"/>
                  </a:lnTo>
                  <a:lnTo>
                    <a:pt x="920" y="511"/>
                  </a:lnTo>
                  <a:lnTo>
                    <a:pt x="920" y="511"/>
                  </a:lnTo>
                  <a:lnTo>
                    <a:pt x="920" y="513"/>
                  </a:lnTo>
                  <a:lnTo>
                    <a:pt x="920" y="513"/>
                  </a:lnTo>
                  <a:lnTo>
                    <a:pt x="920" y="513"/>
                  </a:lnTo>
                  <a:lnTo>
                    <a:pt x="922" y="513"/>
                  </a:lnTo>
                  <a:lnTo>
                    <a:pt x="922" y="515"/>
                  </a:lnTo>
                  <a:lnTo>
                    <a:pt x="922" y="515"/>
                  </a:lnTo>
                  <a:lnTo>
                    <a:pt x="922" y="515"/>
                  </a:lnTo>
                  <a:lnTo>
                    <a:pt x="922" y="515"/>
                  </a:lnTo>
                  <a:lnTo>
                    <a:pt x="922" y="515"/>
                  </a:lnTo>
                  <a:lnTo>
                    <a:pt x="924" y="515"/>
                  </a:lnTo>
                  <a:lnTo>
                    <a:pt x="924" y="515"/>
                  </a:lnTo>
                  <a:lnTo>
                    <a:pt x="926" y="515"/>
                  </a:lnTo>
                  <a:lnTo>
                    <a:pt x="926" y="515"/>
                  </a:lnTo>
                  <a:lnTo>
                    <a:pt x="926" y="515"/>
                  </a:lnTo>
                  <a:lnTo>
                    <a:pt x="926" y="515"/>
                  </a:lnTo>
                  <a:lnTo>
                    <a:pt x="926" y="517"/>
                  </a:lnTo>
                  <a:lnTo>
                    <a:pt x="926" y="519"/>
                  </a:lnTo>
                  <a:lnTo>
                    <a:pt x="926" y="519"/>
                  </a:lnTo>
                  <a:lnTo>
                    <a:pt x="926" y="521"/>
                  </a:lnTo>
                  <a:lnTo>
                    <a:pt x="926" y="521"/>
                  </a:lnTo>
                  <a:lnTo>
                    <a:pt x="926" y="521"/>
                  </a:lnTo>
                  <a:lnTo>
                    <a:pt x="928" y="521"/>
                  </a:lnTo>
                  <a:lnTo>
                    <a:pt x="928" y="521"/>
                  </a:lnTo>
                  <a:lnTo>
                    <a:pt x="928" y="521"/>
                  </a:lnTo>
                  <a:lnTo>
                    <a:pt x="928" y="521"/>
                  </a:lnTo>
                  <a:lnTo>
                    <a:pt x="930" y="521"/>
                  </a:lnTo>
                  <a:lnTo>
                    <a:pt x="932" y="519"/>
                  </a:lnTo>
                  <a:lnTo>
                    <a:pt x="932" y="519"/>
                  </a:lnTo>
                  <a:lnTo>
                    <a:pt x="932" y="519"/>
                  </a:lnTo>
                  <a:lnTo>
                    <a:pt x="932" y="515"/>
                  </a:lnTo>
                  <a:lnTo>
                    <a:pt x="932" y="515"/>
                  </a:lnTo>
                  <a:lnTo>
                    <a:pt x="932" y="515"/>
                  </a:lnTo>
                  <a:lnTo>
                    <a:pt x="932" y="515"/>
                  </a:lnTo>
                  <a:lnTo>
                    <a:pt x="934" y="515"/>
                  </a:lnTo>
                  <a:lnTo>
                    <a:pt x="936" y="515"/>
                  </a:lnTo>
                  <a:lnTo>
                    <a:pt x="940" y="515"/>
                  </a:lnTo>
                  <a:lnTo>
                    <a:pt x="940" y="515"/>
                  </a:lnTo>
                  <a:lnTo>
                    <a:pt x="942" y="515"/>
                  </a:lnTo>
                  <a:lnTo>
                    <a:pt x="942" y="515"/>
                  </a:lnTo>
                  <a:lnTo>
                    <a:pt x="942" y="515"/>
                  </a:lnTo>
                  <a:lnTo>
                    <a:pt x="942" y="519"/>
                  </a:lnTo>
                  <a:lnTo>
                    <a:pt x="942" y="521"/>
                  </a:lnTo>
                  <a:lnTo>
                    <a:pt x="942" y="521"/>
                  </a:lnTo>
                  <a:lnTo>
                    <a:pt x="942" y="521"/>
                  </a:lnTo>
                  <a:lnTo>
                    <a:pt x="940" y="523"/>
                  </a:lnTo>
                  <a:lnTo>
                    <a:pt x="940" y="523"/>
                  </a:lnTo>
                  <a:lnTo>
                    <a:pt x="940" y="523"/>
                  </a:lnTo>
                  <a:lnTo>
                    <a:pt x="936" y="527"/>
                  </a:lnTo>
                  <a:lnTo>
                    <a:pt x="936" y="527"/>
                  </a:lnTo>
                  <a:lnTo>
                    <a:pt x="936" y="527"/>
                  </a:lnTo>
                  <a:lnTo>
                    <a:pt x="936" y="529"/>
                  </a:lnTo>
                  <a:lnTo>
                    <a:pt x="936" y="529"/>
                  </a:lnTo>
                  <a:lnTo>
                    <a:pt x="936" y="529"/>
                  </a:lnTo>
                  <a:lnTo>
                    <a:pt x="936" y="529"/>
                  </a:lnTo>
                  <a:lnTo>
                    <a:pt x="936" y="531"/>
                  </a:lnTo>
                  <a:lnTo>
                    <a:pt x="936" y="531"/>
                  </a:lnTo>
                  <a:lnTo>
                    <a:pt x="938" y="531"/>
                  </a:lnTo>
                  <a:lnTo>
                    <a:pt x="938" y="531"/>
                  </a:lnTo>
                  <a:lnTo>
                    <a:pt x="940" y="533"/>
                  </a:lnTo>
                  <a:lnTo>
                    <a:pt x="940" y="533"/>
                  </a:lnTo>
                  <a:lnTo>
                    <a:pt x="940" y="533"/>
                  </a:lnTo>
                  <a:lnTo>
                    <a:pt x="940" y="535"/>
                  </a:lnTo>
                  <a:lnTo>
                    <a:pt x="940" y="535"/>
                  </a:lnTo>
                  <a:lnTo>
                    <a:pt x="940" y="535"/>
                  </a:lnTo>
                  <a:lnTo>
                    <a:pt x="940" y="537"/>
                  </a:lnTo>
                  <a:lnTo>
                    <a:pt x="940" y="537"/>
                  </a:lnTo>
                  <a:lnTo>
                    <a:pt x="942" y="537"/>
                  </a:lnTo>
                  <a:lnTo>
                    <a:pt x="942" y="537"/>
                  </a:lnTo>
                  <a:lnTo>
                    <a:pt x="942" y="537"/>
                  </a:lnTo>
                  <a:lnTo>
                    <a:pt x="942" y="538"/>
                  </a:lnTo>
                  <a:lnTo>
                    <a:pt x="942" y="538"/>
                  </a:lnTo>
                  <a:lnTo>
                    <a:pt x="942" y="538"/>
                  </a:lnTo>
                  <a:lnTo>
                    <a:pt x="942" y="540"/>
                  </a:lnTo>
                  <a:lnTo>
                    <a:pt x="942" y="540"/>
                  </a:lnTo>
                  <a:lnTo>
                    <a:pt x="942" y="540"/>
                  </a:lnTo>
                  <a:lnTo>
                    <a:pt x="942" y="540"/>
                  </a:lnTo>
                  <a:lnTo>
                    <a:pt x="940" y="542"/>
                  </a:lnTo>
                  <a:lnTo>
                    <a:pt x="940" y="542"/>
                  </a:lnTo>
                  <a:lnTo>
                    <a:pt x="938" y="544"/>
                  </a:lnTo>
                  <a:lnTo>
                    <a:pt x="938" y="544"/>
                  </a:lnTo>
                  <a:lnTo>
                    <a:pt x="938" y="546"/>
                  </a:lnTo>
                  <a:lnTo>
                    <a:pt x="938" y="546"/>
                  </a:lnTo>
                  <a:lnTo>
                    <a:pt x="940" y="548"/>
                  </a:lnTo>
                  <a:lnTo>
                    <a:pt x="940" y="550"/>
                  </a:lnTo>
                  <a:lnTo>
                    <a:pt x="940" y="550"/>
                  </a:lnTo>
                  <a:lnTo>
                    <a:pt x="940" y="550"/>
                  </a:lnTo>
                  <a:lnTo>
                    <a:pt x="940" y="550"/>
                  </a:lnTo>
                  <a:lnTo>
                    <a:pt x="938" y="550"/>
                  </a:lnTo>
                  <a:lnTo>
                    <a:pt x="938" y="550"/>
                  </a:lnTo>
                  <a:lnTo>
                    <a:pt x="936" y="550"/>
                  </a:lnTo>
                  <a:lnTo>
                    <a:pt x="936" y="550"/>
                  </a:lnTo>
                  <a:lnTo>
                    <a:pt x="936" y="550"/>
                  </a:lnTo>
                  <a:lnTo>
                    <a:pt x="936" y="550"/>
                  </a:lnTo>
                  <a:lnTo>
                    <a:pt x="934" y="552"/>
                  </a:lnTo>
                  <a:lnTo>
                    <a:pt x="934" y="552"/>
                  </a:lnTo>
                  <a:lnTo>
                    <a:pt x="934" y="552"/>
                  </a:lnTo>
                  <a:lnTo>
                    <a:pt x="934" y="554"/>
                  </a:lnTo>
                  <a:lnTo>
                    <a:pt x="934" y="554"/>
                  </a:lnTo>
                  <a:lnTo>
                    <a:pt x="934" y="554"/>
                  </a:lnTo>
                  <a:lnTo>
                    <a:pt x="934" y="554"/>
                  </a:lnTo>
                  <a:lnTo>
                    <a:pt x="934" y="554"/>
                  </a:lnTo>
                  <a:lnTo>
                    <a:pt x="934" y="554"/>
                  </a:lnTo>
                  <a:lnTo>
                    <a:pt x="932" y="554"/>
                  </a:lnTo>
                  <a:lnTo>
                    <a:pt x="932" y="554"/>
                  </a:lnTo>
                  <a:lnTo>
                    <a:pt x="932" y="554"/>
                  </a:lnTo>
                  <a:lnTo>
                    <a:pt x="932" y="554"/>
                  </a:lnTo>
                  <a:lnTo>
                    <a:pt x="932" y="554"/>
                  </a:lnTo>
                  <a:lnTo>
                    <a:pt x="932" y="552"/>
                  </a:lnTo>
                  <a:lnTo>
                    <a:pt x="932" y="552"/>
                  </a:lnTo>
                  <a:lnTo>
                    <a:pt x="932" y="552"/>
                  </a:lnTo>
                  <a:lnTo>
                    <a:pt x="932" y="552"/>
                  </a:lnTo>
                  <a:lnTo>
                    <a:pt x="930" y="552"/>
                  </a:lnTo>
                  <a:lnTo>
                    <a:pt x="930" y="552"/>
                  </a:lnTo>
                  <a:lnTo>
                    <a:pt x="930" y="552"/>
                  </a:lnTo>
                  <a:lnTo>
                    <a:pt x="930" y="550"/>
                  </a:lnTo>
                  <a:lnTo>
                    <a:pt x="930" y="550"/>
                  </a:lnTo>
                  <a:lnTo>
                    <a:pt x="930" y="548"/>
                  </a:lnTo>
                  <a:lnTo>
                    <a:pt x="930" y="548"/>
                  </a:lnTo>
                  <a:lnTo>
                    <a:pt x="928" y="548"/>
                  </a:lnTo>
                  <a:lnTo>
                    <a:pt x="928" y="548"/>
                  </a:lnTo>
                  <a:lnTo>
                    <a:pt x="928" y="548"/>
                  </a:lnTo>
                  <a:lnTo>
                    <a:pt x="928" y="546"/>
                  </a:lnTo>
                  <a:lnTo>
                    <a:pt x="928" y="546"/>
                  </a:lnTo>
                  <a:lnTo>
                    <a:pt x="928" y="546"/>
                  </a:lnTo>
                  <a:lnTo>
                    <a:pt x="928" y="546"/>
                  </a:lnTo>
                  <a:lnTo>
                    <a:pt x="928" y="546"/>
                  </a:lnTo>
                  <a:lnTo>
                    <a:pt x="928" y="546"/>
                  </a:lnTo>
                  <a:lnTo>
                    <a:pt x="926" y="546"/>
                  </a:lnTo>
                  <a:lnTo>
                    <a:pt x="926" y="548"/>
                  </a:lnTo>
                  <a:lnTo>
                    <a:pt x="926" y="548"/>
                  </a:lnTo>
                  <a:lnTo>
                    <a:pt x="926" y="548"/>
                  </a:lnTo>
                  <a:lnTo>
                    <a:pt x="924" y="550"/>
                  </a:lnTo>
                  <a:lnTo>
                    <a:pt x="924" y="550"/>
                  </a:lnTo>
                  <a:lnTo>
                    <a:pt x="924" y="550"/>
                  </a:lnTo>
                  <a:lnTo>
                    <a:pt x="922" y="552"/>
                  </a:lnTo>
                  <a:lnTo>
                    <a:pt x="922" y="552"/>
                  </a:lnTo>
                  <a:lnTo>
                    <a:pt x="922" y="552"/>
                  </a:lnTo>
                  <a:lnTo>
                    <a:pt x="922" y="554"/>
                  </a:lnTo>
                  <a:lnTo>
                    <a:pt x="922" y="556"/>
                  </a:lnTo>
                  <a:lnTo>
                    <a:pt x="922" y="556"/>
                  </a:lnTo>
                  <a:lnTo>
                    <a:pt x="922" y="556"/>
                  </a:lnTo>
                  <a:lnTo>
                    <a:pt x="922" y="558"/>
                  </a:lnTo>
                  <a:lnTo>
                    <a:pt x="922" y="558"/>
                  </a:lnTo>
                  <a:lnTo>
                    <a:pt x="920" y="558"/>
                  </a:lnTo>
                  <a:lnTo>
                    <a:pt x="920" y="558"/>
                  </a:lnTo>
                  <a:lnTo>
                    <a:pt x="920" y="558"/>
                  </a:lnTo>
                  <a:lnTo>
                    <a:pt x="920" y="558"/>
                  </a:lnTo>
                  <a:lnTo>
                    <a:pt x="920" y="558"/>
                  </a:lnTo>
                  <a:lnTo>
                    <a:pt x="918" y="558"/>
                  </a:lnTo>
                  <a:lnTo>
                    <a:pt x="916" y="558"/>
                  </a:lnTo>
                  <a:lnTo>
                    <a:pt x="916" y="560"/>
                  </a:lnTo>
                  <a:lnTo>
                    <a:pt x="916" y="560"/>
                  </a:lnTo>
                  <a:lnTo>
                    <a:pt x="916" y="560"/>
                  </a:lnTo>
                  <a:lnTo>
                    <a:pt x="916" y="560"/>
                  </a:lnTo>
                  <a:lnTo>
                    <a:pt x="918" y="562"/>
                  </a:lnTo>
                  <a:lnTo>
                    <a:pt x="918" y="562"/>
                  </a:lnTo>
                  <a:lnTo>
                    <a:pt x="918" y="562"/>
                  </a:lnTo>
                  <a:lnTo>
                    <a:pt x="916" y="562"/>
                  </a:lnTo>
                  <a:lnTo>
                    <a:pt x="916" y="562"/>
                  </a:lnTo>
                  <a:lnTo>
                    <a:pt x="914" y="562"/>
                  </a:lnTo>
                  <a:lnTo>
                    <a:pt x="914" y="562"/>
                  </a:lnTo>
                  <a:lnTo>
                    <a:pt x="914" y="562"/>
                  </a:lnTo>
                  <a:lnTo>
                    <a:pt x="908" y="568"/>
                  </a:lnTo>
                  <a:lnTo>
                    <a:pt x="908" y="568"/>
                  </a:lnTo>
                  <a:lnTo>
                    <a:pt x="908" y="568"/>
                  </a:lnTo>
                  <a:lnTo>
                    <a:pt x="908" y="568"/>
                  </a:lnTo>
                  <a:lnTo>
                    <a:pt x="906" y="568"/>
                  </a:lnTo>
                  <a:lnTo>
                    <a:pt x="906" y="568"/>
                  </a:lnTo>
                  <a:lnTo>
                    <a:pt x="906" y="566"/>
                  </a:lnTo>
                  <a:lnTo>
                    <a:pt x="904" y="566"/>
                  </a:lnTo>
                  <a:lnTo>
                    <a:pt x="904" y="566"/>
                  </a:lnTo>
                  <a:lnTo>
                    <a:pt x="904" y="566"/>
                  </a:lnTo>
                  <a:lnTo>
                    <a:pt x="904" y="566"/>
                  </a:lnTo>
                  <a:lnTo>
                    <a:pt x="902" y="568"/>
                  </a:lnTo>
                  <a:lnTo>
                    <a:pt x="900" y="568"/>
                  </a:lnTo>
                  <a:lnTo>
                    <a:pt x="898" y="568"/>
                  </a:lnTo>
                  <a:lnTo>
                    <a:pt x="896" y="568"/>
                  </a:lnTo>
                  <a:lnTo>
                    <a:pt x="896" y="568"/>
                  </a:lnTo>
                  <a:lnTo>
                    <a:pt x="896" y="566"/>
                  </a:lnTo>
                  <a:lnTo>
                    <a:pt x="896" y="566"/>
                  </a:lnTo>
                  <a:lnTo>
                    <a:pt x="896" y="566"/>
                  </a:lnTo>
                  <a:lnTo>
                    <a:pt x="894" y="566"/>
                  </a:lnTo>
                  <a:lnTo>
                    <a:pt x="894" y="566"/>
                  </a:lnTo>
                  <a:lnTo>
                    <a:pt x="894" y="564"/>
                  </a:lnTo>
                  <a:lnTo>
                    <a:pt x="894" y="564"/>
                  </a:lnTo>
                  <a:lnTo>
                    <a:pt x="893" y="564"/>
                  </a:lnTo>
                  <a:lnTo>
                    <a:pt x="891" y="564"/>
                  </a:lnTo>
                  <a:lnTo>
                    <a:pt x="891" y="564"/>
                  </a:lnTo>
                  <a:lnTo>
                    <a:pt x="889" y="564"/>
                  </a:lnTo>
                  <a:lnTo>
                    <a:pt x="889" y="564"/>
                  </a:lnTo>
                  <a:lnTo>
                    <a:pt x="889" y="564"/>
                  </a:lnTo>
                  <a:lnTo>
                    <a:pt x="889" y="564"/>
                  </a:lnTo>
                  <a:lnTo>
                    <a:pt x="889" y="562"/>
                  </a:lnTo>
                  <a:lnTo>
                    <a:pt x="889" y="562"/>
                  </a:lnTo>
                  <a:lnTo>
                    <a:pt x="887" y="562"/>
                  </a:lnTo>
                  <a:lnTo>
                    <a:pt x="887" y="562"/>
                  </a:lnTo>
                  <a:lnTo>
                    <a:pt x="887" y="562"/>
                  </a:lnTo>
                  <a:lnTo>
                    <a:pt x="885" y="562"/>
                  </a:lnTo>
                  <a:lnTo>
                    <a:pt x="885" y="564"/>
                  </a:lnTo>
                  <a:lnTo>
                    <a:pt x="885" y="564"/>
                  </a:lnTo>
                  <a:lnTo>
                    <a:pt x="885" y="564"/>
                  </a:lnTo>
                  <a:lnTo>
                    <a:pt x="883" y="566"/>
                  </a:lnTo>
                  <a:lnTo>
                    <a:pt x="883" y="566"/>
                  </a:lnTo>
                  <a:lnTo>
                    <a:pt x="881" y="566"/>
                  </a:lnTo>
                  <a:lnTo>
                    <a:pt x="881" y="566"/>
                  </a:lnTo>
                  <a:lnTo>
                    <a:pt x="879" y="566"/>
                  </a:lnTo>
                  <a:lnTo>
                    <a:pt x="879" y="568"/>
                  </a:lnTo>
                  <a:lnTo>
                    <a:pt x="877" y="568"/>
                  </a:lnTo>
                  <a:lnTo>
                    <a:pt x="877" y="566"/>
                  </a:lnTo>
                  <a:lnTo>
                    <a:pt x="877" y="566"/>
                  </a:lnTo>
                  <a:lnTo>
                    <a:pt x="875" y="564"/>
                  </a:lnTo>
                  <a:lnTo>
                    <a:pt x="875" y="564"/>
                  </a:lnTo>
                  <a:lnTo>
                    <a:pt x="875" y="564"/>
                  </a:lnTo>
                  <a:lnTo>
                    <a:pt x="873" y="564"/>
                  </a:lnTo>
                  <a:lnTo>
                    <a:pt x="873" y="564"/>
                  </a:lnTo>
                  <a:lnTo>
                    <a:pt x="873" y="564"/>
                  </a:lnTo>
                  <a:lnTo>
                    <a:pt x="871" y="564"/>
                  </a:lnTo>
                  <a:lnTo>
                    <a:pt x="871" y="564"/>
                  </a:lnTo>
                  <a:lnTo>
                    <a:pt x="871" y="564"/>
                  </a:lnTo>
                  <a:lnTo>
                    <a:pt x="871" y="564"/>
                  </a:lnTo>
                  <a:lnTo>
                    <a:pt x="869" y="564"/>
                  </a:lnTo>
                  <a:lnTo>
                    <a:pt x="865" y="560"/>
                  </a:lnTo>
                  <a:lnTo>
                    <a:pt x="865" y="560"/>
                  </a:lnTo>
                  <a:lnTo>
                    <a:pt x="865" y="560"/>
                  </a:lnTo>
                  <a:lnTo>
                    <a:pt x="857" y="558"/>
                  </a:lnTo>
                  <a:lnTo>
                    <a:pt x="859" y="554"/>
                  </a:lnTo>
                  <a:lnTo>
                    <a:pt x="861" y="552"/>
                  </a:lnTo>
                  <a:lnTo>
                    <a:pt x="871" y="546"/>
                  </a:lnTo>
                  <a:lnTo>
                    <a:pt x="871" y="544"/>
                  </a:lnTo>
                  <a:lnTo>
                    <a:pt x="873" y="542"/>
                  </a:lnTo>
                  <a:lnTo>
                    <a:pt x="875" y="540"/>
                  </a:lnTo>
                  <a:lnTo>
                    <a:pt x="877" y="540"/>
                  </a:lnTo>
                  <a:lnTo>
                    <a:pt x="877" y="538"/>
                  </a:lnTo>
                  <a:lnTo>
                    <a:pt x="875" y="538"/>
                  </a:lnTo>
                  <a:lnTo>
                    <a:pt x="875" y="537"/>
                  </a:lnTo>
                  <a:lnTo>
                    <a:pt x="875" y="537"/>
                  </a:lnTo>
                  <a:lnTo>
                    <a:pt x="875" y="537"/>
                  </a:lnTo>
                  <a:lnTo>
                    <a:pt x="873" y="537"/>
                  </a:lnTo>
                  <a:lnTo>
                    <a:pt x="873" y="535"/>
                  </a:lnTo>
                  <a:lnTo>
                    <a:pt x="873" y="535"/>
                  </a:lnTo>
                  <a:lnTo>
                    <a:pt x="873" y="535"/>
                  </a:lnTo>
                  <a:lnTo>
                    <a:pt x="873" y="535"/>
                  </a:lnTo>
                  <a:lnTo>
                    <a:pt x="871" y="535"/>
                  </a:lnTo>
                  <a:lnTo>
                    <a:pt x="871" y="533"/>
                  </a:lnTo>
                  <a:lnTo>
                    <a:pt x="871" y="535"/>
                  </a:lnTo>
                  <a:lnTo>
                    <a:pt x="869" y="535"/>
                  </a:lnTo>
                  <a:lnTo>
                    <a:pt x="865" y="535"/>
                  </a:lnTo>
                  <a:lnTo>
                    <a:pt x="863" y="535"/>
                  </a:lnTo>
                  <a:lnTo>
                    <a:pt x="861" y="535"/>
                  </a:lnTo>
                  <a:lnTo>
                    <a:pt x="861" y="535"/>
                  </a:lnTo>
                  <a:lnTo>
                    <a:pt x="859" y="535"/>
                  </a:lnTo>
                  <a:lnTo>
                    <a:pt x="859" y="537"/>
                  </a:lnTo>
                  <a:lnTo>
                    <a:pt x="859" y="537"/>
                  </a:lnTo>
                  <a:lnTo>
                    <a:pt x="857" y="538"/>
                  </a:lnTo>
                  <a:lnTo>
                    <a:pt x="857" y="538"/>
                  </a:lnTo>
                  <a:lnTo>
                    <a:pt x="857" y="540"/>
                  </a:lnTo>
                  <a:lnTo>
                    <a:pt x="857" y="540"/>
                  </a:lnTo>
                  <a:lnTo>
                    <a:pt x="855" y="542"/>
                  </a:lnTo>
                  <a:lnTo>
                    <a:pt x="855" y="544"/>
                  </a:lnTo>
                  <a:lnTo>
                    <a:pt x="853" y="546"/>
                  </a:lnTo>
                  <a:lnTo>
                    <a:pt x="853" y="546"/>
                  </a:lnTo>
                  <a:lnTo>
                    <a:pt x="853" y="546"/>
                  </a:lnTo>
                  <a:lnTo>
                    <a:pt x="851" y="546"/>
                  </a:lnTo>
                  <a:lnTo>
                    <a:pt x="851" y="546"/>
                  </a:lnTo>
                  <a:lnTo>
                    <a:pt x="851" y="546"/>
                  </a:lnTo>
                  <a:lnTo>
                    <a:pt x="847" y="548"/>
                  </a:lnTo>
                  <a:lnTo>
                    <a:pt x="847" y="548"/>
                  </a:lnTo>
                  <a:lnTo>
                    <a:pt x="845" y="548"/>
                  </a:lnTo>
                  <a:lnTo>
                    <a:pt x="845" y="550"/>
                  </a:lnTo>
                  <a:lnTo>
                    <a:pt x="844" y="550"/>
                  </a:lnTo>
                  <a:lnTo>
                    <a:pt x="844" y="550"/>
                  </a:lnTo>
                  <a:lnTo>
                    <a:pt x="844" y="550"/>
                  </a:lnTo>
                  <a:lnTo>
                    <a:pt x="844" y="550"/>
                  </a:lnTo>
                  <a:lnTo>
                    <a:pt x="842" y="550"/>
                  </a:lnTo>
                  <a:lnTo>
                    <a:pt x="842" y="552"/>
                  </a:lnTo>
                  <a:lnTo>
                    <a:pt x="842" y="552"/>
                  </a:lnTo>
                  <a:lnTo>
                    <a:pt x="842" y="552"/>
                  </a:lnTo>
                  <a:lnTo>
                    <a:pt x="840" y="552"/>
                  </a:lnTo>
                  <a:lnTo>
                    <a:pt x="838" y="550"/>
                  </a:lnTo>
                  <a:lnTo>
                    <a:pt x="836" y="550"/>
                  </a:lnTo>
                  <a:lnTo>
                    <a:pt x="836" y="550"/>
                  </a:lnTo>
                  <a:lnTo>
                    <a:pt x="834" y="552"/>
                  </a:lnTo>
                  <a:lnTo>
                    <a:pt x="834" y="550"/>
                  </a:lnTo>
                  <a:lnTo>
                    <a:pt x="832" y="552"/>
                  </a:lnTo>
                  <a:lnTo>
                    <a:pt x="830" y="552"/>
                  </a:lnTo>
                  <a:lnTo>
                    <a:pt x="830" y="552"/>
                  </a:lnTo>
                  <a:lnTo>
                    <a:pt x="828" y="552"/>
                  </a:lnTo>
                  <a:lnTo>
                    <a:pt x="828" y="552"/>
                  </a:lnTo>
                  <a:lnTo>
                    <a:pt x="828" y="554"/>
                  </a:lnTo>
                  <a:lnTo>
                    <a:pt x="828" y="554"/>
                  </a:lnTo>
                  <a:lnTo>
                    <a:pt x="828" y="554"/>
                  </a:lnTo>
                  <a:lnTo>
                    <a:pt x="828" y="554"/>
                  </a:lnTo>
                  <a:lnTo>
                    <a:pt x="828" y="556"/>
                  </a:lnTo>
                  <a:lnTo>
                    <a:pt x="828" y="556"/>
                  </a:lnTo>
                  <a:lnTo>
                    <a:pt x="828" y="556"/>
                  </a:lnTo>
                  <a:lnTo>
                    <a:pt x="828" y="558"/>
                  </a:lnTo>
                  <a:lnTo>
                    <a:pt x="828" y="558"/>
                  </a:lnTo>
                  <a:lnTo>
                    <a:pt x="828" y="560"/>
                  </a:lnTo>
                  <a:lnTo>
                    <a:pt x="828" y="560"/>
                  </a:lnTo>
                  <a:lnTo>
                    <a:pt x="828" y="560"/>
                  </a:lnTo>
                  <a:lnTo>
                    <a:pt x="828" y="560"/>
                  </a:lnTo>
                  <a:lnTo>
                    <a:pt x="828" y="560"/>
                  </a:lnTo>
                  <a:lnTo>
                    <a:pt x="830" y="560"/>
                  </a:lnTo>
                  <a:lnTo>
                    <a:pt x="830" y="562"/>
                  </a:lnTo>
                  <a:lnTo>
                    <a:pt x="830" y="562"/>
                  </a:lnTo>
                  <a:lnTo>
                    <a:pt x="828" y="564"/>
                  </a:lnTo>
                  <a:lnTo>
                    <a:pt x="828" y="564"/>
                  </a:lnTo>
                  <a:lnTo>
                    <a:pt x="828" y="564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28" y="566"/>
                  </a:lnTo>
                  <a:lnTo>
                    <a:pt x="828" y="566"/>
                  </a:lnTo>
                  <a:lnTo>
                    <a:pt x="826" y="566"/>
                  </a:lnTo>
                  <a:lnTo>
                    <a:pt x="826" y="568"/>
                  </a:lnTo>
                  <a:lnTo>
                    <a:pt x="826" y="568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2"/>
                  </a:lnTo>
                  <a:lnTo>
                    <a:pt x="826" y="572"/>
                  </a:lnTo>
                  <a:lnTo>
                    <a:pt x="826" y="572"/>
                  </a:lnTo>
                  <a:lnTo>
                    <a:pt x="826" y="572"/>
                  </a:lnTo>
                  <a:lnTo>
                    <a:pt x="824" y="574"/>
                  </a:lnTo>
                  <a:lnTo>
                    <a:pt x="822" y="576"/>
                  </a:lnTo>
                  <a:lnTo>
                    <a:pt x="822" y="576"/>
                  </a:lnTo>
                  <a:lnTo>
                    <a:pt x="822" y="576"/>
                  </a:lnTo>
                  <a:lnTo>
                    <a:pt x="824" y="578"/>
                  </a:lnTo>
                  <a:lnTo>
                    <a:pt x="824" y="578"/>
                  </a:lnTo>
                  <a:lnTo>
                    <a:pt x="824" y="580"/>
                  </a:lnTo>
                  <a:lnTo>
                    <a:pt x="824" y="580"/>
                  </a:lnTo>
                  <a:lnTo>
                    <a:pt x="824" y="580"/>
                  </a:lnTo>
                  <a:lnTo>
                    <a:pt x="824" y="580"/>
                  </a:lnTo>
                  <a:lnTo>
                    <a:pt x="824" y="582"/>
                  </a:lnTo>
                  <a:lnTo>
                    <a:pt x="824" y="582"/>
                  </a:lnTo>
                  <a:lnTo>
                    <a:pt x="824" y="582"/>
                  </a:lnTo>
                  <a:lnTo>
                    <a:pt x="824" y="584"/>
                  </a:lnTo>
                  <a:lnTo>
                    <a:pt x="824" y="584"/>
                  </a:lnTo>
                  <a:lnTo>
                    <a:pt x="822" y="586"/>
                  </a:lnTo>
                  <a:lnTo>
                    <a:pt x="822" y="586"/>
                  </a:lnTo>
                  <a:lnTo>
                    <a:pt x="822" y="588"/>
                  </a:lnTo>
                  <a:lnTo>
                    <a:pt x="822" y="588"/>
                  </a:lnTo>
                  <a:lnTo>
                    <a:pt x="822" y="588"/>
                  </a:lnTo>
                  <a:lnTo>
                    <a:pt x="820" y="588"/>
                  </a:lnTo>
                  <a:lnTo>
                    <a:pt x="820" y="588"/>
                  </a:lnTo>
                  <a:lnTo>
                    <a:pt x="816" y="590"/>
                  </a:lnTo>
                  <a:lnTo>
                    <a:pt x="816" y="590"/>
                  </a:lnTo>
                  <a:lnTo>
                    <a:pt x="814" y="590"/>
                  </a:lnTo>
                  <a:lnTo>
                    <a:pt x="814" y="590"/>
                  </a:lnTo>
                  <a:lnTo>
                    <a:pt x="812" y="590"/>
                  </a:lnTo>
                  <a:lnTo>
                    <a:pt x="812" y="590"/>
                  </a:lnTo>
                  <a:lnTo>
                    <a:pt x="810" y="590"/>
                  </a:lnTo>
                  <a:lnTo>
                    <a:pt x="810" y="590"/>
                  </a:lnTo>
                  <a:lnTo>
                    <a:pt x="810" y="590"/>
                  </a:lnTo>
                  <a:lnTo>
                    <a:pt x="810" y="591"/>
                  </a:lnTo>
                  <a:lnTo>
                    <a:pt x="810" y="591"/>
                  </a:lnTo>
                  <a:lnTo>
                    <a:pt x="810" y="591"/>
                  </a:lnTo>
                  <a:lnTo>
                    <a:pt x="810" y="591"/>
                  </a:lnTo>
                  <a:lnTo>
                    <a:pt x="808" y="593"/>
                  </a:lnTo>
                  <a:lnTo>
                    <a:pt x="808" y="593"/>
                  </a:lnTo>
                  <a:lnTo>
                    <a:pt x="808" y="593"/>
                  </a:lnTo>
                  <a:lnTo>
                    <a:pt x="806" y="593"/>
                  </a:lnTo>
                  <a:lnTo>
                    <a:pt x="806" y="593"/>
                  </a:lnTo>
                  <a:lnTo>
                    <a:pt x="806" y="591"/>
                  </a:lnTo>
                  <a:lnTo>
                    <a:pt x="800" y="591"/>
                  </a:lnTo>
                  <a:lnTo>
                    <a:pt x="798" y="591"/>
                  </a:lnTo>
                  <a:lnTo>
                    <a:pt x="794" y="593"/>
                  </a:lnTo>
                  <a:lnTo>
                    <a:pt x="794" y="593"/>
                  </a:lnTo>
                  <a:lnTo>
                    <a:pt x="794" y="595"/>
                  </a:lnTo>
                  <a:lnTo>
                    <a:pt x="794" y="595"/>
                  </a:lnTo>
                  <a:lnTo>
                    <a:pt x="794" y="597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1" y="601"/>
                  </a:lnTo>
                  <a:lnTo>
                    <a:pt x="791" y="601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3"/>
                  </a:lnTo>
                  <a:lnTo>
                    <a:pt x="791" y="605"/>
                  </a:lnTo>
                  <a:lnTo>
                    <a:pt x="791" y="605"/>
                  </a:lnTo>
                  <a:lnTo>
                    <a:pt x="791" y="605"/>
                  </a:lnTo>
                  <a:lnTo>
                    <a:pt x="791" y="605"/>
                  </a:lnTo>
                  <a:lnTo>
                    <a:pt x="791" y="605"/>
                  </a:lnTo>
                  <a:lnTo>
                    <a:pt x="791" y="607"/>
                  </a:lnTo>
                  <a:lnTo>
                    <a:pt x="791" y="607"/>
                  </a:lnTo>
                  <a:lnTo>
                    <a:pt x="787" y="607"/>
                  </a:lnTo>
                  <a:lnTo>
                    <a:pt x="787" y="607"/>
                  </a:lnTo>
                  <a:lnTo>
                    <a:pt x="785" y="607"/>
                  </a:lnTo>
                  <a:lnTo>
                    <a:pt x="785" y="607"/>
                  </a:lnTo>
                  <a:lnTo>
                    <a:pt x="785" y="607"/>
                  </a:lnTo>
                  <a:lnTo>
                    <a:pt x="785" y="605"/>
                  </a:lnTo>
                  <a:lnTo>
                    <a:pt x="783" y="605"/>
                  </a:lnTo>
                  <a:lnTo>
                    <a:pt x="783" y="605"/>
                  </a:lnTo>
                  <a:lnTo>
                    <a:pt x="783" y="603"/>
                  </a:lnTo>
                  <a:lnTo>
                    <a:pt x="783" y="603"/>
                  </a:lnTo>
                  <a:lnTo>
                    <a:pt x="781" y="603"/>
                  </a:lnTo>
                  <a:lnTo>
                    <a:pt x="781" y="603"/>
                  </a:lnTo>
                  <a:lnTo>
                    <a:pt x="779" y="603"/>
                  </a:lnTo>
                  <a:lnTo>
                    <a:pt x="769" y="599"/>
                  </a:lnTo>
                  <a:lnTo>
                    <a:pt x="767" y="599"/>
                  </a:lnTo>
                  <a:lnTo>
                    <a:pt x="767" y="599"/>
                  </a:lnTo>
                  <a:lnTo>
                    <a:pt x="767" y="601"/>
                  </a:lnTo>
                  <a:lnTo>
                    <a:pt x="765" y="601"/>
                  </a:lnTo>
                  <a:lnTo>
                    <a:pt x="765" y="601"/>
                  </a:lnTo>
                  <a:lnTo>
                    <a:pt x="765" y="601"/>
                  </a:lnTo>
                  <a:lnTo>
                    <a:pt x="763" y="601"/>
                  </a:lnTo>
                  <a:lnTo>
                    <a:pt x="763" y="603"/>
                  </a:lnTo>
                  <a:lnTo>
                    <a:pt x="763" y="603"/>
                  </a:lnTo>
                  <a:lnTo>
                    <a:pt x="763" y="603"/>
                  </a:lnTo>
                  <a:lnTo>
                    <a:pt x="763" y="605"/>
                  </a:lnTo>
                  <a:lnTo>
                    <a:pt x="761" y="605"/>
                  </a:lnTo>
                  <a:lnTo>
                    <a:pt x="757" y="603"/>
                  </a:lnTo>
                  <a:lnTo>
                    <a:pt x="755" y="605"/>
                  </a:lnTo>
                  <a:lnTo>
                    <a:pt x="753" y="605"/>
                  </a:lnTo>
                  <a:lnTo>
                    <a:pt x="753" y="605"/>
                  </a:lnTo>
                  <a:lnTo>
                    <a:pt x="751" y="603"/>
                  </a:lnTo>
                  <a:lnTo>
                    <a:pt x="751" y="603"/>
                  </a:lnTo>
                  <a:lnTo>
                    <a:pt x="749" y="603"/>
                  </a:lnTo>
                  <a:lnTo>
                    <a:pt x="749" y="603"/>
                  </a:lnTo>
                  <a:lnTo>
                    <a:pt x="745" y="603"/>
                  </a:lnTo>
                  <a:lnTo>
                    <a:pt x="743" y="603"/>
                  </a:lnTo>
                  <a:lnTo>
                    <a:pt x="742" y="603"/>
                  </a:lnTo>
                  <a:lnTo>
                    <a:pt x="742" y="603"/>
                  </a:lnTo>
                  <a:lnTo>
                    <a:pt x="740" y="603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599"/>
                  </a:lnTo>
                  <a:lnTo>
                    <a:pt x="740" y="599"/>
                  </a:lnTo>
                  <a:lnTo>
                    <a:pt x="734" y="599"/>
                  </a:lnTo>
                  <a:lnTo>
                    <a:pt x="734" y="599"/>
                  </a:lnTo>
                  <a:lnTo>
                    <a:pt x="734" y="599"/>
                  </a:lnTo>
                  <a:lnTo>
                    <a:pt x="734" y="597"/>
                  </a:lnTo>
                  <a:lnTo>
                    <a:pt x="734" y="597"/>
                  </a:lnTo>
                  <a:lnTo>
                    <a:pt x="734" y="597"/>
                  </a:lnTo>
                  <a:lnTo>
                    <a:pt x="734" y="597"/>
                  </a:lnTo>
                  <a:lnTo>
                    <a:pt x="732" y="597"/>
                  </a:lnTo>
                  <a:lnTo>
                    <a:pt x="732" y="597"/>
                  </a:lnTo>
                  <a:lnTo>
                    <a:pt x="732" y="595"/>
                  </a:lnTo>
                  <a:lnTo>
                    <a:pt x="732" y="595"/>
                  </a:lnTo>
                  <a:lnTo>
                    <a:pt x="732" y="593"/>
                  </a:lnTo>
                  <a:lnTo>
                    <a:pt x="732" y="593"/>
                  </a:lnTo>
                  <a:lnTo>
                    <a:pt x="732" y="593"/>
                  </a:lnTo>
                  <a:lnTo>
                    <a:pt x="732" y="593"/>
                  </a:lnTo>
                  <a:lnTo>
                    <a:pt x="732" y="593"/>
                  </a:lnTo>
                  <a:lnTo>
                    <a:pt x="732" y="591"/>
                  </a:lnTo>
                  <a:lnTo>
                    <a:pt x="730" y="591"/>
                  </a:lnTo>
                  <a:lnTo>
                    <a:pt x="730" y="591"/>
                  </a:lnTo>
                  <a:lnTo>
                    <a:pt x="730" y="591"/>
                  </a:lnTo>
                  <a:lnTo>
                    <a:pt x="730" y="591"/>
                  </a:lnTo>
                  <a:lnTo>
                    <a:pt x="730" y="590"/>
                  </a:lnTo>
                  <a:lnTo>
                    <a:pt x="730" y="590"/>
                  </a:lnTo>
                  <a:lnTo>
                    <a:pt x="730" y="590"/>
                  </a:lnTo>
                  <a:lnTo>
                    <a:pt x="732" y="588"/>
                  </a:lnTo>
                  <a:lnTo>
                    <a:pt x="732" y="586"/>
                  </a:lnTo>
                  <a:lnTo>
                    <a:pt x="732" y="586"/>
                  </a:lnTo>
                  <a:lnTo>
                    <a:pt x="732" y="586"/>
                  </a:lnTo>
                  <a:lnTo>
                    <a:pt x="732" y="586"/>
                  </a:lnTo>
                  <a:lnTo>
                    <a:pt x="732" y="584"/>
                  </a:lnTo>
                  <a:lnTo>
                    <a:pt x="730" y="584"/>
                  </a:lnTo>
                  <a:lnTo>
                    <a:pt x="730" y="584"/>
                  </a:lnTo>
                  <a:lnTo>
                    <a:pt x="728" y="584"/>
                  </a:lnTo>
                  <a:lnTo>
                    <a:pt x="726" y="584"/>
                  </a:lnTo>
                  <a:lnTo>
                    <a:pt x="726" y="586"/>
                  </a:lnTo>
                  <a:lnTo>
                    <a:pt x="724" y="586"/>
                  </a:lnTo>
                  <a:lnTo>
                    <a:pt x="722" y="588"/>
                  </a:lnTo>
                  <a:lnTo>
                    <a:pt x="722" y="588"/>
                  </a:lnTo>
                  <a:lnTo>
                    <a:pt x="722" y="588"/>
                  </a:lnTo>
                  <a:lnTo>
                    <a:pt x="722" y="590"/>
                  </a:lnTo>
                  <a:lnTo>
                    <a:pt x="722" y="590"/>
                  </a:lnTo>
                  <a:lnTo>
                    <a:pt x="720" y="591"/>
                  </a:lnTo>
                  <a:lnTo>
                    <a:pt x="720" y="591"/>
                  </a:lnTo>
                  <a:lnTo>
                    <a:pt x="720" y="591"/>
                  </a:lnTo>
                  <a:lnTo>
                    <a:pt x="720" y="591"/>
                  </a:lnTo>
                  <a:lnTo>
                    <a:pt x="720" y="591"/>
                  </a:lnTo>
                  <a:lnTo>
                    <a:pt x="720" y="593"/>
                  </a:lnTo>
                  <a:lnTo>
                    <a:pt x="720" y="593"/>
                  </a:lnTo>
                  <a:lnTo>
                    <a:pt x="710" y="593"/>
                  </a:lnTo>
                  <a:lnTo>
                    <a:pt x="710" y="593"/>
                  </a:lnTo>
                  <a:lnTo>
                    <a:pt x="708" y="593"/>
                  </a:lnTo>
                  <a:lnTo>
                    <a:pt x="708" y="591"/>
                  </a:lnTo>
                  <a:lnTo>
                    <a:pt x="708" y="591"/>
                  </a:lnTo>
                  <a:lnTo>
                    <a:pt x="706" y="591"/>
                  </a:lnTo>
                  <a:lnTo>
                    <a:pt x="706" y="590"/>
                  </a:lnTo>
                  <a:lnTo>
                    <a:pt x="704" y="590"/>
                  </a:lnTo>
                  <a:lnTo>
                    <a:pt x="704" y="590"/>
                  </a:lnTo>
                  <a:lnTo>
                    <a:pt x="694" y="590"/>
                  </a:lnTo>
                  <a:lnTo>
                    <a:pt x="694" y="590"/>
                  </a:lnTo>
                  <a:lnTo>
                    <a:pt x="694" y="591"/>
                  </a:lnTo>
                  <a:lnTo>
                    <a:pt x="694" y="591"/>
                  </a:lnTo>
                  <a:lnTo>
                    <a:pt x="694" y="591"/>
                  </a:lnTo>
                  <a:lnTo>
                    <a:pt x="692" y="593"/>
                  </a:lnTo>
                  <a:lnTo>
                    <a:pt x="692" y="593"/>
                  </a:lnTo>
                  <a:lnTo>
                    <a:pt x="692" y="593"/>
                  </a:lnTo>
                  <a:lnTo>
                    <a:pt x="692" y="593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91" y="591"/>
                  </a:lnTo>
                  <a:lnTo>
                    <a:pt x="691" y="591"/>
                  </a:lnTo>
                  <a:lnTo>
                    <a:pt x="689" y="591"/>
                  </a:lnTo>
                  <a:lnTo>
                    <a:pt x="689" y="591"/>
                  </a:lnTo>
                  <a:lnTo>
                    <a:pt x="689" y="590"/>
                  </a:lnTo>
                  <a:lnTo>
                    <a:pt x="689" y="590"/>
                  </a:lnTo>
                  <a:lnTo>
                    <a:pt x="687" y="590"/>
                  </a:lnTo>
                  <a:lnTo>
                    <a:pt x="687" y="588"/>
                  </a:lnTo>
                  <a:lnTo>
                    <a:pt x="685" y="588"/>
                  </a:lnTo>
                  <a:lnTo>
                    <a:pt x="683" y="588"/>
                  </a:lnTo>
                  <a:lnTo>
                    <a:pt x="683" y="588"/>
                  </a:lnTo>
                  <a:lnTo>
                    <a:pt x="683" y="588"/>
                  </a:lnTo>
                  <a:lnTo>
                    <a:pt x="683" y="588"/>
                  </a:lnTo>
                  <a:lnTo>
                    <a:pt x="683" y="586"/>
                  </a:lnTo>
                  <a:lnTo>
                    <a:pt x="683" y="586"/>
                  </a:lnTo>
                  <a:lnTo>
                    <a:pt x="681" y="584"/>
                  </a:lnTo>
                  <a:lnTo>
                    <a:pt x="681" y="584"/>
                  </a:lnTo>
                  <a:lnTo>
                    <a:pt x="681" y="584"/>
                  </a:lnTo>
                  <a:lnTo>
                    <a:pt x="681" y="584"/>
                  </a:lnTo>
                  <a:lnTo>
                    <a:pt x="681" y="582"/>
                  </a:lnTo>
                  <a:lnTo>
                    <a:pt x="681" y="580"/>
                  </a:lnTo>
                  <a:lnTo>
                    <a:pt x="681" y="580"/>
                  </a:lnTo>
                  <a:lnTo>
                    <a:pt x="681" y="580"/>
                  </a:lnTo>
                  <a:lnTo>
                    <a:pt x="679" y="580"/>
                  </a:lnTo>
                  <a:lnTo>
                    <a:pt x="675" y="580"/>
                  </a:lnTo>
                  <a:lnTo>
                    <a:pt x="675" y="580"/>
                  </a:lnTo>
                  <a:lnTo>
                    <a:pt x="673" y="582"/>
                  </a:lnTo>
                  <a:lnTo>
                    <a:pt x="673" y="582"/>
                  </a:lnTo>
                  <a:lnTo>
                    <a:pt x="673" y="582"/>
                  </a:lnTo>
                  <a:lnTo>
                    <a:pt x="673" y="582"/>
                  </a:lnTo>
                  <a:lnTo>
                    <a:pt x="673" y="584"/>
                  </a:lnTo>
                  <a:lnTo>
                    <a:pt x="673" y="584"/>
                  </a:lnTo>
                  <a:lnTo>
                    <a:pt x="673" y="584"/>
                  </a:lnTo>
                  <a:lnTo>
                    <a:pt x="673" y="584"/>
                  </a:lnTo>
                  <a:lnTo>
                    <a:pt x="673" y="586"/>
                  </a:lnTo>
                  <a:lnTo>
                    <a:pt x="673" y="586"/>
                  </a:lnTo>
                  <a:lnTo>
                    <a:pt x="673" y="586"/>
                  </a:lnTo>
                  <a:lnTo>
                    <a:pt x="673" y="586"/>
                  </a:lnTo>
                  <a:lnTo>
                    <a:pt x="673" y="586"/>
                  </a:lnTo>
                  <a:lnTo>
                    <a:pt x="673" y="588"/>
                  </a:lnTo>
                  <a:lnTo>
                    <a:pt x="671" y="588"/>
                  </a:lnTo>
                  <a:lnTo>
                    <a:pt x="671" y="588"/>
                  </a:lnTo>
                  <a:lnTo>
                    <a:pt x="671" y="590"/>
                  </a:lnTo>
                  <a:lnTo>
                    <a:pt x="671" y="590"/>
                  </a:lnTo>
                  <a:lnTo>
                    <a:pt x="671" y="590"/>
                  </a:lnTo>
                  <a:lnTo>
                    <a:pt x="671" y="590"/>
                  </a:lnTo>
                  <a:lnTo>
                    <a:pt x="673" y="590"/>
                  </a:lnTo>
                  <a:lnTo>
                    <a:pt x="673" y="590"/>
                  </a:lnTo>
                  <a:lnTo>
                    <a:pt x="673" y="591"/>
                  </a:lnTo>
                  <a:lnTo>
                    <a:pt x="673" y="591"/>
                  </a:lnTo>
                  <a:lnTo>
                    <a:pt x="671" y="591"/>
                  </a:lnTo>
                  <a:lnTo>
                    <a:pt x="671" y="593"/>
                  </a:lnTo>
                  <a:lnTo>
                    <a:pt x="671" y="593"/>
                  </a:lnTo>
                  <a:lnTo>
                    <a:pt x="671" y="593"/>
                  </a:lnTo>
                  <a:lnTo>
                    <a:pt x="671" y="595"/>
                  </a:lnTo>
                  <a:lnTo>
                    <a:pt x="671" y="595"/>
                  </a:lnTo>
                  <a:lnTo>
                    <a:pt x="673" y="595"/>
                  </a:lnTo>
                  <a:lnTo>
                    <a:pt x="673" y="597"/>
                  </a:lnTo>
                  <a:lnTo>
                    <a:pt x="673" y="597"/>
                  </a:lnTo>
                  <a:lnTo>
                    <a:pt x="673" y="597"/>
                  </a:lnTo>
                  <a:lnTo>
                    <a:pt x="673" y="597"/>
                  </a:lnTo>
                  <a:lnTo>
                    <a:pt x="671" y="599"/>
                  </a:lnTo>
                  <a:lnTo>
                    <a:pt x="667" y="601"/>
                  </a:lnTo>
                  <a:lnTo>
                    <a:pt x="667" y="601"/>
                  </a:lnTo>
                  <a:lnTo>
                    <a:pt x="667" y="601"/>
                  </a:lnTo>
                  <a:lnTo>
                    <a:pt x="667" y="601"/>
                  </a:lnTo>
                  <a:lnTo>
                    <a:pt x="667" y="603"/>
                  </a:lnTo>
                  <a:lnTo>
                    <a:pt x="667" y="603"/>
                  </a:lnTo>
                  <a:lnTo>
                    <a:pt x="665" y="605"/>
                  </a:lnTo>
                  <a:lnTo>
                    <a:pt x="665" y="605"/>
                  </a:lnTo>
                  <a:lnTo>
                    <a:pt x="665" y="605"/>
                  </a:lnTo>
                  <a:lnTo>
                    <a:pt x="663" y="605"/>
                  </a:lnTo>
                  <a:lnTo>
                    <a:pt x="657" y="603"/>
                  </a:lnTo>
                  <a:lnTo>
                    <a:pt x="657" y="603"/>
                  </a:lnTo>
                  <a:lnTo>
                    <a:pt x="655" y="603"/>
                  </a:lnTo>
                  <a:lnTo>
                    <a:pt x="655" y="605"/>
                  </a:lnTo>
                  <a:lnTo>
                    <a:pt x="653" y="605"/>
                  </a:lnTo>
                  <a:lnTo>
                    <a:pt x="653" y="605"/>
                  </a:lnTo>
                  <a:lnTo>
                    <a:pt x="653" y="607"/>
                  </a:lnTo>
                  <a:lnTo>
                    <a:pt x="651" y="605"/>
                  </a:lnTo>
                  <a:lnTo>
                    <a:pt x="647" y="605"/>
                  </a:lnTo>
                  <a:lnTo>
                    <a:pt x="645" y="603"/>
                  </a:lnTo>
                  <a:lnTo>
                    <a:pt x="643" y="607"/>
                  </a:lnTo>
                  <a:lnTo>
                    <a:pt x="642" y="607"/>
                  </a:lnTo>
                  <a:lnTo>
                    <a:pt x="642" y="609"/>
                  </a:lnTo>
                  <a:lnTo>
                    <a:pt x="640" y="609"/>
                  </a:lnTo>
                  <a:lnTo>
                    <a:pt x="638" y="607"/>
                  </a:lnTo>
                  <a:lnTo>
                    <a:pt x="638" y="607"/>
                  </a:lnTo>
                  <a:lnTo>
                    <a:pt x="638" y="607"/>
                  </a:lnTo>
                  <a:lnTo>
                    <a:pt x="636" y="607"/>
                  </a:lnTo>
                  <a:lnTo>
                    <a:pt x="638" y="605"/>
                  </a:lnTo>
                  <a:lnTo>
                    <a:pt x="638" y="605"/>
                  </a:lnTo>
                  <a:lnTo>
                    <a:pt x="636" y="605"/>
                  </a:lnTo>
                  <a:lnTo>
                    <a:pt x="636" y="605"/>
                  </a:lnTo>
                  <a:lnTo>
                    <a:pt x="636" y="605"/>
                  </a:lnTo>
                  <a:lnTo>
                    <a:pt x="634" y="605"/>
                  </a:lnTo>
                  <a:lnTo>
                    <a:pt x="634" y="605"/>
                  </a:lnTo>
                  <a:lnTo>
                    <a:pt x="632" y="605"/>
                  </a:lnTo>
                  <a:lnTo>
                    <a:pt x="632" y="603"/>
                  </a:lnTo>
                  <a:lnTo>
                    <a:pt x="632" y="603"/>
                  </a:lnTo>
                  <a:lnTo>
                    <a:pt x="632" y="603"/>
                  </a:lnTo>
                  <a:lnTo>
                    <a:pt x="632" y="603"/>
                  </a:lnTo>
                  <a:lnTo>
                    <a:pt x="630" y="603"/>
                  </a:lnTo>
                  <a:lnTo>
                    <a:pt x="628" y="601"/>
                  </a:lnTo>
                  <a:lnTo>
                    <a:pt x="628" y="601"/>
                  </a:lnTo>
                  <a:lnTo>
                    <a:pt x="628" y="601"/>
                  </a:lnTo>
                  <a:lnTo>
                    <a:pt x="626" y="601"/>
                  </a:lnTo>
                  <a:lnTo>
                    <a:pt x="626" y="601"/>
                  </a:lnTo>
                  <a:lnTo>
                    <a:pt x="624" y="603"/>
                  </a:lnTo>
                  <a:lnTo>
                    <a:pt x="624" y="603"/>
                  </a:lnTo>
                  <a:lnTo>
                    <a:pt x="624" y="603"/>
                  </a:lnTo>
                  <a:lnTo>
                    <a:pt x="624" y="603"/>
                  </a:lnTo>
                  <a:lnTo>
                    <a:pt x="622" y="603"/>
                  </a:lnTo>
                  <a:lnTo>
                    <a:pt x="622" y="603"/>
                  </a:lnTo>
                  <a:lnTo>
                    <a:pt x="622" y="603"/>
                  </a:lnTo>
                  <a:lnTo>
                    <a:pt x="620" y="601"/>
                  </a:lnTo>
                  <a:lnTo>
                    <a:pt x="620" y="601"/>
                  </a:lnTo>
                  <a:lnTo>
                    <a:pt x="620" y="601"/>
                  </a:lnTo>
                  <a:lnTo>
                    <a:pt x="620" y="601"/>
                  </a:lnTo>
                  <a:lnTo>
                    <a:pt x="618" y="601"/>
                  </a:lnTo>
                  <a:lnTo>
                    <a:pt x="616" y="601"/>
                  </a:lnTo>
                  <a:lnTo>
                    <a:pt x="616" y="601"/>
                  </a:lnTo>
                  <a:lnTo>
                    <a:pt x="616" y="601"/>
                  </a:lnTo>
                  <a:lnTo>
                    <a:pt x="616" y="601"/>
                  </a:lnTo>
                  <a:lnTo>
                    <a:pt x="614" y="601"/>
                  </a:lnTo>
                  <a:lnTo>
                    <a:pt x="612" y="601"/>
                  </a:lnTo>
                  <a:lnTo>
                    <a:pt x="612" y="601"/>
                  </a:lnTo>
                  <a:lnTo>
                    <a:pt x="612" y="601"/>
                  </a:lnTo>
                  <a:lnTo>
                    <a:pt x="612" y="601"/>
                  </a:lnTo>
                  <a:lnTo>
                    <a:pt x="612" y="603"/>
                  </a:lnTo>
                  <a:lnTo>
                    <a:pt x="612" y="603"/>
                  </a:lnTo>
                  <a:lnTo>
                    <a:pt x="612" y="603"/>
                  </a:lnTo>
                  <a:lnTo>
                    <a:pt x="612" y="603"/>
                  </a:lnTo>
                  <a:lnTo>
                    <a:pt x="612" y="605"/>
                  </a:lnTo>
                  <a:lnTo>
                    <a:pt x="612" y="605"/>
                  </a:lnTo>
                  <a:lnTo>
                    <a:pt x="610" y="605"/>
                  </a:lnTo>
                  <a:lnTo>
                    <a:pt x="610" y="605"/>
                  </a:lnTo>
                  <a:lnTo>
                    <a:pt x="610" y="607"/>
                  </a:lnTo>
                  <a:lnTo>
                    <a:pt x="608" y="607"/>
                  </a:lnTo>
                  <a:lnTo>
                    <a:pt x="608" y="609"/>
                  </a:lnTo>
                  <a:lnTo>
                    <a:pt x="608" y="609"/>
                  </a:lnTo>
                  <a:lnTo>
                    <a:pt x="608" y="609"/>
                  </a:lnTo>
                  <a:lnTo>
                    <a:pt x="608" y="611"/>
                  </a:lnTo>
                  <a:lnTo>
                    <a:pt x="608" y="611"/>
                  </a:lnTo>
                  <a:lnTo>
                    <a:pt x="608" y="613"/>
                  </a:lnTo>
                  <a:lnTo>
                    <a:pt x="608" y="613"/>
                  </a:lnTo>
                  <a:lnTo>
                    <a:pt x="608" y="613"/>
                  </a:lnTo>
                  <a:lnTo>
                    <a:pt x="608" y="615"/>
                  </a:lnTo>
                  <a:lnTo>
                    <a:pt x="608" y="615"/>
                  </a:lnTo>
                  <a:lnTo>
                    <a:pt x="610" y="615"/>
                  </a:lnTo>
                  <a:lnTo>
                    <a:pt x="610" y="615"/>
                  </a:lnTo>
                  <a:lnTo>
                    <a:pt x="610" y="617"/>
                  </a:lnTo>
                  <a:lnTo>
                    <a:pt x="610" y="617"/>
                  </a:lnTo>
                  <a:lnTo>
                    <a:pt x="610" y="617"/>
                  </a:lnTo>
                  <a:lnTo>
                    <a:pt x="610" y="617"/>
                  </a:lnTo>
                  <a:lnTo>
                    <a:pt x="608" y="617"/>
                  </a:lnTo>
                  <a:lnTo>
                    <a:pt x="608" y="617"/>
                  </a:lnTo>
                  <a:lnTo>
                    <a:pt x="608" y="619"/>
                  </a:lnTo>
                  <a:lnTo>
                    <a:pt x="608" y="619"/>
                  </a:lnTo>
                  <a:lnTo>
                    <a:pt x="608" y="621"/>
                  </a:lnTo>
                  <a:lnTo>
                    <a:pt x="606" y="623"/>
                  </a:lnTo>
                  <a:lnTo>
                    <a:pt x="606" y="623"/>
                  </a:lnTo>
                  <a:lnTo>
                    <a:pt x="606" y="625"/>
                  </a:lnTo>
                  <a:lnTo>
                    <a:pt x="606" y="625"/>
                  </a:lnTo>
                  <a:lnTo>
                    <a:pt x="602" y="625"/>
                  </a:lnTo>
                  <a:lnTo>
                    <a:pt x="602" y="625"/>
                  </a:lnTo>
                  <a:lnTo>
                    <a:pt x="598" y="625"/>
                  </a:lnTo>
                  <a:lnTo>
                    <a:pt x="598" y="625"/>
                  </a:lnTo>
                  <a:lnTo>
                    <a:pt x="596" y="625"/>
                  </a:lnTo>
                  <a:lnTo>
                    <a:pt x="596" y="625"/>
                  </a:lnTo>
                  <a:lnTo>
                    <a:pt x="596" y="623"/>
                  </a:lnTo>
                  <a:lnTo>
                    <a:pt x="596" y="623"/>
                  </a:lnTo>
                  <a:lnTo>
                    <a:pt x="596" y="623"/>
                  </a:lnTo>
                  <a:lnTo>
                    <a:pt x="594" y="623"/>
                  </a:lnTo>
                  <a:lnTo>
                    <a:pt x="592" y="623"/>
                  </a:lnTo>
                  <a:lnTo>
                    <a:pt x="591" y="625"/>
                  </a:lnTo>
                  <a:lnTo>
                    <a:pt x="591" y="625"/>
                  </a:lnTo>
                  <a:lnTo>
                    <a:pt x="589" y="625"/>
                  </a:lnTo>
                  <a:lnTo>
                    <a:pt x="587" y="629"/>
                  </a:lnTo>
                  <a:lnTo>
                    <a:pt x="587" y="631"/>
                  </a:lnTo>
                  <a:lnTo>
                    <a:pt x="587" y="631"/>
                  </a:lnTo>
                  <a:lnTo>
                    <a:pt x="585" y="631"/>
                  </a:lnTo>
                  <a:lnTo>
                    <a:pt x="583" y="631"/>
                  </a:lnTo>
                  <a:lnTo>
                    <a:pt x="583" y="631"/>
                  </a:lnTo>
                  <a:lnTo>
                    <a:pt x="581" y="631"/>
                  </a:lnTo>
                  <a:lnTo>
                    <a:pt x="581" y="631"/>
                  </a:lnTo>
                  <a:lnTo>
                    <a:pt x="579" y="631"/>
                  </a:lnTo>
                  <a:lnTo>
                    <a:pt x="579" y="631"/>
                  </a:lnTo>
                  <a:lnTo>
                    <a:pt x="577" y="631"/>
                  </a:lnTo>
                  <a:lnTo>
                    <a:pt x="577" y="633"/>
                  </a:lnTo>
                  <a:lnTo>
                    <a:pt x="577" y="633"/>
                  </a:lnTo>
                  <a:lnTo>
                    <a:pt x="577" y="635"/>
                  </a:lnTo>
                  <a:lnTo>
                    <a:pt x="577" y="635"/>
                  </a:lnTo>
                  <a:lnTo>
                    <a:pt x="575" y="635"/>
                  </a:lnTo>
                  <a:lnTo>
                    <a:pt x="575" y="635"/>
                  </a:lnTo>
                  <a:lnTo>
                    <a:pt x="575" y="635"/>
                  </a:lnTo>
                  <a:lnTo>
                    <a:pt x="575" y="635"/>
                  </a:lnTo>
                  <a:lnTo>
                    <a:pt x="575" y="635"/>
                  </a:lnTo>
                  <a:lnTo>
                    <a:pt x="575" y="635"/>
                  </a:lnTo>
                  <a:lnTo>
                    <a:pt x="575" y="633"/>
                  </a:lnTo>
                  <a:lnTo>
                    <a:pt x="575" y="633"/>
                  </a:lnTo>
                  <a:lnTo>
                    <a:pt x="573" y="633"/>
                  </a:lnTo>
                  <a:lnTo>
                    <a:pt x="573" y="635"/>
                  </a:lnTo>
                  <a:lnTo>
                    <a:pt x="573" y="635"/>
                  </a:lnTo>
                  <a:lnTo>
                    <a:pt x="571" y="637"/>
                  </a:lnTo>
                  <a:lnTo>
                    <a:pt x="571" y="637"/>
                  </a:lnTo>
                  <a:lnTo>
                    <a:pt x="571" y="639"/>
                  </a:lnTo>
                  <a:lnTo>
                    <a:pt x="571" y="639"/>
                  </a:lnTo>
                  <a:lnTo>
                    <a:pt x="565" y="639"/>
                  </a:lnTo>
                  <a:lnTo>
                    <a:pt x="565" y="639"/>
                  </a:lnTo>
                  <a:lnTo>
                    <a:pt x="563" y="641"/>
                  </a:lnTo>
                  <a:lnTo>
                    <a:pt x="563" y="641"/>
                  </a:lnTo>
                  <a:lnTo>
                    <a:pt x="563" y="641"/>
                  </a:lnTo>
                  <a:lnTo>
                    <a:pt x="561" y="641"/>
                  </a:lnTo>
                  <a:lnTo>
                    <a:pt x="561" y="641"/>
                  </a:lnTo>
                  <a:lnTo>
                    <a:pt x="561" y="641"/>
                  </a:lnTo>
                  <a:lnTo>
                    <a:pt x="561" y="641"/>
                  </a:lnTo>
                  <a:lnTo>
                    <a:pt x="561" y="641"/>
                  </a:lnTo>
                  <a:lnTo>
                    <a:pt x="559" y="643"/>
                  </a:lnTo>
                  <a:lnTo>
                    <a:pt x="559" y="643"/>
                  </a:lnTo>
                  <a:lnTo>
                    <a:pt x="561" y="643"/>
                  </a:lnTo>
                  <a:lnTo>
                    <a:pt x="561" y="643"/>
                  </a:lnTo>
                  <a:lnTo>
                    <a:pt x="561" y="643"/>
                  </a:lnTo>
                  <a:lnTo>
                    <a:pt x="561" y="643"/>
                  </a:lnTo>
                  <a:lnTo>
                    <a:pt x="563" y="645"/>
                  </a:lnTo>
                  <a:lnTo>
                    <a:pt x="563" y="645"/>
                  </a:lnTo>
                  <a:lnTo>
                    <a:pt x="563" y="645"/>
                  </a:lnTo>
                  <a:lnTo>
                    <a:pt x="563" y="645"/>
                  </a:lnTo>
                  <a:lnTo>
                    <a:pt x="563" y="645"/>
                  </a:lnTo>
                  <a:lnTo>
                    <a:pt x="563" y="646"/>
                  </a:lnTo>
                  <a:lnTo>
                    <a:pt x="563" y="646"/>
                  </a:lnTo>
                  <a:lnTo>
                    <a:pt x="563" y="646"/>
                  </a:lnTo>
                  <a:lnTo>
                    <a:pt x="561" y="650"/>
                  </a:lnTo>
                  <a:lnTo>
                    <a:pt x="561" y="650"/>
                  </a:lnTo>
                  <a:lnTo>
                    <a:pt x="561" y="650"/>
                  </a:lnTo>
                  <a:lnTo>
                    <a:pt x="561" y="652"/>
                  </a:lnTo>
                  <a:lnTo>
                    <a:pt x="561" y="652"/>
                  </a:lnTo>
                  <a:lnTo>
                    <a:pt x="561" y="652"/>
                  </a:lnTo>
                  <a:lnTo>
                    <a:pt x="561" y="654"/>
                  </a:lnTo>
                  <a:lnTo>
                    <a:pt x="559" y="654"/>
                  </a:lnTo>
                  <a:lnTo>
                    <a:pt x="559" y="654"/>
                  </a:lnTo>
                  <a:lnTo>
                    <a:pt x="559" y="654"/>
                  </a:lnTo>
                  <a:lnTo>
                    <a:pt x="559" y="654"/>
                  </a:lnTo>
                  <a:lnTo>
                    <a:pt x="559" y="654"/>
                  </a:lnTo>
                  <a:lnTo>
                    <a:pt x="559" y="654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60"/>
                  </a:lnTo>
                  <a:lnTo>
                    <a:pt x="557" y="660"/>
                  </a:lnTo>
                  <a:lnTo>
                    <a:pt x="557" y="660"/>
                  </a:lnTo>
                  <a:lnTo>
                    <a:pt x="557" y="660"/>
                  </a:lnTo>
                  <a:lnTo>
                    <a:pt x="557" y="660"/>
                  </a:lnTo>
                  <a:lnTo>
                    <a:pt x="557" y="660"/>
                  </a:lnTo>
                  <a:lnTo>
                    <a:pt x="557" y="662"/>
                  </a:lnTo>
                  <a:lnTo>
                    <a:pt x="559" y="664"/>
                  </a:lnTo>
                  <a:lnTo>
                    <a:pt x="559" y="664"/>
                  </a:lnTo>
                  <a:lnTo>
                    <a:pt x="559" y="664"/>
                  </a:lnTo>
                  <a:lnTo>
                    <a:pt x="559" y="664"/>
                  </a:lnTo>
                  <a:lnTo>
                    <a:pt x="561" y="664"/>
                  </a:lnTo>
                  <a:lnTo>
                    <a:pt x="561" y="664"/>
                  </a:lnTo>
                  <a:lnTo>
                    <a:pt x="561" y="666"/>
                  </a:lnTo>
                  <a:lnTo>
                    <a:pt x="563" y="666"/>
                  </a:lnTo>
                  <a:lnTo>
                    <a:pt x="563" y="666"/>
                  </a:lnTo>
                  <a:lnTo>
                    <a:pt x="563" y="666"/>
                  </a:lnTo>
                  <a:lnTo>
                    <a:pt x="563" y="666"/>
                  </a:lnTo>
                  <a:lnTo>
                    <a:pt x="565" y="666"/>
                  </a:lnTo>
                  <a:lnTo>
                    <a:pt x="565" y="666"/>
                  </a:lnTo>
                  <a:lnTo>
                    <a:pt x="565" y="666"/>
                  </a:lnTo>
                  <a:lnTo>
                    <a:pt x="565" y="666"/>
                  </a:lnTo>
                  <a:lnTo>
                    <a:pt x="567" y="666"/>
                  </a:lnTo>
                  <a:lnTo>
                    <a:pt x="567" y="666"/>
                  </a:lnTo>
                  <a:lnTo>
                    <a:pt x="567" y="666"/>
                  </a:lnTo>
                  <a:lnTo>
                    <a:pt x="567" y="666"/>
                  </a:lnTo>
                  <a:lnTo>
                    <a:pt x="569" y="666"/>
                  </a:lnTo>
                  <a:lnTo>
                    <a:pt x="569" y="666"/>
                  </a:lnTo>
                  <a:lnTo>
                    <a:pt x="569" y="666"/>
                  </a:lnTo>
                  <a:lnTo>
                    <a:pt x="569" y="666"/>
                  </a:lnTo>
                  <a:lnTo>
                    <a:pt x="571" y="666"/>
                  </a:lnTo>
                  <a:lnTo>
                    <a:pt x="573" y="668"/>
                  </a:lnTo>
                  <a:lnTo>
                    <a:pt x="573" y="670"/>
                  </a:lnTo>
                  <a:lnTo>
                    <a:pt x="573" y="670"/>
                  </a:lnTo>
                  <a:lnTo>
                    <a:pt x="573" y="670"/>
                  </a:lnTo>
                  <a:lnTo>
                    <a:pt x="575" y="672"/>
                  </a:lnTo>
                  <a:lnTo>
                    <a:pt x="575" y="672"/>
                  </a:lnTo>
                  <a:lnTo>
                    <a:pt x="575" y="672"/>
                  </a:lnTo>
                  <a:lnTo>
                    <a:pt x="575" y="672"/>
                  </a:lnTo>
                  <a:lnTo>
                    <a:pt x="575" y="672"/>
                  </a:lnTo>
                  <a:lnTo>
                    <a:pt x="577" y="674"/>
                  </a:lnTo>
                  <a:lnTo>
                    <a:pt x="575" y="674"/>
                  </a:lnTo>
                  <a:lnTo>
                    <a:pt x="575" y="674"/>
                  </a:lnTo>
                  <a:lnTo>
                    <a:pt x="575" y="676"/>
                  </a:lnTo>
                  <a:lnTo>
                    <a:pt x="575" y="676"/>
                  </a:lnTo>
                  <a:lnTo>
                    <a:pt x="575" y="676"/>
                  </a:lnTo>
                  <a:lnTo>
                    <a:pt x="575" y="678"/>
                  </a:lnTo>
                  <a:lnTo>
                    <a:pt x="577" y="678"/>
                  </a:lnTo>
                  <a:lnTo>
                    <a:pt x="577" y="678"/>
                  </a:lnTo>
                  <a:lnTo>
                    <a:pt x="577" y="678"/>
                  </a:lnTo>
                  <a:lnTo>
                    <a:pt x="579" y="678"/>
                  </a:lnTo>
                  <a:lnTo>
                    <a:pt x="579" y="678"/>
                  </a:lnTo>
                  <a:lnTo>
                    <a:pt x="579" y="680"/>
                  </a:lnTo>
                  <a:lnTo>
                    <a:pt x="579" y="680"/>
                  </a:lnTo>
                  <a:lnTo>
                    <a:pt x="579" y="680"/>
                  </a:lnTo>
                  <a:lnTo>
                    <a:pt x="579" y="680"/>
                  </a:lnTo>
                  <a:lnTo>
                    <a:pt x="581" y="682"/>
                  </a:lnTo>
                  <a:lnTo>
                    <a:pt x="581" y="682"/>
                  </a:lnTo>
                  <a:lnTo>
                    <a:pt x="581" y="682"/>
                  </a:lnTo>
                  <a:lnTo>
                    <a:pt x="581" y="682"/>
                  </a:lnTo>
                  <a:lnTo>
                    <a:pt x="585" y="682"/>
                  </a:lnTo>
                  <a:lnTo>
                    <a:pt x="585" y="682"/>
                  </a:lnTo>
                  <a:lnTo>
                    <a:pt x="587" y="682"/>
                  </a:lnTo>
                  <a:lnTo>
                    <a:pt x="587" y="682"/>
                  </a:lnTo>
                  <a:lnTo>
                    <a:pt x="587" y="684"/>
                  </a:lnTo>
                  <a:lnTo>
                    <a:pt x="587" y="684"/>
                  </a:lnTo>
                  <a:lnTo>
                    <a:pt x="587" y="684"/>
                  </a:lnTo>
                  <a:lnTo>
                    <a:pt x="587" y="684"/>
                  </a:lnTo>
                  <a:lnTo>
                    <a:pt x="587" y="684"/>
                  </a:lnTo>
                  <a:lnTo>
                    <a:pt x="589" y="684"/>
                  </a:lnTo>
                  <a:lnTo>
                    <a:pt x="589" y="684"/>
                  </a:lnTo>
                  <a:lnTo>
                    <a:pt x="589" y="684"/>
                  </a:lnTo>
                  <a:lnTo>
                    <a:pt x="589" y="684"/>
                  </a:lnTo>
                  <a:lnTo>
                    <a:pt x="589" y="684"/>
                  </a:lnTo>
                  <a:lnTo>
                    <a:pt x="591" y="684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1" y="682"/>
                  </a:lnTo>
                  <a:lnTo>
                    <a:pt x="592" y="684"/>
                  </a:lnTo>
                  <a:lnTo>
                    <a:pt x="592" y="684"/>
                  </a:lnTo>
                  <a:lnTo>
                    <a:pt x="592" y="684"/>
                  </a:lnTo>
                  <a:lnTo>
                    <a:pt x="592" y="686"/>
                  </a:lnTo>
                  <a:lnTo>
                    <a:pt x="592" y="686"/>
                  </a:lnTo>
                  <a:lnTo>
                    <a:pt x="592" y="686"/>
                  </a:lnTo>
                  <a:lnTo>
                    <a:pt x="592" y="688"/>
                  </a:lnTo>
                  <a:lnTo>
                    <a:pt x="591" y="688"/>
                  </a:lnTo>
                  <a:lnTo>
                    <a:pt x="591" y="690"/>
                  </a:lnTo>
                  <a:lnTo>
                    <a:pt x="591" y="690"/>
                  </a:lnTo>
                  <a:lnTo>
                    <a:pt x="589" y="690"/>
                  </a:lnTo>
                  <a:lnTo>
                    <a:pt x="589" y="690"/>
                  </a:lnTo>
                  <a:lnTo>
                    <a:pt x="589" y="690"/>
                  </a:lnTo>
                  <a:lnTo>
                    <a:pt x="587" y="690"/>
                  </a:lnTo>
                  <a:lnTo>
                    <a:pt x="585" y="690"/>
                  </a:lnTo>
                  <a:lnTo>
                    <a:pt x="585" y="690"/>
                  </a:lnTo>
                  <a:lnTo>
                    <a:pt x="585" y="690"/>
                  </a:lnTo>
                  <a:lnTo>
                    <a:pt x="583" y="690"/>
                  </a:lnTo>
                  <a:lnTo>
                    <a:pt x="583" y="690"/>
                  </a:lnTo>
                  <a:lnTo>
                    <a:pt x="583" y="688"/>
                  </a:lnTo>
                  <a:lnTo>
                    <a:pt x="581" y="688"/>
                  </a:lnTo>
                  <a:lnTo>
                    <a:pt x="581" y="688"/>
                  </a:lnTo>
                  <a:lnTo>
                    <a:pt x="579" y="690"/>
                  </a:lnTo>
                  <a:lnTo>
                    <a:pt x="579" y="690"/>
                  </a:lnTo>
                  <a:lnTo>
                    <a:pt x="579" y="692"/>
                  </a:lnTo>
                  <a:lnTo>
                    <a:pt x="579" y="694"/>
                  </a:lnTo>
                  <a:lnTo>
                    <a:pt x="579" y="694"/>
                  </a:lnTo>
                  <a:lnTo>
                    <a:pt x="577" y="694"/>
                  </a:lnTo>
                  <a:lnTo>
                    <a:pt x="577" y="696"/>
                  </a:lnTo>
                  <a:lnTo>
                    <a:pt x="575" y="696"/>
                  </a:lnTo>
                  <a:lnTo>
                    <a:pt x="575" y="696"/>
                  </a:lnTo>
                  <a:lnTo>
                    <a:pt x="575" y="698"/>
                  </a:lnTo>
                  <a:lnTo>
                    <a:pt x="575" y="701"/>
                  </a:lnTo>
                  <a:lnTo>
                    <a:pt x="575" y="701"/>
                  </a:lnTo>
                  <a:lnTo>
                    <a:pt x="575" y="703"/>
                  </a:lnTo>
                  <a:lnTo>
                    <a:pt x="575" y="705"/>
                  </a:lnTo>
                  <a:lnTo>
                    <a:pt x="575" y="705"/>
                  </a:lnTo>
                  <a:lnTo>
                    <a:pt x="575" y="707"/>
                  </a:lnTo>
                  <a:lnTo>
                    <a:pt x="575" y="707"/>
                  </a:lnTo>
                  <a:lnTo>
                    <a:pt x="575" y="707"/>
                  </a:lnTo>
                  <a:lnTo>
                    <a:pt x="575" y="707"/>
                  </a:lnTo>
                  <a:lnTo>
                    <a:pt x="575" y="711"/>
                  </a:lnTo>
                  <a:lnTo>
                    <a:pt x="575" y="715"/>
                  </a:lnTo>
                  <a:lnTo>
                    <a:pt x="575" y="715"/>
                  </a:lnTo>
                  <a:lnTo>
                    <a:pt x="575" y="717"/>
                  </a:lnTo>
                  <a:lnTo>
                    <a:pt x="573" y="715"/>
                  </a:lnTo>
                  <a:lnTo>
                    <a:pt x="573" y="715"/>
                  </a:lnTo>
                  <a:lnTo>
                    <a:pt x="573" y="717"/>
                  </a:lnTo>
                  <a:lnTo>
                    <a:pt x="571" y="717"/>
                  </a:lnTo>
                  <a:lnTo>
                    <a:pt x="571" y="717"/>
                  </a:lnTo>
                  <a:lnTo>
                    <a:pt x="571" y="717"/>
                  </a:lnTo>
                  <a:lnTo>
                    <a:pt x="571" y="717"/>
                  </a:lnTo>
                  <a:lnTo>
                    <a:pt x="571" y="719"/>
                  </a:lnTo>
                  <a:lnTo>
                    <a:pt x="571" y="719"/>
                  </a:lnTo>
                  <a:lnTo>
                    <a:pt x="571" y="719"/>
                  </a:lnTo>
                  <a:lnTo>
                    <a:pt x="573" y="721"/>
                  </a:lnTo>
                  <a:lnTo>
                    <a:pt x="573" y="721"/>
                  </a:lnTo>
                  <a:lnTo>
                    <a:pt x="573" y="723"/>
                  </a:lnTo>
                  <a:lnTo>
                    <a:pt x="573" y="723"/>
                  </a:lnTo>
                  <a:lnTo>
                    <a:pt x="573" y="725"/>
                  </a:lnTo>
                  <a:lnTo>
                    <a:pt x="573" y="725"/>
                  </a:lnTo>
                  <a:lnTo>
                    <a:pt x="571" y="725"/>
                  </a:lnTo>
                  <a:lnTo>
                    <a:pt x="571" y="725"/>
                  </a:lnTo>
                  <a:lnTo>
                    <a:pt x="571" y="725"/>
                  </a:lnTo>
                  <a:lnTo>
                    <a:pt x="571" y="727"/>
                  </a:lnTo>
                  <a:lnTo>
                    <a:pt x="571" y="727"/>
                  </a:lnTo>
                  <a:lnTo>
                    <a:pt x="571" y="727"/>
                  </a:lnTo>
                  <a:lnTo>
                    <a:pt x="571" y="729"/>
                  </a:lnTo>
                  <a:lnTo>
                    <a:pt x="571" y="729"/>
                  </a:lnTo>
                  <a:lnTo>
                    <a:pt x="571" y="729"/>
                  </a:lnTo>
                  <a:lnTo>
                    <a:pt x="571" y="729"/>
                  </a:lnTo>
                  <a:lnTo>
                    <a:pt x="571" y="731"/>
                  </a:lnTo>
                  <a:lnTo>
                    <a:pt x="571" y="731"/>
                  </a:lnTo>
                  <a:lnTo>
                    <a:pt x="573" y="731"/>
                  </a:lnTo>
                  <a:lnTo>
                    <a:pt x="573" y="73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73" y="735"/>
                  </a:lnTo>
                  <a:lnTo>
                    <a:pt x="573" y="741"/>
                  </a:lnTo>
                  <a:lnTo>
                    <a:pt x="573" y="741"/>
                  </a:lnTo>
                  <a:lnTo>
                    <a:pt x="573" y="741"/>
                  </a:lnTo>
                  <a:lnTo>
                    <a:pt x="573" y="741"/>
                  </a:lnTo>
                  <a:lnTo>
                    <a:pt x="575" y="741"/>
                  </a:lnTo>
                  <a:lnTo>
                    <a:pt x="575" y="741"/>
                  </a:lnTo>
                  <a:lnTo>
                    <a:pt x="575" y="741"/>
                  </a:lnTo>
                  <a:lnTo>
                    <a:pt x="575" y="741"/>
                  </a:lnTo>
                  <a:lnTo>
                    <a:pt x="575" y="741"/>
                  </a:lnTo>
                  <a:lnTo>
                    <a:pt x="575" y="741"/>
                  </a:lnTo>
                  <a:lnTo>
                    <a:pt x="575" y="743"/>
                  </a:lnTo>
                  <a:lnTo>
                    <a:pt x="575" y="743"/>
                  </a:lnTo>
                  <a:lnTo>
                    <a:pt x="577" y="743"/>
                  </a:lnTo>
                  <a:lnTo>
                    <a:pt x="577" y="743"/>
                  </a:lnTo>
                  <a:lnTo>
                    <a:pt x="577" y="745"/>
                  </a:lnTo>
                  <a:lnTo>
                    <a:pt x="577" y="745"/>
                  </a:lnTo>
                  <a:lnTo>
                    <a:pt x="577" y="745"/>
                  </a:lnTo>
                  <a:lnTo>
                    <a:pt x="577" y="745"/>
                  </a:lnTo>
                  <a:lnTo>
                    <a:pt x="579" y="745"/>
                  </a:lnTo>
                  <a:lnTo>
                    <a:pt x="579" y="745"/>
                  </a:lnTo>
                  <a:lnTo>
                    <a:pt x="581" y="747"/>
                  </a:lnTo>
                  <a:lnTo>
                    <a:pt x="579" y="747"/>
                  </a:lnTo>
                  <a:lnTo>
                    <a:pt x="579" y="749"/>
                  </a:lnTo>
                  <a:lnTo>
                    <a:pt x="579" y="749"/>
                  </a:lnTo>
                  <a:lnTo>
                    <a:pt x="579" y="749"/>
                  </a:lnTo>
                  <a:lnTo>
                    <a:pt x="581" y="749"/>
                  </a:lnTo>
                  <a:lnTo>
                    <a:pt x="581" y="749"/>
                  </a:lnTo>
                  <a:lnTo>
                    <a:pt x="581" y="751"/>
                  </a:lnTo>
                  <a:lnTo>
                    <a:pt x="581" y="751"/>
                  </a:lnTo>
                  <a:lnTo>
                    <a:pt x="581" y="751"/>
                  </a:lnTo>
                  <a:lnTo>
                    <a:pt x="581" y="752"/>
                  </a:lnTo>
                  <a:lnTo>
                    <a:pt x="581" y="754"/>
                  </a:lnTo>
                  <a:lnTo>
                    <a:pt x="581" y="754"/>
                  </a:lnTo>
                  <a:lnTo>
                    <a:pt x="579" y="756"/>
                  </a:lnTo>
                  <a:lnTo>
                    <a:pt x="579" y="756"/>
                  </a:lnTo>
                  <a:lnTo>
                    <a:pt x="579" y="756"/>
                  </a:lnTo>
                  <a:lnTo>
                    <a:pt x="579" y="756"/>
                  </a:lnTo>
                  <a:lnTo>
                    <a:pt x="577" y="758"/>
                  </a:lnTo>
                  <a:lnTo>
                    <a:pt x="577" y="758"/>
                  </a:lnTo>
                  <a:lnTo>
                    <a:pt x="577" y="758"/>
                  </a:lnTo>
                  <a:lnTo>
                    <a:pt x="579" y="760"/>
                  </a:lnTo>
                  <a:lnTo>
                    <a:pt x="579" y="762"/>
                  </a:lnTo>
                  <a:lnTo>
                    <a:pt x="579" y="764"/>
                  </a:lnTo>
                  <a:lnTo>
                    <a:pt x="579" y="764"/>
                  </a:lnTo>
                  <a:lnTo>
                    <a:pt x="579" y="766"/>
                  </a:lnTo>
                  <a:lnTo>
                    <a:pt x="579" y="766"/>
                  </a:lnTo>
                  <a:lnTo>
                    <a:pt x="579" y="766"/>
                  </a:lnTo>
                  <a:lnTo>
                    <a:pt x="581" y="766"/>
                  </a:lnTo>
                  <a:lnTo>
                    <a:pt x="583" y="768"/>
                  </a:lnTo>
                  <a:lnTo>
                    <a:pt x="583" y="768"/>
                  </a:lnTo>
                  <a:lnTo>
                    <a:pt x="583" y="768"/>
                  </a:lnTo>
                  <a:lnTo>
                    <a:pt x="583" y="770"/>
                  </a:lnTo>
                  <a:lnTo>
                    <a:pt x="581" y="770"/>
                  </a:lnTo>
                  <a:lnTo>
                    <a:pt x="581" y="770"/>
                  </a:lnTo>
                  <a:lnTo>
                    <a:pt x="581" y="772"/>
                  </a:lnTo>
                  <a:lnTo>
                    <a:pt x="581" y="772"/>
                  </a:lnTo>
                  <a:lnTo>
                    <a:pt x="579" y="772"/>
                  </a:lnTo>
                  <a:lnTo>
                    <a:pt x="581" y="772"/>
                  </a:lnTo>
                  <a:lnTo>
                    <a:pt x="581" y="774"/>
                  </a:lnTo>
                  <a:lnTo>
                    <a:pt x="581" y="774"/>
                  </a:lnTo>
                  <a:lnTo>
                    <a:pt x="581" y="774"/>
                  </a:lnTo>
                  <a:lnTo>
                    <a:pt x="581" y="774"/>
                  </a:lnTo>
                  <a:lnTo>
                    <a:pt x="581" y="776"/>
                  </a:lnTo>
                  <a:lnTo>
                    <a:pt x="581" y="778"/>
                  </a:lnTo>
                  <a:lnTo>
                    <a:pt x="581" y="778"/>
                  </a:lnTo>
                  <a:lnTo>
                    <a:pt x="581" y="778"/>
                  </a:lnTo>
                  <a:lnTo>
                    <a:pt x="581" y="780"/>
                  </a:lnTo>
                  <a:lnTo>
                    <a:pt x="583" y="780"/>
                  </a:lnTo>
                  <a:lnTo>
                    <a:pt x="583" y="788"/>
                  </a:lnTo>
                  <a:lnTo>
                    <a:pt x="583" y="788"/>
                  </a:lnTo>
                  <a:lnTo>
                    <a:pt x="583" y="790"/>
                  </a:lnTo>
                  <a:lnTo>
                    <a:pt x="581" y="790"/>
                  </a:lnTo>
                  <a:lnTo>
                    <a:pt x="581" y="790"/>
                  </a:lnTo>
                  <a:lnTo>
                    <a:pt x="581" y="792"/>
                  </a:lnTo>
                  <a:lnTo>
                    <a:pt x="581" y="792"/>
                  </a:lnTo>
                  <a:lnTo>
                    <a:pt x="581" y="792"/>
                  </a:lnTo>
                  <a:lnTo>
                    <a:pt x="581" y="794"/>
                  </a:lnTo>
                  <a:lnTo>
                    <a:pt x="581" y="796"/>
                  </a:lnTo>
                  <a:lnTo>
                    <a:pt x="581" y="796"/>
                  </a:lnTo>
                  <a:lnTo>
                    <a:pt x="581" y="796"/>
                  </a:lnTo>
                  <a:lnTo>
                    <a:pt x="579" y="798"/>
                  </a:lnTo>
                  <a:lnTo>
                    <a:pt x="577" y="800"/>
                  </a:lnTo>
                  <a:lnTo>
                    <a:pt x="583" y="800"/>
                  </a:lnTo>
                  <a:lnTo>
                    <a:pt x="598" y="800"/>
                  </a:lnTo>
                  <a:lnTo>
                    <a:pt x="600" y="802"/>
                  </a:lnTo>
                  <a:lnTo>
                    <a:pt x="600" y="802"/>
                  </a:lnTo>
                  <a:lnTo>
                    <a:pt x="600" y="802"/>
                  </a:lnTo>
                  <a:lnTo>
                    <a:pt x="598" y="806"/>
                  </a:lnTo>
                  <a:lnTo>
                    <a:pt x="579" y="859"/>
                  </a:lnTo>
                  <a:lnTo>
                    <a:pt x="569" y="906"/>
                  </a:lnTo>
                  <a:lnTo>
                    <a:pt x="569" y="906"/>
                  </a:lnTo>
                  <a:lnTo>
                    <a:pt x="492" y="974"/>
                  </a:lnTo>
                  <a:lnTo>
                    <a:pt x="492" y="974"/>
                  </a:lnTo>
                  <a:lnTo>
                    <a:pt x="485" y="992"/>
                  </a:lnTo>
                  <a:lnTo>
                    <a:pt x="475" y="1008"/>
                  </a:lnTo>
                  <a:lnTo>
                    <a:pt x="463" y="1022"/>
                  </a:lnTo>
                  <a:lnTo>
                    <a:pt x="449" y="1033"/>
                  </a:lnTo>
                  <a:lnTo>
                    <a:pt x="439" y="1039"/>
                  </a:lnTo>
                  <a:lnTo>
                    <a:pt x="428" y="1043"/>
                  </a:lnTo>
                  <a:lnTo>
                    <a:pt x="428" y="1045"/>
                  </a:lnTo>
                  <a:lnTo>
                    <a:pt x="428" y="1055"/>
                  </a:lnTo>
                  <a:lnTo>
                    <a:pt x="428" y="1055"/>
                  </a:lnTo>
                  <a:lnTo>
                    <a:pt x="428" y="1057"/>
                  </a:lnTo>
                  <a:lnTo>
                    <a:pt x="428" y="1057"/>
                  </a:lnTo>
                  <a:lnTo>
                    <a:pt x="428" y="1057"/>
                  </a:lnTo>
                  <a:lnTo>
                    <a:pt x="428" y="1059"/>
                  </a:lnTo>
                  <a:lnTo>
                    <a:pt x="430" y="1059"/>
                  </a:lnTo>
                  <a:lnTo>
                    <a:pt x="430" y="1059"/>
                  </a:lnTo>
                  <a:lnTo>
                    <a:pt x="430" y="1059"/>
                  </a:lnTo>
                  <a:lnTo>
                    <a:pt x="430" y="1059"/>
                  </a:lnTo>
                  <a:lnTo>
                    <a:pt x="430" y="1061"/>
                  </a:lnTo>
                  <a:lnTo>
                    <a:pt x="432" y="1061"/>
                  </a:lnTo>
                  <a:lnTo>
                    <a:pt x="432" y="1061"/>
                  </a:lnTo>
                  <a:lnTo>
                    <a:pt x="432" y="1063"/>
                  </a:lnTo>
                  <a:lnTo>
                    <a:pt x="432" y="1063"/>
                  </a:lnTo>
                  <a:lnTo>
                    <a:pt x="432" y="1065"/>
                  </a:lnTo>
                  <a:lnTo>
                    <a:pt x="432" y="1067"/>
                  </a:lnTo>
                  <a:lnTo>
                    <a:pt x="430" y="1071"/>
                  </a:lnTo>
                  <a:lnTo>
                    <a:pt x="424" y="1069"/>
                  </a:lnTo>
                  <a:lnTo>
                    <a:pt x="424" y="1069"/>
                  </a:lnTo>
                  <a:lnTo>
                    <a:pt x="424" y="1069"/>
                  </a:lnTo>
                  <a:lnTo>
                    <a:pt x="424" y="1069"/>
                  </a:lnTo>
                  <a:lnTo>
                    <a:pt x="424" y="1069"/>
                  </a:lnTo>
                  <a:lnTo>
                    <a:pt x="422" y="1069"/>
                  </a:lnTo>
                  <a:lnTo>
                    <a:pt x="422" y="1069"/>
                  </a:lnTo>
                  <a:lnTo>
                    <a:pt x="422" y="1069"/>
                  </a:lnTo>
                  <a:lnTo>
                    <a:pt x="420" y="1069"/>
                  </a:lnTo>
                  <a:lnTo>
                    <a:pt x="410" y="1071"/>
                  </a:lnTo>
                  <a:lnTo>
                    <a:pt x="410" y="1073"/>
                  </a:lnTo>
                  <a:lnTo>
                    <a:pt x="408" y="1073"/>
                  </a:lnTo>
                  <a:lnTo>
                    <a:pt x="408" y="1075"/>
                  </a:lnTo>
                  <a:lnTo>
                    <a:pt x="406" y="1075"/>
                  </a:lnTo>
                  <a:lnTo>
                    <a:pt x="406" y="1076"/>
                  </a:lnTo>
                  <a:lnTo>
                    <a:pt x="406" y="1076"/>
                  </a:lnTo>
                  <a:lnTo>
                    <a:pt x="406" y="1076"/>
                  </a:lnTo>
                  <a:lnTo>
                    <a:pt x="404" y="1076"/>
                  </a:lnTo>
                  <a:lnTo>
                    <a:pt x="404" y="1076"/>
                  </a:lnTo>
                  <a:lnTo>
                    <a:pt x="402" y="1076"/>
                  </a:lnTo>
                  <a:lnTo>
                    <a:pt x="400" y="1076"/>
                  </a:lnTo>
                  <a:lnTo>
                    <a:pt x="400" y="1078"/>
                  </a:lnTo>
                  <a:lnTo>
                    <a:pt x="400" y="1078"/>
                  </a:lnTo>
                  <a:lnTo>
                    <a:pt x="400" y="1078"/>
                  </a:lnTo>
                  <a:lnTo>
                    <a:pt x="400" y="1080"/>
                  </a:lnTo>
                  <a:lnTo>
                    <a:pt x="400" y="1080"/>
                  </a:lnTo>
                  <a:lnTo>
                    <a:pt x="398" y="1080"/>
                  </a:lnTo>
                  <a:lnTo>
                    <a:pt x="394" y="1084"/>
                  </a:lnTo>
                  <a:lnTo>
                    <a:pt x="392" y="1084"/>
                  </a:lnTo>
                  <a:lnTo>
                    <a:pt x="390" y="1065"/>
                  </a:lnTo>
                  <a:lnTo>
                    <a:pt x="390" y="1065"/>
                  </a:lnTo>
                  <a:lnTo>
                    <a:pt x="390" y="1065"/>
                  </a:lnTo>
                  <a:lnTo>
                    <a:pt x="390" y="1065"/>
                  </a:lnTo>
                  <a:lnTo>
                    <a:pt x="390" y="1063"/>
                  </a:lnTo>
                  <a:lnTo>
                    <a:pt x="385" y="1061"/>
                  </a:lnTo>
                  <a:lnTo>
                    <a:pt x="383" y="1061"/>
                  </a:lnTo>
                  <a:lnTo>
                    <a:pt x="379" y="1059"/>
                  </a:lnTo>
                  <a:lnTo>
                    <a:pt x="379" y="1059"/>
                  </a:lnTo>
                  <a:lnTo>
                    <a:pt x="379" y="1061"/>
                  </a:lnTo>
                  <a:lnTo>
                    <a:pt x="377" y="1061"/>
                  </a:lnTo>
                  <a:lnTo>
                    <a:pt x="375" y="1061"/>
                  </a:lnTo>
                  <a:lnTo>
                    <a:pt x="375" y="1063"/>
                  </a:lnTo>
                  <a:lnTo>
                    <a:pt x="373" y="1063"/>
                  </a:lnTo>
                  <a:lnTo>
                    <a:pt x="371" y="1063"/>
                  </a:lnTo>
                  <a:lnTo>
                    <a:pt x="371" y="1063"/>
                  </a:lnTo>
                  <a:lnTo>
                    <a:pt x="371" y="1063"/>
                  </a:lnTo>
                  <a:lnTo>
                    <a:pt x="369" y="1065"/>
                  </a:lnTo>
                  <a:lnTo>
                    <a:pt x="369" y="1065"/>
                  </a:lnTo>
                  <a:lnTo>
                    <a:pt x="369" y="1065"/>
                  </a:lnTo>
                  <a:lnTo>
                    <a:pt x="369" y="1065"/>
                  </a:lnTo>
                  <a:lnTo>
                    <a:pt x="369" y="1065"/>
                  </a:lnTo>
                  <a:lnTo>
                    <a:pt x="369" y="1065"/>
                  </a:lnTo>
                  <a:lnTo>
                    <a:pt x="367" y="1065"/>
                  </a:lnTo>
                  <a:lnTo>
                    <a:pt x="367" y="1063"/>
                  </a:lnTo>
                  <a:lnTo>
                    <a:pt x="367" y="1063"/>
                  </a:lnTo>
                  <a:lnTo>
                    <a:pt x="363" y="1059"/>
                  </a:lnTo>
                  <a:lnTo>
                    <a:pt x="363" y="1059"/>
                  </a:lnTo>
                  <a:lnTo>
                    <a:pt x="363" y="1057"/>
                  </a:lnTo>
                  <a:lnTo>
                    <a:pt x="363" y="1057"/>
                  </a:lnTo>
                  <a:lnTo>
                    <a:pt x="363" y="1057"/>
                  </a:lnTo>
                  <a:lnTo>
                    <a:pt x="363" y="1055"/>
                  </a:lnTo>
                  <a:lnTo>
                    <a:pt x="363" y="1055"/>
                  </a:lnTo>
                  <a:lnTo>
                    <a:pt x="363" y="1055"/>
                  </a:lnTo>
                  <a:lnTo>
                    <a:pt x="363" y="1055"/>
                  </a:lnTo>
                  <a:lnTo>
                    <a:pt x="361" y="1053"/>
                  </a:lnTo>
                  <a:lnTo>
                    <a:pt x="361" y="1053"/>
                  </a:lnTo>
                  <a:lnTo>
                    <a:pt x="359" y="1053"/>
                  </a:lnTo>
                  <a:lnTo>
                    <a:pt x="359" y="1051"/>
                  </a:lnTo>
                  <a:lnTo>
                    <a:pt x="359" y="1051"/>
                  </a:lnTo>
                  <a:lnTo>
                    <a:pt x="359" y="1051"/>
                  </a:lnTo>
                  <a:lnTo>
                    <a:pt x="359" y="1051"/>
                  </a:lnTo>
                  <a:lnTo>
                    <a:pt x="361" y="1049"/>
                  </a:lnTo>
                  <a:lnTo>
                    <a:pt x="361" y="1049"/>
                  </a:lnTo>
                  <a:lnTo>
                    <a:pt x="361" y="1049"/>
                  </a:lnTo>
                  <a:lnTo>
                    <a:pt x="361" y="1047"/>
                  </a:lnTo>
                  <a:lnTo>
                    <a:pt x="361" y="1047"/>
                  </a:lnTo>
                  <a:lnTo>
                    <a:pt x="361" y="1047"/>
                  </a:lnTo>
                  <a:lnTo>
                    <a:pt x="361" y="1045"/>
                  </a:lnTo>
                  <a:lnTo>
                    <a:pt x="359" y="1045"/>
                  </a:lnTo>
                  <a:lnTo>
                    <a:pt x="359" y="1043"/>
                  </a:lnTo>
                  <a:lnTo>
                    <a:pt x="359" y="1043"/>
                  </a:lnTo>
                  <a:lnTo>
                    <a:pt x="359" y="1043"/>
                  </a:lnTo>
                  <a:lnTo>
                    <a:pt x="359" y="1043"/>
                  </a:lnTo>
                  <a:lnTo>
                    <a:pt x="359" y="1041"/>
                  </a:lnTo>
                  <a:lnTo>
                    <a:pt x="359" y="1041"/>
                  </a:lnTo>
                  <a:lnTo>
                    <a:pt x="359" y="1041"/>
                  </a:lnTo>
                  <a:lnTo>
                    <a:pt x="361" y="1039"/>
                  </a:lnTo>
                  <a:lnTo>
                    <a:pt x="361" y="1039"/>
                  </a:lnTo>
                  <a:lnTo>
                    <a:pt x="361" y="1039"/>
                  </a:lnTo>
                  <a:lnTo>
                    <a:pt x="361" y="1039"/>
                  </a:lnTo>
                  <a:lnTo>
                    <a:pt x="361" y="1039"/>
                  </a:lnTo>
                  <a:lnTo>
                    <a:pt x="361" y="1037"/>
                  </a:lnTo>
                  <a:lnTo>
                    <a:pt x="359" y="1037"/>
                  </a:lnTo>
                  <a:lnTo>
                    <a:pt x="359" y="1037"/>
                  </a:lnTo>
                  <a:lnTo>
                    <a:pt x="359" y="1037"/>
                  </a:lnTo>
                  <a:lnTo>
                    <a:pt x="359" y="1037"/>
                  </a:lnTo>
                  <a:lnTo>
                    <a:pt x="357" y="1035"/>
                  </a:lnTo>
                  <a:lnTo>
                    <a:pt x="355" y="1035"/>
                  </a:lnTo>
                  <a:lnTo>
                    <a:pt x="355" y="1035"/>
                  </a:lnTo>
                  <a:lnTo>
                    <a:pt x="353" y="1035"/>
                  </a:lnTo>
                  <a:lnTo>
                    <a:pt x="353" y="1033"/>
                  </a:lnTo>
                  <a:lnTo>
                    <a:pt x="353" y="1033"/>
                  </a:lnTo>
                  <a:lnTo>
                    <a:pt x="353" y="1033"/>
                  </a:lnTo>
                  <a:lnTo>
                    <a:pt x="353" y="1033"/>
                  </a:lnTo>
                  <a:lnTo>
                    <a:pt x="353" y="1033"/>
                  </a:lnTo>
                  <a:lnTo>
                    <a:pt x="353" y="1031"/>
                  </a:lnTo>
                  <a:lnTo>
                    <a:pt x="351" y="1031"/>
                  </a:lnTo>
                  <a:lnTo>
                    <a:pt x="347" y="1031"/>
                  </a:lnTo>
                  <a:lnTo>
                    <a:pt x="345" y="1031"/>
                  </a:lnTo>
                  <a:lnTo>
                    <a:pt x="345" y="1029"/>
                  </a:lnTo>
                  <a:lnTo>
                    <a:pt x="343" y="1029"/>
                  </a:lnTo>
                  <a:lnTo>
                    <a:pt x="343" y="1027"/>
                  </a:lnTo>
                  <a:lnTo>
                    <a:pt x="341" y="1027"/>
                  </a:lnTo>
                  <a:lnTo>
                    <a:pt x="339" y="1025"/>
                  </a:lnTo>
                  <a:lnTo>
                    <a:pt x="339" y="1025"/>
                  </a:lnTo>
                  <a:lnTo>
                    <a:pt x="339" y="1025"/>
                  </a:lnTo>
                  <a:lnTo>
                    <a:pt x="338" y="1025"/>
                  </a:lnTo>
                  <a:lnTo>
                    <a:pt x="338" y="1025"/>
                  </a:lnTo>
                  <a:lnTo>
                    <a:pt x="338" y="1023"/>
                  </a:lnTo>
                  <a:lnTo>
                    <a:pt x="336" y="1022"/>
                  </a:lnTo>
                  <a:lnTo>
                    <a:pt x="336" y="1022"/>
                  </a:lnTo>
                  <a:lnTo>
                    <a:pt x="334" y="1020"/>
                  </a:lnTo>
                  <a:lnTo>
                    <a:pt x="334" y="1020"/>
                  </a:lnTo>
                  <a:lnTo>
                    <a:pt x="334" y="1020"/>
                  </a:lnTo>
                  <a:lnTo>
                    <a:pt x="334" y="1018"/>
                  </a:lnTo>
                  <a:lnTo>
                    <a:pt x="334" y="1018"/>
                  </a:lnTo>
                  <a:lnTo>
                    <a:pt x="332" y="1018"/>
                  </a:lnTo>
                  <a:lnTo>
                    <a:pt x="332" y="1018"/>
                  </a:lnTo>
                  <a:lnTo>
                    <a:pt x="330" y="1018"/>
                  </a:lnTo>
                  <a:lnTo>
                    <a:pt x="330" y="1016"/>
                  </a:lnTo>
                  <a:lnTo>
                    <a:pt x="330" y="1016"/>
                  </a:lnTo>
                  <a:lnTo>
                    <a:pt x="330" y="1016"/>
                  </a:lnTo>
                  <a:lnTo>
                    <a:pt x="330" y="1016"/>
                  </a:lnTo>
                  <a:lnTo>
                    <a:pt x="328" y="1016"/>
                  </a:lnTo>
                  <a:lnTo>
                    <a:pt x="328" y="1016"/>
                  </a:lnTo>
                  <a:lnTo>
                    <a:pt x="328" y="1014"/>
                  </a:lnTo>
                  <a:lnTo>
                    <a:pt x="328" y="1014"/>
                  </a:lnTo>
                  <a:lnTo>
                    <a:pt x="326" y="1010"/>
                  </a:lnTo>
                  <a:lnTo>
                    <a:pt x="326" y="1008"/>
                  </a:lnTo>
                  <a:lnTo>
                    <a:pt x="322" y="1008"/>
                  </a:lnTo>
                  <a:lnTo>
                    <a:pt x="320" y="1006"/>
                  </a:lnTo>
                  <a:lnTo>
                    <a:pt x="320" y="1006"/>
                  </a:lnTo>
                  <a:lnTo>
                    <a:pt x="320" y="1006"/>
                  </a:lnTo>
                  <a:lnTo>
                    <a:pt x="318" y="1006"/>
                  </a:lnTo>
                  <a:lnTo>
                    <a:pt x="318" y="1006"/>
                  </a:lnTo>
                  <a:lnTo>
                    <a:pt x="316" y="1010"/>
                  </a:lnTo>
                  <a:lnTo>
                    <a:pt x="316" y="1010"/>
                  </a:lnTo>
                  <a:lnTo>
                    <a:pt x="316" y="1010"/>
                  </a:lnTo>
                  <a:lnTo>
                    <a:pt x="316" y="1010"/>
                  </a:lnTo>
                  <a:lnTo>
                    <a:pt x="310" y="1008"/>
                  </a:lnTo>
                  <a:lnTo>
                    <a:pt x="310" y="1006"/>
                  </a:lnTo>
                  <a:lnTo>
                    <a:pt x="308" y="1006"/>
                  </a:lnTo>
                  <a:lnTo>
                    <a:pt x="308" y="1006"/>
                  </a:lnTo>
                  <a:lnTo>
                    <a:pt x="308" y="1006"/>
                  </a:lnTo>
                  <a:lnTo>
                    <a:pt x="306" y="1008"/>
                  </a:lnTo>
                  <a:lnTo>
                    <a:pt x="304" y="1008"/>
                  </a:lnTo>
                  <a:lnTo>
                    <a:pt x="304" y="1008"/>
                  </a:lnTo>
                  <a:lnTo>
                    <a:pt x="304" y="1010"/>
                  </a:lnTo>
                  <a:lnTo>
                    <a:pt x="304" y="1010"/>
                  </a:lnTo>
                  <a:lnTo>
                    <a:pt x="304" y="1010"/>
                  </a:lnTo>
                  <a:lnTo>
                    <a:pt x="304" y="1012"/>
                  </a:lnTo>
                  <a:lnTo>
                    <a:pt x="304" y="1012"/>
                  </a:lnTo>
                  <a:lnTo>
                    <a:pt x="302" y="1012"/>
                  </a:lnTo>
                  <a:lnTo>
                    <a:pt x="302" y="1012"/>
                  </a:lnTo>
                  <a:lnTo>
                    <a:pt x="302" y="1012"/>
                  </a:lnTo>
                  <a:lnTo>
                    <a:pt x="302" y="1012"/>
                  </a:lnTo>
                  <a:lnTo>
                    <a:pt x="300" y="1012"/>
                  </a:lnTo>
                  <a:lnTo>
                    <a:pt x="298" y="1012"/>
                  </a:lnTo>
                  <a:lnTo>
                    <a:pt x="298" y="1012"/>
                  </a:lnTo>
                  <a:lnTo>
                    <a:pt x="298" y="1010"/>
                  </a:lnTo>
                  <a:lnTo>
                    <a:pt x="296" y="1010"/>
                  </a:lnTo>
                  <a:lnTo>
                    <a:pt x="296" y="1008"/>
                  </a:lnTo>
                  <a:lnTo>
                    <a:pt x="294" y="1008"/>
                  </a:lnTo>
                  <a:lnTo>
                    <a:pt x="294" y="1008"/>
                  </a:lnTo>
                  <a:lnTo>
                    <a:pt x="294" y="1006"/>
                  </a:lnTo>
                  <a:lnTo>
                    <a:pt x="294" y="1006"/>
                  </a:lnTo>
                  <a:lnTo>
                    <a:pt x="294" y="1006"/>
                  </a:lnTo>
                  <a:lnTo>
                    <a:pt x="296" y="1006"/>
                  </a:lnTo>
                  <a:lnTo>
                    <a:pt x="296" y="1004"/>
                  </a:lnTo>
                  <a:lnTo>
                    <a:pt x="296" y="1004"/>
                  </a:lnTo>
                  <a:lnTo>
                    <a:pt x="290" y="1002"/>
                  </a:lnTo>
                  <a:lnTo>
                    <a:pt x="287" y="998"/>
                  </a:lnTo>
                  <a:lnTo>
                    <a:pt x="287" y="998"/>
                  </a:lnTo>
                  <a:lnTo>
                    <a:pt x="287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8"/>
                  </a:lnTo>
                  <a:lnTo>
                    <a:pt x="285" y="996"/>
                  </a:lnTo>
                  <a:lnTo>
                    <a:pt x="285" y="996"/>
                  </a:lnTo>
                  <a:lnTo>
                    <a:pt x="285" y="996"/>
                  </a:lnTo>
                  <a:lnTo>
                    <a:pt x="285" y="996"/>
                  </a:lnTo>
                  <a:lnTo>
                    <a:pt x="285" y="996"/>
                  </a:lnTo>
                  <a:lnTo>
                    <a:pt x="285" y="994"/>
                  </a:lnTo>
                  <a:lnTo>
                    <a:pt x="285" y="994"/>
                  </a:lnTo>
                  <a:lnTo>
                    <a:pt x="285" y="994"/>
                  </a:lnTo>
                  <a:lnTo>
                    <a:pt x="285" y="994"/>
                  </a:lnTo>
                  <a:lnTo>
                    <a:pt x="283" y="994"/>
                  </a:lnTo>
                  <a:lnTo>
                    <a:pt x="277" y="988"/>
                  </a:lnTo>
                  <a:lnTo>
                    <a:pt x="277" y="988"/>
                  </a:lnTo>
                  <a:lnTo>
                    <a:pt x="275" y="988"/>
                  </a:lnTo>
                  <a:lnTo>
                    <a:pt x="275" y="988"/>
                  </a:lnTo>
                  <a:lnTo>
                    <a:pt x="275" y="988"/>
                  </a:lnTo>
                  <a:lnTo>
                    <a:pt x="275" y="986"/>
                  </a:lnTo>
                  <a:lnTo>
                    <a:pt x="275" y="986"/>
                  </a:lnTo>
                  <a:lnTo>
                    <a:pt x="273" y="986"/>
                  </a:lnTo>
                  <a:lnTo>
                    <a:pt x="273" y="984"/>
                  </a:lnTo>
                  <a:lnTo>
                    <a:pt x="273" y="984"/>
                  </a:lnTo>
                  <a:lnTo>
                    <a:pt x="273" y="984"/>
                  </a:lnTo>
                  <a:lnTo>
                    <a:pt x="273" y="984"/>
                  </a:lnTo>
                  <a:lnTo>
                    <a:pt x="273" y="984"/>
                  </a:lnTo>
                  <a:lnTo>
                    <a:pt x="273" y="984"/>
                  </a:lnTo>
                  <a:lnTo>
                    <a:pt x="271" y="982"/>
                  </a:lnTo>
                  <a:lnTo>
                    <a:pt x="271" y="982"/>
                  </a:lnTo>
                  <a:lnTo>
                    <a:pt x="267" y="982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5" y="980"/>
                  </a:lnTo>
                  <a:lnTo>
                    <a:pt x="265" y="980"/>
                  </a:lnTo>
                  <a:lnTo>
                    <a:pt x="263" y="980"/>
                  </a:lnTo>
                  <a:lnTo>
                    <a:pt x="263" y="980"/>
                  </a:lnTo>
                  <a:lnTo>
                    <a:pt x="261" y="980"/>
                  </a:lnTo>
                  <a:lnTo>
                    <a:pt x="261" y="980"/>
                  </a:lnTo>
                  <a:lnTo>
                    <a:pt x="261" y="978"/>
                  </a:lnTo>
                  <a:lnTo>
                    <a:pt x="261" y="978"/>
                  </a:lnTo>
                  <a:lnTo>
                    <a:pt x="257" y="978"/>
                  </a:lnTo>
                  <a:lnTo>
                    <a:pt x="255" y="976"/>
                  </a:lnTo>
                  <a:lnTo>
                    <a:pt x="253" y="974"/>
                  </a:lnTo>
                  <a:lnTo>
                    <a:pt x="251" y="972"/>
                  </a:lnTo>
                  <a:lnTo>
                    <a:pt x="245" y="972"/>
                  </a:lnTo>
                  <a:lnTo>
                    <a:pt x="245" y="972"/>
                  </a:lnTo>
                  <a:lnTo>
                    <a:pt x="245" y="972"/>
                  </a:lnTo>
                  <a:lnTo>
                    <a:pt x="243" y="972"/>
                  </a:lnTo>
                  <a:lnTo>
                    <a:pt x="243" y="970"/>
                  </a:lnTo>
                  <a:lnTo>
                    <a:pt x="243" y="970"/>
                  </a:lnTo>
                  <a:lnTo>
                    <a:pt x="243" y="970"/>
                  </a:lnTo>
                  <a:lnTo>
                    <a:pt x="243" y="968"/>
                  </a:lnTo>
                  <a:lnTo>
                    <a:pt x="243" y="968"/>
                  </a:lnTo>
                  <a:lnTo>
                    <a:pt x="241" y="968"/>
                  </a:lnTo>
                  <a:lnTo>
                    <a:pt x="237" y="965"/>
                  </a:lnTo>
                  <a:lnTo>
                    <a:pt x="237" y="965"/>
                  </a:lnTo>
                  <a:lnTo>
                    <a:pt x="236" y="965"/>
                  </a:lnTo>
                  <a:lnTo>
                    <a:pt x="234" y="963"/>
                  </a:lnTo>
                  <a:lnTo>
                    <a:pt x="232" y="963"/>
                  </a:lnTo>
                  <a:lnTo>
                    <a:pt x="232" y="963"/>
                  </a:lnTo>
                  <a:lnTo>
                    <a:pt x="232" y="961"/>
                  </a:lnTo>
                  <a:lnTo>
                    <a:pt x="228" y="957"/>
                  </a:lnTo>
                  <a:lnTo>
                    <a:pt x="228" y="957"/>
                  </a:lnTo>
                  <a:lnTo>
                    <a:pt x="226" y="957"/>
                  </a:lnTo>
                  <a:lnTo>
                    <a:pt x="226" y="957"/>
                  </a:lnTo>
                  <a:lnTo>
                    <a:pt x="226" y="955"/>
                  </a:lnTo>
                  <a:lnTo>
                    <a:pt x="226" y="955"/>
                  </a:lnTo>
                  <a:lnTo>
                    <a:pt x="224" y="953"/>
                  </a:lnTo>
                  <a:lnTo>
                    <a:pt x="224" y="953"/>
                  </a:lnTo>
                  <a:lnTo>
                    <a:pt x="224" y="953"/>
                  </a:lnTo>
                  <a:lnTo>
                    <a:pt x="222" y="953"/>
                  </a:lnTo>
                  <a:lnTo>
                    <a:pt x="222" y="953"/>
                  </a:lnTo>
                  <a:lnTo>
                    <a:pt x="222" y="951"/>
                  </a:lnTo>
                  <a:lnTo>
                    <a:pt x="220" y="951"/>
                  </a:lnTo>
                  <a:lnTo>
                    <a:pt x="220" y="949"/>
                  </a:lnTo>
                  <a:lnTo>
                    <a:pt x="220" y="949"/>
                  </a:lnTo>
                  <a:lnTo>
                    <a:pt x="220" y="947"/>
                  </a:lnTo>
                  <a:lnTo>
                    <a:pt x="220" y="947"/>
                  </a:lnTo>
                  <a:lnTo>
                    <a:pt x="220" y="947"/>
                  </a:lnTo>
                  <a:lnTo>
                    <a:pt x="220" y="947"/>
                  </a:lnTo>
                  <a:lnTo>
                    <a:pt x="218" y="947"/>
                  </a:lnTo>
                  <a:lnTo>
                    <a:pt x="220" y="945"/>
                  </a:lnTo>
                  <a:lnTo>
                    <a:pt x="220" y="945"/>
                  </a:lnTo>
                  <a:lnTo>
                    <a:pt x="222" y="943"/>
                  </a:lnTo>
                  <a:lnTo>
                    <a:pt x="220" y="943"/>
                  </a:lnTo>
                  <a:lnTo>
                    <a:pt x="220" y="943"/>
                  </a:lnTo>
                  <a:lnTo>
                    <a:pt x="222" y="943"/>
                  </a:lnTo>
                  <a:lnTo>
                    <a:pt x="220" y="941"/>
                  </a:lnTo>
                  <a:lnTo>
                    <a:pt x="220" y="941"/>
                  </a:lnTo>
                  <a:lnTo>
                    <a:pt x="220" y="939"/>
                  </a:lnTo>
                  <a:lnTo>
                    <a:pt x="218" y="939"/>
                  </a:lnTo>
                  <a:lnTo>
                    <a:pt x="218" y="937"/>
                  </a:lnTo>
                  <a:lnTo>
                    <a:pt x="216" y="937"/>
                  </a:lnTo>
                  <a:lnTo>
                    <a:pt x="216" y="937"/>
                  </a:lnTo>
                  <a:lnTo>
                    <a:pt x="216" y="937"/>
                  </a:lnTo>
                  <a:lnTo>
                    <a:pt x="216" y="935"/>
                  </a:lnTo>
                  <a:lnTo>
                    <a:pt x="216" y="935"/>
                  </a:lnTo>
                  <a:lnTo>
                    <a:pt x="216" y="935"/>
                  </a:lnTo>
                  <a:lnTo>
                    <a:pt x="214" y="935"/>
                  </a:lnTo>
                  <a:lnTo>
                    <a:pt x="214" y="935"/>
                  </a:lnTo>
                  <a:lnTo>
                    <a:pt x="214" y="933"/>
                  </a:lnTo>
                  <a:lnTo>
                    <a:pt x="214" y="933"/>
                  </a:lnTo>
                  <a:lnTo>
                    <a:pt x="214" y="931"/>
                  </a:lnTo>
                  <a:lnTo>
                    <a:pt x="214" y="931"/>
                  </a:lnTo>
                  <a:lnTo>
                    <a:pt x="214" y="931"/>
                  </a:lnTo>
                  <a:lnTo>
                    <a:pt x="214" y="931"/>
                  </a:lnTo>
                  <a:lnTo>
                    <a:pt x="212" y="931"/>
                  </a:lnTo>
                  <a:lnTo>
                    <a:pt x="210" y="931"/>
                  </a:lnTo>
                  <a:lnTo>
                    <a:pt x="210" y="931"/>
                  </a:lnTo>
                  <a:lnTo>
                    <a:pt x="210" y="931"/>
                  </a:lnTo>
                  <a:lnTo>
                    <a:pt x="210" y="931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5"/>
                  </a:lnTo>
                  <a:lnTo>
                    <a:pt x="208" y="935"/>
                  </a:lnTo>
                  <a:lnTo>
                    <a:pt x="208" y="935"/>
                  </a:lnTo>
                  <a:lnTo>
                    <a:pt x="208" y="935"/>
                  </a:lnTo>
                  <a:lnTo>
                    <a:pt x="206" y="935"/>
                  </a:lnTo>
                  <a:lnTo>
                    <a:pt x="206" y="937"/>
                  </a:lnTo>
                  <a:lnTo>
                    <a:pt x="206" y="937"/>
                  </a:lnTo>
                  <a:lnTo>
                    <a:pt x="206" y="937"/>
                  </a:lnTo>
                  <a:lnTo>
                    <a:pt x="204" y="937"/>
                  </a:lnTo>
                  <a:lnTo>
                    <a:pt x="202" y="937"/>
                  </a:lnTo>
                  <a:lnTo>
                    <a:pt x="200" y="937"/>
                  </a:lnTo>
                  <a:lnTo>
                    <a:pt x="200" y="937"/>
                  </a:lnTo>
                  <a:lnTo>
                    <a:pt x="196" y="937"/>
                  </a:lnTo>
                  <a:lnTo>
                    <a:pt x="196" y="937"/>
                  </a:lnTo>
                  <a:lnTo>
                    <a:pt x="196" y="939"/>
                  </a:lnTo>
                  <a:lnTo>
                    <a:pt x="194" y="939"/>
                  </a:lnTo>
                  <a:lnTo>
                    <a:pt x="194" y="941"/>
                  </a:lnTo>
                  <a:lnTo>
                    <a:pt x="194" y="941"/>
                  </a:lnTo>
                  <a:lnTo>
                    <a:pt x="194" y="941"/>
                  </a:lnTo>
                  <a:lnTo>
                    <a:pt x="194" y="941"/>
                  </a:lnTo>
                  <a:lnTo>
                    <a:pt x="196" y="943"/>
                  </a:lnTo>
                  <a:lnTo>
                    <a:pt x="196" y="943"/>
                  </a:lnTo>
                  <a:lnTo>
                    <a:pt x="196" y="943"/>
                  </a:lnTo>
                  <a:lnTo>
                    <a:pt x="196" y="945"/>
                  </a:lnTo>
                  <a:lnTo>
                    <a:pt x="196" y="945"/>
                  </a:lnTo>
                  <a:lnTo>
                    <a:pt x="196" y="945"/>
                  </a:lnTo>
                  <a:lnTo>
                    <a:pt x="196" y="945"/>
                  </a:lnTo>
                  <a:lnTo>
                    <a:pt x="194" y="947"/>
                  </a:lnTo>
                  <a:lnTo>
                    <a:pt x="192" y="947"/>
                  </a:lnTo>
                  <a:lnTo>
                    <a:pt x="190" y="949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7" y="951"/>
                  </a:lnTo>
                  <a:lnTo>
                    <a:pt x="187" y="951"/>
                  </a:lnTo>
                  <a:lnTo>
                    <a:pt x="187" y="951"/>
                  </a:lnTo>
                  <a:lnTo>
                    <a:pt x="183" y="953"/>
                  </a:lnTo>
                  <a:lnTo>
                    <a:pt x="181" y="953"/>
                  </a:lnTo>
                  <a:lnTo>
                    <a:pt x="177" y="953"/>
                  </a:lnTo>
                  <a:lnTo>
                    <a:pt x="175" y="953"/>
                  </a:lnTo>
                  <a:lnTo>
                    <a:pt x="175" y="955"/>
                  </a:lnTo>
                  <a:lnTo>
                    <a:pt x="175" y="955"/>
                  </a:lnTo>
                  <a:lnTo>
                    <a:pt x="173" y="955"/>
                  </a:lnTo>
                  <a:lnTo>
                    <a:pt x="173" y="957"/>
                  </a:lnTo>
                  <a:lnTo>
                    <a:pt x="173" y="957"/>
                  </a:lnTo>
                  <a:lnTo>
                    <a:pt x="175" y="957"/>
                  </a:lnTo>
                  <a:lnTo>
                    <a:pt x="175" y="959"/>
                  </a:lnTo>
                  <a:lnTo>
                    <a:pt x="175" y="959"/>
                  </a:lnTo>
                  <a:lnTo>
                    <a:pt x="175" y="959"/>
                  </a:lnTo>
                  <a:lnTo>
                    <a:pt x="175" y="959"/>
                  </a:lnTo>
                  <a:lnTo>
                    <a:pt x="173" y="961"/>
                  </a:lnTo>
                  <a:lnTo>
                    <a:pt x="173" y="963"/>
                  </a:lnTo>
                  <a:lnTo>
                    <a:pt x="173" y="963"/>
                  </a:lnTo>
                  <a:lnTo>
                    <a:pt x="171" y="963"/>
                  </a:lnTo>
                  <a:lnTo>
                    <a:pt x="171" y="965"/>
                  </a:lnTo>
                  <a:lnTo>
                    <a:pt x="169" y="965"/>
                  </a:lnTo>
                  <a:lnTo>
                    <a:pt x="169" y="965"/>
                  </a:lnTo>
                  <a:lnTo>
                    <a:pt x="169" y="967"/>
                  </a:lnTo>
                  <a:lnTo>
                    <a:pt x="157" y="961"/>
                  </a:lnTo>
                  <a:lnTo>
                    <a:pt x="157" y="961"/>
                  </a:lnTo>
                  <a:lnTo>
                    <a:pt x="157" y="961"/>
                  </a:lnTo>
                  <a:lnTo>
                    <a:pt x="157" y="959"/>
                  </a:lnTo>
                  <a:lnTo>
                    <a:pt x="157" y="959"/>
                  </a:lnTo>
                  <a:lnTo>
                    <a:pt x="157" y="959"/>
                  </a:lnTo>
                  <a:lnTo>
                    <a:pt x="157" y="959"/>
                  </a:lnTo>
                  <a:lnTo>
                    <a:pt x="157" y="959"/>
                  </a:lnTo>
                  <a:lnTo>
                    <a:pt x="157" y="959"/>
                  </a:lnTo>
                  <a:lnTo>
                    <a:pt x="159" y="957"/>
                  </a:lnTo>
                  <a:lnTo>
                    <a:pt x="159" y="957"/>
                  </a:lnTo>
                  <a:lnTo>
                    <a:pt x="161" y="957"/>
                  </a:lnTo>
                  <a:lnTo>
                    <a:pt x="161" y="957"/>
                  </a:lnTo>
                  <a:lnTo>
                    <a:pt x="159" y="955"/>
                  </a:lnTo>
                  <a:lnTo>
                    <a:pt x="155" y="953"/>
                  </a:lnTo>
                  <a:lnTo>
                    <a:pt x="155" y="953"/>
                  </a:lnTo>
                  <a:lnTo>
                    <a:pt x="155" y="953"/>
                  </a:lnTo>
                  <a:lnTo>
                    <a:pt x="153" y="953"/>
                  </a:lnTo>
                  <a:lnTo>
                    <a:pt x="153" y="953"/>
                  </a:lnTo>
                  <a:lnTo>
                    <a:pt x="153" y="953"/>
                  </a:lnTo>
                  <a:lnTo>
                    <a:pt x="151" y="953"/>
                  </a:lnTo>
                  <a:lnTo>
                    <a:pt x="151" y="953"/>
                  </a:lnTo>
                  <a:lnTo>
                    <a:pt x="151" y="955"/>
                  </a:lnTo>
                  <a:lnTo>
                    <a:pt x="151" y="955"/>
                  </a:lnTo>
                  <a:lnTo>
                    <a:pt x="151" y="955"/>
                  </a:lnTo>
                  <a:lnTo>
                    <a:pt x="143" y="953"/>
                  </a:lnTo>
                  <a:lnTo>
                    <a:pt x="143" y="953"/>
                  </a:lnTo>
                  <a:lnTo>
                    <a:pt x="141" y="953"/>
                  </a:lnTo>
                  <a:lnTo>
                    <a:pt x="141" y="953"/>
                  </a:lnTo>
                  <a:lnTo>
                    <a:pt x="141" y="953"/>
                  </a:lnTo>
                  <a:lnTo>
                    <a:pt x="139" y="957"/>
                  </a:lnTo>
                  <a:lnTo>
                    <a:pt x="139" y="957"/>
                  </a:lnTo>
                  <a:lnTo>
                    <a:pt x="139" y="957"/>
                  </a:lnTo>
                  <a:lnTo>
                    <a:pt x="136" y="957"/>
                  </a:lnTo>
                  <a:lnTo>
                    <a:pt x="130" y="957"/>
                  </a:lnTo>
                  <a:lnTo>
                    <a:pt x="130" y="957"/>
                  </a:lnTo>
                  <a:lnTo>
                    <a:pt x="128" y="959"/>
                  </a:lnTo>
                  <a:lnTo>
                    <a:pt x="128" y="959"/>
                  </a:lnTo>
                  <a:lnTo>
                    <a:pt x="128" y="959"/>
                  </a:lnTo>
                  <a:lnTo>
                    <a:pt x="126" y="959"/>
                  </a:lnTo>
                  <a:lnTo>
                    <a:pt x="126" y="959"/>
                  </a:lnTo>
                  <a:lnTo>
                    <a:pt x="126" y="957"/>
                  </a:lnTo>
                  <a:lnTo>
                    <a:pt x="126" y="957"/>
                  </a:lnTo>
                  <a:lnTo>
                    <a:pt x="124" y="957"/>
                  </a:lnTo>
                  <a:lnTo>
                    <a:pt x="124" y="955"/>
                  </a:lnTo>
                  <a:lnTo>
                    <a:pt x="124" y="955"/>
                  </a:lnTo>
                  <a:lnTo>
                    <a:pt x="124" y="955"/>
                  </a:lnTo>
                  <a:lnTo>
                    <a:pt x="124" y="953"/>
                  </a:lnTo>
                  <a:lnTo>
                    <a:pt x="124" y="953"/>
                  </a:lnTo>
                  <a:lnTo>
                    <a:pt x="124" y="953"/>
                  </a:lnTo>
                  <a:lnTo>
                    <a:pt x="124" y="953"/>
                  </a:lnTo>
                  <a:lnTo>
                    <a:pt x="124" y="951"/>
                  </a:lnTo>
                  <a:lnTo>
                    <a:pt x="124" y="951"/>
                  </a:lnTo>
                  <a:lnTo>
                    <a:pt x="124" y="951"/>
                  </a:lnTo>
                  <a:lnTo>
                    <a:pt x="124" y="951"/>
                  </a:lnTo>
                  <a:lnTo>
                    <a:pt x="124" y="949"/>
                  </a:lnTo>
                  <a:lnTo>
                    <a:pt x="124" y="949"/>
                  </a:lnTo>
                  <a:lnTo>
                    <a:pt x="124" y="949"/>
                  </a:lnTo>
                  <a:lnTo>
                    <a:pt x="124" y="949"/>
                  </a:lnTo>
                  <a:lnTo>
                    <a:pt x="124" y="949"/>
                  </a:lnTo>
                  <a:lnTo>
                    <a:pt x="124" y="949"/>
                  </a:lnTo>
                  <a:lnTo>
                    <a:pt x="122" y="949"/>
                  </a:lnTo>
                  <a:lnTo>
                    <a:pt x="120" y="949"/>
                  </a:lnTo>
                  <a:lnTo>
                    <a:pt x="120" y="949"/>
                  </a:lnTo>
                  <a:lnTo>
                    <a:pt x="120" y="947"/>
                  </a:lnTo>
                  <a:lnTo>
                    <a:pt x="120" y="947"/>
                  </a:lnTo>
                  <a:lnTo>
                    <a:pt x="120" y="947"/>
                  </a:lnTo>
                  <a:lnTo>
                    <a:pt x="114" y="947"/>
                  </a:lnTo>
                  <a:lnTo>
                    <a:pt x="112" y="947"/>
                  </a:lnTo>
                  <a:lnTo>
                    <a:pt x="112" y="947"/>
                  </a:lnTo>
                  <a:lnTo>
                    <a:pt x="112" y="947"/>
                  </a:lnTo>
                  <a:lnTo>
                    <a:pt x="112" y="947"/>
                  </a:lnTo>
                  <a:lnTo>
                    <a:pt x="110" y="945"/>
                  </a:lnTo>
                  <a:lnTo>
                    <a:pt x="110" y="945"/>
                  </a:lnTo>
                  <a:lnTo>
                    <a:pt x="110" y="945"/>
                  </a:lnTo>
                  <a:lnTo>
                    <a:pt x="110" y="945"/>
                  </a:lnTo>
                  <a:lnTo>
                    <a:pt x="110" y="943"/>
                  </a:lnTo>
                  <a:lnTo>
                    <a:pt x="110" y="943"/>
                  </a:lnTo>
                  <a:lnTo>
                    <a:pt x="108" y="943"/>
                  </a:lnTo>
                  <a:lnTo>
                    <a:pt x="108" y="943"/>
                  </a:lnTo>
                  <a:lnTo>
                    <a:pt x="110" y="941"/>
                  </a:lnTo>
                  <a:lnTo>
                    <a:pt x="110" y="941"/>
                  </a:lnTo>
                  <a:lnTo>
                    <a:pt x="108" y="939"/>
                  </a:lnTo>
                  <a:lnTo>
                    <a:pt x="108" y="939"/>
                  </a:lnTo>
                  <a:lnTo>
                    <a:pt x="108" y="939"/>
                  </a:lnTo>
                  <a:lnTo>
                    <a:pt x="108" y="939"/>
                  </a:lnTo>
                  <a:lnTo>
                    <a:pt x="106" y="939"/>
                  </a:lnTo>
                  <a:lnTo>
                    <a:pt x="106" y="939"/>
                  </a:lnTo>
                  <a:lnTo>
                    <a:pt x="104" y="939"/>
                  </a:lnTo>
                  <a:lnTo>
                    <a:pt x="104" y="939"/>
                  </a:lnTo>
                  <a:lnTo>
                    <a:pt x="102" y="939"/>
                  </a:lnTo>
                  <a:lnTo>
                    <a:pt x="98" y="939"/>
                  </a:lnTo>
                  <a:lnTo>
                    <a:pt x="96" y="939"/>
                  </a:lnTo>
                  <a:lnTo>
                    <a:pt x="94" y="939"/>
                  </a:lnTo>
                  <a:lnTo>
                    <a:pt x="92" y="939"/>
                  </a:lnTo>
                  <a:lnTo>
                    <a:pt x="92" y="939"/>
                  </a:lnTo>
                  <a:lnTo>
                    <a:pt x="92" y="939"/>
                  </a:lnTo>
                  <a:lnTo>
                    <a:pt x="92" y="939"/>
                  </a:lnTo>
                  <a:lnTo>
                    <a:pt x="90" y="937"/>
                  </a:lnTo>
                  <a:lnTo>
                    <a:pt x="90" y="937"/>
                  </a:lnTo>
                  <a:lnTo>
                    <a:pt x="90" y="935"/>
                  </a:lnTo>
                  <a:lnTo>
                    <a:pt x="90" y="935"/>
                  </a:lnTo>
                  <a:lnTo>
                    <a:pt x="90" y="935"/>
                  </a:lnTo>
                  <a:lnTo>
                    <a:pt x="90" y="935"/>
                  </a:lnTo>
                  <a:lnTo>
                    <a:pt x="90" y="933"/>
                  </a:lnTo>
                  <a:lnTo>
                    <a:pt x="90" y="933"/>
                  </a:lnTo>
                  <a:lnTo>
                    <a:pt x="90" y="933"/>
                  </a:lnTo>
                  <a:lnTo>
                    <a:pt x="86" y="933"/>
                  </a:lnTo>
                  <a:lnTo>
                    <a:pt x="85" y="933"/>
                  </a:lnTo>
                  <a:lnTo>
                    <a:pt x="85" y="933"/>
                  </a:lnTo>
                  <a:lnTo>
                    <a:pt x="85" y="933"/>
                  </a:lnTo>
                  <a:lnTo>
                    <a:pt x="85" y="931"/>
                  </a:lnTo>
                  <a:lnTo>
                    <a:pt x="85" y="931"/>
                  </a:lnTo>
                  <a:lnTo>
                    <a:pt x="85" y="931"/>
                  </a:lnTo>
                  <a:lnTo>
                    <a:pt x="85" y="931"/>
                  </a:lnTo>
                  <a:lnTo>
                    <a:pt x="85" y="929"/>
                  </a:lnTo>
                  <a:lnTo>
                    <a:pt x="85" y="929"/>
                  </a:lnTo>
                  <a:lnTo>
                    <a:pt x="83" y="929"/>
                  </a:lnTo>
                  <a:lnTo>
                    <a:pt x="83" y="929"/>
                  </a:lnTo>
                  <a:lnTo>
                    <a:pt x="83" y="929"/>
                  </a:lnTo>
                  <a:lnTo>
                    <a:pt x="83" y="927"/>
                  </a:lnTo>
                  <a:lnTo>
                    <a:pt x="83" y="927"/>
                  </a:lnTo>
                  <a:lnTo>
                    <a:pt x="81" y="927"/>
                  </a:lnTo>
                  <a:lnTo>
                    <a:pt x="81" y="925"/>
                  </a:lnTo>
                  <a:lnTo>
                    <a:pt x="81" y="925"/>
                  </a:lnTo>
                  <a:lnTo>
                    <a:pt x="81" y="925"/>
                  </a:lnTo>
                  <a:lnTo>
                    <a:pt x="79" y="925"/>
                  </a:lnTo>
                  <a:lnTo>
                    <a:pt x="79" y="923"/>
                  </a:lnTo>
                  <a:lnTo>
                    <a:pt x="79" y="923"/>
                  </a:lnTo>
                  <a:lnTo>
                    <a:pt x="79" y="923"/>
                  </a:lnTo>
                  <a:lnTo>
                    <a:pt x="79" y="923"/>
                  </a:lnTo>
                  <a:lnTo>
                    <a:pt x="79" y="923"/>
                  </a:lnTo>
                  <a:lnTo>
                    <a:pt x="77" y="923"/>
                  </a:lnTo>
                  <a:lnTo>
                    <a:pt x="77" y="923"/>
                  </a:lnTo>
                  <a:lnTo>
                    <a:pt x="75" y="923"/>
                  </a:lnTo>
                  <a:lnTo>
                    <a:pt x="75" y="921"/>
                  </a:lnTo>
                  <a:lnTo>
                    <a:pt x="73" y="921"/>
                  </a:lnTo>
                  <a:lnTo>
                    <a:pt x="73" y="921"/>
                  </a:lnTo>
                  <a:lnTo>
                    <a:pt x="73" y="921"/>
                  </a:lnTo>
                  <a:lnTo>
                    <a:pt x="73" y="921"/>
                  </a:lnTo>
                  <a:lnTo>
                    <a:pt x="73" y="921"/>
                  </a:lnTo>
                  <a:lnTo>
                    <a:pt x="71" y="921"/>
                  </a:lnTo>
                  <a:lnTo>
                    <a:pt x="71" y="921"/>
                  </a:lnTo>
                  <a:lnTo>
                    <a:pt x="71" y="921"/>
                  </a:lnTo>
                  <a:lnTo>
                    <a:pt x="69" y="921"/>
                  </a:lnTo>
                  <a:lnTo>
                    <a:pt x="69" y="921"/>
                  </a:lnTo>
                  <a:lnTo>
                    <a:pt x="69" y="921"/>
                  </a:lnTo>
                  <a:lnTo>
                    <a:pt x="69" y="921"/>
                  </a:lnTo>
                  <a:lnTo>
                    <a:pt x="67" y="919"/>
                  </a:lnTo>
                  <a:lnTo>
                    <a:pt x="65" y="919"/>
                  </a:lnTo>
                  <a:lnTo>
                    <a:pt x="65" y="919"/>
                  </a:lnTo>
                  <a:lnTo>
                    <a:pt x="63" y="919"/>
                  </a:lnTo>
                  <a:lnTo>
                    <a:pt x="63" y="917"/>
                  </a:lnTo>
                  <a:lnTo>
                    <a:pt x="63" y="917"/>
                  </a:lnTo>
                  <a:lnTo>
                    <a:pt x="63" y="917"/>
                  </a:lnTo>
                  <a:lnTo>
                    <a:pt x="63" y="917"/>
                  </a:lnTo>
                  <a:lnTo>
                    <a:pt x="63" y="917"/>
                  </a:lnTo>
                  <a:lnTo>
                    <a:pt x="63" y="917"/>
                  </a:lnTo>
                  <a:lnTo>
                    <a:pt x="61" y="915"/>
                  </a:lnTo>
                  <a:lnTo>
                    <a:pt x="61" y="915"/>
                  </a:lnTo>
                  <a:lnTo>
                    <a:pt x="59" y="914"/>
                  </a:lnTo>
                  <a:lnTo>
                    <a:pt x="59" y="914"/>
                  </a:lnTo>
                  <a:lnTo>
                    <a:pt x="57" y="914"/>
                  </a:lnTo>
                  <a:lnTo>
                    <a:pt x="57" y="914"/>
                  </a:lnTo>
                  <a:lnTo>
                    <a:pt x="55" y="914"/>
                  </a:lnTo>
                  <a:lnTo>
                    <a:pt x="51" y="915"/>
                  </a:lnTo>
                  <a:lnTo>
                    <a:pt x="51" y="915"/>
                  </a:lnTo>
                  <a:lnTo>
                    <a:pt x="51" y="915"/>
                  </a:lnTo>
                  <a:lnTo>
                    <a:pt x="49" y="917"/>
                  </a:lnTo>
                  <a:lnTo>
                    <a:pt x="49" y="919"/>
                  </a:lnTo>
                  <a:lnTo>
                    <a:pt x="49" y="919"/>
                  </a:lnTo>
                  <a:lnTo>
                    <a:pt x="49" y="921"/>
                  </a:lnTo>
                  <a:lnTo>
                    <a:pt x="49" y="921"/>
                  </a:lnTo>
                  <a:lnTo>
                    <a:pt x="47" y="921"/>
                  </a:lnTo>
                  <a:lnTo>
                    <a:pt x="47" y="921"/>
                  </a:lnTo>
                  <a:lnTo>
                    <a:pt x="47" y="921"/>
                  </a:lnTo>
                  <a:lnTo>
                    <a:pt x="47" y="919"/>
                  </a:lnTo>
                  <a:lnTo>
                    <a:pt x="45" y="919"/>
                  </a:lnTo>
                  <a:lnTo>
                    <a:pt x="45" y="919"/>
                  </a:lnTo>
                  <a:lnTo>
                    <a:pt x="45" y="919"/>
                  </a:lnTo>
                  <a:lnTo>
                    <a:pt x="45" y="919"/>
                  </a:lnTo>
                  <a:lnTo>
                    <a:pt x="45" y="919"/>
                  </a:lnTo>
                  <a:lnTo>
                    <a:pt x="45" y="919"/>
                  </a:lnTo>
                  <a:lnTo>
                    <a:pt x="43" y="921"/>
                  </a:lnTo>
                  <a:lnTo>
                    <a:pt x="43" y="921"/>
                  </a:lnTo>
                  <a:lnTo>
                    <a:pt x="43" y="919"/>
                  </a:lnTo>
                  <a:lnTo>
                    <a:pt x="43" y="919"/>
                  </a:lnTo>
                  <a:lnTo>
                    <a:pt x="41" y="917"/>
                  </a:lnTo>
                  <a:lnTo>
                    <a:pt x="39" y="917"/>
                  </a:lnTo>
                  <a:lnTo>
                    <a:pt x="39" y="917"/>
                  </a:lnTo>
                  <a:lnTo>
                    <a:pt x="39" y="915"/>
                  </a:lnTo>
                  <a:lnTo>
                    <a:pt x="39" y="915"/>
                  </a:lnTo>
                  <a:lnTo>
                    <a:pt x="37" y="914"/>
                  </a:lnTo>
                  <a:lnTo>
                    <a:pt x="37" y="914"/>
                  </a:lnTo>
                  <a:lnTo>
                    <a:pt x="37" y="912"/>
                  </a:lnTo>
                  <a:lnTo>
                    <a:pt x="35" y="912"/>
                  </a:lnTo>
                  <a:lnTo>
                    <a:pt x="35" y="910"/>
                  </a:lnTo>
                  <a:lnTo>
                    <a:pt x="30" y="904"/>
                  </a:lnTo>
                  <a:lnTo>
                    <a:pt x="26" y="900"/>
                  </a:lnTo>
                  <a:lnTo>
                    <a:pt x="26" y="900"/>
                  </a:lnTo>
                  <a:lnTo>
                    <a:pt x="24" y="898"/>
                  </a:lnTo>
                  <a:lnTo>
                    <a:pt x="22" y="896"/>
                  </a:lnTo>
                  <a:lnTo>
                    <a:pt x="22" y="896"/>
                  </a:lnTo>
                  <a:lnTo>
                    <a:pt x="20" y="896"/>
                  </a:lnTo>
                  <a:lnTo>
                    <a:pt x="20" y="894"/>
                  </a:lnTo>
                  <a:lnTo>
                    <a:pt x="20" y="894"/>
                  </a:lnTo>
                  <a:lnTo>
                    <a:pt x="20" y="894"/>
                  </a:lnTo>
                  <a:lnTo>
                    <a:pt x="20" y="892"/>
                  </a:lnTo>
                  <a:lnTo>
                    <a:pt x="20" y="892"/>
                  </a:lnTo>
                  <a:lnTo>
                    <a:pt x="20" y="892"/>
                  </a:lnTo>
                  <a:lnTo>
                    <a:pt x="20" y="890"/>
                  </a:lnTo>
                  <a:lnTo>
                    <a:pt x="20" y="890"/>
                  </a:lnTo>
                  <a:lnTo>
                    <a:pt x="20" y="890"/>
                  </a:lnTo>
                  <a:lnTo>
                    <a:pt x="20" y="890"/>
                  </a:lnTo>
                  <a:lnTo>
                    <a:pt x="20" y="888"/>
                  </a:lnTo>
                  <a:lnTo>
                    <a:pt x="20" y="888"/>
                  </a:lnTo>
                  <a:lnTo>
                    <a:pt x="18" y="888"/>
                  </a:lnTo>
                  <a:lnTo>
                    <a:pt x="18" y="888"/>
                  </a:lnTo>
                  <a:lnTo>
                    <a:pt x="18" y="888"/>
                  </a:lnTo>
                  <a:lnTo>
                    <a:pt x="16" y="888"/>
                  </a:lnTo>
                  <a:lnTo>
                    <a:pt x="16" y="888"/>
                  </a:lnTo>
                  <a:lnTo>
                    <a:pt x="16" y="888"/>
                  </a:lnTo>
                  <a:lnTo>
                    <a:pt x="14" y="886"/>
                  </a:lnTo>
                  <a:lnTo>
                    <a:pt x="14" y="886"/>
                  </a:lnTo>
                  <a:lnTo>
                    <a:pt x="14" y="886"/>
                  </a:lnTo>
                  <a:lnTo>
                    <a:pt x="14" y="886"/>
                  </a:lnTo>
                  <a:lnTo>
                    <a:pt x="14" y="884"/>
                  </a:lnTo>
                  <a:lnTo>
                    <a:pt x="14" y="884"/>
                  </a:lnTo>
                  <a:lnTo>
                    <a:pt x="12" y="884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0" y="882"/>
                  </a:lnTo>
                  <a:lnTo>
                    <a:pt x="10" y="882"/>
                  </a:lnTo>
                  <a:lnTo>
                    <a:pt x="10" y="882"/>
                  </a:lnTo>
                  <a:lnTo>
                    <a:pt x="8" y="880"/>
                  </a:lnTo>
                  <a:lnTo>
                    <a:pt x="8" y="880"/>
                  </a:lnTo>
                  <a:lnTo>
                    <a:pt x="8" y="880"/>
                  </a:lnTo>
                  <a:lnTo>
                    <a:pt x="2" y="878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4"/>
                  </a:lnTo>
                  <a:lnTo>
                    <a:pt x="0" y="870"/>
                  </a:lnTo>
                  <a:lnTo>
                    <a:pt x="0" y="868"/>
                  </a:lnTo>
                  <a:lnTo>
                    <a:pt x="0" y="868"/>
                  </a:lnTo>
                  <a:lnTo>
                    <a:pt x="2" y="868"/>
                  </a:lnTo>
                  <a:lnTo>
                    <a:pt x="2" y="868"/>
                  </a:lnTo>
                  <a:lnTo>
                    <a:pt x="2" y="866"/>
                  </a:lnTo>
                  <a:lnTo>
                    <a:pt x="2" y="866"/>
                  </a:lnTo>
                  <a:lnTo>
                    <a:pt x="2" y="866"/>
                  </a:lnTo>
                  <a:lnTo>
                    <a:pt x="2" y="866"/>
                  </a:lnTo>
                  <a:lnTo>
                    <a:pt x="2" y="864"/>
                  </a:lnTo>
                  <a:lnTo>
                    <a:pt x="4" y="864"/>
                  </a:lnTo>
                  <a:lnTo>
                    <a:pt x="4" y="864"/>
                  </a:lnTo>
                  <a:lnTo>
                    <a:pt x="6" y="862"/>
                  </a:lnTo>
                  <a:lnTo>
                    <a:pt x="8" y="862"/>
                  </a:lnTo>
                  <a:lnTo>
                    <a:pt x="8" y="862"/>
                  </a:lnTo>
                  <a:lnTo>
                    <a:pt x="8" y="862"/>
                  </a:lnTo>
                  <a:lnTo>
                    <a:pt x="8" y="864"/>
                  </a:lnTo>
                  <a:lnTo>
                    <a:pt x="8" y="864"/>
                  </a:lnTo>
                  <a:lnTo>
                    <a:pt x="10" y="864"/>
                  </a:lnTo>
                  <a:lnTo>
                    <a:pt x="10" y="864"/>
                  </a:lnTo>
                  <a:lnTo>
                    <a:pt x="10" y="864"/>
                  </a:lnTo>
                  <a:lnTo>
                    <a:pt x="12" y="864"/>
                  </a:lnTo>
                  <a:lnTo>
                    <a:pt x="12" y="864"/>
                  </a:lnTo>
                  <a:lnTo>
                    <a:pt x="12" y="864"/>
                  </a:lnTo>
                  <a:lnTo>
                    <a:pt x="12" y="862"/>
                  </a:lnTo>
                  <a:lnTo>
                    <a:pt x="12" y="862"/>
                  </a:lnTo>
                  <a:lnTo>
                    <a:pt x="14" y="862"/>
                  </a:lnTo>
                  <a:lnTo>
                    <a:pt x="14" y="860"/>
                  </a:lnTo>
                  <a:lnTo>
                    <a:pt x="14" y="860"/>
                  </a:lnTo>
                  <a:lnTo>
                    <a:pt x="14" y="860"/>
                  </a:lnTo>
                  <a:lnTo>
                    <a:pt x="14" y="860"/>
                  </a:lnTo>
                  <a:lnTo>
                    <a:pt x="14" y="859"/>
                  </a:lnTo>
                  <a:lnTo>
                    <a:pt x="14" y="859"/>
                  </a:lnTo>
                  <a:lnTo>
                    <a:pt x="14" y="859"/>
                  </a:lnTo>
                  <a:lnTo>
                    <a:pt x="16" y="857"/>
                  </a:lnTo>
                  <a:lnTo>
                    <a:pt x="16" y="857"/>
                  </a:lnTo>
                  <a:lnTo>
                    <a:pt x="16" y="857"/>
                  </a:lnTo>
                  <a:lnTo>
                    <a:pt x="16" y="855"/>
                  </a:lnTo>
                  <a:lnTo>
                    <a:pt x="16" y="855"/>
                  </a:lnTo>
                  <a:lnTo>
                    <a:pt x="16" y="855"/>
                  </a:lnTo>
                  <a:lnTo>
                    <a:pt x="16" y="855"/>
                  </a:lnTo>
                  <a:lnTo>
                    <a:pt x="16" y="853"/>
                  </a:lnTo>
                  <a:lnTo>
                    <a:pt x="16" y="853"/>
                  </a:lnTo>
                  <a:lnTo>
                    <a:pt x="16" y="853"/>
                  </a:lnTo>
                  <a:lnTo>
                    <a:pt x="16" y="853"/>
                  </a:lnTo>
                  <a:lnTo>
                    <a:pt x="16" y="851"/>
                  </a:lnTo>
                  <a:lnTo>
                    <a:pt x="18" y="851"/>
                  </a:lnTo>
                  <a:lnTo>
                    <a:pt x="18" y="851"/>
                  </a:lnTo>
                  <a:lnTo>
                    <a:pt x="18" y="851"/>
                  </a:lnTo>
                  <a:lnTo>
                    <a:pt x="18" y="851"/>
                  </a:lnTo>
                  <a:lnTo>
                    <a:pt x="20" y="851"/>
                  </a:lnTo>
                  <a:lnTo>
                    <a:pt x="20" y="851"/>
                  </a:lnTo>
                  <a:lnTo>
                    <a:pt x="24" y="853"/>
                  </a:lnTo>
                  <a:lnTo>
                    <a:pt x="24" y="853"/>
                  </a:lnTo>
                  <a:lnTo>
                    <a:pt x="24" y="853"/>
                  </a:lnTo>
                  <a:lnTo>
                    <a:pt x="28" y="853"/>
                  </a:lnTo>
                  <a:lnTo>
                    <a:pt x="28" y="851"/>
                  </a:lnTo>
                  <a:lnTo>
                    <a:pt x="30" y="851"/>
                  </a:lnTo>
                  <a:lnTo>
                    <a:pt x="30" y="851"/>
                  </a:lnTo>
                  <a:lnTo>
                    <a:pt x="30" y="851"/>
                  </a:lnTo>
                  <a:lnTo>
                    <a:pt x="30" y="851"/>
                  </a:lnTo>
                  <a:lnTo>
                    <a:pt x="30" y="851"/>
                  </a:lnTo>
                  <a:lnTo>
                    <a:pt x="34" y="853"/>
                  </a:lnTo>
                  <a:lnTo>
                    <a:pt x="37" y="855"/>
                  </a:lnTo>
                  <a:lnTo>
                    <a:pt x="39" y="855"/>
                  </a:lnTo>
                  <a:lnTo>
                    <a:pt x="39" y="855"/>
                  </a:lnTo>
                  <a:lnTo>
                    <a:pt x="41" y="853"/>
                  </a:lnTo>
                  <a:lnTo>
                    <a:pt x="41" y="853"/>
                  </a:lnTo>
                  <a:lnTo>
                    <a:pt x="41" y="853"/>
                  </a:lnTo>
                  <a:lnTo>
                    <a:pt x="41" y="853"/>
                  </a:lnTo>
                  <a:lnTo>
                    <a:pt x="39" y="851"/>
                  </a:lnTo>
                  <a:lnTo>
                    <a:pt x="39" y="851"/>
                  </a:lnTo>
                  <a:lnTo>
                    <a:pt x="39" y="849"/>
                  </a:lnTo>
                  <a:lnTo>
                    <a:pt x="39" y="849"/>
                  </a:lnTo>
                  <a:lnTo>
                    <a:pt x="39" y="849"/>
                  </a:lnTo>
                  <a:lnTo>
                    <a:pt x="39" y="849"/>
                  </a:lnTo>
                  <a:lnTo>
                    <a:pt x="39" y="849"/>
                  </a:lnTo>
                  <a:lnTo>
                    <a:pt x="39" y="847"/>
                  </a:lnTo>
                  <a:lnTo>
                    <a:pt x="39" y="847"/>
                  </a:lnTo>
                  <a:lnTo>
                    <a:pt x="39" y="847"/>
                  </a:lnTo>
                  <a:lnTo>
                    <a:pt x="41" y="847"/>
                  </a:lnTo>
                  <a:lnTo>
                    <a:pt x="41" y="845"/>
                  </a:lnTo>
                  <a:lnTo>
                    <a:pt x="41" y="843"/>
                  </a:lnTo>
                  <a:lnTo>
                    <a:pt x="41" y="843"/>
                  </a:lnTo>
                  <a:lnTo>
                    <a:pt x="41" y="843"/>
                  </a:lnTo>
                  <a:lnTo>
                    <a:pt x="39" y="843"/>
                  </a:lnTo>
                  <a:lnTo>
                    <a:pt x="39" y="841"/>
                  </a:lnTo>
                  <a:lnTo>
                    <a:pt x="39" y="841"/>
                  </a:lnTo>
                  <a:lnTo>
                    <a:pt x="39" y="841"/>
                  </a:lnTo>
                  <a:lnTo>
                    <a:pt x="39" y="841"/>
                  </a:lnTo>
                  <a:lnTo>
                    <a:pt x="39" y="839"/>
                  </a:lnTo>
                  <a:lnTo>
                    <a:pt x="41" y="837"/>
                  </a:lnTo>
                  <a:lnTo>
                    <a:pt x="41" y="835"/>
                  </a:lnTo>
                  <a:lnTo>
                    <a:pt x="41" y="835"/>
                  </a:lnTo>
                  <a:lnTo>
                    <a:pt x="41" y="835"/>
                  </a:lnTo>
                  <a:lnTo>
                    <a:pt x="43" y="835"/>
                  </a:lnTo>
                  <a:lnTo>
                    <a:pt x="43" y="833"/>
                  </a:lnTo>
                  <a:lnTo>
                    <a:pt x="43" y="833"/>
                  </a:lnTo>
                  <a:lnTo>
                    <a:pt x="43" y="831"/>
                  </a:lnTo>
                  <a:lnTo>
                    <a:pt x="43" y="831"/>
                  </a:lnTo>
                  <a:lnTo>
                    <a:pt x="43" y="831"/>
                  </a:lnTo>
                  <a:lnTo>
                    <a:pt x="43" y="829"/>
                  </a:lnTo>
                  <a:lnTo>
                    <a:pt x="43" y="829"/>
                  </a:lnTo>
                  <a:lnTo>
                    <a:pt x="45" y="829"/>
                  </a:lnTo>
                  <a:lnTo>
                    <a:pt x="45" y="829"/>
                  </a:lnTo>
                  <a:lnTo>
                    <a:pt x="45" y="827"/>
                  </a:lnTo>
                  <a:lnTo>
                    <a:pt x="45" y="827"/>
                  </a:lnTo>
                  <a:lnTo>
                    <a:pt x="45" y="827"/>
                  </a:lnTo>
                  <a:lnTo>
                    <a:pt x="45" y="825"/>
                  </a:lnTo>
                  <a:lnTo>
                    <a:pt x="45" y="825"/>
                  </a:lnTo>
                  <a:lnTo>
                    <a:pt x="45" y="823"/>
                  </a:lnTo>
                  <a:lnTo>
                    <a:pt x="45" y="823"/>
                  </a:lnTo>
                  <a:lnTo>
                    <a:pt x="45" y="823"/>
                  </a:lnTo>
                  <a:lnTo>
                    <a:pt x="45" y="823"/>
                  </a:lnTo>
                  <a:lnTo>
                    <a:pt x="45" y="823"/>
                  </a:lnTo>
                  <a:lnTo>
                    <a:pt x="45" y="821"/>
                  </a:lnTo>
                  <a:lnTo>
                    <a:pt x="45" y="821"/>
                  </a:lnTo>
                  <a:lnTo>
                    <a:pt x="45" y="821"/>
                  </a:lnTo>
                  <a:lnTo>
                    <a:pt x="43" y="819"/>
                  </a:lnTo>
                  <a:lnTo>
                    <a:pt x="43" y="819"/>
                  </a:lnTo>
                  <a:lnTo>
                    <a:pt x="41" y="815"/>
                  </a:lnTo>
                  <a:lnTo>
                    <a:pt x="39" y="815"/>
                  </a:lnTo>
                  <a:lnTo>
                    <a:pt x="39" y="813"/>
                  </a:lnTo>
                  <a:lnTo>
                    <a:pt x="39" y="813"/>
                  </a:lnTo>
                  <a:lnTo>
                    <a:pt x="41" y="813"/>
                  </a:lnTo>
                  <a:lnTo>
                    <a:pt x="41" y="813"/>
                  </a:lnTo>
                  <a:lnTo>
                    <a:pt x="41" y="813"/>
                  </a:lnTo>
                  <a:lnTo>
                    <a:pt x="41" y="811"/>
                  </a:lnTo>
                  <a:lnTo>
                    <a:pt x="41" y="811"/>
                  </a:lnTo>
                  <a:lnTo>
                    <a:pt x="43" y="809"/>
                  </a:lnTo>
                  <a:lnTo>
                    <a:pt x="43" y="809"/>
                  </a:lnTo>
                  <a:lnTo>
                    <a:pt x="43" y="809"/>
                  </a:lnTo>
                  <a:lnTo>
                    <a:pt x="43" y="809"/>
                  </a:lnTo>
                  <a:lnTo>
                    <a:pt x="43" y="809"/>
                  </a:lnTo>
                  <a:lnTo>
                    <a:pt x="41" y="807"/>
                  </a:lnTo>
                  <a:lnTo>
                    <a:pt x="41" y="807"/>
                  </a:lnTo>
                  <a:lnTo>
                    <a:pt x="41" y="807"/>
                  </a:lnTo>
                  <a:lnTo>
                    <a:pt x="41" y="807"/>
                  </a:lnTo>
                  <a:lnTo>
                    <a:pt x="43" y="807"/>
                  </a:lnTo>
                  <a:lnTo>
                    <a:pt x="43" y="807"/>
                  </a:lnTo>
                  <a:lnTo>
                    <a:pt x="43" y="806"/>
                  </a:lnTo>
                  <a:lnTo>
                    <a:pt x="43" y="804"/>
                  </a:lnTo>
                  <a:lnTo>
                    <a:pt x="43" y="804"/>
                  </a:lnTo>
                  <a:lnTo>
                    <a:pt x="43" y="804"/>
                  </a:lnTo>
                  <a:lnTo>
                    <a:pt x="43" y="802"/>
                  </a:lnTo>
                  <a:lnTo>
                    <a:pt x="43" y="800"/>
                  </a:lnTo>
                  <a:lnTo>
                    <a:pt x="43" y="800"/>
                  </a:lnTo>
                  <a:lnTo>
                    <a:pt x="43" y="798"/>
                  </a:lnTo>
                  <a:lnTo>
                    <a:pt x="43" y="796"/>
                  </a:lnTo>
                  <a:lnTo>
                    <a:pt x="43" y="796"/>
                  </a:lnTo>
                  <a:lnTo>
                    <a:pt x="43" y="796"/>
                  </a:lnTo>
                  <a:lnTo>
                    <a:pt x="47" y="794"/>
                  </a:lnTo>
                  <a:lnTo>
                    <a:pt x="51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0"/>
                  </a:lnTo>
                  <a:lnTo>
                    <a:pt x="53" y="790"/>
                  </a:lnTo>
                  <a:lnTo>
                    <a:pt x="53" y="790"/>
                  </a:lnTo>
                  <a:lnTo>
                    <a:pt x="53" y="788"/>
                  </a:lnTo>
                  <a:lnTo>
                    <a:pt x="53" y="788"/>
                  </a:lnTo>
                  <a:lnTo>
                    <a:pt x="53" y="788"/>
                  </a:lnTo>
                  <a:lnTo>
                    <a:pt x="51" y="788"/>
                  </a:lnTo>
                  <a:lnTo>
                    <a:pt x="51" y="786"/>
                  </a:lnTo>
                  <a:lnTo>
                    <a:pt x="51" y="786"/>
                  </a:lnTo>
                  <a:lnTo>
                    <a:pt x="51" y="786"/>
                  </a:lnTo>
                  <a:lnTo>
                    <a:pt x="51" y="784"/>
                  </a:lnTo>
                  <a:lnTo>
                    <a:pt x="51" y="784"/>
                  </a:lnTo>
                  <a:lnTo>
                    <a:pt x="51" y="784"/>
                  </a:lnTo>
                  <a:lnTo>
                    <a:pt x="51" y="782"/>
                  </a:lnTo>
                  <a:lnTo>
                    <a:pt x="49" y="782"/>
                  </a:lnTo>
                  <a:lnTo>
                    <a:pt x="49" y="782"/>
                  </a:lnTo>
                  <a:lnTo>
                    <a:pt x="49" y="782"/>
                  </a:lnTo>
                  <a:lnTo>
                    <a:pt x="49" y="780"/>
                  </a:lnTo>
                  <a:lnTo>
                    <a:pt x="49" y="780"/>
                  </a:lnTo>
                  <a:lnTo>
                    <a:pt x="49" y="778"/>
                  </a:lnTo>
                  <a:lnTo>
                    <a:pt x="49" y="778"/>
                  </a:lnTo>
                  <a:lnTo>
                    <a:pt x="49" y="778"/>
                  </a:lnTo>
                  <a:lnTo>
                    <a:pt x="49" y="778"/>
                  </a:lnTo>
                  <a:lnTo>
                    <a:pt x="49" y="776"/>
                  </a:lnTo>
                  <a:lnTo>
                    <a:pt x="49" y="776"/>
                  </a:lnTo>
                  <a:lnTo>
                    <a:pt x="49" y="774"/>
                  </a:lnTo>
                  <a:lnTo>
                    <a:pt x="49" y="774"/>
                  </a:lnTo>
                  <a:lnTo>
                    <a:pt x="47" y="774"/>
                  </a:lnTo>
                  <a:lnTo>
                    <a:pt x="47" y="772"/>
                  </a:lnTo>
                  <a:lnTo>
                    <a:pt x="47" y="772"/>
                  </a:lnTo>
                  <a:lnTo>
                    <a:pt x="47" y="772"/>
                  </a:lnTo>
                  <a:lnTo>
                    <a:pt x="47" y="772"/>
                  </a:lnTo>
                  <a:lnTo>
                    <a:pt x="47" y="772"/>
                  </a:lnTo>
                  <a:lnTo>
                    <a:pt x="49" y="770"/>
                  </a:lnTo>
                  <a:lnTo>
                    <a:pt x="49" y="770"/>
                  </a:lnTo>
                  <a:lnTo>
                    <a:pt x="49" y="770"/>
                  </a:lnTo>
                  <a:lnTo>
                    <a:pt x="49" y="768"/>
                  </a:lnTo>
                  <a:lnTo>
                    <a:pt x="49" y="768"/>
                  </a:lnTo>
                  <a:lnTo>
                    <a:pt x="47" y="768"/>
                  </a:lnTo>
                  <a:lnTo>
                    <a:pt x="45" y="766"/>
                  </a:lnTo>
                  <a:lnTo>
                    <a:pt x="43" y="764"/>
                  </a:lnTo>
                  <a:lnTo>
                    <a:pt x="43" y="764"/>
                  </a:lnTo>
                  <a:lnTo>
                    <a:pt x="43" y="764"/>
                  </a:lnTo>
                  <a:lnTo>
                    <a:pt x="45" y="762"/>
                  </a:lnTo>
                  <a:lnTo>
                    <a:pt x="47" y="762"/>
                  </a:lnTo>
                  <a:lnTo>
                    <a:pt x="47" y="760"/>
                  </a:lnTo>
                  <a:lnTo>
                    <a:pt x="47" y="760"/>
                  </a:lnTo>
                  <a:lnTo>
                    <a:pt x="47" y="760"/>
                  </a:lnTo>
                  <a:lnTo>
                    <a:pt x="45" y="758"/>
                  </a:lnTo>
                  <a:lnTo>
                    <a:pt x="45" y="758"/>
                  </a:lnTo>
                  <a:lnTo>
                    <a:pt x="45" y="758"/>
                  </a:lnTo>
                  <a:lnTo>
                    <a:pt x="43" y="758"/>
                  </a:lnTo>
                  <a:lnTo>
                    <a:pt x="43" y="756"/>
                  </a:lnTo>
                  <a:lnTo>
                    <a:pt x="43" y="756"/>
                  </a:lnTo>
                  <a:lnTo>
                    <a:pt x="43" y="756"/>
                  </a:lnTo>
                  <a:lnTo>
                    <a:pt x="45" y="754"/>
                  </a:lnTo>
                  <a:lnTo>
                    <a:pt x="45" y="754"/>
                  </a:lnTo>
                  <a:lnTo>
                    <a:pt x="45" y="754"/>
                  </a:lnTo>
                  <a:lnTo>
                    <a:pt x="47" y="754"/>
                  </a:lnTo>
                  <a:lnTo>
                    <a:pt x="47" y="752"/>
                  </a:lnTo>
                  <a:lnTo>
                    <a:pt x="47" y="751"/>
                  </a:lnTo>
                  <a:lnTo>
                    <a:pt x="49" y="751"/>
                  </a:lnTo>
                  <a:lnTo>
                    <a:pt x="49" y="751"/>
                  </a:lnTo>
                  <a:lnTo>
                    <a:pt x="51" y="749"/>
                  </a:lnTo>
                  <a:lnTo>
                    <a:pt x="53" y="749"/>
                  </a:lnTo>
                  <a:lnTo>
                    <a:pt x="53" y="747"/>
                  </a:lnTo>
                  <a:lnTo>
                    <a:pt x="53" y="745"/>
                  </a:lnTo>
                  <a:lnTo>
                    <a:pt x="53" y="737"/>
                  </a:lnTo>
                  <a:lnTo>
                    <a:pt x="53" y="737"/>
                  </a:lnTo>
                  <a:lnTo>
                    <a:pt x="53" y="735"/>
                  </a:lnTo>
                  <a:lnTo>
                    <a:pt x="53" y="735"/>
                  </a:lnTo>
                  <a:lnTo>
                    <a:pt x="55" y="735"/>
                  </a:lnTo>
                  <a:lnTo>
                    <a:pt x="55" y="735"/>
                  </a:lnTo>
                  <a:lnTo>
                    <a:pt x="57" y="733"/>
                  </a:lnTo>
                  <a:lnTo>
                    <a:pt x="57" y="731"/>
                  </a:lnTo>
                  <a:lnTo>
                    <a:pt x="59" y="729"/>
                  </a:lnTo>
                  <a:lnTo>
                    <a:pt x="59" y="729"/>
                  </a:lnTo>
                  <a:lnTo>
                    <a:pt x="61" y="729"/>
                  </a:lnTo>
                  <a:lnTo>
                    <a:pt x="65" y="729"/>
                  </a:lnTo>
                  <a:lnTo>
                    <a:pt x="65" y="729"/>
                  </a:lnTo>
                  <a:lnTo>
                    <a:pt x="65" y="729"/>
                  </a:lnTo>
                  <a:lnTo>
                    <a:pt x="65" y="731"/>
                  </a:lnTo>
                  <a:lnTo>
                    <a:pt x="65" y="731"/>
                  </a:lnTo>
                  <a:lnTo>
                    <a:pt x="67" y="731"/>
                  </a:lnTo>
                  <a:lnTo>
                    <a:pt x="67" y="731"/>
                  </a:lnTo>
                  <a:lnTo>
                    <a:pt x="69" y="731"/>
                  </a:lnTo>
                  <a:lnTo>
                    <a:pt x="69" y="733"/>
                  </a:lnTo>
                  <a:lnTo>
                    <a:pt x="69" y="731"/>
                  </a:lnTo>
                  <a:lnTo>
                    <a:pt x="71" y="729"/>
                  </a:lnTo>
                  <a:lnTo>
                    <a:pt x="73" y="729"/>
                  </a:lnTo>
                  <a:lnTo>
                    <a:pt x="73" y="727"/>
                  </a:lnTo>
                  <a:lnTo>
                    <a:pt x="73" y="727"/>
                  </a:lnTo>
                  <a:lnTo>
                    <a:pt x="73" y="725"/>
                  </a:lnTo>
                  <a:lnTo>
                    <a:pt x="73" y="725"/>
                  </a:lnTo>
                  <a:lnTo>
                    <a:pt x="75" y="721"/>
                  </a:lnTo>
                  <a:lnTo>
                    <a:pt x="75" y="721"/>
                  </a:lnTo>
                  <a:lnTo>
                    <a:pt x="75" y="721"/>
                  </a:lnTo>
                  <a:lnTo>
                    <a:pt x="79" y="721"/>
                  </a:lnTo>
                  <a:lnTo>
                    <a:pt x="79" y="719"/>
                  </a:lnTo>
                  <a:lnTo>
                    <a:pt x="79" y="719"/>
                  </a:lnTo>
                  <a:lnTo>
                    <a:pt x="79" y="715"/>
                  </a:lnTo>
                  <a:lnTo>
                    <a:pt x="79" y="713"/>
                  </a:lnTo>
                  <a:lnTo>
                    <a:pt x="79" y="713"/>
                  </a:lnTo>
                  <a:lnTo>
                    <a:pt x="77" y="713"/>
                  </a:lnTo>
                  <a:lnTo>
                    <a:pt x="77" y="711"/>
                  </a:lnTo>
                  <a:lnTo>
                    <a:pt x="77" y="709"/>
                  </a:lnTo>
                  <a:lnTo>
                    <a:pt x="77" y="707"/>
                  </a:lnTo>
                  <a:lnTo>
                    <a:pt x="77" y="705"/>
                  </a:lnTo>
                  <a:lnTo>
                    <a:pt x="77" y="705"/>
                  </a:lnTo>
                  <a:lnTo>
                    <a:pt x="79" y="705"/>
                  </a:lnTo>
                  <a:lnTo>
                    <a:pt x="88" y="703"/>
                  </a:lnTo>
                  <a:lnTo>
                    <a:pt x="90" y="703"/>
                  </a:lnTo>
                  <a:lnTo>
                    <a:pt x="90" y="701"/>
                  </a:lnTo>
                  <a:lnTo>
                    <a:pt x="90" y="701"/>
                  </a:lnTo>
                  <a:lnTo>
                    <a:pt x="90" y="694"/>
                  </a:lnTo>
                  <a:lnTo>
                    <a:pt x="90" y="692"/>
                  </a:lnTo>
                  <a:lnTo>
                    <a:pt x="88" y="692"/>
                  </a:lnTo>
                  <a:lnTo>
                    <a:pt x="88" y="690"/>
                  </a:lnTo>
                  <a:lnTo>
                    <a:pt x="85" y="692"/>
                  </a:lnTo>
                  <a:lnTo>
                    <a:pt x="85" y="692"/>
                  </a:lnTo>
                  <a:lnTo>
                    <a:pt x="85" y="690"/>
                  </a:lnTo>
                  <a:lnTo>
                    <a:pt x="85" y="688"/>
                  </a:lnTo>
                  <a:lnTo>
                    <a:pt x="85" y="688"/>
                  </a:lnTo>
                  <a:lnTo>
                    <a:pt x="85" y="688"/>
                  </a:lnTo>
                  <a:lnTo>
                    <a:pt x="85" y="688"/>
                  </a:lnTo>
                  <a:lnTo>
                    <a:pt x="85" y="686"/>
                  </a:lnTo>
                  <a:lnTo>
                    <a:pt x="85" y="686"/>
                  </a:lnTo>
                  <a:lnTo>
                    <a:pt x="85" y="686"/>
                  </a:lnTo>
                  <a:lnTo>
                    <a:pt x="85" y="686"/>
                  </a:lnTo>
                  <a:lnTo>
                    <a:pt x="85" y="684"/>
                  </a:lnTo>
                  <a:lnTo>
                    <a:pt x="85" y="684"/>
                  </a:lnTo>
                  <a:lnTo>
                    <a:pt x="85" y="684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0"/>
                  </a:lnTo>
                  <a:lnTo>
                    <a:pt x="85" y="680"/>
                  </a:lnTo>
                  <a:lnTo>
                    <a:pt x="85" y="680"/>
                  </a:lnTo>
                  <a:lnTo>
                    <a:pt x="83" y="680"/>
                  </a:lnTo>
                  <a:lnTo>
                    <a:pt x="83" y="678"/>
                  </a:lnTo>
                  <a:lnTo>
                    <a:pt x="83" y="678"/>
                  </a:lnTo>
                  <a:lnTo>
                    <a:pt x="83" y="678"/>
                  </a:lnTo>
                  <a:lnTo>
                    <a:pt x="83" y="678"/>
                  </a:lnTo>
                  <a:lnTo>
                    <a:pt x="85" y="674"/>
                  </a:lnTo>
                  <a:lnTo>
                    <a:pt x="85" y="674"/>
                  </a:lnTo>
                  <a:lnTo>
                    <a:pt x="85" y="674"/>
                  </a:lnTo>
                  <a:lnTo>
                    <a:pt x="85" y="672"/>
                  </a:lnTo>
                  <a:lnTo>
                    <a:pt x="85" y="672"/>
                  </a:lnTo>
                  <a:lnTo>
                    <a:pt x="81" y="672"/>
                  </a:lnTo>
                  <a:lnTo>
                    <a:pt x="81" y="672"/>
                  </a:lnTo>
                  <a:lnTo>
                    <a:pt x="79" y="672"/>
                  </a:lnTo>
                  <a:lnTo>
                    <a:pt x="77" y="672"/>
                  </a:lnTo>
                  <a:lnTo>
                    <a:pt x="75" y="672"/>
                  </a:lnTo>
                  <a:lnTo>
                    <a:pt x="75" y="672"/>
                  </a:lnTo>
                  <a:lnTo>
                    <a:pt x="75" y="672"/>
                  </a:lnTo>
                  <a:lnTo>
                    <a:pt x="73" y="672"/>
                  </a:lnTo>
                  <a:lnTo>
                    <a:pt x="71" y="672"/>
                  </a:lnTo>
                  <a:lnTo>
                    <a:pt x="71" y="672"/>
                  </a:lnTo>
                  <a:lnTo>
                    <a:pt x="71" y="670"/>
                  </a:lnTo>
                  <a:lnTo>
                    <a:pt x="71" y="670"/>
                  </a:lnTo>
                  <a:lnTo>
                    <a:pt x="71" y="666"/>
                  </a:lnTo>
                  <a:lnTo>
                    <a:pt x="71" y="666"/>
                  </a:lnTo>
                  <a:lnTo>
                    <a:pt x="71" y="664"/>
                  </a:lnTo>
                  <a:lnTo>
                    <a:pt x="71" y="664"/>
                  </a:lnTo>
                  <a:lnTo>
                    <a:pt x="71" y="664"/>
                  </a:lnTo>
                  <a:lnTo>
                    <a:pt x="75" y="662"/>
                  </a:lnTo>
                  <a:lnTo>
                    <a:pt x="75" y="662"/>
                  </a:lnTo>
                  <a:lnTo>
                    <a:pt x="77" y="662"/>
                  </a:lnTo>
                  <a:lnTo>
                    <a:pt x="77" y="660"/>
                  </a:lnTo>
                  <a:lnTo>
                    <a:pt x="77" y="660"/>
                  </a:lnTo>
                  <a:lnTo>
                    <a:pt x="77" y="660"/>
                  </a:lnTo>
                  <a:lnTo>
                    <a:pt x="77" y="660"/>
                  </a:lnTo>
                  <a:lnTo>
                    <a:pt x="77" y="658"/>
                  </a:lnTo>
                  <a:lnTo>
                    <a:pt x="71" y="660"/>
                  </a:lnTo>
                  <a:lnTo>
                    <a:pt x="71" y="658"/>
                  </a:lnTo>
                  <a:lnTo>
                    <a:pt x="71" y="658"/>
                  </a:lnTo>
                  <a:lnTo>
                    <a:pt x="71" y="658"/>
                  </a:lnTo>
                  <a:lnTo>
                    <a:pt x="69" y="658"/>
                  </a:lnTo>
                  <a:lnTo>
                    <a:pt x="69" y="656"/>
                  </a:lnTo>
                  <a:lnTo>
                    <a:pt x="69" y="656"/>
                  </a:lnTo>
                  <a:lnTo>
                    <a:pt x="67" y="656"/>
                  </a:lnTo>
                  <a:lnTo>
                    <a:pt x="67" y="654"/>
                  </a:lnTo>
                  <a:lnTo>
                    <a:pt x="67" y="654"/>
                  </a:lnTo>
                  <a:lnTo>
                    <a:pt x="67" y="654"/>
                  </a:lnTo>
                  <a:lnTo>
                    <a:pt x="65" y="654"/>
                  </a:lnTo>
                  <a:lnTo>
                    <a:pt x="65" y="654"/>
                  </a:lnTo>
                  <a:lnTo>
                    <a:pt x="65" y="652"/>
                  </a:lnTo>
                  <a:lnTo>
                    <a:pt x="65" y="652"/>
                  </a:lnTo>
                  <a:lnTo>
                    <a:pt x="67" y="646"/>
                  </a:lnTo>
                  <a:lnTo>
                    <a:pt x="86" y="590"/>
                  </a:lnTo>
                  <a:lnTo>
                    <a:pt x="88" y="590"/>
                  </a:lnTo>
                  <a:lnTo>
                    <a:pt x="112" y="590"/>
                  </a:lnTo>
                  <a:lnTo>
                    <a:pt x="116" y="591"/>
                  </a:lnTo>
                  <a:lnTo>
                    <a:pt x="118" y="591"/>
                  </a:lnTo>
                  <a:lnTo>
                    <a:pt x="120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2" y="591"/>
                  </a:lnTo>
                  <a:lnTo>
                    <a:pt x="122" y="591"/>
                  </a:lnTo>
                  <a:lnTo>
                    <a:pt x="124" y="591"/>
                  </a:lnTo>
                  <a:lnTo>
                    <a:pt x="124" y="591"/>
                  </a:lnTo>
                  <a:lnTo>
                    <a:pt x="124" y="593"/>
                  </a:lnTo>
                  <a:lnTo>
                    <a:pt x="126" y="593"/>
                  </a:lnTo>
                  <a:lnTo>
                    <a:pt x="128" y="595"/>
                  </a:lnTo>
                  <a:lnTo>
                    <a:pt x="128" y="595"/>
                  </a:lnTo>
                  <a:lnTo>
                    <a:pt x="132" y="593"/>
                  </a:lnTo>
                  <a:lnTo>
                    <a:pt x="132" y="593"/>
                  </a:lnTo>
                  <a:lnTo>
                    <a:pt x="132" y="593"/>
                  </a:lnTo>
                  <a:lnTo>
                    <a:pt x="136" y="590"/>
                  </a:lnTo>
                  <a:lnTo>
                    <a:pt x="136" y="590"/>
                  </a:lnTo>
                  <a:lnTo>
                    <a:pt x="137" y="590"/>
                  </a:lnTo>
                  <a:lnTo>
                    <a:pt x="137" y="590"/>
                  </a:lnTo>
                  <a:lnTo>
                    <a:pt x="137" y="590"/>
                  </a:lnTo>
                  <a:lnTo>
                    <a:pt x="139" y="591"/>
                  </a:lnTo>
                  <a:lnTo>
                    <a:pt x="139" y="591"/>
                  </a:lnTo>
                  <a:lnTo>
                    <a:pt x="141" y="590"/>
                  </a:lnTo>
                  <a:lnTo>
                    <a:pt x="141" y="590"/>
                  </a:lnTo>
                  <a:lnTo>
                    <a:pt x="143" y="590"/>
                  </a:lnTo>
                  <a:lnTo>
                    <a:pt x="145" y="588"/>
                  </a:lnTo>
                  <a:lnTo>
                    <a:pt x="145" y="588"/>
                  </a:lnTo>
                  <a:lnTo>
                    <a:pt x="149" y="588"/>
                  </a:lnTo>
                  <a:lnTo>
                    <a:pt x="149" y="588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51" y="584"/>
                  </a:lnTo>
                  <a:lnTo>
                    <a:pt x="151" y="582"/>
                  </a:lnTo>
                  <a:lnTo>
                    <a:pt x="151" y="582"/>
                  </a:lnTo>
                  <a:lnTo>
                    <a:pt x="151" y="580"/>
                  </a:lnTo>
                  <a:lnTo>
                    <a:pt x="153" y="578"/>
                  </a:lnTo>
                  <a:lnTo>
                    <a:pt x="153" y="578"/>
                  </a:lnTo>
                  <a:lnTo>
                    <a:pt x="153" y="578"/>
                  </a:lnTo>
                  <a:lnTo>
                    <a:pt x="153" y="576"/>
                  </a:lnTo>
                  <a:lnTo>
                    <a:pt x="153" y="576"/>
                  </a:lnTo>
                  <a:lnTo>
                    <a:pt x="153" y="576"/>
                  </a:lnTo>
                  <a:lnTo>
                    <a:pt x="153" y="576"/>
                  </a:lnTo>
                  <a:lnTo>
                    <a:pt x="153" y="574"/>
                  </a:lnTo>
                  <a:lnTo>
                    <a:pt x="155" y="574"/>
                  </a:lnTo>
                  <a:lnTo>
                    <a:pt x="155" y="574"/>
                  </a:lnTo>
                  <a:lnTo>
                    <a:pt x="155" y="574"/>
                  </a:lnTo>
                  <a:lnTo>
                    <a:pt x="157" y="570"/>
                  </a:lnTo>
                  <a:lnTo>
                    <a:pt x="157" y="570"/>
                  </a:lnTo>
                  <a:lnTo>
                    <a:pt x="157" y="570"/>
                  </a:lnTo>
                  <a:lnTo>
                    <a:pt x="157" y="568"/>
                  </a:lnTo>
                  <a:lnTo>
                    <a:pt x="157" y="568"/>
                  </a:lnTo>
                  <a:lnTo>
                    <a:pt x="157" y="568"/>
                  </a:lnTo>
                  <a:lnTo>
                    <a:pt x="157" y="566"/>
                  </a:lnTo>
                  <a:lnTo>
                    <a:pt x="157" y="566"/>
                  </a:lnTo>
                  <a:lnTo>
                    <a:pt x="161" y="562"/>
                  </a:lnTo>
                  <a:lnTo>
                    <a:pt x="161" y="564"/>
                  </a:lnTo>
                  <a:lnTo>
                    <a:pt x="165" y="564"/>
                  </a:lnTo>
                  <a:lnTo>
                    <a:pt x="165" y="564"/>
                  </a:lnTo>
                  <a:lnTo>
                    <a:pt x="165" y="564"/>
                  </a:lnTo>
                  <a:lnTo>
                    <a:pt x="167" y="564"/>
                  </a:lnTo>
                  <a:lnTo>
                    <a:pt x="175" y="562"/>
                  </a:lnTo>
                  <a:lnTo>
                    <a:pt x="175" y="562"/>
                  </a:lnTo>
                  <a:lnTo>
                    <a:pt x="175" y="562"/>
                  </a:lnTo>
                  <a:lnTo>
                    <a:pt x="177" y="562"/>
                  </a:lnTo>
                  <a:lnTo>
                    <a:pt x="177" y="564"/>
                  </a:lnTo>
                  <a:lnTo>
                    <a:pt x="177" y="564"/>
                  </a:lnTo>
                  <a:lnTo>
                    <a:pt x="177" y="564"/>
                  </a:lnTo>
                  <a:lnTo>
                    <a:pt x="177" y="566"/>
                  </a:lnTo>
                  <a:lnTo>
                    <a:pt x="177" y="568"/>
                  </a:lnTo>
                  <a:lnTo>
                    <a:pt x="177" y="570"/>
                  </a:lnTo>
                  <a:lnTo>
                    <a:pt x="177" y="572"/>
                  </a:lnTo>
                  <a:lnTo>
                    <a:pt x="177" y="572"/>
                  </a:lnTo>
                  <a:lnTo>
                    <a:pt x="177" y="572"/>
                  </a:lnTo>
                  <a:lnTo>
                    <a:pt x="177" y="572"/>
                  </a:lnTo>
                  <a:lnTo>
                    <a:pt x="177" y="574"/>
                  </a:lnTo>
                  <a:lnTo>
                    <a:pt x="179" y="574"/>
                  </a:lnTo>
                  <a:lnTo>
                    <a:pt x="179" y="576"/>
                  </a:lnTo>
                  <a:lnTo>
                    <a:pt x="179" y="576"/>
                  </a:lnTo>
                  <a:lnTo>
                    <a:pt x="179" y="576"/>
                  </a:lnTo>
                  <a:lnTo>
                    <a:pt x="179" y="578"/>
                  </a:lnTo>
                  <a:lnTo>
                    <a:pt x="181" y="578"/>
                  </a:lnTo>
                  <a:lnTo>
                    <a:pt x="181" y="580"/>
                  </a:lnTo>
                  <a:lnTo>
                    <a:pt x="181" y="580"/>
                  </a:lnTo>
                  <a:lnTo>
                    <a:pt x="185" y="582"/>
                  </a:lnTo>
                  <a:lnTo>
                    <a:pt x="185" y="582"/>
                  </a:lnTo>
                  <a:lnTo>
                    <a:pt x="187" y="584"/>
                  </a:lnTo>
                  <a:lnTo>
                    <a:pt x="187" y="584"/>
                  </a:lnTo>
                  <a:lnTo>
                    <a:pt x="187" y="584"/>
                  </a:lnTo>
                  <a:lnTo>
                    <a:pt x="187" y="584"/>
                  </a:lnTo>
                  <a:lnTo>
                    <a:pt x="187" y="586"/>
                  </a:lnTo>
                  <a:lnTo>
                    <a:pt x="187" y="588"/>
                  </a:lnTo>
                  <a:lnTo>
                    <a:pt x="187" y="588"/>
                  </a:lnTo>
                  <a:lnTo>
                    <a:pt x="187" y="588"/>
                  </a:lnTo>
                  <a:lnTo>
                    <a:pt x="188" y="588"/>
                  </a:lnTo>
                  <a:lnTo>
                    <a:pt x="188" y="588"/>
                  </a:lnTo>
                  <a:lnTo>
                    <a:pt x="190" y="590"/>
                  </a:lnTo>
                  <a:lnTo>
                    <a:pt x="190" y="590"/>
                  </a:lnTo>
                  <a:lnTo>
                    <a:pt x="190" y="590"/>
                  </a:lnTo>
                  <a:lnTo>
                    <a:pt x="190" y="591"/>
                  </a:lnTo>
                  <a:lnTo>
                    <a:pt x="190" y="591"/>
                  </a:lnTo>
                  <a:lnTo>
                    <a:pt x="190" y="591"/>
                  </a:lnTo>
                  <a:lnTo>
                    <a:pt x="190" y="593"/>
                  </a:lnTo>
                  <a:lnTo>
                    <a:pt x="190" y="593"/>
                  </a:lnTo>
                  <a:lnTo>
                    <a:pt x="190" y="593"/>
                  </a:lnTo>
                  <a:lnTo>
                    <a:pt x="190" y="593"/>
                  </a:lnTo>
                  <a:lnTo>
                    <a:pt x="190" y="595"/>
                  </a:lnTo>
                  <a:lnTo>
                    <a:pt x="190" y="595"/>
                  </a:lnTo>
                  <a:lnTo>
                    <a:pt x="190" y="595"/>
                  </a:lnTo>
                  <a:lnTo>
                    <a:pt x="190" y="597"/>
                  </a:lnTo>
                  <a:lnTo>
                    <a:pt x="192" y="599"/>
                  </a:lnTo>
                  <a:lnTo>
                    <a:pt x="192" y="599"/>
                  </a:lnTo>
                  <a:lnTo>
                    <a:pt x="192" y="599"/>
                  </a:lnTo>
                  <a:lnTo>
                    <a:pt x="192" y="601"/>
                  </a:lnTo>
                  <a:lnTo>
                    <a:pt x="194" y="601"/>
                  </a:lnTo>
                  <a:lnTo>
                    <a:pt x="194" y="601"/>
                  </a:lnTo>
                  <a:lnTo>
                    <a:pt x="194" y="603"/>
                  </a:lnTo>
                  <a:lnTo>
                    <a:pt x="194" y="603"/>
                  </a:lnTo>
                  <a:lnTo>
                    <a:pt x="194" y="603"/>
                  </a:lnTo>
                  <a:lnTo>
                    <a:pt x="194" y="603"/>
                  </a:lnTo>
                  <a:lnTo>
                    <a:pt x="194" y="605"/>
                  </a:lnTo>
                  <a:lnTo>
                    <a:pt x="204" y="609"/>
                  </a:lnTo>
                  <a:lnTo>
                    <a:pt x="206" y="609"/>
                  </a:lnTo>
                  <a:lnTo>
                    <a:pt x="206" y="609"/>
                  </a:lnTo>
                  <a:lnTo>
                    <a:pt x="206" y="611"/>
                  </a:lnTo>
                  <a:lnTo>
                    <a:pt x="206" y="611"/>
                  </a:lnTo>
                  <a:lnTo>
                    <a:pt x="208" y="613"/>
                  </a:lnTo>
                  <a:lnTo>
                    <a:pt x="208" y="613"/>
                  </a:lnTo>
                  <a:lnTo>
                    <a:pt x="208" y="613"/>
                  </a:lnTo>
                  <a:lnTo>
                    <a:pt x="208" y="615"/>
                  </a:lnTo>
                  <a:lnTo>
                    <a:pt x="210" y="615"/>
                  </a:lnTo>
                  <a:lnTo>
                    <a:pt x="210" y="613"/>
                  </a:lnTo>
                  <a:lnTo>
                    <a:pt x="212" y="613"/>
                  </a:lnTo>
                  <a:lnTo>
                    <a:pt x="212" y="613"/>
                  </a:lnTo>
                  <a:lnTo>
                    <a:pt x="212" y="611"/>
                  </a:lnTo>
                  <a:lnTo>
                    <a:pt x="212" y="611"/>
                  </a:lnTo>
                  <a:lnTo>
                    <a:pt x="212" y="609"/>
                  </a:lnTo>
                  <a:lnTo>
                    <a:pt x="214" y="609"/>
                  </a:lnTo>
                  <a:lnTo>
                    <a:pt x="214" y="609"/>
                  </a:lnTo>
                  <a:lnTo>
                    <a:pt x="214" y="609"/>
                  </a:lnTo>
                  <a:lnTo>
                    <a:pt x="214" y="609"/>
                  </a:lnTo>
                  <a:lnTo>
                    <a:pt x="216" y="609"/>
                  </a:lnTo>
                  <a:lnTo>
                    <a:pt x="216" y="609"/>
                  </a:lnTo>
                  <a:lnTo>
                    <a:pt x="216" y="609"/>
                  </a:lnTo>
                  <a:lnTo>
                    <a:pt x="216" y="609"/>
                  </a:lnTo>
                  <a:lnTo>
                    <a:pt x="218" y="609"/>
                  </a:lnTo>
                  <a:lnTo>
                    <a:pt x="218" y="609"/>
                  </a:lnTo>
                  <a:lnTo>
                    <a:pt x="218" y="607"/>
                  </a:lnTo>
                  <a:lnTo>
                    <a:pt x="218" y="607"/>
                  </a:lnTo>
                  <a:lnTo>
                    <a:pt x="218" y="605"/>
                  </a:lnTo>
                  <a:lnTo>
                    <a:pt x="218" y="605"/>
                  </a:lnTo>
                  <a:lnTo>
                    <a:pt x="218" y="605"/>
                  </a:lnTo>
                  <a:lnTo>
                    <a:pt x="218" y="605"/>
                  </a:lnTo>
                  <a:lnTo>
                    <a:pt x="218" y="605"/>
                  </a:lnTo>
                  <a:lnTo>
                    <a:pt x="218" y="603"/>
                  </a:lnTo>
                  <a:lnTo>
                    <a:pt x="218" y="603"/>
                  </a:lnTo>
                  <a:lnTo>
                    <a:pt x="218" y="603"/>
                  </a:lnTo>
                  <a:lnTo>
                    <a:pt x="218" y="601"/>
                  </a:lnTo>
                  <a:lnTo>
                    <a:pt x="218" y="601"/>
                  </a:lnTo>
                  <a:lnTo>
                    <a:pt x="218" y="601"/>
                  </a:lnTo>
                  <a:lnTo>
                    <a:pt x="218" y="601"/>
                  </a:lnTo>
                  <a:lnTo>
                    <a:pt x="216" y="599"/>
                  </a:lnTo>
                  <a:lnTo>
                    <a:pt x="214" y="599"/>
                  </a:lnTo>
                  <a:lnTo>
                    <a:pt x="212" y="597"/>
                  </a:lnTo>
                  <a:lnTo>
                    <a:pt x="212" y="597"/>
                  </a:lnTo>
                  <a:lnTo>
                    <a:pt x="212" y="595"/>
                  </a:lnTo>
                  <a:lnTo>
                    <a:pt x="212" y="595"/>
                  </a:lnTo>
                  <a:lnTo>
                    <a:pt x="212" y="595"/>
                  </a:lnTo>
                  <a:lnTo>
                    <a:pt x="212" y="593"/>
                  </a:lnTo>
                  <a:lnTo>
                    <a:pt x="210" y="593"/>
                  </a:lnTo>
                  <a:lnTo>
                    <a:pt x="210" y="593"/>
                  </a:lnTo>
                  <a:lnTo>
                    <a:pt x="210" y="593"/>
                  </a:lnTo>
                  <a:lnTo>
                    <a:pt x="210" y="593"/>
                  </a:lnTo>
                  <a:lnTo>
                    <a:pt x="210" y="591"/>
                  </a:lnTo>
                  <a:lnTo>
                    <a:pt x="210" y="591"/>
                  </a:lnTo>
                  <a:lnTo>
                    <a:pt x="212" y="588"/>
                  </a:lnTo>
                  <a:lnTo>
                    <a:pt x="212" y="588"/>
                  </a:lnTo>
                  <a:lnTo>
                    <a:pt x="212" y="586"/>
                  </a:lnTo>
                  <a:lnTo>
                    <a:pt x="212" y="586"/>
                  </a:lnTo>
                  <a:lnTo>
                    <a:pt x="212" y="586"/>
                  </a:lnTo>
                  <a:lnTo>
                    <a:pt x="212" y="586"/>
                  </a:lnTo>
                  <a:lnTo>
                    <a:pt x="214" y="584"/>
                  </a:lnTo>
                  <a:lnTo>
                    <a:pt x="212" y="584"/>
                  </a:lnTo>
                  <a:lnTo>
                    <a:pt x="212" y="584"/>
                  </a:lnTo>
                  <a:lnTo>
                    <a:pt x="212" y="584"/>
                  </a:lnTo>
                  <a:lnTo>
                    <a:pt x="212" y="584"/>
                  </a:lnTo>
                  <a:lnTo>
                    <a:pt x="212" y="582"/>
                  </a:lnTo>
                  <a:lnTo>
                    <a:pt x="212" y="582"/>
                  </a:lnTo>
                  <a:lnTo>
                    <a:pt x="210" y="580"/>
                  </a:lnTo>
                  <a:lnTo>
                    <a:pt x="210" y="580"/>
                  </a:lnTo>
                  <a:lnTo>
                    <a:pt x="210" y="578"/>
                  </a:lnTo>
                  <a:lnTo>
                    <a:pt x="210" y="578"/>
                  </a:lnTo>
                  <a:lnTo>
                    <a:pt x="210" y="578"/>
                  </a:lnTo>
                  <a:lnTo>
                    <a:pt x="210" y="576"/>
                  </a:lnTo>
                  <a:lnTo>
                    <a:pt x="210" y="576"/>
                  </a:lnTo>
                  <a:lnTo>
                    <a:pt x="210" y="576"/>
                  </a:lnTo>
                  <a:lnTo>
                    <a:pt x="210" y="576"/>
                  </a:lnTo>
                  <a:lnTo>
                    <a:pt x="212" y="576"/>
                  </a:lnTo>
                  <a:lnTo>
                    <a:pt x="212" y="576"/>
                  </a:lnTo>
                  <a:lnTo>
                    <a:pt x="212" y="576"/>
                  </a:lnTo>
                  <a:lnTo>
                    <a:pt x="212" y="576"/>
                  </a:lnTo>
                  <a:lnTo>
                    <a:pt x="212" y="576"/>
                  </a:lnTo>
                  <a:lnTo>
                    <a:pt x="214" y="576"/>
                  </a:lnTo>
                  <a:lnTo>
                    <a:pt x="214" y="576"/>
                  </a:lnTo>
                  <a:lnTo>
                    <a:pt x="216" y="576"/>
                  </a:lnTo>
                  <a:lnTo>
                    <a:pt x="216" y="576"/>
                  </a:lnTo>
                  <a:lnTo>
                    <a:pt x="216" y="576"/>
                  </a:lnTo>
                  <a:lnTo>
                    <a:pt x="218" y="576"/>
                  </a:lnTo>
                  <a:lnTo>
                    <a:pt x="218" y="574"/>
                  </a:lnTo>
                  <a:lnTo>
                    <a:pt x="218" y="574"/>
                  </a:lnTo>
                  <a:lnTo>
                    <a:pt x="218" y="574"/>
                  </a:lnTo>
                  <a:lnTo>
                    <a:pt x="218" y="572"/>
                  </a:lnTo>
                  <a:lnTo>
                    <a:pt x="218" y="572"/>
                  </a:lnTo>
                  <a:lnTo>
                    <a:pt x="218" y="572"/>
                  </a:lnTo>
                  <a:lnTo>
                    <a:pt x="218" y="572"/>
                  </a:lnTo>
                  <a:lnTo>
                    <a:pt x="218" y="570"/>
                  </a:lnTo>
                  <a:lnTo>
                    <a:pt x="220" y="570"/>
                  </a:lnTo>
                  <a:lnTo>
                    <a:pt x="220" y="570"/>
                  </a:lnTo>
                  <a:lnTo>
                    <a:pt x="222" y="568"/>
                  </a:lnTo>
                  <a:lnTo>
                    <a:pt x="222" y="566"/>
                  </a:lnTo>
                  <a:lnTo>
                    <a:pt x="222" y="566"/>
                  </a:lnTo>
                  <a:lnTo>
                    <a:pt x="222" y="566"/>
                  </a:lnTo>
                  <a:lnTo>
                    <a:pt x="224" y="564"/>
                  </a:lnTo>
                  <a:lnTo>
                    <a:pt x="224" y="562"/>
                  </a:lnTo>
                  <a:lnTo>
                    <a:pt x="224" y="560"/>
                  </a:lnTo>
                  <a:lnTo>
                    <a:pt x="224" y="560"/>
                  </a:lnTo>
                  <a:lnTo>
                    <a:pt x="222" y="560"/>
                  </a:lnTo>
                  <a:lnTo>
                    <a:pt x="222" y="560"/>
                  </a:lnTo>
                  <a:lnTo>
                    <a:pt x="222" y="558"/>
                  </a:lnTo>
                  <a:lnTo>
                    <a:pt x="222" y="558"/>
                  </a:lnTo>
                  <a:lnTo>
                    <a:pt x="222" y="558"/>
                  </a:lnTo>
                  <a:lnTo>
                    <a:pt x="220" y="558"/>
                  </a:lnTo>
                  <a:lnTo>
                    <a:pt x="220" y="558"/>
                  </a:lnTo>
                  <a:lnTo>
                    <a:pt x="220" y="556"/>
                  </a:lnTo>
                  <a:lnTo>
                    <a:pt x="220" y="556"/>
                  </a:lnTo>
                  <a:lnTo>
                    <a:pt x="220" y="556"/>
                  </a:lnTo>
                  <a:lnTo>
                    <a:pt x="220" y="556"/>
                  </a:lnTo>
                  <a:lnTo>
                    <a:pt x="222" y="554"/>
                  </a:lnTo>
                  <a:lnTo>
                    <a:pt x="224" y="554"/>
                  </a:lnTo>
                  <a:lnTo>
                    <a:pt x="224" y="554"/>
                  </a:lnTo>
                  <a:lnTo>
                    <a:pt x="226" y="552"/>
                  </a:lnTo>
                  <a:lnTo>
                    <a:pt x="226" y="550"/>
                  </a:lnTo>
                  <a:lnTo>
                    <a:pt x="226" y="548"/>
                  </a:lnTo>
                  <a:lnTo>
                    <a:pt x="228" y="546"/>
                  </a:lnTo>
                  <a:lnTo>
                    <a:pt x="228" y="546"/>
                  </a:lnTo>
                  <a:lnTo>
                    <a:pt x="232" y="546"/>
                  </a:lnTo>
                  <a:lnTo>
                    <a:pt x="236" y="546"/>
                  </a:lnTo>
                  <a:lnTo>
                    <a:pt x="237" y="546"/>
                  </a:lnTo>
                  <a:lnTo>
                    <a:pt x="237" y="546"/>
                  </a:lnTo>
                  <a:lnTo>
                    <a:pt x="237" y="544"/>
                  </a:lnTo>
                  <a:lnTo>
                    <a:pt x="237" y="544"/>
                  </a:lnTo>
                  <a:lnTo>
                    <a:pt x="237" y="544"/>
                  </a:lnTo>
                  <a:lnTo>
                    <a:pt x="237" y="542"/>
                  </a:lnTo>
                  <a:lnTo>
                    <a:pt x="237" y="542"/>
                  </a:lnTo>
                  <a:lnTo>
                    <a:pt x="237" y="540"/>
                  </a:lnTo>
                  <a:lnTo>
                    <a:pt x="237" y="540"/>
                  </a:lnTo>
                  <a:lnTo>
                    <a:pt x="239" y="540"/>
                  </a:lnTo>
                  <a:lnTo>
                    <a:pt x="239" y="538"/>
                  </a:lnTo>
                  <a:lnTo>
                    <a:pt x="241" y="535"/>
                  </a:lnTo>
                  <a:lnTo>
                    <a:pt x="241" y="535"/>
                  </a:lnTo>
                  <a:lnTo>
                    <a:pt x="241" y="533"/>
                  </a:lnTo>
                  <a:lnTo>
                    <a:pt x="243" y="531"/>
                  </a:lnTo>
                  <a:lnTo>
                    <a:pt x="243" y="529"/>
                  </a:lnTo>
                  <a:lnTo>
                    <a:pt x="243" y="529"/>
                  </a:lnTo>
                  <a:lnTo>
                    <a:pt x="243" y="529"/>
                  </a:lnTo>
                  <a:lnTo>
                    <a:pt x="245" y="527"/>
                  </a:lnTo>
                  <a:lnTo>
                    <a:pt x="245" y="527"/>
                  </a:lnTo>
                  <a:lnTo>
                    <a:pt x="245" y="527"/>
                  </a:lnTo>
                  <a:lnTo>
                    <a:pt x="247" y="527"/>
                  </a:lnTo>
                  <a:lnTo>
                    <a:pt x="247" y="527"/>
                  </a:lnTo>
                  <a:lnTo>
                    <a:pt x="253" y="525"/>
                  </a:lnTo>
                  <a:lnTo>
                    <a:pt x="253" y="525"/>
                  </a:lnTo>
                  <a:lnTo>
                    <a:pt x="253" y="523"/>
                  </a:lnTo>
                  <a:lnTo>
                    <a:pt x="255" y="523"/>
                  </a:lnTo>
                  <a:lnTo>
                    <a:pt x="255" y="523"/>
                  </a:lnTo>
                  <a:lnTo>
                    <a:pt x="255" y="521"/>
                  </a:lnTo>
                  <a:lnTo>
                    <a:pt x="263" y="519"/>
                  </a:lnTo>
                  <a:lnTo>
                    <a:pt x="263" y="519"/>
                  </a:lnTo>
                  <a:lnTo>
                    <a:pt x="263" y="519"/>
                  </a:lnTo>
                  <a:lnTo>
                    <a:pt x="265" y="515"/>
                  </a:lnTo>
                  <a:lnTo>
                    <a:pt x="267" y="515"/>
                  </a:lnTo>
                  <a:lnTo>
                    <a:pt x="267" y="513"/>
                  </a:lnTo>
                  <a:lnTo>
                    <a:pt x="267" y="513"/>
                  </a:lnTo>
                  <a:lnTo>
                    <a:pt x="267" y="511"/>
                  </a:lnTo>
                  <a:lnTo>
                    <a:pt x="267" y="511"/>
                  </a:lnTo>
                  <a:lnTo>
                    <a:pt x="267" y="509"/>
                  </a:lnTo>
                  <a:lnTo>
                    <a:pt x="267" y="509"/>
                  </a:lnTo>
                  <a:lnTo>
                    <a:pt x="267" y="507"/>
                  </a:lnTo>
                  <a:lnTo>
                    <a:pt x="269" y="507"/>
                  </a:lnTo>
                  <a:lnTo>
                    <a:pt x="271" y="507"/>
                  </a:lnTo>
                  <a:lnTo>
                    <a:pt x="273" y="507"/>
                  </a:lnTo>
                  <a:lnTo>
                    <a:pt x="273" y="505"/>
                  </a:lnTo>
                  <a:lnTo>
                    <a:pt x="273" y="505"/>
                  </a:lnTo>
                  <a:lnTo>
                    <a:pt x="273" y="503"/>
                  </a:lnTo>
                  <a:lnTo>
                    <a:pt x="273" y="503"/>
                  </a:lnTo>
                  <a:lnTo>
                    <a:pt x="275" y="501"/>
                  </a:lnTo>
                  <a:lnTo>
                    <a:pt x="275" y="501"/>
                  </a:lnTo>
                  <a:lnTo>
                    <a:pt x="275" y="501"/>
                  </a:lnTo>
                  <a:lnTo>
                    <a:pt x="277" y="499"/>
                  </a:lnTo>
                  <a:lnTo>
                    <a:pt x="277" y="495"/>
                  </a:lnTo>
                  <a:lnTo>
                    <a:pt x="277" y="495"/>
                  </a:lnTo>
                  <a:lnTo>
                    <a:pt x="277" y="495"/>
                  </a:lnTo>
                  <a:lnTo>
                    <a:pt x="277" y="495"/>
                  </a:lnTo>
                  <a:lnTo>
                    <a:pt x="277" y="493"/>
                  </a:lnTo>
                  <a:lnTo>
                    <a:pt x="277" y="493"/>
                  </a:lnTo>
                  <a:lnTo>
                    <a:pt x="277" y="491"/>
                  </a:lnTo>
                  <a:lnTo>
                    <a:pt x="275" y="491"/>
                  </a:lnTo>
                  <a:lnTo>
                    <a:pt x="275" y="489"/>
                  </a:lnTo>
                  <a:lnTo>
                    <a:pt x="275" y="489"/>
                  </a:lnTo>
                  <a:lnTo>
                    <a:pt x="275" y="489"/>
                  </a:lnTo>
                  <a:lnTo>
                    <a:pt x="275" y="487"/>
                  </a:lnTo>
                  <a:lnTo>
                    <a:pt x="275" y="487"/>
                  </a:lnTo>
                  <a:lnTo>
                    <a:pt x="275" y="487"/>
                  </a:lnTo>
                  <a:lnTo>
                    <a:pt x="275" y="485"/>
                  </a:lnTo>
                  <a:lnTo>
                    <a:pt x="273" y="485"/>
                  </a:lnTo>
                  <a:lnTo>
                    <a:pt x="273" y="485"/>
                  </a:lnTo>
                  <a:lnTo>
                    <a:pt x="271" y="483"/>
                  </a:lnTo>
                  <a:lnTo>
                    <a:pt x="271" y="483"/>
                  </a:lnTo>
                  <a:lnTo>
                    <a:pt x="271" y="483"/>
                  </a:lnTo>
                  <a:lnTo>
                    <a:pt x="271" y="483"/>
                  </a:lnTo>
                  <a:lnTo>
                    <a:pt x="271" y="482"/>
                  </a:lnTo>
                  <a:lnTo>
                    <a:pt x="271" y="482"/>
                  </a:lnTo>
                  <a:lnTo>
                    <a:pt x="271" y="482"/>
                  </a:lnTo>
                  <a:lnTo>
                    <a:pt x="271" y="482"/>
                  </a:lnTo>
                  <a:lnTo>
                    <a:pt x="271" y="480"/>
                  </a:lnTo>
                  <a:lnTo>
                    <a:pt x="271" y="480"/>
                  </a:lnTo>
                  <a:lnTo>
                    <a:pt x="271" y="478"/>
                  </a:lnTo>
                  <a:lnTo>
                    <a:pt x="271" y="478"/>
                  </a:lnTo>
                  <a:lnTo>
                    <a:pt x="271" y="478"/>
                  </a:lnTo>
                  <a:lnTo>
                    <a:pt x="271" y="478"/>
                  </a:lnTo>
                  <a:lnTo>
                    <a:pt x="269" y="478"/>
                  </a:lnTo>
                  <a:lnTo>
                    <a:pt x="269" y="476"/>
                  </a:lnTo>
                  <a:lnTo>
                    <a:pt x="269" y="476"/>
                  </a:lnTo>
                  <a:lnTo>
                    <a:pt x="269" y="476"/>
                  </a:lnTo>
                  <a:lnTo>
                    <a:pt x="269" y="474"/>
                  </a:lnTo>
                  <a:lnTo>
                    <a:pt x="269" y="474"/>
                  </a:lnTo>
                  <a:lnTo>
                    <a:pt x="269" y="474"/>
                  </a:lnTo>
                  <a:lnTo>
                    <a:pt x="269" y="474"/>
                  </a:lnTo>
                  <a:lnTo>
                    <a:pt x="269" y="472"/>
                  </a:lnTo>
                  <a:lnTo>
                    <a:pt x="269" y="472"/>
                  </a:lnTo>
                  <a:lnTo>
                    <a:pt x="269" y="470"/>
                  </a:lnTo>
                  <a:lnTo>
                    <a:pt x="269" y="468"/>
                  </a:lnTo>
                  <a:lnTo>
                    <a:pt x="269" y="466"/>
                  </a:lnTo>
                  <a:lnTo>
                    <a:pt x="269" y="466"/>
                  </a:lnTo>
                  <a:lnTo>
                    <a:pt x="271" y="466"/>
                  </a:lnTo>
                  <a:lnTo>
                    <a:pt x="271" y="464"/>
                  </a:lnTo>
                  <a:lnTo>
                    <a:pt x="273" y="464"/>
                  </a:lnTo>
                  <a:lnTo>
                    <a:pt x="275" y="462"/>
                  </a:lnTo>
                  <a:lnTo>
                    <a:pt x="277" y="462"/>
                  </a:lnTo>
                  <a:lnTo>
                    <a:pt x="277" y="462"/>
                  </a:lnTo>
                  <a:lnTo>
                    <a:pt x="283" y="462"/>
                  </a:lnTo>
                  <a:lnTo>
                    <a:pt x="283" y="460"/>
                  </a:lnTo>
                  <a:lnTo>
                    <a:pt x="285" y="460"/>
                  </a:lnTo>
                  <a:lnTo>
                    <a:pt x="285" y="460"/>
                  </a:lnTo>
                  <a:lnTo>
                    <a:pt x="285" y="458"/>
                  </a:lnTo>
                  <a:lnTo>
                    <a:pt x="285" y="458"/>
                  </a:lnTo>
                  <a:lnTo>
                    <a:pt x="285" y="458"/>
                  </a:lnTo>
                  <a:lnTo>
                    <a:pt x="285" y="458"/>
                  </a:lnTo>
                  <a:lnTo>
                    <a:pt x="287" y="456"/>
                  </a:lnTo>
                  <a:lnTo>
                    <a:pt x="287" y="456"/>
                  </a:lnTo>
                  <a:lnTo>
                    <a:pt x="287" y="456"/>
                  </a:lnTo>
                  <a:lnTo>
                    <a:pt x="288" y="452"/>
                  </a:lnTo>
                  <a:lnTo>
                    <a:pt x="290" y="450"/>
                  </a:lnTo>
                  <a:lnTo>
                    <a:pt x="292" y="450"/>
                  </a:lnTo>
                  <a:lnTo>
                    <a:pt x="292" y="450"/>
                  </a:lnTo>
                  <a:lnTo>
                    <a:pt x="292" y="452"/>
                  </a:lnTo>
                  <a:lnTo>
                    <a:pt x="292" y="452"/>
                  </a:lnTo>
                  <a:lnTo>
                    <a:pt x="294" y="454"/>
                  </a:lnTo>
                  <a:lnTo>
                    <a:pt x="294" y="454"/>
                  </a:lnTo>
                  <a:lnTo>
                    <a:pt x="294" y="454"/>
                  </a:lnTo>
                  <a:lnTo>
                    <a:pt x="294" y="454"/>
                  </a:lnTo>
                  <a:lnTo>
                    <a:pt x="296" y="454"/>
                  </a:lnTo>
                  <a:lnTo>
                    <a:pt x="298" y="454"/>
                  </a:lnTo>
                  <a:lnTo>
                    <a:pt x="298" y="454"/>
                  </a:lnTo>
                  <a:lnTo>
                    <a:pt x="300" y="454"/>
                  </a:lnTo>
                  <a:lnTo>
                    <a:pt x="300" y="452"/>
                  </a:lnTo>
                  <a:lnTo>
                    <a:pt x="300" y="452"/>
                  </a:lnTo>
                  <a:lnTo>
                    <a:pt x="302" y="452"/>
                  </a:lnTo>
                  <a:lnTo>
                    <a:pt x="306" y="454"/>
                  </a:lnTo>
                  <a:lnTo>
                    <a:pt x="306" y="454"/>
                  </a:lnTo>
                  <a:lnTo>
                    <a:pt x="306" y="454"/>
                  </a:lnTo>
                  <a:lnTo>
                    <a:pt x="306" y="454"/>
                  </a:lnTo>
                  <a:lnTo>
                    <a:pt x="306" y="456"/>
                  </a:lnTo>
                  <a:lnTo>
                    <a:pt x="306" y="456"/>
                  </a:lnTo>
                  <a:lnTo>
                    <a:pt x="306" y="456"/>
                  </a:lnTo>
                  <a:lnTo>
                    <a:pt x="306" y="456"/>
                  </a:lnTo>
                  <a:lnTo>
                    <a:pt x="306" y="456"/>
                  </a:lnTo>
                  <a:lnTo>
                    <a:pt x="304" y="456"/>
                  </a:lnTo>
                  <a:lnTo>
                    <a:pt x="302" y="456"/>
                  </a:lnTo>
                  <a:lnTo>
                    <a:pt x="302" y="456"/>
                  </a:lnTo>
                  <a:lnTo>
                    <a:pt x="302" y="456"/>
                  </a:lnTo>
                  <a:lnTo>
                    <a:pt x="302" y="458"/>
                  </a:lnTo>
                  <a:lnTo>
                    <a:pt x="302" y="458"/>
                  </a:lnTo>
                  <a:lnTo>
                    <a:pt x="302" y="460"/>
                  </a:lnTo>
                  <a:lnTo>
                    <a:pt x="302" y="460"/>
                  </a:lnTo>
                  <a:lnTo>
                    <a:pt x="302" y="460"/>
                  </a:lnTo>
                  <a:lnTo>
                    <a:pt x="302" y="462"/>
                  </a:lnTo>
                  <a:lnTo>
                    <a:pt x="302" y="462"/>
                  </a:lnTo>
                  <a:lnTo>
                    <a:pt x="304" y="462"/>
                  </a:lnTo>
                  <a:lnTo>
                    <a:pt x="304" y="462"/>
                  </a:lnTo>
                  <a:lnTo>
                    <a:pt x="304" y="464"/>
                  </a:lnTo>
                  <a:lnTo>
                    <a:pt x="306" y="468"/>
                  </a:lnTo>
                  <a:lnTo>
                    <a:pt x="308" y="470"/>
                  </a:lnTo>
                  <a:lnTo>
                    <a:pt x="310" y="472"/>
                  </a:lnTo>
                  <a:lnTo>
                    <a:pt x="310" y="474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4" y="474"/>
                  </a:lnTo>
                  <a:lnTo>
                    <a:pt x="314" y="474"/>
                  </a:lnTo>
                  <a:lnTo>
                    <a:pt x="314" y="474"/>
                  </a:lnTo>
                  <a:lnTo>
                    <a:pt x="314" y="474"/>
                  </a:lnTo>
                  <a:lnTo>
                    <a:pt x="316" y="476"/>
                  </a:lnTo>
                  <a:lnTo>
                    <a:pt x="316" y="476"/>
                  </a:lnTo>
                  <a:lnTo>
                    <a:pt x="318" y="476"/>
                  </a:lnTo>
                  <a:lnTo>
                    <a:pt x="318" y="476"/>
                  </a:lnTo>
                  <a:lnTo>
                    <a:pt x="318" y="478"/>
                  </a:lnTo>
                  <a:lnTo>
                    <a:pt x="320" y="478"/>
                  </a:lnTo>
                  <a:lnTo>
                    <a:pt x="320" y="478"/>
                  </a:lnTo>
                  <a:lnTo>
                    <a:pt x="320" y="478"/>
                  </a:lnTo>
                  <a:lnTo>
                    <a:pt x="320" y="480"/>
                  </a:lnTo>
                  <a:lnTo>
                    <a:pt x="320" y="480"/>
                  </a:lnTo>
                  <a:lnTo>
                    <a:pt x="320" y="482"/>
                  </a:lnTo>
                  <a:lnTo>
                    <a:pt x="320" y="482"/>
                  </a:lnTo>
                  <a:lnTo>
                    <a:pt x="320" y="482"/>
                  </a:lnTo>
                  <a:lnTo>
                    <a:pt x="322" y="480"/>
                  </a:lnTo>
                  <a:lnTo>
                    <a:pt x="322" y="480"/>
                  </a:lnTo>
                  <a:lnTo>
                    <a:pt x="324" y="480"/>
                  </a:lnTo>
                  <a:lnTo>
                    <a:pt x="328" y="482"/>
                  </a:lnTo>
                  <a:lnTo>
                    <a:pt x="330" y="482"/>
                  </a:lnTo>
                  <a:lnTo>
                    <a:pt x="330" y="482"/>
                  </a:lnTo>
                  <a:lnTo>
                    <a:pt x="332" y="482"/>
                  </a:lnTo>
                  <a:lnTo>
                    <a:pt x="332" y="482"/>
                  </a:lnTo>
                  <a:lnTo>
                    <a:pt x="332" y="480"/>
                  </a:lnTo>
                  <a:lnTo>
                    <a:pt x="332" y="482"/>
                  </a:lnTo>
                  <a:lnTo>
                    <a:pt x="334" y="482"/>
                  </a:lnTo>
                  <a:lnTo>
                    <a:pt x="334" y="482"/>
                  </a:lnTo>
                  <a:lnTo>
                    <a:pt x="334" y="482"/>
                  </a:lnTo>
                  <a:lnTo>
                    <a:pt x="334" y="483"/>
                  </a:lnTo>
                  <a:lnTo>
                    <a:pt x="334" y="483"/>
                  </a:lnTo>
                  <a:lnTo>
                    <a:pt x="334" y="483"/>
                  </a:lnTo>
                  <a:lnTo>
                    <a:pt x="336" y="483"/>
                  </a:lnTo>
                  <a:lnTo>
                    <a:pt x="336" y="485"/>
                  </a:lnTo>
                  <a:lnTo>
                    <a:pt x="336" y="485"/>
                  </a:lnTo>
                  <a:lnTo>
                    <a:pt x="336" y="485"/>
                  </a:lnTo>
                  <a:lnTo>
                    <a:pt x="336" y="487"/>
                  </a:lnTo>
                  <a:lnTo>
                    <a:pt x="336" y="487"/>
                  </a:lnTo>
                  <a:lnTo>
                    <a:pt x="336" y="487"/>
                  </a:lnTo>
                  <a:lnTo>
                    <a:pt x="336" y="489"/>
                  </a:lnTo>
                  <a:lnTo>
                    <a:pt x="336" y="489"/>
                  </a:lnTo>
                  <a:lnTo>
                    <a:pt x="336" y="489"/>
                  </a:lnTo>
                  <a:lnTo>
                    <a:pt x="336" y="491"/>
                  </a:lnTo>
                  <a:lnTo>
                    <a:pt x="336" y="491"/>
                  </a:lnTo>
                  <a:lnTo>
                    <a:pt x="336" y="491"/>
                  </a:lnTo>
                  <a:lnTo>
                    <a:pt x="336" y="491"/>
                  </a:lnTo>
                  <a:lnTo>
                    <a:pt x="336" y="491"/>
                  </a:lnTo>
                  <a:lnTo>
                    <a:pt x="336" y="491"/>
                  </a:lnTo>
                  <a:lnTo>
                    <a:pt x="334" y="493"/>
                  </a:lnTo>
                  <a:lnTo>
                    <a:pt x="332" y="493"/>
                  </a:lnTo>
                  <a:lnTo>
                    <a:pt x="334" y="493"/>
                  </a:lnTo>
                  <a:lnTo>
                    <a:pt x="334" y="495"/>
                  </a:lnTo>
                  <a:lnTo>
                    <a:pt x="334" y="495"/>
                  </a:lnTo>
                  <a:lnTo>
                    <a:pt x="336" y="495"/>
                  </a:lnTo>
                  <a:lnTo>
                    <a:pt x="338" y="493"/>
                  </a:lnTo>
                  <a:lnTo>
                    <a:pt x="338" y="493"/>
                  </a:lnTo>
                  <a:lnTo>
                    <a:pt x="339" y="493"/>
                  </a:lnTo>
                  <a:lnTo>
                    <a:pt x="339" y="493"/>
                  </a:lnTo>
                  <a:lnTo>
                    <a:pt x="339" y="491"/>
                  </a:lnTo>
                  <a:lnTo>
                    <a:pt x="339" y="491"/>
                  </a:lnTo>
                  <a:lnTo>
                    <a:pt x="339" y="491"/>
                  </a:lnTo>
                  <a:lnTo>
                    <a:pt x="339" y="491"/>
                  </a:lnTo>
                  <a:lnTo>
                    <a:pt x="345" y="489"/>
                  </a:lnTo>
                  <a:lnTo>
                    <a:pt x="347" y="491"/>
                  </a:lnTo>
                  <a:lnTo>
                    <a:pt x="347" y="491"/>
                  </a:lnTo>
                  <a:lnTo>
                    <a:pt x="347" y="491"/>
                  </a:lnTo>
                  <a:lnTo>
                    <a:pt x="349" y="491"/>
                  </a:lnTo>
                  <a:lnTo>
                    <a:pt x="349" y="493"/>
                  </a:lnTo>
                  <a:lnTo>
                    <a:pt x="349" y="493"/>
                  </a:lnTo>
                  <a:lnTo>
                    <a:pt x="349" y="493"/>
                  </a:lnTo>
                  <a:lnTo>
                    <a:pt x="351" y="493"/>
                  </a:lnTo>
                  <a:lnTo>
                    <a:pt x="353" y="493"/>
                  </a:lnTo>
                  <a:lnTo>
                    <a:pt x="355" y="493"/>
                  </a:lnTo>
                  <a:lnTo>
                    <a:pt x="355" y="495"/>
                  </a:lnTo>
                  <a:lnTo>
                    <a:pt x="355" y="495"/>
                  </a:lnTo>
                  <a:lnTo>
                    <a:pt x="355" y="497"/>
                  </a:lnTo>
                  <a:lnTo>
                    <a:pt x="357" y="499"/>
                  </a:lnTo>
                  <a:lnTo>
                    <a:pt x="357" y="501"/>
                  </a:lnTo>
                  <a:lnTo>
                    <a:pt x="359" y="501"/>
                  </a:lnTo>
                  <a:lnTo>
                    <a:pt x="359" y="503"/>
                  </a:lnTo>
                  <a:lnTo>
                    <a:pt x="359" y="503"/>
                  </a:lnTo>
                  <a:lnTo>
                    <a:pt x="359" y="501"/>
                  </a:lnTo>
                  <a:lnTo>
                    <a:pt x="361" y="499"/>
                  </a:lnTo>
                  <a:lnTo>
                    <a:pt x="361" y="499"/>
                  </a:lnTo>
                  <a:lnTo>
                    <a:pt x="361" y="499"/>
                  </a:lnTo>
                  <a:lnTo>
                    <a:pt x="361" y="499"/>
                  </a:lnTo>
                  <a:lnTo>
                    <a:pt x="361" y="499"/>
                  </a:lnTo>
                  <a:lnTo>
                    <a:pt x="363" y="501"/>
                  </a:lnTo>
                  <a:lnTo>
                    <a:pt x="363" y="501"/>
                  </a:lnTo>
                  <a:lnTo>
                    <a:pt x="365" y="501"/>
                  </a:lnTo>
                  <a:lnTo>
                    <a:pt x="365" y="499"/>
                  </a:lnTo>
                  <a:lnTo>
                    <a:pt x="365" y="499"/>
                  </a:lnTo>
                  <a:lnTo>
                    <a:pt x="365" y="499"/>
                  </a:lnTo>
                  <a:lnTo>
                    <a:pt x="365" y="497"/>
                  </a:lnTo>
                  <a:lnTo>
                    <a:pt x="365" y="497"/>
                  </a:lnTo>
                  <a:lnTo>
                    <a:pt x="373" y="495"/>
                  </a:lnTo>
                  <a:lnTo>
                    <a:pt x="373" y="495"/>
                  </a:lnTo>
                  <a:lnTo>
                    <a:pt x="373" y="493"/>
                  </a:lnTo>
                  <a:lnTo>
                    <a:pt x="375" y="493"/>
                  </a:lnTo>
                  <a:lnTo>
                    <a:pt x="375" y="491"/>
                  </a:lnTo>
                  <a:lnTo>
                    <a:pt x="375" y="491"/>
                  </a:lnTo>
                  <a:lnTo>
                    <a:pt x="375" y="489"/>
                  </a:lnTo>
                  <a:lnTo>
                    <a:pt x="375" y="489"/>
                  </a:lnTo>
                  <a:lnTo>
                    <a:pt x="373" y="487"/>
                  </a:lnTo>
                  <a:lnTo>
                    <a:pt x="373" y="487"/>
                  </a:lnTo>
                  <a:lnTo>
                    <a:pt x="373" y="487"/>
                  </a:lnTo>
                  <a:lnTo>
                    <a:pt x="373" y="487"/>
                  </a:lnTo>
                  <a:lnTo>
                    <a:pt x="373" y="485"/>
                  </a:lnTo>
                  <a:lnTo>
                    <a:pt x="373" y="485"/>
                  </a:lnTo>
                  <a:lnTo>
                    <a:pt x="371" y="485"/>
                  </a:lnTo>
                  <a:lnTo>
                    <a:pt x="371" y="483"/>
                  </a:lnTo>
                  <a:lnTo>
                    <a:pt x="369" y="483"/>
                  </a:lnTo>
                  <a:lnTo>
                    <a:pt x="369" y="483"/>
                  </a:lnTo>
                  <a:lnTo>
                    <a:pt x="369" y="483"/>
                  </a:lnTo>
                  <a:lnTo>
                    <a:pt x="369" y="482"/>
                  </a:lnTo>
                  <a:lnTo>
                    <a:pt x="371" y="480"/>
                  </a:lnTo>
                  <a:lnTo>
                    <a:pt x="373" y="478"/>
                  </a:lnTo>
                  <a:lnTo>
                    <a:pt x="373" y="476"/>
                  </a:lnTo>
                  <a:lnTo>
                    <a:pt x="373" y="476"/>
                  </a:lnTo>
                  <a:lnTo>
                    <a:pt x="375" y="476"/>
                  </a:lnTo>
                  <a:lnTo>
                    <a:pt x="375" y="476"/>
                  </a:lnTo>
                  <a:lnTo>
                    <a:pt x="375" y="476"/>
                  </a:lnTo>
                  <a:lnTo>
                    <a:pt x="375" y="476"/>
                  </a:lnTo>
                  <a:lnTo>
                    <a:pt x="375" y="474"/>
                  </a:lnTo>
                  <a:lnTo>
                    <a:pt x="375" y="472"/>
                  </a:lnTo>
                  <a:lnTo>
                    <a:pt x="377" y="472"/>
                  </a:lnTo>
                  <a:lnTo>
                    <a:pt x="377" y="470"/>
                  </a:lnTo>
                  <a:lnTo>
                    <a:pt x="377" y="470"/>
                  </a:lnTo>
                  <a:lnTo>
                    <a:pt x="381" y="470"/>
                  </a:lnTo>
                  <a:lnTo>
                    <a:pt x="381" y="468"/>
                  </a:lnTo>
                  <a:lnTo>
                    <a:pt x="381" y="468"/>
                  </a:lnTo>
                  <a:lnTo>
                    <a:pt x="383" y="468"/>
                  </a:lnTo>
                  <a:lnTo>
                    <a:pt x="383" y="464"/>
                  </a:lnTo>
                  <a:lnTo>
                    <a:pt x="385" y="464"/>
                  </a:lnTo>
                  <a:lnTo>
                    <a:pt x="385" y="462"/>
                  </a:lnTo>
                  <a:lnTo>
                    <a:pt x="387" y="462"/>
                  </a:lnTo>
                  <a:lnTo>
                    <a:pt x="387" y="462"/>
                  </a:lnTo>
                  <a:lnTo>
                    <a:pt x="390" y="462"/>
                  </a:lnTo>
                  <a:lnTo>
                    <a:pt x="390" y="460"/>
                  </a:lnTo>
                  <a:lnTo>
                    <a:pt x="390" y="460"/>
                  </a:lnTo>
                  <a:lnTo>
                    <a:pt x="392" y="458"/>
                  </a:lnTo>
                  <a:lnTo>
                    <a:pt x="392" y="458"/>
                  </a:lnTo>
                  <a:lnTo>
                    <a:pt x="392" y="456"/>
                  </a:lnTo>
                  <a:lnTo>
                    <a:pt x="390" y="456"/>
                  </a:lnTo>
                  <a:lnTo>
                    <a:pt x="389" y="454"/>
                  </a:lnTo>
                  <a:lnTo>
                    <a:pt x="389" y="454"/>
                  </a:lnTo>
                  <a:lnTo>
                    <a:pt x="389" y="454"/>
                  </a:lnTo>
                  <a:lnTo>
                    <a:pt x="389" y="452"/>
                  </a:lnTo>
                  <a:lnTo>
                    <a:pt x="390" y="450"/>
                  </a:lnTo>
                  <a:lnTo>
                    <a:pt x="390" y="450"/>
                  </a:lnTo>
                  <a:lnTo>
                    <a:pt x="390" y="450"/>
                  </a:lnTo>
                  <a:lnTo>
                    <a:pt x="390" y="448"/>
                  </a:lnTo>
                  <a:lnTo>
                    <a:pt x="389" y="448"/>
                  </a:lnTo>
                  <a:lnTo>
                    <a:pt x="389" y="448"/>
                  </a:lnTo>
                  <a:lnTo>
                    <a:pt x="389" y="448"/>
                  </a:lnTo>
                  <a:lnTo>
                    <a:pt x="389" y="446"/>
                  </a:lnTo>
                  <a:lnTo>
                    <a:pt x="389" y="446"/>
                  </a:lnTo>
                  <a:lnTo>
                    <a:pt x="389" y="444"/>
                  </a:lnTo>
                  <a:lnTo>
                    <a:pt x="389" y="444"/>
                  </a:lnTo>
                  <a:lnTo>
                    <a:pt x="389" y="444"/>
                  </a:lnTo>
                  <a:lnTo>
                    <a:pt x="387" y="444"/>
                  </a:lnTo>
                  <a:lnTo>
                    <a:pt x="387" y="444"/>
                  </a:lnTo>
                  <a:lnTo>
                    <a:pt x="387" y="444"/>
                  </a:lnTo>
                  <a:lnTo>
                    <a:pt x="385" y="444"/>
                  </a:lnTo>
                  <a:lnTo>
                    <a:pt x="383" y="442"/>
                  </a:lnTo>
                  <a:lnTo>
                    <a:pt x="383" y="440"/>
                  </a:lnTo>
                  <a:lnTo>
                    <a:pt x="383" y="440"/>
                  </a:lnTo>
                  <a:lnTo>
                    <a:pt x="383" y="440"/>
                  </a:lnTo>
                  <a:lnTo>
                    <a:pt x="383" y="440"/>
                  </a:lnTo>
                  <a:lnTo>
                    <a:pt x="383" y="440"/>
                  </a:lnTo>
                  <a:lnTo>
                    <a:pt x="385" y="438"/>
                  </a:lnTo>
                  <a:lnTo>
                    <a:pt x="385" y="438"/>
                  </a:lnTo>
                  <a:lnTo>
                    <a:pt x="385" y="436"/>
                  </a:lnTo>
                  <a:lnTo>
                    <a:pt x="385" y="436"/>
                  </a:lnTo>
                  <a:lnTo>
                    <a:pt x="385" y="436"/>
                  </a:lnTo>
                  <a:lnTo>
                    <a:pt x="383" y="434"/>
                  </a:lnTo>
                  <a:lnTo>
                    <a:pt x="383" y="434"/>
                  </a:lnTo>
                  <a:lnTo>
                    <a:pt x="383" y="434"/>
                  </a:lnTo>
                  <a:lnTo>
                    <a:pt x="383" y="432"/>
                  </a:lnTo>
                  <a:lnTo>
                    <a:pt x="383" y="432"/>
                  </a:lnTo>
                  <a:lnTo>
                    <a:pt x="383" y="432"/>
                  </a:lnTo>
                  <a:lnTo>
                    <a:pt x="383" y="432"/>
                  </a:lnTo>
                  <a:lnTo>
                    <a:pt x="383" y="430"/>
                  </a:lnTo>
                  <a:lnTo>
                    <a:pt x="383" y="429"/>
                  </a:lnTo>
                  <a:lnTo>
                    <a:pt x="381" y="429"/>
                  </a:lnTo>
                  <a:lnTo>
                    <a:pt x="381" y="429"/>
                  </a:lnTo>
                  <a:lnTo>
                    <a:pt x="381" y="429"/>
                  </a:lnTo>
                  <a:lnTo>
                    <a:pt x="381" y="429"/>
                  </a:lnTo>
                  <a:lnTo>
                    <a:pt x="381" y="429"/>
                  </a:lnTo>
                  <a:lnTo>
                    <a:pt x="381" y="429"/>
                  </a:lnTo>
                  <a:lnTo>
                    <a:pt x="379" y="429"/>
                  </a:lnTo>
                  <a:lnTo>
                    <a:pt x="379" y="429"/>
                  </a:lnTo>
                  <a:lnTo>
                    <a:pt x="379" y="430"/>
                  </a:lnTo>
                  <a:lnTo>
                    <a:pt x="379" y="430"/>
                  </a:lnTo>
                  <a:lnTo>
                    <a:pt x="377" y="429"/>
                  </a:lnTo>
                  <a:lnTo>
                    <a:pt x="377" y="429"/>
                  </a:lnTo>
                  <a:lnTo>
                    <a:pt x="377" y="429"/>
                  </a:lnTo>
                  <a:lnTo>
                    <a:pt x="377" y="430"/>
                  </a:lnTo>
                  <a:lnTo>
                    <a:pt x="375" y="430"/>
                  </a:lnTo>
                  <a:lnTo>
                    <a:pt x="375" y="430"/>
                  </a:lnTo>
                  <a:lnTo>
                    <a:pt x="373" y="430"/>
                  </a:lnTo>
                  <a:lnTo>
                    <a:pt x="373" y="430"/>
                  </a:lnTo>
                  <a:lnTo>
                    <a:pt x="373" y="429"/>
                  </a:lnTo>
                  <a:lnTo>
                    <a:pt x="371" y="429"/>
                  </a:lnTo>
                  <a:lnTo>
                    <a:pt x="371" y="429"/>
                  </a:lnTo>
                  <a:lnTo>
                    <a:pt x="369" y="425"/>
                  </a:lnTo>
                  <a:lnTo>
                    <a:pt x="367" y="425"/>
                  </a:lnTo>
                  <a:lnTo>
                    <a:pt x="367" y="423"/>
                  </a:lnTo>
                  <a:lnTo>
                    <a:pt x="367" y="423"/>
                  </a:lnTo>
                  <a:lnTo>
                    <a:pt x="367" y="423"/>
                  </a:lnTo>
                  <a:lnTo>
                    <a:pt x="367" y="423"/>
                  </a:lnTo>
                  <a:lnTo>
                    <a:pt x="367" y="421"/>
                  </a:lnTo>
                  <a:lnTo>
                    <a:pt x="367" y="421"/>
                  </a:lnTo>
                  <a:lnTo>
                    <a:pt x="367" y="421"/>
                  </a:lnTo>
                  <a:lnTo>
                    <a:pt x="367" y="421"/>
                  </a:lnTo>
                  <a:lnTo>
                    <a:pt x="367" y="419"/>
                  </a:lnTo>
                  <a:lnTo>
                    <a:pt x="365" y="417"/>
                  </a:lnTo>
                  <a:lnTo>
                    <a:pt x="363" y="417"/>
                  </a:lnTo>
                  <a:lnTo>
                    <a:pt x="363" y="417"/>
                  </a:lnTo>
                  <a:lnTo>
                    <a:pt x="363" y="415"/>
                  </a:lnTo>
                  <a:lnTo>
                    <a:pt x="363" y="415"/>
                  </a:lnTo>
                  <a:lnTo>
                    <a:pt x="363" y="413"/>
                  </a:lnTo>
                  <a:lnTo>
                    <a:pt x="363" y="413"/>
                  </a:lnTo>
                  <a:lnTo>
                    <a:pt x="363" y="411"/>
                  </a:lnTo>
                  <a:lnTo>
                    <a:pt x="363" y="411"/>
                  </a:lnTo>
                  <a:lnTo>
                    <a:pt x="363" y="411"/>
                  </a:lnTo>
                  <a:lnTo>
                    <a:pt x="365" y="409"/>
                  </a:lnTo>
                  <a:lnTo>
                    <a:pt x="365" y="409"/>
                  </a:lnTo>
                  <a:lnTo>
                    <a:pt x="367" y="407"/>
                  </a:lnTo>
                  <a:lnTo>
                    <a:pt x="367" y="407"/>
                  </a:lnTo>
                  <a:lnTo>
                    <a:pt x="369" y="405"/>
                  </a:lnTo>
                  <a:lnTo>
                    <a:pt x="371" y="405"/>
                  </a:lnTo>
                  <a:lnTo>
                    <a:pt x="371" y="405"/>
                  </a:lnTo>
                  <a:lnTo>
                    <a:pt x="371" y="405"/>
                  </a:lnTo>
                  <a:lnTo>
                    <a:pt x="371" y="405"/>
                  </a:lnTo>
                  <a:lnTo>
                    <a:pt x="371" y="403"/>
                  </a:lnTo>
                  <a:lnTo>
                    <a:pt x="371" y="403"/>
                  </a:lnTo>
                  <a:lnTo>
                    <a:pt x="371" y="401"/>
                  </a:lnTo>
                  <a:lnTo>
                    <a:pt x="371" y="401"/>
                  </a:lnTo>
                  <a:lnTo>
                    <a:pt x="371" y="401"/>
                  </a:lnTo>
                  <a:lnTo>
                    <a:pt x="371" y="401"/>
                  </a:lnTo>
                  <a:lnTo>
                    <a:pt x="371" y="401"/>
                  </a:lnTo>
                  <a:lnTo>
                    <a:pt x="371" y="399"/>
                  </a:lnTo>
                  <a:lnTo>
                    <a:pt x="371" y="399"/>
                  </a:lnTo>
                  <a:lnTo>
                    <a:pt x="371" y="399"/>
                  </a:lnTo>
                  <a:lnTo>
                    <a:pt x="371" y="399"/>
                  </a:lnTo>
                  <a:lnTo>
                    <a:pt x="371" y="399"/>
                  </a:lnTo>
                  <a:lnTo>
                    <a:pt x="371" y="399"/>
                  </a:lnTo>
                  <a:lnTo>
                    <a:pt x="373" y="399"/>
                  </a:lnTo>
                  <a:lnTo>
                    <a:pt x="373" y="397"/>
                  </a:lnTo>
                  <a:lnTo>
                    <a:pt x="375" y="397"/>
                  </a:lnTo>
                  <a:lnTo>
                    <a:pt x="375" y="397"/>
                  </a:lnTo>
                  <a:lnTo>
                    <a:pt x="377" y="395"/>
                  </a:lnTo>
                  <a:lnTo>
                    <a:pt x="379" y="395"/>
                  </a:lnTo>
                  <a:lnTo>
                    <a:pt x="379" y="397"/>
                  </a:lnTo>
                  <a:lnTo>
                    <a:pt x="381" y="397"/>
                  </a:lnTo>
                  <a:lnTo>
                    <a:pt x="381" y="397"/>
                  </a:lnTo>
                  <a:lnTo>
                    <a:pt x="381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3" y="397"/>
                  </a:lnTo>
                  <a:lnTo>
                    <a:pt x="385" y="397"/>
                  </a:lnTo>
                  <a:lnTo>
                    <a:pt x="387" y="399"/>
                  </a:lnTo>
                  <a:lnTo>
                    <a:pt x="389" y="397"/>
                  </a:lnTo>
                  <a:lnTo>
                    <a:pt x="389" y="397"/>
                  </a:lnTo>
                  <a:lnTo>
                    <a:pt x="390" y="397"/>
                  </a:lnTo>
                  <a:lnTo>
                    <a:pt x="390" y="397"/>
                  </a:lnTo>
                  <a:lnTo>
                    <a:pt x="390" y="395"/>
                  </a:lnTo>
                  <a:lnTo>
                    <a:pt x="390" y="395"/>
                  </a:lnTo>
                  <a:lnTo>
                    <a:pt x="390" y="395"/>
                  </a:lnTo>
                  <a:lnTo>
                    <a:pt x="390" y="395"/>
                  </a:lnTo>
                  <a:lnTo>
                    <a:pt x="390" y="393"/>
                  </a:lnTo>
                  <a:lnTo>
                    <a:pt x="389" y="393"/>
                  </a:lnTo>
                  <a:lnTo>
                    <a:pt x="389" y="393"/>
                  </a:lnTo>
                  <a:lnTo>
                    <a:pt x="389" y="393"/>
                  </a:lnTo>
                  <a:lnTo>
                    <a:pt x="389" y="393"/>
                  </a:lnTo>
                  <a:lnTo>
                    <a:pt x="387" y="391"/>
                  </a:lnTo>
                  <a:lnTo>
                    <a:pt x="387" y="391"/>
                  </a:lnTo>
                  <a:lnTo>
                    <a:pt x="387" y="389"/>
                  </a:lnTo>
                  <a:lnTo>
                    <a:pt x="387" y="387"/>
                  </a:lnTo>
                  <a:lnTo>
                    <a:pt x="387" y="387"/>
                  </a:lnTo>
                  <a:lnTo>
                    <a:pt x="389" y="385"/>
                  </a:lnTo>
                  <a:lnTo>
                    <a:pt x="389" y="385"/>
                  </a:lnTo>
                  <a:lnTo>
                    <a:pt x="389" y="383"/>
                  </a:lnTo>
                  <a:lnTo>
                    <a:pt x="389" y="383"/>
                  </a:lnTo>
                  <a:lnTo>
                    <a:pt x="389" y="383"/>
                  </a:lnTo>
                  <a:lnTo>
                    <a:pt x="389" y="381"/>
                  </a:lnTo>
                  <a:lnTo>
                    <a:pt x="389" y="381"/>
                  </a:lnTo>
                  <a:lnTo>
                    <a:pt x="389" y="381"/>
                  </a:lnTo>
                  <a:lnTo>
                    <a:pt x="389" y="379"/>
                  </a:lnTo>
                  <a:lnTo>
                    <a:pt x="387" y="377"/>
                  </a:lnTo>
                  <a:lnTo>
                    <a:pt x="387" y="376"/>
                  </a:lnTo>
                  <a:lnTo>
                    <a:pt x="385" y="376"/>
                  </a:lnTo>
                  <a:lnTo>
                    <a:pt x="385" y="374"/>
                  </a:lnTo>
                  <a:lnTo>
                    <a:pt x="385" y="374"/>
                  </a:lnTo>
                  <a:lnTo>
                    <a:pt x="385" y="372"/>
                  </a:lnTo>
                  <a:lnTo>
                    <a:pt x="385" y="372"/>
                  </a:lnTo>
                  <a:lnTo>
                    <a:pt x="387" y="370"/>
                  </a:lnTo>
                  <a:lnTo>
                    <a:pt x="387" y="370"/>
                  </a:lnTo>
                  <a:lnTo>
                    <a:pt x="387" y="370"/>
                  </a:lnTo>
                  <a:lnTo>
                    <a:pt x="387" y="368"/>
                  </a:lnTo>
                  <a:lnTo>
                    <a:pt x="387" y="366"/>
                  </a:lnTo>
                  <a:lnTo>
                    <a:pt x="387" y="366"/>
                  </a:lnTo>
                  <a:lnTo>
                    <a:pt x="387" y="364"/>
                  </a:lnTo>
                  <a:lnTo>
                    <a:pt x="387" y="364"/>
                  </a:lnTo>
                  <a:lnTo>
                    <a:pt x="387" y="362"/>
                  </a:lnTo>
                  <a:lnTo>
                    <a:pt x="387" y="362"/>
                  </a:lnTo>
                  <a:lnTo>
                    <a:pt x="387" y="362"/>
                  </a:lnTo>
                  <a:lnTo>
                    <a:pt x="385" y="362"/>
                  </a:lnTo>
                  <a:lnTo>
                    <a:pt x="385" y="362"/>
                  </a:lnTo>
                  <a:lnTo>
                    <a:pt x="385" y="362"/>
                  </a:lnTo>
                  <a:lnTo>
                    <a:pt x="385" y="360"/>
                  </a:lnTo>
                  <a:lnTo>
                    <a:pt x="385" y="360"/>
                  </a:lnTo>
                  <a:lnTo>
                    <a:pt x="385" y="362"/>
                  </a:lnTo>
                  <a:lnTo>
                    <a:pt x="383" y="362"/>
                  </a:lnTo>
                  <a:lnTo>
                    <a:pt x="383" y="362"/>
                  </a:lnTo>
                  <a:lnTo>
                    <a:pt x="383" y="362"/>
                  </a:lnTo>
                  <a:lnTo>
                    <a:pt x="383" y="362"/>
                  </a:lnTo>
                  <a:lnTo>
                    <a:pt x="383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1" y="360"/>
                  </a:lnTo>
                  <a:lnTo>
                    <a:pt x="381" y="360"/>
                  </a:lnTo>
                  <a:lnTo>
                    <a:pt x="381" y="360"/>
                  </a:lnTo>
                  <a:lnTo>
                    <a:pt x="379" y="360"/>
                  </a:lnTo>
                  <a:lnTo>
                    <a:pt x="379" y="360"/>
                  </a:lnTo>
                  <a:lnTo>
                    <a:pt x="379" y="360"/>
                  </a:lnTo>
                  <a:lnTo>
                    <a:pt x="377" y="360"/>
                  </a:lnTo>
                  <a:lnTo>
                    <a:pt x="377" y="360"/>
                  </a:lnTo>
                  <a:lnTo>
                    <a:pt x="377" y="360"/>
                  </a:lnTo>
                  <a:lnTo>
                    <a:pt x="375" y="362"/>
                  </a:lnTo>
                  <a:lnTo>
                    <a:pt x="375" y="362"/>
                  </a:lnTo>
                  <a:lnTo>
                    <a:pt x="375" y="362"/>
                  </a:lnTo>
                  <a:lnTo>
                    <a:pt x="373" y="362"/>
                  </a:lnTo>
                  <a:lnTo>
                    <a:pt x="371" y="362"/>
                  </a:lnTo>
                  <a:lnTo>
                    <a:pt x="369" y="360"/>
                  </a:lnTo>
                  <a:lnTo>
                    <a:pt x="369" y="360"/>
                  </a:lnTo>
                  <a:lnTo>
                    <a:pt x="369" y="360"/>
                  </a:lnTo>
                  <a:lnTo>
                    <a:pt x="367" y="362"/>
                  </a:lnTo>
                  <a:lnTo>
                    <a:pt x="365" y="362"/>
                  </a:lnTo>
                  <a:lnTo>
                    <a:pt x="361" y="360"/>
                  </a:lnTo>
                  <a:lnTo>
                    <a:pt x="361" y="360"/>
                  </a:lnTo>
                  <a:lnTo>
                    <a:pt x="361" y="360"/>
                  </a:lnTo>
                  <a:lnTo>
                    <a:pt x="359" y="360"/>
                  </a:lnTo>
                  <a:lnTo>
                    <a:pt x="359" y="358"/>
                  </a:lnTo>
                  <a:lnTo>
                    <a:pt x="359" y="358"/>
                  </a:lnTo>
                  <a:lnTo>
                    <a:pt x="357" y="358"/>
                  </a:lnTo>
                  <a:lnTo>
                    <a:pt x="357" y="356"/>
                  </a:lnTo>
                  <a:lnTo>
                    <a:pt x="355" y="356"/>
                  </a:lnTo>
                  <a:lnTo>
                    <a:pt x="355" y="354"/>
                  </a:lnTo>
                  <a:lnTo>
                    <a:pt x="353" y="354"/>
                  </a:lnTo>
                  <a:lnTo>
                    <a:pt x="351" y="354"/>
                  </a:lnTo>
                  <a:lnTo>
                    <a:pt x="351" y="354"/>
                  </a:lnTo>
                  <a:lnTo>
                    <a:pt x="351" y="352"/>
                  </a:lnTo>
                  <a:lnTo>
                    <a:pt x="351" y="352"/>
                  </a:lnTo>
                  <a:lnTo>
                    <a:pt x="351" y="352"/>
                  </a:lnTo>
                  <a:lnTo>
                    <a:pt x="351" y="352"/>
                  </a:lnTo>
                  <a:lnTo>
                    <a:pt x="351" y="352"/>
                  </a:lnTo>
                  <a:lnTo>
                    <a:pt x="351" y="352"/>
                  </a:lnTo>
                  <a:lnTo>
                    <a:pt x="351" y="350"/>
                  </a:lnTo>
                  <a:lnTo>
                    <a:pt x="349" y="350"/>
                  </a:lnTo>
                  <a:lnTo>
                    <a:pt x="349" y="350"/>
                  </a:lnTo>
                  <a:lnTo>
                    <a:pt x="349" y="346"/>
                  </a:lnTo>
                  <a:lnTo>
                    <a:pt x="349" y="346"/>
                  </a:lnTo>
                  <a:lnTo>
                    <a:pt x="349" y="346"/>
                  </a:lnTo>
                  <a:lnTo>
                    <a:pt x="349" y="344"/>
                  </a:lnTo>
                  <a:lnTo>
                    <a:pt x="347" y="344"/>
                  </a:lnTo>
                  <a:lnTo>
                    <a:pt x="345" y="342"/>
                  </a:lnTo>
                  <a:lnTo>
                    <a:pt x="345" y="342"/>
                  </a:lnTo>
                  <a:lnTo>
                    <a:pt x="345" y="342"/>
                  </a:lnTo>
                  <a:lnTo>
                    <a:pt x="345" y="340"/>
                  </a:lnTo>
                  <a:lnTo>
                    <a:pt x="345" y="340"/>
                  </a:lnTo>
                  <a:lnTo>
                    <a:pt x="345" y="340"/>
                  </a:lnTo>
                  <a:lnTo>
                    <a:pt x="345" y="338"/>
                  </a:lnTo>
                  <a:lnTo>
                    <a:pt x="345" y="338"/>
                  </a:lnTo>
                  <a:lnTo>
                    <a:pt x="345" y="336"/>
                  </a:lnTo>
                  <a:lnTo>
                    <a:pt x="343" y="336"/>
                  </a:lnTo>
                  <a:lnTo>
                    <a:pt x="343" y="336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43" y="334"/>
                  </a:lnTo>
                  <a:lnTo>
                    <a:pt x="343" y="334"/>
                  </a:lnTo>
                  <a:lnTo>
                    <a:pt x="343" y="334"/>
                  </a:lnTo>
                  <a:lnTo>
                    <a:pt x="343" y="328"/>
                  </a:lnTo>
                  <a:lnTo>
                    <a:pt x="343" y="328"/>
                  </a:lnTo>
                  <a:lnTo>
                    <a:pt x="343" y="328"/>
                  </a:lnTo>
                  <a:lnTo>
                    <a:pt x="345" y="326"/>
                  </a:lnTo>
                  <a:lnTo>
                    <a:pt x="345" y="324"/>
                  </a:lnTo>
                  <a:lnTo>
                    <a:pt x="345" y="324"/>
                  </a:lnTo>
                  <a:lnTo>
                    <a:pt x="345" y="324"/>
                  </a:lnTo>
                  <a:lnTo>
                    <a:pt x="345" y="324"/>
                  </a:lnTo>
                  <a:lnTo>
                    <a:pt x="343" y="324"/>
                  </a:lnTo>
                  <a:lnTo>
                    <a:pt x="343" y="324"/>
                  </a:lnTo>
                  <a:lnTo>
                    <a:pt x="343" y="322"/>
                  </a:lnTo>
                  <a:lnTo>
                    <a:pt x="341" y="322"/>
                  </a:lnTo>
                  <a:lnTo>
                    <a:pt x="341" y="322"/>
                  </a:lnTo>
                  <a:lnTo>
                    <a:pt x="341" y="322"/>
                  </a:lnTo>
                  <a:lnTo>
                    <a:pt x="341" y="322"/>
                  </a:lnTo>
                  <a:lnTo>
                    <a:pt x="339" y="322"/>
                  </a:lnTo>
                  <a:lnTo>
                    <a:pt x="339" y="321"/>
                  </a:lnTo>
                  <a:lnTo>
                    <a:pt x="339" y="319"/>
                  </a:lnTo>
                  <a:lnTo>
                    <a:pt x="338" y="319"/>
                  </a:lnTo>
                  <a:lnTo>
                    <a:pt x="338" y="319"/>
                  </a:lnTo>
                  <a:lnTo>
                    <a:pt x="338" y="317"/>
                  </a:lnTo>
                  <a:lnTo>
                    <a:pt x="339" y="317"/>
                  </a:lnTo>
                  <a:lnTo>
                    <a:pt x="339" y="317"/>
                  </a:lnTo>
                  <a:lnTo>
                    <a:pt x="339" y="317"/>
                  </a:lnTo>
                  <a:lnTo>
                    <a:pt x="343" y="315"/>
                  </a:lnTo>
                  <a:lnTo>
                    <a:pt x="343" y="315"/>
                  </a:lnTo>
                  <a:lnTo>
                    <a:pt x="345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5" y="311"/>
                  </a:lnTo>
                  <a:lnTo>
                    <a:pt x="345" y="311"/>
                  </a:lnTo>
                  <a:lnTo>
                    <a:pt x="343" y="311"/>
                  </a:lnTo>
                  <a:lnTo>
                    <a:pt x="343" y="311"/>
                  </a:lnTo>
                  <a:lnTo>
                    <a:pt x="341" y="309"/>
                  </a:lnTo>
                  <a:lnTo>
                    <a:pt x="341" y="309"/>
                  </a:lnTo>
                  <a:lnTo>
                    <a:pt x="341" y="309"/>
                  </a:lnTo>
                  <a:lnTo>
                    <a:pt x="341" y="309"/>
                  </a:lnTo>
                  <a:lnTo>
                    <a:pt x="341" y="307"/>
                  </a:lnTo>
                  <a:lnTo>
                    <a:pt x="343" y="307"/>
                  </a:lnTo>
                  <a:lnTo>
                    <a:pt x="343" y="307"/>
                  </a:lnTo>
                  <a:lnTo>
                    <a:pt x="343" y="305"/>
                  </a:lnTo>
                  <a:lnTo>
                    <a:pt x="343" y="305"/>
                  </a:lnTo>
                  <a:lnTo>
                    <a:pt x="343" y="305"/>
                  </a:lnTo>
                  <a:lnTo>
                    <a:pt x="343" y="305"/>
                  </a:lnTo>
                  <a:lnTo>
                    <a:pt x="343" y="303"/>
                  </a:lnTo>
                  <a:lnTo>
                    <a:pt x="343" y="303"/>
                  </a:lnTo>
                  <a:lnTo>
                    <a:pt x="343" y="303"/>
                  </a:lnTo>
                  <a:lnTo>
                    <a:pt x="343" y="303"/>
                  </a:lnTo>
                  <a:lnTo>
                    <a:pt x="343" y="301"/>
                  </a:lnTo>
                  <a:lnTo>
                    <a:pt x="343" y="301"/>
                  </a:lnTo>
                  <a:lnTo>
                    <a:pt x="343" y="301"/>
                  </a:lnTo>
                  <a:lnTo>
                    <a:pt x="343" y="301"/>
                  </a:lnTo>
                  <a:lnTo>
                    <a:pt x="343" y="299"/>
                  </a:lnTo>
                  <a:lnTo>
                    <a:pt x="341" y="299"/>
                  </a:lnTo>
                  <a:lnTo>
                    <a:pt x="341" y="299"/>
                  </a:lnTo>
                  <a:lnTo>
                    <a:pt x="341" y="297"/>
                  </a:lnTo>
                  <a:lnTo>
                    <a:pt x="343" y="297"/>
                  </a:lnTo>
                  <a:lnTo>
                    <a:pt x="343" y="297"/>
                  </a:lnTo>
                  <a:lnTo>
                    <a:pt x="343" y="297"/>
                  </a:lnTo>
                  <a:lnTo>
                    <a:pt x="345" y="297"/>
                  </a:lnTo>
                  <a:lnTo>
                    <a:pt x="345" y="297"/>
                  </a:lnTo>
                  <a:lnTo>
                    <a:pt x="345" y="295"/>
                  </a:lnTo>
                  <a:lnTo>
                    <a:pt x="345" y="295"/>
                  </a:lnTo>
                  <a:lnTo>
                    <a:pt x="347" y="295"/>
                  </a:lnTo>
                  <a:lnTo>
                    <a:pt x="347" y="295"/>
                  </a:lnTo>
                  <a:lnTo>
                    <a:pt x="347" y="293"/>
                  </a:lnTo>
                  <a:lnTo>
                    <a:pt x="347" y="293"/>
                  </a:lnTo>
                  <a:lnTo>
                    <a:pt x="347" y="293"/>
                  </a:lnTo>
                  <a:lnTo>
                    <a:pt x="347" y="293"/>
                  </a:lnTo>
                  <a:lnTo>
                    <a:pt x="347" y="291"/>
                  </a:lnTo>
                  <a:lnTo>
                    <a:pt x="349" y="291"/>
                  </a:lnTo>
                  <a:lnTo>
                    <a:pt x="349" y="291"/>
                  </a:lnTo>
                  <a:lnTo>
                    <a:pt x="349" y="291"/>
                  </a:lnTo>
                  <a:lnTo>
                    <a:pt x="349" y="289"/>
                  </a:lnTo>
                  <a:lnTo>
                    <a:pt x="349" y="289"/>
                  </a:lnTo>
                  <a:lnTo>
                    <a:pt x="349" y="289"/>
                  </a:lnTo>
                  <a:lnTo>
                    <a:pt x="349" y="289"/>
                  </a:lnTo>
                  <a:lnTo>
                    <a:pt x="349" y="287"/>
                  </a:lnTo>
                  <a:lnTo>
                    <a:pt x="351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7" y="285"/>
                  </a:lnTo>
                  <a:lnTo>
                    <a:pt x="357" y="285"/>
                  </a:lnTo>
                  <a:lnTo>
                    <a:pt x="357" y="285"/>
                  </a:lnTo>
                  <a:lnTo>
                    <a:pt x="357" y="283"/>
                  </a:lnTo>
                  <a:lnTo>
                    <a:pt x="357" y="283"/>
                  </a:lnTo>
                  <a:lnTo>
                    <a:pt x="355" y="283"/>
                  </a:lnTo>
                  <a:lnTo>
                    <a:pt x="355" y="281"/>
                  </a:lnTo>
                  <a:lnTo>
                    <a:pt x="355" y="281"/>
                  </a:lnTo>
                  <a:lnTo>
                    <a:pt x="355" y="279"/>
                  </a:lnTo>
                  <a:lnTo>
                    <a:pt x="355" y="279"/>
                  </a:lnTo>
                  <a:lnTo>
                    <a:pt x="353" y="279"/>
                  </a:lnTo>
                  <a:lnTo>
                    <a:pt x="353" y="275"/>
                  </a:lnTo>
                  <a:lnTo>
                    <a:pt x="353" y="275"/>
                  </a:lnTo>
                  <a:lnTo>
                    <a:pt x="353" y="275"/>
                  </a:lnTo>
                  <a:lnTo>
                    <a:pt x="353" y="275"/>
                  </a:lnTo>
                  <a:lnTo>
                    <a:pt x="351" y="275"/>
                  </a:lnTo>
                  <a:lnTo>
                    <a:pt x="351" y="275"/>
                  </a:lnTo>
                  <a:lnTo>
                    <a:pt x="349" y="275"/>
                  </a:lnTo>
                  <a:lnTo>
                    <a:pt x="347" y="275"/>
                  </a:lnTo>
                  <a:lnTo>
                    <a:pt x="347" y="273"/>
                  </a:lnTo>
                  <a:lnTo>
                    <a:pt x="347" y="273"/>
                  </a:lnTo>
                  <a:lnTo>
                    <a:pt x="349" y="271"/>
                  </a:lnTo>
                  <a:lnTo>
                    <a:pt x="351" y="271"/>
                  </a:lnTo>
                  <a:lnTo>
                    <a:pt x="351" y="271"/>
                  </a:lnTo>
                  <a:lnTo>
                    <a:pt x="351" y="269"/>
                  </a:lnTo>
                  <a:lnTo>
                    <a:pt x="353" y="269"/>
                  </a:lnTo>
                  <a:lnTo>
                    <a:pt x="353" y="268"/>
                  </a:lnTo>
                  <a:lnTo>
                    <a:pt x="359" y="266"/>
                  </a:lnTo>
                  <a:lnTo>
                    <a:pt x="363" y="266"/>
                  </a:lnTo>
                  <a:lnTo>
                    <a:pt x="365" y="266"/>
                  </a:lnTo>
                  <a:lnTo>
                    <a:pt x="365" y="266"/>
                  </a:lnTo>
                  <a:lnTo>
                    <a:pt x="367" y="264"/>
                  </a:lnTo>
                  <a:lnTo>
                    <a:pt x="367" y="264"/>
                  </a:lnTo>
                  <a:lnTo>
                    <a:pt x="365" y="264"/>
                  </a:lnTo>
                  <a:lnTo>
                    <a:pt x="365" y="262"/>
                  </a:lnTo>
                  <a:lnTo>
                    <a:pt x="365" y="262"/>
                  </a:lnTo>
                  <a:lnTo>
                    <a:pt x="365" y="262"/>
                  </a:lnTo>
                  <a:lnTo>
                    <a:pt x="365" y="262"/>
                  </a:lnTo>
                  <a:lnTo>
                    <a:pt x="365" y="260"/>
                  </a:lnTo>
                  <a:lnTo>
                    <a:pt x="369" y="258"/>
                  </a:lnTo>
                  <a:lnTo>
                    <a:pt x="369" y="258"/>
                  </a:lnTo>
                  <a:lnTo>
                    <a:pt x="369" y="256"/>
                  </a:lnTo>
                  <a:lnTo>
                    <a:pt x="369" y="256"/>
                  </a:lnTo>
                  <a:lnTo>
                    <a:pt x="369" y="256"/>
                  </a:lnTo>
                  <a:lnTo>
                    <a:pt x="371" y="254"/>
                  </a:lnTo>
                  <a:lnTo>
                    <a:pt x="373" y="252"/>
                  </a:lnTo>
                  <a:lnTo>
                    <a:pt x="375" y="252"/>
                  </a:lnTo>
                  <a:lnTo>
                    <a:pt x="377" y="252"/>
                  </a:lnTo>
                  <a:lnTo>
                    <a:pt x="377" y="250"/>
                  </a:lnTo>
                  <a:lnTo>
                    <a:pt x="377" y="250"/>
                  </a:lnTo>
                  <a:lnTo>
                    <a:pt x="377" y="250"/>
                  </a:lnTo>
                  <a:lnTo>
                    <a:pt x="377" y="248"/>
                  </a:lnTo>
                  <a:lnTo>
                    <a:pt x="377" y="248"/>
                  </a:lnTo>
                  <a:lnTo>
                    <a:pt x="379" y="246"/>
                  </a:lnTo>
                  <a:lnTo>
                    <a:pt x="381" y="244"/>
                  </a:lnTo>
                  <a:lnTo>
                    <a:pt x="381" y="244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5" y="246"/>
                  </a:lnTo>
                  <a:lnTo>
                    <a:pt x="385" y="246"/>
                  </a:lnTo>
                  <a:lnTo>
                    <a:pt x="385" y="246"/>
                  </a:lnTo>
                  <a:lnTo>
                    <a:pt x="385" y="246"/>
                  </a:lnTo>
                  <a:lnTo>
                    <a:pt x="385" y="246"/>
                  </a:lnTo>
                  <a:lnTo>
                    <a:pt x="387" y="246"/>
                  </a:lnTo>
                  <a:lnTo>
                    <a:pt x="387" y="244"/>
                  </a:lnTo>
                  <a:lnTo>
                    <a:pt x="387" y="242"/>
                  </a:lnTo>
                  <a:lnTo>
                    <a:pt x="387" y="242"/>
                  </a:lnTo>
                  <a:lnTo>
                    <a:pt x="387" y="242"/>
                  </a:lnTo>
                  <a:lnTo>
                    <a:pt x="389" y="240"/>
                  </a:lnTo>
                  <a:lnTo>
                    <a:pt x="389" y="240"/>
                  </a:lnTo>
                  <a:lnTo>
                    <a:pt x="389" y="240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90" y="238"/>
                  </a:lnTo>
                  <a:lnTo>
                    <a:pt x="390" y="238"/>
                  </a:lnTo>
                  <a:lnTo>
                    <a:pt x="390" y="236"/>
                  </a:lnTo>
                  <a:lnTo>
                    <a:pt x="390" y="234"/>
                  </a:lnTo>
                  <a:lnTo>
                    <a:pt x="389" y="234"/>
                  </a:lnTo>
                  <a:lnTo>
                    <a:pt x="389" y="234"/>
                  </a:lnTo>
                  <a:lnTo>
                    <a:pt x="389" y="232"/>
                  </a:lnTo>
                  <a:lnTo>
                    <a:pt x="389" y="232"/>
                  </a:lnTo>
                  <a:lnTo>
                    <a:pt x="387" y="230"/>
                  </a:lnTo>
                  <a:lnTo>
                    <a:pt x="387" y="230"/>
                  </a:lnTo>
                  <a:lnTo>
                    <a:pt x="387" y="230"/>
                  </a:lnTo>
                  <a:lnTo>
                    <a:pt x="387" y="230"/>
                  </a:lnTo>
                  <a:lnTo>
                    <a:pt x="387" y="228"/>
                  </a:lnTo>
                  <a:lnTo>
                    <a:pt x="387" y="228"/>
                  </a:lnTo>
                  <a:lnTo>
                    <a:pt x="387" y="228"/>
                  </a:lnTo>
                  <a:lnTo>
                    <a:pt x="387" y="228"/>
                  </a:lnTo>
                  <a:lnTo>
                    <a:pt x="387" y="226"/>
                  </a:lnTo>
                  <a:lnTo>
                    <a:pt x="392" y="220"/>
                  </a:lnTo>
                  <a:lnTo>
                    <a:pt x="392" y="220"/>
                  </a:lnTo>
                  <a:lnTo>
                    <a:pt x="392" y="220"/>
                  </a:lnTo>
                  <a:lnTo>
                    <a:pt x="392" y="218"/>
                  </a:lnTo>
                  <a:lnTo>
                    <a:pt x="392" y="218"/>
                  </a:lnTo>
                  <a:lnTo>
                    <a:pt x="392" y="216"/>
                  </a:lnTo>
                  <a:lnTo>
                    <a:pt x="392" y="216"/>
                  </a:lnTo>
                  <a:lnTo>
                    <a:pt x="396" y="216"/>
                  </a:lnTo>
                  <a:lnTo>
                    <a:pt x="396" y="214"/>
                  </a:lnTo>
                  <a:lnTo>
                    <a:pt x="396" y="214"/>
                  </a:lnTo>
                  <a:lnTo>
                    <a:pt x="396" y="213"/>
                  </a:lnTo>
                  <a:lnTo>
                    <a:pt x="398" y="211"/>
                  </a:lnTo>
                  <a:lnTo>
                    <a:pt x="398" y="211"/>
                  </a:lnTo>
                  <a:lnTo>
                    <a:pt x="404" y="209"/>
                  </a:lnTo>
                  <a:lnTo>
                    <a:pt x="406" y="207"/>
                  </a:lnTo>
                  <a:lnTo>
                    <a:pt x="404" y="207"/>
                  </a:lnTo>
                  <a:lnTo>
                    <a:pt x="404" y="207"/>
                  </a:lnTo>
                  <a:lnTo>
                    <a:pt x="404" y="205"/>
                  </a:lnTo>
                  <a:lnTo>
                    <a:pt x="404" y="205"/>
                  </a:lnTo>
                  <a:lnTo>
                    <a:pt x="404" y="205"/>
                  </a:lnTo>
                  <a:lnTo>
                    <a:pt x="404" y="203"/>
                  </a:lnTo>
                  <a:lnTo>
                    <a:pt x="404" y="203"/>
                  </a:lnTo>
                  <a:lnTo>
                    <a:pt x="404" y="203"/>
                  </a:lnTo>
                  <a:lnTo>
                    <a:pt x="404" y="203"/>
                  </a:lnTo>
                  <a:lnTo>
                    <a:pt x="404" y="203"/>
                  </a:lnTo>
                  <a:lnTo>
                    <a:pt x="402" y="201"/>
                  </a:lnTo>
                  <a:lnTo>
                    <a:pt x="404" y="201"/>
                  </a:lnTo>
                  <a:lnTo>
                    <a:pt x="404" y="201"/>
                  </a:lnTo>
                  <a:lnTo>
                    <a:pt x="404" y="199"/>
                  </a:lnTo>
                  <a:lnTo>
                    <a:pt x="404" y="199"/>
                  </a:lnTo>
                  <a:lnTo>
                    <a:pt x="404" y="197"/>
                  </a:lnTo>
                  <a:lnTo>
                    <a:pt x="404" y="197"/>
                  </a:lnTo>
                  <a:lnTo>
                    <a:pt x="404" y="197"/>
                  </a:lnTo>
                  <a:lnTo>
                    <a:pt x="404" y="195"/>
                  </a:lnTo>
                  <a:lnTo>
                    <a:pt x="404" y="195"/>
                  </a:lnTo>
                  <a:lnTo>
                    <a:pt x="404" y="195"/>
                  </a:lnTo>
                  <a:lnTo>
                    <a:pt x="404" y="193"/>
                  </a:lnTo>
                  <a:lnTo>
                    <a:pt x="404" y="193"/>
                  </a:lnTo>
                  <a:lnTo>
                    <a:pt x="404" y="193"/>
                  </a:lnTo>
                  <a:lnTo>
                    <a:pt x="404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89"/>
                  </a:lnTo>
                  <a:lnTo>
                    <a:pt x="404" y="189"/>
                  </a:lnTo>
                  <a:lnTo>
                    <a:pt x="402" y="189"/>
                  </a:lnTo>
                  <a:lnTo>
                    <a:pt x="402" y="191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87"/>
                  </a:lnTo>
                  <a:lnTo>
                    <a:pt x="400" y="187"/>
                  </a:lnTo>
                  <a:lnTo>
                    <a:pt x="400" y="185"/>
                  </a:lnTo>
                  <a:lnTo>
                    <a:pt x="402" y="185"/>
                  </a:lnTo>
                  <a:lnTo>
                    <a:pt x="402" y="183"/>
                  </a:lnTo>
                  <a:lnTo>
                    <a:pt x="402" y="183"/>
                  </a:lnTo>
                  <a:lnTo>
                    <a:pt x="404" y="183"/>
                  </a:lnTo>
                  <a:lnTo>
                    <a:pt x="404" y="183"/>
                  </a:lnTo>
                  <a:lnTo>
                    <a:pt x="404" y="183"/>
                  </a:lnTo>
                  <a:lnTo>
                    <a:pt x="404" y="181"/>
                  </a:lnTo>
                  <a:lnTo>
                    <a:pt x="404" y="181"/>
                  </a:lnTo>
                  <a:lnTo>
                    <a:pt x="404" y="181"/>
                  </a:lnTo>
                  <a:lnTo>
                    <a:pt x="404" y="181"/>
                  </a:lnTo>
                  <a:lnTo>
                    <a:pt x="402" y="181"/>
                  </a:lnTo>
                  <a:lnTo>
                    <a:pt x="402" y="179"/>
                  </a:lnTo>
                  <a:lnTo>
                    <a:pt x="402" y="179"/>
                  </a:lnTo>
                  <a:lnTo>
                    <a:pt x="402" y="179"/>
                  </a:lnTo>
                  <a:lnTo>
                    <a:pt x="402" y="179"/>
                  </a:lnTo>
                  <a:lnTo>
                    <a:pt x="402" y="177"/>
                  </a:lnTo>
                  <a:lnTo>
                    <a:pt x="402" y="177"/>
                  </a:lnTo>
                  <a:lnTo>
                    <a:pt x="402" y="177"/>
                  </a:lnTo>
                  <a:lnTo>
                    <a:pt x="402" y="177"/>
                  </a:lnTo>
                  <a:lnTo>
                    <a:pt x="404" y="177"/>
                  </a:lnTo>
                  <a:lnTo>
                    <a:pt x="404" y="177"/>
                  </a:lnTo>
                  <a:lnTo>
                    <a:pt x="404" y="177"/>
                  </a:lnTo>
                  <a:lnTo>
                    <a:pt x="406" y="177"/>
                  </a:lnTo>
                  <a:lnTo>
                    <a:pt x="406" y="177"/>
                  </a:lnTo>
                  <a:lnTo>
                    <a:pt x="406" y="177"/>
                  </a:lnTo>
                  <a:lnTo>
                    <a:pt x="406" y="177"/>
                  </a:lnTo>
                  <a:lnTo>
                    <a:pt x="410" y="171"/>
                  </a:lnTo>
                  <a:lnTo>
                    <a:pt x="412" y="167"/>
                  </a:lnTo>
                  <a:lnTo>
                    <a:pt x="412" y="167"/>
                  </a:lnTo>
                  <a:lnTo>
                    <a:pt x="412" y="167"/>
                  </a:lnTo>
                  <a:lnTo>
                    <a:pt x="412" y="165"/>
                  </a:lnTo>
                  <a:lnTo>
                    <a:pt x="412" y="165"/>
                  </a:lnTo>
                  <a:lnTo>
                    <a:pt x="412" y="165"/>
                  </a:lnTo>
                  <a:lnTo>
                    <a:pt x="410" y="165"/>
                  </a:lnTo>
                  <a:lnTo>
                    <a:pt x="410" y="163"/>
                  </a:lnTo>
                  <a:lnTo>
                    <a:pt x="410" y="163"/>
                  </a:lnTo>
                  <a:lnTo>
                    <a:pt x="410" y="161"/>
                  </a:lnTo>
                  <a:lnTo>
                    <a:pt x="410" y="160"/>
                  </a:lnTo>
                  <a:lnTo>
                    <a:pt x="412" y="160"/>
                  </a:lnTo>
                  <a:lnTo>
                    <a:pt x="412" y="158"/>
                  </a:lnTo>
                  <a:lnTo>
                    <a:pt x="414" y="158"/>
                  </a:lnTo>
                  <a:lnTo>
                    <a:pt x="414" y="158"/>
                  </a:lnTo>
                  <a:lnTo>
                    <a:pt x="414" y="158"/>
                  </a:lnTo>
                  <a:lnTo>
                    <a:pt x="406" y="154"/>
                  </a:lnTo>
                  <a:lnTo>
                    <a:pt x="406" y="154"/>
                  </a:lnTo>
                  <a:lnTo>
                    <a:pt x="404" y="154"/>
                  </a:lnTo>
                  <a:lnTo>
                    <a:pt x="404" y="152"/>
                  </a:lnTo>
                  <a:lnTo>
                    <a:pt x="404" y="152"/>
                  </a:lnTo>
                  <a:lnTo>
                    <a:pt x="404" y="152"/>
                  </a:lnTo>
                  <a:lnTo>
                    <a:pt x="402" y="152"/>
                  </a:lnTo>
                  <a:lnTo>
                    <a:pt x="402" y="152"/>
                  </a:lnTo>
                  <a:lnTo>
                    <a:pt x="402" y="150"/>
                  </a:lnTo>
                  <a:lnTo>
                    <a:pt x="402" y="148"/>
                  </a:lnTo>
                  <a:lnTo>
                    <a:pt x="402" y="146"/>
                  </a:lnTo>
                  <a:lnTo>
                    <a:pt x="402" y="146"/>
                  </a:lnTo>
                  <a:lnTo>
                    <a:pt x="402" y="146"/>
                  </a:lnTo>
                  <a:lnTo>
                    <a:pt x="402" y="144"/>
                  </a:lnTo>
                  <a:lnTo>
                    <a:pt x="402" y="144"/>
                  </a:lnTo>
                  <a:lnTo>
                    <a:pt x="400" y="144"/>
                  </a:lnTo>
                  <a:lnTo>
                    <a:pt x="400" y="144"/>
                  </a:lnTo>
                  <a:lnTo>
                    <a:pt x="400" y="144"/>
                  </a:lnTo>
                  <a:lnTo>
                    <a:pt x="400" y="144"/>
                  </a:lnTo>
                  <a:lnTo>
                    <a:pt x="400" y="144"/>
                  </a:lnTo>
                  <a:lnTo>
                    <a:pt x="398" y="142"/>
                  </a:lnTo>
                  <a:lnTo>
                    <a:pt x="398" y="138"/>
                  </a:lnTo>
                  <a:lnTo>
                    <a:pt x="398" y="138"/>
                  </a:lnTo>
                  <a:lnTo>
                    <a:pt x="398" y="138"/>
                  </a:lnTo>
                  <a:lnTo>
                    <a:pt x="398" y="138"/>
                  </a:lnTo>
                  <a:lnTo>
                    <a:pt x="394" y="136"/>
                  </a:lnTo>
                  <a:lnTo>
                    <a:pt x="394" y="136"/>
                  </a:lnTo>
                  <a:lnTo>
                    <a:pt x="392" y="136"/>
                  </a:lnTo>
                  <a:lnTo>
                    <a:pt x="392" y="136"/>
                  </a:lnTo>
                  <a:lnTo>
                    <a:pt x="389" y="134"/>
                  </a:lnTo>
                  <a:lnTo>
                    <a:pt x="389" y="134"/>
                  </a:lnTo>
                  <a:lnTo>
                    <a:pt x="389" y="134"/>
                  </a:lnTo>
                  <a:lnTo>
                    <a:pt x="389" y="134"/>
                  </a:lnTo>
                  <a:lnTo>
                    <a:pt x="389" y="132"/>
                  </a:lnTo>
                  <a:lnTo>
                    <a:pt x="389" y="132"/>
                  </a:lnTo>
                  <a:lnTo>
                    <a:pt x="389" y="132"/>
                  </a:lnTo>
                  <a:lnTo>
                    <a:pt x="389" y="130"/>
                  </a:lnTo>
                  <a:lnTo>
                    <a:pt x="389" y="130"/>
                  </a:lnTo>
                  <a:lnTo>
                    <a:pt x="389" y="130"/>
                  </a:lnTo>
                  <a:lnTo>
                    <a:pt x="387" y="130"/>
                  </a:lnTo>
                  <a:lnTo>
                    <a:pt x="387" y="130"/>
                  </a:lnTo>
                  <a:lnTo>
                    <a:pt x="385" y="128"/>
                  </a:lnTo>
                  <a:lnTo>
                    <a:pt x="387" y="128"/>
                  </a:lnTo>
                  <a:lnTo>
                    <a:pt x="387" y="126"/>
                  </a:lnTo>
                  <a:lnTo>
                    <a:pt x="387" y="126"/>
                  </a:lnTo>
                  <a:lnTo>
                    <a:pt x="387" y="126"/>
                  </a:lnTo>
                  <a:lnTo>
                    <a:pt x="387" y="126"/>
                  </a:lnTo>
                  <a:lnTo>
                    <a:pt x="385" y="126"/>
                  </a:lnTo>
                  <a:lnTo>
                    <a:pt x="385" y="124"/>
                  </a:lnTo>
                  <a:lnTo>
                    <a:pt x="385" y="124"/>
                  </a:lnTo>
                  <a:lnTo>
                    <a:pt x="383" y="122"/>
                  </a:lnTo>
                  <a:lnTo>
                    <a:pt x="383" y="120"/>
                  </a:lnTo>
                  <a:lnTo>
                    <a:pt x="383" y="120"/>
                  </a:lnTo>
                  <a:lnTo>
                    <a:pt x="383" y="120"/>
                  </a:lnTo>
                  <a:lnTo>
                    <a:pt x="383" y="120"/>
                  </a:lnTo>
                  <a:lnTo>
                    <a:pt x="389" y="118"/>
                  </a:lnTo>
                  <a:lnTo>
                    <a:pt x="390" y="118"/>
                  </a:lnTo>
                  <a:lnTo>
                    <a:pt x="392" y="116"/>
                  </a:lnTo>
                  <a:lnTo>
                    <a:pt x="392" y="114"/>
                  </a:lnTo>
                  <a:lnTo>
                    <a:pt x="392" y="114"/>
                  </a:lnTo>
                  <a:lnTo>
                    <a:pt x="392" y="114"/>
                  </a:lnTo>
                  <a:lnTo>
                    <a:pt x="392" y="114"/>
                  </a:lnTo>
                  <a:lnTo>
                    <a:pt x="392" y="112"/>
                  </a:lnTo>
                  <a:lnTo>
                    <a:pt x="392" y="112"/>
                  </a:lnTo>
                  <a:lnTo>
                    <a:pt x="392" y="112"/>
                  </a:lnTo>
                  <a:lnTo>
                    <a:pt x="392" y="110"/>
                  </a:lnTo>
                  <a:lnTo>
                    <a:pt x="392" y="108"/>
                  </a:lnTo>
                  <a:lnTo>
                    <a:pt x="392" y="107"/>
                  </a:lnTo>
                  <a:lnTo>
                    <a:pt x="392" y="107"/>
                  </a:lnTo>
                  <a:lnTo>
                    <a:pt x="390" y="107"/>
                  </a:lnTo>
                  <a:lnTo>
                    <a:pt x="390" y="107"/>
                  </a:lnTo>
                  <a:lnTo>
                    <a:pt x="390" y="105"/>
                  </a:lnTo>
                  <a:lnTo>
                    <a:pt x="390" y="105"/>
                  </a:lnTo>
                  <a:lnTo>
                    <a:pt x="390" y="103"/>
                  </a:lnTo>
                  <a:lnTo>
                    <a:pt x="390" y="103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0" y="99"/>
                  </a:lnTo>
                  <a:lnTo>
                    <a:pt x="392" y="97"/>
                  </a:lnTo>
                  <a:lnTo>
                    <a:pt x="392" y="95"/>
                  </a:lnTo>
                  <a:lnTo>
                    <a:pt x="394" y="95"/>
                  </a:lnTo>
                  <a:lnTo>
                    <a:pt x="394" y="95"/>
                  </a:lnTo>
                  <a:lnTo>
                    <a:pt x="394" y="97"/>
                  </a:lnTo>
                  <a:lnTo>
                    <a:pt x="394" y="97"/>
                  </a:lnTo>
                  <a:lnTo>
                    <a:pt x="394" y="97"/>
                  </a:lnTo>
                  <a:lnTo>
                    <a:pt x="394" y="97"/>
                  </a:lnTo>
                  <a:lnTo>
                    <a:pt x="394" y="97"/>
                  </a:lnTo>
                  <a:lnTo>
                    <a:pt x="402" y="97"/>
                  </a:lnTo>
                  <a:lnTo>
                    <a:pt x="402" y="97"/>
                  </a:lnTo>
                  <a:lnTo>
                    <a:pt x="402" y="97"/>
                  </a:lnTo>
                  <a:lnTo>
                    <a:pt x="402" y="97"/>
                  </a:lnTo>
                  <a:lnTo>
                    <a:pt x="402" y="97"/>
                  </a:lnTo>
                  <a:lnTo>
                    <a:pt x="402" y="95"/>
                  </a:lnTo>
                  <a:lnTo>
                    <a:pt x="402" y="93"/>
                  </a:lnTo>
                  <a:lnTo>
                    <a:pt x="402" y="93"/>
                  </a:lnTo>
                  <a:lnTo>
                    <a:pt x="402" y="91"/>
                  </a:lnTo>
                  <a:lnTo>
                    <a:pt x="404" y="91"/>
                  </a:lnTo>
                  <a:lnTo>
                    <a:pt x="404" y="91"/>
                  </a:lnTo>
                  <a:lnTo>
                    <a:pt x="402" y="91"/>
                  </a:lnTo>
                  <a:lnTo>
                    <a:pt x="400" y="89"/>
                  </a:lnTo>
                  <a:lnTo>
                    <a:pt x="398" y="87"/>
                  </a:lnTo>
                  <a:lnTo>
                    <a:pt x="398" y="87"/>
                  </a:lnTo>
                  <a:lnTo>
                    <a:pt x="398" y="87"/>
                  </a:lnTo>
                  <a:lnTo>
                    <a:pt x="396" y="83"/>
                  </a:lnTo>
                  <a:lnTo>
                    <a:pt x="396" y="83"/>
                  </a:lnTo>
                  <a:lnTo>
                    <a:pt x="396" y="83"/>
                  </a:lnTo>
                  <a:lnTo>
                    <a:pt x="394" y="81"/>
                  </a:lnTo>
                  <a:lnTo>
                    <a:pt x="394" y="81"/>
                  </a:lnTo>
                  <a:lnTo>
                    <a:pt x="392" y="81"/>
                  </a:lnTo>
                  <a:lnTo>
                    <a:pt x="392" y="79"/>
                  </a:lnTo>
                  <a:lnTo>
                    <a:pt x="392" y="79"/>
                  </a:lnTo>
                  <a:lnTo>
                    <a:pt x="394" y="79"/>
                  </a:lnTo>
                  <a:lnTo>
                    <a:pt x="394" y="77"/>
                  </a:lnTo>
                  <a:lnTo>
                    <a:pt x="394" y="77"/>
                  </a:lnTo>
                  <a:lnTo>
                    <a:pt x="394" y="77"/>
                  </a:lnTo>
                  <a:lnTo>
                    <a:pt x="396" y="77"/>
                  </a:lnTo>
                  <a:lnTo>
                    <a:pt x="396" y="75"/>
                  </a:lnTo>
                  <a:lnTo>
                    <a:pt x="396" y="75"/>
                  </a:lnTo>
                  <a:lnTo>
                    <a:pt x="396" y="75"/>
                  </a:lnTo>
                  <a:lnTo>
                    <a:pt x="398" y="69"/>
                  </a:lnTo>
                  <a:lnTo>
                    <a:pt x="398" y="69"/>
                  </a:lnTo>
                  <a:lnTo>
                    <a:pt x="398" y="67"/>
                  </a:lnTo>
                  <a:lnTo>
                    <a:pt x="398" y="67"/>
                  </a:lnTo>
                  <a:lnTo>
                    <a:pt x="398" y="67"/>
                  </a:lnTo>
                  <a:lnTo>
                    <a:pt x="398" y="67"/>
                  </a:lnTo>
                  <a:lnTo>
                    <a:pt x="396" y="65"/>
                  </a:lnTo>
                  <a:lnTo>
                    <a:pt x="396" y="65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6" y="61"/>
                  </a:lnTo>
                  <a:lnTo>
                    <a:pt x="396" y="61"/>
                  </a:lnTo>
                  <a:lnTo>
                    <a:pt x="396" y="61"/>
                  </a:lnTo>
                  <a:lnTo>
                    <a:pt x="396" y="59"/>
                  </a:lnTo>
                  <a:lnTo>
                    <a:pt x="396" y="59"/>
                  </a:lnTo>
                  <a:lnTo>
                    <a:pt x="398" y="55"/>
                  </a:lnTo>
                  <a:lnTo>
                    <a:pt x="398" y="55"/>
                  </a:lnTo>
                  <a:lnTo>
                    <a:pt x="400" y="52"/>
                  </a:lnTo>
                  <a:lnTo>
                    <a:pt x="400" y="50"/>
                  </a:lnTo>
                  <a:lnTo>
                    <a:pt x="400" y="50"/>
                  </a:lnTo>
                  <a:lnTo>
                    <a:pt x="400" y="48"/>
                  </a:lnTo>
                  <a:lnTo>
                    <a:pt x="400" y="48"/>
                  </a:lnTo>
                  <a:lnTo>
                    <a:pt x="400" y="48"/>
                  </a:lnTo>
                  <a:lnTo>
                    <a:pt x="396" y="44"/>
                  </a:lnTo>
                  <a:lnTo>
                    <a:pt x="396" y="44"/>
                  </a:lnTo>
                  <a:lnTo>
                    <a:pt x="394" y="42"/>
                  </a:lnTo>
                  <a:lnTo>
                    <a:pt x="394" y="42"/>
                  </a:lnTo>
                  <a:lnTo>
                    <a:pt x="394" y="42"/>
                  </a:lnTo>
                  <a:lnTo>
                    <a:pt x="394" y="40"/>
                  </a:lnTo>
                  <a:lnTo>
                    <a:pt x="394" y="38"/>
                  </a:lnTo>
                  <a:lnTo>
                    <a:pt x="394" y="38"/>
                  </a:lnTo>
                  <a:lnTo>
                    <a:pt x="396" y="36"/>
                  </a:lnTo>
                  <a:lnTo>
                    <a:pt x="396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400" y="38"/>
                  </a:lnTo>
                  <a:lnTo>
                    <a:pt x="400" y="38"/>
                  </a:lnTo>
                  <a:lnTo>
                    <a:pt x="400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02" y="38"/>
                  </a:lnTo>
                  <a:lnTo>
                    <a:pt x="404" y="38"/>
                  </a:lnTo>
                  <a:lnTo>
                    <a:pt x="406" y="40"/>
                  </a:lnTo>
                  <a:lnTo>
                    <a:pt x="406" y="40"/>
                  </a:lnTo>
                  <a:lnTo>
                    <a:pt x="408" y="40"/>
                  </a:lnTo>
                  <a:lnTo>
                    <a:pt x="408" y="40"/>
                  </a:lnTo>
                  <a:lnTo>
                    <a:pt x="408" y="42"/>
                  </a:lnTo>
                  <a:lnTo>
                    <a:pt x="410" y="42"/>
                  </a:lnTo>
                  <a:lnTo>
                    <a:pt x="410" y="44"/>
                  </a:lnTo>
                  <a:lnTo>
                    <a:pt x="410" y="44"/>
                  </a:lnTo>
                  <a:lnTo>
                    <a:pt x="410" y="44"/>
                  </a:lnTo>
                  <a:lnTo>
                    <a:pt x="412" y="44"/>
                  </a:lnTo>
                  <a:lnTo>
                    <a:pt x="412" y="42"/>
                  </a:lnTo>
                  <a:lnTo>
                    <a:pt x="412" y="42"/>
                  </a:lnTo>
                  <a:lnTo>
                    <a:pt x="414" y="42"/>
                  </a:lnTo>
                  <a:lnTo>
                    <a:pt x="414" y="38"/>
                  </a:lnTo>
                  <a:lnTo>
                    <a:pt x="414" y="38"/>
                  </a:lnTo>
                  <a:lnTo>
                    <a:pt x="414" y="38"/>
                  </a:lnTo>
                  <a:lnTo>
                    <a:pt x="414" y="36"/>
                  </a:lnTo>
                  <a:lnTo>
                    <a:pt x="414" y="36"/>
                  </a:lnTo>
                  <a:lnTo>
                    <a:pt x="416" y="36"/>
                  </a:lnTo>
                  <a:lnTo>
                    <a:pt x="418" y="36"/>
                  </a:lnTo>
                  <a:lnTo>
                    <a:pt x="418" y="38"/>
                  </a:lnTo>
                  <a:lnTo>
                    <a:pt x="420" y="38"/>
                  </a:lnTo>
                  <a:lnTo>
                    <a:pt x="420" y="38"/>
                  </a:lnTo>
                  <a:lnTo>
                    <a:pt x="420" y="38"/>
                  </a:lnTo>
                  <a:lnTo>
                    <a:pt x="420" y="40"/>
                  </a:lnTo>
                  <a:lnTo>
                    <a:pt x="420" y="40"/>
                  </a:lnTo>
                  <a:lnTo>
                    <a:pt x="420" y="40"/>
                  </a:lnTo>
                  <a:lnTo>
                    <a:pt x="422" y="42"/>
                  </a:lnTo>
                  <a:lnTo>
                    <a:pt x="422" y="42"/>
                  </a:lnTo>
                  <a:lnTo>
                    <a:pt x="422" y="42"/>
                  </a:lnTo>
                  <a:lnTo>
                    <a:pt x="422" y="44"/>
                  </a:lnTo>
                  <a:lnTo>
                    <a:pt x="422" y="44"/>
                  </a:lnTo>
                  <a:lnTo>
                    <a:pt x="422" y="44"/>
                  </a:lnTo>
                  <a:lnTo>
                    <a:pt x="424" y="44"/>
                  </a:lnTo>
                  <a:lnTo>
                    <a:pt x="424" y="44"/>
                  </a:lnTo>
                  <a:lnTo>
                    <a:pt x="426" y="44"/>
                  </a:lnTo>
                  <a:lnTo>
                    <a:pt x="426" y="42"/>
                  </a:lnTo>
                  <a:lnTo>
                    <a:pt x="428" y="42"/>
                  </a:lnTo>
                  <a:lnTo>
                    <a:pt x="428" y="44"/>
                  </a:lnTo>
                  <a:lnTo>
                    <a:pt x="430" y="44"/>
                  </a:lnTo>
                  <a:lnTo>
                    <a:pt x="430" y="44"/>
                  </a:lnTo>
                  <a:lnTo>
                    <a:pt x="430" y="44"/>
                  </a:lnTo>
                  <a:lnTo>
                    <a:pt x="430" y="44"/>
                  </a:lnTo>
                  <a:lnTo>
                    <a:pt x="430" y="44"/>
                  </a:lnTo>
                  <a:lnTo>
                    <a:pt x="432" y="42"/>
                  </a:lnTo>
                  <a:lnTo>
                    <a:pt x="432" y="42"/>
                  </a:lnTo>
                  <a:lnTo>
                    <a:pt x="432" y="40"/>
                  </a:lnTo>
                  <a:lnTo>
                    <a:pt x="432" y="38"/>
                  </a:lnTo>
                  <a:lnTo>
                    <a:pt x="432" y="38"/>
                  </a:lnTo>
                  <a:lnTo>
                    <a:pt x="432" y="38"/>
                  </a:lnTo>
                  <a:lnTo>
                    <a:pt x="432" y="36"/>
                  </a:lnTo>
                  <a:lnTo>
                    <a:pt x="432" y="36"/>
                  </a:lnTo>
                  <a:lnTo>
                    <a:pt x="432" y="36"/>
                  </a:lnTo>
                  <a:lnTo>
                    <a:pt x="432" y="34"/>
                  </a:lnTo>
                  <a:lnTo>
                    <a:pt x="432" y="34"/>
                  </a:lnTo>
                  <a:lnTo>
                    <a:pt x="432" y="34"/>
                  </a:lnTo>
                  <a:lnTo>
                    <a:pt x="432" y="32"/>
                  </a:lnTo>
                  <a:lnTo>
                    <a:pt x="434" y="32"/>
                  </a:lnTo>
                  <a:lnTo>
                    <a:pt x="436" y="30"/>
                  </a:lnTo>
                  <a:lnTo>
                    <a:pt x="436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39" y="30"/>
                  </a:lnTo>
                  <a:lnTo>
                    <a:pt x="439" y="30"/>
                  </a:lnTo>
                  <a:lnTo>
                    <a:pt x="439" y="30"/>
                  </a:lnTo>
                  <a:lnTo>
                    <a:pt x="439" y="30"/>
                  </a:lnTo>
                  <a:lnTo>
                    <a:pt x="439" y="30"/>
                  </a:lnTo>
                  <a:lnTo>
                    <a:pt x="441" y="30"/>
                  </a:lnTo>
                  <a:lnTo>
                    <a:pt x="441" y="30"/>
                  </a:lnTo>
                  <a:lnTo>
                    <a:pt x="441" y="30"/>
                  </a:lnTo>
                  <a:lnTo>
                    <a:pt x="443" y="28"/>
                  </a:lnTo>
                  <a:lnTo>
                    <a:pt x="443" y="28"/>
                  </a:lnTo>
                  <a:lnTo>
                    <a:pt x="445" y="30"/>
                  </a:lnTo>
                  <a:lnTo>
                    <a:pt x="445" y="30"/>
                  </a:lnTo>
                  <a:lnTo>
                    <a:pt x="447" y="30"/>
                  </a:lnTo>
                  <a:lnTo>
                    <a:pt x="449" y="30"/>
                  </a:lnTo>
                  <a:lnTo>
                    <a:pt x="451" y="30"/>
                  </a:lnTo>
                  <a:lnTo>
                    <a:pt x="451" y="30"/>
                  </a:lnTo>
                  <a:lnTo>
                    <a:pt x="451" y="28"/>
                  </a:lnTo>
                  <a:lnTo>
                    <a:pt x="451" y="28"/>
                  </a:lnTo>
                  <a:lnTo>
                    <a:pt x="453" y="28"/>
                  </a:lnTo>
                  <a:lnTo>
                    <a:pt x="453" y="28"/>
                  </a:lnTo>
                  <a:lnTo>
                    <a:pt x="455" y="28"/>
                  </a:lnTo>
                  <a:lnTo>
                    <a:pt x="455" y="28"/>
                  </a:lnTo>
                  <a:lnTo>
                    <a:pt x="455" y="28"/>
                  </a:lnTo>
                  <a:lnTo>
                    <a:pt x="457" y="26"/>
                  </a:lnTo>
                  <a:lnTo>
                    <a:pt x="457" y="24"/>
                  </a:lnTo>
                  <a:lnTo>
                    <a:pt x="457" y="24"/>
                  </a:lnTo>
                  <a:lnTo>
                    <a:pt x="457" y="24"/>
                  </a:lnTo>
                  <a:lnTo>
                    <a:pt x="457" y="22"/>
                  </a:lnTo>
                  <a:lnTo>
                    <a:pt x="457" y="22"/>
                  </a:lnTo>
                  <a:lnTo>
                    <a:pt x="457" y="22"/>
                  </a:lnTo>
                  <a:lnTo>
                    <a:pt x="455" y="20"/>
                  </a:lnTo>
                  <a:lnTo>
                    <a:pt x="455" y="20"/>
                  </a:lnTo>
                  <a:lnTo>
                    <a:pt x="455" y="20"/>
                  </a:lnTo>
                  <a:lnTo>
                    <a:pt x="455" y="20"/>
                  </a:lnTo>
                  <a:lnTo>
                    <a:pt x="455" y="20"/>
                  </a:lnTo>
                  <a:lnTo>
                    <a:pt x="455" y="18"/>
                  </a:lnTo>
                  <a:lnTo>
                    <a:pt x="453" y="16"/>
                  </a:lnTo>
                  <a:lnTo>
                    <a:pt x="453" y="16"/>
                  </a:lnTo>
                  <a:lnTo>
                    <a:pt x="453" y="16"/>
                  </a:lnTo>
                  <a:lnTo>
                    <a:pt x="453" y="14"/>
                  </a:lnTo>
                  <a:lnTo>
                    <a:pt x="453" y="14"/>
                  </a:lnTo>
                  <a:lnTo>
                    <a:pt x="453" y="14"/>
                  </a:lnTo>
                  <a:lnTo>
                    <a:pt x="453" y="12"/>
                  </a:lnTo>
                  <a:lnTo>
                    <a:pt x="453" y="12"/>
                  </a:lnTo>
                  <a:lnTo>
                    <a:pt x="451" y="10"/>
                  </a:lnTo>
                  <a:lnTo>
                    <a:pt x="451" y="10"/>
                  </a:lnTo>
                  <a:lnTo>
                    <a:pt x="451" y="8"/>
                  </a:lnTo>
                  <a:lnTo>
                    <a:pt x="451" y="8"/>
                  </a:lnTo>
                  <a:lnTo>
                    <a:pt x="451" y="8"/>
                  </a:lnTo>
                  <a:lnTo>
                    <a:pt x="449" y="6"/>
                  </a:lnTo>
                  <a:lnTo>
                    <a:pt x="449" y="6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43" y="8"/>
                  </a:lnTo>
                  <a:lnTo>
                    <a:pt x="443" y="8"/>
                  </a:lnTo>
                  <a:lnTo>
                    <a:pt x="443" y="8"/>
                  </a:lnTo>
                  <a:lnTo>
                    <a:pt x="443" y="6"/>
                  </a:lnTo>
                  <a:lnTo>
                    <a:pt x="445" y="6"/>
                  </a:lnTo>
                  <a:lnTo>
                    <a:pt x="447" y="4"/>
                  </a:lnTo>
                  <a:lnTo>
                    <a:pt x="447" y="4"/>
                  </a:lnTo>
                  <a:lnTo>
                    <a:pt x="449" y="4"/>
                  </a:lnTo>
                  <a:lnTo>
                    <a:pt x="449" y="4"/>
                  </a:lnTo>
                  <a:lnTo>
                    <a:pt x="453" y="4"/>
                  </a:lnTo>
                  <a:lnTo>
                    <a:pt x="453" y="4"/>
                  </a:lnTo>
                  <a:lnTo>
                    <a:pt x="455" y="4"/>
                  </a:lnTo>
                  <a:lnTo>
                    <a:pt x="455" y="4"/>
                  </a:lnTo>
                  <a:lnTo>
                    <a:pt x="455" y="4"/>
                  </a:lnTo>
                  <a:lnTo>
                    <a:pt x="455" y="2"/>
                  </a:lnTo>
                  <a:lnTo>
                    <a:pt x="455" y="2"/>
                  </a:lnTo>
                  <a:lnTo>
                    <a:pt x="455" y="2"/>
                  </a:lnTo>
                  <a:lnTo>
                    <a:pt x="455" y="0"/>
                  </a:lnTo>
                  <a:lnTo>
                    <a:pt x="455" y="0"/>
                  </a:lnTo>
                  <a:lnTo>
                    <a:pt x="455" y="0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2617788" y="2955925"/>
              <a:ext cx="660400" cy="1119188"/>
            </a:xfrm>
            <a:custGeom>
              <a:avLst/>
              <a:gdLst>
                <a:gd name="T0" fmla="*/ 59 w 832"/>
                <a:gd name="T1" fmla="*/ 41 h 1410"/>
                <a:gd name="T2" fmla="*/ 88 w 832"/>
                <a:gd name="T3" fmla="*/ 84 h 1410"/>
                <a:gd name="T4" fmla="*/ 120 w 832"/>
                <a:gd name="T5" fmla="*/ 108 h 1410"/>
                <a:gd name="T6" fmla="*/ 124 w 832"/>
                <a:gd name="T7" fmla="*/ 72 h 1410"/>
                <a:gd name="T8" fmla="*/ 226 w 832"/>
                <a:gd name="T9" fmla="*/ 100 h 1410"/>
                <a:gd name="T10" fmla="*/ 320 w 832"/>
                <a:gd name="T11" fmla="*/ 104 h 1410"/>
                <a:gd name="T12" fmla="*/ 267 w 832"/>
                <a:gd name="T13" fmla="*/ 200 h 1410"/>
                <a:gd name="T14" fmla="*/ 263 w 832"/>
                <a:gd name="T15" fmla="*/ 251 h 1410"/>
                <a:gd name="T16" fmla="*/ 277 w 832"/>
                <a:gd name="T17" fmla="*/ 308 h 1410"/>
                <a:gd name="T18" fmla="*/ 273 w 832"/>
                <a:gd name="T19" fmla="*/ 351 h 1410"/>
                <a:gd name="T20" fmla="*/ 312 w 832"/>
                <a:gd name="T21" fmla="*/ 371 h 1410"/>
                <a:gd name="T22" fmla="*/ 337 w 832"/>
                <a:gd name="T23" fmla="*/ 379 h 1410"/>
                <a:gd name="T24" fmla="*/ 375 w 832"/>
                <a:gd name="T25" fmla="*/ 404 h 1410"/>
                <a:gd name="T26" fmla="*/ 369 w 832"/>
                <a:gd name="T27" fmla="*/ 465 h 1410"/>
                <a:gd name="T28" fmla="*/ 341 w 832"/>
                <a:gd name="T29" fmla="*/ 544 h 1410"/>
                <a:gd name="T30" fmla="*/ 332 w 832"/>
                <a:gd name="T31" fmla="*/ 622 h 1410"/>
                <a:gd name="T32" fmla="*/ 341 w 832"/>
                <a:gd name="T33" fmla="*/ 662 h 1410"/>
                <a:gd name="T34" fmla="*/ 400 w 832"/>
                <a:gd name="T35" fmla="*/ 679 h 1410"/>
                <a:gd name="T36" fmla="*/ 408 w 832"/>
                <a:gd name="T37" fmla="*/ 650 h 1410"/>
                <a:gd name="T38" fmla="*/ 459 w 832"/>
                <a:gd name="T39" fmla="*/ 671 h 1410"/>
                <a:gd name="T40" fmla="*/ 520 w 832"/>
                <a:gd name="T41" fmla="*/ 681 h 1410"/>
                <a:gd name="T42" fmla="*/ 506 w 832"/>
                <a:gd name="T43" fmla="*/ 734 h 1410"/>
                <a:gd name="T44" fmla="*/ 518 w 832"/>
                <a:gd name="T45" fmla="*/ 783 h 1410"/>
                <a:gd name="T46" fmla="*/ 565 w 832"/>
                <a:gd name="T47" fmla="*/ 799 h 1410"/>
                <a:gd name="T48" fmla="*/ 630 w 832"/>
                <a:gd name="T49" fmla="*/ 777 h 1410"/>
                <a:gd name="T50" fmla="*/ 691 w 832"/>
                <a:gd name="T51" fmla="*/ 744 h 1410"/>
                <a:gd name="T52" fmla="*/ 763 w 832"/>
                <a:gd name="T53" fmla="*/ 766 h 1410"/>
                <a:gd name="T54" fmla="*/ 822 w 832"/>
                <a:gd name="T55" fmla="*/ 773 h 1410"/>
                <a:gd name="T56" fmla="*/ 826 w 832"/>
                <a:gd name="T57" fmla="*/ 823 h 1410"/>
                <a:gd name="T58" fmla="*/ 792 w 832"/>
                <a:gd name="T59" fmla="*/ 881 h 1410"/>
                <a:gd name="T60" fmla="*/ 767 w 832"/>
                <a:gd name="T61" fmla="*/ 923 h 1410"/>
                <a:gd name="T62" fmla="*/ 749 w 832"/>
                <a:gd name="T63" fmla="*/ 944 h 1410"/>
                <a:gd name="T64" fmla="*/ 712 w 832"/>
                <a:gd name="T65" fmla="*/ 909 h 1410"/>
                <a:gd name="T66" fmla="*/ 624 w 832"/>
                <a:gd name="T67" fmla="*/ 997 h 1410"/>
                <a:gd name="T68" fmla="*/ 645 w 832"/>
                <a:gd name="T69" fmla="*/ 1042 h 1410"/>
                <a:gd name="T70" fmla="*/ 602 w 832"/>
                <a:gd name="T71" fmla="*/ 1103 h 1410"/>
                <a:gd name="T72" fmla="*/ 598 w 832"/>
                <a:gd name="T73" fmla="*/ 1150 h 1410"/>
                <a:gd name="T74" fmla="*/ 592 w 832"/>
                <a:gd name="T75" fmla="*/ 1196 h 1410"/>
                <a:gd name="T76" fmla="*/ 555 w 832"/>
                <a:gd name="T77" fmla="*/ 1217 h 1410"/>
                <a:gd name="T78" fmla="*/ 604 w 832"/>
                <a:gd name="T79" fmla="*/ 1262 h 1410"/>
                <a:gd name="T80" fmla="*/ 579 w 832"/>
                <a:gd name="T81" fmla="*/ 1276 h 1410"/>
                <a:gd name="T82" fmla="*/ 532 w 832"/>
                <a:gd name="T83" fmla="*/ 1284 h 1410"/>
                <a:gd name="T84" fmla="*/ 508 w 832"/>
                <a:gd name="T85" fmla="*/ 1319 h 1410"/>
                <a:gd name="T86" fmla="*/ 471 w 832"/>
                <a:gd name="T87" fmla="*/ 1374 h 1410"/>
                <a:gd name="T88" fmla="*/ 388 w 832"/>
                <a:gd name="T89" fmla="*/ 1406 h 1410"/>
                <a:gd name="T90" fmla="*/ 347 w 832"/>
                <a:gd name="T91" fmla="*/ 1345 h 1410"/>
                <a:gd name="T92" fmla="*/ 288 w 832"/>
                <a:gd name="T93" fmla="*/ 1162 h 1410"/>
                <a:gd name="T94" fmla="*/ 269 w 832"/>
                <a:gd name="T95" fmla="*/ 1093 h 1410"/>
                <a:gd name="T96" fmla="*/ 241 w 832"/>
                <a:gd name="T97" fmla="*/ 1052 h 1410"/>
                <a:gd name="T98" fmla="*/ 243 w 832"/>
                <a:gd name="T99" fmla="*/ 989 h 1410"/>
                <a:gd name="T100" fmla="*/ 214 w 832"/>
                <a:gd name="T101" fmla="*/ 903 h 1410"/>
                <a:gd name="T102" fmla="*/ 83 w 832"/>
                <a:gd name="T103" fmla="*/ 722 h 1410"/>
                <a:gd name="T104" fmla="*/ 79 w 832"/>
                <a:gd name="T105" fmla="*/ 595 h 1410"/>
                <a:gd name="T106" fmla="*/ 122 w 832"/>
                <a:gd name="T107" fmla="*/ 504 h 1410"/>
                <a:gd name="T108" fmla="*/ 106 w 832"/>
                <a:gd name="T109" fmla="*/ 449 h 1410"/>
                <a:gd name="T110" fmla="*/ 145 w 832"/>
                <a:gd name="T111" fmla="*/ 391 h 1410"/>
                <a:gd name="T112" fmla="*/ 110 w 832"/>
                <a:gd name="T113" fmla="*/ 341 h 1410"/>
                <a:gd name="T114" fmla="*/ 92 w 832"/>
                <a:gd name="T115" fmla="*/ 296 h 1410"/>
                <a:gd name="T116" fmla="*/ 55 w 832"/>
                <a:gd name="T117" fmla="*/ 243 h 1410"/>
                <a:gd name="T118" fmla="*/ 51 w 832"/>
                <a:gd name="T119" fmla="*/ 165 h 1410"/>
                <a:gd name="T120" fmla="*/ 18 w 832"/>
                <a:gd name="T121" fmla="*/ 92 h 1410"/>
                <a:gd name="T122" fmla="*/ 4 w 832"/>
                <a:gd name="T123" fmla="*/ 55 h 1410"/>
                <a:gd name="T124" fmla="*/ 32 w 832"/>
                <a:gd name="T125" fmla="*/ 16 h 1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2" h="1410">
                  <a:moveTo>
                    <a:pt x="37" y="0"/>
                  </a:moveTo>
                  <a:lnTo>
                    <a:pt x="47" y="10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3" y="17"/>
                  </a:lnTo>
                  <a:lnTo>
                    <a:pt x="53" y="19"/>
                  </a:lnTo>
                  <a:lnTo>
                    <a:pt x="53" y="19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55" y="21"/>
                  </a:lnTo>
                  <a:lnTo>
                    <a:pt x="55" y="21"/>
                  </a:lnTo>
                  <a:lnTo>
                    <a:pt x="57" y="23"/>
                  </a:lnTo>
                  <a:lnTo>
                    <a:pt x="57" y="23"/>
                  </a:lnTo>
                  <a:lnTo>
                    <a:pt x="57" y="23"/>
                  </a:lnTo>
                  <a:lnTo>
                    <a:pt x="57" y="25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35"/>
                  </a:lnTo>
                  <a:lnTo>
                    <a:pt x="55" y="35"/>
                  </a:lnTo>
                  <a:lnTo>
                    <a:pt x="55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1" y="37"/>
                  </a:lnTo>
                  <a:lnTo>
                    <a:pt x="51" y="37"/>
                  </a:lnTo>
                  <a:lnTo>
                    <a:pt x="51" y="37"/>
                  </a:lnTo>
                  <a:lnTo>
                    <a:pt x="51" y="37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43"/>
                  </a:lnTo>
                  <a:lnTo>
                    <a:pt x="51" y="43"/>
                  </a:lnTo>
                  <a:lnTo>
                    <a:pt x="53" y="43"/>
                  </a:lnTo>
                  <a:lnTo>
                    <a:pt x="53" y="43"/>
                  </a:lnTo>
                  <a:lnTo>
                    <a:pt x="53" y="43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5" y="41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7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9"/>
                  </a:lnTo>
                  <a:lnTo>
                    <a:pt x="59" y="49"/>
                  </a:lnTo>
                  <a:lnTo>
                    <a:pt x="61" y="49"/>
                  </a:lnTo>
                  <a:lnTo>
                    <a:pt x="61" y="49"/>
                  </a:lnTo>
                  <a:lnTo>
                    <a:pt x="61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3" y="51"/>
                  </a:lnTo>
                  <a:lnTo>
                    <a:pt x="65" y="51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63" y="53"/>
                  </a:lnTo>
                  <a:lnTo>
                    <a:pt x="63" y="53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3" y="57"/>
                  </a:lnTo>
                  <a:lnTo>
                    <a:pt x="63" y="57"/>
                  </a:lnTo>
                  <a:lnTo>
                    <a:pt x="65" y="57"/>
                  </a:lnTo>
                  <a:lnTo>
                    <a:pt x="65" y="57"/>
                  </a:lnTo>
                  <a:lnTo>
                    <a:pt x="67" y="59"/>
                  </a:lnTo>
                  <a:lnTo>
                    <a:pt x="67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61"/>
                  </a:lnTo>
                  <a:lnTo>
                    <a:pt x="69" y="61"/>
                  </a:lnTo>
                  <a:lnTo>
                    <a:pt x="71" y="63"/>
                  </a:lnTo>
                  <a:lnTo>
                    <a:pt x="71" y="63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3" y="67"/>
                  </a:lnTo>
                  <a:lnTo>
                    <a:pt x="73" y="69"/>
                  </a:lnTo>
                  <a:lnTo>
                    <a:pt x="73" y="69"/>
                  </a:lnTo>
                  <a:lnTo>
                    <a:pt x="73" y="71"/>
                  </a:lnTo>
                  <a:lnTo>
                    <a:pt x="73" y="72"/>
                  </a:lnTo>
                  <a:lnTo>
                    <a:pt x="73" y="72"/>
                  </a:lnTo>
                  <a:lnTo>
                    <a:pt x="73" y="74"/>
                  </a:lnTo>
                  <a:lnTo>
                    <a:pt x="73" y="74"/>
                  </a:lnTo>
                  <a:lnTo>
                    <a:pt x="73" y="76"/>
                  </a:lnTo>
                  <a:lnTo>
                    <a:pt x="73" y="76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5" y="78"/>
                  </a:lnTo>
                  <a:lnTo>
                    <a:pt x="77" y="76"/>
                  </a:lnTo>
                  <a:lnTo>
                    <a:pt x="77" y="76"/>
                  </a:lnTo>
                  <a:lnTo>
                    <a:pt x="77" y="76"/>
                  </a:lnTo>
                  <a:lnTo>
                    <a:pt x="81" y="78"/>
                  </a:lnTo>
                  <a:lnTo>
                    <a:pt x="81" y="76"/>
                  </a:lnTo>
                  <a:lnTo>
                    <a:pt x="81" y="76"/>
                  </a:lnTo>
                  <a:lnTo>
                    <a:pt x="83" y="78"/>
                  </a:lnTo>
                  <a:lnTo>
                    <a:pt x="84" y="78"/>
                  </a:lnTo>
                  <a:lnTo>
                    <a:pt x="86" y="80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6"/>
                  </a:lnTo>
                  <a:lnTo>
                    <a:pt x="88" y="86"/>
                  </a:lnTo>
                  <a:lnTo>
                    <a:pt x="88" y="88"/>
                  </a:lnTo>
                  <a:lnTo>
                    <a:pt x="88" y="88"/>
                  </a:lnTo>
                  <a:lnTo>
                    <a:pt x="90" y="90"/>
                  </a:lnTo>
                  <a:lnTo>
                    <a:pt x="90" y="90"/>
                  </a:lnTo>
                  <a:lnTo>
                    <a:pt x="94" y="92"/>
                  </a:lnTo>
                  <a:lnTo>
                    <a:pt x="94" y="92"/>
                  </a:lnTo>
                  <a:lnTo>
                    <a:pt x="94" y="92"/>
                  </a:lnTo>
                  <a:lnTo>
                    <a:pt x="94" y="92"/>
                  </a:lnTo>
                  <a:lnTo>
                    <a:pt x="94" y="92"/>
                  </a:lnTo>
                  <a:lnTo>
                    <a:pt x="94" y="92"/>
                  </a:lnTo>
                  <a:lnTo>
                    <a:pt x="96" y="94"/>
                  </a:lnTo>
                  <a:lnTo>
                    <a:pt x="96" y="94"/>
                  </a:lnTo>
                  <a:lnTo>
                    <a:pt x="96" y="94"/>
                  </a:lnTo>
                  <a:lnTo>
                    <a:pt x="96" y="96"/>
                  </a:lnTo>
                  <a:lnTo>
                    <a:pt x="94" y="96"/>
                  </a:lnTo>
                  <a:lnTo>
                    <a:pt x="94" y="96"/>
                  </a:lnTo>
                  <a:lnTo>
                    <a:pt x="94" y="96"/>
                  </a:lnTo>
                  <a:lnTo>
                    <a:pt x="94" y="96"/>
                  </a:lnTo>
                  <a:lnTo>
                    <a:pt x="94" y="96"/>
                  </a:lnTo>
                  <a:lnTo>
                    <a:pt x="94" y="98"/>
                  </a:lnTo>
                  <a:lnTo>
                    <a:pt x="94" y="98"/>
                  </a:lnTo>
                  <a:lnTo>
                    <a:pt x="94" y="98"/>
                  </a:lnTo>
                  <a:lnTo>
                    <a:pt x="94" y="100"/>
                  </a:lnTo>
                  <a:lnTo>
                    <a:pt x="94" y="100"/>
                  </a:lnTo>
                  <a:lnTo>
                    <a:pt x="94" y="102"/>
                  </a:lnTo>
                  <a:lnTo>
                    <a:pt x="94" y="102"/>
                  </a:lnTo>
                  <a:lnTo>
                    <a:pt x="96" y="104"/>
                  </a:lnTo>
                  <a:lnTo>
                    <a:pt x="96" y="104"/>
                  </a:lnTo>
                  <a:lnTo>
                    <a:pt x="96" y="104"/>
                  </a:lnTo>
                  <a:lnTo>
                    <a:pt x="96" y="106"/>
                  </a:lnTo>
                  <a:lnTo>
                    <a:pt x="98" y="106"/>
                  </a:lnTo>
                  <a:lnTo>
                    <a:pt x="98" y="106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104" y="108"/>
                  </a:lnTo>
                  <a:lnTo>
                    <a:pt x="104" y="110"/>
                  </a:lnTo>
                  <a:lnTo>
                    <a:pt x="104" y="110"/>
                  </a:lnTo>
                  <a:lnTo>
                    <a:pt x="104" y="110"/>
                  </a:lnTo>
                  <a:lnTo>
                    <a:pt x="104" y="114"/>
                  </a:lnTo>
                  <a:lnTo>
                    <a:pt x="104" y="114"/>
                  </a:lnTo>
                  <a:lnTo>
                    <a:pt x="104" y="114"/>
                  </a:lnTo>
                  <a:lnTo>
                    <a:pt x="104" y="114"/>
                  </a:lnTo>
                  <a:lnTo>
                    <a:pt x="104" y="116"/>
                  </a:lnTo>
                  <a:lnTo>
                    <a:pt x="104" y="116"/>
                  </a:lnTo>
                  <a:lnTo>
                    <a:pt x="104" y="116"/>
                  </a:lnTo>
                  <a:lnTo>
                    <a:pt x="104" y="116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0" y="118"/>
                  </a:lnTo>
                  <a:lnTo>
                    <a:pt x="110" y="118"/>
                  </a:lnTo>
                  <a:lnTo>
                    <a:pt x="110" y="118"/>
                  </a:lnTo>
                  <a:lnTo>
                    <a:pt x="112" y="116"/>
                  </a:lnTo>
                  <a:lnTo>
                    <a:pt x="112" y="116"/>
                  </a:lnTo>
                  <a:lnTo>
                    <a:pt x="112" y="116"/>
                  </a:lnTo>
                  <a:lnTo>
                    <a:pt x="114" y="114"/>
                  </a:lnTo>
                  <a:lnTo>
                    <a:pt x="114" y="114"/>
                  </a:lnTo>
                  <a:lnTo>
                    <a:pt x="116" y="112"/>
                  </a:lnTo>
                  <a:lnTo>
                    <a:pt x="116" y="112"/>
                  </a:lnTo>
                  <a:lnTo>
                    <a:pt x="116" y="112"/>
                  </a:lnTo>
                  <a:lnTo>
                    <a:pt x="116" y="110"/>
                  </a:lnTo>
                  <a:lnTo>
                    <a:pt x="116" y="110"/>
                  </a:lnTo>
                  <a:lnTo>
                    <a:pt x="118" y="110"/>
                  </a:lnTo>
                  <a:lnTo>
                    <a:pt x="120" y="108"/>
                  </a:lnTo>
                  <a:lnTo>
                    <a:pt x="120" y="108"/>
                  </a:lnTo>
                  <a:lnTo>
                    <a:pt x="120" y="106"/>
                  </a:lnTo>
                  <a:lnTo>
                    <a:pt x="120" y="106"/>
                  </a:lnTo>
                  <a:lnTo>
                    <a:pt x="120" y="106"/>
                  </a:lnTo>
                  <a:lnTo>
                    <a:pt x="120" y="106"/>
                  </a:lnTo>
                  <a:lnTo>
                    <a:pt x="116" y="106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0"/>
                  </a:lnTo>
                  <a:lnTo>
                    <a:pt x="114" y="100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100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6"/>
                  </a:lnTo>
                  <a:lnTo>
                    <a:pt x="118" y="96"/>
                  </a:lnTo>
                  <a:lnTo>
                    <a:pt x="118" y="96"/>
                  </a:lnTo>
                  <a:lnTo>
                    <a:pt x="120" y="94"/>
                  </a:lnTo>
                  <a:lnTo>
                    <a:pt x="120" y="94"/>
                  </a:lnTo>
                  <a:lnTo>
                    <a:pt x="120" y="94"/>
                  </a:lnTo>
                  <a:lnTo>
                    <a:pt x="120" y="92"/>
                  </a:lnTo>
                  <a:lnTo>
                    <a:pt x="120" y="92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4" y="88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6" y="86"/>
                  </a:lnTo>
                  <a:lnTo>
                    <a:pt x="128" y="86"/>
                  </a:lnTo>
                  <a:lnTo>
                    <a:pt x="128" y="86"/>
                  </a:lnTo>
                  <a:lnTo>
                    <a:pt x="128" y="86"/>
                  </a:lnTo>
                  <a:lnTo>
                    <a:pt x="128" y="86"/>
                  </a:lnTo>
                  <a:lnTo>
                    <a:pt x="130" y="84"/>
                  </a:lnTo>
                  <a:lnTo>
                    <a:pt x="130" y="84"/>
                  </a:lnTo>
                  <a:lnTo>
                    <a:pt x="130" y="80"/>
                  </a:lnTo>
                  <a:lnTo>
                    <a:pt x="130" y="80"/>
                  </a:lnTo>
                  <a:lnTo>
                    <a:pt x="130" y="78"/>
                  </a:lnTo>
                  <a:lnTo>
                    <a:pt x="130" y="78"/>
                  </a:lnTo>
                  <a:lnTo>
                    <a:pt x="130" y="78"/>
                  </a:lnTo>
                  <a:lnTo>
                    <a:pt x="130" y="78"/>
                  </a:lnTo>
                  <a:lnTo>
                    <a:pt x="130" y="78"/>
                  </a:lnTo>
                  <a:lnTo>
                    <a:pt x="128" y="78"/>
                  </a:lnTo>
                  <a:lnTo>
                    <a:pt x="128" y="78"/>
                  </a:lnTo>
                  <a:lnTo>
                    <a:pt x="128" y="78"/>
                  </a:lnTo>
                  <a:lnTo>
                    <a:pt x="128" y="78"/>
                  </a:lnTo>
                  <a:lnTo>
                    <a:pt x="126" y="78"/>
                  </a:lnTo>
                  <a:lnTo>
                    <a:pt x="126" y="76"/>
                  </a:lnTo>
                  <a:lnTo>
                    <a:pt x="124" y="74"/>
                  </a:lnTo>
                  <a:lnTo>
                    <a:pt x="124" y="74"/>
                  </a:lnTo>
                  <a:lnTo>
                    <a:pt x="124" y="74"/>
                  </a:lnTo>
                  <a:lnTo>
                    <a:pt x="124" y="72"/>
                  </a:lnTo>
                  <a:lnTo>
                    <a:pt x="124" y="72"/>
                  </a:lnTo>
                  <a:lnTo>
                    <a:pt x="124" y="72"/>
                  </a:lnTo>
                  <a:lnTo>
                    <a:pt x="124" y="72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8" y="71"/>
                  </a:lnTo>
                  <a:lnTo>
                    <a:pt x="128" y="69"/>
                  </a:lnTo>
                  <a:lnTo>
                    <a:pt x="128" y="69"/>
                  </a:lnTo>
                  <a:lnTo>
                    <a:pt x="130" y="67"/>
                  </a:lnTo>
                  <a:lnTo>
                    <a:pt x="130" y="65"/>
                  </a:lnTo>
                  <a:lnTo>
                    <a:pt x="132" y="65"/>
                  </a:lnTo>
                  <a:lnTo>
                    <a:pt x="132" y="63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4" y="61"/>
                  </a:lnTo>
                  <a:lnTo>
                    <a:pt x="135" y="57"/>
                  </a:lnTo>
                  <a:lnTo>
                    <a:pt x="135" y="55"/>
                  </a:lnTo>
                  <a:lnTo>
                    <a:pt x="137" y="55"/>
                  </a:lnTo>
                  <a:lnTo>
                    <a:pt x="139" y="53"/>
                  </a:lnTo>
                  <a:lnTo>
                    <a:pt x="141" y="51"/>
                  </a:lnTo>
                  <a:lnTo>
                    <a:pt x="141" y="51"/>
                  </a:lnTo>
                  <a:lnTo>
                    <a:pt x="141" y="51"/>
                  </a:lnTo>
                  <a:lnTo>
                    <a:pt x="143" y="51"/>
                  </a:lnTo>
                  <a:lnTo>
                    <a:pt x="143" y="49"/>
                  </a:lnTo>
                  <a:lnTo>
                    <a:pt x="143" y="49"/>
                  </a:lnTo>
                  <a:lnTo>
                    <a:pt x="143" y="47"/>
                  </a:lnTo>
                  <a:lnTo>
                    <a:pt x="143" y="47"/>
                  </a:lnTo>
                  <a:lnTo>
                    <a:pt x="143" y="47"/>
                  </a:lnTo>
                  <a:lnTo>
                    <a:pt x="143" y="45"/>
                  </a:lnTo>
                  <a:lnTo>
                    <a:pt x="143" y="45"/>
                  </a:lnTo>
                  <a:lnTo>
                    <a:pt x="143" y="43"/>
                  </a:lnTo>
                  <a:lnTo>
                    <a:pt x="145" y="39"/>
                  </a:lnTo>
                  <a:lnTo>
                    <a:pt x="145" y="39"/>
                  </a:lnTo>
                  <a:lnTo>
                    <a:pt x="145" y="37"/>
                  </a:lnTo>
                  <a:lnTo>
                    <a:pt x="169" y="33"/>
                  </a:lnTo>
                  <a:lnTo>
                    <a:pt x="173" y="35"/>
                  </a:lnTo>
                  <a:lnTo>
                    <a:pt x="175" y="35"/>
                  </a:lnTo>
                  <a:lnTo>
                    <a:pt x="175" y="35"/>
                  </a:lnTo>
                  <a:lnTo>
                    <a:pt x="175" y="37"/>
                  </a:lnTo>
                  <a:lnTo>
                    <a:pt x="175" y="39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1"/>
                  </a:lnTo>
                  <a:lnTo>
                    <a:pt x="175" y="43"/>
                  </a:lnTo>
                  <a:lnTo>
                    <a:pt x="175" y="43"/>
                  </a:lnTo>
                  <a:lnTo>
                    <a:pt x="175" y="45"/>
                  </a:lnTo>
                  <a:lnTo>
                    <a:pt x="177" y="47"/>
                  </a:lnTo>
                  <a:lnTo>
                    <a:pt x="181" y="71"/>
                  </a:lnTo>
                  <a:lnTo>
                    <a:pt x="183" y="76"/>
                  </a:lnTo>
                  <a:lnTo>
                    <a:pt x="183" y="76"/>
                  </a:lnTo>
                  <a:lnTo>
                    <a:pt x="183" y="76"/>
                  </a:lnTo>
                  <a:lnTo>
                    <a:pt x="183" y="76"/>
                  </a:lnTo>
                  <a:lnTo>
                    <a:pt x="183" y="78"/>
                  </a:lnTo>
                  <a:lnTo>
                    <a:pt x="185" y="82"/>
                  </a:lnTo>
                  <a:lnTo>
                    <a:pt x="186" y="86"/>
                  </a:lnTo>
                  <a:lnTo>
                    <a:pt x="202" y="110"/>
                  </a:lnTo>
                  <a:lnTo>
                    <a:pt x="202" y="110"/>
                  </a:lnTo>
                  <a:lnTo>
                    <a:pt x="206" y="110"/>
                  </a:lnTo>
                  <a:lnTo>
                    <a:pt x="222" y="106"/>
                  </a:lnTo>
                  <a:lnTo>
                    <a:pt x="222" y="106"/>
                  </a:lnTo>
                  <a:lnTo>
                    <a:pt x="222" y="106"/>
                  </a:lnTo>
                  <a:lnTo>
                    <a:pt x="222" y="104"/>
                  </a:lnTo>
                  <a:lnTo>
                    <a:pt x="222" y="102"/>
                  </a:lnTo>
                  <a:lnTo>
                    <a:pt x="224" y="102"/>
                  </a:lnTo>
                  <a:lnTo>
                    <a:pt x="224" y="100"/>
                  </a:lnTo>
                  <a:lnTo>
                    <a:pt x="224" y="100"/>
                  </a:lnTo>
                  <a:lnTo>
                    <a:pt x="224" y="100"/>
                  </a:lnTo>
                  <a:lnTo>
                    <a:pt x="224" y="100"/>
                  </a:lnTo>
                  <a:lnTo>
                    <a:pt x="226" y="100"/>
                  </a:lnTo>
                  <a:lnTo>
                    <a:pt x="226" y="100"/>
                  </a:lnTo>
                  <a:lnTo>
                    <a:pt x="226" y="100"/>
                  </a:lnTo>
                  <a:lnTo>
                    <a:pt x="228" y="100"/>
                  </a:lnTo>
                  <a:lnTo>
                    <a:pt x="228" y="100"/>
                  </a:lnTo>
                  <a:lnTo>
                    <a:pt x="228" y="100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30" y="102"/>
                  </a:lnTo>
                  <a:lnTo>
                    <a:pt x="239" y="100"/>
                  </a:lnTo>
                  <a:lnTo>
                    <a:pt x="241" y="100"/>
                  </a:lnTo>
                  <a:lnTo>
                    <a:pt x="243" y="100"/>
                  </a:lnTo>
                  <a:lnTo>
                    <a:pt x="243" y="102"/>
                  </a:lnTo>
                  <a:lnTo>
                    <a:pt x="245" y="104"/>
                  </a:lnTo>
                  <a:lnTo>
                    <a:pt x="245" y="104"/>
                  </a:lnTo>
                  <a:lnTo>
                    <a:pt x="247" y="104"/>
                  </a:lnTo>
                  <a:lnTo>
                    <a:pt x="249" y="104"/>
                  </a:lnTo>
                  <a:lnTo>
                    <a:pt x="261" y="106"/>
                  </a:lnTo>
                  <a:lnTo>
                    <a:pt x="261" y="106"/>
                  </a:lnTo>
                  <a:lnTo>
                    <a:pt x="265" y="104"/>
                  </a:lnTo>
                  <a:lnTo>
                    <a:pt x="267" y="104"/>
                  </a:lnTo>
                  <a:lnTo>
                    <a:pt x="267" y="102"/>
                  </a:lnTo>
                  <a:lnTo>
                    <a:pt x="267" y="102"/>
                  </a:lnTo>
                  <a:lnTo>
                    <a:pt x="267" y="98"/>
                  </a:lnTo>
                  <a:lnTo>
                    <a:pt x="269" y="96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71" y="90"/>
                  </a:lnTo>
                  <a:lnTo>
                    <a:pt x="273" y="90"/>
                  </a:lnTo>
                  <a:lnTo>
                    <a:pt x="273" y="90"/>
                  </a:lnTo>
                  <a:lnTo>
                    <a:pt x="273" y="90"/>
                  </a:lnTo>
                  <a:lnTo>
                    <a:pt x="275" y="92"/>
                  </a:lnTo>
                  <a:lnTo>
                    <a:pt x="275" y="92"/>
                  </a:lnTo>
                  <a:lnTo>
                    <a:pt x="275" y="94"/>
                  </a:lnTo>
                  <a:lnTo>
                    <a:pt x="275" y="94"/>
                  </a:lnTo>
                  <a:lnTo>
                    <a:pt x="277" y="96"/>
                  </a:lnTo>
                  <a:lnTo>
                    <a:pt x="277" y="96"/>
                  </a:lnTo>
                  <a:lnTo>
                    <a:pt x="277" y="96"/>
                  </a:lnTo>
                  <a:lnTo>
                    <a:pt x="279" y="96"/>
                  </a:lnTo>
                  <a:lnTo>
                    <a:pt x="279" y="98"/>
                  </a:lnTo>
                  <a:lnTo>
                    <a:pt x="279" y="98"/>
                  </a:lnTo>
                  <a:lnTo>
                    <a:pt x="279" y="98"/>
                  </a:lnTo>
                  <a:lnTo>
                    <a:pt x="279" y="100"/>
                  </a:lnTo>
                  <a:lnTo>
                    <a:pt x="279" y="100"/>
                  </a:lnTo>
                  <a:lnTo>
                    <a:pt x="279" y="102"/>
                  </a:lnTo>
                  <a:lnTo>
                    <a:pt x="279" y="102"/>
                  </a:lnTo>
                  <a:lnTo>
                    <a:pt x="279" y="102"/>
                  </a:lnTo>
                  <a:lnTo>
                    <a:pt x="279" y="102"/>
                  </a:lnTo>
                  <a:lnTo>
                    <a:pt x="281" y="102"/>
                  </a:lnTo>
                  <a:lnTo>
                    <a:pt x="281" y="104"/>
                  </a:lnTo>
                  <a:lnTo>
                    <a:pt x="281" y="104"/>
                  </a:lnTo>
                  <a:lnTo>
                    <a:pt x="285" y="100"/>
                  </a:lnTo>
                  <a:lnTo>
                    <a:pt x="288" y="98"/>
                  </a:lnTo>
                  <a:lnTo>
                    <a:pt x="288" y="98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300" y="96"/>
                  </a:lnTo>
                  <a:lnTo>
                    <a:pt x="300" y="96"/>
                  </a:lnTo>
                  <a:lnTo>
                    <a:pt x="300" y="96"/>
                  </a:lnTo>
                  <a:lnTo>
                    <a:pt x="300" y="96"/>
                  </a:lnTo>
                  <a:lnTo>
                    <a:pt x="302" y="96"/>
                  </a:lnTo>
                  <a:lnTo>
                    <a:pt x="302" y="96"/>
                  </a:lnTo>
                  <a:lnTo>
                    <a:pt x="302" y="98"/>
                  </a:lnTo>
                  <a:lnTo>
                    <a:pt x="304" y="100"/>
                  </a:lnTo>
                  <a:lnTo>
                    <a:pt x="304" y="100"/>
                  </a:lnTo>
                  <a:lnTo>
                    <a:pt x="304" y="102"/>
                  </a:lnTo>
                  <a:lnTo>
                    <a:pt x="306" y="102"/>
                  </a:lnTo>
                  <a:lnTo>
                    <a:pt x="318" y="106"/>
                  </a:lnTo>
                  <a:lnTo>
                    <a:pt x="320" y="104"/>
                  </a:lnTo>
                  <a:lnTo>
                    <a:pt x="320" y="104"/>
                  </a:lnTo>
                  <a:lnTo>
                    <a:pt x="320" y="104"/>
                  </a:lnTo>
                  <a:lnTo>
                    <a:pt x="326" y="100"/>
                  </a:lnTo>
                  <a:lnTo>
                    <a:pt x="334" y="100"/>
                  </a:lnTo>
                  <a:lnTo>
                    <a:pt x="334" y="98"/>
                  </a:lnTo>
                  <a:lnTo>
                    <a:pt x="337" y="94"/>
                  </a:lnTo>
                  <a:lnTo>
                    <a:pt x="339" y="92"/>
                  </a:lnTo>
                  <a:lnTo>
                    <a:pt x="341" y="92"/>
                  </a:lnTo>
                  <a:lnTo>
                    <a:pt x="345" y="94"/>
                  </a:lnTo>
                  <a:lnTo>
                    <a:pt x="347" y="96"/>
                  </a:lnTo>
                  <a:lnTo>
                    <a:pt x="345" y="100"/>
                  </a:lnTo>
                  <a:lnTo>
                    <a:pt x="345" y="102"/>
                  </a:lnTo>
                  <a:lnTo>
                    <a:pt x="345" y="104"/>
                  </a:lnTo>
                  <a:lnTo>
                    <a:pt x="345" y="104"/>
                  </a:lnTo>
                  <a:lnTo>
                    <a:pt x="345" y="104"/>
                  </a:lnTo>
                  <a:lnTo>
                    <a:pt x="345" y="108"/>
                  </a:lnTo>
                  <a:lnTo>
                    <a:pt x="343" y="112"/>
                  </a:lnTo>
                  <a:lnTo>
                    <a:pt x="343" y="112"/>
                  </a:lnTo>
                  <a:lnTo>
                    <a:pt x="341" y="112"/>
                  </a:lnTo>
                  <a:lnTo>
                    <a:pt x="339" y="114"/>
                  </a:lnTo>
                  <a:lnTo>
                    <a:pt x="337" y="118"/>
                  </a:lnTo>
                  <a:lnTo>
                    <a:pt x="336" y="120"/>
                  </a:lnTo>
                  <a:lnTo>
                    <a:pt x="336" y="122"/>
                  </a:lnTo>
                  <a:lnTo>
                    <a:pt x="334" y="125"/>
                  </a:lnTo>
                  <a:lnTo>
                    <a:pt x="332" y="125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26" y="145"/>
                  </a:lnTo>
                  <a:lnTo>
                    <a:pt x="326" y="145"/>
                  </a:lnTo>
                  <a:lnTo>
                    <a:pt x="326" y="145"/>
                  </a:lnTo>
                  <a:lnTo>
                    <a:pt x="326" y="147"/>
                  </a:lnTo>
                  <a:lnTo>
                    <a:pt x="308" y="167"/>
                  </a:lnTo>
                  <a:lnTo>
                    <a:pt x="306" y="173"/>
                  </a:lnTo>
                  <a:lnTo>
                    <a:pt x="304" y="175"/>
                  </a:lnTo>
                  <a:lnTo>
                    <a:pt x="304" y="175"/>
                  </a:lnTo>
                  <a:lnTo>
                    <a:pt x="304" y="175"/>
                  </a:lnTo>
                  <a:lnTo>
                    <a:pt x="296" y="179"/>
                  </a:lnTo>
                  <a:lnTo>
                    <a:pt x="296" y="179"/>
                  </a:lnTo>
                  <a:lnTo>
                    <a:pt x="296" y="179"/>
                  </a:lnTo>
                  <a:lnTo>
                    <a:pt x="294" y="180"/>
                  </a:lnTo>
                  <a:lnTo>
                    <a:pt x="296" y="182"/>
                  </a:lnTo>
                  <a:lnTo>
                    <a:pt x="294" y="186"/>
                  </a:lnTo>
                  <a:lnTo>
                    <a:pt x="294" y="188"/>
                  </a:lnTo>
                  <a:lnTo>
                    <a:pt x="294" y="190"/>
                  </a:lnTo>
                  <a:lnTo>
                    <a:pt x="294" y="190"/>
                  </a:lnTo>
                  <a:lnTo>
                    <a:pt x="294" y="192"/>
                  </a:lnTo>
                  <a:lnTo>
                    <a:pt x="294" y="194"/>
                  </a:lnTo>
                  <a:lnTo>
                    <a:pt x="294" y="194"/>
                  </a:lnTo>
                  <a:lnTo>
                    <a:pt x="294" y="194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2" y="196"/>
                  </a:lnTo>
                  <a:lnTo>
                    <a:pt x="292" y="196"/>
                  </a:lnTo>
                  <a:lnTo>
                    <a:pt x="292" y="196"/>
                  </a:lnTo>
                  <a:lnTo>
                    <a:pt x="286" y="196"/>
                  </a:lnTo>
                  <a:lnTo>
                    <a:pt x="283" y="194"/>
                  </a:lnTo>
                  <a:lnTo>
                    <a:pt x="281" y="192"/>
                  </a:lnTo>
                  <a:lnTo>
                    <a:pt x="281" y="192"/>
                  </a:lnTo>
                  <a:lnTo>
                    <a:pt x="281" y="192"/>
                  </a:lnTo>
                  <a:lnTo>
                    <a:pt x="277" y="194"/>
                  </a:lnTo>
                  <a:lnTo>
                    <a:pt x="277" y="194"/>
                  </a:lnTo>
                  <a:lnTo>
                    <a:pt x="273" y="194"/>
                  </a:lnTo>
                  <a:lnTo>
                    <a:pt x="269" y="194"/>
                  </a:lnTo>
                  <a:lnTo>
                    <a:pt x="269" y="194"/>
                  </a:lnTo>
                  <a:lnTo>
                    <a:pt x="269" y="196"/>
                  </a:lnTo>
                  <a:lnTo>
                    <a:pt x="267" y="198"/>
                  </a:lnTo>
                  <a:lnTo>
                    <a:pt x="267" y="200"/>
                  </a:lnTo>
                  <a:lnTo>
                    <a:pt x="267" y="200"/>
                  </a:lnTo>
                  <a:lnTo>
                    <a:pt x="267" y="202"/>
                  </a:lnTo>
                  <a:lnTo>
                    <a:pt x="267" y="202"/>
                  </a:lnTo>
                  <a:lnTo>
                    <a:pt x="267" y="202"/>
                  </a:lnTo>
                  <a:lnTo>
                    <a:pt x="267" y="204"/>
                  </a:lnTo>
                  <a:lnTo>
                    <a:pt x="267" y="204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3" y="212"/>
                  </a:lnTo>
                  <a:lnTo>
                    <a:pt x="263" y="214"/>
                  </a:lnTo>
                  <a:lnTo>
                    <a:pt x="263" y="214"/>
                  </a:lnTo>
                  <a:lnTo>
                    <a:pt x="263" y="216"/>
                  </a:lnTo>
                  <a:lnTo>
                    <a:pt x="263" y="216"/>
                  </a:lnTo>
                  <a:lnTo>
                    <a:pt x="263" y="216"/>
                  </a:lnTo>
                  <a:lnTo>
                    <a:pt x="263" y="216"/>
                  </a:lnTo>
                  <a:lnTo>
                    <a:pt x="263" y="218"/>
                  </a:lnTo>
                  <a:lnTo>
                    <a:pt x="263" y="218"/>
                  </a:lnTo>
                  <a:lnTo>
                    <a:pt x="263" y="218"/>
                  </a:lnTo>
                  <a:lnTo>
                    <a:pt x="263" y="220"/>
                  </a:lnTo>
                  <a:lnTo>
                    <a:pt x="263" y="220"/>
                  </a:lnTo>
                  <a:lnTo>
                    <a:pt x="263" y="220"/>
                  </a:lnTo>
                  <a:lnTo>
                    <a:pt x="261" y="220"/>
                  </a:lnTo>
                  <a:lnTo>
                    <a:pt x="261" y="222"/>
                  </a:lnTo>
                  <a:lnTo>
                    <a:pt x="261" y="222"/>
                  </a:lnTo>
                  <a:lnTo>
                    <a:pt x="261" y="224"/>
                  </a:lnTo>
                  <a:lnTo>
                    <a:pt x="261" y="226"/>
                  </a:lnTo>
                  <a:lnTo>
                    <a:pt x="261" y="226"/>
                  </a:lnTo>
                  <a:lnTo>
                    <a:pt x="261" y="226"/>
                  </a:lnTo>
                  <a:lnTo>
                    <a:pt x="261" y="226"/>
                  </a:lnTo>
                  <a:lnTo>
                    <a:pt x="261" y="228"/>
                  </a:lnTo>
                  <a:lnTo>
                    <a:pt x="261" y="228"/>
                  </a:lnTo>
                  <a:lnTo>
                    <a:pt x="261" y="230"/>
                  </a:lnTo>
                  <a:lnTo>
                    <a:pt x="261" y="230"/>
                  </a:lnTo>
                  <a:lnTo>
                    <a:pt x="263" y="232"/>
                  </a:lnTo>
                  <a:lnTo>
                    <a:pt x="263" y="232"/>
                  </a:lnTo>
                  <a:lnTo>
                    <a:pt x="263" y="232"/>
                  </a:lnTo>
                  <a:lnTo>
                    <a:pt x="263" y="233"/>
                  </a:lnTo>
                  <a:lnTo>
                    <a:pt x="263" y="233"/>
                  </a:lnTo>
                  <a:lnTo>
                    <a:pt x="263" y="235"/>
                  </a:lnTo>
                  <a:lnTo>
                    <a:pt x="263" y="235"/>
                  </a:lnTo>
                  <a:lnTo>
                    <a:pt x="263" y="235"/>
                  </a:lnTo>
                  <a:lnTo>
                    <a:pt x="263" y="235"/>
                  </a:lnTo>
                  <a:lnTo>
                    <a:pt x="263" y="235"/>
                  </a:lnTo>
                  <a:lnTo>
                    <a:pt x="263" y="237"/>
                  </a:lnTo>
                  <a:lnTo>
                    <a:pt x="263" y="237"/>
                  </a:lnTo>
                  <a:lnTo>
                    <a:pt x="263" y="237"/>
                  </a:lnTo>
                  <a:lnTo>
                    <a:pt x="263" y="239"/>
                  </a:lnTo>
                  <a:lnTo>
                    <a:pt x="263" y="239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3"/>
                  </a:lnTo>
                  <a:lnTo>
                    <a:pt x="265" y="243"/>
                  </a:lnTo>
                  <a:lnTo>
                    <a:pt x="265" y="243"/>
                  </a:lnTo>
                  <a:lnTo>
                    <a:pt x="265" y="243"/>
                  </a:lnTo>
                  <a:lnTo>
                    <a:pt x="265" y="245"/>
                  </a:lnTo>
                  <a:lnTo>
                    <a:pt x="265" y="245"/>
                  </a:lnTo>
                  <a:lnTo>
                    <a:pt x="265" y="245"/>
                  </a:lnTo>
                  <a:lnTo>
                    <a:pt x="265" y="247"/>
                  </a:lnTo>
                  <a:lnTo>
                    <a:pt x="265" y="247"/>
                  </a:lnTo>
                  <a:lnTo>
                    <a:pt x="265" y="247"/>
                  </a:lnTo>
                  <a:lnTo>
                    <a:pt x="265" y="247"/>
                  </a:lnTo>
                  <a:lnTo>
                    <a:pt x="265" y="249"/>
                  </a:lnTo>
                  <a:lnTo>
                    <a:pt x="263" y="249"/>
                  </a:lnTo>
                  <a:lnTo>
                    <a:pt x="263" y="251"/>
                  </a:lnTo>
                  <a:lnTo>
                    <a:pt x="263" y="251"/>
                  </a:lnTo>
                  <a:lnTo>
                    <a:pt x="263" y="251"/>
                  </a:lnTo>
                  <a:lnTo>
                    <a:pt x="263" y="253"/>
                  </a:lnTo>
                  <a:lnTo>
                    <a:pt x="259" y="255"/>
                  </a:lnTo>
                  <a:lnTo>
                    <a:pt x="255" y="257"/>
                  </a:lnTo>
                  <a:lnTo>
                    <a:pt x="255" y="257"/>
                  </a:lnTo>
                  <a:lnTo>
                    <a:pt x="255" y="259"/>
                  </a:lnTo>
                  <a:lnTo>
                    <a:pt x="255" y="259"/>
                  </a:lnTo>
                  <a:lnTo>
                    <a:pt x="255" y="261"/>
                  </a:lnTo>
                  <a:lnTo>
                    <a:pt x="255" y="261"/>
                  </a:lnTo>
                  <a:lnTo>
                    <a:pt x="255" y="261"/>
                  </a:lnTo>
                  <a:lnTo>
                    <a:pt x="255" y="261"/>
                  </a:lnTo>
                  <a:lnTo>
                    <a:pt x="253" y="263"/>
                  </a:lnTo>
                  <a:lnTo>
                    <a:pt x="253" y="265"/>
                  </a:lnTo>
                  <a:lnTo>
                    <a:pt x="253" y="265"/>
                  </a:lnTo>
                  <a:lnTo>
                    <a:pt x="253" y="267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47" y="271"/>
                  </a:lnTo>
                  <a:lnTo>
                    <a:pt x="247" y="273"/>
                  </a:lnTo>
                  <a:lnTo>
                    <a:pt x="247" y="273"/>
                  </a:lnTo>
                  <a:lnTo>
                    <a:pt x="247" y="273"/>
                  </a:lnTo>
                  <a:lnTo>
                    <a:pt x="247" y="275"/>
                  </a:lnTo>
                  <a:lnTo>
                    <a:pt x="247" y="275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7" y="277"/>
                  </a:lnTo>
                  <a:lnTo>
                    <a:pt x="245" y="279"/>
                  </a:lnTo>
                  <a:lnTo>
                    <a:pt x="245" y="281"/>
                  </a:lnTo>
                  <a:lnTo>
                    <a:pt x="245" y="281"/>
                  </a:lnTo>
                  <a:lnTo>
                    <a:pt x="247" y="281"/>
                  </a:lnTo>
                  <a:lnTo>
                    <a:pt x="247" y="281"/>
                  </a:lnTo>
                  <a:lnTo>
                    <a:pt x="251" y="281"/>
                  </a:lnTo>
                  <a:lnTo>
                    <a:pt x="251" y="279"/>
                  </a:lnTo>
                  <a:lnTo>
                    <a:pt x="251" y="279"/>
                  </a:lnTo>
                  <a:lnTo>
                    <a:pt x="253" y="279"/>
                  </a:lnTo>
                  <a:lnTo>
                    <a:pt x="253" y="281"/>
                  </a:lnTo>
                  <a:lnTo>
                    <a:pt x="253" y="281"/>
                  </a:lnTo>
                  <a:lnTo>
                    <a:pt x="253" y="281"/>
                  </a:lnTo>
                  <a:lnTo>
                    <a:pt x="253" y="283"/>
                  </a:lnTo>
                  <a:lnTo>
                    <a:pt x="253" y="283"/>
                  </a:lnTo>
                  <a:lnTo>
                    <a:pt x="255" y="285"/>
                  </a:lnTo>
                  <a:lnTo>
                    <a:pt x="255" y="285"/>
                  </a:lnTo>
                  <a:lnTo>
                    <a:pt x="257" y="285"/>
                  </a:lnTo>
                  <a:lnTo>
                    <a:pt x="259" y="285"/>
                  </a:lnTo>
                  <a:lnTo>
                    <a:pt x="259" y="285"/>
                  </a:lnTo>
                  <a:lnTo>
                    <a:pt x="267" y="288"/>
                  </a:lnTo>
                  <a:lnTo>
                    <a:pt x="271" y="292"/>
                  </a:lnTo>
                  <a:lnTo>
                    <a:pt x="273" y="294"/>
                  </a:lnTo>
                  <a:lnTo>
                    <a:pt x="273" y="294"/>
                  </a:lnTo>
                  <a:lnTo>
                    <a:pt x="273" y="296"/>
                  </a:lnTo>
                  <a:lnTo>
                    <a:pt x="273" y="296"/>
                  </a:lnTo>
                  <a:lnTo>
                    <a:pt x="271" y="296"/>
                  </a:lnTo>
                  <a:lnTo>
                    <a:pt x="271" y="296"/>
                  </a:lnTo>
                  <a:lnTo>
                    <a:pt x="271" y="296"/>
                  </a:lnTo>
                  <a:lnTo>
                    <a:pt x="271" y="296"/>
                  </a:lnTo>
                  <a:lnTo>
                    <a:pt x="273" y="298"/>
                  </a:lnTo>
                  <a:lnTo>
                    <a:pt x="277" y="298"/>
                  </a:lnTo>
                  <a:lnTo>
                    <a:pt x="279" y="298"/>
                  </a:lnTo>
                  <a:lnTo>
                    <a:pt x="279" y="298"/>
                  </a:lnTo>
                  <a:lnTo>
                    <a:pt x="279" y="300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81" y="304"/>
                  </a:lnTo>
                  <a:lnTo>
                    <a:pt x="279" y="304"/>
                  </a:lnTo>
                  <a:lnTo>
                    <a:pt x="277" y="308"/>
                  </a:lnTo>
                  <a:lnTo>
                    <a:pt x="277" y="308"/>
                  </a:lnTo>
                  <a:lnTo>
                    <a:pt x="277" y="308"/>
                  </a:lnTo>
                  <a:lnTo>
                    <a:pt x="277" y="310"/>
                  </a:lnTo>
                  <a:lnTo>
                    <a:pt x="277" y="310"/>
                  </a:lnTo>
                  <a:lnTo>
                    <a:pt x="277" y="310"/>
                  </a:lnTo>
                  <a:lnTo>
                    <a:pt x="277" y="310"/>
                  </a:lnTo>
                  <a:lnTo>
                    <a:pt x="279" y="310"/>
                  </a:lnTo>
                  <a:lnTo>
                    <a:pt x="279" y="310"/>
                  </a:lnTo>
                  <a:lnTo>
                    <a:pt x="279" y="310"/>
                  </a:lnTo>
                  <a:lnTo>
                    <a:pt x="279" y="310"/>
                  </a:lnTo>
                  <a:lnTo>
                    <a:pt x="279" y="312"/>
                  </a:lnTo>
                  <a:lnTo>
                    <a:pt x="279" y="312"/>
                  </a:lnTo>
                  <a:lnTo>
                    <a:pt x="279" y="312"/>
                  </a:lnTo>
                  <a:lnTo>
                    <a:pt x="279" y="312"/>
                  </a:lnTo>
                  <a:lnTo>
                    <a:pt x="279" y="314"/>
                  </a:lnTo>
                  <a:lnTo>
                    <a:pt x="281" y="316"/>
                  </a:lnTo>
                  <a:lnTo>
                    <a:pt x="281" y="316"/>
                  </a:lnTo>
                  <a:lnTo>
                    <a:pt x="281" y="316"/>
                  </a:lnTo>
                  <a:lnTo>
                    <a:pt x="281" y="316"/>
                  </a:lnTo>
                  <a:lnTo>
                    <a:pt x="281" y="318"/>
                  </a:lnTo>
                  <a:lnTo>
                    <a:pt x="281" y="318"/>
                  </a:lnTo>
                  <a:lnTo>
                    <a:pt x="281" y="318"/>
                  </a:lnTo>
                  <a:lnTo>
                    <a:pt x="279" y="318"/>
                  </a:lnTo>
                  <a:lnTo>
                    <a:pt x="279" y="318"/>
                  </a:lnTo>
                  <a:lnTo>
                    <a:pt x="279" y="318"/>
                  </a:lnTo>
                  <a:lnTo>
                    <a:pt x="279" y="322"/>
                  </a:lnTo>
                  <a:lnTo>
                    <a:pt x="277" y="322"/>
                  </a:lnTo>
                  <a:lnTo>
                    <a:pt x="277" y="324"/>
                  </a:lnTo>
                  <a:lnTo>
                    <a:pt x="277" y="326"/>
                  </a:lnTo>
                  <a:lnTo>
                    <a:pt x="277" y="326"/>
                  </a:lnTo>
                  <a:lnTo>
                    <a:pt x="273" y="328"/>
                  </a:lnTo>
                  <a:lnTo>
                    <a:pt x="273" y="330"/>
                  </a:lnTo>
                  <a:lnTo>
                    <a:pt x="273" y="332"/>
                  </a:lnTo>
                  <a:lnTo>
                    <a:pt x="271" y="334"/>
                  </a:lnTo>
                  <a:lnTo>
                    <a:pt x="271" y="334"/>
                  </a:lnTo>
                  <a:lnTo>
                    <a:pt x="271" y="334"/>
                  </a:lnTo>
                  <a:lnTo>
                    <a:pt x="271" y="334"/>
                  </a:lnTo>
                  <a:lnTo>
                    <a:pt x="269" y="336"/>
                  </a:lnTo>
                  <a:lnTo>
                    <a:pt x="269" y="336"/>
                  </a:lnTo>
                  <a:lnTo>
                    <a:pt x="269" y="338"/>
                  </a:lnTo>
                  <a:lnTo>
                    <a:pt x="269" y="338"/>
                  </a:lnTo>
                  <a:lnTo>
                    <a:pt x="269" y="338"/>
                  </a:lnTo>
                  <a:lnTo>
                    <a:pt x="269" y="338"/>
                  </a:lnTo>
                  <a:lnTo>
                    <a:pt x="269" y="340"/>
                  </a:lnTo>
                  <a:lnTo>
                    <a:pt x="269" y="340"/>
                  </a:lnTo>
                  <a:lnTo>
                    <a:pt x="269" y="340"/>
                  </a:lnTo>
                  <a:lnTo>
                    <a:pt x="269" y="341"/>
                  </a:lnTo>
                  <a:lnTo>
                    <a:pt x="267" y="341"/>
                  </a:lnTo>
                  <a:lnTo>
                    <a:pt x="267" y="341"/>
                  </a:lnTo>
                  <a:lnTo>
                    <a:pt x="267" y="341"/>
                  </a:lnTo>
                  <a:lnTo>
                    <a:pt x="267" y="341"/>
                  </a:lnTo>
                  <a:lnTo>
                    <a:pt x="267" y="343"/>
                  </a:lnTo>
                  <a:lnTo>
                    <a:pt x="267" y="343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7" y="347"/>
                  </a:lnTo>
                  <a:lnTo>
                    <a:pt x="267" y="347"/>
                  </a:lnTo>
                  <a:lnTo>
                    <a:pt x="267" y="347"/>
                  </a:lnTo>
                  <a:lnTo>
                    <a:pt x="267" y="349"/>
                  </a:lnTo>
                  <a:lnTo>
                    <a:pt x="269" y="349"/>
                  </a:lnTo>
                  <a:lnTo>
                    <a:pt x="269" y="351"/>
                  </a:lnTo>
                  <a:lnTo>
                    <a:pt x="269" y="351"/>
                  </a:lnTo>
                  <a:lnTo>
                    <a:pt x="269" y="351"/>
                  </a:lnTo>
                  <a:lnTo>
                    <a:pt x="271" y="351"/>
                  </a:lnTo>
                  <a:lnTo>
                    <a:pt x="271" y="351"/>
                  </a:lnTo>
                  <a:lnTo>
                    <a:pt x="273" y="351"/>
                  </a:lnTo>
                  <a:lnTo>
                    <a:pt x="273" y="351"/>
                  </a:lnTo>
                  <a:lnTo>
                    <a:pt x="275" y="351"/>
                  </a:lnTo>
                  <a:lnTo>
                    <a:pt x="281" y="349"/>
                  </a:lnTo>
                  <a:lnTo>
                    <a:pt x="283" y="347"/>
                  </a:lnTo>
                  <a:lnTo>
                    <a:pt x="285" y="347"/>
                  </a:lnTo>
                  <a:lnTo>
                    <a:pt x="285" y="347"/>
                  </a:lnTo>
                  <a:lnTo>
                    <a:pt x="285" y="345"/>
                  </a:lnTo>
                  <a:lnTo>
                    <a:pt x="286" y="347"/>
                  </a:lnTo>
                  <a:lnTo>
                    <a:pt x="288" y="345"/>
                  </a:lnTo>
                  <a:lnTo>
                    <a:pt x="288" y="345"/>
                  </a:lnTo>
                  <a:lnTo>
                    <a:pt x="288" y="345"/>
                  </a:lnTo>
                  <a:lnTo>
                    <a:pt x="288" y="345"/>
                  </a:lnTo>
                  <a:lnTo>
                    <a:pt x="288" y="345"/>
                  </a:lnTo>
                  <a:lnTo>
                    <a:pt x="292" y="345"/>
                  </a:lnTo>
                  <a:lnTo>
                    <a:pt x="292" y="345"/>
                  </a:lnTo>
                  <a:lnTo>
                    <a:pt x="292" y="345"/>
                  </a:lnTo>
                  <a:lnTo>
                    <a:pt x="292" y="345"/>
                  </a:lnTo>
                  <a:lnTo>
                    <a:pt x="292" y="347"/>
                  </a:lnTo>
                  <a:lnTo>
                    <a:pt x="294" y="347"/>
                  </a:lnTo>
                  <a:lnTo>
                    <a:pt x="294" y="347"/>
                  </a:lnTo>
                  <a:lnTo>
                    <a:pt x="294" y="349"/>
                  </a:lnTo>
                  <a:lnTo>
                    <a:pt x="294" y="349"/>
                  </a:lnTo>
                  <a:lnTo>
                    <a:pt x="294" y="351"/>
                  </a:lnTo>
                  <a:lnTo>
                    <a:pt x="292" y="353"/>
                  </a:lnTo>
                  <a:lnTo>
                    <a:pt x="290" y="355"/>
                  </a:lnTo>
                  <a:lnTo>
                    <a:pt x="290" y="355"/>
                  </a:lnTo>
                  <a:lnTo>
                    <a:pt x="290" y="355"/>
                  </a:lnTo>
                  <a:lnTo>
                    <a:pt x="290" y="355"/>
                  </a:lnTo>
                  <a:lnTo>
                    <a:pt x="292" y="357"/>
                  </a:lnTo>
                  <a:lnTo>
                    <a:pt x="292" y="357"/>
                  </a:lnTo>
                  <a:lnTo>
                    <a:pt x="300" y="355"/>
                  </a:lnTo>
                  <a:lnTo>
                    <a:pt x="302" y="355"/>
                  </a:lnTo>
                  <a:lnTo>
                    <a:pt x="302" y="355"/>
                  </a:lnTo>
                  <a:lnTo>
                    <a:pt x="302" y="355"/>
                  </a:lnTo>
                  <a:lnTo>
                    <a:pt x="302" y="355"/>
                  </a:lnTo>
                  <a:lnTo>
                    <a:pt x="302" y="355"/>
                  </a:lnTo>
                  <a:lnTo>
                    <a:pt x="302" y="353"/>
                  </a:lnTo>
                  <a:lnTo>
                    <a:pt x="302" y="353"/>
                  </a:lnTo>
                  <a:lnTo>
                    <a:pt x="302" y="353"/>
                  </a:lnTo>
                  <a:lnTo>
                    <a:pt x="302" y="353"/>
                  </a:lnTo>
                  <a:lnTo>
                    <a:pt x="302" y="351"/>
                  </a:lnTo>
                  <a:lnTo>
                    <a:pt x="304" y="351"/>
                  </a:lnTo>
                  <a:lnTo>
                    <a:pt x="304" y="353"/>
                  </a:lnTo>
                  <a:lnTo>
                    <a:pt x="304" y="353"/>
                  </a:lnTo>
                  <a:lnTo>
                    <a:pt x="304" y="353"/>
                  </a:lnTo>
                  <a:lnTo>
                    <a:pt x="304" y="355"/>
                  </a:lnTo>
                  <a:lnTo>
                    <a:pt x="304" y="355"/>
                  </a:lnTo>
                  <a:lnTo>
                    <a:pt x="304" y="355"/>
                  </a:lnTo>
                  <a:lnTo>
                    <a:pt x="304" y="357"/>
                  </a:lnTo>
                  <a:lnTo>
                    <a:pt x="304" y="357"/>
                  </a:lnTo>
                  <a:lnTo>
                    <a:pt x="304" y="359"/>
                  </a:lnTo>
                  <a:lnTo>
                    <a:pt x="304" y="359"/>
                  </a:lnTo>
                  <a:lnTo>
                    <a:pt x="304" y="361"/>
                  </a:lnTo>
                  <a:lnTo>
                    <a:pt x="304" y="361"/>
                  </a:lnTo>
                  <a:lnTo>
                    <a:pt x="304" y="361"/>
                  </a:lnTo>
                  <a:lnTo>
                    <a:pt x="304" y="361"/>
                  </a:lnTo>
                  <a:lnTo>
                    <a:pt x="304" y="363"/>
                  </a:lnTo>
                  <a:lnTo>
                    <a:pt x="304" y="363"/>
                  </a:lnTo>
                  <a:lnTo>
                    <a:pt x="304" y="363"/>
                  </a:lnTo>
                  <a:lnTo>
                    <a:pt x="304" y="363"/>
                  </a:lnTo>
                  <a:lnTo>
                    <a:pt x="306" y="363"/>
                  </a:lnTo>
                  <a:lnTo>
                    <a:pt x="306" y="363"/>
                  </a:lnTo>
                  <a:lnTo>
                    <a:pt x="306" y="363"/>
                  </a:lnTo>
                  <a:lnTo>
                    <a:pt x="306" y="365"/>
                  </a:lnTo>
                  <a:lnTo>
                    <a:pt x="308" y="367"/>
                  </a:lnTo>
                  <a:lnTo>
                    <a:pt x="308" y="367"/>
                  </a:lnTo>
                  <a:lnTo>
                    <a:pt x="310" y="369"/>
                  </a:lnTo>
                  <a:lnTo>
                    <a:pt x="312" y="369"/>
                  </a:lnTo>
                  <a:lnTo>
                    <a:pt x="312" y="371"/>
                  </a:lnTo>
                  <a:lnTo>
                    <a:pt x="312" y="371"/>
                  </a:lnTo>
                  <a:lnTo>
                    <a:pt x="316" y="373"/>
                  </a:lnTo>
                  <a:lnTo>
                    <a:pt x="318" y="373"/>
                  </a:lnTo>
                  <a:lnTo>
                    <a:pt x="318" y="373"/>
                  </a:lnTo>
                  <a:lnTo>
                    <a:pt x="318" y="373"/>
                  </a:lnTo>
                  <a:lnTo>
                    <a:pt x="318" y="373"/>
                  </a:lnTo>
                  <a:lnTo>
                    <a:pt x="320" y="373"/>
                  </a:lnTo>
                  <a:lnTo>
                    <a:pt x="320" y="371"/>
                  </a:lnTo>
                  <a:lnTo>
                    <a:pt x="320" y="371"/>
                  </a:lnTo>
                  <a:lnTo>
                    <a:pt x="320" y="371"/>
                  </a:lnTo>
                  <a:lnTo>
                    <a:pt x="320" y="371"/>
                  </a:lnTo>
                  <a:lnTo>
                    <a:pt x="318" y="369"/>
                  </a:lnTo>
                  <a:lnTo>
                    <a:pt x="318" y="367"/>
                  </a:lnTo>
                  <a:lnTo>
                    <a:pt x="318" y="367"/>
                  </a:lnTo>
                  <a:lnTo>
                    <a:pt x="318" y="367"/>
                  </a:lnTo>
                  <a:lnTo>
                    <a:pt x="318" y="365"/>
                  </a:lnTo>
                  <a:lnTo>
                    <a:pt x="318" y="365"/>
                  </a:lnTo>
                  <a:lnTo>
                    <a:pt x="318" y="365"/>
                  </a:lnTo>
                  <a:lnTo>
                    <a:pt x="318" y="365"/>
                  </a:lnTo>
                  <a:lnTo>
                    <a:pt x="318" y="365"/>
                  </a:lnTo>
                  <a:lnTo>
                    <a:pt x="320" y="365"/>
                  </a:lnTo>
                  <a:lnTo>
                    <a:pt x="320" y="365"/>
                  </a:lnTo>
                  <a:lnTo>
                    <a:pt x="320" y="365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4" y="365"/>
                  </a:lnTo>
                  <a:lnTo>
                    <a:pt x="326" y="367"/>
                  </a:lnTo>
                  <a:lnTo>
                    <a:pt x="326" y="367"/>
                  </a:lnTo>
                  <a:lnTo>
                    <a:pt x="326" y="369"/>
                  </a:lnTo>
                  <a:lnTo>
                    <a:pt x="326" y="369"/>
                  </a:lnTo>
                  <a:lnTo>
                    <a:pt x="326" y="373"/>
                  </a:lnTo>
                  <a:lnTo>
                    <a:pt x="326" y="373"/>
                  </a:lnTo>
                  <a:lnTo>
                    <a:pt x="324" y="373"/>
                  </a:lnTo>
                  <a:lnTo>
                    <a:pt x="324" y="373"/>
                  </a:lnTo>
                  <a:lnTo>
                    <a:pt x="324" y="375"/>
                  </a:lnTo>
                  <a:lnTo>
                    <a:pt x="324" y="375"/>
                  </a:lnTo>
                  <a:lnTo>
                    <a:pt x="324" y="377"/>
                  </a:lnTo>
                  <a:lnTo>
                    <a:pt x="324" y="377"/>
                  </a:lnTo>
                  <a:lnTo>
                    <a:pt x="326" y="377"/>
                  </a:lnTo>
                  <a:lnTo>
                    <a:pt x="326" y="377"/>
                  </a:lnTo>
                  <a:lnTo>
                    <a:pt x="326" y="377"/>
                  </a:lnTo>
                  <a:lnTo>
                    <a:pt x="326" y="377"/>
                  </a:lnTo>
                  <a:lnTo>
                    <a:pt x="326" y="377"/>
                  </a:lnTo>
                  <a:lnTo>
                    <a:pt x="328" y="375"/>
                  </a:lnTo>
                  <a:lnTo>
                    <a:pt x="328" y="375"/>
                  </a:lnTo>
                  <a:lnTo>
                    <a:pt x="330" y="375"/>
                  </a:lnTo>
                  <a:lnTo>
                    <a:pt x="330" y="375"/>
                  </a:lnTo>
                  <a:lnTo>
                    <a:pt x="330" y="377"/>
                  </a:lnTo>
                  <a:lnTo>
                    <a:pt x="330" y="377"/>
                  </a:lnTo>
                  <a:lnTo>
                    <a:pt x="330" y="377"/>
                  </a:lnTo>
                  <a:lnTo>
                    <a:pt x="330" y="379"/>
                  </a:lnTo>
                  <a:lnTo>
                    <a:pt x="330" y="379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28" y="381"/>
                  </a:lnTo>
                  <a:lnTo>
                    <a:pt x="328" y="381"/>
                  </a:lnTo>
                  <a:lnTo>
                    <a:pt x="328" y="381"/>
                  </a:lnTo>
                  <a:lnTo>
                    <a:pt x="328" y="381"/>
                  </a:lnTo>
                  <a:lnTo>
                    <a:pt x="328" y="383"/>
                  </a:lnTo>
                  <a:lnTo>
                    <a:pt x="330" y="383"/>
                  </a:lnTo>
                  <a:lnTo>
                    <a:pt x="330" y="383"/>
                  </a:lnTo>
                  <a:lnTo>
                    <a:pt x="334" y="379"/>
                  </a:lnTo>
                  <a:lnTo>
                    <a:pt x="336" y="379"/>
                  </a:lnTo>
                  <a:lnTo>
                    <a:pt x="337" y="379"/>
                  </a:lnTo>
                  <a:lnTo>
                    <a:pt x="337" y="379"/>
                  </a:lnTo>
                  <a:lnTo>
                    <a:pt x="337" y="379"/>
                  </a:lnTo>
                  <a:lnTo>
                    <a:pt x="341" y="381"/>
                  </a:lnTo>
                  <a:lnTo>
                    <a:pt x="341" y="381"/>
                  </a:lnTo>
                  <a:lnTo>
                    <a:pt x="341" y="383"/>
                  </a:lnTo>
                  <a:lnTo>
                    <a:pt x="343" y="383"/>
                  </a:lnTo>
                  <a:lnTo>
                    <a:pt x="343" y="385"/>
                  </a:lnTo>
                  <a:lnTo>
                    <a:pt x="343" y="385"/>
                  </a:lnTo>
                  <a:lnTo>
                    <a:pt x="343" y="387"/>
                  </a:lnTo>
                  <a:lnTo>
                    <a:pt x="343" y="387"/>
                  </a:lnTo>
                  <a:lnTo>
                    <a:pt x="343" y="387"/>
                  </a:lnTo>
                  <a:lnTo>
                    <a:pt x="343" y="387"/>
                  </a:lnTo>
                  <a:lnTo>
                    <a:pt x="343" y="387"/>
                  </a:lnTo>
                  <a:lnTo>
                    <a:pt x="343" y="389"/>
                  </a:lnTo>
                  <a:lnTo>
                    <a:pt x="345" y="389"/>
                  </a:lnTo>
                  <a:lnTo>
                    <a:pt x="345" y="389"/>
                  </a:lnTo>
                  <a:lnTo>
                    <a:pt x="345" y="389"/>
                  </a:lnTo>
                  <a:lnTo>
                    <a:pt x="347" y="389"/>
                  </a:lnTo>
                  <a:lnTo>
                    <a:pt x="347" y="387"/>
                  </a:lnTo>
                  <a:lnTo>
                    <a:pt x="349" y="387"/>
                  </a:lnTo>
                  <a:lnTo>
                    <a:pt x="349" y="385"/>
                  </a:lnTo>
                  <a:lnTo>
                    <a:pt x="349" y="385"/>
                  </a:lnTo>
                  <a:lnTo>
                    <a:pt x="351" y="385"/>
                  </a:lnTo>
                  <a:lnTo>
                    <a:pt x="355" y="387"/>
                  </a:lnTo>
                  <a:lnTo>
                    <a:pt x="355" y="387"/>
                  </a:lnTo>
                  <a:lnTo>
                    <a:pt x="357" y="385"/>
                  </a:lnTo>
                  <a:lnTo>
                    <a:pt x="357" y="385"/>
                  </a:lnTo>
                  <a:lnTo>
                    <a:pt x="357" y="385"/>
                  </a:lnTo>
                  <a:lnTo>
                    <a:pt x="359" y="385"/>
                  </a:lnTo>
                  <a:lnTo>
                    <a:pt x="359" y="385"/>
                  </a:lnTo>
                  <a:lnTo>
                    <a:pt x="361" y="385"/>
                  </a:lnTo>
                  <a:lnTo>
                    <a:pt x="361" y="385"/>
                  </a:lnTo>
                  <a:lnTo>
                    <a:pt x="363" y="385"/>
                  </a:lnTo>
                  <a:lnTo>
                    <a:pt x="365" y="385"/>
                  </a:lnTo>
                  <a:lnTo>
                    <a:pt x="365" y="385"/>
                  </a:lnTo>
                  <a:lnTo>
                    <a:pt x="365" y="385"/>
                  </a:lnTo>
                  <a:lnTo>
                    <a:pt x="365" y="385"/>
                  </a:lnTo>
                  <a:lnTo>
                    <a:pt x="367" y="387"/>
                  </a:lnTo>
                  <a:lnTo>
                    <a:pt x="367" y="387"/>
                  </a:lnTo>
                  <a:lnTo>
                    <a:pt x="367" y="387"/>
                  </a:lnTo>
                  <a:lnTo>
                    <a:pt x="367" y="387"/>
                  </a:lnTo>
                  <a:lnTo>
                    <a:pt x="367" y="389"/>
                  </a:lnTo>
                  <a:lnTo>
                    <a:pt x="367" y="389"/>
                  </a:lnTo>
                  <a:lnTo>
                    <a:pt x="367" y="389"/>
                  </a:lnTo>
                  <a:lnTo>
                    <a:pt x="367" y="391"/>
                  </a:lnTo>
                  <a:lnTo>
                    <a:pt x="367" y="391"/>
                  </a:lnTo>
                  <a:lnTo>
                    <a:pt x="367" y="391"/>
                  </a:lnTo>
                  <a:lnTo>
                    <a:pt x="367" y="391"/>
                  </a:lnTo>
                  <a:lnTo>
                    <a:pt x="369" y="393"/>
                  </a:lnTo>
                  <a:lnTo>
                    <a:pt x="369" y="393"/>
                  </a:lnTo>
                  <a:lnTo>
                    <a:pt x="369" y="394"/>
                  </a:lnTo>
                  <a:lnTo>
                    <a:pt x="369" y="394"/>
                  </a:lnTo>
                  <a:lnTo>
                    <a:pt x="369" y="394"/>
                  </a:lnTo>
                  <a:lnTo>
                    <a:pt x="367" y="396"/>
                  </a:lnTo>
                  <a:lnTo>
                    <a:pt x="367" y="396"/>
                  </a:lnTo>
                  <a:lnTo>
                    <a:pt x="367" y="396"/>
                  </a:lnTo>
                  <a:lnTo>
                    <a:pt x="367" y="396"/>
                  </a:lnTo>
                  <a:lnTo>
                    <a:pt x="367" y="398"/>
                  </a:lnTo>
                  <a:lnTo>
                    <a:pt x="369" y="398"/>
                  </a:lnTo>
                  <a:lnTo>
                    <a:pt x="369" y="398"/>
                  </a:lnTo>
                  <a:lnTo>
                    <a:pt x="369" y="398"/>
                  </a:lnTo>
                  <a:lnTo>
                    <a:pt x="371" y="398"/>
                  </a:lnTo>
                  <a:lnTo>
                    <a:pt x="371" y="398"/>
                  </a:lnTo>
                  <a:lnTo>
                    <a:pt x="373" y="398"/>
                  </a:lnTo>
                  <a:lnTo>
                    <a:pt x="373" y="400"/>
                  </a:lnTo>
                  <a:lnTo>
                    <a:pt x="373" y="400"/>
                  </a:lnTo>
                  <a:lnTo>
                    <a:pt x="373" y="400"/>
                  </a:lnTo>
                  <a:lnTo>
                    <a:pt x="375" y="404"/>
                  </a:lnTo>
                  <a:lnTo>
                    <a:pt x="375" y="404"/>
                  </a:lnTo>
                  <a:lnTo>
                    <a:pt x="377" y="404"/>
                  </a:lnTo>
                  <a:lnTo>
                    <a:pt x="377" y="404"/>
                  </a:lnTo>
                  <a:lnTo>
                    <a:pt x="379" y="404"/>
                  </a:lnTo>
                  <a:lnTo>
                    <a:pt x="379" y="404"/>
                  </a:lnTo>
                  <a:lnTo>
                    <a:pt x="381" y="404"/>
                  </a:lnTo>
                  <a:lnTo>
                    <a:pt x="381" y="404"/>
                  </a:lnTo>
                  <a:lnTo>
                    <a:pt x="381" y="404"/>
                  </a:lnTo>
                  <a:lnTo>
                    <a:pt x="381" y="404"/>
                  </a:lnTo>
                  <a:lnTo>
                    <a:pt x="381" y="406"/>
                  </a:lnTo>
                  <a:lnTo>
                    <a:pt x="381" y="406"/>
                  </a:lnTo>
                  <a:lnTo>
                    <a:pt x="381" y="406"/>
                  </a:lnTo>
                  <a:lnTo>
                    <a:pt x="381" y="408"/>
                  </a:lnTo>
                  <a:lnTo>
                    <a:pt x="381" y="408"/>
                  </a:lnTo>
                  <a:lnTo>
                    <a:pt x="381" y="412"/>
                  </a:lnTo>
                  <a:lnTo>
                    <a:pt x="381" y="412"/>
                  </a:lnTo>
                  <a:lnTo>
                    <a:pt x="381" y="412"/>
                  </a:lnTo>
                  <a:lnTo>
                    <a:pt x="375" y="420"/>
                  </a:lnTo>
                  <a:lnTo>
                    <a:pt x="375" y="422"/>
                  </a:lnTo>
                  <a:lnTo>
                    <a:pt x="375" y="422"/>
                  </a:lnTo>
                  <a:lnTo>
                    <a:pt x="375" y="424"/>
                  </a:lnTo>
                  <a:lnTo>
                    <a:pt x="375" y="424"/>
                  </a:lnTo>
                  <a:lnTo>
                    <a:pt x="383" y="426"/>
                  </a:lnTo>
                  <a:lnTo>
                    <a:pt x="383" y="428"/>
                  </a:lnTo>
                  <a:lnTo>
                    <a:pt x="385" y="428"/>
                  </a:lnTo>
                  <a:lnTo>
                    <a:pt x="385" y="430"/>
                  </a:lnTo>
                  <a:lnTo>
                    <a:pt x="385" y="430"/>
                  </a:lnTo>
                  <a:lnTo>
                    <a:pt x="385" y="430"/>
                  </a:lnTo>
                  <a:lnTo>
                    <a:pt x="385" y="432"/>
                  </a:lnTo>
                  <a:lnTo>
                    <a:pt x="387" y="432"/>
                  </a:lnTo>
                  <a:lnTo>
                    <a:pt x="385" y="436"/>
                  </a:lnTo>
                  <a:lnTo>
                    <a:pt x="387" y="436"/>
                  </a:lnTo>
                  <a:lnTo>
                    <a:pt x="387" y="438"/>
                  </a:lnTo>
                  <a:lnTo>
                    <a:pt x="387" y="440"/>
                  </a:lnTo>
                  <a:lnTo>
                    <a:pt x="387" y="442"/>
                  </a:lnTo>
                  <a:lnTo>
                    <a:pt x="387" y="442"/>
                  </a:lnTo>
                  <a:lnTo>
                    <a:pt x="387" y="444"/>
                  </a:lnTo>
                  <a:lnTo>
                    <a:pt x="387" y="444"/>
                  </a:lnTo>
                  <a:lnTo>
                    <a:pt x="387" y="444"/>
                  </a:lnTo>
                  <a:lnTo>
                    <a:pt x="385" y="444"/>
                  </a:lnTo>
                  <a:lnTo>
                    <a:pt x="385" y="448"/>
                  </a:lnTo>
                  <a:lnTo>
                    <a:pt x="385" y="448"/>
                  </a:lnTo>
                  <a:lnTo>
                    <a:pt x="383" y="449"/>
                  </a:lnTo>
                  <a:lnTo>
                    <a:pt x="383" y="449"/>
                  </a:lnTo>
                  <a:lnTo>
                    <a:pt x="383" y="451"/>
                  </a:lnTo>
                  <a:lnTo>
                    <a:pt x="383" y="451"/>
                  </a:lnTo>
                  <a:lnTo>
                    <a:pt x="381" y="451"/>
                  </a:lnTo>
                  <a:lnTo>
                    <a:pt x="381" y="451"/>
                  </a:lnTo>
                  <a:lnTo>
                    <a:pt x="377" y="451"/>
                  </a:lnTo>
                  <a:lnTo>
                    <a:pt x="375" y="451"/>
                  </a:lnTo>
                  <a:lnTo>
                    <a:pt x="375" y="451"/>
                  </a:lnTo>
                  <a:lnTo>
                    <a:pt x="375" y="451"/>
                  </a:lnTo>
                  <a:lnTo>
                    <a:pt x="375" y="451"/>
                  </a:lnTo>
                  <a:lnTo>
                    <a:pt x="373" y="457"/>
                  </a:lnTo>
                  <a:lnTo>
                    <a:pt x="373" y="457"/>
                  </a:lnTo>
                  <a:lnTo>
                    <a:pt x="371" y="459"/>
                  </a:lnTo>
                  <a:lnTo>
                    <a:pt x="371" y="459"/>
                  </a:lnTo>
                  <a:lnTo>
                    <a:pt x="369" y="459"/>
                  </a:lnTo>
                  <a:lnTo>
                    <a:pt x="369" y="461"/>
                  </a:lnTo>
                  <a:lnTo>
                    <a:pt x="369" y="461"/>
                  </a:lnTo>
                  <a:lnTo>
                    <a:pt x="369" y="461"/>
                  </a:lnTo>
                  <a:lnTo>
                    <a:pt x="371" y="461"/>
                  </a:lnTo>
                  <a:lnTo>
                    <a:pt x="371" y="461"/>
                  </a:lnTo>
                  <a:lnTo>
                    <a:pt x="371" y="463"/>
                  </a:lnTo>
                  <a:lnTo>
                    <a:pt x="371" y="463"/>
                  </a:lnTo>
                  <a:lnTo>
                    <a:pt x="371" y="463"/>
                  </a:lnTo>
                  <a:lnTo>
                    <a:pt x="369" y="463"/>
                  </a:lnTo>
                  <a:lnTo>
                    <a:pt x="369" y="465"/>
                  </a:lnTo>
                  <a:lnTo>
                    <a:pt x="369" y="465"/>
                  </a:lnTo>
                  <a:lnTo>
                    <a:pt x="369" y="465"/>
                  </a:lnTo>
                  <a:lnTo>
                    <a:pt x="369" y="465"/>
                  </a:lnTo>
                  <a:lnTo>
                    <a:pt x="371" y="465"/>
                  </a:lnTo>
                  <a:lnTo>
                    <a:pt x="371" y="467"/>
                  </a:lnTo>
                  <a:lnTo>
                    <a:pt x="371" y="467"/>
                  </a:lnTo>
                  <a:lnTo>
                    <a:pt x="371" y="467"/>
                  </a:lnTo>
                  <a:lnTo>
                    <a:pt x="371" y="469"/>
                  </a:lnTo>
                  <a:lnTo>
                    <a:pt x="369" y="469"/>
                  </a:lnTo>
                  <a:lnTo>
                    <a:pt x="369" y="469"/>
                  </a:lnTo>
                  <a:lnTo>
                    <a:pt x="369" y="471"/>
                  </a:lnTo>
                  <a:lnTo>
                    <a:pt x="367" y="473"/>
                  </a:lnTo>
                  <a:lnTo>
                    <a:pt x="367" y="473"/>
                  </a:lnTo>
                  <a:lnTo>
                    <a:pt x="367" y="475"/>
                  </a:lnTo>
                  <a:lnTo>
                    <a:pt x="367" y="477"/>
                  </a:lnTo>
                  <a:lnTo>
                    <a:pt x="365" y="477"/>
                  </a:lnTo>
                  <a:lnTo>
                    <a:pt x="365" y="477"/>
                  </a:lnTo>
                  <a:lnTo>
                    <a:pt x="365" y="479"/>
                  </a:lnTo>
                  <a:lnTo>
                    <a:pt x="365" y="479"/>
                  </a:lnTo>
                  <a:lnTo>
                    <a:pt x="365" y="481"/>
                  </a:lnTo>
                  <a:lnTo>
                    <a:pt x="367" y="481"/>
                  </a:lnTo>
                  <a:lnTo>
                    <a:pt x="367" y="481"/>
                  </a:lnTo>
                  <a:lnTo>
                    <a:pt x="367" y="481"/>
                  </a:lnTo>
                  <a:lnTo>
                    <a:pt x="367" y="483"/>
                  </a:lnTo>
                  <a:lnTo>
                    <a:pt x="367" y="483"/>
                  </a:lnTo>
                  <a:lnTo>
                    <a:pt x="367" y="483"/>
                  </a:lnTo>
                  <a:lnTo>
                    <a:pt x="367" y="483"/>
                  </a:lnTo>
                  <a:lnTo>
                    <a:pt x="367" y="485"/>
                  </a:lnTo>
                  <a:lnTo>
                    <a:pt x="367" y="487"/>
                  </a:lnTo>
                  <a:lnTo>
                    <a:pt x="367" y="487"/>
                  </a:lnTo>
                  <a:lnTo>
                    <a:pt x="367" y="489"/>
                  </a:lnTo>
                  <a:lnTo>
                    <a:pt x="367" y="489"/>
                  </a:lnTo>
                  <a:lnTo>
                    <a:pt x="367" y="489"/>
                  </a:lnTo>
                  <a:lnTo>
                    <a:pt x="367" y="489"/>
                  </a:lnTo>
                  <a:lnTo>
                    <a:pt x="367" y="489"/>
                  </a:lnTo>
                  <a:lnTo>
                    <a:pt x="367" y="491"/>
                  </a:lnTo>
                  <a:lnTo>
                    <a:pt x="367" y="491"/>
                  </a:lnTo>
                  <a:lnTo>
                    <a:pt x="367" y="493"/>
                  </a:lnTo>
                  <a:lnTo>
                    <a:pt x="367" y="493"/>
                  </a:lnTo>
                  <a:lnTo>
                    <a:pt x="367" y="493"/>
                  </a:lnTo>
                  <a:lnTo>
                    <a:pt x="367" y="493"/>
                  </a:lnTo>
                  <a:lnTo>
                    <a:pt x="367" y="495"/>
                  </a:lnTo>
                  <a:lnTo>
                    <a:pt x="367" y="495"/>
                  </a:lnTo>
                  <a:lnTo>
                    <a:pt x="369" y="495"/>
                  </a:lnTo>
                  <a:lnTo>
                    <a:pt x="369" y="495"/>
                  </a:lnTo>
                  <a:lnTo>
                    <a:pt x="369" y="497"/>
                  </a:lnTo>
                  <a:lnTo>
                    <a:pt x="371" y="497"/>
                  </a:lnTo>
                  <a:lnTo>
                    <a:pt x="371" y="497"/>
                  </a:lnTo>
                  <a:lnTo>
                    <a:pt x="371" y="499"/>
                  </a:lnTo>
                  <a:lnTo>
                    <a:pt x="373" y="502"/>
                  </a:lnTo>
                  <a:lnTo>
                    <a:pt x="373" y="502"/>
                  </a:lnTo>
                  <a:lnTo>
                    <a:pt x="373" y="502"/>
                  </a:lnTo>
                  <a:lnTo>
                    <a:pt x="373" y="504"/>
                  </a:lnTo>
                  <a:lnTo>
                    <a:pt x="373" y="504"/>
                  </a:lnTo>
                  <a:lnTo>
                    <a:pt x="373" y="504"/>
                  </a:lnTo>
                  <a:lnTo>
                    <a:pt x="371" y="506"/>
                  </a:lnTo>
                  <a:lnTo>
                    <a:pt x="343" y="532"/>
                  </a:lnTo>
                  <a:lnTo>
                    <a:pt x="343" y="532"/>
                  </a:lnTo>
                  <a:lnTo>
                    <a:pt x="343" y="534"/>
                  </a:lnTo>
                  <a:lnTo>
                    <a:pt x="343" y="534"/>
                  </a:lnTo>
                  <a:lnTo>
                    <a:pt x="343" y="536"/>
                  </a:lnTo>
                  <a:lnTo>
                    <a:pt x="343" y="538"/>
                  </a:lnTo>
                  <a:lnTo>
                    <a:pt x="343" y="538"/>
                  </a:lnTo>
                  <a:lnTo>
                    <a:pt x="343" y="538"/>
                  </a:lnTo>
                  <a:lnTo>
                    <a:pt x="343" y="540"/>
                  </a:lnTo>
                  <a:lnTo>
                    <a:pt x="343" y="540"/>
                  </a:lnTo>
                  <a:lnTo>
                    <a:pt x="341" y="542"/>
                  </a:lnTo>
                  <a:lnTo>
                    <a:pt x="341" y="544"/>
                  </a:lnTo>
                  <a:lnTo>
                    <a:pt x="341" y="544"/>
                  </a:lnTo>
                  <a:lnTo>
                    <a:pt x="339" y="544"/>
                  </a:lnTo>
                  <a:lnTo>
                    <a:pt x="339" y="546"/>
                  </a:lnTo>
                  <a:lnTo>
                    <a:pt x="339" y="546"/>
                  </a:lnTo>
                  <a:lnTo>
                    <a:pt x="337" y="546"/>
                  </a:lnTo>
                  <a:lnTo>
                    <a:pt x="337" y="548"/>
                  </a:lnTo>
                  <a:lnTo>
                    <a:pt x="337" y="550"/>
                  </a:lnTo>
                  <a:lnTo>
                    <a:pt x="336" y="552"/>
                  </a:lnTo>
                  <a:lnTo>
                    <a:pt x="336" y="552"/>
                  </a:lnTo>
                  <a:lnTo>
                    <a:pt x="336" y="552"/>
                  </a:lnTo>
                  <a:lnTo>
                    <a:pt x="332" y="554"/>
                  </a:lnTo>
                  <a:lnTo>
                    <a:pt x="328" y="554"/>
                  </a:lnTo>
                  <a:lnTo>
                    <a:pt x="328" y="554"/>
                  </a:lnTo>
                  <a:lnTo>
                    <a:pt x="326" y="554"/>
                  </a:lnTo>
                  <a:lnTo>
                    <a:pt x="324" y="554"/>
                  </a:lnTo>
                  <a:lnTo>
                    <a:pt x="324" y="554"/>
                  </a:lnTo>
                  <a:lnTo>
                    <a:pt x="324" y="554"/>
                  </a:lnTo>
                  <a:lnTo>
                    <a:pt x="322" y="555"/>
                  </a:lnTo>
                  <a:lnTo>
                    <a:pt x="318" y="559"/>
                  </a:lnTo>
                  <a:lnTo>
                    <a:pt x="318" y="559"/>
                  </a:lnTo>
                  <a:lnTo>
                    <a:pt x="318" y="559"/>
                  </a:lnTo>
                  <a:lnTo>
                    <a:pt x="318" y="561"/>
                  </a:lnTo>
                  <a:lnTo>
                    <a:pt x="316" y="563"/>
                  </a:lnTo>
                  <a:lnTo>
                    <a:pt x="316" y="563"/>
                  </a:lnTo>
                  <a:lnTo>
                    <a:pt x="316" y="563"/>
                  </a:lnTo>
                  <a:lnTo>
                    <a:pt x="316" y="565"/>
                  </a:lnTo>
                  <a:lnTo>
                    <a:pt x="314" y="567"/>
                  </a:lnTo>
                  <a:lnTo>
                    <a:pt x="312" y="567"/>
                  </a:lnTo>
                  <a:lnTo>
                    <a:pt x="312" y="567"/>
                  </a:lnTo>
                  <a:lnTo>
                    <a:pt x="312" y="569"/>
                  </a:lnTo>
                  <a:lnTo>
                    <a:pt x="310" y="573"/>
                  </a:lnTo>
                  <a:lnTo>
                    <a:pt x="308" y="575"/>
                  </a:lnTo>
                  <a:lnTo>
                    <a:pt x="306" y="575"/>
                  </a:lnTo>
                  <a:lnTo>
                    <a:pt x="306" y="577"/>
                  </a:lnTo>
                  <a:lnTo>
                    <a:pt x="304" y="577"/>
                  </a:lnTo>
                  <a:lnTo>
                    <a:pt x="304" y="579"/>
                  </a:lnTo>
                  <a:lnTo>
                    <a:pt x="304" y="579"/>
                  </a:lnTo>
                  <a:lnTo>
                    <a:pt x="304" y="579"/>
                  </a:lnTo>
                  <a:lnTo>
                    <a:pt x="304" y="579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8" y="583"/>
                  </a:lnTo>
                  <a:lnTo>
                    <a:pt x="308" y="583"/>
                  </a:lnTo>
                  <a:lnTo>
                    <a:pt x="310" y="585"/>
                  </a:lnTo>
                  <a:lnTo>
                    <a:pt x="314" y="587"/>
                  </a:lnTo>
                  <a:lnTo>
                    <a:pt x="316" y="589"/>
                  </a:lnTo>
                  <a:lnTo>
                    <a:pt x="320" y="593"/>
                  </a:lnTo>
                  <a:lnTo>
                    <a:pt x="326" y="597"/>
                  </a:lnTo>
                  <a:lnTo>
                    <a:pt x="328" y="599"/>
                  </a:lnTo>
                  <a:lnTo>
                    <a:pt x="330" y="601"/>
                  </a:lnTo>
                  <a:lnTo>
                    <a:pt x="332" y="601"/>
                  </a:lnTo>
                  <a:lnTo>
                    <a:pt x="334" y="603"/>
                  </a:lnTo>
                  <a:lnTo>
                    <a:pt x="336" y="603"/>
                  </a:lnTo>
                  <a:lnTo>
                    <a:pt x="336" y="603"/>
                  </a:lnTo>
                  <a:lnTo>
                    <a:pt x="336" y="605"/>
                  </a:lnTo>
                  <a:lnTo>
                    <a:pt x="337" y="607"/>
                  </a:lnTo>
                  <a:lnTo>
                    <a:pt x="337" y="610"/>
                  </a:lnTo>
                  <a:lnTo>
                    <a:pt x="337" y="612"/>
                  </a:lnTo>
                  <a:lnTo>
                    <a:pt x="337" y="614"/>
                  </a:lnTo>
                  <a:lnTo>
                    <a:pt x="337" y="614"/>
                  </a:lnTo>
                  <a:lnTo>
                    <a:pt x="337" y="618"/>
                  </a:lnTo>
                  <a:lnTo>
                    <a:pt x="337" y="622"/>
                  </a:lnTo>
                  <a:lnTo>
                    <a:pt x="337" y="622"/>
                  </a:lnTo>
                  <a:lnTo>
                    <a:pt x="336" y="622"/>
                  </a:lnTo>
                  <a:lnTo>
                    <a:pt x="334" y="622"/>
                  </a:lnTo>
                  <a:lnTo>
                    <a:pt x="334" y="622"/>
                  </a:lnTo>
                  <a:lnTo>
                    <a:pt x="332" y="622"/>
                  </a:lnTo>
                  <a:lnTo>
                    <a:pt x="332" y="622"/>
                  </a:lnTo>
                  <a:lnTo>
                    <a:pt x="332" y="624"/>
                  </a:lnTo>
                  <a:lnTo>
                    <a:pt x="332" y="624"/>
                  </a:lnTo>
                  <a:lnTo>
                    <a:pt x="332" y="624"/>
                  </a:lnTo>
                  <a:lnTo>
                    <a:pt x="332" y="626"/>
                  </a:lnTo>
                  <a:lnTo>
                    <a:pt x="332" y="626"/>
                  </a:lnTo>
                  <a:lnTo>
                    <a:pt x="332" y="626"/>
                  </a:lnTo>
                  <a:lnTo>
                    <a:pt x="330" y="628"/>
                  </a:lnTo>
                  <a:lnTo>
                    <a:pt x="330" y="628"/>
                  </a:lnTo>
                  <a:lnTo>
                    <a:pt x="330" y="628"/>
                  </a:lnTo>
                  <a:lnTo>
                    <a:pt x="330" y="630"/>
                  </a:lnTo>
                  <a:lnTo>
                    <a:pt x="330" y="630"/>
                  </a:lnTo>
                  <a:lnTo>
                    <a:pt x="330" y="630"/>
                  </a:lnTo>
                  <a:lnTo>
                    <a:pt x="330" y="632"/>
                  </a:lnTo>
                  <a:lnTo>
                    <a:pt x="330" y="632"/>
                  </a:lnTo>
                  <a:lnTo>
                    <a:pt x="330" y="632"/>
                  </a:lnTo>
                  <a:lnTo>
                    <a:pt x="330" y="632"/>
                  </a:lnTo>
                  <a:lnTo>
                    <a:pt x="330" y="634"/>
                  </a:lnTo>
                  <a:lnTo>
                    <a:pt x="328" y="634"/>
                  </a:lnTo>
                  <a:lnTo>
                    <a:pt x="328" y="634"/>
                  </a:lnTo>
                  <a:lnTo>
                    <a:pt x="328" y="634"/>
                  </a:lnTo>
                  <a:lnTo>
                    <a:pt x="328" y="634"/>
                  </a:lnTo>
                  <a:lnTo>
                    <a:pt x="326" y="636"/>
                  </a:lnTo>
                  <a:lnTo>
                    <a:pt x="328" y="638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30" y="640"/>
                  </a:lnTo>
                  <a:lnTo>
                    <a:pt x="332" y="642"/>
                  </a:lnTo>
                  <a:lnTo>
                    <a:pt x="332" y="642"/>
                  </a:lnTo>
                  <a:lnTo>
                    <a:pt x="332" y="642"/>
                  </a:lnTo>
                  <a:lnTo>
                    <a:pt x="332" y="642"/>
                  </a:lnTo>
                  <a:lnTo>
                    <a:pt x="332" y="644"/>
                  </a:lnTo>
                  <a:lnTo>
                    <a:pt x="332" y="644"/>
                  </a:lnTo>
                  <a:lnTo>
                    <a:pt x="332" y="644"/>
                  </a:lnTo>
                  <a:lnTo>
                    <a:pt x="332" y="646"/>
                  </a:lnTo>
                  <a:lnTo>
                    <a:pt x="332" y="646"/>
                  </a:lnTo>
                  <a:lnTo>
                    <a:pt x="332" y="648"/>
                  </a:lnTo>
                  <a:lnTo>
                    <a:pt x="334" y="648"/>
                  </a:lnTo>
                  <a:lnTo>
                    <a:pt x="334" y="648"/>
                  </a:lnTo>
                  <a:lnTo>
                    <a:pt x="334" y="648"/>
                  </a:lnTo>
                  <a:lnTo>
                    <a:pt x="336" y="650"/>
                  </a:lnTo>
                  <a:lnTo>
                    <a:pt x="336" y="650"/>
                  </a:lnTo>
                  <a:lnTo>
                    <a:pt x="336" y="650"/>
                  </a:lnTo>
                  <a:lnTo>
                    <a:pt x="336" y="652"/>
                  </a:lnTo>
                  <a:lnTo>
                    <a:pt x="336" y="652"/>
                  </a:lnTo>
                  <a:lnTo>
                    <a:pt x="336" y="654"/>
                  </a:lnTo>
                  <a:lnTo>
                    <a:pt x="336" y="654"/>
                  </a:lnTo>
                  <a:lnTo>
                    <a:pt x="336" y="654"/>
                  </a:lnTo>
                  <a:lnTo>
                    <a:pt x="336" y="656"/>
                  </a:lnTo>
                  <a:lnTo>
                    <a:pt x="336" y="656"/>
                  </a:lnTo>
                  <a:lnTo>
                    <a:pt x="336" y="656"/>
                  </a:lnTo>
                  <a:lnTo>
                    <a:pt x="336" y="656"/>
                  </a:lnTo>
                  <a:lnTo>
                    <a:pt x="336" y="658"/>
                  </a:lnTo>
                  <a:lnTo>
                    <a:pt x="336" y="658"/>
                  </a:lnTo>
                  <a:lnTo>
                    <a:pt x="336" y="658"/>
                  </a:lnTo>
                  <a:lnTo>
                    <a:pt x="336" y="660"/>
                  </a:lnTo>
                  <a:lnTo>
                    <a:pt x="337" y="660"/>
                  </a:lnTo>
                  <a:lnTo>
                    <a:pt x="337" y="660"/>
                  </a:lnTo>
                  <a:lnTo>
                    <a:pt x="337" y="662"/>
                  </a:lnTo>
                  <a:lnTo>
                    <a:pt x="337" y="662"/>
                  </a:lnTo>
                  <a:lnTo>
                    <a:pt x="337" y="662"/>
                  </a:lnTo>
                  <a:lnTo>
                    <a:pt x="337" y="662"/>
                  </a:lnTo>
                  <a:lnTo>
                    <a:pt x="337" y="662"/>
                  </a:lnTo>
                  <a:lnTo>
                    <a:pt x="339" y="662"/>
                  </a:lnTo>
                  <a:lnTo>
                    <a:pt x="339" y="662"/>
                  </a:lnTo>
                  <a:lnTo>
                    <a:pt x="341" y="662"/>
                  </a:lnTo>
                  <a:lnTo>
                    <a:pt x="341" y="662"/>
                  </a:lnTo>
                  <a:lnTo>
                    <a:pt x="341" y="663"/>
                  </a:lnTo>
                  <a:lnTo>
                    <a:pt x="343" y="665"/>
                  </a:lnTo>
                  <a:lnTo>
                    <a:pt x="345" y="665"/>
                  </a:lnTo>
                  <a:lnTo>
                    <a:pt x="345" y="665"/>
                  </a:lnTo>
                  <a:lnTo>
                    <a:pt x="345" y="665"/>
                  </a:lnTo>
                  <a:lnTo>
                    <a:pt x="347" y="673"/>
                  </a:lnTo>
                  <a:lnTo>
                    <a:pt x="347" y="675"/>
                  </a:lnTo>
                  <a:lnTo>
                    <a:pt x="347" y="675"/>
                  </a:lnTo>
                  <a:lnTo>
                    <a:pt x="349" y="677"/>
                  </a:lnTo>
                  <a:lnTo>
                    <a:pt x="349" y="679"/>
                  </a:lnTo>
                  <a:lnTo>
                    <a:pt x="351" y="681"/>
                  </a:lnTo>
                  <a:lnTo>
                    <a:pt x="351" y="683"/>
                  </a:lnTo>
                  <a:lnTo>
                    <a:pt x="353" y="683"/>
                  </a:lnTo>
                  <a:lnTo>
                    <a:pt x="353" y="685"/>
                  </a:lnTo>
                  <a:lnTo>
                    <a:pt x="353" y="685"/>
                  </a:lnTo>
                  <a:lnTo>
                    <a:pt x="353" y="685"/>
                  </a:lnTo>
                  <a:lnTo>
                    <a:pt x="353" y="685"/>
                  </a:lnTo>
                  <a:lnTo>
                    <a:pt x="353" y="687"/>
                  </a:lnTo>
                  <a:lnTo>
                    <a:pt x="353" y="687"/>
                  </a:lnTo>
                  <a:lnTo>
                    <a:pt x="355" y="689"/>
                  </a:lnTo>
                  <a:lnTo>
                    <a:pt x="355" y="689"/>
                  </a:lnTo>
                  <a:lnTo>
                    <a:pt x="355" y="689"/>
                  </a:lnTo>
                  <a:lnTo>
                    <a:pt x="355" y="689"/>
                  </a:lnTo>
                  <a:lnTo>
                    <a:pt x="357" y="689"/>
                  </a:lnTo>
                  <a:lnTo>
                    <a:pt x="357" y="691"/>
                  </a:lnTo>
                  <a:lnTo>
                    <a:pt x="357" y="691"/>
                  </a:lnTo>
                  <a:lnTo>
                    <a:pt x="359" y="691"/>
                  </a:lnTo>
                  <a:lnTo>
                    <a:pt x="359" y="691"/>
                  </a:lnTo>
                  <a:lnTo>
                    <a:pt x="359" y="693"/>
                  </a:lnTo>
                  <a:lnTo>
                    <a:pt x="359" y="695"/>
                  </a:lnTo>
                  <a:lnTo>
                    <a:pt x="359" y="695"/>
                  </a:lnTo>
                  <a:lnTo>
                    <a:pt x="359" y="695"/>
                  </a:lnTo>
                  <a:lnTo>
                    <a:pt x="359" y="697"/>
                  </a:lnTo>
                  <a:lnTo>
                    <a:pt x="359" y="697"/>
                  </a:lnTo>
                  <a:lnTo>
                    <a:pt x="357" y="699"/>
                  </a:lnTo>
                  <a:lnTo>
                    <a:pt x="355" y="699"/>
                  </a:lnTo>
                  <a:lnTo>
                    <a:pt x="353" y="701"/>
                  </a:lnTo>
                  <a:lnTo>
                    <a:pt x="351" y="701"/>
                  </a:lnTo>
                  <a:lnTo>
                    <a:pt x="349" y="703"/>
                  </a:lnTo>
                  <a:lnTo>
                    <a:pt x="349" y="705"/>
                  </a:lnTo>
                  <a:lnTo>
                    <a:pt x="351" y="705"/>
                  </a:lnTo>
                  <a:lnTo>
                    <a:pt x="385" y="693"/>
                  </a:lnTo>
                  <a:lnTo>
                    <a:pt x="388" y="693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8" y="687"/>
                  </a:lnTo>
                  <a:lnTo>
                    <a:pt x="388" y="687"/>
                  </a:lnTo>
                  <a:lnTo>
                    <a:pt x="388" y="687"/>
                  </a:lnTo>
                  <a:lnTo>
                    <a:pt x="388" y="687"/>
                  </a:lnTo>
                  <a:lnTo>
                    <a:pt x="390" y="685"/>
                  </a:lnTo>
                  <a:lnTo>
                    <a:pt x="392" y="685"/>
                  </a:lnTo>
                  <a:lnTo>
                    <a:pt x="392" y="683"/>
                  </a:lnTo>
                  <a:lnTo>
                    <a:pt x="392" y="683"/>
                  </a:lnTo>
                  <a:lnTo>
                    <a:pt x="392" y="683"/>
                  </a:lnTo>
                  <a:lnTo>
                    <a:pt x="392" y="683"/>
                  </a:lnTo>
                  <a:lnTo>
                    <a:pt x="392" y="681"/>
                  </a:lnTo>
                  <a:lnTo>
                    <a:pt x="392" y="681"/>
                  </a:lnTo>
                  <a:lnTo>
                    <a:pt x="392" y="681"/>
                  </a:lnTo>
                  <a:lnTo>
                    <a:pt x="392" y="681"/>
                  </a:lnTo>
                  <a:lnTo>
                    <a:pt x="392" y="679"/>
                  </a:lnTo>
                  <a:lnTo>
                    <a:pt x="392" y="679"/>
                  </a:lnTo>
                  <a:lnTo>
                    <a:pt x="392" y="679"/>
                  </a:lnTo>
                  <a:lnTo>
                    <a:pt x="394" y="679"/>
                  </a:lnTo>
                  <a:lnTo>
                    <a:pt x="400" y="679"/>
                  </a:lnTo>
                  <a:lnTo>
                    <a:pt x="400" y="679"/>
                  </a:lnTo>
                  <a:lnTo>
                    <a:pt x="402" y="679"/>
                  </a:lnTo>
                  <a:lnTo>
                    <a:pt x="402" y="679"/>
                  </a:lnTo>
                  <a:lnTo>
                    <a:pt x="402" y="677"/>
                  </a:lnTo>
                  <a:lnTo>
                    <a:pt x="402" y="677"/>
                  </a:lnTo>
                  <a:lnTo>
                    <a:pt x="402" y="677"/>
                  </a:lnTo>
                  <a:lnTo>
                    <a:pt x="402" y="677"/>
                  </a:lnTo>
                  <a:lnTo>
                    <a:pt x="402" y="675"/>
                  </a:lnTo>
                  <a:lnTo>
                    <a:pt x="402" y="675"/>
                  </a:lnTo>
                  <a:lnTo>
                    <a:pt x="400" y="673"/>
                  </a:lnTo>
                  <a:lnTo>
                    <a:pt x="400" y="671"/>
                  </a:lnTo>
                  <a:lnTo>
                    <a:pt x="400" y="669"/>
                  </a:lnTo>
                  <a:lnTo>
                    <a:pt x="400" y="667"/>
                  </a:lnTo>
                  <a:lnTo>
                    <a:pt x="400" y="667"/>
                  </a:lnTo>
                  <a:lnTo>
                    <a:pt x="400" y="667"/>
                  </a:lnTo>
                  <a:lnTo>
                    <a:pt x="400" y="665"/>
                  </a:lnTo>
                  <a:lnTo>
                    <a:pt x="400" y="665"/>
                  </a:lnTo>
                  <a:lnTo>
                    <a:pt x="400" y="663"/>
                  </a:lnTo>
                  <a:lnTo>
                    <a:pt x="400" y="663"/>
                  </a:lnTo>
                  <a:lnTo>
                    <a:pt x="400" y="663"/>
                  </a:lnTo>
                  <a:lnTo>
                    <a:pt x="402" y="662"/>
                  </a:lnTo>
                  <a:lnTo>
                    <a:pt x="402" y="662"/>
                  </a:lnTo>
                  <a:lnTo>
                    <a:pt x="404" y="662"/>
                  </a:lnTo>
                  <a:lnTo>
                    <a:pt x="404" y="662"/>
                  </a:lnTo>
                  <a:lnTo>
                    <a:pt x="404" y="662"/>
                  </a:lnTo>
                  <a:lnTo>
                    <a:pt x="406" y="662"/>
                  </a:lnTo>
                  <a:lnTo>
                    <a:pt x="408" y="665"/>
                  </a:lnTo>
                  <a:lnTo>
                    <a:pt x="410" y="667"/>
                  </a:lnTo>
                  <a:lnTo>
                    <a:pt x="414" y="669"/>
                  </a:lnTo>
                  <a:lnTo>
                    <a:pt x="414" y="671"/>
                  </a:lnTo>
                  <a:lnTo>
                    <a:pt x="420" y="671"/>
                  </a:lnTo>
                  <a:lnTo>
                    <a:pt x="420" y="671"/>
                  </a:lnTo>
                  <a:lnTo>
                    <a:pt x="420" y="671"/>
                  </a:lnTo>
                  <a:lnTo>
                    <a:pt x="420" y="671"/>
                  </a:lnTo>
                  <a:lnTo>
                    <a:pt x="420" y="671"/>
                  </a:lnTo>
                  <a:lnTo>
                    <a:pt x="420" y="669"/>
                  </a:lnTo>
                  <a:lnTo>
                    <a:pt x="420" y="669"/>
                  </a:lnTo>
                  <a:lnTo>
                    <a:pt x="420" y="667"/>
                  </a:lnTo>
                  <a:lnTo>
                    <a:pt x="420" y="667"/>
                  </a:lnTo>
                  <a:lnTo>
                    <a:pt x="420" y="667"/>
                  </a:lnTo>
                  <a:lnTo>
                    <a:pt x="420" y="667"/>
                  </a:lnTo>
                  <a:lnTo>
                    <a:pt x="420" y="665"/>
                  </a:lnTo>
                  <a:lnTo>
                    <a:pt x="420" y="665"/>
                  </a:lnTo>
                  <a:lnTo>
                    <a:pt x="420" y="665"/>
                  </a:lnTo>
                  <a:lnTo>
                    <a:pt x="418" y="663"/>
                  </a:lnTo>
                  <a:lnTo>
                    <a:pt x="418" y="662"/>
                  </a:lnTo>
                  <a:lnTo>
                    <a:pt x="418" y="662"/>
                  </a:lnTo>
                  <a:lnTo>
                    <a:pt x="418" y="662"/>
                  </a:lnTo>
                  <a:lnTo>
                    <a:pt x="418" y="662"/>
                  </a:lnTo>
                  <a:lnTo>
                    <a:pt x="418" y="662"/>
                  </a:lnTo>
                  <a:lnTo>
                    <a:pt x="418" y="660"/>
                  </a:lnTo>
                  <a:lnTo>
                    <a:pt x="416" y="660"/>
                  </a:lnTo>
                  <a:lnTo>
                    <a:pt x="414" y="660"/>
                  </a:lnTo>
                  <a:lnTo>
                    <a:pt x="414" y="660"/>
                  </a:lnTo>
                  <a:lnTo>
                    <a:pt x="414" y="660"/>
                  </a:lnTo>
                  <a:lnTo>
                    <a:pt x="414" y="658"/>
                  </a:lnTo>
                  <a:lnTo>
                    <a:pt x="414" y="658"/>
                  </a:lnTo>
                  <a:lnTo>
                    <a:pt x="416" y="658"/>
                  </a:lnTo>
                  <a:lnTo>
                    <a:pt x="416" y="658"/>
                  </a:lnTo>
                  <a:lnTo>
                    <a:pt x="416" y="658"/>
                  </a:lnTo>
                  <a:lnTo>
                    <a:pt x="416" y="656"/>
                  </a:lnTo>
                  <a:lnTo>
                    <a:pt x="416" y="656"/>
                  </a:lnTo>
                  <a:lnTo>
                    <a:pt x="412" y="656"/>
                  </a:lnTo>
                  <a:lnTo>
                    <a:pt x="408" y="654"/>
                  </a:lnTo>
                  <a:lnTo>
                    <a:pt x="408" y="652"/>
                  </a:lnTo>
                  <a:lnTo>
                    <a:pt x="408" y="652"/>
                  </a:lnTo>
                  <a:lnTo>
                    <a:pt x="408" y="652"/>
                  </a:lnTo>
                  <a:lnTo>
                    <a:pt x="408" y="650"/>
                  </a:lnTo>
                  <a:lnTo>
                    <a:pt x="408" y="650"/>
                  </a:lnTo>
                  <a:lnTo>
                    <a:pt x="410" y="650"/>
                  </a:lnTo>
                  <a:lnTo>
                    <a:pt x="412" y="650"/>
                  </a:lnTo>
                  <a:lnTo>
                    <a:pt x="412" y="650"/>
                  </a:lnTo>
                  <a:lnTo>
                    <a:pt x="414" y="648"/>
                  </a:lnTo>
                  <a:lnTo>
                    <a:pt x="414" y="646"/>
                  </a:lnTo>
                  <a:lnTo>
                    <a:pt x="416" y="646"/>
                  </a:lnTo>
                  <a:lnTo>
                    <a:pt x="416" y="646"/>
                  </a:lnTo>
                  <a:lnTo>
                    <a:pt x="420" y="648"/>
                  </a:lnTo>
                  <a:lnTo>
                    <a:pt x="420" y="648"/>
                  </a:lnTo>
                  <a:lnTo>
                    <a:pt x="422" y="646"/>
                  </a:lnTo>
                  <a:lnTo>
                    <a:pt x="424" y="646"/>
                  </a:lnTo>
                  <a:lnTo>
                    <a:pt x="424" y="646"/>
                  </a:lnTo>
                  <a:lnTo>
                    <a:pt x="430" y="650"/>
                  </a:lnTo>
                  <a:lnTo>
                    <a:pt x="430" y="650"/>
                  </a:lnTo>
                  <a:lnTo>
                    <a:pt x="430" y="650"/>
                  </a:lnTo>
                  <a:lnTo>
                    <a:pt x="430" y="650"/>
                  </a:lnTo>
                  <a:lnTo>
                    <a:pt x="430" y="650"/>
                  </a:lnTo>
                  <a:lnTo>
                    <a:pt x="430" y="652"/>
                  </a:lnTo>
                  <a:lnTo>
                    <a:pt x="430" y="652"/>
                  </a:lnTo>
                  <a:lnTo>
                    <a:pt x="430" y="652"/>
                  </a:lnTo>
                  <a:lnTo>
                    <a:pt x="430" y="652"/>
                  </a:lnTo>
                  <a:lnTo>
                    <a:pt x="430" y="654"/>
                  </a:lnTo>
                  <a:lnTo>
                    <a:pt x="430" y="654"/>
                  </a:lnTo>
                  <a:lnTo>
                    <a:pt x="430" y="654"/>
                  </a:lnTo>
                  <a:lnTo>
                    <a:pt x="430" y="654"/>
                  </a:lnTo>
                  <a:lnTo>
                    <a:pt x="432" y="658"/>
                  </a:lnTo>
                  <a:lnTo>
                    <a:pt x="432" y="658"/>
                  </a:lnTo>
                  <a:lnTo>
                    <a:pt x="432" y="658"/>
                  </a:lnTo>
                  <a:lnTo>
                    <a:pt x="432" y="660"/>
                  </a:lnTo>
                  <a:lnTo>
                    <a:pt x="432" y="660"/>
                  </a:lnTo>
                  <a:lnTo>
                    <a:pt x="432" y="660"/>
                  </a:lnTo>
                  <a:lnTo>
                    <a:pt x="434" y="660"/>
                  </a:lnTo>
                  <a:lnTo>
                    <a:pt x="434" y="662"/>
                  </a:lnTo>
                  <a:lnTo>
                    <a:pt x="434" y="662"/>
                  </a:lnTo>
                  <a:lnTo>
                    <a:pt x="434" y="662"/>
                  </a:lnTo>
                  <a:lnTo>
                    <a:pt x="434" y="662"/>
                  </a:lnTo>
                  <a:lnTo>
                    <a:pt x="436" y="665"/>
                  </a:lnTo>
                  <a:lnTo>
                    <a:pt x="436" y="665"/>
                  </a:lnTo>
                  <a:lnTo>
                    <a:pt x="436" y="665"/>
                  </a:lnTo>
                  <a:lnTo>
                    <a:pt x="438" y="665"/>
                  </a:lnTo>
                  <a:lnTo>
                    <a:pt x="438" y="667"/>
                  </a:lnTo>
                  <a:lnTo>
                    <a:pt x="438" y="667"/>
                  </a:lnTo>
                  <a:lnTo>
                    <a:pt x="438" y="667"/>
                  </a:lnTo>
                  <a:lnTo>
                    <a:pt x="438" y="667"/>
                  </a:lnTo>
                  <a:lnTo>
                    <a:pt x="438" y="667"/>
                  </a:lnTo>
                  <a:lnTo>
                    <a:pt x="438" y="667"/>
                  </a:lnTo>
                  <a:lnTo>
                    <a:pt x="439" y="667"/>
                  </a:lnTo>
                  <a:lnTo>
                    <a:pt x="441" y="667"/>
                  </a:lnTo>
                  <a:lnTo>
                    <a:pt x="441" y="667"/>
                  </a:lnTo>
                  <a:lnTo>
                    <a:pt x="441" y="667"/>
                  </a:lnTo>
                  <a:lnTo>
                    <a:pt x="447" y="667"/>
                  </a:lnTo>
                  <a:lnTo>
                    <a:pt x="447" y="667"/>
                  </a:lnTo>
                  <a:lnTo>
                    <a:pt x="447" y="667"/>
                  </a:lnTo>
                  <a:lnTo>
                    <a:pt x="449" y="667"/>
                  </a:lnTo>
                  <a:lnTo>
                    <a:pt x="449" y="669"/>
                  </a:lnTo>
                  <a:lnTo>
                    <a:pt x="449" y="669"/>
                  </a:lnTo>
                  <a:lnTo>
                    <a:pt x="449" y="669"/>
                  </a:lnTo>
                  <a:lnTo>
                    <a:pt x="451" y="669"/>
                  </a:lnTo>
                  <a:lnTo>
                    <a:pt x="451" y="671"/>
                  </a:lnTo>
                  <a:lnTo>
                    <a:pt x="451" y="671"/>
                  </a:lnTo>
                  <a:lnTo>
                    <a:pt x="451" y="671"/>
                  </a:lnTo>
                  <a:lnTo>
                    <a:pt x="451" y="671"/>
                  </a:lnTo>
                  <a:lnTo>
                    <a:pt x="453" y="673"/>
                  </a:lnTo>
                  <a:lnTo>
                    <a:pt x="453" y="673"/>
                  </a:lnTo>
                  <a:lnTo>
                    <a:pt x="453" y="673"/>
                  </a:lnTo>
                  <a:lnTo>
                    <a:pt x="455" y="673"/>
                  </a:lnTo>
                  <a:lnTo>
                    <a:pt x="459" y="671"/>
                  </a:lnTo>
                  <a:lnTo>
                    <a:pt x="459" y="671"/>
                  </a:lnTo>
                  <a:lnTo>
                    <a:pt x="461" y="671"/>
                  </a:lnTo>
                  <a:lnTo>
                    <a:pt x="461" y="671"/>
                  </a:lnTo>
                  <a:lnTo>
                    <a:pt x="461" y="671"/>
                  </a:lnTo>
                  <a:lnTo>
                    <a:pt x="463" y="671"/>
                  </a:lnTo>
                  <a:lnTo>
                    <a:pt x="463" y="671"/>
                  </a:lnTo>
                  <a:lnTo>
                    <a:pt x="463" y="673"/>
                  </a:lnTo>
                  <a:lnTo>
                    <a:pt x="463" y="673"/>
                  </a:lnTo>
                  <a:lnTo>
                    <a:pt x="463" y="675"/>
                  </a:lnTo>
                  <a:lnTo>
                    <a:pt x="465" y="677"/>
                  </a:lnTo>
                  <a:lnTo>
                    <a:pt x="465" y="677"/>
                  </a:lnTo>
                  <a:lnTo>
                    <a:pt x="465" y="677"/>
                  </a:lnTo>
                  <a:lnTo>
                    <a:pt x="465" y="677"/>
                  </a:lnTo>
                  <a:lnTo>
                    <a:pt x="467" y="677"/>
                  </a:lnTo>
                  <a:lnTo>
                    <a:pt x="467" y="677"/>
                  </a:lnTo>
                  <a:lnTo>
                    <a:pt x="467" y="677"/>
                  </a:lnTo>
                  <a:lnTo>
                    <a:pt x="467" y="675"/>
                  </a:lnTo>
                  <a:lnTo>
                    <a:pt x="467" y="675"/>
                  </a:lnTo>
                  <a:lnTo>
                    <a:pt x="467" y="675"/>
                  </a:lnTo>
                  <a:lnTo>
                    <a:pt x="467" y="673"/>
                  </a:lnTo>
                  <a:lnTo>
                    <a:pt x="469" y="673"/>
                  </a:lnTo>
                  <a:lnTo>
                    <a:pt x="469" y="671"/>
                  </a:lnTo>
                  <a:lnTo>
                    <a:pt x="469" y="671"/>
                  </a:lnTo>
                  <a:lnTo>
                    <a:pt x="469" y="671"/>
                  </a:lnTo>
                  <a:lnTo>
                    <a:pt x="471" y="669"/>
                  </a:lnTo>
                  <a:lnTo>
                    <a:pt x="471" y="669"/>
                  </a:lnTo>
                  <a:lnTo>
                    <a:pt x="471" y="669"/>
                  </a:lnTo>
                  <a:lnTo>
                    <a:pt x="473" y="667"/>
                  </a:lnTo>
                  <a:lnTo>
                    <a:pt x="473" y="667"/>
                  </a:lnTo>
                  <a:lnTo>
                    <a:pt x="473" y="667"/>
                  </a:lnTo>
                  <a:lnTo>
                    <a:pt x="473" y="667"/>
                  </a:lnTo>
                  <a:lnTo>
                    <a:pt x="475" y="667"/>
                  </a:lnTo>
                  <a:lnTo>
                    <a:pt x="475" y="665"/>
                  </a:lnTo>
                  <a:lnTo>
                    <a:pt x="475" y="665"/>
                  </a:lnTo>
                  <a:lnTo>
                    <a:pt x="475" y="665"/>
                  </a:lnTo>
                  <a:lnTo>
                    <a:pt x="479" y="665"/>
                  </a:lnTo>
                  <a:lnTo>
                    <a:pt x="481" y="665"/>
                  </a:lnTo>
                  <a:lnTo>
                    <a:pt x="485" y="662"/>
                  </a:lnTo>
                  <a:lnTo>
                    <a:pt x="485" y="662"/>
                  </a:lnTo>
                  <a:lnTo>
                    <a:pt x="487" y="660"/>
                  </a:lnTo>
                  <a:lnTo>
                    <a:pt x="487" y="660"/>
                  </a:lnTo>
                  <a:lnTo>
                    <a:pt x="487" y="660"/>
                  </a:lnTo>
                  <a:lnTo>
                    <a:pt x="490" y="662"/>
                  </a:lnTo>
                  <a:lnTo>
                    <a:pt x="492" y="662"/>
                  </a:lnTo>
                  <a:lnTo>
                    <a:pt x="492" y="662"/>
                  </a:lnTo>
                  <a:lnTo>
                    <a:pt x="494" y="662"/>
                  </a:lnTo>
                  <a:lnTo>
                    <a:pt x="494" y="663"/>
                  </a:lnTo>
                  <a:lnTo>
                    <a:pt x="496" y="663"/>
                  </a:lnTo>
                  <a:lnTo>
                    <a:pt x="496" y="663"/>
                  </a:lnTo>
                  <a:lnTo>
                    <a:pt x="498" y="663"/>
                  </a:lnTo>
                  <a:lnTo>
                    <a:pt x="498" y="665"/>
                  </a:lnTo>
                  <a:lnTo>
                    <a:pt x="510" y="667"/>
                  </a:lnTo>
                  <a:lnTo>
                    <a:pt x="510" y="667"/>
                  </a:lnTo>
                  <a:lnTo>
                    <a:pt x="510" y="667"/>
                  </a:lnTo>
                  <a:lnTo>
                    <a:pt x="510" y="669"/>
                  </a:lnTo>
                  <a:lnTo>
                    <a:pt x="510" y="669"/>
                  </a:lnTo>
                  <a:lnTo>
                    <a:pt x="510" y="669"/>
                  </a:lnTo>
                  <a:lnTo>
                    <a:pt x="512" y="669"/>
                  </a:lnTo>
                  <a:lnTo>
                    <a:pt x="512" y="669"/>
                  </a:lnTo>
                  <a:lnTo>
                    <a:pt x="512" y="669"/>
                  </a:lnTo>
                  <a:lnTo>
                    <a:pt x="512" y="673"/>
                  </a:lnTo>
                  <a:lnTo>
                    <a:pt x="518" y="677"/>
                  </a:lnTo>
                  <a:lnTo>
                    <a:pt x="518" y="677"/>
                  </a:lnTo>
                  <a:lnTo>
                    <a:pt x="518" y="679"/>
                  </a:lnTo>
                  <a:lnTo>
                    <a:pt x="518" y="679"/>
                  </a:lnTo>
                  <a:lnTo>
                    <a:pt x="520" y="679"/>
                  </a:lnTo>
                  <a:lnTo>
                    <a:pt x="520" y="679"/>
                  </a:lnTo>
                  <a:lnTo>
                    <a:pt x="520" y="681"/>
                  </a:lnTo>
                  <a:lnTo>
                    <a:pt x="520" y="681"/>
                  </a:lnTo>
                  <a:lnTo>
                    <a:pt x="520" y="681"/>
                  </a:lnTo>
                  <a:lnTo>
                    <a:pt x="520" y="681"/>
                  </a:lnTo>
                  <a:lnTo>
                    <a:pt x="522" y="683"/>
                  </a:lnTo>
                  <a:lnTo>
                    <a:pt x="522" y="685"/>
                  </a:lnTo>
                  <a:lnTo>
                    <a:pt x="522" y="685"/>
                  </a:lnTo>
                  <a:lnTo>
                    <a:pt x="522" y="687"/>
                  </a:lnTo>
                  <a:lnTo>
                    <a:pt x="522" y="687"/>
                  </a:lnTo>
                  <a:lnTo>
                    <a:pt x="522" y="687"/>
                  </a:lnTo>
                  <a:lnTo>
                    <a:pt x="522" y="687"/>
                  </a:lnTo>
                  <a:lnTo>
                    <a:pt x="522" y="689"/>
                  </a:lnTo>
                  <a:lnTo>
                    <a:pt x="522" y="689"/>
                  </a:lnTo>
                  <a:lnTo>
                    <a:pt x="524" y="689"/>
                  </a:lnTo>
                  <a:lnTo>
                    <a:pt x="524" y="689"/>
                  </a:lnTo>
                  <a:lnTo>
                    <a:pt x="522" y="689"/>
                  </a:lnTo>
                  <a:lnTo>
                    <a:pt x="520" y="693"/>
                  </a:lnTo>
                  <a:lnTo>
                    <a:pt x="520" y="693"/>
                  </a:lnTo>
                  <a:lnTo>
                    <a:pt x="520" y="695"/>
                  </a:lnTo>
                  <a:lnTo>
                    <a:pt x="520" y="695"/>
                  </a:lnTo>
                  <a:lnTo>
                    <a:pt x="522" y="695"/>
                  </a:lnTo>
                  <a:lnTo>
                    <a:pt x="524" y="695"/>
                  </a:lnTo>
                  <a:lnTo>
                    <a:pt x="526" y="697"/>
                  </a:lnTo>
                  <a:lnTo>
                    <a:pt x="526" y="697"/>
                  </a:lnTo>
                  <a:lnTo>
                    <a:pt x="526" y="697"/>
                  </a:lnTo>
                  <a:lnTo>
                    <a:pt x="526" y="697"/>
                  </a:lnTo>
                  <a:lnTo>
                    <a:pt x="526" y="699"/>
                  </a:lnTo>
                  <a:lnTo>
                    <a:pt x="526" y="699"/>
                  </a:lnTo>
                  <a:lnTo>
                    <a:pt x="526" y="699"/>
                  </a:lnTo>
                  <a:lnTo>
                    <a:pt x="526" y="699"/>
                  </a:lnTo>
                  <a:lnTo>
                    <a:pt x="526" y="699"/>
                  </a:lnTo>
                  <a:lnTo>
                    <a:pt x="524" y="701"/>
                  </a:lnTo>
                  <a:lnTo>
                    <a:pt x="522" y="705"/>
                  </a:lnTo>
                  <a:lnTo>
                    <a:pt x="522" y="705"/>
                  </a:lnTo>
                  <a:lnTo>
                    <a:pt x="520" y="705"/>
                  </a:lnTo>
                  <a:lnTo>
                    <a:pt x="520" y="709"/>
                  </a:lnTo>
                  <a:lnTo>
                    <a:pt x="520" y="709"/>
                  </a:lnTo>
                  <a:lnTo>
                    <a:pt x="518" y="711"/>
                  </a:lnTo>
                  <a:lnTo>
                    <a:pt x="518" y="711"/>
                  </a:lnTo>
                  <a:lnTo>
                    <a:pt x="518" y="711"/>
                  </a:lnTo>
                  <a:lnTo>
                    <a:pt x="518" y="713"/>
                  </a:lnTo>
                  <a:lnTo>
                    <a:pt x="516" y="713"/>
                  </a:lnTo>
                  <a:lnTo>
                    <a:pt x="516" y="715"/>
                  </a:lnTo>
                  <a:lnTo>
                    <a:pt x="516" y="715"/>
                  </a:lnTo>
                  <a:lnTo>
                    <a:pt x="516" y="715"/>
                  </a:lnTo>
                  <a:lnTo>
                    <a:pt x="516" y="715"/>
                  </a:lnTo>
                  <a:lnTo>
                    <a:pt x="518" y="715"/>
                  </a:lnTo>
                  <a:lnTo>
                    <a:pt x="518" y="717"/>
                  </a:lnTo>
                  <a:lnTo>
                    <a:pt x="518" y="717"/>
                  </a:lnTo>
                  <a:lnTo>
                    <a:pt x="520" y="718"/>
                  </a:lnTo>
                  <a:lnTo>
                    <a:pt x="520" y="720"/>
                  </a:lnTo>
                  <a:lnTo>
                    <a:pt x="520" y="720"/>
                  </a:lnTo>
                  <a:lnTo>
                    <a:pt x="520" y="720"/>
                  </a:lnTo>
                  <a:lnTo>
                    <a:pt x="520" y="720"/>
                  </a:lnTo>
                  <a:lnTo>
                    <a:pt x="520" y="720"/>
                  </a:lnTo>
                  <a:lnTo>
                    <a:pt x="520" y="722"/>
                  </a:lnTo>
                  <a:lnTo>
                    <a:pt x="518" y="722"/>
                  </a:lnTo>
                  <a:lnTo>
                    <a:pt x="518" y="722"/>
                  </a:lnTo>
                  <a:lnTo>
                    <a:pt x="512" y="722"/>
                  </a:lnTo>
                  <a:lnTo>
                    <a:pt x="512" y="724"/>
                  </a:lnTo>
                  <a:lnTo>
                    <a:pt x="512" y="724"/>
                  </a:lnTo>
                  <a:lnTo>
                    <a:pt x="510" y="724"/>
                  </a:lnTo>
                  <a:lnTo>
                    <a:pt x="510" y="726"/>
                  </a:lnTo>
                  <a:lnTo>
                    <a:pt x="508" y="726"/>
                  </a:lnTo>
                  <a:lnTo>
                    <a:pt x="508" y="730"/>
                  </a:lnTo>
                  <a:lnTo>
                    <a:pt x="508" y="732"/>
                  </a:lnTo>
                  <a:lnTo>
                    <a:pt x="508" y="732"/>
                  </a:lnTo>
                  <a:lnTo>
                    <a:pt x="506" y="732"/>
                  </a:lnTo>
                  <a:lnTo>
                    <a:pt x="506" y="734"/>
                  </a:lnTo>
                  <a:lnTo>
                    <a:pt x="506" y="734"/>
                  </a:lnTo>
                  <a:lnTo>
                    <a:pt x="506" y="736"/>
                  </a:lnTo>
                  <a:lnTo>
                    <a:pt x="506" y="738"/>
                  </a:lnTo>
                  <a:lnTo>
                    <a:pt x="506" y="738"/>
                  </a:lnTo>
                  <a:lnTo>
                    <a:pt x="506" y="738"/>
                  </a:lnTo>
                  <a:lnTo>
                    <a:pt x="506" y="740"/>
                  </a:lnTo>
                  <a:lnTo>
                    <a:pt x="506" y="740"/>
                  </a:lnTo>
                  <a:lnTo>
                    <a:pt x="506" y="740"/>
                  </a:lnTo>
                  <a:lnTo>
                    <a:pt x="508" y="740"/>
                  </a:lnTo>
                  <a:lnTo>
                    <a:pt x="508" y="740"/>
                  </a:lnTo>
                  <a:lnTo>
                    <a:pt x="508" y="740"/>
                  </a:lnTo>
                  <a:lnTo>
                    <a:pt x="508" y="742"/>
                  </a:lnTo>
                  <a:lnTo>
                    <a:pt x="508" y="742"/>
                  </a:lnTo>
                  <a:lnTo>
                    <a:pt x="508" y="742"/>
                  </a:lnTo>
                  <a:lnTo>
                    <a:pt x="508" y="744"/>
                  </a:lnTo>
                  <a:lnTo>
                    <a:pt x="508" y="746"/>
                  </a:lnTo>
                  <a:lnTo>
                    <a:pt x="508" y="748"/>
                  </a:lnTo>
                  <a:lnTo>
                    <a:pt x="508" y="748"/>
                  </a:lnTo>
                  <a:lnTo>
                    <a:pt x="508" y="748"/>
                  </a:lnTo>
                  <a:lnTo>
                    <a:pt x="508" y="750"/>
                  </a:lnTo>
                  <a:lnTo>
                    <a:pt x="508" y="750"/>
                  </a:lnTo>
                  <a:lnTo>
                    <a:pt x="508" y="750"/>
                  </a:lnTo>
                  <a:lnTo>
                    <a:pt x="508" y="750"/>
                  </a:lnTo>
                  <a:lnTo>
                    <a:pt x="512" y="754"/>
                  </a:lnTo>
                  <a:lnTo>
                    <a:pt x="512" y="754"/>
                  </a:lnTo>
                  <a:lnTo>
                    <a:pt x="512" y="754"/>
                  </a:lnTo>
                  <a:lnTo>
                    <a:pt x="512" y="754"/>
                  </a:lnTo>
                  <a:lnTo>
                    <a:pt x="512" y="754"/>
                  </a:lnTo>
                  <a:lnTo>
                    <a:pt x="512" y="754"/>
                  </a:lnTo>
                  <a:lnTo>
                    <a:pt x="512" y="756"/>
                  </a:lnTo>
                  <a:lnTo>
                    <a:pt x="510" y="758"/>
                  </a:lnTo>
                  <a:lnTo>
                    <a:pt x="510" y="758"/>
                  </a:lnTo>
                  <a:lnTo>
                    <a:pt x="508" y="758"/>
                  </a:lnTo>
                  <a:lnTo>
                    <a:pt x="508" y="760"/>
                  </a:lnTo>
                  <a:lnTo>
                    <a:pt x="508" y="760"/>
                  </a:lnTo>
                  <a:lnTo>
                    <a:pt x="510" y="760"/>
                  </a:lnTo>
                  <a:lnTo>
                    <a:pt x="510" y="762"/>
                  </a:lnTo>
                  <a:lnTo>
                    <a:pt x="510" y="766"/>
                  </a:lnTo>
                  <a:lnTo>
                    <a:pt x="510" y="768"/>
                  </a:lnTo>
                  <a:lnTo>
                    <a:pt x="512" y="768"/>
                  </a:lnTo>
                  <a:lnTo>
                    <a:pt x="512" y="768"/>
                  </a:lnTo>
                  <a:lnTo>
                    <a:pt x="512" y="770"/>
                  </a:lnTo>
                  <a:lnTo>
                    <a:pt x="512" y="770"/>
                  </a:lnTo>
                  <a:lnTo>
                    <a:pt x="512" y="770"/>
                  </a:lnTo>
                  <a:lnTo>
                    <a:pt x="512" y="770"/>
                  </a:lnTo>
                  <a:lnTo>
                    <a:pt x="512" y="771"/>
                  </a:lnTo>
                  <a:lnTo>
                    <a:pt x="512" y="771"/>
                  </a:lnTo>
                  <a:lnTo>
                    <a:pt x="514" y="771"/>
                  </a:lnTo>
                  <a:lnTo>
                    <a:pt x="514" y="773"/>
                  </a:lnTo>
                  <a:lnTo>
                    <a:pt x="516" y="773"/>
                  </a:lnTo>
                  <a:lnTo>
                    <a:pt x="516" y="773"/>
                  </a:lnTo>
                  <a:lnTo>
                    <a:pt x="516" y="773"/>
                  </a:lnTo>
                  <a:lnTo>
                    <a:pt x="516" y="775"/>
                  </a:lnTo>
                  <a:lnTo>
                    <a:pt x="516" y="775"/>
                  </a:lnTo>
                  <a:lnTo>
                    <a:pt x="516" y="775"/>
                  </a:lnTo>
                  <a:lnTo>
                    <a:pt x="516" y="775"/>
                  </a:lnTo>
                  <a:lnTo>
                    <a:pt x="516" y="777"/>
                  </a:lnTo>
                  <a:lnTo>
                    <a:pt x="514" y="777"/>
                  </a:lnTo>
                  <a:lnTo>
                    <a:pt x="514" y="777"/>
                  </a:lnTo>
                  <a:lnTo>
                    <a:pt x="514" y="777"/>
                  </a:lnTo>
                  <a:lnTo>
                    <a:pt x="516" y="779"/>
                  </a:lnTo>
                  <a:lnTo>
                    <a:pt x="516" y="781"/>
                  </a:lnTo>
                  <a:lnTo>
                    <a:pt x="516" y="781"/>
                  </a:lnTo>
                  <a:lnTo>
                    <a:pt x="516" y="783"/>
                  </a:lnTo>
                  <a:lnTo>
                    <a:pt x="516" y="783"/>
                  </a:lnTo>
                  <a:lnTo>
                    <a:pt x="518" y="783"/>
                  </a:lnTo>
                  <a:lnTo>
                    <a:pt x="518" y="783"/>
                  </a:lnTo>
                  <a:lnTo>
                    <a:pt x="518" y="783"/>
                  </a:lnTo>
                  <a:lnTo>
                    <a:pt x="518" y="785"/>
                  </a:lnTo>
                  <a:lnTo>
                    <a:pt x="518" y="785"/>
                  </a:lnTo>
                  <a:lnTo>
                    <a:pt x="518" y="787"/>
                  </a:lnTo>
                  <a:lnTo>
                    <a:pt x="518" y="787"/>
                  </a:lnTo>
                  <a:lnTo>
                    <a:pt x="520" y="787"/>
                  </a:lnTo>
                  <a:lnTo>
                    <a:pt x="522" y="787"/>
                  </a:lnTo>
                  <a:lnTo>
                    <a:pt x="526" y="787"/>
                  </a:lnTo>
                  <a:lnTo>
                    <a:pt x="528" y="787"/>
                  </a:lnTo>
                  <a:lnTo>
                    <a:pt x="530" y="787"/>
                  </a:lnTo>
                  <a:lnTo>
                    <a:pt x="530" y="787"/>
                  </a:lnTo>
                  <a:lnTo>
                    <a:pt x="532" y="789"/>
                  </a:lnTo>
                  <a:lnTo>
                    <a:pt x="534" y="791"/>
                  </a:lnTo>
                  <a:lnTo>
                    <a:pt x="534" y="791"/>
                  </a:lnTo>
                  <a:lnTo>
                    <a:pt x="534" y="791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9" y="795"/>
                  </a:lnTo>
                  <a:lnTo>
                    <a:pt x="541" y="795"/>
                  </a:lnTo>
                  <a:lnTo>
                    <a:pt x="541" y="793"/>
                  </a:lnTo>
                  <a:lnTo>
                    <a:pt x="541" y="793"/>
                  </a:lnTo>
                  <a:lnTo>
                    <a:pt x="541" y="793"/>
                  </a:lnTo>
                  <a:lnTo>
                    <a:pt x="543" y="791"/>
                  </a:lnTo>
                  <a:lnTo>
                    <a:pt x="543" y="789"/>
                  </a:lnTo>
                  <a:lnTo>
                    <a:pt x="543" y="789"/>
                  </a:lnTo>
                  <a:lnTo>
                    <a:pt x="543" y="789"/>
                  </a:lnTo>
                  <a:lnTo>
                    <a:pt x="543" y="789"/>
                  </a:lnTo>
                  <a:lnTo>
                    <a:pt x="547" y="787"/>
                  </a:lnTo>
                  <a:lnTo>
                    <a:pt x="549" y="787"/>
                  </a:lnTo>
                  <a:lnTo>
                    <a:pt x="551" y="789"/>
                  </a:lnTo>
                  <a:lnTo>
                    <a:pt x="551" y="789"/>
                  </a:lnTo>
                  <a:lnTo>
                    <a:pt x="553" y="791"/>
                  </a:lnTo>
                  <a:lnTo>
                    <a:pt x="553" y="791"/>
                  </a:lnTo>
                  <a:lnTo>
                    <a:pt x="553" y="791"/>
                  </a:lnTo>
                  <a:lnTo>
                    <a:pt x="553" y="791"/>
                  </a:lnTo>
                  <a:lnTo>
                    <a:pt x="557" y="793"/>
                  </a:lnTo>
                  <a:lnTo>
                    <a:pt x="557" y="791"/>
                  </a:lnTo>
                  <a:lnTo>
                    <a:pt x="557" y="791"/>
                  </a:lnTo>
                  <a:lnTo>
                    <a:pt x="559" y="791"/>
                  </a:lnTo>
                  <a:lnTo>
                    <a:pt x="559" y="791"/>
                  </a:lnTo>
                  <a:lnTo>
                    <a:pt x="561" y="787"/>
                  </a:lnTo>
                  <a:lnTo>
                    <a:pt x="561" y="787"/>
                  </a:lnTo>
                  <a:lnTo>
                    <a:pt x="561" y="787"/>
                  </a:lnTo>
                  <a:lnTo>
                    <a:pt x="561" y="787"/>
                  </a:lnTo>
                  <a:lnTo>
                    <a:pt x="561" y="787"/>
                  </a:lnTo>
                  <a:lnTo>
                    <a:pt x="561" y="787"/>
                  </a:lnTo>
                  <a:lnTo>
                    <a:pt x="563" y="787"/>
                  </a:lnTo>
                  <a:lnTo>
                    <a:pt x="561" y="787"/>
                  </a:lnTo>
                  <a:lnTo>
                    <a:pt x="561" y="789"/>
                  </a:lnTo>
                  <a:lnTo>
                    <a:pt x="561" y="789"/>
                  </a:lnTo>
                  <a:lnTo>
                    <a:pt x="563" y="789"/>
                  </a:lnTo>
                  <a:lnTo>
                    <a:pt x="563" y="789"/>
                  </a:lnTo>
                  <a:lnTo>
                    <a:pt x="563" y="791"/>
                  </a:lnTo>
                  <a:lnTo>
                    <a:pt x="563" y="791"/>
                  </a:lnTo>
                  <a:lnTo>
                    <a:pt x="565" y="791"/>
                  </a:lnTo>
                  <a:lnTo>
                    <a:pt x="565" y="793"/>
                  </a:lnTo>
                  <a:lnTo>
                    <a:pt x="565" y="793"/>
                  </a:lnTo>
                  <a:lnTo>
                    <a:pt x="565" y="793"/>
                  </a:lnTo>
                  <a:lnTo>
                    <a:pt x="565" y="793"/>
                  </a:lnTo>
                  <a:lnTo>
                    <a:pt x="565" y="793"/>
                  </a:lnTo>
                  <a:lnTo>
                    <a:pt x="565" y="795"/>
                  </a:lnTo>
                  <a:lnTo>
                    <a:pt x="565" y="795"/>
                  </a:lnTo>
                  <a:lnTo>
                    <a:pt x="565" y="797"/>
                  </a:lnTo>
                  <a:lnTo>
                    <a:pt x="565" y="797"/>
                  </a:lnTo>
                  <a:lnTo>
                    <a:pt x="565" y="797"/>
                  </a:lnTo>
                  <a:lnTo>
                    <a:pt x="565" y="797"/>
                  </a:lnTo>
                  <a:lnTo>
                    <a:pt x="565" y="797"/>
                  </a:lnTo>
                  <a:lnTo>
                    <a:pt x="565" y="799"/>
                  </a:lnTo>
                  <a:lnTo>
                    <a:pt x="567" y="799"/>
                  </a:lnTo>
                  <a:lnTo>
                    <a:pt x="569" y="799"/>
                  </a:lnTo>
                  <a:lnTo>
                    <a:pt x="569" y="799"/>
                  </a:lnTo>
                  <a:lnTo>
                    <a:pt x="569" y="799"/>
                  </a:lnTo>
                  <a:lnTo>
                    <a:pt x="571" y="799"/>
                  </a:lnTo>
                  <a:lnTo>
                    <a:pt x="571" y="797"/>
                  </a:lnTo>
                  <a:lnTo>
                    <a:pt x="573" y="795"/>
                  </a:lnTo>
                  <a:lnTo>
                    <a:pt x="573" y="793"/>
                  </a:lnTo>
                  <a:lnTo>
                    <a:pt x="573" y="793"/>
                  </a:lnTo>
                  <a:lnTo>
                    <a:pt x="575" y="793"/>
                  </a:lnTo>
                  <a:lnTo>
                    <a:pt x="575" y="793"/>
                  </a:lnTo>
                  <a:lnTo>
                    <a:pt x="575" y="793"/>
                  </a:lnTo>
                  <a:lnTo>
                    <a:pt x="577" y="793"/>
                  </a:lnTo>
                  <a:lnTo>
                    <a:pt x="577" y="793"/>
                  </a:lnTo>
                  <a:lnTo>
                    <a:pt x="579" y="793"/>
                  </a:lnTo>
                  <a:lnTo>
                    <a:pt x="579" y="793"/>
                  </a:lnTo>
                  <a:lnTo>
                    <a:pt x="579" y="793"/>
                  </a:lnTo>
                  <a:lnTo>
                    <a:pt x="581" y="793"/>
                  </a:lnTo>
                  <a:lnTo>
                    <a:pt x="581" y="793"/>
                  </a:lnTo>
                  <a:lnTo>
                    <a:pt x="583" y="793"/>
                  </a:lnTo>
                  <a:lnTo>
                    <a:pt x="589" y="791"/>
                  </a:lnTo>
                  <a:lnTo>
                    <a:pt x="590" y="791"/>
                  </a:lnTo>
                  <a:lnTo>
                    <a:pt x="590" y="793"/>
                  </a:lnTo>
                  <a:lnTo>
                    <a:pt x="592" y="793"/>
                  </a:lnTo>
                  <a:lnTo>
                    <a:pt x="594" y="795"/>
                  </a:lnTo>
                  <a:lnTo>
                    <a:pt x="594" y="795"/>
                  </a:lnTo>
                  <a:lnTo>
                    <a:pt x="594" y="795"/>
                  </a:lnTo>
                  <a:lnTo>
                    <a:pt x="596" y="795"/>
                  </a:lnTo>
                  <a:lnTo>
                    <a:pt x="602" y="793"/>
                  </a:lnTo>
                  <a:lnTo>
                    <a:pt x="602" y="793"/>
                  </a:lnTo>
                  <a:lnTo>
                    <a:pt x="602" y="791"/>
                  </a:lnTo>
                  <a:lnTo>
                    <a:pt x="602" y="791"/>
                  </a:lnTo>
                  <a:lnTo>
                    <a:pt x="602" y="791"/>
                  </a:lnTo>
                  <a:lnTo>
                    <a:pt x="602" y="791"/>
                  </a:lnTo>
                  <a:lnTo>
                    <a:pt x="602" y="789"/>
                  </a:lnTo>
                  <a:lnTo>
                    <a:pt x="602" y="789"/>
                  </a:lnTo>
                  <a:lnTo>
                    <a:pt x="602" y="789"/>
                  </a:lnTo>
                  <a:lnTo>
                    <a:pt x="602" y="789"/>
                  </a:lnTo>
                  <a:lnTo>
                    <a:pt x="602" y="789"/>
                  </a:lnTo>
                  <a:lnTo>
                    <a:pt x="600" y="787"/>
                  </a:lnTo>
                  <a:lnTo>
                    <a:pt x="600" y="787"/>
                  </a:lnTo>
                  <a:lnTo>
                    <a:pt x="600" y="787"/>
                  </a:lnTo>
                  <a:lnTo>
                    <a:pt x="600" y="787"/>
                  </a:lnTo>
                  <a:lnTo>
                    <a:pt x="600" y="787"/>
                  </a:lnTo>
                  <a:lnTo>
                    <a:pt x="600" y="785"/>
                  </a:lnTo>
                  <a:lnTo>
                    <a:pt x="602" y="785"/>
                  </a:lnTo>
                  <a:lnTo>
                    <a:pt x="604" y="783"/>
                  </a:lnTo>
                  <a:lnTo>
                    <a:pt x="604" y="783"/>
                  </a:lnTo>
                  <a:lnTo>
                    <a:pt x="604" y="783"/>
                  </a:lnTo>
                  <a:lnTo>
                    <a:pt x="604" y="783"/>
                  </a:lnTo>
                  <a:lnTo>
                    <a:pt x="604" y="781"/>
                  </a:lnTo>
                  <a:lnTo>
                    <a:pt x="610" y="779"/>
                  </a:lnTo>
                  <a:lnTo>
                    <a:pt x="610" y="777"/>
                  </a:lnTo>
                  <a:lnTo>
                    <a:pt x="610" y="775"/>
                  </a:lnTo>
                  <a:lnTo>
                    <a:pt x="612" y="775"/>
                  </a:lnTo>
                  <a:lnTo>
                    <a:pt x="612" y="775"/>
                  </a:lnTo>
                  <a:lnTo>
                    <a:pt x="612" y="775"/>
                  </a:lnTo>
                  <a:lnTo>
                    <a:pt x="614" y="775"/>
                  </a:lnTo>
                  <a:lnTo>
                    <a:pt x="614" y="775"/>
                  </a:lnTo>
                  <a:lnTo>
                    <a:pt x="620" y="777"/>
                  </a:lnTo>
                  <a:lnTo>
                    <a:pt x="620" y="779"/>
                  </a:lnTo>
                  <a:lnTo>
                    <a:pt x="622" y="779"/>
                  </a:lnTo>
                  <a:lnTo>
                    <a:pt x="622" y="779"/>
                  </a:lnTo>
                  <a:lnTo>
                    <a:pt x="624" y="779"/>
                  </a:lnTo>
                  <a:lnTo>
                    <a:pt x="626" y="777"/>
                  </a:lnTo>
                  <a:lnTo>
                    <a:pt x="626" y="777"/>
                  </a:lnTo>
                  <a:lnTo>
                    <a:pt x="630" y="777"/>
                  </a:lnTo>
                  <a:lnTo>
                    <a:pt x="630" y="777"/>
                  </a:lnTo>
                  <a:lnTo>
                    <a:pt x="632" y="777"/>
                  </a:lnTo>
                  <a:lnTo>
                    <a:pt x="632" y="777"/>
                  </a:lnTo>
                  <a:lnTo>
                    <a:pt x="632" y="775"/>
                  </a:lnTo>
                  <a:lnTo>
                    <a:pt x="632" y="775"/>
                  </a:lnTo>
                  <a:lnTo>
                    <a:pt x="632" y="775"/>
                  </a:lnTo>
                  <a:lnTo>
                    <a:pt x="636" y="775"/>
                  </a:lnTo>
                  <a:lnTo>
                    <a:pt x="636" y="775"/>
                  </a:lnTo>
                  <a:lnTo>
                    <a:pt x="636" y="775"/>
                  </a:lnTo>
                  <a:lnTo>
                    <a:pt x="638" y="773"/>
                  </a:lnTo>
                  <a:lnTo>
                    <a:pt x="638" y="773"/>
                  </a:lnTo>
                  <a:lnTo>
                    <a:pt x="638" y="771"/>
                  </a:lnTo>
                  <a:lnTo>
                    <a:pt x="640" y="771"/>
                  </a:lnTo>
                  <a:lnTo>
                    <a:pt x="641" y="771"/>
                  </a:lnTo>
                  <a:lnTo>
                    <a:pt x="643" y="771"/>
                  </a:lnTo>
                  <a:lnTo>
                    <a:pt x="643" y="771"/>
                  </a:lnTo>
                  <a:lnTo>
                    <a:pt x="645" y="773"/>
                  </a:lnTo>
                  <a:lnTo>
                    <a:pt x="645" y="773"/>
                  </a:lnTo>
                  <a:lnTo>
                    <a:pt x="647" y="773"/>
                  </a:lnTo>
                  <a:lnTo>
                    <a:pt x="647" y="773"/>
                  </a:lnTo>
                  <a:lnTo>
                    <a:pt x="649" y="773"/>
                  </a:lnTo>
                  <a:lnTo>
                    <a:pt x="651" y="770"/>
                  </a:lnTo>
                  <a:lnTo>
                    <a:pt x="653" y="770"/>
                  </a:lnTo>
                  <a:lnTo>
                    <a:pt x="653" y="770"/>
                  </a:lnTo>
                  <a:lnTo>
                    <a:pt x="655" y="770"/>
                  </a:lnTo>
                  <a:lnTo>
                    <a:pt x="667" y="768"/>
                  </a:lnTo>
                  <a:lnTo>
                    <a:pt x="667" y="768"/>
                  </a:lnTo>
                  <a:lnTo>
                    <a:pt x="669" y="766"/>
                  </a:lnTo>
                  <a:lnTo>
                    <a:pt x="671" y="766"/>
                  </a:lnTo>
                  <a:lnTo>
                    <a:pt x="671" y="766"/>
                  </a:lnTo>
                  <a:lnTo>
                    <a:pt x="671" y="766"/>
                  </a:lnTo>
                  <a:lnTo>
                    <a:pt x="673" y="766"/>
                  </a:lnTo>
                  <a:lnTo>
                    <a:pt x="673" y="766"/>
                  </a:lnTo>
                  <a:lnTo>
                    <a:pt x="673" y="768"/>
                  </a:lnTo>
                  <a:lnTo>
                    <a:pt x="673" y="768"/>
                  </a:lnTo>
                  <a:lnTo>
                    <a:pt x="673" y="768"/>
                  </a:lnTo>
                  <a:lnTo>
                    <a:pt x="673" y="768"/>
                  </a:lnTo>
                  <a:lnTo>
                    <a:pt x="675" y="768"/>
                  </a:lnTo>
                  <a:lnTo>
                    <a:pt x="675" y="768"/>
                  </a:lnTo>
                  <a:lnTo>
                    <a:pt x="673" y="770"/>
                  </a:lnTo>
                  <a:lnTo>
                    <a:pt x="675" y="770"/>
                  </a:lnTo>
                  <a:lnTo>
                    <a:pt x="675" y="770"/>
                  </a:lnTo>
                  <a:lnTo>
                    <a:pt x="675" y="770"/>
                  </a:lnTo>
                  <a:lnTo>
                    <a:pt x="675" y="770"/>
                  </a:lnTo>
                  <a:lnTo>
                    <a:pt x="677" y="768"/>
                  </a:lnTo>
                  <a:lnTo>
                    <a:pt x="677" y="768"/>
                  </a:lnTo>
                  <a:lnTo>
                    <a:pt x="677" y="768"/>
                  </a:lnTo>
                  <a:lnTo>
                    <a:pt x="677" y="766"/>
                  </a:lnTo>
                  <a:lnTo>
                    <a:pt x="677" y="766"/>
                  </a:lnTo>
                  <a:lnTo>
                    <a:pt x="679" y="764"/>
                  </a:lnTo>
                  <a:lnTo>
                    <a:pt x="679" y="764"/>
                  </a:lnTo>
                  <a:lnTo>
                    <a:pt x="681" y="762"/>
                  </a:lnTo>
                  <a:lnTo>
                    <a:pt x="679" y="762"/>
                  </a:lnTo>
                  <a:lnTo>
                    <a:pt x="679" y="762"/>
                  </a:lnTo>
                  <a:lnTo>
                    <a:pt x="679" y="760"/>
                  </a:lnTo>
                  <a:lnTo>
                    <a:pt x="679" y="760"/>
                  </a:lnTo>
                  <a:lnTo>
                    <a:pt x="679" y="760"/>
                  </a:lnTo>
                  <a:lnTo>
                    <a:pt x="679" y="758"/>
                  </a:lnTo>
                  <a:lnTo>
                    <a:pt x="679" y="758"/>
                  </a:lnTo>
                  <a:lnTo>
                    <a:pt x="679" y="758"/>
                  </a:lnTo>
                  <a:lnTo>
                    <a:pt x="683" y="754"/>
                  </a:lnTo>
                  <a:lnTo>
                    <a:pt x="685" y="752"/>
                  </a:lnTo>
                  <a:lnTo>
                    <a:pt x="687" y="752"/>
                  </a:lnTo>
                  <a:lnTo>
                    <a:pt x="687" y="750"/>
                  </a:lnTo>
                  <a:lnTo>
                    <a:pt x="689" y="750"/>
                  </a:lnTo>
                  <a:lnTo>
                    <a:pt x="689" y="750"/>
                  </a:lnTo>
                  <a:lnTo>
                    <a:pt x="689" y="748"/>
                  </a:lnTo>
                  <a:lnTo>
                    <a:pt x="691" y="744"/>
                  </a:lnTo>
                  <a:lnTo>
                    <a:pt x="691" y="744"/>
                  </a:lnTo>
                  <a:lnTo>
                    <a:pt x="691" y="744"/>
                  </a:lnTo>
                  <a:lnTo>
                    <a:pt x="691" y="744"/>
                  </a:lnTo>
                  <a:lnTo>
                    <a:pt x="691" y="742"/>
                  </a:lnTo>
                  <a:lnTo>
                    <a:pt x="691" y="742"/>
                  </a:lnTo>
                  <a:lnTo>
                    <a:pt x="692" y="742"/>
                  </a:lnTo>
                  <a:lnTo>
                    <a:pt x="696" y="740"/>
                  </a:lnTo>
                  <a:lnTo>
                    <a:pt x="698" y="738"/>
                  </a:lnTo>
                  <a:lnTo>
                    <a:pt x="698" y="738"/>
                  </a:lnTo>
                  <a:lnTo>
                    <a:pt x="698" y="738"/>
                  </a:lnTo>
                  <a:lnTo>
                    <a:pt x="700" y="738"/>
                  </a:lnTo>
                  <a:lnTo>
                    <a:pt x="702" y="738"/>
                  </a:lnTo>
                  <a:lnTo>
                    <a:pt x="704" y="740"/>
                  </a:lnTo>
                  <a:lnTo>
                    <a:pt x="704" y="740"/>
                  </a:lnTo>
                  <a:lnTo>
                    <a:pt x="708" y="740"/>
                  </a:lnTo>
                  <a:lnTo>
                    <a:pt x="710" y="742"/>
                  </a:lnTo>
                  <a:lnTo>
                    <a:pt x="710" y="742"/>
                  </a:lnTo>
                  <a:lnTo>
                    <a:pt x="710" y="742"/>
                  </a:lnTo>
                  <a:lnTo>
                    <a:pt x="712" y="744"/>
                  </a:lnTo>
                  <a:lnTo>
                    <a:pt x="714" y="744"/>
                  </a:lnTo>
                  <a:lnTo>
                    <a:pt x="714" y="744"/>
                  </a:lnTo>
                  <a:lnTo>
                    <a:pt x="716" y="744"/>
                  </a:lnTo>
                  <a:lnTo>
                    <a:pt x="716" y="744"/>
                  </a:lnTo>
                  <a:lnTo>
                    <a:pt x="716" y="744"/>
                  </a:lnTo>
                  <a:lnTo>
                    <a:pt x="716" y="744"/>
                  </a:lnTo>
                  <a:lnTo>
                    <a:pt x="716" y="746"/>
                  </a:lnTo>
                  <a:lnTo>
                    <a:pt x="722" y="750"/>
                  </a:lnTo>
                  <a:lnTo>
                    <a:pt x="722" y="750"/>
                  </a:lnTo>
                  <a:lnTo>
                    <a:pt x="722" y="750"/>
                  </a:lnTo>
                  <a:lnTo>
                    <a:pt x="722" y="754"/>
                  </a:lnTo>
                  <a:lnTo>
                    <a:pt x="722" y="754"/>
                  </a:lnTo>
                  <a:lnTo>
                    <a:pt x="722" y="754"/>
                  </a:lnTo>
                  <a:lnTo>
                    <a:pt x="722" y="754"/>
                  </a:lnTo>
                  <a:lnTo>
                    <a:pt x="722" y="756"/>
                  </a:lnTo>
                  <a:lnTo>
                    <a:pt x="724" y="756"/>
                  </a:lnTo>
                  <a:lnTo>
                    <a:pt x="724" y="756"/>
                  </a:lnTo>
                  <a:lnTo>
                    <a:pt x="724" y="756"/>
                  </a:lnTo>
                  <a:lnTo>
                    <a:pt x="732" y="758"/>
                  </a:lnTo>
                  <a:lnTo>
                    <a:pt x="732" y="758"/>
                  </a:lnTo>
                  <a:lnTo>
                    <a:pt x="736" y="758"/>
                  </a:lnTo>
                  <a:lnTo>
                    <a:pt x="736" y="756"/>
                  </a:lnTo>
                  <a:lnTo>
                    <a:pt x="736" y="758"/>
                  </a:lnTo>
                  <a:lnTo>
                    <a:pt x="742" y="762"/>
                  </a:lnTo>
                  <a:lnTo>
                    <a:pt x="742" y="762"/>
                  </a:lnTo>
                  <a:lnTo>
                    <a:pt x="743" y="762"/>
                  </a:lnTo>
                  <a:lnTo>
                    <a:pt x="743" y="762"/>
                  </a:lnTo>
                  <a:lnTo>
                    <a:pt x="743" y="762"/>
                  </a:lnTo>
                  <a:lnTo>
                    <a:pt x="745" y="762"/>
                  </a:lnTo>
                  <a:lnTo>
                    <a:pt x="745" y="762"/>
                  </a:lnTo>
                  <a:lnTo>
                    <a:pt x="745" y="762"/>
                  </a:lnTo>
                  <a:lnTo>
                    <a:pt x="745" y="762"/>
                  </a:lnTo>
                  <a:lnTo>
                    <a:pt x="745" y="762"/>
                  </a:lnTo>
                  <a:lnTo>
                    <a:pt x="747" y="762"/>
                  </a:lnTo>
                  <a:lnTo>
                    <a:pt x="747" y="764"/>
                  </a:lnTo>
                  <a:lnTo>
                    <a:pt x="749" y="764"/>
                  </a:lnTo>
                  <a:lnTo>
                    <a:pt x="753" y="762"/>
                  </a:lnTo>
                  <a:lnTo>
                    <a:pt x="755" y="762"/>
                  </a:lnTo>
                  <a:lnTo>
                    <a:pt x="757" y="762"/>
                  </a:lnTo>
                  <a:lnTo>
                    <a:pt x="757" y="764"/>
                  </a:lnTo>
                  <a:lnTo>
                    <a:pt x="757" y="764"/>
                  </a:lnTo>
                  <a:lnTo>
                    <a:pt x="759" y="764"/>
                  </a:lnTo>
                  <a:lnTo>
                    <a:pt x="759" y="764"/>
                  </a:lnTo>
                  <a:lnTo>
                    <a:pt x="761" y="766"/>
                  </a:lnTo>
                  <a:lnTo>
                    <a:pt x="761" y="766"/>
                  </a:lnTo>
                  <a:lnTo>
                    <a:pt x="761" y="766"/>
                  </a:lnTo>
                  <a:lnTo>
                    <a:pt x="763" y="766"/>
                  </a:lnTo>
                  <a:lnTo>
                    <a:pt x="763" y="766"/>
                  </a:lnTo>
                  <a:lnTo>
                    <a:pt x="763" y="766"/>
                  </a:lnTo>
                  <a:lnTo>
                    <a:pt x="763" y="766"/>
                  </a:lnTo>
                  <a:lnTo>
                    <a:pt x="763" y="766"/>
                  </a:lnTo>
                  <a:lnTo>
                    <a:pt x="763" y="766"/>
                  </a:lnTo>
                  <a:lnTo>
                    <a:pt x="767" y="766"/>
                  </a:lnTo>
                  <a:lnTo>
                    <a:pt x="769" y="766"/>
                  </a:lnTo>
                  <a:lnTo>
                    <a:pt x="769" y="766"/>
                  </a:lnTo>
                  <a:lnTo>
                    <a:pt x="771" y="766"/>
                  </a:lnTo>
                  <a:lnTo>
                    <a:pt x="773" y="768"/>
                  </a:lnTo>
                  <a:lnTo>
                    <a:pt x="773" y="768"/>
                  </a:lnTo>
                  <a:lnTo>
                    <a:pt x="775" y="766"/>
                  </a:lnTo>
                  <a:lnTo>
                    <a:pt x="777" y="766"/>
                  </a:lnTo>
                  <a:lnTo>
                    <a:pt x="777" y="768"/>
                  </a:lnTo>
                  <a:lnTo>
                    <a:pt x="779" y="768"/>
                  </a:lnTo>
                  <a:lnTo>
                    <a:pt x="779" y="766"/>
                  </a:lnTo>
                  <a:lnTo>
                    <a:pt x="779" y="766"/>
                  </a:lnTo>
                  <a:lnTo>
                    <a:pt x="779" y="766"/>
                  </a:lnTo>
                  <a:lnTo>
                    <a:pt x="779" y="766"/>
                  </a:lnTo>
                  <a:lnTo>
                    <a:pt x="779" y="766"/>
                  </a:lnTo>
                  <a:lnTo>
                    <a:pt x="779" y="766"/>
                  </a:lnTo>
                  <a:lnTo>
                    <a:pt x="779" y="764"/>
                  </a:lnTo>
                  <a:lnTo>
                    <a:pt x="781" y="764"/>
                  </a:lnTo>
                  <a:lnTo>
                    <a:pt x="781" y="764"/>
                  </a:lnTo>
                  <a:lnTo>
                    <a:pt x="781" y="764"/>
                  </a:lnTo>
                  <a:lnTo>
                    <a:pt x="783" y="762"/>
                  </a:lnTo>
                  <a:lnTo>
                    <a:pt x="783" y="762"/>
                  </a:lnTo>
                  <a:lnTo>
                    <a:pt x="783" y="762"/>
                  </a:lnTo>
                  <a:lnTo>
                    <a:pt x="785" y="762"/>
                  </a:lnTo>
                  <a:lnTo>
                    <a:pt x="787" y="764"/>
                  </a:lnTo>
                  <a:lnTo>
                    <a:pt x="787" y="764"/>
                  </a:lnTo>
                  <a:lnTo>
                    <a:pt x="791" y="762"/>
                  </a:lnTo>
                  <a:lnTo>
                    <a:pt x="791" y="762"/>
                  </a:lnTo>
                  <a:lnTo>
                    <a:pt x="792" y="762"/>
                  </a:lnTo>
                  <a:lnTo>
                    <a:pt x="792" y="764"/>
                  </a:lnTo>
                  <a:lnTo>
                    <a:pt x="792" y="764"/>
                  </a:lnTo>
                  <a:lnTo>
                    <a:pt x="794" y="766"/>
                  </a:lnTo>
                  <a:lnTo>
                    <a:pt x="794" y="766"/>
                  </a:lnTo>
                  <a:lnTo>
                    <a:pt x="794" y="766"/>
                  </a:lnTo>
                  <a:lnTo>
                    <a:pt x="796" y="768"/>
                  </a:lnTo>
                  <a:lnTo>
                    <a:pt x="798" y="768"/>
                  </a:lnTo>
                  <a:lnTo>
                    <a:pt x="802" y="770"/>
                  </a:lnTo>
                  <a:lnTo>
                    <a:pt x="806" y="770"/>
                  </a:lnTo>
                  <a:lnTo>
                    <a:pt x="806" y="770"/>
                  </a:lnTo>
                  <a:lnTo>
                    <a:pt x="806" y="771"/>
                  </a:lnTo>
                  <a:lnTo>
                    <a:pt x="806" y="771"/>
                  </a:lnTo>
                  <a:lnTo>
                    <a:pt x="806" y="773"/>
                  </a:lnTo>
                  <a:lnTo>
                    <a:pt x="808" y="773"/>
                  </a:lnTo>
                  <a:lnTo>
                    <a:pt x="808" y="773"/>
                  </a:lnTo>
                  <a:lnTo>
                    <a:pt x="808" y="773"/>
                  </a:lnTo>
                  <a:lnTo>
                    <a:pt x="808" y="773"/>
                  </a:lnTo>
                  <a:lnTo>
                    <a:pt x="810" y="771"/>
                  </a:lnTo>
                  <a:lnTo>
                    <a:pt x="810" y="771"/>
                  </a:lnTo>
                  <a:lnTo>
                    <a:pt x="812" y="771"/>
                  </a:lnTo>
                  <a:lnTo>
                    <a:pt x="812" y="771"/>
                  </a:lnTo>
                  <a:lnTo>
                    <a:pt x="814" y="771"/>
                  </a:lnTo>
                  <a:lnTo>
                    <a:pt x="818" y="768"/>
                  </a:lnTo>
                  <a:lnTo>
                    <a:pt x="818" y="768"/>
                  </a:lnTo>
                  <a:lnTo>
                    <a:pt x="820" y="768"/>
                  </a:lnTo>
                  <a:lnTo>
                    <a:pt x="820" y="768"/>
                  </a:lnTo>
                  <a:lnTo>
                    <a:pt x="822" y="768"/>
                  </a:lnTo>
                  <a:lnTo>
                    <a:pt x="822" y="768"/>
                  </a:lnTo>
                  <a:lnTo>
                    <a:pt x="822" y="770"/>
                  </a:lnTo>
                  <a:lnTo>
                    <a:pt x="822" y="770"/>
                  </a:lnTo>
                  <a:lnTo>
                    <a:pt x="822" y="770"/>
                  </a:lnTo>
                  <a:lnTo>
                    <a:pt x="822" y="770"/>
                  </a:lnTo>
                  <a:lnTo>
                    <a:pt x="822" y="771"/>
                  </a:lnTo>
                  <a:lnTo>
                    <a:pt x="822" y="771"/>
                  </a:lnTo>
                  <a:lnTo>
                    <a:pt x="822" y="771"/>
                  </a:lnTo>
                  <a:lnTo>
                    <a:pt x="822" y="773"/>
                  </a:lnTo>
                  <a:lnTo>
                    <a:pt x="822" y="773"/>
                  </a:lnTo>
                  <a:lnTo>
                    <a:pt x="822" y="773"/>
                  </a:lnTo>
                  <a:lnTo>
                    <a:pt x="822" y="775"/>
                  </a:lnTo>
                  <a:lnTo>
                    <a:pt x="822" y="775"/>
                  </a:lnTo>
                  <a:lnTo>
                    <a:pt x="824" y="777"/>
                  </a:lnTo>
                  <a:lnTo>
                    <a:pt x="824" y="777"/>
                  </a:lnTo>
                  <a:lnTo>
                    <a:pt x="826" y="777"/>
                  </a:lnTo>
                  <a:lnTo>
                    <a:pt x="826" y="779"/>
                  </a:lnTo>
                  <a:lnTo>
                    <a:pt x="826" y="779"/>
                  </a:lnTo>
                  <a:lnTo>
                    <a:pt x="826" y="781"/>
                  </a:lnTo>
                  <a:lnTo>
                    <a:pt x="826" y="781"/>
                  </a:lnTo>
                  <a:lnTo>
                    <a:pt x="828" y="781"/>
                  </a:lnTo>
                  <a:lnTo>
                    <a:pt x="828" y="781"/>
                  </a:lnTo>
                  <a:lnTo>
                    <a:pt x="828" y="781"/>
                  </a:lnTo>
                  <a:lnTo>
                    <a:pt x="830" y="781"/>
                  </a:lnTo>
                  <a:lnTo>
                    <a:pt x="830" y="783"/>
                  </a:lnTo>
                  <a:lnTo>
                    <a:pt x="830" y="783"/>
                  </a:lnTo>
                  <a:lnTo>
                    <a:pt x="830" y="785"/>
                  </a:lnTo>
                  <a:lnTo>
                    <a:pt x="828" y="785"/>
                  </a:lnTo>
                  <a:lnTo>
                    <a:pt x="828" y="785"/>
                  </a:lnTo>
                  <a:lnTo>
                    <a:pt x="824" y="787"/>
                  </a:lnTo>
                  <a:lnTo>
                    <a:pt x="824" y="787"/>
                  </a:lnTo>
                  <a:lnTo>
                    <a:pt x="824" y="787"/>
                  </a:lnTo>
                  <a:lnTo>
                    <a:pt x="824" y="787"/>
                  </a:lnTo>
                  <a:lnTo>
                    <a:pt x="824" y="789"/>
                  </a:lnTo>
                  <a:lnTo>
                    <a:pt x="824" y="789"/>
                  </a:lnTo>
                  <a:lnTo>
                    <a:pt x="826" y="791"/>
                  </a:lnTo>
                  <a:lnTo>
                    <a:pt x="826" y="793"/>
                  </a:lnTo>
                  <a:lnTo>
                    <a:pt x="826" y="795"/>
                  </a:lnTo>
                  <a:lnTo>
                    <a:pt x="826" y="795"/>
                  </a:lnTo>
                  <a:lnTo>
                    <a:pt x="826" y="799"/>
                  </a:lnTo>
                  <a:lnTo>
                    <a:pt x="826" y="799"/>
                  </a:lnTo>
                  <a:lnTo>
                    <a:pt x="826" y="801"/>
                  </a:lnTo>
                  <a:lnTo>
                    <a:pt x="826" y="801"/>
                  </a:lnTo>
                  <a:lnTo>
                    <a:pt x="824" y="801"/>
                  </a:lnTo>
                  <a:lnTo>
                    <a:pt x="824" y="801"/>
                  </a:lnTo>
                  <a:lnTo>
                    <a:pt x="824" y="801"/>
                  </a:lnTo>
                  <a:lnTo>
                    <a:pt x="824" y="801"/>
                  </a:lnTo>
                  <a:lnTo>
                    <a:pt x="824" y="801"/>
                  </a:lnTo>
                  <a:lnTo>
                    <a:pt x="824" y="803"/>
                  </a:lnTo>
                  <a:lnTo>
                    <a:pt x="824" y="803"/>
                  </a:lnTo>
                  <a:lnTo>
                    <a:pt x="826" y="803"/>
                  </a:lnTo>
                  <a:lnTo>
                    <a:pt x="826" y="803"/>
                  </a:lnTo>
                  <a:lnTo>
                    <a:pt x="826" y="805"/>
                  </a:lnTo>
                  <a:lnTo>
                    <a:pt x="828" y="805"/>
                  </a:lnTo>
                  <a:lnTo>
                    <a:pt x="826" y="805"/>
                  </a:lnTo>
                  <a:lnTo>
                    <a:pt x="826" y="807"/>
                  </a:lnTo>
                  <a:lnTo>
                    <a:pt x="824" y="807"/>
                  </a:lnTo>
                  <a:lnTo>
                    <a:pt x="824" y="807"/>
                  </a:lnTo>
                  <a:lnTo>
                    <a:pt x="824" y="809"/>
                  </a:lnTo>
                  <a:lnTo>
                    <a:pt x="824" y="811"/>
                  </a:lnTo>
                  <a:lnTo>
                    <a:pt x="824" y="813"/>
                  </a:lnTo>
                  <a:lnTo>
                    <a:pt x="824" y="813"/>
                  </a:lnTo>
                  <a:lnTo>
                    <a:pt x="824" y="815"/>
                  </a:lnTo>
                  <a:lnTo>
                    <a:pt x="824" y="815"/>
                  </a:lnTo>
                  <a:lnTo>
                    <a:pt x="824" y="815"/>
                  </a:lnTo>
                  <a:lnTo>
                    <a:pt x="824" y="815"/>
                  </a:lnTo>
                  <a:lnTo>
                    <a:pt x="824" y="817"/>
                  </a:lnTo>
                  <a:lnTo>
                    <a:pt x="824" y="817"/>
                  </a:lnTo>
                  <a:lnTo>
                    <a:pt x="824" y="817"/>
                  </a:lnTo>
                  <a:lnTo>
                    <a:pt x="824" y="819"/>
                  </a:lnTo>
                  <a:lnTo>
                    <a:pt x="826" y="819"/>
                  </a:lnTo>
                  <a:lnTo>
                    <a:pt x="826" y="819"/>
                  </a:lnTo>
                  <a:lnTo>
                    <a:pt x="826" y="819"/>
                  </a:lnTo>
                  <a:lnTo>
                    <a:pt x="826" y="819"/>
                  </a:lnTo>
                  <a:lnTo>
                    <a:pt x="826" y="821"/>
                  </a:lnTo>
                  <a:lnTo>
                    <a:pt x="826" y="821"/>
                  </a:lnTo>
                  <a:lnTo>
                    <a:pt x="826" y="823"/>
                  </a:lnTo>
                  <a:lnTo>
                    <a:pt x="826" y="823"/>
                  </a:lnTo>
                  <a:lnTo>
                    <a:pt x="826" y="823"/>
                  </a:lnTo>
                  <a:lnTo>
                    <a:pt x="826" y="823"/>
                  </a:lnTo>
                  <a:lnTo>
                    <a:pt x="826" y="824"/>
                  </a:lnTo>
                  <a:lnTo>
                    <a:pt x="826" y="824"/>
                  </a:lnTo>
                  <a:lnTo>
                    <a:pt x="826" y="824"/>
                  </a:lnTo>
                  <a:lnTo>
                    <a:pt x="826" y="824"/>
                  </a:lnTo>
                  <a:lnTo>
                    <a:pt x="828" y="826"/>
                  </a:lnTo>
                  <a:lnTo>
                    <a:pt x="828" y="826"/>
                  </a:lnTo>
                  <a:lnTo>
                    <a:pt x="830" y="826"/>
                  </a:lnTo>
                  <a:lnTo>
                    <a:pt x="830" y="828"/>
                  </a:lnTo>
                  <a:lnTo>
                    <a:pt x="830" y="828"/>
                  </a:lnTo>
                  <a:lnTo>
                    <a:pt x="830" y="828"/>
                  </a:lnTo>
                  <a:lnTo>
                    <a:pt x="830" y="830"/>
                  </a:lnTo>
                  <a:lnTo>
                    <a:pt x="830" y="830"/>
                  </a:lnTo>
                  <a:lnTo>
                    <a:pt x="830" y="830"/>
                  </a:lnTo>
                  <a:lnTo>
                    <a:pt x="830" y="832"/>
                  </a:lnTo>
                  <a:lnTo>
                    <a:pt x="832" y="832"/>
                  </a:lnTo>
                  <a:lnTo>
                    <a:pt x="832" y="834"/>
                  </a:lnTo>
                  <a:lnTo>
                    <a:pt x="832" y="834"/>
                  </a:lnTo>
                  <a:lnTo>
                    <a:pt x="832" y="836"/>
                  </a:lnTo>
                  <a:lnTo>
                    <a:pt x="832" y="836"/>
                  </a:lnTo>
                  <a:lnTo>
                    <a:pt x="832" y="836"/>
                  </a:lnTo>
                  <a:lnTo>
                    <a:pt x="832" y="836"/>
                  </a:lnTo>
                  <a:lnTo>
                    <a:pt x="832" y="840"/>
                  </a:lnTo>
                  <a:lnTo>
                    <a:pt x="830" y="842"/>
                  </a:lnTo>
                  <a:lnTo>
                    <a:pt x="830" y="842"/>
                  </a:lnTo>
                  <a:lnTo>
                    <a:pt x="830" y="842"/>
                  </a:lnTo>
                  <a:lnTo>
                    <a:pt x="828" y="844"/>
                  </a:lnTo>
                  <a:lnTo>
                    <a:pt x="828" y="844"/>
                  </a:lnTo>
                  <a:lnTo>
                    <a:pt x="828" y="846"/>
                  </a:lnTo>
                  <a:lnTo>
                    <a:pt x="828" y="846"/>
                  </a:lnTo>
                  <a:lnTo>
                    <a:pt x="828" y="848"/>
                  </a:lnTo>
                  <a:lnTo>
                    <a:pt x="826" y="848"/>
                  </a:lnTo>
                  <a:lnTo>
                    <a:pt x="824" y="848"/>
                  </a:lnTo>
                  <a:lnTo>
                    <a:pt x="822" y="848"/>
                  </a:lnTo>
                  <a:lnTo>
                    <a:pt x="822" y="850"/>
                  </a:lnTo>
                  <a:lnTo>
                    <a:pt x="822" y="850"/>
                  </a:lnTo>
                  <a:lnTo>
                    <a:pt x="822" y="852"/>
                  </a:lnTo>
                  <a:lnTo>
                    <a:pt x="822" y="852"/>
                  </a:lnTo>
                  <a:lnTo>
                    <a:pt x="822" y="854"/>
                  </a:lnTo>
                  <a:lnTo>
                    <a:pt x="822" y="854"/>
                  </a:lnTo>
                  <a:lnTo>
                    <a:pt x="822" y="856"/>
                  </a:lnTo>
                  <a:lnTo>
                    <a:pt x="820" y="856"/>
                  </a:lnTo>
                  <a:lnTo>
                    <a:pt x="818" y="860"/>
                  </a:lnTo>
                  <a:lnTo>
                    <a:pt x="818" y="860"/>
                  </a:lnTo>
                  <a:lnTo>
                    <a:pt x="818" y="860"/>
                  </a:lnTo>
                  <a:lnTo>
                    <a:pt x="810" y="862"/>
                  </a:lnTo>
                  <a:lnTo>
                    <a:pt x="810" y="864"/>
                  </a:lnTo>
                  <a:lnTo>
                    <a:pt x="810" y="864"/>
                  </a:lnTo>
                  <a:lnTo>
                    <a:pt x="808" y="864"/>
                  </a:lnTo>
                  <a:lnTo>
                    <a:pt x="808" y="866"/>
                  </a:lnTo>
                  <a:lnTo>
                    <a:pt x="808" y="866"/>
                  </a:lnTo>
                  <a:lnTo>
                    <a:pt x="802" y="868"/>
                  </a:lnTo>
                  <a:lnTo>
                    <a:pt x="802" y="868"/>
                  </a:lnTo>
                  <a:lnTo>
                    <a:pt x="800" y="868"/>
                  </a:lnTo>
                  <a:lnTo>
                    <a:pt x="800" y="868"/>
                  </a:lnTo>
                  <a:lnTo>
                    <a:pt x="800" y="868"/>
                  </a:lnTo>
                  <a:lnTo>
                    <a:pt x="798" y="870"/>
                  </a:lnTo>
                  <a:lnTo>
                    <a:pt x="798" y="870"/>
                  </a:lnTo>
                  <a:lnTo>
                    <a:pt x="798" y="870"/>
                  </a:lnTo>
                  <a:lnTo>
                    <a:pt x="798" y="872"/>
                  </a:lnTo>
                  <a:lnTo>
                    <a:pt x="796" y="874"/>
                  </a:lnTo>
                  <a:lnTo>
                    <a:pt x="796" y="876"/>
                  </a:lnTo>
                  <a:lnTo>
                    <a:pt x="796" y="876"/>
                  </a:lnTo>
                  <a:lnTo>
                    <a:pt x="794" y="879"/>
                  </a:lnTo>
                  <a:lnTo>
                    <a:pt x="794" y="881"/>
                  </a:lnTo>
                  <a:lnTo>
                    <a:pt x="792" y="881"/>
                  </a:lnTo>
                  <a:lnTo>
                    <a:pt x="792" y="881"/>
                  </a:lnTo>
                  <a:lnTo>
                    <a:pt x="792" y="883"/>
                  </a:lnTo>
                  <a:lnTo>
                    <a:pt x="792" y="883"/>
                  </a:lnTo>
                  <a:lnTo>
                    <a:pt x="792" y="885"/>
                  </a:lnTo>
                  <a:lnTo>
                    <a:pt x="792" y="885"/>
                  </a:lnTo>
                  <a:lnTo>
                    <a:pt x="792" y="885"/>
                  </a:lnTo>
                  <a:lnTo>
                    <a:pt x="792" y="887"/>
                  </a:lnTo>
                  <a:lnTo>
                    <a:pt x="792" y="887"/>
                  </a:lnTo>
                  <a:lnTo>
                    <a:pt x="791" y="887"/>
                  </a:lnTo>
                  <a:lnTo>
                    <a:pt x="787" y="887"/>
                  </a:lnTo>
                  <a:lnTo>
                    <a:pt x="783" y="887"/>
                  </a:lnTo>
                  <a:lnTo>
                    <a:pt x="783" y="887"/>
                  </a:lnTo>
                  <a:lnTo>
                    <a:pt x="781" y="889"/>
                  </a:lnTo>
                  <a:lnTo>
                    <a:pt x="781" y="891"/>
                  </a:lnTo>
                  <a:lnTo>
                    <a:pt x="781" y="893"/>
                  </a:lnTo>
                  <a:lnTo>
                    <a:pt x="779" y="895"/>
                  </a:lnTo>
                  <a:lnTo>
                    <a:pt x="779" y="895"/>
                  </a:lnTo>
                  <a:lnTo>
                    <a:pt x="777" y="895"/>
                  </a:lnTo>
                  <a:lnTo>
                    <a:pt x="775" y="897"/>
                  </a:lnTo>
                  <a:lnTo>
                    <a:pt x="775" y="897"/>
                  </a:lnTo>
                  <a:lnTo>
                    <a:pt x="775" y="897"/>
                  </a:lnTo>
                  <a:lnTo>
                    <a:pt x="775" y="897"/>
                  </a:lnTo>
                  <a:lnTo>
                    <a:pt x="775" y="899"/>
                  </a:lnTo>
                  <a:lnTo>
                    <a:pt x="775" y="899"/>
                  </a:lnTo>
                  <a:lnTo>
                    <a:pt x="777" y="899"/>
                  </a:lnTo>
                  <a:lnTo>
                    <a:pt x="777" y="899"/>
                  </a:lnTo>
                  <a:lnTo>
                    <a:pt x="777" y="899"/>
                  </a:lnTo>
                  <a:lnTo>
                    <a:pt x="777" y="901"/>
                  </a:lnTo>
                  <a:lnTo>
                    <a:pt x="777" y="901"/>
                  </a:lnTo>
                  <a:lnTo>
                    <a:pt x="779" y="901"/>
                  </a:lnTo>
                  <a:lnTo>
                    <a:pt x="779" y="901"/>
                  </a:lnTo>
                  <a:lnTo>
                    <a:pt x="779" y="903"/>
                  </a:lnTo>
                  <a:lnTo>
                    <a:pt x="779" y="905"/>
                  </a:lnTo>
                  <a:lnTo>
                    <a:pt x="777" y="907"/>
                  </a:lnTo>
                  <a:lnTo>
                    <a:pt x="777" y="907"/>
                  </a:lnTo>
                  <a:lnTo>
                    <a:pt x="777" y="907"/>
                  </a:lnTo>
                  <a:lnTo>
                    <a:pt x="777" y="909"/>
                  </a:lnTo>
                  <a:lnTo>
                    <a:pt x="775" y="911"/>
                  </a:lnTo>
                  <a:lnTo>
                    <a:pt x="775" y="911"/>
                  </a:lnTo>
                  <a:lnTo>
                    <a:pt x="773" y="911"/>
                  </a:lnTo>
                  <a:lnTo>
                    <a:pt x="773" y="913"/>
                  </a:lnTo>
                  <a:lnTo>
                    <a:pt x="773" y="913"/>
                  </a:lnTo>
                  <a:lnTo>
                    <a:pt x="773" y="913"/>
                  </a:lnTo>
                  <a:lnTo>
                    <a:pt x="773" y="913"/>
                  </a:lnTo>
                  <a:lnTo>
                    <a:pt x="773" y="915"/>
                  </a:lnTo>
                  <a:lnTo>
                    <a:pt x="773" y="915"/>
                  </a:lnTo>
                  <a:lnTo>
                    <a:pt x="773" y="915"/>
                  </a:lnTo>
                  <a:lnTo>
                    <a:pt x="773" y="917"/>
                  </a:lnTo>
                  <a:lnTo>
                    <a:pt x="771" y="917"/>
                  </a:lnTo>
                  <a:lnTo>
                    <a:pt x="771" y="917"/>
                  </a:lnTo>
                  <a:lnTo>
                    <a:pt x="771" y="917"/>
                  </a:lnTo>
                  <a:lnTo>
                    <a:pt x="769" y="917"/>
                  </a:lnTo>
                  <a:lnTo>
                    <a:pt x="769" y="917"/>
                  </a:lnTo>
                  <a:lnTo>
                    <a:pt x="767" y="917"/>
                  </a:lnTo>
                  <a:lnTo>
                    <a:pt x="767" y="917"/>
                  </a:lnTo>
                  <a:lnTo>
                    <a:pt x="767" y="917"/>
                  </a:lnTo>
                  <a:lnTo>
                    <a:pt x="767" y="917"/>
                  </a:lnTo>
                  <a:lnTo>
                    <a:pt x="767" y="917"/>
                  </a:lnTo>
                  <a:lnTo>
                    <a:pt x="765" y="917"/>
                  </a:lnTo>
                  <a:lnTo>
                    <a:pt x="765" y="917"/>
                  </a:lnTo>
                  <a:lnTo>
                    <a:pt x="765" y="917"/>
                  </a:lnTo>
                  <a:lnTo>
                    <a:pt x="765" y="917"/>
                  </a:lnTo>
                  <a:lnTo>
                    <a:pt x="765" y="919"/>
                  </a:lnTo>
                  <a:lnTo>
                    <a:pt x="765" y="919"/>
                  </a:lnTo>
                  <a:lnTo>
                    <a:pt x="765" y="919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7" y="923"/>
                  </a:lnTo>
                  <a:lnTo>
                    <a:pt x="767" y="923"/>
                  </a:lnTo>
                  <a:lnTo>
                    <a:pt x="767" y="925"/>
                  </a:lnTo>
                  <a:lnTo>
                    <a:pt x="767" y="925"/>
                  </a:lnTo>
                  <a:lnTo>
                    <a:pt x="767" y="925"/>
                  </a:lnTo>
                  <a:lnTo>
                    <a:pt x="767" y="925"/>
                  </a:lnTo>
                  <a:lnTo>
                    <a:pt x="769" y="925"/>
                  </a:lnTo>
                  <a:lnTo>
                    <a:pt x="767" y="927"/>
                  </a:lnTo>
                  <a:lnTo>
                    <a:pt x="767" y="927"/>
                  </a:lnTo>
                  <a:lnTo>
                    <a:pt x="767" y="927"/>
                  </a:lnTo>
                  <a:lnTo>
                    <a:pt x="767" y="927"/>
                  </a:lnTo>
                  <a:lnTo>
                    <a:pt x="767" y="929"/>
                  </a:lnTo>
                  <a:lnTo>
                    <a:pt x="767" y="929"/>
                  </a:lnTo>
                  <a:lnTo>
                    <a:pt x="765" y="932"/>
                  </a:lnTo>
                  <a:lnTo>
                    <a:pt x="765" y="932"/>
                  </a:lnTo>
                  <a:lnTo>
                    <a:pt x="765" y="934"/>
                  </a:lnTo>
                  <a:lnTo>
                    <a:pt x="765" y="934"/>
                  </a:lnTo>
                  <a:lnTo>
                    <a:pt x="765" y="934"/>
                  </a:lnTo>
                  <a:lnTo>
                    <a:pt x="765" y="934"/>
                  </a:lnTo>
                  <a:lnTo>
                    <a:pt x="767" y="934"/>
                  </a:lnTo>
                  <a:lnTo>
                    <a:pt x="767" y="936"/>
                  </a:lnTo>
                  <a:lnTo>
                    <a:pt x="767" y="936"/>
                  </a:lnTo>
                  <a:lnTo>
                    <a:pt x="767" y="936"/>
                  </a:lnTo>
                  <a:lnTo>
                    <a:pt x="767" y="938"/>
                  </a:lnTo>
                  <a:lnTo>
                    <a:pt x="767" y="938"/>
                  </a:lnTo>
                  <a:lnTo>
                    <a:pt x="769" y="940"/>
                  </a:lnTo>
                  <a:lnTo>
                    <a:pt x="771" y="940"/>
                  </a:lnTo>
                  <a:lnTo>
                    <a:pt x="773" y="942"/>
                  </a:lnTo>
                  <a:lnTo>
                    <a:pt x="773" y="942"/>
                  </a:lnTo>
                  <a:lnTo>
                    <a:pt x="773" y="942"/>
                  </a:lnTo>
                  <a:lnTo>
                    <a:pt x="773" y="942"/>
                  </a:lnTo>
                  <a:lnTo>
                    <a:pt x="773" y="944"/>
                  </a:lnTo>
                  <a:lnTo>
                    <a:pt x="773" y="944"/>
                  </a:lnTo>
                  <a:lnTo>
                    <a:pt x="773" y="944"/>
                  </a:lnTo>
                  <a:lnTo>
                    <a:pt x="773" y="946"/>
                  </a:lnTo>
                  <a:lnTo>
                    <a:pt x="773" y="946"/>
                  </a:lnTo>
                  <a:lnTo>
                    <a:pt x="773" y="946"/>
                  </a:lnTo>
                  <a:lnTo>
                    <a:pt x="773" y="946"/>
                  </a:lnTo>
                  <a:lnTo>
                    <a:pt x="773" y="946"/>
                  </a:lnTo>
                  <a:lnTo>
                    <a:pt x="773" y="948"/>
                  </a:lnTo>
                  <a:lnTo>
                    <a:pt x="773" y="948"/>
                  </a:lnTo>
                  <a:lnTo>
                    <a:pt x="773" y="950"/>
                  </a:lnTo>
                  <a:lnTo>
                    <a:pt x="773" y="950"/>
                  </a:lnTo>
                  <a:lnTo>
                    <a:pt x="771" y="950"/>
                  </a:lnTo>
                  <a:lnTo>
                    <a:pt x="771" y="950"/>
                  </a:lnTo>
                  <a:lnTo>
                    <a:pt x="771" y="950"/>
                  </a:lnTo>
                  <a:lnTo>
                    <a:pt x="771" y="950"/>
                  </a:lnTo>
                  <a:lnTo>
                    <a:pt x="769" y="950"/>
                  </a:lnTo>
                  <a:lnTo>
                    <a:pt x="769" y="950"/>
                  </a:lnTo>
                  <a:lnTo>
                    <a:pt x="769" y="950"/>
                  </a:lnTo>
                  <a:lnTo>
                    <a:pt x="769" y="950"/>
                  </a:lnTo>
                  <a:lnTo>
                    <a:pt x="767" y="950"/>
                  </a:lnTo>
                  <a:lnTo>
                    <a:pt x="767" y="952"/>
                  </a:lnTo>
                  <a:lnTo>
                    <a:pt x="767" y="952"/>
                  </a:lnTo>
                  <a:lnTo>
                    <a:pt x="767" y="954"/>
                  </a:lnTo>
                  <a:lnTo>
                    <a:pt x="767" y="954"/>
                  </a:lnTo>
                  <a:lnTo>
                    <a:pt x="765" y="954"/>
                  </a:lnTo>
                  <a:lnTo>
                    <a:pt x="765" y="956"/>
                  </a:lnTo>
                  <a:lnTo>
                    <a:pt x="763" y="956"/>
                  </a:lnTo>
                  <a:lnTo>
                    <a:pt x="763" y="954"/>
                  </a:lnTo>
                  <a:lnTo>
                    <a:pt x="763" y="954"/>
                  </a:lnTo>
                  <a:lnTo>
                    <a:pt x="763" y="954"/>
                  </a:lnTo>
                  <a:lnTo>
                    <a:pt x="761" y="952"/>
                  </a:lnTo>
                  <a:lnTo>
                    <a:pt x="761" y="952"/>
                  </a:lnTo>
                  <a:lnTo>
                    <a:pt x="761" y="950"/>
                  </a:lnTo>
                  <a:lnTo>
                    <a:pt x="761" y="950"/>
                  </a:lnTo>
                  <a:lnTo>
                    <a:pt x="759" y="950"/>
                  </a:lnTo>
                  <a:lnTo>
                    <a:pt x="749" y="946"/>
                  </a:lnTo>
                  <a:lnTo>
                    <a:pt x="749" y="944"/>
                  </a:lnTo>
                  <a:lnTo>
                    <a:pt x="749" y="944"/>
                  </a:lnTo>
                  <a:lnTo>
                    <a:pt x="749" y="944"/>
                  </a:lnTo>
                  <a:lnTo>
                    <a:pt x="749" y="944"/>
                  </a:lnTo>
                  <a:lnTo>
                    <a:pt x="749" y="942"/>
                  </a:lnTo>
                  <a:lnTo>
                    <a:pt x="749" y="942"/>
                  </a:lnTo>
                  <a:lnTo>
                    <a:pt x="747" y="942"/>
                  </a:lnTo>
                  <a:lnTo>
                    <a:pt x="747" y="940"/>
                  </a:lnTo>
                  <a:lnTo>
                    <a:pt x="747" y="940"/>
                  </a:lnTo>
                  <a:lnTo>
                    <a:pt x="747" y="940"/>
                  </a:lnTo>
                  <a:lnTo>
                    <a:pt x="745" y="938"/>
                  </a:lnTo>
                  <a:lnTo>
                    <a:pt x="745" y="936"/>
                  </a:lnTo>
                  <a:lnTo>
                    <a:pt x="745" y="936"/>
                  </a:lnTo>
                  <a:lnTo>
                    <a:pt x="745" y="936"/>
                  </a:lnTo>
                  <a:lnTo>
                    <a:pt x="745" y="934"/>
                  </a:lnTo>
                  <a:lnTo>
                    <a:pt x="745" y="934"/>
                  </a:lnTo>
                  <a:lnTo>
                    <a:pt x="745" y="934"/>
                  </a:lnTo>
                  <a:lnTo>
                    <a:pt x="745" y="934"/>
                  </a:lnTo>
                  <a:lnTo>
                    <a:pt x="745" y="932"/>
                  </a:lnTo>
                  <a:lnTo>
                    <a:pt x="745" y="932"/>
                  </a:lnTo>
                  <a:lnTo>
                    <a:pt x="745" y="932"/>
                  </a:lnTo>
                  <a:lnTo>
                    <a:pt x="745" y="931"/>
                  </a:lnTo>
                  <a:lnTo>
                    <a:pt x="745" y="931"/>
                  </a:lnTo>
                  <a:lnTo>
                    <a:pt x="745" y="931"/>
                  </a:lnTo>
                  <a:lnTo>
                    <a:pt x="743" y="929"/>
                  </a:lnTo>
                  <a:lnTo>
                    <a:pt x="743" y="929"/>
                  </a:lnTo>
                  <a:lnTo>
                    <a:pt x="742" y="929"/>
                  </a:lnTo>
                  <a:lnTo>
                    <a:pt x="742" y="929"/>
                  </a:lnTo>
                  <a:lnTo>
                    <a:pt x="742" y="929"/>
                  </a:lnTo>
                  <a:lnTo>
                    <a:pt x="742" y="927"/>
                  </a:lnTo>
                  <a:lnTo>
                    <a:pt x="742" y="925"/>
                  </a:lnTo>
                  <a:lnTo>
                    <a:pt x="742" y="925"/>
                  </a:lnTo>
                  <a:lnTo>
                    <a:pt x="742" y="925"/>
                  </a:lnTo>
                  <a:lnTo>
                    <a:pt x="742" y="925"/>
                  </a:lnTo>
                  <a:lnTo>
                    <a:pt x="740" y="923"/>
                  </a:lnTo>
                  <a:lnTo>
                    <a:pt x="740" y="923"/>
                  </a:lnTo>
                  <a:lnTo>
                    <a:pt x="736" y="921"/>
                  </a:lnTo>
                  <a:lnTo>
                    <a:pt x="736" y="921"/>
                  </a:lnTo>
                  <a:lnTo>
                    <a:pt x="736" y="919"/>
                  </a:lnTo>
                  <a:lnTo>
                    <a:pt x="734" y="919"/>
                  </a:lnTo>
                  <a:lnTo>
                    <a:pt x="734" y="917"/>
                  </a:lnTo>
                  <a:lnTo>
                    <a:pt x="734" y="917"/>
                  </a:lnTo>
                  <a:lnTo>
                    <a:pt x="734" y="917"/>
                  </a:lnTo>
                  <a:lnTo>
                    <a:pt x="734" y="915"/>
                  </a:lnTo>
                  <a:lnTo>
                    <a:pt x="732" y="915"/>
                  </a:lnTo>
                  <a:lnTo>
                    <a:pt x="732" y="913"/>
                  </a:lnTo>
                  <a:lnTo>
                    <a:pt x="732" y="913"/>
                  </a:lnTo>
                  <a:lnTo>
                    <a:pt x="732" y="913"/>
                  </a:lnTo>
                  <a:lnTo>
                    <a:pt x="732" y="913"/>
                  </a:lnTo>
                  <a:lnTo>
                    <a:pt x="732" y="911"/>
                  </a:lnTo>
                  <a:lnTo>
                    <a:pt x="732" y="909"/>
                  </a:lnTo>
                  <a:lnTo>
                    <a:pt x="732" y="907"/>
                  </a:lnTo>
                  <a:lnTo>
                    <a:pt x="732" y="905"/>
                  </a:lnTo>
                  <a:lnTo>
                    <a:pt x="732" y="905"/>
                  </a:lnTo>
                  <a:lnTo>
                    <a:pt x="732" y="905"/>
                  </a:lnTo>
                  <a:lnTo>
                    <a:pt x="732" y="903"/>
                  </a:lnTo>
                  <a:lnTo>
                    <a:pt x="730" y="903"/>
                  </a:lnTo>
                  <a:lnTo>
                    <a:pt x="730" y="903"/>
                  </a:lnTo>
                  <a:lnTo>
                    <a:pt x="730" y="903"/>
                  </a:lnTo>
                  <a:lnTo>
                    <a:pt x="722" y="905"/>
                  </a:lnTo>
                  <a:lnTo>
                    <a:pt x="720" y="905"/>
                  </a:lnTo>
                  <a:lnTo>
                    <a:pt x="720" y="905"/>
                  </a:lnTo>
                  <a:lnTo>
                    <a:pt x="720" y="905"/>
                  </a:lnTo>
                  <a:lnTo>
                    <a:pt x="716" y="905"/>
                  </a:lnTo>
                  <a:lnTo>
                    <a:pt x="716" y="903"/>
                  </a:lnTo>
                  <a:lnTo>
                    <a:pt x="712" y="907"/>
                  </a:lnTo>
                  <a:lnTo>
                    <a:pt x="712" y="907"/>
                  </a:lnTo>
                  <a:lnTo>
                    <a:pt x="712" y="909"/>
                  </a:lnTo>
                  <a:lnTo>
                    <a:pt x="712" y="909"/>
                  </a:lnTo>
                  <a:lnTo>
                    <a:pt x="712" y="909"/>
                  </a:lnTo>
                  <a:lnTo>
                    <a:pt x="712" y="911"/>
                  </a:lnTo>
                  <a:lnTo>
                    <a:pt x="712" y="911"/>
                  </a:lnTo>
                  <a:lnTo>
                    <a:pt x="712" y="911"/>
                  </a:lnTo>
                  <a:lnTo>
                    <a:pt x="710" y="915"/>
                  </a:lnTo>
                  <a:lnTo>
                    <a:pt x="710" y="915"/>
                  </a:lnTo>
                  <a:lnTo>
                    <a:pt x="710" y="915"/>
                  </a:lnTo>
                  <a:lnTo>
                    <a:pt x="708" y="915"/>
                  </a:lnTo>
                  <a:lnTo>
                    <a:pt x="708" y="917"/>
                  </a:lnTo>
                  <a:lnTo>
                    <a:pt x="708" y="917"/>
                  </a:lnTo>
                  <a:lnTo>
                    <a:pt x="708" y="917"/>
                  </a:lnTo>
                  <a:lnTo>
                    <a:pt x="708" y="917"/>
                  </a:lnTo>
                  <a:lnTo>
                    <a:pt x="708" y="919"/>
                  </a:lnTo>
                  <a:lnTo>
                    <a:pt x="708" y="919"/>
                  </a:lnTo>
                  <a:lnTo>
                    <a:pt x="708" y="919"/>
                  </a:lnTo>
                  <a:lnTo>
                    <a:pt x="706" y="921"/>
                  </a:lnTo>
                  <a:lnTo>
                    <a:pt x="706" y="923"/>
                  </a:lnTo>
                  <a:lnTo>
                    <a:pt x="706" y="923"/>
                  </a:lnTo>
                  <a:lnTo>
                    <a:pt x="706" y="925"/>
                  </a:lnTo>
                  <a:lnTo>
                    <a:pt x="706" y="927"/>
                  </a:lnTo>
                  <a:lnTo>
                    <a:pt x="706" y="927"/>
                  </a:lnTo>
                  <a:lnTo>
                    <a:pt x="706" y="927"/>
                  </a:lnTo>
                  <a:lnTo>
                    <a:pt x="706" y="927"/>
                  </a:lnTo>
                  <a:lnTo>
                    <a:pt x="704" y="929"/>
                  </a:lnTo>
                  <a:lnTo>
                    <a:pt x="704" y="929"/>
                  </a:lnTo>
                  <a:lnTo>
                    <a:pt x="700" y="929"/>
                  </a:lnTo>
                  <a:lnTo>
                    <a:pt x="700" y="929"/>
                  </a:lnTo>
                  <a:lnTo>
                    <a:pt x="698" y="931"/>
                  </a:lnTo>
                  <a:lnTo>
                    <a:pt x="696" y="931"/>
                  </a:lnTo>
                  <a:lnTo>
                    <a:pt x="696" y="931"/>
                  </a:lnTo>
                  <a:lnTo>
                    <a:pt x="694" y="932"/>
                  </a:lnTo>
                  <a:lnTo>
                    <a:pt x="694" y="932"/>
                  </a:lnTo>
                  <a:lnTo>
                    <a:pt x="692" y="931"/>
                  </a:lnTo>
                  <a:lnTo>
                    <a:pt x="692" y="931"/>
                  </a:lnTo>
                  <a:lnTo>
                    <a:pt x="692" y="931"/>
                  </a:lnTo>
                  <a:lnTo>
                    <a:pt x="691" y="931"/>
                  </a:lnTo>
                  <a:lnTo>
                    <a:pt x="691" y="931"/>
                  </a:lnTo>
                  <a:lnTo>
                    <a:pt x="687" y="934"/>
                  </a:lnTo>
                  <a:lnTo>
                    <a:pt x="687" y="934"/>
                  </a:lnTo>
                  <a:lnTo>
                    <a:pt x="687" y="934"/>
                  </a:lnTo>
                  <a:lnTo>
                    <a:pt x="683" y="936"/>
                  </a:lnTo>
                  <a:lnTo>
                    <a:pt x="683" y="936"/>
                  </a:lnTo>
                  <a:lnTo>
                    <a:pt x="681" y="934"/>
                  </a:lnTo>
                  <a:lnTo>
                    <a:pt x="679" y="934"/>
                  </a:lnTo>
                  <a:lnTo>
                    <a:pt x="679" y="932"/>
                  </a:lnTo>
                  <a:lnTo>
                    <a:pt x="679" y="932"/>
                  </a:lnTo>
                  <a:lnTo>
                    <a:pt x="677" y="932"/>
                  </a:lnTo>
                  <a:lnTo>
                    <a:pt x="677" y="932"/>
                  </a:lnTo>
                  <a:lnTo>
                    <a:pt x="677" y="931"/>
                  </a:lnTo>
                  <a:lnTo>
                    <a:pt x="677" y="931"/>
                  </a:lnTo>
                  <a:lnTo>
                    <a:pt x="677" y="931"/>
                  </a:lnTo>
                  <a:lnTo>
                    <a:pt x="677" y="931"/>
                  </a:lnTo>
                  <a:lnTo>
                    <a:pt x="675" y="931"/>
                  </a:lnTo>
                  <a:lnTo>
                    <a:pt x="673" y="932"/>
                  </a:lnTo>
                  <a:lnTo>
                    <a:pt x="671" y="932"/>
                  </a:lnTo>
                  <a:lnTo>
                    <a:pt x="667" y="931"/>
                  </a:lnTo>
                  <a:lnTo>
                    <a:pt x="643" y="931"/>
                  </a:lnTo>
                  <a:lnTo>
                    <a:pt x="641" y="931"/>
                  </a:lnTo>
                  <a:lnTo>
                    <a:pt x="622" y="987"/>
                  </a:lnTo>
                  <a:lnTo>
                    <a:pt x="620" y="993"/>
                  </a:lnTo>
                  <a:lnTo>
                    <a:pt x="620" y="993"/>
                  </a:lnTo>
                  <a:lnTo>
                    <a:pt x="620" y="995"/>
                  </a:lnTo>
                  <a:lnTo>
                    <a:pt x="620" y="995"/>
                  </a:lnTo>
                  <a:lnTo>
                    <a:pt x="622" y="995"/>
                  </a:lnTo>
                  <a:lnTo>
                    <a:pt x="622" y="995"/>
                  </a:lnTo>
                  <a:lnTo>
                    <a:pt x="622" y="995"/>
                  </a:lnTo>
                  <a:lnTo>
                    <a:pt x="622" y="997"/>
                  </a:lnTo>
                  <a:lnTo>
                    <a:pt x="624" y="997"/>
                  </a:lnTo>
                  <a:lnTo>
                    <a:pt x="624" y="997"/>
                  </a:lnTo>
                  <a:lnTo>
                    <a:pt x="624" y="999"/>
                  </a:lnTo>
                  <a:lnTo>
                    <a:pt x="626" y="999"/>
                  </a:lnTo>
                  <a:lnTo>
                    <a:pt x="626" y="999"/>
                  </a:lnTo>
                  <a:lnTo>
                    <a:pt x="626" y="999"/>
                  </a:lnTo>
                  <a:lnTo>
                    <a:pt x="626" y="1001"/>
                  </a:lnTo>
                  <a:lnTo>
                    <a:pt x="632" y="999"/>
                  </a:lnTo>
                  <a:lnTo>
                    <a:pt x="632" y="1001"/>
                  </a:lnTo>
                  <a:lnTo>
                    <a:pt x="632" y="1001"/>
                  </a:lnTo>
                  <a:lnTo>
                    <a:pt x="632" y="1001"/>
                  </a:lnTo>
                  <a:lnTo>
                    <a:pt x="632" y="1001"/>
                  </a:lnTo>
                  <a:lnTo>
                    <a:pt x="632" y="1003"/>
                  </a:lnTo>
                  <a:lnTo>
                    <a:pt x="630" y="1003"/>
                  </a:lnTo>
                  <a:lnTo>
                    <a:pt x="630" y="1003"/>
                  </a:lnTo>
                  <a:lnTo>
                    <a:pt x="626" y="1005"/>
                  </a:lnTo>
                  <a:lnTo>
                    <a:pt x="626" y="1005"/>
                  </a:lnTo>
                  <a:lnTo>
                    <a:pt x="626" y="1005"/>
                  </a:lnTo>
                  <a:lnTo>
                    <a:pt x="626" y="1007"/>
                  </a:lnTo>
                  <a:lnTo>
                    <a:pt x="626" y="1007"/>
                  </a:lnTo>
                  <a:lnTo>
                    <a:pt x="626" y="1011"/>
                  </a:lnTo>
                  <a:lnTo>
                    <a:pt x="626" y="1011"/>
                  </a:lnTo>
                  <a:lnTo>
                    <a:pt x="626" y="1013"/>
                  </a:lnTo>
                  <a:lnTo>
                    <a:pt x="626" y="1013"/>
                  </a:lnTo>
                  <a:lnTo>
                    <a:pt x="628" y="1013"/>
                  </a:lnTo>
                  <a:lnTo>
                    <a:pt x="630" y="1013"/>
                  </a:lnTo>
                  <a:lnTo>
                    <a:pt x="630" y="1013"/>
                  </a:lnTo>
                  <a:lnTo>
                    <a:pt x="630" y="1013"/>
                  </a:lnTo>
                  <a:lnTo>
                    <a:pt x="632" y="1013"/>
                  </a:lnTo>
                  <a:lnTo>
                    <a:pt x="634" y="1013"/>
                  </a:lnTo>
                  <a:lnTo>
                    <a:pt x="636" y="1013"/>
                  </a:lnTo>
                  <a:lnTo>
                    <a:pt x="636" y="1013"/>
                  </a:lnTo>
                  <a:lnTo>
                    <a:pt x="640" y="1013"/>
                  </a:lnTo>
                  <a:lnTo>
                    <a:pt x="640" y="1013"/>
                  </a:lnTo>
                  <a:lnTo>
                    <a:pt x="640" y="1015"/>
                  </a:lnTo>
                  <a:lnTo>
                    <a:pt x="640" y="1015"/>
                  </a:lnTo>
                  <a:lnTo>
                    <a:pt x="640" y="1015"/>
                  </a:lnTo>
                  <a:lnTo>
                    <a:pt x="638" y="1019"/>
                  </a:lnTo>
                  <a:lnTo>
                    <a:pt x="638" y="1019"/>
                  </a:lnTo>
                  <a:lnTo>
                    <a:pt x="638" y="1019"/>
                  </a:lnTo>
                  <a:lnTo>
                    <a:pt x="638" y="1019"/>
                  </a:lnTo>
                  <a:lnTo>
                    <a:pt x="638" y="1021"/>
                  </a:lnTo>
                  <a:lnTo>
                    <a:pt x="640" y="1021"/>
                  </a:lnTo>
                  <a:lnTo>
                    <a:pt x="640" y="1021"/>
                  </a:lnTo>
                  <a:lnTo>
                    <a:pt x="640" y="1021"/>
                  </a:lnTo>
                  <a:lnTo>
                    <a:pt x="640" y="1023"/>
                  </a:lnTo>
                  <a:lnTo>
                    <a:pt x="640" y="1023"/>
                  </a:lnTo>
                  <a:lnTo>
                    <a:pt x="640" y="1023"/>
                  </a:lnTo>
                  <a:lnTo>
                    <a:pt x="640" y="1023"/>
                  </a:lnTo>
                  <a:lnTo>
                    <a:pt x="640" y="1023"/>
                  </a:lnTo>
                  <a:lnTo>
                    <a:pt x="640" y="1025"/>
                  </a:lnTo>
                  <a:lnTo>
                    <a:pt x="640" y="1025"/>
                  </a:lnTo>
                  <a:lnTo>
                    <a:pt x="640" y="1025"/>
                  </a:lnTo>
                  <a:lnTo>
                    <a:pt x="640" y="1027"/>
                  </a:lnTo>
                  <a:lnTo>
                    <a:pt x="640" y="1027"/>
                  </a:lnTo>
                  <a:lnTo>
                    <a:pt x="640" y="1027"/>
                  </a:lnTo>
                  <a:lnTo>
                    <a:pt x="640" y="1027"/>
                  </a:lnTo>
                  <a:lnTo>
                    <a:pt x="640" y="1029"/>
                  </a:lnTo>
                  <a:lnTo>
                    <a:pt x="640" y="1029"/>
                  </a:lnTo>
                  <a:lnTo>
                    <a:pt x="640" y="1029"/>
                  </a:lnTo>
                  <a:lnTo>
                    <a:pt x="640" y="1029"/>
                  </a:lnTo>
                  <a:lnTo>
                    <a:pt x="640" y="1031"/>
                  </a:lnTo>
                  <a:lnTo>
                    <a:pt x="640" y="1033"/>
                  </a:lnTo>
                  <a:lnTo>
                    <a:pt x="640" y="1033"/>
                  </a:lnTo>
                  <a:lnTo>
                    <a:pt x="643" y="1031"/>
                  </a:lnTo>
                  <a:lnTo>
                    <a:pt x="643" y="1033"/>
                  </a:lnTo>
                  <a:lnTo>
                    <a:pt x="645" y="1033"/>
                  </a:lnTo>
                  <a:lnTo>
                    <a:pt x="645" y="1035"/>
                  </a:lnTo>
                  <a:lnTo>
                    <a:pt x="645" y="1042"/>
                  </a:lnTo>
                  <a:lnTo>
                    <a:pt x="645" y="1042"/>
                  </a:lnTo>
                  <a:lnTo>
                    <a:pt x="645" y="1044"/>
                  </a:lnTo>
                  <a:lnTo>
                    <a:pt x="643" y="1044"/>
                  </a:lnTo>
                  <a:lnTo>
                    <a:pt x="634" y="1046"/>
                  </a:lnTo>
                  <a:lnTo>
                    <a:pt x="632" y="1046"/>
                  </a:lnTo>
                  <a:lnTo>
                    <a:pt x="632" y="1046"/>
                  </a:lnTo>
                  <a:lnTo>
                    <a:pt x="632" y="1048"/>
                  </a:lnTo>
                  <a:lnTo>
                    <a:pt x="632" y="1050"/>
                  </a:lnTo>
                  <a:lnTo>
                    <a:pt x="632" y="1052"/>
                  </a:lnTo>
                  <a:lnTo>
                    <a:pt x="632" y="1054"/>
                  </a:lnTo>
                  <a:lnTo>
                    <a:pt x="634" y="1054"/>
                  </a:lnTo>
                  <a:lnTo>
                    <a:pt x="634" y="1054"/>
                  </a:lnTo>
                  <a:lnTo>
                    <a:pt x="634" y="1056"/>
                  </a:lnTo>
                  <a:lnTo>
                    <a:pt x="634" y="1060"/>
                  </a:lnTo>
                  <a:lnTo>
                    <a:pt x="634" y="1060"/>
                  </a:lnTo>
                  <a:lnTo>
                    <a:pt x="634" y="1062"/>
                  </a:lnTo>
                  <a:lnTo>
                    <a:pt x="630" y="1062"/>
                  </a:lnTo>
                  <a:lnTo>
                    <a:pt x="630" y="1062"/>
                  </a:lnTo>
                  <a:lnTo>
                    <a:pt x="630" y="1062"/>
                  </a:lnTo>
                  <a:lnTo>
                    <a:pt x="628" y="1066"/>
                  </a:lnTo>
                  <a:lnTo>
                    <a:pt x="628" y="1066"/>
                  </a:lnTo>
                  <a:lnTo>
                    <a:pt x="628" y="1068"/>
                  </a:lnTo>
                  <a:lnTo>
                    <a:pt x="628" y="1068"/>
                  </a:lnTo>
                  <a:lnTo>
                    <a:pt x="628" y="1070"/>
                  </a:lnTo>
                  <a:lnTo>
                    <a:pt x="626" y="1070"/>
                  </a:lnTo>
                  <a:lnTo>
                    <a:pt x="624" y="1072"/>
                  </a:lnTo>
                  <a:lnTo>
                    <a:pt x="624" y="1074"/>
                  </a:lnTo>
                  <a:lnTo>
                    <a:pt x="624" y="1072"/>
                  </a:lnTo>
                  <a:lnTo>
                    <a:pt x="622" y="1072"/>
                  </a:lnTo>
                  <a:lnTo>
                    <a:pt x="622" y="1072"/>
                  </a:lnTo>
                  <a:lnTo>
                    <a:pt x="620" y="1072"/>
                  </a:lnTo>
                  <a:lnTo>
                    <a:pt x="620" y="1072"/>
                  </a:lnTo>
                  <a:lnTo>
                    <a:pt x="620" y="1070"/>
                  </a:lnTo>
                  <a:lnTo>
                    <a:pt x="620" y="1070"/>
                  </a:lnTo>
                  <a:lnTo>
                    <a:pt x="620" y="1070"/>
                  </a:lnTo>
                  <a:lnTo>
                    <a:pt x="616" y="1070"/>
                  </a:lnTo>
                  <a:lnTo>
                    <a:pt x="614" y="1070"/>
                  </a:lnTo>
                  <a:lnTo>
                    <a:pt x="614" y="1070"/>
                  </a:lnTo>
                  <a:lnTo>
                    <a:pt x="612" y="1072"/>
                  </a:lnTo>
                  <a:lnTo>
                    <a:pt x="612" y="1074"/>
                  </a:lnTo>
                  <a:lnTo>
                    <a:pt x="610" y="1076"/>
                  </a:lnTo>
                  <a:lnTo>
                    <a:pt x="610" y="1076"/>
                  </a:lnTo>
                  <a:lnTo>
                    <a:pt x="608" y="1076"/>
                  </a:lnTo>
                  <a:lnTo>
                    <a:pt x="608" y="1076"/>
                  </a:lnTo>
                  <a:lnTo>
                    <a:pt x="608" y="1078"/>
                  </a:lnTo>
                  <a:lnTo>
                    <a:pt x="608" y="1078"/>
                  </a:lnTo>
                  <a:lnTo>
                    <a:pt x="608" y="1086"/>
                  </a:lnTo>
                  <a:lnTo>
                    <a:pt x="608" y="1088"/>
                  </a:lnTo>
                  <a:lnTo>
                    <a:pt x="608" y="1090"/>
                  </a:lnTo>
                  <a:lnTo>
                    <a:pt x="606" y="1090"/>
                  </a:lnTo>
                  <a:lnTo>
                    <a:pt x="604" y="1092"/>
                  </a:lnTo>
                  <a:lnTo>
                    <a:pt x="604" y="1092"/>
                  </a:lnTo>
                  <a:lnTo>
                    <a:pt x="602" y="1092"/>
                  </a:lnTo>
                  <a:lnTo>
                    <a:pt x="602" y="1093"/>
                  </a:lnTo>
                  <a:lnTo>
                    <a:pt x="602" y="1095"/>
                  </a:lnTo>
                  <a:lnTo>
                    <a:pt x="600" y="1095"/>
                  </a:lnTo>
                  <a:lnTo>
                    <a:pt x="600" y="1095"/>
                  </a:lnTo>
                  <a:lnTo>
                    <a:pt x="600" y="1095"/>
                  </a:lnTo>
                  <a:lnTo>
                    <a:pt x="598" y="1097"/>
                  </a:lnTo>
                  <a:lnTo>
                    <a:pt x="598" y="1097"/>
                  </a:lnTo>
                  <a:lnTo>
                    <a:pt x="598" y="1097"/>
                  </a:lnTo>
                  <a:lnTo>
                    <a:pt x="598" y="1099"/>
                  </a:lnTo>
                  <a:lnTo>
                    <a:pt x="600" y="1099"/>
                  </a:lnTo>
                  <a:lnTo>
                    <a:pt x="600" y="1099"/>
                  </a:lnTo>
                  <a:lnTo>
                    <a:pt x="600" y="1099"/>
                  </a:lnTo>
                  <a:lnTo>
                    <a:pt x="602" y="1101"/>
                  </a:lnTo>
                  <a:lnTo>
                    <a:pt x="602" y="1101"/>
                  </a:lnTo>
                  <a:lnTo>
                    <a:pt x="602" y="1101"/>
                  </a:lnTo>
                  <a:lnTo>
                    <a:pt x="602" y="1103"/>
                  </a:lnTo>
                  <a:lnTo>
                    <a:pt x="600" y="1103"/>
                  </a:lnTo>
                  <a:lnTo>
                    <a:pt x="598" y="1105"/>
                  </a:lnTo>
                  <a:lnTo>
                    <a:pt x="598" y="1105"/>
                  </a:lnTo>
                  <a:lnTo>
                    <a:pt x="598" y="1105"/>
                  </a:lnTo>
                  <a:lnTo>
                    <a:pt x="600" y="1107"/>
                  </a:lnTo>
                  <a:lnTo>
                    <a:pt x="602" y="1109"/>
                  </a:lnTo>
                  <a:lnTo>
                    <a:pt x="604" y="1109"/>
                  </a:lnTo>
                  <a:lnTo>
                    <a:pt x="604" y="1109"/>
                  </a:lnTo>
                  <a:lnTo>
                    <a:pt x="604" y="1111"/>
                  </a:lnTo>
                  <a:lnTo>
                    <a:pt x="604" y="1111"/>
                  </a:lnTo>
                  <a:lnTo>
                    <a:pt x="604" y="1111"/>
                  </a:lnTo>
                  <a:lnTo>
                    <a:pt x="602" y="1113"/>
                  </a:lnTo>
                  <a:lnTo>
                    <a:pt x="602" y="1113"/>
                  </a:lnTo>
                  <a:lnTo>
                    <a:pt x="602" y="1113"/>
                  </a:lnTo>
                  <a:lnTo>
                    <a:pt x="602" y="1113"/>
                  </a:lnTo>
                  <a:lnTo>
                    <a:pt x="602" y="1113"/>
                  </a:lnTo>
                  <a:lnTo>
                    <a:pt x="602" y="1115"/>
                  </a:lnTo>
                  <a:lnTo>
                    <a:pt x="604" y="1115"/>
                  </a:lnTo>
                  <a:lnTo>
                    <a:pt x="604" y="1115"/>
                  </a:lnTo>
                  <a:lnTo>
                    <a:pt x="604" y="1117"/>
                  </a:lnTo>
                  <a:lnTo>
                    <a:pt x="604" y="1117"/>
                  </a:lnTo>
                  <a:lnTo>
                    <a:pt x="604" y="1119"/>
                  </a:lnTo>
                  <a:lnTo>
                    <a:pt x="604" y="1119"/>
                  </a:lnTo>
                  <a:lnTo>
                    <a:pt x="604" y="1119"/>
                  </a:lnTo>
                  <a:lnTo>
                    <a:pt x="604" y="1119"/>
                  </a:lnTo>
                  <a:lnTo>
                    <a:pt x="604" y="1121"/>
                  </a:lnTo>
                  <a:lnTo>
                    <a:pt x="604" y="1121"/>
                  </a:lnTo>
                  <a:lnTo>
                    <a:pt x="604" y="1123"/>
                  </a:lnTo>
                  <a:lnTo>
                    <a:pt x="604" y="1123"/>
                  </a:lnTo>
                  <a:lnTo>
                    <a:pt x="604" y="1123"/>
                  </a:lnTo>
                  <a:lnTo>
                    <a:pt x="606" y="1123"/>
                  </a:lnTo>
                  <a:lnTo>
                    <a:pt x="606" y="1125"/>
                  </a:lnTo>
                  <a:lnTo>
                    <a:pt x="606" y="1125"/>
                  </a:lnTo>
                  <a:lnTo>
                    <a:pt x="606" y="1125"/>
                  </a:lnTo>
                  <a:lnTo>
                    <a:pt x="606" y="1127"/>
                  </a:lnTo>
                  <a:lnTo>
                    <a:pt x="606" y="1127"/>
                  </a:lnTo>
                  <a:lnTo>
                    <a:pt x="606" y="1127"/>
                  </a:lnTo>
                  <a:lnTo>
                    <a:pt x="606" y="1129"/>
                  </a:lnTo>
                  <a:lnTo>
                    <a:pt x="608" y="1129"/>
                  </a:lnTo>
                  <a:lnTo>
                    <a:pt x="608" y="1129"/>
                  </a:lnTo>
                  <a:lnTo>
                    <a:pt x="608" y="1129"/>
                  </a:lnTo>
                  <a:lnTo>
                    <a:pt x="608" y="1131"/>
                  </a:lnTo>
                  <a:lnTo>
                    <a:pt x="608" y="1131"/>
                  </a:lnTo>
                  <a:lnTo>
                    <a:pt x="608" y="1131"/>
                  </a:lnTo>
                  <a:lnTo>
                    <a:pt x="608" y="1133"/>
                  </a:lnTo>
                  <a:lnTo>
                    <a:pt x="606" y="1133"/>
                  </a:lnTo>
                  <a:lnTo>
                    <a:pt x="606" y="1133"/>
                  </a:lnTo>
                  <a:lnTo>
                    <a:pt x="602" y="1135"/>
                  </a:lnTo>
                  <a:lnTo>
                    <a:pt x="598" y="1137"/>
                  </a:lnTo>
                  <a:lnTo>
                    <a:pt x="598" y="1137"/>
                  </a:lnTo>
                  <a:lnTo>
                    <a:pt x="598" y="1137"/>
                  </a:lnTo>
                  <a:lnTo>
                    <a:pt x="598" y="1139"/>
                  </a:lnTo>
                  <a:lnTo>
                    <a:pt x="598" y="1141"/>
                  </a:lnTo>
                  <a:lnTo>
                    <a:pt x="598" y="1141"/>
                  </a:lnTo>
                  <a:lnTo>
                    <a:pt x="598" y="1143"/>
                  </a:lnTo>
                  <a:lnTo>
                    <a:pt x="598" y="1145"/>
                  </a:lnTo>
                  <a:lnTo>
                    <a:pt x="598" y="1145"/>
                  </a:lnTo>
                  <a:lnTo>
                    <a:pt x="598" y="1145"/>
                  </a:lnTo>
                  <a:lnTo>
                    <a:pt x="598" y="1147"/>
                  </a:lnTo>
                  <a:lnTo>
                    <a:pt x="598" y="1148"/>
                  </a:lnTo>
                  <a:lnTo>
                    <a:pt x="598" y="1148"/>
                  </a:lnTo>
                  <a:lnTo>
                    <a:pt x="596" y="1148"/>
                  </a:lnTo>
                  <a:lnTo>
                    <a:pt x="596" y="1148"/>
                  </a:lnTo>
                  <a:lnTo>
                    <a:pt x="596" y="1148"/>
                  </a:lnTo>
                  <a:lnTo>
                    <a:pt x="596" y="1148"/>
                  </a:lnTo>
                  <a:lnTo>
                    <a:pt x="598" y="1150"/>
                  </a:lnTo>
                  <a:lnTo>
                    <a:pt x="598" y="1150"/>
                  </a:lnTo>
                  <a:lnTo>
                    <a:pt x="598" y="1150"/>
                  </a:lnTo>
                  <a:lnTo>
                    <a:pt x="598" y="1150"/>
                  </a:lnTo>
                  <a:lnTo>
                    <a:pt x="598" y="1150"/>
                  </a:lnTo>
                  <a:lnTo>
                    <a:pt x="596" y="1152"/>
                  </a:lnTo>
                  <a:lnTo>
                    <a:pt x="596" y="1152"/>
                  </a:lnTo>
                  <a:lnTo>
                    <a:pt x="596" y="1154"/>
                  </a:lnTo>
                  <a:lnTo>
                    <a:pt x="596" y="1154"/>
                  </a:lnTo>
                  <a:lnTo>
                    <a:pt x="596" y="1154"/>
                  </a:lnTo>
                  <a:lnTo>
                    <a:pt x="594" y="1154"/>
                  </a:lnTo>
                  <a:lnTo>
                    <a:pt x="594" y="1154"/>
                  </a:lnTo>
                  <a:lnTo>
                    <a:pt x="594" y="1156"/>
                  </a:lnTo>
                  <a:lnTo>
                    <a:pt x="596" y="1156"/>
                  </a:lnTo>
                  <a:lnTo>
                    <a:pt x="598" y="1160"/>
                  </a:lnTo>
                  <a:lnTo>
                    <a:pt x="598" y="1160"/>
                  </a:lnTo>
                  <a:lnTo>
                    <a:pt x="600" y="1162"/>
                  </a:lnTo>
                  <a:lnTo>
                    <a:pt x="600" y="1162"/>
                  </a:lnTo>
                  <a:lnTo>
                    <a:pt x="600" y="1162"/>
                  </a:lnTo>
                  <a:lnTo>
                    <a:pt x="600" y="1164"/>
                  </a:lnTo>
                  <a:lnTo>
                    <a:pt x="600" y="1164"/>
                  </a:lnTo>
                  <a:lnTo>
                    <a:pt x="600" y="1164"/>
                  </a:lnTo>
                  <a:lnTo>
                    <a:pt x="600" y="1164"/>
                  </a:lnTo>
                  <a:lnTo>
                    <a:pt x="600" y="1164"/>
                  </a:lnTo>
                  <a:lnTo>
                    <a:pt x="600" y="1166"/>
                  </a:lnTo>
                  <a:lnTo>
                    <a:pt x="600" y="1166"/>
                  </a:lnTo>
                  <a:lnTo>
                    <a:pt x="600" y="1168"/>
                  </a:lnTo>
                  <a:lnTo>
                    <a:pt x="600" y="1168"/>
                  </a:lnTo>
                  <a:lnTo>
                    <a:pt x="600" y="1168"/>
                  </a:lnTo>
                  <a:lnTo>
                    <a:pt x="600" y="1170"/>
                  </a:lnTo>
                  <a:lnTo>
                    <a:pt x="600" y="1170"/>
                  </a:lnTo>
                  <a:lnTo>
                    <a:pt x="598" y="1170"/>
                  </a:lnTo>
                  <a:lnTo>
                    <a:pt x="598" y="1170"/>
                  </a:lnTo>
                  <a:lnTo>
                    <a:pt x="598" y="1172"/>
                  </a:lnTo>
                  <a:lnTo>
                    <a:pt x="598" y="1172"/>
                  </a:lnTo>
                  <a:lnTo>
                    <a:pt x="598" y="1172"/>
                  </a:lnTo>
                  <a:lnTo>
                    <a:pt x="598" y="1174"/>
                  </a:lnTo>
                  <a:lnTo>
                    <a:pt x="598" y="1174"/>
                  </a:lnTo>
                  <a:lnTo>
                    <a:pt x="598" y="1176"/>
                  </a:lnTo>
                  <a:lnTo>
                    <a:pt x="596" y="1176"/>
                  </a:lnTo>
                  <a:lnTo>
                    <a:pt x="596" y="1176"/>
                  </a:lnTo>
                  <a:lnTo>
                    <a:pt x="596" y="1176"/>
                  </a:lnTo>
                  <a:lnTo>
                    <a:pt x="596" y="1178"/>
                  </a:lnTo>
                  <a:lnTo>
                    <a:pt x="594" y="1180"/>
                  </a:lnTo>
                  <a:lnTo>
                    <a:pt x="594" y="1182"/>
                  </a:lnTo>
                  <a:lnTo>
                    <a:pt x="594" y="1182"/>
                  </a:lnTo>
                  <a:lnTo>
                    <a:pt x="594" y="1182"/>
                  </a:lnTo>
                  <a:lnTo>
                    <a:pt x="594" y="1182"/>
                  </a:lnTo>
                  <a:lnTo>
                    <a:pt x="594" y="1184"/>
                  </a:lnTo>
                  <a:lnTo>
                    <a:pt x="596" y="1184"/>
                  </a:lnTo>
                  <a:lnTo>
                    <a:pt x="596" y="1184"/>
                  </a:lnTo>
                  <a:lnTo>
                    <a:pt x="596" y="1184"/>
                  </a:lnTo>
                  <a:lnTo>
                    <a:pt x="596" y="1186"/>
                  </a:lnTo>
                  <a:lnTo>
                    <a:pt x="596" y="1188"/>
                  </a:lnTo>
                  <a:lnTo>
                    <a:pt x="594" y="1188"/>
                  </a:lnTo>
                  <a:lnTo>
                    <a:pt x="594" y="1188"/>
                  </a:lnTo>
                  <a:lnTo>
                    <a:pt x="594" y="1188"/>
                  </a:lnTo>
                  <a:lnTo>
                    <a:pt x="594" y="1190"/>
                  </a:lnTo>
                  <a:lnTo>
                    <a:pt x="594" y="1190"/>
                  </a:lnTo>
                  <a:lnTo>
                    <a:pt x="594" y="1190"/>
                  </a:lnTo>
                  <a:lnTo>
                    <a:pt x="594" y="1190"/>
                  </a:lnTo>
                  <a:lnTo>
                    <a:pt x="594" y="1190"/>
                  </a:lnTo>
                  <a:lnTo>
                    <a:pt x="594" y="1192"/>
                  </a:lnTo>
                  <a:lnTo>
                    <a:pt x="594" y="1192"/>
                  </a:lnTo>
                  <a:lnTo>
                    <a:pt x="596" y="1194"/>
                  </a:lnTo>
                  <a:lnTo>
                    <a:pt x="596" y="1194"/>
                  </a:lnTo>
                  <a:lnTo>
                    <a:pt x="596" y="1194"/>
                  </a:lnTo>
                  <a:lnTo>
                    <a:pt x="596" y="1194"/>
                  </a:lnTo>
                  <a:lnTo>
                    <a:pt x="594" y="1196"/>
                  </a:lnTo>
                  <a:lnTo>
                    <a:pt x="594" y="1196"/>
                  </a:lnTo>
                  <a:lnTo>
                    <a:pt x="592" y="1196"/>
                  </a:lnTo>
                  <a:lnTo>
                    <a:pt x="589" y="1194"/>
                  </a:lnTo>
                  <a:lnTo>
                    <a:pt x="585" y="1192"/>
                  </a:lnTo>
                  <a:lnTo>
                    <a:pt x="585" y="1192"/>
                  </a:lnTo>
                  <a:lnTo>
                    <a:pt x="585" y="1192"/>
                  </a:lnTo>
                  <a:lnTo>
                    <a:pt x="585" y="1192"/>
                  </a:lnTo>
                  <a:lnTo>
                    <a:pt x="585" y="1192"/>
                  </a:lnTo>
                  <a:lnTo>
                    <a:pt x="583" y="1192"/>
                  </a:lnTo>
                  <a:lnTo>
                    <a:pt x="583" y="1194"/>
                  </a:lnTo>
                  <a:lnTo>
                    <a:pt x="579" y="1194"/>
                  </a:lnTo>
                  <a:lnTo>
                    <a:pt x="579" y="1194"/>
                  </a:lnTo>
                  <a:lnTo>
                    <a:pt x="579" y="1194"/>
                  </a:lnTo>
                  <a:lnTo>
                    <a:pt x="575" y="1192"/>
                  </a:lnTo>
                  <a:lnTo>
                    <a:pt x="575" y="1192"/>
                  </a:lnTo>
                  <a:lnTo>
                    <a:pt x="573" y="1192"/>
                  </a:lnTo>
                  <a:lnTo>
                    <a:pt x="573" y="1192"/>
                  </a:lnTo>
                  <a:lnTo>
                    <a:pt x="573" y="1192"/>
                  </a:lnTo>
                  <a:lnTo>
                    <a:pt x="573" y="1192"/>
                  </a:lnTo>
                  <a:lnTo>
                    <a:pt x="571" y="1192"/>
                  </a:lnTo>
                  <a:lnTo>
                    <a:pt x="571" y="1194"/>
                  </a:lnTo>
                  <a:lnTo>
                    <a:pt x="571" y="1194"/>
                  </a:lnTo>
                  <a:lnTo>
                    <a:pt x="571" y="1194"/>
                  </a:lnTo>
                  <a:lnTo>
                    <a:pt x="571" y="1194"/>
                  </a:lnTo>
                  <a:lnTo>
                    <a:pt x="571" y="1196"/>
                  </a:lnTo>
                  <a:lnTo>
                    <a:pt x="571" y="1196"/>
                  </a:lnTo>
                  <a:lnTo>
                    <a:pt x="571" y="1196"/>
                  </a:lnTo>
                  <a:lnTo>
                    <a:pt x="571" y="1196"/>
                  </a:lnTo>
                  <a:lnTo>
                    <a:pt x="571" y="1198"/>
                  </a:lnTo>
                  <a:lnTo>
                    <a:pt x="571" y="1198"/>
                  </a:lnTo>
                  <a:lnTo>
                    <a:pt x="571" y="1198"/>
                  </a:lnTo>
                  <a:lnTo>
                    <a:pt x="569" y="1200"/>
                  </a:lnTo>
                  <a:lnTo>
                    <a:pt x="569" y="1200"/>
                  </a:lnTo>
                  <a:lnTo>
                    <a:pt x="569" y="1200"/>
                  </a:lnTo>
                  <a:lnTo>
                    <a:pt x="569" y="1201"/>
                  </a:lnTo>
                  <a:lnTo>
                    <a:pt x="569" y="1201"/>
                  </a:lnTo>
                  <a:lnTo>
                    <a:pt x="569" y="1201"/>
                  </a:lnTo>
                  <a:lnTo>
                    <a:pt x="569" y="1201"/>
                  </a:lnTo>
                  <a:lnTo>
                    <a:pt x="569" y="1203"/>
                  </a:lnTo>
                  <a:lnTo>
                    <a:pt x="567" y="1203"/>
                  </a:lnTo>
                  <a:lnTo>
                    <a:pt x="567" y="1203"/>
                  </a:lnTo>
                  <a:lnTo>
                    <a:pt x="567" y="1205"/>
                  </a:lnTo>
                  <a:lnTo>
                    <a:pt x="567" y="1205"/>
                  </a:lnTo>
                  <a:lnTo>
                    <a:pt x="567" y="1205"/>
                  </a:lnTo>
                  <a:lnTo>
                    <a:pt x="565" y="1205"/>
                  </a:lnTo>
                  <a:lnTo>
                    <a:pt x="565" y="1205"/>
                  </a:lnTo>
                  <a:lnTo>
                    <a:pt x="565" y="1205"/>
                  </a:lnTo>
                  <a:lnTo>
                    <a:pt x="563" y="1205"/>
                  </a:lnTo>
                  <a:lnTo>
                    <a:pt x="563" y="1205"/>
                  </a:lnTo>
                  <a:lnTo>
                    <a:pt x="563" y="1203"/>
                  </a:lnTo>
                  <a:lnTo>
                    <a:pt x="563" y="1203"/>
                  </a:lnTo>
                  <a:lnTo>
                    <a:pt x="563" y="1203"/>
                  </a:lnTo>
                  <a:lnTo>
                    <a:pt x="561" y="1203"/>
                  </a:lnTo>
                  <a:lnTo>
                    <a:pt x="559" y="1205"/>
                  </a:lnTo>
                  <a:lnTo>
                    <a:pt x="559" y="1205"/>
                  </a:lnTo>
                  <a:lnTo>
                    <a:pt x="557" y="1205"/>
                  </a:lnTo>
                  <a:lnTo>
                    <a:pt x="557" y="1207"/>
                  </a:lnTo>
                  <a:lnTo>
                    <a:pt x="557" y="1207"/>
                  </a:lnTo>
                  <a:lnTo>
                    <a:pt x="557" y="1207"/>
                  </a:lnTo>
                  <a:lnTo>
                    <a:pt x="557" y="1207"/>
                  </a:lnTo>
                  <a:lnTo>
                    <a:pt x="557" y="1209"/>
                  </a:lnTo>
                  <a:lnTo>
                    <a:pt x="557" y="1209"/>
                  </a:lnTo>
                  <a:lnTo>
                    <a:pt x="555" y="1209"/>
                  </a:lnTo>
                  <a:lnTo>
                    <a:pt x="555" y="1209"/>
                  </a:lnTo>
                  <a:lnTo>
                    <a:pt x="555" y="1211"/>
                  </a:lnTo>
                  <a:lnTo>
                    <a:pt x="555" y="1215"/>
                  </a:lnTo>
                  <a:lnTo>
                    <a:pt x="555" y="1217"/>
                  </a:lnTo>
                  <a:lnTo>
                    <a:pt x="555" y="1217"/>
                  </a:lnTo>
                  <a:lnTo>
                    <a:pt x="555" y="1217"/>
                  </a:lnTo>
                  <a:lnTo>
                    <a:pt x="555" y="1217"/>
                  </a:lnTo>
                  <a:lnTo>
                    <a:pt x="557" y="1219"/>
                  </a:lnTo>
                  <a:lnTo>
                    <a:pt x="563" y="1221"/>
                  </a:lnTo>
                  <a:lnTo>
                    <a:pt x="563" y="1221"/>
                  </a:lnTo>
                  <a:lnTo>
                    <a:pt x="563" y="1221"/>
                  </a:lnTo>
                  <a:lnTo>
                    <a:pt x="565" y="1223"/>
                  </a:lnTo>
                  <a:lnTo>
                    <a:pt x="565" y="1223"/>
                  </a:lnTo>
                  <a:lnTo>
                    <a:pt x="565" y="1223"/>
                  </a:lnTo>
                  <a:lnTo>
                    <a:pt x="567" y="1223"/>
                  </a:lnTo>
                  <a:lnTo>
                    <a:pt x="567" y="1223"/>
                  </a:lnTo>
                  <a:lnTo>
                    <a:pt x="567" y="1223"/>
                  </a:lnTo>
                  <a:lnTo>
                    <a:pt x="567" y="1225"/>
                  </a:lnTo>
                  <a:lnTo>
                    <a:pt x="569" y="1225"/>
                  </a:lnTo>
                  <a:lnTo>
                    <a:pt x="569" y="1225"/>
                  </a:lnTo>
                  <a:lnTo>
                    <a:pt x="569" y="1227"/>
                  </a:lnTo>
                  <a:lnTo>
                    <a:pt x="569" y="1227"/>
                  </a:lnTo>
                  <a:lnTo>
                    <a:pt x="569" y="1227"/>
                  </a:lnTo>
                  <a:lnTo>
                    <a:pt x="569" y="1227"/>
                  </a:lnTo>
                  <a:lnTo>
                    <a:pt x="571" y="1229"/>
                  </a:lnTo>
                  <a:lnTo>
                    <a:pt x="571" y="1229"/>
                  </a:lnTo>
                  <a:lnTo>
                    <a:pt x="571" y="1229"/>
                  </a:lnTo>
                  <a:lnTo>
                    <a:pt x="573" y="1229"/>
                  </a:lnTo>
                  <a:lnTo>
                    <a:pt x="573" y="1229"/>
                  </a:lnTo>
                  <a:lnTo>
                    <a:pt x="573" y="1229"/>
                  </a:lnTo>
                  <a:lnTo>
                    <a:pt x="575" y="1229"/>
                  </a:lnTo>
                  <a:lnTo>
                    <a:pt x="575" y="1229"/>
                  </a:lnTo>
                  <a:lnTo>
                    <a:pt x="575" y="1231"/>
                  </a:lnTo>
                  <a:lnTo>
                    <a:pt x="575" y="1231"/>
                  </a:lnTo>
                  <a:lnTo>
                    <a:pt x="575" y="1231"/>
                  </a:lnTo>
                  <a:lnTo>
                    <a:pt x="575" y="1231"/>
                  </a:lnTo>
                  <a:lnTo>
                    <a:pt x="575" y="1233"/>
                  </a:lnTo>
                  <a:lnTo>
                    <a:pt x="575" y="1233"/>
                  </a:lnTo>
                  <a:lnTo>
                    <a:pt x="575" y="1233"/>
                  </a:lnTo>
                  <a:lnTo>
                    <a:pt x="575" y="1235"/>
                  </a:lnTo>
                  <a:lnTo>
                    <a:pt x="575" y="1235"/>
                  </a:lnTo>
                  <a:lnTo>
                    <a:pt x="575" y="1235"/>
                  </a:lnTo>
                  <a:lnTo>
                    <a:pt x="575" y="1237"/>
                  </a:lnTo>
                  <a:lnTo>
                    <a:pt x="577" y="1237"/>
                  </a:lnTo>
                  <a:lnTo>
                    <a:pt x="577" y="1237"/>
                  </a:lnTo>
                  <a:lnTo>
                    <a:pt x="579" y="1239"/>
                  </a:lnTo>
                  <a:lnTo>
                    <a:pt x="581" y="1241"/>
                  </a:lnTo>
                  <a:lnTo>
                    <a:pt x="581" y="1241"/>
                  </a:lnTo>
                  <a:lnTo>
                    <a:pt x="585" y="1245"/>
                  </a:lnTo>
                  <a:lnTo>
                    <a:pt x="590" y="1251"/>
                  </a:lnTo>
                  <a:lnTo>
                    <a:pt x="590" y="1253"/>
                  </a:lnTo>
                  <a:lnTo>
                    <a:pt x="592" y="1253"/>
                  </a:lnTo>
                  <a:lnTo>
                    <a:pt x="592" y="1255"/>
                  </a:lnTo>
                  <a:lnTo>
                    <a:pt x="592" y="1255"/>
                  </a:lnTo>
                  <a:lnTo>
                    <a:pt x="594" y="1256"/>
                  </a:lnTo>
                  <a:lnTo>
                    <a:pt x="594" y="1256"/>
                  </a:lnTo>
                  <a:lnTo>
                    <a:pt x="594" y="1258"/>
                  </a:lnTo>
                  <a:lnTo>
                    <a:pt x="594" y="1258"/>
                  </a:lnTo>
                  <a:lnTo>
                    <a:pt x="596" y="1258"/>
                  </a:lnTo>
                  <a:lnTo>
                    <a:pt x="598" y="1260"/>
                  </a:lnTo>
                  <a:lnTo>
                    <a:pt x="598" y="1260"/>
                  </a:lnTo>
                  <a:lnTo>
                    <a:pt x="598" y="1262"/>
                  </a:lnTo>
                  <a:lnTo>
                    <a:pt x="598" y="1262"/>
                  </a:lnTo>
                  <a:lnTo>
                    <a:pt x="600" y="1260"/>
                  </a:lnTo>
                  <a:lnTo>
                    <a:pt x="600" y="1260"/>
                  </a:lnTo>
                  <a:lnTo>
                    <a:pt x="600" y="1260"/>
                  </a:lnTo>
                  <a:lnTo>
                    <a:pt x="600" y="1260"/>
                  </a:lnTo>
                  <a:lnTo>
                    <a:pt x="600" y="1260"/>
                  </a:lnTo>
                  <a:lnTo>
                    <a:pt x="600" y="1260"/>
                  </a:lnTo>
                  <a:lnTo>
                    <a:pt x="602" y="1260"/>
                  </a:lnTo>
                  <a:lnTo>
                    <a:pt x="602" y="1262"/>
                  </a:lnTo>
                  <a:lnTo>
                    <a:pt x="602" y="1262"/>
                  </a:lnTo>
                  <a:lnTo>
                    <a:pt x="602" y="1262"/>
                  </a:lnTo>
                  <a:lnTo>
                    <a:pt x="604" y="1262"/>
                  </a:lnTo>
                  <a:lnTo>
                    <a:pt x="604" y="1262"/>
                  </a:lnTo>
                  <a:lnTo>
                    <a:pt x="604" y="1264"/>
                  </a:lnTo>
                  <a:lnTo>
                    <a:pt x="604" y="1264"/>
                  </a:lnTo>
                  <a:lnTo>
                    <a:pt x="604" y="1264"/>
                  </a:lnTo>
                  <a:lnTo>
                    <a:pt x="604" y="1264"/>
                  </a:lnTo>
                  <a:lnTo>
                    <a:pt x="604" y="1266"/>
                  </a:lnTo>
                  <a:lnTo>
                    <a:pt x="604" y="1266"/>
                  </a:lnTo>
                  <a:lnTo>
                    <a:pt x="604" y="1266"/>
                  </a:lnTo>
                  <a:lnTo>
                    <a:pt x="604" y="1268"/>
                  </a:lnTo>
                  <a:lnTo>
                    <a:pt x="602" y="1268"/>
                  </a:lnTo>
                  <a:lnTo>
                    <a:pt x="602" y="1268"/>
                  </a:lnTo>
                  <a:lnTo>
                    <a:pt x="602" y="1268"/>
                  </a:lnTo>
                  <a:lnTo>
                    <a:pt x="598" y="1270"/>
                  </a:lnTo>
                  <a:lnTo>
                    <a:pt x="594" y="1270"/>
                  </a:lnTo>
                  <a:lnTo>
                    <a:pt x="594" y="1270"/>
                  </a:lnTo>
                  <a:lnTo>
                    <a:pt x="594" y="1270"/>
                  </a:lnTo>
                  <a:lnTo>
                    <a:pt x="594" y="1272"/>
                  </a:lnTo>
                  <a:lnTo>
                    <a:pt x="594" y="1272"/>
                  </a:lnTo>
                  <a:lnTo>
                    <a:pt x="594" y="1272"/>
                  </a:lnTo>
                  <a:lnTo>
                    <a:pt x="594" y="1272"/>
                  </a:lnTo>
                  <a:lnTo>
                    <a:pt x="592" y="1272"/>
                  </a:lnTo>
                  <a:lnTo>
                    <a:pt x="592" y="1272"/>
                  </a:lnTo>
                  <a:lnTo>
                    <a:pt x="592" y="1272"/>
                  </a:lnTo>
                  <a:lnTo>
                    <a:pt x="592" y="1270"/>
                  </a:lnTo>
                  <a:lnTo>
                    <a:pt x="592" y="1270"/>
                  </a:lnTo>
                  <a:lnTo>
                    <a:pt x="592" y="1270"/>
                  </a:lnTo>
                  <a:lnTo>
                    <a:pt x="590" y="1268"/>
                  </a:lnTo>
                  <a:lnTo>
                    <a:pt x="590" y="1268"/>
                  </a:lnTo>
                  <a:lnTo>
                    <a:pt x="589" y="1268"/>
                  </a:lnTo>
                  <a:lnTo>
                    <a:pt x="589" y="1268"/>
                  </a:lnTo>
                  <a:lnTo>
                    <a:pt x="590" y="1268"/>
                  </a:lnTo>
                  <a:lnTo>
                    <a:pt x="590" y="1266"/>
                  </a:lnTo>
                  <a:lnTo>
                    <a:pt x="590" y="1266"/>
                  </a:lnTo>
                  <a:lnTo>
                    <a:pt x="590" y="1266"/>
                  </a:lnTo>
                  <a:lnTo>
                    <a:pt x="590" y="1266"/>
                  </a:lnTo>
                  <a:lnTo>
                    <a:pt x="590" y="1266"/>
                  </a:lnTo>
                  <a:lnTo>
                    <a:pt x="589" y="1266"/>
                  </a:lnTo>
                  <a:lnTo>
                    <a:pt x="589" y="1266"/>
                  </a:lnTo>
                  <a:lnTo>
                    <a:pt x="589" y="1266"/>
                  </a:lnTo>
                  <a:lnTo>
                    <a:pt x="587" y="1266"/>
                  </a:lnTo>
                  <a:lnTo>
                    <a:pt x="587" y="1268"/>
                  </a:lnTo>
                  <a:lnTo>
                    <a:pt x="587" y="1266"/>
                  </a:lnTo>
                  <a:lnTo>
                    <a:pt x="585" y="1266"/>
                  </a:lnTo>
                  <a:lnTo>
                    <a:pt x="585" y="1266"/>
                  </a:lnTo>
                  <a:lnTo>
                    <a:pt x="587" y="1266"/>
                  </a:lnTo>
                  <a:lnTo>
                    <a:pt x="587" y="1264"/>
                  </a:lnTo>
                  <a:lnTo>
                    <a:pt x="587" y="1264"/>
                  </a:lnTo>
                  <a:lnTo>
                    <a:pt x="587" y="1264"/>
                  </a:lnTo>
                  <a:lnTo>
                    <a:pt x="585" y="1264"/>
                  </a:lnTo>
                  <a:lnTo>
                    <a:pt x="585" y="1264"/>
                  </a:lnTo>
                  <a:lnTo>
                    <a:pt x="585" y="1264"/>
                  </a:lnTo>
                  <a:lnTo>
                    <a:pt x="583" y="1266"/>
                  </a:lnTo>
                  <a:lnTo>
                    <a:pt x="583" y="1266"/>
                  </a:lnTo>
                  <a:lnTo>
                    <a:pt x="583" y="1266"/>
                  </a:lnTo>
                  <a:lnTo>
                    <a:pt x="583" y="1266"/>
                  </a:lnTo>
                  <a:lnTo>
                    <a:pt x="583" y="1268"/>
                  </a:lnTo>
                  <a:lnTo>
                    <a:pt x="583" y="1268"/>
                  </a:lnTo>
                  <a:lnTo>
                    <a:pt x="583" y="1268"/>
                  </a:lnTo>
                  <a:lnTo>
                    <a:pt x="583" y="1268"/>
                  </a:lnTo>
                  <a:lnTo>
                    <a:pt x="583" y="1270"/>
                  </a:lnTo>
                  <a:lnTo>
                    <a:pt x="583" y="1270"/>
                  </a:lnTo>
                  <a:lnTo>
                    <a:pt x="583" y="1272"/>
                  </a:lnTo>
                  <a:lnTo>
                    <a:pt x="581" y="1272"/>
                  </a:lnTo>
                  <a:lnTo>
                    <a:pt x="579" y="1274"/>
                  </a:lnTo>
                  <a:lnTo>
                    <a:pt x="579" y="1274"/>
                  </a:lnTo>
                  <a:lnTo>
                    <a:pt x="579" y="1276"/>
                  </a:lnTo>
                  <a:lnTo>
                    <a:pt x="579" y="1276"/>
                  </a:lnTo>
                  <a:lnTo>
                    <a:pt x="579" y="1276"/>
                  </a:lnTo>
                  <a:lnTo>
                    <a:pt x="579" y="1276"/>
                  </a:lnTo>
                  <a:lnTo>
                    <a:pt x="579" y="1278"/>
                  </a:lnTo>
                  <a:lnTo>
                    <a:pt x="579" y="1278"/>
                  </a:lnTo>
                  <a:lnTo>
                    <a:pt x="579" y="1278"/>
                  </a:lnTo>
                  <a:lnTo>
                    <a:pt x="577" y="1278"/>
                  </a:lnTo>
                  <a:lnTo>
                    <a:pt x="577" y="1278"/>
                  </a:lnTo>
                  <a:lnTo>
                    <a:pt x="571" y="1276"/>
                  </a:lnTo>
                  <a:lnTo>
                    <a:pt x="571" y="1276"/>
                  </a:lnTo>
                  <a:lnTo>
                    <a:pt x="571" y="1276"/>
                  </a:lnTo>
                  <a:lnTo>
                    <a:pt x="571" y="1276"/>
                  </a:lnTo>
                  <a:lnTo>
                    <a:pt x="571" y="1274"/>
                  </a:lnTo>
                  <a:lnTo>
                    <a:pt x="569" y="1274"/>
                  </a:lnTo>
                  <a:lnTo>
                    <a:pt x="569" y="1274"/>
                  </a:lnTo>
                  <a:lnTo>
                    <a:pt x="569" y="1274"/>
                  </a:lnTo>
                  <a:lnTo>
                    <a:pt x="567" y="1276"/>
                  </a:lnTo>
                  <a:lnTo>
                    <a:pt x="567" y="1276"/>
                  </a:lnTo>
                  <a:lnTo>
                    <a:pt x="565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4"/>
                  </a:lnTo>
                  <a:lnTo>
                    <a:pt x="563" y="1272"/>
                  </a:lnTo>
                  <a:lnTo>
                    <a:pt x="563" y="1272"/>
                  </a:lnTo>
                  <a:lnTo>
                    <a:pt x="561" y="1274"/>
                  </a:lnTo>
                  <a:lnTo>
                    <a:pt x="559" y="1274"/>
                  </a:lnTo>
                  <a:lnTo>
                    <a:pt x="557" y="1276"/>
                  </a:lnTo>
                  <a:lnTo>
                    <a:pt x="557" y="1276"/>
                  </a:lnTo>
                  <a:lnTo>
                    <a:pt x="557" y="1278"/>
                  </a:lnTo>
                  <a:lnTo>
                    <a:pt x="557" y="1278"/>
                  </a:lnTo>
                  <a:lnTo>
                    <a:pt x="557" y="1278"/>
                  </a:lnTo>
                  <a:lnTo>
                    <a:pt x="557" y="1278"/>
                  </a:lnTo>
                  <a:lnTo>
                    <a:pt x="557" y="1278"/>
                  </a:lnTo>
                  <a:lnTo>
                    <a:pt x="551" y="1280"/>
                  </a:lnTo>
                  <a:lnTo>
                    <a:pt x="551" y="1282"/>
                  </a:lnTo>
                  <a:lnTo>
                    <a:pt x="551" y="1282"/>
                  </a:lnTo>
                  <a:lnTo>
                    <a:pt x="551" y="1282"/>
                  </a:lnTo>
                  <a:lnTo>
                    <a:pt x="551" y="1282"/>
                  </a:lnTo>
                  <a:lnTo>
                    <a:pt x="551" y="1282"/>
                  </a:lnTo>
                  <a:lnTo>
                    <a:pt x="547" y="1284"/>
                  </a:lnTo>
                  <a:lnTo>
                    <a:pt x="547" y="1286"/>
                  </a:lnTo>
                  <a:lnTo>
                    <a:pt x="545" y="1286"/>
                  </a:lnTo>
                  <a:lnTo>
                    <a:pt x="545" y="1286"/>
                  </a:lnTo>
                  <a:lnTo>
                    <a:pt x="543" y="1286"/>
                  </a:lnTo>
                  <a:lnTo>
                    <a:pt x="543" y="1284"/>
                  </a:lnTo>
                  <a:lnTo>
                    <a:pt x="541" y="1284"/>
                  </a:lnTo>
                  <a:lnTo>
                    <a:pt x="541" y="1284"/>
                  </a:lnTo>
                  <a:lnTo>
                    <a:pt x="541" y="1282"/>
                  </a:lnTo>
                  <a:lnTo>
                    <a:pt x="541" y="1282"/>
                  </a:lnTo>
                  <a:lnTo>
                    <a:pt x="541" y="1282"/>
                  </a:lnTo>
                  <a:lnTo>
                    <a:pt x="541" y="1280"/>
                  </a:lnTo>
                  <a:lnTo>
                    <a:pt x="541" y="1280"/>
                  </a:lnTo>
                  <a:lnTo>
                    <a:pt x="541" y="1280"/>
                  </a:lnTo>
                  <a:lnTo>
                    <a:pt x="541" y="1280"/>
                  </a:lnTo>
                  <a:lnTo>
                    <a:pt x="539" y="1280"/>
                  </a:lnTo>
                  <a:lnTo>
                    <a:pt x="539" y="1278"/>
                  </a:lnTo>
                  <a:lnTo>
                    <a:pt x="539" y="1278"/>
                  </a:lnTo>
                  <a:lnTo>
                    <a:pt x="538" y="1280"/>
                  </a:lnTo>
                  <a:lnTo>
                    <a:pt x="538" y="1280"/>
                  </a:lnTo>
                  <a:lnTo>
                    <a:pt x="536" y="1280"/>
                  </a:lnTo>
                  <a:lnTo>
                    <a:pt x="536" y="1280"/>
                  </a:lnTo>
                  <a:lnTo>
                    <a:pt x="536" y="1282"/>
                  </a:lnTo>
                  <a:lnTo>
                    <a:pt x="536" y="1282"/>
                  </a:lnTo>
                  <a:lnTo>
                    <a:pt x="536" y="1284"/>
                  </a:lnTo>
                  <a:lnTo>
                    <a:pt x="534" y="1284"/>
                  </a:lnTo>
                  <a:lnTo>
                    <a:pt x="532" y="1284"/>
                  </a:lnTo>
                  <a:lnTo>
                    <a:pt x="532" y="1286"/>
                  </a:lnTo>
                  <a:lnTo>
                    <a:pt x="530" y="1286"/>
                  </a:lnTo>
                  <a:lnTo>
                    <a:pt x="530" y="1286"/>
                  </a:lnTo>
                  <a:lnTo>
                    <a:pt x="530" y="1286"/>
                  </a:lnTo>
                  <a:lnTo>
                    <a:pt x="528" y="1286"/>
                  </a:lnTo>
                  <a:lnTo>
                    <a:pt x="528" y="1284"/>
                  </a:lnTo>
                  <a:lnTo>
                    <a:pt x="528" y="1284"/>
                  </a:lnTo>
                  <a:lnTo>
                    <a:pt x="528" y="1284"/>
                  </a:lnTo>
                  <a:lnTo>
                    <a:pt x="528" y="1284"/>
                  </a:lnTo>
                  <a:lnTo>
                    <a:pt x="526" y="1284"/>
                  </a:lnTo>
                  <a:lnTo>
                    <a:pt x="526" y="1284"/>
                  </a:lnTo>
                  <a:lnTo>
                    <a:pt x="526" y="1284"/>
                  </a:lnTo>
                  <a:lnTo>
                    <a:pt x="524" y="1286"/>
                  </a:lnTo>
                  <a:lnTo>
                    <a:pt x="522" y="1284"/>
                  </a:lnTo>
                  <a:lnTo>
                    <a:pt x="516" y="1286"/>
                  </a:lnTo>
                  <a:lnTo>
                    <a:pt x="516" y="1286"/>
                  </a:lnTo>
                  <a:lnTo>
                    <a:pt x="512" y="1288"/>
                  </a:lnTo>
                  <a:lnTo>
                    <a:pt x="510" y="1292"/>
                  </a:lnTo>
                  <a:lnTo>
                    <a:pt x="510" y="1292"/>
                  </a:lnTo>
                  <a:lnTo>
                    <a:pt x="510" y="1292"/>
                  </a:lnTo>
                  <a:lnTo>
                    <a:pt x="510" y="1292"/>
                  </a:lnTo>
                  <a:lnTo>
                    <a:pt x="510" y="1292"/>
                  </a:lnTo>
                  <a:lnTo>
                    <a:pt x="510" y="1294"/>
                  </a:lnTo>
                  <a:lnTo>
                    <a:pt x="512" y="1294"/>
                  </a:lnTo>
                  <a:lnTo>
                    <a:pt x="512" y="1294"/>
                  </a:lnTo>
                  <a:lnTo>
                    <a:pt x="512" y="1294"/>
                  </a:lnTo>
                  <a:lnTo>
                    <a:pt x="512" y="1294"/>
                  </a:lnTo>
                  <a:lnTo>
                    <a:pt x="512" y="1294"/>
                  </a:lnTo>
                  <a:lnTo>
                    <a:pt x="514" y="1294"/>
                  </a:lnTo>
                  <a:lnTo>
                    <a:pt x="514" y="1294"/>
                  </a:lnTo>
                  <a:lnTo>
                    <a:pt x="514" y="1296"/>
                  </a:lnTo>
                  <a:lnTo>
                    <a:pt x="514" y="1296"/>
                  </a:lnTo>
                  <a:lnTo>
                    <a:pt x="514" y="1298"/>
                  </a:lnTo>
                  <a:lnTo>
                    <a:pt x="514" y="1298"/>
                  </a:lnTo>
                  <a:lnTo>
                    <a:pt x="514" y="1298"/>
                  </a:lnTo>
                  <a:lnTo>
                    <a:pt x="512" y="1298"/>
                  </a:lnTo>
                  <a:lnTo>
                    <a:pt x="512" y="1300"/>
                  </a:lnTo>
                  <a:lnTo>
                    <a:pt x="512" y="1300"/>
                  </a:lnTo>
                  <a:lnTo>
                    <a:pt x="512" y="1300"/>
                  </a:lnTo>
                  <a:lnTo>
                    <a:pt x="512" y="1302"/>
                  </a:lnTo>
                  <a:lnTo>
                    <a:pt x="510" y="1302"/>
                  </a:lnTo>
                  <a:lnTo>
                    <a:pt x="510" y="1302"/>
                  </a:lnTo>
                  <a:lnTo>
                    <a:pt x="510" y="1302"/>
                  </a:lnTo>
                  <a:lnTo>
                    <a:pt x="510" y="1302"/>
                  </a:lnTo>
                  <a:lnTo>
                    <a:pt x="510" y="1304"/>
                  </a:lnTo>
                  <a:lnTo>
                    <a:pt x="510" y="1304"/>
                  </a:lnTo>
                  <a:lnTo>
                    <a:pt x="510" y="1304"/>
                  </a:lnTo>
                  <a:lnTo>
                    <a:pt x="510" y="1306"/>
                  </a:lnTo>
                  <a:lnTo>
                    <a:pt x="510" y="1308"/>
                  </a:lnTo>
                  <a:lnTo>
                    <a:pt x="510" y="1308"/>
                  </a:lnTo>
                  <a:lnTo>
                    <a:pt x="510" y="1308"/>
                  </a:lnTo>
                  <a:lnTo>
                    <a:pt x="510" y="1309"/>
                  </a:lnTo>
                  <a:lnTo>
                    <a:pt x="510" y="1309"/>
                  </a:lnTo>
                  <a:lnTo>
                    <a:pt x="510" y="1309"/>
                  </a:lnTo>
                  <a:lnTo>
                    <a:pt x="510" y="1309"/>
                  </a:lnTo>
                  <a:lnTo>
                    <a:pt x="510" y="1311"/>
                  </a:lnTo>
                  <a:lnTo>
                    <a:pt x="510" y="1311"/>
                  </a:lnTo>
                  <a:lnTo>
                    <a:pt x="510" y="1311"/>
                  </a:lnTo>
                  <a:lnTo>
                    <a:pt x="510" y="1313"/>
                  </a:lnTo>
                  <a:lnTo>
                    <a:pt x="510" y="1313"/>
                  </a:lnTo>
                  <a:lnTo>
                    <a:pt x="510" y="1315"/>
                  </a:lnTo>
                  <a:lnTo>
                    <a:pt x="510" y="1315"/>
                  </a:lnTo>
                  <a:lnTo>
                    <a:pt x="510" y="1315"/>
                  </a:lnTo>
                  <a:lnTo>
                    <a:pt x="510" y="1315"/>
                  </a:lnTo>
                  <a:lnTo>
                    <a:pt x="508" y="1315"/>
                  </a:lnTo>
                  <a:lnTo>
                    <a:pt x="508" y="1317"/>
                  </a:lnTo>
                  <a:lnTo>
                    <a:pt x="508" y="1319"/>
                  </a:lnTo>
                  <a:lnTo>
                    <a:pt x="508" y="1319"/>
                  </a:lnTo>
                  <a:lnTo>
                    <a:pt x="508" y="1319"/>
                  </a:lnTo>
                  <a:lnTo>
                    <a:pt x="508" y="1321"/>
                  </a:lnTo>
                  <a:lnTo>
                    <a:pt x="508" y="1321"/>
                  </a:lnTo>
                  <a:lnTo>
                    <a:pt x="508" y="1321"/>
                  </a:lnTo>
                  <a:lnTo>
                    <a:pt x="506" y="1321"/>
                  </a:lnTo>
                  <a:lnTo>
                    <a:pt x="506" y="1323"/>
                  </a:lnTo>
                  <a:lnTo>
                    <a:pt x="504" y="1323"/>
                  </a:lnTo>
                  <a:lnTo>
                    <a:pt x="502" y="1323"/>
                  </a:lnTo>
                  <a:lnTo>
                    <a:pt x="502" y="1321"/>
                  </a:lnTo>
                  <a:lnTo>
                    <a:pt x="502" y="1321"/>
                  </a:lnTo>
                  <a:lnTo>
                    <a:pt x="502" y="1321"/>
                  </a:lnTo>
                  <a:lnTo>
                    <a:pt x="502" y="1321"/>
                  </a:lnTo>
                  <a:lnTo>
                    <a:pt x="498" y="1323"/>
                  </a:lnTo>
                  <a:lnTo>
                    <a:pt x="496" y="1323"/>
                  </a:lnTo>
                  <a:lnTo>
                    <a:pt x="492" y="1325"/>
                  </a:lnTo>
                  <a:lnTo>
                    <a:pt x="490" y="1327"/>
                  </a:lnTo>
                  <a:lnTo>
                    <a:pt x="490" y="1327"/>
                  </a:lnTo>
                  <a:lnTo>
                    <a:pt x="490" y="1327"/>
                  </a:lnTo>
                  <a:lnTo>
                    <a:pt x="490" y="1329"/>
                  </a:lnTo>
                  <a:lnTo>
                    <a:pt x="490" y="1329"/>
                  </a:lnTo>
                  <a:lnTo>
                    <a:pt x="490" y="1329"/>
                  </a:lnTo>
                  <a:lnTo>
                    <a:pt x="490" y="1329"/>
                  </a:lnTo>
                  <a:lnTo>
                    <a:pt x="490" y="1331"/>
                  </a:lnTo>
                  <a:lnTo>
                    <a:pt x="490" y="1331"/>
                  </a:lnTo>
                  <a:lnTo>
                    <a:pt x="490" y="1333"/>
                  </a:lnTo>
                  <a:lnTo>
                    <a:pt x="490" y="1335"/>
                  </a:lnTo>
                  <a:lnTo>
                    <a:pt x="489" y="1337"/>
                  </a:lnTo>
                  <a:lnTo>
                    <a:pt x="489" y="1337"/>
                  </a:lnTo>
                  <a:lnTo>
                    <a:pt x="487" y="1341"/>
                  </a:lnTo>
                  <a:lnTo>
                    <a:pt x="487" y="1341"/>
                  </a:lnTo>
                  <a:lnTo>
                    <a:pt x="487" y="1341"/>
                  </a:lnTo>
                  <a:lnTo>
                    <a:pt x="485" y="1343"/>
                  </a:lnTo>
                  <a:lnTo>
                    <a:pt x="483" y="1343"/>
                  </a:lnTo>
                  <a:lnTo>
                    <a:pt x="483" y="1345"/>
                  </a:lnTo>
                  <a:lnTo>
                    <a:pt x="483" y="1345"/>
                  </a:lnTo>
                  <a:lnTo>
                    <a:pt x="483" y="1345"/>
                  </a:lnTo>
                  <a:lnTo>
                    <a:pt x="483" y="1345"/>
                  </a:lnTo>
                  <a:lnTo>
                    <a:pt x="485" y="1347"/>
                  </a:lnTo>
                  <a:lnTo>
                    <a:pt x="485" y="1347"/>
                  </a:lnTo>
                  <a:lnTo>
                    <a:pt x="485" y="1347"/>
                  </a:lnTo>
                  <a:lnTo>
                    <a:pt x="485" y="1347"/>
                  </a:lnTo>
                  <a:lnTo>
                    <a:pt x="483" y="1349"/>
                  </a:lnTo>
                  <a:lnTo>
                    <a:pt x="483" y="1349"/>
                  </a:lnTo>
                  <a:lnTo>
                    <a:pt x="477" y="1355"/>
                  </a:lnTo>
                  <a:lnTo>
                    <a:pt x="477" y="1355"/>
                  </a:lnTo>
                  <a:lnTo>
                    <a:pt x="477" y="1357"/>
                  </a:lnTo>
                  <a:lnTo>
                    <a:pt x="477" y="1357"/>
                  </a:lnTo>
                  <a:lnTo>
                    <a:pt x="475" y="1359"/>
                  </a:lnTo>
                  <a:lnTo>
                    <a:pt x="473" y="1359"/>
                  </a:lnTo>
                  <a:lnTo>
                    <a:pt x="473" y="1359"/>
                  </a:lnTo>
                  <a:lnTo>
                    <a:pt x="473" y="1361"/>
                  </a:lnTo>
                  <a:lnTo>
                    <a:pt x="473" y="1361"/>
                  </a:lnTo>
                  <a:lnTo>
                    <a:pt x="473" y="1361"/>
                  </a:lnTo>
                  <a:lnTo>
                    <a:pt x="475" y="1363"/>
                  </a:lnTo>
                  <a:lnTo>
                    <a:pt x="475" y="1363"/>
                  </a:lnTo>
                  <a:lnTo>
                    <a:pt x="475" y="1364"/>
                  </a:lnTo>
                  <a:lnTo>
                    <a:pt x="475" y="1364"/>
                  </a:lnTo>
                  <a:lnTo>
                    <a:pt x="475" y="1364"/>
                  </a:lnTo>
                  <a:lnTo>
                    <a:pt x="473" y="1364"/>
                  </a:lnTo>
                  <a:lnTo>
                    <a:pt x="471" y="1368"/>
                  </a:lnTo>
                  <a:lnTo>
                    <a:pt x="471" y="1370"/>
                  </a:lnTo>
                  <a:lnTo>
                    <a:pt x="471" y="1370"/>
                  </a:lnTo>
                  <a:lnTo>
                    <a:pt x="471" y="1370"/>
                  </a:lnTo>
                  <a:lnTo>
                    <a:pt x="471" y="1372"/>
                  </a:lnTo>
                  <a:lnTo>
                    <a:pt x="471" y="1372"/>
                  </a:lnTo>
                  <a:lnTo>
                    <a:pt x="471" y="1372"/>
                  </a:lnTo>
                  <a:lnTo>
                    <a:pt x="471" y="1374"/>
                  </a:lnTo>
                  <a:lnTo>
                    <a:pt x="471" y="1374"/>
                  </a:lnTo>
                  <a:lnTo>
                    <a:pt x="469" y="1376"/>
                  </a:lnTo>
                  <a:lnTo>
                    <a:pt x="467" y="1378"/>
                  </a:lnTo>
                  <a:lnTo>
                    <a:pt x="465" y="1380"/>
                  </a:lnTo>
                  <a:lnTo>
                    <a:pt x="459" y="1380"/>
                  </a:lnTo>
                  <a:lnTo>
                    <a:pt x="459" y="1380"/>
                  </a:lnTo>
                  <a:lnTo>
                    <a:pt x="455" y="1382"/>
                  </a:lnTo>
                  <a:lnTo>
                    <a:pt x="451" y="1386"/>
                  </a:lnTo>
                  <a:lnTo>
                    <a:pt x="451" y="1388"/>
                  </a:lnTo>
                  <a:lnTo>
                    <a:pt x="449" y="1390"/>
                  </a:lnTo>
                  <a:lnTo>
                    <a:pt x="449" y="1390"/>
                  </a:lnTo>
                  <a:lnTo>
                    <a:pt x="449" y="1390"/>
                  </a:lnTo>
                  <a:lnTo>
                    <a:pt x="449" y="1390"/>
                  </a:lnTo>
                  <a:lnTo>
                    <a:pt x="449" y="1390"/>
                  </a:lnTo>
                  <a:lnTo>
                    <a:pt x="445" y="1390"/>
                  </a:lnTo>
                  <a:lnTo>
                    <a:pt x="445" y="1392"/>
                  </a:lnTo>
                  <a:lnTo>
                    <a:pt x="445" y="1392"/>
                  </a:lnTo>
                  <a:lnTo>
                    <a:pt x="445" y="1392"/>
                  </a:lnTo>
                  <a:lnTo>
                    <a:pt x="445" y="1394"/>
                  </a:lnTo>
                  <a:lnTo>
                    <a:pt x="443" y="1394"/>
                  </a:lnTo>
                  <a:lnTo>
                    <a:pt x="443" y="1394"/>
                  </a:lnTo>
                  <a:lnTo>
                    <a:pt x="443" y="1396"/>
                  </a:lnTo>
                  <a:lnTo>
                    <a:pt x="443" y="1396"/>
                  </a:lnTo>
                  <a:lnTo>
                    <a:pt x="443" y="1396"/>
                  </a:lnTo>
                  <a:lnTo>
                    <a:pt x="443" y="1398"/>
                  </a:lnTo>
                  <a:lnTo>
                    <a:pt x="439" y="1398"/>
                  </a:lnTo>
                  <a:lnTo>
                    <a:pt x="439" y="1400"/>
                  </a:lnTo>
                  <a:lnTo>
                    <a:pt x="438" y="1400"/>
                  </a:lnTo>
                  <a:lnTo>
                    <a:pt x="436" y="1400"/>
                  </a:lnTo>
                  <a:lnTo>
                    <a:pt x="436" y="1400"/>
                  </a:lnTo>
                  <a:lnTo>
                    <a:pt x="436" y="1402"/>
                  </a:lnTo>
                  <a:lnTo>
                    <a:pt x="434" y="1402"/>
                  </a:lnTo>
                  <a:lnTo>
                    <a:pt x="434" y="1402"/>
                  </a:lnTo>
                  <a:lnTo>
                    <a:pt x="434" y="1404"/>
                  </a:lnTo>
                  <a:lnTo>
                    <a:pt x="434" y="1406"/>
                  </a:lnTo>
                  <a:lnTo>
                    <a:pt x="434" y="1406"/>
                  </a:lnTo>
                  <a:lnTo>
                    <a:pt x="432" y="1406"/>
                  </a:lnTo>
                  <a:lnTo>
                    <a:pt x="432" y="1406"/>
                  </a:lnTo>
                  <a:lnTo>
                    <a:pt x="430" y="1404"/>
                  </a:lnTo>
                  <a:lnTo>
                    <a:pt x="430" y="1404"/>
                  </a:lnTo>
                  <a:lnTo>
                    <a:pt x="430" y="1404"/>
                  </a:lnTo>
                  <a:lnTo>
                    <a:pt x="424" y="1406"/>
                  </a:lnTo>
                  <a:lnTo>
                    <a:pt x="424" y="1406"/>
                  </a:lnTo>
                  <a:lnTo>
                    <a:pt x="424" y="1406"/>
                  </a:lnTo>
                  <a:lnTo>
                    <a:pt x="422" y="1408"/>
                  </a:lnTo>
                  <a:lnTo>
                    <a:pt x="422" y="1408"/>
                  </a:lnTo>
                  <a:lnTo>
                    <a:pt x="422" y="1408"/>
                  </a:lnTo>
                  <a:lnTo>
                    <a:pt x="422" y="1408"/>
                  </a:lnTo>
                  <a:lnTo>
                    <a:pt x="418" y="1408"/>
                  </a:lnTo>
                  <a:lnTo>
                    <a:pt x="418" y="1408"/>
                  </a:lnTo>
                  <a:lnTo>
                    <a:pt x="418" y="1410"/>
                  </a:lnTo>
                  <a:lnTo>
                    <a:pt x="418" y="1410"/>
                  </a:lnTo>
                  <a:lnTo>
                    <a:pt x="418" y="1410"/>
                  </a:lnTo>
                  <a:lnTo>
                    <a:pt x="416" y="1410"/>
                  </a:lnTo>
                  <a:lnTo>
                    <a:pt x="416" y="1410"/>
                  </a:lnTo>
                  <a:lnTo>
                    <a:pt x="416" y="1410"/>
                  </a:lnTo>
                  <a:lnTo>
                    <a:pt x="416" y="1410"/>
                  </a:lnTo>
                  <a:lnTo>
                    <a:pt x="414" y="1410"/>
                  </a:lnTo>
                  <a:lnTo>
                    <a:pt x="414" y="1408"/>
                  </a:lnTo>
                  <a:lnTo>
                    <a:pt x="412" y="1408"/>
                  </a:lnTo>
                  <a:lnTo>
                    <a:pt x="402" y="1408"/>
                  </a:lnTo>
                  <a:lnTo>
                    <a:pt x="398" y="1410"/>
                  </a:lnTo>
                  <a:lnTo>
                    <a:pt x="392" y="1410"/>
                  </a:lnTo>
                  <a:lnTo>
                    <a:pt x="390" y="1410"/>
                  </a:lnTo>
                  <a:lnTo>
                    <a:pt x="390" y="1408"/>
                  </a:lnTo>
                  <a:lnTo>
                    <a:pt x="388" y="1408"/>
                  </a:lnTo>
                  <a:lnTo>
                    <a:pt x="388" y="1406"/>
                  </a:lnTo>
                  <a:lnTo>
                    <a:pt x="388" y="1406"/>
                  </a:lnTo>
                  <a:lnTo>
                    <a:pt x="388" y="1406"/>
                  </a:lnTo>
                  <a:lnTo>
                    <a:pt x="388" y="1406"/>
                  </a:lnTo>
                  <a:lnTo>
                    <a:pt x="388" y="1406"/>
                  </a:lnTo>
                  <a:lnTo>
                    <a:pt x="387" y="1406"/>
                  </a:lnTo>
                  <a:lnTo>
                    <a:pt x="387" y="1404"/>
                  </a:lnTo>
                  <a:lnTo>
                    <a:pt x="385" y="1404"/>
                  </a:lnTo>
                  <a:lnTo>
                    <a:pt x="385" y="1404"/>
                  </a:lnTo>
                  <a:lnTo>
                    <a:pt x="383" y="1404"/>
                  </a:lnTo>
                  <a:lnTo>
                    <a:pt x="383" y="1404"/>
                  </a:lnTo>
                  <a:lnTo>
                    <a:pt x="383" y="1404"/>
                  </a:lnTo>
                  <a:lnTo>
                    <a:pt x="381" y="1404"/>
                  </a:lnTo>
                  <a:lnTo>
                    <a:pt x="381" y="1404"/>
                  </a:lnTo>
                  <a:lnTo>
                    <a:pt x="379" y="1404"/>
                  </a:lnTo>
                  <a:lnTo>
                    <a:pt x="379" y="1404"/>
                  </a:lnTo>
                  <a:lnTo>
                    <a:pt x="375" y="1404"/>
                  </a:lnTo>
                  <a:lnTo>
                    <a:pt x="375" y="1404"/>
                  </a:lnTo>
                  <a:lnTo>
                    <a:pt x="375" y="1404"/>
                  </a:lnTo>
                  <a:lnTo>
                    <a:pt x="373" y="1402"/>
                  </a:lnTo>
                  <a:lnTo>
                    <a:pt x="373" y="1402"/>
                  </a:lnTo>
                  <a:lnTo>
                    <a:pt x="373" y="1402"/>
                  </a:lnTo>
                  <a:lnTo>
                    <a:pt x="371" y="1402"/>
                  </a:lnTo>
                  <a:lnTo>
                    <a:pt x="359" y="1402"/>
                  </a:lnTo>
                  <a:lnTo>
                    <a:pt x="359" y="1402"/>
                  </a:lnTo>
                  <a:lnTo>
                    <a:pt x="357" y="1404"/>
                  </a:lnTo>
                  <a:lnTo>
                    <a:pt x="357" y="1404"/>
                  </a:lnTo>
                  <a:lnTo>
                    <a:pt x="355" y="1402"/>
                  </a:lnTo>
                  <a:lnTo>
                    <a:pt x="353" y="1402"/>
                  </a:lnTo>
                  <a:lnTo>
                    <a:pt x="351" y="1398"/>
                  </a:lnTo>
                  <a:lnTo>
                    <a:pt x="341" y="1400"/>
                  </a:lnTo>
                  <a:lnTo>
                    <a:pt x="341" y="1402"/>
                  </a:lnTo>
                  <a:lnTo>
                    <a:pt x="339" y="1402"/>
                  </a:lnTo>
                  <a:lnTo>
                    <a:pt x="339" y="1402"/>
                  </a:lnTo>
                  <a:lnTo>
                    <a:pt x="339" y="1402"/>
                  </a:lnTo>
                  <a:lnTo>
                    <a:pt x="339" y="1402"/>
                  </a:lnTo>
                  <a:lnTo>
                    <a:pt x="337" y="1400"/>
                  </a:lnTo>
                  <a:lnTo>
                    <a:pt x="337" y="1400"/>
                  </a:lnTo>
                  <a:lnTo>
                    <a:pt x="337" y="1400"/>
                  </a:lnTo>
                  <a:lnTo>
                    <a:pt x="337" y="1398"/>
                  </a:lnTo>
                  <a:lnTo>
                    <a:pt x="337" y="1398"/>
                  </a:lnTo>
                  <a:lnTo>
                    <a:pt x="337" y="1396"/>
                  </a:lnTo>
                  <a:lnTo>
                    <a:pt x="337" y="1396"/>
                  </a:lnTo>
                  <a:lnTo>
                    <a:pt x="336" y="1396"/>
                  </a:lnTo>
                  <a:lnTo>
                    <a:pt x="336" y="1394"/>
                  </a:lnTo>
                  <a:lnTo>
                    <a:pt x="336" y="1394"/>
                  </a:lnTo>
                  <a:lnTo>
                    <a:pt x="336" y="1392"/>
                  </a:lnTo>
                  <a:lnTo>
                    <a:pt x="336" y="1392"/>
                  </a:lnTo>
                  <a:lnTo>
                    <a:pt x="336" y="1392"/>
                  </a:lnTo>
                  <a:lnTo>
                    <a:pt x="334" y="1390"/>
                  </a:lnTo>
                  <a:lnTo>
                    <a:pt x="334" y="1390"/>
                  </a:lnTo>
                  <a:lnTo>
                    <a:pt x="334" y="1388"/>
                  </a:lnTo>
                  <a:lnTo>
                    <a:pt x="332" y="1388"/>
                  </a:lnTo>
                  <a:lnTo>
                    <a:pt x="328" y="1386"/>
                  </a:lnTo>
                  <a:lnTo>
                    <a:pt x="326" y="1386"/>
                  </a:lnTo>
                  <a:lnTo>
                    <a:pt x="326" y="1384"/>
                  </a:lnTo>
                  <a:lnTo>
                    <a:pt x="326" y="1384"/>
                  </a:lnTo>
                  <a:lnTo>
                    <a:pt x="324" y="1382"/>
                  </a:lnTo>
                  <a:lnTo>
                    <a:pt x="322" y="1380"/>
                  </a:lnTo>
                  <a:lnTo>
                    <a:pt x="322" y="1380"/>
                  </a:lnTo>
                  <a:lnTo>
                    <a:pt x="322" y="1380"/>
                  </a:lnTo>
                  <a:lnTo>
                    <a:pt x="322" y="1378"/>
                  </a:lnTo>
                  <a:lnTo>
                    <a:pt x="324" y="1374"/>
                  </a:lnTo>
                  <a:lnTo>
                    <a:pt x="328" y="1368"/>
                  </a:lnTo>
                  <a:lnTo>
                    <a:pt x="330" y="1366"/>
                  </a:lnTo>
                  <a:lnTo>
                    <a:pt x="332" y="1361"/>
                  </a:lnTo>
                  <a:lnTo>
                    <a:pt x="337" y="1355"/>
                  </a:lnTo>
                  <a:lnTo>
                    <a:pt x="339" y="1353"/>
                  </a:lnTo>
                  <a:lnTo>
                    <a:pt x="341" y="1351"/>
                  </a:lnTo>
                  <a:lnTo>
                    <a:pt x="345" y="1349"/>
                  </a:lnTo>
                  <a:lnTo>
                    <a:pt x="347" y="1345"/>
                  </a:lnTo>
                  <a:lnTo>
                    <a:pt x="351" y="1341"/>
                  </a:lnTo>
                  <a:lnTo>
                    <a:pt x="357" y="1337"/>
                  </a:lnTo>
                  <a:lnTo>
                    <a:pt x="361" y="1333"/>
                  </a:lnTo>
                  <a:lnTo>
                    <a:pt x="363" y="1329"/>
                  </a:lnTo>
                  <a:lnTo>
                    <a:pt x="365" y="1323"/>
                  </a:lnTo>
                  <a:lnTo>
                    <a:pt x="363" y="1317"/>
                  </a:lnTo>
                  <a:lnTo>
                    <a:pt x="361" y="1311"/>
                  </a:lnTo>
                  <a:lnTo>
                    <a:pt x="363" y="1311"/>
                  </a:lnTo>
                  <a:lnTo>
                    <a:pt x="365" y="1309"/>
                  </a:lnTo>
                  <a:lnTo>
                    <a:pt x="367" y="1309"/>
                  </a:lnTo>
                  <a:lnTo>
                    <a:pt x="369" y="1309"/>
                  </a:lnTo>
                  <a:lnTo>
                    <a:pt x="373" y="1309"/>
                  </a:lnTo>
                  <a:lnTo>
                    <a:pt x="377" y="1306"/>
                  </a:lnTo>
                  <a:lnTo>
                    <a:pt x="379" y="1304"/>
                  </a:lnTo>
                  <a:lnTo>
                    <a:pt x="381" y="1300"/>
                  </a:lnTo>
                  <a:lnTo>
                    <a:pt x="385" y="1296"/>
                  </a:lnTo>
                  <a:lnTo>
                    <a:pt x="385" y="1292"/>
                  </a:lnTo>
                  <a:lnTo>
                    <a:pt x="383" y="1288"/>
                  </a:lnTo>
                  <a:lnTo>
                    <a:pt x="379" y="1284"/>
                  </a:lnTo>
                  <a:lnTo>
                    <a:pt x="379" y="1284"/>
                  </a:lnTo>
                  <a:lnTo>
                    <a:pt x="375" y="1282"/>
                  </a:lnTo>
                  <a:lnTo>
                    <a:pt x="371" y="1282"/>
                  </a:lnTo>
                  <a:lnTo>
                    <a:pt x="367" y="1278"/>
                  </a:lnTo>
                  <a:lnTo>
                    <a:pt x="367" y="1278"/>
                  </a:lnTo>
                  <a:lnTo>
                    <a:pt x="367" y="1274"/>
                  </a:lnTo>
                  <a:lnTo>
                    <a:pt x="367" y="1272"/>
                  </a:lnTo>
                  <a:lnTo>
                    <a:pt x="365" y="1266"/>
                  </a:lnTo>
                  <a:lnTo>
                    <a:pt x="361" y="1260"/>
                  </a:lnTo>
                  <a:lnTo>
                    <a:pt x="359" y="1256"/>
                  </a:lnTo>
                  <a:lnTo>
                    <a:pt x="361" y="1253"/>
                  </a:lnTo>
                  <a:lnTo>
                    <a:pt x="365" y="1251"/>
                  </a:lnTo>
                  <a:lnTo>
                    <a:pt x="367" y="1245"/>
                  </a:lnTo>
                  <a:lnTo>
                    <a:pt x="367" y="1237"/>
                  </a:lnTo>
                  <a:lnTo>
                    <a:pt x="363" y="1233"/>
                  </a:lnTo>
                  <a:lnTo>
                    <a:pt x="361" y="1229"/>
                  </a:lnTo>
                  <a:lnTo>
                    <a:pt x="359" y="1225"/>
                  </a:lnTo>
                  <a:lnTo>
                    <a:pt x="357" y="1221"/>
                  </a:lnTo>
                  <a:lnTo>
                    <a:pt x="355" y="1215"/>
                  </a:lnTo>
                  <a:lnTo>
                    <a:pt x="353" y="1211"/>
                  </a:lnTo>
                  <a:lnTo>
                    <a:pt x="353" y="1207"/>
                  </a:lnTo>
                  <a:lnTo>
                    <a:pt x="351" y="1203"/>
                  </a:lnTo>
                  <a:lnTo>
                    <a:pt x="349" y="1201"/>
                  </a:lnTo>
                  <a:lnTo>
                    <a:pt x="343" y="1198"/>
                  </a:lnTo>
                  <a:lnTo>
                    <a:pt x="337" y="1194"/>
                  </a:lnTo>
                  <a:lnTo>
                    <a:pt x="339" y="1190"/>
                  </a:lnTo>
                  <a:lnTo>
                    <a:pt x="341" y="1180"/>
                  </a:lnTo>
                  <a:lnTo>
                    <a:pt x="337" y="1178"/>
                  </a:lnTo>
                  <a:lnTo>
                    <a:pt x="332" y="1178"/>
                  </a:lnTo>
                  <a:lnTo>
                    <a:pt x="332" y="1174"/>
                  </a:lnTo>
                  <a:lnTo>
                    <a:pt x="330" y="1172"/>
                  </a:lnTo>
                  <a:lnTo>
                    <a:pt x="324" y="1174"/>
                  </a:lnTo>
                  <a:lnTo>
                    <a:pt x="320" y="1174"/>
                  </a:lnTo>
                  <a:lnTo>
                    <a:pt x="320" y="1172"/>
                  </a:lnTo>
                  <a:lnTo>
                    <a:pt x="322" y="1170"/>
                  </a:lnTo>
                  <a:lnTo>
                    <a:pt x="320" y="1168"/>
                  </a:lnTo>
                  <a:lnTo>
                    <a:pt x="320" y="1164"/>
                  </a:lnTo>
                  <a:lnTo>
                    <a:pt x="316" y="1160"/>
                  </a:lnTo>
                  <a:lnTo>
                    <a:pt x="312" y="1160"/>
                  </a:lnTo>
                  <a:lnTo>
                    <a:pt x="310" y="1160"/>
                  </a:lnTo>
                  <a:lnTo>
                    <a:pt x="310" y="1156"/>
                  </a:lnTo>
                  <a:lnTo>
                    <a:pt x="308" y="1152"/>
                  </a:lnTo>
                  <a:lnTo>
                    <a:pt x="306" y="1154"/>
                  </a:lnTo>
                  <a:lnTo>
                    <a:pt x="306" y="1156"/>
                  </a:lnTo>
                  <a:lnTo>
                    <a:pt x="302" y="1158"/>
                  </a:lnTo>
                  <a:lnTo>
                    <a:pt x="300" y="1156"/>
                  </a:lnTo>
                  <a:lnTo>
                    <a:pt x="296" y="1158"/>
                  </a:lnTo>
                  <a:lnTo>
                    <a:pt x="292" y="1160"/>
                  </a:lnTo>
                  <a:lnTo>
                    <a:pt x="288" y="1162"/>
                  </a:lnTo>
                  <a:lnTo>
                    <a:pt x="285" y="1164"/>
                  </a:lnTo>
                  <a:lnTo>
                    <a:pt x="283" y="1162"/>
                  </a:lnTo>
                  <a:lnTo>
                    <a:pt x="281" y="1160"/>
                  </a:lnTo>
                  <a:lnTo>
                    <a:pt x="279" y="1160"/>
                  </a:lnTo>
                  <a:lnTo>
                    <a:pt x="275" y="1162"/>
                  </a:lnTo>
                  <a:lnTo>
                    <a:pt x="275" y="1166"/>
                  </a:lnTo>
                  <a:lnTo>
                    <a:pt x="273" y="1166"/>
                  </a:lnTo>
                  <a:lnTo>
                    <a:pt x="271" y="1164"/>
                  </a:lnTo>
                  <a:lnTo>
                    <a:pt x="263" y="1164"/>
                  </a:lnTo>
                  <a:lnTo>
                    <a:pt x="261" y="1158"/>
                  </a:lnTo>
                  <a:lnTo>
                    <a:pt x="257" y="1158"/>
                  </a:lnTo>
                  <a:lnTo>
                    <a:pt x="257" y="1154"/>
                  </a:lnTo>
                  <a:lnTo>
                    <a:pt x="253" y="1150"/>
                  </a:lnTo>
                  <a:lnTo>
                    <a:pt x="253" y="1147"/>
                  </a:lnTo>
                  <a:lnTo>
                    <a:pt x="253" y="1143"/>
                  </a:lnTo>
                  <a:lnTo>
                    <a:pt x="249" y="1141"/>
                  </a:lnTo>
                  <a:lnTo>
                    <a:pt x="247" y="1137"/>
                  </a:lnTo>
                  <a:lnTo>
                    <a:pt x="245" y="1137"/>
                  </a:lnTo>
                  <a:lnTo>
                    <a:pt x="241" y="1133"/>
                  </a:lnTo>
                  <a:lnTo>
                    <a:pt x="239" y="1131"/>
                  </a:lnTo>
                  <a:lnTo>
                    <a:pt x="237" y="1129"/>
                  </a:lnTo>
                  <a:lnTo>
                    <a:pt x="237" y="1129"/>
                  </a:lnTo>
                  <a:lnTo>
                    <a:pt x="237" y="1129"/>
                  </a:lnTo>
                  <a:lnTo>
                    <a:pt x="239" y="1129"/>
                  </a:lnTo>
                  <a:lnTo>
                    <a:pt x="239" y="1127"/>
                  </a:lnTo>
                  <a:lnTo>
                    <a:pt x="239" y="1127"/>
                  </a:lnTo>
                  <a:lnTo>
                    <a:pt x="241" y="1125"/>
                  </a:lnTo>
                  <a:lnTo>
                    <a:pt x="241" y="1125"/>
                  </a:lnTo>
                  <a:lnTo>
                    <a:pt x="241" y="1125"/>
                  </a:lnTo>
                  <a:lnTo>
                    <a:pt x="241" y="1125"/>
                  </a:lnTo>
                  <a:lnTo>
                    <a:pt x="241" y="1123"/>
                  </a:lnTo>
                  <a:lnTo>
                    <a:pt x="249" y="1117"/>
                  </a:lnTo>
                  <a:lnTo>
                    <a:pt x="249" y="1115"/>
                  </a:lnTo>
                  <a:lnTo>
                    <a:pt x="259" y="1109"/>
                  </a:lnTo>
                  <a:lnTo>
                    <a:pt x="259" y="1109"/>
                  </a:lnTo>
                  <a:lnTo>
                    <a:pt x="263" y="1109"/>
                  </a:lnTo>
                  <a:lnTo>
                    <a:pt x="263" y="1109"/>
                  </a:lnTo>
                  <a:lnTo>
                    <a:pt x="265" y="1107"/>
                  </a:lnTo>
                  <a:lnTo>
                    <a:pt x="265" y="1107"/>
                  </a:lnTo>
                  <a:lnTo>
                    <a:pt x="267" y="1105"/>
                  </a:lnTo>
                  <a:lnTo>
                    <a:pt x="267" y="1105"/>
                  </a:lnTo>
                  <a:lnTo>
                    <a:pt x="271" y="1103"/>
                  </a:lnTo>
                  <a:lnTo>
                    <a:pt x="273" y="1103"/>
                  </a:lnTo>
                  <a:lnTo>
                    <a:pt x="273" y="1103"/>
                  </a:lnTo>
                  <a:lnTo>
                    <a:pt x="273" y="1103"/>
                  </a:lnTo>
                  <a:lnTo>
                    <a:pt x="273" y="1101"/>
                  </a:lnTo>
                  <a:lnTo>
                    <a:pt x="273" y="1101"/>
                  </a:lnTo>
                  <a:lnTo>
                    <a:pt x="273" y="1101"/>
                  </a:lnTo>
                  <a:lnTo>
                    <a:pt x="273" y="1101"/>
                  </a:lnTo>
                  <a:lnTo>
                    <a:pt x="273" y="1099"/>
                  </a:lnTo>
                  <a:lnTo>
                    <a:pt x="273" y="1099"/>
                  </a:lnTo>
                  <a:lnTo>
                    <a:pt x="273" y="1099"/>
                  </a:lnTo>
                  <a:lnTo>
                    <a:pt x="273" y="1099"/>
                  </a:lnTo>
                  <a:lnTo>
                    <a:pt x="275" y="1099"/>
                  </a:lnTo>
                  <a:lnTo>
                    <a:pt x="275" y="1099"/>
                  </a:lnTo>
                  <a:lnTo>
                    <a:pt x="275" y="1097"/>
                  </a:lnTo>
                  <a:lnTo>
                    <a:pt x="275" y="1097"/>
                  </a:lnTo>
                  <a:lnTo>
                    <a:pt x="275" y="1097"/>
                  </a:lnTo>
                  <a:lnTo>
                    <a:pt x="275" y="1097"/>
                  </a:lnTo>
                  <a:lnTo>
                    <a:pt x="275" y="1095"/>
                  </a:lnTo>
                  <a:lnTo>
                    <a:pt x="275" y="1095"/>
                  </a:lnTo>
                  <a:lnTo>
                    <a:pt x="275" y="1095"/>
                  </a:lnTo>
                  <a:lnTo>
                    <a:pt x="275" y="1095"/>
                  </a:lnTo>
                  <a:lnTo>
                    <a:pt x="271" y="1095"/>
                  </a:lnTo>
                  <a:lnTo>
                    <a:pt x="271" y="1093"/>
                  </a:lnTo>
                  <a:lnTo>
                    <a:pt x="271" y="1093"/>
                  </a:lnTo>
                  <a:lnTo>
                    <a:pt x="269" y="1093"/>
                  </a:lnTo>
                  <a:lnTo>
                    <a:pt x="269" y="1093"/>
                  </a:lnTo>
                  <a:lnTo>
                    <a:pt x="269" y="1092"/>
                  </a:lnTo>
                  <a:lnTo>
                    <a:pt x="269" y="1092"/>
                  </a:lnTo>
                  <a:lnTo>
                    <a:pt x="269" y="1090"/>
                  </a:lnTo>
                  <a:lnTo>
                    <a:pt x="269" y="1090"/>
                  </a:lnTo>
                  <a:lnTo>
                    <a:pt x="269" y="1088"/>
                  </a:lnTo>
                  <a:lnTo>
                    <a:pt x="267" y="1086"/>
                  </a:lnTo>
                  <a:lnTo>
                    <a:pt x="267" y="1084"/>
                  </a:lnTo>
                  <a:lnTo>
                    <a:pt x="267" y="1082"/>
                  </a:lnTo>
                  <a:lnTo>
                    <a:pt x="267" y="1082"/>
                  </a:lnTo>
                  <a:lnTo>
                    <a:pt x="267" y="1082"/>
                  </a:lnTo>
                  <a:lnTo>
                    <a:pt x="267" y="1080"/>
                  </a:lnTo>
                  <a:lnTo>
                    <a:pt x="267" y="1080"/>
                  </a:lnTo>
                  <a:lnTo>
                    <a:pt x="267" y="1080"/>
                  </a:lnTo>
                  <a:lnTo>
                    <a:pt x="265" y="1078"/>
                  </a:lnTo>
                  <a:lnTo>
                    <a:pt x="265" y="1078"/>
                  </a:lnTo>
                  <a:lnTo>
                    <a:pt x="265" y="1078"/>
                  </a:lnTo>
                  <a:lnTo>
                    <a:pt x="265" y="1078"/>
                  </a:lnTo>
                  <a:lnTo>
                    <a:pt x="265" y="1076"/>
                  </a:lnTo>
                  <a:lnTo>
                    <a:pt x="265" y="1076"/>
                  </a:lnTo>
                  <a:lnTo>
                    <a:pt x="265" y="1076"/>
                  </a:lnTo>
                  <a:lnTo>
                    <a:pt x="265" y="1076"/>
                  </a:lnTo>
                  <a:lnTo>
                    <a:pt x="263" y="1076"/>
                  </a:lnTo>
                  <a:lnTo>
                    <a:pt x="263" y="1074"/>
                  </a:lnTo>
                  <a:lnTo>
                    <a:pt x="263" y="1074"/>
                  </a:lnTo>
                  <a:lnTo>
                    <a:pt x="261" y="1074"/>
                  </a:lnTo>
                  <a:lnTo>
                    <a:pt x="261" y="1074"/>
                  </a:lnTo>
                  <a:lnTo>
                    <a:pt x="261" y="1074"/>
                  </a:lnTo>
                  <a:lnTo>
                    <a:pt x="261" y="1074"/>
                  </a:lnTo>
                  <a:lnTo>
                    <a:pt x="261" y="1074"/>
                  </a:lnTo>
                  <a:lnTo>
                    <a:pt x="261" y="1072"/>
                  </a:lnTo>
                  <a:lnTo>
                    <a:pt x="261" y="1072"/>
                  </a:lnTo>
                  <a:lnTo>
                    <a:pt x="261" y="1072"/>
                  </a:lnTo>
                  <a:lnTo>
                    <a:pt x="261" y="1070"/>
                  </a:lnTo>
                  <a:lnTo>
                    <a:pt x="261" y="1070"/>
                  </a:lnTo>
                  <a:lnTo>
                    <a:pt x="261" y="1070"/>
                  </a:lnTo>
                  <a:lnTo>
                    <a:pt x="259" y="1070"/>
                  </a:lnTo>
                  <a:lnTo>
                    <a:pt x="259" y="1070"/>
                  </a:lnTo>
                  <a:lnTo>
                    <a:pt x="259" y="1070"/>
                  </a:lnTo>
                  <a:lnTo>
                    <a:pt x="259" y="1070"/>
                  </a:lnTo>
                  <a:lnTo>
                    <a:pt x="257" y="1068"/>
                  </a:lnTo>
                  <a:lnTo>
                    <a:pt x="257" y="1068"/>
                  </a:lnTo>
                  <a:lnTo>
                    <a:pt x="259" y="1066"/>
                  </a:lnTo>
                  <a:lnTo>
                    <a:pt x="259" y="1066"/>
                  </a:lnTo>
                  <a:lnTo>
                    <a:pt x="259" y="1066"/>
                  </a:lnTo>
                  <a:lnTo>
                    <a:pt x="259" y="1066"/>
                  </a:lnTo>
                  <a:lnTo>
                    <a:pt x="259" y="1064"/>
                  </a:lnTo>
                  <a:lnTo>
                    <a:pt x="259" y="1064"/>
                  </a:lnTo>
                  <a:lnTo>
                    <a:pt x="259" y="1064"/>
                  </a:lnTo>
                  <a:lnTo>
                    <a:pt x="259" y="1064"/>
                  </a:lnTo>
                  <a:lnTo>
                    <a:pt x="259" y="1062"/>
                  </a:lnTo>
                  <a:lnTo>
                    <a:pt x="259" y="1062"/>
                  </a:lnTo>
                  <a:lnTo>
                    <a:pt x="259" y="1062"/>
                  </a:lnTo>
                  <a:lnTo>
                    <a:pt x="257" y="1062"/>
                  </a:lnTo>
                  <a:lnTo>
                    <a:pt x="251" y="1062"/>
                  </a:lnTo>
                  <a:lnTo>
                    <a:pt x="251" y="1062"/>
                  </a:lnTo>
                  <a:lnTo>
                    <a:pt x="251" y="1060"/>
                  </a:lnTo>
                  <a:lnTo>
                    <a:pt x="251" y="1060"/>
                  </a:lnTo>
                  <a:lnTo>
                    <a:pt x="251" y="1060"/>
                  </a:lnTo>
                  <a:lnTo>
                    <a:pt x="251" y="1060"/>
                  </a:lnTo>
                  <a:lnTo>
                    <a:pt x="253" y="1060"/>
                  </a:lnTo>
                  <a:lnTo>
                    <a:pt x="253" y="1058"/>
                  </a:lnTo>
                  <a:lnTo>
                    <a:pt x="251" y="1058"/>
                  </a:lnTo>
                  <a:lnTo>
                    <a:pt x="251" y="1058"/>
                  </a:lnTo>
                  <a:lnTo>
                    <a:pt x="249" y="1056"/>
                  </a:lnTo>
                  <a:lnTo>
                    <a:pt x="243" y="1056"/>
                  </a:lnTo>
                  <a:lnTo>
                    <a:pt x="243" y="1056"/>
                  </a:lnTo>
                  <a:lnTo>
                    <a:pt x="243" y="1056"/>
                  </a:lnTo>
                  <a:lnTo>
                    <a:pt x="241" y="1052"/>
                  </a:lnTo>
                  <a:lnTo>
                    <a:pt x="241" y="1052"/>
                  </a:lnTo>
                  <a:lnTo>
                    <a:pt x="237" y="1050"/>
                  </a:lnTo>
                  <a:lnTo>
                    <a:pt x="237" y="1050"/>
                  </a:lnTo>
                  <a:lnTo>
                    <a:pt x="237" y="1048"/>
                  </a:lnTo>
                  <a:lnTo>
                    <a:pt x="239" y="1048"/>
                  </a:lnTo>
                  <a:lnTo>
                    <a:pt x="239" y="1048"/>
                  </a:lnTo>
                  <a:lnTo>
                    <a:pt x="239" y="1046"/>
                  </a:lnTo>
                  <a:lnTo>
                    <a:pt x="239" y="1044"/>
                  </a:lnTo>
                  <a:lnTo>
                    <a:pt x="239" y="1044"/>
                  </a:lnTo>
                  <a:lnTo>
                    <a:pt x="239" y="1042"/>
                  </a:lnTo>
                  <a:lnTo>
                    <a:pt x="236" y="1042"/>
                  </a:lnTo>
                  <a:lnTo>
                    <a:pt x="236" y="1042"/>
                  </a:lnTo>
                  <a:lnTo>
                    <a:pt x="236" y="1042"/>
                  </a:lnTo>
                  <a:lnTo>
                    <a:pt x="236" y="1042"/>
                  </a:lnTo>
                  <a:lnTo>
                    <a:pt x="236" y="1040"/>
                  </a:lnTo>
                  <a:lnTo>
                    <a:pt x="234" y="1039"/>
                  </a:lnTo>
                  <a:lnTo>
                    <a:pt x="234" y="1039"/>
                  </a:lnTo>
                  <a:lnTo>
                    <a:pt x="234" y="1039"/>
                  </a:lnTo>
                  <a:lnTo>
                    <a:pt x="234" y="1037"/>
                  </a:lnTo>
                  <a:lnTo>
                    <a:pt x="234" y="1037"/>
                  </a:lnTo>
                  <a:lnTo>
                    <a:pt x="234" y="1037"/>
                  </a:lnTo>
                  <a:lnTo>
                    <a:pt x="236" y="1037"/>
                  </a:lnTo>
                  <a:lnTo>
                    <a:pt x="241" y="1035"/>
                  </a:lnTo>
                  <a:lnTo>
                    <a:pt x="241" y="1035"/>
                  </a:lnTo>
                  <a:lnTo>
                    <a:pt x="241" y="1035"/>
                  </a:lnTo>
                  <a:lnTo>
                    <a:pt x="241" y="1035"/>
                  </a:lnTo>
                  <a:lnTo>
                    <a:pt x="241" y="1033"/>
                  </a:lnTo>
                  <a:lnTo>
                    <a:pt x="241" y="1033"/>
                  </a:lnTo>
                  <a:lnTo>
                    <a:pt x="243" y="1031"/>
                  </a:lnTo>
                  <a:lnTo>
                    <a:pt x="243" y="1031"/>
                  </a:lnTo>
                  <a:lnTo>
                    <a:pt x="243" y="1031"/>
                  </a:lnTo>
                  <a:lnTo>
                    <a:pt x="245" y="1031"/>
                  </a:lnTo>
                  <a:lnTo>
                    <a:pt x="245" y="1031"/>
                  </a:lnTo>
                  <a:lnTo>
                    <a:pt x="245" y="1029"/>
                  </a:lnTo>
                  <a:lnTo>
                    <a:pt x="245" y="1029"/>
                  </a:lnTo>
                  <a:lnTo>
                    <a:pt x="245" y="1029"/>
                  </a:lnTo>
                  <a:lnTo>
                    <a:pt x="243" y="1029"/>
                  </a:lnTo>
                  <a:lnTo>
                    <a:pt x="243" y="1029"/>
                  </a:lnTo>
                  <a:lnTo>
                    <a:pt x="241" y="1027"/>
                  </a:lnTo>
                  <a:lnTo>
                    <a:pt x="241" y="1027"/>
                  </a:lnTo>
                  <a:lnTo>
                    <a:pt x="241" y="1027"/>
                  </a:lnTo>
                  <a:lnTo>
                    <a:pt x="239" y="1023"/>
                  </a:lnTo>
                  <a:lnTo>
                    <a:pt x="239" y="1023"/>
                  </a:lnTo>
                  <a:lnTo>
                    <a:pt x="241" y="1021"/>
                  </a:lnTo>
                  <a:lnTo>
                    <a:pt x="241" y="1021"/>
                  </a:lnTo>
                  <a:lnTo>
                    <a:pt x="241" y="1021"/>
                  </a:lnTo>
                  <a:lnTo>
                    <a:pt x="239" y="1019"/>
                  </a:lnTo>
                  <a:lnTo>
                    <a:pt x="239" y="1015"/>
                  </a:lnTo>
                  <a:lnTo>
                    <a:pt x="243" y="1001"/>
                  </a:lnTo>
                  <a:lnTo>
                    <a:pt x="243" y="1001"/>
                  </a:lnTo>
                  <a:lnTo>
                    <a:pt x="243" y="999"/>
                  </a:lnTo>
                  <a:lnTo>
                    <a:pt x="243" y="999"/>
                  </a:lnTo>
                  <a:lnTo>
                    <a:pt x="243" y="999"/>
                  </a:lnTo>
                  <a:lnTo>
                    <a:pt x="241" y="999"/>
                  </a:lnTo>
                  <a:lnTo>
                    <a:pt x="239" y="999"/>
                  </a:lnTo>
                  <a:lnTo>
                    <a:pt x="236" y="999"/>
                  </a:lnTo>
                  <a:lnTo>
                    <a:pt x="236" y="999"/>
                  </a:lnTo>
                  <a:lnTo>
                    <a:pt x="236" y="997"/>
                  </a:lnTo>
                  <a:lnTo>
                    <a:pt x="236" y="997"/>
                  </a:lnTo>
                  <a:lnTo>
                    <a:pt x="236" y="997"/>
                  </a:lnTo>
                  <a:lnTo>
                    <a:pt x="236" y="997"/>
                  </a:lnTo>
                  <a:lnTo>
                    <a:pt x="236" y="995"/>
                  </a:lnTo>
                  <a:lnTo>
                    <a:pt x="239" y="991"/>
                  </a:lnTo>
                  <a:lnTo>
                    <a:pt x="239" y="989"/>
                  </a:lnTo>
                  <a:lnTo>
                    <a:pt x="241" y="989"/>
                  </a:lnTo>
                  <a:lnTo>
                    <a:pt x="241" y="989"/>
                  </a:lnTo>
                  <a:lnTo>
                    <a:pt x="241" y="989"/>
                  </a:lnTo>
                  <a:lnTo>
                    <a:pt x="243" y="989"/>
                  </a:lnTo>
                  <a:lnTo>
                    <a:pt x="243" y="989"/>
                  </a:lnTo>
                  <a:lnTo>
                    <a:pt x="245" y="989"/>
                  </a:lnTo>
                  <a:lnTo>
                    <a:pt x="245" y="987"/>
                  </a:lnTo>
                  <a:lnTo>
                    <a:pt x="245" y="987"/>
                  </a:lnTo>
                  <a:lnTo>
                    <a:pt x="245" y="987"/>
                  </a:lnTo>
                  <a:lnTo>
                    <a:pt x="245" y="984"/>
                  </a:lnTo>
                  <a:lnTo>
                    <a:pt x="247" y="982"/>
                  </a:lnTo>
                  <a:lnTo>
                    <a:pt x="247" y="980"/>
                  </a:lnTo>
                  <a:lnTo>
                    <a:pt x="251" y="972"/>
                  </a:lnTo>
                  <a:lnTo>
                    <a:pt x="251" y="972"/>
                  </a:lnTo>
                  <a:lnTo>
                    <a:pt x="251" y="970"/>
                  </a:lnTo>
                  <a:lnTo>
                    <a:pt x="253" y="970"/>
                  </a:lnTo>
                  <a:lnTo>
                    <a:pt x="255" y="970"/>
                  </a:lnTo>
                  <a:lnTo>
                    <a:pt x="255" y="970"/>
                  </a:lnTo>
                  <a:lnTo>
                    <a:pt x="257" y="968"/>
                  </a:lnTo>
                  <a:lnTo>
                    <a:pt x="257" y="966"/>
                  </a:lnTo>
                  <a:lnTo>
                    <a:pt x="257" y="966"/>
                  </a:lnTo>
                  <a:lnTo>
                    <a:pt x="257" y="966"/>
                  </a:lnTo>
                  <a:lnTo>
                    <a:pt x="259" y="966"/>
                  </a:lnTo>
                  <a:lnTo>
                    <a:pt x="259" y="966"/>
                  </a:lnTo>
                  <a:lnTo>
                    <a:pt x="259" y="966"/>
                  </a:lnTo>
                  <a:lnTo>
                    <a:pt x="259" y="966"/>
                  </a:lnTo>
                  <a:lnTo>
                    <a:pt x="259" y="966"/>
                  </a:lnTo>
                  <a:lnTo>
                    <a:pt x="261" y="962"/>
                  </a:lnTo>
                  <a:lnTo>
                    <a:pt x="261" y="960"/>
                  </a:lnTo>
                  <a:lnTo>
                    <a:pt x="263" y="958"/>
                  </a:lnTo>
                  <a:lnTo>
                    <a:pt x="263" y="958"/>
                  </a:lnTo>
                  <a:lnTo>
                    <a:pt x="263" y="958"/>
                  </a:lnTo>
                  <a:lnTo>
                    <a:pt x="263" y="958"/>
                  </a:lnTo>
                  <a:lnTo>
                    <a:pt x="265" y="958"/>
                  </a:lnTo>
                  <a:lnTo>
                    <a:pt x="267" y="958"/>
                  </a:lnTo>
                  <a:lnTo>
                    <a:pt x="267" y="958"/>
                  </a:lnTo>
                  <a:lnTo>
                    <a:pt x="273" y="956"/>
                  </a:lnTo>
                  <a:lnTo>
                    <a:pt x="273" y="956"/>
                  </a:lnTo>
                  <a:lnTo>
                    <a:pt x="273" y="954"/>
                  </a:lnTo>
                  <a:lnTo>
                    <a:pt x="273" y="954"/>
                  </a:lnTo>
                  <a:lnTo>
                    <a:pt x="273" y="942"/>
                  </a:lnTo>
                  <a:lnTo>
                    <a:pt x="273" y="936"/>
                  </a:lnTo>
                  <a:lnTo>
                    <a:pt x="273" y="932"/>
                  </a:lnTo>
                  <a:lnTo>
                    <a:pt x="271" y="931"/>
                  </a:lnTo>
                  <a:lnTo>
                    <a:pt x="271" y="931"/>
                  </a:lnTo>
                  <a:lnTo>
                    <a:pt x="271" y="931"/>
                  </a:lnTo>
                  <a:lnTo>
                    <a:pt x="251" y="931"/>
                  </a:lnTo>
                  <a:lnTo>
                    <a:pt x="251" y="929"/>
                  </a:lnTo>
                  <a:lnTo>
                    <a:pt x="249" y="929"/>
                  </a:lnTo>
                  <a:lnTo>
                    <a:pt x="249" y="929"/>
                  </a:lnTo>
                  <a:lnTo>
                    <a:pt x="249" y="929"/>
                  </a:lnTo>
                  <a:lnTo>
                    <a:pt x="245" y="925"/>
                  </a:lnTo>
                  <a:lnTo>
                    <a:pt x="243" y="923"/>
                  </a:lnTo>
                  <a:lnTo>
                    <a:pt x="220" y="917"/>
                  </a:lnTo>
                  <a:lnTo>
                    <a:pt x="220" y="917"/>
                  </a:lnTo>
                  <a:lnTo>
                    <a:pt x="220" y="917"/>
                  </a:lnTo>
                  <a:lnTo>
                    <a:pt x="220" y="917"/>
                  </a:lnTo>
                  <a:lnTo>
                    <a:pt x="220" y="917"/>
                  </a:lnTo>
                  <a:lnTo>
                    <a:pt x="218" y="913"/>
                  </a:lnTo>
                  <a:lnTo>
                    <a:pt x="218" y="911"/>
                  </a:lnTo>
                  <a:lnTo>
                    <a:pt x="218" y="911"/>
                  </a:lnTo>
                  <a:lnTo>
                    <a:pt x="218" y="911"/>
                  </a:lnTo>
                  <a:lnTo>
                    <a:pt x="218" y="911"/>
                  </a:lnTo>
                  <a:lnTo>
                    <a:pt x="218" y="909"/>
                  </a:lnTo>
                  <a:lnTo>
                    <a:pt x="218" y="909"/>
                  </a:lnTo>
                  <a:lnTo>
                    <a:pt x="218" y="909"/>
                  </a:lnTo>
                  <a:lnTo>
                    <a:pt x="218" y="909"/>
                  </a:lnTo>
                  <a:lnTo>
                    <a:pt x="216" y="907"/>
                  </a:lnTo>
                  <a:lnTo>
                    <a:pt x="216" y="907"/>
                  </a:lnTo>
                  <a:lnTo>
                    <a:pt x="216" y="907"/>
                  </a:lnTo>
                  <a:lnTo>
                    <a:pt x="216" y="905"/>
                  </a:lnTo>
                  <a:lnTo>
                    <a:pt x="214" y="903"/>
                  </a:lnTo>
                  <a:lnTo>
                    <a:pt x="210" y="885"/>
                  </a:lnTo>
                  <a:lnTo>
                    <a:pt x="212" y="885"/>
                  </a:lnTo>
                  <a:lnTo>
                    <a:pt x="212" y="883"/>
                  </a:lnTo>
                  <a:lnTo>
                    <a:pt x="212" y="883"/>
                  </a:lnTo>
                  <a:lnTo>
                    <a:pt x="212" y="883"/>
                  </a:lnTo>
                  <a:lnTo>
                    <a:pt x="212" y="883"/>
                  </a:lnTo>
                  <a:lnTo>
                    <a:pt x="232" y="852"/>
                  </a:lnTo>
                  <a:lnTo>
                    <a:pt x="232" y="852"/>
                  </a:lnTo>
                  <a:lnTo>
                    <a:pt x="232" y="852"/>
                  </a:lnTo>
                  <a:lnTo>
                    <a:pt x="249" y="844"/>
                  </a:lnTo>
                  <a:lnTo>
                    <a:pt x="249" y="842"/>
                  </a:lnTo>
                  <a:lnTo>
                    <a:pt x="249" y="842"/>
                  </a:lnTo>
                  <a:lnTo>
                    <a:pt x="249" y="842"/>
                  </a:lnTo>
                  <a:lnTo>
                    <a:pt x="249" y="842"/>
                  </a:lnTo>
                  <a:lnTo>
                    <a:pt x="241" y="828"/>
                  </a:lnTo>
                  <a:lnTo>
                    <a:pt x="241" y="826"/>
                  </a:lnTo>
                  <a:lnTo>
                    <a:pt x="241" y="824"/>
                  </a:lnTo>
                  <a:lnTo>
                    <a:pt x="241" y="823"/>
                  </a:lnTo>
                  <a:lnTo>
                    <a:pt x="241" y="821"/>
                  </a:lnTo>
                  <a:lnTo>
                    <a:pt x="241" y="821"/>
                  </a:lnTo>
                  <a:lnTo>
                    <a:pt x="239" y="821"/>
                  </a:lnTo>
                  <a:lnTo>
                    <a:pt x="212" y="823"/>
                  </a:lnTo>
                  <a:lnTo>
                    <a:pt x="212" y="823"/>
                  </a:lnTo>
                  <a:lnTo>
                    <a:pt x="210" y="821"/>
                  </a:lnTo>
                  <a:lnTo>
                    <a:pt x="210" y="821"/>
                  </a:lnTo>
                  <a:lnTo>
                    <a:pt x="196" y="791"/>
                  </a:lnTo>
                  <a:lnTo>
                    <a:pt x="196" y="789"/>
                  </a:lnTo>
                  <a:lnTo>
                    <a:pt x="194" y="789"/>
                  </a:lnTo>
                  <a:lnTo>
                    <a:pt x="194" y="789"/>
                  </a:lnTo>
                  <a:lnTo>
                    <a:pt x="183" y="787"/>
                  </a:lnTo>
                  <a:lnTo>
                    <a:pt x="183" y="787"/>
                  </a:lnTo>
                  <a:lnTo>
                    <a:pt x="183" y="785"/>
                  </a:lnTo>
                  <a:lnTo>
                    <a:pt x="181" y="785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79" y="770"/>
                  </a:lnTo>
                  <a:lnTo>
                    <a:pt x="159" y="764"/>
                  </a:lnTo>
                  <a:lnTo>
                    <a:pt x="132" y="764"/>
                  </a:lnTo>
                  <a:lnTo>
                    <a:pt x="112" y="768"/>
                  </a:lnTo>
                  <a:lnTo>
                    <a:pt x="79" y="766"/>
                  </a:lnTo>
                  <a:lnTo>
                    <a:pt x="77" y="764"/>
                  </a:lnTo>
                  <a:lnTo>
                    <a:pt x="75" y="762"/>
                  </a:lnTo>
                  <a:lnTo>
                    <a:pt x="73" y="760"/>
                  </a:lnTo>
                  <a:lnTo>
                    <a:pt x="73" y="760"/>
                  </a:lnTo>
                  <a:lnTo>
                    <a:pt x="71" y="760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5" y="754"/>
                  </a:lnTo>
                  <a:lnTo>
                    <a:pt x="75" y="754"/>
                  </a:lnTo>
                  <a:lnTo>
                    <a:pt x="75" y="752"/>
                  </a:lnTo>
                  <a:lnTo>
                    <a:pt x="77" y="742"/>
                  </a:lnTo>
                  <a:lnTo>
                    <a:pt x="77" y="742"/>
                  </a:lnTo>
                  <a:lnTo>
                    <a:pt x="77" y="740"/>
                  </a:lnTo>
                  <a:lnTo>
                    <a:pt x="77" y="740"/>
                  </a:lnTo>
                  <a:lnTo>
                    <a:pt x="79" y="738"/>
                  </a:lnTo>
                  <a:lnTo>
                    <a:pt x="79" y="738"/>
                  </a:lnTo>
                  <a:lnTo>
                    <a:pt x="79" y="736"/>
                  </a:lnTo>
                  <a:lnTo>
                    <a:pt x="81" y="732"/>
                  </a:lnTo>
                  <a:lnTo>
                    <a:pt x="81" y="730"/>
                  </a:lnTo>
                  <a:lnTo>
                    <a:pt x="83" y="730"/>
                  </a:lnTo>
                  <a:lnTo>
                    <a:pt x="83" y="728"/>
                  </a:lnTo>
                  <a:lnTo>
                    <a:pt x="83" y="728"/>
                  </a:lnTo>
                  <a:lnTo>
                    <a:pt x="84" y="728"/>
                  </a:lnTo>
                  <a:lnTo>
                    <a:pt x="84" y="726"/>
                  </a:lnTo>
                  <a:lnTo>
                    <a:pt x="83" y="726"/>
                  </a:lnTo>
                  <a:lnTo>
                    <a:pt x="83" y="726"/>
                  </a:lnTo>
                  <a:lnTo>
                    <a:pt x="83" y="722"/>
                  </a:lnTo>
                  <a:lnTo>
                    <a:pt x="83" y="722"/>
                  </a:lnTo>
                  <a:lnTo>
                    <a:pt x="81" y="720"/>
                  </a:lnTo>
                  <a:lnTo>
                    <a:pt x="81" y="718"/>
                  </a:lnTo>
                  <a:lnTo>
                    <a:pt x="67" y="691"/>
                  </a:lnTo>
                  <a:lnTo>
                    <a:pt x="65" y="687"/>
                  </a:lnTo>
                  <a:lnTo>
                    <a:pt x="63" y="685"/>
                  </a:lnTo>
                  <a:lnTo>
                    <a:pt x="79" y="673"/>
                  </a:lnTo>
                  <a:lnTo>
                    <a:pt x="81" y="673"/>
                  </a:lnTo>
                  <a:lnTo>
                    <a:pt x="124" y="650"/>
                  </a:lnTo>
                  <a:lnTo>
                    <a:pt x="124" y="650"/>
                  </a:lnTo>
                  <a:lnTo>
                    <a:pt x="124" y="650"/>
                  </a:lnTo>
                  <a:lnTo>
                    <a:pt x="122" y="646"/>
                  </a:lnTo>
                  <a:lnTo>
                    <a:pt x="122" y="646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4"/>
                  </a:lnTo>
                  <a:lnTo>
                    <a:pt x="122" y="642"/>
                  </a:lnTo>
                  <a:lnTo>
                    <a:pt x="122" y="642"/>
                  </a:lnTo>
                  <a:lnTo>
                    <a:pt x="128" y="638"/>
                  </a:lnTo>
                  <a:lnTo>
                    <a:pt x="128" y="638"/>
                  </a:lnTo>
                  <a:lnTo>
                    <a:pt x="135" y="636"/>
                  </a:lnTo>
                  <a:lnTo>
                    <a:pt x="135" y="636"/>
                  </a:lnTo>
                  <a:lnTo>
                    <a:pt x="135" y="632"/>
                  </a:lnTo>
                  <a:lnTo>
                    <a:pt x="135" y="630"/>
                  </a:lnTo>
                  <a:lnTo>
                    <a:pt x="135" y="630"/>
                  </a:lnTo>
                  <a:lnTo>
                    <a:pt x="135" y="630"/>
                  </a:lnTo>
                  <a:lnTo>
                    <a:pt x="135" y="628"/>
                  </a:lnTo>
                  <a:lnTo>
                    <a:pt x="132" y="624"/>
                  </a:lnTo>
                  <a:lnTo>
                    <a:pt x="132" y="624"/>
                  </a:lnTo>
                  <a:lnTo>
                    <a:pt x="130" y="624"/>
                  </a:lnTo>
                  <a:lnTo>
                    <a:pt x="130" y="626"/>
                  </a:lnTo>
                  <a:lnTo>
                    <a:pt x="126" y="626"/>
                  </a:lnTo>
                  <a:lnTo>
                    <a:pt x="126" y="626"/>
                  </a:lnTo>
                  <a:lnTo>
                    <a:pt x="116" y="622"/>
                  </a:lnTo>
                  <a:lnTo>
                    <a:pt x="116" y="620"/>
                  </a:lnTo>
                  <a:lnTo>
                    <a:pt x="116" y="620"/>
                  </a:lnTo>
                  <a:lnTo>
                    <a:pt x="114" y="618"/>
                  </a:lnTo>
                  <a:lnTo>
                    <a:pt x="114" y="616"/>
                  </a:lnTo>
                  <a:lnTo>
                    <a:pt x="112" y="616"/>
                  </a:lnTo>
                  <a:lnTo>
                    <a:pt x="112" y="614"/>
                  </a:lnTo>
                  <a:lnTo>
                    <a:pt x="112" y="614"/>
                  </a:lnTo>
                  <a:lnTo>
                    <a:pt x="112" y="614"/>
                  </a:lnTo>
                  <a:lnTo>
                    <a:pt x="110" y="616"/>
                  </a:lnTo>
                  <a:lnTo>
                    <a:pt x="108" y="616"/>
                  </a:lnTo>
                  <a:lnTo>
                    <a:pt x="108" y="616"/>
                  </a:lnTo>
                  <a:lnTo>
                    <a:pt x="104" y="614"/>
                  </a:lnTo>
                  <a:lnTo>
                    <a:pt x="104" y="614"/>
                  </a:lnTo>
                  <a:lnTo>
                    <a:pt x="102" y="612"/>
                  </a:lnTo>
                  <a:lnTo>
                    <a:pt x="100" y="610"/>
                  </a:lnTo>
                  <a:lnTo>
                    <a:pt x="96" y="607"/>
                  </a:lnTo>
                  <a:lnTo>
                    <a:pt x="94" y="607"/>
                  </a:lnTo>
                  <a:lnTo>
                    <a:pt x="94" y="607"/>
                  </a:lnTo>
                  <a:lnTo>
                    <a:pt x="90" y="607"/>
                  </a:lnTo>
                  <a:lnTo>
                    <a:pt x="84" y="605"/>
                  </a:lnTo>
                  <a:lnTo>
                    <a:pt x="84" y="605"/>
                  </a:lnTo>
                  <a:lnTo>
                    <a:pt x="84" y="605"/>
                  </a:lnTo>
                  <a:lnTo>
                    <a:pt x="84" y="605"/>
                  </a:lnTo>
                  <a:lnTo>
                    <a:pt x="84" y="603"/>
                  </a:lnTo>
                  <a:lnTo>
                    <a:pt x="84" y="603"/>
                  </a:lnTo>
                  <a:lnTo>
                    <a:pt x="83" y="601"/>
                  </a:lnTo>
                  <a:lnTo>
                    <a:pt x="83" y="601"/>
                  </a:lnTo>
                  <a:lnTo>
                    <a:pt x="83" y="599"/>
                  </a:lnTo>
                  <a:lnTo>
                    <a:pt x="83" y="599"/>
                  </a:lnTo>
                  <a:lnTo>
                    <a:pt x="81" y="597"/>
                  </a:lnTo>
                  <a:lnTo>
                    <a:pt x="79" y="597"/>
                  </a:lnTo>
                  <a:lnTo>
                    <a:pt x="79" y="597"/>
                  </a:lnTo>
                  <a:lnTo>
                    <a:pt x="79" y="595"/>
                  </a:lnTo>
                  <a:lnTo>
                    <a:pt x="79" y="595"/>
                  </a:lnTo>
                  <a:lnTo>
                    <a:pt x="79" y="595"/>
                  </a:lnTo>
                  <a:lnTo>
                    <a:pt x="79" y="593"/>
                  </a:lnTo>
                  <a:lnTo>
                    <a:pt x="79" y="593"/>
                  </a:lnTo>
                  <a:lnTo>
                    <a:pt x="81" y="589"/>
                  </a:lnTo>
                  <a:lnTo>
                    <a:pt x="81" y="589"/>
                  </a:lnTo>
                  <a:lnTo>
                    <a:pt x="81" y="589"/>
                  </a:lnTo>
                  <a:lnTo>
                    <a:pt x="81" y="589"/>
                  </a:lnTo>
                  <a:lnTo>
                    <a:pt x="81" y="589"/>
                  </a:lnTo>
                  <a:lnTo>
                    <a:pt x="77" y="573"/>
                  </a:lnTo>
                  <a:lnTo>
                    <a:pt x="77" y="571"/>
                  </a:lnTo>
                  <a:lnTo>
                    <a:pt x="88" y="554"/>
                  </a:lnTo>
                  <a:lnTo>
                    <a:pt x="90" y="554"/>
                  </a:lnTo>
                  <a:lnTo>
                    <a:pt x="92" y="552"/>
                  </a:lnTo>
                  <a:lnTo>
                    <a:pt x="94" y="550"/>
                  </a:lnTo>
                  <a:lnTo>
                    <a:pt x="94" y="550"/>
                  </a:lnTo>
                  <a:lnTo>
                    <a:pt x="96" y="548"/>
                  </a:lnTo>
                  <a:lnTo>
                    <a:pt x="96" y="546"/>
                  </a:lnTo>
                  <a:lnTo>
                    <a:pt x="96" y="546"/>
                  </a:lnTo>
                  <a:lnTo>
                    <a:pt x="96" y="546"/>
                  </a:lnTo>
                  <a:lnTo>
                    <a:pt x="96" y="546"/>
                  </a:lnTo>
                  <a:lnTo>
                    <a:pt x="96" y="544"/>
                  </a:lnTo>
                  <a:lnTo>
                    <a:pt x="94" y="544"/>
                  </a:lnTo>
                  <a:lnTo>
                    <a:pt x="94" y="544"/>
                  </a:lnTo>
                  <a:lnTo>
                    <a:pt x="96" y="542"/>
                  </a:lnTo>
                  <a:lnTo>
                    <a:pt x="96" y="542"/>
                  </a:lnTo>
                  <a:lnTo>
                    <a:pt x="96" y="542"/>
                  </a:lnTo>
                  <a:lnTo>
                    <a:pt x="96" y="540"/>
                  </a:lnTo>
                  <a:lnTo>
                    <a:pt x="96" y="540"/>
                  </a:lnTo>
                  <a:lnTo>
                    <a:pt x="98" y="538"/>
                  </a:lnTo>
                  <a:lnTo>
                    <a:pt x="98" y="538"/>
                  </a:lnTo>
                  <a:lnTo>
                    <a:pt x="98" y="538"/>
                  </a:lnTo>
                  <a:lnTo>
                    <a:pt x="100" y="538"/>
                  </a:lnTo>
                  <a:lnTo>
                    <a:pt x="100" y="538"/>
                  </a:lnTo>
                  <a:lnTo>
                    <a:pt x="102" y="536"/>
                  </a:lnTo>
                  <a:lnTo>
                    <a:pt x="102" y="536"/>
                  </a:lnTo>
                  <a:lnTo>
                    <a:pt x="102" y="534"/>
                  </a:lnTo>
                  <a:lnTo>
                    <a:pt x="104" y="534"/>
                  </a:lnTo>
                  <a:lnTo>
                    <a:pt x="104" y="534"/>
                  </a:lnTo>
                  <a:lnTo>
                    <a:pt x="104" y="534"/>
                  </a:lnTo>
                  <a:lnTo>
                    <a:pt x="104" y="532"/>
                  </a:lnTo>
                  <a:lnTo>
                    <a:pt x="104" y="532"/>
                  </a:lnTo>
                  <a:lnTo>
                    <a:pt x="104" y="532"/>
                  </a:lnTo>
                  <a:lnTo>
                    <a:pt x="104" y="530"/>
                  </a:lnTo>
                  <a:lnTo>
                    <a:pt x="104" y="530"/>
                  </a:lnTo>
                  <a:lnTo>
                    <a:pt x="104" y="530"/>
                  </a:lnTo>
                  <a:lnTo>
                    <a:pt x="106" y="528"/>
                  </a:lnTo>
                  <a:lnTo>
                    <a:pt x="106" y="528"/>
                  </a:lnTo>
                  <a:lnTo>
                    <a:pt x="106" y="528"/>
                  </a:lnTo>
                  <a:lnTo>
                    <a:pt x="106" y="526"/>
                  </a:lnTo>
                  <a:lnTo>
                    <a:pt x="106" y="526"/>
                  </a:lnTo>
                  <a:lnTo>
                    <a:pt x="106" y="526"/>
                  </a:lnTo>
                  <a:lnTo>
                    <a:pt x="106" y="526"/>
                  </a:lnTo>
                  <a:lnTo>
                    <a:pt x="106" y="524"/>
                  </a:lnTo>
                  <a:lnTo>
                    <a:pt x="110" y="520"/>
                  </a:lnTo>
                  <a:lnTo>
                    <a:pt x="114" y="514"/>
                  </a:lnTo>
                  <a:lnTo>
                    <a:pt x="114" y="514"/>
                  </a:lnTo>
                  <a:lnTo>
                    <a:pt x="114" y="514"/>
                  </a:lnTo>
                  <a:lnTo>
                    <a:pt x="118" y="512"/>
                  </a:lnTo>
                  <a:lnTo>
                    <a:pt x="120" y="512"/>
                  </a:lnTo>
                  <a:lnTo>
                    <a:pt x="120" y="510"/>
                  </a:lnTo>
                  <a:lnTo>
                    <a:pt x="122" y="508"/>
                  </a:lnTo>
                  <a:lnTo>
                    <a:pt x="122" y="508"/>
                  </a:lnTo>
                  <a:lnTo>
                    <a:pt x="122" y="508"/>
                  </a:lnTo>
                  <a:lnTo>
                    <a:pt x="122" y="506"/>
                  </a:lnTo>
                  <a:lnTo>
                    <a:pt x="122" y="506"/>
                  </a:lnTo>
                  <a:lnTo>
                    <a:pt x="122" y="504"/>
                  </a:lnTo>
                  <a:lnTo>
                    <a:pt x="122" y="504"/>
                  </a:lnTo>
                  <a:lnTo>
                    <a:pt x="122" y="504"/>
                  </a:lnTo>
                  <a:lnTo>
                    <a:pt x="122" y="504"/>
                  </a:lnTo>
                  <a:lnTo>
                    <a:pt x="122" y="502"/>
                  </a:lnTo>
                  <a:lnTo>
                    <a:pt x="122" y="502"/>
                  </a:lnTo>
                  <a:lnTo>
                    <a:pt x="124" y="501"/>
                  </a:lnTo>
                  <a:lnTo>
                    <a:pt x="124" y="499"/>
                  </a:lnTo>
                  <a:lnTo>
                    <a:pt x="124" y="499"/>
                  </a:lnTo>
                  <a:lnTo>
                    <a:pt x="124" y="497"/>
                  </a:lnTo>
                  <a:lnTo>
                    <a:pt x="124" y="497"/>
                  </a:lnTo>
                  <a:lnTo>
                    <a:pt x="124" y="497"/>
                  </a:lnTo>
                  <a:lnTo>
                    <a:pt x="124" y="497"/>
                  </a:lnTo>
                  <a:lnTo>
                    <a:pt x="122" y="495"/>
                  </a:lnTo>
                  <a:lnTo>
                    <a:pt x="122" y="495"/>
                  </a:lnTo>
                  <a:lnTo>
                    <a:pt x="122" y="495"/>
                  </a:lnTo>
                  <a:lnTo>
                    <a:pt x="122" y="493"/>
                  </a:lnTo>
                  <a:lnTo>
                    <a:pt x="122" y="493"/>
                  </a:lnTo>
                  <a:lnTo>
                    <a:pt x="120" y="491"/>
                  </a:lnTo>
                  <a:lnTo>
                    <a:pt x="120" y="491"/>
                  </a:lnTo>
                  <a:lnTo>
                    <a:pt x="120" y="491"/>
                  </a:lnTo>
                  <a:lnTo>
                    <a:pt x="120" y="491"/>
                  </a:lnTo>
                  <a:lnTo>
                    <a:pt x="122" y="485"/>
                  </a:lnTo>
                  <a:lnTo>
                    <a:pt x="122" y="485"/>
                  </a:lnTo>
                  <a:lnTo>
                    <a:pt x="122" y="485"/>
                  </a:lnTo>
                  <a:lnTo>
                    <a:pt x="124" y="483"/>
                  </a:lnTo>
                  <a:lnTo>
                    <a:pt x="124" y="483"/>
                  </a:lnTo>
                  <a:lnTo>
                    <a:pt x="124" y="483"/>
                  </a:lnTo>
                  <a:lnTo>
                    <a:pt x="124" y="481"/>
                  </a:lnTo>
                  <a:lnTo>
                    <a:pt x="124" y="481"/>
                  </a:lnTo>
                  <a:lnTo>
                    <a:pt x="124" y="479"/>
                  </a:lnTo>
                  <a:lnTo>
                    <a:pt x="124" y="479"/>
                  </a:lnTo>
                  <a:lnTo>
                    <a:pt x="126" y="475"/>
                  </a:lnTo>
                  <a:lnTo>
                    <a:pt x="128" y="473"/>
                  </a:lnTo>
                  <a:lnTo>
                    <a:pt x="130" y="473"/>
                  </a:lnTo>
                  <a:lnTo>
                    <a:pt x="130" y="471"/>
                  </a:lnTo>
                  <a:lnTo>
                    <a:pt x="128" y="471"/>
                  </a:lnTo>
                  <a:lnTo>
                    <a:pt x="122" y="471"/>
                  </a:lnTo>
                  <a:lnTo>
                    <a:pt x="120" y="471"/>
                  </a:lnTo>
                  <a:lnTo>
                    <a:pt x="120" y="471"/>
                  </a:lnTo>
                  <a:lnTo>
                    <a:pt x="120" y="471"/>
                  </a:lnTo>
                  <a:lnTo>
                    <a:pt x="120" y="473"/>
                  </a:lnTo>
                  <a:lnTo>
                    <a:pt x="120" y="473"/>
                  </a:lnTo>
                  <a:lnTo>
                    <a:pt x="118" y="471"/>
                  </a:lnTo>
                  <a:lnTo>
                    <a:pt x="118" y="471"/>
                  </a:lnTo>
                  <a:lnTo>
                    <a:pt x="118" y="471"/>
                  </a:lnTo>
                  <a:lnTo>
                    <a:pt x="118" y="469"/>
                  </a:lnTo>
                  <a:lnTo>
                    <a:pt x="118" y="469"/>
                  </a:lnTo>
                  <a:lnTo>
                    <a:pt x="118" y="467"/>
                  </a:lnTo>
                  <a:lnTo>
                    <a:pt x="116" y="467"/>
                  </a:lnTo>
                  <a:lnTo>
                    <a:pt x="118" y="465"/>
                  </a:lnTo>
                  <a:lnTo>
                    <a:pt x="118" y="463"/>
                  </a:lnTo>
                  <a:lnTo>
                    <a:pt x="118" y="463"/>
                  </a:lnTo>
                  <a:lnTo>
                    <a:pt x="118" y="461"/>
                  </a:lnTo>
                  <a:lnTo>
                    <a:pt x="116" y="459"/>
                  </a:lnTo>
                  <a:lnTo>
                    <a:pt x="116" y="459"/>
                  </a:lnTo>
                  <a:lnTo>
                    <a:pt x="114" y="457"/>
                  </a:lnTo>
                  <a:lnTo>
                    <a:pt x="114" y="457"/>
                  </a:lnTo>
                  <a:lnTo>
                    <a:pt x="112" y="457"/>
                  </a:lnTo>
                  <a:lnTo>
                    <a:pt x="110" y="457"/>
                  </a:lnTo>
                  <a:lnTo>
                    <a:pt x="110" y="455"/>
                  </a:lnTo>
                  <a:lnTo>
                    <a:pt x="110" y="455"/>
                  </a:lnTo>
                  <a:lnTo>
                    <a:pt x="106" y="455"/>
                  </a:lnTo>
                  <a:lnTo>
                    <a:pt x="106" y="455"/>
                  </a:lnTo>
                  <a:lnTo>
                    <a:pt x="106" y="453"/>
                  </a:lnTo>
                  <a:lnTo>
                    <a:pt x="104" y="451"/>
                  </a:lnTo>
                  <a:lnTo>
                    <a:pt x="104" y="451"/>
                  </a:lnTo>
                  <a:lnTo>
                    <a:pt x="104" y="451"/>
                  </a:lnTo>
                  <a:lnTo>
                    <a:pt x="104" y="451"/>
                  </a:lnTo>
                  <a:lnTo>
                    <a:pt x="106" y="449"/>
                  </a:lnTo>
                  <a:lnTo>
                    <a:pt x="106" y="449"/>
                  </a:lnTo>
                  <a:lnTo>
                    <a:pt x="106" y="449"/>
                  </a:lnTo>
                  <a:lnTo>
                    <a:pt x="106" y="449"/>
                  </a:lnTo>
                  <a:lnTo>
                    <a:pt x="108" y="449"/>
                  </a:lnTo>
                  <a:lnTo>
                    <a:pt x="108" y="449"/>
                  </a:lnTo>
                  <a:lnTo>
                    <a:pt x="110" y="449"/>
                  </a:lnTo>
                  <a:lnTo>
                    <a:pt x="110" y="449"/>
                  </a:lnTo>
                  <a:lnTo>
                    <a:pt x="110" y="449"/>
                  </a:lnTo>
                  <a:lnTo>
                    <a:pt x="112" y="448"/>
                  </a:lnTo>
                  <a:lnTo>
                    <a:pt x="112" y="448"/>
                  </a:lnTo>
                  <a:lnTo>
                    <a:pt x="114" y="446"/>
                  </a:lnTo>
                  <a:lnTo>
                    <a:pt x="114" y="446"/>
                  </a:lnTo>
                  <a:lnTo>
                    <a:pt x="116" y="442"/>
                  </a:lnTo>
                  <a:lnTo>
                    <a:pt x="116" y="440"/>
                  </a:lnTo>
                  <a:lnTo>
                    <a:pt x="118" y="440"/>
                  </a:lnTo>
                  <a:lnTo>
                    <a:pt x="118" y="440"/>
                  </a:lnTo>
                  <a:lnTo>
                    <a:pt x="118" y="440"/>
                  </a:lnTo>
                  <a:lnTo>
                    <a:pt x="118" y="438"/>
                  </a:lnTo>
                  <a:lnTo>
                    <a:pt x="118" y="438"/>
                  </a:lnTo>
                  <a:lnTo>
                    <a:pt x="118" y="438"/>
                  </a:lnTo>
                  <a:lnTo>
                    <a:pt x="118" y="438"/>
                  </a:lnTo>
                  <a:lnTo>
                    <a:pt x="118" y="436"/>
                  </a:lnTo>
                  <a:lnTo>
                    <a:pt x="118" y="434"/>
                  </a:lnTo>
                  <a:lnTo>
                    <a:pt x="118" y="434"/>
                  </a:lnTo>
                  <a:lnTo>
                    <a:pt x="118" y="434"/>
                  </a:lnTo>
                  <a:lnTo>
                    <a:pt x="118" y="432"/>
                  </a:lnTo>
                  <a:lnTo>
                    <a:pt x="118" y="432"/>
                  </a:lnTo>
                  <a:lnTo>
                    <a:pt x="120" y="428"/>
                  </a:lnTo>
                  <a:lnTo>
                    <a:pt x="120" y="428"/>
                  </a:lnTo>
                  <a:lnTo>
                    <a:pt x="122" y="426"/>
                  </a:lnTo>
                  <a:lnTo>
                    <a:pt x="122" y="426"/>
                  </a:lnTo>
                  <a:lnTo>
                    <a:pt x="124" y="424"/>
                  </a:lnTo>
                  <a:lnTo>
                    <a:pt x="124" y="424"/>
                  </a:lnTo>
                  <a:lnTo>
                    <a:pt x="124" y="422"/>
                  </a:lnTo>
                  <a:lnTo>
                    <a:pt x="126" y="420"/>
                  </a:lnTo>
                  <a:lnTo>
                    <a:pt x="126" y="420"/>
                  </a:lnTo>
                  <a:lnTo>
                    <a:pt x="126" y="420"/>
                  </a:lnTo>
                  <a:lnTo>
                    <a:pt x="128" y="418"/>
                  </a:lnTo>
                  <a:lnTo>
                    <a:pt x="130" y="416"/>
                  </a:lnTo>
                  <a:lnTo>
                    <a:pt x="132" y="416"/>
                  </a:lnTo>
                  <a:lnTo>
                    <a:pt x="141" y="410"/>
                  </a:lnTo>
                  <a:lnTo>
                    <a:pt x="141" y="410"/>
                  </a:lnTo>
                  <a:lnTo>
                    <a:pt x="141" y="410"/>
                  </a:lnTo>
                  <a:lnTo>
                    <a:pt x="143" y="408"/>
                  </a:lnTo>
                  <a:lnTo>
                    <a:pt x="143" y="408"/>
                  </a:lnTo>
                  <a:lnTo>
                    <a:pt x="143" y="406"/>
                  </a:lnTo>
                  <a:lnTo>
                    <a:pt x="143" y="406"/>
                  </a:lnTo>
                  <a:lnTo>
                    <a:pt x="143" y="406"/>
                  </a:lnTo>
                  <a:lnTo>
                    <a:pt x="141" y="406"/>
                  </a:lnTo>
                  <a:lnTo>
                    <a:pt x="141" y="406"/>
                  </a:lnTo>
                  <a:lnTo>
                    <a:pt x="141" y="404"/>
                  </a:lnTo>
                  <a:lnTo>
                    <a:pt x="141" y="404"/>
                  </a:lnTo>
                  <a:lnTo>
                    <a:pt x="141" y="404"/>
                  </a:lnTo>
                  <a:lnTo>
                    <a:pt x="141" y="404"/>
                  </a:lnTo>
                  <a:lnTo>
                    <a:pt x="141" y="402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398"/>
                  </a:lnTo>
                  <a:lnTo>
                    <a:pt x="143" y="398"/>
                  </a:lnTo>
                  <a:lnTo>
                    <a:pt x="143" y="398"/>
                  </a:lnTo>
                  <a:lnTo>
                    <a:pt x="145" y="394"/>
                  </a:lnTo>
                  <a:lnTo>
                    <a:pt x="145" y="394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45" y="391"/>
                  </a:lnTo>
                  <a:lnTo>
                    <a:pt x="145" y="391"/>
                  </a:lnTo>
                  <a:lnTo>
                    <a:pt x="145" y="391"/>
                  </a:lnTo>
                  <a:lnTo>
                    <a:pt x="145" y="391"/>
                  </a:lnTo>
                  <a:lnTo>
                    <a:pt x="145" y="389"/>
                  </a:lnTo>
                  <a:lnTo>
                    <a:pt x="145" y="389"/>
                  </a:lnTo>
                  <a:lnTo>
                    <a:pt x="143" y="387"/>
                  </a:lnTo>
                  <a:lnTo>
                    <a:pt x="143" y="387"/>
                  </a:lnTo>
                  <a:lnTo>
                    <a:pt x="143" y="387"/>
                  </a:lnTo>
                  <a:lnTo>
                    <a:pt x="143" y="385"/>
                  </a:lnTo>
                  <a:lnTo>
                    <a:pt x="143" y="385"/>
                  </a:lnTo>
                  <a:lnTo>
                    <a:pt x="143" y="385"/>
                  </a:lnTo>
                  <a:lnTo>
                    <a:pt x="141" y="385"/>
                  </a:lnTo>
                  <a:lnTo>
                    <a:pt x="141" y="385"/>
                  </a:lnTo>
                  <a:lnTo>
                    <a:pt x="141" y="383"/>
                  </a:lnTo>
                  <a:lnTo>
                    <a:pt x="141" y="383"/>
                  </a:lnTo>
                  <a:lnTo>
                    <a:pt x="141" y="383"/>
                  </a:lnTo>
                  <a:lnTo>
                    <a:pt x="141" y="379"/>
                  </a:lnTo>
                  <a:lnTo>
                    <a:pt x="141" y="379"/>
                  </a:lnTo>
                  <a:lnTo>
                    <a:pt x="141" y="379"/>
                  </a:lnTo>
                  <a:lnTo>
                    <a:pt x="141" y="379"/>
                  </a:lnTo>
                  <a:lnTo>
                    <a:pt x="139" y="375"/>
                  </a:lnTo>
                  <a:lnTo>
                    <a:pt x="139" y="375"/>
                  </a:lnTo>
                  <a:lnTo>
                    <a:pt x="139" y="375"/>
                  </a:lnTo>
                  <a:lnTo>
                    <a:pt x="139" y="373"/>
                  </a:lnTo>
                  <a:lnTo>
                    <a:pt x="139" y="371"/>
                  </a:lnTo>
                  <a:lnTo>
                    <a:pt x="139" y="371"/>
                  </a:lnTo>
                  <a:lnTo>
                    <a:pt x="139" y="371"/>
                  </a:lnTo>
                  <a:lnTo>
                    <a:pt x="139" y="369"/>
                  </a:lnTo>
                  <a:lnTo>
                    <a:pt x="139" y="369"/>
                  </a:lnTo>
                  <a:lnTo>
                    <a:pt x="141" y="365"/>
                  </a:lnTo>
                  <a:lnTo>
                    <a:pt x="141" y="363"/>
                  </a:lnTo>
                  <a:lnTo>
                    <a:pt x="141" y="363"/>
                  </a:lnTo>
                  <a:lnTo>
                    <a:pt x="141" y="363"/>
                  </a:lnTo>
                  <a:lnTo>
                    <a:pt x="141" y="361"/>
                  </a:lnTo>
                  <a:lnTo>
                    <a:pt x="141" y="361"/>
                  </a:lnTo>
                  <a:lnTo>
                    <a:pt x="139" y="359"/>
                  </a:lnTo>
                  <a:lnTo>
                    <a:pt x="139" y="359"/>
                  </a:lnTo>
                  <a:lnTo>
                    <a:pt x="137" y="357"/>
                  </a:lnTo>
                  <a:lnTo>
                    <a:pt x="137" y="357"/>
                  </a:lnTo>
                  <a:lnTo>
                    <a:pt x="137" y="357"/>
                  </a:lnTo>
                  <a:lnTo>
                    <a:pt x="137" y="357"/>
                  </a:lnTo>
                  <a:lnTo>
                    <a:pt x="139" y="351"/>
                  </a:lnTo>
                  <a:lnTo>
                    <a:pt x="139" y="349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139" y="345"/>
                  </a:lnTo>
                  <a:lnTo>
                    <a:pt x="139" y="345"/>
                  </a:lnTo>
                  <a:lnTo>
                    <a:pt x="139" y="345"/>
                  </a:lnTo>
                  <a:lnTo>
                    <a:pt x="139" y="345"/>
                  </a:lnTo>
                  <a:lnTo>
                    <a:pt x="132" y="341"/>
                  </a:lnTo>
                  <a:lnTo>
                    <a:pt x="130" y="340"/>
                  </a:lnTo>
                  <a:lnTo>
                    <a:pt x="128" y="341"/>
                  </a:lnTo>
                  <a:lnTo>
                    <a:pt x="128" y="341"/>
                  </a:lnTo>
                  <a:lnTo>
                    <a:pt x="126" y="341"/>
                  </a:lnTo>
                  <a:lnTo>
                    <a:pt x="124" y="343"/>
                  </a:lnTo>
                  <a:lnTo>
                    <a:pt x="124" y="343"/>
                  </a:lnTo>
                  <a:lnTo>
                    <a:pt x="120" y="343"/>
                  </a:lnTo>
                  <a:lnTo>
                    <a:pt x="114" y="347"/>
                  </a:lnTo>
                  <a:lnTo>
                    <a:pt x="114" y="347"/>
                  </a:lnTo>
                  <a:lnTo>
                    <a:pt x="112" y="347"/>
                  </a:lnTo>
                  <a:lnTo>
                    <a:pt x="112" y="347"/>
                  </a:lnTo>
                  <a:lnTo>
                    <a:pt x="112" y="347"/>
                  </a:lnTo>
                  <a:lnTo>
                    <a:pt x="112" y="345"/>
                  </a:lnTo>
                  <a:lnTo>
                    <a:pt x="112" y="345"/>
                  </a:lnTo>
                  <a:lnTo>
                    <a:pt x="112" y="345"/>
                  </a:lnTo>
                  <a:lnTo>
                    <a:pt x="112" y="343"/>
                  </a:lnTo>
                  <a:lnTo>
                    <a:pt x="112" y="341"/>
                  </a:lnTo>
                  <a:lnTo>
                    <a:pt x="110" y="341"/>
                  </a:lnTo>
                  <a:lnTo>
                    <a:pt x="110" y="341"/>
                  </a:lnTo>
                  <a:lnTo>
                    <a:pt x="108" y="341"/>
                  </a:lnTo>
                  <a:lnTo>
                    <a:pt x="108" y="341"/>
                  </a:lnTo>
                  <a:lnTo>
                    <a:pt x="106" y="341"/>
                  </a:lnTo>
                  <a:lnTo>
                    <a:pt x="106" y="341"/>
                  </a:lnTo>
                  <a:lnTo>
                    <a:pt x="104" y="340"/>
                  </a:lnTo>
                  <a:lnTo>
                    <a:pt x="104" y="340"/>
                  </a:lnTo>
                  <a:lnTo>
                    <a:pt x="104" y="340"/>
                  </a:lnTo>
                  <a:lnTo>
                    <a:pt x="104" y="338"/>
                  </a:lnTo>
                  <a:lnTo>
                    <a:pt x="104" y="338"/>
                  </a:lnTo>
                  <a:lnTo>
                    <a:pt x="104" y="338"/>
                  </a:lnTo>
                  <a:lnTo>
                    <a:pt x="106" y="338"/>
                  </a:lnTo>
                  <a:lnTo>
                    <a:pt x="106" y="336"/>
                  </a:lnTo>
                  <a:lnTo>
                    <a:pt x="106" y="336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4" y="332"/>
                  </a:lnTo>
                  <a:lnTo>
                    <a:pt x="100" y="330"/>
                  </a:lnTo>
                  <a:lnTo>
                    <a:pt x="86" y="334"/>
                  </a:lnTo>
                  <a:lnTo>
                    <a:pt x="81" y="332"/>
                  </a:lnTo>
                  <a:lnTo>
                    <a:pt x="81" y="332"/>
                  </a:lnTo>
                  <a:lnTo>
                    <a:pt x="81" y="332"/>
                  </a:lnTo>
                  <a:lnTo>
                    <a:pt x="81" y="332"/>
                  </a:lnTo>
                  <a:lnTo>
                    <a:pt x="81" y="330"/>
                  </a:lnTo>
                  <a:lnTo>
                    <a:pt x="81" y="330"/>
                  </a:lnTo>
                  <a:lnTo>
                    <a:pt x="81" y="330"/>
                  </a:lnTo>
                  <a:lnTo>
                    <a:pt x="81" y="328"/>
                  </a:lnTo>
                  <a:lnTo>
                    <a:pt x="81" y="328"/>
                  </a:lnTo>
                  <a:lnTo>
                    <a:pt x="81" y="328"/>
                  </a:lnTo>
                  <a:lnTo>
                    <a:pt x="81" y="328"/>
                  </a:lnTo>
                  <a:lnTo>
                    <a:pt x="83" y="326"/>
                  </a:lnTo>
                  <a:lnTo>
                    <a:pt x="84" y="326"/>
                  </a:lnTo>
                  <a:lnTo>
                    <a:pt x="84" y="324"/>
                  </a:lnTo>
                  <a:lnTo>
                    <a:pt x="84" y="324"/>
                  </a:lnTo>
                  <a:lnTo>
                    <a:pt x="84" y="322"/>
                  </a:lnTo>
                  <a:lnTo>
                    <a:pt x="84" y="322"/>
                  </a:lnTo>
                  <a:lnTo>
                    <a:pt x="84" y="322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4" y="320"/>
                  </a:lnTo>
                  <a:lnTo>
                    <a:pt x="83" y="320"/>
                  </a:lnTo>
                  <a:lnTo>
                    <a:pt x="83" y="318"/>
                  </a:lnTo>
                  <a:lnTo>
                    <a:pt x="83" y="316"/>
                  </a:lnTo>
                  <a:lnTo>
                    <a:pt x="83" y="316"/>
                  </a:lnTo>
                  <a:lnTo>
                    <a:pt x="83" y="316"/>
                  </a:lnTo>
                  <a:lnTo>
                    <a:pt x="83" y="314"/>
                  </a:lnTo>
                  <a:lnTo>
                    <a:pt x="83" y="314"/>
                  </a:lnTo>
                  <a:lnTo>
                    <a:pt x="83" y="312"/>
                  </a:lnTo>
                  <a:lnTo>
                    <a:pt x="84" y="310"/>
                  </a:lnTo>
                  <a:lnTo>
                    <a:pt x="84" y="308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2" y="302"/>
                  </a:lnTo>
                  <a:lnTo>
                    <a:pt x="92" y="300"/>
                  </a:lnTo>
                  <a:lnTo>
                    <a:pt x="92" y="300"/>
                  </a:lnTo>
                  <a:lnTo>
                    <a:pt x="92" y="300"/>
                  </a:lnTo>
                  <a:lnTo>
                    <a:pt x="92" y="298"/>
                  </a:lnTo>
                  <a:lnTo>
                    <a:pt x="92" y="296"/>
                  </a:lnTo>
                  <a:lnTo>
                    <a:pt x="92" y="296"/>
                  </a:lnTo>
                  <a:lnTo>
                    <a:pt x="92" y="296"/>
                  </a:lnTo>
                  <a:lnTo>
                    <a:pt x="92" y="294"/>
                  </a:lnTo>
                  <a:lnTo>
                    <a:pt x="92" y="294"/>
                  </a:lnTo>
                  <a:lnTo>
                    <a:pt x="92" y="292"/>
                  </a:lnTo>
                  <a:lnTo>
                    <a:pt x="92" y="292"/>
                  </a:lnTo>
                  <a:lnTo>
                    <a:pt x="92" y="290"/>
                  </a:lnTo>
                  <a:lnTo>
                    <a:pt x="92" y="290"/>
                  </a:lnTo>
                  <a:lnTo>
                    <a:pt x="90" y="290"/>
                  </a:lnTo>
                  <a:lnTo>
                    <a:pt x="90" y="290"/>
                  </a:lnTo>
                  <a:lnTo>
                    <a:pt x="90" y="288"/>
                  </a:lnTo>
                  <a:lnTo>
                    <a:pt x="90" y="288"/>
                  </a:lnTo>
                  <a:lnTo>
                    <a:pt x="90" y="286"/>
                  </a:lnTo>
                  <a:lnTo>
                    <a:pt x="90" y="286"/>
                  </a:lnTo>
                  <a:lnTo>
                    <a:pt x="92" y="286"/>
                  </a:lnTo>
                  <a:lnTo>
                    <a:pt x="92" y="285"/>
                  </a:lnTo>
                  <a:lnTo>
                    <a:pt x="92" y="285"/>
                  </a:lnTo>
                  <a:lnTo>
                    <a:pt x="92" y="283"/>
                  </a:lnTo>
                  <a:lnTo>
                    <a:pt x="92" y="281"/>
                  </a:lnTo>
                  <a:lnTo>
                    <a:pt x="90" y="279"/>
                  </a:lnTo>
                  <a:lnTo>
                    <a:pt x="90" y="277"/>
                  </a:lnTo>
                  <a:lnTo>
                    <a:pt x="90" y="277"/>
                  </a:lnTo>
                  <a:lnTo>
                    <a:pt x="90" y="277"/>
                  </a:lnTo>
                  <a:lnTo>
                    <a:pt x="88" y="275"/>
                  </a:lnTo>
                  <a:lnTo>
                    <a:pt x="88" y="273"/>
                  </a:lnTo>
                  <a:lnTo>
                    <a:pt x="88" y="273"/>
                  </a:lnTo>
                  <a:lnTo>
                    <a:pt x="81" y="269"/>
                  </a:lnTo>
                  <a:lnTo>
                    <a:pt x="79" y="269"/>
                  </a:lnTo>
                  <a:lnTo>
                    <a:pt x="79" y="269"/>
                  </a:lnTo>
                  <a:lnTo>
                    <a:pt x="81" y="269"/>
                  </a:lnTo>
                  <a:lnTo>
                    <a:pt x="81" y="269"/>
                  </a:lnTo>
                  <a:lnTo>
                    <a:pt x="83" y="267"/>
                  </a:lnTo>
                  <a:lnTo>
                    <a:pt x="83" y="267"/>
                  </a:lnTo>
                  <a:lnTo>
                    <a:pt x="83" y="267"/>
                  </a:lnTo>
                  <a:lnTo>
                    <a:pt x="84" y="267"/>
                  </a:lnTo>
                  <a:lnTo>
                    <a:pt x="84" y="265"/>
                  </a:lnTo>
                  <a:lnTo>
                    <a:pt x="84" y="265"/>
                  </a:lnTo>
                  <a:lnTo>
                    <a:pt x="84" y="263"/>
                  </a:lnTo>
                  <a:lnTo>
                    <a:pt x="84" y="263"/>
                  </a:lnTo>
                  <a:lnTo>
                    <a:pt x="84" y="261"/>
                  </a:lnTo>
                  <a:lnTo>
                    <a:pt x="84" y="261"/>
                  </a:lnTo>
                  <a:lnTo>
                    <a:pt x="84" y="261"/>
                  </a:lnTo>
                  <a:lnTo>
                    <a:pt x="84" y="261"/>
                  </a:lnTo>
                  <a:lnTo>
                    <a:pt x="81" y="259"/>
                  </a:lnTo>
                  <a:lnTo>
                    <a:pt x="81" y="259"/>
                  </a:lnTo>
                  <a:lnTo>
                    <a:pt x="79" y="259"/>
                  </a:lnTo>
                  <a:lnTo>
                    <a:pt x="79" y="259"/>
                  </a:lnTo>
                  <a:lnTo>
                    <a:pt x="79" y="257"/>
                  </a:lnTo>
                  <a:lnTo>
                    <a:pt x="77" y="257"/>
                  </a:lnTo>
                  <a:lnTo>
                    <a:pt x="75" y="253"/>
                  </a:lnTo>
                  <a:lnTo>
                    <a:pt x="75" y="253"/>
                  </a:lnTo>
                  <a:lnTo>
                    <a:pt x="75" y="251"/>
                  </a:lnTo>
                  <a:lnTo>
                    <a:pt x="75" y="251"/>
                  </a:lnTo>
                  <a:lnTo>
                    <a:pt x="75" y="251"/>
                  </a:lnTo>
                  <a:lnTo>
                    <a:pt x="73" y="249"/>
                  </a:lnTo>
                  <a:lnTo>
                    <a:pt x="71" y="249"/>
                  </a:lnTo>
                  <a:lnTo>
                    <a:pt x="63" y="249"/>
                  </a:lnTo>
                  <a:lnTo>
                    <a:pt x="59" y="249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5" y="247"/>
                  </a:lnTo>
                  <a:lnTo>
                    <a:pt x="55" y="245"/>
                  </a:lnTo>
                  <a:lnTo>
                    <a:pt x="55" y="245"/>
                  </a:lnTo>
                  <a:lnTo>
                    <a:pt x="55" y="245"/>
                  </a:lnTo>
                  <a:lnTo>
                    <a:pt x="55" y="245"/>
                  </a:lnTo>
                  <a:lnTo>
                    <a:pt x="55" y="243"/>
                  </a:lnTo>
                  <a:lnTo>
                    <a:pt x="55" y="243"/>
                  </a:lnTo>
                  <a:lnTo>
                    <a:pt x="55" y="243"/>
                  </a:lnTo>
                  <a:lnTo>
                    <a:pt x="55" y="241"/>
                  </a:lnTo>
                  <a:lnTo>
                    <a:pt x="55" y="241"/>
                  </a:lnTo>
                  <a:lnTo>
                    <a:pt x="55" y="239"/>
                  </a:lnTo>
                  <a:lnTo>
                    <a:pt x="55" y="239"/>
                  </a:lnTo>
                  <a:lnTo>
                    <a:pt x="55" y="239"/>
                  </a:lnTo>
                  <a:lnTo>
                    <a:pt x="51" y="232"/>
                  </a:lnTo>
                  <a:lnTo>
                    <a:pt x="49" y="230"/>
                  </a:lnTo>
                  <a:lnTo>
                    <a:pt x="49" y="230"/>
                  </a:lnTo>
                  <a:lnTo>
                    <a:pt x="47" y="224"/>
                  </a:lnTo>
                  <a:lnTo>
                    <a:pt x="47" y="224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9" y="220"/>
                  </a:lnTo>
                  <a:lnTo>
                    <a:pt x="49" y="220"/>
                  </a:lnTo>
                  <a:lnTo>
                    <a:pt x="49" y="220"/>
                  </a:lnTo>
                  <a:lnTo>
                    <a:pt x="51" y="220"/>
                  </a:lnTo>
                  <a:lnTo>
                    <a:pt x="51" y="218"/>
                  </a:lnTo>
                  <a:lnTo>
                    <a:pt x="51" y="218"/>
                  </a:lnTo>
                  <a:lnTo>
                    <a:pt x="51" y="218"/>
                  </a:lnTo>
                  <a:lnTo>
                    <a:pt x="51" y="218"/>
                  </a:lnTo>
                  <a:lnTo>
                    <a:pt x="55" y="216"/>
                  </a:lnTo>
                  <a:lnTo>
                    <a:pt x="57" y="216"/>
                  </a:lnTo>
                  <a:lnTo>
                    <a:pt x="57" y="214"/>
                  </a:lnTo>
                  <a:lnTo>
                    <a:pt x="57" y="214"/>
                  </a:lnTo>
                  <a:lnTo>
                    <a:pt x="57" y="214"/>
                  </a:lnTo>
                  <a:lnTo>
                    <a:pt x="57" y="212"/>
                  </a:lnTo>
                  <a:lnTo>
                    <a:pt x="57" y="212"/>
                  </a:lnTo>
                  <a:lnTo>
                    <a:pt x="53" y="206"/>
                  </a:lnTo>
                  <a:lnTo>
                    <a:pt x="53" y="206"/>
                  </a:lnTo>
                  <a:lnTo>
                    <a:pt x="53" y="204"/>
                  </a:lnTo>
                  <a:lnTo>
                    <a:pt x="51" y="200"/>
                  </a:lnTo>
                  <a:lnTo>
                    <a:pt x="51" y="198"/>
                  </a:lnTo>
                  <a:lnTo>
                    <a:pt x="49" y="194"/>
                  </a:lnTo>
                  <a:lnTo>
                    <a:pt x="47" y="194"/>
                  </a:lnTo>
                  <a:lnTo>
                    <a:pt x="47" y="194"/>
                  </a:lnTo>
                  <a:lnTo>
                    <a:pt x="47" y="192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41" y="188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1" y="184"/>
                  </a:lnTo>
                  <a:lnTo>
                    <a:pt x="41" y="182"/>
                  </a:lnTo>
                  <a:lnTo>
                    <a:pt x="41" y="182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7"/>
                  </a:lnTo>
                  <a:lnTo>
                    <a:pt x="41" y="175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3" y="173"/>
                  </a:lnTo>
                  <a:lnTo>
                    <a:pt x="45" y="171"/>
                  </a:lnTo>
                  <a:lnTo>
                    <a:pt x="47" y="171"/>
                  </a:lnTo>
                  <a:lnTo>
                    <a:pt x="47" y="171"/>
                  </a:lnTo>
                  <a:lnTo>
                    <a:pt x="47" y="171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51" y="169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51" y="165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47" y="161"/>
                  </a:lnTo>
                  <a:lnTo>
                    <a:pt x="47" y="161"/>
                  </a:lnTo>
                  <a:lnTo>
                    <a:pt x="47" y="159"/>
                  </a:lnTo>
                  <a:lnTo>
                    <a:pt x="47" y="159"/>
                  </a:lnTo>
                  <a:lnTo>
                    <a:pt x="47" y="159"/>
                  </a:lnTo>
                  <a:lnTo>
                    <a:pt x="47" y="155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3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1" y="147"/>
                  </a:lnTo>
                  <a:lnTo>
                    <a:pt x="34" y="137"/>
                  </a:lnTo>
                  <a:lnTo>
                    <a:pt x="10" y="112"/>
                  </a:lnTo>
                  <a:lnTo>
                    <a:pt x="10" y="110"/>
                  </a:lnTo>
                  <a:lnTo>
                    <a:pt x="10" y="110"/>
                  </a:lnTo>
                  <a:lnTo>
                    <a:pt x="10" y="110"/>
                  </a:lnTo>
                  <a:lnTo>
                    <a:pt x="12" y="110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2" y="108"/>
                  </a:lnTo>
                  <a:lnTo>
                    <a:pt x="12" y="108"/>
                  </a:lnTo>
                  <a:lnTo>
                    <a:pt x="14" y="106"/>
                  </a:lnTo>
                  <a:lnTo>
                    <a:pt x="14" y="108"/>
                  </a:lnTo>
                  <a:lnTo>
                    <a:pt x="14" y="108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4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0" y="104"/>
                  </a:lnTo>
                  <a:lnTo>
                    <a:pt x="20" y="104"/>
                  </a:lnTo>
                  <a:lnTo>
                    <a:pt x="20" y="102"/>
                  </a:lnTo>
                  <a:lnTo>
                    <a:pt x="20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18" y="100"/>
                  </a:lnTo>
                  <a:lnTo>
                    <a:pt x="18" y="100"/>
                  </a:lnTo>
                  <a:lnTo>
                    <a:pt x="18" y="100"/>
                  </a:lnTo>
                  <a:lnTo>
                    <a:pt x="18" y="100"/>
                  </a:lnTo>
                  <a:lnTo>
                    <a:pt x="18" y="100"/>
                  </a:lnTo>
                  <a:lnTo>
                    <a:pt x="18" y="98"/>
                  </a:lnTo>
                  <a:lnTo>
                    <a:pt x="16" y="96"/>
                  </a:lnTo>
                  <a:lnTo>
                    <a:pt x="16" y="94"/>
                  </a:lnTo>
                  <a:lnTo>
                    <a:pt x="16" y="94"/>
                  </a:lnTo>
                  <a:lnTo>
                    <a:pt x="16" y="94"/>
                  </a:lnTo>
                  <a:lnTo>
                    <a:pt x="16" y="92"/>
                  </a:lnTo>
                  <a:lnTo>
                    <a:pt x="18" y="92"/>
                  </a:lnTo>
                  <a:lnTo>
                    <a:pt x="18" y="92"/>
                  </a:lnTo>
                  <a:lnTo>
                    <a:pt x="18" y="90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2" y="88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2" y="86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18" y="82"/>
                  </a:lnTo>
                  <a:lnTo>
                    <a:pt x="18" y="82"/>
                  </a:lnTo>
                  <a:lnTo>
                    <a:pt x="18" y="82"/>
                  </a:lnTo>
                  <a:lnTo>
                    <a:pt x="16" y="82"/>
                  </a:lnTo>
                  <a:lnTo>
                    <a:pt x="16" y="80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2" y="74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5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4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8" y="43"/>
                  </a:lnTo>
                  <a:lnTo>
                    <a:pt x="8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2" y="43"/>
                  </a:lnTo>
                  <a:lnTo>
                    <a:pt x="22" y="45"/>
                  </a:lnTo>
                  <a:lnTo>
                    <a:pt x="24" y="45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1"/>
                  </a:lnTo>
                  <a:lnTo>
                    <a:pt x="24" y="39"/>
                  </a:lnTo>
                  <a:lnTo>
                    <a:pt x="24" y="39"/>
                  </a:lnTo>
                  <a:lnTo>
                    <a:pt x="24" y="39"/>
                  </a:lnTo>
                  <a:lnTo>
                    <a:pt x="24" y="39"/>
                  </a:lnTo>
                  <a:lnTo>
                    <a:pt x="24" y="37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6" y="21"/>
                  </a:lnTo>
                  <a:lnTo>
                    <a:pt x="26" y="21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32" y="17"/>
                  </a:lnTo>
                  <a:lnTo>
                    <a:pt x="32" y="17"/>
                  </a:lnTo>
                  <a:lnTo>
                    <a:pt x="32" y="16"/>
                  </a:lnTo>
                  <a:lnTo>
                    <a:pt x="34" y="14"/>
                  </a:lnTo>
                  <a:lnTo>
                    <a:pt x="34" y="14"/>
                  </a:lnTo>
                  <a:lnTo>
                    <a:pt x="35" y="14"/>
                  </a:lnTo>
                  <a:lnTo>
                    <a:pt x="35" y="12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7" y="10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2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2809875" y="3951288"/>
              <a:ext cx="382588" cy="238125"/>
            </a:xfrm>
            <a:custGeom>
              <a:avLst/>
              <a:gdLst>
                <a:gd name="T0" fmla="*/ 385 w 483"/>
                <a:gd name="T1" fmla="*/ 7 h 300"/>
                <a:gd name="T2" fmla="*/ 395 w 483"/>
                <a:gd name="T3" fmla="*/ 13 h 300"/>
                <a:gd name="T4" fmla="*/ 404 w 483"/>
                <a:gd name="T5" fmla="*/ 21 h 300"/>
                <a:gd name="T6" fmla="*/ 424 w 483"/>
                <a:gd name="T7" fmla="*/ 27 h 300"/>
                <a:gd name="T8" fmla="*/ 438 w 483"/>
                <a:gd name="T9" fmla="*/ 35 h 300"/>
                <a:gd name="T10" fmla="*/ 442 w 483"/>
                <a:gd name="T11" fmla="*/ 45 h 300"/>
                <a:gd name="T12" fmla="*/ 467 w 483"/>
                <a:gd name="T13" fmla="*/ 39 h 300"/>
                <a:gd name="T14" fmla="*/ 483 w 483"/>
                <a:gd name="T15" fmla="*/ 54 h 300"/>
                <a:gd name="T16" fmla="*/ 471 w 483"/>
                <a:gd name="T17" fmla="*/ 54 h 300"/>
                <a:gd name="T18" fmla="*/ 469 w 483"/>
                <a:gd name="T19" fmla="*/ 66 h 300"/>
                <a:gd name="T20" fmla="*/ 467 w 483"/>
                <a:gd name="T21" fmla="*/ 78 h 300"/>
                <a:gd name="T22" fmla="*/ 461 w 483"/>
                <a:gd name="T23" fmla="*/ 88 h 300"/>
                <a:gd name="T24" fmla="*/ 459 w 483"/>
                <a:gd name="T25" fmla="*/ 102 h 300"/>
                <a:gd name="T26" fmla="*/ 467 w 483"/>
                <a:gd name="T27" fmla="*/ 106 h 300"/>
                <a:gd name="T28" fmla="*/ 473 w 483"/>
                <a:gd name="T29" fmla="*/ 113 h 300"/>
                <a:gd name="T30" fmla="*/ 444 w 483"/>
                <a:gd name="T31" fmla="*/ 155 h 300"/>
                <a:gd name="T32" fmla="*/ 430 w 483"/>
                <a:gd name="T33" fmla="*/ 188 h 300"/>
                <a:gd name="T34" fmla="*/ 444 w 483"/>
                <a:gd name="T35" fmla="*/ 235 h 300"/>
                <a:gd name="T36" fmla="*/ 432 w 483"/>
                <a:gd name="T37" fmla="*/ 282 h 300"/>
                <a:gd name="T38" fmla="*/ 397 w 483"/>
                <a:gd name="T39" fmla="*/ 294 h 300"/>
                <a:gd name="T40" fmla="*/ 357 w 483"/>
                <a:gd name="T41" fmla="*/ 286 h 300"/>
                <a:gd name="T42" fmla="*/ 334 w 483"/>
                <a:gd name="T43" fmla="*/ 284 h 300"/>
                <a:gd name="T44" fmla="*/ 285 w 483"/>
                <a:gd name="T45" fmla="*/ 282 h 300"/>
                <a:gd name="T46" fmla="*/ 261 w 483"/>
                <a:gd name="T47" fmla="*/ 247 h 300"/>
                <a:gd name="T48" fmla="*/ 189 w 483"/>
                <a:gd name="T49" fmla="*/ 231 h 300"/>
                <a:gd name="T50" fmla="*/ 167 w 483"/>
                <a:gd name="T51" fmla="*/ 227 h 300"/>
                <a:gd name="T52" fmla="*/ 112 w 483"/>
                <a:gd name="T53" fmla="*/ 257 h 300"/>
                <a:gd name="T54" fmla="*/ 75 w 483"/>
                <a:gd name="T55" fmla="*/ 276 h 300"/>
                <a:gd name="T56" fmla="*/ 40 w 483"/>
                <a:gd name="T57" fmla="*/ 292 h 300"/>
                <a:gd name="T58" fmla="*/ 38 w 483"/>
                <a:gd name="T59" fmla="*/ 280 h 300"/>
                <a:gd name="T60" fmla="*/ 30 w 483"/>
                <a:gd name="T61" fmla="*/ 274 h 300"/>
                <a:gd name="T62" fmla="*/ 30 w 483"/>
                <a:gd name="T63" fmla="*/ 265 h 300"/>
                <a:gd name="T64" fmla="*/ 36 w 483"/>
                <a:gd name="T65" fmla="*/ 255 h 300"/>
                <a:gd name="T66" fmla="*/ 51 w 483"/>
                <a:gd name="T67" fmla="*/ 255 h 300"/>
                <a:gd name="T68" fmla="*/ 42 w 483"/>
                <a:gd name="T69" fmla="*/ 243 h 300"/>
                <a:gd name="T70" fmla="*/ 26 w 483"/>
                <a:gd name="T71" fmla="*/ 223 h 300"/>
                <a:gd name="T72" fmla="*/ 14 w 483"/>
                <a:gd name="T73" fmla="*/ 204 h 300"/>
                <a:gd name="T74" fmla="*/ 10 w 483"/>
                <a:gd name="T75" fmla="*/ 188 h 300"/>
                <a:gd name="T76" fmla="*/ 14 w 483"/>
                <a:gd name="T77" fmla="*/ 168 h 300"/>
                <a:gd name="T78" fmla="*/ 22 w 483"/>
                <a:gd name="T79" fmla="*/ 172 h 300"/>
                <a:gd name="T80" fmla="*/ 40 w 483"/>
                <a:gd name="T81" fmla="*/ 172 h 300"/>
                <a:gd name="T82" fmla="*/ 61 w 483"/>
                <a:gd name="T83" fmla="*/ 151 h 300"/>
                <a:gd name="T84" fmla="*/ 65 w 483"/>
                <a:gd name="T85" fmla="*/ 129 h 300"/>
                <a:gd name="T86" fmla="*/ 75 w 483"/>
                <a:gd name="T87" fmla="*/ 125 h 300"/>
                <a:gd name="T88" fmla="*/ 95 w 483"/>
                <a:gd name="T89" fmla="*/ 141 h 300"/>
                <a:gd name="T90" fmla="*/ 130 w 483"/>
                <a:gd name="T91" fmla="*/ 147 h 300"/>
                <a:gd name="T92" fmla="*/ 147 w 483"/>
                <a:gd name="T93" fmla="*/ 151 h 300"/>
                <a:gd name="T94" fmla="*/ 181 w 483"/>
                <a:gd name="T95" fmla="*/ 153 h 300"/>
                <a:gd name="T96" fmla="*/ 198 w 483"/>
                <a:gd name="T97" fmla="*/ 143 h 300"/>
                <a:gd name="T98" fmla="*/ 218 w 483"/>
                <a:gd name="T99" fmla="*/ 125 h 300"/>
                <a:gd name="T100" fmla="*/ 232 w 483"/>
                <a:gd name="T101" fmla="*/ 106 h 300"/>
                <a:gd name="T102" fmla="*/ 246 w 483"/>
                <a:gd name="T103" fmla="*/ 86 h 300"/>
                <a:gd name="T104" fmla="*/ 261 w 483"/>
                <a:gd name="T105" fmla="*/ 66 h 300"/>
                <a:gd name="T106" fmla="*/ 269 w 483"/>
                <a:gd name="T107" fmla="*/ 56 h 300"/>
                <a:gd name="T108" fmla="*/ 273 w 483"/>
                <a:gd name="T109" fmla="*/ 43 h 300"/>
                <a:gd name="T110" fmla="*/ 281 w 483"/>
                <a:gd name="T111" fmla="*/ 29 h 300"/>
                <a:gd name="T112" fmla="*/ 297 w 483"/>
                <a:gd name="T113" fmla="*/ 25 h 300"/>
                <a:gd name="T114" fmla="*/ 310 w 483"/>
                <a:gd name="T115" fmla="*/ 27 h 300"/>
                <a:gd name="T116" fmla="*/ 322 w 483"/>
                <a:gd name="T117" fmla="*/ 19 h 300"/>
                <a:gd name="T118" fmla="*/ 338 w 483"/>
                <a:gd name="T119" fmla="*/ 21 h 300"/>
                <a:gd name="T120" fmla="*/ 346 w 483"/>
                <a:gd name="T121" fmla="*/ 9 h 300"/>
                <a:gd name="T122" fmla="*/ 351 w 483"/>
                <a:gd name="T123" fmla="*/ 15 h 300"/>
                <a:gd name="T124" fmla="*/ 363 w 483"/>
                <a:gd name="T125" fmla="*/ 9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3" h="300">
                  <a:moveTo>
                    <a:pt x="371" y="0"/>
                  </a:moveTo>
                  <a:lnTo>
                    <a:pt x="371" y="0"/>
                  </a:lnTo>
                  <a:lnTo>
                    <a:pt x="373" y="0"/>
                  </a:lnTo>
                  <a:lnTo>
                    <a:pt x="373" y="0"/>
                  </a:lnTo>
                  <a:lnTo>
                    <a:pt x="375" y="1"/>
                  </a:lnTo>
                  <a:lnTo>
                    <a:pt x="375" y="1"/>
                  </a:lnTo>
                  <a:lnTo>
                    <a:pt x="377" y="3"/>
                  </a:lnTo>
                  <a:lnTo>
                    <a:pt x="377" y="3"/>
                  </a:lnTo>
                  <a:lnTo>
                    <a:pt x="377" y="3"/>
                  </a:lnTo>
                  <a:lnTo>
                    <a:pt x="377" y="3"/>
                  </a:lnTo>
                  <a:lnTo>
                    <a:pt x="377" y="3"/>
                  </a:lnTo>
                  <a:lnTo>
                    <a:pt x="377" y="3"/>
                  </a:lnTo>
                  <a:lnTo>
                    <a:pt x="377" y="5"/>
                  </a:lnTo>
                  <a:lnTo>
                    <a:pt x="379" y="5"/>
                  </a:lnTo>
                  <a:lnTo>
                    <a:pt x="379" y="5"/>
                  </a:lnTo>
                  <a:lnTo>
                    <a:pt x="381" y="5"/>
                  </a:lnTo>
                  <a:lnTo>
                    <a:pt x="383" y="7"/>
                  </a:lnTo>
                  <a:lnTo>
                    <a:pt x="383" y="7"/>
                  </a:lnTo>
                  <a:lnTo>
                    <a:pt x="383" y="7"/>
                  </a:lnTo>
                  <a:lnTo>
                    <a:pt x="383" y="7"/>
                  </a:lnTo>
                  <a:lnTo>
                    <a:pt x="385" y="7"/>
                  </a:lnTo>
                  <a:lnTo>
                    <a:pt x="385" y="7"/>
                  </a:lnTo>
                  <a:lnTo>
                    <a:pt x="385" y="7"/>
                  </a:lnTo>
                  <a:lnTo>
                    <a:pt x="387" y="7"/>
                  </a:lnTo>
                  <a:lnTo>
                    <a:pt x="387" y="7"/>
                  </a:lnTo>
                  <a:lnTo>
                    <a:pt x="387" y="7"/>
                  </a:lnTo>
                  <a:lnTo>
                    <a:pt x="387" y="7"/>
                  </a:lnTo>
                  <a:lnTo>
                    <a:pt x="387" y="7"/>
                  </a:lnTo>
                  <a:lnTo>
                    <a:pt x="389" y="7"/>
                  </a:lnTo>
                  <a:lnTo>
                    <a:pt x="389" y="9"/>
                  </a:lnTo>
                  <a:lnTo>
                    <a:pt x="391" y="9"/>
                  </a:lnTo>
                  <a:lnTo>
                    <a:pt x="391" y="9"/>
                  </a:lnTo>
                  <a:lnTo>
                    <a:pt x="393" y="9"/>
                  </a:lnTo>
                  <a:lnTo>
                    <a:pt x="393" y="9"/>
                  </a:lnTo>
                  <a:lnTo>
                    <a:pt x="393" y="9"/>
                  </a:lnTo>
                  <a:lnTo>
                    <a:pt x="393" y="9"/>
                  </a:lnTo>
                  <a:lnTo>
                    <a:pt x="393" y="9"/>
                  </a:lnTo>
                  <a:lnTo>
                    <a:pt x="393" y="11"/>
                  </a:lnTo>
                  <a:lnTo>
                    <a:pt x="395" y="11"/>
                  </a:lnTo>
                  <a:lnTo>
                    <a:pt x="395" y="11"/>
                  </a:lnTo>
                  <a:lnTo>
                    <a:pt x="395" y="11"/>
                  </a:lnTo>
                  <a:lnTo>
                    <a:pt x="395" y="13"/>
                  </a:lnTo>
                  <a:lnTo>
                    <a:pt x="397" y="13"/>
                  </a:lnTo>
                  <a:lnTo>
                    <a:pt x="397" y="13"/>
                  </a:lnTo>
                  <a:lnTo>
                    <a:pt x="397" y="15"/>
                  </a:lnTo>
                  <a:lnTo>
                    <a:pt x="397" y="15"/>
                  </a:lnTo>
                  <a:lnTo>
                    <a:pt x="397" y="15"/>
                  </a:lnTo>
                  <a:lnTo>
                    <a:pt x="399" y="15"/>
                  </a:lnTo>
                  <a:lnTo>
                    <a:pt x="399" y="15"/>
                  </a:lnTo>
                  <a:lnTo>
                    <a:pt x="399" y="17"/>
                  </a:lnTo>
                  <a:lnTo>
                    <a:pt x="399" y="17"/>
                  </a:lnTo>
                  <a:lnTo>
                    <a:pt x="399" y="17"/>
                  </a:lnTo>
                  <a:lnTo>
                    <a:pt x="399" y="17"/>
                  </a:lnTo>
                  <a:lnTo>
                    <a:pt x="399" y="19"/>
                  </a:lnTo>
                  <a:lnTo>
                    <a:pt x="399" y="19"/>
                  </a:lnTo>
                  <a:lnTo>
                    <a:pt x="399" y="19"/>
                  </a:lnTo>
                  <a:lnTo>
                    <a:pt x="400" y="19"/>
                  </a:lnTo>
                  <a:lnTo>
                    <a:pt x="404" y="19"/>
                  </a:lnTo>
                  <a:lnTo>
                    <a:pt x="404" y="19"/>
                  </a:lnTo>
                  <a:lnTo>
                    <a:pt x="404" y="19"/>
                  </a:lnTo>
                  <a:lnTo>
                    <a:pt x="404" y="21"/>
                  </a:lnTo>
                  <a:lnTo>
                    <a:pt x="404" y="21"/>
                  </a:lnTo>
                  <a:lnTo>
                    <a:pt x="404" y="21"/>
                  </a:lnTo>
                  <a:lnTo>
                    <a:pt x="404" y="21"/>
                  </a:lnTo>
                  <a:lnTo>
                    <a:pt x="404" y="23"/>
                  </a:lnTo>
                  <a:lnTo>
                    <a:pt x="404" y="23"/>
                  </a:lnTo>
                  <a:lnTo>
                    <a:pt x="406" y="25"/>
                  </a:lnTo>
                  <a:lnTo>
                    <a:pt x="406" y="25"/>
                  </a:lnTo>
                  <a:lnTo>
                    <a:pt x="406" y="25"/>
                  </a:lnTo>
                  <a:lnTo>
                    <a:pt x="406" y="25"/>
                  </a:lnTo>
                  <a:lnTo>
                    <a:pt x="408" y="25"/>
                  </a:lnTo>
                  <a:lnTo>
                    <a:pt x="410" y="25"/>
                  </a:lnTo>
                  <a:lnTo>
                    <a:pt x="412" y="25"/>
                  </a:lnTo>
                  <a:lnTo>
                    <a:pt x="416" y="25"/>
                  </a:lnTo>
                  <a:lnTo>
                    <a:pt x="418" y="25"/>
                  </a:lnTo>
                  <a:lnTo>
                    <a:pt x="418" y="25"/>
                  </a:lnTo>
                  <a:lnTo>
                    <a:pt x="420" y="25"/>
                  </a:lnTo>
                  <a:lnTo>
                    <a:pt x="420" y="25"/>
                  </a:lnTo>
                  <a:lnTo>
                    <a:pt x="422" y="25"/>
                  </a:lnTo>
                  <a:lnTo>
                    <a:pt x="422" y="25"/>
                  </a:lnTo>
                  <a:lnTo>
                    <a:pt x="422" y="25"/>
                  </a:lnTo>
                  <a:lnTo>
                    <a:pt x="422" y="25"/>
                  </a:lnTo>
                  <a:lnTo>
                    <a:pt x="424" y="27"/>
                  </a:lnTo>
                  <a:lnTo>
                    <a:pt x="424" y="27"/>
                  </a:lnTo>
                  <a:lnTo>
                    <a:pt x="422" y="29"/>
                  </a:lnTo>
                  <a:lnTo>
                    <a:pt x="422" y="29"/>
                  </a:lnTo>
                  <a:lnTo>
                    <a:pt x="424" y="29"/>
                  </a:lnTo>
                  <a:lnTo>
                    <a:pt x="424" y="29"/>
                  </a:lnTo>
                  <a:lnTo>
                    <a:pt x="424" y="31"/>
                  </a:lnTo>
                  <a:lnTo>
                    <a:pt x="424" y="31"/>
                  </a:lnTo>
                  <a:lnTo>
                    <a:pt x="424" y="31"/>
                  </a:lnTo>
                  <a:lnTo>
                    <a:pt x="424" y="31"/>
                  </a:lnTo>
                  <a:lnTo>
                    <a:pt x="426" y="33"/>
                  </a:lnTo>
                  <a:lnTo>
                    <a:pt x="426" y="33"/>
                  </a:lnTo>
                  <a:lnTo>
                    <a:pt x="426" y="33"/>
                  </a:lnTo>
                  <a:lnTo>
                    <a:pt x="426" y="33"/>
                  </a:lnTo>
                  <a:lnTo>
                    <a:pt x="428" y="33"/>
                  </a:lnTo>
                  <a:lnTo>
                    <a:pt x="434" y="33"/>
                  </a:lnTo>
                  <a:lnTo>
                    <a:pt x="434" y="33"/>
                  </a:lnTo>
                  <a:lnTo>
                    <a:pt x="434" y="33"/>
                  </a:lnTo>
                  <a:lnTo>
                    <a:pt x="434" y="35"/>
                  </a:lnTo>
                  <a:lnTo>
                    <a:pt x="434" y="35"/>
                  </a:lnTo>
                  <a:lnTo>
                    <a:pt x="436" y="35"/>
                  </a:lnTo>
                  <a:lnTo>
                    <a:pt x="438" y="35"/>
                  </a:lnTo>
                  <a:lnTo>
                    <a:pt x="438" y="35"/>
                  </a:lnTo>
                  <a:lnTo>
                    <a:pt x="438" y="35"/>
                  </a:lnTo>
                  <a:lnTo>
                    <a:pt x="438" y="35"/>
                  </a:lnTo>
                  <a:lnTo>
                    <a:pt x="438" y="35"/>
                  </a:lnTo>
                  <a:lnTo>
                    <a:pt x="438" y="35"/>
                  </a:lnTo>
                  <a:lnTo>
                    <a:pt x="438" y="37"/>
                  </a:lnTo>
                  <a:lnTo>
                    <a:pt x="438" y="37"/>
                  </a:lnTo>
                  <a:lnTo>
                    <a:pt x="438" y="37"/>
                  </a:lnTo>
                  <a:lnTo>
                    <a:pt x="438" y="37"/>
                  </a:lnTo>
                  <a:lnTo>
                    <a:pt x="438" y="39"/>
                  </a:lnTo>
                  <a:lnTo>
                    <a:pt x="438" y="39"/>
                  </a:lnTo>
                  <a:lnTo>
                    <a:pt x="438" y="39"/>
                  </a:lnTo>
                  <a:lnTo>
                    <a:pt x="438" y="39"/>
                  </a:lnTo>
                  <a:lnTo>
                    <a:pt x="438" y="41"/>
                  </a:lnTo>
                  <a:lnTo>
                    <a:pt x="438" y="41"/>
                  </a:lnTo>
                  <a:lnTo>
                    <a:pt x="438" y="41"/>
                  </a:lnTo>
                  <a:lnTo>
                    <a:pt x="438" y="43"/>
                  </a:lnTo>
                  <a:lnTo>
                    <a:pt x="440" y="43"/>
                  </a:lnTo>
                  <a:lnTo>
                    <a:pt x="440" y="43"/>
                  </a:lnTo>
                  <a:lnTo>
                    <a:pt x="440" y="45"/>
                  </a:lnTo>
                  <a:lnTo>
                    <a:pt x="440" y="45"/>
                  </a:lnTo>
                  <a:lnTo>
                    <a:pt x="442" y="45"/>
                  </a:lnTo>
                  <a:lnTo>
                    <a:pt x="442" y="45"/>
                  </a:lnTo>
                  <a:lnTo>
                    <a:pt x="442" y="45"/>
                  </a:lnTo>
                  <a:lnTo>
                    <a:pt x="444" y="43"/>
                  </a:lnTo>
                  <a:lnTo>
                    <a:pt x="444" y="43"/>
                  </a:lnTo>
                  <a:lnTo>
                    <a:pt x="450" y="43"/>
                  </a:lnTo>
                  <a:lnTo>
                    <a:pt x="453" y="43"/>
                  </a:lnTo>
                  <a:lnTo>
                    <a:pt x="453" y="43"/>
                  </a:lnTo>
                  <a:lnTo>
                    <a:pt x="453" y="43"/>
                  </a:lnTo>
                  <a:lnTo>
                    <a:pt x="455" y="39"/>
                  </a:lnTo>
                  <a:lnTo>
                    <a:pt x="455" y="39"/>
                  </a:lnTo>
                  <a:lnTo>
                    <a:pt x="455" y="39"/>
                  </a:lnTo>
                  <a:lnTo>
                    <a:pt x="457" y="39"/>
                  </a:lnTo>
                  <a:lnTo>
                    <a:pt x="457" y="39"/>
                  </a:lnTo>
                  <a:lnTo>
                    <a:pt x="465" y="41"/>
                  </a:lnTo>
                  <a:lnTo>
                    <a:pt x="465" y="41"/>
                  </a:lnTo>
                  <a:lnTo>
                    <a:pt x="465" y="41"/>
                  </a:lnTo>
                  <a:lnTo>
                    <a:pt x="465" y="39"/>
                  </a:lnTo>
                  <a:lnTo>
                    <a:pt x="465" y="39"/>
                  </a:lnTo>
                  <a:lnTo>
                    <a:pt x="467" y="39"/>
                  </a:lnTo>
                  <a:lnTo>
                    <a:pt x="467" y="39"/>
                  </a:lnTo>
                  <a:lnTo>
                    <a:pt x="467" y="39"/>
                  </a:lnTo>
                  <a:lnTo>
                    <a:pt x="469" y="39"/>
                  </a:lnTo>
                  <a:lnTo>
                    <a:pt x="469" y="39"/>
                  </a:lnTo>
                  <a:lnTo>
                    <a:pt x="469" y="39"/>
                  </a:lnTo>
                  <a:lnTo>
                    <a:pt x="473" y="41"/>
                  </a:lnTo>
                  <a:lnTo>
                    <a:pt x="475" y="43"/>
                  </a:lnTo>
                  <a:lnTo>
                    <a:pt x="475" y="43"/>
                  </a:lnTo>
                  <a:lnTo>
                    <a:pt x="473" y="43"/>
                  </a:lnTo>
                  <a:lnTo>
                    <a:pt x="473" y="43"/>
                  </a:lnTo>
                  <a:lnTo>
                    <a:pt x="471" y="45"/>
                  </a:lnTo>
                  <a:lnTo>
                    <a:pt x="471" y="45"/>
                  </a:lnTo>
                  <a:lnTo>
                    <a:pt x="471" y="45"/>
                  </a:lnTo>
                  <a:lnTo>
                    <a:pt x="471" y="45"/>
                  </a:lnTo>
                  <a:lnTo>
                    <a:pt x="471" y="45"/>
                  </a:lnTo>
                  <a:lnTo>
                    <a:pt x="471" y="45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83" y="53"/>
                  </a:lnTo>
                  <a:lnTo>
                    <a:pt x="483" y="53"/>
                  </a:lnTo>
                  <a:lnTo>
                    <a:pt x="483" y="54"/>
                  </a:lnTo>
                  <a:lnTo>
                    <a:pt x="483" y="54"/>
                  </a:lnTo>
                  <a:lnTo>
                    <a:pt x="483" y="54"/>
                  </a:lnTo>
                  <a:lnTo>
                    <a:pt x="483" y="56"/>
                  </a:lnTo>
                  <a:lnTo>
                    <a:pt x="483" y="56"/>
                  </a:lnTo>
                  <a:lnTo>
                    <a:pt x="483" y="56"/>
                  </a:lnTo>
                  <a:lnTo>
                    <a:pt x="483" y="58"/>
                  </a:lnTo>
                  <a:lnTo>
                    <a:pt x="483" y="58"/>
                  </a:lnTo>
                  <a:lnTo>
                    <a:pt x="483" y="60"/>
                  </a:lnTo>
                  <a:lnTo>
                    <a:pt x="483" y="60"/>
                  </a:lnTo>
                  <a:lnTo>
                    <a:pt x="481" y="60"/>
                  </a:lnTo>
                  <a:lnTo>
                    <a:pt x="481" y="60"/>
                  </a:lnTo>
                  <a:lnTo>
                    <a:pt x="479" y="58"/>
                  </a:lnTo>
                  <a:lnTo>
                    <a:pt x="479" y="58"/>
                  </a:lnTo>
                  <a:lnTo>
                    <a:pt x="477" y="58"/>
                  </a:lnTo>
                  <a:lnTo>
                    <a:pt x="475" y="58"/>
                  </a:lnTo>
                  <a:lnTo>
                    <a:pt x="473" y="56"/>
                  </a:lnTo>
                  <a:lnTo>
                    <a:pt x="473" y="56"/>
                  </a:lnTo>
                  <a:lnTo>
                    <a:pt x="473" y="56"/>
                  </a:lnTo>
                  <a:lnTo>
                    <a:pt x="471" y="56"/>
                  </a:lnTo>
                  <a:lnTo>
                    <a:pt x="471" y="54"/>
                  </a:lnTo>
                  <a:lnTo>
                    <a:pt x="471" y="54"/>
                  </a:lnTo>
                  <a:lnTo>
                    <a:pt x="471" y="54"/>
                  </a:lnTo>
                  <a:lnTo>
                    <a:pt x="471" y="54"/>
                  </a:lnTo>
                  <a:lnTo>
                    <a:pt x="469" y="54"/>
                  </a:lnTo>
                  <a:lnTo>
                    <a:pt x="469" y="54"/>
                  </a:lnTo>
                  <a:lnTo>
                    <a:pt x="469" y="56"/>
                  </a:lnTo>
                  <a:lnTo>
                    <a:pt x="465" y="62"/>
                  </a:lnTo>
                  <a:lnTo>
                    <a:pt x="465" y="62"/>
                  </a:lnTo>
                  <a:lnTo>
                    <a:pt x="465" y="62"/>
                  </a:lnTo>
                  <a:lnTo>
                    <a:pt x="465" y="62"/>
                  </a:lnTo>
                  <a:lnTo>
                    <a:pt x="465" y="62"/>
                  </a:lnTo>
                  <a:lnTo>
                    <a:pt x="465" y="64"/>
                  </a:lnTo>
                  <a:lnTo>
                    <a:pt x="467" y="64"/>
                  </a:lnTo>
                  <a:lnTo>
                    <a:pt x="467" y="64"/>
                  </a:lnTo>
                  <a:lnTo>
                    <a:pt x="467" y="66"/>
                  </a:lnTo>
                  <a:lnTo>
                    <a:pt x="467" y="66"/>
                  </a:lnTo>
                  <a:lnTo>
                    <a:pt x="467" y="66"/>
                  </a:lnTo>
                  <a:lnTo>
                    <a:pt x="467" y="66"/>
                  </a:lnTo>
                  <a:lnTo>
                    <a:pt x="469" y="64"/>
                  </a:lnTo>
                  <a:lnTo>
                    <a:pt x="469" y="64"/>
                  </a:lnTo>
                  <a:lnTo>
                    <a:pt x="469" y="64"/>
                  </a:lnTo>
                  <a:lnTo>
                    <a:pt x="469" y="64"/>
                  </a:lnTo>
                  <a:lnTo>
                    <a:pt x="469" y="66"/>
                  </a:lnTo>
                  <a:lnTo>
                    <a:pt x="469" y="66"/>
                  </a:lnTo>
                  <a:lnTo>
                    <a:pt x="469" y="68"/>
                  </a:lnTo>
                  <a:lnTo>
                    <a:pt x="469" y="68"/>
                  </a:lnTo>
                  <a:lnTo>
                    <a:pt x="469" y="70"/>
                  </a:lnTo>
                  <a:lnTo>
                    <a:pt x="471" y="70"/>
                  </a:lnTo>
                  <a:lnTo>
                    <a:pt x="471" y="70"/>
                  </a:lnTo>
                  <a:lnTo>
                    <a:pt x="471" y="72"/>
                  </a:lnTo>
                  <a:lnTo>
                    <a:pt x="471" y="72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6"/>
                  </a:lnTo>
                  <a:lnTo>
                    <a:pt x="469" y="76"/>
                  </a:lnTo>
                  <a:lnTo>
                    <a:pt x="469" y="76"/>
                  </a:lnTo>
                  <a:lnTo>
                    <a:pt x="469" y="76"/>
                  </a:lnTo>
                  <a:lnTo>
                    <a:pt x="469" y="76"/>
                  </a:lnTo>
                  <a:lnTo>
                    <a:pt x="469" y="76"/>
                  </a:lnTo>
                  <a:lnTo>
                    <a:pt x="469" y="76"/>
                  </a:lnTo>
                  <a:lnTo>
                    <a:pt x="467" y="76"/>
                  </a:lnTo>
                  <a:lnTo>
                    <a:pt x="467" y="76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5" y="78"/>
                  </a:lnTo>
                  <a:lnTo>
                    <a:pt x="465" y="80"/>
                  </a:lnTo>
                  <a:lnTo>
                    <a:pt x="465" y="80"/>
                  </a:lnTo>
                  <a:lnTo>
                    <a:pt x="465" y="80"/>
                  </a:lnTo>
                  <a:lnTo>
                    <a:pt x="465" y="80"/>
                  </a:lnTo>
                  <a:lnTo>
                    <a:pt x="465" y="82"/>
                  </a:lnTo>
                  <a:lnTo>
                    <a:pt x="465" y="82"/>
                  </a:lnTo>
                  <a:lnTo>
                    <a:pt x="465" y="84"/>
                  </a:lnTo>
                  <a:lnTo>
                    <a:pt x="465" y="84"/>
                  </a:lnTo>
                  <a:lnTo>
                    <a:pt x="465" y="84"/>
                  </a:lnTo>
                  <a:lnTo>
                    <a:pt x="465" y="84"/>
                  </a:lnTo>
                  <a:lnTo>
                    <a:pt x="465" y="84"/>
                  </a:lnTo>
                  <a:lnTo>
                    <a:pt x="465" y="86"/>
                  </a:lnTo>
                  <a:lnTo>
                    <a:pt x="465" y="86"/>
                  </a:lnTo>
                  <a:lnTo>
                    <a:pt x="465" y="88"/>
                  </a:lnTo>
                  <a:lnTo>
                    <a:pt x="465" y="88"/>
                  </a:lnTo>
                  <a:lnTo>
                    <a:pt x="465" y="88"/>
                  </a:lnTo>
                  <a:lnTo>
                    <a:pt x="463" y="88"/>
                  </a:lnTo>
                  <a:lnTo>
                    <a:pt x="463" y="88"/>
                  </a:lnTo>
                  <a:lnTo>
                    <a:pt x="461" y="88"/>
                  </a:lnTo>
                  <a:lnTo>
                    <a:pt x="461" y="88"/>
                  </a:lnTo>
                  <a:lnTo>
                    <a:pt x="461" y="88"/>
                  </a:lnTo>
                  <a:lnTo>
                    <a:pt x="461" y="88"/>
                  </a:lnTo>
                  <a:lnTo>
                    <a:pt x="461" y="88"/>
                  </a:lnTo>
                  <a:lnTo>
                    <a:pt x="461" y="90"/>
                  </a:lnTo>
                  <a:lnTo>
                    <a:pt x="461" y="90"/>
                  </a:lnTo>
                  <a:lnTo>
                    <a:pt x="461" y="90"/>
                  </a:lnTo>
                  <a:lnTo>
                    <a:pt x="461" y="90"/>
                  </a:lnTo>
                  <a:lnTo>
                    <a:pt x="461" y="92"/>
                  </a:lnTo>
                  <a:lnTo>
                    <a:pt x="461" y="92"/>
                  </a:lnTo>
                  <a:lnTo>
                    <a:pt x="459" y="94"/>
                  </a:lnTo>
                  <a:lnTo>
                    <a:pt x="459" y="94"/>
                  </a:lnTo>
                  <a:lnTo>
                    <a:pt x="457" y="94"/>
                  </a:lnTo>
                  <a:lnTo>
                    <a:pt x="457" y="94"/>
                  </a:lnTo>
                  <a:lnTo>
                    <a:pt x="457" y="94"/>
                  </a:lnTo>
                  <a:lnTo>
                    <a:pt x="457" y="96"/>
                  </a:lnTo>
                  <a:lnTo>
                    <a:pt x="459" y="98"/>
                  </a:lnTo>
                  <a:lnTo>
                    <a:pt x="459" y="98"/>
                  </a:lnTo>
                  <a:lnTo>
                    <a:pt x="459" y="100"/>
                  </a:lnTo>
                  <a:lnTo>
                    <a:pt x="459" y="100"/>
                  </a:lnTo>
                  <a:lnTo>
                    <a:pt x="459" y="102"/>
                  </a:lnTo>
                  <a:lnTo>
                    <a:pt x="459" y="104"/>
                  </a:lnTo>
                  <a:lnTo>
                    <a:pt x="459" y="104"/>
                  </a:lnTo>
                  <a:lnTo>
                    <a:pt x="459" y="104"/>
                  </a:lnTo>
                  <a:lnTo>
                    <a:pt x="459" y="106"/>
                  </a:lnTo>
                  <a:lnTo>
                    <a:pt x="459" y="106"/>
                  </a:lnTo>
                  <a:lnTo>
                    <a:pt x="459" y="108"/>
                  </a:lnTo>
                  <a:lnTo>
                    <a:pt x="461" y="106"/>
                  </a:lnTo>
                  <a:lnTo>
                    <a:pt x="461" y="106"/>
                  </a:lnTo>
                  <a:lnTo>
                    <a:pt x="461" y="106"/>
                  </a:lnTo>
                  <a:lnTo>
                    <a:pt x="461" y="106"/>
                  </a:lnTo>
                  <a:lnTo>
                    <a:pt x="461" y="104"/>
                  </a:lnTo>
                  <a:lnTo>
                    <a:pt x="461" y="104"/>
                  </a:lnTo>
                  <a:lnTo>
                    <a:pt x="461" y="104"/>
                  </a:lnTo>
                  <a:lnTo>
                    <a:pt x="463" y="104"/>
                  </a:lnTo>
                  <a:lnTo>
                    <a:pt x="463" y="104"/>
                  </a:lnTo>
                  <a:lnTo>
                    <a:pt x="465" y="106"/>
                  </a:lnTo>
                  <a:lnTo>
                    <a:pt x="465" y="106"/>
                  </a:lnTo>
                  <a:lnTo>
                    <a:pt x="465" y="106"/>
                  </a:lnTo>
                  <a:lnTo>
                    <a:pt x="467" y="106"/>
                  </a:lnTo>
                  <a:lnTo>
                    <a:pt x="467" y="106"/>
                  </a:lnTo>
                  <a:lnTo>
                    <a:pt x="467" y="106"/>
                  </a:lnTo>
                  <a:lnTo>
                    <a:pt x="467" y="108"/>
                  </a:lnTo>
                  <a:lnTo>
                    <a:pt x="467" y="108"/>
                  </a:lnTo>
                  <a:lnTo>
                    <a:pt x="467" y="108"/>
                  </a:lnTo>
                  <a:lnTo>
                    <a:pt x="467" y="109"/>
                  </a:lnTo>
                  <a:lnTo>
                    <a:pt x="467" y="111"/>
                  </a:lnTo>
                  <a:lnTo>
                    <a:pt x="467" y="111"/>
                  </a:lnTo>
                  <a:lnTo>
                    <a:pt x="467" y="111"/>
                  </a:lnTo>
                  <a:lnTo>
                    <a:pt x="467" y="111"/>
                  </a:lnTo>
                  <a:lnTo>
                    <a:pt x="469" y="111"/>
                  </a:lnTo>
                  <a:lnTo>
                    <a:pt x="469" y="111"/>
                  </a:lnTo>
                  <a:lnTo>
                    <a:pt x="469" y="111"/>
                  </a:lnTo>
                  <a:lnTo>
                    <a:pt x="471" y="111"/>
                  </a:lnTo>
                  <a:lnTo>
                    <a:pt x="471" y="109"/>
                  </a:lnTo>
                  <a:lnTo>
                    <a:pt x="471" y="109"/>
                  </a:lnTo>
                  <a:lnTo>
                    <a:pt x="471" y="109"/>
                  </a:lnTo>
                  <a:lnTo>
                    <a:pt x="473" y="109"/>
                  </a:lnTo>
                  <a:lnTo>
                    <a:pt x="473" y="111"/>
                  </a:lnTo>
                  <a:lnTo>
                    <a:pt x="473" y="111"/>
                  </a:lnTo>
                  <a:lnTo>
                    <a:pt x="473" y="111"/>
                  </a:lnTo>
                  <a:lnTo>
                    <a:pt x="473" y="111"/>
                  </a:lnTo>
                  <a:lnTo>
                    <a:pt x="473" y="113"/>
                  </a:lnTo>
                  <a:lnTo>
                    <a:pt x="473" y="113"/>
                  </a:lnTo>
                  <a:lnTo>
                    <a:pt x="473" y="115"/>
                  </a:lnTo>
                  <a:lnTo>
                    <a:pt x="473" y="115"/>
                  </a:lnTo>
                  <a:lnTo>
                    <a:pt x="473" y="115"/>
                  </a:lnTo>
                  <a:lnTo>
                    <a:pt x="471" y="115"/>
                  </a:lnTo>
                  <a:lnTo>
                    <a:pt x="469" y="117"/>
                  </a:lnTo>
                  <a:lnTo>
                    <a:pt x="469" y="119"/>
                  </a:lnTo>
                  <a:lnTo>
                    <a:pt x="469" y="121"/>
                  </a:lnTo>
                  <a:lnTo>
                    <a:pt x="469" y="123"/>
                  </a:lnTo>
                  <a:lnTo>
                    <a:pt x="469" y="123"/>
                  </a:lnTo>
                  <a:lnTo>
                    <a:pt x="467" y="127"/>
                  </a:lnTo>
                  <a:lnTo>
                    <a:pt x="467" y="127"/>
                  </a:lnTo>
                  <a:lnTo>
                    <a:pt x="467" y="131"/>
                  </a:lnTo>
                  <a:lnTo>
                    <a:pt x="465" y="137"/>
                  </a:lnTo>
                  <a:lnTo>
                    <a:pt x="463" y="139"/>
                  </a:lnTo>
                  <a:lnTo>
                    <a:pt x="461" y="141"/>
                  </a:lnTo>
                  <a:lnTo>
                    <a:pt x="461" y="143"/>
                  </a:lnTo>
                  <a:lnTo>
                    <a:pt x="451" y="147"/>
                  </a:lnTo>
                  <a:lnTo>
                    <a:pt x="448" y="149"/>
                  </a:lnTo>
                  <a:lnTo>
                    <a:pt x="446" y="153"/>
                  </a:lnTo>
                  <a:lnTo>
                    <a:pt x="444" y="155"/>
                  </a:lnTo>
                  <a:lnTo>
                    <a:pt x="444" y="157"/>
                  </a:lnTo>
                  <a:lnTo>
                    <a:pt x="444" y="159"/>
                  </a:lnTo>
                  <a:lnTo>
                    <a:pt x="444" y="161"/>
                  </a:lnTo>
                  <a:lnTo>
                    <a:pt x="444" y="164"/>
                  </a:lnTo>
                  <a:lnTo>
                    <a:pt x="444" y="166"/>
                  </a:lnTo>
                  <a:lnTo>
                    <a:pt x="444" y="166"/>
                  </a:lnTo>
                  <a:lnTo>
                    <a:pt x="440" y="166"/>
                  </a:lnTo>
                  <a:lnTo>
                    <a:pt x="438" y="166"/>
                  </a:lnTo>
                  <a:lnTo>
                    <a:pt x="436" y="168"/>
                  </a:lnTo>
                  <a:lnTo>
                    <a:pt x="436" y="168"/>
                  </a:lnTo>
                  <a:lnTo>
                    <a:pt x="436" y="168"/>
                  </a:lnTo>
                  <a:lnTo>
                    <a:pt x="434" y="170"/>
                  </a:lnTo>
                  <a:lnTo>
                    <a:pt x="432" y="176"/>
                  </a:lnTo>
                  <a:lnTo>
                    <a:pt x="432" y="176"/>
                  </a:lnTo>
                  <a:lnTo>
                    <a:pt x="430" y="178"/>
                  </a:lnTo>
                  <a:lnTo>
                    <a:pt x="430" y="180"/>
                  </a:lnTo>
                  <a:lnTo>
                    <a:pt x="430" y="180"/>
                  </a:lnTo>
                  <a:lnTo>
                    <a:pt x="430" y="182"/>
                  </a:lnTo>
                  <a:lnTo>
                    <a:pt x="430" y="184"/>
                  </a:lnTo>
                  <a:lnTo>
                    <a:pt x="430" y="186"/>
                  </a:lnTo>
                  <a:lnTo>
                    <a:pt x="430" y="188"/>
                  </a:lnTo>
                  <a:lnTo>
                    <a:pt x="430" y="190"/>
                  </a:lnTo>
                  <a:lnTo>
                    <a:pt x="430" y="192"/>
                  </a:lnTo>
                  <a:lnTo>
                    <a:pt x="430" y="194"/>
                  </a:lnTo>
                  <a:lnTo>
                    <a:pt x="428" y="198"/>
                  </a:lnTo>
                  <a:lnTo>
                    <a:pt x="426" y="204"/>
                  </a:lnTo>
                  <a:lnTo>
                    <a:pt x="426" y="206"/>
                  </a:lnTo>
                  <a:lnTo>
                    <a:pt x="428" y="208"/>
                  </a:lnTo>
                  <a:lnTo>
                    <a:pt x="430" y="210"/>
                  </a:lnTo>
                  <a:lnTo>
                    <a:pt x="432" y="212"/>
                  </a:lnTo>
                  <a:lnTo>
                    <a:pt x="432" y="212"/>
                  </a:lnTo>
                  <a:lnTo>
                    <a:pt x="432" y="212"/>
                  </a:lnTo>
                  <a:lnTo>
                    <a:pt x="434" y="214"/>
                  </a:lnTo>
                  <a:lnTo>
                    <a:pt x="436" y="214"/>
                  </a:lnTo>
                  <a:lnTo>
                    <a:pt x="436" y="215"/>
                  </a:lnTo>
                  <a:lnTo>
                    <a:pt x="434" y="217"/>
                  </a:lnTo>
                  <a:lnTo>
                    <a:pt x="434" y="219"/>
                  </a:lnTo>
                  <a:lnTo>
                    <a:pt x="436" y="223"/>
                  </a:lnTo>
                  <a:lnTo>
                    <a:pt x="438" y="229"/>
                  </a:lnTo>
                  <a:lnTo>
                    <a:pt x="438" y="231"/>
                  </a:lnTo>
                  <a:lnTo>
                    <a:pt x="440" y="231"/>
                  </a:lnTo>
                  <a:lnTo>
                    <a:pt x="444" y="235"/>
                  </a:lnTo>
                  <a:lnTo>
                    <a:pt x="446" y="235"/>
                  </a:lnTo>
                  <a:lnTo>
                    <a:pt x="448" y="235"/>
                  </a:lnTo>
                  <a:lnTo>
                    <a:pt x="450" y="235"/>
                  </a:lnTo>
                  <a:lnTo>
                    <a:pt x="450" y="237"/>
                  </a:lnTo>
                  <a:lnTo>
                    <a:pt x="451" y="237"/>
                  </a:lnTo>
                  <a:lnTo>
                    <a:pt x="451" y="239"/>
                  </a:lnTo>
                  <a:lnTo>
                    <a:pt x="451" y="239"/>
                  </a:lnTo>
                  <a:lnTo>
                    <a:pt x="451" y="243"/>
                  </a:lnTo>
                  <a:lnTo>
                    <a:pt x="450" y="247"/>
                  </a:lnTo>
                  <a:lnTo>
                    <a:pt x="450" y="249"/>
                  </a:lnTo>
                  <a:lnTo>
                    <a:pt x="451" y="251"/>
                  </a:lnTo>
                  <a:lnTo>
                    <a:pt x="451" y="253"/>
                  </a:lnTo>
                  <a:lnTo>
                    <a:pt x="451" y="255"/>
                  </a:lnTo>
                  <a:lnTo>
                    <a:pt x="451" y="255"/>
                  </a:lnTo>
                  <a:lnTo>
                    <a:pt x="444" y="272"/>
                  </a:lnTo>
                  <a:lnTo>
                    <a:pt x="442" y="276"/>
                  </a:lnTo>
                  <a:lnTo>
                    <a:pt x="436" y="280"/>
                  </a:lnTo>
                  <a:lnTo>
                    <a:pt x="434" y="280"/>
                  </a:lnTo>
                  <a:lnTo>
                    <a:pt x="432" y="282"/>
                  </a:lnTo>
                  <a:lnTo>
                    <a:pt x="432" y="284"/>
                  </a:lnTo>
                  <a:lnTo>
                    <a:pt x="432" y="282"/>
                  </a:lnTo>
                  <a:lnTo>
                    <a:pt x="430" y="280"/>
                  </a:lnTo>
                  <a:lnTo>
                    <a:pt x="428" y="280"/>
                  </a:lnTo>
                  <a:lnTo>
                    <a:pt x="428" y="280"/>
                  </a:lnTo>
                  <a:lnTo>
                    <a:pt x="422" y="284"/>
                  </a:lnTo>
                  <a:lnTo>
                    <a:pt x="420" y="284"/>
                  </a:lnTo>
                  <a:lnTo>
                    <a:pt x="420" y="284"/>
                  </a:lnTo>
                  <a:lnTo>
                    <a:pt x="420" y="286"/>
                  </a:lnTo>
                  <a:lnTo>
                    <a:pt x="420" y="288"/>
                  </a:lnTo>
                  <a:lnTo>
                    <a:pt x="420" y="290"/>
                  </a:lnTo>
                  <a:lnTo>
                    <a:pt x="418" y="292"/>
                  </a:lnTo>
                  <a:lnTo>
                    <a:pt x="416" y="294"/>
                  </a:lnTo>
                  <a:lnTo>
                    <a:pt x="412" y="298"/>
                  </a:lnTo>
                  <a:lnTo>
                    <a:pt x="410" y="298"/>
                  </a:lnTo>
                  <a:lnTo>
                    <a:pt x="408" y="300"/>
                  </a:lnTo>
                  <a:lnTo>
                    <a:pt x="406" y="300"/>
                  </a:lnTo>
                  <a:lnTo>
                    <a:pt x="402" y="300"/>
                  </a:lnTo>
                  <a:lnTo>
                    <a:pt x="400" y="298"/>
                  </a:lnTo>
                  <a:lnTo>
                    <a:pt x="399" y="296"/>
                  </a:lnTo>
                  <a:lnTo>
                    <a:pt x="399" y="294"/>
                  </a:lnTo>
                  <a:lnTo>
                    <a:pt x="399" y="294"/>
                  </a:lnTo>
                  <a:lnTo>
                    <a:pt x="397" y="294"/>
                  </a:lnTo>
                  <a:lnTo>
                    <a:pt x="395" y="294"/>
                  </a:lnTo>
                  <a:lnTo>
                    <a:pt x="395" y="292"/>
                  </a:lnTo>
                  <a:lnTo>
                    <a:pt x="393" y="290"/>
                  </a:lnTo>
                  <a:lnTo>
                    <a:pt x="391" y="288"/>
                  </a:lnTo>
                  <a:lnTo>
                    <a:pt x="379" y="286"/>
                  </a:lnTo>
                  <a:lnTo>
                    <a:pt x="377" y="288"/>
                  </a:lnTo>
                  <a:lnTo>
                    <a:pt x="375" y="290"/>
                  </a:lnTo>
                  <a:lnTo>
                    <a:pt x="373" y="290"/>
                  </a:lnTo>
                  <a:lnTo>
                    <a:pt x="373" y="292"/>
                  </a:lnTo>
                  <a:lnTo>
                    <a:pt x="373" y="292"/>
                  </a:lnTo>
                  <a:lnTo>
                    <a:pt x="371" y="290"/>
                  </a:lnTo>
                  <a:lnTo>
                    <a:pt x="371" y="288"/>
                  </a:lnTo>
                  <a:lnTo>
                    <a:pt x="369" y="288"/>
                  </a:lnTo>
                  <a:lnTo>
                    <a:pt x="369" y="286"/>
                  </a:lnTo>
                  <a:lnTo>
                    <a:pt x="367" y="286"/>
                  </a:lnTo>
                  <a:lnTo>
                    <a:pt x="367" y="288"/>
                  </a:lnTo>
                  <a:lnTo>
                    <a:pt x="363" y="290"/>
                  </a:lnTo>
                  <a:lnTo>
                    <a:pt x="363" y="290"/>
                  </a:lnTo>
                  <a:lnTo>
                    <a:pt x="361" y="290"/>
                  </a:lnTo>
                  <a:lnTo>
                    <a:pt x="359" y="290"/>
                  </a:lnTo>
                  <a:lnTo>
                    <a:pt x="357" y="286"/>
                  </a:lnTo>
                  <a:lnTo>
                    <a:pt x="355" y="286"/>
                  </a:lnTo>
                  <a:lnTo>
                    <a:pt x="349" y="282"/>
                  </a:lnTo>
                  <a:lnTo>
                    <a:pt x="349" y="282"/>
                  </a:lnTo>
                  <a:lnTo>
                    <a:pt x="349" y="282"/>
                  </a:lnTo>
                  <a:lnTo>
                    <a:pt x="348" y="282"/>
                  </a:lnTo>
                  <a:lnTo>
                    <a:pt x="348" y="282"/>
                  </a:lnTo>
                  <a:lnTo>
                    <a:pt x="346" y="282"/>
                  </a:lnTo>
                  <a:lnTo>
                    <a:pt x="346" y="282"/>
                  </a:lnTo>
                  <a:lnTo>
                    <a:pt x="346" y="284"/>
                  </a:lnTo>
                  <a:lnTo>
                    <a:pt x="344" y="284"/>
                  </a:lnTo>
                  <a:lnTo>
                    <a:pt x="344" y="284"/>
                  </a:lnTo>
                  <a:lnTo>
                    <a:pt x="344" y="286"/>
                  </a:lnTo>
                  <a:lnTo>
                    <a:pt x="342" y="286"/>
                  </a:lnTo>
                  <a:lnTo>
                    <a:pt x="342" y="286"/>
                  </a:lnTo>
                  <a:lnTo>
                    <a:pt x="340" y="284"/>
                  </a:lnTo>
                  <a:lnTo>
                    <a:pt x="340" y="282"/>
                  </a:lnTo>
                  <a:lnTo>
                    <a:pt x="340" y="282"/>
                  </a:lnTo>
                  <a:lnTo>
                    <a:pt x="338" y="282"/>
                  </a:lnTo>
                  <a:lnTo>
                    <a:pt x="336" y="280"/>
                  </a:lnTo>
                  <a:lnTo>
                    <a:pt x="334" y="282"/>
                  </a:lnTo>
                  <a:lnTo>
                    <a:pt x="334" y="284"/>
                  </a:lnTo>
                  <a:lnTo>
                    <a:pt x="332" y="286"/>
                  </a:lnTo>
                  <a:lnTo>
                    <a:pt x="330" y="286"/>
                  </a:lnTo>
                  <a:lnTo>
                    <a:pt x="324" y="288"/>
                  </a:lnTo>
                  <a:lnTo>
                    <a:pt x="324" y="288"/>
                  </a:lnTo>
                  <a:lnTo>
                    <a:pt x="322" y="290"/>
                  </a:lnTo>
                  <a:lnTo>
                    <a:pt x="322" y="292"/>
                  </a:lnTo>
                  <a:lnTo>
                    <a:pt x="322" y="292"/>
                  </a:lnTo>
                  <a:lnTo>
                    <a:pt x="320" y="292"/>
                  </a:lnTo>
                  <a:lnTo>
                    <a:pt x="320" y="292"/>
                  </a:lnTo>
                  <a:lnTo>
                    <a:pt x="320" y="290"/>
                  </a:lnTo>
                  <a:lnTo>
                    <a:pt x="318" y="290"/>
                  </a:lnTo>
                  <a:lnTo>
                    <a:pt x="316" y="288"/>
                  </a:lnTo>
                  <a:lnTo>
                    <a:pt x="314" y="288"/>
                  </a:lnTo>
                  <a:lnTo>
                    <a:pt x="300" y="288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7" y="284"/>
                  </a:lnTo>
                  <a:lnTo>
                    <a:pt x="297" y="282"/>
                  </a:lnTo>
                  <a:lnTo>
                    <a:pt x="295" y="282"/>
                  </a:lnTo>
                  <a:lnTo>
                    <a:pt x="293" y="280"/>
                  </a:lnTo>
                  <a:lnTo>
                    <a:pt x="285" y="282"/>
                  </a:lnTo>
                  <a:lnTo>
                    <a:pt x="281" y="284"/>
                  </a:lnTo>
                  <a:lnTo>
                    <a:pt x="279" y="284"/>
                  </a:lnTo>
                  <a:lnTo>
                    <a:pt x="279" y="284"/>
                  </a:lnTo>
                  <a:lnTo>
                    <a:pt x="277" y="282"/>
                  </a:lnTo>
                  <a:lnTo>
                    <a:pt x="277" y="280"/>
                  </a:lnTo>
                  <a:lnTo>
                    <a:pt x="275" y="280"/>
                  </a:lnTo>
                  <a:lnTo>
                    <a:pt x="273" y="278"/>
                  </a:lnTo>
                  <a:lnTo>
                    <a:pt x="273" y="276"/>
                  </a:lnTo>
                  <a:lnTo>
                    <a:pt x="271" y="276"/>
                  </a:lnTo>
                  <a:lnTo>
                    <a:pt x="271" y="274"/>
                  </a:lnTo>
                  <a:lnTo>
                    <a:pt x="271" y="274"/>
                  </a:lnTo>
                  <a:lnTo>
                    <a:pt x="271" y="272"/>
                  </a:lnTo>
                  <a:lnTo>
                    <a:pt x="267" y="272"/>
                  </a:lnTo>
                  <a:lnTo>
                    <a:pt x="267" y="270"/>
                  </a:lnTo>
                  <a:lnTo>
                    <a:pt x="265" y="269"/>
                  </a:lnTo>
                  <a:lnTo>
                    <a:pt x="265" y="267"/>
                  </a:lnTo>
                  <a:lnTo>
                    <a:pt x="265" y="263"/>
                  </a:lnTo>
                  <a:lnTo>
                    <a:pt x="263" y="255"/>
                  </a:lnTo>
                  <a:lnTo>
                    <a:pt x="263" y="253"/>
                  </a:lnTo>
                  <a:lnTo>
                    <a:pt x="261" y="249"/>
                  </a:lnTo>
                  <a:lnTo>
                    <a:pt x="261" y="247"/>
                  </a:lnTo>
                  <a:lnTo>
                    <a:pt x="261" y="245"/>
                  </a:lnTo>
                  <a:lnTo>
                    <a:pt x="259" y="245"/>
                  </a:lnTo>
                  <a:lnTo>
                    <a:pt x="259" y="243"/>
                  </a:lnTo>
                  <a:lnTo>
                    <a:pt x="244" y="243"/>
                  </a:lnTo>
                  <a:lnTo>
                    <a:pt x="226" y="243"/>
                  </a:lnTo>
                  <a:lnTo>
                    <a:pt x="220" y="241"/>
                  </a:lnTo>
                  <a:lnTo>
                    <a:pt x="210" y="243"/>
                  </a:lnTo>
                  <a:lnTo>
                    <a:pt x="206" y="243"/>
                  </a:lnTo>
                  <a:lnTo>
                    <a:pt x="206" y="243"/>
                  </a:lnTo>
                  <a:lnTo>
                    <a:pt x="202" y="241"/>
                  </a:lnTo>
                  <a:lnTo>
                    <a:pt x="202" y="241"/>
                  </a:lnTo>
                  <a:lnTo>
                    <a:pt x="200" y="241"/>
                  </a:lnTo>
                  <a:lnTo>
                    <a:pt x="200" y="241"/>
                  </a:lnTo>
                  <a:lnTo>
                    <a:pt x="200" y="239"/>
                  </a:lnTo>
                  <a:lnTo>
                    <a:pt x="198" y="235"/>
                  </a:lnTo>
                  <a:lnTo>
                    <a:pt x="198" y="233"/>
                  </a:lnTo>
                  <a:lnTo>
                    <a:pt x="198" y="229"/>
                  </a:lnTo>
                  <a:lnTo>
                    <a:pt x="197" y="229"/>
                  </a:lnTo>
                  <a:lnTo>
                    <a:pt x="193" y="229"/>
                  </a:lnTo>
                  <a:lnTo>
                    <a:pt x="191" y="229"/>
                  </a:lnTo>
                  <a:lnTo>
                    <a:pt x="189" y="231"/>
                  </a:lnTo>
                  <a:lnTo>
                    <a:pt x="189" y="231"/>
                  </a:lnTo>
                  <a:lnTo>
                    <a:pt x="189" y="233"/>
                  </a:lnTo>
                  <a:lnTo>
                    <a:pt x="189" y="235"/>
                  </a:lnTo>
                  <a:lnTo>
                    <a:pt x="187" y="237"/>
                  </a:lnTo>
                  <a:lnTo>
                    <a:pt x="187" y="237"/>
                  </a:lnTo>
                  <a:lnTo>
                    <a:pt x="185" y="237"/>
                  </a:lnTo>
                  <a:lnTo>
                    <a:pt x="185" y="237"/>
                  </a:lnTo>
                  <a:lnTo>
                    <a:pt x="183" y="237"/>
                  </a:lnTo>
                  <a:lnTo>
                    <a:pt x="179" y="233"/>
                  </a:lnTo>
                  <a:lnTo>
                    <a:pt x="177" y="231"/>
                  </a:lnTo>
                  <a:lnTo>
                    <a:pt x="175" y="231"/>
                  </a:lnTo>
                  <a:lnTo>
                    <a:pt x="175" y="229"/>
                  </a:lnTo>
                  <a:lnTo>
                    <a:pt x="173" y="227"/>
                  </a:lnTo>
                  <a:lnTo>
                    <a:pt x="171" y="225"/>
                  </a:lnTo>
                  <a:lnTo>
                    <a:pt x="171" y="223"/>
                  </a:lnTo>
                  <a:lnTo>
                    <a:pt x="169" y="223"/>
                  </a:lnTo>
                  <a:lnTo>
                    <a:pt x="169" y="223"/>
                  </a:lnTo>
                  <a:lnTo>
                    <a:pt x="167" y="225"/>
                  </a:lnTo>
                  <a:lnTo>
                    <a:pt x="167" y="225"/>
                  </a:lnTo>
                  <a:lnTo>
                    <a:pt x="167" y="227"/>
                  </a:lnTo>
                  <a:lnTo>
                    <a:pt x="167" y="227"/>
                  </a:lnTo>
                  <a:lnTo>
                    <a:pt x="167" y="229"/>
                  </a:lnTo>
                  <a:lnTo>
                    <a:pt x="165" y="235"/>
                  </a:lnTo>
                  <a:lnTo>
                    <a:pt x="161" y="237"/>
                  </a:lnTo>
                  <a:lnTo>
                    <a:pt x="155" y="237"/>
                  </a:lnTo>
                  <a:lnTo>
                    <a:pt x="147" y="235"/>
                  </a:lnTo>
                  <a:lnTo>
                    <a:pt x="146" y="237"/>
                  </a:lnTo>
                  <a:lnTo>
                    <a:pt x="142" y="237"/>
                  </a:lnTo>
                  <a:lnTo>
                    <a:pt x="138" y="239"/>
                  </a:lnTo>
                  <a:lnTo>
                    <a:pt x="138" y="241"/>
                  </a:lnTo>
                  <a:lnTo>
                    <a:pt x="134" y="245"/>
                  </a:lnTo>
                  <a:lnTo>
                    <a:pt x="134" y="247"/>
                  </a:lnTo>
                  <a:lnTo>
                    <a:pt x="128" y="249"/>
                  </a:lnTo>
                  <a:lnTo>
                    <a:pt x="128" y="251"/>
                  </a:lnTo>
                  <a:lnTo>
                    <a:pt x="128" y="251"/>
                  </a:lnTo>
                  <a:lnTo>
                    <a:pt x="126" y="253"/>
                  </a:lnTo>
                  <a:lnTo>
                    <a:pt x="126" y="255"/>
                  </a:lnTo>
                  <a:lnTo>
                    <a:pt x="124" y="255"/>
                  </a:lnTo>
                  <a:lnTo>
                    <a:pt x="120" y="255"/>
                  </a:lnTo>
                  <a:lnTo>
                    <a:pt x="118" y="255"/>
                  </a:lnTo>
                  <a:lnTo>
                    <a:pt x="114" y="257"/>
                  </a:lnTo>
                  <a:lnTo>
                    <a:pt x="112" y="257"/>
                  </a:lnTo>
                  <a:lnTo>
                    <a:pt x="106" y="257"/>
                  </a:lnTo>
                  <a:lnTo>
                    <a:pt x="104" y="259"/>
                  </a:lnTo>
                  <a:lnTo>
                    <a:pt x="104" y="259"/>
                  </a:lnTo>
                  <a:lnTo>
                    <a:pt x="100" y="265"/>
                  </a:lnTo>
                  <a:lnTo>
                    <a:pt x="98" y="265"/>
                  </a:lnTo>
                  <a:lnTo>
                    <a:pt x="95" y="267"/>
                  </a:lnTo>
                  <a:lnTo>
                    <a:pt x="93" y="267"/>
                  </a:lnTo>
                  <a:lnTo>
                    <a:pt x="93" y="269"/>
                  </a:lnTo>
                  <a:lnTo>
                    <a:pt x="93" y="270"/>
                  </a:lnTo>
                  <a:lnTo>
                    <a:pt x="93" y="270"/>
                  </a:lnTo>
                  <a:lnTo>
                    <a:pt x="93" y="272"/>
                  </a:lnTo>
                  <a:lnTo>
                    <a:pt x="91" y="272"/>
                  </a:lnTo>
                  <a:lnTo>
                    <a:pt x="91" y="272"/>
                  </a:lnTo>
                  <a:lnTo>
                    <a:pt x="89" y="274"/>
                  </a:lnTo>
                  <a:lnTo>
                    <a:pt x="87" y="274"/>
                  </a:lnTo>
                  <a:lnTo>
                    <a:pt x="83" y="272"/>
                  </a:lnTo>
                  <a:lnTo>
                    <a:pt x="81" y="272"/>
                  </a:lnTo>
                  <a:lnTo>
                    <a:pt x="79" y="274"/>
                  </a:lnTo>
                  <a:lnTo>
                    <a:pt x="79" y="274"/>
                  </a:lnTo>
                  <a:lnTo>
                    <a:pt x="77" y="276"/>
                  </a:lnTo>
                  <a:lnTo>
                    <a:pt x="75" y="276"/>
                  </a:lnTo>
                  <a:lnTo>
                    <a:pt x="69" y="280"/>
                  </a:lnTo>
                  <a:lnTo>
                    <a:pt x="67" y="282"/>
                  </a:lnTo>
                  <a:lnTo>
                    <a:pt x="61" y="282"/>
                  </a:lnTo>
                  <a:lnTo>
                    <a:pt x="59" y="284"/>
                  </a:lnTo>
                  <a:lnTo>
                    <a:pt x="59" y="284"/>
                  </a:lnTo>
                  <a:lnTo>
                    <a:pt x="59" y="286"/>
                  </a:lnTo>
                  <a:lnTo>
                    <a:pt x="59" y="288"/>
                  </a:lnTo>
                  <a:lnTo>
                    <a:pt x="59" y="290"/>
                  </a:lnTo>
                  <a:lnTo>
                    <a:pt x="57" y="292"/>
                  </a:lnTo>
                  <a:lnTo>
                    <a:pt x="55" y="292"/>
                  </a:lnTo>
                  <a:lnTo>
                    <a:pt x="51" y="294"/>
                  </a:lnTo>
                  <a:lnTo>
                    <a:pt x="45" y="294"/>
                  </a:lnTo>
                  <a:lnTo>
                    <a:pt x="44" y="294"/>
                  </a:lnTo>
                  <a:lnTo>
                    <a:pt x="42" y="296"/>
                  </a:lnTo>
                  <a:lnTo>
                    <a:pt x="42" y="296"/>
                  </a:lnTo>
                  <a:lnTo>
                    <a:pt x="40" y="294"/>
                  </a:lnTo>
                  <a:lnTo>
                    <a:pt x="40" y="294"/>
                  </a:lnTo>
                  <a:lnTo>
                    <a:pt x="40" y="294"/>
                  </a:lnTo>
                  <a:lnTo>
                    <a:pt x="40" y="294"/>
                  </a:lnTo>
                  <a:lnTo>
                    <a:pt x="40" y="292"/>
                  </a:lnTo>
                  <a:lnTo>
                    <a:pt x="40" y="292"/>
                  </a:lnTo>
                  <a:lnTo>
                    <a:pt x="40" y="292"/>
                  </a:lnTo>
                  <a:lnTo>
                    <a:pt x="40" y="292"/>
                  </a:lnTo>
                  <a:lnTo>
                    <a:pt x="40" y="290"/>
                  </a:lnTo>
                  <a:lnTo>
                    <a:pt x="40" y="288"/>
                  </a:lnTo>
                  <a:lnTo>
                    <a:pt x="40" y="288"/>
                  </a:lnTo>
                  <a:lnTo>
                    <a:pt x="40" y="288"/>
                  </a:lnTo>
                  <a:lnTo>
                    <a:pt x="40" y="288"/>
                  </a:lnTo>
                  <a:lnTo>
                    <a:pt x="38" y="288"/>
                  </a:lnTo>
                  <a:lnTo>
                    <a:pt x="38" y="286"/>
                  </a:lnTo>
                  <a:lnTo>
                    <a:pt x="38" y="286"/>
                  </a:lnTo>
                  <a:lnTo>
                    <a:pt x="38" y="286"/>
                  </a:lnTo>
                  <a:lnTo>
                    <a:pt x="38" y="284"/>
                  </a:lnTo>
                  <a:lnTo>
                    <a:pt x="38" y="284"/>
                  </a:lnTo>
                  <a:lnTo>
                    <a:pt x="40" y="284"/>
                  </a:lnTo>
                  <a:lnTo>
                    <a:pt x="40" y="282"/>
                  </a:lnTo>
                  <a:lnTo>
                    <a:pt x="40" y="282"/>
                  </a:lnTo>
                  <a:lnTo>
                    <a:pt x="40" y="282"/>
                  </a:lnTo>
                  <a:lnTo>
                    <a:pt x="40" y="282"/>
                  </a:lnTo>
                  <a:lnTo>
                    <a:pt x="40" y="280"/>
                  </a:lnTo>
                  <a:lnTo>
                    <a:pt x="38" y="280"/>
                  </a:lnTo>
                  <a:lnTo>
                    <a:pt x="38" y="280"/>
                  </a:lnTo>
                  <a:lnTo>
                    <a:pt x="38" y="280"/>
                  </a:lnTo>
                  <a:lnTo>
                    <a:pt x="36" y="280"/>
                  </a:lnTo>
                  <a:lnTo>
                    <a:pt x="36" y="280"/>
                  </a:lnTo>
                  <a:lnTo>
                    <a:pt x="36" y="278"/>
                  </a:lnTo>
                  <a:lnTo>
                    <a:pt x="36" y="278"/>
                  </a:lnTo>
                  <a:lnTo>
                    <a:pt x="36" y="278"/>
                  </a:lnTo>
                  <a:lnTo>
                    <a:pt x="36" y="276"/>
                  </a:lnTo>
                  <a:lnTo>
                    <a:pt x="36" y="274"/>
                  </a:lnTo>
                  <a:lnTo>
                    <a:pt x="36" y="274"/>
                  </a:lnTo>
                  <a:lnTo>
                    <a:pt x="36" y="274"/>
                  </a:lnTo>
                  <a:lnTo>
                    <a:pt x="36" y="274"/>
                  </a:lnTo>
                  <a:lnTo>
                    <a:pt x="32" y="272"/>
                  </a:lnTo>
                  <a:lnTo>
                    <a:pt x="32" y="272"/>
                  </a:lnTo>
                  <a:lnTo>
                    <a:pt x="32" y="274"/>
                  </a:lnTo>
                  <a:lnTo>
                    <a:pt x="32" y="274"/>
                  </a:lnTo>
                  <a:lnTo>
                    <a:pt x="32" y="274"/>
                  </a:lnTo>
                  <a:lnTo>
                    <a:pt x="32" y="274"/>
                  </a:lnTo>
                  <a:lnTo>
                    <a:pt x="32" y="274"/>
                  </a:lnTo>
                  <a:lnTo>
                    <a:pt x="30" y="274"/>
                  </a:lnTo>
                  <a:lnTo>
                    <a:pt x="30" y="274"/>
                  </a:lnTo>
                  <a:lnTo>
                    <a:pt x="30" y="274"/>
                  </a:lnTo>
                  <a:lnTo>
                    <a:pt x="28" y="274"/>
                  </a:lnTo>
                  <a:lnTo>
                    <a:pt x="28" y="272"/>
                  </a:lnTo>
                  <a:lnTo>
                    <a:pt x="28" y="272"/>
                  </a:lnTo>
                  <a:lnTo>
                    <a:pt x="28" y="272"/>
                  </a:lnTo>
                  <a:lnTo>
                    <a:pt x="28" y="272"/>
                  </a:lnTo>
                  <a:lnTo>
                    <a:pt x="28" y="272"/>
                  </a:lnTo>
                  <a:lnTo>
                    <a:pt x="28" y="270"/>
                  </a:lnTo>
                  <a:lnTo>
                    <a:pt x="28" y="270"/>
                  </a:lnTo>
                  <a:lnTo>
                    <a:pt x="28" y="270"/>
                  </a:lnTo>
                  <a:lnTo>
                    <a:pt x="28" y="270"/>
                  </a:lnTo>
                  <a:lnTo>
                    <a:pt x="28" y="269"/>
                  </a:lnTo>
                  <a:lnTo>
                    <a:pt x="28" y="269"/>
                  </a:lnTo>
                  <a:lnTo>
                    <a:pt x="30" y="269"/>
                  </a:lnTo>
                  <a:lnTo>
                    <a:pt x="30" y="269"/>
                  </a:lnTo>
                  <a:lnTo>
                    <a:pt x="30" y="267"/>
                  </a:lnTo>
                  <a:lnTo>
                    <a:pt x="30" y="267"/>
                  </a:lnTo>
                  <a:lnTo>
                    <a:pt x="30" y="267"/>
                  </a:lnTo>
                  <a:lnTo>
                    <a:pt x="30" y="267"/>
                  </a:lnTo>
                  <a:lnTo>
                    <a:pt x="30" y="265"/>
                  </a:lnTo>
                  <a:lnTo>
                    <a:pt x="30" y="265"/>
                  </a:lnTo>
                  <a:lnTo>
                    <a:pt x="30" y="265"/>
                  </a:lnTo>
                  <a:lnTo>
                    <a:pt x="32" y="265"/>
                  </a:lnTo>
                  <a:lnTo>
                    <a:pt x="32" y="265"/>
                  </a:lnTo>
                  <a:lnTo>
                    <a:pt x="34" y="263"/>
                  </a:lnTo>
                  <a:lnTo>
                    <a:pt x="34" y="263"/>
                  </a:lnTo>
                  <a:lnTo>
                    <a:pt x="36" y="263"/>
                  </a:lnTo>
                  <a:lnTo>
                    <a:pt x="36" y="261"/>
                  </a:lnTo>
                  <a:lnTo>
                    <a:pt x="36" y="261"/>
                  </a:lnTo>
                  <a:lnTo>
                    <a:pt x="36" y="261"/>
                  </a:lnTo>
                  <a:lnTo>
                    <a:pt x="36" y="261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7"/>
                  </a:lnTo>
                  <a:lnTo>
                    <a:pt x="36" y="257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38" y="255"/>
                  </a:lnTo>
                  <a:lnTo>
                    <a:pt x="40" y="257"/>
                  </a:lnTo>
                  <a:lnTo>
                    <a:pt x="40" y="257"/>
                  </a:lnTo>
                  <a:lnTo>
                    <a:pt x="40" y="259"/>
                  </a:lnTo>
                  <a:lnTo>
                    <a:pt x="40" y="259"/>
                  </a:lnTo>
                  <a:lnTo>
                    <a:pt x="40" y="259"/>
                  </a:lnTo>
                  <a:lnTo>
                    <a:pt x="40" y="259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42" y="261"/>
                  </a:lnTo>
                  <a:lnTo>
                    <a:pt x="42" y="261"/>
                  </a:lnTo>
                  <a:lnTo>
                    <a:pt x="47" y="259"/>
                  </a:lnTo>
                  <a:lnTo>
                    <a:pt x="49" y="257"/>
                  </a:lnTo>
                  <a:lnTo>
                    <a:pt x="51" y="257"/>
                  </a:lnTo>
                  <a:lnTo>
                    <a:pt x="51" y="257"/>
                  </a:lnTo>
                  <a:lnTo>
                    <a:pt x="51" y="257"/>
                  </a:lnTo>
                  <a:lnTo>
                    <a:pt x="51" y="257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51" y="251"/>
                  </a:lnTo>
                  <a:lnTo>
                    <a:pt x="51" y="251"/>
                  </a:lnTo>
                  <a:lnTo>
                    <a:pt x="51" y="251"/>
                  </a:lnTo>
                  <a:lnTo>
                    <a:pt x="51" y="249"/>
                  </a:lnTo>
                  <a:lnTo>
                    <a:pt x="49" y="247"/>
                  </a:lnTo>
                  <a:lnTo>
                    <a:pt x="47" y="247"/>
                  </a:lnTo>
                  <a:lnTo>
                    <a:pt x="47" y="247"/>
                  </a:lnTo>
                  <a:lnTo>
                    <a:pt x="45" y="247"/>
                  </a:lnTo>
                  <a:lnTo>
                    <a:pt x="44" y="247"/>
                  </a:lnTo>
                  <a:lnTo>
                    <a:pt x="44" y="245"/>
                  </a:lnTo>
                  <a:lnTo>
                    <a:pt x="44" y="245"/>
                  </a:lnTo>
                  <a:lnTo>
                    <a:pt x="44" y="245"/>
                  </a:lnTo>
                  <a:lnTo>
                    <a:pt x="44" y="245"/>
                  </a:lnTo>
                  <a:lnTo>
                    <a:pt x="44" y="245"/>
                  </a:lnTo>
                  <a:lnTo>
                    <a:pt x="44" y="243"/>
                  </a:lnTo>
                  <a:lnTo>
                    <a:pt x="42" y="243"/>
                  </a:lnTo>
                  <a:lnTo>
                    <a:pt x="42" y="243"/>
                  </a:lnTo>
                  <a:lnTo>
                    <a:pt x="40" y="239"/>
                  </a:lnTo>
                  <a:lnTo>
                    <a:pt x="40" y="239"/>
                  </a:lnTo>
                  <a:lnTo>
                    <a:pt x="40" y="239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36" y="233"/>
                  </a:lnTo>
                  <a:lnTo>
                    <a:pt x="34" y="231"/>
                  </a:lnTo>
                  <a:lnTo>
                    <a:pt x="34" y="231"/>
                  </a:lnTo>
                  <a:lnTo>
                    <a:pt x="34" y="229"/>
                  </a:lnTo>
                  <a:lnTo>
                    <a:pt x="32" y="229"/>
                  </a:lnTo>
                  <a:lnTo>
                    <a:pt x="32" y="229"/>
                  </a:lnTo>
                  <a:lnTo>
                    <a:pt x="32" y="227"/>
                  </a:lnTo>
                  <a:lnTo>
                    <a:pt x="30" y="227"/>
                  </a:lnTo>
                  <a:lnTo>
                    <a:pt x="30" y="227"/>
                  </a:lnTo>
                  <a:lnTo>
                    <a:pt x="30" y="227"/>
                  </a:lnTo>
                  <a:lnTo>
                    <a:pt x="30" y="225"/>
                  </a:lnTo>
                  <a:lnTo>
                    <a:pt x="30" y="225"/>
                  </a:lnTo>
                  <a:lnTo>
                    <a:pt x="30" y="225"/>
                  </a:lnTo>
                  <a:lnTo>
                    <a:pt x="28" y="223"/>
                  </a:lnTo>
                  <a:lnTo>
                    <a:pt x="26" y="223"/>
                  </a:lnTo>
                  <a:lnTo>
                    <a:pt x="26" y="221"/>
                  </a:lnTo>
                  <a:lnTo>
                    <a:pt x="20" y="217"/>
                  </a:lnTo>
                  <a:lnTo>
                    <a:pt x="20" y="215"/>
                  </a:lnTo>
                  <a:lnTo>
                    <a:pt x="20" y="214"/>
                  </a:lnTo>
                  <a:lnTo>
                    <a:pt x="18" y="214"/>
                  </a:lnTo>
                  <a:lnTo>
                    <a:pt x="16" y="212"/>
                  </a:lnTo>
                  <a:lnTo>
                    <a:pt x="14" y="212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08"/>
                  </a:lnTo>
                  <a:lnTo>
                    <a:pt x="14" y="208"/>
                  </a:lnTo>
                  <a:lnTo>
                    <a:pt x="14" y="208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2"/>
                  </a:lnTo>
                  <a:lnTo>
                    <a:pt x="14" y="202"/>
                  </a:lnTo>
                  <a:lnTo>
                    <a:pt x="14" y="200"/>
                  </a:lnTo>
                  <a:lnTo>
                    <a:pt x="12" y="200"/>
                  </a:lnTo>
                  <a:lnTo>
                    <a:pt x="12" y="200"/>
                  </a:lnTo>
                  <a:lnTo>
                    <a:pt x="12" y="200"/>
                  </a:lnTo>
                  <a:lnTo>
                    <a:pt x="10" y="200"/>
                  </a:lnTo>
                  <a:lnTo>
                    <a:pt x="10" y="198"/>
                  </a:lnTo>
                  <a:lnTo>
                    <a:pt x="10" y="198"/>
                  </a:lnTo>
                  <a:lnTo>
                    <a:pt x="8" y="198"/>
                  </a:lnTo>
                  <a:lnTo>
                    <a:pt x="8" y="198"/>
                  </a:lnTo>
                  <a:lnTo>
                    <a:pt x="8" y="196"/>
                  </a:lnTo>
                  <a:lnTo>
                    <a:pt x="8" y="196"/>
                  </a:lnTo>
                  <a:lnTo>
                    <a:pt x="8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0" y="192"/>
                  </a:lnTo>
                  <a:lnTo>
                    <a:pt x="8" y="190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0" y="186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6" y="180"/>
                  </a:lnTo>
                  <a:lnTo>
                    <a:pt x="6" y="178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4" y="176"/>
                  </a:lnTo>
                  <a:lnTo>
                    <a:pt x="4" y="176"/>
                  </a:lnTo>
                  <a:lnTo>
                    <a:pt x="4" y="176"/>
                  </a:lnTo>
                  <a:lnTo>
                    <a:pt x="0" y="172"/>
                  </a:lnTo>
                  <a:lnTo>
                    <a:pt x="14" y="170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66"/>
                  </a:lnTo>
                  <a:lnTo>
                    <a:pt x="18" y="166"/>
                  </a:lnTo>
                  <a:lnTo>
                    <a:pt x="20" y="166"/>
                  </a:lnTo>
                  <a:lnTo>
                    <a:pt x="20" y="166"/>
                  </a:lnTo>
                  <a:lnTo>
                    <a:pt x="22" y="164"/>
                  </a:lnTo>
                  <a:lnTo>
                    <a:pt x="22" y="164"/>
                  </a:lnTo>
                  <a:lnTo>
                    <a:pt x="22" y="164"/>
                  </a:lnTo>
                  <a:lnTo>
                    <a:pt x="22" y="166"/>
                  </a:lnTo>
                  <a:lnTo>
                    <a:pt x="22" y="166"/>
                  </a:lnTo>
                  <a:lnTo>
                    <a:pt x="22" y="166"/>
                  </a:lnTo>
                  <a:lnTo>
                    <a:pt x="22" y="166"/>
                  </a:lnTo>
                  <a:lnTo>
                    <a:pt x="22" y="168"/>
                  </a:lnTo>
                  <a:lnTo>
                    <a:pt x="22" y="170"/>
                  </a:lnTo>
                  <a:lnTo>
                    <a:pt x="22" y="170"/>
                  </a:lnTo>
                  <a:lnTo>
                    <a:pt x="22" y="170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24" y="172"/>
                  </a:lnTo>
                  <a:lnTo>
                    <a:pt x="24" y="174"/>
                  </a:lnTo>
                  <a:lnTo>
                    <a:pt x="24" y="174"/>
                  </a:lnTo>
                  <a:lnTo>
                    <a:pt x="26" y="174"/>
                  </a:lnTo>
                  <a:lnTo>
                    <a:pt x="26" y="172"/>
                  </a:lnTo>
                  <a:lnTo>
                    <a:pt x="26" y="172"/>
                  </a:lnTo>
                  <a:lnTo>
                    <a:pt x="26" y="172"/>
                  </a:lnTo>
                  <a:lnTo>
                    <a:pt x="28" y="170"/>
                  </a:lnTo>
                  <a:lnTo>
                    <a:pt x="28" y="170"/>
                  </a:lnTo>
                  <a:lnTo>
                    <a:pt x="28" y="170"/>
                  </a:lnTo>
                  <a:lnTo>
                    <a:pt x="32" y="168"/>
                  </a:lnTo>
                  <a:lnTo>
                    <a:pt x="32" y="168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6" y="170"/>
                  </a:lnTo>
                  <a:lnTo>
                    <a:pt x="38" y="172"/>
                  </a:lnTo>
                  <a:lnTo>
                    <a:pt x="38" y="172"/>
                  </a:lnTo>
                  <a:lnTo>
                    <a:pt x="38" y="172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42" y="172"/>
                  </a:lnTo>
                  <a:lnTo>
                    <a:pt x="44" y="172"/>
                  </a:lnTo>
                  <a:lnTo>
                    <a:pt x="45" y="170"/>
                  </a:lnTo>
                  <a:lnTo>
                    <a:pt x="47" y="170"/>
                  </a:lnTo>
                  <a:lnTo>
                    <a:pt x="47" y="168"/>
                  </a:lnTo>
                  <a:lnTo>
                    <a:pt x="55" y="159"/>
                  </a:lnTo>
                  <a:lnTo>
                    <a:pt x="57" y="157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59" y="159"/>
                  </a:lnTo>
                  <a:lnTo>
                    <a:pt x="59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1" y="159"/>
                  </a:lnTo>
                  <a:lnTo>
                    <a:pt x="63" y="159"/>
                  </a:lnTo>
                  <a:lnTo>
                    <a:pt x="63" y="159"/>
                  </a:lnTo>
                  <a:lnTo>
                    <a:pt x="63" y="159"/>
                  </a:lnTo>
                  <a:lnTo>
                    <a:pt x="63" y="157"/>
                  </a:lnTo>
                  <a:lnTo>
                    <a:pt x="63" y="157"/>
                  </a:lnTo>
                  <a:lnTo>
                    <a:pt x="61" y="153"/>
                  </a:lnTo>
                  <a:lnTo>
                    <a:pt x="61" y="151"/>
                  </a:lnTo>
                  <a:lnTo>
                    <a:pt x="61" y="151"/>
                  </a:lnTo>
                  <a:lnTo>
                    <a:pt x="61" y="151"/>
                  </a:lnTo>
                  <a:lnTo>
                    <a:pt x="61" y="149"/>
                  </a:lnTo>
                  <a:lnTo>
                    <a:pt x="61" y="149"/>
                  </a:lnTo>
                  <a:lnTo>
                    <a:pt x="61" y="145"/>
                  </a:lnTo>
                  <a:lnTo>
                    <a:pt x="59" y="143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61" y="141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3" y="137"/>
                  </a:lnTo>
                  <a:lnTo>
                    <a:pt x="63" y="137"/>
                  </a:lnTo>
                  <a:lnTo>
                    <a:pt x="63" y="137"/>
                  </a:lnTo>
                  <a:lnTo>
                    <a:pt x="65" y="137"/>
                  </a:lnTo>
                  <a:lnTo>
                    <a:pt x="65" y="135"/>
                  </a:lnTo>
                  <a:lnTo>
                    <a:pt x="65" y="135"/>
                  </a:lnTo>
                  <a:lnTo>
                    <a:pt x="65" y="133"/>
                  </a:lnTo>
                  <a:lnTo>
                    <a:pt x="65" y="129"/>
                  </a:lnTo>
                  <a:lnTo>
                    <a:pt x="65" y="129"/>
                  </a:lnTo>
                  <a:lnTo>
                    <a:pt x="65" y="129"/>
                  </a:lnTo>
                  <a:lnTo>
                    <a:pt x="67" y="129"/>
                  </a:lnTo>
                  <a:lnTo>
                    <a:pt x="67" y="129"/>
                  </a:lnTo>
                  <a:lnTo>
                    <a:pt x="69" y="129"/>
                  </a:lnTo>
                  <a:lnTo>
                    <a:pt x="69" y="129"/>
                  </a:lnTo>
                  <a:lnTo>
                    <a:pt x="69" y="129"/>
                  </a:lnTo>
                  <a:lnTo>
                    <a:pt x="69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3" y="127"/>
                  </a:lnTo>
                  <a:lnTo>
                    <a:pt x="73" y="127"/>
                  </a:lnTo>
                  <a:lnTo>
                    <a:pt x="73" y="127"/>
                  </a:lnTo>
                  <a:lnTo>
                    <a:pt x="73" y="125"/>
                  </a:lnTo>
                  <a:lnTo>
                    <a:pt x="73" y="125"/>
                  </a:lnTo>
                  <a:lnTo>
                    <a:pt x="75" y="125"/>
                  </a:lnTo>
                  <a:lnTo>
                    <a:pt x="75" y="125"/>
                  </a:lnTo>
                  <a:lnTo>
                    <a:pt x="75" y="125"/>
                  </a:lnTo>
                  <a:lnTo>
                    <a:pt x="75" y="125"/>
                  </a:lnTo>
                  <a:lnTo>
                    <a:pt x="75" y="125"/>
                  </a:lnTo>
                  <a:lnTo>
                    <a:pt x="77" y="125"/>
                  </a:lnTo>
                  <a:lnTo>
                    <a:pt x="79" y="125"/>
                  </a:lnTo>
                  <a:lnTo>
                    <a:pt x="79" y="125"/>
                  </a:lnTo>
                  <a:lnTo>
                    <a:pt x="81" y="125"/>
                  </a:lnTo>
                  <a:lnTo>
                    <a:pt x="81" y="125"/>
                  </a:lnTo>
                  <a:lnTo>
                    <a:pt x="81" y="125"/>
                  </a:lnTo>
                  <a:lnTo>
                    <a:pt x="83" y="127"/>
                  </a:lnTo>
                  <a:lnTo>
                    <a:pt x="85" y="129"/>
                  </a:lnTo>
                  <a:lnTo>
                    <a:pt x="85" y="129"/>
                  </a:lnTo>
                  <a:lnTo>
                    <a:pt x="85" y="131"/>
                  </a:lnTo>
                  <a:lnTo>
                    <a:pt x="87" y="131"/>
                  </a:lnTo>
                  <a:lnTo>
                    <a:pt x="91" y="133"/>
                  </a:lnTo>
                  <a:lnTo>
                    <a:pt x="93" y="133"/>
                  </a:lnTo>
                  <a:lnTo>
                    <a:pt x="93" y="135"/>
                  </a:lnTo>
                  <a:lnTo>
                    <a:pt x="93" y="135"/>
                  </a:lnTo>
                  <a:lnTo>
                    <a:pt x="95" y="137"/>
                  </a:lnTo>
                  <a:lnTo>
                    <a:pt x="95" y="137"/>
                  </a:lnTo>
                  <a:lnTo>
                    <a:pt x="95" y="137"/>
                  </a:lnTo>
                  <a:lnTo>
                    <a:pt x="95" y="139"/>
                  </a:lnTo>
                  <a:lnTo>
                    <a:pt x="95" y="139"/>
                  </a:lnTo>
                  <a:lnTo>
                    <a:pt x="95" y="141"/>
                  </a:lnTo>
                  <a:lnTo>
                    <a:pt x="96" y="141"/>
                  </a:lnTo>
                  <a:lnTo>
                    <a:pt x="96" y="141"/>
                  </a:lnTo>
                  <a:lnTo>
                    <a:pt x="96" y="143"/>
                  </a:lnTo>
                  <a:lnTo>
                    <a:pt x="96" y="143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6" y="145"/>
                  </a:lnTo>
                  <a:lnTo>
                    <a:pt x="98" y="147"/>
                  </a:lnTo>
                  <a:lnTo>
                    <a:pt x="98" y="147"/>
                  </a:lnTo>
                  <a:lnTo>
                    <a:pt x="98" y="147"/>
                  </a:lnTo>
                  <a:lnTo>
                    <a:pt x="98" y="147"/>
                  </a:lnTo>
                  <a:lnTo>
                    <a:pt x="100" y="147"/>
                  </a:lnTo>
                  <a:lnTo>
                    <a:pt x="100" y="145"/>
                  </a:lnTo>
                  <a:lnTo>
                    <a:pt x="110" y="143"/>
                  </a:lnTo>
                  <a:lnTo>
                    <a:pt x="112" y="147"/>
                  </a:lnTo>
                  <a:lnTo>
                    <a:pt x="114" y="147"/>
                  </a:lnTo>
                  <a:lnTo>
                    <a:pt x="116" y="149"/>
                  </a:lnTo>
                  <a:lnTo>
                    <a:pt x="116" y="149"/>
                  </a:lnTo>
                  <a:lnTo>
                    <a:pt x="118" y="147"/>
                  </a:lnTo>
                  <a:lnTo>
                    <a:pt x="118" y="147"/>
                  </a:lnTo>
                  <a:lnTo>
                    <a:pt x="130" y="147"/>
                  </a:lnTo>
                  <a:lnTo>
                    <a:pt x="132" y="147"/>
                  </a:lnTo>
                  <a:lnTo>
                    <a:pt x="132" y="147"/>
                  </a:lnTo>
                  <a:lnTo>
                    <a:pt x="132" y="14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38" y="149"/>
                  </a:lnTo>
                  <a:lnTo>
                    <a:pt x="138" y="149"/>
                  </a:lnTo>
                  <a:lnTo>
                    <a:pt x="140" y="149"/>
                  </a:lnTo>
                  <a:lnTo>
                    <a:pt x="140" y="149"/>
                  </a:lnTo>
                  <a:lnTo>
                    <a:pt x="142" y="149"/>
                  </a:lnTo>
                  <a:lnTo>
                    <a:pt x="142" y="149"/>
                  </a:lnTo>
                  <a:lnTo>
                    <a:pt x="142" y="149"/>
                  </a:lnTo>
                  <a:lnTo>
                    <a:pt x="144" y="149"/>
                  </a:lnTo>
                  <a:lnTo>
                    <a:pt x="144" y="149"/>
                  </a:lnTo>
                  <a:lnTo>
                    <a:pt x="146" y="149"/>
                  </a:lnTo>
                  <a:lnTo>
                    <a:pt x="146" y="151"/>
                  </a:lnTo>
                  <a:lnTo>
                    <a:pt x="147" y="151"/>
                  </a:lnTo>
                  <a:lnTo>
                    <a:pt x="147" y="151"/>
                  </a:lnTo>
                  <a:lnTo>
                    <a:pt x="147" y="151"/>
                  </a:lnTo>
                  <a:lnTo>
                    <a:pt x="147" y="151"/>
                  </a:lnTo>
                  <a:lnTo>
                    <a:pt x="147" y="151"/>
                  </a:lnTo>
                  <a:lnTo>
                    <a:pt x="147" y="153"/>
                  </a:lnTo>
                  <a:lnTo>
                    <a:pt x="149" y="153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7" y="155"/>
                  </a:lnTo>
                  <a:lnTo>
                    <a:pt x="161" y="153"/>
                  </a:lnTo>
                  <a:lnTo>
                    <a:pt x="171" y="153"/>
                  </a:lnTo>
                  <a:lnTo>
                    <a:pt x="173" y="153"/>
                  </a:lnTo>
                  <a:lnTo>
                    <a:pt x="173" y="155"/>
                  </a:lnTo>
                  <a:lnTo>
                    <a:pt x="175" y="155"/>
                  </a:lnTo>
                  <a:lnTo>
                    <a:pt x="175" y="155"/>
                  </a:lnTo>
                  <a:lnTo>
                    <a:pt x="175" y="155"/>
                  </a:lnTo>
                  <a:lnTo>
                    <a:pt x="175" y="155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7" y="153"/>
                  </a:lnTo>
                  <a:lnTo>
                    <a:pt x="177" y="153"/>
                  </a:lnTo>
                  <a:lnTo>
                    <a:pt x="181" y="153"/>
                  </a:lnTo>
                  <a:lnTo>
                    <a:pt x="181" y="153"/>
                  </a:lnTo>
                  <a:lnTo>
                    <a:pt x="181" y="153"/>
                  </a:lnTo>
                  <a:lnTo>
                    <a:pt x="181" y="153"/>
                  </a:lnTo>
                  <a:lnTo>
                    <a:pt x="183" y="151"/>
                  </a:lnTo>
                  <a:lnTo>
                    <a:pt x="183" y="151"/>
                  </a:lnTo>
                  <a:lnTo>
                    <a:pt x="183" y="151"/>
                  </a:lnTo>
                  <a:lnTo>
                    <a:pt x="189" y="149"/>
                  </a:lnTo>
                  <a:lnTo>
                    <a:pt x="189" y="149"/>
                  </a:lnTo>
                  <a:lnTo>
                    <a:pt x="189" y="149"/>
                  </a:lnTo>
                  <a:lnTo>
                    <a:pt x="191" y="151"/>
                  </a:lnTo>
                  <a:lnTo>
                    <a:pt x="191" y="151"/>
                  </a:lnTo>
                  <a:lnTo>
                    <a:pt x="193" y="151"/>
                  </a:lnTo>
                  <a:lnTo>
                    <a:pt x="193" y="151"/>
                  </a:lnTo>
                  <a:lnTo>
                    <a:pt x="193" y="149"/>
                  </a:lnTo>
                  <a:lnTo>
                    <a:pt x="193" y="147"/>
                  </a:lnTo>
                  <a:lnTo>
                    <a:pt x="193" y="147"/>
                  </a:lnTo>
                  <a:lnTo>
                    <a:pt x="195" y="147"/>
                  </a:lnTo>
                  <a:lnTo>
                    <a:pt x="195" y="145"/>
                  </a:lnTo>
                  <a:lnTo>
                    <a:pt x="195" y="145"/>
                  </a:lnTo>
                  <a:lnTo>
                    <a:pt x="197" y="145"/>
                  </a:lnTo>
                  <a:lnTo>
                    <a:pt x="198" y="145"/>
                  </a:lnTo>
                  <a:lnTo>
                    <a:pt x="198" y="143"/>
                  </a:lnTo>
                  <a:lnTo>
                    <a:pt x="202" y="143"/>
                  </a:lnTo>
                  <a:lnTo>
                    <a:pt x="202" y="141"/>
                  </a:lnTo>
                  <a:lnTo>
                    <a:pt x="202" y="141"/>
                  </a:lnTo>
                  <a:lnTo>
                    <a:pt x="202" y="141"/>
                  </a:lnTo>
                  <a:lnTo>
                    <a:pt x="202" y="139"/>
                  </a:lnTo>
                  <a:lnTo>
                    <a:pt x="202" y="139"/>
                  </a:lnTo>
                  <a:lnTo>
                    <a:pt x="204" y="139"/>
                  </a:lnTo>
                  <a:lnTo>
                    <a:pt x="204" y="137"/>
                  </a:lnTo>
                  <a:lnTo>
                    <a:pt x="204" y="137"/>
                  </a:lnTo>
                  <a:lnTo>
                    <a:pt x="204" y="137"/>
                  </a:lnTo>
                  <a:lnTo>
                    <a:pt x="204" y="135"/>
                  </a:lnTo>
                  <a:lnTo>
                    <a:pt x="208" y="135"/>
                  </a:lnTo>
                  <a:lnTo>
                    <a:pt x="208" y="135"/>
                  </a:lnTo>
                  <a:lnTo>
                    <a:pt x="208" y="135"/>
                  </a:lnTo>
                  <a:lnTo>
                    <a:pt x="208" y="135"/>
                  </a:lnTo>
                  <a:lnTo>
                    <a:pt x="208" y="135"/>
                  </a:lnTo>
                  <a:lnTo>
                    <a:pt x="210" y="133"/>
                  </a:lnTo>
                  <a:lnTo>
                    <a:pt x="210" y="131"/>
                  </a:lnTo>
                  <a:lnTo>
                    <a:pt x="214" y="127"/>
                  </a:lnTo>
                  <a:lnTo>
                    <a:pt x="218" y="125"/>
                  </a:lnTo>
                  <a:lnTo>
                    <a:pt x="218" y="125"/>
                  </a:lnTo>
                  <a:lnTo>
                    <a:pt x="224" y="125"/>
                  </a:lnTo>
                  <a:lnTo>
                    <a:pt x="226" y="123"/>
                  </a:lnTo>
                  <a:lnTo>
                    <a:pt x="228" y="121"/>
                  </a:lnTo>
                  <a:lnTo>
                    <a:pt x="230" y="119"/>
                  </a:lnTo>
                  <a:lnTo>
                    <a:pt x="230" y="119"/>
                  </a:lnTo>
                  <a:lnTo>
                    <a:pt x="230" y="117"/>
                  </a:lnTo>
                  <a:lnTo>
                    <a:pt x="230" y="117"/>
                  </a:lnTo>
                  <a:lnTo>
                    <a:pt x="230" y="117"/>
                  </a:lnTo>
                  <a:lnTo>
                    <a:pt x="230" y="115"/>
                  </a:lnTo>
                  <a:lnTo>
                    <a:pt x="230" y="115"/>
                  </a:lnTo>
                  <a:lnTo>
                    <a:pt x="230" y="115"/>
                  </a:lnTo>
                  <a:lnTo>
                    <a:pt x="230" y="113"/>
                  </a:lnTo>
                  <a:lnTo>
                    <a:pt x="232" y="109"/>
                  </a:lnTo>
                  <a:lnTo>
                    <a:pt x="234" y="109"/>
                  </a:lnTo>
                  <a:lnTo>
                    <a:pt x="234" y="109"/>
                  </a:lnTo>
                  <a:lnTo>
                    <a:pt x="234" y="109"/>
                  </a:lnTo>
                  <a:lnTo>
                    <a:pt x="234" y="108"/>
                  </a:lnTo>
                  <a:lnTo>
                    <a:pt x="234" y="108"/>
                  </a:lnTo>
                  <a:lnTo>
                    <a:pt x="232" y="106"/>
                  </a:lnTo>
                  <a:lnTo>
                    <a:pt x="232" y="106"/>
                  </a:lnTo>
                  <a:lnTo>
                    <a:pt x="232" y="106"/>
                  </a:lnTo>
                  <a:lnTo>
                    <a:pt x="232" y="104"/>
                  </a:lnTo>
                  <a:lnTo>
                    <a:pt x="232" y="104"/>
                  </a:lnTo>
                  <a:lnTo>
                    <a:pt x="234" y="104"/>
                  </a:lnTo>
                  <a:lnTo>
                    <a:pt x="236" y="102"/>
                  </a:lnTo>
                  <a:lnTo>
                    <a:pt x="236" y="102"/>
                  </a:lnTo>
                  <a:lnTo>
                    <a:pt x="236" y="100"/>
                  </a:lnTo>
                  <a:lnTo>
                    <a:pt x="236" y="100"/>
                  </a:lnTo>
                  <a:lnTo>
                    <a:pt x="242" y="94"/>
                  </a:lnTo>
                  <a:lnTo>
                    <a:pt x="242" y="94"/>
                  </a:lnTo>
                  <a:lnTo>
                    <a:pt x="244" y="92"/>
                  </a:lnTo>
                  <a:lnTo>
                    <a:pt x="244" y="92"/>
                  </a:lnTo>
                  <a:lnTo>
                    <a:pt x="244" y="92"/>
                  </a:lnTo>
                  <a:lnTo>
                    <a:pt x="244" y="92"/>
                  </a:lnTo>
                  <a:lnTo>
                    <a:pt x="242" y="90"/>
                  </a:lnTo>
                  <a:lnTo>
                    <a:pt x="242" y="90"/>
                  </a:lnTo>
                  <a:lnTo>
                    <a:pt x="242" y="90"/>
                  </a:lnTo>
                  <a:lnTo>
                    <a:pt x="242" y="90"/>
                  </a:lnTo>
                  <a:lnTo>
                    <a:pt x="242" y="88"/>
                  </a:lnTo>
                  <a:lnTo>
                    <a:pt x="244" y="88"/>
                  </a:lnTo>
                  <a:lnTo>
                    <a:pt x="246" y="86"/>
                  </a:lnTo>
                  <a:lnTo>
                    <a:pt x="246" y="86"/>
                  </a:lnTo>
                  <a:lnTo>
                    <a:pt x="246" y="86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9" y="80"/>
                  </a:lnTo>
                  <a:lnTo>
                    <a:pt x="249" y="78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9" y="74"/>
                  </a:lnTo>
                  <a:lnTo>
                    <a:pt x="249" y="74"/>
                  </a:lnTo>
                  <a:lnTo>
                    <a:pt x="249" y="74"/>
                  </a:lnTo>
                  <a:lnTo>
                    <a:pt x="249" y="74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51" y="70"/>
                  </a:lnTo>
                  <a:lnTo>
                    <a:pt x="255" y="68"/>
                  </a:lnTo>
                  <a:lnTo>
                    <a:pt x="257" y="68"/>
                  </a:lnTo>
                  <a:lnTo>
                    <a:pt x="261" y="66"/>
                  </a:lnTo>
                  <a:lnTo>
                    <a:pt x="261" y="66"/>
                  </a:lnTo>
                  <a:lnTo>
                    <a:pt x="261" y="66"/>
                  </a:lnTo>
                  <a:lnTo>
                    <a:pt x="261" y="66"/>
                  </a:lnTo>
                  <a:lnTo>
                    <a:pt x="261" y="68"/>
                  </a:lnTo>
                  <a:lnTo>
                    <a:pt x="263" y="68"/>
                  </a:lnTo>
                  <a:lnTo>
                    <a:pt x="265" y="68"/>
                  </a:lnTo>
                  <a:lnTo>
                    <a:pt x="265" y="66"/>
                  </a:lnTo>
                  <a:lnTo>
                    <a:pt x="267" y="66"/>
                  </a:lnTo>
                  <a:lnTo>
                    <a:pt x="267" y="66"/>
                  </a:lnTo>
                  <a:lnTo>
                    <a:pt x="267" y="66"/>
                  </a:lnTo>
                  <a:lnTo>
                    <a:pt x="267" y="64"/>
                  </a:lnTo>
                  <a:lnTo>
                    <a:pt x="267" y="64"/>
                  </a:lnTo>
                  <a:lnTo>
                    <a:pt x="267" y="64"/>
                  </a:lnTo>
                  <a:lnTo>
                    <a:pt x="267" y="62"/>
                  </a:lnTo>
                  <a:lnTo>
                    <a:pt x="267" y="60"/>
                  </a:lnTo>
                  <a:lnTo>
                    <a:pt x="269" y="60"/>
                  </a:lnTo>
                  <a:lnTo>
                    <a:pt x="269" y="60"/>
                  </a:lnTo>
                  <a:lnTo>
                    <a:pt x="269" y="60"/>
                  </a:lnTo>
                  <a:lnTo>
                    <a:pt x="269" y="60"/>
                  </a:lnTo>
                  <a:lnTo>
                    <a:pt x="269" y="58"/>
                  </a:lnTo>
                  <a:lnTo>
                    <a:pt x="269" y="58"/>
                  </a:lnTo>
                  <a:lnTo>
                    <a:pt x="269" y="56"/>
                  </a:lnTo>
                  <a:lnTo>
                    <a:pt x="269" y="56"/>
                  </a:lnTo>
                  <a:lnTo>
                    <a:pt x="269" y="56"/>
                  </a:lnTo>
                  <a:lnTo>
                    <a:pt x="269" y="54"/>
                  </a:lnTo>
                  <a:lnTo>
                    <a:pt x="269" y="54"/>
                  </a:lnTo>
                  <a:lnTo>
                    <a:pt x="269" y="54"/>
                  </a:lnTo>
                  <a:lnTo>
                    <a:pt x="269" y="54"/>
                  </a:lnTo>
                  <a:lnTo>
                    <a:pt x="269" y="53"/>
                  </a:lnTo>
                  <a:lnTo>
                    <a:pt x="269" y="53"/>
                  </a:lnTo>
                  <a:lnTo>
                    <a:pt x="269" y="53"/>
                  </a:lnTo>
                  <a:lnTo>
                    <a:pt x="269" y="51"/>
                  </a:lnTo>
                  <a:lnTo>
                    <a:pt x="269" y="49"/>
                  </a:lnTo>
                  <a:lnTo>
                    <a:pt x="269" y="49"/>
                  </a:lnTo>
                  <a:lnTo>
                    <a:pt x="269" y="49"/>
                  </a:lnTo>
                  <a:lnTo>
                    <a:pt x="269" y="47"/>
                  </a:lnTo>
                  <a:lnTo>
                    <a:pt x="269" y="47"/>
                  </a:lnTo>
                  <a:lnTo>
                    <a:pt x="269" y="47"/>
                  </a:lnTo>
                  <a:lnTo>
                    <a:pt x="269" y="47"/>
                  </a:lnTo>
                  <a:lnTo>
                    <a:pt x="271" y="47"/>
                  </a:lnTo>
                  <a:lnTo>
                    <a:pt x="271" y="45"/>
                  </a:lnTo>
                  <a:lnTo>
                    <a:pt x="271" y="45"/>
                  </a:lnTo>
                  <a:lnTo>
                    <a:pt x="271" y="45"/>
                  </a:lnTo>
                  <a:lnTo>
                    <a:pt x="271" y="43"/>
                  </a:lnTo>
                  <a:lnTo>
                    <a:pt x="273" y="43"/>
                  </a:lnTo>
                  <a:lnTo>
                    <a:pt x="273" y="43"/>
                  </a:lnTo>
                  <a:lnTo>
                    <a:pt x="273" y="43"/>
                  </a:lnTo>
                  <a:lnTo>
                    <a:pt x="273" y="41"/>
                  </a:lnTo>
                  <a:lnTo>
                    <a:pt x="273" y="41"/>
                  </a:lnTo>
                  <a:lnTo>
                    <a:pt x="273" y="39"/>
                  </a:lnTo>
                  <a:lnTo>
                    <a:pt x="273" y="39"/>
                  </a:lnTo>
                  <a:lnTo>
                    <a:pt x="271" y="39"/>
                  </a:lnTo>
                  <a:lnTo>
                    <a:pt x="271" y="39"/>
                  </a:lnTo>
                  <a:lnTo>
                    <a:pt x="271" y="39"/>
                  </a:lnTo>
                  <a:lnTo>
                    <a:pt x="271" y="39"/>
                  </a:lnTo>
                  <a:lnTo>
                    <a:pt x="271" y="39"/>
                  </a:lnTo>
                  <a:lnTo>
                    <a:pt x="269" y="39"/>
                  </a:lnTo>
                  <a:lnTo>
                    <a:pt x="269" y="37"/>
                  </a:lnTo>
                  <a:lnTo>
                    <a:pt x="269" y="37"/>
                  </a:lnTo>
                  <a:lnTo>
                    <a:pt x="269" y="37"/>
                  </a:lnTo>
                  <a:lnTo>
                    <a:pt x="269" y="37"/>
                  </a:lnTo>
                  <a:lnTo>
                    <a:pt x="269" y="37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5" y="31"/>
                  </a:lnTo>
                  <a:lnTo>
                    <a:pt x="281" y="29"/>
                  </a:lnTo>
                  <a:lnTo>
                    <a:pt x="283" y="31"/>
                  </a:lnTo>
                  <a:lnTo>
                    <a:pt x="285" y="29"/>
                  </a:lnTo>
                  <a:lnTo>
                    <a:pt x="285" y="29"/>
                  </a:lnTo>
                  <a:lnTo>
                    <a:pt x="285" y="29"/>
                  </a:lnTo>
                  <a:lnTo>
                    <a:pt x="287" y="29"/>
                  </a:lnTo>
                  <a:lnTo>
                    <a:pt x="287" y="29"/>
                  </a:lnTo>
                  <a:lnTo>
                    <a:pt x="287" y="29"/>
                  </a:lnTo>
                  <a:lnTo>
                    <a:pt x="287" y="29"/>
                  </a:lnTo>
                  <a:lnTo>
                    <a:pt x="287" y="31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91" y="31"/>
                  </a:lnTo>
                  <a:lnTo>
                    <a:pt x="291" y="29"/>
                  </a:lnTo>
                  <a:lnTo>
                    <a:pt x="293" y="29"/>
                  </a:lnTo>
                  <a:lnTo>
                    <a:pt x="295" y="29"/>
                  </a:lnTo>
                  <a:lnTo>
                    <a:pt x="295" y="27"/>
                  </a:lnTo>
                  <a:lnTo>
                    <a:pt x="295" y="27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297" y="25"/>
                  </a:lnTo>
                  <a:lnTo>
                    <a:pt x="297" y="25"/>
                  </a:lnTo>
                  <a:lnTo>
                    <a:pt x="298" y="23"/>
                  </a:lnTo>
                  <a:lnTo>
                    <a:pt x="298" y="23"/>
                  </a:lnTo>
                  <a:lnTo>
                    <a:pt x="298" y="25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0" y="25"/>
                  </a:lnTo>
                  <a:lnTo>
                    <a:pt x="300" y="27"/>
                  </a:lnTo>
                  <a:lnTo>
                    <a:pt x="300" y="27"/>
                  </a:lnTo>
                  <a:lnTo>
                    <a:pt x="300" y="27"/>
                  </a:lnTo>
                  <a:lnTo>
                    <a:pt x="300" y="29"/>
                  </a:lnTo>
                  <a:lnTo>
                    <a:pt x="300" y="29"/>
                  </a:lnTo>
                  <a:lnTo>
                    <a:pt x="302" y="29"/>
                  </a:lnTo>
                  <a:lnTo>
                    <a:pt x="302" y="31"/>
                  </a:lnTo>
                  <a:lnTo>
                    <a:pt x="304" y="31"/>
                  </a:lnTo>
                  <a:lnTo>
                    <a:pt x="304" y="31"/>
                  </a:lnTo>
                  <a:lnTo>
                    <a:pt x="306" y="31"/>
                  </a:lnTo>
                  <a:lnTo>
                    <a:pt x="306" y="29"/>
                  </a:lnTo>
                  <a:lnTo>
                    <a:pt x="310" y="27"/>
                  </a:lnTo>
                  <a:lnTo>
                    <a:pt x="310" y="27"/>
                  </a:lnTo>
                  <a:lnTo>
                    <a:pt x="310" y="27"/>
                  </a:lnTo>
                  <a:lnTo>
                    <a:pt x="310" y="27"/>
                  </a:lnTo>
                  <a:lnTo>
                    <a:pt x="310" y="27"/>
                  </a:lnTo>
                  <a:lnTo>
                    <a:pt x="310" y="25"/>
                  </a:lnTo>
                  <a:lnTo>
                    <a:pt x="316" y="23"/>
                  </a:lnTo>
                  <a:lnTo>
                    <a:pt x="316" y="23"/>
                  </a:lnTo>
                  <a:lnTo>
                    <a:pt x="316" y="23"/>
                  </a:lnTo>
                  <a:lnTo>
                    <a:pt x="316" y="23"/>
                  </a:lnTo>
                  <a:lnTo>
                    <a:pt x="316" y="23"/>
                  </a:lnTo>
                  <a:lnTo>
                    <a:pt x="316" y="21"/>
                  </a:lnTo>
                  <a:lnTo>
                    <a:pt x="316" y="21"/>
                  </a:lnTo>
                  <a:lnTo>
                    <a:pt x="318" y="19"/>
                  </a:lnTo>
                  <a:lnTo>
                    <a:pt x="320" y="19"/>
                  </a:lnTo>
                  <a:lnTo>
                    <a:pt x="322" y="17"/>
                  </a:lnTo>
                  <a:lnTo>
                    <a:pt x="322" y="17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4" y="19"/>
                  </a:lnTo>
                  <a:lnTo>
                    <a:pt x="326" y="21"/>
                  </a:lnTo>
                  <a:lnTo>
                    <a:pt x="326" y="21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30" y="19"/>
                  </a:lnTo>
                  <a:lnTo>
                    <a:pt x="330" y="21"/>
                  </a:lnTo>
                  <a:lnTo>
                    <a:pt x="330" y="21"/>
                  </a:lnTo>
                  <a:lnTo>
                    <a:pt x="330" y="21"/>
                  </a:lnTo>
                  <a:lnTo>
                    <a:pt x="330" y="21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8" y="23"/>
                  </a:lnTo>
                  <a:lnTo>
                    <a:pt x="338" y="23"/>
                  </a:lnTo>
                  <a:lnTo>
                    <a:pt x="338" y="23"/>
                  </a:lnTo>
                  <a:lnTo>
                    <a:pt x="338" y="21"/>
                  </a:lnTo>
                  <a:lnTo>
                    <a:pt x="338" y="21"/>
                  </a:lnTo>
                  <a:lnTo>
                    <a:pt x="338" y="21"/>
                  </a:lnTo>
                  <a:lnTo>
                    <a:pt x="338" y="21"/>
                  </a:lnTo>
                  <a:lnTo>
                    <a:pt x="338" y="19"/>
                  </a:lnTo>
                  <a:lnTo>
                    <a:pt x="338" y="19"/>
                  </a:lnTo>
                  <a:lnTo>
                    <a:pt x="340" y="17"/>
                  </a:lnTo>
                  <a:lnTo>
                    <a:pt x="342" y="17"/>
                  </a:lnTo>
                  <a:lnTo>
                    <a:pt x="342" y="15"/>
                  </a:lnTo>
                  <a:lnTo>
                    <a:pt x="342" y="15"/>
                  </a:lnTo>
                  <a:lnTo>
                    <a:pt x="342" y="13"/>
                  </a:lnTo>
                  <a:lnTo>
                    <a:pt x="342" y="13"/>
                  </a:lnTo>
                  <a:lnTo>
                    <a:pt x="342" y="13"/>
                  </a:lnTo>
                  <a:lnTo>
                    <a:pt x="342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4" y="9"/>
                  </a:lnTo>
                  <a:lnTo>
                    <a:pt x="344" y="9"/>
                  </a:lnTo>
                  <a:lnTo>
                    <a:pt x="344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11"/>
                  </a:lnTo>
                  <a:lnTo>
                    <a:pt x="344" y="11"/>
                  </a:lnTo>
                  <a:lnTo>
                    <a:pt x="344" y="11"/>
                  </a:lnTo>
                  <a:lnTo>
                    <a:pt x="346" y="11"/>
                  </a:lnTo>
                  <a:lnTo>
                    <a:pt x="346" y="13"/>
                  </a:lnTo>
                  <a:lnTo>
                    <a:pt x="346" y="11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49" y="11"/>
                  </a:lnTo>
                  <a:lnTo>
                    <a:pt x="349" y="11"/>
                  </a:lnTo>
                  <a:lnTo>
                    <a:pt x="349" y="11"/>
                  </a:lnTo>
                  <a:lnTo>
                    <a:pt x="349" y="11"/>
                  </a:lnTo>
                  <a:lnTo>
                    <a:pt x="349" y="11"/>
                  </a:lnTo>
                  <a:lnTo>
                    <a:pt x="349" y="13"/>
                  </a:lnTo>
                  <a:lnTo>
                    <a:pt x="348" y="13"/>
                  </a:lnTo>
                  <a:lnTo>
                    <a:pt x="348" y="13"/>
                  </a:lnTo>
                  <a:lnTo>
                    <a:pt x="349" y="13"/>
                  </a:lnTo>
                  <a:lnTo>
                    <a:pt x="349" y="13"/>
                  </a:lnTo>
                  <a:lnTo>
                    <a:pt x="351" y="15"/>
                  </a:lnTo>
                  <a:lnTo>
                    <a:pt x="351" y="15"/>
                  </a:lnTo>
                  <a:lnTo>
                    <a:pt x="351" y="15"/>
                  </a:lnTo>
                  <a:lnTo>
                    <a:pt x="351" y="17"/>
                  </a:lnTo>
                  <a:lnTo>
                    <a:pt x="351" y="17"/>
                  </a:lnTo>
                  <a:lnTo>
                    <a:pt x="351" y="17"/>
                  </a:lnTo>
                  <a:lnTo>
                    <a:pt x="353" y="17"/>
                  </a:lnTo>
                  <a:lnTo>
                    <a:pt x="353" y="17"/>
                  </a:lnTo>
                  <a:lnTo>
                    <a:pt x="353" y="17"/>
                  </a:lnTo>
                  <a:lnTo>
                    <a:pt x="353" y="17"/>
                  </a:lnTo>
                  <a:lnTo>
                    <a:pt x="353" y="15"/>
                  </a:lnTo>
                  <a:lnTo>
                    <a:pt x="353" y="15"/>
                  </a:lnTo>
                  <a:lnTo>
                    <a:pt x="353" y="15"/>
                  </a:lnTo>
                  <a:lnTo>
                    <a:pt x="357" y="15"/>
                  </a:lnTo>
                  <a:lnTo>
                    <a:pt x="361" y="13"/>
                  </a:lnTo>
                  <a:lnTo>
                    <a:pt x="361" y="13"/>
                  </a:lnTo>
                  <a:lnTo>
                    <a:pt x="361" y="13"/>
                  </a:lnTo>
                  <a:lnTo>
                    <a:pt x="363" y="13"/>
                  </a:lnTo>
                  <a:lnTo>
                    <a:pt x="363" y="11"/>
                  </a:lnTo>
                  <a:lnTo>
                    <a:pt x="363" y="11"/>
                  </a:lnTo>
                  <a:lnTo>
                    <a:pt x="363" y="11"/>
                  </a:lnTo>
                  <a:lnTo>
                    <a:pt x="363" y="9"/>
                  </a:lnTo>
                  <a:lnTo>
                    <a:pt x="363" y="9"/>
                  </a:lnTo>
                  <a:lnTo>
                    <a:pt x="363" y="9"/>
                  </a:lnTo>
                  <a:lnTo>
                    <a:pt x="363" y="9"/>
                  </a:lnTo>
                  <a:lnTo>
                    <a:pt x="363" y="7"/>
                  </a:lnTo>
                  <a:lnTo>
                    <a:pt x="363" y="7"/>
                  </a:lnTo>
                  <a:lnTo>
                    <a:pt x="363" y="7"/>
                  </a:lnTo>
                  <a:lnTo>
                    <a:pt x="363" y="5"/>
                  </a:lnTo>
                  <a:lnTo>
                    <a:pt x="363" y="5"/>
                  </a:lnTo>
                  <a:lnTo>
                    <a:pt x="363" y="3"/>
                  </a:lnTo>
                  <a:lnTo>
                    <a:pt x="365" y="1"/>
                  </a:lnTo>
                  <a:lnTo>
                    <a:pt x="365" y="1"/>
                  </a:lnTo>
                  <a:lnTo>
                    <a:pt x="365" y="1"/>
                  </a:lnTo>
                  <a:lnTo>
                    <a:pt x="369" y="0"/>
                  </a:lnTo>
                  <a:lnTo>
                    <a:pt x="37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auto">
            <a:xfrm>
              <a:off x="3171825" y="3649663"/>
              <a:ext cx="635000" cy="496888"/>
            </a:xfrm>
            <a:custGeom>
              <a:avLst/>
              <a:gdLst>
                <a:gd name="T0" fmla="*/ 716 w 801"/>
                <a:gd name="T1" fmla="*/ 55 h 626"/>
                <a:gd name="T2" fmla="*/ 732 w 801"/>
                <a:gd name="T3" fmla="*/ 86 h 626"/>
                <a:gd name="T4" fmla="*/ 744 w 801"/>
                <a:gd name="T5" fmla="*/ 131 h 626"/>
                <a:gd name="T6" fmla="*/ 773 w 801"/>
                <a:gd name="T7" fmla="*/ 149 h 626"/>
                <a:gd name="T8" fmla="*/ 799 w 801"/>
                <a:gd name="T9" fmla="*/ 174 h 626"/>
                <a:gd name="T10" fmla="*/ 787 w 801"/>
                <a:gd name="T11" fmla="*/ 210 h 626"/>
                <a:gd name="T12" fmla="*/ 734 w 801"/>
                <a:gd name="T13" fmla="*/ 241 h 626"/>
                <a:gd name="T14" fmla="*/ 712 w 801"/>
                <a:gd name="T15" fmla="*/ 269 h 626"/>
                <a:gd name="T16" fmla="*/ 683 w 801"/>
                <a:gd name="T17" fmla="*/ 296 h 626"/>
                <a:gd name="T18" fmla="*/ 691 w 801"/>
                <a:gd name="T19" fmla="*/ 320 h 626"/>
                <a:gd name="T20" fmla="*/ 702 w 801"/>
                <a:gd name="T21" fmla="*/ 335 h 626"/>
                <a:gd name="T22" fmla="*/ 708 w 801"/>
                <a:gd name="T23" fmla="*/ 345 h 626"/>
                <a:gd name="T24" fmla="*/ 693 w 801"/>
                <a:gd name="T25" fmla="*/ 377 h 626"/>
                <a:gd name="T26" fmla="*/ 648 w 801"/>
                <a:gd name="T27" fmla="*/ 404 h 626"/>
                <a:gd name="T28" fmla="*/ 622 w 801"/>
                <a:gd name="T29" fmla="*/ 412 h 626"/>
                <a:gd name="T30" fmla="*/ 602 w 801"/>
                <a:gd name="T31" fmla="*/ 443 h 626"/>
                <a:gd name="T32" fmla="*/ 573 w 801"/>
                <a:gd name="T33" fmla="*/ 473 h 626"/>
                <a:gd name="T34" fmla="*/ 536 w 801"/>
                <a:gd name="T35" fmla="*/ 477 h 626"/>
                <a:gd name="T36" fmla="*/ 500 w 801"/>
                <a:gd name="T37" fmla="*/ 502 h 626"/>
                <a:gd name="T38" fmla="*/ 471 w 801"/>
                <a:gd name="T39" fmla="*/ 496 h 626"/>
                <a:gd name="T40" fmla="*/ 461 w 801"/>
                <a:gd name="T41" fmla="*/ 518 h 626"/>
                <a:gd name="T42" fmla="*/ 451 w 801"/>
                <a:gd name="T43" fmla="*/ 555 h 626"/>
                <a:gd name="T44" fmla="*/ 483 w 801"/>
                <a:gd name="T45" fmla="*/ 571 h 626"/>
                <a:gd name="T46" fmla="*/ 459 w 801"/>
                <a:gd name="T47" fmla="*/ 585 h 626"/>
                <a:gd name="T48" fmla="*/ 446 w 801"/>
                <a:gd name="T49" fmla="*/ 600 h 626"/>
                <a:gd name="T50" fmla="*/ 406 w 801"/>
                <a:gd name="T51" fmla="*/ 604 h 626"/>
                <a:gd name="T52" fmla="*/ 295 w 801"/>
                <a:gd name="T53" fmla="*/ 606 h 626"/>
                <a:gd name="T54" fmla="*/ 183 w 801"/>
                <a:gd name="T55" fmla="*/ 598 h 626"/>
                <a:gd name="T56" fmla="*/ 151 w 801"/>
                <a:gd name="T57" fmla="*/ 538 h 626"/>
                <a:gd name="T58" fmla="*/ 16 w 801"/>
                <a:gd name="T59" fmla="*/ 494 h 626"/>
                <a:gd name="T60" fmla="*/ 2 w 801"/>
                <a:gd name="T61" fmla="*/ 485 h 626"/>
                <a:gd name="T62" fmla="*/ 8 w 801"/>
                <a:gd name="T63" fmla="*/ 461 h 626"/>
                <a:gd name="T64" fmla="*/ 8 w 801"/>
                <a:gd name="T65" fmla="*/ 443 h 626"/>
                <a:gd name="T66" fmla="*/ 32 w 801"/>
                <a:gd name="T67" fmla="*/ 426 h 626"/>
                <a:gd name="T68" fmla="*/ 59 w 801"/>
                <a:gd name="T69" fmla="*/ 404 h 626"/>
                <a:gd name="T70" fmla="*/ 79 w 801"/>
                <a:gd name="T71" fmla="*/ 410 h 626"/>
                <a:gd name="T72" fmla="*/ 108 w 801"/>
                <a:gd name="T73" fmla="*/ 439 h 626"/>
                <a:gd name="T74" fmla="*/ 142 w 801"/>
                <a:gd name="T75" fmla="*/ 463 h 626"/>
                <a:gd name="T76" fmla="*/ 165 w 801"/>
                <a:gd name="T77" fmla="*/ 473 h 626"/>
                <a:gd name="T78" fmla="*/ 198 w 801"/>
                <a:gd name="T79" fmla="*/ 494 h 626"/>
                <a:gd name="T80" fmla="*/ 218 w 801"/>
                <a:gd name="T81" fmla="*/ 516 h 626"/>
                <a:gd name="T82" fmla="*/ 247 w 801"/>
                <a:gd name="T83" fmla="*/ 532 h 626"/>
                <a:gd name="T84" fmla="*/ 287 w 801"/>
                <a:gd name="T85" fmla="*/ 528 h 626"/>
                <a:gd name="T86" fmla="*/ 440 w 801"/>
                <a:gd name="T87" fmla="*/ 257 h 626"/>
                <a:gd name="T88" fmla="*/ 438 w 801"/>
                <a:gd name="T89" fmla="*/ 219 h 626"/>
                <a:gd name="T90" fmla="*/ 428 w 801"/>
                <a:gd name="T91" fmla="*/ 196 h 626"/>
                <a:gd name="T92" fmla="*/ 432 w 801"/>
                <a:gd name="T93" fmla="*/ 163 h 626"/>
                <a:gd name="T94" fmla="*/ 446 w 801"/>
                <a:gd name="T95" fmla="*/ 151 h 626"/>
                <a:gd name="T96" fmla="*/ 430 w 801"/>
                <a:gd name="T97" fmla="*/ 137 h 626"/>
                <a:gd name="T98" fmla="*/ 416 w 801"/>
                <a:gd name="T99" fmla="*/ 121 h 626"/>
                <a:gd name="T100" fmla="*/ 428 w 801"/>
                <a:gd name="T101" fmla="*/ 104 h 626"/>
                <a:gd name="T102" fmla="*/ 459 w 801"/>
                <a:gd name="T103" fmla="*/ 92 h 626"/>
                <a:gd name="T104" fmla="*/ 471 w 801"/>
                <a:gd name="T105" fmla="*/ 68 h 626"/>
                <a:gd name="T106" fmla="*/ 499 w 801"/>
                <a:gd name="T107" fmla="*/ 76 h 626"/>
                <a:gd name="T108" fmla="*/ 528 w 801"/>
                <a:gd name="T109" fmla="*/ 57 h 626"/>
                <a:gd name="T110" fmla="*/ 546 w 801"/>
                <a:gd name="T111" fmla="*/ 57 h 626"/>
                <a:gd name="T112" fmla="*/ 583 w 801"/>
                <a:gd name="T113" fmla="*/ 53 h 626"/>
                <a:gd name="T114" fmla="*/ 597 w 801"/>
                <a:gd name="T115" fmla="*/ 68 h 626"/>
                <a:gd name="T116" fmla="*/ 648 w 801"/>
                <a:gd name="T117" fmla="*/ 74 h 626"/>
                <a:gd name="T118" fmla="*/ 667 w 801"/>
                <a:gd name="T119" fmla="*/ 57 h 626"/>
                <a:gd name="T120" fmla="*/ 685 w 801"/>
                <a:gd name="T121" fmla="*/ 33 h 626"/>
                <a:gd name="T122" fmla="*/ 701 w 801"/>
                <a:gd name="T123" fmla="*/ 17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1" h="626">
                  <a:moveTo>
                    <a:pt x="728" y="0"/>
                  </a:moveTo>
                  <a:lnTo>
                    <a:pt x="728" y="2"/>
                  </a:lnTo>
                  <a:lnTo>
                    <a:pt x="730" y="2"/>
                  </a:lnTo>
                  <a:lnTo>
                    <a:pt x="730" y="2"/>
                  </a:lnTo>
                  <a:lnTo>
                    <a:pt x="730" y="2"/>
                  </a:lnTo>
                  <a:lnTo>
                    <a:pt x="730" y="2"/>
                  </a:lnTo>
                  <a:lnTo>
                    <a:pt x="730" y="4"/>
                  </a:lnTo>
                  <a:lnTo>
                    <a:pt x="732" y="4"/>
                  </a:lnTo>
                  <a:lnTo>
                    <a:pt x="732" y="4"/>
                  </a:lnTo>
                  <a:lnTo>
                    <a:pt x="732" y="4"/>
                  </a:lnTo>
                  <a:lnTo>
                    <a:pt x="732" y="5"/>
                  </a:lnTo>
                  <a:lnTo>
                    <a:pt x="734" y="5"/>
                  </a:lnTo>
                  <a:lnTo>
                    <a:pt x="734" y="7"/>
                  </a:lnTo>
                  <a:lnTo>
                    <a:pt x="732" y="7"/>
                  </a:lnTo>
                  <a:lnTo>
                    <a:pt x="730" y="9"/>
                  </a:lnTo>
                  <a:lnTo>
                    <a:pt x="728" y="11"/>
                  </a:lnTo>
                  <a:lnTo>
                    <a:pt x="728" y="13"/>
                  </a:lnTo>
                  <a:lnTo>
                    <a:pt x="718" y="19"/>
                  </a:lnTo>
                  <a:lnTo>
                    <a:pt x="716" y="21"/>
                  </a:lnTo>
                  <a:lnTo>
                    <a:pt x="714" y="25"/>
                  </a:lnTo>
                  <a:lnTo>
                    <a:pt x="714" y="27"/>
                  </a:lnTo>
                  <a:lnTo>
                    <a:pt x="712" y="27"/>
                  </a:lnTo>
                  <a:lnTo>
                    <a:pt x="712" y="29"/>
                  </a:lnTo>
                  <a:lnTo>
                    <a:pt x="710" y="29"/>
                  </a:lnTo>
                  <a:lnTo>
                    <a:pt x="710" y="31"/>
                  </a:lnTo>
                  <a:lnTo>
                    <a:pt x="710" y="33"/>
                  </a:lnTo>
                  <a:lnTo>
                    <a:pt x="712" y="35"/>
                  </a:lnTo>
                  <a:lnTo>
                    <a:pt x="712" y="37"/>
                  </a:lnTo>
                  <a:lnTo>
                    <a:pt x="712" y="39"/>
                  </a:lnTo>
                  <a:lnTo>
                    <a:pt x="712" y="41"/>
                  </a:lnTo>
                  <a:lnTo>
                    <a:pt x="712" y="43"/>
                  </a:lnTo>
                  <a:lnTo>
                    <a:pt x="712" y="43"/>
                  </a:lnTo>
                  <a:lnTo>
                    <a:pt x="712" y="45"/>
                  </a:lnTo>
                  <a:lnTo>
                    <a:pt x="712" y="47"/>
                  </a:lnTo>
                  <a:lnTo>
                    <a:pt x="708" y="47"/>
                  </a:lnTo>
                  <a:lnTo>
                    <a:pt x="708" y="49"/>
                  </a:lnTo>
                  <a:lnTo>
                    <a:pt x="706" y="49"/>
                  </a:lnTo>
                  <a:lnTo>
                    <a:pt x="708" y="53"/>
                  </a:lnTo>
                  <a:lnTo>
                    <a:pt x="710" y="55"/>
                  </a:lnTo>
                  <a:lnTo>
                    <a:pt x="716" y="55"/>
                  </a:lnTo>
                  <a:lnTo>
                    <a:pt x="718" y="55"/>
                  </a:lnTo>
                  <a:lnTo>
                    <a:pt x="718" y="55"/>
                  </a:lnTo>
                  <a:lnTo>
                    <a:pt x="720" y="55"/>
                  </a:lnTo>
                  <a:lnTo>
                    <a:pt x="720" y="57"/>
                  </a:lnTo>
                  <a:lnTo>
                    <a:pt x="720" y="58"/>
                  </a:lnTo>
                  <a:lnTo>
                    <a:pt x="720" y="58"/>
                  </a:lnTo>
                  <a:lnTo>
                    <a:pt x="720" y="58"/>
                  </a:lnTo>
                  <a:lnTo>
                    <a:pt x="720" y="60"/>
                  </a:lnTo>
                  <a:lnTo>
                    <a:pt x="720" y="60"/>
                  </a:lnTo>
                  <a:lnTo>
                    <a:pt x="720" y="60"/>
                  </a:lnTo>
                  <a:lnTo>
                    <a:pt x="722" y="60"/>
                  </a:lnTo>
                  <a:lnTo>
                    <a:pt x="724" y="62"/>
                  </a:lnTo>
                  <a:lnTo>
                    <a:pt x="726" y="62"/>
                  </a:lnTo>
                  <a:lnTo>
                    <a:pt x="726" y="64"/>
                  </a:lnTo>
                  <a:lnTo>
                    <a:pt x="726" y="64"/>
                  </a:lnTo>
                  <a:lnTo>
                    <a:pt x="726" y="66"/>
                  </a:lnTo>
                  <a:lnTo>
                    <a:pt x="726" y="66"/>
                  </a:lnTo>
                  <a:lnTo>
                    <a:pt x="726" y="66"/>
                  </a:lnTo>
                  <a:lnTo>
                    <a:pt x="726" y="66"/>
                  </a:lnTo>
                  <a:lnTo>
                    <a:pt x="724" y="66"/>
                  </a:lnTo>
                  <a:lnTo>
                    <a:pt x="722" y="66"/>
                  </a:lnTo>
                  <a:lnTo>
                    <a:pt x="722" y="66"/>
                  </a:lnTo>
                  <a:lnTo>
                    <a:pt x="722" y="68"/>
                  </a:lnTo>
                  <a:lnTo>
                    <a:pt x="722" y="70"/>
                  </a:lnTo>
                  <a:lnTo>
                    <a:pt x="722" y="70"/>
                  </a:lnTo>
                  <a:lnTo>
                    <a:pt x="722" y="72"/>
                  </a:lnTo>
                  <a:lnTo>
                    <a:pt x="724" y="72"/>
                  </a:lnTo>
                  <a:lnTo>
                    <a:pt x="724" y="72"/>
                  </a:lnTo>
                  <a:lnTo>
                    <a:pt x="724" y="74"/>
                  </a:lnTo>
                  <a:lnTo>
                    <a:pt x="724" y="76"/>
                  </a:lnTo>
                  <a:lnTo>
                    <a:pt x="724" y="76"/>
                  </a:lnTo>
                  <a:lnTo>
                    <a:pt x="726" y="80"/>
                  </a:lnTo>
                  <a:lnTo>
                    <a:pt x="728" y="84"/>
                  </a:lnTo>
                  <a:lnTo>
                    <a:pt x="730" y="84"/>
                  </a:lnTo>
                  <a:lnTo>
                    <a:pt x="730" y="84"/>
                  </a:lnTo>
                  <a:lnTo>
                    <a:pt x="732" y="84"/>
                  </a:lnTo>
                  <a:lnTo>
                    <a:pt x="732" y="86"/>
                  </a:lnTo>
                  <a:lnTo>
                    <a:pt x="732" y="86"/>
                  </a:lnTo>
                  <a:lnTo>
                    <a:pt x="732" y="86"/>
                  </a:lnTo>
                  <a:lnTo>
                    <a:pt x="732" y="86"/>
                  </a:lnTo>
                  <a:lnTo>
                    <a:pt x="732" y="88"/>
                  </a:lnTo>
                  <a:lnTo>
                    <a:pt x="732" y="88"/>
                  </a:lnTo>
                  <a:lnTo>
                    <a:pt x="730" y="88"/>
                  </a:lnTo>
                  <a:lnTo>
                    <a:pt x="730" y="90"/>
                  </a:lnTo>
                  <a:lnTo>
                    <a:pt x="730" y="92"/>
                  </a:lnTo>
                  <a:lnTo>
                    <a:pt x="732" y="92"/>
                  </a:lnTo>
                  <a:lnTo>
                    <a:pt x="730" y="94"/>
                  </a:lnTo>
                  <a:lnTo>
                    <a:pt x="730" y="94"/>
                  </a:lnTo>
                  <a:lnTo>
                    <a:pt x="730" y="94"/>
                  </a:lnTo>
                  <a:lnTo>
                    <a:pt x="732" y="96"/>
                  </a:lnTo>
                  <a:lnTo>
                    <a:pt x="732" y="96"/>
                  </a:lnTo>
                  <a:lnTo>
                    <a:pt x="734" y="98"/>
                  </a:lnTo>
                  <a:lnTo>
                    <a:pt x="734" y="100"/>
                  </a:lnTo>
                  <a:lnTo>
                    <a:pt x="736" y="100"/>
                  </a:lnTo>
                  <a:lnTo>
                    <a:pt x="738" y="102"/>
                  </a:lnTo>
                  <a:lnTo>
                    <a:pt x="738" y="102"/>
                  </a:lnTo>
                  <a:lnTo>
                    <a:pt x="738" y="104"/>
                  </a:lnTo>
                  <a:lnTo>
                    <a:pt x="740" y="106"/>
                  </a:lnTo>
                  <a:lnTo>
                    <a:pt x="740" y="106"/>
                  </a:lnTo>
                  <a:lnTo>
                    <a:pt x="738" y="110"/>
                  </a:lnTo>
                  <a:lnTo>
                    <a:pt x="738" y="112"/>
                  </a:lnTo>
                  <a:lnTo>
                    <a:pt x="738" y="112"/>
                  </a:lnTo>
                  <a:lnTo>
                    <a:pt x="740" y="115"/>
                  </a:lnTo>
                  <a:lnTo>
                    <a:pt x="740" y="117"/>
                  </a:lnTo>
                  <a:lnTo>
                    <a:pt x="740" y="121"/>
                  </a:lnTo>
                  <a:lnTo>
                    <a:pt x="740" y="123"/>
                  </a:lnTo>
                  <a:lnTo>
                    <a:pt x="742" y="123"/>
                  </a:lnTo>
                  <a:lnTo>
                    <a:pt x="742" y="123"/>
                  </a:lnTo>
                  <a:lnTo>
                    <a:pt x="742" y="123"/>
                  </a:lnTo>
                  <a:lnTo>
                    <a:pt x="744" y="123"/>
                  </a:lnTo>
                  <a:lnTo>
                    <a:pt x="744" y="123"/>
                  </a:lnTo>
                  <a:lnTo>
                    <a:pt x="744" y="125"/>
                  </a:lnTo>
                  <a:lnTo>
                    <a:pt x="744" y="125"/>
                  </a:lnTo>
                  <a:lnTo>
                    <a:pt x="744" y="127"/>
                  </a:lnTo>
                  <a:lnTo>
                    <a:pt x="744" y="127"/>
                  </a:lnTo>
                  <a:lnTo>
                    <a:pt x="744" y="127"/>
                  </a:lnTo>
                  <a:lnTo>
                    <a:pt x="744" y="129"/>
                  </a:lnTo>
                  <a:lnTo>
                    <a:pt x="744" y="129"/>
                  </a:lnTo>
                  <a:lnTo>
                    <a:pt x="744" y="129"/>
                  </a:lnTo>
                  <a:lnTo>
                    <a:pt x="744" y="131"/>
                  </a:lnTo>
                  <a:lnTo>
                    <a:pt x="744" y="131"/>
                  </a:lnTo>
                  <a:lnTo>
                    <a:pt x="744" y="133"/>
                  </a:lnTo>
                  <a:lnTo>
                    <a:pt x="744" y="135"/>
                  </a:lnTo>
                  <a:lnTo>
                    <a:pt x="746" y="135"/>
                  </a:lnTo>
                  <a:lnTo>
                    <a:pt x="746" y="137"/>
                  </a:lnTo>
                  <a:lnTo>
                    <a:pt x="748" y="137"/>
                  </a:lnTo>
                  <a:lnTo>
                    <a:pt x="748" y="137"/>
                  </a:lnTo>
                  <a:lnTo>
                    <a:pt x="748" y="139"/>
                  </a:lnTo>
                  <a:lnTo>
                    <a:pt x="750" y="139"/>
                  </a:lnTo>
                  <a:lnTo>
                    <a:pt x="750" y="139"/>
                  </a:lnTo>
                  <a:lnTo>
                    <a:pt x="750" y="141"/>
                  </a:lnTo>
                  <a:lnTo>
                    <a:pt x="748" y="141"/>
                  </a:lnTo>
                  <a:lnTo>
                    <a:pt x="748" y="141"/>
                  </a:lnTo>
                  <a:lnTo>
                    <a:pt x="748" y="143"/>
                  </a:lnTo>
                  <a:lnTo>
                    <a:pt x="748" y="143"/>
                  </a:lnTo>
                  <a:lnTo>
                    <a:pt x="748" y="143"/>
                  </a:lnTo>
                  <a:lnTo>
                    <a:pt x="750" y="143"/>
                  </a:lnTo>
                  <a:lnTo>
                    <a:pt x="750" y="143"/>
                  </a:lnTo>
                  <a:lnTo>
                    <a:pt x="750" y="145"/>
                  </a:lnTo>
                  <a:lnTo>
                    <a:pt x="750" y="145"/>
                  </a:lnTo>
                  <a:lnTo>
                    <a:pt x="751" y="145"/>
                  </a:lnTo>
                  <a:lnTo>
                    <a:pt x="753" y="143"/>
                  </a:lnTo>
                  <a:lnTo>
                    <a:pt x="753" y="143"/>
                  </a:lnTo>
                  <a:lnTo>
                    <a:pt x="755" y="145"/>
                  </a:lnTo>
                  <a:lnTo>
                    <a:pt x="757" y="145"/>
                  </a:lnTo>
                  <a:lnTo>
                    <a:pt x="759" y="143"/>
                  </a:lnTo>
                  <a:lnTo>
                    <a:pt x="767" y="141"/>
                  </a:lnTo>
                  <a:lnTo>
                    <a:pt x="769" y="141"/>
                  </a:lnTo>
                  <a:lnTo>
                    <a:pt x="769" y="141"/>
                  </a:lnTo>
                  <a:lnTo>
                    <a:pt x="769" y="143"/>
                  </a:lnTo>
                  <a:lnTo>
                    <a:pt x="771" y="145"/>
                  </a:lnTo>
                  <a:lnTo>
                    <a:pt x="771" y="145"/>
                  </a:lnTo>
                  <a:lnTo>
                    <a:pt x="771" y="145"/>
                  </a:lnTo>
                  <a:lnTo>
                    <a:pt x="773" y="145"/>
                  </a:lnTo>
                  <a:lnTo>
                    <a:pt x="773" y="145"/>
                  </a:lnTo>
                  <a:lnTo>
                    <a:pt x="773" y="147"/>
                  </a:lnTo>
                  <a:lnTo>
                    <a:pt x="773" y="147"/>
                  </a:lnTo>
                  <a:lnTo>
                    <a:pt x="773" y="147"/>
                  </a:lnTo>
                  <a:lnTo>
                    <a:pt x="773" y="149"/>
                  </a:lnTo>
                  <a:lnTo>
                    <a:pt x="773" y="149"/>
                  </a:lnTo>
                  <a:lnTo>
                    <a:pt x="773" y="151"/>
                  </a:lnTo>
                  <a:lnTo>
                    <a:pt x="775" y="151"/>
                  </a:lnTo>
                  <a:lnTo>
                    <a:pt x="775" y="151"/>
                  </a:lnTo>
                  <a:lnTo>
                    <a:pt x="777" y="153"/>
                  </a:lnTo>
                  <a:lnTo>
                    <a:pt x="779" y="153"/>
                  </a:lnTo>
                  <a:lnTo>
                    <a:pt x="781" y="155"/>
                  </a:lnTo>
                  <a:lnTo>
                    <a:pt x="781" y="155"/>
                  </a:lnTo>
                  <a:lnTo>
                    <a:pt x="781" y="155"/>
                  </a:lnTo>
                  <a:lnTo>
                    <a:pt x="781" y="155"/>
                  </a:lnTo>
                  <a:lnTo>
                    <a:pt x="781" y="155"/>
                  </a:lnTo>
                  <a:lnTo>
                    <a:pt x="783" y="157"/>
                  </a:lnTo>
                  <a:lnTo>
                    <a:pt x="785" y="157"/>
                  </a:lnTo>
                  <a:lnTo>
                    <a:pt x="787" y="157"/>
                  </a:lnTo>
                  <a:lnTo>
                    <a:pt x="787" y="159"/>
                  </a:lnTo>
                  <a:lnTo>
                    <a:pt x="789" y="157"/>
                  </a:lnTo>
                  <a:lnTo>
                    <a:pt x="789" y="157"/>
                  </a:lnTo>
                  <a:lnTo>
                    <a:pt x="791" y="159"/>
                  </a:lnTo>
                  <a:lnTo>
                    <a:pt x="791" y="159"/>
                  </a:lnTo>
                  <a:lnTo>
                    <a:pt x="791" y="161"/>
                  </a:lnTo>
                  <a:lnTo>
                    <a:pt x="793" y="161"/>
                  </a:lnTo>
                  <a:lnTo>
                    <a:pt x="793" y="161"/>
                  </a:lnTo>
                  <a:lnTo>
                    <a:pt x="793" y="161"/>
                  </a:lnTo>
                  <a:lnTo>
                    <a:pt x="793" y="163"/>
                  </a:lnTo>
                  <a:lnTo>
                    <a:pt x="793" y="163"/>
                  </a:lnTo>
                  <a:lnTo>
                    <a:pt x="793" y="163"/>
                  </a:lnTo>
                  <a:lnTo>
                    <a:pt x="795" y="165"/>
                  </a:lnTo>
                  <a:lnTo>
                    <a:pt x="795" y="165"/>
                  </a:lnTo>
                  <a:lnTo>
                    <a:pt x="793" y="166"/>
                  </a:lnTo>
                  <a:lnTo>
                    <a:pt x="793" y="166"/>
                  </a:lnTo>
                  <a:lnTo>
                    <a:pt x="795" y="166"/>
                  </a:lnTo>
                  <a:lnTo>
                    <a:pt x="795" y="166"/>
                  </a:lnTo>
                  <a:lnTo>
                    <a:pt x="795" y="166"/>
                  </a:lnTo>
                  <a:lnTo>
                    <a:pt x="797" y="166"/>
                  </a:lnTo>
                  <a:lnTo>
                    <a:pt x="797" y="168"/>
                  </a:lnTo>
                  <a:lnTo>
                    <a:pt x="797" y="168"/>
                  </a:lnTo>
                  <a:lnTo>
                    <a:pt x="797" y="168"/>
                  </a:lnTo>
                  <a:lnTo>
                    <a:pt x="797" y="168"/>
                  </a:lnTo>
                  <a:lnTo>
                    <a:pt x="797" y="170"/>
                  </a:lnTo>
                  <a:lnTo>
                    <a:pt x="797" y="172"/>
                  </a:lnTo>
                  <a:lnTo>
                    <a:pt x="799" y="174"/>
                  </a:lnTo>
                  <a:lnTo>
                    <a:pt x="801" y="176"/>
                  </a:lnTo>
                  <a:lnTo>
                    <a:pt x="801" y="178"/>
                  </a:lnTo>
                  <a:lnTo>
                    <a:pt x="801" y="180"/>
                  </a:lnTo>
                  <a:lnTo>
                    <a:pt x="801" y="182"/>
                  </a:lnTo>
                  <a:lnTo>
                    <a:pt x="799" y="182"/>
                  </a:lnTo>
                  <a:lnTo>
                    <a:pt x="799" y="184"/>
                  </a:lnTo>
                  <a:lnTo>
                    <a:pt x="801" y="186"/>
                  </a:lnTo>
                  <a:lnTo>
                    <a:pt x="801" y="188"/>
                  </a:lnTo>
                  <a:lnTo>
                    <a:pt x="801" y="188"/>
                  </a:lnTo>
                  <a:lnTo>
                    <a:pt x="799" y="188"/>
                  </a:lnTo>
                  <a:lnTo>
                    <a:pt x="799" y="190"/>
                  </a:lnTo>
                  <a:lnTo>
                    <a:pt x="797" y="192"/>
                  </a:lnTo>
                  <a:lnTo>
                    <a:pt x="797" y="192"/>
                  </a:lnTo>
                  <a:lnTo>
                    <a:pt x="797" y="194"/>
                  </a:lnTo>
                  <a:lnTo>
                    <a:pt x="797" y="196"/>
                  </a:lnTo>
                  <a:lnTo>
                    <a:pt x="797" y="196"/>
                  </a:lnTo>
                  <a:lnTo>
                    <a:pt x="797" y="196"/>
                  </a:lnTo>
                  <a:lnTo>
                    <a:pt x="797" y="196"/>
                  </a:lnTo>
                  <a:lnTo>
                    <a:pt x="797" y="196"/>
                  </a:lnTo>
                  <a:lnTo>
                    <a:pt x="797" y="198"/>
                  </a:lnTo>
                  <a:lnTo>
                    <a:pt x="797" y="198"/>
                  </a:lnTo>
                  <a:lnTo>
                    <a:pt x="797" y="200"/>
                  </a:lnTo>
                  <a:lnTo>
                    <a:pt x="797" y="200"/>
                  </a:lnTo>
                  <a:lnTo>
                    <a:pt x="797" y="202"/>
                  </a:lnTo>
                  <a:lnTo>
                    <a:pt x="797" y="202"/>
                  </a:lnTo>
                  <a:lnTo>
                    <a:pt x="795" y="202"/>
                  </a:lnTo>
                  <a:lnTo>
                    <a:pt x="795" y="204"/>
                  </a:lnTo>
                  <a:lnTo>
                    <a:pt x="791" y="204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6"/>
                  </a:lnTo>
                  <a:lnTo>
                    <a:pt x="789" y="208"/>
                  </a:lnTo>
                  <a:lnTo>
                    <a:pt x="789" y="208"/>
                  </a:lnTo>
                  <a:lnTo>
                    <a:pt x="789" y="208"/>
                  </a:lnTo>
                  <a:lnTo>
                    <a:pt x="787" y="210"/>
                  </a:lnTo>
                  <a:lnTo>
                    <a:pt x="787" y="210"/>
                  </a:lnTo>
                  <a:lnTo>
                    <a:pt x="787" y="210"/>
                  </a:lnTo>
                  <a:lnTo>
                    <a:pt x="787" y="208"/>
                  </a:lnTo>
                  <a:lnTo>
                    <a:pt x="785" y="208"/>
                  </a:lnTo>
                  <a:lnTo>
                    <a:pt x="785" y="208"/>
                  </a:lnTo>
                  <a:lnTo>
                    <a:pt x="773" y="208"/>
                  </a:lnTo>
                  <a:lnTo>
                    <a:pt x="771" y="210"/>
                  </a:lnTo>
                  <a:lnTo>
                    <a:pt x="769" y="212"/>
                  </a:lnTo>
                  <a:lnTo>
                    <a:pt x="769" y="212"/>
                  </a:lnTo>
                  <a:lnTo>
                    <a:pt x="767" y="212"/>
                  </a:lnTo>
                  <a:lnTo>
                    <a:pt x="767" y="212"/>
                  </a:lnTo>
                  <a:lnTo>
                    <a:pt x="765" y="214"/>
                  </a:lnTo>
                  <a:lnTo>
                    <a:pt x="765" y="214"/>
                  </a:lnTo>
                  <a:lnTo>
                    <a:pt x="761" y="214"/>
                  </a:lnTo>
                  <a:lnTo>
                    <a:pt x="761" y="214"/>
                  </a:lnTo>
                  <a:lnTo>
                    <a:pt x="759" y="216"/>
                  </a:lnTo>
                  <a:lnTo>
                    <a:pt x="757" y="216"/>
                  </a:lnTo>
                  <a:lnTo>
                    <a:pt x="757" y="218"/>
                  </a:lnTo>
                  <a:lnTo>
                    <a:pt x="750" y="221"/>
                  </a:lnTo>
                  <a:lnTo>
                    <a:pt x="750" y="221"/>
                  </a:lnTo>
                  <a:lnTo>
                    <a:pt x="748" y="223"/>
                  </a:lnTo>
                  <a:lnTo>
                    <a:pt x="748" y="223"/>
                  </a:lnTo>
                  <a:lnTo>
                    <a:pt x="748" y="223"/>
                  </a:lnTo>
                  <a:lnTo>
                    <a:pt x="746" y="223"/>
                  </a:lnTo>
                  <a:lnTo>
                    <a:pt x="746" y="225"/>
                  </a:lnTo>
                  <a:lnTo>
                    <a:pt x="746" y="225"/>
                  </a:lnTo>
                  <a:lnTo>
                    <a:pt x="746" y="225"/>
                  </a:lnTo>
                  <a:lnTo>
                    <a:pt x="746" y="227"/>
                  </a:lnTo>
                  <a:lnTo>
                    <a:pt x="746" y="229"/>
                  </a:lnTo>
                  <a:lnTo>
                    <a:pt x="746" y="229"/>
                  </a:lnTo>
                  <a:lnTo>
                    <a:pt x="746" y="229"/>
                  </a:lnTo>
                  <a:lnTo>
                    <a:pt x="746" y="231"/>
                  </a:lnTo>
                  <a:lnTo>
                    <a:pt x="740" y="235"/>
                  </a:lnTo>
                  <a:lnTo>
                    <a:pt x="738" y="237"/>
                  </a:lnTo>
                  <a:lnTo>
                    <a:pt x="738" y="237"/>
                  </a:lnTo>
                  <a:lnTo>
                    <a:pt x="738" y="237"/>
                  </a:lnTo>
                  <a:lnTo>
                    <a:pt x="736" y="237"/>
                  </a:lnTo>
                  <a:lnTo>
                    <a:pt x="736" y="239"/>
                  </a:lnTo>
                  <a:lnTo>
                    <a:pt x="736" y="239"/>
                  </a:lnTo>
                  <a:lnTo>
                    <a:pt x="736" y="241"/>
                  </a:lnTo>
                  <a:lnTo>
                    <a:pt x="734" y="241"/>
                  </a:lnTo>
                  <a:lnTo>
                    <a:pt x="734" y="241"/>
                  </a:lnTo>
                  <a:lnTo>
                    <a:pt x="734" y="243"/>
                  </a:lnTo>
                  <a:lnTo>
                    <a:pt x="734" y="245"/>
                  </a:lnTo>
                  <a:lnTo>
                    <a:pt x="734" y="247"/>
                  </a:lnTo>
                  <a:lnTo>
                    <a:pt x="732" y="247"/>
                  </a:lnTo>
                  <a:lnTo>
                    <a:pt x="730" y="249"/>
                  </a:lnTo>
                  <a:lnTo>
                    <a:pt x="730" y="251"/>
                  </a:lnTo>
                  <a:lnTo>
                    <a:pt x="730" y="251"/>
                  </a:lnTo>
                  <a:lnTo>
                    <a:pt x="728" y="251"/>
                  </a:lnTo>
                  <a:lnTo>
                    <a:pt x="728" y="251"/>
                  </a:lnTo>
                  <a:lnTo>
                    <a:pt x="728" y="253"/>
                  </a:lnTo>
                  <a:lnTo>
                    <a:pt x="728" y="253"/>
                  </a:lnTo>
                  <a:lnTo>
                    <a:pt x="728" y="253"/>
                  </a:lnTo>
                  <a:lnTo>
                    <a:pt x="728" y="255"/>
                  </a:lnTo>
                  <a:lnTo>
                    <a:pt x="728" y="255"/>
                  </a:lnTo>
                  <a:lnTo>
                    <a:pt x="728" y="257"/>
                  </a:lnTo>
                  <a:lnTo>
                    <a:pt x="728" y="257"/>
                  </a:lnTo>
                  <a:lnTo>
                    <a:pt x="728" y="257"/>
                  </a:lnTo>
                  <a:lnTo>
                    <a:pt x="728" y="257"/>
                  </a:lnTo>
                  <a:lnTo>
                    <a:pt x="728" y="257"/>
                  </a:lnTo>
                  <a:lnTo>
                    <a:pt x="726" y="259"/>
                  </a:lnTo>
                  <a:lnTo>
                    <a:pt x="726" y="259"/>
                  </a:lnTo>
                  <a:lnTo>
                    <a:pt x="726" y="259"/>
                  </a:lnTo>
                  <a:lnTo>
                    <a:pt x="724" y="261"/>
                  </a:lnTo>
                  <a:lnTo>
                    <a:pt x="724" y="263"/>
                  </a:lnTo>
                  <a:lnTo>
                    <a:pt x="722" y="263"/>
                  </a:lnTo>
                  <a:lnTo>
                    <a:pt x="722" y="263"/>
                  </a:lnTo>
                  <a:lnTo>
                    <a:pt x="720" y="263"/>
                  </a:lnTo>
                  <a:lnTo>
                    <a:pt x="718" y="263"/>
                  </a:lnTo>
                  <a:lnTo>
                    <a:pt x="718" y="263"/>
                  </a:lnTo>
                  <a:lnTo>
                    <a:pt x="718" y="265"/>
                  </a:lnTo>
                  <a:lnTo>
                    <a:pt x="718" y="265"/>
                  </a:lnTo>
                  <a:lnTo>
                    <a:pt x="718" y="265"/>
                  </a:lnTo>
                  <a:lnTo>
                    <a:pt x="716" y="265"/>
                  </a:lnTo>
                  <a:lnTo>
                    <a:pt x="716" y="265"/>
                  </a:lnTo>
                  <a:lnTo>
                    <a:pt x="714" y="267"/>
                  </a:lnTo>
                  <a:lnTo>
                    <a:pt x="714" y="267"/>
                  </a:lnTo>
                  <a:lnTo>
                    <a:pt x="712" y="269"/>
                  </a:lnTo>
                  <a:lnTo>
                    <a:pt x="712" y="269"/>
                  </a:lnTo>
                  <a:lnTo>
                    <a:pt x="712" y="269"/>
                  </a:lnTo>
                  <a:lnTo>
                    <a:pt x="712" y="269"/>
                  </a:lnTo>
                  <a:lnTo>
                    <a:pt x="712" y="269"/>
                  </a:lnTo>
                  <a:lnTo>
                    <a:pt x="710" y="269"/>
                  </a:lnTo>
                  <a:lnTo>
                    <a:pt x="710" y="271"/>
                  </a:lnTo>
                  <a:lnTo>
                    <a:pt x="708" y="274"/>
                  </a:lnTo>
                  <a:lnTo>
                    <a:pt x="708" y="276"/>
                  </a:lnTo>
                  <a:lnTo>
                    <a:pt x="708" y="276"/>
                  </a:lnTo>
                  <a:lnTo>
                    <a:pt x="706" y="276"/>
                  </a:lnTo>
                  <a:lnTo>
                    <a:pt x="704" y="276"/>
                  </a:lnTo>
                  <a:lnTo>
                    <a:pt x="702" y="276"/>
                  </a:lnTo>
                  <a:lnTo>
                    <a:pt x="702" y="278"/>
                  </a:lnTo>
                  <a:lnTo>
                    <a:pt x="702" y="280"/>
                  </a:lnTo>
                  <a:lnTo>
                    <a:pt x="702" y="280"/>
                  </a:lnTo>
                  <a:lnTo>
                    <a:pt x="701" y="282"/>
                  </a:lnTo>
                  <a:lnTo>
                    <a:pt x="699" y="282"/>
                  </a:lnTo>
                  <a:lnTo>
                    <a:pt x="697" y="284"/>
                  </a:lnTo>
                  <a:lnTo>
                    <a:pt x="697" y="284"/>
                  </a:lnTo>
                  <a:lnTo>
                    <a:pt x="695" y="284"/>
                  </a:lnTo>
                  <a:lnTo>
                    <a:pt x="695" y="282"/>
                  </a:lnTo>
                  <a:lnTo>
                    <a:pt x="693" y="282"/>
                  </a:lnTo>
                  <a:lnTo>
                    <a:pt x="693" y="282"/>
                  </a:lnTo>
                  <a:lnTo>
                    <a:pt x="693" y="284"/>
                  </a:lnTo>
                  <a:lnTo>
                    <a:pt x="693" y="284"/>
                  </a:lnTo>
                  <a:lnTo>
                    <a:pt x="691" y="286"/>
                  </a:lnTo>
                  <a:lnTo>
                    <a:pt x="687" y="286"/>
                  </a:lnTo>
                  <a:lnTo>
                    <a:pt x="687" y="288"/>
                  </a:lnTo>
                  <a:lnTo>
                    <a:pt x="687" y="288"/>
                  </a:lnTo>
                  <a:lnTo>
                    <a:pt x="687" y="290"/>
                  </a:lnTo>
                  <a:lnTo>
                    <a:pt x="689" y="290"/>
                  </a:lnTo>
                  <a:lnTo>
                    <a:pt x="687" y="292"/>
                  </a:lnTo>
                  <a:lnTo>
                    <a:pt x="687" y="292"/>
                  </a:lnTo>
                  <a:lnTo>
                    <a:pt x="685" y="292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5" y="294"/>
                  </a:lnTo>
                  <a:lnTo>
                    <a:pt x="683" y="296"/>
                  </a:lnTo>
                  <a:lnTo>
                    <a:pt x="683" y="296"/>
                  </a:lnTo>
                  <a:lnTo>
                    <a:pt x="681" y="296"/>
                  </a:lnTo>
                  <a:lnTo>
                    <a:pt x="681" y="296"/>
                  </a:lnTo>
                  <a:lnTo>
                    <a:pt x="681" y="296"/>
                  </a:lnTo>
                  <a:lnTo>
                    <a:pt x="681" y="296"/>
                  </a:lnTo>
                  <a:lnTo>
                    <a:pt x="679" y="298"/>
                  </a:lnTo>
                  <a:lnTo>
                    <a:pt x="681" y="298"/>
                  </a:lnTo>
                  <a:lnTo>
                    <a:pt x="681" y="298"/>
                  </a:lnTo>
                  <a:lnTo>
                    <a:pt x="681" y="300"/>
                  </a:lnTo>
                  <a:lnTo>
                    <a:pt x="681" y="300"/>
                  </a:lnTo>
                  <a:lnTo>
                    <a:pt x="685" y="302"/>
                  </a:lnTo>
                  <a:lnTo>
                    <a:pt x="685" y="304"/>
                  </a:lnTo>
                  <a:lnTo>
                    <a:pt x="685" y="304"/>
                  </a:lnTo>
                  <a:lnTo>
                    <a:pt x="685" y="304"/>
                  </a:lnTo>
                  <a:lnTo>
                    <a:pt x="685" y="306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08"/>
                  </a:lnTo>
                  <a:lnTo>
                    <a:pt x="685" y="310"/>
                  </a:lnTo>
                  <a:lnTo>
                    <a:pt x="685" y="312"/>
                  </a:lnTo>
                  <a:lnTo>
                    <a:pt x="685" y="312"/>
                  </a:lnTo>
                  <a:lnTo>
                    <a:pt x="685" y="312"/>
                  </a:lnTo>
                  <a:lnTo>
                    <a:pt x="685" y="314"/>
                  </a:lnTo>
                  <a:lnTo>
                    <a:pt x="685" y="316"/>
                  </a:lnTo>
                  <a:lnTo>
                    <a:pt x="685" y="316"/>
                  </a:lnTo>
                  <a:lnTo>
                    <a:pt x="685" y="316"/>
                  </a:lnTo>
                  <a:lnTo>
                    <a:pt x="685" y="316"/>
                  </a:lnTo>
                  <a:lnTo>
                    <a:pt x="689" y="318"/>
                  </a:lnTo>
                  <a:lnTo>
                    <a:pt x="689" y="318"/>
                  </a:lnTo>
                  <a:lnTo>
                    <a:pt x="691" y="318"/>
                  </a:lnTo>
                  <a:lnTo>
                    <a:pt x="691" y="318"/>
                  </a:lnTo>
                  <a:lnTo>
                    <a:pt x="691" y="318"/>
                  </a:lnTo>
                  <a:lnTo>
                    <a:pt x="691" y="318"/>
                  </a:lnTo>
                  <a:lnTo>
                    <a:pt x="691" y="320"/>
                  </a:lnTo>
                  <a:lnTo>
                    <a:pt x="691" y="320"/>
                  </a:lnTo>
                  <a:lnTo>
                    <a:pt x="691" y="320"/>
                  </a:lnTo>
                  <a:lnTo>
                    <a:pt x="691" y="322"/>
                  </a:lnTo>
                  <a:lnTo>
                    <a:pt x="691" y="322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1" y="324"/>
                  </a:lnTo>
                  <a:lnTo>
                    <a:pt x="693" y="324"/>
                  </a:lnTo>
                  <a:lnTo>
                    <a:pt x="693" y="324"/>
                  </a:lnTo>
                  <a:lnTo>
                    <a:pt x="693" y="326"/>
                  </a:lnTo>
                  <a:lnTo>
                    <a:pt x="695" y="326"/>
                  </a:lnTo>
                  <a:lnTo>
                    <a:pt x="695" y="326"/>
                  </a:lnTo>
                  <a:lnTo>
                    <a:pt x="697" y="324"/>
                  </a:lnTo>
                  <a:lnTo>
                    <a:pt x="697" y="324"/>
                  </a:lnTo>
                  <a:lnTo>
                    <a:pt x="697" y="324"/>
                  </a:lnTo>
                  <a:lnTo>
                    <a:pt x="697" y="326"/>
                  </a:lnTo>
                  <a:lnTo>
                    <a:pt x="697" y="326"/>
                  </a:lnTo>
                  <a:lnTo>
                    <a:pt x="697" y="326"/>
                  </a:lnTo>
                  <a:lnTo>
                    <a:pt x="697" y="326"/>
                  </a:lnTo>
                  <a:lnTo>
                    <a:pt x="697" y="326"/>
                  </a:lnTo>
                  <a:lnTo>
                    <a:pt x="699" y="327"/>
                  </a:lnTo>
                  <a:lnTo>
                    <a:pt x="699" y="327"/>
                  </a:lnTo>
                  <a:lnTo>
                    <a:pt x="701" y="327"/>
                  </a:lnTo>
                  <a:lnTo>
                    <a:pt x="701" y="327"/>
                  </a:lnTo>
                  <a:lnTo>
                    <a:pt x="702" y="327"/>
                  </a:lnTo>
                  <a:lnTo>
                    <a:pt x="702" y="327"/>
                  </a:lnTo>
                  <a:lnTo>
                    <a:pt x="702" y="327"/>
                  </a:lnTo>
                  <a:lnTo>
                    <a:pt x="704" y="327"/>
                  </a:lnTo>
                  <a:lnTo>
                    <a:pt x="704" y="327"/>
                  </a:lnTo>
                  <a:lnTo>
                    <a:pt x="704" y="327"/>
                  </a:lnTo>
                  <a:lnTo>
                    <a:pt x="704" y="327"/>
                  </a:lnTo>
                  <a:lnTo>
                    <a:pt x="704" y="329"/>
                  </a:lnTo>
                  <a:lnTo>
                    <a:pt x="704" y="329"/>
                  </a:lnTo>
                  <a:lnTo>
                    <a:pt x="704" y="329"/>
                  </a:lnTo>
                  <a:lnTo>
                    <a:pt x="704" y="331"/>
                  </a:lnTo>
                  <a:lnTo>
                    <a:pt x="704" y="333"/>
                  </a:lnTo>
                  <a:lnTo>
                    <a:pt x="704" y="333"/>
                  </a:lnTo>
                  <a:lnTo>
                    <a:pt x="702" y="333"/>
                  </a:lnTo>
                  <a:lnTo>
                    <a:pt x="702" y="333"/>
                  </a:lnTo>
                  <a:lnTo>
                    <a:pt x="702" y="335"/>
                  </a:lnTo>
                  <a:lnTo>
                    <a:pt x="702" y="335"/>
                  </a:lnTo>
                  <a:lnTo>
                    <a:pt x="702" y="335"/>
                  </a:lnTo>
                  <a:lnTo>
                    <a:pt x="702" y="337"/>
                  </a:lnTo>
                  <a:lnTo>
                    <a:pt x="702" y="337"/>
                  </a:lnTo>
                  <a:lnTo>
                    <a:pt x="702" y="337"/>
                  </a:lnTo>
                  <a:lnTo>
                    <a:pt x="702" y="337"/>
                  </a:lnTo>
                  <a:lnTo>
                    <a:pt x="704" y="335"/>
                  </a:lnTo>
                  <a:lnTo>
                    <a:pt x="704" y="335"/>
                  </a:lnTo>
                  <a:lnTo>
                    <a:pt x="704" y="335"/>
                  </a:lnTo>
                  <a:lnTo>
                    <a:pt x="704" y="335"/>
                  </a:lnTo>
                  <a:lnTo>
                    <a:pt x="704" y="335"/>
                  </a:lnTo>
                  <a:lnTo>
                    <a:pt x="704" y="335"/>
                  </a:lnTo>
                  <a:lnTo>
                    <a:pt x="704" y="337"/>
                  </a:lnTo>
                  <a:lnTo>
                    <a:pt x="704" y="337"/>
                  </a:lnTo>
                  <a:lnTo>
                    <a:pt x="706" y="335"/>
                  </a:lnTo>
                  <a:lnTo>
                    <a:pt x="706" y="335"/>
                  </a:lnTo>
                  <a:lnTo>
                    <a:pt x="706" y="335"/>
                  </a:lnTo>
                  <a:lnTo>
                    <a:pt x="706" y="333"/>
                  </a:lnTo>
                  <a:lnTo>
                    <a:pt x="706" y="333"/>
                  </a:lnTo>
                  <a:lnTo>
                    <a:pt x="706" y="333"/>
                  </a:lnTo>
                  <a:lnTo>
                    <a:pt x="708" y="333"/>
                  </a:lnTo>
                  <a:lnTo>
                    <a:pt x="708" y="335"/>
                  </a:lnTo>
                  <a:lnTo>
                    <a:pt x="708" y="335"/>
                  </a:lnTo>
                  <a:lnTo>
                    <a:pt x="708" y="335"/>
                  </a:lnTo>
                  <a:lnTo>
                    <a:pt x="712" y="335"/>
                  </a:lnTo>
                  <a:lnTo>
                    <a:pt x="710" y="337"/>
                  </a:lnTo>
                  <a:lnTo>
                    <a:pt x="710" y="337"/>
                  </a:lnTo>
                  <a:lnTo>
                    <a:pt x="710" y="339"/>
                  </a:lnTo>
                  <a:lnTo>
                    <a:pt x="710" y="339"/>
                  </a:lnTo>
                  <a:lnTo>
                    <a:pt x="710" y="341"/>
                  </a:lnTo>
                  <a:lnTo>
                    <a:pt x="710" y="341"/>
                  </a:lnTo>
                  <a:lnTo>
                    <a:pt x="712" y="341"/>
                  </a:lnTo>
                  <a:lnTo>
                    <a:pt x="712" y="341"/>
                  </a:lnTo>
                  <a:lnTo>
                    <a:pt x="712" y="343"/>
                  </a:lnTo>
                  <a:lnTo>
                    <a:pt x="712" y="343"/>
                  </a:lnTo>
                  <a:lnTo>
                    <a:pt x="712" y="343"/>
                  </a:lnTo>
                  <a:lnTo>
                    <a:pt x="712" y="343"/>
                  </a:lnTo>
                  <a:lnTo>
                    <a:pt x="710" y="343"/>
                  </a:lnTo>
                  <a:lnTo>
                    <a:pt x="710" y="343"/>
                  </a:lnTo>
                  <a:lnTo>
                    <a:pt x="708" y="345"/>
                  </a:lnTo>
                  <a:lnTo>
                    <a:pt x="708" y="345"/>
                  </a:lnTo>
                  <a:lnTo>
                    <a:pt x="708" y="345"/>
                  </a:lnTo>
                  <a:lnTo>
                    <a:pt x="708" y="345"/>
                  </a:lnTo>
                  <a:lnTo>
                    <a:pt x="710" y="347"/>
                  </a:lnTo>
                  <a:lnTo>
                    <a:pt x="710" y="347"/>
                  </a:lnTo>
                  <a:lnTo>
                    <a:pt x="710" y="347"/>
                  </a:lnTo>
                  <a:lnTo>
                    <a:pt x="710" y="349"/>
                  </a:lnTo>
                  <a:lnTo>
                    <a:pt x="708" y="349"/>
                  </a:lnTo>
                  <a:lnTo>
                    <a:pt x="708" y="351"/>
                  </a:lnTo>
                  <a:lnTo>
                    <a:pt x="708" y="351"/>
                  </a:lnTo>
                  <a:lnTo>
                    <a:pt x="710" y="351"/>
                  </a:lnTo>
                  <a:lnTo>
                    <a:pt x="710" y="353"/>
                  </a:lnTo>
                  <a:lnTo>
                    <a:pt x="710" y="353"/>
                  </a:lnTo>
                  <a:lnTo>
                    <a:pt x="710" y="355"/>
                  </a:lnTo>
                  <a:lnTo>
                    <a:pt x="710" y="355"/>
                  </a:lnTo>
                  <a:lnTo>
                    <a:pt x="710" y="355"/>
                  </a:lnTo>
                  <a:lnTo>
                    <a:pt x="710" y="355"/>
                  </a:lnTo>
                  <a:lnTo>
                    <a:pt x="710" y="355"/>
                  </a:lnTo>
                  <a:lnTo>
                    <a:pt x="710" y="355"/>
                  </a:lnTo>
                  <a:lnTo>
                    <a:pt x="708" y="359"/>
                  </a:lnTo>
                  <a:lnTo>
                    <a:pt x="708" y="363"/>
                  </a:lnTo>
                  <a:lnTo>
                    <a:pt x="706" y="365"/>
                  </a:lnTo>
                  <a:lnTo>
                    <a:pt x="706" y="365"/>
                  </a:lnTo>
                  <a:lnTo>
                    <a:pt x="704" y="367"/>
                  </a:lnTo>
                  <a:lnTo>
                    <a:pt x="704" y="367"/>
                  </a:lnTo>
                  <a:lnTo>
                    <a:pt x="702" y="369"/>
                  </a:lnTo>
                  <a:lnTo>
                    <a:pt x="702" y="369"/>
                  </a:lnTo>
                  <a:lnTo>
                    <a:pt x="701" y="371"/>
                  </a:lnTo>
                  <a:lnTo>
                    <a:pt x="701" y="373"/>
                  </a:lnTo>
                  <a:lnTo>
                    <a:pt x="701" y="373"/>
                  </a:lnTo>
                  <a:lnTo>
                    <a:pt x="701" y="373"/>
                  </a:lnTo>
                  <a:lnTo>
                    <a:pt x="699" y="373"/>
                  </a:lnTo>
                  <a:lnTo>
                    <a:pt x="699" y="373"/>
                  </a:lnTo>
                  <a:lnTo>
                    <a:pt x="697" y="375"/>
                  </a:lnTo>
                  <a:lnTo>
                    <a:pt x="697" y="375"/>
                  </a:lnTo>
                  <a:lnTo>
                    <a:pt x="695" y="375"/>
                  </a:lnTo>
                  <a:lnTo>
                    <a:pt x="695" y="375"/>
                  </a:lnTo>
                  <a:lnTo>
                    <a:pt x="695" y="377"/>
                  </a:lnTo>
                  <a:lnTo>
                    <a:pt x="695" y="377"/>
                  </a:lnTo>
                  <a:lnTo>
                    <a:pt x="693" y="377"/>
                  </a:lnTo>
                  <a:lnTo>
                    <a:pt x="693" y="377"/>
                  </a:lnTo>
                  <a:lnTo>
                    <a:pt x="693" y="377"/>
                  </a:lnTo>
                  <a:lnTo>
                    <a:pt x="693" y="379"/>
                  </a:lnTo>
                  <a:lnTo>
                    <a:pt x="691" y="381"/>
                  </a:lnTo>
                  <a:lnTo>
                    <a:pt x="689" y="381"/>
                  </a:lnTo>
                  <a:lnTo>
                    <a:pt x="689" y="382"/>
                  </a:lnTo>
                  <a:lnTo>
                    <a:pt x="689" y="382"/>
                  </a:lnTo>
                  <a:lnTo>
                    <a:pt x="689" y="382"/>
                  </a:lnTo>
                  <a:lnTo>
                    <a:pt x="689" y="384"/>
                  </a:lnTo>
                  <a:lnTo>
                    <a:pt x="689" y="384"/>
                  </a:lnTo>
                  <a:lnTo>
                    <a:pt x="689" y="384"/>
                  </a:lnTo>
                  <a:lnTo>
                    <a:pt x="689" y="384"/>
                  </a:lnTo>
                  <a:lnTo>
                    <a:pt x="687" y="384"/>
                  </a:lnTo>
                  <a:lnTo>
                    <a:pt x="687" y="388"/>
                  </a:lnTo>
                  <a:lnTo>
                    <a:pt x="687" y="388"/>
                  </a:lnTo>
                  <a:lnTo>
                    <a:pt x="687" y="388"/>
                  </a:lnTo>
                  <a:lnTo>
                    <a:pt x="685" y="388"/>
                  </a:lnTo>
                  <a:lnTo>
                    <a:pt x="685" y="388"/>
                  </a:lnTo>
                  <a:lnTo>
                    <a:pt x="685" y="386"/>
                  </a:lnTo>
                  <a:lnTo>
                    <a:pt x="685" y="386"/>
                  </a:lnTo>
                  <a:lnTo>
                    <a:pt x="683" y="386"/>
                  </a:lnTo>
                  <a:lnTo>
                    <a:pt x="683" y="386"/>
                  </a:lnTo>
                  <a:lnTo>
                    <a:pt x="679" y="388"/>
                  </a:lnTo>
                  <a:lnTo>
                    <a:pt x="673" y="388"/>
                  </a:lnTo>
                  <a:lnTo>
                    <a:pt x="671" y="388"/>
                  </a:lnTo>
                  <a:lnTo>
                    <a:pt x="671" y="388"/>
                  </a:lnTo>
                  <a:lnTo>
                    <a:pt x="671" y="390"/>
                  </a:lnTo>
                  <a:lnTo>
                    <a:pt x="667" y="392"/>
                  </a:lnTo>
                  <a:lnTo>
                    <a:pt x="667" y="392"/>
                  </a:lnTo>
                  <a:lnTo>
                    <a:pt x="665" y="392"/>
                  </a:lnTo>
                  <a:lnTo>
                    <a:pt x="665" y="396"/>
                  </a:lnTo>
                  <a:lnTo>
                    <a:pt x="659" y="402"/>
                  </a:lnTo>
                  <a:lnTo>
                    <a:pt x="657" y="402"/>
                  </a:lnTo>
                  <a:lnTo>
                    <a:pt x="657" y="402"/>
                  </a:lnTo>
                  <a:lnTo>
                    <a:pt x="657" y="402"/>
                  </a:lnTo>
                  <a:lnTo>
                    <a:pt x="657" y="402"/>
                  </a:lnTo>
                  <a:lnTo>
                    <a:pt x="655" y="402"/>
                  </a:lnTo>
                  <a:lnTo>
                    <a:pt x="653" y="402"/>
                  </a:lnTo>
                  <a:lnTo>
                    <a:pt x="653" y="402"/>
                  </a:lnTo>
                  <a:lnTo>
                    <a:pt x="651" y="402"/>
                  </a:lnTo>
                  <a:lnTo>
                    <a:pt x="651" y="404"/>
                  </a:lnTo>
                  <a:lnTo>
                    <a:pt x="648" y="404"/>
                  </a:lnTo>
                  <a:lnTo>
                    <a:pt x="648" y="404"/>
                  </a:lnTo>
                  <a:lnTo>
                    <a:pt x="648" y="404"/>
                  </a:lnTo>
                  <a:lnTo>
                    <a:pt x="644" y="404"/>
                  </a:lnTo>
                  <a:lnTo>
                    <a:pt x="644" y="404"/>
                  </a:lnTo>
                  <a:lnTo>
                    <a:pt x="644" y="404"/>
                  </a:lnTo>
                  <a:lnTo>
                    <a:pt x="642" y="404"/>
                  </a:lnTo>
                  <a:lnTo>
                    <a:pt x="640" y="404"/>
                  </a:lnTo>
                  <a:lnTo>
                    <a:pt x="640" y="404"/>
                  </a:lnTo>
                  <a:lnTo>
                    <a:pt x="640" y="406"/>
                  </a:lnTo>
                  <a:lnTo>
                    <a:pt x="640" y="408"/>
                  </a:lnTo>
                  <a:lnTo>
                    <a:pt x="640" y="408"/>
                  </a:lnTo>
                  <a:lnTo>
                    <a:pt x="640" y="408"/>
                  </a:lnTo>
                  <a:lnTo>
                    <a:pt x="640" y="410"/>
                  </a:lnTo>
                  <a:lnTo>
                    <a:pt x="640" y="410"/>
                  </a:lnTo>
                  <a:lnTo>
                    <a:pt x="640" y="410"/>
                  </a:lnTo>
                  <a:lnTo>
                    <a:pt x="640" y="412"/>
                  </a:lnTo>
                  <a:lnTo>
                    <a:pt x="640" y="412"/>
                  </a:lnTo>
                  <a:lnTo>
                    <a:pt x="640" y="412"/>
                  </a:lnTo>
                  <a:lnTo>
                    <a:pt x="638" y="412"/>
                  </a:lnTo>
                  <a:lnTo>
                    <a:pt x="638" y="414"/>
                  </a:lnTo>
                  <a:lnTo>
                    <a:pt x="638" y="414"/>
                  </a:lnTo>
                  <a:lnTo>
                    <a:pt x="636" y="416"/>
                  </a:lnTo>
                  <a:lnTo>
                    <a:pt x="634" y="416"/>
                  </a:lnTo>
                  <a:lnTo>
                    <a:pt x="630" y="414"/>
                  </a:lnTo>
                  <a:lnTo>
                    <a:pt x="630" y="414"/>
                  </a:lnTo>
                  <a:lnTo>
                    <a:pt x="630" y="414"/>
                  </a:lnTo>
                  <a:lnTo>
                    <a:pt x="628" y="414"/>
                  </a:lnTo>
                  <a:lnTo>
                    <a:pt x="626" y="414"/>
                  </a:lnTo>
                  <a:lnTo>
                    <a:pt x="626" y="414"/>
                  </a:lnTo>
                  <a:lnTo>
                    <a:pt x="626" y="414"/>
                  </a:lnTo>
                  <a:lnTo>
                    <a:pt x="626" y="414"/>
                  </a:lnTo>
                  <a:lnTo>
                    <a:pt x="626" y="414"/>
                  </a:lnTo>
                  <a:lnTo>
                    <a:pt x="626" y="412"/>
                  </a:lnTo>
                  <a:lnTo>
                    <a:pt x="626" y="412"/>
                  </a:lnTo>
                  <a:lnTo>
                    <a:pt x="624" y="412"/>
                  </a:lnTo>
                  <a:lnTo>
                    <a:pt x="624" y="412"/>
                  </a:lnTo>
                  <a:lnTo>
                    <a:pt x="624" y="410"/>
                  </a:lnTo>
                  <a:lnTo>
                    <a:pt x="624" y="410"/>
                  </a:lnTo>
                  <a:lnTo>
                    <a:pt x="622" y="412"/>
                  </a:lnTo>
                  <a:lnTo>
                    <a:pt x="622" y="412"/>
                  </a:lnTo>
                  <a:lnTo>
                    <a:pt x="622" y="412"/>
                  </a:lnTo>
                  <a:lnTo>
                    <a:pt x="622" y="412"/>
                  </a:lnTo>
                  <a:lnTo>
                    <a:pt x="622" y="412"/>
                  </a:lnTo>
                  <a:lnTo>
                    <a:pt x="620" y="412"/>
                  </a:lnTo>
                  <a:lnTo>
                    <a:pt x="620" y="414"/>
                  </a:lnTo>
                  <a:lnTo>
                    <a:pt x="620" y="414"/>
                  </a:lnTo>
                  <a:lnTo>
                    <a:pt x="620" y="414"/>
                  </a:lnTo>
                  <a:lnTo>
                    <a:pt x="620" y="416"/>
                  </a:lnTo>
                  <a:lnTo>
                    <a:pt x="618" y="416"/>
                  </a:lnTo>
                  <a:lnTo>
                    <a:pt x="618" y="416"/>
                  </a:lnTo>
                  <a:lnTo>
                    <a:pt x="618" y="418"/>
                  </a:lnTo>
                  <a:lnTo>
                    <a:pt x="618" y="418"/>
                  </a:lnTo>
                  <a:lnTo>
                    <a:pt x="618" y="418"/>
                  </a:lnTo>
                  <a:lnTo>
                    <a:pt x="618" y="418"/>
                  </a:lnTo>
                  <a:lnTo>
                    <a:pt x="618" y="418"/>
                  </a:lnTo>
                  <a:lnTo>
                    <a:pt x="616" y="420"/>
                  </a:lnTo>
                  <a:lnTo>
                    <a:pt x="614" y="420"/>
                  </a:lnTo>
                  <a:lnTo>
                    <a:pt x="614" y="420"/>
                  </a:lnTo>
                  <a:lnTo>
                    <a:pt x="614" y="420"/>
                  </a:lnTo>
                  <a:lnTo>
                    <a:pt x="614" y="422"/>
                  </a:lnTo>
                  <a:lnTo>
                    <a:pt x="614" y="422"/>
                  </a:lnTo>
                  <a:lnTo>
                    <a:pt x="614" y="422"/>
                  </a:lnTo>
                  <a:lnTo>
                    <a:pt x="614" y="424"/>
                  </a:lnTo>
                  <a:lnTo>
                    <a:pt x="614" y="424"/>
                  </a:lnTo>
                  <a:lnTo>
                    <a:pt x="614" y="424"/>
                  </a:lnTo>
                  <a:lnTo>
                    <a:pt x="612" y="424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0" y="428"/>
                  </a:lnTo>
                  <a:lnTo>
                    <a:pt x="610" y="430"/>
                  </a:lnTo>
                  <a:lnTo>
                    <a:pt x="608" y="434"/>
                  </a:lnTo>
                  <a:lnTo>
                    <a:pt x="606" y="435"/>
                  </a:lnTo>
                  <a:lnTo>
                    <a:pt x="606" y="437"/>
                  </a:lnTo>
                  <a:lnTo>
                    <a:pt x="604" y="439"/>
                  </a:lnTo>
                  <a:lnTo>
                    <a:pt x="604" y="439"/>
                  </a:lnTo>
                  <a:lnTo>
                    <a:pt x="604" y="441"/>
                  </a:lnTo>
                  <a:lnTo>
                    <a:pt x="604" y="441"/>
                  </a:lnTo>
                  <a:lnTo>
                    <a:pt x="602" y="443"/>
                  </a:lnTo>
                  <a:lnTo>
                    <a:pt x="602" y="443"/>
                  </a:lnTo>
                  <a:lnTo>
                    <a:pt x="602" y="443"/>
                  </a:lnTo>
                  <a:lnTo>
                    <a:pt x="600" y="443"/>
                  </a:lnTo>
                  <a:lnTo>
                    <a:pt x="599" y="445"/>
                  </a:lnTo>
                  <a:lnTo>
                    <a:pt x="599" y="447"/>
                  </a:lnTo>
                  <a:lnTo>
                    <a:pt x="597" y="447"/>
                  </a:lnTo>
                  <a:lnTo>
                    <a:pt x="597" y="447"/>
                  </a:lnTo>
                  <a:lnTo>
                    <a:pt x="595" y="447"/>
                  </a:lnTo>
                  <a:lnTo>
                    <a:pt x="595" y="449"/>
                  </a:lnTo>
                  <a:lnTo>
                    <a:pt x="593" y="449"/>
                  </a:lnTo>
                  <a:lnTo>
                    <a:pt x="593" y="449"/>
                  </a:lnTo>
                  <a:lnTo>
                    <a:pt x="591" y="449"/>
                  </a:lnTo>
                  <a:lnTo>
                    <a:pt x="585" y="453"/>
                  </a:lnTo>
                  <a:lnTo>
                    <a:pt x="585" y="453"/>
                  </a:lnTo>
                  <a:lnTo>
                    <a:pt x="585" y="453"/>
                  </a:lnTo>
                  <a:lnTo>
                    <a:pt x="585" y="453"/>
                  </a:lnTo>
                  <a:lnTo>
                    <a:pt x="583" y="453"/>
                  </a:lnTo>
                  <a:lnTo>
                    <a:pt x="583" y="455"/>
                  </a:lnTo>
                  <a:lnTo>
                    <a:pt x="579" y="457"/>
                  </a:lnTo>
                  <a:lnTo>
                    <a:pt x="579" y="459"/>
                  </a:lnTo>
                  <a:lnTo>
                    <a:pt x="577" y="459"/>
                  </a:lnTo>
                  <a:lnTo>
                    <a:pt x="577" y="459"/>
                  </a:lnTo>
                  <a:lnTo>
                    <a:pt x="579" y="461"/>
                  </a:lnTo>
                  <a:lnTo>
                    <a:pt x="579" y="461"/>
                  </a:lnTo>
                  <a:lnTo>
                    <a:pt x="577" y="463"/>
                  </a:lnTo>
                  <a:lnTo>
                    <a:pt x="577" y="463"/>
                  </a:lnTo>
                  <a:lnTo>
                    <a:pt x="577" y="463"/>
                  </a:lnTo>
                  <a:lnTo>
                    <a:pt x="577" y="463"/>
                  </a:lnTo>
                  <a:lnTo>
                    <a:pt x="575" y="463"/>
                  </a:lnTo>
                  <a:lnTo>
                    <a:pt x="575" y="463"/>
                  </a:lnTo>
                  <a:lnTo>
                    <a:pt x="575" y="463"/>
                  </a:lnTo>
                  <a:lnTo>
                    <a:pt x="573" y="467"/>
                  </a:lnTo>
                  <a:lnTo>
                    <a:pt x="571" y="467"/>
                  </a:lnTo>
                  <a:lnTo>
                    <a:pt x="571" y="469"/>
                  </a:lnTo>
                  <a:lnTo>
                    <a:pt x="571" y="469"/>
                  </a:lnTo>
                  <a:lnTo>
                    <a:pt x="571" y="469"/>
                  </a:lnTo>
                  <a:lnTo>
                    <a:pt x="571" y="471"/>
                  </a:lnTo>
                  <a:lnTo>
                    <a:pt x="573" y="471"/>
                  </a:lnTo>
                  <a:lnTo>
                    <a:pt x="573" y="471"/>
                  </a:lnTo>
                  <a:lnTo>
                    <a:pt x="573" y="473"/>
                  </a:lnTo>
                  <a:lnTo>
                    <a:pt x="573" y="473"/>
                  </a:lnTo>
                  <a:lnTo>
                    <a:pt x="573" y="473"/>
                  </a:lnTo>
                  <a:lnTo>
                    <a:pt x="573" y="473"/>
                  </a:lnTo>
                  <a:lnTo>
                    <a:pt x="573" y="473"/>
                  </a:lnTo>
                  <a:lnTo>
                    <a:pt x="573" y="473"/>
                  </a:lnTo>
                  <a:lnTo>
                    <a:pt x="571" y="475"/>
                  </a:lnTo>
                  <a:lnTo>
                    <a:pt x="569" y="475"/>
                  </a:lnTo>
                  <a:lnTo>
                    <a:pt x="569" y="475"/>
                  </a:lnTo>
                  <a:lnTo>
                    <a:pt x="569" y="477"/>
                  </a:lnTo>
                  <a:lnTo>
                    <a:pt x="569" y="477"/>
                  </a:lnTo>
                  <a:lnTo>
                    <a:pt x="569" y="477"/>
                  </a:lnTo>
                  <a:lnTo>
                    <a:pt x="567" y="479"/>
                  </a:lnTo>
                  <a:lnTo>
                    <a:pt x="567" y="481"/>
                  </a:lnTo>
                  <a:lnTo>
                    <a:pt x="565" y="481"/>
                  </a:lnTo>
                  <a:lnTo>
                    <a:pt x="565" y="481"/>
                  </a:lnTo>
                  <a:lnTo>
                    <a:pt x="563" y="481"/>
                  </a:lnTo>
                  <a:lnTo>
                    <a:pt x="563" y="481"/>
                  </a:lnTo>
                  <a:lnTo>
                    <a:pt x="559" y="483"/>
                  </a:lnTo>
                  <a:lnTo>
                    <a:pt x="559" y="483"/>
                  </a:lnTo>
                  <a:lnTo>
                    <a:pt x="559" y="483"/>
                  </a:lnTo>
                  <a:lnTo>
                    <a:pt x="557" y="483"/>
                  </a:lnTo>
                  <a:lnTo>
                    <a:pt x="557" y="483"/>
                  </a:lnTo>
                  <a:lnTo>
                    <a:pt x="553" y="483"/>
                  </a:lnTo>
                  <a:lnTo>
                    <a:pt x="553" y="481"/>
                  </a:lnTo>
                  <a:lnTo>
                    <a:pt x="553" y="481"/>
                  </a:lnTo>
                  <a:lnTo>
                    <a:pt x="551" y="481"/>
                  </a:lnTo>
                  <a:lnTo>
                    <a:pt x="551" y="479"/>
                  </a:lnTo>
                  <a:lnTo>
                    <a:pt x="551" y="479"/>
                  </a:lnTo>
                  <a:lnTo>
                    <a:pt x="551" y="479"/>
                  </a:lnTo>
                  <a:lnTo>
                    <a:pt x="551" y="479"/>
                  </a:lnTo>
                  <a:lnTo>
                    <a:pt x="549" y="479"/>
                  </a:lnTo>
                  <a:lnTo>
                    <a:pt x="549" y="479"/>
                  </a:lnTo>
                  <a:lnTo>
                    <a:pt x="548" y="479"/>
                  </a:lnTo>
                  <a:lnTo>
                    <a:pt x="548" y="477"/>
                  </a:lnTo>
                  <a:lnTo>
                    <a:pt x="546" y="477"/>
                  </a:lnTo>
                  <a:lnTo>
                    <a:pt x="542" y="479"/>
                  </a:lnTo>
                  <a:lnTo>
                    <a:pt x="538" y="479"/>
                  </a:lnTo>
                  <a:lnTo>
                    <a:pt x="536" y="479"/>
                  </a:lnTo>
                  <a:lnTo>
                    <a:pt x="536" y="477"/>
                  </a:lnTo>
                  <a:lnTo>
                    <a:pt x="536" y="477"/>
                  </a:lnTo>
                  <a:lnTo>
                    <a:pt x="534" y="479"/>
                  </a:lnTo>
                  <a:lnTo>
                    <a:pt x="534" y="479"/>
                  </a:lnTo>
                  <a:lnTo>
                    <a:pt x="534" y="479"/>
                  </a:lnTo>
                  <a:lnTo>
                    <a:pt x="532" y="479"/>
                  </a:lnTo>
                  <a:lnTo>
                    <a:pt x="532" y="479"/>
                  </a:lnTo>
                  <a:lnTo>
                    <a:pt x="530" y="481"/>
                  </a:lnTo>
                  <a:lnTo>
                    <a:pt x="530" y="483"/>
                  </a:lnTo>
                  <a:lnTo>
                    <a:pt x="528" y="483"/>
                  </a:lnTo>
                  <a:lnTo>
                    <a:pt x="526" y="485"/>
                  </a:lnTo>
                  <a:lnTo>
                    <a:pt x="526" y="485"/>
                  </a:lnTo>
                  <a:lnTo>
                    <a:pt x="526" y="487"/>
                  </a:lnTo>
                  <a:lnTo>
                    <a:pt x="524" y="487"/>
                  </a:lnTo>
                  <a:lnTo>
                    <a:pt x="522" y="489"/>
                  </a:lnTo>
                  <a:lnTo>
                    <a:pt x="520" y="490"/>
                  </a:lnTo>
                  <a:lnTo>
                    <a:pt x="518" y="492"/>
                  </a:lnTo>
                  <a:lnTo>
                    <a:pt x="514" y="494"/>
                  </a:lnTo>
                  <a:lnTo>
                    <a:pt x="510" y="496"/>
                  </a:lnTo>
                  <a:lnTo>
                    <a:pt x="508" y="498"/>
                  </a:lnTo>
                  <a:lnTo>
                    <a:pt x="508" y="498"/>
                  </a:lnTo>
                  <a:lnTo>
                    <a:pt x="506" y="498"/>
                  </a:lnTo>
                  <a:lnTo>
                    <a:pt x="506" y="498"/>
                  </a:lnTo>
                  <a:lnTo>
                    <a:pt x="506" y="500"/>
                  </a:lnTo>
                  <a:lnTo>
                    <a:pt x="506" y="500"/>
                  </a:lnTo>
                  <a:lnTo>
                    <a:pt x="506" y="500"/>
                  </a:lnTo>
                  <a:lnTo>
                    <a:pt x="506" y="500"/>
                  </a:lnTo>
                  <a:lnTo>
                    <a:pt x="506" y="502"/>
                  </a:lnTo>
                  <a:lnTo>
                    <a:pt x="506" y="502"/>
                  </a:lnTo>
                  <a:lnTo>
                    <a:pt x="506" y="502"/>
                  </a:lnTo>
                  <a:lnTo>
                    <a:pt x="506" y="502"/>
                  </a:lnTo>
                  <a:lnTo>
                    <a:pt x="506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4" y="500"/>
                  </a:lnTo>
                  <a:lnTo>
                    <a:pt x="502" y="500"/>
                  </a:lnTo>
                  <a:lnTo>
                    <a:pt x="502" y="502"/>
                  </a:lnTo>
                  <a:lnTo>
                    <a:pt x="500" y="502"/>
                  </a:lnTo>
                  <a:lnTo>
                    <a:pt x="500" y="502"/>
                  </a:lnTo>
                  <a:lnTo>
                    <a:pt x="499" y="500"/>
                  </a:lnTo>
                  <a:lnTo>
                    <a:pt x="497" y="498"/>
                  </a:lnTo>
                  <a:lnTo>
                    <a:pt x="495" y="496"/>
                  </a:lnTo>
                  <a:lnTo>
                    <a:pt x="495" y="496"/>
                  </a:lnTo>
                  <a:lnTo>
                    <a:pt x="495" y="496"/>
                  </a:lnTo>
                  <a:lnTo>
                    <a:pt x="495" y="496"/>
                  </a:lnTo>
                  <a:lnTo>
                    <a:pt x="495" y="496"/>
                  </a:lnTo>
                  <a:lnTo>
                    <a:pt x="495" y="494"/>
                  </a:lnTo>
                  <a:lnTo>
                    <a:pt x="495" y="494"/>
                  </a:lnTo>
                  <a:lnTo>
                    <a:pt x="493" y="494"/>
                  </a:lnTo>
                  <a:lnTo>
                    <a:pt x="493" y="494"/>
                  </a:lnTo>
                  <a:lnTo>
                    <a:pt x="493" y="494"/>
                  </a:lnTo>
                  <a:lnTo>
                    <a:pt x="493" y="492"/>
                  </a:lnTo>
                  <a:lnTo>
                    <a:pt x="491" y="492"/>
                  </a:lnTo>
                  <a:lnTo>
                    <a:pt x="491" y="492"/>
                  </a:lnTo>
                  <a:lnTo>
                    <a:pt x="491" y="492"/>
                  </a:lnTo>
                  <a:lnTo>
                    <a:pt x="491" y="492"/>
                  </a:lnTo>
                  <a:lnTo>
                    <a:pt x="491" y="494"/>
                  </a:lnTo>
                  <a:lnTo>
                    <a:pt x="489" y="494"/>
                  </a:lnTo>
                  <a:lnTo>
                    <a:pt x="489" y="496"/>
                  </a:lnTo>
                  <a:lnTo>
                    <a:pt x="489" y="496"/>
                  </a:lnTo>
                  <a:lnTo>
                    <a:pt x="489" y="496"/>
                  </a:lnTo>
                  <a:lnTo>
                    <a:pt x="487" y="498"/>
                  </a:lnTo>
                  <a:lnTo>
                    <a:pt x="485" y="498"/>
                  </a:lnTo>
                  <a:lnTo>
                    <a:pt x="481" y="498"/>
                  </a:lnTo>
                  <a:lnTo>
                    <a:pt x="481" y="498"/>
                  </a:lnTo>
                  <a:lnTo>
                    <a:pt x="479" y="498"/>
                  </a:lnTo>
                  <a:lnTo>
                    <a:pt x="479" y="498"/>
                  </a:lnTo>
                  <a:lnTo>
                    <a:pt x="479" y="498"/>
                  </a:lnTo>
                  <a:lnTo>
                    <a:pt x="477" y="498"/>
                  </a:lnTo>
                  <a:lnTo>
                    <a:pt x="477" y="498"/>
                  </a:lnTo>
                  <a:lnTo>
                    <a:pt x="477" y="498"/>
                  </a:lnTo>
                  <a:lnTo>
                    <a:pt x="477" y="498"/>
                  </a:lnTo>
                  <a:lnTo>
                    <a:pt x="475" y="498"/>
                  </a:lnTo>
                  <a:lnTo>
                    <a:pt x="475" y="498"/>
                  </a:lnTo>
                  <a:lnTo>
                    <a:pt x="473" y="498"/>
                  </a:lnTo>
                  <a:lnTo>
                    <a:pt x="473" y="496"/>
                  </a:lnTo>
                  <a:lnTo>
                    <a:pt x="473" y="496"/>
                  </a:lnTo>
                  <a:lnTo>
                    <a:pt x="471" y="496"/>
                  </a:lnTo>
                  <a:lnTo>
                    <a:pt x="471" y="496"/>
                  </a:lnTo>
                  <a:lnTo>
                    <a:pt x="471" y="496"/>
                  </a:lnTo>
                  <a:lnTo>
                    <a:pt x="471" y="496"/>
                  </a:lnTo>
                  <a:lnTo>
                    <a:pt x="471" y="496"/>
                  </a:lnTo>
                  <a:lnTo>
                    <a:pt x="469" y="494"/>
                  </a:lnTo>
                  <a:lnTo>
                    <a:pt x="469" y="496"/>
                  </a:lnTo>
                  <a:lnTo>
                    <a:pt x="469" y="496"/>
                  </a:lnTo>
                  <a:lnTo>
                    <a:pt x="469" y="496"/>
                  </a:lnTo>
                  <a:lnTo>
                    <a:pt x="469" y="496"/>
                  </a:lnTo>
                  <a:lnTo>
                    <a:pt x="469" y="496"/>
                  </a:lnTo>
                  <a:lnTo>
                    <a:pt x="469" y="496"/>
                  </a:lnTo>
                  <a:lnTo>
                    <a:pt x="467" y="498"/>
                  </a:lnTo>
                  <a:lnTo>
                    <a:pt x="467" y="498"/>
                  </a:lnTo>
                  <a:lnTo>
                    <a:pt x="467" y="498"/>
                  </a:lnTo>
                  <a:lnTo>
                    <a:pt x="467" y="500"/>
                  </a:lnTo>
                  <a:lnTo>
                    <a:pt x="467" y="500"/>
                  </a:lnTo>
                  <a:lnTo>
                    <a:pt x="467" y="500"/>
                  </a:lnTo>
                  <a:lnTo>
                    <a:pt x="467" y="500"/>
                  </a:lnTo>
                  <a:lnTo>
                    <a:pt x="467" y="502"/>
                  </a:lnTo>
                  <a:lnTo>
                    <a:pt x="467" y="502"/>
                  </a:lnTo>
                  <a:lnTo>
                    <a:pt x="467" y="502"/>
                  </a:lnTo>
                  <a:lnTo>
                    <a:pt x="467" y="502"/>
                  </a:lnTo>
                  <a:lnTo>
                    <a:pt x="467" y="502"/>
                  </a:lnTo>
                  <a:lnTo>
                    <a:pt x="465" y="504"/>
                  </a:lnTo>
                  <a:lnTo>
                    <a:pt x="465" y="506"/>
                  </a:lnTo>
                  <a:lnTo>
                    <a:pt x="465" y="508"/>
                  </a:lnTo>
                  <a:lnTo>
                    <a:pt x="465" y="510"/>
                  </a:lnTo>
                  <a:lnTo>
                    <a:pt x="465" y="510"/>
                  </a:lnTo>
                  <a:lnTo>
                    <a:pt x="463" y="510"/>
                  </a:lnTo>
                  <a:lnTo>
                    <a:pt x="463" y="512"/>
                  </a:lnTo>
                  <a:lnTo>
                    <a:pt x="461" y="512"/>
                  </a:lnTo>
                  <a:lnTo>
                    <a:pt x="461" y="514"/>
                  </a:lnTo>
                  <a:lnTo>
                    <a:pt x="461" y="514"/>
                  </a:lnTo>
                  <a:lnTo>
                    <a:pt x="459" y="514"/>
                  </a:lnTo>
                  <a:lnTo>
                    <a:pt x="459" y="516"/>
                  </a:lnTo>
                  <a:lnTo>
                    <a:pt x="461" y="516"/>
                  </a:lnTo>
                  <a:lnTo>
                    <a:pt x="461" y="516"/>
                  </a:lnTo>
                  <a:lnTo>
                    <a:pt x="461" y="516"/>
                  </a:lnTo>
                  <a:lnTo>
                    <a:pt x="461" y="516"/>
                  </a:lnTo>
                  <a:lnTo>
                    <a:pt x="461" y="518"/>
                  </a:lnTo>
                  <a:lnTo>
                    <a:pt x="463" y="518"/>
                  </a:lnTo>
                  <a:lnTo>
                    <a:pt x="463" y="518"/>
                  </a:lnTo>
                  <a:lnTo>
                    <a:pt x="463" y="518"/>
                  </a:lnTo>
                  <a:lnTo>
                    <a:pt x="465" y="518"/>
                  </a:lnTo>
                  <a:lnTo>
                    <a:pt x="465" y="518"/>
                  </a:lnTo>
                  <a:lnTo>
                    <a:pt x="465" y="518"/>
                  </a:lnTo>
                  <a:lnTo>
                    <a:pt x="465" y="520"/>
                  </a:lnTo>
                  <a:lnTo>
                    <a:pt x="465" y="520"/>
                  </a:lnTo>
                  <a:lnTo>
                    <a:pt x="469" y="522"/>
                  </a:lnTo>
                  <a:lnTo>
                    <a:pt x="471" y="522"/>
                  </a:lnTo>
                  <a:lnTo>
                    <a:pt x="471" y="522"/>
                  </a:lnTo>
                  <a:lnTo>
                    <a:pt x="471" y="524"/>
                  </a:lnTo>
                  <a:lnTo>
                    <a:pt x="471" y="524"/>
                  </a:lnTo>
                  <a:lnTo>
                    <a:pt x="471" y="524"/>
                  </a:lnTo>
                  <a:lnTo>
                    <a:pt x="471" y="526"/>
                  </a:lnTo>
                  <a:lnTo>
                    <a:pt x="471" y="526"/>
                  </a:lnTo>
                  <a:lnTo>
                    <a:pt x="471" y="528"/>
                  </a:lnTo>
                  <a:lnTo>
                    <a:pt x="469" y="530"/>
                  </a:lnTo>
                  <a:lnTo>
                    <a:pt x="469" y="530"/>
                  </a:lnTo>
                  <a:lnTo>
                    <a:pt x="469" y="530"/>
                  </a:lnTo>
                  <a:lnTo>
                    <a:pt x="469" y="530"/>
                  </a:lnTo>
                  <a:lnTo>
                    <a:pt x="469" y="530"/>
                  </a:lnTo>
                  <a:lnTo>
                    <a:pt x="463" y="532"/>
                  </a:lnTo>
                  <a:lnTo>
                    <a:pt x="461" y="532"/>
                  </a:lnTo>
                  <a:lnTo>
                    <a:pt x="461" y="534"/>
                  </a:lnTo>
                  <a:lnTo>
                    <a:pt x="461" y="538"/>
                  </a:lnTo>
                  <a:lnTo>
                    <a:pt x="461" y="538"/>
                  </a:lnTo>
                  <a:lnTo>
                    <a:pt x="459" y="542"/>
                  </a:lnTo>
                  <a:lnTo>
                    <a:pt x="459" y="543"/>
                  </a:lnTo>
                  <a:lnTo>
                    <a:pt x="459" y="543"/>
                  </a:lnTo>
                  <a:lnTo>
                    <a:pt x="459" y="547"/>
                  </a:lnTo>
                  <a:lnTo>
                    <a:pt x="459" y="547"/>
                  </a:lnTo>
                  <a:lnTo>
                    <a:pt x="459" y="547"/>
                  </a:lnTo>
                  <a:lnTo>
                    <a:pt x="459" y="547"/>
                  </a:lnTo>
                  <a:lnTo>
                    <a:pt x="457" y="549"/>
                  </a:lnTo>
                  <a:lnTo>
                    <a:pt x="457" y="549"/>
                  </a:lnTo>
                  <a:lnTo>
                    <a:pt x="455" y="551"/>
                  </a:lnTo>
                  <a:lnTo>
                    <a:pt x="453" y="553"/>
                  </a:lnTo>
                  <a:lnTo>
                    <a:pt x="451" y="553"/>
                  </a:lnTo>
                  <a:lnTo>
                    <a:pt x="451" y="555"/>
                  </a:lnTo>
                  <a:lnTo>
                    <a:pt x="451" y="555"/>
                  </a:lnTo>
                  <a:lnTo>
                    <a:pt x="451" y="555"/>
                  </a:lnTo>
                  <a:lnTo>
                    <a:pt x="451" y="555"/>
                  </a:lnTo>
                  <a:lnTo>
                    <a:pt x="453" y="557"/>
                  </a:lnTo>
                  <a:lnTo>
                    <a:pt x="453" y="557"/>
                  </a:lnTo>
                  <a:lnTo>
                    <a:pt x="455" y="559"/>
                  </a:lnTo>
                  <a:lnTo>
                    <a:pt x="457" y="559"/>
                  </a:lnTo>
                  <a:lnTo>
                    <a:pt x="459" y="561"/>
                  </a:lnTo>
                  <a:lnTo>
                    <a:pt x="459" y="561"/>
                  </a:lnTo>
                  <a:lnTo>
                    <a:pt x="461" y="561"/>
                  </a:lnTo>
                  <a:lnTo>
                    <a:pt x="461" y="561"/>
                  </a:lnTo>
                  <a:lnTo>
                    <a:pt x="461" y="561"/>
                  </a:lnTo>
                  <a:lnTo>
                    <a:pt x="467" y="563"/>
                  </a:lnTo>
                  <a:lnTo>
                    <a:pt x="467" y="563"/>
                  </a:lnTo>
                  <a:lnTo>
                    <a:pt x="467" y="563"/>
                  </a:lnTo>
                  <a:lnTo>
                    <a:pt x="469" y="563"/>
                  </a:lnTo>
                  <a:lnTo>
                    <a:pt x="469" y="563"/>
                  </a:lnTo>
                  <a:lnTo>
                    <a:pt x="469" y="563"/>
                  </a:lnTo>
                  <a:lnTo>
                    <a:pt x="471" y="563"/>
                  </a:lnTo>
                  <a:lnTo>
                    <a:pt x="471" y="563"/>
                  </a:lnTo>
                  <a:lnTo>
                    <a:pt x="471" y="565"/>
                  </a:lnTo>
                  <a:lnTo>
                    <a:pt x="471" y="565"/>
                  </a:lnTo>
                  <a:lnTo>
                    <a:pt x="473" y="565"/>
                  </a:lnTo>
                  <a:lnTo>
                    <a:pt x="473" y="565"/>
                  </a:lnTo>
                  <a:lnTo>
                    <a:pt x="475" y="565"/>
                  </a:lnTo>
                  <a:lnTo>
                    <a:pt x="475" y="567"/>
                  </a:lnTo>
                  <a:lnTo>
                    <a:pt x="477" y="569"/>
                  </a:lnTo>
                  <a:lnTo>
                    <a:pt x="477" y="569"/>
                  </a:lnTo>
                  <a:lnTo>
                    <a:pt x="477" y="569"/>
                  </a:lnTo>
                  <a:lnTo>
                    <a:pt x="477" y="569"/>
                  </a:lnTo>
                  <a:lnTo>
                    <a:pt x="477" y="569"/>
                  </a:lnTo>
                  <a:lnTo>
                    <a:pt x="479" y="569"/>
                  </a:lnTo>
                  <a:lnTo>
                    <a:pt x="479" y="569"/>
                  </a:lnTo>
                  <a:lnTo>
                    <a:pt x="481" y="567"/>
                  </a:lnTo>
                  <a:lnTo>
                    <a:pt x="481" y="567"/>
                  </a:lnTo>
                  <a:lnTo>
                    <a:pt x="481" y="567"/>
                  </a:lnTo>
                  <a:lnTo>
                    <a:pt x="483" y="567"/>
                  </a:lnTo>
                  <a:lnTo>
                    <a:pt x="483" y="569"/>
                  </a:lnTo>
                  <a:lnTo>
                    <a:pt x="483" y="571"/>
                  </a:lnTo>
                  <a:lnTo>
                    <a:pt x="483" y="571"/>
                  </a:lnTo>
                  <a:lnTo>
                    <a:pt x="483" y="573"/>
                  </a:lnTo>
                  <a:lnTo>
                    <a:pt x="483" y="573"/>
                  </a:lnTo>
                  <a:lnTo>
                    <a:pt x="481" y="573"/>
                  </a:lnTo>
                  <a:lnTo>
                    <a:pt x="481" y="573"/>
                  </a:lnTo>
                  <a:lnTo>
                    <a:pt x="481" y="573"/>
                  </a:lnTo>
                  <a:lnTo>
                    <a:pt x="479" y="573"/>
                  </a:lnTo>
                  <a:lnTo>
                    <a:pt x="479" y="573"/>
                  </a:lnTo>
                  <a:lnTo>
                    <a:pt x="479" y="573"/>
                  </a:lnTo>
                  <a:lnTo>
                    <a:pt x="479" y="573"/>
                  </a:lnTo>
                  <a:lnTo>
                    <a:pt x="475" y="575"/>
                  </a:lnTo>
                  <a:lnTo>
                    <a:pt x="475" y="575"/>
                  </a:lnTo>
                  <a:lnTo>
                    <a:pt x="475" y="575"/>
                  </a:lnTo>
                  <a:lnTo>
                    <a:pt x="473" y="575"/>
                  </a:lnTo>
                  <a:lnTo>
                    <a:pt x="473" y="575"/>
                  </a:lnTo>
                  <a:lnTo>
                    <a:pt x="473" y="575"/>
                  </a:lnTo>
                  <a:lnTo>
                    <a:pt x="473" y="575"/>
                  </a:lnTo>
                  <a:lnTo>
                    <a:pt x="471" y="575"/>
                  </a:lnTo>
                  <a:lnTo>
                    <a:pt x="471" y="575"/>
                  </a:lnTo>
                  <a:lnTo>
                    <a:pt x="471" y="577"/>
                  </a:lnTo>
                  <a:lnTo>
                    <a:pt x="471" y="577"/>
                  </a:lnTo>
                  <a:lnTo>
                    <a:pt x="469" y="579"/>
                  </a:lnTo>
                  <a:lnTo>
                    <a:pt x="467" y="579"/>
                  </a:lnTo>
                  <a:lnTo>
                    <a:pt x="467" y="579"/>
                  </a:lnTo>
                  <a:lnTo>
                    <a:pt x="465" y="579"/>
                  </a:lnTo>
                  <a:lnTo>
                    <a:pt x="463" y="579"/>
                  </a:lnTo>
                  <a:lnTo>
                    <a:pt x="463" y="579"/>
                  </a:lnTo>
                  <a:lnTo>
                    <a:pt x="461" y="579"/>
                  </a:lnTo>
                  <a:lnTo>
                    <a:pt x="461" y="581"/>
                  </a:lnTo>
                  <a:lnTo>
                    <a:pt x="461" y="581"/>
                  </a:lnTo>
                  <a:lnTo>
                    <a:pt x="461" y="581"/>
                  </a:lnTo>
                  <a:lnTo>
                    <a:pt x="461" y="581"/>
                  </a:lnTo>
                  <a:lnTo>
                    <a:pt x="461" y="581"/>
                  </a:lnTo>
                  <a:lnTo>
                    <a:pt x="461" y="581"/>
                  </a:lnTo>
                  <a:lnTo>
                    <a:pt x="461" y="583"/>
                  </a:lnTo>
                  <a:lnTo>
                    <a:pt x="461" y="583"/>
                  </a:lnTo>
                  <a:lnTo>
                    <a:pt x="461" y="583"/>
                  </a:lnTo>
                  <a:lnTo>
                    <a:pt x="461" y="585"/>
                  </a:lnTo>
                  <a:lnTo>
                    <a:pt x="459" y="585"/>
                  </a:lnTo>
                  <a:lnTo>
                    <a:pt x="459" y="585"/>
                  </a:lnTo>
                  <a:lnTo>
                    <a:pt x="459" y="585"/>
                  </a:lnTo>
                  <a:lnTo>
                    <a:pt x="459" y="587"/>
                  </a:lnTo>
                  <a:lnTo>
                    <a:pt x="459" y="587"/>
                  </a:lnTo>
                  <a:lnTo>
                    <a:pt x="459" y="587"/>
                  </a:lnTo>
                  <a:lnTo>
                    <a:pt x="459" y="587"/>
                  </a:lnTo>
                  <a:lnTo>
                    <a:pt x="457" y="587"/>
                  </a:lnTo>
                  <a:lnTo>
                    <a:pt x="457" y="587"/>
                  </a:lnTo>
                  <a:lnTo>
                    <a:pt x="457" y="585"/>
                  </a:lnTo>
                  <a:lnTo>
                    <a:pt x="457" y="585"/>
                  </a:lnTo>
                  <a:lnTo>
                    <a:pt x="457" y="585"/>
                  </a:lnTo>
                  <a:lnTo>
                    <a:pt x="455" y="585"/>
                  </a:lnTo>
                  <a:lnTo>
                    <a:pt x="453" y="587"/>
                  </a:lnTo>
                  <a:lnTo>
                    <a:pt x="453" y="587"/>
                  </a:lnTo>
                  <a:lnTo>
                    <a:pt x="453" y="587"/>
                  </a:lnTo>
                  <a:lnTo>
                    <a:pt x="453" y="587"/>
                  </a:lnTo>
                  <a:lnTo>
                    <a:pt x="453" y="587"/>
                  </a:lnTo>
                  <a:lnTo>
                    <a:pt x="453" y="589"/>
                  </a:lnTo>
                  <a:lnTo>
                    <a:pt x="453" y="589"/>
                  </a:lnTo>
                  <a:lnTo>
                    <a:pt x="453" y="589"/>
                  </a:lnTo>
                  <a:lnTo>
                    <a:pt x="451" y="591"/>
                  </a:lnTo>
                  <a:lnTo>
                    <a:pt x="451" y="593"/>
                  </a:lnTo>
                  <a:lnTo>
                    <a:pt x="451" y="595"/>
                  </a:lnTo>
                  <a:lnTo>
                    <a:pt x="451" y="595"/>
                  </a:lnTo>
                  <a:lnTo>
                    <a:pt x="451" y="596"/>
                  </a:lnTo>
                  <a:lnTo>
                    <a:pt x="449" y="596"/>
                  </a:lnTo>
                  <a:lnTo>
                    <a:pt x="449" y="596"/>
                  </a:lnTo>
                  <a:lnTo>
                    <a:pt x="449" y="596"/>
                  </a:lnTo>
                  <a:lnTo>
                    <a:pt x="449" y="596"/>
                  </a:lnTo>
                  <a:lnTo>
                    <a:pt x="449" y="596"/>
                  </a:lnTo>
                  <a:lnTo>
                    <a:pt x="448" y="596"/>
                  </a:lnTo>
                  <a:lnTo>
                    <a:pt x="448" y="596"/>
                  </a:lnTo>
                  <a:lnTo>
                    <a:pt x="448" y="596"/>
                  </a:lnTo>
                  <a:lnTo>
                    <a:pt x="448" y="596"/>
                  </a:lnTo>
                  <a:lnTo>
                    <a:pt x="446" y="596"/>
                  </a:lnTo>
                  <a:lnTo>
                    <a:pt x="446" y="598"/>
                  </a:lnTo>
                  <a:lnTo>
                    <a:pt x="446" y="598"/>
                  </a:lnTo>
                  <a:lnTo>
                    <a:pt x="446" y="598"/>
                  </a:lnTo>
                  <a:lnTo>
                    <a:pt x="446" y="598"/>
                  </a:lnTo>
                  <a:lnTo>
                    <a:pt x="446" y="598"/>
                  </a:lnTo>
                  <a:lnTo>
                    <a:pt x="446" y="600"/>
                  </a:lnTo>
                  <a:lnTo>
                    <a:pt x="446" y="600"/>
                  </a:lnTo>
                  <a:lnTo>
                    <a:pt x="446" y="600"/>
                  </a:lnTo>
                  <a:lnTo>
                    <a:pt x="444" y="600"/>
                  </a:lnTo>
                  <a:lnTo>
                    <a:pt x="444" y="602"/>
                  </a:lnTo>
                  <a:lnTo>
                    <a:pt x="444" y="604"/>
                  </a:lnTo>
                  <a:lnTo>
                    <a:pt x="444" y="604"/>
                  </a:lnTo>
                  <a:lnTo>
                    <a:pt x="444" y="604"/>
                  </a:lnTo>
                  <a:lnTo>
                    <a:pt x="446" y="604"/>
                  </a:lnTo>
                  <a:lnTo>
                    <a:pt x="446" y="604"/>
                  </a:lnTo>
                  <a:lnTo>
                    <a:pt x="446" y="606"/>
                  </a:lnTo>
                  <a:lnTo>
                    <a:pt x="446" y="606"/>
                  </a:lnTo>
                  <a:lnTo>
                    <a:pt x="446" y="606"/>
                  </a:lnTo>
                  <a:lnTo>
                    <a:pt x="448" y="608"/>
                  </a:lnTo>
                  <a:lnTo>
                    <a:pt x="448" y="608"/>
                  </a:lnTo>
                  <a:lnTo>
                    <a:pt x="448" y="608"/>
                  </a:lnTo>
                  <a:lnTo>
                    <a:pt x="448" y="610"/>
                  </a:lnTo>
                  <a:lnTo>
                    <a:pt x="448" y="610"/>
                  </a:lnTo>
                  <a:lnTo>
                    <a:pt x="448" y="610"/>
                  </a:lnTo>
                  <a:lnTo>
                    <a:pt x="448" y="610"/>
                  </a:lnTo>
                  <a:lnTo>
                    <a:pt x="446" y="614"/>
                  </a:lnTo>
                  <a:lnTo>
                    <a:pt x="446" y="614"/>
                  </a:lnTo>
                  <a:lnTo>
                    <a:pt x="446" y="614"/>
                  </a:lnTo>
                  <a:lnTo>
                    <a:pt x="444" y="614"/>
                  </a:lnTo>
                  <a:lnTo>
                    <a:pt x="426" y="616"/>
                  </a:lnTo>
                  <a:lnTo>
                    <a:pt x="424" y="614"/>
                  </a:lnTo>
                  <a:lnTo>
                    <a:pt x="422" y="614"/>
                  </a:lnTo>
                  <a:lnTo>
                    <a:pt x="422" y="616"/>
                  </a:lnTo>
                  <a:lnTo>
                    <a:pt x="420" y="616"/>
                  </a:lnTo>
                  <a:lnTo>
                    <a:pt x="418" y="616"/>
                  </a:lnTo>
                  <a:lnTo>
                    <a:pt x="416" y="614"/>
                  </a:lnTo>
                  <a:lnTo>
                    <a:pt x="414" y="612"/>
                  </a:lnTo>
                  <a:lnTo>
                    <a:pt x="414" y="612"/>
                  </a:lnTo>
                  <a:lnTo>
                    <a:pt x="412" y="612"/>
                  </a:lnTo>
                  <a:lnTo>
                    <a:pt x="412" y="612"/>
                  </a:lnTo>
                  <a:lnTo>
                    <a:pt x="410" y="610"/>
                  </a:lnTo>
                  <a:lnTo>
                    <a:pt x="410" y="608"/>
                  </a:lnTo>
                  <a:lnTo>
                    <a:pt x="410" y="608"/>
                  </a:lnTo>
                  <a:lnTo>
                    <a:pt x="410" y="608"/>
                  </a:lnTo>
                  <a:lnTo>
                    <a:pt x="408" y="606"/>
                  </a:lnTo>
                  <a:lnTo>
                    <a:pt x="408" y="606"/>
                  </a:lnTo>
                  <a:lnTo>
                    <a:pt x="406" y="604"/>
                  </a:lnTo>
                  <a:lnTo>
                    <a:pt x="406" y="602"/>
                  </a:lnTo>
                  <a:lnTo>
                    <a:pt x="404" y="602"/>
                  </a:lnTo>
                  <a:lnTo>
                    <a:pt x="397" y="596"/>
                  </a:lnTo>
                  <a:lnTo>
                    <a:pt x="395" y="596"/>
                  </a:lnTo>
                  <a:lnTo>
                    <a:pt x="391" y="595"/>
                  </a:lnTo>
                  <a:lnTo>
                    <a:pt x="385" y="595"/>
                  </a:lnTo>
                  <a:lnTo>
                    <a:pt x="381" y="596"/>
                  </a:lnTo>
                  <a:lnTo>
                    <a:pt x="371" y="600"/>
                  </a:lnTo>
                  <a:lnTo>
                    <a:pt x="369" y="600"/>
                  </a:lnTo>
                  <a:lnTo>
                    <a:pt x="369" y="600"/>
                  </a:lnTo>
                  <a:lnTo>
                    <a:pt x="367" y="598"/>
                  </a:lnTo>
                  <a:lnTo>
                    <a:pt x="365" y="598"/>
                  </a:lnTo>
                  <a:lnTo>
                    <a:pt x="361" y="598"/>
                  </a:lnTo>
                  <a:lnTo>
                    <a:pt x="361" y="598"/>
                  </a:lnTo>
                  <a:lnTo>
                    <a:pt x="361" y="598"/>
                  </a:lnTo>
                  <a:lnTo>
                    <a:pt x="361" y="596"/>
                  </a:lnTo>
                  <a:lnTo>
                    <a:pt x="361" y="596"/>
                  </a:lnTo>
                  <a:lnTo>
                    <a:pt x="361" y="596"/>
                  </a:lnTo>
                  <a:lnTo>
                    <a:pt x="357" y="595"/>
                  </a:lnTo>
                  <a:lnTo>
                    <a:pt x="357" y="595"/>
                  </a:lnTo>
                  <a:lnTo>
                    <a:pt x="353" y="595"/>
                  </a:lnTo>
                  <a:lnTo>
                    <a:pt x="351" y="595"/>
                  </a:lnTo>
                  <a:lnTo>
                    <a:pt x="349" y="593"/>
                  </a:lnTo>
                  <a:lnTo>
                    <a:pt x="347" y="593"/>
                  </a:lnTo>
                  <a:lnTo>
                    <a:pt x="342" y="595"/>
                  </a:lnTo>
                  <a:lnTo>
                    <a:pt x="326" y="593"/>
                  </a:lnTo>
                  <a:lnTo>
                    <a:pt x="324" y="593"/>
                  </a:lnTo>
                  <a:lnTo>
                    <a:pt x="322" y="595"/>
                  </a:lnTo>
                  <a:lnTo>
                    <a:pt x="318" y="598"/>
                  </a:lnTo>
                  <a:lnTo>
                    <a:pt x="316" y="600"/>
                  </a:lnTo>
                  <a:lnTo>
                    <a:pt x="316" y="600"/>
                  </a:lnTo>
                  <a:lnTo>
                    <a:pt x="314" y="600"/>
                  </a:lnTo>
                  <a:lnTo>
                    <a:pt x="308" y="600"/>
                  </a:lnTo>
                  <a:lnTo>
                    <a:pt x="306" y="600"/>
                  </a:lnTo>
                  <a:lnTo>
                    <a:pt x="306" y="600"/>
                  </a:lnTo>
                  <a:lnTo>
                    <a:pt x="302" y="604"/>
                  </a:lnTo>
                  <a:lnTo>
                    <a:pt x="302" y="604"/>
                  </a:lnTo>
                  <a:lnTo>
                    <a:pt x="298" y="604"/>
                  </a:lnTo>
                  <a:lnTo>
                    <a:pt x="296" y="604"/>
                  </a:lnTo>
                  <a:lnTo>
                    <a:pt x="295" y="606"/>
                  </a:lnTo>
                  <a:lnTo>
                    <a:pt x="295" y="608"/>
                  </a:lnTo>
                  <a:lnTo>
                    <a:pt x="293" y="608"/>
                  </a:lnTo>
                  <a:lnTo>
                    <a:pt x="287" y="608"/>
                  </a:lnTo>
                  <a:lnTo>
                    <a:pt x="285" y="610"/>
                  </a:lnTo>
                  <a:lnTo>
                    <a:pt x="283" y="610"/>
                  </a:lnTo>
                  <a:lnTo>
                    <a:pt x="283" y="612"/>
                  </a:lnTo>
                  <a:lnTo>
                    <a:pt x="281" y="614"/>
                  </a:lnTo>
                  <a:lnTo>
                    <a:pt x="279" y="616"/>
                  </a:lnTo>
                  <a:lnTo>
                    <a:pt x="277" y="618"/>
                  </a:lnTo>
                  <a:lnTo>
                    <a:pt x="275" y="620"/>
                  </a:lnTo>
                  <a:lnTo>
                    <a:pt x="273" y="622"/>
                  </a:lnTo>
                  <a:lnTo>
                    <a:pt x="269" y="624"/>
                  </a:lnTo>
                  <a:lnTo>
                    <a:pt x="265" y="624"/>
                  </a:lnTo>
                  <a:lnTo>
                    <a:pt x="259" y="622"/>
                  </a:lnTo>
                  <a:lnTo>
                    <a:pt x="255" y="622"/>
                  </a:lnTo>
                  <a:lnTo>
                    <a:pt x="251" y="626"/>
                  </a:lnTo>
                  <a:lnTo>
                    <a:pt x="247" y="626"/>
                  </a:lnTo>
                  <a:lnTo>
                    <a:pt x="244" y="626"/>
                  </a:lnTo>
                  <a:lnTo>
                    <a:pt x="242" y="624"/>
                  </a:lnTo>
                  <a:lnTo>
                    <a:pt x="240" y="622"/>
                  </a:lnTo>
                  <a:lnTo>
                    <a:pt x="238" y="622"/>
                  </a:lnTo>
                  <a:lnTo>
                    <a:pt x="234" y="624"/>
                  </a:lnTo>
                  <a:lnTo>
                    <a:pt x="232" y="624"/>
                  </a:lnTo>
                  <a:lnTo>
                    <a:pt x="230" y="622"/>
                  </a:lnTo>
                  <a:lnTo>
                    <a:pt x="230" y="620"/>
                  </a:lnTo>
                  <a:lnTo>
                    <a:pt x="228" y="616"/>
                  </a:lnTo>
                  <a:lnTo>
                    <a:pt x="224" y="616"/>
                  </a:lnTo>
                  <a:lnTo>
                    <a:pt x="216" y="618"/>
                  </a:lnTo>
                  <a:lnTo>
                    <a:pt x="214" y="616"/>
                  </a:lnTo>
                  <a:lnTo>
                    <a:pt x="212" y="616"/>
                  </a:lnTo>
                  <a:lnTo>
                    <a:pt x="206" y="612"/>
                  </a:lnTo>
                  <a:lnTo>
                    <a:pt x="198" y="612"/>
                  </a:lnTo>
                  <a:lnTo>
                    <a:pt x="198" y="612"/>
                  </a:lnTo>
                  <a:lnTo>
                    <a:pt x="198" y="610"/>
                  </a:lnTo>
                  <a:lnTo>
                    <a:pt x="193" y="604"/>
                  </a:lnTo>
                  <a:lnTo>
                    <a:pt x="191" y="602"/>
                  </a:lnTo>
                  <a:lnTo>
                    <a:pt x="187" y="602"/>
                  </a:lnTo>
                  <a:lnTo>
                    <a:pt x="185" y="602"/>
                  </a:lnTo>
                  <a:lnTo>
                    <a:pt x="183" y="600"/>
                  </a:lnTo>
                  <a:lnTo>
                    <a:pt x="183" y="598"/>
                  </a:lnTo>
                  <a:lnTo>
                    <a:pt x="181" y="596"/>
                  </a:lnTo>
                  <a:lnTo>
                    <a:pt x="181" y="595"/>
                  </a:lnTo>
                  <a:lnTo>
                    <a:pt x="183" y="593"/>
                  </a:lnTo>
                  <a:lnTo>
                    <a:pt x="183" y="591"/>
                  </a:lnTo>
                  <a:lnTo>
                    <a:pt x="183" y="589"/>
                  </a:lnTo>
                  <a:lnTo>
                    <a:pt x="183" y="587"/>
                  </a:lnTo>
                  <a:lnTo>
                    <a:pt x="179" y="585"/>
                  </a:lnTo>
                  <a:lnTo>
                    <a:pt x="177" y="583"/>
                  </a:lnTo>
                  <a:lnTo>
                    <a:pt x="177" y="581"/>
                  </a:lnTo>
                  <a:lnTo>
                    <a:pt x="177" y="579"/>
                  </a:lnTo>
                  <a:lnTo>
                    <a:pt x="177" y="577"/>
                  </a:lnTo>
                  <a:lnTo>
                    <a:pt x="177" y="575"/>
                  </a:lnTo>
                  <a:lnTo>
                    <a:pt x="177" y="573"/>
                  </a:lnTo>
                  <a:lnTo>
                    <a:pt x="177" y="573"/>
                  </a:lnTo>
                  <a:lnTo>
                    <a:pt x="177" y="571"/>
                  </a:lnTo>
                  <a:lnTo>
                    <a:pt x="177" y="571"/>
                  </a:lnTo>
                  <a:lnTo>
                    <a:pt x="177" y="569"/>
                  </a:lnTo>
                  <a:lnTo>
                    <a:pt x="175" y="567"/>
                  </a:lnTo>
                  <a:lnTo>
                    <a:pt x="173" y="565"/>
                  </a:lnTo>
                  <a:lnTo>
                    <a:pt x="173" y="561"/>
                  </a:lnTo>
                  <a:lnTo>
                    <a:pt x="171" y="559"/>
                  </a:lnTo>
                  <a:lnTo>
                    <a:pt x="171" y="557"/>
                  </a:lnTo>
                  <a:lnTo>
                    <a:pt x="171" y="555"/>
                  </a:lnTo>
                  <a:lnTo>
                    <a:pt x="171" y="553"/>
                  </a:lnTo>
                  <a:lnTo>
                    <a:pt x="171" y="553"/>
                  </a:lnTo>
                  <a:lnTo>
                    <a:pt x="171" y="551"/>
                  </a:lnTo>
                  <a:lnTo>
                    <a:pt x="171" y="551"/>
                  </a:lnTo>
                  <a:lnTo>
                    <a:pt x="173" y="547"/>
                  </a:lnTo>
                  <a:lnTo>
                    <a:pt x="173" y="545"/>
                  </a:lnTo>
                  <a:lnTo>
                    <a:pt x="173" y="545"/>
                  </a:lnTo>
                  <a:lnTo>
                    <a:pt x="167" y="542"/>
                  </a:lnTo>
                  <a:lnTo>
                    <a:pt x="167" y="542"/>
                  </a:lnTo>
                  <a:lnTo>
                    <a:pt x="165" y="542"/>
                  </a:lnTo>
                  <a:lnTo>
                    <a:pt x="161" y="542"/>
                  </a:lnTo>
                  <a:lnTo>
                    <a:pt x="161" y="540"/>
                  </a:lnTo>
                  <a:lnTo>
                    <a:pt x="159" y="540"/>
                  </a:lnTo>
                  <a:lnTo>
                    <a:pt x="159" y="540"/>
                  </a:lnTo>
                  <a:lnTo>
                    <a:pt x="155" y="540"/>
                  </a:lnTo>
                  <a:lnTo>
                    <a:pt x="153" y="540"/>
                  </a:lnTo>
                  <a:lnTo>
                    <a:pt x="151" y="538"/>
                  </a:lnTo>
                  <a:lnTo>
                    <a:pt x="149" y="538"/>
                  </a:lnTo>
                  <a:lnTo>
                    <a:pt x="149" y="538"/>
                  </a:lnTo>
                  <a:lnTo>
                    <a:pt x="145" y="538"/>
                  </a:lnTo>
                  <a:lnTo>
                    <a:pt x="144" y="536"/>
                  </a:lnTo>
                  <a:lnTo>
                    <a:pt x="140" y="536"/>
                  </a:lnTo>
                  <a:lnTo>
                    <a:pt x="138" y="536"/>
                  </a:lnTo>
                  <a:lnTo>
                    <a:pt x="134" y="540"/>
                  </a:lnTo>
                  <a:lnTo>
                    <a:pt x="132" y="540"/>
                  </a:lnTo>
                  <a:lnTo>
                    <a:pt x="132" y="538"/>
                  </a:lnTo>
                  <a:lnTo>
                    <a:pt x="130" y="536"/>
                  </a:lnTo>
                  <a:lnTo>
                    <a:pt x="128" y="534"/>
                  </a:lnTo>
                  <a:lnTo>
                    <a:pt x="126" y="534"/>
                  </a:lnTo>
                  <a:lnTo>
                    <a:pt x="124" y="534"/>
                  </a:lnTo>
                  <a:lnTo>
                    <a:pt x="122" y="534"/>
                  </a:lnTo>
                  <a:lnTo>
                    <a:pt x="118" y="532"/>
                  </a:lnTo>
                  <a:lnTo>
                    <a:pt x="98" y="524"/>
                  </a:lnTo>
                  <a:lnTo>
                    <a:pt x="94" y="522"/>
                  </a:lnTo>
                  <a:lnTo>
                    <a:pt x="93" y="522"/>
                  </a:lnTo>
                  <a:lnTo>
                    <a:pt x="77" y="522"/>
                  </a:lnTo>
                  <a:lnTo>
                    <a:pt x="73" y="522"/>
                  </a:lnTo>
                  <a:lnTo>
                    <a:pt x="69" y="522"/>
                  </a:lnTo>
                  <a:lnTo>
                    <a:pt x="63" y="522"/>
                  </a:lnTo>
                  <a:lnTo>
                    <a:pt x="61" y="520"/>
                  </a:lnTo>
                  <a:lnTo>
                    <a:pt x="57" y="516"/>
                  </a:lnTo>
                  <a:lnTo>
                    <a:pt x="53" y="512"/>
                  </a:lnTo>
                  <a:lnTo>
                    <a:pt x="51" y="512"/>
                  </a:lnTo>
                  <a:lnTo>
                    <a:pt x="45" y="512"/>
                  </a:lnTo>
                  <a:lnTo>
                    <a:pt x="36" y="510"/>
                  </a:lnTo>
                  <a:lnTo>
                    <a:pt x="34" y="510"/>
                  </a:lnTo>
                  <a:lnTo>
                    <a:pt x="34" y="508"/>
                  </a:lnTo>
                  <a:lnTo>
                    <a:pt x="32" y="506"/>
                  </a:lnTo>
                  <a:lnTo>
                    <a:pt x="32" y="506"/>
                  </a:lnTo>
                  <a:lnTo>
                    <a:pt x="30" y="504"/>
                  </a:lnTo>
                  <a:lnTo>
                    <a:pt x="20" y="502"/>
                  </a:lnTo>
                  <a:lnTo>
                    <a:pt x="20" y="502"/>
                  </a:lnTo>
                  <a:lnTo>
                    <a:pt x="18" y="500"/>
                  </a:lnTo>
                  <a:lnTo>
                    <a:pt x="18" y="498"/>
                  </a:lnTo>
                  <a:lnTo>
                    <a:pt x="16" y="496"/>
                  </a:lnTo>
                  <a:lnTo>
                    <a:pt x="16" y="496"/>
                  </a:lnTo>
                  <a:lnTo>
                    <a:pt x="16" y="494"/>
                  </a:lnTo>
                  <a:lnTo>
                    <a:pt x="16" y="494"/>
                  </a:lnTo>
                  <a:lnTo>
                    <a:pt x="16" y="492"/>
                  </a:lnTo>
                  <a:lnTo>
                    <a:pt x="16" y="492"/>
                  </a:lnTo>
                  <a:lnTo>
                    <a:pt x="16" y="492"/>
                  </a:lnTo>
                  <a:lnTo>
                    <a:pt x="16" y="492"/>
                  </a:lnTo>
                  <a:lnTo>
                    <a:pt x="16" y="490"/>
                  </a:lnTo>
                  <a:lnTo>
                    <a:pt x="14" y="490"/>
                  </a:lnTo>
                  <a:lnTo>
                    <a:pt x="14" y="490"/>
                  </a:lnTo>
                  <a:lnTo>
                    <a:pt x="14" y="490"/>
                  </a:lnTo>
                  <a:lnTo>
                    <a:pt x="14" y="492"/>
                  </a:lnTo>
                  <a:lnTo>
                    <a:pt x="12" y="492"/>
                  </a:lnTo>
                  <a:lnTo>
                    <a:pt x="12" y="492"/>
                  </a:lnTo>
                  <a:lnTo>
                    <a:pt x="12" y="492"/>
                  </a:lnTo>
                  <a:lnTo>
                    <a:pt x="10" y="492"/>
                  </a:lnTo>
                  <a:lnTo>
                    <a:pt x="10" y="492"/>
                  </a:lnTo>
                  <a:lnTo>
                    <a:pt x="10" y="492"/>
                  </a:lnTo>
                  <a:lnTo>
                    <a:pt x="10" y="492"/>
                  </a:lnTo>
                  <a:lnTo>
                    <a:pt x="10" y="490"/>
                  </a:lnTo>
                  <a:lnTo>
                    <a:pt x="10" y="489"/>
                  </a:lnTo>
                  <a:lnTo>
                    <a:pt x="10" y="489"/>
                  </a:lnTo>
                  <a:lnTo>
                    <a:pt x="10" y="489"/>
                  </a:lnTo>
                  <a:lnTo>
                    <a:pt x="10" y="487"/>
                  </a:lnTo>
                  <a:lnTo>
                    <a:pt x="10" y="487"/>
                  </a:lnTo>
                  <a:lnTo>
                    <a:pt x="10" y="487"/>
                  </a:lnTo>
                  <a:lnTo>
                    <a:pt x="8" y="487"/>
                  </a:lnTo>
                  <a:lnTo>
                    <a:pt x="8" y="487"/>
                  </a:lnTo>
                  <a:lnTo>
                    <a:pt x="8" y="487"/>
                  </a:lnTo>
                  <a:lnTo>
                    <a:pt x="6" y="485"/>
                  </a:lnTo>
                  <a:lnTo>
                    <a:pt x="6" y="485"/>
                  </a:lnTo>
                  <a:lnTo>
                    <a:pt x="4" y="485"/>
                  </a:lnTo>
                  <a:lnTo>
                    <a:pt x="4" y="485"/>
                  </a:lnTo>
                  <a:lnTo>
                    <a:pt x="4" y="485"/>
                  </a:lnTo>
                  <a:lnTo>
                    <a:pt x="4" y="487"/>
                  </a:lnTo>
                  <a:lnTo>
                    <a:pt x="4" y="487"/>
                  </a:lnTo>
                  <a:lnTo>
                    <a:pt x="4" y="487"/>
                  </a:lnTo>
                  <a:lnTo>
                    <a:pt x="4" y="487"/>
                  </a:lnTo>
                  <a:lnTo>
                    <a:pt x="2" y="489"/>
                  </a:lnTo>
                  <a:lnTo>
                    <a:pt x="2" y="487"/>
                  </a:lnTo>
                  <a:lnTo>
                    <a:pt x="2" y="487"/>
                  </a:lnTo>
                  <a:lnTo>
                    <a:pt x="2" y="485"/>
                  </a:lnTo>
                  <a:lnTo>
                    <a:pt x="2" y="485"/>
                  </a:lnTo>
                  <a:lnTo>
                    <a:pt x="2" y="485"/>
                  </a:lnTo>
                  <a:lnTo>
                    <a:pt x="2" y="483"/>
                  </a:lnTo>
                  <a:lnTo>
                    <a:pt x="2" y="481"/>
                  </a:lnTo>
                  <a:lnTo>
                    <a:pt x="2" y="481"/>
                  </a:lnTo>
                  <a:lnTo>
                    <a:pt x="2" y="479"/>
                  </a:lnTo>
                  <a:lnTo>
                    <a:pt x="2" y="479"/>
                  </a:lnTo>
                  <a:lnTo>
                    <a:pt x="0" y="477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2" y="475"/>
                  </a:lnTo>
                  <a:lnTo>
                    <a:pt x="2" y="475"/>
                  </a:lnTo>
                  <a:lnTo>
                    <a:pt x="4" y="473"/>
                  </a:lnTo>
                  <a:lnTo>
                    <a:pt x="4" y="473"/>
                  </a:lnTo>
                  <a:lnTo>
                    <a:pt x="4" y="471"/>
                  </a:lnTo>
                  <a:lnTo>
                    <a:pt x="4" y="471"/>
                  </a:lnTo>
                  <a:lnTo>
                    <a:pt x="4" y="471"/>
                  </a:lnTo>
                  <a:lnTo>
                    <a:pt x="4" y="471"/>
                  </a:lnTo>
                  <a:lnTo>
                    <a:pt x="4" y="469"/>
                  </a:lnTo>
                  <a:lnTo>
                    <a:pt x="4" y="469"/>
                  </a:lnTo>
                  <a:lnTo>
                    <a:pt x="4" y="469"/>
                  </a:lnTo>
                  <a:lnTo>
                    <a:pt x="4" y="469"/>
                  </a:lnTo>
                  <a:lnTo>
                    <a:pt x="4" y="469"/>
                  </a:lnTo>
                  <a:lnTo>
                    <a:pt x="6" y="469"/>
                  </a:lnTo>
                  <a:lnTo>
                    <a:pt x="6" y="469"/>
                  </a:lnTo>
                  <a:lnTo>
                    <a:pt x="8" y="469"/>
                  </a:lnTo>
                  <a:lnTo>
                    <a:pt x="8" y="469"/>
                  </a:lnTo>
                  <a:lnTo>
                    <a:pt x="8" y="469"/>
                  </a:lnTo>
                  <a:lnTo>
                    <a:pt x="8" y="467"/>
                  </a:lnTo>
                  <a:lnTo>
                    <a:pt x="8" y="467"/>
                  </a:lnTo>
                  <a:lnTo>
                    <a:pt x="8" y="465"/>
                  </a:lnTo>
                  <a:lnTo>
                    <a:pt x="8" y="465"/>
                  </a:lnTo>
                  <a:lnTo>
                    <a:pt x="8" y="465"/>
                  </a:lnTo>
                  <a:lnTo>
                    <a:pt x="8" y="465"/>
                  </a:lnTo>
                  <a:lnTo>
                    <a:pt x="8" y="465"/>
                  </a:lnTo>
                  <a:lnTo>
                    <a:pt x="8" y="463"/>
                  </a:lnTo>
                  <a:lnTo>
                    <a:pt x="8" y="463"/>
                  </a:lnTo>
                  <a:lnTo>
                    <a:pt x="8" y="461"/>
                  </a:lnTo>
                  <a:lnTo>
                    <a:pt x="8" y="461"/>
                  </a:lnTo>
                  <a:lnTo>
                    <a:pt x="8" y="461"/>
                  </a:lnTo>
                  <a:lnTo>
                    <a:pt x="8" y="461"/>
                  </a:lnTo>
                  <a:lnTo>
                    <a:pt x="8" y="459"/>
                  </a:lnTo>
                  <a:lnTo>
                    <a:pt x="10" y="459"/>
                  </a:lnTo>
                  <a:lnTo>
                    <a:pt x="10" y="459"/>
                  </a:lnTo>
                  <a:lnTo>
                    <a:pt x="10" y="459"/>
                  </a:lnTo>
                  <a:lnTo>
                    <a:pt x="10" y="457"/>
                  </a:lnTo>
                  <a:lnTo>
                    <a:pt x="10" y="457"/>
                  </a:lnTo>
                  <a:lnTo>
                    <a:pt x="12" y="457"/>
                  </a:lnTo>
                  <a:lnTo>
                    <a:pt x="12" y="457"/>
                  </a:lnTo>
                  <a:lnTo>
                    <a:pt x="12" y="457"/>
                  </a:lnTo>
                  <a:lnTo>
                    <a:pt x="12" y="457"/>
                  </a:lnTo>
                  <a:lnTo>
                    <a:pt x="12" y="457"/>
                  </a:lnTo>
                  <a:lnTo>
                    <a:pt x="12" y="457"/>
                  </a:lnTo>
                  <a:lnTo>
                    <a:pt x="14" y="457"/>
                  </a:lnTo>
                  <a:lnTo>
                    <a:pt x="14" y="455"/>
                  </a:lnTo>
                  <a:lnTo>
                    <a:pt x="14" y="455"/>
                  </a:lnTo>
                  <a:lnTo>
                    <a:pt x="14" y="453"/>
                  </a:lnTo>
                  <a:lnTo>
                    <a:pt x="14" y="453"/>
                  </a:lnTo>
                  <a:lnTo>
                    <a:pt x="14" y="451"/>
                  </a:lnTo>
                  <a:lnTo>
                    <a:pt x="14" y="451"/>
                  </a:lnTo>
                  <a:lnTo>
                    <a:pt x="12" y="451"/>
                  </a:lnTo>
                  <a:lnTo>
                    <a:pt x="12" y="449"/>
                  </a:lnTo>
                  <a:lnTo>
                    <a:pt x="12" y="449"/>
                  </a:lnTo>
                  <a:lnTo>
                    <a:pt x="12" y="447"/>
                  </a:lnTo>
                  <a:lnTo>
                    <a:pt x="12" y="447"/>
                  </a:lnTo>
                  <a:lnTo>
                    <a:pt x="12" y="445"/>
                  </a:lnTo>
                  <a:lnTo>
                    <a:pt x="12" y="445"/>
                  </a:lnTo>
                  <a:lnTo>
                    <a:pt x="12" y="445"/>
                  </a:lnTo>
                  <a:lnTo>
                    <a:pt x="12" y="445"/>
                  </a:lnTo>
                  <a:lnTo>
                    <a:pt x="10" y="447"/>
                  </a:lnTo>
                  <a:lnTo>
                    <a:pt x="10" y="447"/>
                  </a:lnTo>
                  <a:lnTo>
                    <a:pt x="10" y="447"/>
                  </a:lnTo>
                  <a:lnTo>
                    <a:pt x="10" y="447"/>
                  </a:lnTo>
                  <a:lnTo>
                    <a:pt x="10" y="445"/>
                  </a:lnTo>
                  <a:lnTo>
                    <a:pt x="10" y="445"/>
                  </a:lnTo>
                  <a:lnTo>
                    <a:pt x="8" y="445"/>
                  </a:lnTo>
                  <a:lnTo>
                    <a:pt x="8" y="443"/>
                  </a:lnTo>
                  <a:lnTo>
                    <a:pt x="8" y="443"/>
                  </a:lnTo>
                  <a:lnTo>
                    <a:pt x="8" y="443"/>
                  </a:lnTo>
                  <a:lnTo>
                    <a:pt x="8" y="443"/>
                  </a:lnTo>
                  <a:lnTo>
                    <a:pt x="8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2" y="435"/>
                  </a:lnTo>
                  <a:lnTo>
                    <a:pt x="14" y="435"/>
                  </a:lnTo>
                  <a:lnTo>
                    <a:pt x="14" y="435"/>
                  </a:lnTo>
                  <a:lnTo>
                    <a:pt x="14" y="435"/>
                  </a:lnTo>
                  <a:lnTo>
                    <a:pt x="14" y="435"/>
                  </a:lnTo>
                  <a:lnTo>
                    <a:pt x="14" y="437"/>
                  </a:lnTo>
                  <a:lnTo>
                    <a:pt x="16" y="437"/>
                  </a:lnTo>
                  <a:lnTo>
                    <a:pt x="16" y="437"/>
                  </a:lnTo>
                  <a:lnTo>
                    <a:pt x="16" y="437"/>
                  </a:lnTo>
                  <a:lnTo>
                    <a:pt x="18" y="439"/>
                  </a:lnTo>
                  <a:lnTo>
                    <a:pt x="20" y="439"/>
                  </a:lnTo>
                  <a:lnTo>
                    <a:pt x="22" y="439"/>
                  </a:lnTo>
                  <a:lnTo>
                    <a:pt x="22" y="439"/>
                  </a:lnTo>
                  <a:lnTo>
                    <a:pt x="24" y="441"/>
                  </a:lnTo>
                  <a:lnTo>
                    <a:pt x="24" y="441"/>
                  </a:lnTo>
                  <a:lnTo>
                    <a:pt x="26" y="441"/>
                  </a:lnTo>
                  <a:lnTo>
                    <a:pt x="26" y="441"/>
                  </a:lnTo>
                  <a:lnTo>
                    <a:pt x="26" y="439"/>
                  </a:lnTo>
                  <a:lnTo>
                    <a:pt x="26" y="439"/>
                  </a:lnTo>
                  <a:lnTo>
                    <a:pt x="26" y="437"/>
                  </a:lnTo>
                  <a:lnTo>
                    <a:pt x="26" y="437"/>
                  </a:lnTo>
                  <a:lnTo>
                    <a:pt x="26" y="437"/>
                  </a:lnTo>
                  <a:lnTo>
                    <a:pt x="26" y="435"/>
                  </a:lnTo>
                  <a:lnTo>
                    <a:pt x="26" y="435"/>
                  </a:lnTo>
                  <a:lnTo>
                    <a:pt x="26" y="435"/>
                  </a:lnTo>
                  <a:lnTo>
                    <a:pt x="26" y="434"/>
                  </a:lnTo>
                  <a:lnTo>
                    <a:pt x="26" y="434"/>
                  </a:lnTo>
                  <a:lnTo>
                    <a:pt x="26" y="432"/>
                  </a:lnTo>
                  <a:lnTo>
                    <a:pt x="26" y="432"/>
                  </a:lnTo>
                  <a:lnTo>
                    <a:pt x="28" y="432"/>
                  </a:lnTo>
                  <a:lnTo>
                    <a:pt x="28" y="430"/>
                  </a:lnTo>
                  <a:lnTo>
                    <a:pt x="30" y="430"/>
                  </a:lnTo>
                  <a:lnTo>
                    <a:pt x="30" y="430"/>
                  </a:lnTo>
                  <a:lnTo>
                    <a:pt x="30" y="428"/>
                  </a:lnTo>
                  <a:lnTo>
                    <a:pt x="32" y="426"/>
                  </a:lnTo>
                  <a:lnTo>
                    <a:pt x="32" y="426"/>
                  </a:lnTo>
                  <a:lnTo>
                    <a:pt x="32" y="426"/>
                  </a:lnTo>
                  <a:lnTo>
                    <a:pt x="32" y="426"/>
                  </a:lnTo>
                  <a:lnTo>
                    <a:pt x="32" y="424"/>
                  </a:lnTo>
                  <a:lnTo>
                    <a:pt x="30" y="424"/>
                  </a:lnTo>
                  <a:lnTo>
                    <a:pt x="30" y="424"/>
                  </a:lnTo>
                  <a:lnTo>
                    <a:pt x="30" y="422"/>
                  </a:lnTo>
                  <a:lnTo>
                    <a:pt x="32" y="422"/>
                  </a:lnTo>
                  <a:lnTo>
                    <a:pt x="32" y="422"/>
                  </a:lnTo>
                  <a:lnTo>
                    <a:pt x="32" y="420"/>
                  </a:lnTo>
                  <a:lnTo>
                    <a:pt x="34" y="420"/>
                  </a:lnTo>
                  <a:lnTo>
                    <a:pt x="38" y="420"/>
                  </a:lnTo>
                  <a:lnTo>
                    <a:pt x="40" y="420"/>
                  </a:lnTo>
                  <a:lnTo>
                    <a:pt x="44" y="418"/>
                  </a:lnTo>
                  <a:lnTo>
                    <a:pt x="44" y="418"/>
                  </a:lnTo>
                  <a:lnTo>
                    <a:pt x="44" y="418"/>
                  </a:lnTo>
                  <a:lnTo>
                    <a:pt x="45" y="418"/>
                  </a:lnTo>
                  <a:lnTo>
                    <a:pt x="45" y="418"/>
                  </a:lnTo>
                  <a:lnTo>
                    <a:pt x="45" y="418"/>
                  </a:lnTo>
                  <a:lnTo>
                    <a:pt x="45" y="418"/>
                  </a:lnTo>
                  <a:lnTo>
                    <a:pt x="47" y="416"/>
                  </a:lnTo>
                  <a:lnTo>
                    <a:pt x="49" y="414"/>
                  </a:lnTo>
                  <a:lnTo>
                    <a:pt x="51" y="414"/>
                  </a:lnTo>
                  <a:lnTo>
                    <a:pt x="53" y="412"/>
                  </a:lnTo>
                  <a:lnTo>
                    <a:pt x="53" y="412"/>
                  </a:lnTo>
                  <a:lnTo>
                    <a:pt x="53" y="412"/>
                  </a:lnTo>
                  <a:lnTo>
                    <a:pt x="53" y="412"/>
                  </a:lnTo>
                  <a:lnTo>
                    <a:pt x="53" y="410"/>
                  </a:lnTo>
                  <a:lnTo>
                    <a:pt x="53" y="410"/>
                  </a:lnTo>
                  <a:lnTo>
                    <a:pt x="53" y="410"/>
                  </a:lnTo>
                  <a:lnTo>
                    <a:pt x="51" y="408"/>
                  </a:lnTo>
                  <a:lnTo>
                    <a:pt x="51" y="408"/>
                  </a:lnTo>
                  <a:lnTo>
                    <a:pt x="51" y="408"/>
                  </a:lnTo>
                  <a:lnTo>
                    <a:pt x="51" y="408"/>
                  </a:lnTo>
                  <a:lnTo>
                    <a:pt x="51" y="406"/>
                  </a:lnTo>
                  <a:lnTo>
                    <a:pt x="53" y="406"/>
                  </a:lnTo>
                  <a:lnTo>
                    <a:pt x="53" y="404"/>
                  </a:lnTo>
                  <a:lnTo>
                    <a:pt x="53" y="404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9" y="404"/>
                  </a:lnTo>
                  <a:lnTo>
                    <a:pt x="61" y="404"/>
                  </a:lnTo>
                  <a:lnTo>
                    <a:pt x="63" y="404"/>
                  </a:lnTo>
                  <a:lnTo>
                    <a:pt x="63" y="404"/>
                  </a:lnTo>
                  <a:lnTo>
                    <a:pt x="63" y="404"/>
                  </a:lnTo>
                  <a:lnTo>
                    <a:pt x="63" y="402"/>
                  </a:lnTo>
                  <a:lnTo>
                    <a:pt x="65" y="402"/>
                  </a:lnTo>
                  <a:lnTo>
                    <a:pt x="65" y="402"/>
                  </a:lnTo>
                  <a:lnTo>
                    <a:pt x="65" y="402"/>
                  </a:lnTo>
                  <a:lnTo>
                    <a:pt x="67" y="402"/>
                  </a:lnTo>
                  <a:lnTo>
                    <a:pt x="67" y="400"/>
                  </a:lnTo>
                  <a:lnTo>
                    <a:pt x="67" y="400"/>
                  </a:lnTo>
                  <a:lnTo>
                    <a:pt x="67" y="400"/>
                  </a:lnTo>
                  <a:lnTo>
                    <a:pt x="67" y="398"/>
                  </a:lnTo>
                  <a:lnTo>
                    <a:pt x="67" y="398"/>
                  </a:lnTo>
                  <a:lnTo>
                    <a:pt x="67" y="398"/>
                  </a:lnTo>
                  <a:lnTo>
                    <a:pt x="67" y="398"/>
                  </a:lnTo>
                  <a:lnTo>
                    <a:pt x="69" y="398"/>
                  </a:lnTo>
                  <a:lnTo>
                    <a:pt x="71" y="398"/>
                  </a:lnTo>
                  <a:lnTo>
                    <a:pt x="71" y="398"/>
                  </a:lnTo>
                  <a:lnTo>
                    <a:pt x="71" y="398"/>
                  </a:lnTo>
                  <a:lnTo>
                    <a:pt x="71" y="398"/>
                  </a:lnTo>
                  <a:lnTo>
                    <a:pt x="71" y="400"/>
                  </a:lnTo>
                  <a:lnTo>
                    <a:pt x="71" y="400"/>
                  </a:lnTo>
                  <a:lnTo>
                    <a:pt x="71" y="402"/>
                  </a:lnTo>
                  <a:lnTo>
                    <a:pt x="71" y="402"/>
                  </a:lnTo>
                  <a:lnTo>
                    <a:pt x="73" y="402"/>
                  </a:lnTo>
                  <a:lnTo>
                    <a:pt x="73" y="402"/>
                  </a:lnTo>
                  <a:lnTo>
                    <a:pt x="73" y="402"/>
                  </a:lnTo>
                  <a:lnTo>
                    <a:pt x="73" y="404"/>
                  </a:lnTo>
                  <a:lnTo>
                    <a:pt x="73" y="404"/>
                  </a:lnTo>
                  <a:lnTo>
                    <a:pt x="73" y="404"/>
                  </a:lnTo>
                  <a:lnTo>
                    <a:pt x="75" y="404"/>
                  </a:lnTo>
                  <a:lnTo>
                    <a:pt x="75" y="406"/>
                  </a:lnTo>
                  <a:lnTo>
                    <a:pt x="77" y="406"/>
                  </a:lnTo>
                  <a:lnTo>
                    <a:pt x="77" y="408"/>
                  </a:lnTo>
                  <a:lnTo>
                    <a:pt x="77" y="408"/>
                  </a:lnTo>
                  <a:lnTo>
                    <a:pt x="79" y="410"/>
                  </a:lnTo>
                  <a:lnTo>
                    <a:pt x="77" y="410"/>
                  </a:lnTo>
                  <a:lnTo>
                    <a:pt x="77" y="410"/>
                  </a:lnTo>
                  <a:lnTo>
                    <a:pt x="79" y="410"/>
                  </a:lnTo>
                  <a:lnTo>
                    <a:pt x="77" y="412"/>
                  </a:lnTo>
                  <a:lnTo>
                    <a:pt x="77" y="412"/>
                  </a:lnTo>
                  <a:lnTo>
                    <a:pt x="75" y="414"/>
                  </a:lnTo>
                  <a:lnTo>
                    <a:pt x="77" y="414"/>
                  </a:lnTo>
                  <a:lnTo>
                    <a:pt x="77" y="414"/>
                  </a:lnTo>
                  <a:lnTo>
                    <a:pt x="77" y="414"/>
                  </a:lnTo>
                  <a:lnTo>
                    <a:pt x="77" y="414"/>
                  </a:lnTo>
                  <a:lnTo>
                    <a:pt x="77" y="416"/>
                  </a:lnTo>
                  <a:lnTo>
                    <a:pt x="77" y="416"/>
                  </a:lnTo>
                  <a:lnTo>
                    <a:pt x="77" y="418"/>
                  </a:lnTo>
                  <a:lnTo>
                    <a:pt x="79" y="418"/>
                  </a:lnTo>
                  <a:lnTo>
                    <a:pt x="79" y="420"/>
                  </a:lnTo>
                  <a:lnTo>
                    <a:pt x="79" y="420"/>
                  </a:lnTo>
                  <a:lnTo>
                    <a:pt x="81" y="420"/>
                  </a:lnTo>
                  <a:lnTo>
                    <a:pt x="81" y="420"/>
                  </a:lnTo>
                  <a:lnTo>
                    <a:pt x="81" y="420"/>
                  </a:lnTo>
                  <a:lnTo>
                    <a:pt x="83" y="422"/>
                  </a:lnTo>
                  <a:lnTo>
                    <a:pt x="83" y="422"/>
                  </a:lnTo>
                  <a:lnTo>
                    <a:pt x="83" y="424"/>
                  </a:lnTo>
                  <a:lnTo>
                    <a:pt x="83" y="424"/>
                  </a:lnTo>
                  <a:lnTo>
                    <a:pt x="85" y="424"/>
                  </a:lnTo>
                  <a:lnTo>
                    <a:pt x="85" y="424"/>
                  </a:lnTo>
                  <a:lnTo>
                    <a:pt x="89" y="428"/>
                  </a:lnTo>
                  <a:lnTo>
                    <a:pt x="89" y="430"/>
                  </a:lnTo>
                  <a:lnTo>
                    <a:pt x="89" y="430"/>
                  </a:lnTo>
                  <a:lnTo>
                    <a:pt x="91" y="430"/>
                  </a:lnTo>
                  <a:lnTo>
                    <a:pt x="93" y="432"/>
                  </a:lnTo>
                  <a:lnTo>
                    <a:pt x="94" y="432"/>
                  </a:lnTo>
                  <a:lnTo>
                    <a:pt x="94" y="432"/>
                  </a:lnTo>
                  <a:lnTo>
                    <a:pt x="98" y="435"/>
                  </a:lnTo>
                  <a:lnTo>
                    <a:pt x="100" y="435"/>
                  </a:lnTo>
                  <a:lnTo>
                    <a:pt x="100" y="435"/>
                  </a:lnTo>
                  <a:lnTo>
                    <a:pt x="100" y="437"/>
                  </a:lnTo>
                  <a:lnTo>
                    <a:pt x="100" y="437"/>
                  </a:lnTo>
                  <a:lnTo>
                    <a:pt x="100" y="437"/>
                  </a:lnTo>
                  <a:lnTo>
                    <a:pt x="100" y="439"/>
                  </a:lnTo>
                  <a:lnTo>
                    <a:pt x="102" y="439"/>
                  </a:lnTo>
                  <a:lnTo>
                    <a:pt x="102" y="439"/>
                  </a:lnTo>
                  <a:lnTo>
                    <a:pt x="102" y="439"/>
                  </a:lnTo>
                  <a:lnTo>
                    <a:pt x="108" y="439"/>
                  </a:lnTo>
                  <a:lnTo>
                    <a:pt x="110" y="441"/>
                  </a:lnTo>
                  <a:lnTo>
                    <a:pt x="112" y="443"/>
                  </a:lnTo>
                  <a:lnTo>
                    <a:pt x="114" y="445"/>
                  </a:lnTo>
                  <a:lnTo>
                    <a:pt x="118" y="445"/>
                  </a:lnTo>
                  <a:lnTo>
                    <a:pt x="118" y="445"/>
                  </a:lnTo>
                  <a:lnTo>
                    <a:pt x="118" y="447"/>
                  </a:lnTo>
                  <a:lnTo>
                    <a:pt x="118" y="447"/>
                  </a:lnTo>
                  <a:lnTo>
                    <a:pt x="120" y="447"/>
                  </a:lnTo>
                  <a:lnTo>
                    <a:pt x="120" y="447"/>
                  </a:lnTo>
                  <a:lnTo>
                    <a:pt x="122" y="447"/>
                  </a:lnTo>
                  <a:lnTo>
                    <a:pt x="122" y="447"/>
                  </a:lnTo>
                  <a:lnTo>
                    <a:pt x="122" y="449"/>
                  </a:lnTo>
                  <a:lnTo>
                    <a:pt x="122" y="449"/>
                  </a:lnTo>
                  <a:lnTo>
                    <a:pt x="122" y="449"/>
                  </a:lnTo>
                  <a:lnTo>
                    <a:pt x="124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30" y="453"/>
                  </a:lnTo>
                  <a:lnTo>
                    <a:pt x="132" y="453"/>
                  </a:lnTo>
                  <a:lnTo>
                    <a:pt x="132" y="453"/>
                  </a:lnTo>
                  <a:lnTo>
                    <a:pt x="132" y="455"/>
                  </a:lnTo>
                  <a:lnTo>
                    <a:pt x="132" y="455"/>
                  </a:lnTo>
                  <a:lnTo>
                    <a:pt x="132" y="455"/>
                  </a:lnTo>
                  <a:lnTo>
                    <a:pt x="134" y="455"/>
                  </a:lnTo>
                  <a:lnTo>
                    <a:pt x="134" y="455"/>
                  </a:lnTo>
                  <a:lnTo>
                    <a:pt x="140" y="461"/>
                  </a:lnTo>
                  <a:lnTo>
                    <a:pt x="142" y="461"/>
                  </a:lnTo>
                  <a:lnTo>
                    <a:pt x="142" y="461"/>
                  </a:lnTo>
                  <a:lnTo>
                    <a:pt x="142" y="461"/>
                  </a:lnTo>
                  <a:lnTo>
                    <a:pt x="142" y="461"/>
                  </a:lnTo>
                  <a:lnTo>
                    <a:pt x="142" y="463"/>
                  </a:lnTo>
                  <a:lnTo>
                    <a:pt x="142" y="463"/>
                  </a:lnTo>
                  <a:lnTo>
                    <a:pt x="142" y="463"/>
                  </a:lnTo>
                  <a:lnTo>
                    <a:pt x="142" y="463"/>
                  </a:lnTo>
                  <a:lnTo>
                    <a:pt x="142" y="463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2" y="465"/>
                  </a:lnTo>
                  <a:lnTo>
                    <a:pt x="144" y="465"/>
                  </a:lnTo>
                  <a:lnTo>
                    <a:pt x="144" y="465"/>
                  </a:lnTo>
                  <a:lnTo>
                    <a:pt x="144" y="465"/>
                  </a:lnTo>
                  <a:lnTo>
                    <a:pt x="147" y="469"/>
                  </a:lnTo>
                  <a:lnTo>
                    <a:pt x="153" y="471"/>
                  </a:lnTo>
                  <a:lnTo>
                    <a:pt x="153" y="471"/>
                  </a:lnTo>
                  <a:lnTo>
                    <a:pt x="153" y="473"/>
                  </a:lnTo>
                  <a:lnTo>
                    <a:pt x="151" y="473"/>
                  </a:lnTo>
                  <a:lnTo>
                    <a:pt x="151" y="473"/>
                  </a:lnTo>
                  <a:lnTo>
                    <a:pt x="151" y="473"/>
                  </a:lnTo>
                  <a:lnTo>
                    <a:pt x="151" y="475"/>
                  </a:lnTo>
                  <a:lnTo>
                    <a:pt x="151" y="475"/>
                  </a:lnTo>
                  <a:lnTo>
                    <a:pt x="153" y="475"/>
                  </a:lnTo>
                  <a:lnTo>
                    <a:pt x="153" y="477"/>
                  </a:lnTo>
                  <a:lnTo>
                    <a:pt x="155" y="477"/>
                  </a:lnTo>
                  <a:lnTo>
                    <a:pt x="155" y="479"/>
                  </a:lnTo>
                  <a:lnTo>
                    <a:pt x="155" y="479"/>
                  </a:lnTo>
                  <a:lnTo>
                    <a:pt x="157" y="479"/>
                  </a:lnTo>
                  <a:lnTo>
                    <a:pt x="159" y="479"/>
                  </a:lnTo>
                  <a:lnTo>
                    <a:pt x="159" y="479"/>
                  </a:lnTo>
                  <a:lnTo>
                    <a:pt x="159" y="479"/>
                  </a:lnTo>
                  <a:lnTo>
                    <a:pt x="159" y="479"/>
                  </a:lnTo>
                  <a:lnTo>
                    <a:pt x="161" y="479"/>
                  </a:lnTo>
                  <a:lnTo>
                    <a:pt x="161" y="479"/>
                  </a:lnTo>
                  <a:lnTo>
                    <a:pt x="161" y="477"/>
                  </a:lnTo>
                  <a:lnTo>
                    <a:pt x="161" y="477"/>
                  </a:lnTo>
                  <a:lnTo>
                    <a:pt x="161" y="477"/>
                  </a:lnTo>
                  <a:lnTo>
                    <a:pt x="161" y="475"/>
                  </a:lnTo>
                  <a:lnTo>
                    <a:pt x="161" y="475"/>
                  </a:lnTo>
                  <a:lnTo>
                    <a:pt x="163" y="475"/>
                  </a:lnTo>
                  <a:lnTo>
                    <a:pt x="165" y="473"/>
                  </a:lnTo>
                  <a:lnTo>
                    <a:pt x="165" y="473"/>
                  </a:lnTo>
                  <a:lnTo>
                    <a:pt x="165" y="473"/>
                  </a:lnTo>
                  <a:lnTo>
                    <a:pt x="167" y="473"/>
                  </a:lnTo>
                  <a:lnTo>
                    <a:pt x="167" y="475"/>
                  </a:lnTo>
                  <a:lnTo>
                    <a:pt x="173" y="477"/>
                  </a:lnTo>
                  <a:lnTo>
                    <a:pt x="173" y="477"/>
                  </a:lnTo>
                  <a:lnTo>
                    <a:pt x="173" y="477"/>
                  </a:lnTo>
                  <a:lnTo>
                    <a:pt x="173" y="477"/>
                  </a:lnTo>
                  <a:lnTo>
                    <a:pt x="175" y="473"/>
                  </a:lnTo>
                  <a:lnTo>
                    <a:pt x="175" y="473"/>
                  </a:lnTo>
                  <a:lnTo>
                    <a:pt x="177" y="473"/>
                  </a:lnTo>
                  <a:lnTo>
                    <a:pt x="177" y="473"/>
                  </a:lnTo>
                  <a:lnTo>
                    <a:pt x="177" y="473"/>
                  </a:lnTo>
                  <a:lnTo>
                    <a:pt x="179" y="475"/>
                  </a:lnTo>
                  <a:lnTo>
                    <a:pt x="183" y="475"/>
                  </a:lnTo>
                  <a:lnTo>
                    <a:pt x="183" y="477"/>
                  </a:lnTo>
                  <a:lnTo>
                    <a:pt x="185" y="481"/>
                  </a:lnTo>
                  <a:lnTo>
                    <a:pt x="185" y="481"/>
                  </a:lnTo>
                  <a:lnTo>
                    <a:pt x="185" y="483"/>
                  </a:lnTo>
                  <a:lnTo>
                    <a:pt x="185" y="483"/>
                  </a:lnTo>
                  <a:lnTo>
                    <a:pt x="187" y="483"/>
                  </a:lnTo>
                  <a:lnTo>
                    <a:pt x="187" y="483"/>
                  </a:lnTo>
                  <a:lnTo>
                    <a:pt x="187" y="483"/>
                  </a:lnTo>
                  <a:lnTo>
                    <a:pt x="187" y="483"/>
                  </a:lnTo>
                  <a:lnTo>
                    <a:pt x="187" y="485"/>
                  </a:lnTo>
                  <a:lnTo>
                    <a:pt x="189" y="485"/>
                  </a:lnTo>
                  <a:lnTo>
                    <a:pt x="189" y="485"/>
                  </a:lnTo>
                  <a:lnTo>
                    <a:pt x="191" y="485"/>
                  </a:lnTo>
                  <a:lnTo>
                    <a:pt x="191" y="485"/>
                  </a:lnTo>
                  <a:lnTo>
                    <a:pt x="191" y="487"/>
                  </a:lnTo>
                  <a:lnTo>
                    <a:pt x="191" y="487"/>
                  </a:lnTo>
                  <a:lnTo>
                    <a:pt x="191" y="487"/>
                  </a:lnTo>
                  <a:lnTo>
                    <a:pt x="193" y="489"/>
                  </a:lnTo>
                  <a:lnTo>
                    <a:pt x="193" y="489"/>
                  </a:lnTo>
                  <a:lnTo>
                    <a:pt x="195" y="490"/>
                  </a:lnTo>
                  <a:lnTo>
                    <a:pt x="195" y="492"/>
                  </a:lnTo>
                  <a:lnTo>
                    <a:pt x="195" y="492"/>
                  </a:lnTo>
                  <a:lnTo>
                    <a:pt x="196" y="492"/>
                  </a:lnTo>
                  <a:lnTo>
                    <a:pt x="196" y="492"/>
                  </a:lnTo>
                  <a:lnTo>
                    <a:pt x="196" y="492"/>
                  </a:lnTo>
                  <a:lnTo>
                    <a:pt x="198" y="494"/>
                  </a:lnTo>
                  <a:lnTo>
                    <a:pt x="200" y="494"/>
                  </a:lnTo>
                  <a:lnTo>
                    <a:pt x="200" y="496"/>
                  </a:lnTo>
                  <a:lnTo>
                    <a:pt x="202" y="496"/>
                  </a:lnTo>
                  <a:lnTo>
                    <a:pt x="202" y="498"/>
                  </a:lnTo>
                  <a:lnTo>
                    <a:pt x="204" y="498"/>
                  </a:lnTo>
                  <a:lnTo>
                    <a:pt x="208" y="498"/>
                  </a:lnTo>
                  <a:lnTo>
                    <a:pt x="210" y="498"/>
                  </a:lnTo>
                  <a:lnTo>
                    <a:pt x="210" y="500"/>
                  </a:lnTo>
                  <a:lnTo>
                    <a:pt x="210" y="500"/>
                  </a:lnTo>
                  <a:lnTo>
                    <a:pt x="210" y="500"/>
                  </a:lnTo>
                  <a:lnTo>
                    <a:pt x="210" y="500"/>
                  </a:lnTo>
                  <a:lnTo>
                    <a:pt x="210" y="500"/>
                  </a:lnTo>
                  <a:lnTo>
                    <a:pt x="210" y="502"/>
                  </a:lnTo>
                  <a:lnTo>
                    <a:pt x="212" y="502"/>
                  </a:lnTo>
                  <a:lnTo>
                    <a:pt x="212" y="502"/>
                  </a:lnTo>
                  <a:lnTo>
                    <a:pt x="214" y="502"/>
                  </a:lnTo>
                  <a:lnTo>
                    <a:pt x="216" y="504"/>
                  </a:lnTo>
                  <a:lnTo>
                    <a:pt x="216" y="504"/>
                  </a:lnTo>
                  <a:lnTo>
                    <a:pt x="216" y="504"/>
                  </a:lnTo>
                  <a:lnTo>
                    <a:pt x="216" y="504"/>
                  </a:lnTo>
                  <a:lnTo>
                    <a:pt x="218" y="504"/>
                  </a:lnTo>
                  <a:lnTo>
                    <a:pt x="218" y="506"/>
                  </a:lnTo>
                  <a:lnTo>
                    <a:pt x="218" y="506"/>
                  </a:lnTo>
                  <a:lnTo>
                    <a:pt x="218" y="506"/>
                  </a:lnTo>
                  <a:lnTo>
                    <a:pt x="218" y="506"/>
                  </a:lnTo>
                  <a:lnTo>
                    <a:pt x="218" y="506"/>
                  </a:lnTo>
                  <a:lnTo>
                    <a:pt x="216" y="508"/>
                  </a:lnTo>
                  <a:lnTo>
                    <a:pt x="216" y="508"/>
                  </a:lnTo>
                  <a:lnTo>
                    <a:pt x="216" y="508"/>
                  </a:lnTo>
                  <a:lnTo>
                    <a:pt x="216" y="510"/>
                  </a:lnTo>
                  <a:lnTo>
                    <a:pt x="216" y="510"/>
                  </a:lnTo>
                  <a:lnTo>
                    <a:pt x="216" y="510"/>
                  </a:lnTo>
                  <a:lnTo>
                    <a:pt x="216" y="510"/>
                  </a:lnTo>
                  <a:lnTo>
                    <a:pt x="216" y="512"/>
                  </a:lnTo>
                  <a:lnTo>
                    <a:pt x="218" y="512"/>
                  </a:lnTo>
                  <a:lnTo>
                    <a:pt x="218" y="514"/>
                  </a:lnTo>
                  <a:lnTo>
                    <a:pt x="218" y="514"/>
                  </a:lnTo>
                  <a:lnTo>
                    <a:pt x="218" y="514"/>
                  </a:lnTo>
                  <a:lnTo>
                    <a:pt x="218" y="516"/>
                  </a:lnTo>
                  <a:lnTo>
                    <a:pt x="218" y="516"/>
                  </a:lnTo>
                  <a:lnTo>
                    <a:pt x="218" y="516"/>
                  </a:lnTo>
                  <a:lnTo>
                    <a:pt x="216" y="518"/>
                  </a:lnTo>
                  <a:lnTo>
                    <a:pt x="216" y="518"/>
                  </a:lnTo>
                  <a:lnTo>
                    <a:pt x="216" y="518"/>
                  </a:lnTo>
                  <a:lnTo>
                    <a:pt x="216" y="518"/>
                  </a:lnTo>
                  <a:lnTo>
                    <a:pt x="216" y="520"/>
                  </a:lnTo>
                  <a:lnTo>
                    <a:pt x="218" y="520"/>
                  </a:lnTo>
                  <a:lnTo>
                    <a:pt x="218" y="520"/>
                  </a:lnTo>
                  <a:lnTo>
                    <a:pt x="220" y="522"/>
                  </a:lnTo>
                  <a:lnTo>
                    <a:pt x="220" y="522"/>
                  </a:lnTo>
                  <a:lnTo>
                    <a:pt x="220" y="522"/>
                  </a:lnTo>
                  <a:lnTo>
                    <a:pt x="220" y="522"/>
                  </a:lnTo>
                  <a:lnTo>
                    <a:pt x="220" y="524"/>
                  </a:lnTo>
                  <a:lnTo>
                    <a:pt x="220" y="524"/>
                  </a:lnTo>
                  <a:lnTo>
                    <a:pt x="220" y="524"/>
                  </a:lnTo>
                  <a:lnTo>
                    <a:pt x="220" y="526"/>
                  </a:lnTo>
                  <a:lnTo>
                    <a:pt x="220" y="526"/>
                  </a:lnTo>
                  <a:lnTo>
                    <a:pt x="224" y="530"/>
                  </a:lnTo>
                  <a:lnTo>
                    <a:pt x="224" y="530"/>
                  </a:lnTo>
                  <a:lnTo>
                    <a:pt x="224" y="532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8" y="530"/>
                  </a:lnTo>
                  <a:lnTo>
                    <a:pt x="228" y="530"/>
                  </a:lnTo>
                  <a:lnTo>
                    <a:pt x="228" y="530"/>
                  </a:lnTo>
                  <a:lnTo>
                    <a:pt x="230" y="530"/>
                  </a:lnTo>
                  <a:lnTo>
                    <a:pt x="232" y="530"/>
                  </a:lnTo>
                  <a:lnTo>
                    <a:pt x="232" y="528"/>
                  </a:lnTo>
                  <a:lnTo>
                    <a:pt x="234" y="528"/>
                  </a:lnTo>
                  <a:lnTo>
                    <a:pt x="236" y="528"/>
                  </a:lnTo>
                  <a:lnTo>
                    <a:pt x="236" y="526"/>
                  </a:lnTo>
                  <a:lnTo>
                    <a:pt x="236" y="526"/>
                  </a:lnTo>
                  <a:lnTo>
                    <a:pt x="240" y="528"/>
                  </a:lnTo>
                  <a:lnTo>
                    <a:pt x="242" y="528"/>
                  </a:lnTo>
                  <a:lnTo>
                    <a:pt x="247" y="530"/>
                  </a:lnTo>
                  <a:lnTo>
                    <a:pt x="247" y="532"/>
                  </a:lnTo>
                  <a:lnTo>
                    <a:pt x="247" y="532"/>
                  </a:lnTo>
                  <a:lnTo>
                    <a:pt x="247" y="532"/>
                  </a:lnTo>
                  <a:lnTo>
                    <a:pt x="247" y="532"/>
                  </a:lnTo>
                  <a:lnTo>
                    <a:pt x="249" y="551"/>
                  </a:lnTo>
                  <a:lnTo>
                    <a:pt x="251" y="551"/>
                  </a:lnTo>
                  <a:lnTo>
                    <a:pt x="255" y="547"/>
                  </a:lnTo>
                  <a:lnTo>
                    <a:pt x="257" y="547"/>
                  </a:lnTo>
                  <a:lnTo>
                    <a:pt x="257" y="547"/>
                  </a:lnTo>
                  <a:lnTo>
                    <a:pt x="257" y="545"/>
                  </a:lnTo>
                  <a:lnTo>
                    <a:pt x="257" y="545"/>
                  </a:lnTo>
                  <a:lnTo>
                    <a:pt x="257" y="545"/>
                  </a:lnTo>
                  <a:lnTo>
                    <a:pt x="257" y="543"/>
                  </a:lnTo>
                  <a:lnTo>
                    <a:pt x="259" y="543"/>
                  </a:lnTo>
                  <a:lnTo>
                    <a:pt x="261" y="543"/>
                  </a:lnTo>
                  <a:lnTo>
                    <a:pt x="261" y="543"/>
                  </a:lnTo>
                  <a:lnTo>
                    <a:pt x="263" y="543"/>
                  </a:lnTo>
                  <a:lnTo>
                    <a:pt x="263" y="543"/>
                  </a:lnTo>
                  <a:lnTo>
                    <a:pt x="263" y="543"/>
                  </a:lnTo>
                  <a:lnTo>
                    <a:pt x="263" y="542"/>
                  </a:lnTo>
                  <a:lnTo>
                    <a:pt x="265" y="542"/>
                  </a:lnTo>
                  <a:lnTo>
                    <a:pt x="265" y="540"/>
                  </a:lnTo>
                  <a:lnTo>
                    <a:pt x="267" y="540"/>
                  </a:lnTo>
                  <a:lnTo>
                    <a:pt x="267" y="538"/>
                  </a:lnTo>
                  <a:lnTo>
                    <a:pt x="277" y="536"/>
                  </a:lnTo>
                  <a:lnTo>
                    <a:pt x="279" y="536"/>
                  </a:lnTo>
                  <a:lnTo>
                    <a:pt x="279" y="536"/>
                  </a:lnTo>
                  <a:lnTo>
                    <a:pt x="279" y="536"/>
                  </a:lnTo>
                  <a:lnTo>
                    <a:pt x="281" y="536"/>
                  </a:lnTo>
                  <a:lnTo>
                    <a:pt x="281" y="536"/>
                  </a:lnTo>
                  <a:lnTo>
                    <a:pt x="281" y="536"/>
                  </a:lnTo>
                  <a:lnTo>
                    <a:pt x="281" y="536"/>
                  </a:lnTo>
                  <a:lnTo>
                    <a:pt x="281" y="536"/>
                  </a:lnTo>
                  <a:lnTo>
                    <a:pt x="287" y="538"/>
                  </a:lnTo>
                  <a:lnTo>
                    <a:pt x="289" y="534"/>
                  </a:lnTo>
                  <a:lnTo>
                    <a:pt x="289" y="532"/>
                  </a:lnTo>
                  <a:lnTo>
                    <a:pt x="289" y="530"/>
                  </a:lnTo>
                  <a:lnTo>
                    <a:pt x="289" y="530"/>
                  </a:lnTo>
                  <a:lnTo>
                    <a:pt x="289" y="528"/>
                  </a:lnTo>
                  <a:lnTo>
                    <a:pt x="289" y="528"/>
                  </a:lnTo>
                  <a:lnTo>
                    <a:pt x="287" y="528"/>
                  </a:lnTo>
                  <a:lnTo>
                    <a:pt x="287" y="526"/>
                  </a:lnTo>
                  <a:lnTo>
                    <a:pt x="287" y="526"/>
                  </a:lnTo>
                  <a:lnTo>
                    <a:pt x="287" y="526"/>
                  </a:lnTo>
                  <a:lnTo>
                    <a:pt x="287" y="526"/>
                  </a:lnTo>
                  <a:lnTo>
                    <a:pt x="285" y="526"/>
                  </a:lnTo>
                  <a:lnTo>
                    <a:pt x="285" y="524"/>
                  </a:lnTo>
                  <a:lnTo>
                    <a:pt x="285" y="524"/>
                  </a:lnTo>
                  <a:lnTo>
                    <a:pt x="285" y="524"/>
                  </a:lnTo>
                  <a:lnTo>
                    <a:pt x="285" y="522"/>
                  </a:lnTo>
                  <a:lnTo>
                    <a:pt x="285" y="522"/>
                  </a:lnTo>
                  <a:lnTo>
                    <a:pt x="285" y="512"/>
                  </a:lnTo>
                  <a:lnTo>
                    <a:pt x="285" y="510"/>
                  </a:lnTo>
                  <a:lnTo>
                    <a:pt x="296" y="506"/>
                  </a:lnTo>
                  <a:lnTo>
                    <a:pt x="306" y="500"/>
                  </a:lnTo>
                  <a:lnTo>
                    <a:pt x="320" y="489"/>
                  </a:lnTo>
                  <a:lnTo>
                    <a:pt x="332" y="475"/>
                  </a:lnTo>
                  <a:lnTo>
                    <a:pt x="342" y="459"/>
                  </a:lnTo>
                  <a:lnTo>
                    <a:pt x="349" y="441"/>
                  </a:lnTo>
                  <a:lnTo>
                    <a:pt x="349" y="441"/>
                  </a:lnTo>
                  <a:lnTo>
                    <a:pt x="426" y="373"/>
                  </a:lnTo>
                  <a:lnTo>
                    <a:pt x="426" y="373"/>
                  </a:lnTo>
                  <a:lnTo>
                    <a:pt x="436" y="326"/>
                  </a:lnTo>
                  <a:lnTo>
                    <a:pt x="455" y="273"/>
                  </a:lnTo>
                  <a:lnTo>
                    <a:pt x="457" y="269"/>
                  </a:lnTo>
                  <a:lnTo>
                    <a:pt x="457" y="269"/>
                  </a:lnTo>
                  <a:lnTo>
                    <a:pt x="457" y="269"/>
                  </a:lnTo>
                  <a:lnTo>
                    <a:pt x="455" y="267"/>
                  </a:lnTo>
                  <a:lnTo>
                    <a:pt x="440" y="267"/>
                  </a:lnTo>
                  <a:lnTo>
                    <a:pt x="434" y="267"/>
                  </a:lnTo>
                  <a:lnTo>
                    <a:pt x="436" y="265"/>
                  </a:lnTo>
                  <a:lnTo>
                    <a:pt x="438" y="263"/>
                  </a:lnTo>
                  <a:lnTo>
                    <a:pt x="438" y="263"/>
                  </a:lnTo>
                  <a:lnTo>
                    <a:pt x="438" y="263"/>
                  </a:lnTo>
                  <a:lnTo>
                    <a:pt x="438" y="261"/>
                  </a:lnTo>
                  <a:lnTo>
                    <a:pt x="438" y="259"/>
                  </a:lnTo>
                  <a:lnTo>
                    <a:pt x="438" y="259"/>
                  </a:lnTo>
                  <a:lnTo>
                    <a:pt x="438" y="259"/>
                  </a:lnTo>
                  <a:lnTo>
                    <a:pt x="438" y="257"/>
                  </a:lnTo>
                  <a:lnTo>
                    <a:pt x="438" y="257"/>
                  </a:lnTo>
                  <a:lnTo>
                    <a:pt x="440" y="257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40" y="247"/>
                  </a:lnTo>
                  <a:lnTo>
                    <a:pt x="438" y="247"/>
                  </a:lnTo>
                  <a:lnTo>
                    <a:pt x="438" y="245"/>
                  </a:lnTo>
                  <a:lnTo>
                    <a:pt x="438" y="245"/>
                  </a:lnTo>
                  <a:lnTo>
                    <a:pt x="438" y="245"/>
                  </a:lnTo>
                  <a:lnTo>
                    <a:pt x="438" y="243"/>
                  </a:lnTo>
                  <a:lnTo>
                    <a:pt x="438" y="241"/>
                  </a:lnTo>
                  <a:lnTo>
                    <a:pt x="438" y="241"/>
                  </a:lnTo>
                  <a:lnTo>
                    <a:pt x="438" y="241"/>
                  </a:lnTo>
                  <a:lnTo>
                    <a:pt x="438" y="241"/>
                  </a:lnTo>
                  <a:lnTo>
                    <a:pt x="438" y="239"/>
                  </a:lnTo>
                  <a:lnTo>
                    <a:pt x="436" y="239"/>
                  </a:lnTo>
                  <a:lnTo>
                    <a:pt x="438" y="239"/>
                  </a:lnTo>
                  <a:lnTo>
                    <a:pt x="438" y="239"/>
                  </a:lnTo>
                  <a:lnTo>
                    <a:pt x="438" y="237"/>
                  </a:lnTo>
                  <a:lnTo>
                    <a:pt x="438" y="237"/>
                  </a:lnTo>
                  <a:lnTo>
                    <a:pt x="440" y="237"/>
                  </a:lnTo>
                  <a:lnTo>
                    <a:pt x="440" y="235"/>
                  </a:lnTo>
                  <a:lnTo>
                    <a:pt x="440" y="235"/>
                  </a:lnTo>
                  <a:lnTo>
                    <a:pt x="440" y="235"/>
                  </a:lnTo>
                  <a:lnTo>
                    <a:pt x="438" y="233"/>
                  </a:lnTo>
                  <a:lnTo>
                    <a:pt x="436" y="233"/>
                  </a:lnTo>
                  <a:lnTo>
                    <a:pt x="436" y="233"/>
                  </a:lnTo>
                  <a:lnTo>
                    <a:pt x="436" y="233"/>
                  </a:lnTo>
                  <a:lnTo>
                    <a:pt x="436" y="231"/>
                  </a:lnTo>
                  <a:lnTo>
                    <a:pt x="436" y="231"/>
                  </a:lnTo>
                  <a:lnTo>
                    <a:pt x="436" y="229"/>
                  </a:lnTo>
                  <a:lnTo>
                    <a:pt x="436" y="227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6" y="223"/>
                  </a:lnTo>
                  <a:lnTo>
                    <a:pt x="436" y="223"/>
                  </a:lnTo>
                  <a:lnTo>
                    <a:pt x="436" y="223"/>
                  </a:lnTo>
                  <a:lnTo>
                    <a:pt x="436" y="223"/>
                  </a:lnTo>
                  <a:lnTo>
                    <a:pt x="438" y="221"/>
                  </a:lnTo>
                  <a:lnTo>
                    <a:pt x="438" y="221"/>
                  </a:lnTo>
                  <a:lnTo>
                    <a:pt x="438" y="219"/>
                  </a:lnTo>
                  <a:lnTo>
                    <a:pt x="438" y="218"/>
                  </a:lnTo>
                  <a:lnTo>
                    <a:pt x="438" y="218"/>
                  </a:lnTo>
                  <a:lnTo>
                    <a:pt x="438" y="218"/>
                  </a:lnTo>
                  <a:lnTo>
                    <a:pt x="438" y="216"/>
                  </a:lnTo>
                  <a:lnTo>
                    <a:pt x="438" y="216"/>
                  </a:lnTo>
                  <a:lnTo>
                    <a:pt x="436" y="216"/>
                  </a:lnTo>
                  <a:lnTo>
                    <a:pt x="436" y="216"/>
                  </a:lnTo>
                  <a:lnTo>
                    <a:pt x="436" y="216"/>
                  </a:lnTo>
                  <a:lnTo>
                    <a:pt x="436" y="214"/>
                  </a:lnTo>
                  <a:lnTo>
                    <a:pt x="438" y="214"/>
                  </a:lnTo>
                  <a:lnTo>
                    <a:pt x="436" y="212"/>
                  </a:lnTo>
                  <a:lnTo>
                    <a:pt x="436" y="212"/>
                  </a:lnTo>
                  <a:lnTo>
                    <a:pt x="434" y="212"/>
                  </a:lnTo>
                  <a:lnTo>
                    <a:pt x="434" y="212"/>
                  </a:lnTo>
                  <a:lnTo>
                    <a:pt x="434" y="212"/>
                  </a:lnTo>
                  <a:lnTo>
                    <a:pt x="434" y="212"/>
                  </a:lnTo>
                  <a:lnTo>
                    <a:pt x="434" y="210"/>
                  </a:lnTo>
                  <a:lnTo>
                    <a:pt x="434" y="210"/>
                  </a:lnTo>
                  <a:lnTo>
                    <a:pt x="432" y="210"/>
                  </a:lnTo>
                  <a:lnTo>
                    <a:pt x="432" y="210"/>
                  </a:lnTo>
                  <a:lnTo>
                    <a:pt x="432" y="208"/>
                  </a:lnTo>
                  <a:lnTo>
                    <a:pt x="432" y="208"/>
                  </a:lnTo>
                  <a:lnTo>
                    <a:pt x="432" y="208"/>
                  </a:lnTo>
                  <a:lnTo>
                    <a:pt x="432" y="208"/>
                  </a:lnTo>
                  <a:lnTo>
                    <a:pt x="432" y="208"/>
                  </a:lnTo>
                  <a:lnTo>
                    <a:pt x="432" y="208"/>
                  </a:lnTo>
                  <a:lnTo>
                    <a:pt x="430" y="208"/>
                  </a:lnTo>
                  <a:lnTo>
                    <a:pt x="430" y="208"/>
                  </a:lnTo>
                  <a:lnTo>
                    <a:pt x="430" y="208"/>
                  </a:lnTo>
                  <a:lnTo>
                    <a:pt x="430" y="208"/>
                  </a:lnTo>
                  <a:lnTo>
                    <a:pt x="430" y="202"/>
                  </a:lnTo>
                  <a:lnTo>
                    <a:pt x="430" y="200"/>
                  </a:lnTo>
                  <a:lnTo>
                    <a:pt x="430" y="200"/>
                  </a:lnTo>
                  <a:lnTo>
                    <a:pt x="430" y="200"/>
                  </a:lnTo>
                  <a:lnTo>
                    <a:pt x="430" y="200"/>
                  </a:lnTo>
                  <a:lnTo>
                    <a:pt x="430" y="198"/>
                  </a:lnTo>
                  <a:lnTo>
                    <a:pt x="430" y="198"/>
                  </a:lnTo>
                  <a:lnTo>
                    <a:pt x="428" y="198"/>
                  </a:lnTo>
                  <a:lnTo>
                    <a:pt x="428" y="198"/>
                  </a:lnTo>
                  <a:lnTo>
                    <a:pt x="428" y="196"/>
                  </a:lnTo>
                  <a:lnTo>
                    <a:pt x="428" y="196"/>
                  </a:lnTo>
                  <a:lnTo>
                    <a:pt x="428" y="196"/>
                  </a:lnTo>
                  <a:lnTo>
                    <a:pt x="428" y="196"/>
                  </a:lnTo>
                  <a:lnTo>
                    <a:pt x="428" y="194"/>
                  </a:lnTo>
                  <a:lnTo>
                    <a:pt x="428" y="194"/>
                  </a:lnTo>
                  <a:lnTo>
                    <a:pt x="428" y="194"/>
                  </a:lnTo>
                  <a:lnTo>
                    <a:pt x="428" y="192"/>
                  </a:lnTo>
                  <a:lnTo>
                    <a:pt x="428" y="192"/>
                  </a:lnTo>
                  <a:lnTo>
                    <a:pt x="428" y="192"/>
                  </a:lnTo>
                  <a:lnTo>
                    <a:pt x="430" y="192"/>
                  </a:lnTo>
                  <a:lnTo>
                    <a:pt x="430" y="192"/>
                  </a:lnTo>
                  <a:lnTo>
                    <a:pt x="430" y="190"/>
                  </a:lnTo>
                  <a:lnTo>
                    <a:pt x="430" y="190"/>
                  </a:lnTo>
                  <a:lnTo>
                    <a:pt x="430" y="188"/>
                  </a:lnTo>
                  <a:lnTo>
                    <a:pt x="430" y="188"/>
                  </a:lnTo>
                  <a:lnTo>
                    <a:pt x="428" y="186"/>
                  </a:lnTo>
                  <a:lnTo>
                    <a:pt x="428" y="186"/>
                  </a:lnTo>
                  <a:lnTo>
                    <a:pt x="428" y="186"/>
                  </a:lnTo>
                  <a:lnTo>
                    <a:pt x="428" y="184"/>
                  </a:lnTo>
                  <a:lnTo>
                    <a:pt x="428" y="184"/>
                  </a:lnTo>
                  <a:lnTo>
                    <a:pt x="428" y="184"/>
                  </a:lnTo>
                  <a:lnTo>
                    <a:pt x="428" y="184"/>
                  </a:lnTo>
                  <a:lnTo>
                    <a:pt x="430" y="184"/>
                  </a:lnTo>
                  <a:lnTo>
                    <a:pt x="430" y="182"/>
                  </a:lnTo>
                  <a:lnTo>
                    <a:pt x="430" y="182"/>
                  </a:lnTo>
                  <a:lnTo>
                    <a:pt x="432" y="184"/>
                  </a:lnTo>
                  <a:lnTo>
                    <a:pt x="432" y="182"/>
                  </a:lnTo>
                  <a:lnTo>
                    <a:pt x="432" y="182"/>
                  </a:lnTo>
                  <a:lnTo>
                    <a:pt x="432" y="178"/>
                  </a:lnTo>
                  <a:lnTo>
                    <a:pt x="432" y="174"/>
                  </a:lnTo>
                  <a:lnTo>
                    <a:pt x="432" y="174"/>
                  </a:lnTo>
                  <a:lnTo>
                    <a:pt x="432" y="174"/>
                  </a:lnTo>
                  <a:lnTo>
                    <a:pt x="432" y="174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2" y="170"/>
                  </a:lnTo>
                  <a:lnTo>
                    <a:pt x="432" y="168"/>
                  </a:lnTo>
                  <a:lnTo>
                    <a:pt x="432" y="168"/>
                  </a:lnTo>
                  <a:lnTo>
                    <a:pt x="432" y="165"/>
                  </a:lnTo>
                  <a:lnTo>
                    <a:pt x="432" y="163"/>
                  </a:lnTo>
                  <a:lnTo>
                    <a:pt x="432" y="163"/>
                  </a:lnTo>
                  <a:lnTo>
                    <a:pt x="434" y="163"/>
                  </a:lnTo>
                  <a:lnTo>
                    <a:pt x="434" y="161"/>
                  </a:lnTo>
                  <a:lnTo>
                    <a:pt x="436" y="161"/>
                  </a:lnTo>
                  <a:lnTo>
                    <a:pt x="436" y="161"/>
                  </a:lnTo>
                  <a:lnTo>
                    <a:pt x="436" y="159"/>
                  </a:lnTo>
                  <a:lnTo>
                    <a:pt x="436" y="157"/>
                  </a:lnTo>
                  <a:lnTo>
                    <a:pt x="436" y="157"/>
                  </a:lnTo>
                  <a:lnTo>
                    <a:pt x="438" y="155"/>
                  </a:lnTo>
                  <a:lnTo>
                    <a:pt x="438" y="155"/>
                  </a:lnTo>
                  <a:lnTo>
                    <a:pt x="440" y="155"/>
                  </a:lnTo>
                  <a:lnTo>
                    <a:pt x="440" y="157"/>
                  </a:lnTo>
                  <a:lnTo>
                    <a:pt x="440" y="157"/>
                  </a:lnTo>
                  <a:lnTo>
                    <a:pt x="442" y="157"/>
                  </a:lnTo>
                  <a:lnTo>
                    <a:pt x="442" y="157"/>
                  </a:lnTo>
                  <a:lnTo>
                    <a:pt x="442" y="157"/>
                  </a:lnTo>
                  <a:lnTo>
                    <a:pt x="444" y="157"/>
                  </a:lnTo>
                  <a:lnTo>
                    <a:pt x="446" y="157"/>
                  </a:lnTo>
                  <a:lnTo>
                    <a:pt x="446" y="157"/>
                  </a:lnTo>
                  <a:lnTo>
                    <a:pt x="446" y="157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48" y="155"/>
                  </a:lnTo>
                  <a:lnTo>
                    <a:pt x="449" y="155"/>
                  </a:lnTo>
                  <a:lnTo>
                    <a:pt x="449" y="153"/>
                  </a:lnTo>
                  <a:lnTo>
                    <a:pt x="449" y="153"/>
                  </a:lnTo>
                  <a:lnTo>
                    <a:pt x="449" y="153"/>
                  </a:lnTo>
                  <a:lnTo>
                    <a:pt x="449" y="151"/>
                  </a:lnTo>
                  <a:lnTo>
                    <a:pt x="449" y="151"/>
                  </a:lnTo>
                  <a:lnTo>
                    <a:pt x="449" y="151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49"/>
                  </a:lnTo>
                  <a:lnTo>
                    <a:pt x="448" y="151"/>
                  </a:lnTo>
                  <a:lnTo>
                    <a:pt x="446" y="151"/>
                  </a:lnTo>
                  <a:lnTo>
                    <a:pt x="446" y="151"/>
                  </a:lnTo>
                  <a:lnTo>
                    <a:pt x="446" y="151"/>
                  </a:lnTo>
                  <a:lnTo>
                    <a:pt x="446" y="151"/>
                  </a:lnTo>
                  <a:lnTo>
                    <a:pt x="446" y="151"/>
                  </a:lnTo>
                  <a:lnTo>
                    <a:pt x="444" y="151"/>
                  </a:lnTo>
                  <a:lnTo>
                    <a:pt x="444" y="151"/>
                  </a:lnTo>
                  <a:lnTo>
                    <a:pt x="444" y="151"/>
                  </a:lnTo>
                  <a:lnTo>
                    <a:pt x="444" y="151"/>
                  </a:lnTo>
                  <a:lnTo>
                    <a:pt x="444" y="151"/>
                  </a:lnTo>
                  <a:lnTo>
                    <a:pt x="444" y="149"/>
                  </a:lnTo>
                  <a:lnTo>
                    <a:pt x="444" y="149"/>
                  </a:lnTo>
                  <a:lnTo>
                    <a:pt x="442" y="149"/>
                  </a:lnTo>
                  <a:lnTo>
                    <a:pt x="442" y="149"/>
                  </a:lnTo>
                  <a:lnTo>
                    <a:pt x="438" y="149"/>
                  </a:lnTo>
                  <a:lnTo>
                    <a:pt x="438" y="149"/>
                  </a:lnTo>
                  <a:lnTo>
                    <a:pt x="438" y="149"/>
                  </a:lnTo>
                  <a:lnTo>
                    <a:pt x="438" y="149"/>
                  </a:lnTo>
                  <a:lnTo>
                    <a:pt x="436" y="147"/>
                  </a:lnTo>
                  <a:lnTo>
                    <a:pt x="436" y="147"/>
                  </a:lnTo>
                  <a:lnTo>
                    <a:pt x="436" y="147"/>
                  </a:lnTo>
                  <a:lnTo>
                    <a:pt x="436" y="147"/>
                  </a:lnTo>
                  <a:lnTo>
                    <a:pt x="436" y="145"/>
                  </a:lnTo>
                  <a:lnTo>
                    <a:pt x="436" y="145"/>
                  </a:lnTo>
                  <a:lnTo>
                    <a:pt x="434" y="145"/>
                  </a:lnTo>
                  <a:lnTo>
                    <a:pt x="434" y="145"/>
                  </a:lnTo>
                  <a:lnTo>
                    <a:pt x="434" y="145"/>
                  </a:lnTo>
                  <a:lnTo>
                    <a:pt x="432" y="145"/>
                  </a:lnTo>
                  <a:lnTo>
                    <a:pt x="432" y="143"/>
                  </a:lnTo>
                  <a:lnTo>
                    <a:pt x="432" y="143"/>
                  </a:lnTo>
                  <a:lnTo>
                    <a:pt x="432" y="143"/>
                  </a:lnTo>
                  <a:lnTo>
                    <a:pt x="432" y="141"/>
                  </a:lnTo>
                  <a:lnTo>
                    <a:pt x="432" y="141"/>
                  </a:lnTo>
                  <a:lnTo>
                    <a:pt x="434" y="141"/>
                  </a:lnTo>
                  <a:lnTo>
                    <a:pt x="432" y="139"/>
                  </a:lnTo>
                  <a:lnTo>
                    <a:pt x="432" y="139"/>
                  </a:lnTo>
                  <a:lnTo>
                    <a:pt x="432" y="139"/>
                  </a:lnTo>
                  <a:lnTo>
                    <a:pt x="432" y="139"/>
                  </a:lnTo>
                  <a:lnTo>
                    <a:pt x="432" y="139"/>
                  </a:lnTo>
                  <a:lnTo>
                    <a:pt x="430" y="137"/>
                  </a:lnTo>
                  <a:lnTo>
                    <a:pt x="430" y="137"/>
                  </a:lnTo>
                  <a:lnTo>
                    <a:pt x="430" y="137"/>
                  </a:lnTo>
                  <a:lnTo>
                    <a:pt x="430" y="135"/>
                  </a:lnTo>
                  <a:lnTo>
                    <a:pt x="428" y="133"/>
                  </a:lnTo>
                  <a:lnTo>
                    <a:pt x="426" y="133"/>
                  </a:lnTo>
                  <a:lnTo>
                    <a:pt x="426" y="133"/>
                  </a:lnTo>
                  <a:lnTo>
                    <a:pt x="426" y="133"/>
                  </a:lnTo>
                  <a:lnTo>
                    <a:pt x="426" y="133"/>
                  </a:lnTo>
                  <a:lnTo>
                    <a:pt x="424" y="133"/>
                  </a:lnTo>
                  <a:lnTo>
                    <a:pt x="424" y="133"/>
                  </a:lnTo>
                  <a:lnTo>
                    <a:pt x="424" y="133"/>
                  </a:lnTo>
                  <a:lnTo>
                    <a:pt x="424" y="133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0" y="133"/>
                  </a:lnTo>
                  <a:lnTo>
                    <a:pt x="420" y="133"/>
                  </a:lnTo>
                  <a:lnTo>
                    <a:pt x="420" y="133"/>
                  </a:lnTo>
                  <a:lnTo>
                    <a:pt x="420" y="133"/>
                  </a:lnTo>
                  <a:lnTo>
                    <a:pt x="418" y="133"/>
                  </a:lnTo>
                  <a:lnTo>
                    <a:pt x="418" y="131"/>
                  </a:lnTo>
                  <a:lnTo>
                    <a:pt x="418" y="131"/>
                  </a:lnTo>
                  <a:lnTo>
                    <a:pt x="416" y="131"/>
                  </a:lnTo>
                  <a:lnTo>
                    <a:pt x="416" y="131"/>
                  </a:lnTo>
                  <a:lnTo>
                    <a:pt x="416" y="131"/>
                  </a:lnTo>
                  <a:lnTo>
                    <a:pt x="416" y="131"/>
                  </a:lnTo>
                  <a:lnTo>
                    <a:pt x="414" y="129"/>
                  </a:lnTo>
                  <a:lnTo>
                    <a:pt x="414" y="127"/>
                  </a:lnTo>
                  <a:lnTo>
                    <a:pt x="414" y="127"/>
                  </a:lnTo>
                  <a:lnTo>
                    <a:pt x="414" y="127"/>
                  </a:lnTo>
                  <a:lnTo>
                    <a:pt x="414" y="127"/>
                  </a:lnTo>
                  <a:lnTo>
                    <a:pt x="414" y="127"/>
                  </a:lnTo>
                  <a:lnTo>
                    <a:pt x="416" y="127"/>
                  </a:lnTo>
                  <a:lnTo>
                    <a:pt x="416" y="125"/>
                  </a:lnTo>
                  <a:lnTo>
                    <a:pt x="416" y="125"/>
                  </a:lnTo>
                  <a:lnTo>
                    <a:pt x="416" y="125"/>
                  </a:lnTo>
                  <a:lnTo>
                    <a:pt x="416" y="123"/>
                  </a:lnTo>
                  <a:lnTo>
                    <a:pt x="416" y="123"/>
                  </a:lnTo>
                  <a:lnTo>
                    <a:pt x="416" y="123"/>
                  </a:lnTo>
                  <a:lnTo>
                    <a:pt x="416" y="123"/>
                  </a:lnTo>
                  <a:lnTo>
                    <a:pt x="416" y="121"/>
                  </a:lnTo>
                  <a:lnTo>
                    <a:pt x="416" y="121"/>
                  </a:lnTo>
                  <a:lnTo>
                    <a:pt x="416" y="121"/>
                  </a:lnTo>
                  <a:lnTo>
                    <a:pt x="416" y="121"/>
                  </a:lnTo>
                  <a:lnTo>
                    <a:pt x="416" y="121"/>
                  </a:lnTo>
                  <a:lnTo>
                    <a:pt x="416" y="121"/>
                  </a:lnTo>
                  <a:lnTo>
                    <a:pt x="418" y="121"/>
                  </a:lnTo>
                  <a:lnTo>
                    <a:pt x="418" y="119"/>
                  </a:lnTo>
                  <a:lnTo>
                    <a:pt x="418" y="119"/>
                  </a:lnTo>
                  <a:lnTo>
                    <a:pt x="418" y="119"/>
                  </a:lnTo>
                  <a:lnTo>
                    <a:pt x="418" y="117"/>
                  </a:lnTo>
                  <a:lnTo>
                    <a:pt x="418" y="117"/>
                  </a:lnTo>
                  <a:lnTo>
                    <a:pt x="418" y="117"/>
                  </a:lnTo>
                  <a:lnTo>
                    <a:pt x="420" y="113"/>
                  </a:lnTo>
                  <a:lnTo>
                    <a:pt x="420" y="113"/>
                  </a:lnTo>
                  <a:lnTo>
                    <a:pt x="420" y="113"/>
                  </a:lnTo>
                  <a:lnTo>
                    <a:pt x="420" y="112"/>
                  </a:lnTo>
                  <a:lnTo>
                    <a:pt x="420" y="112"/>
                  </a:lnTo>
                  <a:lnTo>
                    <a:pt x="420" y="112"/>
                  </a:lnTo>
                  <a:lnTo>
                    <a:pt x="420" y="112"/>
                  </a:lnTo>
                  <a:lnTo>
                    <a:pt x="420" y="112"/>
                  </a:lnTo>
                  <a:lnTo>
                    <a:pt x="418" y="110"/>
                  </a:lnTo>
                  <a:lnTo>
                    <a:pt x="418" y="110"/>
                  </a:lnTo>
                  <a:lnTo>
                    <a:pt x="418" y="110"/>
                  </a:lnTo>
                  <a:lnTo>
                    <a:pt x="418" y="110"/>
                  </a:lnTo>
                  <a:lnTo>
                    <a:pt x="416" y="110"/>
                  </a:lnTo>
                  <a:lnTo>
                    <a:pt x="416" y="110"/>
                  </a:lnTo>
                  <a:lnTo>
                    <a:pt x="418" y="108"/>
                  </a:lnTo>
                  <a:lnTo>
                    <a:pt x="418" y="108"/>
                  </a:lnTo>
                  <a:lnTo>
                    <a:pt x="418" y="108"/>
                  </a:lnTo>
                  <a:lnTo>
                    <a:pt x="418" y="108"/>
                  </a:lnTo>
                  <a:lnTo>
                    <a:pt x="418" y="108"/>
                  </a:lnTo>
                  <a:lnTo>
                    <a:pt x="420" y="108"/>
                  </a:lnTo>
                  <a:lnTo>
                    <a:pt x="420" y="108"/>
                  </a:lnTo>
                  <a:lnTo>
                    <a:pt x="420" y="108"/>
                  </a:lnTo>
                  <a:lnTo>
                    <a:pt x="422" y="106"/>
                  </a:lnTo>
                  <a:lnTo>
                    <a:pt x="422" y="106"/>
                  </a:lnTo>
                  <a:lnTo>
                    <a:pt x="428" y="106"/>
                  </a:lnTo>
                  <a:lnTo>
                    <a:pt x="428" y="106"/>
                  </a:lnTo>
                  <a:lnTo>
                    <a:pt x="428" y="104"/>
                  </a:lnTo>
                  <a:lnTo>
                    <a:pt x="428" y="104"/>
                  </a:lnTo>
                  <a:lnTo>
                    <a:pt x="430" y="102"/>
                  </a:lnTo>
                  <a:lnTo>
                    <a:pt x="430" y="102"/>
                  </a:lnTo>
                  <a:lnTo>
                    <a:pt x="430" y="100"/>
                  </a:lnTo>
                  <a:lnTo>
                    <a:pt x="432" y="100"/>
                  </a:lnTo>
                  <a:lnTo>
                    <a:pt x="432" y="100"/>
                  </a:lnTo>
                  <a:lnTo>
                    <a:pt x="432" y="102"/>
                  </a:lnTo>
                  <a:lnTo>
                    <a:pt x="432" y="102"/>
                  </a:lnTo>
                  <a:lnTo>
                    <a:pt x="432" y="102"/>
                  </a:lnTo>
                  <a:lnTo>
                    <a:pt x="432" y="102"/>
                  </a:lnTo>
                  <a:lnTo>
                    <a:pt x="432" y="102"/>
                  </a:lnTo>
                  <a:lnTo>
                    <a:pt x="432" y="102"/>
                  </a:lnTo>
                  <a:lnTo>
                    <a:pt x="434" y="102"/>
                  </a:lnTo>
                  <a:lnTo>
                    <a:pt x="434" y="102"/>
                  </a:lnTo>
                  <a:lnTo>
                    <a:pt x="434" y="100"/>
                  </a:lnTo>
                  <a:lnTo>
                    <a:pt x="434" y="100"/>
                  </a:lnTo>
                  <a:lnTo>
                    <a:pt x="434" y="98"/>
                  </a:lnTo>
                  <a:lnTo>
                    <a:pt x="436" y="98"/>
                  </a:lnTo>
                  <a:lnTo>
                    <a:pt x="436" y="98"/>
                  </a:lnTo>
                  <a:lnTo>
                    <a:pt x="438" y="98"/>
                  </a:lnTo>
                  <a:lnTo>
                    <a:pt x="438" y="98"/>
                  </a:lnTo>
                  <a:lnTo>
                    <a:pt x="440" y="98"/>
                  </a:lnTo>
                  <a:lnTo>
                    <a:pt x="440" y="98"/>
                  </a:lnTo>
                  <a:lnTo>
                    <a:pt x="442" y="98"/>
                  </a:lnTo>
                  <a:lnTo>
                    <a:pt x="444" y="98"/>
                  </a:lnTo>
                  <a:lnTo>
                    <a:pt x="444" y="98"/>
                  </a:lnTo>
                  <a:lnTo>
                    <a:pt x="444" y="96"/>
                  </a:lnTo>
                  <a:lnTo>
                    <a:pt x="446" y="92"/>
                  </a:lnTo>
                  <a:lnTo>
                    <a:pt x="448" y="92"/>
                  </a:lnTo>
                  <a:lnTo>
                    <a:pt x="448" y="92"/>
                  </a:lnTo>
                  <a:lnTo>
                    <a:pt x="449" y="90"/>
                  </a:lnTo>
                  <a:lnTo>
                    <a:pt x="451" y="90"/>
                  </a:lnTo>
                  <a:lnTo>
                    <a:pt x="453" y="90"/>
                  </a:lnTo>
                  <a:lnTo>
                    <a:pt x="453" y="90"/>
                  </a:lnTo>
                  <a:lnTo>
                    <a:pt x="453" y="90"/>
                  </a:lnTo>
                  <a:lnTo>
                    <a:pt x="453" y="92"/>
                  </a:lnTo>
                  <a:lnTo>
                    <a:pt x="453" y="92"/>
                  </a:lnTo>
                  <a:lnTo>
                    <a:pt x="455" y="92"/>
                  </a:lnTo>
                  <a:lnTo>
                    <a:pt x="455" y="92"/>
                  </a:lnTo>
                  <a:lnTo>
                    <a:pt x="459" y="92"/>
                  </a:lnTo>
                  <a:lnTo>
                    <a:pt x="459" y="92"/>
                  </a:lnTo>
                  <a:lnTo>
                    <a:pt x="463" y="92"/>
                  </a:lnTo>
                  <a:lnTo>
                    <a:pt x="463" y="92"/>
                  </a:lnTo>
                  <a:lnTo>
                    <a:pt x="463" y="90"/>
                  </a:lnTo>
                  <a:lnTo>
                    <a:pt x="463" y="90"/>
                  </a:lnTo>
                  <a:lnTo>
                    <a:pt x="465" y="88"/>
                  </a:lnTo>
                  <a:lnTo>
                    <a:pt x="465" y="86"/>
                  </a:lnTo>
                  <a:lnTo>
                    <a:pt x="465" y="86"/>
                  </a:lnTo>
                  <a:lnTo>
                    <a:pt x="465" y="84"/>
                  </a:lnTo>
                  <a:lnTo>
                    <a:pt x="465" y="84"/>
                  </a:lnTo>
                  <a:lnTo>
                    <a:pt x="467" y="84"/>
                  </a:lnTo>
                  <a:lnTo>
                    <a:pt x="467" y="84"/>
                  </a:lnTo>
                  <a:lnTo>
                    <a:pt x="467" y="84"/>
                  </a:lnTo>
                  <a:lnTo>
                    <a:pt x="467" y="84"/>
                  </a:lnTo>
                  <a:lnTo>
                    <a:pt x="467" y="82"/>
                  </a:lnTo>
                  <a:lnTo>
                    <a:pt x="467" y="82"/>
                  </a:lnTo>
                  <a:lnTo>
                    <a:pt x="465" y="82"/>
                  </a:lnTo>
                  <a:lnTo>
                    <a:pt x="465" y="82"/>
                  </a:lnTo>
                  <a:lnTo>
                    <a:pt x="465" y="80"/>
                  </a:lnTo>
                  <a:lnTo>
                    <a:pt x="465" y="80"/>
                  </a:lnTo>
                  <a:lnTo>
                    <a:pt x="465" y="80"/>
                  </a:lnTo>
                  <a:lnTo>
                    <a:pt x="465" y="78"/>
                  </a:lnTo>
                  <a:lnTo>
                    <a:pt x="465" y="78"/>
                  </a:lnTo>
                  <a:lnTo>
                    <a:pt x="465" y="76"/>
                  </a:lnTo>
                  <a:lnTo>
                    <a:pt x="465" y="76"/>
                  </a:lnTo>
                  <a:lnTo>
                    <a:pt x="465" y="76"/>
                  </a:lnTo>
                  <a:lnTo>
                    <a:pt x="465" y="74"/>
                  </a:lnTo>
                  <a:lnTo>
                    <a:pt x="467" y="74"/>
                  </a:lnTo>
                  <a:lnTo>
                    <a:pt x="467" y="72"/>
                  </a:lnTo>
                  <a:lnTo>
                    <a:pt x="467" y="72"/>
                  </a:lnTo>
                  <a:lnTo>
                    <a:pt x="469" y="72"/>
                  </a:lnTo>
                  <a:lnTo>
                    <a:pt x="469" y="72"/>
                  </a:lnTo>
                  <a:lnTo>
                    <a:pt x="469" y="70"/>
                  </a:lnTo>
                  <a:lnTo>
                    <a:pt x="469" y="70"/>
                  </a:lnTo>
                  <a:lnTo>
                    <a:pt x="469" y="70"/>
                  </a:lnTo>
                  <a:lnTo>
                    <a:pt x="469" y="70"/>
                  </a:lnTo>
                  <a:lnTo>
                    <a:pt x="469" y="68"/>
                  </a:lnTo>
                  <a:lnTo>
                    <a:pt x="469" y="68"/>
                  </a:lnTo>
                  <a:lnTo>
                    <a:pt x="469" y="68"/>
                  </a:lnTo>
                  <a:lnTo>
                    <a:pt x="469" y="68"/>
                  </a:lnTo>
                  <a:lnTo>
                    <a:pt x="471" y="68"/>
                  </a:lnTo>
                  <a:lnTo>
                    <a:pt x="473" y="68"/>
                  </a:lnTo>
                  <a:lnTo>
                    <a:pt x="473" y="68"/>
                  </a:lnTo>
                  <a:lnTo>
                    <a:pt x="473" y="68"/>
                  </a:lnTo>
                  <a:lnTo>
                    <a:pt x="473" y="68"/>
                  </a:lnTo>
                  <a:lnTo>
                    <a:pt x="475" y="68"/>
                  </a:lnTo>
                  <a:lnTo>
                    <a:pt x="477" y="68"/>
                  </a:lnTo>
                  <a:lnTo>
                    <a:pt x="477" y="68"/>
                  </a:lnTo>
                  <a:lnTo>
                    <a:pt x="477" y="68"/>
                  </a:lnTo>
                  <a:lnTo>
                    <a:pt x="477" y="68"/>
                  </a:lnTo>
                  <a:lnTo>
                    <a:pt x="479" y="70"/>
                  </a:lnTo>
                  <a:lnTo>
                    <a:pt x="479" y="70"/>
                  </a:lnTo>
                  <a:lnTo>
                    <a:pt x="479" y="70"/>
                  </a:lnTo>
                  <a:lnTo>
                    <a:pt x="481" y="70"/>
                  </a:lnTo>
                  <a:lnTo>
                    <a:pt x="481" y="70"/>
                  </a:lnTo>
                  <a:lnTo>
                    <a:pt x="481" y="70"/>
                  </a:lnTo>
                  <a:lnTo>
                    <a:pt x="481" y="70"/>
                  </a:lnTo>
                  <a:lnTo>
                    <a:pt x="483" y="68"/>
                  </a:lnTo>
                  <a:lnTo>
                    <a:pt x="483" y="68"/>
                  </a:lnTo>
                  <a:lnTo>
                    <a:pt x="485" y="68"/>
                  </a:lnTo>
                  <a:lnTo>
                    <a:pt x="485" y="68"/>
                  </a:lnTo>
                  <a:lnTo>
                    <a:pt x="485" y="68"/>
                  </a:lnTo>
                  <a:lnTo>
                    <a:pt x="487" y="70"/>
                  </a:lnTo>
                  <a:lnTo>
                    <a:pt x="489" y="70"/>
                  </a:lnTo>
                  <a:lnTo>
                    <a:pt x="489" y="70"/>
                  </a:lnTo>
                  <a:lnTo>
                    <a:pt x="489" y="70"/>
                  </a:lnTo>
                  <a:lnTo>
                    <a:pt x="489" y="70"/>
                  </a:lnTo>
                  <a:lnTo>
                    <a:pt x="489" y="72"/>
                  </a:lnTo>
                  <a:lnTo>
                    <a:pt x="491" y="72"/>
                  </a:lnTo>
                  <a:lnTo>
                    <a:pt x="491" y="72"/>
                  </a:lnTo>
                  <a:lnTo>
                    <a:pt x="493" y="72"/>
                  </a:lnTo>
                  <a:lnTo>
                    <a:pt x="493" y="72"/>
                  </a:lnTo>
                  <a:lnTo>
                    <a:pt x="493" y="72"/>
                  </a:lnTo>
                  <a:lnTo>
                    <a:pt x="495" y="72"/>
                  </a:lnTo>
                  <a:lnTo>
                    <a:pt x="495" y="72"/>
                  </a:lnTo>
                  <a:lnTo>
                    <a:pt x="493" y="74"/>
                  </a:lnTo>
                  <a:lnTo>
                    <a:pt x="495" y="74"/>
                  </a:lnTo>
                  <a:lnTo>
                    <a:pt x="495" y="74"/>
                  </a:lnTo>
                  <a:lnTo>
                    <a:pt x="495" y="74"/>
                  </a:lnTo>
                  <a:lnTo>
                    <a:pt x="497" y="76"/>
                  </a:lnTo>
                  <a:lnTo>
                    <a:pt x="499" y="76"/>
                  </a:lnTo>
                  <a:lnTo>
                    <a:pt x="499" y="74"/>
                  </a:lnTo>
                  <a:lnTo>
                    <a:pt x="500" y="74"/>
                  </a:lnTo>
                  <a:lnTo>
                    <a:pt x="502" y="70"/>
                  </a:lnTo>
                  <a:lnTo>
                    <a:pt x="504" y="72"/>
                  </a:lnTo>
                  <a:lnTo>
                    <a:pt x="508" y="72"/>
                  </a:lnTo>
                  <a:lnTo>
                    <a:pt x="510" y="74"/>
                  </a:lnTo>
                  <a:lnTo>
                    <a:pt x="510" y="72"/>
                  </a:lnTo>
                  <a:lnTo>
                    <a:pt x="510" y="72"/>
                  </a:lnTo>
                  <a:lnTo>
                    <a:pt x="512" y="72"/>
                  </a:lnTo>
                  <a:lnTo>
                    <a:pt x="512" y="70"/>
                  </a:lnTo>
                  <a:lnTo>
                    <a:pt x="514" y="70"/>
                  </a:lnTo>
                  <a:lnTo>
                    <a:pt x="514" y="70"/>
                  </a:lnTo>
                  <a:lnTo>
                    <a:pt x="520" y="72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4" y="70"/>
                  </a:lnTo>
                  <a:lnTo>
                    <a:pt x="524" y="70"/>
                  </a:lnTo>
                  <a:lnTo>
                    <a:pt x="524" y="68"/>
                  </a:lnTo>
                  <a:lnTo>
                    <a:pt x="524" y="68"/>
                  </a:lnTo>
                  <a:lnTo>
                    <a:pt x="524" y="68"/>
                  </a:lnTo>
                  <a:lnTo>
                    <a:pt x="524" y="68"/>
                  </a:lnTo>
                  <a:lnTo>
                    <a:pt x="528" y="66"/>
                  </a:lnTo>
                  <a:lnTo>
                    <a:pt x="530" y="64"/>
                  </a:lnTo>
                  <a:lnTo>
                    <a:pt x="530" y="64"/>
                  </a:lnTo>
                  <a:lnTo>
                    <a:pt x="530" y="64"/>
                  </a:lnTo>
                  <a:lnTo>
                    <a:pt x="530" y="64"/>
                  </a:lnTo>
                  <a:lnTo>
                    <a:pt x="530" y="62"/>
                  </a:lnTo>
                  <a:lnTo>
                    <a:pt x="528" y="62"/>
                  </a:lnTo>
                  <a:lnTo>
                    <a:pt x="528" y="62"/>
                  </a:lnTo>
                  <a:lnTo>
                    <a:pt x="528" y="60"/>
                  </a:lnTo>
                  <a:lnTo>
                    <a:pt x="528" y="60"/>
                  </a:lnTo>
                  <a:lnTo>
                    <a:pt x="528" y="60"/>
                  </a:lnTo>
                  <a:lnTo>
                    <a:pt x="528" y="58"/>
                  </a:lnTo>
                  <a:lnTo>
                    <a:pt x="530" y="58"/>
                  </a:lnTo>
                  <a:lnTo>
                    <a:pt x="530" y="58"/>
                  </a:lnTo>
                  <a:lnTo>
                    <a:pt x="530" y="57"/>
                  </a:lnTo>
                  <a:lnTo>
                    <a:pt x="530" y="57"/>
                  </a:lnTo>
                  <a:lnTo>
                    <a:pt x="528" y="57"/>
                  </a:lnTo>
                  <a:lnTo>
                    <a:pt x="528" y="57"/>
                  </a:lnTo>
                  <a:lnTo>
                    <a:pt x="528" y="57"/>
                  </a:lnTo>
                  <a:lnTo>
                    <a:pt x="528" y="57"/>
                  </a:lnTo>
                  <a:lnTo>
                    <a:pt x="528" y="55"/>
                  </a:lnTo>
                  <a:lnTo>
                    <a:pt x="528" y="55"/>
                  </a:lnTo>
                  <a:lnTo>
                    <a:pt x="530" y="55"/>
                  </a:lnTo>
                  <a:lnTo>
                    <a:pt x="530" y="53"/>
                  </a:lnTo>
                  <a:lnTo>
                    <a:pt x="530" y="53"/>
                  </a:lnTo>
                  <a:lnTo>
                    <a:pt x="530" y="53"/>
                  </a:lnTo>
                  <a:lnTo>
                    <a:pt x="530" y="53"/>
                  </a:lnTo>
                  <a:lnTo>
                    <a:pt x="530" y="53"/>
                  </a:lnTo>
                  <a:lnTo>
                    <a:pt x="530" y="51"/>
                  </a:lnTo>
                  <a:lnTo>
                    <a:pt x="530" y="51"/>
                  </a:lnTo>
                  <a:lnTo>
                    <a:pt x="530" y="51"/>
                  </a:lnTo>
                  <a:lnTo>
                    <a:pt x="530" y="51"/>
                  </a:lnTo>
                  <a:lnTo>
                    <a:pt x="530" y="49"/>
                  </a:lnTo>
                  <a:lnTo>
                    <a:pt x="530" y="49"/>
                  </a:lnTo>
                  <a:lnTo>
                    <a:pt x="530" y="49"/>
                  </a:lnTo>
                  <a:lnTo>
                    <a:pt x="530" y="49"/>
                  </a:lnTo>
                  <a:lnTo>
                    <a:pt x="532" y="47"/>
                  </a:lnTo>
                  <a:lnTo>
                    <a:pt x="532" y="47"/>
                  </a:lnTo>
                  <a:lnTo>
                    <a:pt x="536" y="47"/>
                  </a:lnTo>
                  <a:lnTo>
                    <a:pt x="538" y="47"/>
                  </a:lnTo>
                  <a:lnTo>
                    <a:pt x="538" y="47"/>
                  </a:lnTo>
                  <a:lnTo>
                    <a:pt x="538" y="47"/>
                  </a:lnTo>
                  <a:lnTo>
                    <a:pt x="538" y="49"/>
                  </a:lnTo>
                  <a:lnTo>
                    <a:pt x="538" y="51"/>
                  </a:lnTo>
                  <a:lnTo>
                    <a:pt x="538" y="51"/>
                  </a:lnTo>
                  <a:lnTo>
                    <a:pt x="538" y="51"/>
                  </a:lnTo>
                  <a:lnTo>
                    <a:pt x="538" y="51"/>
                  </a:lnTo>
                  <a:lnTo>
                    <a:pt x="540" y="53"/>
                  </a:lnTo>
                  <a:lnTo>
                    <a:pt x="540" y="53"/>
                  </a:lnTo>
                  <a:lnTo>
                    <a:pt x="540" y="55"/>
                  </a:lnTo>
                  <a:lnTo>
                    <a:pt x="540" y="55"/>
                  </a:lnTo>
                  <a:lnTo>
                    <a:pt x="540" y="55"/>
                  </a:lnTo>
                  <a:lnTo>
                    <a:pt x="540" y="55"/>
                  </a:lnTo>
                  <a:lnTo>
                    <a:pt x="542" y="55"/>
                  </a:lnTo>
                  <a:lnTo>
                    <a:pt x="544" y="55"/>
                  </a:lnTo>
                  <a:lnTo>
                    <a:pt x="544" y="57"/>
                  </a:lnTo>
                  <a:lnTo>
                    <a:pt x="546" y="57"/>
                  </a:lnTo>
                  <a:lnTo>
                    <a:pt x="546" y="57"/>
                  </a:lnTo>
                  <a:lnTo>
                    <a:pt x="546" y="58"/>
                  </a:lnTo>
                  <a:lnTo>
                    <a:pt x="546" y="58"/>
                  </a:lnTo>
                  <a:lnTo>
                    <a:pt x="548" y="58"/>
                  </a:lnTo>
                  <a:lnTo>
                    <a:pt x="548" y="58"/>
                  </a:lnTo>
                  <a:lnTo>
                    <a:pt x="548" y="60"/>
                  </a:lnTo>
                  <a:lnTo>
                    <a:pt x="548" y="60"/>
                  </a:lnTo>
                  <a:lnTo>
                    <a:pt x="548" y="60"/>
                  </a:lnTo>
                  <a:lnTo>
                    <a:pt x="548" y="60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51" y="58"/>
                  </a:lnTo>
                  <a:lnTo>
                    <a:pt x="551" y="58"/>
                  </a:lnTo>
                  <a:lnTo>
                    <a:pt x="551" y="58"/>
                  </a:lnTo>
                  <a:lnTo>
                    <a:pt x="551" y="57"/>
                  </a:lnTo>
                  <a:lnTo>
                    <a:pt x="551" y="57"/>
                  </a:lnTo>
                  <a:lnTo>
                    <a:pt x="561" y="57"/>
                  </a:lnTo>
                  <a:lnTo>
                    <a:pt x="561" y="57"/>
                  </a:lnTo>
                  <a:lnTo>
                    <a:pt x="563" y="57"/>
                  </a:lnTo>
                  <a:lnTo>
                    <a:pt x="563" y="58"/>
                  </a:lnTo>
                  <a:lnTo>
                    <a:pt x="565" y="58"/>
                  </a:lnTo>
                  <a:lnTo>
                    <a:pt x="565" y="58"/>
                  </a:lnTo>
                  <a:lnTo>
                    <a:pt x="565" y="60"/>
                  </a:lnTo>
                  <a:lnTo>
                    <a:pt x="567" y="60"/>
                  </a:lnTo>
                  <a:lnTo>
                    <a:pt x="567" y="60"/>
                  </a:lnTo>
                  <a:lnTo>
                    <a:pt x="577" y="60"/>
                  </a:lnTo>
                  <a:lnTo>
                    <a:pt x="577" y="60"/>
                  </a:lnTo>
                  <a:lnTo>
                    <a:pt x="577" y="58"/>
                  </a:lnTo>
                  <a:lnTo>
                    <a:pt x="577" y="58"/>
                  </a:lnTo>
                  <a:lnTo>
                    <a:pt x="577" y="58"/>
                  </a:lnTo>
                  <a:lnTo>
                    <a:pt x="577" y="58"/>
                  </a:lnTo>
                  <a:lnTo>
                    <a:pt x="577" y="58"/>
                  </a:lnTo>
                  <a:lnTo>
                    <a:pt x="579" y="57"/>
                  </a:lnTo>
                  <a:lnTo>
                    <a:pt x="579" y="57"/>
                  </a:lnTo>
                  <a:lnTo>
                    <a:pt x="579" y="55"/>
                  </a:lnTo>
                  <a:lnTo>
                    <a:pt x="579" y="55"/>
                  </a:lnTo>
                  <a:lnTo>
                    <a:pt x="579" y="55"/>
                  </a:lnTo>
                  <a:lnTo>
                    <a:pt x="581" y="53"/>
                  </a:lnTo>
                  <a:lnTo>
                    <a:pt x="583" y="53"/>
                  </a:lnTo>
                  <a:lnTo>
                    <a:pt x="583" y="51"/>
                  </a:lnTo>
                  <a:lnTo>
                    <a:pt x="585" y="51"/>
                  </a:lnTo>
                  <a:lnTo>
                    <a:pt x="587" y="51"/>
                  </a:lnTo>
                  <a:lnTo>
                    <a:pt x="587" y="51"/>
                  </a:lnTo>
                  <a:lnTo>
                    <a:pt x="589" y="51"/>
                  </a:lnTo>
                  <a:lnTo>
                    <a:pt x="589" y="53"/>
                  </a:lnTo>
                  <a:lnTo>
                    <a:pt x="589" y="53"/>
                  </a:lnTo>
                  <a:lnTo>
                    <a:pt x="589" y="53"/>
                  </a:lnTo>
                  <a:lnTo>
                    <a:pt x="589" y="53"/>
                  </a:lnTo>
                  <a:lnTo>
                    <a:pt x="589" y="55"/>
                  </a:lnTo>
                  <a:lnTo>
                    <a:pt x="587" y="57"/>
                  </a:lnTo>
                  <a:lnTo>
                    <a:pt x="587" y="57"/>
                  </a:lnTo>
                  <a:lnTo>
                    <a:pt x="587" y="57"/>
                  </a:lnTo>
                  <a:lnTo>
                    <a:pt x="587" y="58"/>
                  </a:lnTo>
                  <a:lnTo>
                    <a:pt x="587" y="58"/>
                  </a:lnTo>
                  <a:lnTo>
                    <a:pt x="587" y="58"/>
                  </a:lnTo>
                  <a:lnTo>
                    <a:pt x="587" y="58"/>
                  </a:lnTo>
                  <a:lnTo>
                    <a:pt x="589" y="58"/>
                  </a:lnTo>
                  <a:lnTo>
                    <a:pt x="589" y="60"/>
                  </a:lnTo>
                  <a:lnTo>
                    <a:pt x="589" y="60"/>
                  </a:lnTo>
                  <a:lnTo>
                    <a:pt x="589" y="60"/>
                  </a:lnTo>
                  <a:lnTo>
                    <a:pt x="589" y="60"/>
                  </a:lnTo>
                  <a:lnTo>
                    <a:pt x="589" y="60"/>
                  </a:lnTo>
                  <a:lnTo>
                    <a:pt x="589" y="62"/>
                  </a:lnTo>
                  <a:lnTo>
                    <a:pt x="589" y="62"/>
                  </a:lnTo>
                  <a:lnTo>
                    <a:pt x="589" y="64"/>
                  </a:lnTo>
                  <a:lnTo>
                    <a:pt x="589" y="64"/>
                  </a:lnTo>
                  <a:lnTo>
                    <a:pt x="591" y="64"/>
                  </a:lnTo>
                  <a:lnTo>
                    <a:pt x="591" y="64"/>
                  </a:lnTo>
                  <a:lnTo>
                    <a:pt x="591" y="64"/>
                  </a:lnTo>
                  <a:lnTo>
                    <a:pt x="591" y="64"/>
                  </a:lnTo>
                  <a:lnTo>
                    <a:pt x="591" y="66"/>
                  </a:lnTo>
                  <a:lnTo>
                    <a:pt x="591" y="66"/>
                  </a:lnTo>
                  <a:lnTo>
                    <a:pt x="591" y="66"/>
                  </a:lnTo>
                  <a:lnTo>
                    <a:pt x="597" y="66"/>
                  </a:lnTo>
                  <a:lnTo>
                    <a:pt x="597" y="66"/>
                  </a:lnTo>
                  <a:lnTo>
                    <a:pt x="597" y="68"/>
                  </a:lnTo>
                  <a:lnTo>
                    <a:pt x="597" y="68"/>
                  </a:lnTo>
                  <a:lnTo>
                    <a:pt x="597" y="68"/>
                  </a:lnTo>
                  <a:lnTo>
                    <a:pt x="597" y="68"/>
                  </a:lnTo>
                  <a:lnTo>
                    <a:pt x="597" y="70"/>
                  </a:lnTo>
                  <a:lnTo>
                    <a:pt x="599" y="70"/>
                  </a:lnTo>
                  <a:lnTo>
                    <a:pt x="599" y="70"/>
                  </a:lnTo>
                  <a:lnTo>
                    <a:pt x="600" y="70"/>
                  </a:lnTo>
                  <a:lnTo>
                    <a:pt x="602" y="70"/>
                  </a:lnTo>
                  <a:lnTo>
                    <a:pt x="606" y="70"/>
                  </a:lnTo>
                  <a:lnTo>
                    <a:pt x="606" y="70"/>
                  </a:lnTo>
                  <a:lnTo>
                    <a:pt x="608" y="70"/>
                  </a:lnTo>
                  <a:lnTo>
                    <a:pt x="608" y="70"/>
                  </a:lnTo>
                  <a:lnTo>
                    <a:pt x="610" y="72"/>
                  </a:lnTo>
                  <a:lnTo>
                    <a:pt x="610" y="72"/>
                  </a:lnTo>
                  <a:lnTo>
                    <a:pt x="612" y="72"/>
                  </a:lnTo>
                  <a:lnTo>
                    <a:pt x="614" y="70"/>
                  </a:lnTo>
                  <a:lnTo>
                    <a:pt x="618" y="72"/>
                  </a:lnTo>
                  <a:lnTo>
                    <a:pt x="620" y="72"/>
                  </a:lnTo>
                  <a:lnTo>
                    <a:pt x="620" y="70"/>
                  </a:lnTo>
                  <a:lnTo>
                    <a:pt x="620" y="70"/>
                  </a:lnTo>
                  <a:lnTo>
                    <a:pt x="620" y="70"/>
                  </a:lnTo>
                  <a:lnTo>
                    <a:pt x="620" y="68"/>
                  </a:lnTo>
                  <a:lnTo>
                    <a:pt x="622" y="68"/>
                  </a:lnTo>
                  <a:lnTo>
                    <a:pt x="622" y="68"/>
                  </a:lnTo>
                  <a:lnTo>
                    <a:pt x="622" y="68"/>
                  </a:lnTo>
                  <a:lnTo>
                    <a:pt x="624" y="68"/>
                  </a:lnTo>
                  <a:lnTo>
                    <a:pt x="624" y="66"/>
                  </a:lnTo>
                  <a:lnTo>
                    <a:pt x="624" y="66"/>
                  </a:lnTo>
                  <a:lnTo>
                    <a:pt x="626" y="66"/>
                  </a:lnTo>
                  <a:lnTo>
                    <a:pt x="636" y="70"/>
                  </a:lnTo>
                  <a:lnTo>
                    <a:pt x="638" y="70"/>
                  </a:lnTo>
                  <a:lnTo>
                    <a:pt x="638" y="70"/>
                  </a:lnTo>
                  <a:lnTo>
                    <a:pt x="640" y="70"/>
                  </a:lnTo>
                  <a:lnTo>
                    <a:pt x="640" y="70"/>
                  </a:lnTo>
                  <a:lnTo>
                    <a:pt x="640" y="72"/>
                  </a:lnTo>
                  <a:lnTo>
                    <a:pt x="640" y="72"/>
                  </a:lnTo>
                  <a:lnTo>
                    <a:pt x="642" y="72"/>
                  </a:lnTo>
                  <a:lnTo>
                    <a:pt x="642" y="74"/>
                  </a:lnTo>
                  <a:lnTo>
                    <a:pt x="642" y="74"/>
                  </a:lnTo>
                  <a:lnTo>
                    <a:pt x="642" y="74"/>
                  </a:lnTo>
                  <a:lnTo>
                    <a:pt x="644" y="74"/>
                  </a:lnTo>
                  <a:lnTo>
                    <a:pt x="644" y="74"/>
                  </a:lnTo>
                  <a:lnTo>
                    <a:pt x="648" y="74"/>
                  </a:lnTo>
                  <a:lnTo>
                    <a:pt x="648" y="74"/>
                  </a:lnTo>
                  <a:lnTo>
                    <a:pt x="648" y="72"/>
                  </a:lnTo>
                  <a:lnTo>
                    <a:pt x="648" y="72"/>
                  </a:lnTo>
                  <a:lnTo>
                    <a:pt x="648" y="72"/>
                  </a:lnTo>
                  <a:lnTo>
                    <a:pt x="648" y="72"/>
                  </a:lnTo>
                  <a:lnTo>
                    <a:pt x="648" y="72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70"/>
                  </a:lnTo>
                  <a:lnTo>
                    <a:pt x="648" y="68"/>
                  </a:lnTo>
                  <a:lnTo>
                    <a:pt x="648" y="68"/>
                  </a:lnTo>
                  <a:lnTo>
                    <a:pt x="650" y="66"/>
                  </a:lnTo>
                  <a:lnTo>
                    <a:pt x="650" y="66"/>
                  </a:lnTo>
                  <a:lnTo>
                    <a:pt x="650" y="66"/>
                  </a:lnTo>
                  <a:lnTo>
                    <a:pt x="650" y="66"/>
                  </a:lnTo>
                  <a:lnTo>
                    <a:pt x="651" y="64"/>
                  </a:lnTo>
                  <a:lnTo>
                    <a:pt x="651" y="62"/>
                  </a:lnTo>
                  <a:lnTo>
                    <a:pt x="651" y="62"/>
                  </a:lnTo>
                  <a:lnTo>
                    <a:pt x="651" y="60"/>
                  </a:lnTo>
                  <a:lnTo>
                    <a:pt x="651" y="60"/>
                  </a:lnTo>
                  <a:lnTo>
                    <a:pt x="655" y="58"/>
                  </a:lnTo>
                  <a:lnTo>
                    <a:pt x="657" y="58"/>
                  </a:lnTo>
                  <a:lnTo>
                    <a:pt x="663" y="58"/>
                  </a:lnTo>
                  <a:lnTo>
                    <a:pt x="663" y="60"/>
                  </a:lnTo>
                  <a:lnTo>
                    <a:pt x="663" y="60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7" y="58"/>
                  </a:lnTo>
                  <a:lnTo>
                    <a:pt x="667" y="58"/>
                  </a:lnTo>
                  <a:lnTo>
                    <a:pt x="667" y="58"/>
                  </a:lnTo>
                  <a:lnTo>
                    <a:pt x="667" y="58"/>
                  </a:lnTo>
                  <a:lnTo>
                    <a:pt x="667" y="57"/>
                  </a:lnTo>
                  <a:lnTo>
                    <a:pt x="667" y="57"/>
                  </a:lnTo>
                  <a:lnTo>
                    <a:pt x="667" y="57"/>
                  </a:lnTo>
                  <a:lnTo>
                    <a:pt x="669" y="57"/>
                  </a:lnTo>
                  <a:lnTo>
                    <a:pt x="669" y="57"/>
                  </a:lnTo>
                  <a:lnTo>
                    <a:pt x="671" y="57"/>
                  </a:lnTo>
                  <a:lnTo>
                    <a:pt x="671" y="57"/>
                  </a:lnTo>
                  <a:lnTo>
                    <a:pt x="673" y="57"/>
                  </a:lnTo>
                  <a:lnTo>
                    <a:pt x="673" y="57"/>
                  </a:lnTo>
                  <a:lnTo>
                    <a:pt x="677" y="55"/>
                  </a:lnTo>
                  <a:lnTo>
                    <a:pt x="677" y="55"/>
                  </a:lnTo>
                  <a:lnTo>
                    <a:pt x="679" y="55"/>
                  </a:lnTo>
                  <a:lnTo>
                    <a:pt x="679" y="55"/>
                  </a:lnTo>
                  <a:lnTo>
                    <a:pt x="679" y="55"/>
                  </a:lnTo>
                  <a:lnTo>
                    <a:pt x="679" y="53"/>
                  </a:lnTo>
                  <a:lnTo>
                    <a:pt x="679" y="53"/>
                  </a:lnTo>
                  <a:lnTo>
                    <a:pt x="681" y="51"/>
                  </a:lnTo>
                  <a:lnTo>
                    <a:pt x="681" y="51"/>
                  </a:lnTo>
                  <a:lnTo>
                    <a:pt x="681" y="49"/>
                  </a:lnTo>
                  <a:lnTo>
                    <a:pt x="681" y="49"/>
                  </a:lnTo>
                  <a:lnTo>
                    <a:pt x="681" y="49"/>
                  </a:lnTo>
                  <a:lnTo>
                    <a:pt x="681" y="47"/>
                  </a:lnTo>
                  <a:lnTo>
                    <a:pt x="681" y="47"/>
                  </a:lnTo>
                  <a:lnTo>
                    <a:pt x="681" y="47"/>
                  </a:lnTo>
                  <a:lnTo>
                    <a:pt x="681" y="47"/>
                  </a:lnTo>
                  <a:lnTo>
                    <a:pt x="681" y="45"/>
                  </a:lnTo>
                  <a:lnTo>
                    <a:pt x="681" y="45"/>
                  </a:lnTo>
                  <a:lnTo>
                    <a:pt x="679" y="43"/>
                  </a:lnTo>
                  <a:lnTo>
                    <a:pt x="679" y="43"/>
                  </a:lnTo>
                  <a:lnTo>
                    <a:pt x="679" y="43"/>
                  </a:lnTo>
                  <a:lnTo>
                    <a:pt x="681" y="41"/>
                  </a:lnTo>
                  <a:lnTo>
                    <a:pt x="683" y="39"/>
                  </a:lnTo>
                  <a:lnTo>
                    <a:pt x="683" y="39"/>
                  </a:lnTo>
                  <a:lnTo>
                    <a:pt x="683" y="39"/>
                  </a:lnTo>
                  <a:lnTo>
                    <a:pt x="683" y="39"/>
                  </a:lnTo>
                  <a:lnTo>
                    <a:pt x="683" y="37"/>
                  </a:lnTo>
                  <a:lnTo>
                    <a:pt x="683" y="37"/>
                  </a:lnTo>
                  <a:lnTo>
                    <a:pt x="683" y="37"/>
                  </a:lnTo>
                  <a:lnTo>
                    <a:pt x="683" y="35"/>
                  </a:lnTo>
                  <a:lnTo>
                    <a:pt x="683" y="35"/>
                  </a:lnTo>
                  <a:lnTo>
                    <a:pt x="683" y="33"/>
                  </a:lnTo>
                  <a:lnTo>
                    <a:pt x="685" y="33"/>
                  </a:lnTo>
                  <a:lnTo>
                    <a:pt x="685" y="33"/>
                  </a:lnTo>
                  <a:lnTo>
                    <a:pt x="685" y="33"/>
                  </a:lnTo>
                  <a:lnTo>
                    <a:pt x="685" y="31"/>
                  </a:lnTo>
                  <a:lnTo>
                    <a:pt x="685" y="31"/>
                  </a:lnTo>
                  <a:lnTo>
                    <a:pt x="685" y="31"/>
                  </a:lnTo>
                  <a:lnTo>
                    <a:pt x="685" y="31"/>
                  </a:lnTo>
                  <a:lnTo>
                    <a:pt x="687" y="29"/>
                  </a:lnTo>
                  <a:lnTo>
                    <a:pt x="687" y="29"/>
                  </a:lnTo>
                  <a:lnTo>
                    <a:pt x="687" y="27"/>
                  </a:lnTo>
                  <a:lnTo>
                    <a:pt x="685" y="27"/>
                  </a:lnTo>
                  <a:lnTo>
                    <a:pt x="685" y="27"/>
                  </a:lnTo>
                  <a:lnTo>
                    <a:pt x="685" y="27"/>
                  </a:lnTo>
                  <a:lnTo>
                    <a:pt x="685" y="27"/>
                  </a:lnTo>
                  <a:lnTo>
                    <a:pt x="685" y="27"/>
                  </a:lnTo>
                  <a:lnTo>
                    <a:pt x="685" y="25"/>
                  </a:lnTo>
                  <a:lnTo>
                    <a:pt x="685" y="25"/>
                  </a:lnTo>
                  <a:lnTo>
                    <a:pt x="685" y="23"/>
                  </a:lnTo>
                  <a:lnTo>
                    <a:pt x="685" y="23"/>
                  </a:lnTo>
                  <a:lnTo>
                    <a:pt x="685" y="23"/>
                  </a:lnTo>
                  <a:lnTo>
                    <a:pt x="685" y="21"/>
                  </a:lnTo>
                  <a:lnTo>
                    <a:pt x="685" y="21"/>
                  </a:lnTo>
                  <a:lnTo>
                    <a:pt x="685" y="21"/>
                  </a:lnTo>
                  <a:lnTo>
                    <a:pt x="685" y="21"/>
                  </a:lnTo>
                  <a:lnTo>
                    <a:pt x="685" y="19"/>
                  </a:lnTo>
                  <a:lnTo>
                    <a:pt x="685" y="19"/>
                  </a:lnTo>
                  <a:lnTo>
                    <a:pt x="687" y="19"/>
                  </a:lnTo>
                  <a:lnTo>
                    <a:pt x="687" y="19"/>
                  </a:lnTo>
                  <a:lnTo>
                    <a:pt x="689" y="19"/>
                  </a:lnTo>
                  <a:lnTo>
                    <a:pt x="691" y="17"/>
                  </a:lnTo>
                  <a:lnTo>
                    <a:pt x="691" y="19"/>
                  </a:lnTo>
                  <a:lnTo>
                    <a:pt x="693" y="17"/>
                  </a:lnTo>
                  <a:lnTo>
                    <a:pt x="693" y="17"/>
                  </a:lnTo>
                  <a:lnTo>
                    <a:pt x="695" y="17"/>
                  </a:lnTo>
                  <a:lnTo>
                    <a:pt x="697" y="19"/>
                  </a:lnTo>
                  <a:lnTo>
                    <a:pt x="699" y="19"/>
                  </a:lnTo>
                  <a:lnTo>
                    <a:pt x="699" y="19"/>
                  </a:lnTo>
                  <a:lnTo>
                    <a:pt x="699" y="19"/>
                  </a:lnTo>
                  <a:lnTo>
                    <a:pt x="699" y="17"/>
                  </a:lnTo>
                  <a:lnTo>
                    <a:pt x="701" y="17"/>
                  </a:lnTo>
                  <a:lnTo>
                    <a:pt x="701" y="17"/>
                  </a:lnTo>
                  <a:lnTo>
                    <a:pt x="701" y="17"/>
                  </a:lnTo>
                  <a:lnTo>
                    <a:pt x="701" y="17"/>
                  </a:lnTo>
                  <a:lnTo>
                    <a:pt x="702" y="17"/>
                  </a:lnTo>
                  <a:lnTo>
                    <a:pt x="702" y="15"/>
                  </a:lnTo>
                  <a:lnTo>
                    <a:pt x="704" y="15"/>
                  </a:lnTo>
                  <a:lnTo>
                    <a:pt x="704" y="15"/>
                  </a:lnTo>
                  <a:lnTo>
                    <a:pt x="708" y="13"/>
                  </a:lnTo>
                  <a:lnTo>
                    <a:pt x="708" y="13"/>
                  </a:lnTo>
                  <a:lnTo>
                    <a:pt x="708" y="13"/>
                  </a:lnTo>
                  <a:lnTo>
                    <a:pt x="710" y="13"/>
                  </a:lnTo>
                  <a:lnTo>
                    <a:pt x="710" y="13"/>
                  </a:lnTo>
                  <a:lnTo>
                    <a:pt x="710" y="13"/>
                  </a:lnTo>
                  <a:lnTo>
                    <a:pt x="712" y="11"/>
                  </a:lnTo>
                  <a:lnTo>
                    <a:pt x="712" y="9"/>
                  </a:lnTo>
                  <a:lnTo>
                    <a:pt x="714" y="7"/>
                  </a:lnTo>
                  <a:lnTo>
                    <a:pt x="714" y="7"/>
                  </a:lnTo>
                  <a:lnTo>
                    <a:pt x="714" y="5"/>
                  </a:lnTo>
                  <a:lnTo>
                    <a:pt x="714" y="5"/>
                  </a:lnTo>
                  <a:lnTo>
                    <a:pt x="716" y="4"/>
                  </a:lnTo>
                  <a:lnTo>
                    <a:pt x="716" y="4"/>
                  </a:lnTo>
                  <a:lnTo>
                    <a:pt x="716" y="2"/>
                  </a:lnTo>
                  <a:lnTo>
                    <a:pt x="718" y="2"/>
                  </a:lnTo>
                  <a:lnTo>
                    <a:pt x="718" y="2"/>
                  </a:lnTo>
                  <a:lnTo>
                    <a:pt x="720" y="2"/>
                  </a:lnTo>
                  <a:lnTo>
                    <a:pt x="722" y="2"/>
                  </a:lnTo>
                  <a:lnTo>
                    <a:pt x="726" y="2"/>
                  </a:lnTo>
                  <a:lnTo>
                    <a:pt x="728" y="2"/>
                  </a:lnTo>
                  <a:lnTo>
                    <a:pt x="7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3294063" y="3911600"/>
              <a:ext cx="144463" cy="98425"/>
            </a:xfrm>
            <a:custGeom>
              <a:avLst/>
              <a:gdLst>
                <a:gd name="T0" fmla="*/ 93 w 183"/>
                <a:gd name="T1" fmla="*/ 12 h 124"/>
                <a:gd name="T2" fmla="*/ 94 w 183"/>
                <a:gd name="T3" fmla="*/ 26 h 124"/>
                <a:gd name="T4" fmla="*/ 106 w 183"/>
                <a:gd name="T5" fmla="*/ 34 h 124"/>
                <a:gd name="T6" fmla="*/ 116 w 183"/>
                <a:gd name="T7" fmla="*/ 44 h 124"/>
                <a:gd name="T8" fmla="*/ 128 w 183"/>
                <a:gd name="T9" fmla="*/ 46 h 124"/>
                <a:gd name="T10" fmla="*/ 142 w 183"/>
                <a:gd name="T11" fmla="*/ 40 h 124"/>
                <a:gd name="T12" fmla="*/ 153 w 183"/>
                <a:gd name="T13" fmla="*/ 38 h 124"/>
                <a:gd name="T14" fmla="*/ 155 w 183"/>
                <a:gd name="T15" fmla="*/ 24 h 124"/>
                <a:gd name="T16" fmla="*/ 161 w 183"/>
                <a:gd name="T17" fmla="*/ 34 h 124"/>
                <a:gd name="T18" fmla="*/ 165 w 183"/>
                <a:gd name="T19" fmla="*/ 46 h 124"/>
                <a:gd name="T20" fmla="*/ 173 w 183"/>
                <a:gd name="T21" fmla="*/ 38 h 124"/>
                <a:gd name="T22" fmla="*/ 181 w 183"/>
                <a:gd name="T23" fmla="*/ 48 h 124"/>
                <a:gd name="T24" fmla="*/ 173 w 183"/>
                <a:gd name="T25" fmla="*/ 61 h 124"/>
                <a:gd name="T26" fmla="*/ 165 w 183"/>
                <a:gd name="T27" fmla="*/ 77 h 124"/>
                <a:gd name="T28" fmla="*/ 159 w 183"/>
                <a:gd name="T29" fmla="*/ 93 h 124"/>
                <a:gd name="T30" fmla="*/ 151 w 183"/>
                <a:gd name="T31" fmla="*/ 103 h 124"/>
                <a:gd name="T32" fmla="*/ 142 w 183"/>
                <a:gd name="T33" fmla="*/ 114 h 124"/>
                <a:gd name="T34" fmla="*/ 128 w 183"/>
                <a:gd name="T35" fmla="*/ 120 h 124"/>
                <a:gd name="T36" fmla="*/ 126 w 183"/>
                <a:gd name="T37" fmla="*/ 110 h 124"/>
                <a:gd name="T38" fmla="*/ 112 w 183"/>
                <a:gd name="T39" fmla="*/ 103 h 124"/>
                <a:gd name="T40" fmla="*/ 102 w 183"/>
                <a:gd name="T41" fmla="*/ 91 h 124"/>
                <a:gd name="T42" fmla="*/ 100 w 183"/>
                <a:gd name="T43" fmla="*/ 83 h 124"/>
                <a:gd name="T44" fmla="*/ 106 w 183"/>
                <a:gd name="T45" fmla="*/ 77 h 124"/>
                <a:gd name="T46" fmla="*/ 98 w 183"/>
                <a:gd name="T47" fmla="*/ 77 h 124"/>
                <a:gd name="T48" fmla="*/ 89 w 183"/>
                <a:gd name="T49" fmla="*/ 79 h 124"/>
                <a:gd name="T50" fmla="*/ 79 w 183"/>
                <a:gd name="T51" fmla="*/ 89 h 124"/>
                <a:gd name="T52" fmla="*/ 83 w 183"/>
                <a:gd name="T53" fmla="*/ 101 h 124"/>
                <a:gd name="T54" fmla="*/ 77 w 183"/>
                <a:gd name="T55" fmla="*/ 101 h 124"/>
                <a:gd name="T56" fmla="*/ 71 w 183"/>
                <a:gd name="T57" fmla="*/ 95 h 124"/>
                <a:gd name="T58" fmla="*/ 67 w 183"/>
                <a:gd name="T59" fmla="*/ 85 h 124"/>
                <a:gd name="T60" fmla="*/ 55 w 183"/>
                <a:gd name="T61" fmla="*/ 79 h 124"/>
                <a:gd name="T62" fmla="*/ 51 w 183"/>
                <a:gd name="T63" fmla="*/ 67 h 124"/>
                <a:gd name="T64" fmla="*/ 47 w 183"/>
                <a:gd name="T65" fmla="*/ 61 h 124"/>
                <a:gd name="T66" fmla="*/ 38 w 183"/>
                <a:gd name="T67" fmla="*/ 65 h 124"/>
                <a:gd name="T68" fmla="*/ 32 w 183"/>
                <a:gd name="T69" fmla="*/ 63 h 124"/>
                <a:gd name="T70" fmla="*/ 26 w 183"/>
                <a:gd name="T71" fmla="*/ 81 h 124"/>
                <a:gd name="T72" fmla="*/ 14 w 183"/>
                <a:gd name="T73" fmla="*/ 81 h 124"/>
                <a:gd name="T74" fmla="*/ 2 w 183"/>
                <a:gd name="T75" fmla="*/ 75 h 124"/>
                <a:gd name="T76" fmla="*/ 8 w 183"/>
                <a:gd name="T77" fmla="*/ 63 h 124"/>
                <a:gd name="T78" fmla="*/ 18 w 183"/>
                <a:gd name="T79" fmla="*/ 57 h 124"/>
                <a:gd name="T80" fmla="*/ 20 w 183"/>
                <a:gd name="T81" fmla="*/ 46 h 124"/>
                <a:gd name="T82" fmla="*/ 14 w 183"/>
                <a:gd name="T83" fmla="*/ 36 h 124"/>
                <a:gd name="T84" fmla="*/ 6 w 183"/>
                <a:gd name="T85" fmla="*/ 26 h 124"/>
                <a:gd name="T86" fmla="*/ 10 w 183"/>
                <a:gd name="T87" fmla="*/ 18 h 124"/>
                <a:gd name="T88" fmla="*/ 14 w 183"/>
                <a:gd name="T89" fmla="*/ 14 h 124"/>
                <a:gd name="T90" fmla="*/ 20 w 183"/>
                <a:gd name="T91" fmla="*/ 8 h 124"/>
                <a:gd name="T92" fmla="*/ 28 w 183"/>
                <a:gd name="T93" fmla="*/ 8 h 124"/>
                <a:gd name="T94" fmla="*/ 28 w 183"/>
                <a:gd name="T95" fmla="*/ 14 h 124"/>
                <a:gd name="T96" fmla="*/ 38 w 183"/>
                <a:gd name="T97" fmla="*/ 22 h 124"/>
                <a:gd name="T98" fmla="*/ 47 w 183"/>
                <a:gd name="T99" fmla="*/ 22 h 124"/>
                <a:gd name="T100" fmla="*/ 57 w 183"/>
                <a:gd name="T101" fmla="*/ 36 h 124"/>
                <a:gd name="T102" fmla="*/ 55 w 183"/>
                <a:gd name="T103" fmla="*/ 24 h 124"/>
                <a:gd name="T104" fmla="*/ 67 w 183"/>
                <a:gd name="T105" fmla="*/ 18 h 124"/>
                <a:gd name="T106" fmla="*/ 81 w 183"/>
                <a:gd name="T107" fmla="*/ 10 h 124"/>
                <a:gd name="T108" fmla="*/ 91 w 183"/>
                <a:gd name="T10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3" h="124">
                  <a:moveTo>
                    <a:pt x="91" y="0"/>
                  </a:moveTo>
                  <a:lnTo>
                    <a:pt x="93" y="4"/>
                  </a:lnTo>
                  <a:lnTo>
                    <a:pt x="93" y="8"/>
                  </a:lnTo>
                  <a:lnTo>
                    <a:pt x="93" y="12"/>
                  </a:lnTo>
                  <a:lnTo>
                    <a:pt x="94" y="14"/>
                  </a:lnTo>
                  <a:lnTo>
                    <a:pt x="94" y="16"/>
                  </a:lnTo>
                  <a:lnTo>
                    <a:pt x="96" y="20"/>
                  </a:lnTo>
                  <a:lnTo>
                    <a:pt x="94" y="26"/>
                  </a:lnTo>
                  <a:lnTo>
                    <a:pt x="96" y="28"/>
                  </a:lnTo>
                  <a:lnTo>
                    <a:pt x="100" y="30"/>
                  </a:lnTo>
                  <a:lnTo>
                    <a:pt x="100" y="34"/>
                  </a:lnTo>
                  <a:lnTo>
                    <a:pt x="106" y="34"/>
                  </a:lnTo>
                  <a:lnTo>
                    <a:pt x="112" y="36"/>
                  </a:lnTo>
                  <a:lnTo>
                    <a:pt x="114" y="40"/>
                  </a:lnTo>
                  <a:lnTo>
                    <a:pt x="114" y="42"/>
                  </a:lnTo>
                  <a:lnTo>
                    <a:pt x="116" y="44"/>
                  </a:lnTo>
                  <a:lnTo>
                    <a:pt x="118" y="46"/>
                  </a:lnTo>
                  <a:lnTo>
                    <a:pt x="122" y="46"/>
                  </a:lnTo>
                  <a:lnTo>
                    <a:pt x="124" y="46"/>
                  </a:lnTo>
                  <a:lnTo>
                    <a:pt x="128" y="46"/>
                  </a:lnTo>
                  <a:lnTo>
                    <a:pt x="132" y="44"/>
                  </a:lnTo>
                  <a:lnTo>
                    <a:pt x="134" y="42"/>
                  </a:lnTo>
                  <a:lnTo>
                    <a:pt x="140" y="42"/>
                  </a:lnTo>
                  <a:lnTo>
                    <a:pt x="142" y="40"/>
                  </a:lnTo>
                  <a:lnTo>
                    <a:pt x="145" y="38"/>
                  </a:lnTo>
                  <a:lnTo>
                    <a:pt x="149" y="40"/>
                  </a:lnTo>
                  <a:lnTo>
                    <a:pt x="151" y="40"/>
                  </a:lnTo>
                  <a:lnTo>
                    <a:pt x="153" y="38"/>
                  </a:lnTo>
                  <a:lnTo>
                    <a:pt x="153" y="34"/>
                  </a:lnTo>
                  <a:lnTo>
                    <a:pt x="153" y="32"/>
                  </a:lnTo>
                  <a:lnTo>
                    <a:pt x="153" y="30"/>
                  </a:lnTo>
                  <a:lnTo>
                    <a:pt x="155" y="24"/>
                  </a:lnTo>
                  <a:lnTo>
                    <a:pt x="157" y="24"/>
                  </a:lnTo>
                  <a:lnTo>
                    <a:pt x="159" y="26"/>
                  </a:lnTo>
                  <a:lnTo>
                    <a:pt x="159" y="32"/>
                  </a:lnTo>
                  <a:lnTo>
                    <a:pt x="161" y="34"/>
                  </a:lnTo>
                  <a:lnTo>
                    <a:pt x="161" y="38"/>
                  </a:lnTo>
                  <a:lnTo>
                    <a:pt x="159" y="40"/>
                  </a:lnTo>
                  <a:lnTo>
                    <a:pt x="161" y="44"/>
                  </a:lnTo>
                  <a:lnTo>
                    <a:pt x="165" y="46"/>
                  </a:lnTo>
                  <a:lnTo>
                    <a:pt x="169" y="44"/>
                  </a:lnTo>
                  <a:lnTo>
                    <a:pt x="169" y="42"/>
                  </a:lnTo>
                  <a:lnTo>
                    <a:pt x="171" y="38"/>
                  </a:lnTo>
                  <a:lnTo>
                    <a:pt x="173" y="38"/>
                  </a:lnTo>
                  <a:lnTo>
                    <a:pt x="175" y="40"/>
                  </a:lnTo>
                  <a:lnTo>
                    <a:pt x="175" y="44"/>
                  </a:lnTo>
                  <a:lnTo>
                    <a:pt x="177" y="46"/>
                  </a:lnTo>
                  <a:lnTo>
                    <a:pt x="181" y="48"/>
                  </a:lnTo>
                  <a:lnTo>
                    <a:pt x="183" y="52"/>
                  </a:lnTo>
                  <a:lnTo>
                    <a:pt x="181" y="55"/>
                  </a:lnTo>
                  <a:lnTo>
                    <a:pt x="175" y="57"/>
                  </a:lnTo>
                  <a:lnTo>
                    <a:pt x="173" y="61"/>
                  </a:lnTo>
                  <a:lnTo>
                    <a:pt x="171" y="65"/>
                  </a:lnTo>
                  <a:lnTo>
                    <a:pt x="171" y="71"/>
                  </a:lnTo>
                  <a:lnTo>
                    <a:pt x="167" y="75"/>
                  </a:lnTo>
                  <a:lnTo>
                    <a:pt x="165" y="77"/>
                  </a:lnTo>
                  <a:lnTo>
                    <a:pt x="165" y="83"/>
                  </a:lnTo>
                  <a:lnTo>
                    <a:pt x="165" y="89"/>
                  </a:lnTo>
                  <a:lnTo>
                    <a:pt x="161" y="93"/>
                  </a:lnTo>
                  <a:lnTo>
                    <a:pt x="159" y="93"/>
                  </a:lnTo>
                  <a:lnTo>
                    <a:pt x="155" y="93"/>
                  </a:lnTo>
                  <a:lnTo>
                    <a:pt x="155" y="97"/>
                  </a:lnTo>
                  <a:lnTo>
                    <a:pt x="153" y="99"/>
                  </a:lnTo>
                  <a:lnTo>
                    <a:pt x="151" y="103"/>
                  </a:lnTo>
                  <a:lnTo>
                    <a:pt x="149" y="105"/>
                  </a:lnTo>
                  <a:lnTo>
                    <a:pt x="145" y="108"/>
                  </a:lnTo>
                  <a:lnTo>
                    <a:pt x="143" y="110"/>
                  </a:lnTo>
                  <a:lnTo>
                    <a:pt x="142" y="114"/>
                  </a:lnTo>
                  <a:lnTo>
                    <a:pt x="138" y="118"/>
                  </a:lnTo>
                  <a:lnTo>
                    <a:pt x="134" y="124"/>
                  </a:lnTo>
                  <a:lnTo>
                    <a:pt x="130" y="124"/>
                  </a:lnTo>
                  <a:lnTo>
                    <a:pt x="128" y="120"/>
                  </a:lnTo>
                  <a:lnTo>
                    <a:pt x="126" y="116"/>
                  </a:lnTo>
                  <a:lnTo>
                    <a:pt x="124" y="114"/>
                  </a:lnTo>
                  <a:lnTo>
                    <a:pt x="126" y="112"/>
                  </a:lnTo>
                  <a:lnTo>
                    <a:pt x="126" y="110"/>
                  </a:lnTo>
                  <a:lnTo>
                    <a:pt x="124" y="110"/>
                  </a:lnTo>
                  <a:lnTo>
                    <a:pt x="118" y="108"/>
                  </a:lnTo>
                  <a:lnTo>
                    <a:pt x="116" y="106"/>
                  </a:lnTo>
                  <a:lnTo>
                    <a:pt x="112" y="103"/>
                  </a:lnTo>
                  <a:lnTo>
                    <a:pt x="110" y="99"/>
                  </a:lnTo>
                  <a:lnTo>
                    <a:pt x="108" y="95"/>
                  </a:lnTo>
                  <a:lnTo>
                    <a:pt x="106" y="91"/>
                  </a:lnTo>
                  <a:lnTo>
                    <a:pt x="102" y="91"/>
                  </a:lnTo>
                  <a:lnTo>
                    <a:pt x="100" y="91"/>
                  </a:lnTo>
                  <a:lnTo>
                    <a:pt x="100" y="89"/>
                  </a:lnTo>
                  <a:lnTo>
                    <a:pt x="100" y="85"/>
                  </a:lnTo>
                  <a:lnTo>
                    <a:pt x="100" y="83"/>
                  </a:lnTo>
                  <a:lnTo>
                    <a:pt x="102" y="83"/>
                  </a:lnTo>
                  <a:lnTo>
                    <a:pt x="108" y="81"/>
                  </a:lnTo>
                  <a:lnTo>
                    <a:pt x="108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98" y="77"/>
                  </a:lnTo>
                  <a:lnTo>
                    <a:pt x="96" y="77"/>
                  </a:lnTo>
                  <a:lnTo>
                    <a:pt x="94" y="79"/>
                  </a:lnTo>
                  <a:lnTo>
                    <a:pt x="93" y="79"/>
                  </a:lnTo>
                  <a:lnTo>
                    <a:pt x="89" y="79"/>
                  </a:lnTo>
                  <a:lnTo>
                    <a:pt x="85" y="79"/>
                  </a:lnTo>
                  <a:lnTo>
                    <a:pt x="83" y="81"/>
                  </a:lnTo>
                  <a:lnTo>
                    <a:pt x="81" y="85"/>
                  </a:lnTo>
                  <a:lnTo>
                    <a:pt x="79" y="89"/>
                  </a:lnTo>
                  <a:lnTo>
                    <a:pt x="79" y="93"/>
                  </a:lnTo>
                  <a:lnTo>
                    <a:pt x="83" y="93"/>
                  </a:lnTo>
                  <a:lnTo>
                    <a:pt x="83" y="99"/>
                  </a:lnTo>
                  <a:lnTo>
                    <a:pt x="83" y="101"/>
                  </a:lnTo>
                  <a:lnTo>
                    <a:pt x="83" y="105"/>
                  </a:lnTo>
                  <a:lnTo>
                    <a:pt x="81" y="103"/>
                  </a:lnTo>
                  <a:lnTo>
                    <a:pt x="79" y="103"/>
                  </a:lnTo>
                  <a:lnTo>
                    <a:pt x="77" y="101"/>
                  </a:lnTo>
                  <a:lnTo>
                    <a:pt x="77" y="97"/>
                  </a:lnTo>
                  <a:lnTo>
                    <a:pt x="75" y="97"/>
                  </a:lnTo>
                  <a:lnTo>
                    <a:pt x="73" y="97"/>
                  </a:lnTo>
                  <a:lnTo>
                    <a:pt x="71" y="95"/>
                  </a:lnTo>
                  <a:lnTo>
                    <a:pt x="71" y="91"/>
                  </a:lnTo>
                  <a:lnTo>
                    <a:pt x="71" y="89"/>
                  </a:lnTo>
                  <a:lnTo>
                    <a:pt x="69" y="87"/>
                  </a:lnTo>
                  <a:lnTo>
                    <a:pt x="67" y="85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7" y="83"/>
                  </a:lnTo>
                  <a:lnTo>
                    <a:pt x="55" y="79"/>
                  </a:lnTo>
                  <a:lnTo>
                    <a:pt x="53" y="75"/>
                  </a:lnTo>
                  <a:lnTo>
                    <a:pt x="53" y="73"/>
                  </a:lnTo>
                  <a:lnTo>
                    <a:pt x="53" y="69"/>
                  </a:lnTo>
                  <a:lnTo>
                    <a:pt x="51" y="67"/>
                  </a:lnTo>
                  <a:lnTo>
                    <a:pt x="49" y="65"/>
                  </a:lnTo>
                  <a:lnTo>
                    <a:pt x="49" y="61"/>
                  </a:lnTo>
                  <a:lnTo>
                    <a:pt x="49" y="61"/>
                  </a:lnTo>
                  <a:lnTo>
                    <a:pt x="47" y="61"/>
                  </a:lnTo>
                  <a:lnTo>
                    <a:pt x="45" y="63"/>
                  </a:lnTo>
                  <a:lnTo>
                    <a:pt x="43" y="65"/>
                  </a:lnTo>
                  <a:lnTo>
                    <a:pt x="42" y="65"/>
                  </a:lnTo>
                  <a:lnTo>
                    <a:pt x="38" y="65"/>
                  </a:lnTo>
                  <a:lnTo>
                    <a:pt x="36" y="65"/>
                  </a:lnTo>
                  <a:lnTo>
                    <a:pt x="36" y="61"/>
                  </a:lnTo>
                  <a:lnTo>
                    <a:pt x="34" y="59"/>
                  </a:lnTo>
                  <a:lnTo>
                    <a:pt x="32" y="63"/>
                  </a:lnTo>
                  <a:lnTo>
                    <a:pt x="32" y="71"/>
                  </a:lnTo>
                  <a:lnTo>
                    <a:pt x="30" y="73"/>
                  </a:lnTo>
                  <a:lnTo>
                    <a:pt x="30" y="79"/>
                  </a:lnTo>
                  <a:lnTo>
                    <a:pt x="26" y="81"/>
                  </a:lnTo>
                  <a:lnTo>
                    <a:pt x="28" y="85"/>
                  </a:lnTo>
                  <a:lnTo>
                    <a:pt x="26" y="85"/>
                  </a:lnTo>
                  <a:lnTo>
                    <a:pt x="20" y="85"/>
                  </a:lnTo>
                  <a:lnTo>
                    <a:pt x="14" y="81"/>
                  </a:lnTo>
                  <a:lnTo>
                    <a:pt x="12" y="77"/>
                  </a:lnTo>
                  <a:lnTo>
                    <a:pt x="12" y="75"/>
                  </a:lnTo>
                  <a:lnTo>
                    <a:pt x="8" y="75"/>
                  </a:lnTo>
                  <a:lnTo>
                    <a:pt x="2" y="75"/>
                  </a:lnTo>
                  <a:lnTo>
                    <a:pt x="0" y="73"/>
                  </a:lnTo>
                  <a:lnTo>
                    <a:pt x="0" y="67"/>
                  </a:lnTo>
                  <a:lnTo>
                    <a:pt x="4" y="65"/>
                  </a:lnTo>
                  <a:lnTo>
                    <a:pt x="8" y="63"/>
                  </a:lnTo>
                  <a:lnTo>
                    <a:pt x="10" y="59"/>
                  </a:lnTo>
                  <a:lnTo>
                    <a:pt x="12" y="59"/>
                  </a:lnTo>
                  <a:lnTo>
                    <a:pt x="16" y="59"/>
                  </a:lnTo>
                  <a:lnTo>
                    <a:pt x="18" y="57"/>
                  </a:lnTo>
                  <a:lnTo>
                    <a:pt x="16" y="53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2"/>
                  </a:lnTo>
                  <a:lnTo>
                    <a:pt x="20" y="40"/>
                  </a:lnTo>
                  <a:lnTo>
                    <a:pt x="18" y="38"/>
                  </a:lnTo>
                  <a:lnTo>
                    <a:pt x="14" y="36"/>
                  </a:lnTo>
                  <a:lnTo>
                    <a:pt x="12" y="34"/>
                  </a:lnTo>
                  <a:lnTo>
                    <a:pt x="12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6"/>
                  </a:lnTo>
                  <a:lnTo>
                    <a:pt x="4" y="20"/>
                  </a:lnTo>
                  <a:lnTo>
                    <a:pt x="6" y="20"/>
                  </a:lnTo>
                  <a:lnTo>
                    <a:pt x="10" y="18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2" y="10"/>
                  </a:lnTo>
                  <a:lnTo>
                    <a:pt x="14" y="14"/>
                  </a:lnTo>
                  <a:lnTo>
                    <a:pt x="18" y="14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4" y="6"/>
                  </a:lnTo>
                  <a:lnTo>
                    <a:pt x="26" y="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10"/>
                  </a:lnTo>
                  <a:lnTo>
                    <a:pt x="28" y="14"/>
                  </a:lnTo>
                  <a:lnTo>
                    <a:pt x="28" y="18"/>
                  </a:lnTo>
                  <a:lnTo>
                    <a:pt x="32" y="20"/>
                  </a:lnTo>
                  <a:lnTo>
                    <a:pt x="34" y="20"/>
                  </a:lnTo>
                  <a:lnTo>
                    <a:pt x="38" y="22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5" y="20"/>
                  </a:lnTo>
                  <a:lnTo>
                    <a:pt x="47" y="22"/>
                  </a:lnTo>
                  <a:lnTo>
                    <a:pt x="49" y="24"/>
                  </a:lnTo>
                  <a:lnTo>
                    <a:pt x="49" y="30"/>
                  </a:lnTo>
                  <a:lnTo>
                    <a:pt x="51" y="34"/>
                  </a:lnTo>
                  <a:lnTo>
                    <a:pt x="57" y="36"/>
                  </a:lnTo>
                  <a:lnTo>
                    <a:pt x="59" y="34"/>
                  </a:lnTo>
                  <a:lnTo>
                    <a:pt x="59" y="32"/>
                  </a:lnTo>
                  <a:lnTo>
                    <a:pt x="57" y="28"/>
                  </a:lnTo>
                  <a:lnTo>
                    <a:pt x="55" y="24"/>
                  </a:lnTo>
                  <a:lnTo>
                    <a:pt x="57" y="24"/>
                  </a:lnTo>
                  <a:lnTo>
                    <a:pt x="63" y="24"/>
                  </a:lnTo>
                  <a:lnTo>
                    <a:pt x="65" y="22"/>
                  </a:lnTo>
                  <a:lnTo>
                    <a:pt x="67" y="18"/>
                  </a:lnTo>
                  <a:lnTo>
                    <a:pt x="71" y="16"/>
                  </a:lnTo>
                  <a:lnTo>
                    <a:pt x="71" y="10"/>
                  </a:lnTo>
                  <a:lnTo>
                    <a:pt x="75" y="10"/>
                  </a:lnTo>
                  <a:lnTo>
                    <a:pt x="81" y="10"/>
                  </a:lnTo>
                  <a:lnTo>
                    <a:pt x="83" y="8"/>
                  </a:lnTo>
                  <a:lnTo>
                    <a:pt x="85" y="4"/>
                  </a:lnTo>
                  <a:lnTo>
                    <a:pt x="89" y="2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auto">
            <a:xfrm>
              <a:off x="3875088" y="3595688"/>
              <a:ext cx="588963" cy="417513"/>
            </a:xfrm>
            <a:custGeom>
              <a:avLst/>
              <a:gdLst>
                <a:gd name="T0" fmla="*/ 582 w 741"/>
                <a:gd name="T1" fmla="*/ 23 h 524"/>
                <a:gd name="T2" fmla="*/ 563 w 741"/>
                <a:gd name="T3" fmla="*/ 53 h 524"/>
                <a:gd name="T4" fmla="*/ 547 w 741"/>
                <a:gd name="T5" fmla="*/ 86 h 524"/>
                <a:gd name="T6" fmla="*/ 527 w 741"/>
                <a:gd name="T7" fmla="*/ 127 h 524"/>
                <a:gd name="T8" fmla="*/ 525 w 741"/>
                <a:gd name="T9" fmla="*/ 161 h 524"/>
                <a:gd name="T10" fmla="*/ 571 w 741"/>
                <a:gd name="T11" fmla="*/ 165 h 524"/>
                <a:gd name="T12" fmla="*/ 582 w 741"/>
                <a:gd name="T13" fmla="*/ 190 h 524"/>
                <a:gd name="T14" fmla="*/ 610 w 741"/>
                <a:gd name="T15" fmla="*/ 188 h 524"/>
                <a:gd name="T16" fmla="*/ 653 w 741"/>
                <a:gd name="T17" fmla="*/ 167 h 524"/>
                <a:gd name="T18" fmla="*/ 665 w 741"/>
                <a:gd name="T19" fmla="*/ 143 h 524"/>
                <a:gd name="T20" fmla="*/ 696 w 741"/>
                <a:gd name="T21" fmla="*/ 133 h 524"/>
                <a:gd name="T22" fmla="*/ 718 w 741"/>
                <a:gd name="T23" fmla="*/ 127 h 524"/>
                <a:gd name="T24" fmla="*/ 729 w 741"/>
                <a:gd name="T25" fmla="*/ 147 h 524"/>
                <a:gd name="T26" fmla="*/ 731 w 741"/>
                <a:gd name="T27" fmla="*/ 180 h 524"/>
                <a:gd name="T28" fmla="*/ 739 w 741"/>
                <a:gd name="T29" fmla="*/ 206 h 524"/>
                <a:gd name="T30" fmla="*/ 684 w 741"/>
                <a:gd name="T31" fmla="*/ 208 h 524"/>
                <a:gd name="T32" fmla="*/ 682 w 741"/>
                <a:gd name="T33" fmla="*/ 228 h 524"/>
                <a:gd name="T34" fmla="*/ 671 w 741"/>
                <a:gd name="T35" fmla="*/ 251 h 524"/>
                <a:gd name="T36" fmla="*/ 657 w 741"/>
                <a:gd name="T37" fmla="*/ 281 h 524"/>
                <a:gd name="T38" fmla="*/ 631 w 741"/>
                <a:gd name="T39" fmla="*/ 302 h 524"/>
                <a:gd name="T40" fmla="*/ 627 w 741"/>
                <a:gd name="T41" fmla="*/ 332 h 524"/>
                <a:gd name="T42" fmla="*/ 604 w 741"/>
                <a:gd name="T43" fmla="*/ 365 h 524"/>
                <a:gd name="T44" fmla="*/ 606 w 741"/>
                <a:gd name="T45" fmla="*/ 391 h 524"/>
                <a:gd name="T46" fmla="*/ 620 w 741"/>
                <a:gd name="T47" fmla="*/ 402 h 524"/>
                <a:gd name="T48" fmla="*/ 641 w 741"/>
                <a:gd name="T49" fmla="*/ 404 h 524"/>
                <a:gd name="T50" fmla="*/ 651 w 741"/>
                <a:gd name="T51" fmla="*/ 428 h 524"/>
                <a:gd name="T52" fmla="*/ 661 w 741"/>
                <a:gd name="T53" fmla="*/ 449 h 524"/>
                <a:gd name="T54" fmla="*/ 661 w 741"/>
                <a:gd name="T55" fmla="*/ 483 h 524"/>
                <a:gd name="T56" fmla="*/ 635 w 741"/>
                <a:gd name="T57" fmla="*/ 518 h 524"/>
                <a:gd name="T58" fmla="*/ 565 w 741"/>
                <a:gd name="T59" fmla="*/ 506 h 524"/>
                <a:gd name="T60" fmla="*/ 506 w 741"/>
                <a:gd name="T61" fmla="*/ 504 h 524"/>
                <a:gd name="T62" fmla="*/ 459 w 741"/>
                <a:gd name="T63" fmla="*/ 446 h 524"/>
                <a:gd name="T64" fmla="*/ 423 w 741"/>
                <a:gd name="T65" fmla="*/ 398 h 524"/>
                <a:gd name="T66" fmla="*/ 390 w 741"/>
                <a:gd name="T67" fmla="*/ 343 h 524"/>
                <a:gd name="T68" fmla="*/ 357 w 741"/>
                <a:gd name="T69" fmla="*/ 300 h 524"/>
                <a:gd name="T70" fmla="*/ 288 w 741"/>
                <a:gd name="T71" fmla="*/ 290 h 524"/>
                <a:gd name="T72" fmla="*/ 227 w 741"/>
                <a:gd name="T73" fmla="*/ 275 h 524"/>
                <a:gd name="T74" fmla="*/ 157 w 741"/>
                <a:gd name="T75" fmla="*/ 288 h 524"/>
                <a:gd name="T76" fmla="*/ 133 w 741"/>
                <a:gd name="T77" fmla="*/ 251 h 524"/>
                <a:gd name="T78" fmla="*/ 149 w 741"/>
                <a:gd name="T79" fmla="*/ 224 h 524"/>
                <a:gd name="T80" fmla="*/ 131 w 741"/>
                <a:gd name="T81" fmla="*/ 198 h 524"/>
                <a:gd name="T82" fmla="*/ 129 w 741"/>
                <a:gd name="T83" fmla="*/ 186 h 524"/>
                <a:gd name="T84" fmla="*/ 123 w 741"/>
                <a:gd name="T85" fmla="*/ 151 h 524"/>
                <a:gd name="T86" fmla="*/ 104 w 741"/>
                <a:gd name="T87" fmla="*/ 149 h 524"/>
                <a:gd name="T88" fmla="*/ 90 w 741"/>
                <a:gd name="T89" fmla="*/ 127 h 524"/>
                <a:gd name="T90" fmla="*/ 47 w 741"/>
                <a:gd name="T91" fmla="*/ 133 h 524"/>
                <a:gd name="T92" fmla="*/ 31 w 741"/>
                <a:gd name="T93" fmla="*/ 114 h 524"/>
                <a:gd name="T94" fmla="*/ 39 w 741"/>
                <a:gd name="T95" fmla="*/ 96 h 524"/>
                <a:gd name="T96" fmla="*/ 8 w 741"/>
                <a:gd name="T97" fmla="*/ 76 h 524"/>
                <a:gd name="T98" fmla="*/ 51 w 741"/>
                <a:gd name="T99" fmla="*/ 37 h 524"/>
                <a:gd name="T100" fmla="*/ 121 w 741"/>
                <a:gd name="T101" fmla="*/ 55 h 524"/>
                <a:gd name="T102" fmla="*/ 141 w 741"/>
                <a:gd name="T103" fmla="*/ 53 h 524"/>
                <a:gd name="T104" fmla="*/ 194 w 741"/>
                <a:gd name="T105" fmla="*/ 63 h 524"/>
                <a:gd name="T106" fmla="*/ 223 w 741"/>
                <a:gd name="T107" fmla="*/ 88 h 524"/>
                <a:gd name="T108" fmla="*/ 265 w 741"/>
                <a:gd name="T109" fmla="*/ 84 h 524"/>
                <a:gd name="T110" fmla="*/ 294 w 741"/>
                <a:gd name="T111" fmla="*/ 88 h 524"/>
                <a:gd name="T112" fmla="*/ 331 w 741"/>
                <a:gd name="T113" fmla="*/ 76 h 524"/>
                <a:gd name="T114" fmla="*/ 357 w 741"/>
                <a:gd name="T115" fmla="*/ 76 h 524"/>
                <a:gd name="T116" fmla="*/ 394 w 741"/>
                <a:gd name="T117" fmla="*/ 63 h 524"/>
                <a:gd name="T118" fmla="*/ 425 w 741"/>
                <a:gd name="T119" fmla="*/ 59 h 524"/>
                <a:gd name="T120" fmla="*/ 455 w 741"/>
                <a:gd name="T121" fmla="*/ 31 h 524"/>
                <a:gd name="T122" fmla="*/ 523 w 741"/>
                <a:gd name="T123" fmla="*/ 17 h 524"/>
                <a:gd name="T124" fmla="*/ 569 w 741"/>
                <a:gd name="T125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1" h="524">
                  <a:moveTo>
                    <a:pt x="569" y="0"/>
                  </a:moveTo>
                  <a:lnTo>
                    <a:pt x="569" y="0"/>
                  </a:lnTo>
                  <a:lnTo>
                    <a:pt x="569" y="2"/>
                  </a:lnTo>
                  <a:lnTo>
                    <a:pt x="569" y="2"/>
                  </a:lnTo>
                  <a:lnTo>
                    <a:pt x="569" y="2"/>
                  </a:lnTo>
                  <a:lnTo>
                    <a:pt x="571" y="4"/>
                  </a:lnTo>
                  <a:lnTo>
                    <a:pt x="576" y="8"/>
                  </a:lnTo>
                  <a:lnTo>
                    <a:pt x="574" y="10"/>
                  </a:lnTo>
                  <a:lnTo>
                    <a:pt x="574" y="10"/>
                  </a:lnTo>
                  <a:lnTo>
                    <a:pt x="574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80" y="14"/>
                  </a:lnTo>
                  <a:lnTo>
                    <a:pt x="582" y="14"/>
                  </a:lnTo>
                  <a:lnTo>
                    <a:pt x="582" y="16"/>
                  </a:lnTo>
                  <a:lnTo>
                    <a:pt x="582" y="16"/>
                  </a:lnTo>
                  <a:lnTo>
                    <a:pt x="584" y="16"/>
                  </a:lnTo>
                  <a:lnTo>
                    <a:pt x="584" y="16"/>
                  </a:lnTo>
                  <a:lnTo>
                    <a:pt x="584" y="16"/>
                  </a:lnTo>
                  <a:lnTo>
                    <a:pt x="584" y="16"/>
                  </a:lnTo>
                  <a:lnTo>
                    <a:pt x="586" y="16"/>
                  </a:lnTo>
                  <a:lnTo>
                    <a:pt x="588" y="16"/>
                  </a:lnTo>
                  <a:lnTo>
                    <a:pt x="588" y="16"/>
                  </a:lnTo>
                  <a:lnTo>
                    <a:pt x="588" y="16"/>
                  </a:lnTo>
                  <a:lnTo>
                    <a:pt x="590" y="16"/>
                  </a:lnTo>
                  <a:lnTo>
                    <a:pt x="592" y="16"/>
                  </a:lnTo>
                  <a:lnTo>
                    <a:pt x="592" y="16"/>
                  </a:lnTo>
                  <a:lnTo>
                    <a:pt x="592" y="16"/>
                  </a:lnTo>
                  <a:lnTo>
                    <a:pt x="592" y="17"/>
                  </a:lnTo>
                  <a:lnTo>
                    <a:pt x="592" y="17"/>
                  </a:lnTo>
                  <a:lnTo>
                    <a:pt x="592" y="17"/>
                  </a:lnTo>
                  <a:lnTo>
                    <a:pt x="592" y="17"/>
                  </a:lnTo>
                  <a:lnTo>
                    <a:pt x="592" y="17"/>
                  </a:lnTo>
                  <a:lnTo>
                    <a:pt x="588" y="19"/>
                  </a:lnTo>
                  <a:lnTo>
                    <a:pt x="586" y="21"/>
                  </a:lnTo>
                  <a:lnTo>
                    <a:pt x="586" y="21"/>
                  </a:lnTo>
                  <a:lnTo>
                    <a:pt x="584" y="21"/>
                  </a:lnTo>
                  <a:lnTo>
                    <a:pt x="584" y="21"/>
                  </a:lnTo>
                  <a:lnTo>
                    <a:pt x="584" y="21"/>
                  </a:lnTo>
                  <a:lnTo>
                    <a:pt x="584" y="21"/>
                  </a:lnTo>
                  <a:lnTo>
                    <a:pt x="582" y="21"/>
                  </a:lnTo>
                  <a:lnTo>
                    <a:pt x="582" y="21"/>
                  </a:lnTo>
                  <a:lnTo>
                    <a:pt x="582" y="21"/>
                  </a:lnTo>
                  <a:lnTo>
                    <a:pt x="582" y="21"/>
                  </a:lnTo>
                  <a:lnTo>
                    <a:pt x="582" y="21"/>
                  </a:lnTo>
                  <a:lnTo>
                    <a:pt x="582" y="23"/>
                  </a:lnTo>
                  <a:lnTo>
                    <a:pt x="582" y="23"/>
                  </a:lnTo>
                  <a:lnTo>
                    <a:pt x="582" y="23"/>
                  </a:lnTo>
                  <a:lnTo>
                    <a:pt x="582" y="23"/>
                  </a:lnTo>
                  <a:lnTo>
                    <a:pt x="582" y="25"/>
                  </a:lnTo>
                  <a:lnTo>
                    <a:pt x="582" y="25"/>
                  </a:lnTo>
                  <a:lnTo>
                    <a:pt x="582" y="25"/>
                  </a:lnTo>
                  <a:lnTo>
                    <a:pt x="582" y="25"/>
                  </a:lnTo>
                  <a:lnTo>
                    <a:pt x="584" y="27"/>
                  </a:lnTo>
                  <a:lnTo>
                    <a:pt x="584" y="27"/>
                  </a:lnTo>
                  <a:lnTo>
                    <a:pt x="584" y="27"/>
                  </a:lnTo>
                  <a:lnTo>
                    <a:pt x="584" y="27"/>
                  </a:lnTo>
                  <a:lnTo>
                    <a:pt x="584" y="29"/>
                  </a:lnTo>
                  <a:lnTo>
                    <a:pt x="584" y="33"/>
                  </a:lnTo>
                  <a:lnTo>
                    <a:pt x="584" y="33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0" y="35"/>
                  </a:lnTo>
                  <a:lnTo>
                    <a:pt x="578" y="37"/>
                  </a:lnTo>
                  <a:lnTo>
                    <a:pt x="576" y="37"/>
                  </a:lnTo>
                  <a:lnTo>
                    <a:pt x="574" y="37"/>
                  </a:lnTo>
                  <a:lnTo>
                    <a:pt x="574" y="37"/>
                  </a:lnTo>
                  <a:lnTo>
                    <a:pt x="574" y="37"/>
                  </a:lnTo>
                  <a:lnTo>
                    <a:pt x="572" y="39"/>
                  </a:lnTo>
                  <a:lnTo>
                    <a:pt x="572" y="39"/>
                  </a:lnTo>
                  <a:lnTo>
                    <a:pt x="572" y="39"/>
                  </a:lnTo>
                  <a:lnTo>
                    <a:pt x="572" y="39"/>
                  </a:lnTo>
                  <a:lnTo>
                    <a:pt x="572" y="39"/>
                  </a:lnTo>
                  <a:lnTo>
                    <a:pt x="572" y="41"/>
                  </a:lnTo>
                  <a:lnTo>
                    <a:pt x="572" y="41"/>
                  </a:lnTo>
                  <a:lnTo>
                    <a:pt x="572" y="41"/>
                  </a:lnTo>
                  <a:lnTo>
                    <a:pt x="572" y="43"/>
                  </a:lnTo>
                  <a:lnTo>
                    <a:pt x="574" y="43"/>
                  </a:lnTo>
                  <a:lnTo>
                    <a:pt x="574" y="43"/>
                  </a:lnTo>
                  <a:lnTo>
                    <a:pt x="574" y="43"/>
                  </a:lnTo>
                  <a:lnTo>
                    <a:pt x="574" y="43"/>
                  </a:lnTo>
                  <a:lnTo>
                    <a:pt x="574" y="43"/>
                  </a:lnTo>
                  <a:lnTo>
                    <a:pt x="574" y="45"/>
                  </a:lnTo>
                  <a:lnTo>
                    <a:pt x="574" y="45"/>
                  </a:lnTo>
                  <a:lnTo>
                    <a:pt x="576" y="45"/>
                  </a:lnTo>
                  <a:lnTo>
                    <a:pt x="576" y="45"/>
                  </a:lnTo>
                  <a:lnTo>
                    <a:pt x="576" y="47"/>
                  </a:lnTo>
                  <a:lnTo>
                    <a:pt x="576" y="47"/>
                  </a:lnTo>
                  <a:lnTo>
                    <a:pt x="576" y="47"/>
                  </a:lnTo>
                  <a:lnTo>
                    <a:pt x="576" y="49"/>
                  </a:lnTo>
                  <a:lnTo>
                    <a:pt x="576" y="49"/>
                  </a:lnTo>
                  <a:lnTo>
                    <a:pt x="574" y="49"/>
                  </a:lnTo>
                  <a:lnTo>
                    <a:pt x="572" y="51"/>
                  </a:lnTo>
                  <a:lnTo>
                    <a:pt x="565" y="53"/>
                  </a:lnTo>
                  <a:lnTo>
                    <a:pt x="565" y="53"/>
                  </a:lnTo>
                  <a:lnTo>
                    <a:pt x="565" y="53"/>
                  </a:lnTo>
                  <a:lnTo>
                    <a:pt x="563" y="53"/>
                  </a:lnTo>
                  <a:lnTo>
                    <a:pt x="563" y="55"/>
                  </a:lnTo>
                  <a:lnTo>
                    <a:pt x="563" y="57"/>
                  </a:lnTo>
                  <a:lnTo>
                    <a:pt x="561" y="59"/>
                  </a:lnTo>
                  <a:lnTo>
                    <a:pt x="561" y="59"/>
                  </a:lnTo>
                  <a:lnTo>
                    <a:pt x="561" y="59"/>
                  </a:lnTo>
                  <a:lnTo>
                    <a:pt x="561" y="59"/>
                  </a:lnTo>
                  <a:lnTo>
                    <a:pt x="561" y="61"/>
                  </a:lnTo>
                  <a:lnTo>
                    <a:pt x="563" y="61"/>
                  </a:lnTo>
                  <a:lnTo>
                    <a:pt x="563" y="63"/>
                  </a:lnTo>
                  <a:lnTo>
                    <a:pt x="563" y="63"/>
                  </a:lnTo>
                  <a:lnTo>
                    <a:pt x="563" y="63"/>
                  </a:lnTo>
                  <a:lnTo>
                    <a:pt x="565" y="65"/>
                  </a:lnTo>
                  <a:lnTo>
                    <a:pt x="565" y="65"/>
                  </a:lnTo>
                  <a:lnTo>
                    <a:pt x="565" y="65"/>
                  </a:lnTo>
                  <a:lnTo>
                    <a:pt x="565" y="65"/>
                  </a:lnTo>
                  <a:lnTo>
                    <a:pt x="565" y="67"/>
                  </a:lnTo>
                  <a:lnTo>
                    <a:pt x="565" y="67"/>
                  </a:lnTo>
                  <a:lnTo>
                    <a:pt x="563" y="67"/>
                  </a:lnTo>
                  <a:lnTo>
                    <a:pt x="561" y="69"/>
                  </a:lnTo>
                  <a:lnTo>
                    <a:pt x="561" y="71"/>
                  </a:lnTo>
                  <a:lnTo>
                    <a:pt x="561" y="71"/>
                  </a:lnTo>
                  <a:lnTo>
                    <a:pt x="561" y="71"/>
                  </a:lnTo>
                  <a:lnTo>
                    <a:pt x="559" y="71"/>
                  </a:lnTo>
                  <a:lnTo>
                    <a:pt x="559" y="71"/>
                  </a:lnTo>
                  <a:lnTo>
                    <a:pt x="559" y="71"/>
                  </a:lnTo>
                  <a:lnTo>
                    <a:pt x="557" y="72"/>
                  </a:lnTo>
                  <a:lnTo>
                    <a:pt x="557" y="72"/>
                  </a:lnTo>
                  <a:lnTo>
                    <a:pt x="557" y="74"/>
                  </a:lnTo>
                  <a:lnTo>
                    <a:pt x="557" y="74"/>
                  </a:lnTo>
                  <a:lnTo>
                    <a:pt x="557" y="76"/>
                  </a:lnTo>
                  <a:lnTo>
                    <a:pt x="557" y="76"/>
                  </a:lnTo>
                  <a:lnTo>
                    <a:pt x="557" y="76"/>
                  </a:lnTo>
                  <a:lnTo>
                    <a:pt x="555" y="78"/>
                  </a:lnTo>
                  <a:lnTo>
                    <a:pt x="555" y="78"/>
                  </a:lnTo>
                  <a:lnTo>
                    <a:pt x="555" y="78"/>
                  </a:lnTo>
                  <a:lnTo>
                    <a:pt x="553" y="80"/>
                  </a:lnTo>
                  <a:lnTo>
                    <a:pt x="553" y="80"/>
                  </a:lnTo>
                  <a:lnTo>
                    <a:pt x="553" y="80"/>
                  </a:lnTo>
                  <a:lnTo>
                    <a:pt x="553" y="80"/>
                  </a:lnTo>
                  <a:lnTo>
                    <a:pt x="553" y="80"/>
                  </a:lnTo>
                  <a:lnTo>
                    <a:pt x="553" y="80"/>
                  </a:lnTo>
                  <a:lnTo>
                    <a:pt x="551" y="80"/>
                  </a:lnTo>
                  <a:lnTo>
                    <a:pt x="551" y="78"/>
                  </a:lnTo>
                  <a:lnTo>
                    <a:pt x="551" y="78"/>
                  </a:lnTo>
                  <a:lnTo>
                    <a:pt x="551" y="78"/>
                  </a:lnTo>
                  <a:lnTo>
                    <a:pt x="551" y="80"/>
                  </a:lnTo>
                  <a:lnTo>
                    <a:pt x="549" y="84"/>
                  </a:lnTo>
                  <a:lnTo>
                    <a:pt x="549" y="84"/>
                  </a:lnTo>
                  <a:lnTo>
                    <a:pt x="549" y="84"/>
                  </a:lnTo>
                  <a:lnTo>
                    <a:pt x="547" y="86"/>
                  </a:lnTo>
                  <a:lnTo>
                    <a:pt x="545" y="86"/>
                  </a:lnTo>
                  <a:lnTo>
                    <a:pt x="543" y="86"/>
                  </a:lnTo>
                  <a:lnTo>
                    <a:pt x="543" y="88"/>
                  </a:lnTo>
                  <a:lnTo>
                    <a:pt x="543" y="88"/>
                  </a:lnTo>
                  <a:lnTo>
                    <a:pt x="543" y="88"/>
                  </a:lnTo>
                  <a:lnTo>
                    <a:pt x="541" y="90"/>
                  </a:lnTo>
                  <a:lnTo>
                    <a:pt x="541" y="90"/>
                  </a:lnTo>
                  <a:lnTo>
                    <a:pt x="541" y="90"/>
                  </a:lnTo>
                  <a:lnTo>
                    <a:pt x="541" y="92"/>
                  </a:lnTo>
                  <a:lnTo>
                    <a:pt x="541" y="94"/>
                  </a:lnTo>
                  <a:lnTo>
                    <a:pt x="539" y="94"/>
                  </a:lnTo>
                  <a:lnTo>
                    <a:pt x="539" y="94"/>
                  </a:lnTo>
                  <a:lnTo>
                    <a:pt x="539" y="96"/>
                  </a:lnTo>
                  <a:lnTo>
                    <a:pt x="539" y="96"/>
                  </a:lnTo>
                  <a:lnTo>
                    <a:pt x="539" y="96"/>
                  </a:lnTo>
                  <a:lnTo>
                    <a:pt x="537" y="98"/>
                  </a:lnTo>
                  <a:lnTo>
                    <a:pt x="537" y="98"/>
                  </a:lnTo>
                  <a:lnTo>
                    <a:pt x="537" y="98"/>
                  </a:lnTo>
                  <a:lnTo>
                    <a:pt x="537" y="98"/>
                  </a:lnTo>
                  <a:lnTo>
                    <a:pt x="537" y="100"/>
                  </a:lnTo>
                  <a:lnTo>
                    <a:pt x="537" y="100"/>
                  </a:lnTo>
                  <a:lnTo>
                    <a:pt x="537" y="100"/>
                  </a:lnTo>
                  <a:lnTo>
                    <a:pt x="539" y="100"/>
                  </a:lnTo>
                  <a:lnTo>
                    <a:pt x="539" y="102"/>
                  </a:lnTo>
                  <a:lnTo>
                    <a:pt x="539" y="102"/>
                  </a:lnTo>
                  <a:lnTo>
                    <a:pt x="541" y="102"/>
                  </a:lnTo>
                  <a:lnTo>
                    <a:pt x="541" y="104"/>
                  </a:lnTo>
                  <a:lnTo>
                    <a:pt x="541" y="112"/>
                  </a:lnTo>
                  <a:lnTo>
                    <a:pt x="541" y="114"/>
                  </a:lnTo>
                  <a:lnTo>
                    <a:pt x="541" y="120"/>
                  </a:lnTo>
                  <a:lnTo>
                    <a:pt x="541" y="122"/>
                  </a:lnTo>
                  <a:lnTo>
                    <a:pt x="541" y="122"/>
                  </a:lnTo>
                  <a:lnTo>
                    <a:pt x="539" y="122"/>
                  </a:lnTo>
                  <a:lnTo>
                    <a:pt x="539" y="124"/>
                  </a:lnTo>
                  <a:lnTo>
                    <a:pt x="539" y="124"/>
                  </a:lnTo>
                  <a:lnTo>
                    <a:pt x="539" y="124"/>
                  </a:lnTo>
                  <a:lnTo>
                    <a:pt x="539" y="124"/>
                  </a:lnTo>
                  <a:lnTo>
                    <a:pt x="539" y="124"/>
                  </a:lnTo>
                  <a:lnTo>
                    <a:pt x="535" y="124"/>
                  </a:lnTo>
                  <a:lnTo>
                    <a:pt x="533" y="124"/>
                  </a:lnTo>
                  <a:lnTo>
                    <a:pt x="533" y="124"/>
                  </a:lnTo>
                  <a:lnTo>
                    <a:pt x="533" y="124"/>
                  </a:lnTo>
                  <a:lnTo>
                    <a:pt x="531" y="124"/>
                  </a:lnTo>
                  <a:lnTo>
                    <a:pt x="529" y="125"/>
                  </a:lnTo>
                  <a:lnTo>
                    <a:pt x="529" y="125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27" y="127"/>
                  </a:lnTo>
                  <a:lnTo>
                    <a:pt x="527" y="127"/>
                  </a:lnTo>
                  <a:lnTo>
                    <a:pt x="525" y="127"/>
                  </a:lnTo>
                  <a:lnTo>
                    <a:pt x="525" y="127"/>
                  </a:lnTo>
                  <a:lnTo>
                    <a:pt x="525" y="129"/>
                  </a:lnTo>
                  <a:lnTo>
                    <a:pt x="525" y="129"/>
                  </a:lnTo>
                  <a:lnTo>
                    <a:pt x="525" y="129"/>
                  </a:lnTo>
                  <a:lnTo>
                    <a:pt x="525" y="129"/>
                  </a:lnTo>
                  <a:lnTo>
                    <a:pt x="525" y="129"/>
                  </a:lnTo>
                  <a:lnTo>
                    <a:pt x="525" y="131"/>
                  </a:lnTo>
                  <a:lnTo>
                    <a:pt x="525" y="131"/>
                  </a:lnTo>
                  <a:lnTo>
                    <a:pt x="523" y="131"/>
                  </a:lnTo>
                  <a:lnTo>
                    <a:pt x="523" y="133"/>
                  </a:lnTo>
                  <a:lnTo>
                    <a:pt x="523" y="133"/>
                  </a:lnTo>
                  <a:lnTo>
                    <a:pt x="523" y="133"/>
                  </a:lnTo>
                  <a:lnTo>
                    <a:pt x="523" y="133"/>
                  </a:lnTo>
                  <a:lnTo>
                    <a:pt x="523" y="135"/>
                  </a:lnTo>
                  <a:lnTo>
                    <a:pt x="522" y="137"/>
                  </a:lnTo>
                  <a:lnTo>
                    <a:pt x="522" y="139"/>
                  </a:lnTo>
                  <a:lnTo>
                    <a:pt x="520" y="141"/>
                  </a:lnTo>
                  <a:lnTo>
                    <a:pt x="520" y="143"/>
                  </a:lnTo>
                  <a:lnTo>
                    <a:pt x="520" y="143"/>
                  </a:lnTo>
                  <a:lnTo>
                    <a:pt x="520" y="145"/>
                  </a:lnTo>
                  <a:lnTo>
                    <a:pt x="520" y="147"/>
                  </a:lnTo>
                  <a:lnTo>
                    <a:pt x="520" y="147"/>
                  </a:lnTo>
                  <a:lnTo>
                    <a:pt x="520" y="147"/>
                  </a:lnTo>
                  <a:lnTo>
                    <a:pt x="520" y="149"/>
                  </a:lnTo>
                  <a:lnTo>
                    <a:pt x="522" y="151"/>
                  </a:lnTo>
                  <a:lnTo>
                    <a:pt x="522" y="153"/>
                  </a:lnTo>
                  <a:lnTo>
                    <a:pt x="522" y="153"/>
                  </a:lnTo>
                  <a:lnTo>
                    <a:pt x="522" y="155"/>
                  </a:lnTo>
                  <a:lnTo>
                    <a:pt x="522" y="155"/>
                  </a:lnTo>
                  <a:lnTo>
                    <a:pt x="522" y="155"/>
                  </a:lnTo>
                  <a:lnTo>
                    <a:pt x="522" y="155"/>
                  </a:lnTo>
                  <a:lnTo>
                    <a:pt x="522" y="157"/>
                  </a:lnTo>
                  <a:lnTo>
                    <a:pt x="520" y="157"/>
                  </a:lnTo>
                  <a:lnTo>
                    <a:pt x="520" y="159"/>
                  </a:lnTo>
                  <a:lnTo>
                    <a:pt x="520" y="159"/>
                  </a:lnTo>
                  <a:lnTo>
                    <a:pt x="520" y="159"/>
                  </a:lnTo>
                  <a:lnTo>
                    <a:pt x="520" y="159"/>
                  </a:lnTo>
                  <a:lnTo>
                    <a:pt x="520" y="159"/>
                  </a:lnTo>
                  <a:lnTo>
                    <a:pt x="520" y="161"/>
                  </a:lnTo>
                  <a:lnTo>
                    <a:pt x="520" y="161"/>
                  </a:lnTo>
                  <a:lnTo>
                    <a:pt x="522" y="161"/>
                  </a:lnTo>
                  <a:lnTo>
                    <a:pt x="522" y="163"/>
                  </a:lnTo>
                  <a:lnTo>
                    <a:pt x="522" y="163"/>
                  </a:lnTo>
                  <a:lnTo>
                    <a:pt x="523" y="161"/>
                  </a:lnTo>
                  <a:lnTo>
                    <a:pt x="523" y="161"/>
                  </a:lnTo>
                  <a:lnTo>
                    <a:pt x="523" y="161"/>
                  </a:lnTo>
                  <a:lnTo>
                    <a:pt x="523" y="161"/>
                  </a:lnTo>
                  <a:lnTo>
                    <a:pt x="525" y="161"/>
                  </a:lnTo>
                  <a:lnTo>
                    <a:pt x="525" y="159"/>
                  </a:lnTo>
                  <a:lnTo>
                    <a:pt x="525" y="159"/>
                  </a:lnTo>
                  <a:lnTo>
                    <a:pt x="525" y="161"/>
                  </a:lnTo>
                  <a:lnTo>
                    <a:pt x="527" y="161"/>
                  </a:lnTo>
                  <a:lnTo>
                    <a:pt x="527" y="161"/>
                  </a:lnTo>
                  <a:lnTo>
                    <a:pt x="529" y="161"/>
                  </a:lnTo>
                  <a:lnTo>
                    <a:pt x="529" y="161"/>
                  </a:lnTo>
                  <a:lnTo>
                    <a:pt x="531" y="159"/>
                  </a:lnTo>
                  <a:lnTo>
                    <a:pt x="531" y="159"/>
                  </a:lnTo>
                  <a:lnTo>
                    <a:pt x="533" y="159"/>
                  </a:lnTo>
                  <a:lnTo>
                    <a:pt x="535" y="161"/>
                  </a:lnTo>
                  <a:lnTo>
                    <a:pt x="539" y="161"/>
                  </a:lnTo>
                  <a:lnTo>
                    <a:pt x="539" y="161"/>
                  </a:lnTo>
                  <a:lnTo>
                    <a:pt x="539" y="161"/>
                  </a:lnTo>
                  <a:lnTo>
                    <a:pt x="541" y="161"/>
                  </a:lnTo>
                  <a:lnTo>
                    <a:pt x="541" y="161"/>
                  </a:lnTo>
                  <a:lnTo>
                    <a:pt x="541" y="163"/>
                  </a:lnTo>
                  <a:lnTo>
                    <a:pt x="541" y="163"/>
                  </a:lnTo>
                  <a:lnTo>
                    <a:pt x="541" y="163"/>
                  </a:lnTo>
                  <a:lnTo>
                    <a:pt x="543" y="163"/>
                  </a:lnTo>
                  <a:lnTo>
                    <a:pt x="543" y="163"/>
                  </a:lnTo>
                  <a:lnTo>
                    <a:pt x="545" y="163"/>
                  </a:lnTo>
                  <a:lnTo>
                    <a:pt x="547" y="163"/>
                  </a:lnTo>
                  <a:lnTo>
                    <a:pt x="547" y="161"/>
                  </a:lnTo>
                  <a:lnTo>
                    <a:pt x="547" y="161"/>
                  </a:lnTo>
                  <a:lnTo>
                    <a:pt x="547" y="161"/>
                  </a:lnTo>
                  <a:lnTo>
                    <a:pt x="549" y="159"/>
                  </a:lnTo>
                  <a:lnTo>
                    <a:pt x="553" y="159"/>
                  </a:lnTo>
                  <a:lnTo>
                    <a:pt x="557" y="159"/>
                  </a:lnTo>
                  <a:lnTo>
                    <a:pt x="557" y="157"/>
                  </a:lnTo>
                  <a:lnTo>
                    <a:pt x="559" y="157"/>
                  </a:lnTo>
                  <a:lnTo>
                    <a:pt x="561" y="159"/>
                  </a:lnTo>
                  <a:lnTo>
                    <a:pt x="561" y="157"/>
                  </a:lnTo>
                  <a:lnTo>
                    <a:pt x="561" y="157"/>
                  </a:lnTo>
                  <a:lnTo>
                    <a:pt x="563" y="157"/>
                  </a:lnTo>
                  <a:lnTo>
                    <a:pt x="565" y="157"/>
                  </a:lnTo>
                  <a:lnTo>
                    <a:pt x="565" y="157"/>
                  </a:lnTo>
                  <a:lnTo>
                    <a:pt x="567" y="157"/>
                  </a:lnTo>
                  <a:lnTo>
                    <a:pt x="569" y="159"/>
                  </a:lnTo>
                  <a:lnTo>
                    <a:pt x="569" y="159"/>
                  </a:lnTo>
                  <a:lnTo>
                    <a:pt x="569" y="159"/>
                  </a:lnTo>
                  <a:lnTo>
                    <a:pt x="569" y="161"/>
                  </a:lnTo>
                  <a:lnTo>
                    <a:pt x="569" y="161"/>
                  </a:lnTo>
                  <a:lnTo>
                    <a:pt x="569" y="161"/>
                  </a:lnTo>
                  <a:lnTo>
                    <a:pt x="571" y="163"/>
                  </a:lnTo>
                  <a:lnTo>
                    <a:pt x="571" y="163"/>
                  </a:lnTo>
                  <a:lnTo>
                    <a:pt x="571" y="163"/>
                  </a:lnTo>
                  <a:lnTo>
                    <a:pt x="571" y="163"/>
                  </a:lnTo>
                  <a:lnTo>
                    <a:pt x="571" y="165"/>
                  </a:lnTo>
                  <a:lnTo>
                    <a:pt x="571" y="165"/>
                  </a:lnTo>
                  <a:lnTo>
                    <a:pt x="571" y="165"/>
                  </a:lnTo>
                  <a:lnTo>
                    <a:pt x="571" y="167"/>
                  </a:lnTo>
                  <a:lnTo>
                    <a:pt x="571" y="167"/>
                  </a:lnTo>
                  <a:lnTo>
                    <a:pt x="571" y="167"/>
                  </a:lnTo>
                  <a:lnTo>
                    <a:pt x="572" y="167"/>
                  </a:lnTo>
                  <a:lnTo>
                    <a:pt x="572" y="167"/>
                  </a:lnTo>
                  <a:lnTo>
                    <a:pt x="574" y="167"/>
                  </a:lnTo>
                  <a:lnTo>
                    <a:pt x="574" y="169"/>
                  </a:lnTo>
                  <a:lnTo>
                    <a:pt x="574" y="169"/>
                  </a:lnTo>
                  <a:lnTo>
                    <a:pt x="574" y="169"/>
                  </a:lnTo>
                  <a:lnTo>
                    <a:pt x="574" y="171"/>
                  </a:lnTo>
                  <a:lnTo>
                    <a:pt x="574" y="171"/>
                  </a:lnTo>
                  <a:lnTo>
                    <a:pt x="576" y="171"/>
                  </a:lnTo>
                  <a:lnTo>
                    <a:pt x="576" y="171"/>
                  </a:lnTo>
                  <a:lnTo>
                    <a:pt x="576" y="171"/>
                  </a:lnTo>
                  <a:lnTo>
                    <a:pt x="576" y="171"/>
                  </a:lnTo>
                  <a:lnTo>
                    <a:pt x="574" y="175"/>
                  </a:lnTo>
                  <a:lnTo>
                    <a:pt x="574" y="175"/>
                  </a:lnTo>
                  <a:lnTo>
                    <a:pt x="574" y="175"/>
                  </a:lnTo>
                  <a:lnTo>
                    <a:pt x="574" y="177"/>
                  </a:lnTo>
                  <a:lnTo>
                    <a:pt x="576" y="177"/>
                  </a:lnTo>
                  <a:lnTo>
                    <a:pt x="576" y="177"/>
                  </a:lnTo>
                  <a:lnTo>
                    <a:pt x="576" y="177"/>
                  </a:lnTo>
                  <a:lnTo>
                    <a:pt x="576" y="177"/>
                  </a:lnTo>
                  <a:lnTo>
                    <a:pt x="576" y="177"/>
                  </a:lnTo>
                  <a:lnTo>
                    <a:pt x="576" y="177"/>
                  </a:lnTo>
                  <a:lnTo>
                    <a:pt x="576" y="179"/>
                  </a:lnTo>
                  <a:lnTo>
                    <a:pt x="576" y="179"/>
                  </a:lnTo>
                  <a:lnTo>
                    <a:pt x="576" y="179"/>
                  </a:lnTo>
                  <a:lnTo>
                    <a:pt x="576" y="179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78" y="180"/>
                  </a:lnTo>
                  <a:lnTo>
                    <a:pt x="580" y="184"/>
                  </a:lnTo>
                  <a:lnTo>
                    <a:pt x="582" y="184"/>
                  </a:lnTo>
                  <a:lnTo>
                    <a:pt x="582" y="186"/>
                  </a:lnTo>
                  <a:lnTo>
                    <a:pt x="582" y="186"/>
                  </a:lnTo>
                  <a:lnTo>
                    <a:pt x="582" y="186"/>
                  </a:lnTo>
                  <a:lnTo>
                    <a:pt x="582" y="188"/>
                  </a:lnTo>
                  <a:lnTo>
                    <a:pt x="582" y="188"/>
                  </a:lnTo>
                  <a:lnTo>
                    <a:pt x="582" y="188"/>
                  </a:lnTo>
                  <a:lnTo>
                    <a:pt x="582" y="188"/>
                  </a:lnTo>
                  <a:lnTo>
                    <a:pt x="582" y="188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82" y="192"/>
                  </a:lnTo>
                  <a:lnTo>
                    <a:pt x="584" y="192"/>
                  </a:lnTo>
                  <a:lnTo>
                    <a:pt x="584" y="192"/>
                  </a:lnTo>
                  <a:lnTo>
                    <a:pt x="584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94"/>
                  </a:lnTo>
                  <a:lnTo>
                    <a:pt x="582" y="194"/>
                  </a:lnTo>
                  <a:lnTo>
                    <a:pt x="580" y="194"/>
                  </a:lnTo>
                  <a:lnTo>
                    <a:pt x="580" y="196"/>
                  </a:lnTo>
                  <a:lnTo>
                    <a:pt x="580" y="196"/>
                  </a:lnTo>
                  <a:lnTo>
                    <a:pt x="580" y="196"/>
                  </a:lnTo>
                  <a:lnTo>
                    <a:pt x="582" y="196"/>
                  </a:lnTo>
                  <a:lnTo>
                    <a:pt x="582" y="196"/>
                  </a:lnTo>
                  <a:lnTo>
                    <a:pt x="590" y="194"/>
                  </a:lnTo>
                  <a:lnTo>
                    <a:pt x="590" y="192"/>
                  </a:lnTo>
                  <a:lnTo>
                    <a:pt x="594" y="192"/>
                  </a:lnTo>
                  <a:lnTo>
                    <a:pt x="594" y="190"/>
                  </a:lnTo>
                  <a:lnTo>
                    <a:pt x="594" y="190"/>
                  </a:lnTo>
                  <a:lnTo>
                    <a:pt x="594" y="190"/>
                  </a:lnTo>
                  <a:lnTo>
                    <a:pt x="596" y="190"/>
                  </a:lnTo>
                  <a:lnTo>
                    <a:pt x="596" y="190"/>
                  </a:lnTo>
                  <a:lnTo>
                    <a:pt x="598" y="190"/>
                  </a:lnTo>
                  <a:lnTo>
                    <a:pt x="600" y="190"/>
                  </a:lnTo>
                  <a:lnTo>
                    <a:pt x="600" y="190"/>
                  </a:lnTo>
                  <a:lnTo>
                    <a:pt x="600" y="190"/>
                  </a:lnTo>
                  <a:lnTo>
                    <a:pt x="600" y="190"/>
                  </a:lnTo>
                  <a:lnTo>
                    <a:pt x="600" y="192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602" y="196"/>
                  </a:lnTo>
                  <a:lnTo>
                    <a:pt x="602" y="196"/>
                  </a:lnTo>
                  <a:lnTo>
                    <a:pt x="604" y="196"/>
                  </a:lnTo>
                  <a:lnTo>
                    <a:pt x="604" y="196"/>
                  </a:lnTo>
                  <a:lnTo>
                    <a:pt x="604" y="196"/>
                  </a:lnTo>
                  <a:lnTo>
                    <a:pt x="604" y="194"/>
                  </a:lnTo>
                  <a:lnTo>
                    <a:pt x="604" y="194"/>
                  </a:lnTo>
                  <a:lnTo>
                    <a:pt x="606" y="194"/>
                  </a:lnTo>
                  <a:lnTo>
                    <a:pt x="608" y="194"/>
                  </a:lnTo>
                  <a:lnTo>
                    <a:pt x="608" y="194"/>
                  </a:lnTo>
                  <a:lnTo>
                    <a:pt x="608" y="194"/>
                  </a:lnTo>
                  <a:lnTo>
                    <a:pt x="608" y="194"/>
                  </a:lnTo>
                  <a:lnTo>
                    <a:pt x="608" y="194"/>
                  </a:lnTo>
                  <a:lnTo>
                    <a:pt x="608" y="192"/>
                  </a:lnTo>
                  <a:lnTo>
                    <a:pt x="608" y="192"/>
                  </a:lnTo>
                  <a:lnTo>
                    <a:pt x="608" y="188"/>
                  </a:lnTo>
                  <a:lnTo>
                    <a:pt x="608" y="188"/>
                  </a:lnTo>
                  <a:lnTo>
                    <a:pt x="610" y="188"/>
                  </a:lnTo>
                  <a:lnTo>
                    <a:pt x="610" y="188"/>
                  </a:lnTo>
                  <a:lnTo>
                    <a:pt x="610" y="186"/>
                  </a:lnTo>
                  <a:lnTo>
                    <a:pt x="610" y="186"/>
                  </a:lnTo>
                  <a:lnTo>
                    <a:pt x="610" y="186"/>
                  </a:lnTo>
                  <a:lnTo>
                    <a:pt x="610" y="186"/>
                  </a:lnTo>
                  <a:lnTo>
                    <a:pt x="612" y="186"/>
                  </a:lnTo>
                  <a:lnTo>
                    <a:pt x="614" y="184"/>
                  </a:lnTo>
                  <a:lnTo>
                    <a:pt x="616" y="184"/>
                  </a:lnTo>
                  <a:lnTo>
                    <a:pt x="620" y="182"/>
                  </a:lnTo>
                  <a:lnTo>
                    <a:pt x="620" y="182"/>
                  </a:lnTo>
                  <a:lnTo>
                    <a:pt x="620" y="180"/>
                  </a:lnTo>
                  <a:lnTo>
                    <a:pt x="622" y="180"/>
                  </a:lnTo>
                  <a:lnTo>
                    <a:pt x="622" y="180"/>
                  </a:lnTo>
                  <a:lnTo>
                    <a:pt x="622" y="180"/>
                  </a:lnTo>
                  <a:lnTo>
                    <a:pt x="623" y="180"/>
                  </a:lnTo>
                  <a:lnTo>
                    <a:pt x="623" y="180"/>
                  </a:lnTo>
                  <a:lnTo>
                    <a:pt x="625" y="180"/>
                  </a:lnTo>
                  <a:lnTo>
                    <a:pt x="631" y="179"/>
                  </a:lnTo>
                  <a:lnTo>
                    <a:pt x="631" y="179"/>
                  </a:lnTo>
                  <a:lnTo>
                    <a:pt x="631" y="177"/>
                  </a:lnTo>
                  <a:lnTo>
                    <a:pt x="633" y="177"/>
                  </a:lnTo>
                  <a:lnTo>
                    <a:pt x="633" y="177"/>
                  </a:lnTo>
                  <a:lnTo>
                    <a:pt x="633" y="177"/>
                  </a:lnTo>
                  <a:lnTo>
                    <a:pt x="635" y="177"/>
                  </a:lnTo>
                  <a:lnTo>
                    <a:pt x="635" y="177"/>
                  </a:lnTo>
                  <a:lnTo>
                    <a:pt x="635" y="177"/>
                  </a:lnTo>
                  <a:lnTo>
                    <a:pt x="639" y="175"/>
                  </a:lnTo>
                  <a:lnTo>
                    <a:pt x="639" y="175"/>
                  </a:lnTo>
                  <a:lnTo>
                    <a:pt x="641" y="175"/>
                  </a:lnTo>
                  <a:lnTo>
                    <a:pt x="643" y="175"/>
                  </a:lnTo>
                  <a:lnTo>
                    <a:pt x="643" y="175"/>
                  </a:lnTo>
                  <a:lnTo>
                    <a:pt x="643" y="175"/>
                  </a:lnTo>
                  <a:lnTo>
                    <a:pt x="643" y="173"/>
                  </a:lnTo>
                  <a:lnTo>
                    <a:pt x="645" y="173"/>
                  </a:lnTo>
                  <a:lnTo>
                    <a:pt x="645" y="171"/>
                  </a:lnTo>
                  <a:lnTo>
                    <a:pt x="645" y="171"/>
                  </a:lnTo>
                  <a:lnTo>
                    <a:pt x="645" y="171"/>
                  </a:lnTo>
                  <a:lnTo>
                    <a:pt x="645" y="169"/>
                  </a:lnTo>
                  <a:lnTo>
                    <a:pt x="645" y="169"/>
                  </a:lnTo>
                  <a:lnTo>
                    <a:pt x="645" y="169"/>
                  </a:lnTo>
                  <a:lnTo>
                    <a:pt x="645" y="169"/>
                  </a:lnTo>
                  <a:lnTo>
                    <a:pt x="647" y="169"/>
                  </a:lnTo>
                  <a:lnTo>
                    <a:pt x="647" y="169"/>
                  </a:lnTo>
                  <a:lnTo>
                    <a:pt x="649" y="169"/>
                  </a:lnTo>
                  <a:lnTo>
                    <a:pt x="651" y="167"/>
                  </a:lnTo>
                  <a:lnTo>
                    <a:pt x="651" y="167"/>
                  </a:lnTo>
                  <a:lnTo>
                    <a:pt x="651" y="167"/>
                  </a:lnTo>
                  <a:lnTo>
                    <a:pt x="653" y="167"/>
                  </a:lnTo>
                  <a:lnTo>
                    <a:pt x="653" y="167"/>
                  </a:lnTo>
                  <a:lnTo>
                    <a:pt x="653" y="167"/>
                  </a:lnTo>
                  <a:lnTo>
                    <a:pt x="655" y="167"/>
                  </a:lnTo>
                  <a:lnTo>
                    <a:pt x="655" y="165"/>
                  </a:lnTo>
                  <a:lnTo>
                    <a:pt x="655" y="165"/>
                  </a:lnTo>
                  <a:lnTo>
                    <a:pt x="655" y="165"/>
                  </a:lnTo>
                  <a:lnTo>
                    <a:pt x="655" y="165"/>
                  </a:lnTo>
                  <a:lnTo>
                    <a:pt x="655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1"/>
                  </a:lnTo>
                  <a:lnTo>
                    <a:pt x="653" y="161"/>
                  </a:lnTo>
                  <a:lnTo>
                    <a:pt x="653" y="161"/>
                  </a:lnTo>
                  <a:lnTo>
                    <a:pt x="653" y="159"/>
                  </a:lnTo>
                  <a:lnTo>
                    <a:pt x="653" y="159"/>
                  </a:lnTo>
                  <a:lnTo>
                    <a:pt x="653" y="159"/>
                  </a:lnTo>
                  <a:lnTo>
                    <a:pt x="653" y="159"/>
                  </a:lnTo>
                  <a:lnTo>
                    <a:pt x="653" y="157"/>
                  </a:lnTo>
                  <a:lnTo>
                    <a:pt x="653" y="155"/>
                  </a:lnTo>
                  <a:lnTo>
                    <a:pt x="653" y="155"/>
                  </a:lnTo>
                  <a:lnTo>
                    <a:pt x="653" y="155"/>
                  </a:lnTo>
                  <a:lnTo>
                    <a:pt x="655" y="153"/>
                  </a:lnTo>
                  <a:lnTo>
                    <a:pt x="655" y="153"/>
                  </a:lnTo>
                  <a:lnTo>
                    <a:pt x="655" y="151"/>
                  </a:lnTo>
                  <a:lnTo>
                    <a:pt x="657" y="151"/>
                  </a:lnTo>
                  <a:lnTo>
                    <a:pt x="657" y="151"/>
                  </a:lnTo>
                  <a:lnTo>
                    <a:pt x="657" y="151"/>
                  </a:lnTo>
                  <a:lnTo>
                    <a:pt x="659" y="149"/>
                  </a:lnTo>
                  <a:lnTo>
                    <a:pt x="659" y="149"/>
                  </a:lnTo>
                  <a:lnTo>
                    <a:pt x="661" y="149"/>
                  </a:lnTo>
                  <a:lnTo>
                    <a:pt x="661" y="147"/>
                  </a:lnTo>
                  <a:lnTo>
                    <a:pt x="661" y="147"/>
                  </a:lnTo>
                  <a:lnTo>
                    <a:pt x="661" y="145"/>
                  </a:lnTo>
                  <a:lnTo>
                    <a:pt x="661" y="145"/>
                  </a:lnTo>
                  <a:lnTo>
                    <a:pt x="663" y="145"/>
                  </a:lnTo>
                  <a:lnTo>
                    <a:pt x="663" y="145"/>
                  </a:lnTo>
                  <a:lnTo>
                    <a:pt x="663" y="145"/>
                  </a:lnTo>
                  <a:lnTo>
                    <a:pt x="663" y="147"/>
                  </a:lnTo>
                  <a:lnTo>
                    <a:pt x="663" y="147"/>
                  </a:lnTo>
                  <a:lnTo>
                    <a:pt x="663" y="147"/>
                  </a:lnTo>
                  <a:lnTo>
                    <a:pt x="663" y="147"/>
                  </a:lnTo>
                  <a:lnTo>
                    <a:pt x="663" y="147"/>
                  </a:lnTo>
                  <a:lnTo>
                    <a:pt x="665" y="145"/>
                  </a:lnTo>
                  <a:lnTo>
                    <a:pt x="665" y="145"/>
                  </a:lnTo>
                  <a:lnTo>
                    <a:pt x="665" y="145"/>
                  </a:lnTo>
                  <a:lnTo>
                    <a:pt x="665" y="145"/>
                  </a:lnTo>
                  <a:lnTo>
                    <a:pt x="665" y="143"/>
                  </a:lnTo>
                  <a:lnTo>
                    <a:pt x="665" y="143"/>
                  </a:lnTo>
                  <a:lnTo>
                    <a:pt x="665" y="143"/>
                  </a:lnTo>
                  <a:lnTo>
                    <a:pt x="665" y="141"/>
                  </a:lnTo>
                  <a:lnTo>
                    <a:pt x="665" y="141"/>
                  </a:lnTo>
                  <a:lnTo>
                    <a:pt x="665" y="141"/>
                  </a:lnTo>
                  <a:lnTo>
                    <a:pt x="667" y="141"/>
                  </a:lnTo>
                  <a:lnTo>
                    <a:pt x="669" y="141"/>
                  </a:lnTo>
                  <a:lnTo>
                    <a:pt x="669" y="141"/>
                  </a:lnTo>
                  <a:lnTo>
                    <a:pt x="669" y="141"/>
                  </a:lnTo>
                  <a:lnTo>
                    <a:pt x="671" y="141"/>
                  </a:lnTo>
                  <a:lnTo>
                    <a:pt x="673" y="145"/>
                  </a:lnTo>
                  <a:lnTo>
                    <a:pt x="673" y="145"/>
                  </a:lnTo>
                  <a:lnTo>
                    <a:pt x="674" y="145"/>
                  </a:lnTo>
                  <a:lnTo>
                    <a:pt x="674" y="145"/>
                  </a:lnTo>
                  <a:lnTo>
                    <a:pt x="674" y="145"/>
                  </a:lnTo>
                  <a:lnTo>
                    <a:pt x="674" y="145"/>
                  </a:lnTo>
                  <a:lnTo>
                    <a:pt x="674" y="145"/>
                  </a:lnTo>
                  <a:lnTo>
                    <a:pt x="676" y="143"/>
                  </a:lnTo>
                  <a:lnTo>
                    <a:pt x="676" y="143"/>
                  </a:lnTo>
                  <a:lnTo>
                    <a:pt x="676" y="143"/>
                  </a:lnTo>
                  <a:lnTo>
                    <a:pt x="676" y="143"/>
                  </a:lnTo>
                  <a:lnTo>
                    <a:pt x="676" y="143"/>
                  </a:lnTo>
                  <a:lnTo>
                    <a:pt x="678" y="143"/>
                  </a:lnTo>
                  <a:lnTo>
                    <a:pt x="678" y="143"/>
                  </a:lnTo>
                  <a:lnTo>
                    <a:pt x="678" y="143"/>
                  </a:lnTo>
                  <a:lnTo>
                    <a:pt x="678" y="143"/>
                  </a:lnTo>
                  <a:lnTo>
                    <a:pt x="678" y="143"/>
                  </a:lnTo>
                  <a:lnTo>
                    <a:pt x="680" y="143"/>
                  </a:lnTo>
                  <a:lnTo>
                    <a:pt x="680" y="143"/>
                  </a:lnTo>
                  <a:lnTo>
                    <a:pt x="686" y="143"/>
                  </a:lnTo>
                  <a:lnTo>
                    <a:pt x="686" y="143"/>
                  </a:lnTo>
                  <a:lnTo>
                    <a:pt x="686" y="143"/>
                  </a:lnTo>
                  <a:lnTo>
                    <a:pt x="690" y="141"/>
                  </a:lnTo>
                  <a:lnTo>
                    <a:pt x="690" y="141"/>
                  </a:lnTo>
                  <a:lnTo>
                    <a:pt x="690" y="141"/>
                  </a:lnTo>
                  <a:lnTo>
                    <a:pt x="690" y="141"/>
                  </a:lnTo>
                  <a:lnTo>
                    <a:pt x="692" y="139"/>
                  </a:lnTo>
                  <a:lnTo>
                    <a:pt x="692" y="137"/>
                  </a:lnTo>
                  <a:lnTo>
                    <a:pt x="692" y="137"/>
                  </a:lnTo>
                  <a:lnTo>
                    <a:pt x="692" y="137"/>
                  </a:lnTo>
                  <a:lnTo>
                    <a:pt x="692" y="137"/>
                  </a:lnTo>
                  <a:lnTo>
                    <a:pt x="694" y="137"/>
                  </a:lnTo>
                  <a:lnTo>
                    <a:pt x="694" y="137"/>
                  </a:lnTo>
                  <a:lnTo>
                    <a:pt x="694" y="137"/>
                  </a:lnTo>
                  <a:lnTo>
                    <a:pt x="694" y="137"/>
                  </a:lnTo>
                  <a:lnTo>
                    <a:pt x="694" y="135"/>
                  </a:lnTo>
                  <a:lnTo>
                    <a:pt x="694" y="135"/>
                  </a:lnTo>
                  <a:lnTo>
                    <a:pt x="694" y="133"/>
                  </a:lnTo>
                  <a:lnTo>
                    <a:pt x="694" y="133"/>
                  </a:lnTo>
                  <a:lnTo>
                    <a:pt x="694" y="133"/>
                  </a:lnTo>
                  <a:lnTo>
                    <a:pt x="694" y="133"/>
                  </a:lnTo>
                  <a:lnTo>
                    <a:pt x="696" y="133"/>
                  </a:lnTo>
                  <a:lnTo>
                    <a:pt x="696" y="133"/>
                  </a:lnTo>
                  <a:lnTo>
                    <a:pt x="696" y="133"/>
                  </a:lnTo>
                  <a:lnTo>
                    <a:pt x="696" y="131"/>
                  </a:lnTo>
                  <a:lnTo>
                    <a:pt x="698" y="131"/>
                  </a:lnTo>
                  <a:lnTo>
                    <a:pt x="698" y="131"/>
                  </a:lnTo>
                  <a:lnTo>
                    <a:pt x="698" y="131"/>
                  </a:lnTo>
                  <a:lnTo>
                    <a:pt x="698" y="131"/>
                  </a:lnTo>
                  <a:lnTo>
                    <a:pt x="700" y="131"/>
                  </a:lnTo>
                  <a:lnTo>
                    <a:pt x="700" y="131"/>
                  </a:lnTo>
                  <a:lnTo>
                    <a:pt x="700" y="131"/>
                  </a:lnTo>
                  <a:lnTo>
                    <a:pt x="700" y="131"/>
                  </a:lnTo>
                  <a:lnTo>
                    <a:pt x="700" y="131"/>
                  </a:lnTo>
                  <a:lnTo>
                    <a:pt x="702" y="131"/>
                  </a:lnTo>
                  <a:lnTo>
                    <a:pt x="702" y="131"/>
                  </a:lnTo>
                  <a:lnTo>
                    <a:pt x="702" y="131"/>
                  </a:lnTo>
                  <a:lnTo>
                    <a:pt x="702" y="131"/>
                  </a:lnTo>
                  <a:lnTo>
                    <a:pt x="704" y="129"/>
                  </a:lnTo>
                  <a:lnTo>
                    <a:pt x="704" y="129"/>
                  </a:lnTo>
                  <a:lnTo>
                    <a:pt x="704" y="129"/>
                  </a:lnTo>
                  <a:lnTo>
                    <a:pt x="704" y="129"/>
                  </a:lnTo>
                  <a:lnTo>
                    <a:pt x="704" y="129"/>
                  </a:lnTo>
                  <a:lnTo>
                    <a:pt x="704" y="127"/>
                  </a:lnTo>
                  <a:lnTo>
                    <a:pt x="704" y="127"/>
                  </a:lnTo>
                  <a:lnTo>
                    <a:pt x="702" y="127"/>
                  </a:lnTo>
                  <a:lnTo>
                    <a:pt x="702" y="125"/>
                  </a:lnTo>
                  <a:lnTo>
                    <a:pt x="702" y="125"/>
                  </a:lnTo>
                  <a:lnTo>
                    <a:pt x="702" y="125"/>
                  </a:lnTo>
                  <a:lnTo>
                    <a:pt x="702" y="125"/>
                  </a:lnTo>
                  <a:lnTo>
                    <a:pt x="702" y="125"/>
                  </a:lnTo>
                  <a:lnTo>
                    <a:pt x="704" y="124"/>
                  </a:lnTo>
                  <a:lnTo>
                    <a:pt x="704" y="124"/>
                  </a:lnTo>
                  <a:lnTo>
                    <a:pt x="706" y="124"/>
                  </a:lnTo>
                  <a:lnTo>
                    <a:pt x="706" y="124"/>
                  </a:lnTo>
                  <a:lnTo>
                    <a:pt x="706" y="122"/>
                  </a:lnTo>
                  <a:lnTo>
                    <a:pt x="706" y="122"/>
                  </a:lnTo>
                  <a:lnTo>
                    <a:pt x="706" y="122"/>
                  </a:lnTo>
                  <a:lnTo>
                    <a:pt x="706" y="122"/>
                  </a:lnTo>
                  <a:lnTo>
                    <a:pt x="708" y="122"/>
                  </a:lnTo>
                  <a:lnTo>
                    <a:pt x="710" y="122"/>
                  </a:lnTo>
                  <a:lnTo>
                    <a:pt x="710" y="122"/>
                  </a:lnTo>
                  <a:lnTo>
                    <a:pt x="712" y="124"/>
                  </a:lnTo>
                  <a:lnTo>
                    <a:pt x="714" y="124"/>
                  </a:lnTo>
                  <a:lnTo>
                    <a:pt x="716" y="124"/>
                  </a:lnTo>
                  <a:lnTo>
                    <a:pt x="716" y="124"/>
                  </a:lnTo>
                  <a:lnTo>
                    <a:pt x="718" y="125"/>
                  </a:lnTo>
                  <a:lnTo>
                    <a:pt x="718" y="125"/>
                  </a:lnTo>
                  <a:lnTo>
                    <a:pt x="718" y="127"/>
                  </a:lnTo>
                  <a:lnTo>
                    <a:pt x="718" y="127"/>
                  </a:lnTo>
                  <a:lnTo>
                    <a:pt x="718" y="127"/>
                  </a:lnTo>
                  <a:lnTo>
                    <a:pt x="718" y="127"/>
                  </a:lnTo>
                  <a:lnTo>
                    <a:pt x="718" y="127"/>
                  </a:lnTo>
                  <a:lnTo>
                    <a:pt x="718" y="127"/>
                  </a:lnTo>
                  <a:lnTo>
                    <a:pt x="718" y="129"/>
                  </a:lnTo>
                  <a:lnTo>
                    <a:pt x="720" y="129"/>
                  </a:lnTo>
                  <a:lnTo>
                    <a:pt x="720" y="127"/>
                  </a:lnTo>
                  <a:lnTo>
                    <a:pt x="720" y="127"/>
                  </a:lnTo>
                  <a:lnTo>
                    <a:pt x="720" y="127"/>
                  </a:lnTo>
                  <a:lnTo>
                    <a:pt x="722" y="127"/>
                  </a:lnTo>
                  <a:lnTo>
                    <a:pt x="722" y="127"/>
                  </a:lnTo>
                  <a:lnTo>
                    <a:pt x="722" y="127"/>
                  </a:lnTo>
                  <a:lnTo>
                    <a:pt x="722" y="127"/>
                  </a:lnTo>
                  <a:lnTo>
                    <a:pt x="722" y="127"/>
                  </a:lnTo>
                  <a:lnTo>
                    <a:pt x="722" y="129"/>
                  </a:lnTo>
                  <a:lnTo>
                    <a:pt x="722" y="129"/>
                  </a:lnTo>
                  <a:lnTo>
                    <a:pt x="725" y="129"/>
                  </a:lnTo>
                  <a:lnTo>
                    <a:pt x="725" y="129"/>
                  </a:lnTo>
                  <a:lnTo>
                    <a:pt x="725" y="129"/>
                  </a:lnTo>
                  <a:lnTo>
                    <a:pt x="727" y="129"/>
                  </a:lnTo>
                  <a:lnTo>
                    <a:pt x="727" y="131"/>
                  </a:lnTo>
                  <a:lnTo>
                    <a:pt x="727" y="131"/>
                  </a:lnTo>
                  <a:lnTo>
                    <a:pt x="727" y="133"/>
                  </a:lnTo>
                  <a:lnTo>
                    <a:pt x="727" y="133"/>
                  </a:lnTo>
                  <a:lnTo>
                    <a:pt x="727" y="133"/>
                  </a:lnTo>
                  <a:lnTo>
                    <a:pt x="724" y="133"/>
                  </a:lnTo>
                  <a:lnTo>
                    <a:pt x="724" y="133"/>
                  </a:lnTo>
                  <a:lnTo>
                    <a:pt x="724" y="135"/>
                  </a:lnTo>
                  <a:lnTo>
                    <a:pt x="724" y="137"/>
                  </a:lnTo>
                  <a:lnTo>
                    <a:pt x="724" y="137"/>
                  </a:lnTo>
                  <a:lnTo>
                    <a:pt x="725" y="137"/>
                  </a:lnTo>
                  <a:lnTo>
                    <a:pt x="725" y="137"/>
                  </a:lnTo>
                  <a:lnTo>
                    <a:pt x="725" y="137"/>
                  </a:lnTo>
                  <a:lnTo>
                    <a:pt x="727" y="137"/>
                  </a:lnTo>
                  <a:lnTo>
                    <a:pt x="727" y="137"/>
                  </a:lnTo>
                  <a:lnTo>
                    <a:pt x="727" y="137"/>
                  </a:lnTo>
                  <a:lnTo>
                    <a:pt x="729" y="139"/>
                  </a:lnTo>
                  <a:lnTo>
                    <a:pt x="729" y="139"/>
                  </a:lnTo>
                  <a:lnTo>
                    <a:pt x="729" y="139"/>
                  </a:lnTo>
                  <a:lnTo>
                    <a:pt x="729" y="139"/>
                  </a:lnTo>
                  <a:lnTo>
                    <a:pt x="729" y="141"/>
                  </a:lnTo>
                  <a:lnTo>
                    <a:pt x="731" y="141"/>
                  </a:lnTo>
                  <a:lnTo>
                    <a:pt x="731" y="141"/>
                  </a:lnTo>
                  <a:lnTo>
                    <a:pt x="731" y="141"/>
                  </a:lnTo>
                  <a:lnTo>
                    <a:pt x="733" y="141"/>
                  </a:lnTo>
                  <a:lnTo>
                    <a:pt x="733" y="143"/>
                  </a:lnTo>
                  <a:lnTo>
                    <a:pt x="733" y="143"/>
                  </a:lnTo>
                  <a:lnTo>
                    <a:pt x="733" y="145"/>
                  </a:lnTo>
                  <a:lnTo>
                    <a:pt x="731" y="147"/>
                  </a:lnTo>
                  <a:lnTo>
                    <a:pt x="731" y="147"/>
                  </a:lnTo>
                  <a:lnTo>
                    <a:pt x="729" y="147"/>
                  </a:lnTo>
                  <a:lnTo>
                    <a:pt x="729" y="147"/>
                  </a:lnTo>
                  <a:lnTo>
                    <a:pt x="729" y="151"/>
                  </a:lnTo>
                  <a:lnTo>
                    <a:pt x="731" y="153"/>
                  </a:lnTo>
                  <a:lnTo>
                    <a:pt x="731" y="153"/>
                  </a:lnTo>
                  <a:lnTo>
                    <a:pt x="731" y="153"/>
                  </a:lnTo>
                  <a:lnTo>
                    <a:pt x="731" y="153"/>
                  </a:lnTo>
                  <a:lnTo>
                    <a:pt x="731" y="153"/>
                  </a:lnTo>
                  <a:lnTo>
                    <a:pt x="733" y="155"/>
                  </a:lnTo>
                  <a:lnTo>
                    <a:pt x="733" y="155"/>
                  </a:lnTo>
                  <a:lnTo>
                    <a:pt x="733" y="155"/>
                  </a:lnTo>
                  <a:lnTo>
                    <a:pt x="733" y="155"/>
                  </a:lnTo>
                  <a:lnTo>
                    <a:pt x="733" y="157"/>
                  </a:lnTo>
                  <a:lnTo>
                    <a:pt x="733" y="157"/>
                  </a:lnTo>
                  <a:lnTo>
                    <a:pt x="731" y="157"/>
                  </a:lnTo>
                  <a:lnTo>
                    <a:pt x="731" y="157"/>
                  </a:lnTo>
                  <a:lnTo>
                    <a:pt x="731" y="157"/>
                  </a:lnTo>
                  <a:lnTo>
                    <a:pt x="731" y="157"/>
                  </a:lnTo>
                  <a:lnTo>
                    <a:pt x="731" y="157"/>
                  </a:lnTo>
                  <a:lnTo>
                    <a:pt x="731" y="159"/>
                  </a:lnTo>
                  <a:lnTo>
                    <a:pt x="731" y="159"/>
                  </a:lnTo>
                  <a:lnTo>
                    <a:pt x="731" y="159"/>
                  </a:lnTo>
                  <a:lnTo>
                    <a:pt x="731" y="161"/>
                  </a:lnTo>
                  <a:lnTo>
                    <a:pt x="729" y="161"/>
                  </a:lnTo>
                  <a:lnTo>
                    <a:pt x="729" y="161"/>
                  </a:lnTo>
                  <a:lnTo>
                    <a:pt x="729" y="161"/>
                  </a:lnTo>
                  <a:lnTo>
                    <a:pt x="729" y="163"/>
                  </a:lnTo>
                  <a:lnTo>
                    <a:pt x="729" y="163"/>
                  </a:lnTo>
                  <a:lnTo>
                    <a:pt x="727" y="167"/>
                  </a:lnTo>
                  <a:lnTo>
                    <a:pt x="727" y="169"/>
                  </a:lnTo>
                  <a:lnTo>
                    <a:pt x="727" y="169"/>
                  </a:lnTo>
                  <a:lnTo>
                    <a:pt x="727" y="169"/>
                  </a:lnTo>
                  <a:lnTo>
                    <a:pt x="727" y="169"/>
                  </a:lnTo>
                  <a:lnTo>
                    <a:pt x="727" y="171"/>
                  </a:lnTo>
                  <a:lnTo>
                    <a:pt x="727" y="171"/>
                  </a:lnTo>
                  <a:lnTo>
                    <a:pt x="729" y="171"/>
                  </a:lnTo>
                  <a:lnTo>
                    <a:pt x="729" y="171"/>
                  </a:lnTo>
                  <a:lnTo>
                    <a:pt x="729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29" y="175"/>
                  </a:lnTo>
                  <a:lnTo>
                    <a:pt x="729" y="175"/>
                  </a:lnTo>
                  <a:lnTo>
                    <a:pt x="729" y="175"/>
                  </a:lnTo>
                  <a:lnTo>
                    <a:pt x="729" y="175"/>
                  </a:lnTo>
                  <a:lnTo>
                    <a:pt x="729" y="177"/>
                  </a:lnTo>
                  <a:lnTo>
                    <a:pt x="729" y="179"/>
                  </a:lnTo>
                  <a:lnTo>
                    <a:pt x="729" y="179"/>
                  </a:lnTo>
                  <a:lnTo>
                    <a:pt x="731" y="180"/>
                  </a:lnTo>
                  <a:lnTo>
                    <a:pt x="731" y="180"/>
                  </a:lnTo>
                  <a:lnTo>
                    <a:pt x="731" y="180"/>
                  </a:lnTo>
                  <a:lnTo>
                    <a:pt x="731" y="180"/>
                  </a:lnTo>
                  <a:lnTo>
                    <a:pt x="733" y="180"/>
                  </a:lnTo>
                  <a:lnTo>
                    <a:pt x="735" y="180"/>
                  </a:lnTo>
                  <a:lnTo>
                    <a:pt x="735" y="180"/>
                  </a:lnTo>
                  <a:lnTo>
                    <a:pt x="735" y="180"/>
                  </a:lnTo>
                  <a:lnTo>
                    <a:pt x="733" y="182"/>
                  </a:lnTo>
                  <a:lnTo>
                    <a:pt x="733" y="182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5" y="184"/>
                  </a:lnTo>
                  <a:lnTo>
                    <a:pt x="737" y="184"/>
                  </a:lnTo>
                  <a:lnTo>
                    <a:pt x="737" y="184"/>
                  </a:lnTo>
                  <a:lnTo>
                    <a:pt x="737" y="184"/>
                  </a:lnTo>
                  <a:lnTo>
                    <a:pt x="739" y="184"/>
                  </a:lnTo>
                  <a:lnTo>
                    <a:pt x="739" y="186"/>
                  </a:lnTo>
                  <a:lnTo>
                    <a:pt x="739" y="186"/>
                  </a:lnTo>
                  <a:lnTo>
                    <a:pt x="739" y="186"/>
                  </a:lnTo>
                  <a:lnTo>
                    <a:pt x="739" y="186"/>
                  </a:lnTo>
                  <a:lnTo>
                    <a:pt x="739" y="186"/>
                  </a:lnTo>
                  <a:lnTo>
                    <a:pt x="741" y="186"/>
                  </a:lnTo>
                  <a:lnTo>
                    <a:pt x="741" y="188"/>
                  </a:lnTo>
                  <a:lnTo>
                    <a:pt x="741" y="188"/>
                  </a:lnTo>
                  <a:lnTo>
                    <a:pt x="739" y="190"/>
                  </a:lnTo>
                  <a:lnTo>
                    <a:pt x="739" y="190"/>
                  </a:lnTo>
                  <a:lnTo>
                    <a:pt x="739" y="190"/>
                  </a:lnTo>
                  <a:lnTo>
                    <a:pt x="739" y="192"/>
                  </a:lnTo>
                  <a:lnTo>
                    <a:pt x="739" y="192"/>
                  </a:lnTo>
                  <a:lnTo>
                    <a:pt x="739" y="192"/>
                  </a:lnTo>
                  <a:lnTo>
                    <a:pt x="737" y="192"/>
                  </a:lnTo>
                  <a:lnTo>
                    <a:pt x="737" y="194"/>
                  </a:lnTo>
                  <a:lnTo>
                    <a:pt x="737" y="194"/>
                  </a:lnTo>
                  <a:lnTo>
                    <a:pt x="737" y="194"/>
                  </a:lnTo>
                  <a:lnTo>
                    <a:pt x="737" y="196"/>
                  </a:lnTo>
                  <a:lnTo>
                    <a:pt x="737" y="196"/>
                  </a:lnTo>
                  <a:lnTo>
                    <a:pt x="737" y="200"/>
                  </a:lnTo>
                  <a:lnTo>
                    <a:pt x="737" y="200"/>
                  </a:lnTo>
                  <a:lnTo>
                    <a:pt x="737" y="200"/>
                  </a:lnTo>
                  <a:lnTo>
                    <a:pt x="737" y="202"/>
                  </a:lnTo>
                  <a:lnTo>
                    <a:pt x="737" y="202"/>
                  </a:lnTo>
                  <a:lnTo>
                    <a:pt x="739" y="202"/>
                  </a:lnTo>
                  <a:lnTo>
                    <a:pt x="739" y="202"/>
                  </a:lnTo>
                  <a:lnTo>
                    <a:pt x="739" y="202"/>
                  </a:lnTo>
                  <a:lnTo>
                    <a:pt x="739" y="202"/>
                  </a:lnTo>
                  <a:lnTo>
                    <a:pt x="739" y="204"/>
                  </a:lnTo>
                  <a:lnTo>
                    <a:pt x="739" y="204"/>
                  </a:lnTo>
                  <a:lnTo>
                    <a:pt x="739" y="206"/>
                  </a:lnTo>
                  <a:lnTo>
                    <a:pt x="739" y="206"/>
                  </a:lnTo>
                  <a:lnTo>
                    <a:pt x="737" y="208"/>
                  </a:lnTo>
                  <a:lnTo>
                    <a:pt x="735" y="208"/>
                  </a:lnTo>
                  <a:lnTo>
                    <a:pt x="735" y="208"/>
                  </a:lnTo>
                  <a:lnTo>
                    <a:pt x="735" y="208"/>
                  </a:lnTo>
                  <a:lnTo>
                    <a:pt x="733" y="206"/>
                  </a:lnTo>
                  <a:lnTo>
                    <a:pt x="733" y="206"/>
                  </a:lnTo>
                  <a:lnTo>
                    <a:pt x="733" y="206"/>
                  </a:lnTo>
                  <a:lnTo>
                    <a:pt x="731" y="206"/>
                  </a:lnTo>
                  <a:lnTo>
                    <a:pt x="725" y="208"/>
                  </a:lnTo>
                  <a:lnTo>
                    <a:pt x="724" y="208"/>
                  </a:lnTo>
                  <a:lnTo>
                    <a:pt x="720" y="208"/>
                  </a:lnTo>
                  <a:lnTo>
                    <a:pt x="720" y="208"/>
                  </a:lnTo>
                  <a:lnTo>
                    <a:pt x="718" y="208"/>
                  </a:lnTo>
                  <a:lnTo>
                    <a:pt x="716" y="210"/>
                  </a:lnTo>
                  <a:lnTo>
                    <a:pt x="716" y="210"/>
                  </a:lnTo>
                  <a:lnTo>
                    <a:pt x="716" y="210"/>
                  </a:lnTo>
                  <a:lnTo>
                    <a:pt x="716" y="210"/>
                  </a:lnTo>
                  <a:lnTo>
                    <a:pt x="714" y="210"/>
                  </a:lnTo>
                  <a:lnTo>
                    <a:pt x="714" y="210"/>
                  </a:lnTo>
                  <a:lnTo>
                    <a:pt x="714" y="210"/>
                  </a:lnTo>
                  <a:lnTo>
                    <a:pt x="712" y="210"/>
                  </a:lnTo>
                  <a:lnTo>
                    <a:pt x="712" y="210"/>
                  </a:lnTo>
                  <a:lnTo>
                    <a:pt x="710" y="208"/>
                  </a:lnTo>
                  <a:lnTo>
                    <a:pt x="710" y="208"/>
                  </a:lnTo>
                  <a:lnTo>
                    <a:pt x="706" y="210"/>
                  </a:lnTo>
                  <a:lnTo>
                    <a:pt x="704" y="210"/>
                  </a:lnTo>
                  <a:lnTo>
                    <a:pt x="704" y="210"/>
                  </a:lnTo>
                  <a:lnTo>
                    <a:pt x="704" y="210"/>
                  </a:lnTo>
                  <a:lnTo>
                    <a:pt x="704" y="210"/>
                  </a:lnTo>
                  <a:lnTo>
                    <a:pt x="702" y="210"/>
                  </a:lnTo>
                  <a:lnTo>
                    <a:pt x="702" y="210"/>
                  </a:lnTo>
                  <a:lnTo>
                    <a:pt x="702" y="210"/>
                  </a:lnTo>
                  <a:lnTo>
                    <a:pt x="702" y="210"/>
                  </a:lnTo>
                  <a:lnTo>
                    <a:pt x="702" y="210"/>
                  </a:lnTo>
                  <a:lnTo>
                    <a:pt x="702" y="210"/>
                  </a:lnTo>
                  <a:lnTo>
                    <a:pt x="700" y="210"/>
                  </a:lnTo>
                  <a:lnTo>
                    <a:pt x="694" y="210"/>
                  </a:lnTo>
                  <a:lnTo>
                    <a:pt x="694" y="210"/>
                  </a:lnTo>
                  <a:lnTo>
                    <a:pt x="692" y="210"/>
                  </a:lnTo>
                  <a:lnTo>
                    <a:pt x="692" y="210"/>
                  </a:lnTo>
                  <a:lnTo>
                    <a:pt x="690" y="208"/>
                  </a:lnTo>
                  <a:lnTo>
                    <a:pt x="688" y="208"/>
                  </a:lnTo>
                  <a:lnTo>
                    <a:pt x="686" y="208"/>
                  </a:lnTo>
                  <a:lnTo>
                    <a:pt x="686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4" y="208"/>
                  </a:lnTo>
                  <a:lnTo>
                    <a:pt x="682" y="208"/>
                  </a:lnTo>
                  <a:lnTo>
                    <a:pt x="680" y="208"/>
                  </a:lnTo>
                  <a:lnTo>
                    <a:pt x="680" y="208"/>
                  </a:lnTo>
                  <a:lnTo>
                    <a:pt x="680" y="208"/>
                  </a:lnTo>
                  <a:lnTo>
                    <a:pt x="680" y="208"/>
                  </a:lnTo>
                  <a:lnTo>
                    <a:pt x="678" y="206"/>
                  </a:lnTo>
                  <a:lnTo>
                    <a:pt x="678" y="206"/>
                  </a:lnTo>
                  <a:lnTo>
                    <a:pt x="678" y="206"/>
                  </a:lnTo>
                  <a:lnTo>
                    <a:pt x="678" y="206"/>
                  </a:lnTo>
                  <a:lnTo>
                    <a:pt x="676" y="206"/>
                  </a:lnTo>
                  <a:lnTo>
                    <a:pt x="676" y="208"/>
                  </a:lnTo>
                  <a:lnTo>
                    <a:pt x="676" y="208"/>
                  </a:lnTo>
                  <a:lnTo>
                    <a:pt x="676" y="208"/>
                  </a:lnTo>
                  <a:lnTo>
                    <a:pt x="674" y="210"/>
                  </a:lnTo>
                  <a:lnTo>
                    <a:pt x="674" y="212"/>
                  </a:lnTo>
                  <a:lnTo>
                    <a:pt x="674" y="212"/>
                  </a:lnTo>
                  <a:lnTo>
                    <a:pt x="674" y="212"/>
                  </a:lnTo>
                  <a:lnTo>
                    <a:pt x="674" y="214"/>
                  </a:lnTo>
                  <a:lnTo>
                    <a:pt x="674" y="214"/>
                  </a:lnTo>
                  <a:lnTo>
                    <a:pt x="674" y="214"/>
                  </a:lnTo>
                  <a:lnTo>
                    <a:pt x="674" y="214"/>
                  </a:lnTo>
                  <a:lnTo>
                    <a:pt x="674" y="214"/>
                  </a:lnTo>
                  <a:lnTo>
                    <a:pt x="674" y="216"/>
                  </a:lnTo>
                  <a:lnTo>
                    <a:pt x="674" y="216"/>
                  </a:lnTo>
                  <a:lnTo>
                    <a:pt x="674" y="216"/>
                  </a:lnTo>
                  <a:lnTo>
                    <a:pt x="674" y="218"/>
                  </a:lnTo>
                  <a:lnTo>
                    <a:pt x="674" y="218"/>
                  </a:lnTo>
                  <a:lnTo>
                    <a:pt x="676" y="218"/>
                  </a:lnTo>
                  <a:lnTo>
                    <a:pt x="676" y="218"/>
                  </a:lnTo>
                  <a:lnTo>
                    <a:pt x="676" y="218"/>
                  </a:lnTo>
                  <a:lnTo>
                    <a:pt x="676" y="218"/>
                  </a:lnTo>
                  <a:lnTo>
                    <a:pt x="678" y="218"/>
                  </a:lnTo>
                  <a:lnTo>
                    <a:pt x="678" y="218"/>
                  </a:lnTo>
                  <a:lnTo>
                    <a:pt x="678" y="220"/>
                  </a:lnTo>
                  <a:lnTo>
                    <a:pt x="678" y="220"/>
                  </a:lnTo>
                  <a:lnTo>
                    <a:pt x="678" y="220"/>
                  </a:lnTo>
                  <a:lnTo>
                    <a:pt x="678" y="220"/>
                  </a:lnTo>
                  <a:lnTo>
                    <a:pt x="678" y="222"/>
                  </a:lnTo>
                  <a:lnTo>
                    <a:pt x="678" y="222"/>
                  </a:lnTo>
                  <a:lnTo>
                    <a:pt x="678" y="222"/>
                  </a:lnTo>
                  <a:lnTo>
                    <a:pt x="678" y="224"/>
                  </a:lnTo>
                  <a:lnTo>
                    <a:pt x="678" y="224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6"/>
                  </a:lnTo>
                  <a:lnTo>
                    <a:pt x="682" y="228"/>
                  </a:lnTo>
                  <a:lnTo>
                    <a:pt x="682" y="228"/>
                  </a:lnTo>
                  <a:lnTo>
                    <a:pt x="682" y="228"/>
                  </a:lnTo>
                  <a:lnTo>
                    <a:pt x="682" y="230"/>
                  </a:lnTo>
                  <a:lnTo>
                    <a:pt x="684" y="230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4" y="232"/>
                  </a:lnTo>
                  <a:lnTo>
                    <a:pt x="688" y="233"/>
                  </a:lnTo>
                  <a:lnTo>
                    <a:pt x="690" y="233"/>
                  </a:lnTo>
                  <a:lnTo>
                    <a:pt x="690" y="233"/>
                  </a:lnTo>
                  <a:lnTo>
                    <a:pt x="690" y="233"/>
                  </a:lnTo>
                  <a:lnTo>
                    <a:pt x="690" y="233"/>
                  </a:lnTo>
                  <a:lnTo>
                    <a:pt x="690" y="235"/>
                  </a:lnTo>
                  <a:lnTo>
                    <a:pt x="692" y="235"/>
                  </a:lnTo>
                  <a:lnTo>
                    <a:pt x="692" y="235"/>
                  </a:lnTo>
                  <a:lnTo>
                    <a:pt x="692" y="235"/>
                  </a:lnTo>
                  <a:lnTo>
                    <a:pt x="690" y="237"/>
                  </a:lnTo>
                  <a:lnTo>
                    <a:pt x="690" y="237"/>
                  </a:lnTo>
                  <a:lnTo>
                    <a:pt x="690" y="239"/>
                  </a:lnTo>
                  <a:lnTo>
                    <a:pt x="688" y="239"/>
                  </a:lnTo>
                  <a:lnTo>
                    <a:pt x="688" y="241"/>
                  </a:lnTo>
                  <a:lnTo>
                    <a:pt x="688" y="241"/>
                  </a:lnTo>
                  <a:lnTo>
                    <a:pt x="688" y="241"/>
                  </a:lnTo>
                  <a:lnTo>
                    <a:pt x="684" y="245"/>
                  </a:lnTo>
                  <a:lnTo>
                    <a:pt x="684" y="245"/>
                  </a:lnTo>
                  <a:lnTo>
                    <a:pt x="682" y="245"/>
                  </a:lnTo>
                  <a:lnTo>
                    <a:pt x="682" y="247"/>
                  </a:lnTo>
                  <a:lnTo>
                    <a:pt x="682" y="247"/>
                  </a:lnTo>
                  <a:lnTo>
                    <a:pt x="682" y="247"/>
                  </a:lnTo>
                  <a:lnTo>
                    <a:pt x="680" y="247"/>
                  </a:lnTo>
                  <a:lnTo>
                    <a:pt x="680" y="247"/>
                  </a:lnTo>
                  <a:lnTo>
                    <a:pt x="680" y="247"/>
                  </a:lnTo>
                  <a:lnTo>
                    <a:pt x="678" y="247"/>
                  </a:lnTo>
                  <a:lnTo>
                    <a:pt x="678" y="247"/>
                  </a:lnTo>
                  <a:lnTo>
                    <a:pt x="678" y="249"/>
                  </a:lnTo>
                  <a:lnTo>
                    <a:pt x="678" y="247"/>
                  </a:lnTo>
                  <a:lnTo>
                    <a:pt x="676" y="247"/>
                  </a:lnTo>
                  <a:lnTo>
                    <a:pt x="676" y="249"/>
                  </a:lnTo>
                  <a:lnTo>
                    <a:pt x="676" y="249"/>
                  </a:lnTo>
                  <a:lnTo>
                    <a:pt x="674" y="249"/>
                  </a:lnTo>
                  <a:lnTo>
                    <a:pt x="674" y="251"/>
                  </a:lnTo>
                  <a:lnTo>
                    <a:pt x="674" y="251"/>
                  </a:lnTo>
                  <a:lnTo>
                    <a:pt x="673" y="251"/>
                  </a:lnTo>
                  <a:lnTo>
                    <a:pt x="673" y="251"/>
                  </a:lnTo>
                  <a:lnTo>
                    <a:pt x="671" y="251"/>
                  </a:lnTo>
                  <a:lnTo>
                    <a:pt x="671" y="251"/>
                  </a:lnTo>
                  <a:lnTo>
                    <a:pt x="667" y="251"/>
                  </a:lnTo>
                  <a:lnTo>
                    <a:pt x="667" y="251"/>
                  </a:lnTo>
                  <a:lnTo>
                    <a:pt x="667" y="251"/>
                  </a:lnTo>
                  <a:lnTo>
                    <a:pt x="667" y="251"/>
                  </a:lnTo>
                  <a:lnTo>
                    <a:pt x="667" y="251"/>
                  </a:lnTo>
                  <a:lnTo>
                    <a:pt x="667" y="253"/>
                  </a:lnTo>
                  <a:lnTo>
                    <a:pt x="667" y="253"/>
                  </a:lnTo>
                  <a:lnTo>
                    <a:pt x="667" y="253"/>
                  </a:lnTo>
                  <a:lnTo>
                    <a:pt x="667" y="255"/>
                  </a:lnTo>
                  <a:lnTo>
                    <a:pt x="667" y="255"/>
                  </a:lnTo>
                  <a:lnTo>
                    <a:pt x="665" y="255"/>
                  </a:lnTo>
                  <a:lnTo>
                    <a:pt x="661" y="259"/>
                  </a:lnTo>
                  <a:lnTo>
                    <a:pt x="661" y="259"/>
                  </a:lnTo>
                  <a:lnTo>
                    <a:pt x="661" y="261"/>
                  </a:lnTo>
                  <a:lnTo>
                    <a:pt x="661" y="261"/>
                  </a:lnTo>
                  <a:lnTo>
                    <a:pt x="661" y="261"/>
                  </a:lnTo>
                  <a:lnTo>
                    <a:pt x="659" y="261"/>
                  </a:lnTo>
                  <a:lnTo>
                    <a:pt x="659" y="261"/>
                  </a:lnTo>
                  <a:lnTo>
                    <a:pt x="659" y="261"/>
                  </a:lnTo>
                  <a:lnTo>
                    <a:pt x="659" y="263"/>
                  </a:lnTo>
                  <a:lnTo>
                    <a:pt x="659" y="263"/>
                  </a:lnTo>
                  <a:lnTo>
                    <a:pt x="657" y="265"/>
                  </a:lnTo>
                  <a:lnTo>
                    <a:pt x="657" y="265"/>
                  </a:lnTo>
                  <a:lnTo>
                    <a:pt x="657" y="265"/>
                  </a:lnTo>
                  <a:lnTo>
                    <a:pt x="657" y="265"/>
                  </a:lnTo>
                  <a:lnTo>
                    <a:pt x="657" y="267"/>
                  </a:lnTo>
                  <a:lnTo>
                    <a:pt x="659" y="269"/>
                  </a:lnTo>
                  <a:lnTo>
                    <a:pt x="659" y="271"/>
                  </a:lnTo>
                  <a:lnTo>
                    <a:pt x="659" y="271"/>
                  </a:lnTo>
                  <a:lnTo>
                    <a:pt x="659" y="271"/>
                  </a:lnTo>
                  <a:lnTo>
                    <a:pt x="659" y="273"/>
                  </a:lnTo>
                  <a:lnTo>
                    <a:pt x="657" y="273"/>
                  </a:lnTo>
                  <a:lnTo>
                    <a:pt x="657" y="273"/>
                  </a:lnTo>
                  <a:lnTo>
                    <a:pt x="657" y="271"/>
                  </a:lnTo>
                  <a:lnTo>
                    <a:pt x="655" y="271"/>
                  </a:lnTo>
                  <a:lnTo>
                    <a:pt x="655" y="271"/>
                  </a:lnTo>
                  <a:lnTo>
                    <a:pt x="655" y="273"/>
                  </a:lnTo>
                  <a:lnTo>
                    <a:pt x="653" y="273"/>
                  </a:lnTo>
                  <a:lnTo>
                    <a:pt x="653" y="273"/>
                  </a:lnTo>
                  <a:lnTo>
                    <a:pt x="653" y="273"/>
                  </a:lnTo>
                  <a:lnTo>
                    <a:pt x="653" y="273"/>
                  </a:lnTo>
                  <a:lnTo>
                    <a:pt x="653" y="275"/>
                  </a:lnTo>
                  <a:lnTo>
                    <a:pt x="655" y="277"/>
                  </a:lnTo>
                  <a:lnTo>
                    <a:pt x="655" y="277"/>
                  </a:lnTo>
                  <a:lnTo>
                    <a:pt x="655" y="277"/>
                  </a:lnTo>
                  <a:lnTo>
                    <a:pt x="657" y="279"/>
                  </a:lnTo>
                  <a:lnTo>
                    <a:pt x="657" y="279"/>
                  </a:lnTo>
                  <a:lnTo>
                    <a:pt x="657" y="279"/>
                  </a:lnTo>
                  <a:lnTo>
                    <a:pt x="657" y="279"/>
                  </a:lnTo>
                  <a:lnTo>
                    <a:pt x="657" y="281"/>
                  </a:lnTo>
                  <a:lnTo>
                    <a:pt x="653" y="285"/>
                  </a:lnTo>
                  <a:lnTo>
                    <a:pt x="653" y="285"/>
                  </a:lnTo>
                  <a:lnTo>
                    <a:pt x="653" y="286"/>
                  </a:lnTo>
                  <a:lnTo>
                    <a:pt x="653" y="286"/>
                  </a:lnTo>
                  <a:lnTo>
                    <a:pt x="653" y="286"/>
                  </a:lnTo>
                  <a:lnTo>
                    <a:pt x="651" y="286"/>
                  </a:lnTo>
                  <a:lnTo>
                    <a:pt x="651" y="286"/>
                  </a:lnTo>
                  <a:lnTo>
                    <a:pt x="651" y="286"/>
                  </a:lnTo>
                  <a:lnTo>
                    <a:pt x="649" y="286"/>
                  </a:lnTo>
                  <a:lnTo>
                    <a:pt x="649" y="286"/>
                  </a:lnTo>
                  <a:lnTo>
                    <a:pt x="649" y="286"/>
                  </a:lnTo>
                  <a:lnTo>
                    <a:pt x="649" y="286"/>
                  </a:lnTo>
                  <a:lnTo>
                    <a:pt x="645" y="288"/>
                  </a:lnTo>
                  <a:lnTo>
                    <a:pt x="645" y="288"/>
                  </a:lnTo>
                  <a:lnTo>
                    <a:pt x="645" y="290"/>
                  </a:lnTo>
                  <a:lnTo>
                    <a:pt x="645" y="290"/>
                  </a:lnTo>
                  <a:lnTo>
                    <a:pt x="645" y="290"/>
                  </a:lnTo>
                  <a:lnTo>
                    <a:pt x="645" y="290"/>
                  </a:lnTo>
                  <a:lnTo>
                    <a:pt x="645" y="290"/>
                  </a:lnTo>
                  <a:lnTo>
                    <a:pt x="643" y="290"/>
                  </a:lnTo>
                  <a:lnTo>
                    <a:pt x="643" y="290"/>
                  </a:lnTo>
                  <a:lnTo>
                    <a:pt x="643" y="290"/>
                  </a:lnTo>
                  <a:lnTo>
                    <a:pt x="643" y="290"/>
                  </a:lnTo>
                  <a:lnTo>
                    <a:pt x="643" y="290"/>
                  </a:lnTo>
                  <a:lnTo>
                    <a:pt x="641" y="288"/>
                  </a:lnTo>
                  <a:lnTo>
                    <a:pt x="641" y="288"/>
                  </a:lnTo>
                  <a:lnTo>
                    <a:pt x="641" y="290"/>
                  </a:lnTo>
                  <a:lnTo>
                    <a:pt x="641" y="290"/>
                  </a:lnTo>
                  <a:lnTo>
                    <a:pt x="639" y="292"/>
                  </a:lnTo>
                  <a:lnTo>
                    <a:pt x="639" y="292"/>
                  </a:lnTo>
                  <a:lnTo>
                    <a:pt x="639" y="292"/>
                  </a:lnTo>
                  <a:lnTo>
                    <a:pt x="639" y="294"/>
                  </a:lnTo>
                  <a:lnTo>
                    <a:pt x="639" y="294"/>
                  </a:lnTo>
                  <a:lnTo>
                    <a:pt x="639" y="296"/>
                  </a:lnTo>
                  <a:lnTo>
                    <a:pt x="637" y="296"/>
                  </a:lnTo>
                  <a:lnTo>
                    <a:pt x="637" y="296"/>
                  </a:lnTo>
                  <a:lnTo>
                    <a:pt x="637" y="296"/>
                  </a:lnTo>
                  <a:lnTo>
                    <a:pt x="635" y="296"/>
                  </a:lnTo>
                  <a:lnTo>
                    <a:pt x="635" y="294"/>
                  </a:lnTo>
                  <a:lnTo>
                    <a:pt x="635" y="294"/>
                  </a:lnTo>
                  <a:lnTo>
                    <a:pt x="635" y="294"/>
                  </a:lnTo>
                  <a:lnTo>
                    <a:pt x="635" y="296"/>
                  </a:lnTo>
                  <a:lnTo>
                    <a:pt x="633" y="296"/>
                  </a:lnTo>
                  <a:lnTo>
                    <a:pt x="633" y="296"/>
                  </a:lnTo>
                  <a:lnTo>
                    <a:pt x="633" y="298"/>
                  </a:lnTo>
                  <a:lnTo>
                    <a:pt x="633" y="298"/>
                  </a:lnTo>
                  <a:lnTo>
                    <a:pt x="633" y="298"/>
                  </a:lnTo>
                  <a:lnTo>
                    <a:pt x="633" y="300"/>
                  </a:lnTo>
                  <a:lnTo>
                    <a:pt x="631" y="300"/>
                  </a:lnTo>
                  <a:lnTo>
                    <a:pt x="631" y="302"/>
                  </a:lnTo>
                  <a:lnTo>
                    <a:pt x="629" y="302"/>
                  </a:lnTo>
                  <a:lnTo>
                    <a:pt x="623" y="306"/>
                  </a:lnTo>
                  <a:lnTo>
                    <a:pt x="618" y="306"/>
                  </a:lnTo>
                  <a:lnTo>
                    <a:pt x="616" y="308"/>
                  </a:lnTo>
                  <a:lnTo>
                    <a:pt x="616" y="308"/>
                  </a:lnTo>
                  <a:lnTo>
                    <a:pt x="618" y="308"/>
                  </a:lnTo>
                  <a:lnTo>
                    <a:pt x="618" y="308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2"/>
                  </a:lnTo>
                  <a:lnTo>
                    <a:pt x="618" y="312"/>
                  </a:lnTo>
                  <a:lnTo>
                    <a:pt x="618" y="312"/>
                  </a:lnTo>
                  <a:lnTo>
                    <a:pt x="618" y="314"/>
                  </a:lnTo>
                  <a:lnTo>
                    <a:pt x="618" y="314"/>
                  </a:lnTo>
                  <a:lnTo>
                    <a:pt x="618" y="314"/>
                  </a:lnTo>
                  <a:lnTo>
                    <a:pt x="618" y="316"/>
                  </a:lnTo>
                  <a:lnTo>
                    <a:pt x="618" y="316"/>
                  </a:lnTo>
                  <a:lnTo>
                    <a:pt x="620" y="316"/>
                  </a:lnTo>
                  <a:lnTo>
                    <a:pt x="620" y="316"/>
                  </a:lnTo>
                  <a:lnTo>
                    <a:pt x="620" y="316"/>
                  </a:lnTo>
                  <a:lnTo>
                    <a:pt x="620" y="318"/>
                  </a:lnTo>
                  <a:lnTo>
                    <a:pt x="620" y="318"/>
                  </a:lnTo>
                  <a:lnTo>
                    <a:pt x="620" y="318"/>
                  </a:lnTo>
                  <a:lnTo>
                    <a:pt x="620" y="318"/>
                  </a:lnTo>
                  <a:lnTo>
                    <a:pt x="622" y="318"/>
                  </a:lnTo>
                  <a:lnTo>
                    <a:pt x="622" y="318"/>
                  </a:lnTo>
                  <a:lnTo>
                    <a:pt x="622" y="318"/>
                  </a:lnTo>
                  <a:lnTo>
                    <a:pt x="622" y="318"/>
                  </a:lnTo>
                  <a:lnTo>
                    <a:pt x="622" y="320"/>
                  </a:lnTo>
                  <a:lnTo>
                    <a:pt x="622" y="320"/>
                  </a:lnTo>
                  <a:lnTo>
                    <a:pt x="622" y="320"/>
                  </a:lnTo>
                  <a:lnTo>
                    <a:pt x="622" y="320"/>
                  </a:lnTo>
                  <a:lnTo>
                    <a:pt x="622" y="320"/>
                  </a:lnTo>
                  <a:lnTo>
                    <a:pt x="623" y="320"/>
                  </a:lnTo>
                  <a:lnTo>
                    <a:pt x="623" y="320"/>
                  </a:lnTo>
                  <a:lnTo>
                    <a:pt x="623" y="322"/>
                  </a:lnTo>
                  <a:lnTo>
                    <a:pt x="623" y="322"/>
                  </a:lnTo>
                  <a:lnTo>
                    <a:pt x="623" y="322"/>
                  </a:lnTo>
                  <a:lnTo>
                    <a:pt x="625" y="324"/>
                  </a:lnTo>
                  <a:lnTo>
                    <a:pt x="627" y="328"/>
                  </a:lnTo>
                  <a:lnTo>
                    <a:pt x="627" y="328"/>
                  </a:lnTo>
                  <a:lnTo>
                    <a:pt x="627" y="328"/>
                  </a:lnTo>
                  <a:lnTo>
                    <a:pt x="627" y="330"/>
                  </a:lnTo>
                  <a:lnTo>
                    <a:pt x="627" y="330"/>
                  </a:lnTo>
                  <a:lnTo>
                    <a:pt x="627" y="330"/>
                  </a:lnTo>
                  <a:lnTo>
                    <a:pt x="627" y="330"/>
                  </a:lnTo>
                  <a:lnTo>
                    <a:pt x="627" y="330"/>
                  </a:lnTo>
                  <a:lnTo>
                    <a:pt x="627" y="330"/>
                  </a:lnTo>
                  <a:lnTo>
                    <a:pt x="627" y="332"/>
                  </a:lnTo>
                  <a:lnTo>
                    <a:pt x="625" y="332"/>
                  </a:lnTo>
                  <a:lnTo>
                    <a:pt x="625" y="332"/>
                  </a:lnTo>
                  <a:lnTo>
                    <a:pt x="625" y="332"/>
                  </a:lnTo>
                  <a:lnTo>
                    <a:pt x="625" y="332"/>
                  </a:lnTo>
                  <a:lnTo>
                    <a:pt x="622" y="330"/>
                  </a:lnTo>
                  <a:lnTo>
                    <a:pt x="622" y="330"/>
                  </a:lnTo>
                  <a:lnTo>
                    <a:pt x="622" y="330"/>
                  </a:lnTo>
                  <a:lnTo>
                    <a:pt x="620" y="330"/>
                  </a:lnTo>
                  <a:lnTo>
                    <a:pt x="620" y="330"/>
                  </a:lnTo>
                  <a:lnTo>
                    <a:pt x="618" y="332"/>
                  </a:lnTo>
                  <a:lnTo>
                    <a:pt x="618" y="334"/>
                  </a:lnTo>
                  <a:lnTo>
                    <a:pt x="618" y="336"/>
                  </a:lnTo>
                  <a:lnTo>
                    <a:pt x="616" y="340"/>
                  </a:lnTo>
                  <a:lnTo>
                    <a:pt x="616" y="341"/>
                  </a:lnTo>
                  <a:lnTo>
                    <a:pt x="616" y="341"/>
                  </a:lnTo>
                  <a:lnTo>
                    <a:pt x="616" y="341"/>
                  </a:lnTo>
                  <a:lnTo>
                    <a:pt x="616" y="341"/>
                  </a:lnTo>
                  <a:lnTo>
                    <a:pt x="614" y="341"/>
                  </a:lnTo>
                  <a:lnTo>
                    <a:pt x="614" y="341"/>
                  </a:lnTo>
                  <a:lnTo>
                    <a:pt x="612" y="341"/>
                  </a:lnTo>
                  <a:lnTo>
                    <a:pt x="612" y="343"/>
                  </a:lnTo>
                  <a:lnTo>
                    <a:pt x="610" y="343"/>
                  </a:lnTo>
                  <a:lnTo>
                    <a:pt x="610" y="343"/>
                  </a:lnTo>
                  <a:lnTo>
                    <a:pt x="610" y="345"/>
                  </a:lnTo>
                  <a:lnTo>
                    <a:pt x="610" y="345"/>
                  </a:lnTo>
                  <a:lnTo>
                    <a:pt x="610" y="345"/>
                  </a:lnTo>
                  <a:lnTo>
                    <a:pt x="612" y="347"/>
                  </a:lnTo>
                  <a:lnTo>
                    <a:pt x="612" y="347"/>
                  </a:lnTo>
                  <a:lnTo>
                    <a:pt x="612" y="349"/>
                  </a:lnTo>
                  <a:lnTo>
                    <a:pt x="610" y="349"/>
                  </a:lnTo>
                  <a:lnTo>
                    <a:pt x="610" y="351"/>
                  </a:lnTo>
                  <a:lnTo>
                    <a:pt x="610" y="351"/>
                  </a:lnTo>
                  <a:lnTo>
                    <a:pt x="610" y="351"/>
                  </a:lnTo>
                  <a:lnTo>
                    <a:pt x="610" y="353"/>
                  </a:lnTo>
                  <a:lnTo>
                    <a:pt x="610" y="353"/>
                  </a:lnTo>
                  <a:lnTo>
                    <a:pt x="610" y="353"/>
                  </a:lnTo>
                  <a:lnTo>
                    <a:pt x="610" y="353"/>
                  </a:lnTo>
                  <a:lnTo>
                    <a:pt x="610" y="355"/>
                  </a:lnTo>
                  <a:lnTo>
                    <a:pt x="610" y="357"/>
                  </a:lnTo>
                  <a:lnTo>
                    <a:pt x="610" y="359"/>
                  </a:lnTo>
                  <a:lnTo>
                    <a:pt x="610" y="361"/>
                  </a:lnTo>
                  <a:lnTo>
                    <a:pt x="610" y="361"/>
                  </a:lnTo>
                  <a:lnTo>
                    <a:pt x="610" y="361"/>
                  </a:lnTo>
                  <a:lnTo>
                    <a:pt x="608" y="363"/>
                  </a:lnTo>
                  <a:lnTo>
                    <a:pt x="606" y="363"/>
                  </a:lnTo>
                  <a:lnTo>
                    <a:pt x="606" y="363"/>
                  </a:lnTo>
                  <a:lnTo>
                    <a:pt x="604" y="363"/>
                  </a:lnTo>
                  <a:lnTo>
                    <a:pt x="604" y="363"/>
                  </a:lnTo>
                  <a:lnTo>
                    <a:pt x="604" y="363"/>
                  </a:lnTo>
                  <a:lnTo>
                    <a:pt x="604" y="365"/>
                  </a:lnTo>
                  <a:lnTo>
                    <a:pt x="604" y="365"/>
                  </a:lnTo>
                  <a:lnTo>
                    <a:pt x="604" y="365"/>
                  </a:lnTo>
                  <a:lnTo>
                    <a:pt x="604" y="365"/>
                  </a:lnTo>
                  <a:lnTo>
                    <a:pt x="604" y="367"/>
                  </a:lnTo>
                  <a:lnTo>
                    <a:pt x="604" y="369"/>
                  </a:lnTo>
                  <a:lnTo>
                    <a:pt x="604" y="369"/>
                  </a:lnTo>
                  <a:lnTo>
                    <a:pt x="604" y="369"/>
                  </a:lnTo>
                  <a:lnTo>
                    <a:pt x="604" y="369"/>
                  </a:lnTo>
                  <a:lnTo>
                    <a:pt x="606" y="369"/>
                  </a:lnTo>
                  <a:lnTo>
                    <a:pt x="606" y="369"/>
                  </a:lnTo>
                  <a:lnTo>
                    <a:pt x="606" y="369"/>
                  </a:lnTo>
                  <a:lnTo>
                    <a:pt x="606" y="369"/>
                  </a:lnTo>
                  <a:lnTo>
                    <a:pt x="608" y="371"/>
                  </a:lnTo>
                  <a:lnTo>
                    <a:pt x="608" y="373"/>
                  </a:lnTo>
                  <a:lnTo>
                    <a:pt x="610" y="373"/>
                  </a:lnTo>
                  <a:lnTo>
                    <a:pt x="610" y="373"/>
                  </a:lnTo>
                  <a:lnTo>
                    <a:pt x="610" y="373"/>
                  </a:lnTo>
                  <a:lnTo>
                    <a:pt x="610" y="373"/>
                  </a:lnTo>
                  <a:lnTo>
                    <a:pt x="610" y="375"/>
                  </a:lnTo>
                  <a:lnTo>
                    <a:pt x="608" y="375"/>
                  </a:lnTo>
                  <a:lnTo>
                    <a:pt x="608" y="375"/>
                  </a:lnTo>
                  <a:lnTo>
                    <a:pt x="608" y="375"/>
                  </a:lnTo>
                  <a:lnTo>
                    <a:pt x="608" y="375"/>
                  </a:lnTo>
                  <a:lnTo>
                    <a:pt x="608" y="375"/>
                  </a:lnTo>
                  <a:lnTo>
                    <a:pt x="608" y="375"/>
                  </a:lnTo>
                  <a:lnTo>
                    <a:pt x="606" y="379"/>
                  </a:lnTo>
                  <a:lnTo>
                    <a:pt x="606" y="379"/>
                  </a:lnTo>
                  <a:lnTo>
                    <a:pt x="606" y="381"/>
                  </a:lnTo>
                  <a:lnTo>
                    <a:pt x="608" y="381"/>
                  </a:lnTo>
                  <a:lnTo>
                    <a:pt x="608" y="381"/>
                  </a:lnTo>
                  <a:lnTo>
                    <a:pt x="606" y="383"/>
                  </a:lnTo>
                  <a:lnTo>
                    <a:pt x="606" y="383"/>
                  </a:lnTo>
                  <a:lnTo>
                    <a:pt x="606" y="383"/>
                  </a:lnTo>
                  <a:lnTo>
                    <a:pt x="606" y="383"/>
                  </a:lnTo>
                  <a:lnTo>
                    <a:pt x="606" y="385"/>
                  </a:lnTo>
                  <a:lnTo>
                    <a:pt x="606" y="385"/>
                  </a:lnTo>
                  <a:lnTo>
                    <a:pt x="606" y="385"/>
                  </a:lnTo>
                  <a:lnTo>
                    <a:pt x="606" y="387"/>
                  </a:lnTo>
                  <a:lnTo>
                    <a:pt x="606" y="387"/>
                  </a:lnTo>
                  <a:lnTo>
                    <a:pt x="606" y="387"/>
                  </a:lnTo>
                  <a:lnTo>
                    <a:pt x="608" y="387"/>
                  </a:lnTo>
                  <a:lnTo>
                    <a:pt x="608" y="389"/>
                  </a:lnTo>
                  <a:lnTo>
                    <a:pt x="606" y="389"/>
                  </a:lnTo>
                  <a:lnTo>
                    <a:pt x="606" y="389"/>
                  </a:lnTo>
                  <a:lnTo>
                    <a:pt x="606" y="389"/>
                  </a:lnTo>
                  <a:lnTo>
                    <a:pt x="606" y="389"/>
                  </a:lnTo>
                  <a:lnTo>
                    <a:pt x="606" y="391"/>
                  </a:lnTo>
                  <a:lnTo>
                    <a:pt x="606" y="391"/>
                  </a:lnTo>
                  <a:lnTo>
                    <a:pt x="606" y="391"/>
                  </a:lnTo>
                  <a:lnTo>
                    <a:pt x="606" y="391"/>
                  </a:lnTo>
                  <a:lnTo>
                    <a:pt x="606" y="391"/>
                  </a:lnTo>
                  <a:lnTo>
                    <a:pt x="606" y="393"/>
                  </a:lnTo>
                  <a:lnTo>
                    <a:pt x="606" y="393"/>
                  </a:lnTo>
                  <a:lnTo>
                    <a:pt x="610" y="394"/>
                  </a:lnTo>
                  <a:lnTo>
                    <a:pt x="612" y="394"/>
                  </a:lnTo>
                  <a:lnTo>
                    <a:pt x="612" y="394"/>
                  </a:lnTo>
                  <a:lnTo>
                    <a:pt x="612" y="393"/>
                  </a:lnTo>
                  <a:lnTo>
                    <a:pt x="610" y="393"/>
                  </a:lnTo>
                  <a:lnTo>
                    <a:pt x="610" y="391"/>
                  </a:lnTo>
                  <a:lnTo>
                    <a:pt x="610" y="391"/>
                  </a:lnTo>
                  <a:lnTo>
                    <a:pt x="610" y="391"/>
                  </a:lnTo>
                  <a:lnTo>
                    <a:pt x="610" y="389"/>
                  </a:lnTo>
                  <a:lnTo>
                    <a:pt x="610" y="389"/>
                  </a:lnTo>
                  <a:lnTo>
                    <a:pt x="610" y="389"/>
                  </a:lnTo>
                  <a:lnTo>
                    <a:pt x="612" y="389"/>
                  </a:lnTo>
                  <a:lnTo>
                    <a:pt x="612" y="389"/>
                  </a:lnTo>
                  <a:lnTo>
                    <a:pt x="614" y="389"/>
                  </a:lnTo>
                  <a:lnTo>
                    <a:pt x="614" y="389"/>
                  </a:lnTo>
                  <a:lnTo>
                    <a:pt x="614" y="389"/>
                  </a:lnTo>
                  <a:lnTo>
                    <a:pt x="614" y="389"/>
                  </a:lnTo>
                  <a:lnTo>
                    <a:pt x="616" y="389"/>
                  </a:lnTo>
                  <a:lnTo>
                    <a:pt x="618" y="389"/>
                  </a:lnTo>
                  <a:lnTo>
                    <a:pt x="618" y="389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18" y="387"/>
                  </a:lnTo>
                  <a:lnTo>
                    <a:pt x="620" y="387"/>
                  </a:lnTo>
                  <a:lnTo>
                    <a:pt x="623" y="391"/>
                  </a:lnTo>
                  <a:lnTo>
                    <a:pt x="623" y="393"/>
                  </a:lnTo>
                  <a:lnTo>
                    <a:pt x="623" y="393"/>
                  </a:lnTo>
                  <a:lnTo>
                    <a:pt x="623" y="393"/>
                  </a:lnTo>
                  <a:lnTo>
                    <a:pt x="623" y="394"/>
                  </a:lnTo>
                  <a:lnTo>
                    <a:pt x="623" y="394"/>
                  </a:lnTo>
                  <a:lnTo>
                    <a:pt x="623" y="394"/>
                  </a:lnTo>
                  <a:lnTo>
                    <a:pt x="623" y="394"/>
                  </a:lnTo>
                  <a:lnTo>
                    <a:pt x="623" y="396"/>
                  </a:lnTo>
                  <a:lnTo>
                    <a:pt x="623" y="398"/>
                  </a:lnTo>
                  <a:lnTo>
                    <a:pt x="623" y="398"/>
                  </a:lnTo>
                  <a:lnTo>
                    <a:pt x="620" y="400"/>
                  </a:lnTo>
                  <a:lnTo>
                    <a:pt x="620" y="400"/>
                  </a:lnTo>
                  <a:lnTo>
                    <a:pt x="620" y="400"/>
                  </a:lnTo>
                  <a:lnTo>
                    <a:pt x="620" y="400"/>
                  </a:lnTo>
                  <a:lnTo>
                    <a:pt x="620" y="402"/>
                  </a:lnTo>
                  <a:lnTo>
                    <a:pt x="620" y="402"/>
                  </a:lnTo>
                  <a:lnTo>
                    <a:pt x="620" y="402"/>
                  </a:lnTo>
                  <a:lnTo>
                    <a:pt x="620" y="402"/>
                  </a:lnTo>
                  <a:lnTo>
                    <a:pt x="622" y="402"/>
                  </a:lnTo>
                  <a:lnTo>
                    <a:pt x="623" y="404"/>
                  </a:lnTo>
                  <a:lnTo>
                    <a:pt x="623" y="404"/>
                  </a:lnTo>
                  <a:lnTo>
                    <a:pt x="623" y="404"/>
                  </a:lnTo>
                  <a:lnTo>
                    <a:pt x="623" y="404"/>
                  </a:lnTo>
                  <a:lnTo>
                    <a:pt x="623" y="406"/>
                  </a:lnTo>
                  <a:lnTo>
                    <a:pt x="623" y="406"/>
                  </a:lnTo>
                  <a:lnTo>
                    <a:pt x="623" y="406"/>
                  </a:lnTo>
                  <a:lnTo>
                    <a:pt x="623" y="406"/>
                  </a:lnTo>
                  <a:lnTo>
                    <a:pt x="625" y="406"/>
                  </a:lnTo>
                  <a:lnTo>
                    <a:pt x="627" y="406"/>
                  </a:lnTo>
                  <a:lnTo>
                    <a:pt x="627" y="406"/>
                  </a:lnTo>
                  <a:lnTo>
                    <a:pt x="627" y="406"/>
                  </a:lnTo>
                  <a:lnTo>
                    <a:pt x="627" y="406"/>
                  </a:lnTo>
                  <a:lnTo>
                    <a:pt x="627" y="404"/>
                  </a:lnTo>
                  <a:lnTo>
                    <a:pt x="627" y="404"/>
                  </a:lnTo>
                  <a:lnTo>
                    <a:pt x="627" y="404"/>
                  </a:lnTo>
                  <a:lnTo>
                    <a:pt x="627" y="404"/>
                  </a:lnTo>
                  <a:lnTo>
                    <a:pt x="627" y="402"/>
                  </a:lnTo>
                  <a:lnTo>
                    <a:pt x="627" y="402"/>
                  </a:lnTo>
                  <a:lnTo>
                    <a:pt x="629" y="402"/>
                  </a:lnTo>
                  <a:lnTo>
                    <a:pt x="629" y="402"/>
                  </a:lnTo>
                  <a:lnTo>
                    <a:pt x="629" y="402"/>
                  </a:lnTo>
                  <a:lnTo>
                    <a:pt x="631" y="402"/>
                  </a:lnTo>
                  <a:lnTo>
                    <a:pt x="631" y="402"/>
                  </a:lnTo>
                  <a:lnTo>
                    <a:pt x="631" y="400"/>
                  </a:lnTo>
                  <a:lnTo>
                    <a:pt x="631" y="400"/>
                  </a:lnTo>
                  <a:lnTo>
                    <a:pt x="631" y="400"/>
                  </a:lnTo>
                  <a:lnTo>
                    <a:pt x="631" y="400"/>
                  </a:lnTo>
                  <a:lnTo>
                    <a:pt x="633" y="400"/>
                  </a:lnTo>
                  <a:lnTo>
                    <a:pt x="633" y="400"/>
                  </a:lnTo>
                  <a:lnTo>
                    <a:pt x="633" y="402"/>
                  </a:lnTo>
                  <a:lnTo>
                    <a:pt x="635" y="404"/>
                  </a:lnTo>
                  <a:lnTo>
                    <a:pt x="635" y="404"/>
                  </a:lnTo>
                  <a:lnTo>
                    <a:pt x="635" y="404"/>
                  </a:lnTo>
                  <a:lnTo>
                    <a:pt x="635" y="406"/>
                  </a:lnTo>
                  <a:lnTo>
                    <a:pt x="635" y="406"/>
                  </a:lnTo>
                  <a:lnTo>
                    <a:pt x="637" y="406"/>
                  </a:lnTo>
                  <a:lnTo>
                    <a:pt x="637" y="406"/>
                  </a:lnTo>
                  <a:lnTo>
                    <a:pt x="637" y="406"/>
                  </a:lnTo>
                  <a:lnTo>
                    <a:pt x="637" y="406"/>
                  </a:lnTo>
                  <a:lnTo>
                    <a:pt x="637" y="406"/>
                  </a:lnTo>
                  <a:lnTo>
                    <a:pt x="637" y="406"/>
                  </a:lnTo>
                  <a:lnTo>
                    <a:pt x="637" y="404"/>
                  </a:lnTo>
                  <a:lnTo>
                    <a:pt x="637" y="404"/>
                  </a:lnTo>
                  <a:lnTo>
                    <a:pt x="639" y="404"/>
                  </a:lnTo>
                  <a:lnTo>
                    <a:pt x="639" y="404"/>
                  </a:lnTo>
                  <a:lnTo>
                    <a:pt x="639" y="404"/>
                  </a:lnTo>
                  <a:lnTo>
                    <a:pt x="641" y="404"/>
                  </a:lnTo>
                  <a:lnTo>
                    <a:pt x="641" y="404"/>
                  </a:lnTo>
                  <a:lnTo>
                    <a:pt x="641" y="402"/>
                  </a:lnTo>
                  <a:lnTo>
                    <a:pt x="641" y="402"/>
                  </a:lnTo>
                  <a:lnTo>
                    <a:pt x="641" y="402"/>
                  </a:lnTo>
                  <a:lnTo>
                    <a:pt x="643" y="404"/>
                  </a:lnTo>
                  <a:lnTo>
                    <a:pt x="643" y="404"/>
                  </a:lnTo>
                  <a:lnTo>
                    <a:pt x="643" y="406"/>
                  </a:lnTo>
                  <a:lnTo>
                    <a:pt x="645" y="406"/>
                  </a:lnTo>
                  <a:lnTo>
                    <a:pt x="645" y="408"/>
                  </a:lnTo>
                  <a:lnTo>
                    <a:pt x="645" y="408"/>
                  </a:lnTo>
                  <a:lnTo>
                    <a:pt x="645" y="410"/>
                  </a:lnTo>
                  <a:lnTo>
                    <a:pt x="645" y="410"/>
                  </a:lnTo>
                  <a:lnTo>
                    <a:pt x="647" y="410"/>
                  </a:lnTo>
                  <a:lnTo>
                    <a:pt x="647" y="410"/>
                  </a:lnTo>
                  <a:lnTo>
                    <a:pt x="647" y="410"/>
                  </a:lnTo>
                  <a:lnTo>
                    <a:pt x="649" y="410"/>
                  </a:lnTo>
                  <a:lnTo>
                    <a:pt x="649" y="412"/>
                  </a:lnTo>
                  <a:lnTo>
                    <a:pt x="649" y="412"/>
                  </a:lnTo>
                  <a:lnTo>
                    <a:pt x="651" y="412"/>
                  </a:lnTo>
                  <a:lnTo>
                    <a:pt x="651" y="412"/>
                  </a:lnTo>
                  <a:lnTo>
                    <a:pt x="653" y="412"/>
                  </a:lnTo>
                  <a:lnTo>
                    <a:pt x="653" y="414"/>
                  </a:lnTo>
                  <a:lnTo>
                    <a:pt x="653" y="414"/>
                  </a:lnTo>
                  <a:lnTo>
                    <a:pt x="653" y="414"/>
                  </a:lnTo>
                  <a:lnTo>
                    <a:pt x="653" y="414"/>
                  </a:lnTo>
                  <a:lnTo>
                    <a:pt x="655" y="416"/>
                  </a:lnTo>
                  <a:lnTo>
                    <a:pt x="655" y="416"/>
                  </a:lnTo>
                  <a:lnTo>
                    <a:pt x="655" y="416"/>
                  </a:lnTo>
                  <a:lnTo>
                    <a:pt x="653" y="416"/>
                  </a:lnTo>
                  <a:lnTo>
                    <a:pt x="653" y="416"/>
                  </a:lnTo>
                  <a:lnTo>
                    <a:pt x="653" y="416"/>
                  </a:lnTo>
                  <a:lnTo>
                    <a:pt x="653" y="416"/>
                  </a:lnTo>
                  <a:lnTo>
                    <a:pt x="651" y="416"/>
                  </a:lnTo>
                  <a:lnTo>
                    <a:pt x="651" y="418"/>
                  </a:lnTo>
                  <a:lnTo>
                    <a:pt x="651" y="418"/>
                  </a:lnTo>
                  <a:lnTo>
                    <a:pt x="651" y="420"/>
                  </a:lnTo>
                  <a:lnTo>
                    <a:pt x="651" y="422"/>
                  </a:lnTo>
                  <a:lnTo>
                    <a:pt x="651" y="422"/>
                  </a:lnTo>
                  <a:lnTo>
                    <a:pt x="651" y="422"/>
                  </a:lnTo>
                  <a:lnTo>
                    <a:pt x="651" y="422"/>
                  </a:lnTo>
                  <a:lnTo>
                    <a:pt x="649" y="424"/>
                  </a:lnTo>
                  <a:lnTo>
                    <a:pt x="649" y="424"/>
                  </a:lnTo>
                  <a:lnTo>
                    <a:pt x="649" y="424"/>
                  </a:lnTo>
                  <a:lnTo>
                    <a:pt x="649" y="426"/>
                  </a:lnTo>
                  <a:lnTo>
                    <a:pt x="649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8"/>
                  </a:lnTo>
                  <a:lnTo>
                    <a:pt x="651" y="428"/>
                  </a:lnTo>
                  <a:lnTo>
                    <a:pt x="651" y="428"/>
                  </a:lnTo>
                  <a:lnTo>
                    <a:pt x="651" y="428"/>
                  </a:lnTo>
                  <a:lnTo>
                    <a:pt x="651" y="428"/>
                  </a:lnTo>
                  <a:lnTo>
                    <a:pt x="651" y="430"/>
                  </a:lnTo>
                  <a:lnTo>
                    <a:pt x="651" y="430"/>
                  </a:lnTo>
                  <a:lnTo>
                    <a:pt x="651" y="430"/>
                  </a:lnTo>
                  <a:lnTo>
                    <a:pt x="651" y="430"/>
                  </a:lnTo>
                  <a:lnTo>
                    <a:pt x="651" y="430"/>
                  </a:lnTo>
                  <a:lnTo>
                    <a:pt x="653" y="428"/>
                  </a:lnTo>
                  <a:lnTo>
                    <a:pt x="653" y="428"/>
                  </a:lnTo>
                  <a:lnTo>
                    <a:pt x="655" y="428"/>
                  </a:lnTo>
                  <a:lnTo>
                    <a:pt x="655" y="428"/>
                  </a:lnTo>
                  <a:lnTo>
                    <a:pt x="655" y="428"/>
                  </a:lnTo>
                  <a:lnTo>
                    <a:pt x="655" y="430"/>
                  </a:lnTo>
                  <a:lnTo>
                    <a:pt x="655" y="430"/>
                  </a:lnTo>
                  <a:lnTo>
                    <a:pt x="657" y="430"/>
                  </a:lnTo>
                  <a:lnTo>
                    <a:pt x="657" y="430"/>
                  </a:lnTo>
                  <a:lnTo>
                    <a:pt x="657" y="430"/>
                  </a:lnTo>
                  <a:lnTo>
                    <a:pt x="657" y="428"/>
                  </a:lnTo>
                  <a:lnTo>
                    <a:pt x="657" y="428"/>
                  </a:lnTo>
                  <a:lnTo>
                    <a:pt x="659" y="428"/>
                  </a:lnTo>
                  <a:lnTo>
                    <a:pt x="659" y="428"/>
                  </a:lnTo>
                  <a:lnTo>
                    <a:pt x="659" y="430"/>
                  </a:lnTo>
                  <a:lnTo>
                    <a:pt x="659" y="430"/>
                  </a:lnTo>
                  <a:lnTo>
                    <a:pt x="661" y="430"/>
                  </a:lnTo>
                  <a:lnTo>
                    <a:pt x="661" y="432"/>
                  </a:lnTo>
                  <a:lnTo>
                    <a:pt x="661" y="432"/>
                  </a:lnTo>
                  <a:lnTo>
                    <a:pt x="661" y="432"/>
                  </a:lnTo>
                  <a:lnTo>
                    <a:pt x="661" y="432"/>
                  </a:lnTo>
                  <a:lnTo>
                    <a:pt x="661" y="434"/>
                  </a:lnTo>
                  <a:lnTo>
                    <a:pt x="661" y="434"/>
                  </a:lnTo>
                  <a:lnTo>
                    <a:pt x="661" y="436"/>
                  </a:lnTo>
                  <a:lnTo>
                    <a:pt x="663" y="438"/>
                  </a:lnTo>
                  <a:lnTo>
                    <a:pt x="663" y="438"/>
                  </a:lnTo>
                  <a:lnTo>
                    <a:pt x="663" y="440"/>
                  </a:lnTo>
                  <a:lnTo>
                    <a:pt x="663" y="440"/>
                  </a:lnTo>
                  <a:lnTo>
                    <a:pt x="663" y="442"/>
                  </a:lnTo>
                  <a:lnTo>
                    <a:pt x="663" y="442"/>
                  </a:lnTo>
                  <a:lnTo>
                    <a:pt x="665" y="442"/>
                  </a:lnTo>
                  <a:lnTo>
                    <a:pt x="665" y="444"/>
                  </a:lnTo>
                  <a:lnTo>
                    <a:pt x="665" y="444"/>
                  </a:lnTo>
                  <a:lnTo>
                    <a:pt x="665" y="444"/>
                  </a:lnTo>
                  <a:lnTo>
                    <a:pt x="665" y="444"/>
                  </a:lnTo>
                  <a:lnTo>
                    <a:pt x="665" y="446"/>
                  </a:lnTo>
                  <a:lnTo>
                    <a:pt x="663" y="446"/>
                  </a:lnTo>
                  <a:lnTo>
                    <a:pt x="661" y="446"/>
                  </a:lnTo>
                  <a:lnTo>
                    <a:pt x="659" y="448"/>
                  </a:lnTo>
                  <a:lnTo>
                    <a:pt x="659" y="448"/>
                  </a:lnTo>
                  <a:lnTo>
                    <a:pt x="659" y="448"/>
                  </a:lnTo>
                  <a:lnTo>
                    <a:pt x="659" y="448"/>
                  </a:lnTo>
                  <a:lnTo>
                    <a:pt x="659" y="448"/>
                  </a:lnTo>
                  <a:lnTo>
                    <a:pt x="661" y="449"/>
                  </a:lnTo>
                  <a:lnTo>
                    <a:pt x="661" y="449"/>
                  </a:lnTo>
                  <a:lnTo>
                    <a:pt x="661" y="449"/>
                  </a:lnTo>
                  <a:lnTo>
                    <a:pt x="661" y="451"/>
                  </a:lnTo>
                  <a:lnTo>
                    <a:pt x="661" y="451"/>
                  </a:lnTo>
                  <a:lnTo>
                    <a:pt x="661" y="451"/>
                  </a:lnTo>
                  <a:lnTo>
                    <a:pt x="663" y="451"/>
                  </a:lnTo>
                  <a:lnTo>
                    <a:pt x="663" y="451"/>
                  </a:lnTo>
                  <a:lnTo>
                    <a:pt x="663" y="451"/>
                  </a:lnTo>
                  <a:lnTo>
                    <a:pt x="665" y="451"/>
                  </a:lnTo>
                  <a:lnTo>
                    <a:pt x="669" y="451"/>
                  </a:lnTo>
                  <a:lnTo>
                    <a:pt x="669" y="453"/>
                  </a:lnTo>
                  <a:lnTo>
                    <a:pt x="669" y="453"/>
                  </a:lnTo>
                  <a:lnTo>
                    <a:pt x="669" y="453"/>
                  </a:lnTo>
                  <a:lnTo>
                    <a:pt x="669" y="453"/>
                  </a:lnTo>
                  <a:lnTo>
                    <a:pt x="669" y="455"/>
                  </a:lnTo>
                  <a:lnTo>
                    <a:pt x="669" y="457"/>
                  </a:lnTo>
                  <a:lnTo>
                    <a:pt x="671" y="457"/>
                  </a:lnTo>
                  <a:lnTo>
                    <a:pt x="671" y="459"/>
                  </a:lnTo>
                  <a:lnTo>
                    <a:pt x="671" y="459"/>
                  </a:lnTo>
                  <a:lnTo>
                    <a:pt x="671" y="459"/>
                  </a:lnTo>
                  <a:lnTo>
                    <a:pt x="671" y="459"/>
                  </a:lnTo>
                  <a:lnTo>
                    <a:pt x="671" y="463"/>
                  </a:lnTo>
                  <a:lnTo>
                    <a:pt x="671" y="463"/>
                  </a:lnTo>
                  <a:lnTo>
                    <a:pt x="671" y="465"/>
                  </a:lnTo>
                  <a:lnTo>
                    <a:pt x="673" y="465"/>
                  </a:lnTo>
                  <a:lnTo>
                    <a:pt x="673" y="465"/>
                  </a:lnTo>
                  <a:lnTo>
                    <a:pt x="673" y="465"/>
                  </a:lnTo>
                  <a:lnTo>
                    <a:pt x="673" y="467"/>
                  </a:lnTo>
                  <a:lnTo>
                    <a:pt x="673" y="479"/>
                  </a:lnTo>
                  <a:lnTo>
                    <a:pt x="671" y="479"/>
                  </a:lnTo>
                  <a:lnTo>
                    <a:pt x="671" y="479"/>
                  </a:lnTo>
                  <a:lnTo>
                    <a:pt x="671" y="481"/>
                  </a:lnTo>
                  <a:lnTo>
                    <a:pt x="669" y="481"/>
                  </a:lnTo>
                  <a:lnTo>
                    <a:pt x="669" y="481"/>
                  </a:lnTo>
                  <a:lnTo>
                    <a:pt x="667" y="481"/>
                  </a:lnTo>
                  <a:lnTo>
                    <a:pt x="667" y="481"/>
                  </a:lnTo>
                  <a:lnTo>
                    <a:pt x="667" y="481"/>
                  </a:lnTo>
                  <a:lnTo>
                    <a:pt x="667" y="481"/>
                  </a:lnTo>
                  <a:lnTo>
                    <a:pt x="667" y="481"/>
                  </a:lnTo>
                  <a:lnTo>
                    <a:pt x="667" y="481"/>
                  </a:lnTo>
                  <a:lnTo>
                    <a:pt x="665" y="481"/>
                  </a:lnTo>
                  <a:lnTo>
                    <a:pt x="665" y="481"/>
                  </a:lnTo>
                  <a:lnTo>
                    <a:pt x="665" y="481"/>
                  </a:lnTo>
                  <a:lnTo>
                    <a:pt x="665" y="481"/>
                  </a:lnTo>
                  <a:lnTo>
                    <a:pt x="665" y="481"/>
                  </a:lnTo>
                  <a:lnTo>
                    <a:pt x="663" y="481"/>
                  </a:lnTo>
                  <a:lnTo>
                    <a:pt x="663" y="483"/>
                  </a:lnTo>
                  <a:lnTo>
                    <a:pt x="663" y="483"/>
                  </a:lnTo>
                  <a:lnTo>
                    <a:pt x="661" y="483"/>
                  </a:lnTo>
                  <a:lnTo>
                    <a:pt x="661" y="483"/>
                  </a:lnTo>
                  <a:lnTo>
                    <a:pt x="661" y="485"/>
                  </a:lnTo>
                  <a:lnTo>
                    <a:pt x="661" y="487"/>
                  </a:lnTo>
                  <a:lnTo>
                    <a:pt x="661" y="489"/>
                  </a:lnTo>
                  <a:lnTo>
                    <a:pt x="661" y="489"/>
                  </a:lnTo>
                  <a:lnTo>
                    <a:pt x="661" y="489"/>
                  </a:lnTo>
                  <a:lnTo>
                    <a:pt x="659" y="493"/>
                  </a:lnTo>
                  <a:lnTo>
                    <a:pt x="659" y="493"/>
                  </a:lnTo>
                  <a:lnTo>
                    <a:pt x="659" y="495"/>
                  </a:lnTo>
                  <a:lnTo>
                    <a:pt x="659" y="497"/>
                  </a:lnTo>
                  <a:lnTo>
                    <a:pt x="659" y="497"/>
                  </a:lnTo>
                  <a:lnTo>
                    <a:pt x="659" y="497"/>
                  </a:lnTo>
                  <a:lnTo>
                    <a:pt x="659" y="497"/>
                  </a:lnTo>
                  <a:lnTo>
                    <a:pt x="659" y="499"/>
                  </a:lnTo>
                  <a:lnTo>
                    <a:pt x="659" y="499"/>
                  </a:lnTo>
                  <a:lnTo>
                    <a:pt x="659" y="499"/>
                  </a:lnTo>
                  <a:lnTo>
                    <a:pt x="659" y="499"/>
                  </a:lnTo>
                  <a:lnTo>
                    <a:pt x="659" y="501"/>
                  </a:lnTo>
                  <a:lnTo>
                    <a:pt x="659" y="501"/>
                  </a:lnTo>
                  <a:lnTo>
                    <a:pt x="659" y="501"/>
                  </a:lnTo>
                  <a:lnTo>
                    <a:pt x="659" y="501"/>
                  </a:lnTo>
                  <a:lnTo>
                    <a:pt x="659" y="501"/>
                  </a:lnTo>
                  <a:lnTo>
                    <a:pt x="659" y="502"/>
                  </a:lnTo>
                  <a:lnTo>
                    <a:pt x="659" y="504"/>
                  </a:lnTo>
                  <a:lnTo>
                    <a:pt x="659" y="504"/>
                  </a:lnTo>
                  <a:lnTo>
                    <a:pt x="659" y="504"/>
                  </a:lnTo>
                  <a:lnTo>
                    <a:pt x="659" y="506"/>
                  </a:lnTo>
                  <a:lnTo>
                    <a:pt x="657" y="506"/>
                  </a:lnTo>
                  <a:lnTo>
                    <a:pt x="657" y="506"/>
                  </a:lnTo>
                  <a:lnTo>
                    <a:pt x="655" y="506"/>
                  </a:lnTo>
                  <a:lnTo>
                    <a:pt x="653" y="506"/>
                  </a:lnTo>
                  <a:lnTo>
                    <a:pt x="653" y="506"/>
                  </a:lnTo>
                  <a:lnTo>
                    <a:pt x="653" y="506"/>
                  </a:lnTo>
                  <a:lnTo>
                    <a:pt x="653" y="506"/>
                  </a:lnTo>
                  <a:lnTo>
                    <a:pt x="653" y="506"/>
                  </a:lnTo>
                  <a:lnTo>
                    <a:pt x="651" y="506"/>
                  </a:lnTo>
                  <a:lnTo>
                    <a:pt x="647" y="512"/>
                  </a:lnTo>
                  <a:lnTo>
                    <a:pt x="645" y="512"/>
                  </a:lnTo>
                  <a:lnTo>
                    <a:pt x="645" y="514"/>
                  </a:lnTo>
                  <a:lnTo>
                    <a:pt x="645" y="516"/>
                  </a:lnTo>
                  <a:lnTo>
                    <a:pt x="645" y="516"/>
                  </a:lnTo>
                  <a:lnTo>
                    <a:pt x="645" y="516"/>
                  </a:lnTo>
                  <a:lnTo>
                    <a:pt x="645" y="516"/>
                  </a:lnTo>
                  <a:lnTo>
                    <a:pt x="645" y="516"/>
                  </a:lnTo>
                  <a:lnTo>
                    <a:pt x="643" y="520"/>
                  </a:lnTo>
                  <a:lnTo>
                    <a:pt x="641" y="520"/>
                  </a:lnTo>
                  <a:lnTo>
                    <a:pt x="639" y="520"/>
                  </a:lnTo>
                  <a:lnTo>
                    <a:pt x="639" y="520"/>
                  </a:lnTo>
                  <a:lnTo>
                    <a:pt x="637" y="518"/>
                  </a:lnTo>
                  <a:lnTo>
                    <a:pt x="637" y="518"/>
                  </a:lnTo>
                  <a:lnTo>
                    <a:pt x="635" y="518"/>
                  </a:lnTo>
                  <a:lnTo>
                    <a:pt x="633" y="518"/>
                  </a:lnTo>
                  <a:lnTo>
                    <a:pt x="631" y="520"/>
                  </a:lnTo>
                  <a:lnTo>
                    <a:pt x="629" y="522"/>
                  </a:lnTo>
                  <a:lnTo>
                    <a:pt x="627" y="524"/>
                  </a:lnTo>
                  <a:lnTo>
                    <a:pt x="625" y="522"/>
                  </a:lnTo>
                  <a:lnTo>
                    <a:pt x="616" y="518"/>
                  </a:lnTo>
                  <a:lnTo>
                    <a:pt x="614" y="518"/>
                  </a:lnTo>
                  <a:lnTo>
                    <a:pt x="612" y="516"/>
                  </a:lnTo>
                  <a:lnTo>
                    <a:pt x="610" y="516"/>
                  </a:lnTo>
                  <a:lnTo>
                    <a:pt x="608" y="516"/>
                  </a:lnTo>
                  <a:lnTo>
                    <a:pt x="608" y="514"/>
                  </a:lnTo>
                  <a:lnTo>
                    <a:pt x="608" y="512"/>
                  </a:lnTo>
                  <a:lnTo>
                    <a:pt x="606" y="512"/>
                  </a:lnTo>
                  <a:lnTo>
                    <a:pt x="604" y="512"/>
                  </a:lnTo>
                  <a:lnTo>
                    <a:pt x="604" y="512"/>
                  </a:lnTo>
                  <a:lnTo>
                    <a:pt x="602" y="508"/>
                  </a:lnTo>
                  <a:lnTo>
                    <a:pt x="602" y="508"/>
                  </a:lnTo>
                  <a:lnTo>
                    <a:pt x="602" y="508"/>
                  </a:lnTo>
                  <a:lnTo>
                    <a:pt x="600" y="508"/>
                  </a:lnTo>
                  <a:lnTo>
                    <a:pt x="598" y="508"/>
                  </a:lnTo>
                  <a:lnTo>
                    <a:pt x="598" y="508"/>
                  </a:lnTo>
                  <a:lnTo>
                    <a:pt x="596" y="506"/>
                  </a:lnTo>
                  <a:lnTo>
                    <a:pt x="596" y="504"/>
                  </a:lnTo>
                  <a:lnTo>
                    <a:pt x="594" y="502"/>
                  </a:lnTo>
                  <a:lnTo>
                    <a:pt x="592" y="502"/>
                  </a:lnTo>
                  <a:lnTo>
                    <a:pt x="590" y="504"/>
                  </a:lnTo>
                  <a:lnTo>
                    <a:pt x="588" y="504"/>
                  </a:lnTo>
                  <a:lnTo>
                    <a:pt x="586" y="504"/>
                  </a:lnTo>
                  <a:lnTo>
                    <a:pt x="586" y="502"/>
                  </a:lnTo>
                  <a:lnTo>
                    <a:pt x="584" y="502"/>
                  </a:lnTo>
                  <a:lnTo>
                    <a:pt x="584" y="499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0" y="495"/>
                  </a:lnTo>
                  <a:lnTo>
                    <a:pt x="578" y="495"/>
                  </a:lnTo>
                  <a:lnTo>
                    <a:pt x="576" y="497"/>
                  </a:lnTo>
                  <a:lnTo>
                    <a:pt x="574" y="497"/>
                  </a:lnTo>
                  <a:lnTo>
                    <a:pt x="574" y="499"/>
                  </a:lnTo>
                  <a:lnTo>
                    <a:pt x="576" y="501"/>
                  </a:lnTo>
                  <a:lnTo>
                    <a:pt x="576" y="502"/>
                  </a:lnTo>
                  <a:lnTo>
                    <a:pt x="576" y="502"/>
                  </a:lnTo>
                  <a:lnTo>
                    <a:pt x="574" y="502"/>
                  </a:lnTo>
                  <a:lnTo>
                    <a:pt x="572" y="502"/>
                  </a:lnTo>
                  <a:lnTo>
                    <a:pt x="571" y="501"/>
                  </a:lnTo>
                  <a:lnTo>
                    <a:pt x="569" y="501"/>
                  </a:lnTo>
                  <a:lnTo>
                    <a:pt x="569" y="502"/>
                  </a:lnTo>
                  <a:lnTo>
                    <a:pt x="567" y="502"/>
                  </a:lnTo>
                  <a:lnTo>
                    <a:pt x="567" y="504"/>
                  </a:lnTo>
                  <a:lnTo>
                    <a:pt x="565" y="506"/>
                  </a:lnTo>
                  <a:lnTo>
                    <a:pt x="563" y="506"/>
                  </a:lnTo>
                  <a:lnTo>
                    <a:pt x="563" y="506"/>
                  </a:lnTo>
                  <a:lnTo>
                    <a:pt x="561" y="504"/>
                  </a:lnTo>
                  <a:lnTo>
                    <a:pt x="559" y="501"/>
                  </a:lnTo>
                  <a:lnTo>
                    <a:pt x="557" y="501"/>
                  </a:lnTo>
                  <a:lnTo>
                    <a:pt x="555" y="501"/>
                  </a:lnTo>
                  <a:lnTo>
                    <a:pt x="553" y="501"/>
                  </a:lnTo>
                  <a:lnTo>
                    <a:pt x="551" y="501"/>
                  </a:lnTo>
                  <a:lnTo>
                    <a:pt x="551" y="501"/>
                  </a:lnTo>
                  <a:lnTo>
                    <a:pt x="549" y="502"/>
                  </a:lnTo>
                  <a:lnTo>
                    <a:pt x="547" y="502"/>
                  </a:lnTo>
                  <a:lnTo>
                    <a:pt x="547" y="502"/>
                  </a:lnTo>
                  <a:lnTo>
                    <a:pt x="545" y="501"/>
                  </a:lnTo>
                  <a:lnTo>
                    <a:pt x="545" y="501"/>
                  </a:lnTo>
                  <a:lnTo>
                    <a:pt x="545" y="499"/>
                  </a:lnTo>
                  <a:lnTo>
                    <a:pt x="545" y="499"/>
                  </a:lnTo>
                  <a:lnTo>
                    <a:pt x="547" y="499"/>
                  </a:lnTo>
                  <a:lnTo>
                    <a:pt x="547" y="497"/>
                  </a:lnTo>
                  <a:lnTo>
                    <a:pt x="547" y="497"/>
                  </a:lnTo>
                  <a:lnTo>
                    <a:pt x="547" y="497"/>
                  </a:lnTo>
                  <a:lnTo>
                    <a:pt x="545" y="495"/>
                  </a:lnTo>
                  <a:lnTo>
                    <a:pt x="545" y="495"/>
                  </a:lnTo>
                  <a:lnTo>
                    <a:pt x="545" y="495"/>
                  </a:lnTo>
                  <a:lnTo>
                    <a:pt x="543" y="495"/>
                  </a:lnTo>
                  <a:lnTo>
                    <a:pt x="543" y="495"/>
                  </a:lnTo>
                  <a:lnTo>
                    <a:pt x="539" y="495"/>
                  </a:lnTo>
                  <a:lnTo>
                    <a:pt x="539" y="493"/>
                  </a:lnTo>
                  <a:lnTo>
                    <a:pt x="539" y="495"/>
                  </a:lnTo>
                  <a:lnTo>
                    <a:pt x="537" y="497"/>
                  </a:lnTo>
                  <a:lnTo>
                    <a:pt x="537" y="497"/>
                  </a:lnTo>
                  <a:lnTo>
                    <a:pt x="533" y="497"/>
                  </a:lnTo>
                  <a:lnTo>
                    <a:pt x="527" y="501"/>
                  </a:lnTo>
                  <a:lnTo>
                    <a:pt x="525" y="501"/>
                  </a:lnTo>
                  <a:lnTo>
                    <a:pt x="525" y="501"/>
                  </a:lnTo>
                  <a:lnTo>
                    <a:pt x="525" y="502"/>
                  </a:lnTo>
                  <a:lnTo>
                    <a:pt x="525" y="502"/>
                  </a:lnTo>
                  <a:lnTo>
                    <a:pt x="523" y="502"/>
                  </a:lnTo>
                  <a:lnTo>
                    <a:pt x="522" y="502"/>
                  </a:lnTo>
                  <a:lnTo>
                    <a:pt x="522" y="504"/>
                  </a:lnTo>
                  <a:lnTo>
                    <a:pt x="520" y="504"/>
                  </a:lnTo>
                  <a:lnTo>
                    <a:pt x="520" y="504"/>
                  </a:lnTo>
                  <a:lnTo>
                    <a:pt x="514" y="506"/>
                  </a:lnTo>
                  <a:lnTo>
                    <a:pt x="512" y="506"/>
                  </a:lnTo>
                  <a:lnTo>
                    <a:pt x="512" y="506"/>
                  </a:lnTo>
                  <a:lnTo>
                    <a:pt x="510" y="504"/>
                  </a:lnTo>
                  <a:lnTo>
                    <a:pt x="508" y="504"/>
                  </a:lnTo>
                  <a:lnTo>
                    <a:pt x="508" y="504"/>
                  </a:lnTo>
                  <a:lnTo>
                    <a:pt x="506" y="504"/>
                  </a:lnTo>
                  <a:lnTo>
                    <a:pt x="506" y="504"/>
                  </a:lnTo>
                  <a:lnTo>
                    <a:pt x="506" y="504"/>
                  </a:lnTo>
                  <a:lnTo>
                    <a:pt x="506" y="506"/>
                  </a:lnTo>
                  <a:lnTo>
                    <a:pt x="506" y="506"/>
                  </a:lnTo>
                  <a:lnTo>
                    <a:pt x="504" y="506"/>
                  </a:lnTo>
                  <a:lnTo>
                    <a:pt x="502" y="506"/>
                  </a:lnTo>
                  <a:lnTo>
                    <a:pt x="500" y="506"/>
                  </a:lnTo>
                  <a:lnTo>
                    <a:pt x="500" y="506"/>
                  </a:lnTo>
                  <a:lnTo>
                    <a:pt x="498" y="504"/>
                  </a:lnTo>
                  <a:lnTo>
                    <a:pt x="498" y="504"/>
                  </a:lnTo>
                  <a:lnTo>
                    <a:pt x="494" y="504"/>
                  </a:lnTo>
                  <a:lnTo>
                    <a:pt x="494" y="502"/>
                  </a:lnTo>
                  <a:lnTo>
                    <a:pt x="492" y="502"/>
                  </a:lnTo>
                  <a:lnTo>
                    <a:pt x="492" y="501"/>
                  </a:lnTo>
                  <a:lnTo>
                    <a:pt x="492" y="501"/>
                  </a:lnTo>
                  <a:lnTo>
                    <a:pt x="490" y="499"/>
                  </a:lnTo>
                  <a:lnTo>
                    <a:pt x="488" y="497"/>
                  </a:lnTo>
                  <a:lnTo>
                    <a:pt x="484" y="497"/>
                  </a:lnTo>
                  <a:lnTo>
                    <a:pt x="480" y="495"/>
                  </a:lnTo>
                  <a:lnTo>
                    <a:pt x="480" y="493"/>
                  </a:lnTo>
                  <a:lnTo>
                    <a:pt x="480" y="491"/>
                  </a:lnTo>
                  <a:lnTo>
                    <a:pt x="480" y="489"/>
                  </a:lnTo>
                  <a:lnTo>
                    <a:pt x="480" y="489"/>
                  </a:lnTo>
                  <a:lnTo>
                    <a:pt x="480" y="487"/>
                  </a:lnTo>
                  <a:lnTo>
                    <a:pt x="480" y="487"/>
                  </a:lnTo>
                  <a:lnTo>
                    <a:pt x="478" y="485"/>
                  </a:lnTo>
                  <a:lnTo>
                    <a:pt x="476" y="481"/>
                  </a:lnTo>
                  <a:lnTo>
                    <a:pt x="476" y="477"/>
                  </a:lnTo>
                  <a:lnTo>
                    <a:pt x="478" y="471"/>
                  </a:lnTo>
                  <a:lnTo>
                    <a:pt x="478" y="471"/>
                  </a:lnTo>
                  <a:lnTo>
                    <a:pt x="478" y="469"/>
                  </a:lnTo>
                  <a:lnTo>
                    <a:pt x="476" y="467"/>
                  </a:lnTo>
                  <a:lnTo>
                    <a:pt x="476" y="465"/>
                  </a:lnTo>
                  <a:lnTo>
                    <a:pt x="476" y="465"/>
                  </a:lnTo>
                  <a:lnTo>
                    <a:pt x="467" y="463"/>
                  </a:lnTo>
                  <a:lnTo>
                    <a:pt x="465" y="463"/>
                  </a:lnTo>
                  <a:lnTo>
                    <a:pt x="463" y="461"/>
                  </a:lnTo>
                  <a:lnTo>
                    <a:pt x="463" y="459"/>
                  </a:lnTo>
                  <a:lnTo>
                    <a:pt x="463" y="459"/>
                  </a:lnTo>
                  <a:lnTo>
                    <a:pt x="463" y="457"/>
                  </a:lnTo>
                  <a:lnTo>
                    <a:pt x="463" y="457"/>
                  </a:lnTo>
                  <a:lnTo>
                    <a:pt x="463" y="457"/>
                  </a:lnTo>
                  <a:lnTo>
                    <a:pt x="463" y="455"/>
                  </a:lnTo>
                  <a:lnTo>
                    <a:pt x="463" y="455"/>
                  </a:lnTo>
                  <a:lnTo>
                    <a:pt x="461" y="453"/>
                  </a:lnTo>
                  <a:lnTo>
                    <a:pt x="459" y="453"/>
                  </a:lnTo>
                  <a:lnTo>
                    <a:pt x="459" y="451"/>
                  </a:lnTo>
                  <a:lnTo>
                    <a:pt x="459" y="451"/>
                  </a:lnTo>
                  <a:lnTo>
                    <a:pt x="459" y="449"/>
                  </a:lnTo>
                  <a:lnTo>
                    <a:pt x="459" y="448"/>
                  </a:lnTo>
                  <a:lnTo>
                    <a:pt x="459" y="448"/>
                  </a:lnTo>
                  <a:lnTo>
                    <a:pt x="459" y="446"/>
                  </a:lnTo>
                  <a:lnTo>
                    <a:pt x="459" y="444"/>
                  </a:lnTo>
                  <a:lnTo>
                    <a:pt x="459" y="444"/>
                  </a:lnTo>
                  <a:lnTo>
                    <a:pt x="459" y="442"/>
                  </a:lnTo>
                  <a:lnTo>
                    <a:pt x="457" y="440"/>
                  </a:lnTo>
                  <a:lnTo>
                    <a:pt x="457" y="440"/>
                  </a:lnTo>
                  <a:lnTo>
                    <a:pt x="455" y="438"/>
                  </a:lnTo>
                  <a:lnTo>
                    <a:pt x="453" y="438"/>
                  </a:lnTo>
                  <a:lnTo>
                    <a:pt x="453" y="436"/>
                  </a:lnTo>
                  <a:lnTo>
                    <a:pt x="453" y="436"/>
                  </a:lnTo>
                  <a:lnTo>
                    <a:pt x="453" y="436"/>
                  </a:lnTo>
                  <a:lnTo>
                    <a:pt x="453" y="436"/>
                  </a:lnTo>
                  <a:lnTo>
                    <a:pt x="453" y="434"/>
                  </a:lnTo>
                  <a:lnTo>
                    <a:pt x="453" y="434"/>
                  </a:lnTo>
                  <a:lnTo>
                    <a:pt x="453" y="434"/>
                  </a:lnTo>
                  <a:lnTo>
                    <a:pt x="453" y="434"/>
                  </a:lnTo>
                  <a:lnTo>
                    <a:pt x="451" y="432"/>
                  </a:lnTo>
                  <a:lnTo>
                    <a:pt x="451" y="430"/>
                  </a:lnTo>
                  <a:lnTo>
                    <a:pt x="449" y="430"/>
                  </a:lnTo>
                  <a:lnTo>
                    <a:pt x="447" y="430"/>
                  </a:lnTo>
                  <a:lnTo>
                    <a:pt x="443" y="422"/>
                  </a:lnTo>
                  <a:lnTo>
                    <a:pt x="439" y="420"/>
                  </a:lnTo>
                  <a:lnTo>
                    <a:pt x="437" y="420"/>
                  </a:lnTo>
                  <a:lnTo>
                    <a:pt x="435" y="418"/>
                  </a:lnTo>
                  <a:lnTo>
                    <a:pt x="431" y="416"/>
                  </a:lnTo>
                  <a:lnTo>
                    <a:pt x="429" y="414"/>
                  </a:lnTo>
                  <a:lnTo>
                    <a:pt x="429" y="414"/>
                  </a:lnTo>
                  <a:lnTo>
                    <a:pt x="429" y="412"/>
                  </a:lnTo>
                  <a:lnTo>
                    <a:pt x="427" y="410"/>
                  </a:lnTo>
                  <a:lnTo>
                    <a:pt x="427" y="408"/>
                  </a:lnTo>
                  <a:lnTo>
                    <a:pt x="425" y="406"/>
                  </a:lnTo>
                  <a:lnTo>
                    <a:pt x="425" y="404"/>
                  </a:lnTo>
                  <a:lnTo>
                    <a:pt x="425" y="404"/>
                  </a:lnTo>
                  <a:lnTo>
                    <a:pt x="425" y="402"/>
                  </a:lnTo>
                  <a:lnTo>
                    <a:pt x="425" y="402"/>
                  </a:lnTo>
                  <a:lnTo>
                    <a:pt x="425" y="400"/>
                  </a:lnTo>
                  <a:lnTo>
                    <a:pt x="425" y="398"/>
                  </a:lnTo>
                  <a:lnTo>
                    <a:pt x="425" y="396"/>
                  </a:lnTo>
                  <a:lnTo>
                    <a:pt x="425" y="394"/>
                  </a:lnTo>
                  <a:lnTo>
                    <a:pt x="425" y="394"/>
                  </a:lnTo>
                  <a:lnTo>
                    <a:pt x="425" y="394"/>
                  </a:lnTo>
                  <a:lnTo>
                    <a:pt x="423" y="394"/>
                  </a:lnTo>
                  <a:lnTo>
                    <a:pt x="423" y="394"/>
                  </a:lnTo>
                  <a:lnTo>
                    <a:pt x="423" y="396"/>
                  </a:lnTo>
                  <a:lnTo>
                    <a:pt x="421" y="396"/>
                  </a:lnTo>
                  <a:lnTo>
                    <a:pt x="421" y="396"/>
                  </a:lnTo>
                  <a:lnTo>
                    <a:pt x="421" y="396"/>
                  </a:lnTo>
                  <a:lnTo>
                    <a:pt x="421" y="398"/>
                  </a:lnTo>
                  <a:lnTo>
                    <a:pt x="423" y="398"/>
                  </a:lnTo>
                  <a:lnTo>
                    <a:pt x="423" y="398"/>
                  </a:lnTo>
                  <a:lnTo>
                    <a:pt x="423" y="398"/>
                  </a:lnTo>
                  <a:lnTo>
                    <a:pt x="421" y="400"/>
                  </a:lnTo>
                  <a:lnTo>
                    <a:pt x="421" y="400"/>
                  </a:lnTo>
                  <a:lnTo>
                    <a:pt x="420" y="400"/>
                  </a:lnTo>
                  <a:lnTo>
                    <a:pt x="420" y="398"/>
                  </a:lnTo>
                  <a:lnTo>
                    <a:pt x="418" y="398"/>
                  </a:lnTo>
                  <a:lnTo>
                    <a:pt x="418" y="396"/>
                  </a:lnTo>
                  <a:lnTo>
                    <a:pt x="420" y="394"/>
                  </a:lnTo>
                  <a:lnTo>
                    <a:pt x="420" y="394"/>
                  </a:lnTo>
                  <a:lnTo>
                    <a:pt x="420" y="394"/>
                  </a:lnTo>
                  <a:lnTo>
                    <a:pt x="421" y="393"/>
                  </a:lnTo>
                  <a:lnTo>
                    <a:pt x="421" y="393"/>
                  </a:lnTo>
                  <a:lnTo>
                    <a:pt x="421" y="391"/>
                  </a:lnTo>
                  <a:lnTo>
                    <a:pt x="421" y="391"/>
                  </a:lnTo>
                  <a:lnTo>
                    <a:pt x="421" y="391"/>
                  </a:lnTo>
                  <a:lnTo>
                    <a:pt x="420" y="389"/>
                  </a:lnTo>
                  <a:lnTo>
                    <a:pt x="420" y="389"/>
                  </a:lnTo>
                  <a:lnTo>
                    <a:pt x="418" y="391"/>
                  </a:lnTo>
                  <a:lnTo>
                    <a:pt x="416" y="391"/>
                  </a:lnTo>
                  <a:lnTo>
                    <a:pt x="416" y="389"/>
                  </a:lnTo>
                  <a:lnTo>
                    <a:pt x="416" y="387"/>
                  </a:lnTo>
                  <a:lnTo>
                    <a:pt x="416" y="387"/>
                  </a:lnTo>
                  <a:lnTo>
                    <a:pt x="416" y="383"/>
                  </a:lnTo>
                  <a:lnTo>
                    <a:pt x="414" y="381"/>
                  </a:lnTo>
                  <a:lnTo>
                    <a:pt x="412" y="381"/>
                  </a:lnTo>
                  <a:lnTo>
                    <a:pt x="408" y="381"/>
                  </a:lnTo>
                  <a:lnTo>
                    <a:pt x="408" y="381"/>
                  </a:lnTo>
                  <a:lnTo>
                    <a:pt x="406" y="379"/>
                  </a:lnTo>
                  <a:lnTo>
                    <a:pt x="408" y="377"/>
                  </a:lnTo>
                  <a:lnTo>
                    <a:pt x="408" y="375"/>
                  </a:lnTo>
                  <a:lnTo>
                    <a:pt x="408" y="375"/>
                  </a:lnTo>
                  <a:lnTo>
                    <a:pt x="408" y="373"/>
                  </a:lnTo>
                  <a:lnTo>
                    <a:pt x="406" y="371"/>
                  </a:lnTo>
                  <a:lnTo>
                    <a:pt x="406" y="371"/>
                  </a:lnTo>
                  <a:lnTo>
                    <a:pt x="406" y="371"/>
                  </a:lnTo>
                  <a:lnTo>
                    <a:pt x="406" y="371"/>
                  </a:lnTo>
                  <a:lnTo>
                    <a:pt x="406" y="371"/>
                  </a:lnTo>
                  <a:lnTo>
                    <a:pt x="406" y="371"/>
                  </a:lnTo>
                  <a:lnTo>
                    <a:pt x="406" y="369"/>
                  </a:lnTo>
                  <a:lnTo>
                    <a:pt x="406" y="369"/>
                  </a:lnTo>
                  <a:lnTo>
                    <a:pt x="404" y="369"/>
                  </a:lnTo>
                  <a:lnTo>
                    <a:pt x="402" y="369"/>
                  </a:lnTo>
                  <a:lnTo>
                    <a:pt x="388" y="353"/>
                  </a:lnTo>
                  <a:lnTo>
                    <a:pt x="388" y="353"/>
                  </a:lnTo>
                  <a:lnTo>
                    <a:pt x="388" y="351"/>
                  </a:lnTo>
                  <a:lnTo>
                    <a:pt x="388" y="349"/>
                  </a:lnTo>
                  <a:lnTo>
                    <a:pt x="388" y="349"/>
                  </a:lnTo>
                  <a:lnTo>
                    <a:pt x="390" y="349"/>
                  </a:lnTo>
                  <a:lnTo>
                    <a:pt x="390" y="347"/>
                  </a:lnTo>
                  <a:lnTo>
                    <a:pt x="390" y="347"/>
                  </a:lnTo>
                  <a:lnTo>
                    <a:pt x="390" y="343"/>
                  </a:lnTo>
                  <a:lnTo>
                    <a:pt x="390" y="341"/>
                  </a:lnTo>
                  <a:lnTo>
                    <a:pt x="388" y="340"/>
                  </a:lnTo>
                  <a:lnTo>
                    <a:pt x="386" y="340"/>
                  </a:lnTo>
                  <a:lnTo>
                    <a:pt x="384" y="340"/>
                  </a:lnTo>
                  <a:lnTo>
                    <a:pt x="380" y="340"/>
                  </a:lnTo>
                  <a:lnTo>
                    <a:pt x="378" y="340"/>
                  </a:lnTo>
                  <a:lnTo>
                    <a:pt x="378" y="340"/>
                  </a:lnTo>
                  <a:lnTo>
                    <a:pt x="376" y="340"/>
                  </a:lnTo>
                  <a:lnTo>
                    <a:pt x="376" y="338"/>
                  </a:lnTo>
                  <a:lnTo>
                    <a:pt x="380" y="334"/>
                  </a:lnTo>
                  <a:lnTo>
                    <a:pt x="382" y="332"/>
                  </a:lnTo>
                  <a:lnTo>
                    <a:pt x="380" y="332"/>
                  </a:lnTo>
                  <a:lnTo>
                    <a:pt x="376" y="332"/>
                  </a:lnTo>
                  <a:lnTo>
                    <a:pt x="376" y="332"/>
                  </a:lnTo>
                  <a:lnTo>
                    <a:pt x="376" y="328"/>
                  </a:lnTo>
                  <a:lnTo>
                    <a:pt x="376" y="326"/>
                  </a:lnTo>
                  <a:lnTo>
                    <a:pt x="374" y="326"/>
                  </a:lnTo>
                  <a:lnTo>
                    <a:pt x="372" y="324"/>
                  </a:lnTo>
                  <a:lnTo>
                    <a:pt x="372" y="322"/>
                  </a:lnTo>
                  <a:lnTo>
                    <a:pt x="372" y="322"/>
                  </a:lnTo>
                  <a:lnTo>
                    <a:pt x="370" y="322"/>
                  </a:lnTo>
                  <a:lnTo>
                    <a:pt x="369" y="322"/>
                  </a:lnTo>
                  <a:lnTo>
                    <a:pt x="369" y="322"/>
                  </a:lnTo>
                  <a:lnTo>
                    <a:pt x="367" y="322"/>
                  </a:lnTo>
                  <a:lnTo>
                    <a:pt x="367" y="320"/>
                  </a:lnTo>
                  <a:lnTo>
                    <a:pt x="367" y="318"/>
                  </a:lnTo>
                  <a:lnTo>
                    <a:pt x="367" y="316"/>
                  </a:lnTo>
                  <a:lnTo>
                    <a:pt x="365" y="316"/>
                  </a:lnTo>
                  <a:lnTo>
                    <a:pt x="359" y="314"/>
                  </a:lnTo>
                  <a:lnTo>
                    <a:pt x="359" y="314"/>
                  </a:lnTo>
                  <a:lnTo>
                    <a:pt x="359" y="314"/>
                  </a:lnTo>
                  <a:lnTo>
                    <a:pt x="359" y="316"/>
                  </a:lnTo>
                  <a:lnTo>
                    <a:pt x="359" y="316"/>
                  </a:lnTo>
                  <a:lnTo>
                    <a:pt x="359" y="316"/>
                  </a:lnTo>
                  <a:lnTo>
                    <a:pt x="357" y="316"/>
                  </a:lnTo>
                  <a:lnTo>
                    <a:pt x="357" y="316"/>
                  </a:lnTo>
                  <a:lnTo>
                    <a:pt x="355" y="316"/>
                  </a:lnTo>
                  <a:lnTo>
                    <a:pt x="355" y="314"/>
                  </a:lnTo>
                  <a:lnTo>
                    <a:pt x="353" y="312"/>
                  </a:lnTo>
                  <a:lnTo>
                    <a:pt x="353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7" y="308"/>
                  </a:lnTo>
                  <a:lnTo>
                    <a:pt x="357" y="308"/>
                  </a:lnTo>
                  <a:lnTo>
                    <a:pt x="357" y="306"/>
                  </a:lnTo>
                  <a:lnTo>
                    <a:pt x="355" y="304"/>
                  </a:lnTo>
                  <a:lnTo>
                    <a:pt x="355" y="304"/>
                  </a:lnTo>
                  <a:lnTo>
                    <a:pt x="355" y="302"/>
                  </a:lnTo>
                  <a:lnTo>
                    <a:pt x="357" y="302"/>
                  </a:lnTo>
                  <a:lnTo>
                    <a:pt x="357" y="300"/>
                  </a:lnTo>
                  <a:lnTo>
                    <a:pt x="355" y="300"/>
                  </a:lnTo>
                  <a:lnTo>
                    <a:pt x="353" y="300"/>
                  </a:lnTo>
                  <a:lnTo>
                    <a:pt x="353" y="302"/>
                  </a:lnTo>
                  <a:lnTo>
                    <a:pt x="351" y="302"/>
                  </a:lnTo>
                  <a:lnTo>
                    <a:pt x="351" y="302"/>
                  </a:lnTo>
                  <a:lnTo>
                    <a:pt x="345" y="298"/>
                  </a:lnTo>
                  <a:lnTo>
                    <a:pt x="345" y="298"/>
                  </a:lnTo>
                  <a:lnTo>
                    <a:pt x="343" y="296"/>
                  </a:lnTo>
                  <a:lnTo>
                    <a:pt x="343" y="296"/>
                  </a:lnTo>
                  <a:lnTo>
                    <a:pt x="343" y="296"/>
                  </a:lnTo>
                  <a:lnTo>
                    <a:pt x="343" y="294"/>
                  </a:lnTo>
                  <a:lnTo>
                    <a:pt x="343" y="294"/>
                  </a:lnTo>
                  <a:lnTo>
                    <a:pt x="341" y="294"/>
                  </a:lnTo>
                  <a:lnTo>
                    <a:pt x="337" y="296"/>
                  </a:lnTo>
                  <a:lnTo>
                    <a:pt x="335" y="298"/>
                  </a:lnTo>
                  <a:lnTo>
                    <a:pt x="335" y="298"/>
                  </a:lnTo>
                  <a:lnTo>
                    <a:pt x="333" y="298"/>
                  </a:lnTo>
                  <a:lnTo>
                    <a:pt x="333" y="296"/>
                  </a:lnTo>
                  <a:lnTo>
                    <a:pt x="333" y="294"/>
                  </a:lnTo>
                  <a:lnTo>
                    <a:pt x="335" y="294"/>
                  </a:lnTo>
                  <a:lnTo>
                    <a:pt x="335" y="294"/>
                  </a:lnTo>
                  <a:lnTo>
                    <a:pt x="335" y="292"/>
                  </a:lnTo>
                  <a:lnTo>
                    <a:pt x="335" y="292"/>
                  </a:lnTo>
                  <a:lnTo>
                    <a:pt x="335" y="292"/>
                  </a:lnTo>
                  <a:lnTo>
                    <a:pt x="335" y="290"/>
                  </a:lnTo>
                  <a:lnTo>
                    <a:pt x="333" y="288"/>
                  </a:lnTo>
                  <a:lnTo>
                    <a:pt x="331" y="288"/>
                  </a:lnTo>
                  <a:lnTo>
                    <a:pt x="331" y="286"/>
                  </a:lnTo>
                  <a:lnTo>
                    <a:pt x="329" y="285"/>
                  </a:lnTo>
                  <a:lnTo>
                    <a:pt x="327" y="286"/>
                  </a:lnTo>
                  <a:lnTo>
                    <a:pt x="325" y="288"/>
                  </a:lnTo>
                  <a:lnTo>
                    <a:pt x="323" y="288"/>
                  </a:lnTo>
                  <a:lnTo>
                    <a:pt x="323" y="286"/>
                  </a:lnTo>
                  <a:lnTo>
                    <a:pt x="321" y="285"/>
                  </a:lnTo>
                  <a:lnTo>
                    <a:pt x="319" y="285"/>
                  </a:lnTo>
                  <a:lnTo>
                    <a:pt x="304" y="281"/>
                  </a:lnTo>
                  <a:lnTo>
                    <a:pt x="302" y="281"/>
                  </a:lnTo>
                  <a:lnTo>
                    <a:pt x="300" y="283"/>
                  </a:lnTo>
                  <a:lnTo>
                    <a:pt x="296" y="285"/>
                  </a:lnTo>
                  <a:lnTo>
                    <a:pt x="294" y="285"/>
                  </a:lnTo>
                  <a:lnTo>
                    <a:pt x="294" y="286"/>
                  </a:lnTo>
                  <a:lnTo>
                    <a:pt x="294" y="288"/>
                  </a:lnTo>
                  <a:lnTo>
                    <a:pt x="296" y="288"/>
                  </a:lnTo>
                  <a:lnTo>
                    <a:pt x="296" y="290"/>
                  </a:lnTo>
                  <a:lnTo>
                    <a:pt x="296" y="290"/>
                  </a:lnTo>
                  <a:lnTo>
                    <a:pt x="294" y="290"/>
                  </a:lnTo>
                  <a:lnTo>
                    <a:pt x="292" y="288"/>
                  </a:lnTo>
                  <a:lnTo>
                    <a:pt x="292" y="288"/>
                  </a:lnTo>
                  <a:lnTo>
                    <a:pt x="288" y="290"/>
                  </a:lnTo>
                  <a:lnTo>
                    <a:pt x="288" y="290"/>
                  </a:lnTo>
                  <a:lnTo>
                    <a:pt x="286" y="288"/>
                  </a:lnTo>
                  <a:lnTo>
                    <a:pt x="286" y="288"/>
                  </a:lnTo>
                  <a:lnTo>
                    <a:pt x="286" y="288"/>
                  </a:lnTo>
                  <a:lnTo>
                    <a:pt x="286" y="288"/>
                  </a:lnTo>
                  <a:lnTo>
                    <a:pt x="286" y="286"/>
                  </a:lnTo>
                  <a:lnTo>
                    <a:pt x="284" y="286"/>
                  </a:lnTo>
                  <a:lnTo>
                    <a:pt x="284" y="286"/>
                  </a:lnTo>
                  <a:lnTo>
                    <a:pt x="282" y="286"/>
                  </a:lnTo>
                  <a:lnTo>
                    <a:pt x="278" y="288"/>
                  </a:lnTo>
                  <a:lnTo>
                    <a:pt x="276" y="288"/>
                  </a:lnTo>
                  <a:lnTo>
                    <a:pt x="274" y="286"/>
                  </a:lnTo>
                  <a:lnTo>
                    <a:pt x="272" y="286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69" y="285"/>
                  </a:lnTo>
                  <a:lnTo>
                    <a:pt x="267" y="283"/>
                  </a:lnTo>
                  <a:lnTo>
                    <a:pt x="267" y="283"/>
                  </a:lnTo>
                  <a:lnTo>
                    <a:pt x="267" y="283"/>
                  </a:lnTo>
                  <a:lnTo>
                    <a:pt x="265" y="281"/>
                  </a:lnTo>
                  <a:lnTo>
                    <a:pt x="265" y="279"/>
                  </a:lnTo>
                  <a:lnTo>
                    <a:pt x="263" y="279"/>
                  </a:lnTo>
                  <a:lnTo>
                    <a:pt x="261" y="279"/>
                  </a:lnTo>
                  <a:lnTo>
                    <a:pt x="261" y="279"/>
                  </a:lnTo>
                  <a:lnTo>
                    <a:pt x="259" y="279"/>
                  </a:lnTo>
                  <a:lnTo>
                    <a:pt x="259" y="281"/>
                  </a:lnTo>
                  <a:lnTo>
                    <a:pt x="259" y="281"/>
                  </a:lnTo>
                  <a:lnTo>
                    <a:pt x="257" y="283"/>
                  </a:lnTo>
                  <a:lnTo>
                    <a:pt x="257" y="281"/>
                  </a:lnTo>
                  <a:lnTo>
                    <a:pt x="255" y="281"/>
                  </a:lnTo>
                  <a:lnTo>
                    <a:pt x="253" y="281"/>
                  </a:lnTo>
                  <a:lnTo>
                    <a:pt x="253" y="281"/>
                  </a:lnTo>
                  <a:lnTo>
                    <a:pt x="251" y="279"/>
                  </a:lnTo>
                  <a:lnTo>
                    <a:pt x="251" y="279"/>
                  </a:lnTo>
                  <a:lnTo>
                    <a:pt x="249" y="277"/>
                  </a:lnTo>
                  <a:lnTo>
                    <a:pt x="249" y="277"/>
                  </a:lnTo>
                  <a:lnTo>
                    <a:pt x="243" y="275"/>
                  </a:lnTo>
                  <a:lnTo>
                    <a:pt x="243" y="275"/>
                  </a:lnTo>
                  <a:lnTo>
                    <a:pt x="237" y="275"/>
                  </a:lnTo>
                  <a:lnTo>
                    <a:pt x="235" y="275"/>
                  </a:lnTo>
                  <a:lnTo>
                    <a:pt x="235" y="275"/>
                  </a:lnTo>
                  <a:lnTo>
                    <a:pt x="231" y="273"/>
                  </a:lnTo>
                  <a:lnTo>
                    <a:pt x="231" y="273"/>
                  </a:lnTo>
                  <a:lnTo>
                    <a:pt x="229" y="273"/>
                  </a:lnTo>
                  <a:lnTo>
                    <a:pt x="229" y="277"/>
                  </a:lnTo>
                  <a:lnTo>
                    <a:pt x="229" y="277"/>
                  </a:lnTo>
                  <a:lnTo>
                    <a:pt x="227" y="277"/>
                  </a:lnTo>
                  <a:lnTo>
                    <a:pt x="227" y="275"/>
                  </a:lnTo>
                  <a:lnTo>
                    <a:pt x="227" y="275"/>
                  </a:lnTo>
                  <a:lnTo>
                    <a:pt x="227" y="275"/>
                  </a:lnTo>
                  <a:lnTo>
                    <a:pt x="227" y="275"/>
                  </a:lnTo>
                  <a:lnTo>
                    <a:pt x="225" y="273"/>
                  </a:lnTo>
                  <a:lnTo>
                    <a:pt x="225" y="275"/>
                  </a:lnTo>
                  <a:lnTo>
                    <a:pt x="225" y="275"/>
                  </a:lnTo>
                  <a:lnTo>
                    <a:pt x="225" y="277"/>
                  </a:lnTo>
                  <a:lnTo>
                    <a:pt x="225" y="277"/>
                  </a:lnTo>
                  <a:lnTo>
                    <a:pt x="225" y="277"/>
                  </a:lnTo>
                  <a:lnTo>
                    <a:pt x="223" y="277"/>
                  </a:lnTo>
                  <a:lnTo>
                    <a:pt x="223" y="277"/>
                  </a:lnTo>
                  <a:lnTo>
                    <a:pt x="221" y="277"/>
                  </a:lnTo>
                  <a:lnTo>
                    <a:pt x="219" y="277"/>
                  </a:lnTo>
                  <a:lnTo>
                    <a:pt x="219" y="277"/>
                  </a:lnTo>
                  <a:lnTo>
                    <a:pt x="218" y="275"/>
                  </a:lnTo>
                  <a:lnTo>
                    <a:pt x="216" y="277"/>
                  </a:lnTo>
                  <a:lnTo>
                    <a:pt x="216" y="277"/>
                  </a:lnTo>
                  <a:lnTo>
                    <a:pt x="214" y="277"/>
                  </a:lnTo>
                  <a:lnTo>
                    <a:pt x="214" y="279"/>
                  </a:lnTo>
                  <a:lnTo>
                    <a:pt x="212" y="281"/>
                  </a:lnTo>
                  <a:lnTo>
                    <a:pt x="212" y="281"/>
                  </a:lnTo>
                  <a:lnTo>
                    <a:pt x="212" y="281"/>
                  </a:lnTo>
                  <a:lnTo>
                    <a:pt x="204" y="285"/>
                  </a:lnTo>
                  <a:lnTo>
                    <a:pt x="200" y="288"/>
                  </a:lnTo>
                  <a:lnTo>
                    <a:pt x="182" y="292"/>
                  </a:lnTo>
                  <a:lnTo>
                    <a:pt x="180" y="294"/>
                  </a:lnTo>
                  <a:lnTo>
                    <a:pt x="178" y="294"/>
                  </a:lnTo>
                  <a:lnTo>
                    <a:pt x="178" y="294"/>
                  </a:lnTo>
                  <a:lnTo>
                    <a:pt x="176" y="292"/>
                  </a:lnTo>
                  <a:lnTo>
                    <a:pt x="176" y="292"/>
                  </a:lnTo>
                  <a:lnTo>
                    <a:pt x="174" y="292"/>
                  </a:lnTo>
                  <a:lnTo>
                    <a:pt x="174" y="292"/>
                  </a:lnTo>
                  <a:lnTo>
                    <a:pt x="170" y="294"/>
                  </a:lnTo>
                  <a:lnTo>
                    <a:pt x="168" y="296"/>
                  </a:lnTo>
                  <a:lnTo>
                    <a:pt x="168" y="296"/>
                  </a:lnTo>
                  <a:lnTo>
                    <a:pt x="167" y="298"/>
                  </a:lnTo>
                  <a:lnTo>
                    <a:pt x="165" y="300"/>
                  </a:lnTo>
                  <a:lnTo>
                    <a:pt x="163" y="300"/>
                  </a:lnTo>
                  <a:lnTo>
                    <a:pt x="163" y="300"/>
                  </a:lnTo>
                  <a:lnTo>
                    <a:pt x="161" y="294"/>
                  </a:lnTo>
                  <a:lnTo>
                    <a:pt x="161" y="294"/>
                  </a:lnTo>
                  <a:lnTo>
                    <a:pt x="161" y="292"/>
                  </a:lnTo>
                  <a:lnTo>
                    <a:pt x="161" y="292"/>
                  </a:lnTo>
                  <a:lnTo>
                    <a:pt x="159" y="292"/>
                  </a:lnTo>
                  <a:lnTo>
                    <a:pt x="159" y="292"/>
                  </a:lnTo>
                  <a:lnTo>
                    <a:pt x="159" y="292"/>
                  </a:lnTo>
                  <a:lnTo>
                    <a:pt x="159" y="290"/>
                  </a:lnTo>
                  <a:lnTo>
                    <a:pt x="157" y="290"/>
                  </a:lnTo>
                  <a:lnTo>
                    <a:pt x="157" y="288"/>
                  </a:lnTo>
                  <a:lnTo>
                    <a:pt x="157" y="288"/>
                  </a:lnTo>
                  <a:lnTo>
                    <a:pt x="157" y="288"/>
                  </a:lnTo>
                  <a:lnTo>
                    <a:pt x="157" y="288"/>
                  </a:lnTo>
                  <a:lnTo>
                    <a:pt x="157" y="288"/>
                  </a:lnTo>
                  <a:lnTo>
                    <a:pt x="157" y="286"/>
                  </a:lnTo>
                  <a:lnTo>
                    <a:pt x="157" y="286"/>
                  </a:lnTo>
                  <a:lnTo>
                    <a:pt x="157" y="285"/>
                  </a:lnTo>
                  <a:lnTo>
                    <a:pt x="155" y="285"/>
                  </a:lnTo>
                  <a:lnTo>
                    <a:pt x="155" y="283"/>
                  </a:lnTo>
                  <a:lnTo>
                    <a:pt x="155" y="283"/>
                  </a:lnTo>
                  <a:lnTo>
                    <a:pt x="155" y="283"/>
                  </a:lnTo>
                  <a:lnTo>
                    <a:pt x="155" y="281"/>
                  </a:lnTo>
                  <a:lnTo>
                    <a:pt x="155" y="281"/>
                  </a:lnTo>
                  <a:lnTo>
                    <a:pt x="155" y="281"/>
                  </a:lnTo>
                  <a:lnTo>
                    <a:pt x="155" y="281"/>
                  </a:lnTo>
                  <a:lnTo>
                    <a:pt x="153" y="281"/>
                  </a:lnTo>
                  <a:lnTo>
                    <a:pt x="153" y="281"/>
                  </a:lnTo>
                  <a:lnTo>
                    <a:pt x="153" y="281"/>
                  </a:lnTo>
                  <a:lnTo>
                    <a:pt x="153" y="279"/>
                  </a:lnTo>
                  <a:lnTo>
                    <a:pt x="153" y="279"/>
                  </a:lnTo>
                  <a:lnTo>
                    <a:pt x="153" y="277"/>
                  </a:lnTo>
                  <a:lnTo>
                    <a:pt x="153" y="277"/>
                  </a:lnTo>
                  <a:lnTo>
                    <a:pt x="153" y="277"/>
                  </a:lnTo>
                  <a:lnTo>
                    <a:pt x="151" y="277"/>
                  </a:lnTo>
                  <a:lnTo>
                    <a:pt x="151" y="275"/>
                  </a:lnTo>
                  <a:lnTo>
                    <a:pt x="151" y="275"/>
                  </a:lnTo>
                  <a:lnTo>
                    <a:pt x="151" y="273"/>
                  </a:lnTo>
                  <a:lnTo>
                    <a:pt x="151" y="273"/>
                  </a:lnTo>
                  <a:lnTo>
                    <a:pt x="151" y="273"/>
                  </a:lnTo>
                  <a:lnTo>
                    <a:pt x="151" y="273"/>
                  </a:lnTo>
                  <a:lnTo>
                    <a:pt x="151" y="271"/>
                  </a:lnTo>
                  <a:lnTo>
                    <a:pt x="145" y="265"/>
                  </a:lnTo>
                  <a:lnTo>
                    <a:pt x="143" y="263"/>
                  </a:lnTo>
                  <a:lnTo>
                    <a:pt x="143" y="263"/>
                  </a:lnTo>
                  <a:lnTo>
                    <a:pt x="143" y="263"/>
                  </a:lnTo>
                  <a:lnTo>
                    <a:pt x="141" y="263"/>
                  </a:lnTo>
                  <a:lnTo>
                    <a:pt x="141" y="263"/>
                  </a:lnTo>
                  <a:lnTo>
                    <a:pt x="141" y="263"/>
                  </a:lnTo>
                  <a:lnTo>
                    <a:pt x="139" y="263"/>
                  </a:lnTo>
                  <a:lnTo>
                    <a:pt x="137" y="263"/>
                  </a:lnTo>
                  <a:lnTo>
                    <a:pt x="137" y="261"/>
                  </a:lnTo>
                  <a:lnTo>
                    <a:pt x="137" y="261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5" y="259"/>
                  </a:lnTo>
                  <a:lnTo>
                    <a:pt x="135" y="259"/>
                  </a:lnTo>
                  <a:lnTo>
                    <a:pt x="135" y="259"/>
                  </a:lnTo>
                  <a:lnTo>
                    <a:pt x="133" y="257"/>
                  </a:lnTo>
                  <a:lnTo>
                    <a:pt x="133" y="255"/>
                  </a:lnTo>
                  <a:lnTo>
                    <a:pt x="133" y="255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3"/>
                  </a:lnTo>
                  <a:lnTo>
                    <a:pt x="133" y="251"/>
                  </a:lnTo>
                  <a:lnTo>
                    <a:pt x="135" y="251"/>
                  </a:lnTo>
                  <a:lnTo>
                    <a:pt x="137" y="251"/>
                  </a:lnTo>
                  <a:lnTo>
                    <a:pt x="137" y="249"/>
                  </a:lnTo>
                  <a:lnTo>
                    <a:pt x="137" y="249"/>
                  </a:lnTo>
                  <a:lnTo>
                    <a:pt x="137" y="247"/>
                  </a:lnTo>
                  <a:lnTo>
                    <a:pt x="135" y="245"/>
                  </a:lnTo>
                  <a:lnTo>
                    <a:pt x="135" y="245"/>
                  </a:lnTo>
                  <a:lnTo>
                    <a:pt x="135" y="245"/>
                  </a:lnTo>
                  <a:lnTo>
                    <a:pt x="135" y="243"/>
                  </a:lnTo>
                  <a:lnTo>
                    <a:pt x="135" y="243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3" y="239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1" y="235"/>
                  </a:lnTo>
                  <a:lnTo>
                    <a:pt x="131" y="235"/>
                  </a:lnTo>
                  <a:lnTo>
                    <a:pt x="129" y="235"/>
                  </a:lnTo>
                  <a:lnTo>
                    <a:pt x="129" y="235"/>
                  </a:lnTo>
                  <a:lnTo>
                    <a:pt x="129" y="233"/>
                  </a:lnTo>
                  <a:lnTo>
                    <a:pt x="131" y="232"/>
                  </a:lnTo>
                  <a:lnTo>
                    <a:pt x="131" y="230"/>
                  </a:lnTo>
                  <a:lnTo>
                    <a:pt x="131" y="230"/>
                  </a:lnTo>
                  <a:lnTo>
                    <a:pt x="131" y="230"/>
                  </a:lnTo>
                  <a:lnTo>
                    <a:pt x="135" y="228"/>
                  </a:lnTo>
                  <a:lnTo>
                    <a:pt x="135" y="228"/>
                  </a:lnTo>
                  <a:lnTo>
                    <a:pt x="137" y="228"/>
                  </a:lnTo>
                  <a:lnTo>
                    <a:pt x="137" y="228"/>
                  </a:lnTo>
                  <a:lnTo>
                    <a:pt x="137" y="228"/>
                  </a:lnTo>
                  <a:lnTo>
                    <a:pt x="137" y="228"/>
                  </a:lnTo>
                  <a:lnTo>
                    <a:pt x="139" y="230"/>
                  </a:lnTo>
                  <a:lnTo>
                    <a:pt x="139" y="230"/>
                  </a:lnTo>
                  <a:lnTo>
                    <a:pt x="139" y="230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41" y="232"/>
                  </a:lnTo>
                  <a:lnTo>
                    <a:pt x="143" y="230"/>
                  </a:lnTo>
                  <a:lnTo>
                    <a:pt x="145" y="228"/>
                  </a:lnTo>
                  <a:lnTo>
                    <a:pt x="149" y="226"/>
                  </a:lnTo>
                  <a:lnTo>
                    <a:pt x="149" y="226"/>
                  </a:lnTo>
                  <a:lnTo>
                    <a:pt x="149" y="226"/>
                  </a:lnTo>
                  <a:lnTo>
                    <a:pt x="149" y="226"/>
                  </a:lnTo>
                  <a:lnTo>
                    <a:pt x="149" y="226"/>
                  </a:lnTo>
                  <a:lnTo>
                    <a:pt x="149" y="224"/>
                  </a:lnTo>
                  <a:lnTo>
                    <a:pt x="149" y="224"/>
                  </a:lnTo>
                  <a:lnTo>
                    <a:pt x="149" y="224"/>
                  </a:lnTo>
                  <a:lnTo>
                    <a:pt x="149" y="222"/>
                  </a:lnTo>
                  <a:lnTo>
                    <a:pt x="149" y="222"/>
                  </a:lnTo>
                  <a:lnTo>
                    <a:pt x="149" y="222"/>
                  </a:lnTo>
                  <a:lnTo>
                    <a:pt x="145" y="220"/>
                  </a:lnTo>
                  <a:lnTo>
                    <a:pt x="143" y="220"/>
                  </a:lnTo>
                  <a:lnTo>
                    <a:pt x="143" y="220"/>
                  </a:lnTo>
                  <a:lnTo>
                    <a:pt x="143" y="220"/>
                  </a:lnTo>
                  <a:lnTo>
                    <a:pt x="141" y="218"/>
                  </a:lnTo>
                  <a:lnTo>
                    <a:pt x="141" y="218"/>
                  </a:lnTo>
                  <a:lnTo>
                    <a:pt x="139" y="218"/>
                  </a:lnTo>
                  <a:lnTo>
                    <a:pt x="137" y="216"/>
                  </a:lnTo>
                  <a:lnTo>
                    <a:pt x="137" y="216"/>
                  </a:lnTo>
                  <a:lnTo>
                    <a:pt x="137" y="216"/>
                  </a:lnTo>
                  <a:lnTo>
                    <a:pt x="137" y="216"/>
                  </a:lnTo>
                  <a:lnTo>
                    <a:pt x="137" y="214"/>
                  </a:lnTo>
                  <a:lnTo>
                    <a:pt x="137" y="214"/>
                  </a:lnTo>
                  <a:lnTo>
                    <a:pt x="137" y="214"/>
                  </a:lnTo>
                  <a:lnTo>
                    <a:pt x="137" y="214"/>
                  </a:lnTo>
                  <a:lnTo>
                    <a:pt x="137" y="212"/>
                  </a:lnTo>
                  <a:lnTo>
                    <a:pt x="137" y="212"/>
                  </a:lnTo>
                  <a:lnTo>
                    <a:pt x="137" y="212"/>
                  </a:lnTo>
                  <a:lnTo>
                    <a:pt x="137" y="212"/>
                  </a:lnTo>
                  <a:lnTo>
                    <a:pt x="135" y="212"/>
                  </a:lnTo>
                  <a:lnTo>
                    <a:pt x="135" y="210"/>
                  </a:lnTo>
                  <a:lnTo>
                    <a:pt x="133" y="210"/>
                  </a:lnTo>
                  <a:lnTo>
                    <a:pt x="133" y="210"/>
                  </a:lnTo>
                  <a:lnTo>
                    <a:pt x="133" y="210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5" y="208"/>
                  </a:lnTo>
                  <a:lnTo>
                    <a:pt x="135" y="208"/>
                  </a:lnTo>
                  <a:lnTo>
                    <a:pt x="135" y="206"/>
                  </a:lnTo>
                  <a:lnTo>
                    <a:pt x="135" y="206"/>
                  </a:lnTo>
                  <a:lnTo>
                    <a:pt x="135" y="206"/>
                  </a:lnTo>
                  <a:lnTo>
                    <a:pt x="135" y="206"/>
                  </a:lnTo>
                  <a:lnTo>
                    <a:pt x="133" y="204"/>
                  </a:lnTo>
                  <a:lnTo>
                    <a:pt x="133" y="204"/>
                  </a:lnTo>
                  <a:lnTo>
                    <a:pt x="133" y="204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31" y="202"/>
                  </a:lnTo>
                  <a:lnTo>
                    <a:pt x="131" y="202"/>
                  </a:lnTo>
                  <a:lnTo>
                    <a:pt x="131" y="202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198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31" y="200"/>
                  </a:lnTo>
                  <a:lnTo>
                    <a:pt x="129" y="200"/>
                  </a:lnTo>
                  <a:lnTo>
                    <a:pt x="129" y="202"/>
                  </a:lnTo>
                  <a:lnTo>
                    <a:pt x="129" y="202"/>
                  </a:lnTo>
                  <a:lnTo>
                    <a:pt x="129" y="202"/>
                  </a:lnTo>
                  <a:lnTo>
                    <a:pt x="129" y="202"/>
                  </a:lnTo>
                  <a:lnTo>
                    <a:pt x="127" y="202"/>
                  </a:lnTo>
                  <a:lnTo>
                    <a:pt x="127" y="204"/>
                  </a:lnTo>
                  <a:lnTo>
                    <a:pt x="127" y="204"/>
                  </a:lnTo>
                  <a:lnTo>
                    <a:pt x="125" y="204"/>
                  </a:lnTo>
                  <a:lnTo>
                    <a:pt x="125" y="204"/>
                  </a:lnTo>
                  <a:lnTo>
                    <a:pt x="125" y="204"/>
                  </a:lnTo>
                  <a:lnTo>
                    <a:pt x="125" y="206"/>
                  </a:lnTo>
                  <a:lnTo>
                    <a:pt x="125" y="206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8"/>
                  </a:lnTo>
                  <a:lnTo>
                    <a:pt x="123" y="206"/>
                  </a:lnTo>
                  <a:lnTo>
                    <a:pt x="121" y="206"/>
                  </a:lnTo>
                  <a:lnTo>
                    <a:pt x="121" y="206"/>
                  </a:lnTo>
                  <a:lnTo>
                    <a:pt x="121" y="206"/>
                  </a:lnTo>
                  <a:lnTo>
                    <a:pt x="121" y="204"/>
                  </a:lnTo>
                  <a:lnTo>
                    <a:pt x="121" y="204"/>
                  </a:lnTo>
                  <a:lnTo>
                    <a:pt x="121" y="202"/>
                  </a:lnTo>
                  <a:lnTo>
                    <a:pt x="121" y="202"/>
                  </a:lnTo>
                  <a:lnTo>
                    <a:pt x="121" y="202"/>
                  </a:lnTo>
                  <a:lnTo>
                    <a:pt x="121" y="202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200"/>
                  </a:lnTo>
                  <a:lnTo>
                    <a:pt x="121" y="198"/>
                  </a:lnTo>
                  <a:lnTo>
                    <a:pt x="125" y="194"/>
                  </a:lnTo>
                  <a:lnTo>
                    <a:pt x="125" y="194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88"/>
                  </a:lnTo>
                  <a:lnTo>
                    <a:pt x="127" y="188"/>
                  </a:lnTo>
                  <a:lnTo>
                    <a:pt x="127" y="188"/>
                  </a:lnTo>
                  <a:lnTo>
                    <a:pt x="127" y="188"/>
                  </a:lnTo>
                  <a:lnTo>
                    <a:pt x="127" y="188"/>
                  </a:lnTo>
                  <a:lnTo>
                    <a:pt x="129" y="186"/>
                  </a:lnTo>
                  <a:lnTo>
                    <a:pt x="129" y="186"/>
                  </a:lnTo>
                  <a:lnTo>
                    <a:pt x="129" y="184"/>
                  </a:lnTo>
                  <a:lnTo>
                    <a:pt x="129" y="184"/>
                  </a:lnTo>
                  <a:lnTo>
                    <a:pt x="131" y="184"/>
                  </a:lnTo>
                  <a:lnTo>
                    <a:pt x="131" y="184"/>
                  </a:lnTo>
                  <a:lnTo>
                    <a:pt x="129" y="182"/>
                  </a:lnTo>
                  <a:lnTo>
                    <a:pt x="129" y="180"/>
                  </a:lnTo>
                  <a:lnTo>
                    <a:pt x="129" y="179"/>
                  </a:lnTo>
                  <a:lnTo>
                    <a:pt x="129" y="177"/>
                  </a:lnTo>
                  <a:lnTo>
                    <a:pt x="129" y="177"/>
                  </a:lnTo>
                  <a:lnTo>
                    <a:pt x="127" y="177"/>
                  </a:lnTo>
                  <a:lnTo>
                    <a:pt x="127" y="175"/>
                  </a:lnTo>
                  <a:lnTo>
                    <a:pt x="127" y="175"/>
                  </a:lnTo>
                  <a:lnTo>
                    <a:pt x="127" y="175"/>
                  </a:lnTo>
                  <a:lnTo>
                    <a:pt x="129" y="169"/>
                  </a:lnTo>
                  <a:lnTo>
                    <a:pt x="129" y="169"/>
                  </a:lnTo>
                  <a:lnTo>
                    <a:pt x="129" y="169"/>
                  </a:lnTo>
                  <a:lnTo>
                    <a:pt x="129" y="169"/>
                  </a:lnTo>
                  <a:lnTo>
                    <a:pt x="129" y="169"/>
                  </a:lnTo>
                  <a:lnTo>
                    <a:pt x="127" y="169"/>
                  </a:lnTo>
                  <a:lnTo>
                    <a:pt x="127" y="169"/>
                  </a:lnTo>
                  <a:lnTo>
                    <a:pt x="127" y="169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5" y="161"/>
                  </a:lnTo>
                  <a:lnTo>
                    <a:pt x="125" y="161"/>
                  </a:lnTo>
                  <a:lnTo>
                    <a:pt x="125" y="161"/>
                  </a:lnTo>
                  <a:lnTo>
                    <a:pt x="125" y="159"/>
                  </a:lnTo>
                  <a:lnTo>
                    <a:pt x="125" y="159"/>
                  </a:lnTo>
                  <a:lnTo>
                    <a:pt x="125" y="159"/>
                  </a:lnTo>
                  <a:lnTo>
                    <a:pt x="125" y="159"/>
                  </a:lnTo>
                  <a:lnTo>
                    <a:pt x="123" y="157"/>
                  </a:lnTo>
                  <a:lnTo>
                    <a:pt x="123" y="157"/>
                  </a:lnTo>
                  <a:lnTo>
                    <a:pt x="123" y="155"/>
                  </a:lnTo>
                  <a:lnTo>
                    <a:pt x="123" y="155"/>
                  </a:lnTo>
                  <a:lnTo>
                    <a:pt x="123" y="155"/>
                  </a:lnTo>
                  <a:lnTo>
                    <a:pt x="123" y="153"/>
                  </a:lnTo>
                  <a:lnTo>
                    <a:pt x="123" y="153"/>
                  </a:lnTo>
                  <a:lnTo>
                    <a:pt x="123" y="151"/>
                  </a:lnTo>
                  <a:lnTo>
                    <a:pt x="123" y="151"/>
                  </a:lnTo>
                  <a:lnTo>
                    <a:pt x="123" y="151"/>
                  </a:lnTo>
                  <a:lnTo>
                    <a:pt x="123" y="151"/>
                  </a:lnTo>
                  <a:lnTo>
                    <a:pt x="123" y="151"/>
                  </a:lnTo>
                  <a:lnTo>
                    <a:pt x="123" y="151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7"/>
                  </a:lnTo>
                  <a:lnTo>
                    <a:pt x="123" y="147"/>
                  </a:lnTo>
                  <a:lnTo>
                    <a:pt x="123" y="147"/>
                  </a:lnTo>
                  <a:lnTo>
                    <a:pt x="123" y="147"/>
                  </a:lnTo>
                  <a:lnTo>
                    <a:pt x="121" y="147"/>
                  </a:lnTo>
                  <a:lnTo>
                    <a:pt x="119" y="145"/>
                  </a:lnTo>
                  <a:lnTo>
                    <a:pt x="119" y="145"/>
                  </a:lnTo>
                  <a:lnTo>
                    <a:pt x="119" y="145"/>
                  </a:lnTo>
                  <a:lnTo>
                    <a:pt x="119" y="145"/>
                  </a:lnTo>
                  <a:lnTo>
                    <a:pt x="119" y="143"/>
                  </a:lnTo>
                  <a:lnTo>
                    <a:pt x="119" y="143"/>
                  </a:lnTo>
                  <a:lnTo>
                    <a:pt x="119" y="143"/>
                  </a:lnTo>
                  <a:lnTo>
                    <a:pt x="117" y="143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39"/>
                  </a:lnTo>
                  <a:lnTo>
                    <a:pt x="117" y="139"/>
                  </a:lnTo>
                  <a:lnTo>
                    <a:pt x="117" y="139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2" y="139"/>
                  </a:lnTo>
                  <a:lnTo>
                    <a:pt x="112" y="139"/>
                  </a:lnTo>
                  <a:lnTo>
                    <a:pt x="110" y="139"/>
                  </a:lnTo>
                  <a:lnTo>
                    <a:pt x="110" y="139"/>
                  </a:lnTo>
                  <a:lnTo>
                    <a:pt x="110" y="139"/>
                  </a:lnTo>
                  <a:lnTo>
                    <a:pt x="110" y="141"/>
                  </a:lnTo>
                  <a:lnTo>
                    <a:pt x="108" y="141"/>
                  </a:lnTo>
                  <a:lnTo>
                    <a:pt x="108" y="141"/>
                  </a:lnTo>
                  <a:lnTo>
                    <a:pt x="108" y="141"/>
                  </a:lnTo>
                  <a:lnTo>
                    <a:pt x="108" y="143"/>
                  </a:lnTo>
                  <a:lnTo>
                    <a:pt x="108" y="145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4" y="149"/>
                  </a:lnTo>
                  <a:lnTo>
                    <a:pt x="104" y="149"/>
                  </a:lnTo>
                  <a:lnTo>
                    <a:pt x="104" y="149"/>
                  </a:lnTo>
                  <a:lnTo>
                    <a:pt x="104" y="149"/>
                  </a:lnTo>
                  <a:lnTo>
                    <a:pt x="104" y="149"/>
                  </a:lnTo>
                  <a:lnTo>
                    <a:pt x="102" y="149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100" y="151"/>
                  </a:lnTo>
                  <a:lnTo>
                    <a:pt x="100" y="153"/>
                  </a:lnTo>
                  <a:lnTo>
                    <a:pt x="100" y="153"/>
                  </a:lnTo>
                  <a:lnTo>
                    <a:pt x="98" y="153"/>
                  </a:lnTo>
                  <a:lnTo>
                    <a:pt x="98" y="153"/>
                  </a:lnTo>
                  <a:lnTo>
                    <a:pt x="96" y="151"/>
                  </a:lnTo>
                  <a:lnTo>
                    <a:pt x="94" y="151"/>
                  </a:lnTo>
                  <a:lnTo>
                    <a:pt x="94" y="151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7"/>
                  </a:lnTo>
                  <a:lnTo>
                    <a:pt x="94" y="147"/>
                  </a:lnTo>
                  <a:lnTo>
                    <a:pt x="94" y="147"/>
                  </a:lnTo>
                  <a:lnTo>
                    <a:pt x="94" y="145"/>
                  </a:lnTo>
                  <a:lnTo>
                    <a:pt x="94" y="145"/>
                  </a:lnTo>
                  <a:lnTo>
                    <a:pt x="94" y="145"/>
                  </a:lnTo>
                  <a:lnTo>
                    <a:pt x="94" y="143"/>
                  </a:lnTo>
                  <a:lnTo>
                    <a:pt x="94" y="143"/>
                  </a:lnTo>
                  <a:lnTo>
                    <a:pt x="92" y="143"/>
                  </a:lnTo>
                  <a:lnTo>
                    <a:pt x="92" y="141"/>
                  </a:lnTo>
                  <a:lnTo>
                    <a:pt x="92" y="141"/>
                  </a:lnTo>
                  <a:lnTo>
                    <a:pt x="92" y="141"/>
                  </a:lnTo>
                  <a:lnTo>
                    <a:pt x="92" y="139"/>
                  </a:lnTo>
                  <a:lnTo>
                    <a:pt x="90" y="139"/>
                  </a:lnTo>
                  <a:lnTo>
                    <a:pt x="90" y="139"/>
                  </a:lnTo>
                  <a:lnTo>
                    <a:pt x="90" y="137"/>
                  </a:lnTo>
                  <a:lnTo>
                    <a:pt x="90" y="137"/>
                  </a:lnTo>
                  <a:lnTo>
                    <a:pt x="90" y="137"/>
                  </a:lnTo>
                  <a:lnTo>
                    <a:pt x="90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3"/>
                  </a:lnTo>
                  <a:lnTo>
                    <a:pt x="88" y="131"/>
                  </a:lnTo>
                  <a:lnTo>
                    <a:pt x="88" y="131"/>
                  </a:lnTo>
                  <a:lnTo>
                    <a:pt x="90" y="129"/>
                  </a:lnTo>
                  <a:lnTo>
                    <a:pt x="90" y="129"/>
                  </a:lnTo>
                  <a:lnTo>
                    <a:pt x="90" y="129"/>
                  </a:lnTo>
                  <a:lnTo>
                    <a:pt x="90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6" y="125"/>
                  </a:lnTo>
                  <a:lnTo>
                    <a:pt x="86" y="125"/>
                  </a:lnTo>
                  <a:lnTo>
                    <a:pt x="86" y="125"/>
                  </a:lnTo>
                  <a:lnTo>
                    <a:pt x="86" y="125"/>
                  </a:lnTo>
                  <a:lnTo>
                    <a:pt x="86" y="125"/>
                  </a:lnTo>
                  <a:lnTo>
                    <a:pt x="84" y="125"/>
                  </a:lnTo>
                  <a:lnTo>
                    <a:pt x="84" y="124"/>
                  </a:lnTo>
                  <a:lnTo>
                    <a:pt x="84" y="124"/>
                  </a:lnTo>
                  <a:lnTo>
                    <a:pt x="84" y="124"/>
                  </a:lnTo>
                  <a:lnTo>
                    <a:pt x="84" y="122"/>
                  </a:lnTo>
                  <a:lnTo>
                    <a:pt x="84" y="120"/>
                  </a:lnTo>
                  <a:lnTo>
                    <a:pt x="84" y="120"/>
                  </a:lnTo>
                  <a:lnTo>
                    <a:pt x="84" y="120"/>
                  </a:lnTo>
                  <a:lnTo>
                    <a:pt x="84" y="120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2" y="116"/>
                  </a:lnTo>
                  <a:lnTo>
                    <a:pt x="80" y="116"/>
                  </a:lnTo>
                  <a:lnTo>
                    <a:pt x="80" y="114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4" y="116"/>
                  </a:lnTo>
                  <a:lnTo>
                    <a:pt x="74" y="118"/>
                  </a:lnTo>
                  <a:lnTo>
                    <a:pt x="72" y="118"/>
                  </a:lnTo>
                  <a:lnTo>
                    <a:pt x="72" y="118"/>
                  </a:lnTo>
                  <a:lnTo>
                    <a:pt x="70" y="116"/>
                  </a:lnTo>
                  <a:lnTo>
                    <a:pt x="70" y="116"/>
                  </a:lnTo>
                  <a:lnTo>
                    <a:pt x="67" y="118"/>
                  </a:lnTo>
                  <a:lnTo>
                    <a:pt x="65" y="120"/>
                  </a:lnTo>
                  <a:lnTo>
                    <a:pt x="63" y="120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57" y="125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3" y="129"/>
                  </a:lnTo>
                  <a:lnTo>
                    <a:pt x="51" y="129"/>
                  </a:lnTo>
                  <a:lnTo>
                    <a:pt x="51" y="129"/>
                  </a:lnTo>
                  <a:lnTo>
                    <a:pt x="51" y="131"/>
                  </a:lnTo>
                  <a:lnTo>
                    <a:pt x="51" y="131"/>
                  </a:lnTo>
                  <a:lnTo>
                    <a:pt x="51" y="131"/>
                  </a:lnTo>
                  <a:lnTo>
                    <a:pt x="51" y="133"/>
                  </a:lnTo>
                  <a:lnTo>
                    <a:pt x="47" y="133"/>
                  </a:lnTo>
                  <a:lnTo>
                    <a:pt x="47" y="133"/>
                  </a:lnTo>
                  <a:lnTo>
                    <a:pt x="45" y="133"/>
                  </a:lnTo>
                  <a:lnTo>
                    <a:pt x="45" y="133"/>
                  </a:lnTo>
                  <a:lnTo>
                    <a:pt x="45" y="133"/>
                  </a:lnTo>
                  <a:lnTo>
                    <a:pt x="45" y="133"/>
                  </a:lnTo>
                  <a:lnTo>
                    <a:pt x="45" y="131"/>
                  </a:lnTo>
                  <a:lnTo>
                    <a:pt x="45" y="131"/>
                  </a:lnTo>
                  <a:lnTo>
                    <a:pt x="45" y="131"/>
                  </a:lnTo>
                  <a:lnTo>
                    <a:pt x="43" y="131"/>
                  </a:lnTo>
                  <a:lnTo>
                    <a:pt x="43" y="131"/>
                  </a:lnTo>
                  <a:lnTo>
                    <a:pt x="41" y="131"/>
                  </a:lnTo>
                  <a:lnTo>
                    <a:pt x="41" y="131"/>
                  </a:lnTo>
                  <a:lnTo>
                    <a:pt x="41" y="131"/>
                  </a:lnTo>
                  <a:lnTo>
                    <a:pt x="41" y="131"/>
                  </a:lnTo>
                  <a:lnTo>
                    <a:pt x="39" y="133"/>
                  </a:lnTo>
                  <a:lnTo>
                    <a:pt x="39" y="133"/>
                  </a:lnTo>
                  <a:lnTo>
                    <a:pt x="39" y="133"/>
                  </a:lnTo>
                  <a:lnTo>
                    <a:pt x="39" y="135"/>
                  </a:lnTo>
                  <a:lnTo>
                    <a:pt x="37" y="135"/>
                  </a:lnTo>
                  <a:lnTo>
                    <a:pt x="37" y="133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35" y="131"/>
                  </a:lnTo>
                  <a:lnTo>
                    <a:pt x="35" y="131"/>
                  </a:lnTo>
                  <a:lnTo>
                    <a:pt x="35" y="131"/>
                  </a:lnTo>
                  <a:lnTo>
                    <a:pt x="35" y="129"/>
                  </a:lnTo>
                  <a:lnTo>
                    <a:pt x="35" y="129"/>
                  </a:lnTo>
                  <a:lnTo>
                    <a:pt x="35" y="129"/>
                  </a:lnTo>
                  <a:lnTo>
                    <a:pt x="35" y="129"/>
                  </a:lnTo>
                  <a:lnTo>
                    <a:pt x="35" y="127"/>
                  </a:lnTo>
                  <a:lnTo>
                    <a:pt x="35" y="127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1" y="124"/>
                  </a:lnTo>
                  <a:lnTo>
                    <a:pt x="29" y="122"/>
                  </a:lnTo>
                  <a:lnTo>
                    <a:pt x="29" y="122"/>
                  </a:lnTo>
                  <a:lnTo>
                    <a:pt x="29" y="122"/>
                  </a:lnTo>
                  <a:lnTo>
                    <a:pt x="29" y="120"/>
                  </a:lnTo>
                  <a:lnTo>
                    <a:pt x="27" y="120"/>
                  </a:lnTo>
                  <a:lnTo>
                    <a:pt x="27" y="118"/>
                  </a:lnTo>
                  <a:lnTo>
                    <a:pt x="27" y="118"/>
                  </a:lnTo>
                  <a:lnTo>
                    <a:pt x="27" y="116"/>
                  </a:lnTo>
                  <a:lnTo>
                    <a:pt x="27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1" y="114"/>
                  </a:lnTo>
                  <a:lnTo>
                    <a:pt x="31" y="114"/>
                  </a:lnTo>
                  <a:lnTo>
                    <a:pt x="31" y="114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5" y="110"/>
                  </a:lnTo>
                  <a:lnTo>
                    <a:pt x="35" y="110"/>
                  </a:lnTo>
                  <a:lnTo>
                    <a:pt x="35" y="110"/>
                  </a:lnTo>
                  <a:lnTo>
                    <a:pt x="35" y="110"/>
                  </a:lnTo>
                  <a:lnTo>
                    <a:pt x="37" y="110"/>
                  </a:lnTo>
                  <a:lnTo>
                    <a:pt x="37" y="110"/>
                  </a:lnTo>
                  <a:lnTo>
                    <a:pt x="37" y="110"/>
                  </a:lnTo>
                  <a:lnTo>
                    <a:pt x="37" y="110"/>
                  </a:lnTo>
                  <a:lnTo>
                    <a:pt x="37" y="108"/>
                  </a:lnTo>
                  <a:lnTo>
                    <a:pt x="37" y="108"/>
                  </a:lnTo>
                  <a:lnTo>
                    <a:pt x="39" y="108"/>
                  </a:lnTo>
                  <a:lnTo>
                    <a:pt x="39" y="108"/>
                  </a:lnTo>
                  <a:lnTo>
                    <a:pt x="39" y="108"/>
                  </a:lnTo>
                  <a:lnTo>
                    <a:pt x="39" y="108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5" y="104"/>
                  </a:lnTo>
                  <a:lnTo>
                    <a:pt x="45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7" y="104"/>
                  </a:lnTo>
                  <a:lnTo>
                    <a:pt x="47" y="104"/>
                  </a:lnTo>
                  <a:lnTo>
                    <a:pt x="47" y="104"/>
                  </a:lnTo>
                  <a:lnTo>
                    <a:pt x="45" y="104"/>
                  </a:lnTo>
                  <a:lnTo>
                    <a:pt x="47" y="102"/>
                  </a:lnTo>
                  <a:lnTo>
                    <a:pt x="47" y="102"/>
                  </a:lnTo>
                  <a:lnTo>
                    <a:pt x="47" y="102"/>
                  </a:lnTo>
                  <a:lnTo>
                    <a:pt x="45" y="102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3" y="100"/>
                  </a:lnTo>
                  <a:lnTo>
                    <a:pt x="43" y="100"/>
                  </a:lnTo>
                  <a:lnTo>
                    <a:pt x="39" y="100"/>
                  </a:lnTo>
                  <a:lnTo>
                    <a:pt x="39" y="100"/>
                  </a:lnTo>
                  <a:lnTo>
                    <a:pt x="39" y="100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5" y="96"/>
                  </a:lnTo>
                  <a:lnTo>
                    <a:pt x="33" y="96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3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7" y="90"/>
                  </a:lnTo>
                  <a:lnTo>
                    <a:pt x="23" y="90"/>
                  </a:lnTo>
                  <a:lnTo>
                    <a:pt x="19" y="90"/>
                  </a:lnTo>
                  <a:lnTo>
                    <a:pt x="17" y="90"/>
                  </a:lnTo>
                  <a:lnTo>
                    <a:pt x="17" y="90"/>
                  </a:lnTo>
                  <a:lnTo>
                    <a:pt x="17" y="90"/>
                  </a:lnTo>
                  <a:lnTo>
                    <a:pt x="17" y="90"/>
                  </a:lnTo>
                  <a:lnTo>
                    <a:pt x="16" y="90"/>
                  </a:lnTo>
                  <a:lnTo>
                    <a:pt x="14" y="86"/>
                  </a:lnTo>
                  <a:lnTo>
                    <a:pt x="14" y="86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6" y="76"/>
                  </a:lnTo>
                  <a:lnTo>
                    <a:pt x="6" y="76"/>
                  </a:lnTo>
                  <a:lnTo>
                    <a:pt x="6" y="76"/>
                  </a:lnTo>
                  <a:lnTo>
                    <a:pt x="6" y="74"/>
                  </a:lnTo>
                  <a:lnTo>
                    <a:pt x="6" y="74"/>
                  </a:lnTo>
                  <a:lnTo>
                    <a:pt x="6" y="72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2" y="74"/>
                  </a:lnTo>
                  <a:lnTo>
                    <a:pt x="2" y="72"/>
                  </a:lnTo>
                  <a:lnTo>
                    <a:pt x="2" y="72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" y="69"/>
                  </a:lnTo>
                  <a:lnTo>
                    <a:pt x="6" y="63"/>
                  </a:lnTo>
                  <a:lnTo>
                    <a:pt x="8" y="63"/>
                  </a:lnTo>
                  <a:lnTo>
                    <a:pt x="8" y="61"/>
                  </a:lnTo>
                  <a:lnTo>
                    <a:pt x="8" y="59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7" y="53"/>
                  </a:lnTo>
                  <a:lnTo>
                    <a:pt x="21" y="49"/>
                  </a:lnTo>
                  <a:lnTo>
                    <a:pt x="21" y="47"/>
                  </a:lnTo>
                  <a:lnTo>
                    <a:pt x="23" y="47"/>
                  </a:lnTo>
                  <a:lnTo>
                    <a:pt x="29" y="45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7" y="43"/>
                  </a:lnTo>
                  <a:lnTo>
                    <a:pt x="37" y="41"/>
                  </a:lnTo>
                  <a:lnTo>
                    <a:pt x="37" y="41"/>
                  </a:lnTo>
                  <a:lnTo>
                    <a:pt x="43" y="41"/>
                  </a:lnTo>
                  <a:lnTo>
                    <a:pt x="43" y="41"/>
                  </a:lnTo>
                  <a:lnTo>
                    <a:pt x="45" y="39"/>
                  </a:lnTo>
                  <a:lnTo>
                    <a:pt x="45" y="39"/>
                  </a:lnTo>
                  <a:lnTo>
                    <a:pt x="45" y="39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51" y="37"/>
                  </a:lnTo>
                  <a:lnTo>
                    <a:pt x="51" y="37"/>
                  </a:lnTo>
                  <a:lnTo>
                    <a:pt x="51" y="37"/>
                  </a:lnTo>
                  <a:lnTo>
                    <a:pt x="53" y="37"/>
                  </a:lnTo>
                  <a:lnTo>
                    <a:pt x="53" y="39"/>
                  </a:lnTo>
                  <a:lnTo>
                    <a:pt x="55" y="39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39"/>
                  </a:lnTo>
                  <a:lnTo>
                    <a:pt x="57" y="39"/>
                  </a:lnTo>
                  <a:lnTo>
                    <a:pt x="70" y="37"/>
                  </a:lnTo>
                  <a:lnTo>
                    <a:pt x="70" y="37"/>
                  </a:lnTo>
                  <a:lnTo>
                    <a:pt x="70" y="39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6" y="43"/>
                  </a:lnTo>
                  <a:lnTo>
                    <a:pt x="76" y="45"/>
                  </a:lnTo>
                  <a:lnTo>
                    <a:pt x="76" y="45"/>
                  </a:lnTo>
                  <a:lnTo>
                    <a:pt x="76" y="47"/>
                  </a:lnTo>
                  <a:lnTo>
                    <a:pt x="78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9"/>
                  </a:lnTo>
                  <a:lnTo>
                    <a:pt x="80" y="49"/>
                  </a:lnTo>
                  <a:lnTo>
                    <a:pt x="82" y="51"/>
                  </a:lnTo>
                  <a:lnTo>
                    <a:pt x="82" y="51"/>
                  </a:lnTo>
                  <a:lnTo>
                    <a:pt x="82" y="51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6" y="53"/>
                  </a:lnTo>
                  <a:lnTo>
                    <a:pt x="96" y="51"/>
                  </a:lnTo>
                  <a:lnTo>
                    <a:pt x="98" y="51"/>
                  </a:lnTo>
                  <a:lnTo>
                    <a:pt x="98" y="49"/>
                  </a:lnTo>
                  <a:lnTo>
                    <a:pt x="100" y="49"/>
                  </a:lnTo>
                  <a:lnTo>
                    <a:pt x="106" y="49"/>
                  </a:lnTo>
                  <a:lnTo>
                    <a:pt x="106" y="49"/>
                  </a:lnTo>
                  <a:lnTo>
                    <a:pt x="108" y="49"/>
                  </a:lnTo>
                  <a:lnTo>
                    <a:pt x="108" y="51"/>
                  </a:lnTo>
                  <a:lnTo>
                    <a:pt x="110" y="51"/>
                  </a:lnTo>
                  <a:lnTo>
                    <a:pt x="112" y="53"/>
                  </a:lnTo>
                  <a:lnTo>
                    <a:pt x="114" y="55"/>
                  </a:lnTo>
                  <a:lnTo>
                    <a:pt x="114" y="55"/>
                  </a:lnTo>
                  <a:lnTo>
                    <a:pt x="117" y="55"/>
                  </a:lnTo>
                  <a:lnTo>
                    <a:pt x="121" y="55"/>
                  </a:lnTo>
                  <a:lnTo>
                    <a:pt x="121" y="57"/>
                  </a:lnTo>
                  <a:lnTo>
                    <a:pt x="121" y="57"/>
                  </a:lnTo>
                  <a:lnTo>
                    <a:pt x="123" y="57"/>
                  </a:lnTo>
                  <a:lnTo>
                    <a:pt x="123" y="59"/>
                  </a:lnTo>
                  <a:lnTo>
                    <a:pt x="123" y="59"/>
                  </a:lnTo>
                  <a:lnTo>
                    <a:pt x="125" y="59"/>
                  </a:lnTo>
                  <a:lnTo>
                    <a:pt x="127" y="59"/>
                  </a:lnTo>
                  <a:lnTo>
                    <a:pt x="127" y="59"/>
                  </a:lnTo>
                  <a:lnTo>
                    <a:pt x="127" y="61"/>
                  </a:lnTo>
                  <a:lnTo>
                    <a:pt x="127" y="61"/>
                  </a:lnTo>
                  <a:lnTo>
                    <a:pt x="127" y="61"/>
                  </a:lnTo>
                  <a:lnTo>
                    <a:pt x="127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29" y="63"/>
                  </a:lnTo>
                  <a:lnTo>
                    <a:pt x="133" y="63"/>
                  </a:lnTo>
                  <a:lnTo>
                    <a:pt x="133" y="63"/>
                  </a:lnTo>
                  <a:lnTo>
                    <a:pt x="133" y="63"/>
                  </a:lnTo>
                  <a:lnTo>
                    <a:pt x="133" y="63"/>
                  </a:lnTo>
                  <a:lnTo>
                    <a:pt x="133" y="61"/>
                  </a:lnTo>
                  <a:lnTo>
                    <a:pt x="133" y="61"/>
                  </a:lnTo>
                  <a:lnTo>
                    <a:pt x="133" y="61"/>
                  </a:lnTo>
                  <a:lnTo>
                    <a:pt x="133" y="61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3"/>
                  </a:lnTo>
                  <a:lnTo>
                    <a:pt x="137" y="53"/>
                  </a:lnTo>
                  <a:lnTo>
                    <a:pt x="139" y="51"/>
                  </a:lnTo>
                  <a:lnTo>
                    <a:pt x="141" y="51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41" y="55"/>
                  </a:lnTo>
                  <a:lnTo>
                    <a:pt x="141" y="55"/>
                  </a:lnTo>
                  <a:lnTo>
                    <a:pt x="143" y="55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49" y="57"/>
                  </a:lnTo>
                  <a:lnTo>
                    <a:pt x="149" y="57"/>
                  </a:lnTo>
                  <a:lnTo>
                    <a:pt x="149" y="59"/>
                  </a:lnTo>
                  <a:lnTo>
                    <a:pt x="153" y="59"/>
                  </a:lnTo>
                  <a:lnTo>
                    <a:pt x="161" y="61"/>
                  </a:lnTo>
                  <a:lnTo>
                    <a:pt x="165" y="61"/>
                  </a:lnTo>
                  <a:lnTo>
                    <a:pt x="168" y="61"/>
                  </a:lnTo>
                  <a:lnTo>
                    <a:pt x="168" y="61"/>
                  </a:lnTo>
                  <a:lnTo>
                    <a:pt x="168" y="59"/>
                  </a:lnTo>
                  <a:lnTo>
                    <a:pt x="170" y="59"/>
                  </a:lnTo>
                  <a:lnTo>
                    <a:pt x="170" y="59"/>
                  </a:lnTo>
                  <a:lnTo>
                    <a:pt x="174" y="59"/>
                  </a:lnTo>
                  <a:lnTo>
                    <a:pt x="174" y="59"/>
                  </a:lnTo>
                  <a:lnTo>
                    <a:pt x="176" y="59"/>
                  </a:lnTo>
                  <a:lnTo>
                    <a:pt x="176" y="59"/>
                  </a:lnTo>
                  <a:lnTo>
                    <a:pt x="176" y="59"/>
                  </a:lnTo>
                  <a:lnTo>
                    <a:pt x="178" y="57"/>
                  </a:lnTo>
                  <a:lnTo>
                    <a:pt x="180" y="57"/>
                  </a:lnTo>
                  <a:lnTo>
                    <a:pt x="180" y="57"/>
                  </a:lnTo>
                  <a:lnTo>
                    <a:pt x="180" y="57"/>
                  </a:lnTo>
                  <a:lnTo>
                    <a:pt x="180" y="57"/>
                  </a:lnTo>
                  <a:lnTo>
                    <a:pt x="182" y="57"/>
                  </a:lnTo>
                  <a:lnTo>
                    <a:pt x="182" y="57"/>
                  </a:lnTo>
                  <a:lnTo>
                    <a:pt x="182" y="57"/>
                  </a:lnTo>
                  <a:lnTo>
                    <a:pt x="184" y="57"/>
                  </a:lnTo>
                  <a:lnTo>
                    <a:pt x="184" y="57"/>
                  </a:lnTo>
                  <a:lnTo>
                    <a:pt x="186" y="57"/>
                  </a:lnTo>
                  <a:lnTo>
                    <a:pt x="188" y="57"/>
                  </a:lnTo>
                  <a:lnTo>
                    <a:pt x="190" y="59"/>
                  </a:lnTo>
                  <a:lnTo>
                    <a:pt x="190" y="59"/>
                  </a:lnTo>
                  <a:lnTo>
                    <a:pt x="190" y="59"/>
                  </a:lnTo>
                  <a:lnTo>
                    <a:pt x="192" y="59"/>
                  </a:lnTo>
                  <a:lnTo>
                    <a:pt x="192" y="59"/>
                  </a:lnTo>
                  <a:lnTo>
                    <a:pt x="192" y="59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4" y="63"/>
                  </a:lnTo>
                  <a:lnTo>
                    <a:pt x="196" y="65"/>
                  </a:lnTo>
                  <a:lnTo>
                    <a:pt x="196" y="65"/>
                  </a:lnTo>
                  <a:lnTo>
                    <a:pt x="196" y="65"/>
                  </a:lnTo>
                  <a:lnTo>
                    <a:pt x="196" y="65"/>
                  </a:lnTo>
                  <a:lnTo>
                    <a:pt x="196" y="65"/>
                  </a:lnTo>
                  <a:lnTo>
                    <a:pt x="196" y="67"/>
                  </a:lnTo>
                  <a:lnTo>
                    <a:pt x="196" y="67"/>
                  </a:lnTo>
                  <a:lnTo>
                    <a:pt x="196" y="67"/>
                  </a:lnTo>
                  <a:lnTo>
                    <a:pt x="198" y="67"/>
                  </a:lnTo>
                  <a:lnTo>
                    <a:pt x="198" y="67"/>
                  </a:lnTo>
                  <a:lnTo>
                    <a:pt x="200" y="67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204" y="69"/>
                  </a:lnTo>
                  <a:lnTo>
                    <a:pt x="204" y="71"/>
                  </a:lnTo>
                  <a:lnTo>
                    <a:pt x="206" y="71"/>
                  </a:lnTo>
                  <a:lnTo>
                    <a:pt x="206" y="71"/>
                  </a:lnTo>
                  <a:lnTo>
                    <a:pt x="206" y="71"/>
                  </a:lnTo>
                  <a:lnTo>
                    <a:pt x="206" y="72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8" y="72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08" y="76"/>
                  </a:lnTo>
                  <a:lnTo>
                    <a:pt x="208" y="76"/>
                  </a:lnTo>
                  <a:lnTo>
                    <a:pt x="210" y="76"/>
                  </a:lnTo>
                  <a:lnTo>
                    <a:pt x="214" y="76"/>
                  </a:lnTo>
                  <a:lnTo>
                    <a:pt x="214" y="76"/>
                  </a:lnTo>
                  <a:lnTo>
                    <a:pt x="214" y="76"/>
                  </a:lnTo>
                  <a:lnTo>
                    <a:pt x="214" y="78"/>
                  </a:lnTo>
                  <a:lnTo>
                    <a:pt x="216" y="78"/>
                  </a:lnTo>
                  <a:lnTo>
                    <a:pt x="216" y="78"/>
                  </a:lnTo>
                  <a:lnTo>
                    <a:pt x="216" y="78"/>
                  </a:lnTo>
                  <a:lnTo>
                    <a:pt x="216" y="80"/>
                  </a:lnTo>
                  <a:lnTo>
                    <a:pt x="218" y="80"/>
                  </a:lnTo>
                  <a:lnTo>
                    <a:pt x="218" y="80"/>
                  </a:lnTo>
                  <a:lnTo>
                    <a:pt x="218" y="80"/>
                  </a:lnTo>
                  <a:lnTo>
                    <a:pt x="218" y="82"/>
                  </a:lnTo>
                  <a:lnTo>
                    <a:pt x="218" y="82"/>
                  </a:lnTo>
                  <a:lnTo>
                    <a:pt x="219" y="84"/>
                  </a:lnTo>
                  <a:lnTo>
                    <a:pt x="219" y="84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1" y="88"/>
                  </a:lnTo>
                  <a:lnTo>
                    <a:pt x="223" y="88"/>
                  </a:lnTo>
                  <a:lnTo>
                    <a:pt x="223" y="88"/>
                  </a:lnTo>
                  <a:lnTo>
                    <a:pt x="223" y="88"/>
                  </a:lnTo>
                  <a:lnTo>
                    <a:pt x="225" y="88"/>
                  </a:lnTo>
                  <a:lnTo>
                    <a:pt x="225" y="88"/>
                  </a:lnTo>
                  <a:lnTo>
                    <a:pt x="225" y="88"/>
                  </a:lnTo>
                  <a:lnTo>
                    <a:pt x="227" y="84"/>
                  </a:lnTo>
                  <a:lnTo>
                    <a:pt x="229" y="84"/>
                  </a:lnTo>
                  <a:lnTo>
                    <a:pt x="229" y="84"/>
                  </a:lnTo>
                  <a:lnTo>
                    <a:pt x="229" y="84"/>
                  </a:lnTo>
                  <a:lnTo>
                    <a:pt x="229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3" y="84"/>
                  </a:lnTo>
                  <a:lnTo>
                    <a:pt x="233" y="86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37" y="86"/>
                  </a:lnTo>
                  <a:lnTo>
                    <a:pt x="237" y="86"/>
                  </a:lnTo>
                  <a:lnTo>
                    <a:pt x="237" y="86"/>
                  </a:lnTo>
                  <a:lnTo>
                    <a:pt x="237" y="86"/>
                  </a:lnTo>
                  <a:lnTo>
                    <a:pt x="239" y="86"/>
                  </a:lnTo>
                  <a:lnTo>
                    <a:pt x="239" y="86"/>
                  </a:lnTo>
                  <a:lnTo>
                    <a:pt x="239" y="86"/>
                  </a:lnTo>
                  <a:lnTo>
                    <a:pt x="239" y="86"/>
                  </a:lnTo>
                  <a:lnTo>
                    <a:pt x="239" y="88"/>
                  </a:lnTo>
                  <a:lnTo>
                    <a:pt x="241" y="88"/>
                  </a:lnTo>
                  <a:lnTo>
                    <a:pt x="243" y="86"/>
                  </a:lnTo>
                  <a:lnTo>
                    <a:pt x="245" y="86"/>
                  </a:lnTo>
                  <a:lnTo>
                    <a:pt x="245" y="86"/>
                  </a:lnTo>
                  <a:lnTo>
                    <a:pt x="245" y="86"/>
                  </a:lnTo>
                  <a:lnTo>
                    <a:pt x="245" y="86"/>
                  </a:lnTo>
                  <a:lnTo>
                    <a:pt x="245" y="86"/>
                  </a:lnTo>
                  <a:lnTo>
                    <a:pt x="247" y="84"/>
                  </a:lnTo>
                  <a:lnTo>
                    <a:pt x="249" y="84"/>
                  </a:lnTo>
                  <a:lnTo>
                    <a:pt x="249" y="84"/>
                  </a:lnTo>
                  <a:lnTo>
                    <a:pt x="249" y="84"/>
                  </a:lnTo>
                  <a:lnTo>
                    <a:pt x="249" y="82"/>
                  </a:lnTo>
                  <a:lnTo>
                    <a:pt x="249" y="82"/>
                  </a:lnTo>
                  <a:lnTo>
                    <a:pt x="253" y="80"/>
                  </a:lnTo>
                  <a:lnTo>
                    <a:pt x="255" y="80"/>
                  </a:lnTo>
                  <a:lnTo>
                    <a:pt x="26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4"/>
                  </a:lnTo>
                  <a:lnTo>
                    <a:pt x="265" y="84"/>
                  </a:lnTo>
                  <a:lnTo>
                    <a:pt x="267" y="84"/>
                  </a:lnTo>
                  <a:lnTo>
                    <a:pt x="267" y="84"/>
                  </a:lnTo>
                  <a:lnTo>
                    <a:pt x="267" y="84"/>
                  </a:lnTo>
                  <a:lnTo>
                    <a:pt x="269" y="84"/>
                  </a:lnTo>
                  <a:lnTo>
                    <a:pt x="269" y="86"/>
                  </a:lnTo>
                  <a:lnTo>
                    <a:pt x="269" y="86"/>
                  </a:lnTo>
                  <a:lnTo>
                    <a:pt x="269" y="86"/>
                  </a:lnTo>
                  <a:lnTo>
                    <a:pt x="269" y="86"/>
                  </a:lnTo>
                  <a:lnTo>
                    <a:pt x="269" y="86"/>
                  </a:lnTo>
                  <a:lnTo>
                    <a:pt x="270" y="86"/>
                  </a:lnTo>
                  <a:lnTo>
                    <a:pt x="270" y="86"/>
                  </a:lnTo>
                  <a:lnTo>
                    <a:pt x="270" y="86"/>
                  </a:lnTo>
                  <a:lnTo>
                    <a:pt x="270" y="86"/>
                  </a:lnTo>
                  <a:lnTo>
                    <a:pt x="270" y="86"/>
                  </a:lnTo>
                  <a:lnTo>
                    <a:pt x="272" y="84"/>
                  </a:lnTo>
                  <a:lnTo>
                    <a:pt x="272" y="84"/>
                  </a:lnTo>
                  <a:lnTo>
                    <a:pt x="278" y="80"/>
                  </a:lnTo>
                  <a:lnTo>
                    <a:pt x="278" y="80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6" y="80"/>
                  </a:lnTo>
                  <a:lnTo>
                    <a:pt x="286" y="80"/>
                  </a:lnTo>
                  <a:lnTo>
                    <a:pt x="290" y="82"/>
                  </a:lnTo>
                  <a:lnTo>
                    <a:pt x="290" y="82"/>
                  </a:lnTo>
                  <a:lnTo>
                    <a:pt x="290" y="82"/>
                  </a:lnTo>
                  <a:lnTo>
                    <a:pt x="292" y="82"/>
                  </a:lnTo>
                  <a:lnTo>
                    <a:pt x="292" y="82"/>
                  </a:lnTo>
                  <a:lnTo>
                    <a:pt x="294" y="82"/>
                  </a:lnTo>
                  <a:lnTo>
                    <a:pt x="294" y="84"/>
                  </a:lnTo>
                  <a:lnTo>
                    <a:pt x="294" y="84"/>
                  </a:lnTo>
                  <a:lnTo>
                    <a:pt x="294" y="84"/>
                  </a:lnTo>
                  <a:lnTo>
                    <a:pt x="294" y="84"/>
                  </a:lnTo>
                  <a:lnTo>
                    <a:pt x="294" y="86"/>
                  </a:lnTo>
                  <a:lnTo>
                    <a:pt x="294" y="86"/>
                  </a:lnTo>
                  <a:lnTo>
                    <a:pt x="296" y="86"/>
                  </a:lnTo>
                  <a:lnTo>
                    <a:pt x="296" y="86"/>
                  </a:lnTo>
                  <a:lnTo>
                    <a:pt x="296" y="86"/>
                  </a:lnTo>
                  <a:lnTo>
                    <a:pt x="298" y="86"/>
                  </a:lnTo>
                  <a:lnTo>
                    <a:pt x="298" y="88"/>
                  </a:lnTo>
                  <a:lnTo>
                    <a:pt x="298" y="88"/>
                  </a:lnTo>
                  <a:lnTo>
                    <a:pt x="298" y="88"/>
                  </a:lnTo>
                  <a:lnTo>
                    <a:pt x="296" y="88"/>
                  </a:lnTo>
                  <a:lnTo>
                    <a:pt x="296" y="88"/>
                  </a:lnTo>
                  <a:lnTo>
                    <a:pt x="296" y="88"/>
                  </a:lnTo>
                  <a:lnTo>
                    <a:pt x="296" y="88"/>
                  </a:lnTo>
                  <a:lnTo>
                    <a:pt x="294" y="88"/>
                  </a:lnTo>
                  <a:lnTo>
                    <a:pt x="294" y="88"/>
                  </a:lnTo>
                  <a:lnTo>
                    <a:pt x="294" y="88"/>
                  </a:lnTo>
                  <a:lnTo>
                    <a:pt x="294" y="88"/>
                  </a:lnTo>
                  <a:lnTo>
                    <a:pt x="294" y="90"/>
                  </a:lnTo>
                  <a:lnTo>
                    <a:pt x="294" y="92"/>
                  </a:lnTo>
                  <a:lnTo>
                    <a:pt x="296" y="92"/>
                  </a:lnTo>
                  <a:lnTo>
                    <a:pt x="296" y="92"/>
                  </a:lnTo>
                  <a:lnTo>
                    <a:pt x="304" y="90"/>
                  </a:lnTo>
                  <a:lnTo>
                    <a:pt x="306" y="88"/>
                  </a:lnTo>
                  <a:lnTo>
                    <a:pt x="306" y="90"/>
                  </a:lnTo>
                  <a:lnTo>
                    <a:pt x="308" y="88"/>
                  </a:lnTo>
                  <a:lnTo>
                    <a:pt x="310" y="88"/>
                  </a:lnTo>
                  <a:lnTo>
                    <a:pt x="310" y="90"/>
                  </a:lnTo>
                  <a:lnTo>
                    <a:pt x="310" y="90"/>
                  </a:lnTo>
                  <a:lnTo>
                    <a:pt x="310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4" y="88"/>
                  </a:lnTo>
                  <a:lnTo>
                    <a:pt x="314" y="88"/>
                  </a:lnTo>
                  <a:lnTo>
                    <a:pt x="316" y="88"/>
                  </a:lnTo>
                  <a:lnTo>
                    <a:pt x="316" y="86"/>
                  </a:lnTo>
                  <a:lnTo>
                    <a:pt x="316" y="86"/>
                  </a:lnTo>
                  <a:lnTo>
                    <a:pt x="316" y="86"/>
                  </a:lnTo>
                  <a:lnTo>
                    <a:pt x="316" y="84"/>
                  </a:lnTo>
                  <a:lnTo>
                    <a:pt x="316" y="84"/>
                  </a:lnTo>
                  <a:lnTo>
                    <a:pt x="316" y="84"/>
                  </a:lnTo>
                  <a:lnTo>
                    <a:pt x="316" y="82"/>
                  </a:lnTo>
                  <a:lnTo>
                    <a:pt x="316" y="82"/>
                  </a:lnTo>
                  <a:lnTo>
                    <a:pt x="318" y="80"/>
                  </a:lnTo>
                  <a:lnTo>
                    <a:pt x="319" y="78"/>
                  </a:lnTo>
                  <a:lnTo>
                    <a:pt x="319" y="78"/>
                  </a:lnTo>
                  <a:lnTo>
                    <a:pt x="321" y="78"/>
                  </a:lnTo>
                  <a:lnTo>
                    <a:pt x="321" y="80"/>
                  </a:lnTo>
                  <a:lnTo>
                    <a:pt x="321" y="80"/>
                  </a:lnTo>
                  <a:lnTo>
                    <a:pt x="321" y="82"/>
                  </a:lnTo>
                  <a:lnTo>
                    <a:pt x="321" y="82"/>
                  </a:lnTo>
                  <a:lnTo>
                    <a:pt x="321" y="82"/>
                  </a:lnTo>
                  <a:lnTo>
                    <a:pt x="321" y="82"/>
                  </a:lnTo>
                  <a:lnTo>
                    <a:pt x="321" y="82"/>
                  </a:lnTo>
                  <a:lnTo>
                    <a:pt x="323" y="82"/>
                  </a:lnTo>
                  <a:lnTo>
                    <a:pt x="323" y="82"/>
                  </a:lnTo>
                  <a:lnTo>
                    <a:pt x="323" y="82"/>
                  </a:lnTo>
                  <a:lnTo>
                    <a:pt x="325" y="82"/>
                  </a:lnTo>
                  <a:lnTo>
                    <a:pt x="325" y="82"/>
                  </a:lnTo>
                  <a:lnTo>
                    <a:pt x="325" y="80"/>
                  </a:lnTo>
                  <a:lnTo>
                    <a:pt x="327" y="80"/>
                  </a:lnTo>
                  <a:lnTo>
                    <a:pt x="327" y="80"/>
                  </a:lnTo>
                  <a:lnTo>
                    <a:pt x="329" y="80"/>
                  </a:lnTo>
                  <a:lnTo>
                    <a:pt x="329" y="80"/>
                  </a:lnTo>
                  <a:lnTo>
                    <a:pt x="329" y="80"/>
                  </a:lnTo>
                  <a:lnTo>
                    <a:pt x="331" y="78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6"/>
                  </a:lnTo>
                  <a:lnTo>
                    <a:pt x="331" y="74"/>
                  </a:lnTo>
                  <a:lnTo>
                    <a:pt x="331" y="74"/>
                  </a:lnTo>
                  <a:lnTo>
                    <a:pt x="331" y="74"/>
                  </a:lnTo>
                  <a:lnTo>
                    <a:pt x="331" y="74"/>
                  </a:lnTo>
                  <a:lnTo>
                    <a:pt x="331" y="74"/>
                  </a:lnTo>
                  <a:lnTo>
                    <a:pt x="331" y="74"/>
                  </a:lnTo>
                  <a:lnTo>
                    <a:pt x="335" y="72"/>
                  </a:lnTo>
                  <a:lnTo>
                    <a:pt x="339" y="72"/>
                  </a:lnTo>
                  <a:lnTo>
                    <a:pt x="339" y="72"/>
                  </a:lnTo>
                  <a:lnTo>
                    <a:pt x="341" y="72"/>
                  </a:lnTo>
                  <a:lnTo>
                    <a:pt x="341" y="71"/>
                  </a:lnTo>
                  <a:lnTo>
                    <a:pt x="341" y="71"/>
                  </a:lnTo>
                  <a:lnTo>
                    <a:pt x="341" y="71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45" y="71"/>
                  </a:lnTo>
                  <a:lnTo>
                    <a:pt x="345" y="71"/>
                  </a:lnTo>
                  <a:lnTo>
                    <a:pt x="345" y="71"/>
                  </a:lnTo>
                  <a:lnTo>
                    <a:pt x="345" y="71"/>
                  </a:lnTo>
                  <a:lnTo>
                    <a:pt x="347" y="71"/>
                  </a:lnTo>
                  <a:lnTo>
                    <a:pt x="347" y="71"/>
                  </a:lnTo>
                  <a:lnTo>
                    <a:pt x="347" y="71"/>
                  </a:lnTo>
                  <a:lnTo>
                    <a:pt x="347" y="71"/>
                  </a:lnTo>
                  <a:lnTo>
                    <a:pt x="349" y="71"/>
                  </a:lnTo>
                  <a:lnTo>
                    <a:pt x="349" y="71"/>
                  </a:lnTo>
                  <a:lnTo>
                    <a:pt x="349" y="72"/>
                  </a:lnTo>
                  <a:lnTo>
                    <a:pt x="349" y="72"/>
                  </a:lnTo>
                  <a:lnTo>
                    <a:pt x="349" y="72"/>
                  </a:lnTo>
                  <a:lnTo>
                    <a:pt x="349" y="72"/>
                  </a:lnTo>
                  <a:lnTo>
                    <a:pt x="349" y="74"/>
                  </a:lnTo>
                  <a:lnTo>
                    <a:pt x="351" y="74"/>
                  </a:lnTo>
                  <a:lnTo>
                    <a:pt x="351" y="74"/>
                  </a:lnTo>
                  <a:lnTo>
                    <a:pt x="351" y="74"/>
                  </a:lnTo>
                  <a:lnTo>
                    <a:pt x="351" y="74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9" y="74"/>
                  </a:lnTo>
                  <a:lnTo>
                    <a:pt x="359" y="74"/>
                  </a:lnTo>
                  <a:lnTo>
                    <a:pt x="359" y="74"/>
                  </a:lnTo>
                  <a:lnTo>
                    <a:pt x="361" y="74"/>
                  </a:lnTo>
                  <a:lnTo>
                    <a:pt x="361" y="74"/>
                  </a:lnTo>
                  <a:lnTo>
                    <a:pt x="361" y="72"/>
                  </a:lnTo>
                  <a:lnTo>
                    <a:pt x="361" y="72"/>
                  </a:lnTo>
                  <a:lnTo>
                    <a:pt x="361" y="72"/>
                  </a:lnTo>
                  <a:lnTo>
                    <a:pt x="361" y="72"/>
                  </a:lnTo>
                  <a:lnTo>
                    <a:pt x="361" y="71"/>
                  </a:lnTo>
                  <a:lnTo>
                    <a:pt x="361" y="71"/>
                  </a:lnTo>
                  <a:lnTo>
                    <a:pt x="361" y="71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61" y="67"/>
                  </a:lnTo>
                  <a:lnTo>
                    <a:pt x="361" y="67"/>
                  </a:lnTo>
                  <a:lnTo>
                    <a:pt x="361" y="67"/>
                  </a:lnTo>
                  <a:lnTo>
                    <a:pt x="363" y="65"/>
                  </a:lnTo>
                  <a:lnTo>
                    <a:pt x="363" y="65"/>
                  </a:lnTo>
                  <a:lnTo>
                    <a:pt x="363" y="65"/>
                  </a:lnTo>
                  <a:lnTo>
                    <a:pt x="365" y="65"/>
                  </a:lnTo>
                  <a:lnTo>
                    <a:pt x="367" y="65"/>
                  </a:lnTo>
                  <a:lnTo>
                    <a:pt x="367" y="65"/>
                  </a:lnTo>
                  <a:lnTo>
                    <a:pt x="367" y="65"/>
                  </a:lnTo>
                  <a:lnTo>
                    <a:pt x="369" y="65"/>
                  </a:lnTo>
                  <a:lnTo>
                    <a:pt x="369" y="65"/>
                  </a:lnTo>
                  <a:lnTo>
                    <a:pt x="369" y="67"/>
                  </a:lnTo>
                  <a:lnTo>
                    <a:pt x="369" y="67"/>
                  </a:lnTo>
                  <a:lnTo>
                    <a:pt x="369" y="67"/>
                  </a:lnTo>
                  <a:lnTo>
                    <a:pt x="369" y="67"/>
                  </a:lnTo>
                  <a:lnTo>
                    <a:pt x="369" y="67"/>
                  </a:lnTo>
                  <a:lnTo>
                    <a:pt x="374" y="67"/>
                  </a:lnTo>
                  <a:lnTo>
                    <a:pt x="376" y="65"/>
                  </a:lnTo>
                  <a:lnTo>
                    <a:pt x="380" y="63"/>
                  </a:lnTo>
                  <a:lnTo>
                    <a:pt x="380" y="63"/>
                  </a:lnTo>
                  <a:lnTo>
                    <a:pt x="380" y="63"/>
                  </a:lnTo>
                  <a:lnTo>
                    <a:pt x="382" y="63"/>
                  </a:lnTo>
                  <a:lnTo>
                    <a:pt x="382" y="63"/>
                  </a:lnTo>
                  <a:lnTo>
                    <a:pt x="384" y="61"/>
                  </a:lnTo>
                  <a:lnTo>
                    <a:pt x="384" y="61"/>
                  </a:lnTo>
                  <a:lnTo>
                    <a:pt x="386" y="59"/>
                  </a:lnTo>
                  <a:lnTo>
                    <a:pt x="386" y="59"/>
                  </a:lnTo>
                  <a:lnTo>
                    <a:pt x="386" y="59"/>
                  </a:lnTo>
                  <a:lnTo>
                    <a:pt x="388" y="59"/>
                  </a:lnTo>
                  <a:lnTo>
                    <a:pt x="388" y="59"/>
                  </a:lnTo>
                  <a:lnTo>
                    <a:pt x="390" y="59"/>
                  </a:lnTo>
                  <a:lnTo>
                    <a:pt x="392" y="63"/>
                  </a:lnTo>
                  <a:lnTo>
                    <a:pt x="394" y="63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6" y="63"/>
                  </a:lnTo>
                  <a:lnTo>
                    <a:pt x="398" y="65"/>
                  </a:lnTo>
                  <a:lnTo>
                    <a:pt x="398" y="65"/>
                  </a:lnTo>
                  <a:lnTo>
                    <a:pt x="398" y="65"/>
                  </a:lnTo>
                  <a:lnTo>
                    <a:pt x="398" y="65"/>
                  </a:lnTo>
                  <a:lnTo>
                    <a:pt x="400" y="67"/>
                  </a:lnTo>
                  <a:lnTo>
                    <a:pt x="400" y="67"/>
                  </a:lnTo>
                  <a:lnTo>
                    <a:pt x="400" y="67"/>
                  </a:lnTo>
                  <a:lnTo>
                    <a:pt x="400" y="67"/>
                  </a:lnTo>
                  <a:lnTo>
                    <a:pt x="402" y="67"/>
                  </a:lnTo>
                  <a:lnTo>
                    <a:pt x="402" y="67"/>
                  </a:lnTo>
                  <a:lnTo>
                    <a:pt x="406" y="65"/>
                  </a:lnTo>
                  <a:lnTo>
                    <a:pt x="408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7"/>
                  </a:lnTo>
                  <a:lnTo>
                    <a:pt x="410" y="67"/>
                  </a:lnTo>
                  <a:lnTo>
                    <a:pt x="410" y="67"/>
                  </a:lnTo>
                  <a:lnTo>
                    <a:pt x="410" y="67"/>
                  </a:lnTo>
                  <a:lnTo>
                    <a:pt x="410" y="67"/>
                  </a:lnTo>
                  <a:lnTo>
                    <a:pt x="412" y="67"/>
                  </a:lnTo>
                  <a:lnTo>
                    <a:pt x="412" y="67"/>
                  </a:lnTo>
                  <a:lnTo>
                    <a:pt x="414" y="67"/>
                  </a:lnTo>
                  <a:lnTo>
                    <a:pt x="414" y="67"/>
                  </a:lnTo>
                  <a:lnTo>
                    <a:pt x="414" y="67"/>
                  </a:lnTo>
                  <a:lnTo>
                    <a:pt x="414" y="67"/>
                  </a:lnTo>
                  <a:lnTo>
                    <a:pt x="414" y="67"/>
                  </a:lnTo>
                  <a:lnTo>
                    <a:pt x="416" y="65"/>
                  </a:lnTo>
                  <a:lnTo>
                    <a:pt x="416" y="65"/>
                  </a:lnTo>
                  <a:lnTo>
                    <a:pt x="416" y="65"/>
                  </a:lnTo>
                  <a:lnTo>
                    <a:pt x="420" y="65"/>
                  </a:lnTo>
                  <a:lnTo>
                    <a:pt x="421" y="65"/>
                  </a:lnTo>
                  <a:lnTo>
                    <a:pt x="421" y="65"/>
                  </a:lnTo>
                  <a:lnTo>
                    <a:pt x="421" y="65"/>
                  </a:lnTo>
                  <a:lnTo>
                    <a:pt x="421" y="65"/>
                  </a:lnTo>
                  <a:lnTo>
                    <a:pt x="425" y="63"/>
                  </a:lnTo>
                  <a:lnTo>
                    <a:pt x="425" y="63"/>
                  </a:lnTo>
                  <a:lnTo>
                    <a:pt x="425" y="63"/>
                  </a:lnTo>
                  <a:lnTo>
                    <a:pt x="425" y="61"/>
                  </a:lnTo>
                  <a:lnTo>
                    <a:pt x="425" y="61"/>
                  </a:lnTo>
                  <a:lnTo>
                    <a:pt x="425" y="61"/>
                  </a:lnTo>
                  <a:lnTo>
                    <a:pt x="425" y="59"/>
                  </a:lnTo>
                  <a:lnTo>
                    <a:pt x="425" y="59"/>
                  </a:lnTo>
                  <a:lnTo>
                    <a:pt x="425" y="59"/>
                  </a:lnTo>
                  <a:lnTo>
                    <a:pt x="425" y="57"/>
                  </a:lnTo>
                  <a:lnTo>
                    <a:pt x="425" y="57"/>
                  </a:lnTo>
                  <a:lnTo>
                    <a:pt x="425" y="57"/>
                  </a:lnTo>
                  <a:lnTo>
                    <a:pt x="425" y="55"/>
                  </a:lnTo>
                  <a:lnTo>
                    <a:pt x="425" y="55"/>
                  </a:lnTo>
                  <a:lnTo>
                    <a:pt x="425" y="55"/>
                  </a:lnTo>
                  <a:lnTo>
                    <a:pt x="425" y="55"/>
                  </a:lnTo>
                  <a:lnTo>
                    <a:pt x="425" y="55"/>
                  </a:lnTo>
                  <a:lnTo>
                    <a:pt x="423" y="53"/>
                  </a:lnTo>
                  <a:lnTo>
                    <a:pt x="421" y="53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49"/>
                  </a:lnTo>
                  <a:lnTo>
                    <a:pt x="421" y="49"/>
                  </a:lnTo>
                  <a:lnTo>
                    <a:pt x="427" y="45"/>
                  </a:lnTo>
                  <a:lnTo>
                    <a:pt x="429" y="45"/>
                  </a:lnTo>
                  <a:lnTo>
                    <a:pt x="437" y="41"/>
                  </a:lnTo>
                  <a:lnTo>
                    <a:pt x="437" y="41"/>
                  </a:lnTo>
                  <a:lnTo>
                    <a:pt x="437" y="39"/>
                  </a:lnTo>
                  <a:lnTo>
                    <a:pt x="437" y="39"/>
                  </a:lnTo>
                  <a:lnTo>
                    <a:pt x="437" y="39"/>
                  </a:lnTo>
                  <a:lnTo>
                    <a:pt x="437" y="39"/>
                  </a:lnTo>
                  <a:lnTo>
                    <a:pt x="437" y="39"/>
                  </a:lnTo>
                  <a:lnTo>
                    <a:pt x="437" y="37"/>
                  </a:lnTo>
                  <a:lnTo>
                    <a:pt x="439" y="37"/>
                  </a:lnTo>
                  <a:lnTo>
                    <a:pt x="439" y="37"/>
                  </a:lnTo>
                  <a:lnTo>
                    <a:pt x="441" y="37"/>
                  </a:lnTo>
                  <a:lnTo>
                    <a:pt x="443" y="35"/>
                  </a:lnTo>
                  <a:lnTo>
                    <a:pt x="443" y="35"/>
                  </a:lnTo>
                  <a:lnTo>
                    <a:pt x="445" y="35"/>
                  </a:lnTo>
                  <a:lnTo>
                    <a:pt x="445" y="35"/>
                  </a:lnTo>
                  <a:lnTo>
                    <a:pt x="447" y="35"/>
                  </a:lnTo>
                  <a:lnTo>
                    <a:pt x="449" y="33"/>
                  </a:lnTo>
                  <a:lnTo>
                    <a:pt x="451" y="33"/>
                  </a:lnTo>
                  <a:lnTo>
                    <a:pt x="451" y="35"/>
                  </a:lnTo>
                  <a:lnTo>
                    <a:pt x="453" y="35"/>
                  </a:lnTo>
                  <a:lnTo>
                    <a:pt x="453" y="35"/>
                  </a:lnTo>
                  <a:lnTo>
                    <a:pt x="453" y="35"/>
                  </a:lnTo>
                  <a:lnTo>
                    <a:pt x="453" y="35"/>
                  </a:lnTo>
                  <a:lnTo>
                    <a:pt x="455" y="33"/>
                  </a:lnTo>
                  <a:lnTo>
                    <a:pt x="455" y="33"/>
                  </a:lnTo>
                  <a:lnTo>
                    <a:pt x="455" y="33"/>
                  </a:lnTo>
                  <a:lnTo>
                    <a:pt x="455" y="33"/>
                  </a:lnTo>
                  <a:lnTo>
                    <a:pt x="455" y="31"/>
                  </a:lnTo>
                  <a:lnTo>
                    <a:pt x="457" y="31"/>
                  </a:lnTo>
                  <a:lnTo>
                    <a:pt x="457" y="33"/>
                  </a:lnTo>
                  <a:lnTo>
                    <a:pt x="461" y="33"/>
                  </a:lnTo>
                  <a:lnTo>
                    <a:pt x="461" y="33"/>
                  </a:lnTo>
                  <a:lnTo>
                    <a:pt x="461" y="33"/>
                  </a:lnTo>
                  <a:lnTo>
                    <a:pt x="463" y="33"/>
                  </a:lnTo>
                  <a:lnTo>
                    <a:pt x="463" y="33"/>
                  </a:lnTo>
                  <a:lnTo>
                    <a:pt x="465" y="33"/>
                  </a:lnTo>
                  <a:lnTo>
                    <a:pt x="465" y="31"/>
                  </a:lnTo>
                  <a:lnTo>
                    <a:pt x="465" y="31"/>
                  </a:lnTo>
                  <a:lnTo>
                    <a:pt x="467" y="31"/>
                  </a:lnTo>
                  <a:lnTo>
                    <a:pt x="467" y="31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71" y="31"/>
                  </a:lnTo>
                  <a:lnTo>
                    <a:pt x="482" y="25"/>
                  </a:lnTo>
                  <a:lnTo>
                    <a:pt x="482" y="25"/>
                  </a:lnTo>
                  <a:lnTo>
                    <a:pt x="482" y="25"/>
                  </a:lnTo>
                  <a:lnTo>
                    <a:pt x="484" y="23"/>
                  </a:lnTo>
                  <a:lnTo>
                    <a:pt x="490" y="21"/>
                  </a:lnTo>
                  <a:lnTo>
                    <a:pt x="492" y="21"/>
                  </a:lnTo>
                  <a:lnTo>
                    <a:pt x="496" y="23"/>
                  </a:lnTo>
                  <a:lnTo>
                    <a:pt x="498" y="23"/>
                  </a:lnTo>
                  <a:lnTo>
                    <a:pt x="500" y="21"/>
                  </a:lnTo>
                  <a:lnTo>
                    <a:pt x="502" y="23"/>
                  </a:lnTo>
                  <a:lnTo>
                    <a:pt x="502" y="23"/>
                  </a:lnTo>
                  <a:lnTo>
                    <a:pt x="504" y="23"/>
                  </a:lnTo>
                  <a:lnTo>
                    <a:pt x="504" y="23"/>
                  </a:lnTo>
                  <a:lnTo>
                    <a:pt x="506" y="23"/>
                  </a:lnTo>
                  <a:lnTo>
                    <a:pt x="508" y="25"/>
                  </a:lnTo>
                  <a:lnTo>
                    <a:pt x="510" y="25"/>
                  </a:lnTo>
                  <a:lnTo>
                    <a:pt x="510" y="25"/>
                  </a:lnTo>
                  <a:lnTo>
                    <a:pt x="510" y="23"/>
                  </a:lnTo>
                  <a:lnTo>
                    <a:pt x="512" y="21"/>
                  </a:lnTo>
                  <a:lnTo>
                    <a:pt x="512" y="21"/>
                  </a:lnTo>
                  <a:lnTo>
                    <a:pt x="512" y="21"/>
                  </a:lnTo>
                  <a:lnTo>
                    <a:pt x="514" y="21"/>
                  </a:lnTo>
                  <a:lnTo>
                    <a:pt x="518" y="21"/>
                  </a:lnTo>
                  <a:lnTo>
                    <a:pt x="518" y="21"/>
                  </a:lnTo>
                  <a:lnTo>
                    <a:pt x="520" y="21"/>
                  </a:lnTo>
                  <a:lnTo>
                    <a:pt x="520" y="19"/>
                  </a:lnTo>
                  <a:lnTo>
                    <a:pt x="522" y="19"/>
                  </a:lnTo>
                  <a:lnTo>
                    <a:pt x="522" y="19"/>
                  </a:lnTo>
                  <a:lnTo>
                    <a:pt x="522" y="19"/>
                  </a:lnTo>
                  <a:lnTo>
                    <a:pt x="522" y="19"/>
                  </a:lnTo>
                  <a:lnTo>
                    <a:pt x="522" y="17"/>
                  </a:lnTo>
                  <a:lnTo>
                    <a:pt x="522" y="17"/>
                  </a:lnTo>
                  <a:lnTo>
                    <a:pt x="522" y="17"/>
                  </a:lnTo>
                  <a:lnTo>
                    <a:pt x="523" y="17"/>
                  </a:lnTo>
                  <a:lnTo>
                    <a:pt x="523" y="17"/>
                  </a:lnTo>
                  <a:lnTo>
                    <a:pt x="523" y="17"/>
                  </a:lnTo>
                  <a:lnTo>
                    <a:pt x="525" y="17"/>
                  </a:lnTo>
                  <a:lnTo>
                    <a:pt x="525" y="19"/>
                  </a:lnTo>
                  <a:lnTo>
                    <a:pt x="529" y="19"/>
                  </a:lnTo>
                  <a:lnTo>
                    <a:pt x="529" y="17"/>
                  </a:lnTo>
                  <a:lnTo>
                    <a:pt x="529" y="17"/>
                  </a:lnTo>
                  <a:lnTo>
                    <a:pt x="529" y="17"/>
                  </a:lnTo>
                  <a:lnTo>
                    <a:pt x="529" y="16"/>
                  </a:lnTo>
                  <a:lnTo>
                    <a:pt x="529" y="16"/>
                  </a:lnTo>
                  <a:lnTo>
                    <a:pt x="529" y="16"/>
                  </a:lnTo>
                  <a:lnTo>
                    <a:pt x="529" y="16"/>
                  </a:lnTo>
                  <a:lnTo>
                    <a:pt x="529" y="16"/>
                  </a:lnTo>
                  <a:lnTo>
                    <a:pt x="531" y="14"/>
                  </a:lnTo>
                  <a:lnTo>
                    <a:pt x="535" y="14"/>
                  </a:lnTo>
                  <a:lnTo>
                    <a:pt x="537" y="16"/>
                  </a:lnTo>
                  <a:lnTo>
                    <a:pt x="537" y="16"/>
                  </a:lnTo>
                  <a:lnTo>
                    <a:pt x="537" y="16"/>
                  </a:lnTo>
                  <a:lnTo>
                    <a:pt x="537" y="16"/>
                  </a:lnTo>
                  <a:lnTo>
                    <a:pt x="539" y="16"/>
                  </a:lnTo>
                  <a:lnTo>
                    <a:pt x="543" y="14"/>
                  </a:lnTo>
                  <a:lnTo>
                    <a:pt x="543" y="12"/>
                  </a:lnTo>
                  <a:lnTo>
                    <a:pt x="543" y="12"/>
                  </a:lnTo>
                  <a:lnTo>
                    <a:pt x="543" y="12"/>
                  </a:lnTo>
                  <a:lnTo>
                    <a:pt x="543" y="12"/>
                  </a:lnTo>
                  <a:lnTo>
                    <a:pt x="543" y="10"/>
                  </a:lnTo>
                  <a:lnTo>
                    <a:pt x="543" y="10"/>
                  </a:lnTo>
                  <a:lnTo>
                    <a:pt x="543" y="10"/>
                  </a:lnTo>
                  <a:lnTo>
                    <a:pt x="545" y="10"/>
                  </a:lnTo>
                  <a:lnTo>
                    <a:pt x="549" y="10"/>
                  </a:lnTo>
                  <a:lnTo>
                    <a:pt x="551" y="8"/>
                  </a:lnTo>
                  <a:lnTo>
                    <a:pt x="551" y="8"/>
                  </a:lnTo>
                  <a:lnTo>
                    <a:pt x="551" y="8"/>
                  </a:lnTo>
                  <a:lnTo>
                    <a:pt x="551" y="8"/>
                  </a:lnTo>
                  <a:lnTo>
                    <a:pt x="551" y="8"/>
                  </a:lnTo>
                  <a:lnTo>
                    <a:pt x="551" y="6"/>
                  </a:lnTo>
                  <a:lnTo>
                    <a:pt x="553" y="6"/>
                  </a:lnTo>
                  <a:lnTo>
                    <a:pt x="553" y="6"/>
                  </a:lnTo>
                  <a:lnTo>
                    <a:pt x="555" y="4"/>
                  </a:lnTo>
                  <a:lnTo>
                    <a:pt x="555" y="4"/>
                  </a:lnTo>
                  <a:lnTo>
                    <a:pt x="555" y="4"/>
                  </a:lnTo>
                  <a:lnTo>
                    <a:pt x="555" y="4"/>
                  </a:lnTo>
                  <a:lnTo>
                    <a:pt x="555" y="2"/>
                  </a:lnTo>
                  <a:lnTo>
                    <a:pt x="555" y="2"/>
                  </a:lnTo>
                  <a:lnTo>
                    <a:pt x="557" y="2"/>
                  </a:lnTo>
                  <a:lnTo>
                    <a:pt x="561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5" y="0"/>
                  </a:lnTo>
                  <a:lnTo>
                    <a:pt x="567" y="0"/>
                  </a:lnTo>
                  <a:lnTo>
                    <a:pt x="56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0"/>
            <p:cNvSpPr>
              <a:spLocks noEditPoints="1"/>
            </p:cNvSpPr>
            <p:nvPr/>
          </p:nvSpPr>
          <p:spPr bwMode="auto">
            <a:xfrm>
              <a:off x="4727575" y="2038350"/>
              <a:ext cx="866775" cy="606425"/>
            </a:xfrm>
            <a:custGeom>
              <a:avLst/>
              <a:gdLst>
                <a:gd name="T0" fmla="*/ 262 w 1092"/>
                <a:gd name="T1" fmla="*/ 206 h 764"/>
                <a:gd name="T2" fmla="*/ 966 w 1092"/>
                <a:gd name="T3" fmla="*/ 4 h 764"/>
                <a:gd name="T4" fmla="*/ 1039 w 1092"/>
                <a:gd name="T5" fmla="*/ 8 h 764"/>
                <a:gd name="T6" fmla="*/ 1025 w 1092"/>
                <a:gd name="T7" fmla="*/ 71 h 764"/>
                <a:gd name="T8" fmla="*/ 994 w 1092"/>
                <a:gd name="T9" fmla="*/ 114 h 764"/>
                <a:gd name="T10" fmla="*/ 1039 w 1092"/>
                <a:gd name="T11" fmla="*/ 130 h 764"/>
                <a:gd name="T12" fmla="*/ 1061 w 1092"/>
                <a:gd name="T13" fmla="*/ 193 h 764"/>
                <a:gd name="T14" fmla="*/ 1059 w 1092"/>
                <a:gd name="T15" fmla="*/ 216 h 764"/>
                <a:gd name="T16" fmla="*/ 988 w 1092"/>
                <a:gd name="T17" fmla="*/ 216 h 764"/>
                <a:gd name="T18" fmla="*/ 894 w 1092"/>
                <a:gd name="T19" fmla="*/ 220 h 764"/>
                <a:gd name="T20" fmla="*/ 798 w 1092"/>
                <a:gd name="T21" fmla="*/ 220 h 764"/>
                <a:gd name="T22" fmla="*/ 772 w 1092"/>
                <a:gd name="T23" fmla="*/ 252 h 764"/>
                <a:gd name="T24" fmla="*/ 815 w 1092"/>
                <a:gd name="T25" fmla="*/ 375 h 764"/>
                <a:gd name="T26" fmla="*/ 753 w 1092"/>
                <a:gd name="T27" fmla="*/ 409 h 764"/>
                <a:gd name="T28" fmla="*/ 753 w 1092"/>
                <a:gd name="T29" fmla="*/ 428 h 764"/>
                <a:gd name="T30" fmla="*/ 710 w 1092"/>
                <a:gd name="T31" fmla="*/ 462 h 764"/>
                <a:gd name="T32" fmla="*/ 755 w 1092"/>
                <a:gd name="T33" fmla="*/ 446 h 764"/>
                <a:gd name="T34" fmla="*/ 827 w 1092"/>
                <a:gd name="T35" fmla="*/ 438 h 764"/>
                <a:gd name="T36" fmla="*/ 861 w 1092"/>
                <a:gd name="T37" fmla="*/ 472 h 764"/>
                <a:gd name="T38" fmla="*/ 870 w 1092"/>
                <a:gd name="T39" fmla="*/ 470 h 764"/>
                <a:gd name="T40" fmla="*/ 945 w 1092"/>
                <a:gd name="T41" fmla="*/ 511 h 764"/>
                <a:gd name="T42" fmla="*/ 872 w 1092"/>
                <a:gd name="T43" fmla="*/ 564 h 764"/>
                <a:gd name="T44" fmla="*/ 872 w 1092"/>
                <a:gd name="T45" fmla="*/ 583 h 764"/>
                <a:gd name="T46" fmla="*/ 833 w 1092"/>
                <a:gd name="T47" fmla="*/ 686 h 764"/>
                <a:gd name="T48" fmla="*/ 804 w 1092"/>
                <a:gd name="T49" fmla="*/ 688 h 764"/>
                <a:gd name="T50" fmla="*/ 772 w 1092"/>
                <a:gd name="T51" fmla="*/ 666 h 764"/>
                <a:gd name="T52" fmla="*/ 735 w 1092"/>
                <a:gd name="T53" fmla="*/ 701 h 764"/>
                <a:gd name="T54" fmla="*/ 698 w 1092"/>
                <a:gd name="T55" fmla="*/ 739 h 764"/>
                <a:gd name="T56" fmla="*/ 661 w 1092"/>
                <a:gd name="T57" fmla="*/ 762 h 764"/>
                <a:gd name="T58" fmla="*/ 623 w 1092"/>
                <a:gd name="T59" fmla="*/ 746 h 764"/>
                <a:gd name="T60" fmla="*/ 574 w 1092"/>
                <a:gd name="T61" fmla="*/ 735 h 764"/>
                <a:gd name="T62" fmla="*/ 578 w 1092"/>
                <a:gd name="T63" fmla="*/ 686 h 764"/>
                <a:gd name="T64" fmla="*/ 535 w 1092"/>
                <a:gd name="T65" fmla="*/ 670 h 764"/>
                <a:gd name="T66" fmla="*/ 484 w 1092"/>
                <a:gd name="T67" fmla="*/ 674 h 764"/>
                <a:gd name="T68" fmla="*/ 441 w 1092"/>
                <a:gd name="T69" fmla="*/ 678 h 764"/>
                <a:gd name="T70" fmla="*/ 388 w 1092"/>
                <a:gd name="T71" fmla="*/ 691 h 764"/>
                <a:gd name="T72" fmla="*/ 362 w 1092"/>
                <a:gd name="T73" fmla="*/ 703 h 764"/>
                <a:gd name="T74" fmla="*/ 319 w 1092"/>
                <a:gd name="T75" fmla="*/ 725 h 764"/>
                <a:gd name="T76" fmla="*/ 258 w 1092"/>
                <a:gd name="T77" fmla="*/ 750 h 764"/>
                <a:gd name="T78" fmla="*/ 129 w 1092"/>
                <a:gd name="T79" fmla="*/ 744 h 764"/>
                <a:gd name="T80" fmla="*/ 80 w 1092"/>
                <a:gd name="T81" fmla="*/ 699 h 764"/>
                <a:gd name="T82" fmla="*/ 62 w 1092"/>
                <a:gd name="T83" fmla="*/ 642 h 764"/>
                <a:gd name="T84" fmla="*/ 4 w 1092"/>
                <a:gd name="T85" fmla="*/ 609 h 764"/>
                <a:gd name="T86" fmla="*/ 29 w 1092"/>
                <a:gd name="T87" fmla="*/ 532 h 764"/>
                <a:gd name="T88" fmla="*/ 111 w 1092"/>
                <a:gd name="T89" fmla="*/ 452 h 764"/>
                <a:gd name="T90" fmla="*/ 96 w 1092"/>
                <a:gd name="T91" fmla="*/ 415 h 764"/>
                <a:gd name="T92" fmla="*/ 56 w 1092"/>
                <a:gd name="T93" fmla="*/ 373 h 764"/>
                <a:gd name="T94" fmla="*/ 170 w 1092"/>
                <a:gd name="T95" fmla="*/ 293 h 764"/>
                <a:gd name="T96" fmla="*/ 302 w 1092"/>
                <a:gd name="T97" fmla="*/ 289 h 764"/>
                <a:gd name="T98" fmla="*/ 323 w 1092"/>
                <a:gd name="T99" fmla="*/ 232 h 764"/>
                <a:gd name="T100" fmla="*/ 260 w 1092"/>
                <a:gd name="T101" fmla="*/ 167 h 764"/>
                <a:gd name="T102" fmla="*/ 360 w 1092"/>
                <a:gd name="T103" fmla="*/ 116 h 764"/>
                <a:gd name="T104" fmla="*/ 459 w 1092"/>
                <a:gd name="T105" fmla="*/ 67 h 764"/>
                <a:gd name="T106" fmla="*/ 574 w 1092"/>
                <a:gd name="T107" fmla="*/ 49 h 764"/>
                <a:gd name="T108" fmla="*/ 647 w 1092"/>
                <a:gd name="T109" fmla="*/ 49 h 764"/>
                <a:gd name="T110" fmla="*/ 696 w 1092"/>
                <a:gd name="T111" fmla="*/ 53 h 764"/>
                <a:gd name="T112" fmla="*/ 772 w 1092"/>
                <a:gd name="T113" fmla="*/ 40 h 764"/>
                <a:gd name="T114" fmla="*/ 808 w 1092"/>
                <a:gd name="T115" fmla="*/ 44 h 764"/>
                <a:gd name="T116" fmla="*/ 839 w 1092"/>
                <a:gd name="T117" fmla="*/ 59 h 764"/>
                <a:gd name="T118" fmla="*/ 902 w 1092"/>
                <a:gd name="T119" fmla="*/ 106 h 764"/>
                <a:gd name="T120" fmla="*/ 923 w 1092"/>
                <a:gd name="T121" fmla="*/ 89 h 764"/>
                <a:gd name="T122" fmla="*/ 866 w 1092"/>
                <a:gd name="T123" fmla="*/ 53 h 764"/>
                <a:gd name="T124" fmla="*/ 912 w 1092"/>
                <a:gd name="T125" fmla="*/ 42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92" h="764">
                  <a:moveTo>
                    <a:pt x="239" y="205"/>
                  </a:moveTo>
                  <a:lnTo>
                    <a:pt x="241" y="206"/>
                  </a:lnTo>
                  <a:lnTo>
                    <a:pt x="241" y="206"/>
                  </a:lnTo>
                  <a:lnTo>
                    <a:pt x="243" y="208"/>
                  </a:lnTo>
                  <a:lnTo>
                    <a:pt x="243" y="208"/>
                  </a:lnTo>
                  <a:lnTo>
                    <a:pt x="243" y="210"/>
                  </a:lnTo>
                  <a:lnTo>
                    <a:pt x="243" y="210"/>
                  </a:lnTo>
                  <a:lnTo>
                    <a:pt x="243" y="210"/>
                  </a:lnTo>
                  <a:lnTo>
                    <a:pt x="243" y="212"/>
                  </a:lnTo>
                  <a:lnTo>
                    <a:pt x="245" y="212"/>
                  </a:lnTo>
                  <a:lnTo>
                    <a:pt x="245" y="214"/>
                  </a:lnTo>
                  <a:lnTo>
                    <a:pt x="241" y="214"/>
                  </a:lnTo>
                  <a:lnTo>
                    <a:pt x="241" y="216"/>
                  </a:lnTo>
                  <a:lnTo>
                    <a:pt x="241" y="216"/>
                  </a:lnTo>
                  <a:lnTo>
                    <a:pt x="241" y="216"/>
                  </a:lnTo>
                  <a:lnTo>
                    <a:pt x="243" y="218"/>
                  </a:lnTo>
                  <a:lnTo>
                    <a:pt x="243" y="220"/>
                  </a:lnTo>
                  <a:lnTo>
                    <a:pt x="245" y="220"/>
                  </a:lnTo>
                  <a:lnTo>
                    <a:pt x="245" y="222"/>
                  </a:lnTo>
                  <a:lnTo>
                    <a:pt x="247" y="224"/>
                  </a:lnTo>
                  <a:lnTo>
                    <a:pt x="249" y="226"/>
                  </a:lnTo>
                  <a:lnTo>
                    <a:pt x="249" y="228"/>
                  </a:lnTo>
                  <a:lnTo>
                    <a:pt x="249" y="232"/>
                  </a:lnTo>
                  <a:lnTo>
                    <a:pt x="249" y="234"/>
                  </a:lnTo>
                  <a:lnTo>
                    <a:pt x="249" y="234"/>
                  </a:lnTo>
                  <a:lnTo>
                    <a:pt x="245" y="236"/>
                  </a:lnTo>
                  <a:lnTo>
                    <a:pt x="241" y="240"/>
                  </a:lnTo>
                  <a:lnTo>
                    <a:pt x="227" y="242"/>
                  </a:lnTo>
                  <a:lnTo>
                    <a:pt x="213" y="244"/>
                  </a:lnTo>
                  <a:lnTo>
                    <a:pt x="211" y="244"/>
                  </a:lnTo>
                  <a:lnTo>
                    <a:pt x="207" y="242"/>
                  </a:lnTo>
                  <a:lnTo>
                    <a:pt x="206" y="240"/>
                  </a:lnTo>
                  <a:lnTo>
                    <a:pt x="202" y="242"/>
                  </a:lnTo>
                  <a:lnTo>
                    <a:pt x="198" y="240"/>
                  </a:lnTo>
                  <a:lnTo>
                    <a:pt x="196" y="242"/>
                  </a:lnTo>
                  <a:lnTo>
                    <a:pt x="194" y="240"/>
                  </a:lnTo>
                  <a:lnTo>
                    <a:pt x="192" y="238"/>
                  </a:lnTo>
                  <a:lnTo>
                    <a:pt x="192" y="236"/>
                  </a:lnTo>
                  <a:lnTo>
                    <a:pt x="192" y="226"/>
                  </a:lnTo>
                  <a:lnTo>
                    <a:pt x="196" y="216"/>
                  </a:lnTo>
                  <a:lnTo>
                    <a:pt x="196" y="216"/>
                  </a:lnTo>
                  <a:lnTo>
                    <a:pt x="196" y="216"/>
                  </a:lnTo>
                  <a:lnTo>
                    <a:pt x="196" y="214"/>
                  </a:lnTo>
                  <a:lnTo>
                    <a:pt x="198" y="214"/>
                  </a:lnTo>
                  <a:lnTo>
                    <a:pt x="209" y="210"/>
                  </a:lnTo>
                  <a:lnTo>
                    <a:pt x="211" y="210"/>
                  </a:lnTo>
                  <a:lnTo>
                    <a:pt x="215" y="210"/>
                  </a:lnTo>
                  <a:lnTo>
                    <a:pt x="217" y="210"/>
                  </a:lnTo>
                  <a:lnTo>
                    <a:pt x="231" y="205"/>
                  </a:lnTo>
                  <a:lnTo>
                    <a:pt x="233" y="205"/>
                  </a:lnTo>
                  <a:lnTo>
                    <a:pt x="237" y="205"/>
                  </a:lnTo>
                  <a:lnTo>
                    <a:pt x="239" y="205"/>
                  </a:lnTo>
                  <a:close/>
                  <a:moveTo>
                    <a:pt x="268" y="195"/>
                  </a:moveTo>
                  <a:lnTo>
                    <a:pt x="268" y="197"/>
                  </a:lnTo>
                  <a:lnTo>
                    <a:pt x="268" y="197"/>
                  </a:lnTo>
                  <a:lnTo>
                    <a:pt x="268" y="199"/>
                  </a:lnTo>
                  <a:lnTo>
                    <a:pt x="268" y="203"/>
                  </a:lnTo>
                  <a:lnTo>
                    <a:pt x="268" y="206"/>
                  </a:lnTo>
                  <a:lnTo>
                    <a:pt x="266" y="206"/>
                  </a:lnTo>
                  <a:lnTo>
                    <a:pt x="266" y="205"/>
                  </a:lnTo>
                  <a:lnTo>
                    <a:pt x="264" y="205"/>
                  </a:lnTo>
                  <a:lnTo>
                    <a:pt x="262" y="206"/>
                  </a:lnTo>
                  <a:lnTo>
                    <a:pt x="262" y="206"/>
                  </a:lnTo>
                  <a:lnTo>
                    <a:pt x="262" y="205"/>
                  </a:lnTo>
                  <a:lnTo>
                    <a:pt x="262" y="201"/>
                  </a:lnTo>
                  <a:lnTo>
                    <a:pt x="264" y="199"/>
                  </a:lnTo>
                  <a:lnTo>
                    <a:pt x="268" y="195"/>
                  </a:lnTo>
                  <a:close/>
                  <a:moveTo>
                    <a:pt x="1067" y="175"/>
                  </a:moveTo>
                  <a:lnTo>
                    <a:pt x="1068" y="175"/>
                  </a:lnTo>
                  <a:lnTo>
                    <a:pt x="1068" y="177"/>
                  </a:lnTo>
                  <a:lnTo>
                    <a:pt x="1068" y="177"/>
                  </a:lnTo>
                  <a:lnTo>
                    <a:pt x="1068" y="181"/>
                  </a:lnTo>
                  <a:lnTo>
                    <a:pt x="1068" y="181"/>
                  </a:lnTo>
                  <a:lnTo>
                    <a:pt x="1067" y="181"/>
                  </a:lnTo>
                  <a:lnTo>
                    <a:pt x="1065" y="183"/>
                  </a:lnTo>
                  <a:lnTo>
                    <a:pt x="1065" y="183"/>
                  </a:lnTo>
                  <a:lnTo>
                    <a:pt x="1063" y="183"/>
                  </a:lnTo>
                  <a:lnTo>
                    <a:pt x="1063" y="183"/>
                  </a:lnTo>
                  <a:lnTo>
                    <a:pt x="1063" y="183"/>
                  </a:lnTo>
                  <a:lnTo>
                    <a:pt x="1063" y="183"/>
                  </a:lnTo>
                  <a:lnTo>
                    <a:pt x="1061" y="183"/>
                  </a:lnTo>
                  <a:lnTo>
                    <a:pt x="1061" y="181"/>
                  </a:lnTo>
                  <a:lnTo>
                    <a:pt x="1061" y="181"/>
                  </a:lnTo>
                  <a:lnTo>
                    <a:pt x="1061" y="181"/>
                  </a:lnTo>
                  <a:lnTo>
                    <a:pt x="1063" y="181"/>
                  </a:lnTo>
                  <a:lnTo>
                    <a:pt x="1067" y="175"/>
                  </a:lnTo>
                  <a:close/>
                  <a:moveTo>
                    <a:pt x="1068" y="155"/>
                  </a:moveTo>
                  <a:lnTo>
                    <a:pt x="1072" y="157"/>
                  </a:lnTo>
                  <a:lnTo>
                    <a:pt x="1070" y="161"/>
                  </a:lnTo>
                  <a:lnTo>
                    <a:pt x="1068" y="165"/>
                  </a:lnTo>
                  <a:lnTo>
                    <a:pt x="1067" y="169"/>
                  </a:lnTo>
                  <a:lnTo>
                    <a:pt x="1063" y="173"/>
                  </a:lnTo>
                  <a:lnTo>
                    <a:pt x="1063" y="175"/>
                  </a:lnTo>
                  <a:lnTo>
                    <a:pt x="1061" y="177"/>
                  </a:lnTo>
                  <a:lnTo>
                    <a:pt x="1059" y="173"/>
                  </a:lnTo>
                  <a:lnTo>
                    <a:pt x="1057" y="171"/>
                  </a:lnTo>
                  <a:lnTo>
                    <a:pt x="1057" y="167"/>
                  </a:lnTo>
                  <a:lnTo>
                    <a:pt x="1057" y="165"/>
                  </a:lnTo>
                  <a:lnTo>
                    <a:pt x="1057" y="163"/>
                  </a:lnTo>
                  <a:lnTo>
                    <a:pt x="1057" y="161"/>
                  </a:lnTo>
                  <a:lnTo>
                    <a:pt x="1059" y="159"/>
                  </a:lnTo>
                  <a:lnTo>
                    <a:pt x="1063" y="157"/>
                  </a:lnTo>
                  <a:lnTo>
                    <a:pt x="1068" y="155"/>
                  </a:lnTo>
                  <a:close/>
                  <a:moveTo>
                    <a:pt x="1090" y="6"/>
                  </a:moveTo>
                  <a:lnTo>
                    <a:pt x="1090" y="8"/>
                  </a:lnTo>
                  <a:lnTo>
                    <a:pt x="1092" y="10"/>
                  </a:lnTo>
                  <a:lnTo>
                    <a:pt x="1092" y="12"/>
                  </a:lnTo>
                  <a:lnTo>
                    <a:pt x="1092" y="12"/>
                  </a:lnTo>
                  <a:lnTo>
                    <a:pt x="1090" y="12"/>
                  </a:lnTo>
                  <a:lnTo>
                    <a:pt x="1090" y="12"/>
                  </a:lnTo>
                  <a:lnTo>
                    <a:pt x="1088" y="10"/>
                  </a:lnTo>
                  <a:lnTo>
                    <a:pt x="1088" y="8"/>
                  </a:lnTo>
                  <a:lnTo>
                    <a:pt x="1088" y="8"/>
                  </a:lnTo>
                  <a:lnTo>
                    <a:pt x="1088" y="6"/>
                  </a:lnTo>
                  <a:lnTo>
                    <a:pt x="1090" y="6"/>
                  </a:lnTo>
                  <a:close/>
                  <a:moveTo>
                    <a:pt x="947" y="0"/>
                  </a:moveTo>
                  <a:lnTo>
                    <a:pt x="949" y="0"/>
                  </a:lnTo>
                  <a:lnTo>
                    <a:pt x="949" y="2"/>
                  </a:lnTo>
                  <a:lnTo>
                    <a:pt x="949" y="4"/>
                  </a:lnTo>
                  <a:lnTo>
                    <a:pt x="951" y="6"/>
                  </a:lnTo>
                  <a:lnTo>
                    <a:pt x="953" y="6"/>
                  </a:lnTo>
                  <a:lnTo>
                    <a:pt x="957" y="6"/>
                  </a:lnTo>
                  <a:lnTo>
                    <a:pt x="963" y="4"/>
                  </a:lnTo>
                  <a:lnTo>
                    <a:pt x="963" y="4"/>
                  </a:lnTo>
                  <a:lnTo>
                    <a:pt x="965" y="2"/>
                  </a:lnTo>
                  <a:lnTo>
                    <a:pt x="966" y="4"/>
                  </a:lnTo>
                  <a:lnTo>
                    <a:pt x="966" y="6"/>
                  </a:lnTo>
                  <a:lnTo>
                    <a:pt x="966" y="8"/>
                  </a:lnTo>
                  <a:lnTo>
                    <a:pt x="970" y="10"/>
                  </a:lnTo>
                  <a:lnTo>
                    <a:pt x="974" y="10"/>
                  </a:lnTo>
                  <a:lnTo>
                    <a:pt x="986" y="10"/>
                  </a:lnTo>
                  <a:lnTo>
                    <a:pt x="990" y="10"/>
                  </a:lnTo>
                  <a:lnTo>
                    <a:pt x="994" y="10"/>
                  </a:lnTo>
                  <a:lnTo>
                    <a:pt x="994" y="8"/>
                  </a:lnTo>
                  <a:lnTo>
                    <a:pt x="994" y="8"/>
                  </a:lnTo>
                  <a:lnTo>
                    <a:pt x="996" y="8"/>
                  </a:lnTo>
                  <a:lnTo>
                    <a:pt x="998" y="8"/>
                  </a:lnTo>
                  <a:lnTo>
                    <a:pt x="1000" y="8"/>
                  </a:lnTo>
                  <a:lnTo>
                    <a:pt x="1002" y="8"/>
                  </a:lnTo>
                  <a:lnTo>
                    <a:pt x="1002" y="8"/>
                  </a:lnTo>
                  <a:lnTo>
                    <a:pt x="1004" y="10"/>
                  </a:lnTo>
                  <a:lnTo>
                    <a:pt x="1006" y="10"/>
                  </a:lnTo>
                  <a:lnTo>
                    <a:pt x="1008" y="10"/>
                  </a:lnTo>
                  <a:lnTo>
                    <a:pt x="1012" y="12"/>
                  </a:lnTo>
                  <a:lnTo>
                    <a:pt x="1014" y="12"/>
                  </a:lnTo>
                  <a:lnTo>
                    <a:pt x="1016" y="10"/>
                  </a:lnTo>
                  <a:lnTo>
                    <a:pt x="1019" y="10"/>
                  </a:lnTo>
                  <a:lnTo>
                    <a:pt x="1019" y="10"/>
                  </a:lnTo>
                  <a:lnTo>
                    <a:pt x="1019" y="12"/>
                  </a:lnTo>
                  <a:lnTo>
                    <a:pt x="1019" y="14"/>
                  </a:lnTo>
                  <a:lnTo>
                    <a:pt x="1019" y="14"/>
                  </a:lnTo>
                  <a:lnTo>
                    <a:pt x="1019" y="16"/>
                  </a:lnTo>
                  <a:lnTo>
                    <a:pt x="1019" y="16"/>
                  </a:lnTo>
                  <a:lnTo>
                    <a:pt x="1021" y="18"/>
                  </a:lnTo>
                  <a:lnTo>
                    <a:pt x="1019" y="20"/>
                  </a:lnTo>
                  <a:lnTo>
                    <a:pt x="1017" y="20"/>
                  </a:lnTo>
                  <a:lnTo>
                    <a:pt x="1019" y="22"/>
                  </a:lnTo>
                  <a:lnTo>
                    <a:pt x="1019" y="22"/>
                  </a:lnTo>
                  <a:lnTo>
                    <a:pt x="1023" y="18"/>
                  </a:lnTo>
                  <a:lnTo>
                    <a:pt x="1021" y="16"/>
                  </a:lnTo>
                  <a:lnTo>
                    <a:pt x="1021" y="16"/>
                  </a:lnTo>
                  <a:lnTo>
                    <a:pt x="1021" y="14"/>
                  </a:lnTo>
                  <a:lnTo>
                    <a:pt x="1021" y="12"/>
                  </a:lnTo>
                  <a:lnTo>
                    <a:pt x="1023" y="10"/>
                  </a:lnTo>
                  <a:lnTo>
                    <a:pt x="1023" y="8"/>
                  </a:lnTo>
                  <a:lnTo>
                    <a:pt x="1025" y="8"/>
                  </a:lnTo>
                  <a:lnTo>
                    <a:pt x="1027" y="8"/>
                  </a:lnTo>
                  <a:lnTo>
                    <a:pt x="1029" y="8"/>
                  </a:lnTo>
                  <a:lnTo>
                    <a:pt x="1031" y="8"/>
                  </a:lnTo>
                  <a:lnTo>
                    <a:pt x="1033" y="10"/>
                  </a:lnTo>
                  <a:lnTo>
                    <a:pt x="1035" y="10"/>
                  </a:lnTo>
                  <a:lnTo>
                    <a:pt x="1035" y="12"/>
                  </a:lnTo>
                  <a:lnTo>
                    <a:pt x="1035" y="12"/>
                  </a:lnTo>
                  <a:lnTo>
                    <a:pt x="1033" y="14"/>
                  </a:lnTo>
                  <a:lnTo>
                    <a:pt x="1033" y="14"/>
                  </a:lnTo>
                  <a:lnTo>
                    <a:pt x="1033" y="16"/>
                  </a:lnTo>
                  <a:lnTo>
                    <a:pt x="1031" y="16"/>
                  </a:lnTo>
                  <a:lnTo>
                    <a:pt x="1029" y="16"/>
                  </a:lnTo>
                  <a:lnTo>
                    <a:pt x="1035" y="16"/>
                  </a:lnTo>
                  <a:lnTo>
                    <a:pt x="1039" y="14"/>
                  </a:lnTo>
                  <a:lnTo>
                    <a:pt x="1039" y="14"/>
                  </a:lnTo>
                  <a:lnTo>
                    <a:pt x="1037" y="12"/>
                  </a:lnTo>
                  <a:lnTo>
                    <a:pt x="1039" y="10"/>
                  </a:lnTo>
                  <a:lnTo>
                    <a:pt x="1043" y="10"/>
                  </a:lnTo>
                  <a:lnTo>
                    <a:pt x="1043" y="10"/>
                  </a:lnTo>
                  <a:lnTo>
                    <a:pt x="1043" y="8"/>
                  </a:lnTo>
                  <a:lnTo>
                    <a:pt x="1043" y="8"/>
                  </a:lnTo>
                  <a:lnTo>
                    <a:pt x="1041" y="8"/>
                  </a:lnTo>
                  <a:lnTo>
                    <a:pt x="1039" y="8"/>
                  </a:lnTo>
                  <a:lnTo>
                    <a:pt x="1039" y="8"/>
                  </a:lnTo>
                  <a:lnTo>
                    <a:pt x="1037" y="8"/>
                  </a:lnTo>
                  <a:lnTo>
                    <a:pt x="1039" y="8"/>
                  </a:lnTo>
                  <a:lnTo>
                    <a:pt x="1041" y="6"/>
                  </a:lnTo>
                  <a:lnTo>
                    <a:pt x="1043" y="6"/>
                  </a:lnTo>
                  <a:lnTo>
                    <a:pt x="1045" y="4"/>
                  </a:lnTo>
                  <a:lnTo>
                    <a:pt x="1051" y="4"/>
                  </a:lnTo>
                  <a:lnTo>
                    <a:pt x="1051" y="4"/>
                  </a:lnTo>
                  <a:lnTo>
                    <a:pt x="1051" y="4"/>
                  </a:lnTo>
                  <a:lnTo>
                    <a:pt x="1051" y="4"/>
                  </a:lnTo>
                  <a:lnTo>
                    <a:pt x="1051" y="4"/>
                  </a:lnTo>
                  <a:lnTo>
                    <a:pt x="1053" y="6"/>
                  </a:lnTo>
                  <a:lnTo>
                    <a:pt x="1055" y="6"/>
                  </a:lnTo>
                  <a:lnTo>
                    <a:pt x="1057" y="6"/>
                  </a:lnTo>
                  <a:lnTo>
                    <a:pt x="1057" y="8"/>
                  </a:lnTo>
                  <a:lnTo>
                    <a:pt x="1057" y="10"/>
                  </a:lnTo>
                  <a:lnTo>
                    <a:pt x="1057" y="10"/>
                  </a:lnTo>
                  <a:lnTo>
                    <a:pt x="1059" y="12"/>
                  </a:lnTo>
                  <a:lnTo>
                    <a:pt x="1057" y="14"/>
                  </a:lnTo>
                  <a:lnTo>
                    <a:pt x="1055" y="16"/>
                  </a:lnTo>
                  <a:lnTo>
                    <a:pt x="1053" y="16"/>
                  </a:lnTo>
                  <a:lnTo>
                    <a:pt x="1051" y="14"/>
                  </a:lnTo>
                  <a:lnTo>
                    <a:pt x="1049" y="18"/>
                  </a:lnTo>
                  <a:lnTo>
                    <a:pt x="1049" y="20"/>
                  </a:lnTo>
                  <a:lnTo>
                    <a:pt x="1047" y="24"/>
                  </a:lnTo>
                  <a:lnTo>
                    <a:pt x="1047" y="30"/>
                  </a:lnTo>
                  <a:lnTo>
                    <a:pt x="1045" y="34"/>
                  </a:lnTo>
                  <a:lnTo>
                    <a:pt x="1045" y="36"/>
                  </a:lnTo>
                  <a:lnTo>
                    <a:pt x="1045" y="38"/>
                  </a:lnTo>
                  <a:lnTo>
                    <a:pt x="1045" y="42"/>
                  </a:lnTo>
                  <a:lnTo>
                    <a:pt x="1043" y="45"/>
                  </a:lnTo>
                  <a:lnTo>
                    <a:pt x="1043" y="47"/>
                  </a:lnTo>
                  <a:lnTo>
                    <a:pt x="1045" y="45"/>
                  </a:lnTo>
                  <a:lnTo>
                    <a:pt x="1045" y="45"/>
                  </a:lnTo>
                  <a:lnTo>
                    <a:pt x="1045" y="44"/>
                  </a:lnTo>
                  <a:lnTo>
                    <a:pt x="1047" y="45"/>
                  </a:lnTo>
                  <a:lnTo>
                    <a:pt x="1049" y="45"/>
                  </a:lnTo>
                  <a:lnTo>
                    <a:pt x="1051" y="51"/>
                  </a:lnTo>
                  <a:lnTo>
                    <a:pt x="1053" y="53"/>
                  </a:lnTo>
                  <a:lnTo>
                    <a:pt x="1055" y="53"/>
                  </a:lnTo>
                  <a:lnTo>
                    <a:pt x="1055" y="55"/>
                  </a:lnTo>
                  <a:lnTo>
                    <a:pt x="1055" y="55"/>
                  </a:lnTo>
                  <a:lnTo>
                    <a:pt x="1055" y="55"/>
                  </a:lnTo>
                  <a:lnTo>
                    <a:pt x="1057" y="55"/>
                  </a:lnTo>
                  <a:lnTo>
                    <a:pt x="1057" y="55"/>
                  </a:lnTo>
                  <a:lnTo>
                    <a:pt x="1057" y="55"/>
                  </a:lnTo>
                  <a:lnTo>
                    <a:pt x="1059" y="55"/>
                  </a:lnTo>
                  <a:lnTo>
                    <a:pt x="1059" y="57"/>
                  </a:lnTo>
                  <a:lnTo>
                    <a:pt x="1061" y="59"/>
                  </a:lnTo>
                  <a:lnTo>
                    <a:pt x="1061" y="63"/>
                  </a:lnTo>
                  <a:lnTo>
                    <a:pt x="1059" y="65"/>
                  </a:lnTo>
                  <a:lnTo>
                    <a:pt x="1051" y="69"/>
                  </a:lnTo>
                  <a:lnTo>
                    <a:pt x="1051" y="69"/>
                  </a:lnTo>
                  <a:lnTo>
                    <a:pt x="1049" y="67"/>
                  </a:lnTo>
                  <a:lnTo>
                    <a:pt x="1041" y="69"/>
                  </a:lnTo>
                  <a:lnTo>
                    <a:pt x="1039" y="71"/>
                  </a:lnTo>
                  <a:lnTo>
                    <a:pt x="1037" y="71"/>
                  </a:lnTo>
                  <a:lnTo>
                    <a:pt x="1033" y="69"/>
                  </a:lnTo>
                  <a:lnTo>
                    <a:pt x="1031" y="69"/>
                  </a:lnTo>
                  <a:lnTo>
                    <a:pt x="1025" y="69"/>
                  </a:lnTo>
                  <a:lnTo>
                    <a:pt x="1021" y="69"/>
                  </a:lnTo>
                  <a:lnTo>
                    <a:pt x="1021" y="71"/>
                  </a:lnTo>
                  <a:lnTo>
                    <a:pt x="1025" y="71"/>
                  </a:lnTo>
                  <a:lnTo>
                    <a:pt x="1025" y="73"/>
                  </a:lnTo>
                  <a:lnTo>
                    <a:pt x="1027" y="73"/>
                  </a:lnTo>
                  <a:lnTo>
                    <a:pt x="1029" y="73"/>
                  </a:lnTo>
                  <a:lnTo>
                    <a:pt x="1031" y="73"/>
                  </a:lnTo>
                  <a:lnTo>
                    <a:pt x="1031" y="73"/>
                  </a:lnTo>
                  <a:lnTo>
                    <a:pt x="1031" y="73"/>
                  </a:lnTo>
                  <a:lnTo>
                    <a:pt x="1031" y="75"/>
                  </a:lnTo>
                  <a:lnTo>
                    <a:pt x="1031" y="75"/>
                  </a:lnTo>
                  <a:lnTo>
                    <a:pt x="1033" y="75"/>
                  </a:lnTo>
                  <a:lnTo>
                    <a:pt x="1035" y="75"/>
                  </a:lnTo>
                  <a:lnTo>
                    <a:pt x="1037" y="77"/>
                  </a:lnTo>
                  <a:lnTo>
                    <a:pt x="1039" y="77"/>
                  </a:lnTo>
                  <a:lnTo>
                    <a:pt x="1041" y="75"/>
                  </a:lnTo>
                  <a:lnTo>
                    <a:pt x="1043" y="75"/>
                  </a:lnTo>
                  <a:lnTo>
                    <a:pt x="1045" y="73"/>
                  </a:lnTo>
                  <a:lnTo>
                    <a:pt x="1047" y="73"/>
                  </a:lnTo>
                  <a:lnTo>
                    <a:pt x="1049" y="75"/>
                  </a:lnTo>
                  <a:lnTo>
                    <a:pt x="1049" y="75"/>
                  </a:lnTo>
                  <a:lnTo>
                    <a:pt x="1049" y="73"/>
                  </a:lnTo>
                  <a:lnTo>
                    <a:pt x="1053" y="75"/>
                  </a:lnTo>
                  <a:lnTo>
                    <a:pt x="1055" y="79"/>
                  </a:lnTo>
                  <a:lnTo>
                    <a:pt x="1055" y="81"/>
                  </a:lnTo>
                  <a:lnTo>
                    <a:pt x="1057" y="83"/>
                  </a:lnTo>
                  <a:lnTo>
                    <a:pt x="1053" y="85"/>
                  </a:lnTo>
                  <a:lnTo>
                    <a:pt x="1051" y="85"/>
                  </a:lnTo>
                  <a:lnTo>
                    <a:pt x="1047" y="85"/>
                  </a:lnTo>
                  <a:lnTo>
                    <a:pt x="1043" y="89"/>
                  </a:lnTo>
                  <a:lnTo>
                    <a:pt x="1039" y="95"/>
                  </a:lnTo>
                  <a:lnTo>
                    <a:pt x="1033" y="106"/>
                  </a:lnTo>
                  <a:lnTo>
                    <a:pt x="1027" y="108"/>
                  </a:lnTo>
                  <a:lnTo>
                    <a:pt x="1033" y="102"/>
                  </a:lnTo>
                  <a:lnTo>
                    <a:pt x="1035" y="98"/>
                  </a:lnTo>
                  <a:lnTo>
                    <a:pt x="1033" y="98"/>
                  </a:lnTo>
                  <a:lnTo>
                    <a:pt x="1029" y="100"/>
                  </a:lnTo>
                  <a:lnTo>
                    <a:pt x="1027" y="104"/>
                  </a:lnTo>
                  <a:lnTo>
                    <a:pt x="1025" y="102"/>
                  </a:lnTo>
                  <a:lnTo>
                    <a:pt x="1023" y="104"/>
                  </a:lnTo>
                  <a:lnTo>
                    <a:pt x="1021" y="104"/>
                  </a:lnTo>
                  <a:lnTo>
                    <a:pt x="1021" y="104"/>
                  </a:lnTo>
                  <a:lnTo>
                    <a:pt x="1021" y="104"/>
                  </a:lnTo>
                  <a:lnTo>
                    <a:pt x="1021" y="106"/>
                  </a:lnTo>
                  <a:lnTo>
                    <a:pt x="1021" y="108"/>
                  </a:lnTo>
                  <a:lnTo>
                    <a:pt x="1021" y="108"/>
                  </a:lnTo>
                  <a:lnTo>
                    <a:pt x="1019" y="108"/>
                  </a:lnTo>
                  <a:lnTo>
                    <a:pt x="1017" y="110"/>
                  </a:lnTo>
                  <a:lnTo>
                    <a:pt x="1016" y="108"/>
                  </a:lnTo>
                  <a:lnTo>
                    <a:pt x="1017" y="108"/>
                  </a:lnTo>
                  <a:lnTo>
                    <a:pt x="1017" y="106"/>
                  </a:lnTo>
                  <a:lnTo>
                    <a:pt x="1016" y="106"/>
                  </a:lnTo>
                  <a:lnTo>
                    <a:pt x="1014" y="106"/>
                  </a:lnTo>
                  <a:lnTo>
                    <a:pt x="1012" y="106"/>
                  </a:lnTo>
                  <a:lnTo>
                    <a:pt x="1012" y="104"/>
                  </a:lnTo>
                  <a:lnTo>
                    <a:pt x="1010" y="102"/>
                  </a:lnTo>
                  <a:lnTo>
                    <a:pt x="1010" y="102"/>
                  </a:lnTo>
                  <a:lnTo>
                    <a:pt x="1008" y="104"/>
                  </a:lnTo>
                  <a:lnTo>
                    <a:pt x="1008" y="104"/>
                  </a:lnTo>
                  <a:lnTo>
                    <a:pt x="1006" y="104"/>
                  </a:lnTo>
                  <a:lnTo>
                    <a:pt x="1006" y="104"/>
                  </a:lnTo>
                  <a:lnTo>
                    <a:pt x="1004" y="104"/>
                  </a:lnTo>
                  <a:lnTo>
                    <a:pt x="1002" y="106"/>
                  </a:lnTo>
                  <a:lnTo>
                    <a:pt x="996" y="110"/>
                  </a:lnTo>
                  <a:lnTo>
                    <a:pt x="994" y="112"/>
                  </a:lnTo>
                  <a:lnTo>
                    <a:pt x="994" y="114"/>
                  </a:lnTo>
                  <a:lnTo>
                    <a:pt x="992" y="114"/>
                  </a:lnTo>
                  <a:lnTo>
                    <a:pt x="990" y="114"/>
                  </a:lnTo>
                  <a:lnTo>
                    <a:pt x="994" y="116"/>
                  </a:lnTo>
                  <a:lnTo>
                    <a:pt x="996" y="114"/>
                  </a:lnTo>
                  <a:lnTo>
                    <a:pt x="998" y="112"/>
                  </a:lnTo>
                  <a:lnTo>
                    <a:pt x="998" y="112"/>
                  </a:lnTo>
                  <a:lnTo>
                    <a:pt x="998" y="114"/>
                  </a:lnTo>
                  <a:lnTo>
                    <a:pt x="1002" y="114"/>
                  </a:lnTo>
                  <a:lnTo>
                    <a:pt x="1002" y="114"/>
                  </a:lnTo>
                  <a:lnTo>
                    <a:pt x="1004" y="114"/>
                  </a:lnTo>
                  <a:lnTo>
                    <a:pt x="1008" y="112"/>
                  </a:lnTo>
                  <a:lnTo>
                    <a:pt x="1012" y="110"/>
                  </a:lnTo>
                  <a:lnTo>
                    <a:pt x="1014" y="112"/>
                  </a:lnTo>
                  <a:lnTo>
                    <a:pt x="1014" y="112"/>
                  </a:lnTo>
                  <a:lnTo>
                    <a:pt x="1016" y="114"/>
                  </a:lnTo>
                  <a:lnTo>
                    <a:pt x="1017" y="114"/>
                  </a:lnTo>
                  <a:lnTo>
                    <a:pt x="1019" y="116"/>
                  </a:lnTo>
                  <a:lnTo>
                    <a:pt x="1021" y="116"/>
                  </a:lnTo>
                  <a:lnTo>
                    <a:pt x="1017" y="118"/>
                  </a:lnTo>
                  <a:lnTo>
                    <a:pt x="1017" y="118"/>
                  </a:lnTo>
                  <a:lnTo>
                    <a:pt x="1017" y="118"/>
                  </a:lnTo>
                  <a:lnTo>
                    <a:pt x="1017" y="120"/>
                  </a:lnTo>
                  <a:lnTo>
                    <a:pt x="1019" y="120"/>
                  </a:lnTo>
                  <a:lnTo>
                    <a:pt x="1019" y="120"/>
                  </a:lnTo>
                  <a:lnTo>
                    <a:pt x="1021" y="120"/>
                  </a:lnTo>
                  <a:lnTo>
                    <a:pt x="1021" y="120"/>
                  </a:lnTo>
                  <a:lnTo>
                    <a:pt x="1025" y="118"/>
                  </a:lnTo>
                  <a:lnTo>
                    <a:pt x="1025" y="114"/>
                  </a:lnTo>
                  <a:lnTo>
                    <a:pt x="1025" y="110"/>
                  </a:lnTo>
                  <a:lnTo>
                    <a:pt x="1025" y="110"/>
                  </a:lnTo>
                  <a:lnTo>
                    <a:pt x="1027" y="116"/>
                  </a:lnTo>
                  <a:lnTo>
                    <a:pt x="1031" y="120"/>
                  </a:lnTo>
                  <a:lnTo>
                    <a:pt x="1033" y="124"/>
                  </a:lnTo>
                  <a:lnTo>
                    <a:pt x="1035" y="124"/>
                  </a:lnTo>
                  <a:lnTo>
                    <a:pt x="1037" y="126"/>
                  </a:lnTo>
                  <a:lnTo>
                    <a:pt x="1039" y="128"/>
                  </a:lnTo>
                  <a:lnTo>
                    <a:pt x="1037" y="130"/>
                  </a:lnTo>
                  <a:lnTo>
                    <a:pt x="1037" y="130"/>
                  </a:lnTo>
                  <a:lnTo>
                    <a:pt x="1035" y="130"/>
                  </a:lnTo>
                  <a:lnTo>
                    <a:pt x="1033" y="130"/>
                  </a:lnTo>
                  <a:lnTo>
                    <a:pt x="1031" y="130"/>
                  </a:lnTo>
                  <a:lnTo>
                    <a:pt x="1031" y="130"/>
                  </a:lnTo>
                  <a:lnTo>
                    <a:pt x="1031" y="132"/>
                  </a:lnTo>
                  <a:lnTo>
                    <a:pt x="1029" y="134"/>
                  </a:lnTo>
                  <a:lnTo>
                    <a:pt x="1027" y="136"/>
                  </a:lnTo>
                  <a:lnTo>
                    <a:pt x="1027" y="136"/>
                  </a:lnTo>
                  <a:lnTo>
                    <a:pt x="1027" y="138"/>
                  </a:lnTo>
                  <a:lnTo>
                    <a:pt x="1027" y="138"/>
                  </a:lnTo>
                  <a:lnTo>
                    <a:pt x="1023" y="138"/>
                  </a:lnTo>
                  <a:lnTo>
                    <a:pt x="1023" y="138"/>
                  </a:lnTo>
                  <a:lnTo>
                    <a:pt x="1023" y="140"/>
                  </a:lnTo>
                  <a:lnTo>
                    <a:pt x="1023" y="140"/>
                  </a:lnTo>
                  <a:lnTo>
                    <a:pt x="1023" y="140"/>
                  </a:lnTo>
                  <a:lnTo>
                    <a:pt x="1023" y="142"/>
                  </a:lnTo>
                  <a:lnTo>
                    <a:pt x="1023" y="142"/>
                  </a:lnTo>
                  <a:lnTo>
                    <a:pt x="1025" y="142"/>
                  </a:lnTo>
                  <a:lnTo>
                    <a:pt x="1025" y="142"/>
                  </a:lnTo>
                  <a:lnTo>
                    <a:pt x="1029" y="140"/>
                  </a:lnTo>
                  <a:lnTo>
                    <a:pt x="1031" y="136"/>
                  </a:lnTo>
                  <a:lnTo>
                    <a:pt x="1035" y="136"/>
                  </a:lnTo>
                  <a:lnTo>
                    <a:pt x="1035" y="132"/>
                  </a:lnTo>
                  <a:lnTo>
                    <a:pt x="1037" y="132"/>
                  </a:lnTo>
                  <a:lnTo>
                    <a:pt x="1039" y="130"/>
                  </a:lnTo>
                  <a:lnTo>
                    <a:pt x="1043" y="132"/>
                  </a:lnTo>
                  <a:lnTo>
                    <a:pt x="1045" y="134"/>
                  </a:lnTo>
                  <a:lnTo>
                    <a:pt x="1045" y="136"/>
                  </a:lnTo>
                  <a:lnTo>
                    <a:pt x="1043" y="136"/>
                  </a:lnTo>
                  <a:lnTo>
                    <a:pt x="1043" y="138"/>
                  </a:lnTo>
                  <a:lnTo>
                    <a:pt x="1043" y="138"/>
                  </a:lnTo>
                  <a:lnTo>
                    <a:pt x="1045" y="138"/>
                  </a:lnTo>
                  <a:lnTo>
                    <a:pt x="1045" y="138"/>
                  </a:lnTo>
                  <a:lnTo>
                    <a:pt x="1047" y="140"/>
                  </a:lnTo>
                  <a:lnTo>
                    <a:pt x="1047" y="140"/>
                  </a:lnTo>
                  <a:lnTo>
                    <a:pt x="1047" y="138"/>
                  </a:lnTo>
                  <a:lnTo>
                    <a:pt x="1047" y="138"/>
                  </a:lnTo>
                  <a:lnTo>
                    <a:pt x="1047" y="136"/>
                  </a:lnTo>
                  <a:lnTo>
                    <a:pt x="1051" y="136"/>
                  </a:lnTo>
                  <a:lnTo>
                    <a:pt x="1051" y="136"/>
                  </a:lnTo>
                  <a:lnTo>
                    <a:pt x="1053" y="138"/>
                  </a:lnTo>
                  <a:lnTo>
                    <a:pt x="1053" y="144"/>
                  </a:lnTo>
                  <a:lnTo>
                    <a:pt x="1053" y="146"/>
                  </a:lnTo>
                  <a:lnTo>
                    <a:pt x="1053" y="152"/>
                  </a:lnTo>
                  <a:lnTo>
                    <a:pt x="1051" y="157"/>
                  </a:lnTo>
                  <a:lnTo>
                    <a:pt x="1049" y="157"/>
                  </a:lnTo>
                  <a:lnTo>
                    <a:pt x="1047" y="157"/>
                  </a:lnTo>
                  <a:lnTo>
                    <a:pt x="1047" y="159"/>
                  </a:lnTo>
                  <a:lnTo>
                    <a:pt x="1047" y="161"/>
                  </a:lnTo>
                  <a:lnTo>
                    <a:pt x="1047" y="163"/>
                  </a:lnTo>
                  <a:lnTo>
                    <a:pt x="1047" y="163"/>
                  </a:lnTo>
                  <a:lnTo>
                    <a:pt x="1047" y="165"/>
                  </a:lnTo>
                  <a:lnTo>
                    <a:pt x="1047" y="167"/>
                  </a:lnTo>
                  <a:lnTo>
                    <a:pt x="1047" y="169"/>
                  </a:lnTo>
                  <a:lnTo>
                    <a:pt x="1045" y="171"/>
                  </a:lnTo>
                  <a:lnTo>
                    <a:pt x="1041" y="173"/>
                  </a:lnTo>
                  <a:lnTo>
                    <a:pt x="1039" y="175"/>
                  </a:lnTo>
                  <a:lnTo>
                    <a:pt x="1039" y="177"/>
                  </a:lnTo>
                  <a:lnTo>
                    <a:pt x="1041" y="179"/>
                  </a:lnTo>
                  <a:lnTo>
                    <a:pt x="1041" y="183"/>
                  </a:lnTo>
                  <a:lnTo>
                    <a:pt x="1039" y="185"/>
                  </a:lnTo>
                  <a:lnTo>
                    <a:pt x="1041" y="185"/>
                  </a:lnTo>
                  <a:lnTo>
                    <a:pt x="1043" y="183"/>
                  </a:lnTo>
                  <a:lnTo>
                    <a:pt x="1043" y="179"/>
                  </a:lnTo>
                  <a:lnTo>
                    <a:pt x="1043" y="177"/>
                  </a:lnTo>
                  <a:lnTo>
                    <a:pt x="1043" y="175"/>
                  </a:lnTo>
                  <a:lnTo>
                    <a:pt x="1045" y="175"/>
                  </a:lnTo>
                  <a:lnTo>
                    <a:pt x="1047" y="173"/>
                  </a:lnTo>
                  <a:lnTo>
                    <a:pt x="1049" y="173"/>
                  </a:lnTo>
                  <a:lnTo>
                    <a:pt x="1053" y="175"/>
                  </a:lnTo>
                  <a:lnTo>
                    <a:pt x="1053" y="177"/>
                  </a:lnTo>
                  <a:lnTo>
                    <a:pt x="1053" y="179"/>
                  </a:lnTo>
                  <a:lnTo>
                    <a:pt x="1053" y="181"/>
                  </a:lnTo>
                  <a:lnTo>
                    <a:pt x="1053" y="181"/>
                  </a:lnTo>
                  <a:lnTo>
                    <a:pt x="1053" y="183"/>
                  </a:lnTo>
                  <a:lnTo>
                    <a:pt x="1051" y="185"/>
                  </a:lnTo>
                  <a:lnTo>
                    <a:pt x="1049" y="187"/>
                  </a:lnTo>
                  <a:lnTo>
                    <a:pt x="1049" y="189"/>
                  </a:lnTo>
                  <a:lnTo>
                    <a:pt x="1051" y="191"/>
                  </a:lnTo>
                  <a:lnTo>
                    <a:pt x="1053" y="189"/>
                  </a:lnTo>
                  <a:lnTo>
                    <a:pt x="1053" y="185"/>
                  </a:lnTo>
                  <a:lnTo>
                    <a:pt x="1055" y="185"/>
                  </a:lnTo>
                  <a:lnTo>
                    <a:pt x="1057" y="185"/>
                  </a:lnTo>
                  <a:lnTo>
                    <a:pt x="1057" y="187"/>
                  </a:lnTo>
                  <a:lnTo>
                    <a:pt x="1057" y="191"/>
                  </a:lnTo>
                  <a:lnTo>
                    <a:pt x="1057" y="193"/>
                  </a:lnTo>
                  <a:lnTo>
                    <a:pt x="1059" y="195"/>
                  </a:lnTo>
                  <a:lnTo>
                    <a:pt x="1061" y="193"/>
                  </a:lnTo>
                  <a:lnTo>
                    <a:pt x="1061" y="191"/>
                  </a:lnTo>
                  <a:lnTo>
                    <a:pt x="1059" y="189"/>
                  </a:lnTo>
                  <a:lnTo>
                    <a:pt x="1059" y="187"/>
                  </a:lnTo>
                  <a:lnTo>
                    <a:pt x="1061" y="187"/>
                  </a:lnTo>
                  <a:lnTo>
                    <a:pt x="1063" y="185"/>
                  </a:lnTo>
                  <a:lnTo>
                    <a:pt x="1063" y="185"/>
                  </a:lnTo>
                  <a:lnTo>
                    <a:pt x="1065" y="183"/>
                  </a:lnTo>
                  <a:lnTo>
                    <a:pt x="1065" y="183"/>
                  </a:lnTo>
                  <a:lnTo>
                    <a:pt x="1067" y="183"/>
                  </a:lnTo>
                  <a:lnTo>
                    <a:pt x="1072" y="181"/>
                  </a:lnTo>
                  <a:lnTo>
                    <a:pt x="1072" y="181"/>
                  </a:lnTo>
                  <a:lnTo>
                    <a:pt x="1074" y="183"/>
                  </a:lnTo>
                  <a:lnTo>
                    <a:pt x="1076" y="183"/>
                  </a:lnTo>
                  <a:lnTo>
                    <a:pt x="1078" y="185"/>
                  </a:lnTo>
                  <a:lnTo>
                    <a:pt x="1088" y="185"/>
                  </a:lnTo>
                  <a:lnTo>
                    <a:pt x="1086" y="187"/>
                  </a:lnTo>
                  <a:lnTo>
                    <a:pt x="1084" y="189"/>
                  </a:lnTo>
                  <a:lnTo>
                    <a:pt x="1082" y="191"/>
                  </a:lnTo>
                  <a:lnTo>
                    <a:pt x="1082" y="193"/>
                  </a:lnTo>
                  <a:lnTo>
                    <a:pt x="1080" y="195"/>
                  </a:lnTo>
                  <a:lnTo>
                    <a:pt x="1080" y="197"/>
                  </a:lnTo>
                  <a:lnTo>
                    <a:pt x="1078" y="197"/>
                  </a:lnTo>
                  <a:lnTo>
                    <a:pt x="1076" y="197"/>
                  </a:lnTo>
                  <a:lnTo>
                    <a:pt x="1076" y="197"/>
                  </a:lnTo>
                  <a:lnTo>
                    <a:pt x="1074" y="199"/>
                  </a:lnTo>
                  <a:lnTo>
                    <a:pt x="1074" y="197"/>
                  </a:lnTo>
                  <a:lnTo>
                    <a:pt x="1072" y="195"/>
                  </a:lnTo>
                  <a:lnTo>
                    <a:pt x="1070" y="195"/>
                  </a:lnTo>
                  <a:lnTo>
                    <a:pt x="1070" y="195"/>
                  </a:lnTo>
                  <a:lnTo>
                    <a:pt x="1068" y="195"/>
                  </a:lnTo>
                  <a:lnTo>
                    <a:pt x="1068" y="195"/>
                  </a:lnTo>
                  <a:lnTo>
                    <a:pt x="1068" y="195"/>
                  </a:lnTo>
                  <a:lnTo>
                    <a:pt x="1067" y="195"/>
                  </a:lnTo>
                  <a:lnTo>
                    <a:pt x="1067" y="193"/>
                  </a:lnTo>
                  <a:lnTo>
                    <a:pt x="1065" y="195"/>
                  </a:lnTo>
                  <a:lnTo>
                    <a:pt x="1065" y="197"/>
                  </a:lnTo>
                  <a:lnTo>
                    <a:pt x="1065" y="199"/>
                  </a:lnTo>
                  <a:lnTo>
                    <a:pt x="1063" y="203"/>
                  </a:lnTo>
                  <a:lnTo>
                    <a:pt x="1065" y="203"/>
                  </a:lnTo>
                  <a:lnTo>
                    <a:pt x="1067" y="201"/>
                  </a:lnTo>
                  <a:lnTo>
                    <a:pt x="1068" y="197"/>
                  </a:lnTo>
                  <a:lnTo>
                    <a:pt x="1070" y="197"/>
                  </a:lnTo>
                  <a:lnTo>
                    <a:pt x="1072" y="199"/>
                  </a:lnTo>
                  <a:lnTo>
                    <a:pt x="1072" y="201"/>
                  </a:lnTo>
                  <a:lnTo>
                    <a:pt x="1074" y="203"/>
                  </a:lnTo>
                  <a:lnTo>
                    <a:pt x="1076" y="205"/>
                  </a:lnTo>
                  <a:lnTo>
                    <a:pt x="1076" y="206"/>
                  </a:lnTo>
                  <a:lnTo>
                    <a:pt x="1076" y="208"/>
                  </a:lnTo>
                  <a:lnTo>
                    <a:pt x="1076" y="208"/>
                  </a:lnTo>
                  <a:lnTo>
                    <a:pt x="1076" y="208"/>
                  </a:lnTo>
                  <a:lnTo>
                    <a:pt x="1072" y="206"/>
                  </a:lnTo>
                  <a:lnTo>
                    <a:pt x="1072" y="208"/>
                  </a:lnTo>
                  <a:lnTo>
                    <a:pt x="1074" y="210"/>
                  </a:lnTo>
                  <a:lnTo>
                    <a:pt x="1076" y="210"/>
                  </a:lnTo>
                  <a:lnTo>
                    <a:pt x="1076" y="212"/>
                  </a:lnTo>
                  <a:lnTo>
                    <a:pt x="1074" y="214"/>
                  </a:lnTo>
                  <a:lnTo>
                    <a:pt x="1072" y="218"/>
                  </a:lnTo>
                  <a:lnTo>
                    <a:pt x="1068" y="220"/>
                  </a:lnTo>
                  <a:lnTo>
                    <a:pt x="1067" y="220"/>
                  </a:lnTo>
                  <a:lnTo>
                    <a:pt x="1063" y="222"/>
                  </a:lnTo>
                  <a:lnTo>
                    <a:pt x="1061" y="220"/>
                  </a:lnTo>
                  <a:lnTo>
                    <a:pt x="1061" y="218"/>
                  </a:lnTo>
                  <a:lnTo>
                    <a:pt x="1059" y="216"/>
                  </a:lnTo>
                  <a:lnTo>
                    <a:pt x="1059" y="214"/>
                  </a:lnTo>
                  <a:lnTo>
                    <a:pt x="1057" y="210"/>
                  </a:lnTo>
                  <a:lnTo>
                    <a:pt x="1057" y="208"/>
                  </a:lnTo>
                  <a:lnTo>
                    <a:pt x="1057" y="208"/>
                  </a:lnTo>
                  <a:lnTo>
                    <a:pt x="1055" y="210"/>
                  </a:lnTo>
                  <a:lnTo>
                    <a:pt x="1055" y="210"/>
                  </a:lnTo>
                  <a:lnTo>
                    <a:pt x="1055" y="208"/>
                  </a:lnTo>
                  <a:lnTo>
                    <a:pt x="1053" y="208"/>
                  </a:lnTo>
                  <a:lnTo>
                    <a:pt x="1053" y="206"/>
                  </a:lnTo>
                  <a:lnTo>
                    <a:pt x="1051" y="205"/>
                  </a:lnTo>
                  <a:lnTo>
                    <a:pt x="1049" y="205"/>
                  </a:lnTo>
                  <a:lnTo>
                    <a:pt x="1049" y="205"/>
                  </a:lnTo>
                  <a:lnTo>
                    <a:pt x="1049" y="205"/>
                  </a:lnTo>
                  <a:lnTo>
                    <a:pt x="1049" y="205"/>
                  </a:lnTo>
                  <a:lnTo>
                    <a:pt x="1047" y="205"/>
                  </a:lnTo>
                  <a:lnTo>
                    <a:pt x="1047" y="203"/>
                  </a:lnTo>
                  <a:lnTo>
                    <a:pt x="1045" y="203"/>
                  </a:lnTo>
                  <a:lnTo>
                    <a:pt x="1045" y="203"/>
                  </a:lnTo>
                  <a:lnTo>
                    <a:pt x="1045" y="203"/>
                  </a:lnTo>
                  <a:lnTo>
                    <a:pt x="1043" y="203"/>
                  </a:lnTo>
                  <a:lnTo>
                    <a:pt x="1043" y="203"/>
                  </a:lnTo>
                  <a:lnTo>
                    <a:pt x="1041" y="203"/>
                  </a:lnTo>
                  <a:lnTo>
                    <a:pt x="1043" y="203"/>
                  </a:lnTo>
                  <a:lnTo>
                    <a:pt x="1045" y="205"/>
                  </a:lnTo>
                  <a:lnTo>
                    <a:pt x="1049" y="206"/>
                  </a:lnTo>
                  <a:lnTo>
                    <a:pt x="1051" y="208"/>
                  </a:lnTo>
                  <a:lnTo>
                    <a:pt x="1051" y="208"/>
                  </a:lnTo>
                  <a:lnTo>
                    <a:pt x="1053" y="210"/>
                  </a:lnTo>
                  <a:lnTo>
                    <a:pt x="1055" y="214"/>
                  </a:lnTo>
                  <a:lnTo>
                    <a:pt x="1057" y="216"/>
                  </a:lnTo>
                  <a:lnTo>
                    <a:pt x="1057" y="220"/>
                  </a:lnTo>
                  <a:lnTo>
                    <a:pt x="1055" y="222"/>
                  </a:lnTo>
                  <a:lnTo>
                    <a:pt x="1055" y="226"/>
                  </a:lnTo>
                  <a:lnTo>
                    <a:pt x="1053" y="226"/>
                  </a:lnTo>
                  <a:lnTo>
                    <a:pt x="1051" y="226"/>
                  </a:lnTo>
                  <a:lnTo>
                    <a:pt x="1045" y="228"/>
                  </a:lnTo>
                  <a:lnTo>
                    <a:pt x="1043" y="228"/>
                  </a:lnTo>
                  <a:lnTo>
                    <a:pt x="1037" y="230"/>
                  </a:lnTo>
                  <a:lnTo>
                    <a:pt x="1035" y="230"/>
                  </a:lnTo>
                  <a:lnTo>
                    <a:pt x="1033" y="228"/>
                  </a:lnTo>
                  <a:lnTo>
                    <a:pt x="1031" y="226"/>
                  </a:lnTo>
                  <a:lnTo>
                    <a:pt x="1029" y="224"/>
                  </a:lnTo>
                  <a:lnTo>
                    <a:pt x="1027" y="224"/>
                  </a:lnTo>
                  <a:lnTo>
                    <a:pt x="1023" y="224"/>
                  </a:lnTo>
                  <a:lnTo>
                    <a:pt x="1021" y="224"/>
                  </a:lnTo>
                  <a:lnTo>
                    <a:pt x="1019" y="224"/>
                  </a:lnTo>
                  <a:lnTo>
                    <a:pt x="1017" y="224"/>
                  </a:lnTo>
                  <a:lnTo>
                    <a:pt x="1016" y="224"/>
                  </a:lnTo>
                  <a:lnTo>
                    <a:pt x="1014" y="224"/>
                  </a:lnTo>
                  <a:lnTo>
                    <a:pt x="1014" y="222"/>
                  </a:lnTo>
                  <a:lnTo>
                    <a:pt x="1016" y="222"/>
                  </a:lnTo>
                  <a:lnTo>
                    <a:pt x="1014" y="222"/>
                  </a:lnTo>
                  <a:lnTo>
                    <a:pt x="1012" y="222"/>
                  </a:lnTo>
                  <a:lnTo>
                    <a:pt x="1010" y="224"/>
                  </a:lnTo>
                  <a:lnTo>
                    <a:pt x="1008" y="226"/>
                  </a:lnTo>
                  <a:lnTo>
                    <a:pt x="1000" y="226"/>
                  </a:lnTo>
                  <a:lnTo>
                    <a:pt x="998" y="226"/>
                  </a:lnTo>
                  <a:lnTo>
                    <a:pt x="998" y="224"/>
                  </a:lnTo>
                  <a:lnTo>
                    <a:pt x="996" y="222"/>
                  </a:lnTo>
                  <a:lnTo>
                    <a:pt x="996" y="218"/>
                  </a:lnTo>
                  <a:lnTo>
                    <a:pt x="994" y="216"/>
                  </a:lnTo>
                  <a:lnTo>
                    <a:pt x="990" y="214"/>
                  </a:lnTo>
                  <a:lnTo>
                    <a:pt x="988" y="216"/>
                  </a:lnTo>
                  <a:lnTo>
                    <a:pt x="990" y="218"/>
                  </a:lnTo>
                  <a:lnTo>
                    <a:pt x="992" y="220"/>
                  </a:lnTo>
                  <a:lnTo>
                    <a:pt x="992" y="222"/>
                  </a:lnTo>
                  <a:lnTo>
                    <a:pt x="990" y="224"/>
                  </a:lnTo>
                  <a:lnTo>
                    <a:pt x="990" y="226"/>
                  </a:lnTo>
                  <a:lnTo>
                    <a:pt x="988" y="228"/>
                  </a:lnTo>
                  <a:lnTo>
                    <a:pt x="986" y="226"/>
                  </a:lnTo>
                  <a:lnTo>
                    <a:pt x="984" y="224"/>
                  </a:lnTo>
                  <a:lnTo>
                    <a:pt x="982" y="224"/>
                  </a:lnTo>
                  <a:lnTo>
                    <a:pt x="984" y="226"/>
                  </a:lnTo>
                  <a:lnTo>
                    <a:pt x="984" y="228"/>
                  </a:lnTo>
                  <a:lnTo>
                    <a:pt x="986" y="230"/>
                  </a:lnTo>
                  <a:lnTo>
                    <a:pt x="986" y="230"/>
                  </a:lnTo>
                  <a:lnTo>
                    <a:pt x="988" y="232"/>
                  </a:lnTo>
                  <a:lnTo>
                    <a:pt x="986" y="234"/>
                  </a:lnTo>
                  <a:lnTo>
                    <a:pt x="982" y="236"/>
                  </a:lnTo>
                  <a:lnTo>
                    <a:pt x="978" y="240"/>
                  </a:lnTo>
                  <a:lnTo>
                    <a:pt x="976" y="240"/>
                  </a:lnTo>
                  <a:lnTo>
                    <a:pt x="974" y="244"/>
                  </a:lnTo>
                  <a:lnTo>
                    <a:pt x="972" y="242"/>
                  </a:lnTo>
                  <a:lnTo>
                    <a:pt x="972" y="240"/>
                  </a:lnTo>
                  <a:lnTo>
                    <a:pt x="974" y="238"/>
                  </a:lnTo>
                  <a:lnTo>
                    <a:pt x="972" y="236"/>
                  </a:lnTo>
                  <a:lnTo>
                    <a:pt x="970" y="238"/>
                  </a:lnTo>
                  <a:lnTo>
                    <a:pt x="970" y="240"/>
                  </a:lnTo>
                  <a:lnTo>
                    <a:pt x="968" y="240"/>
                  </a:lnTo>
                  <a:lnTo>
                    <a:pt x="968" y="238"/>
                  </a:lnTo>
                  <a:lnTo>
                    <a:pt x="966" y="238"/>
                  </a:lnTo>
                  <a:lnTo>
                    <a:pt x="965" y="240"/>
                  </a:lnTo>
                  <a:lnTo>
                    <a:pt x="965" y="238"/>
                  </a:lnTo>
                  <a:lnTo>
                    <a:pt x="965" y="238"/>
                  </a:lnTo>
                  <a:lnTo>
                    <a:pt x="963" y="238"/>
                  </a:lnTo>
                  <a:lnTo>
                    <a:pt x="961" y="238"/>
                  </a:lnTo>
                  <a:lnTo>
                    <a:pt x="961" y="238"/>
                  </a:lnTo>
                  <a:lnTo>
                    <a:pt x="957" y="240"/>
                  </a:lnTo>
                  <a:lnTo>
                    <a:pt x="955" y="240"/>
                  </a:lnTo>
                  <a:lnTo>
                    <a:pt x="953" y="240"/>
                  </a:lnTo>
                  <a:lnTo>
                    <a:pt x="953" y="238"/>
                  </a:lnTo>
                  <a:lnTo>
                    <a:pt x="949" y="240"/>
                  </a:lnTo>
                  <a:lnTo>
                    <a:pt x="949" y="240"/>
                  </a:lnTo>
                  <a:lnTo>
                    <a:pt x="949" y="238"/>
                  </a:lnTo>
                  <a:lnTo>
                    <a:pt x="949" y="234"/>
                  </a:lnTo>
                  <a:lnTo>
                    <a:pt x="947" y="232"/>
                  </a:lnTo>
                  <a:lnTo>
                    <a:pt x="945" y="232"/>
                  </a:lnTo>
                  <a:lnTo>
                    <a:pt x="945" y="232"/>
                  </a:lnTo>
                  <a:lnTo>
                    <a:pt x="945" y="230"/>
                  </a:lnTo>
                  <a:lnTo>
                    <a:pt x="945" y="228"/>
                  </a:lnTo>
                  <a:lnTo>
                    <a:pt x="943" y="226"/>
                  </a:lnTo>
                  <a:lnTo>
                    <a:pt x="941" y="224"/>
                  </a:lnTo>
                  <a:lnTo>
                    <a:pt x="939" y="224"/>
                  </a:lnTo>
                  <a:lnTo>
                    <a:pt x="933" y="222"/>
                  </a:lnTo>
                  <a:lnTo>
                    <a:pt x="931" y="220"/>
                  </a:lnTo>
                  <a:lnTo>
                    <a:pt x="931" y="218"/>
                  </a:lnTo>
                  <a:lnTo>
                    <a:pt x="927" y="216"/>
                  </a:lnTo>
                  <a:lnTo>
                    <a:pt x="925" y="214"/>
                  </a:lnTo>
                  <a:lnTo>
                    <a:pt x="923" y="212"/>
                  </a:lnTo>
                  <a:lnTo>
                    <a:pt x="921" y="212"/>
                  </a:lnTo>
                  <a:lnTo>
                    <a:pt x="919" y="212"/>
                  </a:lnTo>
                  <a:lnTo>
                    <a:pt x="915" y="212"/>
                  </a:lnTo>
                  <a:lnTo>
                    <a:pt x="915" y="212"/>
                  </a:lnTo>
                  <a:lnTo>
                    <a:pt x="912" y="214"/>
                  </a:lnTo>
                  <a:lnTo>
                    <a:pt x="904" y="216"/>
                  </a:lnTo>
                  <a:lnTo>
                    <a:pt x="894" y="220"/>
                  </a:lnTo>
                  <a:lnTo>
                    <a:pt x="880" y="224"/>
                  </a:lnTo>
                  <a:lnTo>
                    <a:pt x="878" y="228"/>
                  </a:lnTo>
                  <a:lnTo>
                    <a:pt x="876" y="232"/>
                  </a:lnTo>
                  <a:lnTo>
                    <a:pt x="876" y="236"/>
                  </a:lnTo>
                  <a:lnTo>
                    <a:pt x="878" y="242"/>
                  </a:lnTo>
                  <a:lnTo>
                    <a:pt x="878" y="248"/>
                  </a:lnTo>
                  <a:lnTo>
                    <a:pt x="868" y="256"/>
                  </a:lnTo>
                  <a:lnTo>
                    <a:pt x="861" y="261"/>
                  </a:lnTo>
                  <a:lnTo>
                    <a:pt x="853" y="269"/>
                  </a:lnTo>
                  <a:lnTo>
                    <a:pt x="845" y="271"/>
                  </a:lnTo>
                  <a:lnTo>
                    <a:pt x="843" y="271"/>
                  </a:lnTo>
                  <a:lnTo>
                    <a:pt x="841" y="269"/>
                  </a:lnTo>
                  <a:lnTo>
                    <a:pt x="841" y="269"/>
                  </a:lnTo>
                  <a:lnTo>
                    <a:pt x="839" y="267"/>
                  </a:lnTo>
                  <a:lnTo>
                    <a:pt x="839" y="267"/>
                  </a:lnTo>
                  <a:lnTo>
                    <a:pt x="839" y="265"/>
                  </a:lnTo>
                  <a:lnTo>
                    <a:pt x="837" y="265"/>
                  </a:lnTo>
                  <a:lnTo>
                    <a:pt x="837" y="263"/>
                  </a:lnTo>
                  <a:lnTo>
                    <a:pt x="837" y="261"/>
                  </a:lnTo>
                  <a:lnTo>
                    <a:pt x="835" y="259"/>
                  </a:lnTo>
                  <a:lnTo>
                    <a:pt x="835" y="258"/>
                  </a:lnTo>
                  <a:lnTo>
                    <a:pt x="835" y="256"/>
                  </a:lnTo>
                  <a:lnTo>
                    <a:pt x="831" y="254"/>
                  </a:lnTo>
                  <a:lnTo>
                    <a:pt x="829" y="252"/>
                  </a:lnTo>
                  <a:lnTo>
                    <a:pt x="827" y="252"/>
                  </a:lnTo>
                  <a:lnTo>
                    <a:pt x="827" y="256"/>
                  </a:lnTo>
                  <a:lnTo>
                    <a:pt x="825" y="258"/>
                  </a:lnTo>
                  <a:lnTo>
                    <a:pt x="821" y="256"/>
                  </a:lnTo>
                  <a:lnTo>
                    <a:pt x="821" y="254"/>
                  </a:lnTo>
                  <a:lnTo>
                    <a:pt x="821" y="254"/>
                  </a:lnTo>
                  <a:lnTo>
                    <a:pt x="821" y="254"/>
                  </a:lnTo>
                  <a:lnTo>
                    <a:pt x="821" y="256"/>
                  </a:lnTo>
                  <a:lnTo>
                    <a:pt x="819" y="256"/>
                  </a:lnTo>
                  <a:lnTo>
                    <a:pt x="819" y="254"/>
                  </a:lnTo>
                  <a:lnTo>
                    <a:pt x="819" y="254"/>
                  </a:lnTo>
                  <a:lnTo>
                    <a:pt x="815" y="252"/>
                  </a:lnTo>
                  <a:lnTo>
                    <a:pt x="814" y="252"/>
                  </a:lnTo>
                  <a:lnTo>
                    <a:pt x="808" y="252"/>
                  </a:lnTo>
                  <a:lnTo>
                    <a:pt x="806" y="250"/>
                  </a:lnTo>
                  <a:lnTo>
                    <a:pt x="806" y="248"/>
                  </a:lnTo>
                  <a:lnTo>
                    <a:pt x="804" y="246"/>
                  </a:lnTo>
                  <a:lnTo>
                    <a:pt x="796" y="244"/>
                  </a:lnTo>
                  <a:lnTo>
                    <a:pt x="796" y="242"/>
                  </a:lnTo>
                  <a:lnTo>
                    <a:pt x="798" y="242"/>
                  </a:lnTo>
                  <a:lnTo>
                    <a:pt x="800" y="242"/>
                  </a:lnTo>
                  <a:lnTo>
                    <a:pt x="804" y="242"/>
                  </a:lnTo>
                  <a:lnTo>
                    <a:pt x="804" y="242"/>
                  </a:lnTo>
                  <a:lnTo>
                    <a:pt x="804" y="242"/>
                  </a:lnTo>
                  <a:lnTo>
                    <a:pt x="808" y="240"/>
                  </a:lnTo>
                  <a:lnTo>
                    <a:pt x="808" y="238"/>
                  </a:lnTo>
                  <a:lnTo>
                    <a:pt x="806" y="236"/>
                  </a:lnTo>
                  <a:lnTo>
                    <a:pt x="802" y="234"/>
                  </a:lnTo>
                  <a:lnTo>
                    <a:pt x="802" y="232"/>
                  </a:lnTo>
                  <a:lnTo>
                    <a:pt x="804" y="230"/>
                  </a:lnTo>
                  <a:lnTo>
                    <a:pt x="806" y="228"/>
                  </a:lnTo>
                  <a:lnTo>
                    <a:pt x="806" y="226"/>
                  </a:lnTo>
                  <a:lnTo>
                    <a:pt x="804" y="224"/>
                  </a:lnTo>
                  <a:lnTo>
                    <a:pt x="804" y="224"/>
                  </a:lnTo>
                  <a:lnTo>
                    <a:pt x="802" y="224"/>
                  </a:lnTo>
                  <a:lnTo>
                    <a:pt x="802" y="222"/>
                  </a:lnTo>
                  <a:lnTo>
                    <a:pt x="800" y="220"/>
                  </a:lnTo>
                  <a:lnTo>
                    <a:pt x="800" y="218"/>
                  </a:lnTo>
                  <a:lnTo>
                    <a:pt x="798" y="220"/>
                  </a:lnTo>
                  <a:lnTo>
                    <a:pt x="798" y="218"/>
                  </a:lnTo>
                  <a:lnTo>
                    <a:pt x="796" y="216"/>
                  </a:lnTo>
                  <a:lnTo>
                    <a:pt x="796" y="216"/>
                  </a:lnTo>
                  <a:lnTo>
                    <a:pt x="796" y="214"/>
                  </a:lnTo>
                  <a:lnTo>
                    <a:pt x="794" y="214"/>
                  </a:lnTo>
                  <a:lnTo>
                    <a:pt x="794" y="212"/>
                  </a:lnTo>
                  <a:lnTo>
                    <a:pt x="794" y="212"/>
                  </a:lnTo>
                  <a:lnTo>
                    <a:pt x="794" y="212"/>
                  </a:lnTo>
                  <a:lnTo>
                    <a:pt x="792" y="210"/>
                  </a:lnTo>
                  <a:lnTo>
                    <a:pt x="792" y="208"/>
                  </a:lnTo>
                  <a:lnTo>
                    <a:pt x="790" y="206"/>
                  </a:lnTo>
                  <a:lnTo>
                    <a:pt x="790" y="208"/>
                  </a:lnTo>
                  <a:lnTo>
                    <a:pt x="790" y="208"/>
                  </a:lnTo>
                  <a:lnTo>
                    <a:pt x="790" y="210"/>
                  </a:lnTo>
                  <a:lnTo>
                    <a:pt x="790" y="210"/>
                  </a:lnTo>
                  <a:lnTo>
                    <a:pt x="790" y="210"/>
                  </a:lnTo>
                  <a:lnTo>
                    <a:pt x="788" y="212"/>
                  </a:lnTo>
                  <a:lnTo>
                    <a:pt x="790" y="212"/>
                  </a:lnTo>
                  <a:lnTo>
                    <a:pt x="790" y="214"/>
                  </a:lnTo>
                  <a:lnTo>
                    <a:pt x="790" y="214"/>
                  </a:lnTo>
                  <a:lnTo>
                    <a:pt x="792" y="216"/>
                  </a:lnTo>
                  <a:lnTo>
                    <a:pt x="792" y="216"/>
                  </a:lnTo>
                  <a:lnTo>
                    <a:pt x="792" y="220"/>
                  </a:lnTo>
                  <a:lnTo>
                    <a:pt x="794" y="226"/>
                  </a:lnTo>
                  <a:lnTo>
                    <a:pt x="794" y="228"/>
                  </a:lnTo>
                  <a:lnTo>
                    <a:pt x="794" y="230"/>
                  </a:lnTo>
                  <a:lnTo>
                    <a:pt x="792" y="234"/>
                  </a:lnTo>
                  <a:lnTo>
                    <a:pt x="790" y="236"/>
                  </a:lnTo>
                  <a:lnTo>
                    <a:pt x="786" y="234"/>
                  </a:lnTo>
                  <a:lnTo>
                    <a:pt x="784" y="234"/>
                  </a:lnTo>
                  <a:lnTo>
                    <a:pt x="780" y="232"/>
                  </a:lnTo>
                  <a:lnTo>
                    <a:pt x="780" y="232"/>
                  </a:lnTo>
                  <a:lnTo>
                    <a:pt x="778" y="230"/>
                  </a:lnTo>
                  <a:lnTo>
                    <a:pt x="778" y="228"/>
                  </a:lnTo>
                  <a:lnTo>
                    <a:pt x="778" y="226"/>
                  </a:lnTo>
                  <a:lnTo>
                    <a:pt x="774" y="224"/>
                  </a:lnTo>
                  <a:lnTo>
                    <a:pt x="772" y="222"/>
                  </a:lnTo>
                  <a:lnTo>
                    <a:pt x="768" y="222"/>
                  </a:lnTo>
                  <a:lnTo>
                    <a:pt x="768" y="222"/>
                  </a:lnTo>
                  <a:lnTo>
                    <a:pt x="770" y="224"/>
                  </a:lnTo>
                  <a:lnTo>
                    <a:pt x="772" y="226"/>
                  </a:lnTo>
                  <a:lnTo>
                    <a:pt x="774" y="228"/>
                  </a:lnTo>
                  <a:lnTo>
                    <a:pt x="776" y="230"/>
                  </a:lnTo>
                  <a:lnTo>
                    <a:pt x="774" y="232"/>
                  </a:lnTo>
                  <a:lnTo>
                    <a:pt x="772" y="232"/>
                  </a:lnTo>
                  <a:lnTo>
                    <a:pt x="770" y="232"/>
                  </a:lnTo>
                  <a:lnTo>
                    <a:pt x="766" y="232"/>
                  </a:lnTo>
                  <a:lnTo>
                    <a:pt x="770" y="236"/>
                  </a:lnTo>
                  <a:lnTo>
                    <a:pt x="770" y="236"/>
                  </a:lnTo>
                  <a:lnTo>
                    <a:pt x="772" y="234"/>
                  </a:lnTo>
                  <a:lnTo>
                    <a:pt x="772" y="236"/>
                  </a:lnTo>
                  <a:lnTo>
                    <a:pt x="774" y="236"/>
                  </a:lnTo>
                  <a:lnTo>
                    <a:pt x="776" y="238"/>
                  </a:lnTo>
                  <a:lnTo>
                    <a:pt x="782" y="240"/>
                  </a:lnTo>
                  <a:lnTo>
                    <a:pt x="782" y="242"/>
                  </a:lnTo>
                  <a:lnTo>
                    <a:pt x="782" y="246"/>
                  </a:lnTo>
                  <a:lnTo>
                    <a:pt x="778" y="248"/>
                  </a:lnTo>
                  <a:lnTo>
                    <a:pt x="774" y="254"/>
                  </a:lnTo>
                  <a:lnTo>
                    <a:pt x="772" y="254"/>
                  </a:lnTo>
                  <a:lnTo>
                    <a:pt x="770" y="254"/>
                  </a:lnTo>
                  <a:lnTo>
                    <a:pt x="770" y="254"/>
                  </a:lnTo>
                  <a:lnTo>
                    <a:pt x="770" y="254"/>
                  </a:lnTo>
                  <a:lnTo>
                    <a:pt x="772" y="252"/>
                  </a:lnTo>
                  <a:lnTo>
                    <a:pt x="772" y="250"/>
                  </a:lnTo>
                  <a:lnTo>
                    <a:pt x="772" y="250"/>
                  </a:lnTo>
                  <a:lnTo>
                    <a:pt x="770" y="250"/>
                  </a:lnTo>
                  <a:lnTo>
                    <a:pt x="768" y="250"/>
                  </a:lnTo>
                  <a:lnTo>
                    <a:pt x="768" y="250"/>
                  </a:lnTo>
                  <a:lnTo>
                    <a:pt x="768" y="252"/>
                  </a:lnTo>
                  <a:lnTo>
                    <a:pt x="770" y="258"/>
                  </a:lnTo>
                  <a:lnTo>
                    <a:pt x="770" y="259"/>
                  </a:lnTo>
                  <a:lnTo>
                    <a:pt x="774" y="263"/>
                  </a:lnTo>
                  <a:lnTo>
                    <a:pt x="774" y="265"/>
                  </a:lnTo>
                  <a:lnTo>
                    <a:pt x="774" y="265"/>
                  </a:lnTo>
                  <a:lnTo>
                    <a:pt x="774" y="265"/>
                  </a:lnTo>
                  <a:lnTo>
                    <a:pt x="774" y="267"/>
                  </a:lnTo>
                  <a:lnTo>
                    <a:pt x="776" y="267"/>
                  </a:lnTo>
                  <a:lnTo>
                    <a:pt x="778" y="271"/>
                  </a:lnTo>
                  <a:lnTo>
                    <a:pt x="778" y="271"/>
                  </a:lnTo>
                  <a:lnTo>
                    <a:pt x="786" y="279"/>
                  </a:lnTo>
                  <a:lnTo>
                    <a:pt x="788" y="279"/>
                  </a:lnTo>
                  <a:lnTo>
                    <a:pt x="790" y="279"/>
                  </a:lnTo>
                  <a:lnTo>
                    <a:pt x="804" y="281"/>
                  </a:lnTo>
                  <a:lnTo>
                    <a:pt x="808" y="281"/>
                  </a:lnTo>
                  <a:lnTo>
                    <a:pt x="812" y="279"/>
                  </a:lnTo>
                  <a:lnTo>
                    <a:pt x="814" y="283"/>
                  </a:lnTo>
                  <a:lnTo>
                    <a:pt x="814" y="283"/>
                  </a:lnTo>
                  <a:lnTo>
                    <a:pt x="814" y="285"/>
                  </a:lnTo>
                  <a:lnTo>
                    <a:pt x="819" y="287"/>
                  </a:lnTo>
                  <a:lnTo>
                    <a:pt x="819" y="289"/>
                  </a:lnTo>
                  <a:lnTo>
                    <a:pt x="819" y="293"/>
                  </a:lnTo>
                  <a:lnTo>
                    <a:pt x="819" y="295"/>
                  </a:lnTo>
                  <a:lnTo>
                    <a:pt x="819" y="297"/>
                  </a:lnTo>
                  <a:lnTo>
                    <a:pt x="819" y="299"/>
                  </a:lnTo>
                  <a:lnTo>
                    <a:pt x="819" y="301"/>
                  </a:lnTo>
                  <a:lnTo>
                    <a:pt x="821" y="303"/>
                  </a:lnTo>
                  <a:lnTo>
                    <a:pt x="823" y="305"/>
                  </a:lnTo>
                  <a:lnTo>
                    <a:pt x="823" y="307"/>
                  </a:lnTo>
                  <a:lnTo>
                    <a:pt x="823" y="309"/>
                  </a:lnTo>
                  <a:lnTo>
                    <a:pt x="825" y="311"/>
                  </a:lnTo>
                  <a:lnTo>
                    <a:pt x="827" y="314"/>
                  </a:lnTo>
                  <a:lnTo>
                    <a:pt x="827" y="318"/>
                  </a:lnTo>
                  <a:lnTo>
                    <a:pt x="829" y="320"/>
                  </a:lnTo>
                  <a:lnTo>
                    <a:pt x="829" y="324"/>
                  </a:lnTo>
                  <a:lnTo>
                    <a:pt x="829" y="324"/>
                  </a:lnTo>
                  <a:lnTo>
                    <a:pt x="827" y="326"/>
                  </a:lnTo>
                  <a:lnTo>
                    <a:pt x="827" y="328"/>
                  </a:lnTo>
                  <a:lnTo>
                    <a:pt x="827" y="330"/>
                  </a:lnTo>
                  <a:lnTo>
                    <a:pt x="827" y="330"/>
                  </a:lnTo>
                  <a:lnTo>
                    <a:pt x="827" y="332"/>
                  </a:lnTo>
                  <a:lnTo>
                    <a:pt x="827" y="334"/>
                  </a:lnTo>
                  <a:lnTo>
                    <a:pt x="825" y="336"/>
                  </a:lnTo>
                  <a:lnTo>
                    <a:pt x="823" y="336"/>
                  </a:lnTo>
                  <a:lnTo>
                    <a:pt x="823" y="336"/>
                  </a:lnTo>
                  <a:lnTo>
                    <a:pt x="823" y="336"/>
                  </a:lnTo>
                  <a:lnTo>
                    <a:pt x="821" y="340"/>
                  </a:lnTo>
                  <a:lnTo>
                    <a:pt x="821" y="344"/>
                  </a:lnTo>
                  <a:lnTo>
                    <a:pt x="819" y="344"/>
                  </a:lnTo>
                  <a:lnTo>
                    <a:pt x="819" y="346"/>
                  </a:lnTo>
                  <a:lnTo>
                    <a:pt x="821" y="352"/>
                  </a:lnTo>
                  <a:lnTo>
                    <a:pt x="821" y="367"/>
                  </a:lnTo>
                  <a:lnTo>
                    <a:pt x="821" y="367"/>
                  </a:lnTo>
                  <a:lnTo>
                    <a:pt x="819" y="369"/>
                  </a:lnTo>
                  <a:lnTo>
                    <a:pt x="817" y="371"/>
                  </a:lnTo>
                  <a:lnTo>
                    <a:pt x="815" y="373"/>
                  </a:lnTo>
                  <a:lnTo>
                    <a:pt x="815" y="375"/>
                  </a:lnTo>
                  <a:lnTo>
                    <a:pt x="815" y="377"/>
                  </a:lnTo>
                  <a:lnTo>
                    <a:pt x="814" y="383"/>
                  </a:lnTo>
                  <a:lnTo>
                    <a:pt x="812" y="389"/>
                  </a:lnTo>
                  <a:lnTo>
                    <a:pt x="812" y="397"/>
                  </a:lnTo>
                  <a:lnTo>
                    <a:pt x="808" y="405"/>
                  </a:lnTo>
                  <a:lnTo>
                    <a:pt x="806" y="407"/>
                  </a:lnTo>
                  <a:lnTo>
                    <a:pt x="804" y="407"/>
                  </a:lnTo>
                  <a:lnTo>
                    <a:pt x="806" y="403"/>
                  </a:lnTo>
                  <a:lnTo>
                    <a:pt x="810" y="399"/>
                  </a:lnTo>
                  <a:lnTo>
                    <a:pt x="810" y="397"/>
                  </a:lnTo>
                  <a:lnTo>
                    <a:pt x="810" y="397"/>
                  </a:lnTo>
                  <a:lnTo>
                    <a:pt x="810" y="395"/>
                  </a:lnTo>
                  <a:lnTo>
                    <a:pt x="808" y="393"/>
                  </a:lnTo>
                  <a:lnTo>
                    <a:pt x="808" y="395"/>
                  </a:lnTo>
                  <a:lnTo>
                    <a:pt x="806" y="395"/>
                  </a:lnTo>
                  <a:lnTo>
                    <a:pt x="804" y="397"/>
                  </a:lnTo>
                  <a:lnTo>
                    <a:pt x="804" y="399"/>
                  </a:lnTo>
                  <a:lnTo>
                    <a:pt x="794" y="409"/>
                  </a:lnTo>
                  <a:lnTo>
                    <a:pt x="794" y="409"/>
                  </a:lnTo>
                  <a:lnTo>
                    <a:pt x="794" y="407"/>
                  </a:lnTo>
                  <a:lnTo>
                    <a:pt x="794" y="407"/>
                  </a:lnTo>
                  <a:lnTo>
                    <a:pt x="794" y="407"/>
                  </a:lnTo>
                  <a:lnTo>
                    <a:pt x="792" y="407"/>
                  </a:lnTo>
                  <a:lnTo>
                    <a:pt x="788" y="411"/>
                  </a:lnTo>
                  <a:lnTo>
                    <a:pt x="786" y="415"/>
                  </a:lnTo>
                  <a:lnTo>
                    <a:pt x="786" y="415"/>
                  </a:lnTo>
                  <a:lnTo>
                    <a:pt x="784" y="413"/>
                  </a:lnTo>
                  <a:lnTo>
                    <a:pt x="784" y="413"/>
                  </a:lnTo>
                  <a:lnTo>
                    <a:pt x="784" y="413"/>
                  </a:lnTo>
                  <a:lnTo>
                    <a:pt x="782" y="413"/>
                  </a:lnTo>
                  <a:lnTo>
                    <a:pt x="782" y="413"/>
                  </a:lnTo>
                  <a:lnTo>
                    <a:pt x="776" y="417"/>
                  </a:lnTo>
                  <a:lnTo>
                    <a:pt x="776" y="417"/>
                  </a:lnTo>
                  <a:lnTo>
                    <a:pt x="774" y="417"/>
                  </a:lnTo>
                  <a:lnTo>
                    <a:pt x="772" y="419"/>
                  </a:lnTo>
                  <a:lnTo>
                    <a:pt x="772" y="419"/>
                  </a:lnTo>
                  <a:lnTo>
                    <a:pt x="770" y="419"/>
                  </a:lnTo>
                  <a:lnTo>
                    <a:pt x="772" y="417"/>
                  </a:lnTo>
                  <a:lnTo>
                    <a:pt x="770" y="417"/>
                  </a:lnTo>
                  <a:lnTo>
                    <a:pt x="766" y="417"/>
                  </a:lnTo>
                  <a:lnTo>
                    <a:pt x="766" y="417"/>
                  </a:lnTo>
                  <a:lnTo>
                    <a:pt x="764" y="417"/>
                  </a:lnTo>
                  <a:lnTo>
                    <a:pt x="764" y="417"/>
                  </a:lnTo>
                  <a:lnTo>
                    <a:pt x="763" y="415"/>
                  </a:lnTo>
                  <a:lnTo>
                    <a:pt x="763" y="415"/>
                  </a:lnTo>
                  <a:lnTo>
                    <a:pt x="763" y="415"/>
                  </a:lnTo>
                  <a:lnTo>
                    <a:pt x="761" y="417"/>
                  </a:lnTo>
                  <a:lnTo>
                    <a:pt x="761" y="417"/>
                  </a:lnTo>
                  <a:lnTo>
                    <a:pt x="759" y="417"/>
                  </a:lnTo>
                  <a:lnTo>
                    <a:pt x="759" y="415"/>
                  </a:lnTo>
                  <a:lnTo>
                    <a:pt x="761" y="415"/>
                  </a:lnTo>
                  <a:lnTo>
                    <a:pt x="761" y="413"/>
                  </a:lnTo>
                  <a:lnTo>
                    <a:pt x="761" y="413"/>
                  </a:lnTo>
                  <a:lnTo>
                    <a:pt x="759" y="411"/>
                  </a:lnTo>
                  <a:lnTo>
                    <a:pt x="757" y="411"/>
                  </a:lnTo>
                  <a:lnTo>
                    <a:pt x="757" y="411"/>
                  </a:lnTo>
                  <a:lnTo>
                    <a:pt x="757" y="411"/>
                  </a:lnTo>
                  <a:lnTo>
                    <a:pt x="757" y="409"/>
                  </a:lnTo>
                  <a:lnTo>
                    <a:pt x="757" y="409"/>
                  </a:lnTo>
                  <a:lnTo>
                    <a:pt x="755" y="409"/>
                  </a:lnTo>
                  <a:lnTo>
                    <a:pt x="755" y="409"/>
                  </a:lnTo>
                  <a:lnTo>
                    <a:pt x="755" y="409"/>
                  </a:lnTo>
                  <a:lnTo>
                    <a:pt x="753" y="409"/>
                  </a:lnTo>
                  <a:lnTo>
                    <a:pt x="751" y="411"/>
                  </a:lnTo>
                  <a:lnTo>
                    <a:pt x="751" y="411"/>
                  </a:lnTo>
                  <a:lnTo>
                    <a:pt x="749" y="413"/>
                  </a:lnTo>
                  <a:lnTo>
                    <a:pt x="749" y="413"/>
                  </a:lnTo>
                  <a:lnTo>
                    <a:pt x="747" y="413"/>
                  </a:lnTo>
                  <a:lnTo>
                    <a:pt x="743" y="409"/>
                  </a:lnTo>
                  <a:lnTo>
                    <a:pt x="741" y="409"/>
                  </a:lnTo>
                  <a:lnTo>
                    <a:pt x="741" y="409"/>
                  </a:lnTo>
                  <a:lnTo>
                    <a:pt x="735" y="411"/>
                  </a:lnTo>
                  <a:lnTo>
                    <a:pt x="733" y="409"/>
                  </a:lnTo>
                  <a:lnTo>
                    <a:pt x="731" y="409"/>
                  </a:lnTo>
                  <a:lnTo>
                    <a:pt x="729" y="411"/>
                  </a:lnTo>
                  <a:lnTo>
                    <a:pt x="727" y="413"/>
                  </a:lnTo>
                  <a:lnTo>
                    <a:pt x="727" y="417"/>
                  </a:lnTo>
                  <a:lnTo>
                    <a:pt x="725" y="421"/>
                  </a:lnTo>
                  <a:lnTo>
                    <a:pt x="723" y="422"/>
                  </a:lnTo>
                  <a:lnTo>
                    <a:pt x="719" y="421"/>
                  </a:lnTo>
                  <a:lnTo>
                    <a:pt x="719" y="421"/>
                  </a:lnTo>
                  <a:lnTo>
                    <a:pt x="717" y="422"/>
                  </a:lnTo>
                  <a:lnTo>
                    <a:pt x="717" y="422"/>
                  </a:lnTo>
                  <a:lnTo>
                    <a:pt x="717" y="422"/>
                  </a:lnTo>
                  <a:lnTo>
                    <a:pt x="715" y="421"/>
                  </a:lnTo>
                  <a:lnTo>
                    <a:pt x="715" y="421"/>
                  </a:lnTo>
                  <a:lnTo>
                    <a:pt x="715" y="421"/>
                  </a:lnTo>
                  <a:lnTo>
                    <a:pt x="715" y="421"/>
                  </a:lnTo>
                  <a:lnTo>
                    <a:pt x="713" y="422"/>
                  </a:lnTo>
                  <a:lnTo>
                    <a:pt x="715" y="424"/>
                  </a:lnTo>
                  <a:lnTo>
                    <a:pt x="715" y="424"/>
                  </a:lnTo>
                  <a:lnTo>
                    <a:pt x="713" y="426"/>
                  </a:lnTo>
                  <a:lnTo>
                    <a:pt x="715" y="426"/>
                  </a:lnTo>
                  <a:lnTo>
                    <a:pt x="717" y="426"/>
                  </a:lnTo>
                  <a:lnTo>
                    <a:pt x="719" y="424"/>
                  </a:lnTo>
                  <a:lnTo>
                    <a:pt x="719" y="424"/>
                  </a:lnTo>
                  <a:lnTo>
                    <a:pt x="721" y="424"/>
                  </a:lnTo>
                  <a:lnTo>
                    <a:pt x="723" y="424"/>
                  </a:lnTo>
                  <a:lnTo>
                    <a:pt x="723" y="424"/>
                  </a:lnTo>
                  <a:lnTo>
                    <a:pt x="723" y="424"/>
                  </a:lnTo>
                  <a:lnTo>
                    <a:pt x="733" y="413"/>
                  </a:lnTo>
                  <a:lnTo>
                    <a:pt x="733" y="411"/>
                  </a:lnTo>
                  <a:lnTo>
                    <a:pt x="735" y="413"/>
                  </a:lnTo>
                  <a:lnTo>
                    <a:pt x="737" y="413"/>
                  </a:lnTo>
                  <a:lnTo>
                    <a:pt x="739" y="413"/>
                  </a:lnTo>
                  <a:lnTo>
                    <a:pt x="739" y="413"/>
                  </a:lnTo>
                  <a:lnTo>
                    <a:pt x="741" y="413"/>
                  </a:lnTo>
                  <a:lnTo>
                    <a:pt x="741" y="415"/>
                  </a:lnTo>
                  <a:lnTo>
                    <a:pt x="747" y="415"/>
                  </a:lnTo>
                  <a:lnTo>
                    <a:pt x="747" y="415"/>
                  </a:lnTo>
                  <a:lnTo>
                    <a:pt x="747" y="415"/>
                  </a:lnTo>
                  <a:lnTo>
                    <a:pt x="749" y="415"/>
                  </a:lnTo>
                  <a:lnTo>
                    <a:pt x="749" y="415"/>
                  </a:lnTo>
                  <a:lnTo>
                    <a:pt x="749" y="415"/>
                  </a:lnTo>
                  <a:lnTo>
                    <a:pt x="751" y="415"/>
                  </a:lnTo>
                  <a:lnTo>
                    <a:pt x="753" y="417"/>
                  </a:lnTo>
                  <a:lnTo>
                    <a:pt x="753" y="417"/>
                  </a:lnTo>
                  <a:lnTo>
                    <a:pt x="753" y="417"/>
                  </a:lnTo>
                  <a:lnTo>
                    <a:pt x="753" y="419"/>
                  </a:lnTo>
                  <a:lnTo>
                    <a:pt x="755" y="419"/>
                  </a:lnTo>
                  <a:lnTo>
                    <a:pt x="757" y="419"/>
                  </a:lnTo>
                  <a:lnTo>
                    <a:pt x="757" y="419"/>
                  </a:lnTo>
                  <a:lnTo>
                    <a:pt x="757" y="421"/>
                  </a:lnTo>
                  <a:lnTo>
                    <a:pt x="755" y="424"/>
                  </a:lnTo>
                  <a:lnTo>
                    <a:pt x="753" y="428"/>
                  </a:lnTo>
                  <a:lnTo>
                    <a:pt x="753" y="428"/>
                  </a:lnTo>
                  <a:lnTo>
                    <a:pt x="753" y="428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49" y="428"/>
                  </a:lnTo>
                  <a:lnTo>
                    <a:pt x="747" y="428"/>
                  </a:lnTo>
                  <a:lnTo>
                    <a:pt x="743" y="428"/>
                  </a:lnTo>
                  <a:lnTo>
                    <a:pt x="741" y="428"/>
                  </a:lnTo>
                  <a:lnTo>
                    <a:pt x="733" y="432"/>
                  </a:lnTo>
                  <a:lnTo>
                    <a:pt x="733" y="432"/>
                  </a:lnTo>
                  <a:lnTo>
                    <a:pt x="733" y="434"/>
                  </a:lnTo>
                  <a:lnTo>
                    <a:pt x="733" y="436"/>
                  </a:lnTo>
                  <a:lnTo>
                    <a:pt x="733" y="438"/>
                  </a:lnTo>
                  <a:lnTo>
                    <a:pt x="733" y="438"/>
                  </a:lnTo>
                  <a:lnTo>
                    <a:pt x="733" y="440"/>
                  </a:lnTo>
                  <a:lnTo>
                    <a:pt x="733" y="440"/>
                  </a:lnTo>
                  <a:lnTo>
                    <a:pt x="731" y="440"/>
                  </a:lnTo>
                  <a:lnTo>
                    <a:pt x="731" y="440"/>
                  </a:lnTo>
                  <a:lnTo>
                    <a:pt x="731" y="440"/>
                  </a:lnTo>
                  <a:lnTo>
                    <a:pt x="729" y="438"/>
                  </a:lnTo>
                  <a:lnTo>
                    <a:pt x="727" y="438"/>
                  </a:lnTo>
                  <a:lnTo>
                    <a:pt x="721" y="438"/>
                  </a:lnTo>
                  <a:lnTo>
                    <a:pt x="719" y="438"/>
                  </a:lnTo>
                  <a:lnTo>
                    <a:pt x="717" y="438"/>
                  </a:lnTo>
                  <a:lnTo>
                    <a:pt x="717" y="438"/>
                  </a:lnTo>
                  <a:lnTo>
                    <a:pt x="715" y="440"/>
                  </a:lnTo>
                  <a:lnTo>
                    <a:pt x="713" y="440"/>
                  </a:lnTo>
                  <a:lnTo>
                    <a:pt x="712" y="438"/>
                  </a:lnTo>
                  <a:lnTo>
                    <a:pt x="712" y="438"/>
                  </a:lnTo>
                  <a:lnTo>
                    <a:pt x="712" y="440"/>
                  </a:lnTo>
                  <a:lnTo>
                    <a:pt x="712" y="442"/>
                  </a:lnTo>
                  <a:lnTo>
                    <a:pt x="710" y="444"/>
                  </a:lnTo>
                  <a:lnTo>
                    <a:pt x="710" y="444"/>
                  </a:lnTo>
                  <a:lnTo>
                    <a:pt x="712" y="444"/>
                  </a:lnTo>
                  <a:lnTo>
                    <a:pt x="712" y="446"/>
                  </a:lnTo>
                  <a:lnTo>
                    <a:pt x="712" y="446"/>
                  </a:lnTo>
                  <a:lnTo>
                    <a:pt x="712" y="450"/>
                  </a:lnTo>
                  <a:lnTo>
                    <a:pt x="712" y="452"/>
                  </a:lnTo>
                  <a:lnTo>
                    <a:pt x="712" y="454"/>
                  </a:lnTo>
                  <a:lnTo>
                    <a:pt x="712" y="458"/>
                  </a:lnTo>
                  <a:lnTo>
                    <a:pt x="710" y="460"/>
                  </a:lnTo>
                  <a:lnTo>
                    <a:pt x="706" y="462"/>
                  </a:lnTo>
                  <a:lnTo>
                    <a:pt x="704" y="464"/>
                  </a:lnTo>
                  <a:lnTo>
                    <a:pt x="702" y="468"/>
                  </a:lnTo>
                  <a:lnTo>
                    <a:pt x="698" y="470"/>
                  </a:lnTo>
                  <a:lnTo>
                    <a:pt x="696" y="470"/>
                  </a:lnTo>
                  <a:lnTo>
                    <a:pt x="696" y="472"/>
                  </a:lnTo>
                  <a:lnTo>
                    <a:pt x="696" y="472"/>
                  </a:lnTo>
                  <a:lnTo>
                    <a:pt x="696" y="474"/>
                  </a:lnTo>
                  <a:lnTo>
                    <a:pt x="690" y="475"/>
                  </a:lnTo>
                  <a:lnTo>
                    <a:pt x="690" y="477"/>
                  </a:lnTo>
                  <a:lnTo>
                    <a:pt x="688" y="485"/>
                  </a:lnTo>
                  <a:lnTo>
                    <a:pt x="688" y="487"/>
                  </a:lnTo>
                  <a:lnTo>
                    <a:pt x="686" y="489"/>
                  </a:lnTo>
                  <a:lnTo>
                    <a:pt x="686" y="489"/>
                  </a:lnTo>
                  <a:lnTo>
                    <a:pt x="676" y="495"/>
                  </a:lnTo>
                  <a:lnTo>
                    <a:pt x="678" y="497"/>
                  </a:lnTo>
                  <a:lnTo>
                    <a:pt x="680" y="495"/>
                  </a:lnTo>
                  <a:lnTo>
                    <a:pt x="688" y="489"/>
                  </a:lnTo>
                  <a:lnTo>
                    <a:pt x="692" y="477"/>
                  </a:lnTo>
                  <a:lnTo>
                    <a:pt x="694" y="475"/>
                  </a:lnTo>
                  <a:lnTo>
                    <a:pt x="700" y="472"/>
                  </a:lnTo>
                  <a:lnTo>
                    <a:pt x="708" y="462"/>
                  </a:lnTo>
                  <a:lnTo>
                    <a:pt x="710" y="462"/>
                  </a:lnTo>
                  <a:lnTo>
                    <a:pt x="710" y="462"/>
                  </a:lnTo>
                  <a:lnTo>
                    <a:pt x="712" y="460"/>
                  </a:lnTo>
                  <a:lnTo>
                    <a:pt x="713" y="454"/>
                  </a:lnTo>
                  <a:lnTo>
                    <a:pt x="713" y="454"/>
                  </a:lnTo>
                  <a:lnTo>
                    <a:pt x="713" y="452"/>
                  </a:lnTo>
                  <a:lnTo>
                    <a:pt x="713" y="452"/>
                  </a:lnTo>
                  <a:lnTo>
                    <a:pt x="713" y="450"/>
                  </a:lnTo>
                  <a:lnTo>
                    <a:pt x="713" y="450"/>
                  </a:lnTo>
                  <a:lnTo>
                    <a:pt x="713" y="444"/>
                  </a:lnTo>
                  <a:lnTo>
                    <a:pt x="712" y="444"/>
                  </a:lnTo>
                  <a:lnTo>
                    <a:pt x="713" y="442"/>
                  </a:lnTo>
                  <a:lnTo>
                    <a:pt x="715" y="442"/>
                  </a:lnTo>
                  <a:lnTo>
                    <a:pt x="717" y="440"/>
                  </a:lnTo>
                  <a:lnTo>
                    <a:pt x="721" y="442"/>
                  </a:lnTo>
                  <a:lnTo>
                    <a:pt x="725" y="444"/>
                  </a:lnTo>
                  <a:lnTo>
                    <a:pt x="727" y="444"/>
                  </a:lnTo>
                  <a:lnTo>
                    <a:pt x="727" y="446"/>
                  </a:lnTo>
                  <a:lnTo>
                    <a:pt x="729" y="446"/>
                  </a:lnTo>
                  <a:lnTo>
                    <a:pt x="729" y="446"/>
                  </a:lnTo>
                  <a:lnTo>
                    <a:pt x="731" y="446"/>
                  </a:lnTo>
                  <a:lnTo>
                    <a:pt x="733" y="446"/>
                  </a:lnTo>
                  <a:lnTo>
                    <a:pt x="733" y="448"/>
                  </a:lnTo>
                  <a:lnTo>
                    <a:pt x="735" y="448"/>
                  </a:lnTo>
                  <a:lnTo>
                    <a:pt x="735" y="448"/>
                  </a:lnTo>
                  <a:lnTo>
                    <a:pt x="737" y="448"/>
                  </a:lnTo>
                  <a:lnTo>
                    <a:pt x="737" y="448"/>
                  </a:lnTo>
                  <a:lnTo>
                    <a:pt x="737" y="448"/>
                  </a:lnTo>
                  <a:lnTo>
                    <a:pt x="737" y="450"/>
                  </a:lnTo>
                  <a:lnTo>
                    <a:pt x="737" y="452"/>
                  </a:lnTo>
                  <a:lnTo>
                    <a:pt x="737" y="454"/>
                  </a:lnTo>
                  <a:lnTo>
                    <a:pt x="733" y="458"/>
                  </a:lnTo>
                  <a:lnTo>
                    <a:pt x="733" y="460"/>
                  </a:lnTo>
                  <a:lnTo>
                    <a:pt x="733" y="464"/>
                  </a:lnTo>
                  <a:lnTo>
                    <a:pt x="733" y="464"/>
                  </a:lnTo>
                  <a:lnTo>
                    <a:pt x="735" y="468"/>
                  </a:lnTo>
                  <a:lnTo>
                    <a:pt x="735" y="468"/>
                  </a:lnTo>
                  <a:lnTo>
                    <a:pt x="737" y="468"/>
                  </a:lnTo>
                  <a:lnTo>
                    <a:pt x="737" y="468"/>
                  </a:lnTo>
                  <a:lnTo>
                    <a:pt x="735" y="466"/>
                  </a:lnTo>
                  <a:lnTo>
                    <a:pt x="735" y="466"/>
                  </a:lnTo>
                  <a:lnTo>
                    <a:pt x="735" y="464"/>
                  </a:lnTo>
                  <a:lnTo>
                    <a:pt x="735" y="460"/>
                  </a:lnTo>
                  <a:lnTo>
                    <a:pt x="735" y="458"/>
                  </a:lnTo>
                  <a:lnTo>
                    <a:pt x="737" y="458"/>
                  </a:lnTo>
                  <a:lnTo>
                    <a:pt x="739" y="456"/>
                  </a:lnTo>
                  <a:lnTo>
                    <a:pt x="739" y="456"/>
                  </a:lnTo>
                  <a:lnTo>
                    <a:pt x="739" y="454"/>
                  </a:lnTo>
                  <a:lnTo>
                    <a:pt x="739" y="452"/>
                  </a:lnTo>
                  <a:lnTo>
                    <a:pt x="739" y="450"/>
                  </a:lnTo>
                  <a:lnTo>
                    <a:pt x="739" y="450"/>
                  </a:lnTo>
                  <a:lnTo>
                    <a:pt x="739" y="448"/>
                  </a:lnTo>
                  <a:lnTo>
                    <a:pt x="741" y="448"/>
                  </a:lnTo>
                  <a:lnTo>
                    <a:pt x="743" y="446"/>
                  </a:lnTo>
                  <a:lnTo>
                    <a:pt x="749" y="448"/>
                  </a:lnTo>
                  <a:lnTo>
                    <a:pt x="751" y="448"/>
                  </a:lnTo>
                  <a:lnTo>
                    <a:pt x="753" y="450"/>
                  </a:lnTo>
                  <a:lnTo>
                    <a:pt x="755" y="450"/>
                  </a:lnTo>
                  <a:lnTo>
                    <a:pt x="755" y="450"/>
                  </a:lnTo>
                  <a:lnTo>
                    <a:pt x="755" y="448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3" y="444"/>
                  </a:lnTo>
                  <a:lnTo>
                    <a:pt x="753" y="442"/>
                  </a:lnTo>
                  <a:lnTo>
                    <a:pt x="755" y="440"/>
                  </a:lnTo>
                  <a:lnTo>
                    <a:pt x="753" y="434"/>
                  </a:lnTo>
                  <a:lnTo>
                    <a:pt x="755" y="432"/>
                  </a:lnTo>
                  <a:lnTo>
                    <a:pt x="757" y="430"/>
                  </a:lnTo>
                  <a:lnTo>
                    <a:pt x="759" y="428"/>
                  </a:lnTo>
                  <a:lnTo>
                    <a:pt x="759" y="428"/>
                  </a:lnTo>
                  <a:lnTo>
                    <a:pt x="759" y="422"/>
                  </a:lnTo>
                  <a:lnTo>
                    <a:pt x="761" y="421"/>
                  </a:lnTo>
                  <a:lnTo>
                    <a:pt x="766" y="419"/>
                  </a:lnTo>
                  <a:lnTo>
                    <a:pt x="766" y="421"/>
                  </a:lnTo>
                  <a:lnTo>
                    <a:pt x="768" y="426"/>
                  </a:lnTo>
                  <a:lnTo>
                    <a:pt x="770" y="426"/>
                  </a:lnTo>
                  <a:lnTo>
                    <a:pt x="770" y="426"/>
                  </a:lnTo>
                  <a:lnTo>
                    <a:pt x="770" y="428"/>
                  </a:lnTo>
                  <a:lnTo>
                    <a:pt x="770" y="428"/>
                  </a:lnTo>
                  <a:lnTo>
                    <a:pt x="772" y="430"/>
                  </a:lnTo>
                  <a:lnTo>
                    <a:pt x="772" y="430"/>
                  </a:lnTo>
                  <a:lnTo>
                    <a:pt x="772" y="432"/>
                  </a:lnTo>
                  <a:lnTo>
                    <a:pt x="772" y="434"/>
                  </a:lnTo>
                  <a:lnTo>
                    <a:pt x="772" y="436"/>
                  </a:lnTo>
                  <a:lnTo>
                    <a:pt x="774" y="436"/>
                  </a:lnTo>
                  <a:lnTo>
                    <a:pt x="774" y="438"/>
                  </a:lnTo>
                  <a:lnTo>
                    <a:pt x="776" y="438"/>
                  </a:lnTo>
                  <a:lnTo>
                    <a:pt x="778" y="440"/>
                  </a:lnTo>
                  <a:lnTo>
                    <a:pt x="782" y="444"/>
                  </a:lnTo>
                  <a:lnTo>
                    <a:pt x="784" y="444"/>
                  </a:lnTo>
                  <a:lnTo>
                    <a:pt x="790" y="444"/>
                  </a:lnTo>
                  <a:lnTo>
                    <a:pt x="792" y="446"/>
                  </a:lnTo>
                  <a:lnTo>
                    <a:pt x="794" y="446"/>
                  </a:lnTo>
                  <a:lnTo>
                    <a:pt x="798" y="446"/>
                  </a:lnTo>
                  <a:lnTo>
                    <a:pt x="798" y="448"/>
                  </a:lnTo>
                  <a:lnTo>
                    <a:pt x="800" y="446"/>
                  </a:lnTo>
                  <a:lnTo>
                    <a:pt x="804" y="448"/>
                  </a:lnTo>
                  <a:lnTo>
                    <a:pt x="812" y="446"/>
                  </a:lnTo>
                  <a:lnTo>
                    <a:pt x="817" y="442"/>
                  </a:lnTo>
                  <a:lnTo>
                    <a:pt x="817" y="440"/>
                  </a:lnTo>
                  <a:lnTo>
                    <a:pt x="814" y="442"/>
                  </a:lnTo>
                  <a:lnTo>
                    <a:pt x="812" y="440"/>
                  </a:lnTo>
                  <a:lnTo>
                    <a:pt x="812" y="438"/>
                  </a:lnTo>
                  <a:lnTo>
                    <a:pt x="814" y="434"/>
                  </a:lnTo>
                  <a:lnTo>
                    <a:pt x="814" y="434"/>
                  </a:lnTo>
                  <a:lnTo>
                    <a:pt x="814" y="432"/>
                  </a:lnTo>
                  <a:lnTo>
                    <a:pt x="814" y="432"/>
                  </a:lnTo>
                  <a:lnTo>
                    <a:pt x="814" y="430"/>
                  </a:lnTo>
                  <a:lnTo>
                    <a:pt x="814" y="428"/>
                  </a:lnTo>
                  <a:lnTo>
                    <a:pt x="812" y="428"/>
                  </a:lnTo>
                  <a:lnTo>
                    <a:pt x="812" y="428"/>
                  </a:lnTo>
                  <a:lnTo>
                    <a:pt x="810" y="426"/>
                  </a:lnTo>
                  <a:lnTo>
                    <a:pt x="808" y="426"/>
                  </a:lnTo>
                  <a:lnTo>
                    <a:pt x="808" y="424"/>
                  </a:lnTo>
                  <a:lnTo>
                    <a:pt x="806" y="426"/>
                  </a:lnTo>
                  <a:lnTo>
                    <a:pt x="806" y="426"/>
                  </a:lnTo>
                  <a:lnTo>
                    <a:pt x="806" y="426"/>
                  </a:lnTo>
                  <a:lnTo>
                    <a:pt x="806" y="424"/>
                  </a:lnTo>
                  <a:lnTo>
                    <a:pt x="806" y="424"/>
                  </a:lnTo>
                  <a:lnTo>
                    <a:pt x="808" y="424"/>
                  </a:lnTo>
                  <a:lnTo>
                    <a:pt x="823" y="434"/>
                  </a:lnTo>
                  <a:lnTo>
                    <a:pt x="823" y="434"/>
                  </a:lnTo>
                  <a:lnTo>
                    <a:pt x="827" y="438"/>
                  </a:lnTo>
                  <a:lnTo>
                    <a:pt x="827" y="438"/>
                  </a:lnTo>
                  <a:lnTo>
                    <a:pt x="837" y="442"/>
                  </a:lnTo>
                  <a:lnTo>
                    <a:pt x="839" y="444"/>
                  </a:lnTo>
                  <a:lnTo>
                    <a:pt x="839" y="444"/>
                  </a:lnTo>
                  <a:lnTo>
                    <a:pt x="837" y="444"/>
                  </a:lnTo>
                  <a:lnTo>
                    <a:pt x="835" y="444"/>
                  </a:lnTo>
                  <a:lnTo>
                    <a:pt x="835" y="446"/>
                  </a:lnTo>
                  <a:lnTo>
                    <a:pt x="835" y="446"/>
                  </a:lnTo>
                  <a:lnTo>
                    <a:pt x="835" y="446"/>
                  </a:lnTo>
                  <a:lnTo>
                    <a:pt x="835" y="448"/>
                  </a:lnTo>
                  <a:lnTo>
                    <a:pt x="835" y="448"/>
                  </a:lnTo>
                  <a:lnTo>
                    <a:pt x="835" y="450"/>
                  </a:lnTo>
                  <a:lnTo>
                    <a:pt x="839" y="450"/>
                  </a:lnTo>
                  <a:lnTo>
                    <a:pt x="839" y="450"/>
                  </a:lnTo>
                  <a:lnTo>
                    <a:pt x="839" y="450"/>
                  </a:lnTo>
                  <a:lnTo>
                    <a:pt x="837" y="452"/>
                  </a:lnTo>
                  <a:lnTo>
                    <a:pt x="837" y="452"/>
                  </a:lnTo>
                  <a:lnTo>
                    <a:pt x="839" y="452"/>
                  </a:lnTo>
                  <a:lnTo>
                    <a:pt x="841" y="450"/>
                  </a:lnTo>
                  <a:lnTo>
                    <a:pt x="841" y="450"/>
                  </a:lnTo>
                  <a:lnTo>
                    <a:pt x="845" y="448"/>
                  </a:lnTo>
                  <a:lnTo>
                    <a:pt x="847" y="448"/>
                  </a:lnTo>
                  <a:lnTo>
                    <a:pt x="847" y="448"/>
                  </a:lnTo>
                  <a:lnTo>
                    <a:pt x="847" y="446"/>
                  </a:lnTo>
                  <a:lnTo>
                    <a:pt x="845" y="446"/>
                  </a:lnTo>
                  <a:lnTo>
                    <a:pt x="845" y="446"/>
                  </a:lnTo>
                  <a:lnTo>
                    <a:pt x="843" y="446"/>
                  </a:lnTo>
                  <a:lnTo>
                    <a:pt x="843" y="444"/>
                  </a:lnTo>
                  <a:lnTo>
                    <a:pt x="851" y="450"/>
                  </a:lnTo>
                  <a:lnTo>
                    <a:pt x="851" y="450"/>
                  </a:lnTo>
                  <a:lnTo>
                    <a:pt x="851" y="452"/>
                  </a:lnTo>
                  <a:lnTo>
                    <a:pt x="853" y="452"/>
                  </a:lnTo>
                  <a:lnTo>
                    <a:pt x="853" y="454"/>
                  </a:lnTo>
                  <a:lnTo>
                    <a:pt x="853" y="454"/>
                  </a:lnTo>
                  <a:lnTo>
                    <a:pt x="855" y="456"/>
                  </a:lnTo>
                  <a:lnTo>
                    <a:pt x="859" y="458"/>
                  </a:lnTo>
                  <a:lnTo>
                    <a:pt x="861" y="460"/>
                  </a:lnTo>
                  <a:lnTo>
                    <a:pt x="866" y="466"/>
                  </a:lnTo>
                  <a:lnTo>
                    <a:pt x="868" y="468"/>
                  </a:lnTo>
                  <a:lnTo>
                    <a:pt x="866" y="468"/>
                  </a:lnTo>
                  <a:lnTo>
                    <a:pt x="864" y="468"/>
                  </a:lnTo>
                  <a:lnTo>
                    <a:pt x="864" y="468"/>
                  </a:lnTo>
                  <a:lnTo>
                    <a:pt x="864" y="468"/>
                  </a:lnTo>
                  <a:lnTo>
                    <a:pt x="863" y="468"/>
                  </a:lnTo>
                  <a:lnTo>
                    <a:pt x="861" y="468"/>
                  </a:lnTo>
                  <a:lnTo>
                    <a:pt x="861" y="468"/>
                  </a:lnTo>
                  <a:lnTo>
                    <a:pt x="861" y="470"/>
                  </a:lnTo>
                  <a:lnTo>
                    <a:pt x="861" y="470"/>
                  </a:lnTo>
                  <a:lnTo>
                    <a:pt x="863" y="470"/>
                  </a:lnTo>
                  <a:lnTo>
                    <a:pt x="864" y="470"/>
                  </a:lnTo>
                  <a:lnTo>
                    <a:pt x="864" y="470"/>
                  </a:lnTo>
                  <a:lnTo>
                    <a:pt x="866" y="470"/>
                  </a:lnTo>
                  <a:lnTo>
                    <a:pt x="866" y="470"/>
                  </a:lnTo>
                  <a:lnTo>
                    <a:pt x="868" y="470"/>
                  </a:lnTo>
                  <a:lnTo>
                    <a:pt x="868" y="472"/>
                  </a:lnTo>
                  <a:lnTo>
                    <a:pt x="866" y="472"/>
                  </a:lnTo>
                  <a:lnTo>
                    <a:pt x="866" y="474"/>
                  </a:lnTo>
                  <a:lnTo>
                    <a:pt x="866" y="474"/>
                  </a:lnTo>
                  <a:lnTo>
                    <a:pt x="864" y="474"/>
                  </a:lnTo>
                  <a:lnTo>
                    <a:pt x="864" y="472"/>
                  </a:lnTo>
                  <a:lnTo>
                    <a:pt x="864" y="472"/>
                  </a:lnTo>
                  <a:lnTo>
                    <a:pt x="863" y="472"/>
                  </a:lnTo>
                  <a:lnTo>
                    <a:pt x="861" y="472"/>
                  </a:lnTo>
                  <a:lnTo>
                    <a:pt x="861" y="472"/>
                  </a:lnTo>
                  <a:lnTo>
                    <a:pt x="859" y="474"/>
                  </a:lnTo>
                  <a:lnTo>
                    <a:pt x="861" y="474"/>
                  </a:lnTo>
                  <a:lnTo>
                    <a:pt x="861" y="474"/>
                  </a:lnTo>
                  <a:lnTo>
                    <a:pt x="863" y="475"/>
                  </a:lnTo>
                  <a:lnTo>
                    <a:pt x="861" y="477"/>
                  </a:lnTo>
                  <a:lnTo>
                    <a:pt x="861" y="477"/>
                  </a:lnTo>
                  <a:lnTo>
                    <a:pt x="861" y="475"/>
                  </a:lnTo>
                  <a:lnTo>
                    <a:pt x="859" y="475"/>
                  </a:lnTo>
                  <a:lnTo>
                    <a:pt x="859" y="475"/>
                  </a:lnTo>
                  <a:lnTo>
                    <a:pt x="859" y="475"/>
                  </a:lnTo>
                  <a:lnTo>
                    <a:pt x="859" y="475"/>
                  </a:lnTo>
                  <a:lnTo>
                    <a:pt x="857" y="477"/>
                  </a:lnTo>
                  <a:lnTo>
                    <a:pt x="855" y="477"/>
                  </a:lnTo>
                  <a:lnTo>
                    <a:pt x="855" y="477"/>
                  </a:lnTo>
                  <a:lnTo>
                    <a:pt x="855" y="479"/>
                  </a:lnTo>
                  <a:lnTo>
                    <a:pt x="855" y="479"/>
                  </a:lnTo>
                  <a:lnTo>
                    <a:pt x="855" y="479"/>
                  </a:lnTo>
                  <a:lnTo>
                    <a:pt x="855" y="481"/>
                  </a:lnTo>
                  <a:lnTo>
                    <a:pt x="855" y="483"/>
                  </a:lnTo>
                  <a:lnTo>
                    <a:pt x="857" y="483"/>
                  </a:lnTo>
                  <a:lnTo>
                    <a:pt x="859" y="485"/>
                  </a:lnTo>
                  <a:lnTo>
                    <a:pt x="861" y="485"/>
                  </a:lnTo>
                  <a:lnTo>
                    <a:pt x="863" y="483"/>
                  </a:lnTo>
                  <a:lnTo>
                    <a:pt x="863" y="483"/>
                  </a:lnTo>
                  <a:lnTo>
                    <a:pt x="863" y="481"/>
                  </a:lnTo>
                  <a:lnTo>
                    <a:pt x="863" y="477"/>
                  </a:lnTo>
                  <a:lnTo>
                    <a:pt x="863" y="477"/>
                  </a:lnTo>
                  <a:lnTo>
                    <a:pt x="868" y="474"/>
                  </a:lnTo>
                  <a:lnTo>
                    <a:pt x="868" y="474"/>
                  </a:lnTo>
                  <a:lnTo>
                    <a:pt x="868" y="474"/>
                  </a:lnTo>
                  <a:lnTo>
                    <a:pt x="868" y="474"/>
                  </a:lnTo>
                  <a:lnTo>
                    <a:pt x="868" y="474"/>
                  </a:lnTo>
                  <a:lnTo>
                    <a:pt x="870" y="474"/>
                  </a:lnTo>
                  <a:lnTo>
                    <a:pt x="870" y="474"/>
                  </a:lnTo>
                  <a:lnTo>
                    <a:pt x="870" y="474"/>
                  </a:lnTo>
                  <a:lnTo>
                    <a:pt x="870" y="474"/>
                  </a:lnTo>
                  <a:lnTo>
                    <a:pt x="872" y="474"/>
                  </a:lnTo>
                  <a:lnTo>
                    <a:pt x="872" y="475"/>
                  </a:lnTo>
                  <a:lnTo>
                    <a:pt x="872" y="475"/>
                  </a:lnTo>
                  <a:lnTo>
                    <a:pt x="872" y="475"/>
                  </a:lnTo>
                  <a:lnTo>
                    <a:pt x="874" y="475"/>
                  </a:lnTo>
                  <a:lnTo>
                    <a:pt x="874" y="477"/>
                  </a:lnTo>
                  <a:lnTo>
                    <a:pt x="874" y="477"/>
                  </a:lnTo>
                  <a:lnTo>
                    <a:pt x="874" y="477"/>
                  </a:lnTo>
                  <a:lnTo>
                    <a:pt x="874" y="479"/>
                  </a:lnTo>
                  <a:lnTo>
                    <a:pt x="874" y="479"/>
                  </a:lnTo>
                  <a:lnTo>
                    <a:pt x="874" y="481"/>
                  </a:lnTo>
                  <a:lnTo>
                    <a:pt x="874" y="481"/>
                  </a:lnTo>
                  <a:lnTo>
                    <a:pt x="874" y="481"/>
                  </a:lnTo>
                  <a:lnTo>
                    <a:pt x="874" y="483"/>
                  </a:lnTo>
                  <a:lnTo>
                    <a:pt x="874" y="483"/>
                  </a:lnTo>
                  <a:lnTo>
                    <a:pt x="874" y="485"/>
                  </a:lnTo>
                  <a:lnTo>
                    <a:pt x="874" y="487"/>
                  </a:lnTo>
                  <a:lnTo>
                    <a:pt x="878" y="485"/>
                  </a:lnTo>
                  <a:lnTo>
                    <a:pt x="880" y="485"/>
                  </a:lnTo>
                  <a:lnTo>
                    <a:pt x="880" y="479"/>
                  </a:lnTo>
                  <a:lnTo>
                    <a:pt x="880" y="479"/>
                  </a:lnTo>
                  <a:lnTo>
                    <a:pt x="880" y="477"/>
                  </a:lnTo>
                  <a:lnTo>
                    <a:pt x="876" y="475"/>
                  </a:lnTo>
                  <a:lnTo>
                    <a:pt x="872" y="474"/>
                  </a:lnTo>
                  <a:lnTo>
                    <a:pt x="870" y="472"/>
                  </a:lnTo>
                  <a:lnTo>
                    <a:pt x="870" y="470"/>
                  </a:lnTo>
                  <a:lnTo>
                    <a:pt x="870" y="470"/>
                  </a:lnTo>
                  <a:lnTo>
                    <a:pt x="870" y="470"/>
                  </a:lnTo>
                  <a:lnTo>
                    <a:pt x="872" y="472"/>
                  </a:lnTo>
                  <a:lnTo>
                    <a:pt x="872" y="472"/>
                  </a:lnTo>
                  <a:lnTo>
                    <a:pt x="874" y="472"/>
                  </a:lnTo>
                  <a:lnTo>
                    <a:pt x="876" y="474"/>
                  </a:lnTo>
                  <a:lnTo>
                    <a:pt x="876" y="475"/>
                  </a:lnTo>
                  <a:lnTo>
                    <a:pt x="892" y="481"/>
                  </a:lnTo>
                  <a:lnTo>
                    <a:pt x="890" y="483"/>
                  </a:lnTo>
                  <a:lnTo>
                    <a:pt x="886" y="481"/>
                  </a:lnTo>
                  <a:lnTo>
                    <a:pt x="882" y="481"/>
                  </a:lnTo>
                  <a:lnTo>
                    <a:pt x="882" y="483"/>
                  </a:lnTo>
                  <a:lnTo>
                    <a:pt x="884" y="485"/>
                  </a:lnTo>
                  <a:lnTo>
                    <a:pt x="890" y="483"/>
                  </a:lnTo>
                  <a:lnTo>
                    <a:pt x="892" y="485"/>
                  </a:lnTo>
                  <a:lnTo>
                    <a:pt x="896" y="483"/>
                  </a:lnTo>
                  <a:lnTo>
                    <a:pt x="896" y="483"/>
                  </a:lnTo>
                  <a:lnTo>
                    <a:pt x="902" y="485"/>
                  </a:lnTo>
                  <a:lnTo>
                    <a:pt x="902" y="485"/>
                  </a:lnTo>
                  <a:lnTo>
                    <a:pt x="902" y="483"/>
                  </a:lnTo>
                  <a:lnTo>
                    <a:pt x="902" y="483"/>
                  </a:lnTo>
                  <a:lnTo>
                    <a:pt x="904" y="483"/>
                  </a:lnTo>
                  <a:lnTo>
                    <a:pt x="904" y="481"/>
                  </a:lnTo>
                  <a:lnTo>
                    <a:pt x="908" y="481"/>
                  </a:lnTo>
                  <a:lnTo>
                    <a:pt x="910" y="483"/>
                  </a:lnTo>
                  <a:lnTo>
                    <a:pt x="910" y="483"/>
                  </a:lnTo>
                  <a:lnTo>
                    <a:pt x="912" y="483"/>
                  </a:lnTo>
                  <a:lnTo>
                    <a:pt x="912" y="483"/>
                  </a:lnTo>
                  <a:lnTo>
                    <a:pt x="912" y="483"/>
                  </a:lnTo>
                  <a:lnTo>
                    <a:pt x="914" y="483"/>
                  </a:lnTo>
                  <a:lnTo>
                    <a:pt x="915" y="485"/>
                  </a:lnTo>
                  <a:lnTo>
                    <a:pt x="915" y="485"/>
                  </a:lnTo>
                  <a:lnTo>
                    <a:pt x="915" y="485"/>
                  </a:lnTo>
                  <a:lnTo>
                    <a:pt x="919" y="489"/>
                  </a:lnTo>
                  <a:lnTo>
                    <a:pt x="919" y="489"/>
                  </a:lnTo>
                  <a:lnTo>
                    <a:pt x="919" y="491"/>
                  </a:lnTo>
                  <a:lnTo>
                    <a:pt x="919" y="491"/>
                  </a:lnTo>
                  <a:lnTo>
                    <a:pt x="917" y="491"/>
                  </a:lnTo>
                  <a:lnTo>
                    <a:pt x="917" y="491"/>
                  </a:lnTo>
                  <a:lnTo>
                    <a:pt x="915" y="491"/>
                  </a:lnTo>
                  <a:lnTo>
                    <a:pt x="915" y="493"/>
                  </a:lnTo>
                  <a:lnTo>
                    <a:pt x="915" y="495"/>
                  </a:lnTo>
                  <a:lnTo>
                    <a:pt x="915" y="497"/>
                  </a:lnTo>
                  <a:lnTo>
                    <a:pt x="917" y="497"/>
                  </a:lnTo>
                  <a:lnTo>
                    <a:pt x="917" y="499"/>
                  </a:lnTo>
                  <a:lnTo>
                    <a:pt x="923" y="503"/>
                  </a:lnTo>
                  <a:lnTo>
                    <a:pt x="925" y="503"/>
                  </a:lnTo>
                  <a:lnTo>
                    <a:pt x="927" y="503"/>
                  </a:lnTo>
                  <a:lnTo>
                    <a:pt x="931" y="501"/>
                  </a:lnTo>
                  <a:lnTo>
                    <a:pt x="933" y="501"/>
                  </a:lnTo>
                  <a:lnTo>
                    <a:pt x="935" y="501"/>
                  </a:lnTo>
                  <a:lnTo>
                    <a:pt x="935" y="501"/>
                  </a:lnTo>
                  <a:lnTo>
                    <a:pt x="937" y="503"/>
                  </a:lnTo>
                  <a:lnTo>
                    <a:pt x="937" y="505"/>
                  </a:lnTo>
                  <a:lnTo>
                    <a:pt x="939" y="505"/>
                  </a:lnTo>
                  <a:lnTo>
                    <a:pt x="939" y="505"/>
                  </a:lnTo>
                  <a:lnTo>
                    <a:pt x="939" y="505"/>
                  </a:lnTo>
                  <a:lnTo>
                    <a:pt x="941" y="505"/>
                  </a:lnTo>
                  <a:lnTo>
                    <a:pt x="941" y="505"/>
                  </a:lnTo>
                  <a:lnTo>
                    <a:pt x="941" y="505"/>
                  </a:lnTo>
                  <a:lnTo>
                    <a:pt x="943" y="507"/>
                  </a:lnTo>
                  <a:lnTo>
                    <a:pt x="945" y="509"/>
                  </a:lnTo>
                  <a:lnTo>
                    <a:pt x="945" y="509"/>
                  </a:lnTo>
                  <a:lnTo>
                    <a:pt x="945" y="511"/>
                  </a:lnTo>
                  <a:lnTo>
                    <a:pt x="945" y="511"/>
                  </a:lnTo>
                  <a:lnTo>
                    <a:pt x="945" y="511"/>
                  </a:lnTo>
                  <a:lnTo>
                    <a:pt x="945" y="513"/>
                  </a:lnTo>
                  <a:lnTo>
                    <a:pt x="947" y="513"/>
                  </a:lnTo>
                  <a:lnTo>
                    <a:pt x="947" y="513"/>
                  </a:lnTo>
                  <a:lnTo>
                    <a:pt x="947" y="515"/>
                  </a:lnTo>
                  <a:lnTo>
                    <a:pt x="947" y="515"/>
                  </a:lnTo>
                  <a:lnTo>
                    <a:pt x="947" y="515"/>
                  </a:lnTo>
                  <a:lnTo>
                    <a:pt x="949" y="515"/>
                  </a:lnTo>
                  <a:lnTo>
                    <a:pt x="947" y="517"/>
                  </a:lnTo>
                  <a:lnTo>
                    <a:pt x="945" y="519"/>
                  </a:lnTo>
                  <a:lnTo>
                    <a:pt x="945" y="519"/>
                  </a:lnTo>
                  <a:lnTo>
                    <a:pt x="945" y="521"/>
                  </a:lnTo>
                  <a:lnTo>
                    <a:pt x="947" y="523"/>
                  </a:lnTo>
                  <a:lnTo>
                    <a:pt x="947" y="525"/>
                  </a:lnTo>
                  <a:lnTo>
                    <a:pt x="949" y="527"/>
                  </a:lnTo>
                  <a:lnTo>
                    <a:pt x="947" y="528"/>
                  </a:lnTo>
                  <a:lnTo>
                    <a:pt x="947" y="530"/>
                  </a:lnTo>
                  <a:lnTo>
                    <a:pt x="943" y="532"/>
                  </a:lnTo>
                  <a:lnTo>
                    <a:pt x="943" y="534"/>
                  </a:lnTo>
                  <a:lnTo>
                    <a:pt x="943" y="536"/>
                  </a:lnTo>
                  <a:lnTo>
                    <a:pt x="943" y="538"/>
                  </a:lnTo>
                  <a:lnTo>
                    <a:pt x="947" y="540"/>
                  </a:lnTo>
                  <a:lnTo>
                    <a:pt x="949" y="542"/>
                  </a:lnTo>
                  <a:lnTo>
                    <a:pt x="949" y="544"/>
                  </a:lnTo>
                  <a:lnTo>
                    <a:pt x="951" y="544"/>
                  </a:lnTo>
                  <a:lnTo>
                    <a:pt x="951" y="544"/>
                  </a:lnTo>
                  <a:lnTo>
                    <a:pt x="951" y="546"/>
                  </a:lnTo>
                  <a:lnTo>
                    <a:pt x="951" y="546"/>
                  </a:lnTo>
                  <a:lnTo>
                    <a:pt x="951" y="550"/>
                  </a:lnTo>
                  <a:lnTo>
                    <a:pt x="951" y="550"/>
                  </a:lnTo>
                  <a:lnTo>
                    <a:pt x="951" y="550"/>
                  </a:lnTo>
                  <a:lnTo>
                    <a:pt x="951" y="550"/>
                  </a:lnTo>
                  <a:lnTo>
                    <a:pt x="949" y="550"/>
                  </a:lnTo>
                  <a:lnTo>
                    <a:pt x="949" y="550"/>
                  </a:lnTo>
                  <a:lnTo>
                    <a:pt x="947" y="548"/>
                  </a:lnTo>
                  <a:lnTo>
                    <a:pt x="945" y="548"/>
                  </a:lnTo>
                  <a:lnTo>
                    <a:pt x="943" y="548"/>
                  </a:lnTo>
                  <a:lnTo>
                    <a:pt x="937" y="550"/>
                  </a:lnTo>
                  <a:lnTo>
                    <a:pt x="935" y="552"/>
                  </a:lnTo>
                  <a:lnTo>
                    <a:pt x="925" y="556"/>
                  </a:lnTo>
                  <a:lnTo>
                    <a:pt x="919" y="556"/>
                  </a:lnTo>
                  <a:lnTo>
                    <a:pt x="917" y="558"/>
                  </a:lnTo>
                  <a:lnTo>
                    <a:pt x="915" y="558"/>
                  </a:lnTo>
                  <a:lnTo>
                    <a:pt x="912" y="558"/>
                  </a:lnTo>
                  <a:lnTo>
                    <a:pt x="908" y="558"/>
                  </a:lnTo>
                  <a:lnTo>
                    <a:pt x="906" y="560"/>
                  </a:lnTo>
                  <a:lnTo>
                    <a:pt x="900" y="562"/>
                  </a:lnTo>
                  <a:lnTo>
                    <a:pt x="892" y="566"/>
                  </a:lnTo>
                  <a:lnTo>
                    <a:pt x="880" y="576"/>
                  </a:lnTo>
                  <a:lnTo>
                    <a:pt x="880" y="574"/>
                  </a:lnTo>
                  <a:lnTo>
                    <a:pt x="880" y="574"/>
                  </a:lnTo>
                  <a:lnTo>
                    <a:pt x="880" y="574"/>
                  </a:lnTo>
                  <a:lnTo>
                    <a:pt x="878" y="574"/>
                  </a:lnTo>
                  <a:lnTo>
                    <a:pt x="876" y="574"/>
                  </a:lnTo>
                  <a:lnTo>
                    <a:pt x="876" y="570"/>
                  </a:lnTo>
                  <a:lnTo>
                    <a:pt x="874" y="568"/>
                  </a:lnTo>
                  <a:lnTo>
                    <a:pt x="874" y="568"/>
                  </a:lnTo>
                  <a:lnTo>
                    <a:pt x="874" y="568"/>
                  </a:lnTo>
                  <a:lnTo>
                    <a:pt x="874" y="568"/>
                  </a:lnTo>
                  <a:lnTo>
                    <a:pt x="874" y="566"/>
                  </a:lnTo>
                  <a:lnTo>
                    <a:pt x="872" y="564"/>
                  </a:lnTo>
                  <a:lnTo>
                    <a:pt x="872" y="564"/>
                  </a:lnTo>
                  <a:lnTo>
                    <a:pt x="872" y="564"/>
                  </a:lnTo>
                  <a:lnTo>
                    <a:pt x="872" y="564"/>
                  </a:lnTo>
                  <a:lnTo>
                    <a:pt x="870" y="564"/>
                  </a:lnTo>
                  <a:lnTo>
                    <a:pt x="870" y="562"/>
                  </a:lnTo>
                  <a:lnTo>
                    <a:pt x="870" y="562"/>
                  </a:lnTo>
                  <a:lnTo>
                    <a:pt x="872" y="560"/>
                  </a:lnTo>
                  <a:lnTo>
                    <a:pt x="874" y="560"/>
                  </a:lnTo>
                  <a:lnTo>
                    <a:pt x="872" y="558"/>
                  </a:lnTo>
                  <a:lnTo>
                    <a:pt x="872" y="558"/>
                  </a:lnTo>
                  <a:lnTo>
                    <a:pt x="872" y="558"/>
                  </a:lnTo>
                  <a:lnTo>
                    <a:pt x="872" y="558"/>
                  </a:lnTo>
                  <a:lnTo>
                    <a:pt x="872" y="556"/>
                  </a:lnTo>
                  <a:lnTo>
                    <a:pt x="872" y="556"/>
                  </a:lnTo>
                  <a:lnTo>
                    <a:pt x="872" y="556"/>
                  </a:lnTo>
                  <a:lnTo>
                    <a:pt x="870" y="556"/>
                  </a:lnTo>
                  <a:lnTo>
                    <a:pt x="868" y="558"/>
                  </a:lnTo>
                  <a:lnTo>
                    <a:pt x="868" y="560"/>
                  </a:lnTo>
                  <a:lnTo>
                    <a:pt x="868" y="562"/>
                  </a:lnTo>
                  <a:lnTo>
                    <a:pt x="868" y="564"/>
                  </a:lnTo>
                  <a:lnTo>
                    <a:pt x="870" y="566"/>
                  </a:lnTo>
                  <a:lnTo>
                    <a:pt x="870" y="566"/>
                  </a:lnTo>
                  <a:lnTo>
                    <a:pt x="872" y="568"/>
                  </a:lnTo>
                  <a:lnTo>
                    <a:pt x="868" y="570"/>
                  </a:lnTo>
                  <a:lnTo>
                    <a:pt x="868" y="570"/>
                  </a:lnTo>
                  <a:lnTo>
                    <a:pt x="864" y="568"/>
                  </a:lnTo>
                  <a:lnTo>
                    <a:pt x="864" y="566"/>
                  </a:lnTo>
                  <a:lnTo>
                    <a:pt x="864" y="564"/>
                  </a:lnTo>
                  <a:lnTo>
                    <a:pt x="863" y="564"/>
                  </a:lnTo>
                  <a:lnTo>
                    <a:pt x="861" y="564"/>
                  </a:lnTo>
                  <a:lnTo>
                    <a:pt x="859" y="564"/>
                  </a:lnTo>
                  <a:lnTo>
                    <a:pt x="857" y="564"/>
                  </a:lnTo>
                  <a:lnTo>
                    <a:pt x="857" y="564"/>
                  </a:lnTo>
                  <a:lnTo>
                    <a:pt x="857" y="564"/>
                  </a:lnTo>
                  <a:lnTo>
                    <a:pt x="857" y="564"/>
                  </a:lnTo>
                  <a:lnTo>
                    <a:pt x="857" y="564"/>
                  </a:lnTo>
                  <a:lnTo>
                    <a:pt x="855" y="564"/>
                  </a:lnTo>
                  <a:lnTo>
                    <a:pt x="855" y="564"/>
                  </a:lnTo>
                  <a:lnTo>
                    <a:pt x="855" y="564"/>
                  </a:lnTo>
                  <a:lnTo>
                    <a:pt x="855" y="564"/>
                  </a:lnTo>
                  <a:lnTo>
                    <a:pt x="857" y="566"/>
                  </a:lnTo>
                  <a:lnTo>
                    <a:pt x="857" y="566"/>
                  </a:lnTo>
                  <a:lnTo>
                    <a:pt x="859" y="568"/>
                  </a:lnTo>
                  <a:lnTo>
                    <a:pt x="859" y="568"/>
                  </a:lnTo>
                  <a:lnTo>
                    <a:pt x="861" y="568"/>
                  </a:lnTo>
                  <a:lnTo>
                    <a:pt x="861" y="568"/>
                  </a:lnTo>
                  <a:lnTo>
                    <a:pt x="861" y="570"/>
                  </a:lnTo>
                  <a:lnTo>
                    <a:pt x="863" y="570"/>
                  </a:lnTo>
                  <a:lnTo>
                    <a:pt x="863" y="570"/>
                  </a:lnTo>
                  <a:lnTo>
                    <a:pt x="863" y="576"/>
                  </a:lnTo>
                  <a:lnTo>
                    <a:pt x="863" y="578"/>
                  </a:lnTo>
                  <a:lnTo>
                    <a:pt x="863" y="578"/>
                  </a:lnTo>
                  <a:lnTo>
                    <a:pt x="866" y="580"/>
                  </a:lnTo>
                  <a:lnTo>
                    <a:pt x="868" y="580"/>
                  </a:lnTo>
                  <a:lnTo>
                    <a:pt x="868" y="580"/>
                  </a:lnTo>
                  <a:lnTo>
                    <a:pt x="870" y="582"/>
                  </a:lnTo>
                  <a:lnTo>
                    <a:pt x="870" y="582"/>
                  </a:lnTo>
                  <a:lnTo>
                    <a:pt x="872" y="582"/>
                  </a:lnTo>
                  <a:lnTo>
                    <a:pt x="872" y="582"/>
                  </a:lnTo>
                  <a:lnTo>
                    <a:pt x="872" y="580"/>
                  </a:lnTo>
                  <a:lnTo>
                    <a:pt x="874" y="578"/>
                  </a:lnTo>
                  <a:lnTo>
                    <a:pt x="878" y="576"/>
                  </a:lnTo>
                  <a:lnTo>
                    <a:pt x="878" y="578"/>
                  </a:lnTo>
                  <a:lnTo>
                    <a:pt x="872" y="583"/>
                  </a:lnTo>
                  <a:lnTo>
                    <a:pt x="868" y="589"/>
                  </a:lnTo>
                  <a:lnTo>
                    <a:pt x="866" y="595"/>
                  </a:lnTo>
                  <a:lnTo>
                    <a:pt x="864" y="595"/>
                  </a:lnTo>
                  <a:lnTo>
                    <a:pt x="864" y="595"/>
                  </a:lnTo>
                  <a:lnTo>
                    <a:pt x="864" y="595"/>
                  </a:lnTo>
                  <a:lnTo>
                    <a:pt x="864" y="593"/>
                  </a:lnTo>
                  <a:lnTo>
                    <a:pt x="864" y="593"/>
                  </a:lnTo>
                  <a:lnTo>
                    <a:pt x="864" y="591"/>
                  </a:lnTo>
                  <a:lnTo>
                    <a:pt x="863" y="593"/>
                  </a:lnTo>
                  <a:lnTo>
                    <a:pt x="863" y="593"/>
                  </a:lnTo>
                  <a:lnTo>
                    <a:pt x="863" y="595"/>
                  </a:lnTo>
                  <a:lnTo>
                    <a:pt x="863" y="597"/>
                  </a:lnTo>
                  <a:lnTo>
                    <a:pt x="863" y="597"/>
                  </a:lnTo>
                  <a:lnTo>
                    <a:pt x="863" y="599"/>
                  </a:lnTo>
                  <a:lnTo>
                    <a:pt x="863" y="599"/>
                  </a:lnTo>
                  <a:lnTo>
                    <a:pt x="863" y="599"/>
                  </a:lnTo>
                  <a:lnTo>
                    <a:pt x="864" y="599"/>
                  </a:lnTo>
                  <a:lnTo>
                    <a:pt x="864" y="599"/>
                  </a:lnTo>
                  <a:lnTo>
                    <a:pt x="864" y="599"/>
                  </a:lnTo>
                  <a:lnTo>
                    <a:pt x="864" y="601"/>
                  </a:lnTo>
                  <a:lnTo>
                    <a:pt x="863" y="603"/>
                  </a:lnTo>
                  <a:lnTo>
                    <a:pt x="863" y="609"/>
                  </a:lnTo>
                  <a:lnTo>
                    <a:pt x="861" y="609"/>
                  </a:lnTo>
                  <a:lnTo>
                    <a:pt x="861" y="611"/>
                  </a:lnTo>
                  <a:lnTo>
                    <a:pt x="863" y="617"/>
                  </a:lnTo>
                  <a:lnTo>
                    <a:pt x="863" y="619"/>
                  </a:lnTo>
                  <a:lnTo>
                    <a:pt x="855" y="631"/>
                  </a:lnTo>
                  <a:lnTo>
                    <a:pt x="847" y="642"/>
                  </a:lnTo>
                  <a:lnTo>
                    <a:pt x="847" y="646"/>
                  </a:lnTo>
                  <a:lnTo>
                    <a:pt x="845" y="650"/>
                  </a:lnTo>
                  <a:lnTo>
                    <a:pt x="843" y="658"/>
                  </a:lnTo>
                  <a:lnTo>
                    <a:pt x="843" y="658"/>
                  </a:lnTo>
                  <a:lnTo>
                    <a:pt x="843" y="658"/>
                  </a:lnTo>
                  <a:lnTo>
                    <a:pt x="843" y="656"/>
                  </a:lnTo>
                  <a:lnTo>
                    <a:pt x="845" y="654"/>
                  </a:lnTo>
                  <a:lnTo>
                    <a:pt x="843" y="654"/>
                  </a:lnTo>
                  <a:lnTo>
                    <a:pt x="843" y="656"/>
                  </a:lnTo>
                  <a:lnTo>
                    <a:pt x="841" y="656"/>
                  </a:lnTo>
                  <a:lnTo>
                    <a:pt x="841" y="656"/>
                  </a:lnTo>
                  <a:lnTo>
                    <a:pt x="839" y="654"/>
                  </a:lnTo>
                  <a:lnTo>
                    <a:pt x="837" y="654"/>
                  </a:lnTo>
                  <a:lnTo>
                    <a:pt x="837" y="654"/>
                  </a:lnTo>
                  <a:lnTo>
                    <a:pt x="841" y="658"/>
                  </a:lnTo>
                  <a:lnTo>
                    <a:pt x="843" y="660"/>
                  </a:lnTo>
                  <a:lnTo>
                    <a:pt x="843" y="662"/>
                  </a:lnTo>
                  <a:lnTo>
                    <a:pt x="841" y="666"/>
                  </a:lnTo>
                  <a:lnTo>
                    <a:pt x="835" y="680"/>
                  </a:lnTo>
                  <a:lnTo>
                    <a:pt x="835" y="684"/>
                  </a:lnTo>
                  <a:lnTo>
                    <a:pt x="833" y="682"/>
                  </a:lnTo>
                  <a:lnTo>
                    <a:pt x="833" y="682"/>
                  </a:lnTo>
                  <a:lnTo>
                    <a:pt x="833" y="680"/>
                  </a:lnTo>
                  <a:lnTo>
                    <a:pt x="833" y="680"/>
                  </a:lnTo>
                  <a:lnTo>
                    <a:pt x="831" y="680"/>
                  </a:lnTo>
                  <a:lnTo>
                    <a:pt x="829" y="682"/>
                  </a:lnTo>
                  <a:lnTo>
                    <a:pt x="829" y="682"/>
                  </a:lnTo>
                  <a:lnTo>
                    <a:pt x="825" y="682"/>
                  </a:lnTo>
                  <a:lnTo>
                    <a:pt x="825" y="682"/>
                  </a:lnTo>
                  <a:lnTo>
                    <a:pt x="827" y="684"/>
                  </a:lnTo>
                  <a:lnTo>
                    <a:pt x="829" y="684"/>
                  </a:lnTo>
                  <a:lnTo>
                    <a:pt x="829" y="684"/>
                  </a:lnTo>
                  <a:lnTo>
                    <a:pt x="833" y="686"/>
                  </a:lnTo>
                  <a:lnTo>
                    <a:pt x="833" y="686"/>
                  </a:lnTo>
                  <a:lnTo>
                    <a:pt x="833" y="686"/>
                  </a:lnTo>
                  <a:lnTo>
                    <a:pt x="835" y="686"/>
                  </a:lnTo>
                  <a:lnTo>
                    <a:pt x="835" y="688"/>
                  </a:lnTo>
                  <a:lnTo>
                    <a:pt x="835" y="690"/>
                  </a:lnTo>
                  <a:lnTo>
                    <a:pt x="831" y="697"/>
                  </a:lnTo>
                  <a:lnTo>
                    <a:pt x="829" y="697"/>
                  </a:lnTo>
                  <a:lnTo>
                    <a:pt x="829" y="697"/>
                  </a:lnTo>
                  <a:lnTo>
                    <a:pt x="829" y="697"/>
                  </a:lnTo>
                  <a:lnTo>
                    <a:pt x="829" y="697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5"/>
                  </a:lnTo>
                  <a:lnTo>
                    <a:pt x="827" y="693"/>
                  </a:lnTo>
                  <a:lnTo>
                    <a:pt x="829" y="693"/>
                  </a:lnTo>
                  <a:lnTo>
                    <a:pt x="829" y="693"/>
                  </a:lnTo>
                  <a:lnTo>
                    <a:pt x="829" y="693"/>
                  </a:lnTo>
                  <a:lnTo>
                    <a:pt x="829" y="691"/>
                  </a:lnTo>
                  <a:lnTo>
                    <a:pt x="827" y="691"/>
                  </a:lnTo>
                  <a:lnTo>
                    <a:pt x="827" y="691"/>
                  </a:lnTo>
                  <a:lnTo>
                    <a:pt x="827" y="691"/>
                  </a:lnTo>
                  <a:lnTo>
                    <a:pt x="827" y="691"/>
                  </a:lnTo>
                  <a:lnTo>
                    <a:pt x="825" y="691"/>
                  </a:lnTo>
                  <a:lnTo>
                    <a:pt x="825" y="691"/>
                  </a:lnTo>
                  <a:lnTo>
                    <a:pt x="825" y="691"/>
                  </a:lnTo>
                  <a:lnTo>
                    <a:pt x="825" y="691"/>
                  </a:lnTo>
                  <a:lnTo>
                    <a:pt x="823" y="691"/>
                  </a:lnTo>
                  <a:lnTo>
                    <a:pt x="823" y="690"/>
                  </a:lnTo>
                  <a:lnTo>
                    <a:pt x="823" y="690"/>
                  </a:lnTo>
                  <a:lnTo>
                    <a:pt x="821" y="690"/>
                  </a:lnTo>
                  <a:lnTo>
                    <a:pt x="821" y="688"/>
                  </a:lnTo>
                  <a:lnTo>
                    <a:pt x="821" y="686"/>
                  </a:lnTo>
                  <a:lnTo>
                    <a:pt x="821" y="686"/>
                  </a:lnTo>
                  <a:lnTo>
                    <a:pt x="821" y="686"/>
                  </a:lnTo>
                  <a:lnTo>
                    <a:pt x="821" y="686"/>
                  </a:lnTo>
                  <a:lnTo>
                    <a:pt x="819" y="686"/>
                  </a:lnTo>
                  <a:lnTo>
                    <a:pt x="819" y="686"/>
                  </a:lnTo>
                  <a:lnTo>
                    <a:pt x="817" y="686"/>
                  </a:lnTo>
                  <a:lnTo>
                    <a:pt x="817" y="684"/>
                  </a:lnTo>
                  <a:lnTo>
                    <a:pt x="815" y="686"/>
                  </a:lnTo>
                  <a:lnTo>
                    <a:pt x="814" y="684"/>
                  </a:lnTo>
                  <a:lnTo>
                    <a:pt x="814" y="684"/>
                  </a:lnTo>
                  <a:lnTo>
                    <a:pt x="814" y="684"/>
                  </a:lnTo>
                  <a:lnTo>
                    <a:pt x="814" y="684"/>
                  </a:lnTo>
                  <a:lnTo>
                    <a:pt x="814" y="684"/>
                  </a:lnTo>
                  <a:lnTo>
                    <a:pt x="812" y="682"/>
                  </a:lnTo>
                  <a:lnTo>
                    <a:pt x="812" y="682"/>
                  </a:lnTo>
                  <a:lnTo>
                    <a:pt x="812" y="682"/>
                  </a:lnTo>
                  <a:lnTo>
                    <a:pt x="812" y="682"/>
                  </a:lnTo>
                  <a:lnTo>
                    <a:pt x="812" y="682"/>
                  </a:lnTo>
                  <a:lnTo>
                    <a:pt x="810" y="682"/>
                  </a:lnTo>
                  <a:lnTo>
                    <a:pt x="810" y="682"/>
                  </a:lnTo>
                  <a:lnTo>
                    <a:pt x="810" y="682"/>
                  </a:lnTo>
                  <a:lnTo>
                    <a:pt x="810" y="684"/>
                  </a:lnTo>
                  <a:lnTo>
                    <a:pt x="810" y="686"/>
                  </a:lnTo>
                  <a:lnTo>
                    <a:pt x="810" y="686"/>
                  </a:lnTo>
                  <a:lnTo>
                    <a:pt x="810" y="686"/>
                  </a:lnTo>
                  <a:lnTo>
                    <a:pt x="806" y="688"/>
                  </a:lnTo>
                  <a:lnTo>
                    <a:pt x="804" y="688"/>
                  </a:lnTo>
                  <a:lnTo>
                    <a:pt x="804" y="688"/>
                  </a:lnTo>
                  <a:lnTo>
                    <a:pt x="804" y="688"/>
                  </a:lnTo>
                  <a:lnTo>
                    <a:pt x="804" y="686"/>
                  </a:lnTo>
                  <a:lnTo>
                    <a:pt x="804" y="686"/>
                  </a:lnTo>
                  <a:lnTo>
                    <a:pt x="804" y="686"/>
                  </a:lnTo>
                  <a:lnTo>
                    <a:pt x="804" y="686"/>
                  </a:lnTo>
                  <a:lnTo>
                    <a:pt x="802" y="684"/>
                  </a:lnTo>
                  <a:lnTo>
                    <a:pt x="802" y="684"/>
                  </a:lnTo>
                  <a:lnTo>
                    <a:pt x="802" y="684"/>
                  </a:lnTo>
                  <a:lnTo>
                    <a:pt x="802" y="684"/>
                  </a:lnTo>
                  <a:lnTo>
                    <a:pt x="800" y="684"/>
                  </a:lnTo>
                  <a:lnTo>
                    <a:pt x="800" y="684"/>
                  </a:lnTo>
                  <a:lnTo>
                    <a:pt x="800" y="684"/>
                  </a:lnTo>
                  <a:lnTo>
                    <a:pt x="800" y="682"/>
                  </a:lnTo>
                  <a:lnTo>
                    <a:pt x="800" y="680"/>
                  </a:lnTo>
                  <a:lnTo>
                    <a:pt x="800" y="680"/>
                  </a:lnTo>
                  <a:lnTo>
                    <a:pt x="798" y="680"/>
                  </a:lnTo>
                  <a:lnTo>
                    <a:pt x="798" y="680"/>
                  </a:lnTo>
                  <a:lnTo>
                    <a:pt x="798" y="680"/>
                  </a:lnTo>
                  <a:lnTo>
                    <a:pt x="796" y="680"/>
                  </a:lnTo>
                  <a:lnTo>
                    <a:pt x="796" y="678"/>
                  </a:lnTo>
                  <a:lnTo>
                    <a:pt x="794" y="678"/>
                  </a:lnTo>
                  <a:lnTo>
                    <a:pt x="792" y="678"/>
                  </a:lnTo>
                  <a:lnTo>
                    <a:pt x="792" y="678"/>
                  </a:lnTo>
                  <a:lnTo>
                    <a:pt x="792" y="676"/>
                  </a:lnTo>
                  <a:lnTo>
                    <a:pt x="790" y="676"/>
                  </a:lnTo>
                  <a:lnTo>
                    <a:pt x="790" y="676"/>
                  </a:lnTo>
                  <a:lnTo>
                    <a:pt x="790" y="674"/>
                  </a:lnTo>
                  <a:lnTo>
                    <a:pt x="790" y="674"/>
                  </a:lnTo>
                  <a:lnTo>
                    <a:pt x="790" y="672"/>
                  </a:lnTo>
                  <a:lnTo>
                    <a:pt x="790" y="672"/>
                  </a:lnTo>
                  <a:lnTo>
                    <a:pt x="790" y="672"/>
                  </a:lnTo>
                  <a:lnTo>
                    <a:pt x="790" y="670"/>
                  </a:lnTo>
                  <a:lnTo>
                    <a:pt x="790" y="670"/>
                  </a:lnTo>
                  <a:lnTo>
                    <a:pt x="790" y="670"/>
                  </a:lnTo>
                  <a:lnTo>
                    <a:pt x="790" y="670"/>
                  </a:lnTo>
                  <a:lnTo>
                    <a:pt x="790" y="670"/>
                  </a:lnTo>
                  <a:lnTo>
                    <a:pt x="790" y="668"/>
                  </a:lnTo>
                  <a:lnTo>
                    <a:pt x="788" y="666"/>
                  </a:lnTo>
                  <a:lnTo>
                    <a:pt x="788" y="666"/>
                  </a:lnTo>
                  <a:lnTo>
                    <a:pt x="788" y="666"/>
                  </a:lnTo>
                  <a:lnTo>
                    <a:pt x="786" y="666"/>
                  </a:lnTo>
                  <a:lnTo>
                    <a:pt x="786" y="666"/>
                  </a:lnTo>
                  <a:lnTo>
                    <a:pt x="786" y="664"/>
                  </a:lnTo>
                  <a:lnTo>
                    <a:pt x="786" y="664"/>
                  </a:lnTo>
                  <a:lnTo>
                    <a:pt x="786" y="664"/>
                  </a:lnTo>
                  <a:lnTo>
                    <a:pt x="784" y="664"/>
                  </a:lnTo>
                  <a:lnTo>
                    <a:pt x="784" y="664"/>
                  </a:lnTo>
                  <a:lnTo>
                    <a:pt x="784" y="664"/>
                  </a:lnTo>
                  <a:lnTo>
                    <a:pt x="784" y="664"/>
                  </a:lnTo>
                  <a:lnTo>
                    <a:pt x="780" y="666"/>
                  </a:lnTo>
                  <a:lnTo>
                    <a:pt x="780" y="666"/>
                  </a:lnTo>
                  <a:lnTo>
                    <a:pt x="780" y="666"/>
                  </a:lnTo>
                  <a:lnTo>
                    <a:pt x="780" y="668"/>
                  </a:lnTo>
                  <a:lnTo>
                    <a:pt x="778" y="668"/>
                  </a:lnTo>
                  <a:lnTo>
                    <a:pt x="778" y="668"/>
                  </a:lnTo>
                  <a:lnTo>
                    <a:pt x="778" y="668"/>
                  </a:lnTo>
                  <a:lnTo>
                    <a:pt x="778" y="668"/>
                  </a:lnTo>
                  <a:lnTo>
                    <a:pt x="778" y="668"/>
                  </a:lnTo>
                  <a:lnTo>
                    <a:pt x="776" y="668"/>
                  </a:lnTo>
                  <a:lnTo>
                    <a:pt x="776" y="668"/>
                  </a:lnTo>
                  <a:lnTo>
                    <a:pt x="776" y="668"/>
                  </a:lnTo>
                  <a:lnTo>
                    <a:pt x="774" y="666"/>
                  </a:lnTo>
                  <a:lnTo>
                    <a:pt x="772" y="666"/>
                  </a:lnTo>
                  <a:lnTo>
                    <a:pt x="772" y="666"/>
                  </a:lnTo>
                  <a:lnTo>
                    <a:pt x="772" y="666"/>
                  </a:lnTo>
                  <a:lnTo>
                    <a:pt x="772" y="666"/>
                  </a:lnTo>
                  <a:lnTo>
                    <a:pt x="772" y="666"/>
                  </a:lnTo>
                  <a:lnTo>
                    <a:pt x="772" y="666"/>
                  </a:lnTo>
                  <a:lnTo>
                    <a:pt x="768" y="666"/>
                  </a:lnTo>
                  <a:lnTo>
                    <a:pt x="766" y="666"/>
                  </a:lnTo>
                  <a:lnTo>
                    <a:pt x="766" y="668"/>
                  </a:lnTo>
                  <a:lnTo>
                    <a:pt x="766" y="670"/>
                  </a:lnTo>
                  <a:lnTo>
                    <a:pt x="766" y="670"/>
                  </a:lnTo>
                  <a:lnTo>
                    <a:pt x="764" y="670"/>
                  </a:lnTo>
                  <a:lnTo>
                    <a:pt x="764" y="670"/>
                  </a:lnTo>
                  <a:lnTo>
                    <a:pt x="764" y="670"/>
                  </a:lnTo>
                  <a:lnTo>
                    <a:pt x="763" y="670"/>
                  </a:lnTo>
                  <a:lnTo>
                    <a:pt x="763" y="670"/>
                  </a:lnTo>
                  <a:lnTo>
                    <a:pt x="763" y="672"/>
                  </a:lnTo>
                  <a:lnTo>
                    <a:pt x="761" y="672"/>
                  </a:lnTo>
                  <a:lnTo>
                    <a:pt x="761" y="672"/>
                  </a:lnTo>
                  <a:lnTo>
                    <a:pt x="761" y="674"/>
                  </a:lnTo>
                  <a:lnTo>
                    <a:pt x="761" y="676"/>
                  </a:lnTo>
                  <a:lnTo>
                    <a:pt x="761" y="676"/>
                  </a:lnTo>
                  <a:lnTo>
                    <a:pt x="757" y="684"/>
                  </a:lnTo>
                  <a:lnTo>
                    <a:pt x="757" y="686"/>
                  </a:lnTo>
                  <a:lnTo>
                    <a:pt x="757" y="686"/>
                  </a:lnTo>
                  <a:lnTo>
                    <a:pt x="757" y="686"/>
                  </a:lnTo>
                  <a:lnTo>
                    <a:pt x="757" y="686"/>
                  </a:lnTo>
                  <a:lnTo>
                    <a:pt x="757" y="686"/>
                  </a:lnTo>
                  <a:lnTo>
                    <a:pt x="759" y="688"/>
                  </a:lnTo>
                  <a:lnTo>
                    <a:pt x="759" y="688"/>
                  </a:lnTo>
                  <a:lnTo>
                    <a:pt x="759" y="688"/>
                  </a:lnTo>
                  <a:lnTo>
                    <a:pt x="759" y="688"/>
                  </a:lnTo>
                  <a:lnTo>
                    <a:pt x="759" y="690"/>
                  </a:lnTo>
                  <a:lnTo>
                    <a:pt x="755" y="690"/>
                  </a:lnTo>
                  <a:lnTo>
                    <a:pt x="755" y="690"/>
                  </a:lnTo>
                  <a:lnTo>
                    <a:pt x="755" y="691"/>
                  </a:lnTo>
                  <a:lnTo>
                    <a:pt x="755" y="693"/>
                  </a:lnTo>
                  <a:lnTo>
                    <a:pt x="755" y="693"/>
                  </a:lnTo>
                  <a:lnTo>
                    <a:pt x="755" y="693"/>
                  </a:lnTo>
                  <a:lnTo>
                    <a:pt x="755" y="693"/>
                  </a:lnTo>
                  <a:lnTo>
                    <a:pt x="753" y="693"/>
                  </a:lnTo>
                  <a:lnTo>
                    <a:pt x="753" y="693"/>
                  </a:lnTo>
                  <a:lnTo>
                    <a:pt x="751" y="693"/>
                  </a:lnTo>
                  <a:lnTo>
                    <a:pt x="751" y="693"/>
                  </a:lnTo>
                  <a:lnTo>
                    <a:pt x="751" y="695"/>
                  </a:lnTo>
                  <a:lnTo>
                    <a:pt x="749" y="695"/>
                  </a:lnTo>
                  <a:lnTo>
                    <a:pt x="749" y="695"/>
                  </a:lnTo>
                  <a:lnTo>
                    <a:pt x="749" y="697"/>
                  </a:lnTo>
                  <a:lnTo>
                    <a:pt x="749" y="697"/>
                  </a:lnTo>
                  <a:lnTo>
                    <a:pt x="751" y="697"/>
                  </a:lnTo>
                  <a:lnTo>
                    <a:pt x="751" y="697"/>
                  </a:lnTo>
                  <a:lnTo>
                    <a:pt x="751" y="697"/>
                  </a:lnTo>
                  <a:lnTo>
                    <a:pt x="751" y="699"/>
                  </a:lnTo>
                  <a:lnTo>
                    <a:pt x="751" y="699"/>
                  </a:lnTo>
                  <a:lnTo>
                    <a:pt x="751" y="699"/>
                  </a:lnTo>
                  <a:lnTo>
                    <a:pt x="751" y="699"/>
                  </a:lnTo>
                  <a:lnTo>
                    <a:pt x="751" y="701"/>
                  </a:lnTo>
                  <a:lnTo>
                    <a:pt x="751" y="701"/>
                  </a:lnTo>
                  <a:lnTo>
                    <a:pt x="749" y="701"/>
                  </a:lnTo>
                  <a:lnTo>
                    <a:pt x="749" y="701"/>
                  </a:lnTo>
                  <a:lnTo>
                    <a:pt x="749" y="701"/>
                  </a:lnTo>
                  <a:lnTo>
                    <a:pt x="743" y="699"/>
                  </a:lnTo>
                  <a:lnTo>
                    <a:pt x="743" y="699"/>
                  </a:lnTo>
                  <a:lnTo>
                    <a:pt x="737" y="701"/>
                  </a:lnTo>
                  <a:lnTo>
                    <a:pt x="735" y="701"/>
                  </a:lnTo>
                  <a:lnTo>
                    <a:pt x="733" y="701"/>
                  </a:lnTo>
                  <a:lnTo>
                    <a:pt x="733" y="701"/>
                  </a:lnTo>
                  <a:lnTo>
                    <a:pt x="731" y="703"/>
                  </a:lnTo>
                  <a:lnTo>
                    <a:pt x="729" y="707"/>
                  </a:lnTo>
                  <a:lnTo>
                    <a:pt x="729" y="709"/>
                  </a:lnTo>
                  <a:lnTo>
                    <a:pt x="729" y="709"/>
                  </a:lnTo>
                  <a:lnTo>
                    <a:pt x="729" y="709"/>
                  </a:lnTo>
                  <a:lnTo>
                    <a:pt x="727" y="709"/>
                  </a:lnTo>
                  <a:lnTo>
                    <a:pt x="727" y="709"/>
                  </a:lnTo>
                  <a:lnTo>
                    <a:pt x="727" y="709"/>
                  </a:lnTo>
                  <a:lnTo>
                    <a:pt x="727" y="709"/>
                  </a:lnTo>
                  <a:lnTo>
                    <a:pt x="725" y="707"/>
                  </a:lnTo>
                  <a:lnTo>
                    <a:pt x="725" y="707"/>
                  </a:lnTo>
                  <a:lnTo>
                    <a:pt x="723" y="707"/>
                  </a:lnTo>
                  <a:lnTo>
                    <a:pt x="723" y="707"/>
                  </a:lnTo>
                  <a:lnTo>
                    <a:pt x="719" y="709"/>
                  </a:lnTo>
                  <a:lnTo>
                    <a:pt x="719" y="709"/>
                  </a:lnTo>
                  <a:lnTo>
                    <a:pt x="717" y="709"/>
                  </a:lnTo>
                  <a:lnTo>
                    <a:pt x="717" y="711"/>
                  </a:lnTo>
                  <a:lnTo>
                    <a:pt x="717" y="711"/>
                  </a:lnTo>
                  <a:lnTo>
                    <a:pt x="717" y="713"/>
                  </a:lnTo>
                  <a:lnTo>
                    <a:pt x="717" y="713"/>
                  </a:lnTo>
                  <a:lnTo>
                    <a:pt x="717" y="715"/>
                  </a:lnTo>
                  <a:lnTo>
                    <a:pt x="717" y="715"/>
                  </a:lnTo>
                  <a:lnTo>
                    <a:pt x="717" y="715"/>
                  </a:lnTo>
                  <a:lnTo>
                    <a:pt x="717" y="715"/>
                  </a:lnTo>
                  <a:lnTo>
                    <a:pt x="715" y="715"/>
                  </a:lnTo>
                  <a:lnTo>
                    <a:pt x="715" y="717"/>
                  </a:lnTo>
                  <a:lnTo>
                    <a:pt x="715" y="719"/>
                  </a:lnTo>
                  <a:lnTo>
                    <a:pt x="715" y="719"/>
                  </a:lnTo>
                  <a:lnTo>
                    <a:pt x="715" y="719"/>
                  </a:lnTo>
                  <a:lnTo>
                    <a:pt x="715" y="719"/>
                  </a:lnTo>
                  <a:lnTo>
                    <a:pt x="715" y="721"/>
                  </a:lnTo>
                  <a:lnTo>
                    <a:pt x="715" y="721"/>
                  </a:lnTo>
                  <a:lnTo>
                    <a:pt x="715" y="721"/>
                  </a:lnTo>
                  <a:lnTo>
                    <a:pt x="712" y="725"/>
                  </a:lnTo>
                  <a:lnTo>
                    <a:pt x="710" y="727"/>
                  </a:lnTo>
                  <a:lnTo>
                    <a:pt x="710" y="727"/>
                  </a:lnTo>
                  <a:lnTo>
                    <a:pt x="710" y="729"/>
                  </a:lnTo>
                  <a:lnTo>
                    <a:pt x="710" y="729"/>
                  </a:lnTo>
                  <a:lnTo>
                    <a:pt x="710" y="729"/>
                  </a:lnTo>
                  <a:lnTo>
                    <a:pt x="710" y="731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8" y="735"/>
                  </a:lnTo>
                  <a:lnTo>
                    <a:pt x="708" y="735"/>
                  </a:lnTo>
                  <a:lnTo>
                    <a:pt x="708" y="735"/>
                  </a:lnTo>
                  <a:lnTo>
                    <a:pt x="704" y="737"/>
                  </a:lnTo>
                  <a:lnTo>
                    <a:pt x="704" y="737"/>
                  </a:lnTo>
                  <a:lnTo>
                    <a:pt x="704" y="737"/>
                  </a:lnTo>
                  <a:lnTo>
                    <a:pt x="704" y="735"/>
                  </a:lnTo>
                  <a:lnTo>
                    <a:pt x="702" y="735"/>
                  </a:lnTo>
                  <a:lnTo>
                    <a:pt x="702" y="735"/>
                  </a:lnTo>
                  <a:lnTo>
                    <a:pt x="702" y="735"/>
                  </a:lnTo>
                  <a:lnTo>
                    <a:pt x="702" y="735"/>
                  </a:lnTo>
                  <a:lnTo>
                    <a:pt x="700" y="735"/>
                  </a:lnTo>
                  <a:lnTo>
                    <a:pt x="700" y="737"/>
                  </a:lnTo>
                  <a:lnTo>
                    <a:pt x="700" y="737"/>
                  </a:lnTo>
                  <a:lnTo>
                    <a:pt x="700" y="739"/>
                  </a:lnTo>
                  <a:lnTo>
                    <a:pt x="700" y="739"/>
                  </a:lnTo>
                  <a:lnTo>
                    <a:pt x="700" y="739"/>
                  </a:lnTo>
                  <a:lnTo>
                    <a:pt x="698" y="739"/>
                  </a:lnTo>
                  <a:lnTo>
                    <a:pt x="698" y="739"/>
                  </a:lnTo>
                  <a:lnTo>
                    <a:pt x="698" y="739"/>
                  </a:lnTo>
                  <a:lnTo>
                    <a:pt x="698" y="737"/>
                  </a:lnTo>
                  <a:lnTo>
                    <a:pt x="698" y="737"/>
                  </a:lnTo>
                  <a:lnTo>
                    <a:pt x="698" y="737"/>
                  </a:lnTo>
                  <a:lnTo>
                    <a:pt x="698" y="737"/>
                  </a:lnTo>
                  <a:lnTo>
                    <a:pt x="698" y="737"/>
                  </a:lnTo>
                  <a:lnTo>
                    <a:pt x="696" y="737"/>
                  </a:lnTo>
                  <a:lnTo>
                    <a:pt x="696" y="737"/>
                  </a:lnTo>
                  <a:lnTo>
                    <a:pt x="696" y="737"/>
                  </a:lnTo>
                  <a:lnTo>
                    <a:pt x="696" y="739"/>
                  </a:lnTo>
                  <a:lnTo>
                    <a:pt x="696" y="739"/>
                  </a:lnTo>
                  <a:lnTo>
                    <a:pt x="696" y="739"/>
                  </a:lnTo>
                  <a:lnTo>
                    <a:pt x="696" y="741"/>
                  </a:lnTo>
                  <a:lnTo>
                    <a:pt x="696" y="741"/>
                  </a:lnTo>
                  <a:lnTo>
                    <a:pt x="692" y="743"/>
                  </a:lnTo>
                  <a:lnTo>
                    <a:pt x="692" y="743"/>
                  </a:lnTo>
                  <a:lnTo>
                    <a:pt x="692" y="743"/>
                  </a:lnTo>
                  <a:lnTo>
                    <a:pt x="692" y="743"/>
                  </a:lnTo>
                  <a:lnTo>
                    <a:pt x="692" y="744"/>
                  </a:lnTo>
                  <a:lnTo>
                    <a:pt x="692" y="744"/>
                  </a:lnTo>
                  <a:lnTo>
                    <a:pt x="692" y="744"/>
                  </a:lnTo>
                  <a:lnTo>
                    <a:pt x="694" y="744"/>
                  </a:lnTo>
                  <a:lnTo>
                    <a:pt x="696" y="744"/>
                  </a:lnTo>
                  <a:lnTo>
                    <a:pt x="696" y="744"/>
                  </a:lnTo>
                  <a:lnTo>
                    <a:pt x="696" y="744"/>
                  </a:lnTo>
                  <a:lnTo>
                    <a:pt x="696" y="746"/>
                  </a:lnTo>
                  <a:lnTo>
                    <a:pt x="690" y="750"/>
                  </a:lnTo>
                  <a:lnTo>
                    <a:pt x="690" y="750"/>
                  </a:lnTo>
                  <a:lnTo>
                    <a:pt x="690" y="750"/>
                  </a:lnTo>
                  <a:lnTo>
                    <a:pt x="690" y="750"/>
                  </a:lnTo>
                  <a:lnTo>
                    <a:pt x="690" y="752"/>
                  </a:lnTo>
                  <a:lnTo>
                    <a:pt x="690" y="752"/>
                  </a:lnTo>
                  <a:lnTo>
                    <a:pt x="690" y="754"/>
                  </a:lnTo>
                  <a:lnTo>
                    <a:pt x="690" y="754"/>
                  </a:lnTo>
                  <a:lnTo>
                    <a:pt x="688" y="754"/>
                  </a:lnTo>
                  <a:lnTo>
                    <a:pt x="686" y="754"/>
                  </a:lnTo>
                  <a:lnTo>
                    <a:pt x="684" y="754"/>
                  </a:lnTo>
                  <a:lnTo>
                    <a:pt x="678" y="756"/>
                  </a:lnTo>
                  <a:lnTo>
                    <a:pt x="676" y="758"/>
                  </a:lnTo>
                  <a:lnTo>
                    <a:pt x="676" y="758"/>
                  </a:lnTo>
                  <a:lnTo>
                    <a:pt x="674" y="758"/>
                  </a:lnTo>
                  <a:lnTo>
                    <a:pt x="672" y="758"/>
                  </a:lnTo>
                  <a:lnTo>
                    <a:pt x="672" y="760"/>
                  </a:lnTo>
                  <a:lnTo>
                    <a:pt x="672" y="760"/>
                  </a:lnTo>
                  <a:lnTo>
                    <a:pt x="670" y="760"/>
                  </a:lnTo>
                  <a:lnTo>
                    <a:pt x="670" y="762"/>
                  </a:lnTo>
                  <a:lnTo>
                    <a:pt x="670" y="762"/>
                  </a:lnTo>
                  <a:lnTo>
                    <a:pt x="670" y="764"/>
                  </a:lnTo>
                  <a:lnTo>
                    <a:pt x="670" y="764"/>
                  </a:lnTo>
                  <a:lnTo>
                    <a:pt x="670" y="764"/>
                  </a:lnTo>
                  <a:lnTo>
                    <a:pt x="670" y="764"/>
                  </a:lnTo>
                  <a:lnTo>
                    <a:pt x="668" y="764"/>
                  </a:lnTo>
                  <a:lnTo>
                    <a:pt x="668" y="764"/>
                  </a:lnTo>
                  <a:lnTo>
                    <a:pt x="668" y="764"/>
                  </a:lnTo>
                  <a:lnTo>
                    <a:pt x="664" y="762"/>
                  </a:lnTo>
                  <a:lnTo>
                    <a:pt x="664" y="762"/>
                  </a:lnTo>
                  <a:lnTo>
                    <a:pt x="662" y="762"/>
                  </a:lnTo>
                  <a:lnTo>
                    <a:pt x="662" y="762"/>
                  </a:lnTo>
                  <a:lnTo>
                    <a:pt x="662" y="762"/>
                  </a:lnTo>
                  <a:lnTo>
                    <a:pt x="662" y="762"/>
                  </a:lnTo>
                  <a:lnTo>
                    <a:pt x="662" y="762"/>
                  </a:lnTo>
                  <a:lnTo>
                    <a:pt x="661" y="762"/>
                  </a:lnTo>
                  <a:lnTo>
                    <a:pt x="661" y="762"/>
                  </a:lnTo>
                  <a:lnTo>
                    <a:pt x="659" y="760"/>
                  </a:lnTo>
                  <a:lnTo>
                    <a:pt x="659" y="760"/>
                  </a:lnTo>
                  <a:lnTo>
                    <a:pt x="659" y="760"/>
                  </a:lnTo>
                  <a:lnTo>
                    <a:pt x="659" y="758"/>
                  </a:lnTo>
                  <a:lnTo>
                    <a:pt x="659" y="758"/>
                  </a:lnTo>
                  <a:lnTo>
                    <a:pt x="657" y="758"/>
                  </a:lnTo>
                  <a:lnTo>
                    <a:pt x="655" y="758"/>
                  </a:lnTo>
                  <a:lnTo>
                    <a:pt x="655" y="758"/>
                  </a:lnTo>
                  <a:lnTo>
                    <a:pt x="655" y="758"/>
                  </a:lnTo>
                  <a:lnTo>
                    <a:pt x="653" y="758"/>
                  </a:lnTo>
                  <a:lnTo>
                    <a:pt x="653" y="758"/>
                  </a:lnTo>
                  <a:lnTo>
                    <a:pt x="653" y="758"/>
                  </a:lnTo>
                  <a:lnTo>
                    <a:pt x="653" y="758"/>
                  </a:lnTo>
                  <a:lnTo>
                    <a:pt x="655" y="756"/>
                  </a:lnTo>
                  <a:lnTo>
                    <a:pt x="655" y="756"/>
                  </a:lnTo>
                  <a:lnTo>
                    <a:pt x="655" y="756"/>
                  </a:lnTo>
                  <a:lnTo>
                    <a:pt x="655" y="754"/>
                  </a:lnTo>
                  <a:lnTo>
                    <a:pt x="653" y="754"/>
                  </a:lnTo>
                  <a:lnTo>
                    <a:pt x="653" y="754"/>
                  </a:lnTo>
                  <a:lnTo>
                    <a:pt x="653" y="754"/>
                  </a:lnTo>
                  <a:lnTo>
                    <a:pt x="651" y="752"/>
                  </a:lnTo>
                  <a:lnTo>
                    <a:pt x="649" y="752"/>
                  </a:lnTo>
                  <a:lnTo>
                    <a:pt x="649" y="754"/>
                  </a:lnTo>
                  <a:lnTo>
                    <a:pt x="649" y="754"/>
                  </a:lnTo>
                  <a:lnTo>
                    <a:pt x="647" y="752"/>
                  </a:lnTo>
                  <a:lnTo>
                    <a:pt x="647" y="752"/>
                  </a:lnTo>
                  <a:lnTo>
                    <a:pt x="647" y="752"/>
                  </a:lnTo>
                  <a:lnTo>
                    <a:pt x="647" y="752"/>
                  </a:lnTo>
                  <a:lnTo>
                    <a:pt x="645" y="746"/>
                  </a:lnTo>
                  <a:lnTo>
                    <a:pt x="645" y="746"/>
                  </a:lnTo>
                  <a:lnTo>
                    <a:pt x="645" y="746"/>
                  </a:lnTo>
                  <a:lnTo>
                    <a:pt x="645" y="746"/>
                  </a:lnTo>
                  <a:lnTo>
                    <a:pt x="645" y="744"/>
                  </a:lnTo>
                  <a:lnTo>
                    <a:pt x="643" y="744"/>
                  </a:lnTo>
                  <a:lnTo>
                    <a:pt x="643" y="744"/>
                  </a:lnTo>
                  <a:lnTo>
                    <a:pt x="643" y="744"/>
                  </a:lnTo>
                  <a:lnTo>
                    <a:pt x="645" y="743"/>
                  </a:lnTo>
                  <a:lnTo>
                    <a:pt x="645" y="743"/>
                  </a:lnTo>
                  <a:lnTo>
                    <a:pt x="645" y="743"/>
                  </a:lnTo>
                  <a:lnTo>
                    <a:pt x="643" y="743"/>
                  </a:lnTo>
                  <a:lnTo>
                    <a:pt x="641" y="743"/>
                  </a:lnTo>
                  <a:lnTo>
                    <a:pt x="641" y="743"/>
                  </a:lnTo>
                  <a:lnTo>
                    <a:pt x="641" y="743"/>
                  </a:lnTo>
                  <a:lnTo>
                    <a:pt x="641" y="743"/>
                  </a:lnTo>
                  <a:lnTo>
                    <a:pt x="641" y="743"/>
                  </a:lnTo>
                  <a:lnTo>
                    <a:pt x="641" y="744"/>
                  </a:lnTo>
                  <a:lnTo>
                    <a:pt x="641" y="744"/>
                  </a:lnTo>
                  <a:lnTo>
                    <a:pt x="641" y="744"/>
                  </a:lnTo>
                  <a:lnTo>
                    <a:pt x="639" y="746"/>
                  </a:lnTo>
                  <a:lnTo>
                    <a:pt x="637" y="746"/>
                  </a:lnTo>
                  <a:lnTo>
                    <a:pt x="637" y="746"/>
                  </a:lnTo>
                  <a:lnTo>
                    <a:pt x="637" y="746"/>
                  </a:lnTo>
                  <a:lnTo>
                    <a:pt x="637" y="746"/>
                  </a:lnTo>
                  <a:lnTo>
                    <a:pt x="637" y="748"/>
                  </a:lnTo>
                  <a:lnTo>
                    <a:pt x="637" y="748"/>
                  </a:lnTo>
                  <a:lnTo>
                    <a:pt x="637" y="748"/>
                  </a:lnTo>
                  <a:lnTo>
                    <a:pt x="631" y="748"/>
                  </a:lnTo>
                  <a:lnTo>
                    <a:pt x="629" y="748"/>
                  </a:lnTo>
                  <a:lnTo>
                    <a:pt x="629" y="748"/>
                  </a:lnTo>
                  <a:lnTo>
                    <a:pt x="627" y="748"/>
                  </a:lnTo>
                  <a:lnTo>
                    <a:pt x="627" y="748"/>
                  </a:lnTo>
                  <a:lnTo>
                    <a:pt x="623" y="746"/>
                  </a:lnTo>
                  <a:lnTo>
                    <a:pt x="623" y="746"/>
                  </a:lnTo>
                  <a:lnTo>
                    <a:pt x="623" y="746"/>
                  </a:lnTo>
                  <a:lnTo>
                    <a:pt x="623" y="746"/>
                  </a:lnTo>
                  <a:lnTo>
                    <a:pt x="623" y="746"/>
                  </a:lnTo>
                  <a:lnTo>
                    <a:pt x="623" y="746"/>
                  </a:lnTo>
                  <a:lnTo>
                    <a:pt x="621" y="746"/>
                  </a:lnTo>
                  <a:lnTo>
                    <a:pt x="617" y="744"/>
                  </a:lnTo>
                  <a:lnTo>
                    <a:pt x="615" y="744"/>
                  </a:lnTo>
                  <a:lnTo>
                    <a:pt x="615" y="744"/>
                  </a:lnTo>
                  <a:lnTo>
                    <a:pt x="613" y="744"/>
                  </a:lnTo>
                  <a:lnTo>
                    <a:pt x="613" y="744"/>
                  </a:lnTo>
                  <a:lnTo>
                    <a:pt x="613" y="744"/>
                  </a:lnTo>
                  <a:lnTo>
                    <a:pt x="612" y="744"/>
                  </a:lnTo>
                  <a:lnTo>
                    <a:pt x="612" y="744"/>
                  </a:lnTo>
                  <a:lnTo>
                    <a:pt x="612" y="744"/>
                  </a:lnTo>
                  <a:lnTo>
                    <a:pt x="612" y="743"/>
                  </a:lnTo>
                  <a:lnTo>
                    <a:pt x="612" y="743"/>
                  </a:lnTo>
                  <a:lnTo>
                    <a:pt x="608" y="743"/>
                  </a:lnTo>
                  <a:lnTo>
                    <a:pt x="606" y="743"/>
                  </a:lnTo>
                  <a:lnTo>
                    <a:pt x="606" y="743"/>
                  </a:lnTo>
                  <a:lnTo>
                    <a:pt x="604" y="744"/>
                  </a:lnTo>
                  <a:lnTo>
                    <a:pt x="604" y="743"/>
                  </a:lnTo>
                  <a:lnTo>
                    <a:pt x="602" y="743"/>
                  </a:lnTo>
                  <a:lnTo>
                    <a:pt x="600" y="743"/>
                  </a:lnTo>
                  <a:lnTo>
                    <a:pt x="598" y="743"/>
                  </a:lnTo>
                  <a:lnTo>
                    <a:pt x="598" y="743"/>
                  </a:lnTo>
                  <a:lnTo>
                    <a:pt x="598" y="743"/>
                  </a:lnTo>
                  <a:lnTo>
                    <a:pt x="596" y="743"/>
                  </a:lnTo>
                  <a:lnTo>
                    <a:pt x="594" y="743"/>
                  </a:lnTo>
                  <a:lnTo>
                    <a:pt x="594" y="744"/>
                  </a:lnTo>
                  <a:lnTo>
                    <a:pt x="594" y="744"/>
                  </a:lnTo>
                  <a:lnTo>
                    <a:pt x="594" y="746"/>
                  </a:lnTo>
                  <a:lnTo>
                    <a:pt x="594" y="746"/>
                  </a:lnTo>
                  <a:lnTo>
                    <a:pt x="594" y="746"/>
                  </a:lnTo>
                  <a:lnTo>
                    <a:pt x="594" y="746"/>
                  </a:lnTo>
                  <a:lnTo>
                    <a:pt x="594" y="746"/>
                  </a:lnTo>
                  <a:lnTo>
                    <a:pt x="592" y="748"/>
                  </a:lnTo>
                  <a:lnTo>
                    <a:pt x="592" y="748"/>
                  </a:lnTo>
                  <a:lnTo>
                    <a:pt x="592" y="748"/>
                  </a:lnTo>
                  <a:lnTo>
                    <a:pt x="590" y="748"/>
                  </a:lnTo>
                  <a:lnTo>
                    <a:pt x="586" y="748"/>
                  </a:lnTo>
                  <a:lnTo>
                    <a:pt x="580" y="748"/>
                  </a:lnTo>
                  <a:lnTo>
                    <a:pt x="580" y="748"/>
                  </a:lnTo>
                  <a:lnTo>
                    <a:pt x="580" y="748"/>
                  </a:lnTo>
                  <a:lnTo>
                    <a:pt x="578" y="748"/>
                  </a:lnTo>
                  <a:lnTo>
                    <a:pt x="578" y="750"/>
                  </a:lnTo>
                  <a:lnTo>
                    <a:pt x="574" y="750"/>
                  </a:lnTo>
                  <a:lnTo>
                    <a:pt x="570" y="748"/>
                  </a:lnTo>
                  <a:lnTo>
                    <a:pt x="570" y="748"/>
                  </a:lnTo>
                  <a:lnTo>
                    <a:pt x="570" y="748"/>
                  </a:lnTo>
                  <a:lnTo>
                    <a:pt x="570" y="744"/>
                  </a:lnTo>
                  <a:lnTo>
                    <a:pt x="570" y="743"/>
                  </a:lnTo>
                  <a:lnTo>
                    <a:pt x="570" y="741"/>
                  </a:lnTo>
                  <a:lnTo>
                    <a:pt x="570" y="741"/>
                  </a:lnTo>
                  <a:lnTo>
                    <a:pt x="570" y="739"/>
                  </a:lnTo>
                  <a:lnTo>
                    <a:pt x="570" y="739"/>
                  </a:lnTo>
                  <a:lnTo>
                    <a:pt x="570" y="739"/>
                  </a:lnTo>
                  <a:lnTo>
                    <a:pt x="570" y="739"/>
                  </a:lnTo>
                  <a:lnTo>
                    <a:pt x="570" y="737"/>
                  </a:lnTo>
                  <a:lnTo>
                    <a:pt x="572" y="737"/>
                  </a:lnTo>
                  <a:lnTo>
                    <a:pt x="572" y="737"/>
                  </a:lnTo>
                  <a:lnTo>
                    <a:pt x="574" y="735"/>
                  </a:lnTo>
                  <a:lnTo>
                    <a:pt x="574" y="735"/>
                  </a:lnTo>
                  <a:lnTo>
                    <a:pt x="572" y="735"/>
                  </a:lnTo>
                  <a:lnTo>
                    <a:pt x="572" y="735"/>
                  </a:lnTo>
                  <a:lnTo>
                    <a:pt x="572" y="735"/>
                  </a:lnTo>
                  <a:lnTo>
                    <a:pt x="570" y="733"/>
                  </a:lnTo>
                  <a:lnTo>
                    <a:pt x="570" y="733"/>
                  </a:lnTo>
                  <a:lnTo>
                    <a:pt x="570" y="733"/>
                  </a:lnTo>
                  <a:lnTo>
                    <a:pt x="570" y="733"/>
                  </a:lnTo>
                  <a:lnTo>
                    <a:pt x="570" y="733"/>
                  </a:lnTo>
                  <a:lnTo>
                    <a:pt x="570" y="731"/>
                  </a:lnTo>
                  <a:lnTo>
                    <a:pt x="570" y="731"/>
                  </a:lnTo>
                  <a:lnTo>
                    <a:pt x="570" y="731"/>
                  </a:lnTo>
                  <a:lnTo>
                    <a:pt x="572" y="731"/>
                  </a:lnTo>
                  <a:lnTo>
                    <a:pt x="572" y="731"/>
                  </a:lnTo>
                  <a:lnTo>
                    <a:pt x="572" y="731"/>
                  </a:lnTo>
                  <a:lnTo>
                    <a:pt x="572" y="729"/>
                  </a:lnTo>
                  <a:lnTo>
                    <a:pt x="572" y="729"/>
                  </a:lnTo>
                  <a:lnTo>
                    <a:pt x="572" y="729"/>
                  </a:lnTo>
                  <a:lnTo>
                    <a:pt x="572" y="729"/>
                  </a:lnTo>
                  <a:lnTo>
                    <a:pt x="572" y="727"/>
                  </a:lnTo>
                  <a:lnTo>
                    <a:pt x="572" y="727"/>
                  </a:lnTo>
                  <a:lnTo>
                    <a:pt x="570" y="727"/>
                  </a:lnTo>
                  <a:lnTo>
                    <a:pt x="570" y="727"/>
                  </a:lnTo>
                  <a:lnTo>
                    <a:pt x="570" y="725"/>
                  </a:lnTo>
                  <a:lnTo>
                    <a:pt x="570" y="725"/>
                  </a:lnTo>
                  <a:lnTo>
                    <a:pt x="572" y="723"/>
                  </a:lnTo>
                  <a:lnTo>
                    <a:pt x="572" y="721"/>
                  </a:lnTo>
                  <a:lnTo>
                    <a:pt x="572" y="721"/>
                  </a:lnTo>
                  <a:lnTo>
                    <a:pt x="572" y="719"/>
                  </a:lnTo>
                  <a:lnTo>
                    <a:pt x="572" y="717"/>
                  </a:lnTo>
                  <a:lnTo>
                    <a:pt x="572" y="717"/>
                  </a:lnTo>
                  <a:lnTo>
                    <a:pt x="572" y="717"/>
                  </a:lnTo>
                  <a:lnTo>
                    <a:pt x="572" y="715"/>
                  </a:lnTo>
                  <a:lnTo>
                    <a:pt x="574" y="709"/>
                  </a:lnTo>
                  <a:lnTo>
                    <a:pt x="572" y="707"/>
                  </a:lnTo>
                  <a:lnTo>
                    <a:pt x="572" y="707"/>
                  </a:lnTo>
                  <a:lnTo>
                    <a:pt x="572" y="705"/>
                  </a:lnTo>
                  <a:lnTo>
                    <a:pt x="572" y="705"/>
                  </a:lnTo>
                  <a:lnTo>
                    <a:pt x="572" y="705"/>
                  </a:lnTo>
                  <a:lnTo>
                    <a:pt x="572" y="701"/>
                  </a:lnTo>
                  <a:lnTo>
                    <a:pt x="574" y="699"/>
                  </a:lnTo>
                  <a:lnTo>
                    <a:pt x="574" y="697"/>
                  </a:lnTo>
                  <a:lnTo>
                    <a:pt x="574" y="697"/>
                  </a:lnTo>
                  <a:lnTo>
                    <a:pt x="576" y="697"/>
                  </a:lnTo>
                  <a:lnTo>
                    <a:pt x="576" y="697"/>
                  </a:lnTo>
                  <a:lnTo>
                    <a:pt x="576" y="695"/>
                  </a:lnTo>
                  <a:lnTo>
                    <a:pt x="576" y="695"/>
                  </a:lnTo>
                  <a:lnTo>
                    <a:pt x="576" y="693"/>
                  </a:lnTo>
                  <a:lnTo>
                    <a:pt x="578" y="693"/>
                  </a:lnTo>
                  <a:lnTo>
                    <a:pt x="578" y="691"/>
                  </a:lnTo>
                  <a:lnTo>
                    <a:pt x="580" y="691"/>
                  </a:lnTo>
                  <a:lnTo>
                    <a:pt x="580" y="690"/>
                  </a:lnTo>
                  <a:lnTo>
                    <a:pt x="580" y="690"/>
                  </a:lnTo>
                  <a:lnTo>
                    <a:pt x="580" y="690"/>
                  </a:lnTo>
                  <a:lnTo>
                    <a:pt x="580" y="690"/>
                  </a:lnTo>
                  <a:lnTo>
                    <a:pt x="578" y="690"/>
                  </a:lnTo>
                  <a:lnTo>
                    <a:pt x="578" y="688"/>
                  </a:lnTo>
                  <a:lnTo>
                    <a:pt x="578" y="688"/>
                  </a:lnTo>
                  <a:lnTo>
                    <a:pt x="578" y="688"/>
                  </a:lnTo>
                  <a:lnTo>
                    <a:pt x="578" y="688"/>
                  </a:lnTo>
                  <a:lnTo>
                    <a:pt x="578" y="688"/>
                  </a:lnTo>
                  <a:lnTo>
                    <a:pt x="578" y="686"/>
                  </a:lnTo>
                  <a:lnTo>
                    <a:pt x="578" y="686"/>
                  </a:lnTo>
                  <a:lnTo>
                    <a:pt x="578" y="686"/>
                  </a:lnTo>
                  <a:lnTo>
                    <a:pt x="578" y="686"/>
                  </a:lnTo>
                  <a:lnTo>
                    <a:pt x="578" y="684"/>
                  </a:lnTo>
                  <a:lnTo>
                    <a:pt x="578" y="684"/>
                  </a:lnTo>
                  <a:lnTo>
                    <a:pt x="578" y="684"/>
                  </a:lnTo>
                  <a:lnTo>
                    <a:pt x="578" y="682"/>
                  </a:lnTo>
                  <a:lnTo>
                    <a:pt x="578" y="682"/>
                  </a:lnTo>
                  <a:lnTo>
                    <a:pt x="578" y="682"/>
                  </a:lnTo>
                  <a:lnTo>
                    <a:pt x="578" y="682"/>
                  </a:lnTo>
                  <a:lnTo>
                    <a:pt x="578" y="682"/>
                  </a:lnTo>
                  <a:lnTo>
                    <a:pt x="576" y="680"/>
                  </a:lnTo>
                  <a:lnTo>
                    <a:pt x="574" y="680"/>
                  </a:lnTo>
                  <a:lnTo>
                    <a:pt x="574" y="680"/>
                  </a:lnTo>
                  <a:lnTo>
                    <a:pt x="574" y="678"/>
                  </a:lnTo>
                  <a:lnTo>
                    <a:pt x="574" y="678"/>
                  </a:lnTo>
                  <a:lnTo>
                    <a:pt x="574" y="678"/>
                  </a:lnTo>
                  <a:lnTo>
                    <a:pt x="574" y="676"/>
                  </a:lnTo>
                  <a:lnTo>
                    <a:pt x="572" y="676"/>
                  </a:lnTo>
                  <a:lnTo>
                    <a:pt x="570" y="676"/>
                  </a:lnTo>
                  <a:lnTo>
                    <a:pt x="570" y="674"/>
                  </a:lnTo>
                  <a:lnTo>
                    <a:pt x="570" y="674"/>
                  </a:lnTo>
                  <a:lnTo>
                    <a:pt x="570" y="674"/>
                  </a:lnTo>
                  <a:lnTo>
                    <a:pt x="570" y="674"/>
                  </a:lnTo>
                  <a:lnTo>
                    <a:pt x="570" y="672"/>
                  </a:lnTo>
                  <a:lnTo>
                    <a:pt x="570" y="672"/>
                  </a:lnTo>
                  <a:lnTo>
                    <a:pt x="570" y="672"/>
                  </a:lnTo>
                  <a:lnTo>
                    <a:pt x="568" y="672"/>
                  </a:lnTo>
                  <a:lnTo>
                    <a:pt x="568" y="672"/>
                  </a:lnTo>
                  <a:lnTo>
                    <a:pt x="568" y="672"/>
                  </a:lnTo>
                  <a:lnTo>
                    <a:pt x="568" y="670"/>
                  </a:lnTo>
                  <a:lnTo>
                    <a:pt x="564" y="670"/>
                  </a:lnTo>
                  <a:lnTo>
                    <a:pt x="564" y="670"/>
                  </a:lnTo>
                  <a:lnTo>
                    <a:pt x="564" y="670"/>
                  </a:lnTo>
                  <a:lnTo>
                    <a:pt x="562" y="672"/>
                  </a:lnTo>
                  <a:lnTo>
                    <a:pt x="562" y="672"/>
                  </a:lnTo>
                  <a:lnTo>
                    <a:pt x="561" y="672"/>
                  </a:lnTo>
                  <a:lnTo>
                    <a:pt x="561" y="672"/>
                  </a:lnTo>
                  <a:lnTo>
                    <a:pt x="561" y="670"/>
                  </a:lnTo>
                  <a:lnTo>
                    <a:pt x="559" y="670"/>
                  </a:lnTo>
                  <a:lnTo>
                    <a:pt x="559" y="670"/>
                  </a:lnTo>
                  <a:lnTo>
                    <a:pt x="559" y="670"/>
                  </a:lnTo>
                  <a:lnTo>
                    <a:pt x="559" y="670"/>
                  </a:lnTo>
                  <a:lnTo>
                    <a:pt x="559" y="668"/>
                  </a:lnTo>
                  <a:lnTo>
                    <a:pt x="559" y="668"/>
                  </a:lnTo>
                  <a:lnTo>
                    <a:pt x="557" y="668"/>
                  </a:lnTo>
                  <a:lnTo>
                    <a:pt x="557" y="668"/>
                  </a:lnTo>
                  <a:lnTo>
                    <a:pt x="557" y="668"/>
                  </a:lnTo>
                  <a:lnTo>
                    <a:pt x="557" y="666"/>
                  </a:lnTo>
                  <a:lnTo>
                    <a:pt x="557" y="666"/>
                  </a:lnTo>
                  <a:lnTo>
                    <a:pt x="557" y="666"/>
                  </a:lnTo>
                  <a:lnTo>
                    <a:pt x="555" y="666"/>
                  </a:lnTo>
                  <a:lnTo>
                    <a:pt x="555" y="666"/>
                  </a:lnTo>
                  <a:lnTo>
                    <a:pt x="555" y="668"/>
                  </a:lnTo>
                  <a:lnTo>
                    <a:pt x="553" y="668"/>
                  </a:lnTo>
                  <a:lnTo>
                    <a:pt x="551" y="668"/>
                  </a:lnTo>
                  <a:lnTo>
                    <a:pt x="551" y="670"/>
                  </a:lnTo>
                  <a:lnTo>
                    <a:pt x="549" y="670"/>
                  </a:lnTo>
                  <a:lnTo>
                    <a:pt x="549" y="672"/>
                  </a:lnTo>
                  <a:lnTo>
                    <a:pt x="547" y="672"/>
                  </a:lnTo>
                  <a:lnTo>
                    <a:pt x="537" y="672"/>
                  </a:lnTo>
                  <a:lnTo>
                    <a:pt x="537" y="672"/>
                  </a:lnTo>
                  <a:lnTo>
                    <a:pt x="535" y="672"/>
                  </a:lnTo>
                  <a:lnTo>
                    <a:pt x="535" y="670"/>
                  </a:lnTo>
                  <a:lnTo>
                    <a:pt x="535" y="670"/>
                  </a:lnTo>
                  <a:lnTo>
                    <a:pt x="535" y="670"/>
                  </a:lnTo>
                  <a:lnTo>
                    <a:pt x="533" y="668"/>
                  </a:lnTo>
                  <a:lnTo>
                    <a:pt x="533" y="668"/>
                  </a:lnTo>
                  <a:lnTo>
                    <a:pt x="533" y="668"/>
                  </a:lnTo>
                  <a:lnTo>
                    <a:pt x="533" y="668"/>
                  </a:lnTo>
                  <a:lnTo>
                    <a:pt x="533" y="668"/>
                  </a:lnTo>
                  <a:lnTo>
                    <a:pt x="531" y="666"/>
                  </a:lnTo>
                  <a:lnTo>
                    <a:pt x="531" y="666"/>
                  </a:lnTo>
                  <a:lnTo>
                    <a:pt x="529" y="666"/>
                  </a:lnTo>
                  <a:lnTo>
                    <a:pt x="529" y="666"/>
                  </a:lnTo>
                  <a:lnTo>
                    <a:pt x="529" y="666"/>
                  </a:lnTo>
                  <a:lnTo>
                    <a:pt x="527" y="664"/>
                  </a:lnTo>
                  <a:lnTo>
                    <a:pt x="527" y="664"/>
                  </a:lnTo>
                  <a:lnTo>
                    <a:pt x="527" y="664"/>
                  </a:lnTo>
                  <a:lnTo>
                    <a:pt x="527" y="664"/>
                  </a:lnTo>
                  <a:lnTo>
                    <a:pt x="527" y="664"/>
                  </a:lnTo>
                  <a:lnTo>
                    <a:pt x="527" y="664"/>
                  </a:lnTo>
                  <a:lnTo>
                    <a:pt x="525" y="662"/>
                  </a:lnTo>
                  <a:lnTo>
                    <a:pt x="525" y="662"/>
                  </a:lnTo>
                  <a:lnTo>
                    <a:pt x="525" y="662"/>
                  </a:lnTo>
                  <a:lnTo>
                    <a:pt x="525" y="662"/>
                  </a:lnTo>
                  <a:lnTo>
                    <a:pt x="525" y="660"/>
                  </a:lnTo>
                  <a:lnTo>
                    <a:pt x="523" y="662"/>
                  </a:lnTo>
                  <a:lnTo>
                    <a:pt x="519" y="662"/>
                  </a:lnTo>
                  <a:lnTo>
                    <a:pt x="519" y="662"/>
                  </a:lnTo>
                  <a:lnTo>
                    <a:pt x="517" y="662"/>
                  </a:lnTo>
                  <a:lnTo>
                    <a:pt x="517" y="662"/>
                  </a:lnTo>
                  <a:lnTo>
                    <a:pt x="513" y="658"/>
                  </a:lnTo>
                  <a:lnTo>
                    <a:pt x="511" y="658"/>
                  </a:lnTo>
                  <a:lnTo>
                    <a:pt x="510" y="658"/>
                  </a:lnTo>
                  <a:lnTo>
                    <a:pt x="510" y="658"/>
                  </a:lnTo>
                  <a:lnTo>
                    <a:pt x="508" y="658"/>
                  </a:lnTo>
                  <a:lnTo>
                    <a:pt x="506" y="658"/>
                  </a:lnTo>
                  <a:lnTo>
                    <a:pt x="506" y="660"/>
                  </a:lnTo>
                  <a:lnTo>
                    <a:pt x="506" y="660"/>
                  </a:lnTo>
                  <a:lnTo>
                    <a:pt x="504" y="660"/>
                  </a:lnTo>
                  <a:lnTo>
                    <a:pt x="502" y="660"/>
                  </a:lnTo>
                  <a:lnTo>
                    <a:pt x="502" y="660"/>
                  </a:lnTo>
                  <a:lnTo>
                    <a:pt x="500" y="662"/>
                  </a:lnTo>
                  <a:lnTo>
                    <a:pt x="500" y="662"/>
                  </a:lnTo>
                  <a:lnTo>
                    <a:pt x="500" y="662"/>
                  </a:lnTo>
                  <a:lnTo>
                    <a:pt x="500" y="662"/>
                  </a:lnTo>
                  <a:lnTo>
                    <a:pt x="500" y="664"/>
                  </a:lnTo>
                  <a:lnTo>
                    <a:pt x="500" y="664"/>
                  </a:lnTo>
                  <a:lnTo>
                    <a:pt x="500" y="664"/>
                  </a:lnTo>
                  <a:lnTo>
                    <a:pt x="500" y="666"/>
                  </a:lnTo>
                  <a:lnTo>
                    <a:pt x="500" y="666"/>
                  </a:lnTo>
                  <a:lnTo>
                    <a:pt x="500" y="666"/>
                  </a:lnTo>
                  <a:lnTo>
                    <a:pt x="500" y="666"/>
                  </a:lnTo>
                  <a:lnTo>
                    <a:pt x="500" y="668"/>
                  </a:lnTo>
                  <a:lnTo>
                    <a:pt x="500" y="668"/>
                  </a:lnTo>
                  <a:lnTo>
                    <a:pt x="500" y="668"/>
                  </a:lnTo>
                  <a:lnTo>
                    <a:pt x="498" y="668"/>
                  </a:lnTo>
                  <a:lnTo>
                    <a:pt x="496" y="670"/>
                  </a:lnTo>
                  <a:lnTo>
                    <a:pt x="490" y="672"/>
                  </a:lnTo>
                  <a:lnTo>
                    <a:pt x="488" y="672"/>
                  </a:lnTo>
                  <a:lnTo>
                    <a:pt x="488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2"/>
                  </a:lnTo>
                  <a:lnTo>
                    <a:pt x="484" y="672"/>
                  </a:lnTo>
                  <a:lnTo>
                    <a:pt x="484" y="674"/>
                  </a:lnTo>
                  <a:lnTo>
                    <a:pt x="484" y="674"/>
                  </a:lnTo>
                  <a:lnTo>
                    <a:pt x="482" y="674"/>
                  </a:lnTo>
                  <a:lnTo>
                    <a:pt x="482" y="674"/>
                  </a:lnTo>
                  <a:lnTo>
                    <a:pt x="480" y="672"/>
                  </a:lnTo>
                  <a:lnTo>
                    <a:pt x="480" y="672"/>
                  </a:lnTo>
                  <a:lnTo>
                    <a:pt x="480" y="672"/>
                  </a:lnTo>
                  <a:lnTo>
                    <a:pt x="478" y="672"/>
                  </a:lnTo>
                  <a:lnTo>
                    <a:pt x="478" y="672"/>
                  </a:lnTo>
                  <a:lnTo>
                    <a:pt x="478" y="672"/>
                  </a:lnTo>
                  <a:lnTo>
                    <a:pt x="478" y="672"/>
                  </a:lnTo>
                  <a:lnTo>
                    <a:pt x="476" y="670"/>
                  </a:lnTo>
                  <a:lnTo>
                    <a:pt x="476" y="670"/>
                  </a:lnTo>
                  <a:lnTo>
                    <a:pt x="476" y="670"/>
                  </a:lnTo>
                  <a:lnTo>
                    <a:pt x="476" y="670"/>
                  </a:lnTo>
                  <a:lnTo>
                    <a:pt x="476" y="670"/>
                  </a:lnTo>
                  <a:lnTo>
                    <a:pt x="474" y="670"/>
                  </a:lnTo>
                  <a:lnTo>
                    <a:pt x="472" y="668"/>
                  </a:lnTo>
                  <a:lnTo>
                    <a:pt x="470" y="668"/>
                  </a:lnTo>
                  <a:lnTo>
                    <a:pt x="470" y="668"/>
                  </a:lnTo>
                  <a:lnTo>
                    <a:pt x="470" y="668"/>
                  </a:lnTo>
                  <a:lnTo>
                    <a:pt x="470" y="668"/>
                  </a:lnTo>
                  <a:lnTo>
                    <a:pt x="470" y="668"/>
                  </a:lnTo>
                  <a:lnTo>
                    <a:pt x="470" y="668"/>
                  </a:lnTo>
                  <a:lnTo>
                    <a:pt x="466" y="670"/>
                  </a:lnTo>
                  <a:lnTo>
                    <a:pt x="466" y="670"/>
                  </a:lnTo>
                  <a:lnTo>
                    <a:pt x="466" y="670"/>
                  </a:lnTo>
                  <a:lnTo>
                    <a:pt x="464" y="670"/>
                  </a:lnTo>
                  <a:lnTo>
                    <a:pt x="464" y="668"/>
                  </a:lnTo>
                  <a:lnTo>
                    <a:pt x="464" y="668"/>
                  </a:lnTo>
                  <a:lnTo>
                    <a:pt x="462" y="668"/>
                  </a:lnTo>
                  <a:lnTo>
                    <a:pt x="462" y="666"/>
                  </a:lnTo>
                  <a:lnTo>
                    <a:pt x="460" y="666"/>
                  </a:lnTo>
                  <a:lnTo>
                    <a:pt x="460" y="666"/>
                  </a:lnTo>
                  <a:lnTo>
                    <a:pt x="460" y="666"/>
                  </a:lnTo>
                  <a:lnTo>
                    <a:pt x="460" y="666"/>
                  </a:lnTo>
                  <a:lnTo>
                    <a:pt x="459" y="666"/>
                  </a:lnTo>
                  <a:lnTo>
                    <a:pt x="459" y="666"/>
                  </a:lnTo>
                  <a:lnTo>
                    <a:pt x="459" y="664"/>
                  </a:lnTo>
                  <a:lnTo>
                    <a:pt x="457" y="664"/>
                  </a:lnTo>
                  <a:lnTo>
                    <a:pt x="457" y="664"/>
                  </a:lnTo>
                  <a:lnTo>
                    <a:pt x="457" y="664"/>
                  </a:lnTo>
                  <a:lnTo>
                    <a:pt x="455" y="664"/>
                  </a:lnTo>
                  <a:lnTo>
                    <a:pt x="455" y="662"/>
                  </a:lnTo>
                  <a:lnTo>
                    <a:pt x="455" y="662"/>
                  </a:lnTo>
                  <a:lnTo>
                    <a:pt x="455" y="662"/>
                  </a:lnTo>
                  <a:lnTo>
                    <a:pt x="455" y="662"/>
                  </a:lnTo>
                  <a:lnTo>
                    <a:pt x="451" y="664"/>
                  </a:lnTo>
                  <a:lnTo>
                    <a:pt x="451" y="666"/>
                  </a:lnTo>
                  <a:lnTo>
                    <a:pt x="451" y="666"/>
                  </a:lnTo>
                  <a:lnTo>
                    <a:pt x="451" y="668"/>
                  </a:lnTo>
                  <a:lnTo>
                    <a:pt x="451" y="668"/>
                  </a:lnTo>
                  <a:lnTo>
                    <a:pt x="451" y="668"/>
                  </a:lnTo>
                  <a:lnTo>
                    <a:pt x="451" y="670"/>
                  </a:lnTo>
                  <a:lnTo>
                    <a:pt x="451" y="670"/>
                  </a:lnTo>
                  <a:lnTo>
                    <a:pt x="451" y="672"/>
                  </a:lnTo>
                  <a:lnTo>
                    <a:pt x="451" y="674"/>
                  </a:lnTo>
                  <a:lnTo>
                    <a:pt x="445" y="676"/>
                  </a:lnTo>
                  <a:lnTo>
                    <a:pt x="445" y="676"/>
                  </a:lnTo>
                  <a:lnTo>
                    <a:pt x="445" y="678"/>
                  </a:lnTo>
                  <a:lnTo>
                    <a:pt x="445" y="678"/>
                  </a:lnTo>
                  <a:lnTo>
                    <a:pt x="443" y="680"/>
                  </a:lnTo>
                  <a:lnTo>
                    <a:pt x="443" y="678"/>
                  </a:lnTo>
                  <a:lnTo>
                    <a:pt x="441" y="678"/>
                  </a:lnTo>
                  <a:lnTo>
                    <a:pt x="441" y="678"/>
                  </a:lnTo>
                  <a:lnTo>
                    <a:pt x="437" y="682"/>
                  </a:lnTo>
                  <a:lnTo>
                    <a:pt x="429" y="682"/>
                  </a:lnTo>
                  <a:lnTo>
                    <a:pt x="427" y="684"/>
                  </a:lnTo>
                  <a:lnTo>
                    <a:pt x="425" y="684"/>
                  </a:lnTo>
                  <a:lnTo>
                    <a:pt x="425" y="684"/>
                  </a:lnTo>
                  <a:lnTo>
                    <a:pt x="425" y="684"/>
                  </a:lnTo>
                  <a:lnTo>
                    <a:pt x="425" y="684"/>
                  </a:lnTo>
                  <a:lnTo>
                    <a:pt x="425" y="686"/>
                  </a:lnTo>
                  <a:lnTo>
                    <a:pt x="421" y="686"/>
                  </a:lnTo>
                  <a:lnTo>
                    <a:pt x="421" y="686"/>
                  </a:lnTo>
                  <a:lnTo>
                    <a:pt x="419" y="688"/>
                  </a:lnTo>
                  <a:lnTo>
                    <a:pt x="419" y="688"/>
                  </a:lnTo>
                  <a:lnTo>
                    <a:pt x="421" y="688"/>
                  </a:lnTo>
                  <a:lnTo>
                    <a:pt x="421" y="688"/>
                  </a:lnTo>
                  <a:lnTo>
                    <a:pt x="421" y="690"/>
                  </a:lnTo>
                  <a:lnTo>
                    <a:pt x="419" y="690"/>
                  </a:lnTo>
                  <a:lnTo>
                    <a:pt x="419" y="690"/>
                  </a:lnTo>
                  <a:lnTo>
                    <a:pt x="419" y="690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3"/>
                  </a:lnTo>
                  <a:lnTo>
                    <a:pt x="415" y="695"/>
                  </a:lnTo>
                  <a:lnTo>
                    <a:pt x="413" y="697"/>
                  </a:lnTo>
                  <a:lnTo>
                    <a:pt x="413" y="697"/>
                  </a:lnTo>
                  <a:lnTo>
                    <a:pt x="413" y="697"/>
                  </a:lnTo>
                  <a:lnTo>
                    <a:pt x="411" y="695"/>
                  </a:lnTo>
                  <a:lnTo>
                    <a:pt x="409" y="695"/>
                  </a:lnTo>
                  <a:lnTo>
                    <a:pt x="409" y="695"/>
                  </a:lnTo>
                  <a:lnTo>
                    <a:pt x="411" y="691"/>
                  </a:lnTo>
                  <a:lnTo>
                    <a:pt x="411" y="691"/>
                  </a:lnTo>
                  <a:lnTo>
                    <a:pt x="411" y="691"/>
                  </a:lnTo>
                  <a:lnTo>
                    <a:pt x="408" y="691"/>
                  </a:lnTo>
                  <a:lnTo>
                    <a:pt x="404" y="690"/>
                  </a:lnTo>
                  <a:lnTo>
                    <a:pt x="404" y="690"/>
                  </a:lnTo>
                  <a:lnTo>
                    <a:pt x="402" y="690"/>
                  </a:lnTo>
                  <a:lnTo>
                    <a:pt x="402" y="690"/>
                  </a:lnTo>
                  <a:lnTo>
                    <a:pt x="402" y="688"/>
                  </a:lnTo>
                  <a:lnTo>
                    <a:pt x="402" y="688"/>
                  </a:lnTo>
                  <a:lnTo>
                    <a:pt x="402" y="688"/>
                  </a:lnTo>
                  <a:lnTo>
                    <a:pt x="400" y="688"/>
                  </a:lnTo>
                  <a:lnTo>
                    <a:pt x="398" y="686"/>
                  </a:lnTo>
                  <a:lnTo>
                    <a:pt x="398" y="686"/>
                  </a:lnTo>
                  <a:lnTo>
                    <a:pt x="396" y="686"/>
                  </a:lnTo>
                  <a:lnTo>
                    <a:pt x="396" y="686"/>
                  </a:lnTo>
                  <a:lnTo>
                    <a:pt x="394" y="688"/>
                  </a:lnTo>
                  <a:lnTo>
                    <a:pt x="394" y="688"/>
                  </a:lnTo>
                  <a:lnTo>
                    <a:pt x="394" y="688"/>
                  </a:lnTo>
                  <a:lnTo>
                    <a:pt x="392" y="688"/>
                  </a:lnTo>
                  <a:lnTo>
                    <a:pt x="392" y="688"/>
                  </a:lnTo>
                  <a:lnTo>
                    <a:pt x="392" y="688"/>
                  </a:lnTo>
                  <a:lnTo>
                    <a:pt x="392" y="690"/>
                  </a:lnTo>
                  <a:lnTo>
                    <a:pt x="392" y="690"/>
                  </a:lnTo>
                  <a:lnTo>
                    <a:pt x="392" y="691"/>
                  </a:lnTo>
                  <a:lnTo>
                    <a:pt x="392" y="691"/>
                  </a:lnTo>
                  <a:lnTo>
                    <a:pt x="390" y="691"/>
                  </a:lnTo>
                  <a:lnTo>
                    <a:pt x="390" y="691"/>
                  </a:lnTo>
                  <a:lnTo>
                    <a:pt x="390" y="691"/>
                  </a:lnTo>
                  <a:lnTo>
                    <a:pt x="390" y="691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86" y="691"/>
                  </a:lnTo>
                  <a:lnTo>
                    <a:pt x="386" y="691"/>
                  </a:lnTo>
                  <a:lnTo>
                    <a:pt x="386" y="691"/>
                  </a:lnTo>
                  <a:lnTo>
                    <a:pt x="386" y="691"/>
                  </a:lnTo>
                  <a:lnTo>
                    <a:pt x="384" y="691"/>
                  </a:lnTo>
                  <a:lnTo>
                    <a:pt x="384" y="691"/>
                  </a:lnTo>
                  <a:lnTo>
                    <a:pt x="384" y="690"/>
                  </a:lnTo>
                  <a:lnTo>
                    <a:pt x="384" y="690"/>
                  </a:lnTo>
                  <a:lnTo>
                    <a:pt x="384" y="690"/>
                  </a:lnTo>
                  <a:lnTo>
                    <a:pt x="384" y="690"/>
                  </a:lnTo>
                  <a:lnTo>
                    <a:pt x="380" y="688"/>
                  </a:lnTo>
                  <a:lnTo>
                    <a:pt x="380" y="688"/>
                  </a:lnTo>
                  <a:lnTo>
                    <a:pt x="374" y="690"/>
                  </a:lnTo>
                  <a:lnTo>
                    <a:pt x="372" y="691"/>
                  </a:lnTo>
                  <a:lnTo>
                    <a:pt x="372" y="693"/>
                  </a:lnTo>
                  <a:lnTo>
                    <a:pt x="372" y="693"/>
                  </a:lnTo>
                  <a:lnTo>
                    <a:pt x="372" y="693"/>
                  </a:lnTo>
                  <a:lnTo>
                    <a:pt x="372" y="693"/>
                  </a:lnTo>
                  <a:lnTo>
                    <a:pt x="372" y="695"/>
                  </a:lnTo>
                  <a:lnTo>
                    <a:pt x="372" y="695"/>
                  </a:lnTo>
                  <a:lnTo>
                    <a:pt x="374" y="695"/>
                  </a:lnTo>
                  <a:lnTo>
                    <a:pt x="374" y="697"/>
                  </a:lnTo>
                  <a:lnTo>
                    <a:pt x="374" y="697"/>
                  </a:lnTo>
                  <a:lnTo>
                    <a:pt x="374" y="699"/>
                  </a:lnTo>
                  <a:lnTo>
                    <a:pt x="374" y="699"/>
                  </a:lnTo>
                  <a:lnTo>
                    <a:pt x="376" y="699"/>
                  </a:lnTo>
                  <a:lnTo>
                    <a:pt x="376" y="699"/>
                  </a:lnTo>
                  <a:lnTo>
                    <a:pt x="376" y="699"/>
                  </a:lnTo>
                  <a:lnTo>
                    <a:pt x="376" y="701"/>
                  </a:lnTo>
                  <a:lnTo>
                    <a:pt x="378" y="701"/>
                  </a:lnTo>
                  <a:lnTo>
                    <a:pt x="378" y="701"/>
                  </a:lnTo>
                  <a:lnTo>
                    <a:pt x="378" y="701"/>
                  </a:lnTo>
                  <a:lnTo>
                    <a:pt x="378" y="703"/>
                  </a:lnTo>
                  <a:lnTo>
                    <a:pt x="378" y="703"/>
                  </a:lnTo>
                  <a:lnTo>
                    <a:pt x="378" y="703"/>
                  </a:lnTo>
                  <a:lnTo>
                    <a:pt x="378" y="703"/>
                  </a:lnTo>
                  <a:lnTo>
                    <a:pt x="378" y="705"/>
                  </a:lnTo>
                  <a:lnTo>
                    <a:pt x="376" y="707"/>
                  </a:lnTo>
                  <a:lnTo>
                    <a:pt x="374" y="707"/>
                  </a:lnTo>
                  <a:lnTo>
                    <a:pt x="374" y="707"/>
                  </a:lnTo>
                  <a:lnTo>
                    <a:pt x="374" y="707"/>
                  </a:lnTo>
                  <a:lnTo>
                    <a:pt x="372" y="707"/>
                  </a:lnTo>
                  <a:lnTo>
                    <a:pt x="372" y="707"/>
                  </a:lnTo>
                  <a:lnTo>
                    <a:pt x="372" y="707"/>
                  </a:lnTo>
                  <a:lnTo>
                    <a:pt x="372" y="705"/>
                  </a:lnTo>
                  <a:lnTo>
                    <a:pt x="372" y="705"/>
                  </a:lnTo>
                  <a:lnTo>
                    <a:pt x="372" y="705"/>
                  </a:lnTo>
                  <a:lnTo>
                    <a:pt x="372" y="705"/>
                  </a:lnTo>
                  <a:lnTo>
                    <a:pt x="372" y="705"/>
                  </a:lnTo>
                  <a:lnTo>
                    <a:pt x="370" y="705"/>
                  </a:lnTo>
                  <a:lnTo>
                    <a:pt x="370" y="703"/>
                  </a:lnTo>
                  <a:lnTo>
                    <a:pt x="368" y="703"/>
                  </a:lnTo>
                  <a:lnTo>
                    <a:pt x="368" y="703"/>
                  </a:lnTo>
                  <a:lnTo>
                    <a:pt x="368" y="703"/>
                  </a:lnTo>
                  <a:lnTo>
                    <a:pt x="368" y="703"/>
                  </a:lnTo>
                  <a:lnTo>
                    <a:pt x="364" y="703"/>
                  </a:lnTo>
                  <a:lnTo>
                    <a:pt x="364" y="703"/>
                  </a:lnTo>
                  <a:lnTo>
                    <a:pt x="364" y="703"/>
                  </a:lnTo>
                  <a:lnTo>
                    <a:pt x="362" y="703"/>
                  </a:lnTo>
                  <a:lnTo>
                    <a:pt x="362" y="703"/>
                  </a:lnTo>
                  <a:lnTo>
                    <a:pt x="362" y="703"/>
                  </a:lnTo>
                  <a:lnTo>
                    <a:pt x="360" y="703"/>
                  </a:lnTo>
                  <a:lnTo>
                    <a:pt x="360" y="703"/>
                  </a:lnTo>
                  <a:lnTo>
                    <a:pt x="359" y="703"/>
                  </a:lnTo>
                  <a:lnTo>
                    <a:pt x="359" y="703"/>
                  </a:lnTo>
                  <a:lnTo>
                    <a:pt x="357" y="703"/>
                  </a:lnTo>
                  <a:lnTo>
                    <a:pt x="355" y="703"/>
                  </a:lnTo>
                  <a:lnTo>
                    <a:pt x="355" y="703"/>
                  </a:lnTo>
                  <a:lnTo>
                    <a:pt x="355" y="703"/>
                  </a:lnTo>
                  <a:lnTo>
                    <a:pt x="355" y="703"/>
                  </a:lnTo>
                  <a:lnTo>
                    <a:pt x="353" y="701"/>
                  </a:lnTo>
                  <a:lnTo>
                    <a:pt x="353" y="701"/>
                  </a:lnTo>
                  <a:lnTo>
                    <a:pt x="353" y="701"/>
                  </a:lnTo>
                  <a:lnTo>
                    <a:pt x="341" y="703"/>
                  </a:lnTo>
                  <a:lnTo>
                    <a:pt x="341" y="703"/>
                  </a:lnTo>
                  <a:lnTo>
                    <a:pt x="341" y="703"/>
                  </a:lnTo>
                  <a:lnTo>
                    <a:pt x="341" y="703"/>
                  </a:lnTo>
                  <a:lnTo>
                    <a:pt x="339" y="705"/>
                  </a:lnTo>
                  <a:lnTo>
                    <a:pt x="339" y="705"/>
                  </a:lnTo>
                  <a:lnTo>
                    <a:pt x="339" y="705"/>
                  </a:lnTo>
                  <a:lnTo>
                    <a:pt x="341" y="707"/>
                  </a:lnTo>
                  <a:lnTo>
                    <a:pt x="341" y="707"/>
                  </a:lnTo>
                  <a:lnTo>
                    <a:pt x="341" y="707"/>
                  </a:lnTo>
                  <a:lnTo>
                    <a:pt x="339" y="707"/>
                  </a:lnTo>
                  <a:lnTo>
                    <a:pt x="339" y="707"/>
                  </a:lnTo>
                  <a:lnTo>
                    <a:pt x="339" y="707"/>
                  </a:lnTo>
                  <a:lnTo>
                    <a:pt x="337" y="709"/>
                  </a:lnTo>
                  <a:lnTo>
                    <a:pt x="337" y="709"/>
                  </a:lnTo>
                  <a:lnTo>
                    <a:pt x="337" y="709"/>
                  </a:lnTo>
                  <a:lnTo>
                    <a:pt x="339" y="711"/>
                  </a:lnTo>
                  <a:lnTo>
                    <a:pt x="337" y="711"/>
                  </a:lnTo>
                  <a:lnTo>
                    <a:pt x="337" y="711"/>
                  </a:lnTo>
                  <a:lnTo>
                    <a:pt x="335" y="713"/>
                  </a:lnTo>
                  <a:lnTo>
                    <a:pt x="333" y="715"/>
                  </a:lnTo>
                  <a:lnTo>
                    <a:pt x="333" y="715"/>
                  </a:lnTo>
                  <a:lnTo>
                    <a:pt x="331" y="715"/>
                  </a:lnTo>
                  <a:lnTo>
                    <a:pt x="331" y="715"/>
                  </a:lnTo>
                  <a:lnTo>
                    <a:pt x="331" y="715"/>
                  </a:lnTo>
                  <a:lnTo>
                    <a:pt x="329" y="715"/>
                  </a:lnTo>
                  <a:lnTo>
                    <a:pt x="329" y="715"/>
                  </a:lnTo>
                  <a:lnTo>
                    <a:pt x="329" y="715"/>
                  </a:lnTo>
                  <a:lnTo>
                    <a:pt x="327" y="717"/>
                  </a:lnTo>
                  <a:lnTo>
                    <a:pt x="325" y="717"/>
                  </a:lnTo>
                  <a:lnTo>
                    <a:pt x="325" y="717"/>
                  </a:lnTo>
                  <a:lnTo>
                    <a:pt x="325" y="717"/>
                  </a:lnTo>
                  <a:lnTo>
                    <a:pt x="323" y="717"/>
                  </a:lnTo>
                  <a:lnTo>
                    <a:pt x="323" y="717"/>
                  </a:lnTo>
                  <a:lnTo>
                    <a:pt x="323" y="717"/>
                  </a:lnTo>
                  <a:lnTo>
                    <a:pt x="323" y="715"/>
                  </a:lnTo>
                  <a:lnTo>
                    <a:pt x="321" y="715"/>
                  </a:lnTo>
                  <a:lnTo>
                    <a:pt x="321" y="715"/>
                  </a:lnTo>
                  <a:lnTo>
                    <a:pt x="321" y="715"/>
                  </a:lnTo>
                  <a:lnTo>
                    <a:pt x="319" y="717"/>
                  </a:lnTo>
                  <a:lnTo>
                    <a:pt x="319" y="717"/>
                  </a:lnTo>
                  <a:lnTo>
                    <a:pt x="319" y="717"/>
                  </a:lnTo>
                  <a:lnTo>
                    <a:pt x="319" y="719"/>
                  </a:lnTo>
                  <a:lnTo>
                    <a:pt x="319" y="719"/>
                  </a:lnTo>
                  <a:lnTo>
                    <a:pt x="319" y="721"/>
                  </a:lnTo>
                  <a:lnTo>
                    <a:pt x="319" y="721"/>
                  </a:lnTo>
                  <a:lnTo>
                    <a:pt x="319" y="721"/>
                  </a:lnTo>
                  <a:lnTo>
                    <a:pt x="319" y="723"/>
                  </a:lnTo>
                  <a:lnTo>
                    <a:pt x="319" y="723"/>
                  </a:lnTo>
                  <a:lnTo>
                    <a:pt x="319" y="723"/>
                  </a:lnTo>
                  <a:lnTo>
                    <a:pt x="319" y="725"/>
                  </a:lnTo>
                  <a:lnTo>
                    <a:pt x="319" y="729"/>
                  </a:lnTo>
                  <a:lnTo>
                    <a:pt x="319" y="729"/>
                  </a:lnTo>
                  <a:lnTo>
                    <a:pt x="315" y="733"/>
                  </a:lnTo>
                  <a:lnTo>
                    <a:pt x="315" y="733"/>
                  </a:lnTo>
                  <a:lnTo>
                    <a:pt x="315" y="731"/>
                  </a:lnTo>
                  <a:lnTo>
                    <a:pt x="313" y="731"/>
                  </a:lnTo>
                  <a:lnTo>
                    <a:pt x="313" y="733"/>
                  </a:lnTo>
                  <a:lnTo>
                    <a:pt x="313" y="733"/>
                  </a:lnTo>
                  <a:lnTo>
                    <a:pt x="311" y="735"/>
                  </a:lnTo>
                  <a:lnTo>
                    <a:pt x="311" y="735"/>
                  </a:lnTo>
                  <a:lnTo>
                    <a:pt x="311" y="737"/>
                  </a:lnTo>
                  <a:lnTo>
                    <a:pt x="311" y="737"/>
                  </a:lnTo>
                  <a:lnTo>
                    <a:pt x="311" y="737"/>
                  </a:lnTo>
                  <a:lnTo>
                    <a:pt x="313" y="737"/>
                  </a:lnTo>
                  <a:lnTo>
                    <a:pt x="313" y="737"/>
                  </a:lnTo>
                  <a:lnTo>
                    <a:pt x="313" y="737"/>
                  </a:lnTo>
                  <a:lnTo>
                    <a:pt x="317" y="743"/>
                  </a:lnTo>
                  <a:lnTo>
                    <a:pt x="317" y="744"/>
                  </a:lnTo>
                  <a:lnTo>
                    <a:pt x="317" y="744"/>
                  </a:lnTo>
                  <a:lnTo>
                    <a:pt x="317" y="744"/>
                  </a:lnTo>
                  <a:lnTo>
                    <a:pt x="317" y="746"/>
                  </a:lnTo>
                  <a:lnTo>
                    <a:pt x="317" y="748"/>
                  </a:lnTo>
                  <a:lnTo>
                    <a:pt x="317" y="748"/>
                  </a:lnTo>
                  <a:lnTo>
                    <a:pt x="315" y="750"/>
                  </a:lnTo>
                  <a:lnTo>
                    <a:pt x="306" y="754"/>
                  </a:lnTo>
                  <a:lnTo>
                    <a:pt x="306" y="754"/>
                  </a:lnTo>
                  <a:lnTo>
                    <a:pt x="304" y="754"/>
                  </a:lnTo>
                  <a:lnTo>
                    <a:pt x="304" y="754"/>
                  </a:lnTo>
                  <a:lnTo>
                    <a:pt x="302" y="752"/>
                  </a:lnTo>
                  <a:lnTo>
                    <a:pt x="302" y="752"/>
                  </a:lnTo>
                  <a:lnTo>
                    <a:pt x="302" y="752"/>
                  </a:lnTo>
                  <a:lnTo>
                    <a:pt x="302" y="752"/>
                  </a:lnTo>
                  <a:lnTo>
                    <a:pt x="302" y="752"/>
                  </a:lnTo>
                  <a:lnTo>
                    <a:pt x="300" y="750"/>
                  </a:lnTo>
                  <a:lnTo>
                    <a:pt x="300" y="750"/>
                  </a:lnTo>
                  <a:lnTo>
                    <a:pt x="298" y="750"/>
                  </a:lnTo>
                  <a:lnTo>
                    <a:pt x="296" y="750"/>
                  </a:lnTo>
                  <a:lnTo>
                    <a:pt x="294" y="752"/>
                  </a:lnTo>
                  <a:lnTo>
                    <a:pt x="290" y="756"/>
                  </a:lnTo>
                  <a:lnTo>
                    <a:pt x="288" y="756"/>
                  </a:lnTo>
                  <a:lnTo>
                    <a:pt x="286" y="756"/>
                  </a:lnTo>
                  <a:lnTo>
                    <a:pt x="284" y="756"/>
                  </a:lnTo>
                  <a:lnTo>
                    <a:pt x="284" y="756"/>
                  </a:lnTo>
                  <a:lnTo>
                    <a:pt x="270" y="760"/>
                  </a:lnTo>
                  <a:lnTo>
                    <a:pt x="268" y="760"/>
                  </a:lnTo>
                  <a:lnTo>
                    <a:pt x="268" y="760"/>
                  </a:lnTo>
                  <a:lnTo>
                    <a:pt x="266" y="760"/>
                  </a:lnTo>
                  <a:lnTo>
                    <a:pt x="266" y="760"/>
                  </a:lnTo>
                  <a:lnTo>
                    <a:pt x="266" y="758"/>
                  </a:lnTo>
                  <a:lnTo>
                    <a:pt x="266" y="758"/>
                  </a:lnTo>
                  <a:lnTo>
                    <a:pt x="264" y="758"/>
                  </a:lnTo>
                  <a:lnTo>
                    <a:pt x="264" y="756"/>
                  </a:lnTo>
                  <a:lnTo>
                    <a:pt x="264" y="756"/>
                  </a:lnTo>
                  <a:lnTo>
                    <a:pt x="264" y="756"/>
                  </a:lnTo>
                  <a:lnTo>
                    <a:pt x="262" y="756"/>
                  </a:lnTo>
                  <a:lnTo>
                    <a:pt x="260" y="754"/>
                  </a:lnTo>
                  <a:lnTo>
                    <a:pt x="260" y="754"/>
                  </a:lnTo>
                  <a:lnTo>
                    <a:pt x="260" y="754"/>
                  </a:lnTo>
                  <a:lnTo>
                    <a:pt x="260" y="754"/>
                  </a:lnTo>
                  <a:lnTo>
                    <a:pt x="260" y="754"/>
                  </a:lnTo>
                  <a:lnTo>
                    <a:pt x="258" y="752"/>
                  </a:lnTo>
                  <a:lnTo>
                    <a:pt x="258" y="752"/>
                  </a:lnTo>
                  <a:lnTo>
                    <a:pt x="258" y="750"/>
                  </a:lnTo>
                  <a:lnTo>
                    <a:pt x="258" y="750"/>
                  </a:lnTo>
                  <a:lnTo>
                    <a:pt x="257" y="750"/>
                  </a:lnTo>
                  <a:lnTo>
                    <a:pt x="257" y="750"/>
                  </a:lnTo>
                  <a:lnTo>
                    <a:pt x="257" y="750"/>
                  </a:lnTo>
                  <a:lnTo>
                    <a:pt x="255" y="748"/>
                  </a:lnTo>
                  <a:lnTo>
                    <a:pt x="243" y="748"/>
                  </a:lnTo>
                  <a:lnTo>
                    <a:pt x="243" y="748"/>
                  </a:lnTo>
                  <a:lnTo>
                    <a:pt x="243" y="748"/>
                  </a:lnTo>
                  <a:lnTo>
                    <a:pt x="243" y="748"/>
                  </a:lnTo>
                  <a:lnTo>
                    <a:pt x="241" y="748"/>
                  </a:lnTo>
                  <a:lnTo>
                    <a:pt x="241" y="748"/>
                  </a:lnTo>
                  <a:lnTo>
                    <a:pt x="241" y="746"/>
                  </a:lnTo>
                  <a:lnTo>
                    <a:pt x="241" y="746"/>
                  </a:lnTo>
                  <a:lnTo>
                    <a:pt x="241" y="746"/>
                  </a:lnTo>
                  <a:lnTo>
                    <a:pt x="241" y="746"/>
                  </a:lnTo>
                  <a:lnTo>
                    <a:pt x="239" y="746"/>
                  </a:lnTo>
                  <a:lnTo>
                    <a:pt x="235" y="746"/>
                  </a:lnTo>
                  <a:lnTo>
                    <a:pt x="225" y="748"/>
                  </a:lnTo>
                  <a:lnTo>
                    <a:pt x="215" y="758"/>
                  </a:lnTo>
                  <a:lnTo>
                    <a:pt x="211" y="760"/>
                  </a:lnTo>
                  <a:lnTo>
                    <a:pt x="209" y="760"/>
                  </a:lnTo>
                  <a:lnTo>
                    <a:pt x="209" y="758"/>
                  </a:lnTo>
                  <a:lnTo>
                    <a:pt x="209" y="758"/>
                  </a:lnTo>
                  <a:lnTo>
                    <a:pt x="209" y="758"/>
                  </a:lnTo>
                  <a:lnTo>
                    <a:pt x="207" y="758"/>
                  </a:lnTo>
                  <a:lnTo>
                    <a:pt x="207" y="758"/>
                  </a:lnTo>
                  <a:lnTo>
                    <a:pt x="207" y="758"/>
                  </a:lnTo>
                  <a:lnTo>
                    <a:pt x="206" y="756"/>
                  </a:lnTo>
                  <a:lnTo>
                    <a:pt x="204" y="756"/>
                  </a:lnTo>
                  <a:lnTo>
                    <a:pt x="204" y="756"/>
                  </a:lnTo>
                  <a:lnTo>
                    <a:pt x="204" y="756"/>
                  </a:lnTo>
                  <a:lnTo>
                    <a:pt x="204" y="756"/>
                  </a:lnTo>
                  <a:lnTo>
                    <a:pt x="204" y="754"/>
                  </a:lnTo>
                  <a:lnTo>
                    <a:pt x="202" y="754"/>
                  </a:lnTo>
                  <a:lnTo>
                    <a:pt x="198" y="754"/>
                  </a:lnTo>
                  <a:lnTo>
                    <a:pt x="196" y="752"/>
                  </a:lnTo>
                  <a:lnTo>
                    <a:pt x="196" y="752"/>
                  </a:lnTo>
                  <a:lnTo>
                    <a:pt x="192" y="750"/>
                  </a:lnTo>
                  <a:lnTo>
                    <a:pt x="188" y="750"/>
                  </a:lnTo>
                  <a:lnTo>
                    <a:pt x="188" y="748"/>
                  </a:lnTo>
                  <a:lnTo>
                    <a:pt x="188" y="748"/>
                  </a:lnTo>
                  <a:lnTo>
                    <a:pt x="188" y="748"/>
                  </a:lnTo>
                  <a:lnTo>
                    <a:pt x="188" y="748"/>
                  </a:lnTo>
                  <a:lnTo>
                    <a:pt x="188" y="748"/>
                  </a:lnTo>
                  <a:lnTo>
                    <a:pt x="186" y="746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84" y="743"/>
                  </a:lnTo>
                  <a:lnTo>
                    <a:pt x="184" y="743"/>
                  </a:lnTo>
                  <a:lnTo>
                    <a:pt x="180" y="743"/>
                  </a:lnTo>
                  <a:lnTo>
                    <a:pt x="178" y="741"/>
                  </a:lnTo>
                  <a:lnTo>
                    <a:pt x="176" y="741"/>
                  </a:lnTo>
                  <a:lnTo>
                    <a:pt x="174" y="743"/>
                  </a:lnTo>
                  <a:lnTo>
                    <a:pt x="172" y="743"/>
                  </a:lnTo>
                  <a:lnTo>
                    <a:pt x="170" y="744"/>
                  </a:lnTo>
                  <a:lnTo>
                    <a:pt x="168" y="744"/>
                  </a:lnTo>
                  <a:lnTo>
                    <a:pt x="166" y="743"/>
                  </a:lnTo>
                  <a:lnTo>
                    <a:pt x="149" y="743"/>
                  </a:lnTo>
                  <a:lnTo>
                    <a:pt x="145" y="744"/>
                  </a:lnTo>
                  <a:lnTo>
                    <a:pt x="131" y="744"/>
                  </a:lnTo>
                  <a:lnTo>
                    <a:pt x="129" y="744"/>
                  </a:lnTo>
                  <a:lnTo>
                    <a:pt x="129" y="743"/>
                  </a:lnTo>
                  <a:lnTo>
                    <a:pt x="129" y="743"/>
                  </a:lnTo>
                  <a:lnTo>
                    <a:pt x="127" y="743"/>
                  </a:lnTo>
                  <a:lnTo>
                    <a:pt x="127" y="743"/>
                  </a:lnTo>
                  <a:lnTo>
                    <a:pt x="127" y="741"/>
                  </a:lnTo>
                  <a:lnTo>
                    <a:pt x="127" y="739"/>
                  </a:lnTo>
                  <a:lnTo>
                    <a:pt x="127" y="739"/>
                  </a:lnTo>
                  <a:lnTo>
                    <a:pt x="127" y="739"/>
                  </a:lnTo>
                  <a:lnTo>
                    <a:pt x="127" y="737"/>
                  </a:lnTo>
                  <a:lnTo>
                    <a:pt x="125" y="737"/>
                  </a:lnTo>
                  <a:lnTo>
                    <a:pt x="125" y="735"/>
                  </a:lnTo>
                  <a:lnTo>
                    <a:pt x="125" y="735"/>
                  </a:lnTo>
                  <a:lnTo>
                    <a:pt x="125" y="735"/>
                  </a:lnTo>
                  <a:lnTo>
                    <a:pt x="123" y="733"/>
                  </a:lnTo>
                  <a:lnTo>
                    <a:pt x="123" y="733"/>
                  </a:lnTo>
                  <a:lnTo>
                    <a:pt x="123" y="733"/>
                  </a:lnTo>
                  <a:lnTo>
                    <a:pt x="123" y="731"/>
                  </a:lnTo>
                  <a:lnTo>
                    <a:pt x="123" y="729"/>
                  </a:lnTo>
                  <a:lnTo>
                    <a:pt x="123" y="729"/>
                  </a:lnTo>
                  <a:lnTo>
                    <a:pt x="123" y="729"/>
                  </a:lnTo>
                  <a:lnTo>
                    <a:pt x="123" y="727"/>
                  </a:lnTo>
                  <a:lnTo>
                    <a:pt x="123" y="725"/>
                  </a:lnTo>
                  <a:lnTo>
                    <a:pt x="123" y="725"/>
                  </a:lnTo>
                  <a:lnTo>
                    <a:pt x="121" y="723"/>
                  </a:lnTo>
                  <a:lnTo>
                    <a:pt x="121" y="723"/>
                  </a:lnTo>
                  <a:lnTo>
                    <a:pt x="121" y="723"/>
                  </a:lnTo>
                  <a:lnTo>
                    <a:pt x="121" y="721"/>
                  </a:lnTo>
                  <a:lnTo>
                    <a:pt x="121" y="721"/>
                  </a:lnTo>
                  <a:lnTo>
                    <a:pt x="121" y="719"/>
                  </a:lnTo>
                  <a:lnTo>
                    <a:pt x="121" y="717"/>
                  </a:lnTo>
                  <a:lnTo>
                    <a:pt x="121" y="715"/>
                  </a:lnTo>
                  <a:lnTo>
                    <a:pt x="121" y="715"/>
                  </a:lnTo>
                  <a:lnTo>
                    <a:pt x="121" y="713"/>
                  </a:lnTo>
                  <a:lnTo>
                    <a:pt x="121" y="713"/>
                  </a:lnTo>
                  <a:lnTo>
                    <a:pt x="121" y="711"/>
                  </a:lnTo>
                  <a:lnTo>
                    <a:pt x="121" y="709"/>
                  </a:lnTo>
                  <a:lnTo>
                    <a:pt x="121" y="707"/>
                  </a:lnTo>
                  <a:lnTo>
                    <a:pt x="121" y="707"/>
                  </a:lnTo>
                  <a:lnTo>
                    <a:pt x="121" y="707"/>
                  </a:lnTo>
                  <a:lnTo>
                    <a:pt x="119" y="705"/>
                  </a:lnTo>
                  <a:lnTo>
                    <a:pt x="119" y="705"/>
                  </a:lnTo>
                  <a:lnTo>
                    <a:pt x="119" y="705"/>
                  </a:lnTo>
                  <a:lnTo>
                    <a:pt x="119" y="703"/>
                  </a:lnTo>
                  <a:lnTo>
                    <a:pt x="119" y="703"/>
                  </a:lnTo>
                  <a:lnTo>
                    <a:pt x="117" y="701"/>
                  </a:lnTo>
                  <a:lnTo>
                    <a:pt x="117" y="701"/>
                  </a:lnTo>
                  <a:lnTo>
                    <a:pt x="115" y="701"/>
                  </a:lnTo>
                  <a:lnTo>
                    <a:pt x="115" y="701"/>
                  </a:lnTo>
                  <a:lnTo>
                    <a:pt x="109" y="701"/>
                  </a:lnTo>
                  <a:lnTo>
                    <a:pt x="106" y="703"/>
                  </a:lnTo>
                  <a:lnTo>
                    <a:pt x="102" y="703"/>
                  </a:lnTo>
                  <a:lnTo>
                    <a:pt x="100" y="703"/>
                  </a:lnTo>
                  <a:lnTo>
                    <a:pt x="94" y="701"/>
                  </a:lnTo>
                  <a:lnTo>
                    <a:pt x="92" y="701"/>
                  </a:lnTo>
                  <a:lnTo>
                    <a:pt x="92" y="701"/>
                  </a:lnTo>
                  <a:lnTo>
                    <a:pt x="90" y="703"/>
                  </a:lnTo>
                  <a:lnTo>
                    <a:pt x="90" y="703"/>
                  </a:lnTo>
                  <a:lnTo>
                    <a:pt x="86" y="701"/>
                  </a:lnTo>
                  <a:lnTo>
                    <a:pt x="84" y="699"/>
                  </a:lnTo>
                  <a:lnTo>
                    <a:pt x="82" y="699"/>
                  </a:lnTo>
                  <a:lnTo>
                    <a:pt x="82" y="699"/>
                  </a:lnTo>
                  <a:lnTo>
                    <a:pt x="80" y="699"/>
                  </a:lnTo>
                  <a:lnTo>
                    <a:pt x="80" y="699"/>
                  </a:lnTo>
                  <a:lnTo>
                    <a:pt x="80" y="697"/>
                  </a:lnTo>
                  <a:lnTo>
                    <a:pt x="80" y="697"/>
                  </a:lnTo>
                  <a:lnTo>
                    <a:pt x="80" y="697"/>
                  </a:lnTo>
                  <a:lnTo>
                    <a:pt x="82" y="695"/>
                  </a:lnTo>
                  <a:lnTo>
                    <a:pt x="82" y="693"/>
                  </a:lnTo>
                  <a:lnTo>
                    <a:pt x="82" y="693"/>
                  </a:lnTo>
                  <a:lnTo>
                    <a:pt x="80" y="691"/>
                  </a:lnTo>
                  <a:lnTo>
                    <a:pt x="80" y="691"/>
                  </a:lnTo>
                  <a:lnTo>
                    <a:pt x="80" y="691"/>
                  </a:lnTo>
                  <a:lnTo>
                    <a:pt x="80" y="690"/>
                  </a:lnTo>
                  <a:lnTo>
                    <a:pt x="80" y="688"/>
                  </a:lnTo>
                  <a:lnTo>
                    <a:pt x="80" y="688"/>
                  </a:lnTo>
                  <a:lnTo>
                    <a:pt x="80" y="686"/>
                  </a:lnTo>
                  <a:lnTo>
                    <a:pt x="80" y="686"/>
                  </a:lnTo>
                  <a:lnTo>
                    <a:pt x="80" y="686"/>
                  </a:lnTo>
                  <a:lnTo>
                    <a:pt x="80" y="686"/>
                  </a:lnTo>
                  <a:lnTo>
                    <a:pt x="80" y="684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80" y="680"/>
                  </a:lnTo>
                  <a:lnTo>
                    <a:pt x="80" y="680"/>
                  </a:lnTo>
                  <a:lnTo>
                    <a:pt x="78" y="672"/>
                  </a:lnTo>
                  <a:lnTo>
                    <a:pt x="78" y="670"/>
                  </a:lnTo>
                  <a:lnTo>
                    <a:pt x="78" y="670"/>
                  </a:lnTo>
                  <a:lnTo>
                    <a:pt x="78" y="668"/>
                  </a:lnTo>
                  <a:lnTo>
                    <a:pt x="80" y="666"/>
                  </a:lnTo>
                  <a:lnTo>
                    <a:pt x="80" y="662"/>
                  </a:lnTo>
                  <a:lnTo>
                    <a:pt x="80" y="660"/>
                  </a:lnTo>
                  <a:lnTo>
                    <a:pt x="80" y="660"/>
                  </a:lnTo>
                  <a:lnTo>
                    <a:pt x="80" y="660"/>
                  </a:lnTo>
                  <a:lnTo>
                    <a:pt x="80" y="660"/>
                  </a:lnTo>
                  <a:lnTo>
                    <a:pt x="80" y="658"/>
                  </a:lnTo>
                  <a:lnTo>
                    <a:pt x="80" y="658"/>
                  </a:lnTo>
                  <a:lnTo>
                    <a:pt x="78" y="658"/>
                  </a:lnTo>
                  <a:lnTo>
                    <a:pt x="78" y="658"/>
                  </a:lnTo>
                  <a:lnTo>
                    <a:pt x="78" y="658"/>
                  </a:lnTo>
                  <a:lnTo>
                    <a:pt x="78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74" y="654"/>
                  </a:lnTo>
                  <a:lnTo>
                    <a:pt x="72" y="654"/>
                  </a:lnTo>
                  <a:lnTo>
                    <a:pt x="72" y="654"/>
                  </a:lnTo>
                  <a:lnTo>
                    <a:pt x="72" y="654"/>
                  </a:lnTo>
                  <a:lnTo>
                    <a:pt x="72" y="652"/>
                  </a:lnTo>
                  <a:lnTo>
                    <a:pt x="70" y="652"/>
                  </a:lnTo>
                  <a:lnTo>
                    <a:pt x="70" y="652"/>
                  </a:lnTo>
                  <a:lnTo>
                    <a:pt x="70" y="652"/>
                  </a:lnTo>
                  <a:lnTo>
                    <a:pt x="70" y="650"/>
                  </a:lnTo>
                  <a:lnTo>
                    <a:pt x="70" y="650"/>
                  </a:lnTo>
                  <a:lnTo>
                    <a:pt x="70" y="648"/>
                  </a:lnTo>
                  <a:lnTo>
                    <a:pt x="68" y="648"/>
                  </a:lnTo>
                  <a:lnTo>
                    <a:pt x="68" y="646"/>
                  </a:lnTo>
                  <a:lnTo>
                    <a:pt x="68" y="646"/>
                  </a:lnTo>
                  <a:lnTo>
                    <a:pt x="64" y="646"/>
                  </a:lnTo>
                  <a:lnTo>
                    <a:pt x="64" y="644"/>
                  </a:lnTo>
                  <a:lnTo>
                    <a:pt x="64" y="644"/>
                  </a:lnTo>
                  <a:lnTo>
                    <a:pt x="64" y="644"/>
                  </a:lnTo>
                  <a:lnTo>
                    <a:pt x="62" y="644"/>
                  </a:lnTo>
                  <a:lnTo>
                    <a:pt x="62" y="642"/>
                  </a:lnTo>
                  <a:lnTo>
                    <a:pt x="62" y="642"/>
                  </a:lnTo>
                  <a:lnTo>
                    <a:pt x="53" y="642"/>
                  </a:lnTo>
                  <a:lnTo>
                    <a:pt x="51" y="642"/>
                  </a:lnTo>
                  <a:lnTo>
                    <a:pt x="49" y="644"/>
                  </a:lnTo>
                  <a:lnTo>
                    <a:pt x="49" y="644"/>
                  </a:lnTo>
                  <a:lnTo>
                    <a:pt x="47" y="644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1" y="642"/>
                  </a:lnTo>
                  <a:lnTo>
                    <a:pt x="41" y="642"/>
                  </a:lnTo>
                  <a:lnTo>
                    <a:pt x="39" y="642"/>
                  </a:lnTo>
                  <a:lnTo>
                    <a:pt x="39" y="640"/>
                  </a:lnTo>
                  <a:lnTo>
                    <a:pt x="35" y="640"/>
                  </a:lnTo>
                  <a:lnTo>
                    <a:pt x="29" y="640"/>
                  </a:lnTo>
                  <a:lnTo>
                    <a:pt x="29" y="640"/>
                  </a:lnTo>
                  <a:lnTo>
                    <a:pt x="27" y="640"/>
                  </a:lnTo>
                  <a:lnTo>
                    <a:pt x="25" y="640"/>
                  </a:lnTo>
                  <a:lnTo>
                    <a:pt x="25" y="640"/>
                  </a:lnTo>
                  <a:lnTo>
                    <a:pt x="25" y="640"/>
                  </a:lnTo>
                  <a:lnTo>
                    <a:pt x="25" y="640"/>
                  </a:lnTo>
                  <a:lnTo>
                    <a:pt x="21" y="638"/>
                  </a:lnTo>
                  <a:lnTo>
                    <a:pt x="19" y="636"/>
                  </a:lnTo>
                  <a:lnTo>
                    <a:pt x="19" y="636"/>
                  </a:lnTo>
                  <a:lnTo>
                    <a:pt x="19" y="636"/>
                  </a:lnTo>
                  <a:lnTo>
                    <a:pt x="19" y="635"/>
                  </a:lnTo>
                  <a:lnTo>
                    <a:pt x="19" y="635"/>
                  </a:lnTo>
                  <a:lnTo>
                    <a:pt x="19" y="633"/>
                  </a:lnTo>
                  <a:lnTo>
                    <a:pt x="19" y="631"/>
                  </a:lnTo>
                  <a:lnTo>
                    <a:pt x="19" y="629"/>
                  </a:lnTo>
                  <a:lnTo>
                    <a:pt x="19" y="629"/>
                  </a:lnTo>
                  <a:lnTo>
                    <a:pt x="19" y="629"/>
                  </a:lnTo>
                  <a:lnTo>
                    <a:pt x="19" y="627"/>
                  </a:lnTo>
                  <a:lnTo>
                    <a:pt x="17" y="627"/>
                  </a:lnTo>
                  <a:lnTo>
                    <a:pt x="17" y="627"/>
                  </a:lnTo>
                  <a:lnTo>
                    <a:pt x="17" y="625"/>
                  </a:lnTo>
                  <a:lnTo>
                    <a:pt x="17" y="625"/>
                  </a:lnTo>
                  <a:lnTo>
                    <a:pt x="13" y="627"/>
                  </a:lnTo>
                  <a:lnTo>
                    <a:pt x="11" y="627"/>
                  </a:lnTo>
                  <a:lnTo>
                    <a:pt x="11" y="625"/>
                  </a:lnTo>
                  <a:lnTo>
                    <a:pt x="11" y="625"/>
                  </a:lnTo>
                  <a:lnTo>
                    <a:pt x="11" y="625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9" y="623"/>
                  </a:lnTo>
                  <a:lnTo>
                    <a:pt x="9" y="623"/>
                  </a:lnTo>
                  <a:lnTo>
                    <a:pt x="7" y="623"/>
                  </a:lnTo>
                  <a:lnTo>
                    <a:pt x="7" y="623"/>
                  </a:lnTo>
                  <a:lnTo>
                    <a:pt x="7" y="621"/>
                  </a:lnTo>
                  <a:lnTo>
                    <a:pt x="7" y="621"/>
                  </a:lnTo>
                  <a:lnTo>
                    <a:pt x="5" y="619"/>
                  </a:lnTo>
                  <a:lnTo>
                    <a:pt x="5" y="617"/>
                  </a:lnTo>
                  <a:lnTo>
                    <a:pt x="5" y="617"/>
                  </a:lnTo>
                  <a:lnTo>
                    <a:pt x="5" y="617"/>
                  </a:lnTo>
                  <a:lnTo>
                    <a:pt x="5" y="615"/>
                  </a:lnTo>
                  <a:lnTo>
                    <a:pt x="5" y="615"/>
                  </a:lnTo>
                  <a:lnTo>
                    <a:pt x="4" y="615"/>
                  </a:lnTo>
                  <a:lnTo>
                    <a:pt x="4" y="615"/>
                  </a:lnTo>
                  <a:lnTo>
                    <a:pt x="4" y="615"/>
                  </a:lnTo>
                  <a:lnTo>
                    <a:pt x="4" y="611"/>
                  </a:lnTo>
                  <a:lnTo>
                    <a:pt x="4" y="611"/>
                  </a:lnTo>
                  <a:lnTo>
                    <a:pt x="4" y="611"/>
                  </a:lnTo>
                  <a:lnTo>
                    <a:pt x="4" y="611"/>
                  </a:lnTo>
                  <a:lnTo>
                    <a:pt x="4" y="609"/>
                  </a:lnTo>
                  <a:lnTo>
                    <a:pt x="4" y="609"/>
                  </a:lnTo>
                  <a:lnTo>
                    <a:pt x="4" y="609"/>
                  </a:lnTo>
                  <a:lnTo>
                    <a:pt x="4" y="609"/>
                  </a:lnTo>
                  <a:lnTo>
                    <a:pt x="4" y="607"/>
                  </a:lnTo>
                  <a:lnTo>
                    <a:pt x="4" y="607"/>
                  </a:lnTo>
                  <a:lnTo>
                    <a:pt x="4" y="605"/>
                  </a:lnTo>
                  <a:lnTo>
                    <a:pt x="5" y="601"/>
                  </a:lnTo>
                  <a:lnTo>
                    <a:pt x="9" y="599"/>
                  </a:lnTo>
                  <a:lnTo>
                    <a:pt x="9" y="599"/>
                  </a:lnTo>
                  <a:lnTo>
                    <a:pt x="11" y="599"/>
                  </a:lnTo>
                  <a:lnTo>
                    <a:pt x="13" y="599"/>
                  </a:lnTo>
                  <a:lnTo>
                    <a:pt x="13" y="597"/>
                  </a:lnTo>
                  <a:lnTo>
                    <a:pt x="13" y="597"/>
                  </a:lnTo>
                  <a:lnTo>
                    <a:pt x="15" y="595"/>
                  </a:lnTo>
                  <a:lnTo>
                    <a:pt x="17" y="593"/>
                  </a:lnTo>
                  <a:lnTo>
                    <a:pt x="17" y="593"/>
                  </a:lnTo>
                  <a:lnTo>
                    <a:pt x="17" y="593"/>
                  </a:lnTo>
                  <a:lnTo>
                    <a:pt x="17" y="593"/>
                  </a:lnTo>
                  <a:lnTo>
                    <a:pt x="17" y="591"/>
                  </a:lnTo>
                  <a:lnTo>
                    <a:pt x="17" y="591"/>
                  </a:lnTo>
                  <a:lnTo>
                    <a:pt x="15" y="591"/>
                  </a:lnTo>
                  <a:lnTo>
                    <a:pt x="15" y="591"/>
                  </a:lnTo>
                  <a:lnTo>
                    <a:pt x="15" y="591"/>
                  </a:lnTo>
                  <a:lnTo>
                    <a:pt x="15" y="589"/>
                  </a:lnTo>
                  <a:lnTo>
                    <a:pt x="13" y="589"/>
                  </a:lnTo>
                  <a:lnTo>
                    <a:pt x="11" y="587"/>
                  </a:lnTo>
                  <a:lnTo>
                    <a:pt x="11" y="587"/>
                  </a:lnTo>
                  <a:lnTo>
                    <a:pt x="11" y="587"/>
                  </a:lnTo>
                  <a:lnTo>
                    <a:pt x="9" y="587"/>
                  </a:lnTo>
                  <a:lnTo>
                    <a:pt x="9" y="587"/>
                  </a:lnTo>
                  <a:lnTo>
                    <a:pt x="5" y="589"/>
                  </a:lnTo>
                  <a:lnTo>
                    <a:pt x="5" y="589"/>
                  </a:lnTo>
                  <a:lnTo>
                    <a:pt x="4" y="589"/>
                  </a:lnTo>
                  <a:lnTo>
                    <a:pt x="4" y="589"/>
                  </a:lnTo>
                  <a:lnTo>
                    <a:pt x="4" y="587"/>
                  </a:lnTo>
                  <a:lnTo>
                    <a:pt x="2" y="585"/>
                  </a:lnTo>
                  <a:lnTo>
                    <a:pt x="2" y="585"/>
                  </a:lnTo>
                  <a:lnTo>
                    <a:pt x="2" y="585"/>
                  </a:lnTo>
                  <a:lnTo>
                    <a:pt x="2" y="583"/>
                  </a:lnTo>
                  <a:lnTo>
                    <a:pt x="2" y="583"/>
                  </a:lnTo>
                  <a:lnTo>
                    <a:pt x="2" y="583"/>
                  </a:lnTo>
                  <a:lnTo>
                    <a:pt x="0" y="583"/>
                  </a:lnTo>
                  <a:lnTo>
                    <a:pt x="0" y="582"/>
                  </a:lnTo>
                  <a:lnTo>
                    <a:pt x="4" y="580"/>
                  </a:lnTo>
                  <a:lnTo>
                    <a:pt x="4" y="580"/>
                  </a:lnTo>
                  <a:lnTo>
                    <a:pt x="4" y="578"/>
                  </a:lnTo>
                  <a:lnTo>
                    <a:pt x="4" y="578"/>
                  </a:lnTo>
                  <a:lnTo>
                    <a:pt x="4" y="578"/>
                  </a:lnTo>
                  <a:lnTo>
                    <a:pt x="2" y="576"/>
                  </a:lnTo>
                  <a:lnTo>
                    <a:pt x="2" y="574"/>
                  </a:lnTo>
                  <a:lnTo>
                    <a:pt x="2" y="574"/>
                  </a:lnTo>
                  <a:lnTo>
                    <a:pt x="0" y="568"/>
                  </a:lnTo>
                  <a:lnTo>
                    <a:pt x="0" y="568"/>
                  </a:lnTo>
                  <a:lnTo>
                    <a:pt x="0" y="566"/>
                  </a:lnTo>
                  <a:lnTo>
                    <a:pt x="2" y="560"/>
                  </a:lnTo>
                  <a:lnTo>
                    <a:pt x="7" y="554"/>
                  </a:lnTo>
                  <a:lnTo>
                    <a:pt x="17" y="548"/>
                  </a:lnTo>
                  <a:lnTo>
                    <a:pt x="17" y="548"/>
                  </a:lnTo>
                  <a:lnTo>
                    <a:pt x="17" y="548"/>
                  </a:lnTo>
                  <a:lnTo>
                    <a:pt x="17" y="546"/>
                  </a:lnTo>
                  <a:lnTo>
                    <a:pt x="17" y="546"/>
                  </a:lnTo>
                  <a:lnTo>
                    <a:pt x="17" y="544"/>
                  </a:lnTo>
                  <a:lnTo>
                    <a:pt x="19" y="542"/>
                  </a:lnTo>
                  <a:lnTo>
                    <a:pt x="29" y="532"/>
                  </a:lnTo>
                  <a:lnTo>
                    <a:pt x="31" y="530"/>
                  </a:lnTo>
                  <a:lnTo>
                    <a:pt x="31" y="528"/>
                  </a:lnTo>
                  <a:lnTo>
                    <a:pt x="37" y="527"/>
                  </a:lnTo>
                  <a:lnTo>
                    <a:pt x="37" y="527"/>
                  </a:lnTo>
                  <a:lnTo>
                    <a:pt x="37" y="527"/>
                  </a:lnTo>
                  <a:lnTo>
                    <a:pt x="39" y="528"/>
                  </a:lnTo>
                  <a:lnTo>
                    <a:pt x="39" y="528"/>
                  </a:lnTo>
                  <a:lnTo>
                    <a:pt x="39" y="528"/>
                  </a:lnTo>
                  <a:lnTo>
                    <a:pt x="41" y="527"/>
                  </a:lnTo>
                  <a:lnTo>
                    <a:pt x="41" y="527"/>
                  </a:lnTo>
                  <a:lnTo>
                    <a:pt x="41" y="527"/>
                  </a:lnTo>
                  <a:lnTo>
                    <a:pt x="41" y="527"/>
                  </a:lnTo>
                  <a:lnTo>
                    <a:pt x="41" y="525"/>
                  </a:lnTo>
                  <a:lnTo>
                    <a:pt x="39" y="525"/>
                  </a:lnTo>
                  <a:lnTo>
                    <a:pt x="39" y="523"/>
                  </a:lnTo>
                  <a:lnTo>
                    <a:pt x="39" y="523"/>
                  </a:lnTo>
                  <a:lnTo>
                    <a:pt x="39" y="523"/>
                  </a:lnTo>
                  <a:lnTo>
                    <a:pt x="39" y="521"/>
                  </a:lnTo>
                  <a:lnTo>
                    <a:pt x="39" y="521"/>
                  </a:lnTo>
                  <a:lnTo>
                    <a:pt x="72" y="497"/>
                  </a:lnTo>
                  <a:lnTo>
                    <a:pt x="74" y="497"/>
                  </a:lnTo>
                  <a:lnTo>
                    <a:pt x="74" y="495"/>
                  </a:lnTo>
                  <a:lnTo>
                    <a:pt x="74" y="493"/>
                  </a:lnTo>
                  <a:lnTo>
                    <a:pt x="76" y="485"/>
                  </a:lnTo>
                  <a:lnTo>
                    <a:pt x="80" y="481"/>
                  </a:lnTo>
                  <a:lnTo>
                    <a:pt x="80" y="481"/>
                  </a:lnTo>
                  <a:lnTo>
                    <a:pt x="88" y="477"/>
                  </a:lnTo>
                  <a:lnTo>
                    <a:pt x="92" y="477"/>
                  </a:lnTo>
                  <a:lnTo>
                    <a:pt x="92" y="477"/>
                  </a:lnTo>
                  <a:lnTo>
                    <a:pt x="107" y="472"/>
                  </a:lnTo>
                  <a:lnTo>
                    <a:pt x="107" y="472"/>
                  </a:lnTo>
                  <a:lnTo>
                    <a:pt x="107" y="472"/>
                  </a:lnTo>
                  <a:lnTo>
                    <a:pt x="109" y="472"/>
                  </a:lnTo>
                  <a:lnTo>
                    <a:pt x="115" y="470"/>
                  </a:lnTo>
                  <a:lnTo>
                    <a:pt x="117" y="470"/>
                  </a:lnTo>
                  <a:lnTo>
                    <a:pt x="117" y="470"/>
                  </a:lnTo>
                  <a:lnTo>
                    <a:pt x="117" y="470"/>
                  </a:lnTo>
                  <a:lnTo>
                    <a:pt x="117" y="468"/>
                  </a:lnTo>
                  <a:lnTo>
                    <a:pt x="117" y="468"/>
                  </a:lnTo>
                  <a:lnTo>
                    <a:pt x="117" y="468"/>
                  </a:lnTo>
                  <a:lnTo>
                    <a:pt x="117" y="468"/>
                  </a:lnTo>
                  <a:lnTo>
                    <a:pt x="117" y="466"/>
                  </a:lnTo>
                  <a:lnTo>
                    <a:pt x="117" y="464"/>
                  </a:lnTo>
                  <a:lnTo>
                    <a:pt x="117" y="464"/>
                  </a:lnTo>
                  <a:lnTo>
                    <a:pt x="117" y="464"/>
                  </a:lnTo>
                  <a:lnTo>
                    <a:pt x="117" y="464"/>
                  </a:lnTo>
                  <a:lnTo>
                    <a:pt x="115" y="462"/>
                  </a:lnTo>
                  <a:lnTo>
                    <a:pt x="115" y="462"/>
                  </a:lnTo>
                  <a:lnTo>
                    <a:pt x="115" y="462"/>
                  </a:lnTo>
                  <a:lnTo>
                    <a:pt x="115" y="462"/>
                  </a:lnTo>
                  <a:lnTo>
                    <a:pt x="115" y="460"/>
                  </a:lnTo>
                  <a:lnTo>
                    <a:pt x="115" y="460"/>
                  </a:lnTo>
                  <a:lnTo>
                    <a:pt x="115" y="460"/>
                  </a:lnTo>
                  <a:lnTo>
                    <a:pt x="115" y="456"/>
                  </a:lnTo>
                  <a:lnTo>
                    <a:pt x="115" y="456"/>
                  </a:lnTo>
                  <a:lnTo>
                    <a:pt x="115" y="456"/>
                  </a:lnTo>
                  <a:lnTo>
                    <a:pt x="113" y="454"/>
                  </a:lnTo>
                  <a:lnTo>
                    <a:pt x="113" y="454"/>
                  </a:lnTo>
                  <a:lnTo>
                    <a:pt x="113" y="454"/>
                  </a:lnTo>
                  <a:lnTo>
                    <a:pt x="113" y="454"/>
                  </a:lnTo>
                  <a:lnTo>
                    <a:pt x="113" y="452"/>
                  </a:lnTo>
                  <a:lnTo>
                    <a:pt x="113" y="452"/>
                  </a:lnTo>
                  <a:lnTo>
                    <a:pt x="111" y="452"/>
                  </a:lnTo>
                  <a:lnTo>
                    <a:pt x="111" y="452"/>
                  </a:lnTo>
                  <a:lnTo>
                    <a:pt x="111" y="450"/>
                  </a:lnTo>
                  <a:lnTo>
                    <a:pt x="111" y="450"/>
                  </a:lnTo>
                  <a:lnTo>
                    <a:pt x="111" y="448"/>
                  </a:lnTo>
                  <a:lnTo>
                    <a:pt x="111" y="448"/>
                  </a:lnTo>
                  <a:lnTo>
                    <a:pt x="111" y="446"/>
                  </a:lnTo>
                  <a:lnTo>
                    <a:pt x="111" y="446"/>
                  </a:lnTo>
                  <a:lnTo>
                    <a:pt x="111" y="446"/>
                  </a:lnTo>
                  <a:lnTo>
                    <a:pt x="111" y="442"/>
                  </a:lnTo>
                  <a:lnTo>
                    <a:pt x="111" y="442"/>
                  </a:lnTo>
                  <a:lnTo>
                    <a:pt x="111" y="440"/>
                  </a:lnTo>
                  <a:lnTo>
                    <a:pt x="111" y="440"/>
                  </a:lnTo>
                  <a:lnTo>
                    <a:pt x="111" y="440"/>
                  </a:lnTo>
                  <a:lnTo>
                    <a:pt x="109" y="440"/>
                  </a:lnTo>
                  <a:lnTo>
                    <a:pt x="109" y="438"/>
                  </a:lnTo>
                  <a:lnTo>
                    <a:pt x="109" y="438"/>
                  </a:lnTo>
                  <a:lnTo>
                    <a:pt x="107" y="436"/>
                  </a:lnTo>
                  <a:lnTo>
                    <a:pt x="107" y="436"/>
                  </a:lnTo>
                  <a:lnTo>
                    <a:pt x="107" y="436"/>
                  </a:lnTo>
                  <a:lnTo>
                    <a:pt x="107" y="436"/>
                  </a:lnTo>
                  <a:lnTo>
                    <a:pt x="106" y="436"/>
                  </a:lnTo>
                  <a:lnTo>
                    <a:pt x="106" y="434"/>
                  </a:lnTo>
                  <a:lnTo>
                    <a:pt x="106" y="434"/>
                  </a:lnTo>
                  <a:lnTo>
                    <a:pt x="106" y="434"/>
                  </a:lnTo>
                  <a:lnTo>
                    <a:pt x="106" y="434"/>
                  </a:lnTo>
                  <a:lnTo>
                    <a:pt x="104" y="434"/>
                  </a:lnTo>
                  <a:lnTo>
                    <a:pt x="104" y="434"/>
                  </a:lnTo>
                  <a:lnTo>
                    <a:pt x="102" y="434"/>
                  </a:lnTo>
                  <a:lnTo>
                    <a:pt x="102" y="434"/>
                  </a:lnTo>
                  <a:lnTo>
                    <a:pt x="102" y="432"/>
                  </a:lnTo>
                  <a:lnTo>
                    <a:pt x="102" y="432"/>
                  </a:lnTo>
                  <a:lnTo>
                    <a:pt x="102" y="432"/>
                  </a:lnTo>
                  <a:lnTo>
                    <a:pt x="102" y="432"/>
                  </a:lnTo>
                  <a:lnTo>
                    <a:pt x="100" y="432"/>
                  </a:lnTo>
                  <a:lnTo>
                    <a:pt x="100" y="430"/>
                  </a:lnTo>
                  <a:lnTo>
                    <a:pt x="100" y="430"/>
                  </a:lnTo>
                  <a:lnTo>
                    <a:pt x="100" y="430"/>
                  </a:lnTo>
                  <a:lnTo>
                    <a:pt x="100" y="430"/>
                  </a:lnTo>
                  <a:lnTo>
                    <a:pt x="98" y="428"/>
                  </a:lnTo>
                  <a:lnTo>
                    <a:pt x="98" y="426"/>
                  </a:lnTo>
                  <a:lnTo>
                    <a:pt x="98" y="426"/>
                  </a:lnTo>
                  <a:lnTo>
                    <a:pt x="96" y="426"/>
                  </a:lnTo>
                  <a:lnTo>
                    <a:pt x="96" y="426"/>
                  </a:lnTo>
                  <a:lnTo>
                    <a:pt x="96" y="424"/>
                  </a:lnTo>
                  <a:lnTo>
                    <a:pt x="96" y="424"/>
                  </a:lnTo>
                  <a:lnTo>
                    <a:pt x="98" y="424"/>
                  </a:lnTo>
                  <a:lnTo>
                    <a:pt x="100" y="424"/>
                  </a:lnTo>
                  <a:lnTo>
                    <a:pt x="102" y="424"/>
                  </a:lnTo>
                  <a:lnTo>
                    <a:pt x="102" y="422"/>
                  </a:lnTo>
                  <a:lnTo>
                    <a:pt x="102" y="422"/>
                  </a:lnTo>
                  <a:lnTo>
                    <a:pt x="102" y="421"/>
                  </a:lnTo>
                  <a:lnTo>
                    <a:pt x="102" y="421"/>
                  </a:lnTo>
                  <a:lnTo>
                    <a:pt x="102" y="419"/>
                  </a:lnTo>
                  <a:lnTo>
                    <a:pt x="102" y="417"/>
                  </a:lnTo>
                  <a:lnTo>
                    <a:pt x="102" y="417"/>
                  </a:lnTo>
                  <a:lnTo>
                    <a:pt x="102" y="417"/>
                  </a:lnTo>
                  <a:lnTo>
                    <a:pt x="100" y="415"/>
                  </a:lnTo>
                  <a:lnTo>
                    <a:pt x="100" y="415"/>
                  </a:lnTo>
                  <a:lnTo>
                    <a:pt x="100" y="415"/>
                  </a:lnTo>
                  <a:lnTo>
                    <a:pt x="98" y="415"/>
                  </a:lnTo>
                  <a:lnTo>
                    <a:pt x="98" y="415"/>
                  </a:lnTo>
                  <a:lnTo>
                    <a:pt x="98" y="415"/>
                  </a:lnTo>
                  <a:lnTo>
                    <a:pt x="96" y="415"/>
                  </a:lnTo>
                  <a:lnTo>
                    <a:pt x="96" y="415"/>
                  </a:lnTo>
                  <a:lnTo>
                    <a:pt x="96" y="413"/>
                  </a:lnTo>
                  <a:lnTo>
                    <a:pt x="96" y="413"/>
                  </a:lnTo>
                  <a:lnTo>
                    <a:pt x="96" y="413"/>
                  </a:lnTo>
                  <a:lnTo>
                    <a:pt x="94" y="411"/>
                  </a:lnTo>
                  <a:lnTo>
                    <a:pt x="92" y="413"/>
                  </a:lnTo>
                  <a:lnTo>
                    <a:pt x="86" y="411"/>
                  </a:lnTo>
                  <a:lnTo>
                    <a:pt x="84" y="411"/>
                  </a:lnTo>
                  <a:lnTo>
                    <a:pt x="84" y="411"/>
                  </a:lnTo>
                  <a:lnTo>
                    <a:pt x="84" y="409"/>
                  </a:lnTo>
                  <a:lnTo>
                    <a:pt x="84" y="409"/>
                  </a:lnTo>
                  <a:lnTo>
                    <a:pt x="84" y="409"/>
                  </a:lnTo>
                  <a:lnTo>
                    <a:pt x="84" y="409"/>
                  </a:lnTo>
                  <a:lnTo>
                    <a:pt x="82" y="407"/>
                  </a:lnTo>
                  <a:lnTo>
                    <a:pt x="82" y="407"/>
                  </a:lnTo>
                  <a:lnTo>
                    <a:pt x="82" y="405"/>
                  </a:lnTo>
                  <a:lnTo>
                    <a:pt x="82" y="405"/>
                  </a:lnTo>
                  <a:lnTo>
                    <a:pt x="82" y="405"/>
                  </a:lnTo>
                  <a:lnTo>
                    <a:pt x="80" y="405"/>
                  </a:lnTo>
                  <a:lnTo>
                    <a:pt x="80" y="405"/>
                  </a:lnTo>
                  <a:lnTo>
                    <a:pt x="80" y="405"/>
                  </a:lnTo>
                  <a:lnTo>
                    <a:pt x="78" y="405"/>
                  </a:lnTo>
                  <a:lnTo>
                    <a:pt x="78" y="403"/>
                  </a:lnTo>
                  <a:lnTo>
                    <a:pt x="78" y="403"/>
                  </a:lnTo>
                  <a:lnTo>
                    <a:pt x="78" y="403"/>
                  </a:lnTo>
                  <a:lnTo>
                    <a:pt x="78" y="401"/>
                  </a:lnTo>
                  <a:lnTo>
                    <a:pt x="78" y="401"/>
                  </a:lnTo>
                  <a:lnTo>
                    <a:pt x="78" y="397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5"/>
                  </a:lnTo>
                  <a:lnTo>
                    <a:pt x="80" y="395"/>
                  </a:lnTo>
                  <a:lnTo>
                    <a:pt x="80" y="395"/>
                  </a:lnTo>
                  <a:lnTo>
                    <a:pt x="80" y="393"/>
                  </a:lnTo>
                  <a:lnTo>
                    <a:pt x="82" y="391"/>
                  </a:lnTo>
                  <a:lnTo>
                    <a:pt x="82" y="391"/>
                  </a:lnTo>
                  <a:lnTo>
                    <a:pt x="82" y="389"/>
                  </a:lnTo>
                  <a:lnTo>
                    <a:pt x="82" y="389"/>
                  </a:lnTo>
                  <a:lnTo>
                    <a:pt x="82" y="389"/>
                  </a:lnTo>
                  <a:lnTo>
                    <a:pt x="80" y="389"/>
                  </a:lnTo>
                  <a:lnTo>
                    <a:pt x="74" y="385"/>
                  </a:lnTo>
                  <a:lnTo>
                    <a:pt x="70" y="385"/>
                  </a:lnTo>
                  <a:lnTo>
                    <a:pt x="68" y="383"/>
                  </a:lnTo>
                  <a:lnTo>
                    <a:pt x="68" y="383"/>
                  </a:lnTo>
                  <a:lnTo>
                    <a:pt x="66" y="383"/>
                  </a:lnTo>
                  <a:lnTo>
                    <a:pt x="66" y="383"/>
                  </a:lnTo>
                  <a:lnTo>
                    <a:pt x="66" y="381"/>
                  </a:lnTo>
                  <a:lnTo>
                    <a:pt x="64" y="381"/>
                  </a:lnTo>
                  <a:lnTo>
                    <a:pt x="64" y="379"/>
                  </a:lnTo>
                  <a:lnTo>
                    <a:pt x="64" y="379"/>
                  </a:lnTo>
                  <a:lnTo>
                    <a:pt x="64" y="379"/>
                  </a:lnTo>
                  <a:lnTo>
                    <a:pt x="64" y="379"/>
                  </a:lnTo>
                  <a:lnTo>
                    <a:pt x="64" y="379"/>
                  </a:lnTo>
                  <a:lnTo>
                    <a:pt x="62" y="377"/>
                  </a:lnTo>
                  <a:lnTo>
                    <a:pt x="62" y="377"/>
                  </a:lnTo>
                  <a:lnTo>
                    <a:pt x="58" y="377"/>
                  </a:lnTo>
                  <a:lnTo>
                    <a:pt x="56" y="377"/>
                  </a:lnTo>
                  <a:lnTo>
                    <a:pt x="56" y="377"/>
                  </a:lnTo>
                  <a:lnTo>
                    <a:pt x="56" y="375"/>
                  </a:lnTo>
                  <a:lnTo>
                    <a:pt x="56" y="375"/>
                  </a:lnTo>
                  <a:lnTo>
                    <a:pt x="56" y="373"/>
                  </a:lnTo>
                  <a:lnTo>
                    <a:pt x="56" y="373"/>
                  </a:lnTo>
                  <a:lnTo>
                    <a:pt x="56" y="373"/>
                  </a:lnTo>
                  <a:lnTo>
                    <a:pt x="56" y="373"/>
                  </a:lnTo>
                  <a:lnTo>
                    <a:pt x="51" y="369"/>
                  </a:lnTo>
                  <a:lnTo>
                    <a:pt x="51" y="369"/>
                  </a:lnTo>
                  <a:lnTo>
                    <a:pt x="49" y="369"/>
                  </a:lnTo>
                  <a:lnTo>
                    <a:pt x="49" y="369"/>
                  </a:lnTo>
                  <a:lnTo>
                    <a:pt x="49" y="367"/>
                  </a:lnTo>
                  <a:lnTo>
                    <a:pt x="49" y="367"/>
                  </a:lnTo>
                  <a:lnTo>
                    <a:pt x="49" y="366"/>
                  </a:lnTo>
                  <a:lnTo>
                    <a:pt x="49" y="366"/>
                  </a:lnTo>
                  <a:lnTo>
                    <a:pt x="49" y="364"/>
                  </a:lnTo>
                  <a:lnTo>
                    <a:pt x="49" y="364"/>
                  </a:lnTo>
                  <a:lnTo>
                    <a:pt x="47" y="364"/>
                  </a:lnTo>
                  <a:lnTo>
                    <a:pt x="47" y="362"/>
                  </a:lnTo>
                  <a:lnTo>
                    <a:pt x="47" y="362"/>
                  </a:lnTo>
                  <a:lnTo>
                    <a:pt x="47" y="362"/>
                  </a:lnTo>
                  <a:lnTo>
                    <a:pt x="47" y="360"/>
                  </a:lnTo>
                  <a:lnTo>
                    <a:pt x="49" y="358"/>
                  </a:lnTo>
                  <a:lnTo>
                    <a:pt x="49" y="358"/>
                  </a:lnTo>
                  <a:lnTo>
                    <a:pt x="49" y="358"/>
                  </a:lnTo>
                  <a:lnTo>
                    <a:pt x="49" y="358"/>
                  </a:lnTo>
                  <a:lnTo>
                    <a:pt x="47" y="358"/>
                  </a:lnTo>
                  <a:lnTo>
                    <a:pt x="47" y="356"/>
                  </a:lnTo>
                  <a:lnTo>
                    <a:pt x="47" y="356"/>
                  </a:lnTo>
                  <a:lnTo>
                    <a:pt x="47" y="356"/>
                  </a:lnTo>
                  <a:lnTo>
                    <a:pt x="47" y="356"/>
                  </a:lnTo>
                  <a:lnTo>
                    <a:pt x="45" y="354"/>
                  </a:lnTo>
                  <a:lnTo>
                    <a:pt x="51" y="350"/>
                  </a:lnTo>
                  <a:lnTo>
                    <a:pt x="53" y="350"/>
                  </a:lnTo>
                  <a:lnTo>
                    <a:pt x="55" y="350"/>
                  </a:lnTo>
                  <a:lnTo>
                    <a:pt x="56" y="350"/>
                  </a:lnTo>
                  <a:lnTo>
                    <a:pt x="62" y="342"/>
                  </a:lnTo>
                  <a:lnTo>
                    <a:pt x="64" y="340"/>
                  </a:lnTo>
                  <a:lnTo>
                    <a:pt x="64" y="338"/>
                  </a:lnTo>
                  <a:lnTo>
                    <a:pt x="68" y="334"/>
                  </a:lnTo>
                  <a:lnTo>
                    <a:pt x="72" y="334"/>
                  </a:lnTo>
                  <a:lnTo>
                    <a:pt x="72" y="334"/>
                  </a:lnTo>
                  <a:lnTo>
                    <a:pt x="72" y="334"/>
                  </a:lnTo>
                  <a:lnTo>
                    <a:pt x="76" y="334"/>
                  </a:lnTo>
                  <a:lnTo>
                    <a:pt x="76" y="334"/>
                  </a:lnTo>
                  <a:lnTo>
                    <a:pt x="80" y="332"/>
                  </a:lnTo>
                  <a:lnTo>
                    <a:pt x="84" y="328"/>
                  </a:lnTo>
                  <a:lnTo>
                    <a:pt x="86" y="322"/>
                  </a:lnTo>
                  <a:lnTo>
                    <a:pt x="86" y="318"/>
                  </a:lnTo>
                  <a:lnTo>
                    <a:pt x="88" y="316"/>
                  </a:lnTo>
                  <a:lnTo>
                    <a:pt x="90" y="316"/>
                  </a:lnTo>
                  <a:lnTo>
                    <a:pt x="92" y="316"/>
                  </a:lnTo>
                  <a:lnTo>
                    <a:pt x="92" y="316"/>
                  </a:lnTo>
                  <a:lnTo>
                    <a:pt x="92" y="316"/>
                  </a:lnTo>
                  <a:lnTo>
                    <a:pt x="94" y="318"/>
                  </a:lnTo>
                  <a:lnTo>
                    <a:pt x="94" y="318"/>
                  </a:lnTo>
                  <a:lnTo>
                    <a:pt x="100" y="320"/>
                  </a:lnTo>
                  <a:lnTo>
                    <a:pt x="102" y="320"/>
                  </a:lnTo>
                  <a:lnTo>
                    <a:pt x="107" y="322"/>
                  </a:lnTo>
                  <a:lnTo>
                    <a:pt x="111" y="322"/>
                  </a:lnTo>
                  <a:lnTo>
                    <a:pt x="123" y="318"/>
                  </a:lnTo>
                  <a:lnTo>
                    <a:pt x="133" y="309"/>
                  </a:lnTo>
                  <a:lnTo>
                    <a:pt x="145" y="301"/>
                  </a:lnTo>
                  <a:lnTo>
                    <a:pt x="149" y="301"/>
                  </a:lnTo>
                  <a:lnTo>
                    <a:pt x="151" y="299"/>
                  </a:lnTo>
                  <a:lnTo>
                    <a:pt x="157" y="299"/>
                  </a:lnTo>
                  <a:lnTo>
                    <a:pt x="160" y="299"/>
                  </a:lnTo>
                  <a:lnTo>
                    <a:pt x="162" y="299"/>
                  </a:lnTo>
                  <a:lnTo>
                    <a:pt x="170" y="293"/>
                  </a:lnTo>
                  <a:lnTo>
                    <a:pt x="176" y="287"/>
                  </a:lnTo>
                  <a:lnTo>
                    <a:pt x="180" y="287"/>
                  </a:lnTo>
                  <a:lnTo>
                    <a:pt x="180" y="289"/>
                  </a:lnTo>
                  <a:lnTo>
                    <a:pt x="180" y="289"/>
                  </a:lnTo>
                  <a:lnTo>
                    <a:pt x="186" y="285"/>
                  </a:lnTo>
                  <a:lnTo>
                    <a:pt x="188" y="283"/>
                  </a:lnTo>
                  <a:lnTo>
                    <a:pt x="190" y="271"/>
                  </a:lnTo>
                  <a:lnTo>
                    <a:pt x="194" y="258"/>
                  </a:lnTo>
                  <a:lnTo>
                    <a:pt x="194" y="256"/>
                  </a:lnTo>
                  <a:lnTo>
                    <a:pt x="194" y="252"/>
                  </a:lnTo>
                  <a:lnTo>
                    <a:pt x="194" y="248"/>
                  </a:lnTo>
                  <a:lnTo>
                    <a:pt x="196" y="246"/>
                  </a:lnTo>
                  <a:lnTo>
                    <a:pt x="198" y="244"/>
                  </a:lnTo>
                  <a:lnTo>
                    <a:pt x="200" y="244"/>
                  </a:lnTo>
                  <a:lnTo>
                    <a:pt x="200" y="244"/>
                  </a:lnTo>
                  <a:lnTo>
                    <a:pt x="202" y="246"/>
                  </a:lnTo>
                  <a:lnTo>
                    <a:pt x="204" y="246"/>
                  </a:lnTo>
                  <a:lnTo>
                    <a:pt x="206" y="246"/>
                  </a:lnTo>
                  <a:lnTo>
                    <a:pt x="206" y="246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09" y="244"/>
                  </a:lnTo>
                  <a:lnTo>
                    <a:pt x="209" y="248"/>
                  </a:lnTo>
                  <a:lnTo>
                    <a:pt x="207" y="248"/>
                  </a:lnTo>
                  <a:lnTo>
                    <a:pt x="207" y="248"/>
                  </a:lnTo>
                  <a:lnTo>
                    <a:pt x="207" y="252"/>
                  </a:lnTo>
                  <a:lnTo>
                    <a:pt x="209" y="254"/>
                  </a:lnTo>
                  <a:lnTo>
                    <a:pt x="215" y="252"/>
                  </a:lnTo>
                  <a:lnTo>
                    <a:pt x="221" y="254"/>
                  </a:lnTo>
                  <a:lnTo>
                    <a:pt x="223" y="254"/>
                  </a:lnTo>
                  <a:lnTo>
                    <a:pt x="223" y="256"/>
                  </a:lnTo>
                  <a:lnTo>
                    <a:pt x="225" y="256"/>
                  </a:lnTo>
                  <a:lnTo>
                    <a:pt x="225" y="256"/>
                  </a:lnTo>
                  <a:lnTo>
                    <a:pt x="225" y="258"/>
                  </a:lnTo>
                  <a:lnTo>
                    <a:pt x="225" y="258"/>
                  </a:lnTo>
                  <a:lnTo>
                    <a:pt x="227" y="259"/>
                  </a:lnTo>
                  <a:lnTo>
                    <a:pt x="227" y="261"/>
                  </a:lnTo>
                  <a:lnTo>
                    <a:pt x="227" y="261"/>
                  </a:lnTo>
                  <a:lnTo>
                    <a:pt x="229" y="263"/>
                  </a:lnTo>
                  <a:lnTo>
                    <a:pt x="231" y="269"/>
                  </a:lnTo>
                  <a:lnTo>
                    <a:pt x="233" y="271"/>
                  </a:lnTo>
                  <a:lnTo>
                    <a:pt x="235" y="271"/>
                  </a:lnTo>
                  <a:lnTo>
                    <a:pt x="237" y="273"/>
                  </a:lnTo>
                  <a:lnTo>
                    <a:pt x="237" y="275"/>
                  </a:lnTo>
                  <a:lnTo>
                    <a:pt x="239" y="277"/>
                  </a:lnTo>
                  <a:lnTo>
                    <a:pt x="241" y="279"/>
                  </a:lnTo>
                  <a:lnTo>
                    <a:pt x="241" y="279"/>
                  </a:lnTo>
                  <a:lnTo>
                    <a:pt x="243" y="279"/>
                  </a:lnTo>
                  <a:lnTo>
                    <a:pt x="245" y="279"/>
                  </a:lnTo>
                  <a:lnTo>
                    <a:pt x="255" y="273"/>
                  </a:lnTo>
                  <a:lnTo>
                    <a:pt x="260" y="271"/>
                  </a:lnTo>
                  <a:lnTo>
                    <a:pt x="266" y="273"/>
                  </a:lnTo>
                  <a:lnTo>
                    <a:pt x="268" y="271"/>
                  </a:lnTo>
                  <a:lnTo>
                    <a:pt x="272" y="273"/>
                  </a:lnTo>
                  <a:lnTo>
                    <a:pt x="274" y="273"/>
                  </a:lnTo>
                  <a:lnTo>
                    <a:pt x="280" y="271"/>
                  </a:lnTo>
                  <a:lnTo>
                    <a:pt x="282" y="271"/>
                  </a:lnTo>
                  <a:lnTo>
                    <a:pt x="288" y="273"/>
                  </a:lnTo>
                  <a:lnTo>
                    <a:pt x="290" y="277"/>
                  </a:lnTo>
                  <a:lnTo>
                    <a:pt x="296" y="285"/>
                  </a:lnTo>
                  <a:lnTo>
                    <a:pt x="298" y="287"/>
                  </a:lnTo>
                  <a:lnTo>
                    <a:pt x="300" y="289"/>
                  </a:lnTo>
                  <a:lnTo>
                    <a:pt x="302" y="289"/>
                  </a:lnTo>
                  <a:lnTo>
                    <a:pt x="308" y="289"/>
                  </a:lnTo>
                  <a:lnTo>
                    <a:pt x="315" y="281"/>
                  </a:lnTo>
                  <a:lnTo>
                    <a:pt x="325" y="271"/>
                  </a:lnTo>
                  <a:lnTo>
                    <a:pt x="327" y="271"/>
                  </a:lnTo>
                  <a:lnTo>
                    <a:pt x="327" y="271"/>
                  </a:lnTo>
                  <a:lnTo>
                    <a:pt x="329" y="271"/>
                  </a:lnTo>
                  <a:lnTo>
                    <a:pt x="331" y="269"/>
                  </a:lnTo>
                  <a:lnTo>
                    <a:pt x="335" y="271"/>
                  </a:lnTo>
                  <a:lnTo>
                    <a:pt x="335" y="271"/>
                  </a:lnTo>
                  <a:lnTo>
                    <a:pt x="337" y="271"/>
                  </a:lnTo>
                  <a:lnTo>
                    <a:pt x="337" y="271"/>
                  </a:lnTo>
                  <a:lnTo>
                    <a:pt x="333" y="269"/>
                  </a:lnTo>
                  <a:lnTo>
                    <a:pt x="331" y="269"/>
                  </a:lnTo>
                  <a:lnTo>
                    <a:pt x="331" y="267"/>
                  </a:lnTo>
                  <a:lnTo>
                    <a:pt x="331" y="267"/>
                  </a:lnTo>
                  <a:lnTo>
                    <a:pt x="331" y="267"/>
                  </a:lnTo>
                  <a:lnTo>
                    <a:pt x="327" y="269"/>
                  </a:lnTo>
                  <a:lnTo>
                    <a:pt x="327" y="267"/>
                  </a:lnTo>
                  <a:lnTo>
                    <a:pt x="325" y="265"/>
                  </a:lnTo>
                  <a:lnTo>
                    <a:pt x="325" y="265"/>
                  </a:lnTo>
                  <a:lnTo>
                    <a:pt x="327" y="263"/>
                  </a:lnTo>
                  <a:lnTo>
                    <a:pt x="327" y="259"/>
                  </a:lnTo>
                  <a:lnTo>
                    <a:pt x="329" y="258"/>
                  </a:lnTo>
                  <a:lnTo>
                    <a:pt x="329" y="258"/>
                  </a:lnTo>
                  <a:lnTo>
                    <a:pt x="329" y="258"/>
                  </a:lnTo>
                  <a:lnTo>
                    <a:pt x="331" y="259"/>
                  </a:lnTo>
                  <a:lnTo>
                    <a:pt x="331" y="259"/>
                  </a:lnTo>
                  <a:lnTo>
                    <a:pt x="331" y="261"/>
                  </a:lnTo>
                  <a:lnTo>
                    <a:pt x="333" y="261"/>
                  </a:lnTo>
                  <a:lnTo>
                    <a:pt x="333" y="261"/>
                  </a:lnTo>
                  <a:lnTo>
                    <a:pt x="335" y="263"/>
                  </a:lnTo>
                  <a:lnTo>
                    <a:pt x="335" y="263"/>
                  </a:lnTo>
                  <a:lnTo>
                    <a:pt x="337" y="263"/>
                  </a:lnTo>
                  <a:lnTo>
                    <a:pt x="337" y="263"/>
                  </a:lnTo>
                  <a:lnTo>
                    <a:pt x="335" y="261"/>
                  </a:lnTo>
                  <a:lnTo>
                    <a:pt x="333" y="261"/>
                  </a:lnTo>
                  <a:lnTo>
                    <a:pt x="333" y="259"/>
                  </a:lnTo>
                  <a:lnTo>
                    <a:pt x="333" y="259"/>
                  </a:lnTo>
                  <a:lnTo>
                    <a:pt x="331" y="258"/>
                  </a:lnTo>
                  <a:lnTo>
                    <a:pt x="331" y="258"/>
                  </a:lnTo>
                  <a:lnTo>
                    <a:pt x="331" y="256"/>
                  </a:lnTo>
                  <a:lnTo>
                    <a:pt x="329" y="256"/>
                  </a:lnTo>
                  <a:lnTo>
                    <a:pt x="329" y="256"/>
                  </a:lnTo>
                  <a:lnTo>
                    <a:pt x="329" y="252"/>
                  </a:lnTo>
                  <a:lnTo>
                    <a:pt x="331" y="246"/>
                  </a:lnTo>
                  <a:lnTo>
                    <a:pt x="331" y="246"/>
                  </a:lnTo>
                  <a:lnTo>
                    <a:pt x="331" y="244"/>
                  </a:lnTo>
                  <a:lnTo>
                    <a:pt x="331" y="242"/>
                  </a:lnTo>
                  <a:lnTo>
                    <a:pt x="331" y="240"/>
                  </a:lnTo>
                  <a:lnTo>
                    <a:pt x="331" y="240"/>
                  </a:lnTo>
                  <a:lnTo>
                    <a:pt x="331" y="240"/>
                  </a:lnTo>
                  <a:lnTo>
                    <a:pt x="333" y="240"/>
                  </a:lnTo>
                  <a:lnTo>
                    <a:pt x="333" y="240"/>
                  </a:lnTo>
                  <a:lnTo>
                    <a:pt x="337" y="238"/>
                  </a:lnTo>
                  <a:lnTo>
                    <a:pt x="337" y="236"/>
                  </a:lnTo>
                  <a:lnTo>
                    <a:pt x="333" y="238"/>
                  </a:lnTo>
                  <a:lnTo>
                    <a:pt x="331" y="238"/>
                  </a:lnTo>
                  <a:lnTo>
                    <a:pt x="329" y="236"/>
                  </a:lnTo>
                  <a:lnTo>
                    <a:pt x="329" y="236"/>
                  </a:lnTo>
                  <a:lnTo>
                    <a:pt x="327" y="234"/>
                  </a:lnTo>
                  <a:lnTo>
                    <a:pt x="325" y="232"/>
                  </a:lnTo>
                  <a:lnTo>
                    <a:pt x="323" y="232"/>
                  </a:lnTo>
                  <a:lnTo>
                    <a:pt x="323" y="232"/>
                  </a:lnTo>
                  <a:lnTo>
                    <a:pt x="321" y="232"/>
                  </a:lnTo>
                  <a:lnTo>
                    <a:pt x="321" y="230"/>
                  </a:lnTo>
                  <a:lnTo>
                    <a:pt x="319" y="230"/>
                  </a:lnTo>
                  <a:lnTo>
                    <a:pt x="319" y="228"/>
                  </a:lnTo>
                  <a:lnTo>
                    <a:pt x="319" y="228"/>
                  </a:lnTo>
                  <a:lnTo>
                    <a:pt x="319" y="226"/>
                  </a:lnTo>
                  <a:lnTo>
                    <a:pt x="317" y="226"/>
                  </a:lnTo>
                  <a:lnTo>
                    <a:pt x="317" y="224"/>
                  </a:lnTo>
                  <a:lnTo>
                    <a:pt x="317" y="224"/>
                  </a:lnTo>
                  <a:lnTo>
                    <a:pt x="313" y="220"/>
                  </a:lnTo>
                  <a:lnTo>
                    <a:pt x="311" y="220"/>
                  </a:lnTo>
                  <a:lnTo>
                    <a:pt x="309" y="218"/>
                  </a:lnTo>
                  <a:lnTo>
                    <a:pt x="308" y="218"/>
                  </a:lnTo>
                  <a:lnTo>
                    <a:pt x="306" y="218"/>
                  </a:lnTo>
                  <a:lnTo>
                    <a:pt x="304" y="216"/>
                  </a:lnTo>
                  <a:lnTo>
                    <a:pt x="304" y="216"/>
                  </a:lnTo>
                  <a:lnTo>
                    <a:pt x="302" y="214"/>
                  </a:lnTo>
                  <a:lnTo>
                    <a:pt x="302" y="212"/>
                  </a:lnTo>
                  <a:lnTo>
                    <a:pt x="300" y="212"/>
                  </a:lnTo>
                  <a:lnTo>
                    <a:pt x="300" y="212"/>
                  </a:lnTo>
                  <a:lnTo>
                    <a:pt x="298" y="212"/>
                  </a:lnTo>
                  <a:lnTo>
                    <a:pt x="298" y="212"/>
                  </a:lnTo>
                  <a:lnTo>
                    <a:pt x="296" y="210"/>
                  </a:lnTo>
                  <a:lnTo>
                    <a:pt x="296" y="210"/>
                  </a:lnTo>
                  <a:lnTo>
                    <a:pt x="296" y="208"/>
                  </a:lnTo>
                  <a:lnTo>
                    <a:pt x="296" y="208"/>
                  </a:lnTo>
                  <a:lnTo>
                    <a:pt x="294" y="206"/>
                  </a:lnTo>
                  <a:lnTo>
                    <a:pt x="292" y="205"/>
                  </a:lnTo>
                  <a:lnTo>
                    <a:pt x="288" y="205"/>
                  </a:lnTo>
                  <a:lnTo>
                    <a:pt x="288" y="203"/>
                  </a:lnTo>
                  <a:lnTo>
                    <a:pt x="286" y="205"/>
                  </a:lnTo>
                  <a:lnTo>
                    <a:pt x="284" y="206"/>
                  </a:lnTo>
                  <a:lnTo>
                    <a:pt x="280" y="210"/>
                  </a:lnTo>
                  <a:lnTo>
                    <a:pt x="276" y="212"/>
                  </a:lnTo>
                  <a:lnTo>
                    <a:pt x="274" y="210"/>
                  </a:lnTo>
                  <a:lnTo>
                    <a:pt x="274" y="208"/>
                  </a:lnTo>
                  <a:lnTo>
                    <a:pt x="272" y="203"/>
                  </a:lnTo>
                  <a:lnTo>
                    <a:pt x="272" y="201"/>
                  </a:lnTo>
                  <a:lnTo>
                    <a:pt x="274" y="199"/>
                  </a:lnTo>
                  <a:lnTo>
                    <a:pt x="276" y="195"/>
                  </a:lnTo>
                  <a:lnTo>
                    <a:pt x="276" y="193"/>
                  </a:lnTo>
                  <a:lnTo>
                    <a:pt x="278" y="191"/>
                  </a:lnTo>
                  <a:lnTo>
                    <a:pt x="278" y="189"/>
                  </a:lnTo>
                  <a:lnTo>
                    <a:pt x="276" y="189"/>
                  </a:lnTo>
                  <a:lnTo>
                    <a:pt x="276" y="189"/>
                  </a:lnTo>
                  <a:lnTo>
                    <a:pt x="276" y="187"/>
                  </a:lnTo>
                  <a:lnTo>
                    <a:pt x="276" y="187"/>
                  </a:lnTo>
                  <a:lnTo>
                    <a:pt x="274" y="187"/>
                  </a:lnTo>
                  <a:lnTo>
                    <a:pt x="274" y="187"/>
                  </a:lnTo>
                  <a:lnTo>
                    <a:pt x="274" y="185"/>
                  </a:lnTo>
                  <a:lnTo>
                    <a:pt x="274" y="185"/>
                  </a:lnTo>
                  <a:lnTo>
                    <a:pt x="272" y="183"/>
                  </a:lnTo>
                  <a:lnTo>
                    <a:pt x="270" y="181"/>
                  </a:lnTo>
                  <a:lnTo>
                    <a:pt x="270" y="181"/>
                  </a:lnTo>
                  <a:lnTo>
                    <a:pt x="270" y="179"/>
                  </a:lnTo>
                  <a:lnTo>
                    <a:pt x="266" y="177"/>
                  </a:lnTo>
                  <a:lnTo>
                    <a:pt x="266" y="177"/>
                  </a:lnTo>
                  <a:lnTo>
                    <a:pt x="264" y="175"/>
                  </a:lnTo>
                  <a:lnTo>
                    <a:pt x="264" y="173"/>
                  </a:lnTo>
                  <a:lnTo>
                    <a:pt x="262" y="171"/>
                  </a:lnTo>
                  <a:lnTo>
                    <a:pt x="260" y="169"/>
                  </a:lnTo>
                  <a:lnTo>
                    <a:pt x="260" y="167"/>
                  </a:lnTo>
                  <a:lnTo>
                    <a:pt x="260" y="167"/>
                  </a:lnTo>
                  <a:lnTo>
                    <a:pt x="258" y="165"/>
                  </a:lnTo>
                  <a:lnTo>
                    <a:pt x="258" y="163"/>
                  </a:lnTo>
                  <a:lnTo>
                    <a:pt x="257" y="163"/>
                  </a:lnTo>
                  <a:lnTo>
                    <a:pt x="253" y="165"/>
                  </a:lnTo>
                  <a:lnTo>
                    <a:pt x="253" y="163"/>
                  </a:lnTo>
                  <a:lnTo>
                    <a:pt x="253" y="161"/>
                  </a:lnTo>
                  <a:lnTo>
                    <a:pt x="255" y="159"/>
                  </a:lnTo>
                  <a:lnTo>
                    <a:pt x="258" y="159"/>
                  </a:lnTo>
                  <a:lnTo>
                    <a:pt x="272" y="155"/>
                  </a:lnTo>
                  <a:lnTo>
                    <a:pt x="280" y="150"/>
                  </a:lnTo>
                  <a:lnTo>
                    <a:pt x="290" y="148"/>
                  </a:lnTo>
                  <a:lnTo>
                    <a:pt x="302" y="142"/>
                  </a:lnTo>
                  <a:lnTo>
                    <a:pt x="304" y="142"/>
                  </a:lnTo>
                  <a:lnTo>
                    <a:pt x="313" y="136"/>
                  </a:lnTo>
                  <a:lnTo>
                    <a:pt x="323" y="132"/>
                  </a:lnTo>
                  <a:lnTo>
                    <a:pt x="325" y="128"/>
                  </a:lnTo>
                  <a:lnTo>
                    <a:pt x="325" y="128"/>
                  </a:lnTo>
                  <a:lnTo>
                    <a:pt x="327" y="128"/>
                  </a:lnTo>
                  <a:lnTo>
                    <a:pt x="329" y="128"/>
                  </a:lnTo>
                  <a:lnTo>
                    <a:pt x="331" y="132"/>
                  </a:lnTo>
                  <a:lnTo>
                    <a:pt x="335" y="132"/>
                  </a:lnTo>
                  <a:lnTo>
                    <a:pt x="347" y="130"/>
                  </a:lnTo>
                  <a:lnTo>
                    <a:pt x="349" y="132"/>
                  </a:lnTo>
                  <a:lnTo>
                    <a:pt x="349" y="132"/>
                  </a:lnTo>
                  <a:lnTo>
                    <a:pt x="349" y="132"/>
                  </a:lnTo>
                  <a:lnTo>
                    <a:pt x="349" y="134"/>
                  </a:lnTo>
                  <a:lnTo>
                    <a:pt x="349" y="134"/>
                  </a:lnTo>
                  <a:lnTo>
                    <a:pt x="351" y="136"/>
                  </a:lnTo>
                  <a:lnTo>
                    <a:pt x="351" y="134"/>
                  </a:lnTo>
                  <a:lnTo>
                    <a:pt x="353" y="132"/>
                  </a:lnTo>
                  <a:lnTo>
                    <a:pt x="355" y="130"/>
                  </a:lnTo>
                  <a:lnTo>
                    <a:pt x="357" y="130"/>
                  </a:lnTo>
                  <a:lnTo>
                    <a:pt x="357" y="126"/>
                  </a:lnTo>
                  <a:lnTo>
                    <a:pt x="357" y="126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3" y="124"/>
                  </a:lnTo>
                  <a:lnTo>
                    <a:pt x="351" y="124"/>
                  </a:lnTo>
                  <a:lnTo>
                    <a:pt x="349" y="124"/>
                  </a:lnTo>
                  <a:lnTo>
                    <a:pt x="347" y="122"/>
                  </a:lnTo>
                  <a:lnTo>
                    <a:pt x="345" y="122"/>
                  </a:lnTo>
                  <a:lnTo>
                    <a:pt x="343" y="124"/>
                  </a:lnTo>
                  <a:lnTo>
                    <a:pt x="343" y="126"/>
                  </a:lnTo>
                  <a:lnTo>
                    <a:pt x="345" y="126"/>
                  </a:lnTo>
                  <a:lnTo>
                    <a:pt x="345" y="128"/>
                  </a:lnTo>
                  <a:lnTo>
                    <a:pt x="343" y="128"/>
                  </a:lnTo>
                  <a:lnTo>
                    <a:pt x="343" y="126"/>
                  </a:lnTo>
                  <a:lnTo>
                    <a:pt x="343" y="126"/>
                  </a:lnTo>
                  <a:lnTo>
                    <a:pt x="343" y="124"/>
                  </a:lnTo>
                  <a:lnTo>
                    <a:pt x="343" y="124"/>
                  </a:lnTo>
                  <a:lnTo>
                    <a:pt x="343" y="122"/>
                  </a:lnTo>
                  <a:lnTo>
                    <a:pt x="343" y="120"/>
                  </a:lnTo>
                  <a:lnTo>
                    <a:pt x="349" y="116"/>
                  </a:lnTo>
                  <a:lnTo>
                    <a:pt x="359" y="116"/>
                  </a:lnTo>
                  <a:lnTo>
                    <a:pt x="359" y="116"/>
                  </a:lnTo>
                  <a:lnTo>
                    <a:pt x="359" y="116"/>
                  </a:lnTo>
                  <a:lnTo>
                    <a:pt x="359" y="116"/>
                  </a:lnTo>
                  <a:lnTo>
                    <a:pt x="359" y="118"/>
                  </a:lnTo>
                  <a:lnTo>
                    <a:pt x="360" y="118"/>
                  </a:lnTo>
                  <a:lnTo>
                    <a:pt x="362" y="118"/>
                  </a:lnTo>
                  <a:lnTo>
                    <a:pt x="362" y="118"/>
                  </a:lnTo>
                  <a:lnTo>
                    <a:pt x="362" y="116"/>
                  </a:lnTo>
                  <a:lnTo>
                    <a:pt x="360" y="116"/>
                  </a:lnTo>
                  <a:lnTo>
                    <a:pt x="360" y="114"/>
                  </a:lnTo>
                  <a:lnTo>
                    <a:pt x="362" y="114"/>
                  </a:lnTo>
                  <a:lnTo>
                    <a:pt x="366" y="114"/>
                  </a:lnTo>
                  <a:lnTo>
                    <a:pt x="368" y="114"/>
                  </a:lnTo>
                  <a:lnTo>
                    <a:pt x="368" y="114"/>
                  </a:lnTo>
                  <a:lnTo>
                    <a:pt x="368" y="112"/>
                  </a:lnTo>
                  <a:lnTo>
                    <a:pt x="368" y="110"/>
                  </a:lnTo>
                  <a:lnTo>
                    <a:pt x="368" y="110"/>
                  </a:lnTo>
                  <a:lnTo>
                    <a:pt x="368" y="108"/>
                  </a:lnTo>
                  <a:lnTo>
                    <a:pt x="374" y="104"/>
                  </a:lnTo>
                  <a:lnTo>
                    <a:pt x="376" y="102"/>
                  </a:lnTo>
                  <a:lnTo>
                    <a:pt x="378" y="102"/>
                  </a:lnTo>
                  <a:lnTo>
                    <a:pt x="390" y="97"/>
                  </a:lnTo>
                  <a:lnTo>
                    <a:pt x="400" y="91"/>
                  </a:lnTo>
                  <a:lnTo>
                    <a:pt x="402" y="89"/>
                  </a:lnTo>
                  <a:lnTo>
                    <a:pt x="408" y="81"/>
                  </a:lnTo>
                  <a:lnTo>
                    <a:pt x="409" y="79"/>
                  </a:lnTo>
                  <a:lnTo>
                    <a:pt x="415" y="75"/>
                  </a:lnTo>
                  <a:lnTo>
                    <a:pt x="415" y="75"/>
                  </a:lnTo>
                  <a:lnTo>
                    <a:pt x="413" y="77"/>
                  </a:lnTo>
                  <a:lnTo>
                    <a:pt x="411" y="81"/>
                  </a:lnTo>
                  <a:lnTo>
                    <a:pt x="413" y="79"/>
                  </a:lnTo>
                  <a:lnTo>
                    <a:pt x="417" y="79"/>
                  </a:lnTo>
                  <a:lnTo>
                    <a:pt x="419" y="77"/>
                  </a:lnTo>
                  <a:lnTo>
                    <a:pt x="423" y="79"/>
                  </a:lnTo>
                  <a:lnTo>
                    <a:pt x="425" y="79"/>
                  </a:lnTo>
                  <a:lnTo>
                    <a:pt x="427" y="79"/>
                  </a:lnTo>
                  <a:lnTo>
                    <a:pt x="429" y="77"/>
                  </a:lnTo>
                  <a:lnTo>
                    <a:pt x="431" y="75"/>
                  </a:lnTo>
                  <a:lnTo>
                    <a:pt x="433" y="73"/>
                  </a:lnTo>
                  <a:lnTo>
                    <a:pt x="431" y="71"/>
                  </a:lnTo>
                  <a:lnTo>
                    <a:pt x="431" y="69"/>
                  </a:lnTo>
                  <a:lnTo>
                    <a:pt x="429" y="69"/>
                  </a:lnTo>
                  <a:lnTo>
                    <a:pt x="427" y="67"/>
                  </a:lnTo>
                  <a:lnTo>
                    <a:pt x="423" y="69"/>
                  </a:lnTo>
                  <a:lnTo>
                    <a:pt x="421" y="71"/>
                  </a:lnTo>
                  <a:lnTo>
                    <a:pt x="419" y="73"/>
                  </a:lnTo>
                  <a:lnTo>
                    <a:pt x="417" y="73"/>
                  </a:lnTo>
                  <a:lnTo>
                    <a:pt x="415" y="73"/>
                  </a:lnTo>
                  <a:lnTo>
                    <a:pt x="419" y="71"/>
                  </a:lnTo>
                  <a:lnTo>
                    <a:pt x="421" y="69"/>
                  </a:lnTo>
                  <a:lnTo>
                    <a:pt x="423" y="67"/>
                  </a:lnTo>
                  <a:lnTo>
                    <a:pt x="423" y="65"/>
                  </a:lnTo>
                  <a:lnTo>
                    <a:pt x="425" y="65"/>
                  </a:lnTo>
                  <a:lnTo>
                    <a:pt x="425" y="65"/>
                  </a:lnTo>
                  <a:lnTo>
                    <a:pt x="427" y="65"/>
                  </a:lnTo>
                  <a:lnTo>
                    <a:pt x="429" y="65"/>
                  </a:lnTo>
                  <a:lnTo>
                    <a:pt x="433" y="67"/>
                  </a:lnTo>
                  <a:lnTo>
                    <a:pt x="433" y="67"/>
                  </a:lnTo>
                  <a:lnTo>
                    <a:pt x="435" y="69"/>
                  </a:lnTo>
                  <a:lnTo>
                    <a:pt x="435" y="69"/>
                  </a:lnTo>
                  <a:lnTo>
                    <a:pt x="435" y="69"/>
                  </a:lnTo>
                  <a:lnTo>
                    <a:pt x="435" y="71"/>
                  </a:lnTo>
                  <a:lnTo>
                    <a:pt x="435" y="71"/>
                  </a:lnTo>
                  <a:lnTo>
                    <a:pt x="437" y="71"/>
                  </a:lnTo>
                  <a:lnTo>
                    <a:pt x="437" y="69"/>
                  </a:lnTo>
                  <a:lnTo>
                    <a:pt x="445" y="67"/>
                  </a:lnTo>
                  <a:lnTo>
                    <a:pt x="447" y="67"/>
                  </a:lnTo>
                  <a:lnTo>
                    <a:pt x="449" y="67"/>
                  </a:lnTo>
                  <a:lnTo>
                    <a:pt x="451" y="67"/>
                  </a:lnTo>
                  <a:lnTo>
                    <a:pt x="453" y="69"/>
                  </a:lnTo>
                  <a:lnTo>
                    <a:pt x="457" y="69"/>
                  </a:lnTo>
                  <a:lnTo>
                    <a:pt x="459" y="67"/>
                  </a:lnTo>
                  <a:lnTo>
                    <a:pt x="464" y="67"/>
                  </a:lnTo>
                  <a:lnTo>
                    <a:pt x="470" y="65"/>
                  </a:lnTo>
                  <a:lnTo>
                    <a:pt x="476" y="59"/>
                  </a:lnTo>
                  <a:lnTo>
                    <a:pt x="488" y="57"/>
                  </a:lnTo>
                  <a:lnTo>
                    <a:pt x="490" y="57"/>
                  </a:lnTo>
                  <a:lnTo>
                    <a:pt x="488" y="59"/>
                  </a:lnTo>
                  <a:lnTo>
                    <a:pt x="488" y="59"/>
                  </a:lnTo>
                  <a:lnTo>
                    <a:pt x="488" y="59"/>
                  </a:lnTo>
                  <a:lnTo>
                    <a:pt x="490" y="59"/>
                  </a:lnTo>
                  <a:lnTo>
                    <a:pt x="492" y="57"/>
                  </a:lnTo>
                  <a:lnTo>
                    <a:pt x="494" y="57"/>
                  </a:lnTo>
                  <a:lnTo>
                    <a:pt x="498" y="57"/>
                  </a:lnTo>
                  <a:lnTo>
                    <a:pt x="508" y="55"/>
                  </a:lnTo>
                  <a:lnTo>
                    <a:pt x="511" y="55"/>
                  </a:lnTo>
                  <a:lnTo>
                    <a:pt x="511" y="55"/>
                  </a:lnTo>
                  <a:lnTo>
                    <a:pt x="511" y="53"/>
                  </a:lnTo>
                  <a:lnTo>
                    <a:pt x="511" y="51"/>
                  </a:lnTo>
                  <a:lnTo>
                    <a:pt x="511" y="51"/>
                  </a:lnTo>
                  <a:lnTo>
                    <a:pt x="510" y="51"/>
                  </a:lnTo>
                  <a:lnTo>
                    <a:pt x="510" y="49"/>
                  </a:lnTo>
                  <a:lnTo>
                    <a:pt x="511" y="47"/>
                  </a:lnTo>
                  <a:lnTo>
                    <a:pt x="527" y="45"/>
                  </a:lnTo>
                  <a:lnTo>
                    <a:pt x="529" y="45"/>
                  </a:lnTo>
                  <a:lnTo>
                    <a:pt x="533" y="45"/>
                  </a:lnTo>
                  <a:lnTo>
                    <a:pt x="533" y="44"/>
                  </a:lnTo>
                  <a:lnTo>
                    <a:pt x="535" y="45"/>
                  </a:lnTo>
                  <a:lnTo>
                    <a:pt x="537" y="44"/>
                  </a:lnTo>
                  <a:lnTo>
                    <a:pt x="541" y="45"/>
                  </a:lnTo>
                  <a:lnTo>
                    <a:pt x="541" y="45"/>
                  </a:lnTo>
                  <a:lnTo>
                    <a:pt x="541" y="45"/>
                  </a:lnTo>
                  <a:lnTo>
                    <a:pt x="537" y="49"/>
                  </a:lnTo>
                  <a:lnTo>
                    <a:pt x="537" y="49"/>
                  </a:lnTo>
                  <a:lnTo>
                    <a:pt x="537" y="49"/>
                  </a:lnTo>
                  <a:lnTo>
                    <a:pt x="535" y="47"/>
                  </a:lnTo>
                  <a:lnTo>
                    <a:pt x="533" y="47"/>
                  </a:lnTo>
                  <a:lnTo>
                    <a:pt x="533" y="47"/>
                  </a:lnTo>
                  <a:lnTo>
                    <a:pt x="531" y="47"/>
                  </a:lnTo>
                  <a:lnTo>
                    <a:pt x="529" y="47"/>
                  </a:lnTo>
                  <a:lnTo>
                    <a:pt x="529" y="49"/>
                  </a:lnTo>
                  <a:lnTo>
                    <a:pt x="529" y="49"/>
                  </a:lnTo>
                  <a:lnTo>
                    <a:pt x="527" y="49"/>
                  </a:lnTo>
                  <a:lnTo>
                    <a:pt x="527" y="49"/>
                  </a:lnTo>
                  <a:lnTo>
                    <a:pt x="527" y="49"/>
                  </a:lnTo>
                  <a:lnTo>
                    <a:pt x="527" y="49"/>
                  </a:lnTo>
                  <a:lnTo>
                    <a:pt x="527" y="49"/>
                  </a:lnTo>
                  <a:lnTo>
                    <a:pt x="527" y="51"/>
                  </a:lnTo>
                  <a:lnTo>
                    <a:pt x="529" y="51"/>
                  </a:lnTo>
                  <a:lnTo>
                    <a:pt x="531" y="55"/>
                  </a:lnTo>
                  <a:lnTo>
                    <a:pt x="533" y="55"/>
                  </a:lnTo>
                  <a:lnTo>
                    <a:pt x="533" y="55"/>
                  </a:lnTo>
                  <a:lnTo>
                    <a:pt x="535" y="55"/>
                  </a:lnTo>
                  <a:lnTo>
                    <a:pt x="537" y="51"/>
                  </a:lnTo>
                  <a:lnTo>
                    <a:pt x="541" y="51"/>
                  </a:lnTo>
                  <a:lnTo>
                    <a:pt x="541" y="49"/>
                  </a:lnTo>
                  <a:lnTo>
                    <a:pt x="543" y="47"/>
                  </a:lnTo>
                  <a:lnTo>
                    <a:pt x="551" y="45"/>
                  </a:lnTo>
                  <a:lnTo>
                    <a:pt x="553" y="45"/>
                  </a:lnTo>
                  <a:lnTo>
                    <a:pt x="557" y="47"/>
                  </a:lnTo>
                  <a:lnTo>
                    <a:pt x="570" y="49"/>
                  </a:lnTo>
                  <a:lnTo>
                    <a:pt x="586" y="51"/>
                  </a:lnTo>
                  <a:lnTo>
                    <a:pt x="584" y="51"/>
                  </a:lnTo>
                  <a:lnTo>
                    <a:pt x="582" y="51"/>
                  </a:lnTo>
                  <a:lnTo>
                    <a:pt x="574" y="49"/>
                  </a:lnTo>
                  <a:lnTo>
                    <a:pt x="572" y="51"/>
                  </a:lnTo>
                  <a:lnTo>
                    <a:pt x="568" y="49"/>
                  </a:lnTo>
                  <a:lnTo>
                    <a:pt x="568" y="51"/>
                  </a:lnTo>
                  <a:lnTo>
                    <a:pt x="570" y="51"/>
                  </a:lnTo>
                  <a:lnTo>
                    <a:pt x="572" y="51"/>
                  </a:lnTo>
                  <a:lnTo>
                    <a:pt x="574" y="51"/>
                  </a:lnTo>
                  <a:lnTo>
                    <a:pt x="574" y="53"/>
                  </a:lnTo>
                  <a:lnTo>
                    <a:pt x="576" y="53"/>
                  </a:lnTo>
                  <a:lnTo>
                    <a:pt x="578" y="55"/>
                  </a:lnTo>
                  <a:lnTo>
                    <a:pt x="580" y="55"/>
                  </a:lnTo>
                  <a:lnTo>
                    <a:pt x="582" y="55"/>
                  </a:lnTo>
                  <a:lnTo>
                    <a:pt x="582" y="55"/>
                  </a:lnTo>
                  <a:lnTo>
                    <a:pt x="588" y="51"/>
                  </a:lnTo>
                  <a:lnTo>
                    <a:pt x="588" y="51"/>
                  </a:lnTo>
                  <a:lnTo>
                    <a:pt x="588" y="51"/>
                  </a:lnTo>
                  <a:lnTo>
                    <a:pt x="600" y="49"/>
                  </a:lnTo>
                  <a:lnTo>
                    <a:pt x="604" y="47"/>
                  </a:lnTo>
                  <a:lnTo>
                    <a:pt x="606" y="45"/>
                  </a:lnTo>
                  <a:lnTo>
                    <a:pt x="606" y="44"/>
                  </a:lnTo>
                  <a:lnTo>
                    <a:pt x="604" y="44"/>
                  </a:lnTo>
                  <a:lnTo>
                    <a:pt x="604" y="44"/>
                  </a:lnTo>
                  <a:lnTo>
                    <a:pt x="604" y="44"/>
                  </a:lnTo>
                  <a:lnTo>
                    <a:pt x="602" y="42"/>
                  </a:lnTo>
                  <a:lnTo>
                    <a:pt x="602" y="42"/>
                  </a:lnTo>
                  <a:lnTo>
                    <a:pt x="604" y="42"/>
                  </a:lnTo>
                  <a:lnTo>
                    <a:pt x="604" y="42"/>
                  </a:lnTo>
                  <a:lnTo>
                    <a:pt x="606" y="42"/>
                  </a:lnTo>
                  <a:lnTo>
                    <a:pt x="608" y="44"/>
                  </a:lnTo>
                  <a:lnTo>
                    <a:pt x="610" y="44"/>
                  </a:lnTo>
                  <a:lnTo>
                    <a:pt x="610" y="44"/>
                  </a:lnTo>
                  <a:lnTo>
                    <a:pt x="612" y="45"/>
                  </a:lnTo>
                  <a:lnTo>
                    <a:pt x="613" y="45"/>
                  </a:lnTo>
                  <a:lnTo>
                    <a:pt x="615" y="45"/>
                  </a:lnTo>
                  <a:lnTo>
                    <a:pt x="613" y="45"/>
                  </a:lnTo>
                  <a:lnTo>
                    <a:pt x="613" y="45"/>
                  </a:lnTo>
                  <a:lnTo>
                    <a:pt x="615" y="47"/>
                  </a:lnTo>
                  <a:lnTo>
                    <a:pt x="615" y="47"/>
                  </a:lnTo>
                  <a:lnTo>
                    <a:pt x="615" y="47"/>
                  </a:lnTo>
                  <a:lnTo>
                    <a:pt x="617" y="47"/>
                  </a:lnTo>
                  <a:lnTo>
                    <a:pt x="617" y="47"/>
                  </a:lnTo>
                  <a:lnTo>
                    <a:pt x="619" y="47"/>
                  </a:lnTo>
                  <a:lnTo>
                    <a:pt x="621" y="45"/>
                  </a:lnTo>
                  <a:lnTo>
                    <a:pt x="621" y="45"/>
                  </a:lnTo>
                  <a:lnTo>
                    <a:pt x="623" y="45"/>
                  </a:lnTo>
                  <a:lnTo>
                    <a:pt x="625" y="45"/>
                  </a:lnTo>
                  <a:lnTo>
                    <a:pt x="625" y="44"/>
                  </a:lnTo>
                  <a:lnTo>
                    <a:pt x="631" y="42"/>
                  </a:lnTo>
                  <a:lnTo>
                    <a:pt x="635" y="42"/>
                  </a:lnTo>
                  <a:lnTo>
                    <a:pt x="643" y="44"/>
                  </a:lnTo>
                  <a:lnTo>
                    <a:pt x="649" y="44"/>
                  </a:lnTo>
                  <a:lnTo>
                    <a:pt x="653" y="45"/>
                  </a:lnTo>
                  <a:lnTo>
                    <a:pt x="655" y="45"/>
                  </a:lnTo>
                  <a:lnTo>
                    <a:pt x="655" y="47"/>
                  </a:lnTo>
                  <a:lnTo>
                    <a:pt x="653" y="47"/>
                  </a:lnTo>
                  <a:lnTo>
                    <a:pt x="647" y="45"/>
                  </a:lnTo>
                  <a:lnTo>
                    <a:pt x="647" y="45"/>
                  </a:lnTo>
                  <a:lnTo>
                    <a:pt x="645" y="45"/>
                  </a:lnTo>
                  <a:lnTo>
                    <a:pt x="643" y="45"/>
                  </a:lnTo>
                  <a:lnTo>
                    <a:pt x="643" y="45"/>
                  </a:lnTo>
                  <a:lnTo>
                    <a:pt x="643" y="45"/>
                  </a:lnTo>
                  <a:lnTo>
                    <a:pt x="645" y="47"/>
                  </a:lnTo>
                  <a:lnTo>
                    <a:pt x="645" y="47"/>
                  </a:lnTo>
                  <a:lnTo>
                    <a:pt x="647" y="49"/>
                  </a:lnTo>
                  <a:lnTo>
                    <a:pt x="647" y="49"/>
                  </a:lnTo>
                  <a:lnTo>
                    <a:pt x="649" y="51"/>
                  </a:lnTo>
                  <a:lnTo>
                    <a:pt x="649" y="51"/>
                  </a:lnTo>
                  <a:lnTo>
                    <a:pt x="651" y="53"/>
                  </a:lnTo>
                  <a:lnTo>
                    <a:pt x="651" y="53"/>
                  </a:lnTo>
                  <a:lnTo>
                    <a:pt x="651" y="53"/>
                  </a:lnTo>
                  <a:lnTo>
                    <a:pt x="653" y="53"/>
                  </a:lnTo>
                  <a:lnTo>
                    <a:pt x="655" y="53"/>
                  </a:lnTo>
                  <a:lnTo>
                    <a:pt x="661" y="51"/>
                  </a:lnTo>
                  <a:lnTo>
                    <a:pt x="662" y="51"/>
                  </a:lnTo>
                  <a:lnTo>
                    <a:pt x="664" y="51"/>
                  </a:lnTo>
                  <a:lnTo>
                    <a:pt x="666" y="51"/>
                  </a:lnTo>
                  <a:lnTo>
                    <a:pt x="666" y="49"/>
                  </a:lnTo>
                  <a:lnTo>
                    <a:pt x="668" y="49"/>
                  </a:lnTo>
                  <a:lnTo>
                    <a:pt x="670" y="49"/>
                  </a:lnTo>
                  <a:lnTo>
                    <a:pt x="676" y="47"/>
                  </a:lnTo>
                  <a:lnTo>
                    <a:pt x="678" y="47"/>
                  </a:lnTo>
                  <a:lnTo>
                    <a:pt x="682" y="51"/>
                  </a:lnTo>
                  <a:lnTo>
                    <a:pt x="682" y="51"/>
                  </a:lnTo>
                  <a:lnTo>
                    <a:pt x="684" y="53"/>
                  </a:lnTo>
                  <a:lnTo>
                    <a:pt x="686" y="51"/>
                  </a:lnTo>
                  <a:lnTo>
                    <a:pt x="686" y="53"/>
                  </a:lnTo>
                  <a:lnTo>
                    <a:pt x="686" y="55"/>
                  </a:lnTo>
                  <a:lnTo>
                    <a:pt x="686" y="59"/>
                  </a:lnTo>
                  <a:lnTo>
                    <a:pt x="686" y="61"/>
                  </a:lnTo>
                  <a:lnTo>
                    <a:pt x="686" y="61"/>
                  </a:lnTo>
                  <a:lnTo>
                    <a:pt x="688" y="61"/>
                  </a:lnTo>
                  <a:lnTo>
                    <a:pt x="688" y="59"/>
                  </a:lnTo>
                  <a:lnTo>
                    <a:pt x="690" y="59"/>
                  </a:lnTo>
                  <a:lnTo>
                    <a:pt x="690" y="57"/>
                  </a:lnTo>
                  <a:lnTo>
                    <a:pt x="688" y="57"/>
                  </a:lnTo>
                  <a:lnTo>
                    <a:pt x="688" y="57"/>
                  </a:lnTo>
                  <a:lnTo>
                    <a:pt x="688" y="57"/>
                  </a:lnTo>
                  <a:lnTo>
                    <a:pt x="688" y="55"/>
                  </a:lnTo>
                  <a:lnTo>
                    <a:pt x="688" y="55"/>
                  </a:lnTo>
                  <a:lnTo>
                    <a:pt x="688" y="53"/>
                  </a:lnTo>
                  <a:lnTo>
                    <a:pt x="688" y="53"/>
                  </a:lnTo>
                  <a:lnTo>
                    <a:pt x="690" y="53"/>
                  </a:lnTo>
                  <a:lnTo>
                    <a:pt x="690" y="51"/>
                  </a:lnTo>
                  <a:lnTo>
                    <a:pt x="690" y="49"/>
                  </a:lnTo>
                  <a:lnTo>
                    <a:pt x="692" y="47"/>
                  </a:lnTo>
                  <a:lnTo>
                    <a:pt x="692" y="45"/>
                  </a:lnTo>
                  <a:lnTo>
                    <a:pt x="680" y="45"/>
                  </a:lnTo>
                  <a:lnTo>
                    <a:pt x="668" y="45"/>
                  </a:lnTo>
                  <a:lnTo>
                    <a:pt x="666" y="47"/>
                  </a:lnTo>
                  <a:lnTo>
                    <a:pt x="664" y="47"/>
                  </a:lnTo>
                  <a:lnTo>
                    <a:pt x="662" y="45"/>
                  </a:lnTo>
                  <a:lnTo>
                    <a:pt x="662" y="47"/>
                  </a:lnTo>
                  <a:lnTo>
                    <a:pt x="661" y="47"/>
                  </a:lnTo>
                  <a:lnTo>
                    <a:pt x="661" y="45"/>
                  </a:lnTo>
                  <a:lnTo>
                    <a:pt x="661" y="45"/>
                  </a:lnTo>
                  <a:lnTo>
                    <a:pt x="661" y="45"/>
                  </a:lnTo>
                  <a:lnTo>
                    <a:pt x="674" y="45"/>
                  </a:lnTo>
                  <a:lnTo>
                    <a:pt x="690" y="45"/>
                  </a:lnTo>
                  <a:lnTo>
                    <a:pt x="694" y="45"/>
                  </a:lnTo>
                  <a:lnTo>
                    <a:pt x="700" y="45"/>
                  </a:lnTo>
                  <a:lnTo>
                    <a:pt x="700" y="45"/>
                  </a:lnTo>
                  <a:lnTo>
                    <a:pt x="696" y="45"/>
                  </a:lnTo>
                  <a:lnTo>
                    <a:pt x="696" y="47"/>
                  </a:lnTo>
                  <a:lnTo>
                    <a:pt x="696" y="47"/>
                  </a:lnTo>
                  <a:lnTo>
                    <a:pt x="698" y="49"/>
                  </a:lnTo>
                  <a:lnTo>
                    <a:pt x="698" y="49"/>
                  </a:lnTo>
                  <a:lnTo>
                    <a:pt x="696" y="53"/>
                  </a:lnTo>
                  <a:lnTo>
                    <a:pt x="696" y="53"/>
                  </a:lnTo>
                  <a:lnTo>
                    <a:pt x="698" y="53"/>
                  </a:lnTo>
                  <a:lnTo>
                    <a:pt x="700" y="53"/>
                  </a:lnTo>
                  <a:lnTo>
                    <a:pt x="702" y="53"/>
                  </a:lnTo>
                  <a:lnTo>
                    <a:pt x="702" y="53"/>
                  </a:lnTo>
                  <a:lnTo>
                    <a:pt x="702" y="55"/>
                  </a:lnTo>
                  <a:lnTo>
                    <a:pt x="702" y="55"/>
                  </a:lnTo>
                  <a:lnTo>
                    <a:pt x="704" y="55"/>
                  </a:lnTo>
                  <a:lnTo>
                    <a:pt x="704" y="55"/>
                  </a:lnTo>
                  <a:lnTo>
                    <a:pt x="704" y="55"/>
                  </a:lnTo>
                  <a:lnTo>
                    <a:pt x="704" y="47"/>
                  </a:lnTo>
                  <a:lnTo>
                    <a:pt x="706" y="45"/>
                  </a:lnTo>
                  <a:lnTo>
                    <a:pt x="708" y="45"/>
                  </a:lnTo>
                  <a:lnTo>
                    <a:pt x="713" y="45"/>
                  </a:lnTo>
                  <a:lnTo>
                    <a:pt x="715" y="44"/>
                  </a:lnTo>
                  <a:lnTo>
                    <a:pt x="715" y="45"/>
                  </a:lnTo>
                  <a:lnTo>
                    <a:pt x="713" y="45"/>
                  </a:lnTo>
                  <a:lnTo>
                    <a:pt x="712" y="45"/>
                  </a:lnTo>
                  <a:lnTo>
                    <a:pt x="712" y="45"/>
                  </a:lnTo>
                  <a:lnTo>
                    <a:pt x="713" y="47"/>
                  </a:lnTo>
                  <a:lnTo>
                    <a:pt x="715" y="47"/>
                  </a:lnTo>
                  <a:lnTo>
                    <a:pt x="715" y="47"/>
                  </a:lnTo>
                  <a:lnTo>
                    <a:pt x="715" y="47"/>
                  </a:lnTo>
                  <a:lnTo>
                    <a:pt x="717" y="49"/>
                  </a:lnTo>
                  <a:lnTo>
                    <a:pt x="719" y="49"/>
                  </a:lnTo>
                  <a:lnTo>
                    <a:pt x="721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27" y="44"/>
                  </a:lnTo>
                  <a:lnTo>
                    <a:pt x="731" y="44"/>
                  </a:lnTo>
                  <a:lnTo>
                    <a:pt x="741" y="44"/>
                  </a:lnTo>
                  <a:lnTo>
                    <a:pt x="743" y="44"/>
                  </a:lnTo>
                  <a:lnTo>
                    <a:pt x="743" y="45"/>
                  </a:lnTo>
                  <a:lnTo>
                    <a:pt x="737" y="45"/>
                  </a:lnTo>
                  <a:lnTo>
                    <a:pt x="739" y="45"/>
                  </a:lnTo>
                  <a:lnTo>
                    <a:pt x="739" y="47"/>
                  </a:lnTo>
                  <a:lnTo>
                    <a:pt x="739" y="49"/>
                  </a:lnTo>
                  <a:lnTo>
                    <a:pt x="739" y="49"/>
                  </a:lnTo>
                  <a:lnTo>
                    <a:pt x="739" y="51"/>
                  </a:lnTo>
                  <a:lnTo>
                    <a:pt x="741" y="51"/>
                  </a:lnTo>
                  <a:lnTo>
                    <a:pt x="743" y="51"/>
                  </a:lnTo>
                  <a:lnTo>
                    <a:pt x="747" y="51"/>
                  </a:lnTo>
                  <a:lnTo>
                    <a:pt x="749" y="49"/>
                  </a:lnTo>
                  <a:lnTo>
                    <a:pt x="751" y="49"/>
                  </a:lnTo>
                  <a:lnTo>
                    <a:pt x="751" y="51"/>
                  </a:lnTo>
                  <a:lnTo>
                    <a:pt x="753" y="51"/>
                  </a:lnTo>
                  <a:lnTo>
                    <a:pt x="755" y="47"/>
                  </a:lnTo>
                  <a:lnTo>
                    <a:pt x="757" y="47"/>
                  </a:lnTo>
                  <a:lnTo>
                    <a:pt x="761" y="44"/>
                  </a:lnTo>
                  <a:lnTo>
                    <a:pt x="761" y="44"/>
                  </a:lnTo>
                  <a:lnTo>
                    <a:pt x="757" y="44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49" y="44"/>
                  </a:lnTo>
                  <a:lnTo>
                    <a:pt x="747" y="44"/>
                  </a:lnTo>
                  <a:lnTo>
                    <a:pt x="745" y="44"/>
                  </a:lnTo>
                  <a:lnTo>
                    <a:pt x="751" y="44"/>
                  </a:lnTo>
                  <a:lnTo>
                    <a:pt x="757" y="44"/>
                  </a:lnTo>
                  <a:lnTo>
                    <a:pt x="764" y="42"/>
                  </a:lnTo>
                  <a:lnTo>
                    <a:pt x="768" y="42"/>
                  </a:lnTo>
                  <a:lnTo>
                    <a:pt x="772" y="40"/>
                  </a:lnTo>
                  <a:lnTo>
                    <a:pt x="772" y="40"/>
                  </a:lnTo>
                  <a:lnTo>
                    <a:pt x="768" y="42"/>
                  </a:lnTo>
                  <a:lnTo>
                    <a:pt x="768" y="44"/>
                  </a:lnTo>
                  <a:lnTo>
                    <a:pt x="768" y="45"/>
                  </a:lnTo>
                  <a:lnTo>
                    <a:pt x="768" y="47"/>
                  </a:lnTo>
                  <a:lnTo>
                    <a:pt x="770" y="51"/>
                  </a:lnTo>
                  <a:lnTo>
                    <a:pt x="772" y="51"/>
                  </a:lnTo>
                  <a:lnTo>
                    <a:pt x="774" y="51"/>
                  </a:lnTo>
                  <a:lnTo>
                    <a:pt x="774" y="51"/>
                  </a:lnTo>
                  <a:lnTo>
                    <a:pt x="774" y="53"/>
                  </a:lnTo>
                  <a:lnTo>
                    <a:pt x="774" y="53"/>
                  </a:lnTo>
                  <a:lnTo>
                    <a:pt x="772" y="55"/>
                  </a:lnTo>
                  <a:lnTo>
                    <a:pt x="770" y="57"/>
                  </a:lnTo>
                  <a:lnTo>
                    <a:pt x="768" y="59"/>
                  </a:lnTo>
                  <a:lnTo>
                    <a:pt x="768" y="59"/>
                  </a:lnTo>
                  <a:lnTo>
                    <a:pt x="770" y="61"/>
                  </a:lnTo>
                  <a:lnTo>
                    <a:pt x="772" y="59"/>
                  </a:lnTo>
                  <a:lnTo>
                    <a:pt x="774" y="61"/>
                  </a:lnTo>
                  <a:lnTo>
                    <a:pt x="776" y="61"/>
                  </a:lnTo>
                  <a:lnTo>
                    <a:pt x="780" y="61"/>
                  </a:lnTo>
                  <a:lnTo>
                    <a:pt x="782" y="59"/>
                  </a:lnTo>
                  <a:lnTo>
                    <a:pt x="784" y="57"/>
                  </a:lnTo>
                  <a:lnTo>
                    <a:pt x="784" y="55"/>
                  </a:lnTo>
                  <a:lnTo>
                    <a:pt x="786" y="55"/>
                  </a:lnTo>
                  <a:lnTo>
                    <a:pt x="788" y="57"/>
                  </a:lnTo>
                  <a:lnTo>
                    <a:pt x="788" y="57"/>
                  </a:lnTo>
                  <a:lnTo>
                    <a:pt x="788" y="59"/>
                  </a:lnTo>
                  <a:lnTo>
                    <a:pt x="790" y="57"/>
                  </a:lnTo>
                  <a:lnTo>
                    <a:pt x="792" y="55"/>
                  </a:lnTo>
                  <a:lnTo>
                    <a:pt x="794" y="55"/>
                  </a:lnTo>
                  <a:lnTo>
                    <a:pt x="794" y="55"/>
                  </a:lnTo>
                  <a:lnTo>
                    <a:pt x="794" y="55"/>
                  </a:lnTo>
                  <a:lnTo>
                    <a:pt x="794" y="53"/>
                  </a:lnTo>
                  <a:lnTo>
                    <a:pt x="794" y="51"/>
                  </a:lnTo>
                  <a:lnTo>
                    <a:pt x="794" y="51"/>
                  </a:lnTo>
                  <a:lnTo>
                    <a:pt x="792" y="51"/>
                  </a:lnTo>
                  <a:lnTo>
                    <a:pt x="790" y="51"/>
                  </a:lnTo>
                  <a:lnTo>
                    <a:pt x="788" y="51"/>
                  </a:lnTo>
                  <a:lnTo>
                    <a:pt x="786" y="51"/>
                  </a:lnTo>
                  <a:lnTo>
                    <a:pt x="786" y="53"/>
                  </a:lnTo>
                  <a:lnTo>
                    <a:pt x="784" y="53"/>
                  </a:lnTo>
                  <a:lnTo>
                    <a:pt x="784" y="53"/>
                  </a:lnTo>
                  <a:lnTo>
                    <a:pt x="784" y="51"/>
                  </a:lnTo>
                  <a:lnTo>
                    <a:pt x="782" y="49"/>
                  </a:lnTo>
                  <a:lnTo>
                    <a:pt x="780" y="49"/>
                  </a:lnTo>
                  <a:lnTo>
                    <a:pt x="778" y="49"/>
                  </a:lnTo>
                  <a:lnTo>
                    <a:pt x="776" y="51"/>
                  </a:lnTo>
                  <a:lnTo>
                    <a:pt x="776" y="51"/>
                  </a:lnTo>
                  <a:lnTo>
                    <a:pt x="778" y="47"/>
                  </a:lnTo>
                  <a:lnTo>
                    <a:pt x="778" y="44"/>
                  </a:lnTo>
                  <a:lnTo>
                    <a:pt x="778" y="44"/>
                  </a:lnTo>
                  <a:lnTo>
                    <a:pt x="778" y="42"/>
                  </a:lnTo>
                  <a:lnTo>
                    <a:pt x="776" y="40"/>
                  </a:lnTo>
                  <a:lnTo>
                    <a:pt x="790" y="40"/>
                  </a:lnTo>
                  <a:lnTo>
                    <a:pt x="796" y="40"/>
                  </a:lnTo>
                  <a:lnTo>
                    <a:pt x="800" y="38"/>
                  </a:lnTo>
                  <a:lnTo>
                    <a:pt x="802" y="38"/>
                  </a:lnTo>
                  <a:lnTo>
                    <a:pt x="802" y="40"/>
                  </a:lnTo>
                  <a:lnTo>
                    <a:pt x="802" y="40"/>
                  </a:lnTo>
                  <a:lnTo>
                    <a:pt x="802" y="42"/>
                  </a:lnTo>
                  <a:lnTo>
                    <a:pt x="804" y="42"/>
                  </a:lnTo>
                  <a:lnTo>
                    <a:pt x="804" y="42"/>
                  </a:lnTo>
                  <a:lnTo>
                    <a:pt x="806" y="44"/>
                  </a:lnTo>
                  <a:lnTo>
                    <a:pt x="808" y="44"/>
                  </a:lnTo>
                  <a:lnTo>
                    <a:pt x="808" y="45"/>
                  </a:lnTo>
                  <a:lnTo>
                    <a:pt x="810" y="45"/>
                  </a:lnTo>
                  <a:lnTo>
                    <a:pt x="815" y="45"/>
                  </a:lnTo>
                  <a:lnTo>
                    <a:pt x="815" y="45"/>
                  </a:lnTo>
                  <a:lnTo>
                    <a:pt x="812" y="45"/>
                  </a:lnTo>
                  <a:lnTo>
                    <a:pt x="812" y="45"/>
                  </a:lnTo>
                  <a:lnTo>
                    <a:pt x="812" y="47"/>
                  </a:lnTo>
                  <a:lnTo>
                    <a:pt x="814" y="47"/>
                  </a:lnTo>
                  <a:lnTo>
                    <a:pt x="814" y="47"/>
                  </a:lnTo>
                  <a:lnTo>
                    <a:pt x="815" y="49"/>
                  </a:lnTo>
                  <a:lnTo>
                    <a:pt x="815" y="49"/>
                  </a:lnTo>
                  <a:lnTo>
                    <a:pt x="815" y="51"/>
                  </a:lnTo>
                  <a:lnTo>
                    <a:pt x="817" y="51"/>
                  </a:lnTo>
                  <a:lnTo>
                    <a:pt x="817" y="51"/>
                  </a:lnTo>
                  <a:lnTo>
                    <a:pt x="817" y="53"/>
                  </a:lnTo>
                  <a:lnTo>
                    <a:pt x="817" y="53"/>
                  </a:lnTo>
                  <a:lnTo>
                    <a:pt x="817" y="53"/>
                  </a:lnTo>
                  <a:lnTo>
                    <a:pt x="817" y="55"/>
                  </a:lnTo>
                  <a:lnTo>
                    <a:pt x="817" y="55"/>
                  </a:lnTo>
                  <a:lnTo>
                    <a:pt x="819" y="57"/>
                  </a:lnTo>
                  <a:lnTo>
                    <a:pt x="817" y="59"/>
                  </a:lnTo>
                  <a:lnTo>
                    <a:pt x="817" y="61"/>
                  </a:lnTo>
                  <a:lnTo>
                    <a:pt x="819" y="61"/>
                  </a:lnTo>
                  <a:lnTo>
                    <a:pt x="821" y="61"/>
                  </a:lnTo>
                  <a:lnTo>
                    <a:pt x="821" y="61"/>
                  </a:lnTo>
                  <a:lnTo>
                    <a:pt x="823" y="59"/>
                  </a:lnTo>
                  <a:lnTo>
                    <a:pt x="823" y="59"/>
                  </a:lnTo>
                  <a:lnTo>
                    <a:pt x="825" y="59"/>
                  </a:lnTo>
                  <a:lnTo>
                    <a:pt x="825" y="57"/>
                  </a:lnTo>
                  <a:lnTo>
                    <a:pt x="825" y="57"/>
                  </a:lnTo>
                  <a:lnTo>
                    <a:pt x="825" y="55"/>
                  </a:lnTo>
                  <a:lnTo>
                    <a:pt x="825" y="53"/>
                  </a:lnTo>
                  <a:lnTo>
                    <a:pt x="825" y="53"/>
                  </a:lnTo>
                  <a:lnTo>
                    <a:pt x="825" y="51"/>
                  </a:lnTo>
                  <a:lnTo>
                    <a:pt x="825" y="51"/>
                  </a:lnTo>
                  <a:lnTo>
                    <a:pt x="825" y="49"/>
                  </a:lnTo>
                  <a:lnTo>
                    <a:pt x="825" y="49"/>
                  </a:lnTo>
                  <a:lnTo>
                    <a:pt x="825" y="47"/>
                  </a:lnTo>
                  <a:lnTo>
                    <a:pt x="823" y="47"/>
                  </a:lnTo>
                  <a:lnTo>
                    <a:pt x="821" y="47"/>
                  </a:lnTo>
                  <a:lnTo>
                    <a:pt x="819" y="47"/>
                  </a:lnTo>
                  <a:lnTo>
                    <a:pt x="817" y="45"/>
                  </a:lnTo>
                  <a:lnTo>
                    <a:pt x="823" y="45"/>
                  </a:lnTo>
                  <a:lnTo>
                    <a:pt x="825" y="47"/>
                  </a:lnTo>
                  <a:lnTo>
                    <a:pt x="827" y="47"/>
                  </a:lnTo>
                  <a:lnTo>
                    <a:pt x="827" y="47"/>
                  </a:lnTo>
                  <a:lnTo>
                    <a:pt x="829" y="49"/>
                  </a:lnTo>
                  <a:lnTo>
                    <a:pt x="829" y="47"/>
                  </a:lnTo>
                  <a:lnTo>
                    <a:pt x="831" y="47"/>
                  </a:lnTo>
                  <a:lnTo>
                    <a:pt x="833" y="47"/>
                  </a:lnTo>
                  <a:lnTo>
                    <a:pt x="835" y="49"/>
                  </a:lnTo>
                  <a:lnTo>
                    <a:pt x="837" y="51"/>
                  </a:lnTo>
                  <a:lnTo>
                    <a:pt x="837" y="53"/>
                  </a:lnTo>
                  <a:lnTo>
                    <a:pt x="837" y="53"/>
                  </a:lnTo>
                  <a:lnTo>
                    <a:pt x="837" y="53"/>
                  </a:lnTo>
                  <a:lnTo>
                    <a:pt x="837" y="55"/>
                  </a:lnTo>
                  <a:lnTo>
                    <a:pt x="837" y="55"/>
                  </a:lnTo>
                  <a:lnTo>
                    <a:pt x="837" y="57"/>
                  </a:lnTo>
                  <a:lnTo>
                    <a:pt x="839" y="57"/>
                  </a:lnTo>
                  <a:lnTo>
                    <a:pt x="839" y="57"/>
                  </a:lnTo>
                  <a:lnTo>
                    <a:pt x="839" y="57"/>
                  </a:lnTo>
                  <a:lnTo>
                    <a:pt x="839" y="59"/>
                  </a:lnTo>
                  <a:lnTo>
                    <a:pt x="839" y="59"/>
                  </a:lnTo>
                  <a:lnTo>
                    <a:pt x="839" y="59"/>
                  </a:lnTo>
                  <a:lnTo>
                    <a:pt x="841" y="61"/>
                  </a:lnTo>
                  <a:lnTo>
                    <a:pt x="841" y="61"/>
                  </a:lnTo>
                  <a:lnTo>
                    <a:pt x="843" y="63"/>
                  </a:lnTo>
                  <a:lnTo>
                    <a:pt x="843" y="65"/>
                  </a:lnTo>
                  <a:lnTo>
                    <a:pt x="845" y="65"/>
                  </a:lnTo>
                  <a:lnTo>
                    <a:pt x="845" y="67"/>
                  </a:lnTo>
                  <a:lnTo>
                    <a:pt x="847" y="69"/>
                  </a:lnTo>
                  <a:lnTo>
                    <a:pt x="847" y="71"/>
                  </a:lnTo>
                  <a:lnTo>
                    <a:pt x="849" y="71"/>
                  </a:lnTo>
                  <a:lnTo>
                    <a:pt x="851" y="73"/>
                  </a:lnTo>
                  <a:lnTo>
                    <a:pt x="851" y="73"/>
                  </a:lnTo>
                  <a:lnTo>
                    <a:pt x="853" y="73"/>
                  </a:lnTo>
                  <a:lnTo>
                    <a:pt x="853" y="75"/>
                  </a:lnTo>
                  <a:lnTo>
                    <a:pt x="855" y="75"/>
                  </a:lnTo>
                  <a:lnTo>
                    <a:pt x="857" y="77"/>
                  </a:lnTo>
                  <a:lnTo>
                    <a:pt x="859" y="77"/>
                  </a:lnTo>
                  <a:lnTo>
                    <a:pt x="861" y="77"/>
                  </a:lnTo>
                  <a:lnTo>
                    <a:pt x="864" y="77"/>
                  </a:lnTo>
                  <a:lnTo>
                    <a:pt x="863" y="79"/>
                  </a:lnTo>
                  <a:lnTo>
                    <a:pt x="863" y="79"/>
                  </a:lnTo>
                  <a:lnTo>
                    <a:pt x="863" y="79"/>
                  </a:lnTo>
                  <a:lnTo>
                    <a:pt x="864" y="81"/>
                  </a:lnTo>
                  <a:lnTo>
                    <a:pt x="866" y="81"/>
                  </a:lnTo>
                  <a:lnTo>
                    <a:pt x="866" y="81"/>
                  </a:lnTo>
                  <a:lnTo>
                    <a:pt x="868" y="83"/>
                  </a:lnTo>
                  <a:lnTo>
                    <a:pt x="870" y="85"/>
                  </a:lnTo>
                  <a:lnTo>
                    <a:pt x="870" y="85"/>
                  </a:lnTo>
                  <a:lnTo>
                    <a:pt x="872" y="87"/>
                  </a:lnTo>
                  <a:lnTo>
                    <a:pt x="874" y="87"/>
                  </a:lnTo>
                  <a:lnTo>
                    <a:pt x="876" y="89"/>
                  </a:lnTo>
                  <a:lnTo>
                    <a:pt x="876" y="91"/>
                  </a:lnTo>
                  <a:lnTo>
                    <a:pt x="874" y="89"/>
                  </a:lnTo>
                  <a:lnTo>
                    <a:pt x="872" y="91"/>
                  </a:lnTo>
                  <a:lnTo>
                    <a:pt x="872" y="91"/>
                  </a:lnTo>
                  <a:lnTo>
                    <a:pt x="872" y="93"/>
                  </a:lnTo>
                  <a:lnTo>
                    <a:pt x="872" y="93"/>
                  </a:lnTo>
                  <a:lnTo>
                    <a:pt x="872" y="93"/>
                  </a:lnTo>
                  <a:lnTo>
                    <a:pt x="872" y="95"/>
                  </a:lnTo>
                  <a:lnTo>
                    <a:pt x="872" y="97"/>
                  </a:lnTo>
                  <a:lnTo>
                    <a:pt x="872" y="97"/>
                  </a:lnTo>
                  <a:lnTo>
                    <a:pt x="872" y="98"/>
                  </a:lnTo>
                  <a:lnTo>
                    <a:pt x="872" y="98"/>
                  </a:lnTo>
                  <a:lnTo>
                    <a:pt x="870" y="100"/>
                  </a:lnTo>
                  <a:lnTo>
                    <a:pt x="872" y="100"/>
                  </a:lnTo>
                  <a:lnTo>
                    <a:pt x="874" y="100"/>
                  </a:lnTo>
                  <a:lnTo>
                    <a:pt x="876" y="100"/>
                  </a:lnTo>
                  <a:lnTo>
                    <a:pt x="876" y="102"/>
                  </a:lnTo>
                  <a:lnTo>
                    <a:pt x="878" y="102"/>
                  </a:lnTo>
                  <a:lnTo>
                    <a:pt x="878" y="102"/>
                  </a:lnTo>
                  <a:lnTo>
                    <a:pt x="882" y="102"/>
                  </a:lnTo>
                  <a:lnTo>
                    <a:pt x="884" y="98"/>
                  </a:lnTo>
                  <a:lnTo>
                    <a:pt x="888" y="98"/>
                  </a:lnTo>
                  <a:lnTo>
                    <a:pt x="892" y="98"/>
                  </a:lnTo>
                  <a:lnTo>
                    <a:pt x="894" y="98"/>
                  </a:lnTo>
                  <a:lnTo>
                    <a:pt x="896" y="97"/>
                  </a:lnTo>
                  <a:lnTo>
                    <a:pt x="898" y="98"/>
                  </a:lnTo>
                  <a:lnTo>
                    <a:pt x="900" y="100"/>
                  </a:lnTo>
                  <a:lnTo>
                    <a:pt x="900" y="100"/>
                  </a:lnTo>
                  <a:lnTo>
                    <a:pt x="900" y="102"/>
                  </a:lnTo>
                  <a:lnTo>
                    <a:pt x="900" y="104"/>
                  </a:lnTo>
                  <a:lnTo>
                    <a:pt x="902" y="106"/>
                  </a:lnTo>
                  <a:lnTo>
                    <a:pt x="902" y="106"/>
                  </a:lnTo>
                  <a:lnTo>
                    <a:pt x="906" y="108"/>
                  </a:lnTo>
                  <a:lnTo>
                    <a:pt x="906" y="110"/>
                  </a:lnTo>
                  <a:lnTo>
                    <a:pt x="908" y="108"/>
                  </a:lnTo>
                  <a:lnTo>
                    <a:pt x="910" y="110"/>
                  </a:lnTo>
                  <a:lnTo>
                    <a:pt x="908" y="110"/>
                  </a:lnTo>
                  <a:lnTo>
                    <a:pt x="908" y="110"/>
                  </a:lnTo>
                  <a:lnTo>
                    <a:pt x="908" y="112"/>
                  </a:lnTo>
                  <a:lnTo>
                    <a:pt x="910" y="112"/>
                  </a:lnTo>
                  <a:lnTo>
                    <a:pt x="910" y="116"/>
                  </a:lnTo>
                  <a:lnTo>
                    <a:pt x="912" y="114"/>
                  </a:lnTo>
                  <a:lnTo>
                    <a:pt x="914" y="112"/>
                  </a:lnTo>
                  <a:lnTo>
                    <a:pt x="914" y="110"/>
                  </a:lnTo>
                  <a:lnTo>
                    <a:pt x="912" y="108"/>
                  </a:lnTo>
                  <a:lnTo>
                    <a:pt x="912" y="106"/>
                  </a:lnTo>
                  <a:lnTo>
                    <a:pt x="910" y="108"/>
                  </a:lnTo>
                  <a:lnTo>
                    <a:pt x="910" y="106"/>
                  </a:lnTo>
                  <a:lnTo>
                    <a:pt x="910" y="104"/>
                  </a:lnTo>
                  <a:lnTo>
                    <a:pt x="910" y="102"/>
                  </a:lnTo>
                  <a:lnTo>
                    <a:pt x="912" y="100"/>
                  </a:lnTo>
                  <a:lnTo>
                    <a:pt x="910" y="98"/>
                  </a:lnTo>
                  <a:lnTo>
                    <a:pt x="910" y="97"/>
                  </a:lnTo>
                  <a:lnTo>
                    <a:pt x="908" y="97"/>
                  </a:lnTo>
                  <a:lnTo>
                    <a:pt x="906" y="98"/>
                  </a:lnTo>
                  <a:lnTo>
                    <a:pt x="906" y="98"/>
                  </a:lnTo>
                  <a:lnTo>
                    <a:pt x="906" y="97"/>
                  </a:lnTo>
                  <a:lnTo>
                    <a:pt x="908" y="97"/>
                  </a:lnTo>
                  <a:lnTo>
                    <a:pt x="908" y="95"/>
                  </a:lnTo>
                  <a:lnTo>
                    <a:pt x="910" y="93"/>
                  </a:lnTo>
                  <a:lnTo>
                    <a:pt x="912" y="91"/>
                  </a:lnTo>
                  <a:lnTo>
                    <a:pt x="912" y="91"/>
                  </a:lnTo>
                  <a:lnTo>
                    <a:pt x="914" y="91"/>
                  </a:lnTo>
                  <a:lnTo>
                    <a:pt x="915" y="93"/>
                  </a:lnTo>
                  <a:lnTo>
                    <a:pt x="915" y="95"/>
                  </a:lnTo>
                  <a:lnTo>
                    <a:pt x="917" y="95"/>
                  </a:lnTo>
                  <a:lnTo>
                    <a:pt x="917" y="97"/>
                  </a:lnTo>
                  <a:lnTo>
                    <a:pt x="919" y="97"/>
                  </a:lnTo>
                  <a:lnTo>
                    <a:pt x="919" y="97"/>
                  </a:lnTo>
                  <a:lnTo>
                    <a:pt x="921" y="98"/>
                  </a:lnTo>
                  <a:lnTo>
                    <a:pt x="921" y="98"/>
                  </a:lnTo>
                  <a:lnTo>
                    <a:pt x="921" y="100"/>
                  </a:lnTo>
                  <a:lnTo>
                    <a:pt x="921" y="100"/>
                  </a:lnTo>
                  <a:lnTo>
                    <a:pt x="921" y="102"/>
                  </a:lnTo>
                  <a:lnTo>
                    <a:pt x="921" y="104"/>
                  </a:lnTo>
                  <a:lnTo>
                    <a:pt x="923" y="104"/>
                  </a:lnTo>
                  <a:lnTo>
                    <a:pt x="923" y="106"/>
                  </a:lnTo>
                  <a:lnTo>
                    <a:pt x="925" y="108"/>
                  </a:lnTo>
                  <a:lnTo>
                    <a:pt x="927" y="108"/>
                  </a:lnTo>
                  <a:lnTo>
                    <a:pt x="927" y="108"/>
                  </a:lnTo>
                  <a:lnTo>
                    <a:pt x="927" y="106"/>
                  </a:lnTo>
                  <a:lnTo>
                    <a:pt x="927" y="104"/>
                  </a:lnTo>
                  <a:lnTo>
                    <a:pt x="925" y="102"/>
                  </a:lnTo>
                  <a:lnTo>
                    <a:pt x="925" y="100"/>
                  </a:lnTo>
                  <a:lnTo>
                    <a:pt x="927" y="98"/>
                  </a:lnTo>
                  <a:lnTo>
                    <a:pt x="927" y="97"/>
                  </a:lnTo>
                  <a:lnTo>
                    <a:pt x="925" y="97"/>
                  </a:lnTo>
                  <a:lnTo>
                    <a:pt x="923" y="98"/>
                  </a:lnTo>
                  <a:lnTo>
                    <a:pt x="923" y="97"/>
                  </a:lnTo>
                  <a:lnTo>
                    <a:pt x="923" y="97"/>
                  </a:lnTo>
                  <a:lnTo>
                    <a:pt x="923" y="95"/>
                  </a:lnTo>
                  <a:lnTo>
                    <a:pt x="925" y="95"/>
                  </a:lnTo>
                  <a:lnTo>
                    <a:pt x="925" y="93"/>
                  </a:lnTo>
                  <a:lnTo>
                    <a:pt x="925" y="91"/>
                  </a:lnTo>
                  <a:lnTo>
                    <a:pt x="923" y="89"/>
                  </a:lnTo>
                  <a:lnTo>
                    <a:pt x="923" y="89"/>
                  </a:lnTo>
                  <a:lnTo>
                    <a:pt x="923" y="87"/>
                  </a:lnTo>
                  <a:lnTo>
                    <a:pt x="921" y="85"/>
                  </a:lnTo>
                  <a:lnTo>
                    <a:pt x="921" y="85"/>
                  </a:lnTo>
                  <a:lnTo>
                    <a:pt x="919" y="85"/>
                  </a:lnTo>
                  <a:lnTo>
                    <a:pt x="915" y="87"/>
                  </a:lnTo>
                  <a:lnTo>
                    <a:pt x="915" y="85"/>
                  </a:lnTo>
                  <a:lnTo>
                    <a:pt x="914" y="85"/>
                  </a:lnTo>
                  <a:lnTo>
                    <a:pt x="912" y="85"/>
                  </a:lnTo>
                  <a:lnTo>
                    <a:pt x="912" y="85"/>
                  </a:lnTo>
                  <a:lnTo>
                    <a:pt x="910" y="87"/>
                  </a:lnTo>
                  <a:lnTo>
                    <a:pt x="908" y="87"/>
                  </a:lnTo>
                  <a:lnTo>
                    <a:pt x="908" y="87"/>
                  </a:lnTo>
                  <a:lnTo>
                    <a:pt x="906" y="89"/>
                  </a:lnTo>
                  <a:lnTo>
                    <a:pt x="904" y="89"/>
                  </a:lnTo>
                  <a:lnTo>
                    <a:pt x="904" y="89"/>
                  </a:lnTo>
                  <a:lnTo>
                    <a:pt x="904" y="91"/>
                  </a:lnTo>
                  <a:lnTo>
                    <a:pt x="900" y="91"/>
                  </a:lnTo>
                  <a:lnTo>
                    <a:pt x="898" y="91"/>
                  </a:lnTo>
                  <a:lnTo>
                    <a:pt x="898" y="87"/>
                  </a:lnTo>
                  <a:lnTo>
                    <a:pt x="900" y="83"/>
                  </a:lnTo>
                  <a:lnTo>
                    <a:pt x="900" y="81"/>
                  </a:lnTo>
                  <a:lnTo>
                    <a:pt x="902" y="77"/>
                  </a:lnTo>
                  <a:lnTo>
                    <a:pt x="900" y="75"/>
                  </a:lnTo>
                  <a:lnTo>
                    <a:pt x="900" y="73"/>
                  </a:lnTo>
                  <a:lnTo>
                    <a:pt x="898" y="73"/>
                  </a:lnTo>
                  <a:lnTo>
                    <a:pt x="898" y="71"/>
                  </a:lnTo>
                  <a:lnTo>
                    <a:pt x="896" y="71"/>
                  </a:lnTo>
                  <a:lnTo>
                    <a:pt x="896" y="69"/>
                  </a:lnTo>
                  <a:lnTo>
                    <a:pt x="894" y="69"/>
                  </a:lnTo>
                  <a:lnTo>
                    <a:pt x="894" y="67"/>
                  </a:lnTo>
                  <a:lnTo>
                    <a:pt x="892" y="67"/>
                  </a:lnTo>
                  <a:lnTo>
                    <a:pt x="892" y="65"/>
                  </a:lnTo>
                  <a:lnTo>
                    <a:pt x="890" y="65"/>
                  </a:lnTo>
                  <a:lnTo>
                    <a:pt x="888" y="63"/>
                  </a:lnTo>
                  <a:lnTo>
                    <a:pt x="886" y="63"/>
                  </a:lnTo>
                  <a:lnTo>
                    <a:pt x="884" y="61"/>
                  </a:lnTo>
                  <a:lnTo>
                    <a:pt x="884" y="61"/>
                  </a:lnTo>
                  <a:lnTo>
                    <a:pt x="882" y="61"/>
                  </a:lnTo>
                  <a:lnTo>
                    <a:pt x="882" y="59"/>
                  </a:lnTo>
                  <a:lnTo>
                    <a:pt x="880" y="57"/>
                  </a:lnTo>
                  <a:lnTo>
                    <a:pt x="880" y="57"/>
                  </a:lnTo>
                  <a:lnTo>
                    <a:pt x="878" y="57"/>
                  </a:lnTo>
                  <a:lnTo>
                    <a:pt x="876" y="57"/>
                  </a:lnTo>
                  <a:lnTo>
                    <a:pt x="874" y="59"/>
                  </a:lnTo>
                  <a:lnTo>
                    <a:pt x="874" y="59"/>
                  </a:lnTo>
                  <a:lnTo>
                    <a:pt x="872" y="61"/>
                  </a:lnTo>
                  <a:lnTo>
                    <a:pt x="872" y="61"/>
                  </a:lnTo>
                  <a:lnTo>
                    <a:pt x="872" y="59"/>
                  </a:lnTo>
                  <a:lnTo>
                    <a:pt x="872" y="57"/>
                  </a:lnTo>
                  <a:lnTo>
                    <a:pt x="870" y="57"/>
                  </a:lnTo>
                  <a:lnTo>
                    <a:pt x="868" y="57"/>
                  </a:lnTo>
                  <a:lnTo>
                    <a:pt x="866" y="57"/>
                  </a:lnTo>
                  <a:lnTo>
                    <a:pt x="864" y="61"/>
                  </a:lnTo>
                  <a:lnTo>
                    <a:pt x="864" y="65"/>
                  </a:lnTo>
                  <a:lnTo>
                    <a:pt x="863" y="65"/>
                  </a:lnTo>
                  <a:lnTo>
                    <a:pt x="864" y="59"/>
                  </a:lnTo>
                  <a:lnTo>
                    <a:pt x="863" y="59"/>
                  </a:lnTo>
                  <a:lnTo>
                    <a:pt x="861" y="65"/>
                  </a:lnTo>
                  <a:lnTo>
                    <a:pt x="859" y="67"/>
                  </a:lnTo>
                  <a:lnTo>
                    <a:pt x="857" y="65"/>
                  </a:lnTo>
                  <a:lnTo>
                    <a:pt x="857" y="63"/>
                  </a:lnTo>
                  <a:lnTo>
                    <a:pt x="866" y="53"/>
                  </a:lnTo>
                  <a:lnTo>
                    <a:pt x="876" y="45"/>
                  </a:lnTo>
                  <a:lnTo>
                    <a:pt x="880" y="42"/>
                  </a:lnTo>
                  <a:lnTo>
                    <a:pt x="882" y="40"/>
                  </a:lnTo>
                  <a:lnTo>
                    <a:pt x="880" y="38"/>
                  </a:lnTo>
                  <a:lnTo>
                    <a:pt x="882" y="38"/>
                  </a:lnTo>
                  <a:lnTo>
                    <a:pt x="884" y="36"/>
                  </a:lnTo>
                  <a:lnTo>
                    <a:pt x="888" y="36"/>
                  </a:lnTo>
                  <a:lnTo>
                    <a:pt x="888" y="36"/>
                  </a:lnTo>
                  <a:lnTo>
                    <a:pt x="888" y="36"/>
                  </a:lnTo>
                  <a:lnTo>
                    <a:pt x="888" y="36"/>
                  </a:lnTo>
                  <a:lnTo>
                    <a:pt x="888" y="38"/>
                  </a:lnTo>
                  <a:lnTo>
                    <a:pt x="888" y="38"/>
                  </a:lnTo>
                  <a:lnTo>
                    <a:pt x="890" y="38"/>
                  </a:lnTo>
                  <a:lnTo>
                    <a:pt x="892" y="38"/>
                  </a:lnTo>
                  <a:lnTo>
                    <a:pt x="890" y="36"/>
                  </a:lnTo>
                  <a:lnTo>
                    <a:pt x="890" y="36"/>
                  </a:lnTo>
                  <a:lnTo>
                    <a:pt x="890" y="34"/>
                  </a:lnTo>
                  <a:lnTo>
                    <a:pt x="890" y="34"/>
                  </a:lnTo>
                  <a:lnTo>
                    <a:pt x="894" y="32"/>
                  </a:lnTo>
                  <a:lnTo>
                    <a:pt x="898" y="30"/>
                  </a:lnTo>
                  <a:lnTo>
                    <a:pt x="900" y="28"/>
                  </a:lnTo>
                  <a:lnTo>
                    <a:pt x="900" y="28"/>
                  </a:lnTo>
                  <a:lnTo>
                    <a:pt x="900" y="30"/>
                  </a:lnTo>
                  <a:lnTo>
                    <a:pt x="900" y="30"/>
                  </a:lnTo>
                  <a:lnTo>
                    <a:pt x="898" y="32"/>
                  </a:lnTo>
                  <a:lnTo>
                    <a:pt x="896" y="32"/>
                  </a:lnTo>
                  <a:lnTo>
                    <a:pt x="896" y="32"/>
                  </a:lnTo>
                  <a:lnTo>
                    <a:pt x="894" y="32"/>
                  </a:lnTo>
                  <a:lnTo>
                    <a:pt x="894" y="32"/>
                  </a:lnTo>
                  <a:lnTo>
                    <a:pt x="896" y="34"/>
                  </a:lnTo>
                  <a:lnTo>
                    <a:pt x="896" y="34"/>
                  </a:lnTo>
                  <a:lnTo>
                    <a:pt x="896" y="34"/>
                  </a:lnTo>
                  <a:lnTo>
                    <a:pt x="898" y="34"/>
                  </a:lnTo>
                  <a:lnTo>
                    <a:pt x="900" y="34"/>
                  </a:lnTo>
                  <a:lnTo>
                    <a:pt x="902" y="32"/>
                  </a:lnTo>
                  <a:lnTo>
                    <a:pt x="902" y="32"/>
                  </a:lnTo>
                  <a:lnTo>
                    <a:pt x="902" y="34"/>
                  </a:lnTo>
                  <a:lnTo>
                    <a:pt x="902" y="34"/>
                  </a:lnTo>
                  <a:lnTo>
                    <a:pt x="900" y="36"/>
                  </a:lnTo>
                  <a:lnTo>
                    <a:pt x="900" y="36"/>
                  </a:lnTo>
                  <a:lnTo>
                    <a:pt x="898" y="36"/>
                  </a:lnTo>
                  <a:lnTo>
                    <a:pt x="898" y="38"/>
                  </a:lnTo>
                  <a:lnTo>
                    <a:pt x="900" y="40"/>
                  </a:lnTo>
                  <a:lnTo>
                    <a:pt x="900" y="40"/>
                  </a:lnTo>
                  <a:lnTo>
                    <a:pt x="902" y="42"/>
                  </a:lnTo>
                  <a:lnTo>
                    <a:pt x="902" y="42"/>
                  </a:lnTo>
                  <a:lnTo>
                    <a:pt x="902" y="42"/>
                  </a:lnTo>
                  <a:lnTo>
                    <a:pt x="902" y="44"/>
                  </a:lnTo>
                  <a:lnTo>
                    <a:pt x="904" y="44"/>
                  </a:lnTo>
                  <a:lnTo>
                    <a:pt x="904" y="44"/>
                  </a:lnTo>
                  <a:lnTo>
                    <a:pt x="906" y="44"/>
                  </a:lnTo>
                  <a:lnTo>
                    <a:pt x="906" y="45"/>
                  </a:lnTo>
                  <a:lnTo>
                    <a:pt x="906" y="47"/>
                  </a:lnTo>
                  <a:lnTo>
                    <a:pt x="906" y="47"/>
                  </a:lnTo>
                  <a:lnTo>
                    <a:pt x="908" y="49"/>
                  </a:lnTo>
                  <a:lnTo>
                    <a:pt x="908" y="49"/>
                  </a:lnTo>
                  <a:lnTo>
                    <a:pt x="910" y="47"/>
                  </a:lnTo>
                  <a:lnTo>
                    <a:pt x="912" y="45"/>
                  </a:lnTo>
                  <a:lnTo>
                    <a:pt x="912" y="45"/>
                  </a:lnTo>
                  <a:lnTo>
                    <a:pt x="914" y="44"/>
                  </a:lnTo>
                  <a:lnTo>
                    <a:pt x="914" y="42"/>
                  </a:lnTo>
                  <a:lnTo>
                    <a:pt x="912" y="42"/>
                  </a:lnTo>
                  <a:lnTo>
                    <a:pt x="912" y="42"/>
                  </a:lnTo>
                  <a:lnTo>
                    <a:pt x="910" y="42"/>
                  </a:lnTo>
                  <a:lnTo>
                    <a:pt x="908" y="42"/>
                  </a:lnTo>
                  <a:lnTo>
                    <a:pt x="908" y="42"/>
                  </a:lnTo>
                  <a:lnTo>
                    <a:pt x="908" y="42"/>
                  </a:lnTo>
                  <a:lnTo>
                    <a:pt x="908" y="40"/>
                  </a:lnTo>
                  <a:lnTo>
                    <a:pt x="906" y="42"/>
                  </a:lnTo>
                  <a:lnTo>
                    <a:pt x="906" y="42"/>
                  </a:lnTo>
                  <a:lnTo>
                    <a:pt x="906" y="40"/>
                  </a:lnTo>
                  <a:lnTo>
                    <a:pt x="906" y="40"/>
                  </a:lnTo>
                  <a:lnTo>
                    <a:pt x="906" y="38"/>
                  </a:lnTo>
                  <a:lnTo>
                    <a:pt x="904" y="36"/>
                  </a:lnTo>
                  <a:lnTo>
                    <a:pt x="904" y="36"/>
                  </a:lnTo>
                  <a:lnTo>
                    <a:pt x="904" y="36"/>
                  </a:lnTo>
                  <a:lnTo>
                    <a:pt x="904" y="34"/>
                  </a:lnTo>
                  <a:lnTo>
                    <a:pt x="904" y="32"/>
                  </a:lnTo>
                  <a:lnTo>
                    <a:pt x="904" y="32"/>
                  </a:lnTo>
                  <a:lnTo>
                    <a:pt x="904" y="32"/>
                  </a:lnTo>
                  <a:lnTo>
                    <a:pt x="906" y="32"/>
                  </a:lnTo>
                  <a:lnTo>
                    <a:pt x="906" y="34"/>
                  </a:lnTo>
                  <a:lnTo>
                    <a:pt x="906" y="34"/>
                  </a:lnTo>
                  <a:lnTo>
                    <a:pt x="908" y="36"/>
                  </a:lnTo>
                  <a:lnTo>
                    <a:pt x="912" y="34"/>
                  </a:lnTo>
                  <a:lnTo>
                    <a:pt x="914" y="34"/>
                  </a:lnTo>
                  <a:lnTo>
                    <a:pt x="917" y="32"/>
                  </a:lnTo>
                  <a:lnTo>
                    <a:pt x="921" y="28"/>
                  </a:lnTo>
                  <a:lnTo>
                    <a:pt x="923" y="28"/>
                  </a:lnTo>
                  <a:lnTo>
                    <a:pt x="921" y="26"/>
                  </a:lnTo>
                  <a:lnTo>
                    <a:pt x="921" y="24"/>
                  </a:lnTo>
                  <a:lnTo>
                    <a:pt x="921" y="24"/>
                  </a:lnTo>
                  <a:lnTo>
                    <a:pt x="923" y="24"/>
                  </a:lnTo>
                  <a:lnTo>
                    <a:pt x="925" y="24"/>
                  </a:lnTo>
                  <a:lnTo>
                    <a:pt x="927" y="20"/>
                  </a:lnTo>
                  <a:lnTo>
                    <a:pt x="927" y="18"/>
                  </a:lnTo>
                  <a:lnTo>
                    <a:pt x="919" y="18"/>
                  </a:lnTo>
                  <a:lnTo>
                    <a:pt x="915" y="22"/>
                  </a:lnTo>
                  <a:lnTo>
                    <a:pt x="910" y="24"/>
                  </a:lnTo>
                  <a:lnTo>
                    <a:pt x="906" y="26"/>
                  </a:lnTo>
                  <a:lnTo>
                    <a:pt x="906" y="26"/>
                  </a:lnTo>
                  <a:lnTo>
                    <a:pt x="906" y="28"/>
                  </a:lnTo>
                  <a:lnTo>
                    <a:pt x="904" y="28"/>
                  </a:lnTo>
                  <a:lnTo>
                    <a:pt x="904" y="28"/>
                  </a:lnTo>
                  <a:lnTo>
                    <a:pt x="902" y="28"/>
                  </a:lnTo>
                  <a:lnTo>
                    <a:pt x="904" y="26"/>
                  </a:lnTo>
                  <a:lnTo>
                    <a:pt x="910" y="22"/>
                  </a:lnTo>
                  <a:lnTo>
                    <a:pt x="912" y="20"/>
                  </a:lnTo>
                  <a:lnTo>
                    <a:pt x="914" y="20"/>
                  </a:lnTo>
                  <a:lnTo>
                    <a:pt x="921" y="14"/>
                  </a:lnTo>
                  <a:lnTo>
                    <a:pt x="929" y="12"/>
                  </a:lnTo>
                  <a:lnTo>
                    <a:pt x="933" y="8"/>
                  </a:lnTo>
                  <a:lnTo>
                    <a:pt x="935" y="6"/>
                  </a:lnTo>
                  <a:lnTo>
                    <a:pt x="937" y="4"/>
                  </a:lnTo>
                  <a:lnTo>
                    <a:pt x="935" y="4"/>
                  </a:lnTo>
                  <a:lnTo>
                    <a:pt x="935" y="4"/>
                  </a:lnTo>
                  <a:lnTo>
                    <a:pt x="937" y="2"/>
                  </a:lnTo>
                  <a:lnTo>
                    <a:pt x="937" y="4"/>
                  </a:lnTo>
                  <a:lnTo>
                    <a:pt x="941" y="2"/>
                  </a:lnTo>
                  <a:lnTo>
                    <a:pt x="941" y="2"/>
                  </a:lnTo>
                  <a:lnTo>
                    <a:pt x="943" y="0"/>
                  </a:lnTo>
                  <a:lnTo>
                    <a:pt x="94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1"/>
            <p:cNvSpPr>
              <a:spLocks noEditPoints="1"/>
            </p:cNvSpPr>
            <p:nvPr/>
          </p:nvSpPr>
          <p:spPr bwMode="auto">
            <a:xfrm>
              <a:off x="5056188" y="1851025"/>
              <a:ext cx="104775" cy="133350"/>
            </a:xfrm>
            <a:custGeom>
              <a:avLst/>
              <a:gdLst>
                <a:gd name="T0" fmla="*/ 2 w 134"/>
                <a:gd name="T1" fmla="*/ 135 h 169"/>
                <a:gd name="T2" fmla="*/ 2 w 134"/>
                <a:gd name="T3" fmla="*/ 135 h 169"/>
                <a:gd name="T4" fmla="*/ 61 w 134"/>
                <a:gd name="T5" fmla="*/ 49 h 169"/>
                <a:gd name="T6" fmla="*/ 67 w 134"/>
                <a:gd name="T7" fmla="*/ 51 h 169"/>
                <a:gd name="T8" fmla="*/ 69 w 134"/>
                <a:gd name="T9" fmla="*/ 51 h 169"/>
                <a:gd name="T10" fmla="*/ 71 w 134"/>
                <a:gd name="T11" fmla="*/ 51 h 169"/>
                <a:gd name="T12" fmla="*/ 85 w 134"/>
                <a:gd name="T13" fmla="*/ 53 h 169"/>
                <a:gd name="T14" fmla="*/ 87 w 134"/>
                <a:gd name="T15" fmla="*/ 53 h 169"/>
                <a:gd name="T16" fmla="*/ 89 w 134"/>
                <a:gd name="T17" fmla="*/ 51 h 169"/>
                <a:gd name="T18" fmla="*/ 93 w 134"/>
                <a:gd name="T19" fmla="*/ 53 h 169"/>
                <a:gd name="T20" fmla="*/ 97 w 134"/>
                <a:gd name="T21" fmla="*/ 53 h 169"/>
                <a:gd name="T22" fmla="*/ 98 w 134"/>
                <a:gd name="T23" fmla="*/ 59 h 169"/>
                <a:gd name="T24" fmla="*/ 98 w 134"/>
                <a:gd name="T25" fmla="*/ 68 h 169"/>
                <a:gd name="T26" fmla="*/ 97 w 134"/>
                <a:gd name="T27" fmla="*/ 76 h 169"/>
                <a:gd name="T28" fmla="*/ 89 w 134"/>
                <a:gd name="T29" fmla="*/ 90 h 169"/>
                <a:gd name="T30" fmla="*/ 75 w 134"/>
                <a:gd name="T31" fmla="*/ 110 h 169"/>
                <a:gd name="T32" fmla="*/ 69 w 134"/>
                <a:gd name="T33" fmla="*/ 119 h 169"/>
                <a:gd name="T34" fmla="*/ 63 w 134"/>
                <a:gd name="T35" fmla="*/ 123 h 169"/>
                <a:gd name="T36" fmla="*/ 49 w 134"/>
                <a:gd name="T37" fmla="*/ 125 h 169"/>
                <a:gd name="T38" fmla="*/ 46 w 134"/>
                <a:gd name="T39" fmla="*/ 127 h 169"/>
                <a:gd name="T40" fmla="*/ 46 w 134"/>
                <a:gd name="T41" fmla="*/ 139 h 169"/>
                <a:gd name="T42" fmla="*/ 36 w 134"/>
                <a:gd name="T43" fmla="*/ 153 h 169"/>
                <a:gd name="T44" fmla="*/ 28 w 134"/>
                <a:gd name="T45" fmla="*/ 169 h 169"/>
                <a:gd name="T46" fmla="*/ 24 w 134"/>
                <a:gd name="T47" fmla="*/ 167 h 169"/>
                <a:gd name="T48" fmla="*/ 20 w 134"/>
                <a:gd name="T49" fmla="*/ 163 h 169"/>
                <a:gd name="T50" fmla="*/ 14 w 134"/>
                <a:gd name="T51" fmla="*/ 159 h 169"/>
                <a:gd name="T52" fmla="*/ 10 w 134"/>
                <a:gd name="T53" fmla="*/ 157 h 169"/>
                <a:gd name="T54" fmla="*/ 6 w 134"/>
                <a:gd name="T55" fmla="*/ 153 h 169"/>
                <a:gd name="T56" fmla="*/ 4 w 134"/>
                <a:gd name="T57" fmla="*/ 147 h 169"/>
                <a:gd name="T58" fmla="*/ 2 w 134"/>
                <a:gd name="T59" fmla="*/ 135 h 169"/>
                <a:gd name="T60" fmla="*/ 2 w 134"/>
                <a:gd name="T61" fmla="*/ 135 h 169"/>
                <a:gd name="T62" fmla="*/ 4 w 134"/>
                <a:gd name="T63" fmla="*/ 110 h 169"/>
                <a:gd name="T64" fmla="*/ 4 w 134"/>
                <a:gd name="T65" fmla="*/ 100 h 169"/>
                <a:gd name="T66" fmla="*/ 6 w 134"/>
                <a:gd name="T67" fmla="*/ 94 h 169"/>
                <a:gd name="T68" fmla="*/ 8 w 134"/>
                <a:gd name="T69" fmla="*/ 92 h 169"/>
                <a:gd name="T70" fmla="*/ 8 w 134"/>
                <a:gd name="T71" fmla="*/ 90 h 169"/>
                <a:gd name="T72" fmla="*/ 10 w 134"/>
                <a:gd name="T73" fmla="*/ 84 h 169"/>
                <a:gd name="T74" fmla="*/ 10 w 134"/>
                <a:gd name="T75" fmla="*/ 80 h 169"/>
                <a:gd name="T76" fmla="*/ 12 w 134"/>
                <a:gd name="T77" fmla="*/ 74 h 169"/>
                <a:gd name="T78" fmla="*/ 14 w 134"/>
                <a:gd name="T79" fmla="*/ 74 h 169"/>
                <a:gd name="T80" fmla="*/ 24 w 134"/>
                <a:gd name="T81" fmla="*/ 68 h 169"/>
                <a:gd name="T82" fmla="*/ 26 w 134"/>
                <a:gd name="T83" fmla="*/ 66 h 169"/>
                <a:gd name="T84" fmla="*/ 30 w 134"/>
                <a:gd name="T85" fmla="*/ 59 h 169"/>
                <a:gd name="T86" fmla="*/ 53 w 134"/>
                <a:gd name="T87" fmla="*/ 49 h 169"/>
                <a:gd name="T88" fmla="*/ 53 w 134"/>
                <a:gd name="T89" fmla="*/ 51 h 169"/>
                <a:gd name="T90" fmla="*/ 59 w 134"/>
                <a:gd name="T91" fmla="*/ 51 h 169"/>
                <a:gd name="T92" fmla="*/ 61 w 134"/>
                <a:gd name="T93" fmla="*/ 49 h 169"/>
                <a:gd name="T94" fmla="*/ 134 w 134"/>
                <a:gd name="T95" fmla="*/ 2 h 169"/>
                <a:gd name="T96" fmla="*/ 134 w 134"/>
                <a:gd name="T97" fmla="*/ 4 h 169"/>
                <a:gd name="T98" fmla="*/ 132 w 134"/>
                <a:gd name="T99" fmla="*/ 4 h 169"/>
                <a:gd name="T100" fmla="*/ 128 w 134"/>
                <a:gd name="T101" fmla="*/ 4 h 169"/>
                <a:gd name="T102" fmla="*/ 132 w 134"/>
                <a:gd name="T103" fmla="*/ 2 h 169"/>
                <a:gd name="T104" fmla="*/ 134 w 134"/>
                <a:gd name="T105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4" h="169">
                  <a:moveTo>
                    <a:pt x="2" y="135"/>
                  </a:moveTo>
                  <a:lnTo>
                    <a:pt x="2" y="135"/>
                  </a:lnTo>
                  <a:lnTo>
                    <a:pt x="2" y="135"/>
                  </a:lnTo>
                  <a:lnTo>
                    <a:pt x="2" y="135"/>
                  </a:lnTo>
                  <a:close/>
                  <a:moveTo>
                    <a:pt x="2" y="135"/>
                  </a:moveTo>
                  <a:lnTo>
                    <a:pt x="2" y="135"/>
                  </a:lnTo>
                  <a:lnTo>
                    <a:pt x="2" y="135"/>
                  </a:lnTo>
                  <a:lnTo>
                    <a:pt x="2" y="135"/>
                  </a:lnTo>
                  <a:close/>
                  <a:moveTo>
                    <a:pt x="61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7" y="51"/>
                  </a:lnTo>
                  <a:lnTo>
                    <a:pt x="69" y="51"/>
                  </a:lnTo>
                  <a:lnTo>
                    <a:pt x="69" y="51"/>
                  </a:lnTo>
                  <a:lnTo>
                    <a:pt x="69" y="51"/>
                  </a:lnTo>
                  <a:lnTo>
                    <a:pt x="69" y="53"/>
                  </a:lnTo>
                  <a:lnTo>
                    <a:pt x="71" y="51"/>
                  </a:lnTo>
                  <a:lnTo>
                    <a:pt x="81" y="53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7" y="53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51"/>
                  </a:lnTo>
                  <a:lnTo>
                    <a:pt x="91" y="51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5"/>
                  </a:lnTo>
                  <a:lnTo>
                    <a:pt x="97" y="55"/>
                  </a:lnTo>
                  <a:lnTo>
                    <a:pt x="98" y="59"/>
                  </a:lnTo>
                  <a:lnTo>
                    <a:pt x="98" y="63"/>
                  </a:lnTo>
                  <a:lnTo>
                    <a:pt x="98" y="66"/>
                  </a:lnTo>
                  <a:lnTo>
                    <a:pt x="98" y="68"/>
                  </a:lnTo>
                  <a:lnTo>
                    <a:pt x="98" y="70"/>
                  </a:lnTo>
                  <a:lnTo>
                    <a:pt x="97" y="72"/>
                  </a:lnTo>
                  <a:lnTo>
                    <a:pt x="97" y="76"/>
                  </a:lnTo>
                  <a:lnTo>
                    <a:pt x="97" y="78"/>
                  </a:lnTo>
                  <a:lnTo>
                    <a:pt x="89" y="86"/>
                  </a:lnTo>
                  <a:lnTo>
                    <a:pt x="89" y="90"/>
                  </a:lnTo>
                  <a:lnTo>
                    <a:pt x="83" y="98"/>
                  </a:lnTo>
                  <a:lnTo>
                    <a:pt x="77" y="104"/>
                  </a:lnTo>
                  <a:lnTo>
                    <a:pt x="75" y="110"/>
                  </a:lnTo>
                  <a:lnTo>
                    <a:pt x="69" y="121"/>
                  </a:lnTo>
                  <a:lnTo>
                    <a:pt x="69" y="119"/>
                  </a:lnTo>
                  <a:lnTo>
                    <a:pt x="69" y="119"/>
                  </a:lnTo>
                  <a:lnTo>
                    <a:pt x="67" y="119"/>
                  </a:lnTo>
                  <a:lnTo>
                    <a:pt x="65" y="123"/>
                  </a:lnTo>
                  <a:lnTo>
                    <a:pt x="63" y="123"/>
                  </a:lnTo>
                  <a:lnTo>
                    <a:pt x="57" y="123"/>
                  </a:lnTo>
                  <a:lnTo>
                    <a:pt x="51" y="125"/>
                  </a:lnTo>
                  <a:lnTo>
                    <a:pt x="49" y="125"/>
                  </a:lnTo>
                  <a:lnTo>
                    <a:pt x="47" y="125"/>
                  </a:lnTo>
                  <a:lnTo>
                    <a:pt x="46" y="127"/>
                  </a:lnTo>
                  <a:lnTo>
                    <a:pt x="46" y="127"/>
                  </a:lnTo>
                  <a:lnTo>
                    <a:pt x="46" y="133"/>
                  </a:lnTo>
                  <a:lnTo>
                    <a:pt x="46" y="135"/>
                  </a:lnTo>
                  <a:lnTo>
                    <a:pt x="46" y="139"/>
                  </a:lnTo>
                  <a:lnTo>
                    <a:pt x="46" y="145"/>
                  </a:lnTo>
                  <a:lnTo>
                    <a:pt x="40" y="149"/>
                  </a:lnTo>
                  <a:lnTo>
                    <a:pt x="36" y="153"/>
                  </a:lnTo>
                  <a:lnTo>
                    <a:pt x="32" y="155"/>
                  </a:lnTo>
                  <a:lnTo>
                    <a:pt x="30" y="157"/>
                  </a:lnTo>
                  <a:lnTo>
                    <a:pt x="28" y="169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0" y="165"/>
                  </a:lnTo>
                  <a:lnTo>
                    <a:pt x="20" y="163"/>
                  </a:lnTo>
                  <a:lnTo>
                    <a:pt x="16" y="161"/>
                  </a:lnTo>
                  <a:lnTo>
                    <a:pt x="14" y="161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7"/>
                  </a:lnTo>
                  <a:lnTo>
                    <a:pt x="6" y="155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4" y="151"/>
                  </a:lnTo>
                  <a:lnTo>
                    <a:pt x="4" y="149"/>
                  </a:lnTo>
                  <a:lnTo>
                    <a:pt x="4" y="147"/>
                  </a:lnTo>
                  <a:lnTo>
                    <a:pt x="4" y="139"/>
                  </a:lnTo>
                  <a:lnTo>
                    <a:pt x="2" y="137"/>
                  </a:lnTo>
                  <a:lnTo>
                    <a:pt x="2" y="135"/>
                  </a:lnTo>
                  <a:lnTo>
                    <a:pt x="2" y="135"/>
                  </a:lnTo>
                  <a:lnTo>
                    <a:pt x="2" y="135"/>
                  </a:lnTo>
                  <a:lnTo>
                    <a:pt x="2" y="135"/>
                  </a:lnTo>
                  <a:lnTo>
                    <a:pt x="0" y="131"/>
                  </a:lnTo>
                  <a:lnTo>
                    <a:pt x="4" y="119"/>
                  </a:lnTo>
                  <a:lnTo>
                    <a:pt x="4" y="110"/>
                  </a:lnTo>
                  <a:lnTo>
                    <a:pt x="4" y="108"/>
                  </a:lnTo>
                  <a:lnTo>
                    <a:pt x="4" y="104"/>
                  </a:lnTo>
                  <a:lnTo>
                    <a:pt x="4" y="100"/>
                  </a:lnTo>
                  <a:lnTo>
                    <a:pt x="6" y="96"/>
                  </a:lnTo>
                  <a:lnTo>
                    <a:pt x="8" y="94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6" y="88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2" y="80"/>
                  </a:lnTo>
                  <a:lnTo>
                    <a:pt x="10" y="80"/>
                  </a:lnTo>
                  <a:lnTo>
                    <a:pt x="10" y="80"/>
                  </a:lnTo>
                  <a:lnTo>
                    <a:pt x="12" y="76"/>
                  </a:lnTo>
                  <a:lnTo>
                    <a:pt x="12" y="74"/>
                  </a:lnTo>
                  <a:lnTo>
                    <a:pt x="14" y="74"/>
                  </a:lnTo>
                  <a:lnTo>
                    <a:pt x="14" y="74"/>
                  </a:lnTo>
                  <a:lnTo>
                    <a:pt x="14" y="74"/>
                  </a:lnTo>
                  <a:lnTo>
                    <a:pt x="16" y="74"/>
                  </a:lnTo>
                  <a:lnTo>
                    <a:pt x="16" y="72"/>
                  </a:lnTo>
                  <a:lnTo>
                    <a:pt x="24" y="68"/>
                  </a:lnTo>
                  <a:lnTo>
                    <a:pt x="26" y="68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8" y="64"/>
                  </a:lnTo>
                  <a:lnTo>
                    <a:pt x="28" y="63"/>
                  </a:lnTo>
                  <a:lnTo>
                    <a:pt x="30" y="59"/>
                  </a:lnTo>
                  <a:lnTo>
                    <a:pt x="40" y="55"/>
                  </a:lnTo>
                  <a:lnTo>
                    <a:pt x="51" y="49"/>
                  </a:lnTo>
                  <a:lnTo>
                    <a:pt x="53" y="49"/>
                  </a:lnTo>
                  <a:lnTo>
                    <a:pt x="55" y="49"/>
                  </a:lnTo>
                  <a:lnTo>
                    <a:pt x="55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5" y="51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1" y="49"/>
                  </a:lnTo>
                  <a:lnTo>
                    <a:pt x="61" y="49"/>
                  </a:lnTo>
                  <a:close/>
                  <a:moveTo>
                    <a:pt x="134" y="0"/>
                  </a:moveTo>
                  <a:lnTo>
                    <a:pt x="134" y="2"/>
                  </a:lnTo>
                  <a:lnTo>
                    <a:pt x="134" y="2"/>
                  </a:lnTo>
                  <a:lnTo>
                    <a:pt x="134" y="2"/>
                  </a:lnTo>
                  <a:lnTo>
                    <a:pt x="134" y="4"/>
                  </a:lnTo>
                  <a:lnTo>
                    <a:pt x="134" y="4"/>
                  </a:lnTo>
                  <a:lnTo>
                    <a:pt x="134" y="4"/>
                  </a:lnTo>
                  <a:lnTo>
                    <a:pt x="132" y="4"/>
                  </a:lnTo>
                  <a:lnTo>
                    <a:pt x="132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28" y="4"/>
                  </a:lnTo>
                  <a:lnTo>
                    <a:pt x="126" y="4"/>
                  </a:lnTo>
                  <a:lnTo>
                    <a:pt x="126" y="4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4" y="0"/>
                  </a:lnTo>
                  <a:lnTo>
                    <a:pt x="13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2"/>
            <p:cNvSpPr>
              <a:spLocks noEditPoints="1"/>
            </p:cNvSpPr>
            <p:nvPr/>
          </p:nvSpPr>
          <p:spPr bwMode="auto">
            <a:xfrm>
              <a:off x="3305175" y="2284413"/>
              <a:ext cx="1516063" cy="1385888"/>
            </a:xfrm>
            <a:custGeom>
              <a:avLst/>
              <a:gdLst>
                <a:gd name="T0" fmla="*/ 120 w 1910"/>
                <a:gd name="T1" fmla="*/ 186 h 1745"/>
                <a:gd name="T2" fmla="*/ 1812 w 1910"/>
                <a:gd name="T3" fmla="*/ 78 h 1745"/>
                <a:gd name="T4" fmla="*/ 1802 w 1910"/>
                <a:gd name="T5" fmla="*/ 84 h 1745"/>
                <a:gd name="T6" fmla="*/ 1834 w 1910"/>
                <a:gd name="T7" fmla="*/ 43 h 1745"/>
                <a:gd name="T8" fmla="*/ 1904 w 1910"/>
                <a:gd name="T9" fmla="*/ 129 h 1745"/>
                <a:gd name="T10" fmla="*/ 1797 w 1910"/>
                <a:gd name="T11" fmla="*/ 300 h 1745"/>
                <a:gd name="T12" fmla="*/ 1885 w 1910"/>
                <a:gd name="T13" fmla="*/ 406 h 1745"/>
                <a:gd name="T14" fmla="*/ 1771 w 1910"/>
                <a:gd name="T15" fmla="*/ 475 h 1745"/>
                <a:gd name="T16" fmla="*/ 1749 w 1910"/>
                <a:gd name="T17" fmla="*/ 579 h 1745"/>
                <a:gd name="T18" fmla="*/ 1728 w 1910"/>
                <a:gd name="T19" fmla="*/ 685 h 1745"/>
                <a:gd name="T20" fmla="*/ 1616 w 1910"/>
                <a:gd name="T21" fmla="*/ 740 h 1745"/>
                <a:gd name="T22" fmla="*/ 1561 w 1910"/>
                <a:gd name="T23" fmla="*/ 785 h 1745"/>
                <a:gd name="T24" fmla="*/ 1581 w 1910"/>
                <a:gd name="T25" fmla="*/ 917 h 1745"/>
                <a:gd name="T26" fmla="*/ 1579 w 1910"/>
                <a:gd name="T27" fmla="*/ 997 h 1745"/>
                <a:gd name="T28" fmla="*/ 1524 w 1910"/>
                <a:gd name="T29" fmla="*/ 1003 h 1745"/>
                <a:gd name="T30" fmla="*/ 1469 w 1910"/>
                <a:gd name="T31" fmla="*/ 1023 h 1745"/>
                <a:gd name="T32" fmla="*/ 1410 w 1910"/>
                <a:gd name="T33" fmla="*/ 1038 h 1745"/>
                <a:gd name="T34" fmla="*/ 1377 w 1910"/>
                <a:gd name="T35" fmla="*/ 1129 h 1745"/>
                <a:gd name="T36" fmla="*/ 1391 w 1910"/>
                <a:gd name="T37" fmla="*/ 1209 h 1745"/>
                <a:gd name="T38" fmla="*/ 1377 w 1910"/>
                <a:gd name="T39" fmla="*/ 1294 h 1745"/>
                <a:gd name="T40" fmla="*/ 1291 w 1910"/>
                <a:gd name="T41" fmla="*/ 1358 h 1745"/>
                <a:gd name="T42" fmla="*/ 1208 w 1910"/>
                <a:gd name="T43" fmla="*/ 1417 h 1745"/>
                <a:gd name="T44" fmla="*/ 1181 w 1910"/>
                <a:gd name="T45" fmla="*/ 1480 h 1745"/>
                <a:gd name="T46" fmla="*/ 1196 w 1910"/>
                <a:gd name="T47" fmla="*/ 1549 h 1745"/>
                <a:gd name="T48" fmla="*/ 1230 w 1910"/>
                <a:gd name="T49" fmla="*/ 1598 h 1745"/>
                <a:gd name="T50" fmla="*/ 1214 w 1910"/>
                <a:gd name="T51" fmla="*/ 1665 h 1745"/>
                <a:gd name="T52" fmla="*/ 1104 w 1910"/>
                <a:gd name="T53" fmla="*/ 1714 h 1745"/>
                <a:gd name="T54" fmla="*/ 1014 w 1910"/>
                <a:gd name="T55" fmla="*/ 1741 h 1745"/>
                <a:gd name="T56" fmla="*/ 916 w 1910"/>
                <a:gd name="T57" fmla="*/ 1718 h 1745"/>
                <a:gd name="T58" fmla="*/ 790 w 1910"/>
                <a:gd name="T59" fmla="*/ 1692 h 1745"/>
                <a:gd name="T60" fmla="*/ 685 w 1910"/>
                <a:gd name="T61" fmla="*/ 1669 h 1745"/>
                <a:gd name="T62" fmla="*/ 637 w 1910"/>
                <a:gd name="T63" fmla="*/ 1549 h 1745"/>
                <a:gd name="T64" fmla="*/ 565 w 1910"/>
                <a:gd name="T65" fmla="*/ 1508 h 1745"/>
                <a:gd name="T66" fmla="*/ 453 w 1910"/>
                <a:gd name="T67" fmla="*/ 1511 h 1745"/>
                <a:gd name="T68" fmla="*/ 382 w 1910"/>
                <a:gd name="T69" fmla="*/ 1619 h 1745"/>
                <a:gd name="T70" fmla="*/ 324 w 1910"/>
                <a:gd name="T71" fmla="*/ 1604 h 1745"/>
                <a:gd name="T72" fmla="*/ 241 w 1910"/>
                <a:gd name="T73" fmla="*/ 1602 h 1745"/>
                <a:gd name="T74" fmla="*/ 263 w 1910"/>
                <a:gd name="T75" fmla="*/ 1496 h 1745"/>
                <a:gd name="T76" fmla="*/ 239 w 1910"/>
                <a:gd name="T77" fmla="*/ 1423 h 1745"/>
                <a:gd name="T78" fmla="*/ 208 w 1910"/>
                <a:gd name="T79" fmla="*/ 1315 h 1745"/>
                <a:gd name="T80" fmla="*/ 165 w 1910"/>
                <a:gd name="T81" fmla="*/ 1250 h 1745"/>
                <a:gd name="T82" fmla="*/ 133 w 1910"/>
                <a:gd name="T83" fmla="*/ 1199 h 1745"/>
                <a:gd name="T84" fmla="*/ 41 w 1910"/>
                <a:gd name="T85" fmla="*/ 1172 h 1745"/>
                <a:gd name="T86" fmla="*/ 73 w 1910"/>
                <a:gd name="T87" fmla="*/ 1099 h 1745"/>
                <a:gd name="T88" fmla="*/ 41 w 1910"/>
                <a:gd name="T89" fmla="*/ 997 h 1745"/>
                <a:gd name="T90" fmla="*/ 39 w 1910"/>
                <a:gd name="T91" fmla="*/ 818 h 1745"/>
                <a:gd name="T92" fmla="*/ 108 w 1910"/>
                <a:gd name="T93" fmla="*/ 604 h 1745"/>
                <a:gd name="T94" fmla="*/ 196 w 1910"/>
                <a:gd name="T95" fmla="*/ 500 h 1745"/>
                <a:gd name="T96" fmla="*/ 104 w 1910"/>
                <a:gd name="T97" fmla="*/ 327 h 1745"/>
                <a:gd name="T98" fmla="*/ 171 w 1910"/>
                <a:gd name="T99" fmla="*/ 249 h 1745"/>
                <a:gd name="T100" fmla="*/ 335 w 1910"/>
                <a:gd name="T101" fmla="*/ 237 h 1745"/>
                <a:gd name="T102" fmla="*/ 496 w 1910"/>
                <a:gd name="T103" fmla="*/ 214 h 1745"/>
                <a:gd name="T104" fmla="*/ 526 w 1910"/>
                <a:gd name="T105" fmla="*/ 153 h 1745"/>
                <a:gd name="T106" fmla="*/ 583 w 1910"/>
                <a:gd name="T107" fmla="*/ 170 h 1745"/>
                <a:gd name="T108" fmla="*/ 692 w 1910"/>
                <a:gd name="T109" fmla="*/ 225 h 1745"/>
                <a:gd name="T110" fmla="*/ 718 w 1910"/>
                <a:gd name="T111" fmla="*/ 314 h 1745"/>
                <a:gd name="T112" fmla="*/ 824 w 1910"/>
                <a:gd name="T113" fmla="*/ 361 h 1745"/>
                <a:gd name="T114" fmla="*/ 969 w 1910"/>
                <a:gd name="T115" fmla="*/ 261 h 1745"/>
                <a:gd name="T116" fmla="*/ 1006 w 1910"/>
                <a:gd name="T117" fmla="*/ 241 h 1745"/>
                <a:gd name="T118" fmla="*/ 1014 w 1910"/>
                <a:gd name="T119" fmla="*/ 139 h 1745"/>
                <a:gd name="T120" fmla="*/ 1238 w 1910"/>
                <a:gd name="T121" fmla="*/ 56 h 1745"/>
                <a:gd name="T122" fmla="*/ 1220 w 1910"/>
                <a:gd name="T123" fmla="*/ 137 h 1745"/>
                <a:gd name="T124" fmla="*/ 1385 w 1910"/>
                <a:gd name="T125" fmla="*/ 80 h 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0" h="1745">
                  <a:moveTo>
                    <a:pt x="390" y="249"/>
                  </a:moveTo>
                  <a:lnTo>
                    <a:pt x="400" y="253"/>
                  </a:lnTo>
                  <a:lnTo>
                    <a:pt x="400" y="255"/>
                  </a:lnTo>
                  <a:lnTo>
                    <a:pt x="400" y="255"/>
                  </a:lnTo>
                  <a:lnTo>
                    <a:pt x="400" y="259"/>
                  </a:lnTo>
                  <a:lnTo>
                    <a:pt x="400" y="261"/>
                  </a:lnTo>
                  <a:lnTo>
                    <a:pt x="400" y="261"/>
                  </a:lnTo>
                  <a:lnTo>
                    <a:pt x="400" y="261"/>
                  </a:lnTo>
                  <a:lnTo>
                    <a:pt x="388" y="265"/>
                  </a:lnTo>
                  <a:lnTo>
                    <a:pt x="386" y="265"/>
                  </a:lnTo>
                  <a:lnTo>
                    <a:pt x="384" y="265"/>
                  </a:lnTo>
                  <a:lnTo>
                    <a:pt x="384" y="265"/>
                  </a:lnTo>
                  <a:lnTo>
                    <a:pt x="384" y="261"/>
                  </a:lnTo>
                  <a:lnTo>
                    <a:pt x="384" y="259"/>
                  </a:lnTo>
                  <a:lnTo>
                    <a:pt x="381" y="259"/>
                  </a:lnTo>
                  <a:lnTo>
                    <a:pt x="381" y="257"/>
                  </a:lnTo>
                  <a:lnTo>
                    <a:pt x="381" y="255"/>
                  </a:lnTo>
                  <a:lnTo>
                    <a:pt x="384" y="251"/>
                  </a:lnTo>
                  <a:lnTo>
                    <a:pt x="390" y="249"/>
                  </a:lnTo>
                  <a:close/>
                  <a:moveTo>
                    <a:pt x="1000" y="241"/>
                  </a:moveTo>
                  <a:lnTo>
                    <a:pt x="1000" y="241"/>
                  </a:lnTo>
                  <a:lnTo>
                    <a:pt x="1002" y="243"/>
                  </a:lnTo>
                  <a:lnTo>
                    <a:pt x="1002" y="243"/>
                  </a:lnTo>
                  <a:lnTo>
                    <a:pt x="1002" y="243"/>
                  </a:lnTo>
                  <a:lnTo>
                    <a:pt x="1006" y="247"/>
                  </a:lnTo>
                  <a:lnTo>
                    <a:pt x="1006" y="249"/>
                  </a:lnTo>
                  <a:lnTo>
                    <a:pt x="1002" y="257"/>
                  </a:lnTo>
                  <a:lnTo>
                    <a:pt x="1002" y="259"/>
                  </a:lnTo>
                  <a:lnTo>
                    <a:pt x="1000" y="259"/>
                  </a:lnTo>
                  <a:lnTo>
                    <a:pt x="996" y="259"/>
                  </a:lnTo>
                  <a:lnTo>
                    <a:pt x="994" y="255"/>
                  </a:lnTo>
                  <a:lnTo>
                    <a:pt x="992" y="255"/>
                  </a:lnTo>
                  <a:lnTo>
                    <a:pt x="989" y="257"/>
                  </a:lnTo>
                  <a:lnTo>
                    <a:pt x="987" y="257"/>
                  </a:lnTo>
                  <a:lnTo>
                    <a:pt x="987" y="255"/>
                  </a:lnTo>
                  <a:lnTo>
                    <a:pt x="985" y="257"/>
                  </a:lnTo>
                  <a:lnTo>
                    <a:pt x="985" y="257"/>
                  </a:lnTo>
                  <a:lnTo>
                    <a:pt x="987" y="259"/>
                  </a:lnTo>
                  <a:lnTo>
                    <a:pt x="989" y="259"/>
                  </a:lnTo>
                  <a:lnTo>
                    <a:pt x="990" y="259"/>
                  </a:lnTo>
                  <a:lnTo>
                    <a:pt x="990" y="259"/>
                  </a:lnTo>
                  <a:lnTo>
                    <a:pt x="990" y="261"/>
                  </a:lnTo>
                  <a:lnTo>
                    <a:pt x="990" y="261"/>
                  </a:lnTo>
                  <a:lnTo>
                    <a:pt x="990" y="261"/>
                  </a:lnTo>
                  <a:lnTo>
                    <a:pt x="990" y="263"/>
                  </a:lnTo>
                  <a:lnTo>
                    <a:pt x="977" y="259"/>
                  </a:lnTo>
                  <a:lnTo>
                    <a:pt x="975" y="259"/>
                  </a:lnTo>
                  <a:lnTo>
                    <a:pt x="975" y="255"/>
                  </a:lnTo>
                  <a:lnTo>
                    <a:pt x="979" y="253"/>
                  </a:lnTo>
                  <a:lnTo>
                    <a:pt x="981" y="249"/>
                  </a:lnTo>
                  <a:lnTo>
                    <a:pt x="989" y="245"/>
                  </a:lnTo>
                  <a:lnTo>
                    <a:pt x="992" y="245"/>
                  </a:lnTo>
                  <a:lnTo>
                    <a:pt x="992" y="245"/>
                  </a:lnTo>
                  <a:lnTo>
                    <a:pt x="994" y="243"/>
                  </a:lnTo>
                  <a:lnTo>
                    <a:pt x="994" y="241"/>
                  </a:lnTo>
                  <a:lnTo>
                    <a:pt x="1000" y="241"/>
                  </a:lnTo>
                  <a:close/>
                  <a:moveTo>
                    <a:pt x="675" y="229"/>
                  </a:moveTo>
                  <a:lnTo>
                    <a:pt x="681" y="229"/>
                  </a:lnTo>
                  <a:lnTo>
                    <a:pt x="683" y="229"/>
                  </a:lnTo>
                  <a:lnTo>
                    <a:pt x="685" y="229"/>
                  </a:lnTo>
                  <a:lnTo>
                    <a:pt x="686" y="231"/>
                  </a:lnTo>
                  <a:lnTo>
                    <a:pt x="686" y="233"/>
                  </a:lnTo>
                  <a:lnTo>
                    <a:pt x="685" y="235"/>
                  </a:lnTo>
                  <a:lnTo>
                    <a:pt x="685" y="237"/>
                  </a:lnTo>
                  <a:lnTo>
                    <a:pt x="683" y="239"/>
                  </a:lnTo>
                  <a:lnTo>
                    <a:pt x="683" y="239"/>
                  </a:lnTo>
                  <a:lnTo>
                    <a:pt x="683" y="239"/>
                  </a:lnTo>
                  <a:lnTo>
                    <a:pt x="683" y="241"/>
                  </a:lnTo>
                  <a:lnTo>
                    <a:pt x="683" y="241"/>
                  </a:lnTo>
                  <a:lnTo>
                    <a:pt x="683" y="241"/>
                  </a:lnTo>
                  <a:lnTo>
                    <a:pt x="679" y="245"/>
                  </a:lnTo>
                  <a:lnTo>
                    <a:pt x="679" y="243"/>
                  </a:lnTo>
                  <a:lnTo>
                    <a:pt x="677" y="243"/>
                  </a:lnTo>
                  <a:lnTo>
                    <a:pt x="673" y="243"/>
                  </a:lnTo>
                  <a:lnTo>
                    <a:pt x="671" y="243"/>
                  </a:lnTo>
                  <a:lnTo>
                    <a:pt x="669" y="243"/>
                  </a:lnTo>
                  <a:lnTo>
                    <a:pt x="659" y="237"/>
                  </a:lnTo>
                  <a:lnTo>
                    <a:pt x="659" y="237"/>
                  </a:lnTo>
                  <a:lnTo>
                    <a:pt x="659" y="237"/>
                  </a:lnTo>
                  <a:lnTo>
                    <a:pt x="667" y="233"/>
                  </a:lnTo>
                  <a:lnTo>
                    <a:pt x="675" y="229"/>
                  </a:lnTo>
                  <a:close/>
                  <a:moveTo>
                    <a:pt x="685" y="198"/>
                  </a:moveTo>
                  <a:lnTo>
                    <a:pt x="692" y="202"/>
                  </a:lnTo>
                  <a:lnTo>
                    <a:pt x="694" y="208"/>
                  </a:lnTo>
                  <a:lnTo>
                    <a:pt x="692" y="212"/>
                  </a:lnTo>
                  <a:lnTo>
                    <a:pt x="688" y="214"/>
                  </a:lnTo>
                  <a:lnTo>
                    <a:pt x="683" y="216"/>
                  </a:lnTo>
                  <a:lnTo>
                    <a:pt x="671" y="216"/>
                  </a:lnTo>
                  <a:lnTo>
                    <a:pt x="659" y="217"/>
                  </a:lnTo>
                  <a:lnTo>
                    <a:pt x="659" y="216"/>
                  </a:lnTo>
                  <a:lnTo>
                    <a:pt x="661" y="210"/>
                  </a:lnTo>
                  <a:lnTo>
                    <a:pt x="665" y="210"/>
                  </a:lnTo>
                  <a:lnTo>
                    <a:pt x="671" y="206"/>
                  </a:lnTo>
                  <a:lnTo>
                    <a:pt x="673" y="202"/>
                  </a:lnTo>
                  <a:lnTo>
                    <a:pt x="677" y="198"/>
                  </a:lnTo>
                  <a:lnTo>
                    <a:pt x="685" y="198"/>
                  </a:lnTo>
                  <a:close/>
                  <a:moveTo>
                    <a:pt x="618" y="145"/>
                  </a:moveTo>
                  <a:lnTo>
                    <a:pt x="628" y="149"/>
                  </a:lnTo>
                  <a:lnTo>
                    <a:pt x="630" y="147"/>
                  </a:lnTo>
                  <a:lnTo>
                    <a:pt x="630" y="149"/>
                  </a:lnTo>
                  <a:lnTo>
                    <a:pt x="622" y="151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1"/>
                  </a:lnTo>
                  <a:lnTo>
                    <a:pt x="610" y="151"/>
                  </a:lnTo>
                  <a:lnTo>
                    <a:pt x="608" y="151"/>
                  </a:lnTo>
                  <a:lnTo>
                    <a:pt x="610" y="149"/>
                  </a:lnTo>
                  <a:lnTo>
                    <a:pt x="612" y="147"/>
                  </a:lnTo>
                  <a:lnTo>
                    <a:pt x="618" y="145"/>
                  </a:lnTo>
                  <a:close/>
                  <a:moveTo>
                    <a:pt x="116" y="145"/>
                  </a:moveTo>
                  <a:lnTo>
                    <a:pt x="126" y="145"/>
                  </a:lnTo>
                  <a:lnTo>
                    <a:pt x="135" y="147"/>
                  </a:lnTo>
                  <a:lnTo>
                    <a:pt x="145" y="145"/>
                  </a:lnTo>
                  <a:lnTo>
                    <a:pt x="153" y="147"/>
                  </a:lnTo>
                  <a:lnTo>
                    <a:pt x="155" y="147"/>
                  </a:lnTo>
                  <a:lnTo>
                    <a:pt x="157" y="149"/>
                  </a:lnTo>
                  <a:lnTo>
                    <a:pt x="157" y="151"/>
                  </a:lnTo>
                  <a:lnTo>
                    <a:pt x="159" y="153"/>
                  </a:lnTo>
                  <a:lnTo>
                    <a:pt x="159" y="155"/>
                  </a:lnTo>
                  <a:lnTo>
                    <a:pt x="159" y="155"/>
                  </a:lnTo>
                  <a:lnTo>
                    <a:pt x="159" y="157"/>
                  </a:lnTo>
                  <a:lnTo>
                    <a:pt x="157" y="157"/>
                  </a:lnTo>
                  <a:lnTo>
                    <a:pt x="157" y="161"/>
                  </a:lnTo>
                  <a:lnTo>
                    <a:pt x="157" y="163"/>
                  </a:lnTo>
                  <a:lnTo>
                    <a:pt x="155" y="166"/>
                  </a:lnTo>
                  <a:lnTo>
                    <a:pt x="157" y="168"/>
                  </a:lnTo>
                  <a:lnTo>
                    <a:pt x="157" y="168"/>
                  </a:lnTo>
                  <a:lnTo>
                    <a:pt x="155" y="170"/>
                  </a:lnTo>
                  <a:lnTo>
                    <a:pt x="155" y="172"/>
                  </a:lnTo>
                  <a:lnTo>
                    <a:pt x="155" y="172"/>
                  </a:lnTo>
                  <a:lnTo>
                    <a:pt x="155" y="176"/>
                  </a:lnTo>
                  <a:lnTo>
                    <a:pt x="151" y="178"/>
                  </a:lnTo>
                  <a:lnTo>
                    <a:pt x="149" y="180"/>
                  </a:lnTo>
                  <a:lnTo>
                    <a:pt x="149" y="182"/>
                  </a:lnTo>
                  <a:lnTo>
                    <a:pt x="147" y="184"/>
                  </a:lnTo>
                  <a:lnTo>
                    <a:pt x="147" y="190"/>
                  </a:lnTo>
                  <a:lnTo>
                    <a:pt x="145" y="194"/>
                  </a:lnTo>
                  <a:lnTo>
                    <a:pt x="141" y="192"/>
                  </a:lnTo>
                  <a:lnTo>
                    <a:pt x="139" y="192"/>
                  </a:lnTo>
                  <a:lnTo>
                    <a:pt x="135" y="192"/>
                  </a:lnTo>
                  <a:lnTo>
                    <a:pt x="126" y="190"/>
                  </a:lnTo>
                  <a:lnTo>
                    <a:pt x="124" y="190"/>
                  </a:lnTo>
                  <a:lnTo>
                    <a:pt x="120" y="186"/>
                  </a:lnTo>
                  <a:lnTo>
                    <a:pt x="116" y="184"/>
                  </a:lnTo>
                  <a:lnTo>
                    <a:pt x="104" y="180"/>
                  </a:lnTo>
                  <a:lnTo>
                    <a:pt x="102" y="176"/>
                  </a:lnTo>
                  <a:lnTo>
                    <a:pt x="100" y="174"/>
                  </a:lnTo>
                  <a:lnTo>
                    <a:pt x="100" y="170"/>
                  </a:lnTo>
                  <a:lnTo>
                    <a:pt x="100" y="168"/>
                  </a:lnTo>
                  <a:lnTo>
                    <a:pt x="104" y="166"/>
                  </a:lnTo>
                  <a:lnTo>
                    <a:pt x="106" y="166"/>
                  </a:lnTo>
                  <a:lnTo>
                    <a:pt x="110" y="168"/>
                  </a:lnTo>
                  <a:lnTo>
                    <a:pt x="112" y="168"/>
                  </a:lnTo>
                  <a:lnTo>
                    <a:pt x="114" y="168"/>
                  </a:lnTo>
                  <a:lnTo>
                    <a:pt x="114" y="166"/>
                  </a:lnTo>
                  <a:lnTo>
                    <a:pt x="114" y="163"/>
                  </a:lnTo>
                  <a:lnTo>
                    <a:pt x="114" y="161"/>
                  </a:lnTo>
                  <a:lnTo>
                    <a:pt x="114" y="161"/>
                  </a:lnTo>
                  <a:lnTo>
                    <a:pt x="114" y="159"/>
                  </a:lnTo>
                  <a:lnTo>
                    <a:pt x="114" y="157"/>
                  </a:lnTo>
                  <a:lnTo>
                    <a:pt x="114" y="157"/>
                  </a:lnTo>
                  <a:lnTo>
                    <a:pt x="114" y="155"/>
                  </a:lnTo>
                  <a:lnTo>
                    <a:pt x="112" y="153"/>
                  </a:lnTo>
                  <a:lnTo>
                    <a:pt x="112" y="147"/>
                  </a:lnTo>
                  <a:lnTo>
                    <a:pt x="116" y="145"/>
                  </a:lnTo>
                  <a:close/>
                  <a:moveTo>
                    <a:pt x="239" y="141"/>
                  </a:moveTo>
                  <a:lnTo>
                    <a:pt x="239" y="143"/>
                  </a:lnTo>
                  <a:lnTo>
                    <a:pt x="241" y="145"/>
                  </a:lnTo>
                  <a:lnTo>
                    <a:pt x="241" y="145"/>
                  </a:lnTo>
                  <a:lnTo>
                    <a:pt x="243" y="147"/>
                  </a:lnTo>
                  <a:lnTo>
                    <a:pt x="243" y="149"/>
                  </a:lnTo>
                  <a:lnTo>
                    <a:pt x="243" y="151"/>
                  </a:lnTo>
                  <a:lnTo>
                    <a:pt x="241" y="153"/>
                  </a:lnTo>
                  <a:lnTo>
                    <a:pt x="239" y="153"/>
                  </a:lnTo>
                  <a:lnTo>
                    <a:pt x="239" y="153"/>
                  </a:lnTo>
                  <a:lnTo>
                    <a:pt x="237" y="151"/>
                  </a:lnTo>
                  <a:lnTo>
                    <a:pt x="237" y="151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35" y="149"/>
                  </a:lnTo>
                  <a:lnTo>
                    <a:pt x="235" y="147"/>
                  </a:lnTo>
                  <a:lnTo>
                    <a:pt x="235" y="145"/>
                  </a:lnTo>
                  <a:lnTo>
                    <a:pt x="235" y="143"/>
                  </a:lnTo>
                  <a:lnTo>
                    <a:pt x="237" y="143"/>
                  </a:lnTo>
                  <a:lnTo>
                    <a:pt x="239" y="141"/>
                  </a:lnTo>
                  <a:close/>
                  <a:moveTo>
                    <a:pt x="510" y="127"/>
                  </a:moveTo>
                  <a:lnTo>
                    <a:pt x="508" y="131"/>
                  </a:lnTo>
                  <a:lnTo>
                    <a:pt x="508" y="131"/>
                  </a:lnTo>
                  <a:lnTo>
                    <a:pt x="512" y="131"/>
                  </a:lnTo>
                  <a:lnTo>
                    <a:pt x="514" y="131"/>
                  </a:lnTo>
                  <a:lnTo>
                    <a:pt x="514" y="133"/>
                  </a:lnTo>
                  <a:lnTo>
                    <a:pt x="514" y="133"/>
                  </a:lnTo>
                  <a:lnTo>
                    <a:pt x="514" y="137"/>
                  </a:lnTo>
                  <a:lnTo>
                    <a:pt x="512" y="141"/>
                  </a:lnTo>
                  <a:lnTo>
                    <a:pt x="512" y="141"/>
                  </a:lnTo>
                  <a:lnTo>
                    <a:pt x="510" y="139"/>
                  </a:lnTo>
                  <a:lnTo>
                    <a:pt x="510" y="139"/>
                  </a:lnTo>
                  <a:lnTo>
                    <a:pt x="508" y="139"/>
                  </a:lnTo>
                  <a:lnTo>
                    <a:pt x="508" y="141"/>
                  </a:lnTo>
                  <a:lnTo>
                    <a:pt x="508" y="141"/>
                  </a:lnTo>
                  <a:lnTo>
                    <a:pt x="506" y="141"/>
                  </a:lnTo>
                  <a:lnTo>
                    <a:pt x="506" y="139"/>
                  </a:lnTo>
                  <a:lnTo>
                    <a:pt x="504" y="139"/>
                  </a:lnTo>
                  <a:lnTo>
                    <a:pt x="504" y="139"/>
                  </a:lnTo>
                  <a:lnTo>
                    <a:pt x="504" y="139"/>
                  </a:lnTo>
                  <a:lnTo>
                    <a:pt x="504" y="139"/>
                  </a:lnTo>
                  <a:lnTo>
                    <a:pt x="502" y="137"/>
                  </a:lnTo>
                  <a:lnTo>
                    <a:pt x="504" y="135"/>
                  </a:lnTo>
                  <a:lnTo>
                    <a:pt x="504" y="135"/>
                  </a:lnTo>
                  <a:lnTo>
                    <a:pt x="504" y="133"/>
                  </a:lnTo>
                  <a:lnTo>
                    <a:pt x="504" y="133"/>
                  </a:lnTo>
                  <a:lnTo>
                    <a:pt x="504" y="133"/>
                  </a:lnTo>
                  <a:lnTo>
                    <a:pt x="504" y="133"/>
                  </a:lnTo>
                  <a:lnTo>
                    <a:pt x="502" y="133"/>
                  </a:lnTo>
                  <a:lnTo>
                    <a:pt x="504" y="131"/>
                  </a:lnTo>
                  <a:lnTo>
                    <a:pt x="510" y="127"/>
                  </a:lnTo>
                  <a:close/>
                  <a:moveTo>
                    <a:pt x="1814" y="74"/>
                  </a:moveTo>
                  <a:lnTo>
                    <a:pt x="1814" y="74"/>
                  </a:lnTo>
                  <a:lnTo>
                    <a:pt x="1816" y="78"/>
                  </a:lnTo>
                  <a:lnTo>
                    <a:pt x="1816" y="78"/>
                  </a:lnTo>
                  <a:lnTo>
                    <a:pt x="1818" y="80"/>
                  </a:lnTo>
                  <a:lnTo>
                    <a:pt x="1818" y="80"/>
                  </a:lnTo>
                  <a:lnTo>
                    <a:pt x="1818" y="80"/>
                  </a:lnTo>
                  <a:lnTo>
                    <a:pt x="1818" y="82"/>
                  </a:lnTo>
                  <a:lnTo>
                    <a:pt x="1818" y="82"/>
                  </a:lnTo>
                  <a:lnTo>
                    <a:pt x="1818" y="84"/>
                  </a:lnTo>
                  <a:lnTo>
                    <a:pt x="1818" y="86"/>
                  </a:lnTo>
                  <a:lnTo>
                    <a:pt x="1818" y="88"/>
                  </a:lnTo>
                  <a:lnTo>
                    <a:pt x="1820" y="88"/>
                  </a:lnTo>
                  <a:lnTo>
                    <a:pt x="1822" y="88"/>
                  </a:lnTo>
                  <a:lnTo>
                    <a:pt x="1824" y="90"/>
                  </a:lnTo>
                  <a:lnTo>
                    <a:pt x="1824" y="92"/>
                  </a:lnTo>
                  <a:lnTo>
                    <a:pt x="1824" y="92"/>
                  </a:lnTo>
                  <a:lnTo>
                    <a:pt x="1824" y="94"/>
                  </a:lnTo>
                  <a:lnTo>
                    <a:pt x="1826" y="96"/>
                  </a:lnTo>
                  <a:lnTo>
                    <a:pt x="1828" y="98"/>
                  </a:lnTo>
                  <a:lnTo>
                    <a:pt x="1828" y="102"/>
                  </a:lnTo>
                  <a:lnTo>
                    <a:pt x="1830" y="102"/>
                  </a:lnTo>
                  <a:lnTo>
                    <a:pt x="1832" y="104"/>
                  </a:lnTo>
                  <a:lnTo>
                    <a:pt x="1834" y="104"/>
                  </a:lnTo>
                  <a:lnTo>
                    <a:pt x="1834" y="106"/>
                  </a:lnTo>
                  <a:lnTo>
                    <a:pt x="1834" y="108"/>
                  </a:lnTo>
                  <a:lnTo>
                    <a:pt x="1836" y="110"/>
                  </a:lnTo>
                  <a:lnTo>
                    <a:pt x="1838" y="111"/>
                  </a:lnTo>
                  <a:lnTo>
                    <a:pt x="1840" y="113"/>
                  </a:lnTo>
                  <a:lnTo>
                    <a:pt x="1844" y="115"/>
                  </a:lnTo>
                  <a:lnTo>
                    <a:pt x="1848" y="119"/>
                  </a:lnTo>
                  <a:lnTo>
                    <a:pt x="1849" y="123"/>
                  </a:lnTo>
                  <a:lnTo>
                    <a:pt x="1851" y="127"/>
                  </a:lnTo>
                  <a:lnTo>
                    <a:pt x="1849" y="129"/>
                  </a:lnTo>
                  <a:lnTo>
                    <a:pt x="1849" y="129"/>
                  </a:lnTo>
                  <a:lnTo>
                    <a:pt x="1848" y="127"/>
                  </a:lnTo>
                  <a:lnTo>
                    <a:pt x="1848" y="123"/>
                  </a:lnTo>
                  <a:lnTo>
                    <a:pt x="1848" y="121"/>
                  </a:lnTo>
                  <a:lnTo>
                    <a:pt x="1846" y="119"/>
                  </a:lnTo>
                  <a:lnTo>
                    <a:pt x="1842" y="117"/>
                  </a:lnTo>
                  <a:lnTo>
                    <a:pt x="1840" y="117"/>
                  </a:lnTo>
                  <a:lnTo>
                    <a:pt x="1838" y="117"/>
                  </a:lnTo>
                  <a:lnTo>
                    <a:pt x="1830" y="117"/>
                  </a:lnTo>
                  <a:lnTo>
                    <a:pt x="1830" y="117"/>
                  </a:lnTo>
                  <a:lnTo>
                    <a:pt x="1830" y="117"/>
                  </a:lnTo>
                  <a:lnTo>
                    <a:pt x="1830" y="115"/>
                  </a:lnTo>
                  <a:lnTo>
                    <a:pt x="1830" y="115"/>
                  </a:lnTo>
                  <a:lnTo>
                    <a:pt x="1830" y="115"/>
                  </a:lnTo>
                  <a:lnTo>
                    <a:pt x="1828" y="113"/>
                  </a:lnTo>
                  <a:lnTo>
                    <a:pt x="1828" y="113"/>
                  </a:lnTo>
                  <a:lnTo>
                    <a:pt x="1826" y="111"/>
                  </a:lnTo>
                  <a:lnTo>
                    <a:pt x="1826" y="111"/>
                  </a:lnTo>
                  <a:lnTo>
                    <a:pt x="1826" y="111"/>
                  </a:lnTo>
                  <a:lnTo>
                    <a:pt x="1824" y="108"/>
                  </a:lnTo>
                  <a:lnTo>
                    <a:pt x="1824" y="106"/>
                  </a:lnTo>
                  <a:lnTo>
                    <a:pt x="1822" y="106"/>
                  </a:lnTo>
                  <a:lnTo>
                    <a:pt x="1822" y="106"/>
                  </a:lnTo>
                  <a:lnTo>
                    <a:pt x="1822" y="106"/>
                  </a:lnTo>
                  <a:lnTo>
                    <a:pt x="1822" y="104"/>
                  </a:lnTo>
                  <a:lnTo>
                    <a:pt x="1822" y="102"/>
                  </a:lnTo>
                  <a:lnTo>
                    <a:pt x="1820" y="98"/>
                  </a:lnTo>
                  <a:lnTo>
                    <a:pt x="1820" y="98"/>
                  </a:lnTo>
                  <a:lnTo>
                    <a:pt x="1818" y="94"/>
                  </a:lnTo>
                  <a:lnTo>
                    <a:pt x="1812" y="92"/>
                  </a:lnTo>
                  <a:lnTo>
                    <a:pt x="1812" y="90"/>
                  </a:lnTo>
                  <a:lnTo>
                    <a:pt x="1810" y="88"/>
                  </a:lnTo>
                  <a:lnTo>
                    <a:pt x="1810" y="86"/>
                  </a:lnTo>
                  <a:lnTo>
                    <a:pt x="1810" y="84"/>
                  </a:lnTo>
                  <a:lnTo>
                    <a:pt x="1812" y="78"/>
                  </a:lnTo>
                  <a:lnTo>
                    <a:pt x="1812" y="78"/>
                  </a:lnTo>
                  <a:lnTo>
                    <a:pt x="1812" y="78"/>
                  </a:lnTo>
                  <a:lnTo>
                    <a:pt x="1812" y="76"/>
                  </a:lnTo>
                  <a:lnTo>
                    <a:pt x="1812" y="76"/>
                  </a:lnTo>
                  <a:lnTo>
                    <a:pt x="1812" y="76"/>
                  </a:lnTo>
                  <a:lnTo>
                    <a:pt x="1812" y="74"/>
                  </a:lnTo>
                  <a:lnTo>
                    <a:pt x="1814" y="74"/>
                  </a:lnTo>
                  <a:close/>
                  <a:moveTo>
                    <a:pt x="1814" y="64"/>
                  </a:moveTo>
                  <a:lnTo>
                    <a:pt x="1816" y="64"/>
                  </a:lnTo>
                  <a:lnTo>
                    <a:pt x="1818" y="66"/>
                  </a:lnTo>
                  <a:lnTo>
                    <a:pt x="1820" y="66"/>
                  </a:lnTo>
                  <a:lnTo>
                    <a:pt x="1820" y="68"/>
                  </a:lnTo>
                  <a:lnTo>
                    <a:pt x="1820" y="68"/>
                  </a:lnTo>
                  <a:lnTo>
                    <a:pt x="1820" y="68"/>
                  </a:lnTo>
                  <a:lnTo>
                    <a:pt x="1822" y="70"/>
                  </a:lnTo>
                  <a:lnTo>
                    <a:pt x="1822" y="70"/>
                  </a:lnTo>
                  <a:lnTo>
                    <a:pt x="1822" y="72"/>
                  </a:lnTo>
                  <a:lnTo>
                    <a:pt x="1824" y="74"/>
                  </a:lnTo>
                  <a:lnTo>
                    <a:pt x="1824" y="74"/>
                  </a:lnTo>
                  <a:lnTo>
                    <a:pt x="1824" y="76"/>
                  </a:lnTo>
                  <a:lnTo>
                    <a:pt x="1826" y="78"/>
                  </a:lnTo>
                  <a:lnTo>
                    <a:pt x="1826" y="80"/>
                  </a:lnTo>
                  <a:lnTo>
                    <a:pt x="1826" y="82"/>
                  </a:lnTo>
                  <a:lnTo>
                    <a:pt x="1822" y="84"/>
                  </a:lnTo>
                  <a:lnTo>
                    <a:pt x="1822" y="86"/>
                  </a:lnTo>
                  <a:lnTo>
                    <a:pt x="1820" y="86"/>
                  </a:lnTo>
                  <a:lnTo>
                    <a:pt x="1820" y="86"/>
                  </a:lnTo>
                  <a:lnTo>
                    <a:pt x="1820" y="84"/>
                  </a:lnTo>
                  <a:lnTo>
                    <a:pt x="1820" y="82"/>
                  </a:lnTo>
                  <a:lnTo>
                    <a:pt x="1820" y="82"/>
                  </a:lnTo>
                  <a:lnTo>
                    <a:pt x="1820" y="80"/>
                  </a:lnTo>
                  <a:lnTo>
                    <a:pt x="1818" y="76"/>
                  </a:lnTo>
                  <a:lnTo>
                    <a:pt x="1816" y="76"/>
                  </a:lnTo>
                  <a:lnTo>
                    <a:pt x="1816" y="74"/>
                  </a:lnTo>
                  <a:lnTo>
                    <a:pt x="1812" y="70"/>
                  </a:lnTo>
                  <a:lnTo>
                    <a:pt x="1812" y="70"/>
                  </a:lnTo>
                  <a:lnTo>
                    <a:pt x="1814" y="68"/>
                  </a:lnTo>
                  <a:lnTo>
                    <a:pt x="1814" y="66"/>
                  </a:lnTo>
                  <a:lnTo>
                    <a:pt x="1812" y="66"/>
                  </a:lnTo>
                  <a:lnTo>
                    <a:pt x="1812" y="64"/>
                  </a:lnTo>
                  <a:lnTo>
                    <a:pt x="1812" y="64"/>
                  </a:lnTo>
                  <a:lnTo>
                    <a:pt x="1812" y="64"/>
                  </a:lnTo>
                  <a:lnTo>
                    <a:pt x="1814" y="64"/>
                  </a:lnTo>
                  <a:lnTo>
                    <a:pt x="1814" y="64"/>
                  </a:lnTo>
                  <a:close/>
                  <a:moveTo>
                    <a:pt x="1824" y="55"/>
                  </a:moveTo>
                  <a:lnTo>
                    <a:pt x="1824" y="56"/>
                  </a:lnTo>
                  <a:lnTo>
                    <a:pt x="1826" y="56"/>
                  </a:lnTo>
                  <a:lnTo>
                    <a:pt x="1826" y="58"/>
                  </a:lnTo>
                  <a:lnTo>
                    <a:pt x="1826" y="60"/>
                  </a:lnTo>
                  <a:lnTo>
                    <a:pt x="1828" y="62"/>
                  </a:lnTo>
                  <a:lnTo>
                    <a:pt x="1828" y="64"/>
                  </a:lnTo>
                  <a:lnTo>
                    <a:pt x="1828" y="66"/>
                  </a:lnTo>
                  <a:lnTo>
                    <a:pt x="1826" y="66"/>
                  </a:lnTo>
                  <a:lnTo>
                    <a:pt x="1824" y="66"/>
                  </a:lnTo>
                  <a:lnTo>
                    <a:pt x="1824" y="66"/>
                  </a:lnTo>
                  <a:lnTo>
                    <a:pt x="1822" y="64"/>
                  </a:lnTo>
                  <a:lnTo>
                    <a:pt x="1820" y="64"/>
                  </a:lnTo>
                  <a:lnTo>
                    <a:pt x="1818" y="62"/>
                  </a:lnTo>
                  <a:lnTo>
                    <a:pt x="1818" y="60"/>
                  </a:lnTo>
                  <a:lnTo>
                    <a:pt x="1818" y="60"/>
                  </a:lnTo>
                  <a:lnTo>
                    <a:pt x="1820" y="58"/>
                  </a:lnTo>
                  <a:lnTo>
                    <a:pt x="1822" y="56"/>
                  </a:lnTo>
                  <a:lnTo>
                    <a:pt x="1824" y="55"/>
                  </a:lnTo>
                  <a:close/>
                  <a:moveTo>
                    <a:pt x="1655" y="0"/>
                  </a:moveTo>
                  <a:lnTo>
                    <a:pt x="1669" y="0"/>
                  </a:lnTo>
                  <a:lnTo>
                    <a:pt x="1683" y="0"/>
                  </a:lnTo>
                  <a:lnTo>
                    <a:pt x="1704" y="5"/>
                  </a:lnTo>
                  <a:lnTo>
                    <a:pt x="1714" y="11"/>
                  </a:lnTo>
                  <a:lnTo>
                    <a:pt x="1728" y="23"/>
                  </a:lnTo>
                  <a:lnTo>
                    <a:pt x="1732" y="27"/>
                  </a:lnTo>
                  <a:lnTo>
                    <a:pt x="1734" y="29"/>
                  </a:lnTo>
                  <a:lnTo>
                    <a:pt x="1736" y="31"/>
                  </a:lnTo>
                  <a:lnTo>
                    <a:pt x="1738" y="33"/>
                  </a:lnTo>
                  <a:lnTo>
                    <a:pt x="1740" y="35"/>
                  </a:lnTo>
                  <a:lnTo>
                    <a:pt x="1740" y="37"/>
                  </a:lnTo>
                  <a:lnTo>
                    <a:pt x="1740" y="41"/>
                  </a:lnTo>
                  <a:lnTo>
                    <a:pt x="1740" y="43"/>
                  </a:lnTo>
                  <a:lnTo>
                    <a:pt x="1742" y="49"/>
                  </a:lnTo>
                  <a:lnTo>
                    <a:pt x="1742" y="49"/>
                  </a:lnTo>
                  <a:lnTo>
                    <a:pt x="1740" y="51"/>
                  </a:lnTo>
                  <a:lnTo>
                    <a:pt x="1734" y="51"/>
                  </a:lnTo>
                  <a:lnTo>
                    <a:pt x="1734" y="53"/>
                  </a:lnTo>
                  <a:lnTo>
                    <a:pt x="1734" y="53"/>
                  </a:lnTo>
                  <a:lnTo>
                    <a:pt x="1736" y="53"/>
                  </a:lnTo>
                  <a:lnTo>
                    <a:pt x="1738" y="55"/>
                  </a:lnTo>
                  <a:lnTo>
                    <a:pt x="1740" y="55"/>
                  </a:lnTo>
                  <a:lnTo>
                    <a:pt x="1740" y="53"/>
                  </a:lnTo>
                  <a:lnTo>
                    <a:pt x="1742" y="53"/>
                  </a:lnTo>
                  <a:lnTo>
                    <a:pt x="1742" y="56"/>
                  </a:lnTo>
                  <a:lnTo>
                    <a:pt x="1742" y="56"/>
                  </a:lnTo>
                  <a:lnTo>
                    <a:pt x="1744" y="60"/>
                  </a:lnTo>
                  <a:lnTo>
                    <a:pt x="1744" y="60"/>
                  </a:lnTo>
                  <a:lnTo>
                    <a:pt x="1744" y="60"/>
                  </a:lnTo>
                  <a:lnTo>
                    <a:pt x="1746" y="62"/>
                  </a:lnTo>
                  <a:lnTo>
                    <a:pt x="1746" y="62"/>
                  </a:lnTo>
                  <a:lnTo>
                    <a:pt x="1746" y="64"/>
                  </a:lnTo>
                  <a:lnTo>
                    <a:pt x="1744" y="66"/>
                  </a:lnTo>
                  <a:lnTo>
                    <a:pt x="1744" y="66"/>
                  </a:lnTo>
                  <a:lnTo>
                    <a:pt x="1744" y="68"/>
                  </a:lnTo>
                  <a:lnTo>
                    <a:pt x="1746" y="72"/>
                  </a:lnTo>
                  <a:lnTo>
                    <a:pt x="1746" y="74"/>
                  </a:lnTo>
                  <a:lnTo>
                    <a:pt x="1747" y="76"/>
                  </a:lnTo>
                  <a:lnTo>
                    <a:pt x="1751" y="78"/>
                  </a:lnTo>
                  <a:lnTo>
                    <a:pt x="1749" y="78"/>
                  </a:lnTo>
                  <a:lnTo>
                    <a:pt x="1749" y="78"/>
                  </a:lnTo>
                  <a:lnTo>
                    <a:pt x="1751" y="80"/>
                  </a:lnTo>
                  <a:lnTo>
                    <a:pt x="1753" y="80"/>
                  </a:lnTo>
                  <a:lnTo>
                    <a:pt x="1753" y="80"/>
                  </a:lnTo>
                  <a:lnTo>
                    <a:pt x="1753" y="80"/>
                  </a:lnTo>
                  <a:lnTo>
                    <a:pt x="1753" y="80"/>
                  </a:lnTo>
                  <a:lnTo>
                    <a:pt x="1753" y="82"/>
                  </a:lnTo>
                  <a:lnTo>
                    <a:pt x="1755" y="82"/>
                  </a:lnTo>
                  <a:lnTo>
                    <a:pt x="1755" y="84"/>
                  </a:lnTo>
                  <a:lnTo>
                    <a:pt x="1755" y="82"/>
                  </a:lnTo>
                  <a:lnTo>
                    <a:pt x="1755" y="80"/>
                  </a:lnTo>
                  <a:lnTo>
                    <a:pt x="1757" y="80"/>
                  </a:lnTo>
                  <a:lnTo>
                    <a:pt x="1767" y="82"/>
                  </a:lnTo>
                  <a:lnTo>
                    <a:pt x="1769" y="82"/>
                  </a:lnTo>
                  <a:lnTo>
                    <a:pt x="1771" y="82"/>
                  </a:lnTo>
                  <a:lnTo>
                    <a:pt x="1769" y="82"/>
                  </a:lnTo>
                  <a:lnTo>
                    <a:pt x="1767" y="80"/>
                  </a:lnTo>
                  <a:lnTo>
                    <a:pt x="1771" y="80"/>
                  </a:lnTo>
                  <a:lnTo>
                    <a:pt x="1773" y="80"/>
                  </a:lnTo>
                  <a:lnTo>
                    <a:pt x="1775" y="80"/>
                  </a:lnTo>
                  <a:lnTo>
                    <a:pt x="1775" y="80"/>
                  </a:lnTo>
                  <a:lnTo>
                    <a:pt x="1775" y="82"/>
                  </a:lnTo>
                  <a:lnTo>
                    <a:pt x="1777" y="84"/>
                  </a:lnTo>
                  <a:lnTo>
                    <a:pt x="1777" y="80"/>
                  </a:lnTo>
                  <a:lnTo>
                    <a:pt x="1779" y="78"/>
                  </a:lnTo>
                  <a:lnTo>
                    <a:pt x="1781" y="78"/>
                  </a:lnTo>
                  <a:lnTo>
                    <a:pt x="1789" y="76"/>
                  </a:lnTo>
                  <a:lnTo>
                    <a:pt x="1793" y="76"/>
                  </a:lnTo>
                  <a:lnTo>
                    <a:pt x="1795" y="76"/>
                  </a:lnTo>
                  <a:lnTo>
                    <a:pt x="1795" y="74"/>
                  </a:lnTo>
                  <a:lnTo>
                    <a:pt x="1795" y="74"/>
                  </a:lnTo>
                  <a:lnTo>
                    <a:pt x="1795" y="74"/>
                  </a:lnTo>
                  <a:lnTo>
                    <a:pt x="1797" y="74"/>
                  </a:lnTo>
                  <a:lnTo>
                    <a:pt x="1797" y="74"/>
                  </a:lnTo>
                  <a:lnTo>
                    <a:pt x="1797" y="76"/>
                  </a:lnTo>
                  <a:lnTo>
                    <a:pt x="1800" y="76"/>
                  </a:lnTo>
                  <a:lnTo>
                    <a:pt x="1800" y="78"/>
                  </a:lnTo>
                  <a:lnTo>
                    <a:pt x="1802" y="80"/>
                  </a:lnTo>
                  <a:lnTo>
                    <a:pt x="1802" y="82"/>
                  </a:lnTo>
                  <a:lnTo>
                    <a:pt x="1802" y="84"/>
                  </a:lnTo>
                  <a:lnTo>
                    <a:pt x="1804" y="86"/>
                  </a:lnTo>
                  <a:lnTo>
                    <a:pt x="1804" y="90"/>
                  </a:lnTo>
                  <a:lnTo>
                    <a:pt x="1806" y="92"/>
                  </a:lnTo>
                  <a:lnTo>
                    <a:pt x="1806" y="92"/>
                  </a:lnTo>
                  <a:lnTo>
                    <a:pt x="1808" y="94"/>
                  </a:lnTo>
                  <a:lnTo>
                    <a:pt x="1808" y="94"/>
                  </a:lnTo>
                  <a:lnTo>
                    <a:pt x="1808" y="94"/>
                  </a:lnTo>
                  <a:lnTo>
                    <a:pt x="1810" y="96"/>
                  </a:lnTo>
                  <a:lnTo>
                    <a:pt x="1810" y="96"/>
                  </a:lnTo>
                  <a:lnTo>
                    <a:pt x="1812" y="98"/>
                  </a:lnTo>
                  <a:lnTo>
                    <a:pt x="1814" y="100"/>
                  </a:lnTo>
                  <a:lnTo>
                    <a:pt x="1814" y="100"/>
                  </a:lnTo>
                  <a:lnTo>
                    <a:pt x="1814" y="100"/>
                  </a:lnTo>
                  <a:lnTo>
                    <a:pt x="1816" y="102"/>
                  </a:lnTo>
                  <a:lnTo>
                    <a:pt x="1816" y="102"/>
                  </a:lnTo>
                  <a:lnTo>
                    <a:pt x="1816" y="104"/>
                  </a:lnTo>
                  <a:lnTo>
                    <a:pt x="1818" y="104"/>
                  </a:lnTo>
                  <a:lnTo>
                    <a:pt x="1818" y="106"/>
                  </a:lnTo>
                  <a:lnTo>
                    <a:pt x="1818" y="106"/>
                  </a:lnTo>
                  <a:lnTo>
                    <a:pt x="1818" y="108"/>
                  </a:lnTo>
                  <a:lnTo>
                    <a:pt x="1820" y="108"/>
                  </a:lnTo>
                  <a:lnTo>
                    <a:pt x="1820" y="110"/>
                  </a:lnTo>
                  <a:lnTo>
                    <a:pt x="1822" y="110"/>
                  </a:lnTo>
                  <a:lnTo>
                    <a:pt x="1824" y="113"/>
                  </a:lnTo>
                  <a:lnTo>
                    <a:pt x="1824" y="115"/>
                  </a:lnTo>
                  <a:lnTo>
                    <a:pt x="1824" y="117"/>
                  </a:lnTo>
                  <a:lnTo>
                    <a:pt x="1824" y="119"/>
                  </a:lnTo>
                  <a:lnTo>
                    <a:pt x="1830" y="121"/>
                  </a:lnTo>
                  <a:lnTo>
                    <a:pt x="1838" y="119"/>
                  </a:lnTo>
                  <a:lnTo>
                    <a:pt x="1840" y="119"/>
                  </a:lnTo>
                  <a:lnTo>
                    <a:pt x="1842" y="119"/>
                  </a:lnTo>
                  <a:lnTo>
                    <a:pt x="1844" y="121"/>
                  </a:lnTo>
                  <a:lnTo>
                    <a:pt x="1846" y="123"/>
                  </a:lnTo>
                  <a:lnTo>
                    <a:pt x="1846" y="125"/>
                  </a:lnTo>
                  <a:lnTo>
                    <a:pt x="1846" y="129"/>
                  </a:lnTo>
                  <a:lnTo>
                    <a:pt x="1846" y="131"/>
                  </a:lnTo>
                  <a:lnTo>
                    <a:pt x="1846" y="133"/>
                  </a:lnTo>
                  <a:lnTo>
                    <a:pt x="1848" y="133"/>
                  </a:lnTo>
                  <a:lnTo>
                    <a:pt x="1848" y="135"/>
                  </a:lnTo>
                  <a:lnTo>
                    <a:pt x="1848" y="137"/>
                  </a:lnTo>
                  <a:lnTo>
                    <a:pt x="1848" y="137"/>
                  </a:lnTo>
                  <a:lnTo>
                    <a:pt x="1848" y="139"/>
                  </a:lnTo>
                  <a:lnTo>
                    <a:pt x="1848" y="141"/>
                  </a:lnTo>
                  <a:lnTo>
                    <a:pt x="1848" y="141"/>
                  </a:lnTo>
                  <a:lnTo>
                    <a:pt x="1848" y="141"/>
                  </a:lnTo>
                  <a:lnTo>
                    <a:pt x="1848" y="141"/>
                  </a:lnTo>
                  <a:lnTo>
                    <a:pt x="1849" y="143"/>
                  </a:lnTo>
                  <a:lnTo>
                    <a:pt x="1849" y="143"/>
                  </a:lnTo>
                  <a:lnTo>
                    <a:pt x="1851" y="147"/>
                  </a:lnTo>
                  <a:lnTo>
                    <a:pt x="1853" y="149"/>
                  </a:lnTo>
                  <a:lnTo>
                    <a:pt x="1853" y="151"/>
                  </a:lnTo>
                  <a:lnTo>
                    <a:pt x="1853" y="153"/>
                  </a:lnTo>
                  <a:lnTo>
                    <a:pt x="1853" y="155"/>
                  </a:lnTo>
                  <a:lnTo>
                    <a:pt x="1853" y="159"/>
                  </a:lnTo>
                  <a:lnTo>
                    <a:pt x="1853" y="164"/>
                  </a:lnTo>
                  <a:lnTo>
                    <a:pt x="1851" y="166"/>
                  </a:lnTo>
                  <a:lnTo>
                    <a:pt x="1846" y="168"/>
                  </a:lnTo>
                  <a:lnTo>
                    <a:pt x="1848" y="170"/>
                  </a:lnTo>
                  <a:lnTo>
                    <a:pt x="1849" y="170"/>
                  </a:lnTo>
                  <a:lnTo>
                    <a:pt x="1851" y="170"/>
                  </a:lnTo>
                  <a:lnTo>
                    <a:pt x="1855" y="166"/>
                  </a:lnTo>
                  <a:lnTo>
                    <a:pt x="1857" y="163"/>
                  </a:lnTo>
                  <a:lnTo>
                    <a:pt x="1857" y="163"/>
                  </a:lnTo>
                  <a:lnTo>
                    <a:pt x="1857" y="163"/>
                  </a:lnTo>
                  <a:lnTo>
                    <a:pt x="1857" y="161"/>
                  </a:lnTo>
                  <a:lnTo>
                    <a:pt x="1855" y="151"/>
                  </a:lnTo>
                  <a:lnTo>
                    <a:pt x="1855" y="151"/>
                  </a:lnTo>
                  <a:lnTo>
                    <a:pt x="1857" y="147"/>
                  </a:lnTo>
                  <a:lnTo>
                    <a:pt x="1857" y="147"/>
                  </a:lnTo>
                  <a:lnTo>
                    <a:pt x="1853" y="145"/>
                  </a:lnTo>
                  <a:lnTo>
                    <a:pt x="1851" y="143"/>
                  </a:lnTo>
                  <a:lnTo>
                    <a:pt x="1851" y="141"/>
                  </a:lnTo>
                  <a:lnTo>
                    <a:pt x="1851" y="141"/>
                  </a:lnTo>
                  <a:lnTo>
                    <a:pt x="1851" y="139"/>
                  </a:lnTo>
                  <a:lnTo>
                    <a:pt x="1851" y="139"/>
                  </a:lnTo>
                  <a:lnTo>
                    <a:pt x="1851" y="133"/>
                  </a:lnTo>
                  <a:lnTo>
                    <a:pt x="1851" y="129"/>
                  </a:lnTo>
                  <a:lnTo>
                    <a:pt x="1851" y="127"/>
                  </a:lnTo>
                  <a:lnTo>
                    <a:pt x="1853" y="125"/>
                  </a:lnTo>
                  <a:lnTo>
                    <a:pt x="1851" y="123"/>
                  </a:lnTo>
                  <a:lnTo>
                    <a:pt x="1851" y="123"/>
                  </a:lnTo>
                  <a:lnTo>
                    <a:pt x="1851" y="121"/>
                  </a:lnTo>
                  <a:lnTo>
                    <a:pt x="1849" y="119"/>
                  </a:lnTo>
                  <a:lnTo>
                    <a:pt x="1848" y="117"/>
                  </a:lnTo>
                  <a:lnTo>
                    <a:pt x="1848" y="115"/>
                  </a:lnTo>
                  <a:lnTo>
                    <a:pt x="1846" y="115"/>
                  </a:lnTo>
                  <a:lnTo>
                    <a:pt x="1846" y="113"/>
                  </a:lnTo>
                  <a:lnTo>
                    <a:pt x="1842" y="111"/>
                  </a:lnTo>
                  <a:lnTo>
                    <a:pt x="1842" y="111"/>
                  </a:lnTo>
                  <a:lnTo>
                    <a:pt x="1840" y="110"/>
                  </a:lnTo>
                  <a:lnTo>
                    <a:pt x="1840" y="110"/>
                  </a:lnTo>
                  <a:lnTo>
                    <a:pt x="1840" y="108"/>
                  </a:lnTo>
                  <a:lnTo>
                    <a:pt x="1836" y="106"/>
                  </a:lnTo>
                  <a:lnTo>
                    <a:pt x="1836" y="106"/>
                  </a:lnTo>
                  <a:lnTo>
                    <a:pt x="1836" y="104"/>
                  </a:lnTo>
                  <a:lnTo>
                    <a:pt x="1834" y="104"/>
                  </a:lnTo>
                  <a:lnTo>
                    <a:pt x="1834" y="102"/>
                  </a:lnTo>
                  <a:lnTo>
                    <a:pt x="1832" y="102"/>
                  </a:lnTo>
                  <a:lnTo>
                    <a:pt x="1830" y="94"/>
                  </a:lnTo>
                  <a:lnTo>
                    <a:pt x="1830" y="94"/>
                  </a:lnTo>
                  <a:lnTo>
                    <a:pt x="1828" y="92"/>
                  </a:lnTo>
                  <a:lnTo>
                    <a:pt x="1826" y="92"/>
                  </a:lnTo>
                  <a:lnTo>
                    <a:pt x="1828" y="92"/>
                  </a:lnTo>
                  <a:lnTo>
                    <a:pt x="1828" y="90"/>
                  </a:lnTo>
                  <a:lnTo>
                    <a:pt x="1828" y="90"/>
                  </a:lnTo>
                  <a:lnTo>
                    <a:pt x="1828" y="88"/>
                  </a:lnTo>
                  <a:lnTo>
                    <a:pt x="1826" y="88"/>
                  </a:lnTo>
                  <a:lnTo>
                    <a:pt x="1824" y="88"/>
                  </a:lnTo>
                  <a:lnTo>
                    <a:pt x="1824" y="86"/>
                  </a:lnTo>
                  <a:lnTo>
                    <a:pt x="1826" y="80"/>
                  </a:lnTo>
                  <a:lnTo>
                    <a:pt x="1826" y="78"/>
                  </a:lnTo>
                  <a:lnTo>
                    <a:pt x="1826" y="74"/>
                  </a:lnTo>
                  <a:lnTo>
                    <a:pt x="1826" y="72"/>
                  </a:lnTo>
                  <a:lnTo>
                    <a:pt x="1826" y="72"/>
                  </a:lnTo>
                  <a:lnTo>
                    <a:pt x="1828" y="70"/>
                  </a:lnTo>
                  <a:lnTo>
                    <a:pt x="1828" y="70"/>
                  </a:lnTo>
                  <a:lnTo>
                    <a:pt x="1828" y="68"/>
                  </a:lnTo>
                  <a:lnTo>
                    <a:pt x="1828" y="66"/>
                  </a:lnTo>
                  <a:lnTo>
                    <a:pt x="1828" y="66"/>
                  </a:lnTo>
                  <a:lnTo>
                    <a:pt x="1832" y="66"/>
                  </a:lnTo>
                  <a:lnTo>
                    <a:pt x="1832" y="64"/>
                  </a:lnTo>
                  <a:lnTo>
                    <a:pt x="1834" y="62"/>
                  </a:lnTo>
                  <a:lnTo>
                    <a:pt x="1832" y="60"/>
                  </a:lnTo>
                  <a:lnTo>
                    <a:pt x="1832" y="58"/>
                  </a:lnTo>
                  <a:lnTo>
                    <a:pt x="1834" y="56"/>
                  </a:lnTo>
                  <a:lnTo>
                    <a:pt x="1834" y="55"/>
                  </a:lnTo>
                  <a:lnTo>
                    <a:pt x="1834" y="55"/>
                  </a:lnTo>
                  <a:lnTo>
                    <a:pt x="1834" y="55"/>
                  </a:lnTo>
                  <a:lnTo>
                    <a:pt x="1834" y="55"/>
                  </a:lnTo>
                  <a:lnTo>
                    <a:pt x="1834" y="53"/>
                  </a:lnTo>
                  <a:lnTo>
                    <a:pt x="1834" y="53"/>
                  </a:lnTo>
                  <a:lnTo>
                    <a:pt x="1834" y="53"/>
                  </a:lnTo>
                  <a:lnTo>
                    <a:pt x="1834" y="51"/>
                  </a:lnTo>
                  <a:lnTo>
                    <a:pt x="1834" y="51"/>
                  </a:lnTo>
                  <a:lnTo>
                    <a:pt x="1834" y="49"/>
                  </a:lnTo>
                  <a:lnTo>
                    <a:pt x="1834" y="49"/>
                  </a:lnTo>
                  <a:lnTo>
                    <a:pt x="1834" y="49"/>
                  </a:lnTo>
                  <a:lnTo>
                    <a:pt x="1836" y="49"/>
                  </a:lnTo>
                  <a:lnTo>
                    <a:pt x="1836" y="49"/>
                  </a:lnTo>
                  <a:lnTo>
                    <a:pt x="1836" y="47"/>
                  </a:lnTo>
                  <a:lnTo>
                    <a:pt x="1836" y="45"/>
                  </a:lnTo>
                  <a:lnTo>
                    <a:pt x="1834" y="43"/>
                  </a:lnTo>
                  <a:lnTo>
                    <a:pt x="1834" y="43"/>
                  </a:lnTo>
                  <a:lnTo>
                    <a:pt x="1838" y="45"/>
                  </a:lnTo>
                  <a:lnTo>
                    <a:pt x="1838" y="45"/>
                  </a:lnTo>
                  <a:lnTo>
                    <a:pt x="1838" y="43"/>
                  </a:lnTo>
                  <a:lnTo>
                    <a:pt x="1840" y="45"/>
                  </a:lnTo>
                  <a:lnTo>
                    <a:pt x="1840" y="45"/>
                  </a:lnTo>
                  <a:lnTo>
                    <a:pt x="1840" y="45"/>
                  </a:lnTo>
                  <a:lnTo>
                    <a:pt x="1840" y="45"/>
                  </a:lnTo>
                  <a:lnTo>
                    <a:pt x="1840" y="47"/>
                  </a:lnTo>
                  <a:lnTo>
                    <a:pt x="1842" y="47"/>
                  </a:lnTo>
                  <a:lnTo>
                    <a:pt x="1842" y="47"/>
                  </a:lnTo>
                  <a:lnTo>
                    <a:pt x="1842" y="47"/>
                  </a:lnTo>
                  <a:lnTo>
                    <a:pt x="1842" y="47"/>
                  </a:lnTo>
                  <a:lnTo>
                    <a:pt x="1840" y="49"/>
                  </a:lnTo>
                  <a:lnTo>
                    <a:pt x="1840" y="51"/>
                  </a:lnTo>
                  <a:lnTo>
                    <a:pt x="1840" y="51"/>
                  </a:lnTo>
                  <a:lnTo>
                    <a:pt x="1840" y="51"/>
                  </a:lnTo>
                  <a:lnTo>
                    <a:pt x="1840" y="53"/>
                  </a:lnTo>
                  <a:lnTo>
                    <a:pt x="1842" y="53"/>
                  </a:lnTo>
                  <a:lnTo>
                    <a:pt x="1842" y="53"/>
                  </a:lnTo>
                  <a:lnTo>
                    <a:pt x="1842" y="55"/>
                  </a:lnTo>
                  <a:lnTo>
                    <a:pt x="1842" y="55"/>
                  </a:lnTo>
                  <a:lnTo>
                    <a:pt x="1842" y="56"/>
                  </a:lnTo>
                  <a:lnTo>
                    <a:pt x="1842" y="56"/>
                  </a:lnTo>
                  <a:lnTo>
                    <a:pt x="1842" y="58"/>
                  </a:lnTo>
                  <a:lnTo>
                    <a:pt x="1842" y="58"/>
                  </a:lnTo>
                  <a:lnTo>
                    <a:pt x="1844" y="58"/>
                  </a:lnTo>
                  <a:lnTo>
                    <a:pt x="1844" y="58"/>
                  </a:lnTo>
                  <a:lnTo>
                    <a:pt x="1849" y="62"/>
                  </a:lnTo>
                  <a:lnTo>
                    <a:pt x="1849" y="62"/>
                  </a:lnTo>
                  <a:lnTo>
                    <a:pt x="1849" y="62"/>
                  </a:lnTo>
                  <a:lnTo>
                    <a:pt x="1849" y="62"/>
                  </a:lnTo>
                  <a:lnTo>
                    <a:pt x="1849" y="64"/>
                  </a:lnTo>
                  <a:lnTo>
                    <a:pt x="1849" y="64"/>
                  </a:lnTo>
                  <a:lnTo>
                    <a:pt x="1849" y="66"/>
                  </a:lnTo>
                  <a:lnTo>
                    <a:pt x="1849" y="66"/>
                  </a:lnTo>
                  <a:lnTo>
                    <a:pt x="1851" y="66"/>
                  </a:lnTo>
                  <a:lnTo>
                    <a:pt x="1855" y="66"/>
                  </a:lnTo>
                  <a:lnTo>
                    <a:pt x="1855" y="66"/>
                  </a:lnTo>
                  <a:lnTo>
                    <a:pt x="1857" y="68"/>
                  </a:lnTo>
                  <a:lnTo>
                    <a:pt x="1857" y="68"/>
                  </a:lnTo>
                  <a:lnTo>
                    <a:pt x="1857" y="68"/>
                  </a:lnTo>
                  <a:lnTo>
                    <a:pt x="1857" y="68"/>
                  </a:lnTo>
                  <a:lnTo>
                    <a:pt x="1857" y="68"/>
                  </a:lnTo>
                  <a:lnTo>
                    <a:pt x="1857" y="70"/>
                  </a:lnTo>
                  <a:lnTo>
                    <a:pt x="1859" y="70"/>
                  </a:lnTo>
                  <a:lnTo>
                    <a:pt x="1859" y="72"/>
                  </a:lnTo>
                  <a:lnTo>
                    <a:pt x="1859" y="72"/>
                  </a:lnTo>
                  <a:lnTo>
                    <a:pt x="1861" y="72"/>
                  </a:lnTo>
                  <a:lnTo>
                    <a:pt x="1861" y="72"/>
                  </a:lnTo>
                  <a:lnTo>
                    <a:pt x="1863" y="74"/>
                  </a:lnTo>
                  <a:lnTo>
                    <a:pt x="1867" y="74"/>
                  </a:lnTo>
                  <a:lnTo>
                    <a:pt x="1873" y="78"/>
                  </a:lnTo>
                  <a:lnTo>
                    <a:pt x="1875" y="78"/>
                  </a:lnTo>
                  <a:lnTo>
                    <a:pt x="1875" y="78"/>
                  </a:lnTo>
                  <a:lnTo>
                    <a:pt x="1875" y="78"/>
                  </a:lnTo>
                  <a:lnTo>
                    <a:pt x="1875" y="80"/>
                  </a:lnTo>
                  <a:lnTo>
                    <a:pt x="1875" y="80"/>
                  </a:lnTo>
                  <a:lnTo>
                    <a:pt x="1873" y="82"/>
                  </a:lnTo>
                  <a:lnTo>
                    <a:pt x="1873" y="84"/>
                  </a:lnTo>
                  <a:lnTo>
                    <a:pt x="1873" y="84"/>
                  </a:lnTo>
                  <a:lnTo>
                    <a:pt x="1873" y="84"/>
                  </a:lnTo>
                  <a:lnTo>
                    <a:pt x="1873" y="86"/>
                  </a:lnTo>
                  <a:lnTo>
                    <a:pt x="1873" y="86"/>
                  </a:lnTo>
                  <a:lnTo>
                    <a:pt x="1871" y="86"/>
                  </a:lnTo>
                  <a:lnTo>
                    <a:pt x="1871" y="90"/>
                  </a:lnTo>
                  <a:lnTo>
                    <a:pt x="1871" y="90"/>
                  </a:lnTo>
                  <a:lnTo>
                    <a:pt x="1871" y="92"/>
                  </a:lnTo>
                  <a:lnTo>
                    <a:pt x="1871" y="92"/>
                  </a:lnTo>
                  <a:lnTo>
                    <a:pt x="1871" y="92"/>
                  </a:lnTo>
                  <a:lnTo>
                    <a:pt x="1871" y="94"/>
                  </a:lnTo>
                  <a:lnTo>
                    <a:pt x="1873" y="94"/>
                  </a:lnTo>
                  <a:lnTo>
                    <a:pt x="1873" y="94"/>
                  </a:lnTo>
                  <a:lnTo>
                    <a:pt x="1873" y="94"/>
                  </a:lnTo>
                  <a:lnTo>
                    <a:pt x="1875" y="94"/>
                  </a:lnTo>
                  <a:lnTo>
                    <a:pt x="1875" y="94"/>
                  </a:lnTo>
                  <a:lnTo>
                    <a:pt x="1875" y="94"/>
                  </a:lnTo>
                  <a:lnTo>
                    <a:pt x="1875" y="96"/>
                  </a:lnTo>
                  <a:lnTo>
                    <a:pt x="1875" y="96"/>
                  </a:lnTo>
                  <a:lnTo>
                    <a:pt x="1877" y="98"/>
                  </a:lnTo>
                  <a:lnTo>
                    <a:pt x="1877" y="98"/>
                  </a:lnTo>
                  <a:lnTo>
                    <a:pt x="1877" y="98"/>
                  </a:lnTo>
                  <a:lnTo>
                    <a:pt x="1877" y="98"/>
                  </a:lnTo>
                  <a:lnTo>
                    <a:pt x="1877" y="100"/>
                  </a:lnTo>
                  <a:lnTo>
                    <a:pt x="1877" y="100"/>
                  </a:lnTo>
                  <a:lnTo>
                    <a:pt x="1879" y="100"/>
                  </a:lnTo>
                  <a:lnTo>
                    <a:pt x="1885" y="102"/>
                  </a:lnTo>
                  <a:lnTo>
                    <a:pt x="1887" y="100"/>
                  </a:lnTo>
                  <a:lnTo>
                    <a:pt x="1889" y="102"/>
                  </a:lnTo>
                  <a:lnTo>
                    <a:pt x="1889" y="102"/>
                  </a:lnTo>
                  <a:lnTo>
                    <a:pt x="1889" y="102"/>
                  </a:lnTo>
                  <a:lnTo>
                    <a:pt x="1889" y="104"/>
                  </a:lnTo>
                  <a:lnTo>
                    <a:pt x="1889" y="104"/>
                  </a:lnTo>
                  <a:lnTo>
                    <a:pt x="1891" y="104"/>
                  </a:lnTo>
                  <a:lnTo>
                    <a:pt x="1891" y="104"/>
                  </a:lnTo>
                  <a:lnTo>
                    <a:pt x="1891" y="104"/>
                  </a:lnTo>
                  <a:lnTo>
                    <a:pt x="1893" y="104"/>
                  </a:lnTo>
                  <a:lnTo>
                    <a:pt x="1893" y="104"/>
                  </a:lnTo>
                  <a:lnTo>
                    <a:pt x="1893" y="104"/>
                  </a:lnTo>
                  <a:lnTo>
                    <a:pt x="1895" y="106"/>
                  </a:lnTo>
                  <a:lnTo>
                    <a:pt x="1895" y="106"/>
                  </a:lnTo>
                  <a:lnTo>
                    <a:pt x="1895" y="106"/>
                  </a:lnTo>
                  <a:lnTo>
                    <a:pt x="1895" y="108"/>
                  </a:lnTo>
                  <a:lnTo>
                    <a:pt x="1895" y="110"/>
                  </a:lnTo>
                  <a:lnTo>
                    <a:pt x="1895" y="110"/>
                  </a:lnTo>
                  <a:lnTo>
                    <a:pt x="1895" y="111"/>
                  </a:lnTo>
                  <a:lnTo>
                    <a:pt x="1895" y="111"/>
                  </a:lnTo>
                  <a:lnTo>
                    <a:pt x="1895" y="113"/>
                  </a:lnTo>
                  <a:lnTo>
                    <a:pt x="1893" y="113"/>
                  </a:lnTo>
                  <a:lnTo>
                    <a:pt x="1891" y="113"/>
                  </a:lnTo>
                  <a:lnTo>
                    <a:pt x="1889" y="113"/>
                  </a:lnTo>
                  <a:lnTo>
                    <a:pt x="1889" y="113"/>
                  </a:lnTo>
                  <a:lnTo>
                    <a:pt x="1889" y="115"/>
                  </a:lnTo>
                  <a:lnTo>
                    <a:pt x="1889" y="115"/>
                  </a:lnTo>
                  <a:lnTo>
                    <a:pt x="1891" y="115"/>
                  </a:lnTo>
                  <a:lnTo>
                    <a:pt x="1891" y="115"/>
                  </a:lnTo>
                  <a:lnTo>
                    <a:pt x="1891" y="117"/>
                  </a:lnTo>
                  <a:lnTo>
                    <a:pt x="1893" y="119"/>
                  </a:lnTo>
                  <a:lnTo>
                    <a:pt x="1893" y="119"/>
                  </a:lnTo>
                  <a:lnTo>
                    <a:pt x="1893" y="119"/>
                  </a:lnTo>
                  <a:lnTo>
                    <a:pt x="1893" y="119"/>
                  </a:lnTo>
                  <a:lnTo>
                    <a:pt x="1893" y="121"/>
                  </a:lnTo>
                  <a:lnTo>
                    <a:pt x="1895" y="121"/>
                  </a:lnTo>
                  <a:lnTo>
                    <a:pt x="1895" y="121"/>
                  </a:lnTo>
                  <a:lnTo>
                    <a:pt x="1895" y="121"/>
                  </a:lnTo>
                  <a:lnTo>
                    <a:pt x="1895" y="121"/>
                  </a:lnTo>
                  <a:lnTo>
                    <a:pt x="1895" y="123"/>
                  </a:lnTo>
                  <a:lnTo>
                    <a:pt x="1895" y="123"/>
                  </a:lnTo>
                  <a:lnTo>
                    <a:pt x="1897" y="123"/>
                  </a:lnTo>
                  <a:lnTo>
                    <a:pt x="1897" y="123"/>
                  </a:lnTo>
                  <a:lnTo>
                    <a:pt x="1899" y="123"/>
                  </a:lnTo>
                  <a:lnTo>
                    <a:pt x="1899" y="123"/>
                  </a:lnTo>
                  <a:lnTo>
                    <a:pt x="1899" y="123"/>
                  </a:lnTo>
                  <a:lnTo>
                    <a:pt x="1899" y="123"/>
                  </a:lnTo>
                  <a:lnTo>
                    <a:pt x="1899" y="125"/>
                  </a:lnTo>
                  <a:lnTo>
                    <a:pt x="1900" y="125"/>
                  </a:lnTo>
                  <a:lnTo>
                    <a:pt x="1900" y="125"/>
                  </a:lnTo>
                  <a:lnTo>
                    <a:pt x="1900" y="125"/>
                  </a:lnTo>
                  <a:lnTo>
                    <a:pt x="1900" y="125"/>
                  </a:lnTo>
                  <a:lnTo>
                    <a:pt x="1902" y="127"/>
                  </a:lnTo>
                  <a:lnTo>
                    <a:pt x="1902" y="127"/>
                  </a:lnTo>
                  <a:lnTo>
                    <a:pt x="1902" y="129"/>
                  </a:lnTo>
                  <a:lnTo>
                    <a:pt x="1904" y="129"/>
                  </a:lnTo>
                  <a:lnTo>
                    <a:pt x="1904" y="129"/>
                  </a:lnTo>
                  <a:lnTo>
                    <a:pt x="1904" y="129"/>
                  </a:lnTo>
                  <a:lnTo>
                    <a:pt x="1904" y="131"/>
                  </a:lnTo>
                  <a:lnTo>
                    <a:pt x="1904" y="131"/>
                  </a:lnTo>
                  <a:lnTo>
                    <a:pt x="1904" y="135"/>
                  </a:lnTo>
                  <a:lnTo>
                    <a:pt x="1904" y="135"/>
                  </a:lnTo>
                  <a:lnTo>
                    <a:pt x="1904" y="135"/>
                  </a:lnTo>
                  <a:lnTo>
                    <a:pt x="1904" y="137"/>
                  </a:lnTo>
                  <a:lnTo>
                    <a:pt x="1904" y="137"/>
                  </a:lnTo>
                  <a:lnTo>
                    <a:pt x="1904" y="139"/>
                  </a:lnTo>
                  <a:lnTo>
                    <a:pt x="1904" y="139"/>
                  </a:lnTo>
                  <a:lnTo>
                    <a:pt x="1904" y="141"/>
                  </a:lnTo>
                  <a:lnTo>
                    <a:pt x="1904" y="141"/>
                  </a:lnTo>
                  <a:lnTo>
                    <a:pt x="1906" y="141"/>
                  </a:lnTo>
                  <a:lnTo>
                    <a:pt x="1906" y="141"/>
                  </a:lnTo>
                  <a:lnTo>
                    <a:pt x="1906" y="143"/>
                  </a:lnTo>
                  <a:lnTo>
                    <a:pt x="1906" y="143"/>
                  </a:lnTo>
                  <a:lnTo>
                    <a:pt x="1906" y="143"/>
                  </a:lnTo>
                  <a:lnTo>
                    <a:pt x="1906" y="143"/>
                  </a:lnTo>
                  <a:lnTo>
                    <a:pt x="1908" y="145"/>
                  </a:lnTo>
                  <a:lnTo>
                    <a:pt x="1908" y="145"/>
                  </a:lnTo>
                  <a:lnTo>
                    <a:pt x="1908" y="145"/>
                  </a:lnTo>
                  <a:lnTo>
                    <a:pt x="1908" y="149"/>
                  </a:lnTo>
                  <a:lnTo>
                    <a:pt x="1908" y="149"/>
                  </a:lnTo>
                  <a:lnTo>
                    <a:pt x="1908" y="149"/>
                  </a:lnTo>
                  <a:lnTo>
                    <a:pt x="1908" y="151"/>
                  </a:lnTo>
                  <a:lnTo>
                    <a:pt x="1908" y="151"/>
                  </a:lnTo>
                  <a:lnTo>
                    <a:pt x="1908" y="151"/>
                  </a:lnTo>
                  <a:lnTo>
                    <a:pt x="1908" y="151"/>
                  </a:lnTo>
                  <a:lnTo>
                    <a:pt x="1910" y="153"/>
                  </a:lnTo>
                  <a:lnTo>
                    <a:pt x="1910" y="153"/>
                  </a:lnTo>
                  <a:lnTo>
                    <a:pt x="1910" y="153"/>
                  </a:lnTo>
                  <a:lnTo>
                    <a:pt x="1910" y="153"/>
                  </a:lnTo>
                  <a:lnTo>
                    <a:pt x="1910" y="155"/>
                  </a:lnTo>
                  <a:lnTo>
                    <a:pt x="1910" y="157"/>
                  </a:lnTo>
                  <a:lnTo>
                    <a:pt x="1910" y="157"/>
                  </a:lnTo>
                  <a:lnTo>
                    <a:pt x="1910" y="157"/>
                  </a:lnTo>
                  <a:lnTo>
                    <a:pt x="1910" y="157"/>
                  </a:lnTo>
                  <a:lnTo>
                    <a:pt x="1910" y="159"/>
                  </a:lnTo>
                  <a:lnTo>
                    <a:pt x="1910" y="159"/>
                  </a:lnTo>
                  <a:lnTo>
                    <a:pt x="1910" y="159"/>
                  </a:lnTo>
                  <a:lnTo>
                    <a:pt x="1908" y="159"/>
                  </a:lnTo>
                  <a:lnTo>
                    <a:pt x="1902" y="161"/>
                  </a:lnTo>
                  <a:lnTo>
                    <a:pt x="1900" y="161"/>
                  </a:lnTo>
                  <a:lnTo>
                    <a:pt x="1900" y="161"/>
                  </a:lnTo>
                  <a:lnTo>
                    <a:pt x="1900" y="161"/>
                  </a:lnTo>
                  <a:lnTo>
                    <a:pt x="1885" y="166"/>
                  </a:lnTo>
                  <a:lnTo>
                    <a:pt x="1885" y="166"/>
                  </a:lnTo>
                  <a:lnTo>
                    <a:pt x="1881" y="166"/>
                  </a:lnTo>
                  <a:lnTo>
                    <a:pt x="1873" y="170"/>
                  </a:lnTo>
                  <a:lnTo>
                    <a:pt x="1873" y="170"/>
                  </a:lnTo>
                  <a:lnTo>
                    <a:pt x="1869" y="174"/>
                  </a:lnTo>
                  <a:lnTo>
                    <a:pt x="1867" y="182"/>
                  </a:lnTo>
                  <a:lnTo>
                    <a:pt x="1867" y="184"/>
                  </a:lnTo>
                  <a:lnTo>
                    <a:pt x="1867" y="186"/>
                  </a:lnTo>
                  <a:lnTo>
                    <a:pt x="1865" y="186"/>
                  </a:lnTo>
                  <a:lnTo>
                    <a:pt x="1832" y="210"/>
                  </a:lnTo>
                  <a:lnTo>
                    <a:pt x="1832" y="210"/>
                  </a:lnTo>
                  <a:lnTo>
                    <a:pt x="1832" y="212"/>
                  </a:lnTo>
                  <a:lnTo>
                    <a:pt x="1832" y="212"/>
                  </a:lnTo>
                  <a:lnTo>
                    <a:pt x="1832" y="212"/>
                  </a:lnTo>
                  <a:lnTo>
                    <a:pt x="1832" y="214"/>
                  </a:lnTo>
                  <a:lnTo>
                    <a:pt x="1834" y="214"/>
                  </a:lnTo>
                  <a:lnTo>
                    <a:pt x="1834" y="216"/>
                  </a:lnTo>
                  <a:lnTo>
                    <a:pt x="1834" y="216"/>
                  </a:lnTo>
                  <a:lnTo>
                    <a:pt x="1834" y="216"/>
                  </a:lnTo>
                  <a:lnTo>
                    <a:pt x="1834" y="216"/>
                  </a:lnTo>
                  <a:lnTo>
                    <a:pt x="1832" y="217"/>
                  </a:lnTo>
                  <a:lnTo>
                    <a:pt x="1832" y="217"/>
                  </a:lnTo>
                  <a:lnTo>
                    <a:pt x="1832" y="217"/>
                  </a:lnTo>
                  <a:lnTo>
                    <a:pt x="1830" y="216"/>
                  </a:lnTo>
                  <a:lnTo>
                    <a:pt x="1830" y="216"/>
                  </a:lnTo>
                  <a:lnTo>
                    <a:pt x="1830" y="216"/>
                  </a:lnTo>
                  <a:lnTo>
                    <a:pt x="1824" y="217"/>
                  </a:lnTo>
                  <a:lnTo>
                    <a:pt x="1824" y="219"/>
                  </a:lnTo>
                  <a:lnTo>
                    <a:pt x="1822" y="221"/>
                  </a:lnTo>
                  <a:lnTo>
                    <a:pt x="1812" y="231"/>
                  </a:lnTo>
                  <a:lnTo>
                    <a:pt x="1810" y="233"/>
                  </a:lnTo>
                  <a:lnTo>
                    <a:pt x="1810" y="235"/>
                  </a:lnTo>
                  <a:lnTo>
                    <a:pt x="1810" y="235"/>
                  </a:lnTo>
                  <a:lnTo>
                    <a:pt x="1810" y="237"/>
                  </a:lnTo>
                  <a:lnTo>
                    <a:pt x="1810" y="237"/>
                  </a:lnTo>
                  <a:lnTo>
                    <a:pt x="1810" y="237"/>
                  </a:lnTo>
                  <a:lnTo>
                    <a:pt x="1800" y="243"/>
                  </a:lnTo>
                  <a:lnTo>
                    <a:pt x="1795" y="249"/>
                  </a:lnTo>
                  <a:lnTo>
                    <a:pt x="1793" y="255"/>
                  </a:lnTo>
                  <a:lnTo>
                    <a:pt x="1793" y="257"/>
                  </a:lnTo>
                  <a:lnTo>
                    <a:pt x="1793" y="257"/>
                  </a:lnTo>
                  <a:lnTo>
                    <a:pt x="1795" y="263"/>
                  </a:lnTo>
                  <a:lnTo>
                    <a:pt x="1795" y="263"/>
                  </a:lnTo>
                  <a:lnTo>
                    <a:pt x="1795" y="265"/>
                  </a:lnTo>
                  <a:lnTo>
                    <a:pt x="1797" y="267"/>
                  </a:lnTo>
                  <a:lnTo>
                    <a:pt x="1797" y="267"/>
                  </a:lnTo>
                  <a:lnTo>
                    <a:pt x="1797" y="267"/>
                  </a:lnTo>
                  <a:lnTo>
                    <a:pt x="1797" y="269"/>
                  </a:lnTo>
                  <a:lnTo>
                    <a:pt x="1797" y="269"/>
                  </a:lnTo>
                  <a:lnTo>
                    <a:pt x="1793" y="271"/>
                  </a:lnTo>
                  <a:lnTo>
                    <a:pt x="1793" y="272"/>
                  </a:lnTo>
                  <a:lnTo>
                    <a:pt x="1795" y="272"/>
                  </a:lnTo>
                  <a:lnTo>
                    <a:pt x="1795" y="272"/>
                  </a:lnTo>
                  <a:lnTo>
                    <a:pt x="1795" y="272"/>
                  </a:lnTo>
                  <a:lnTo>
                    <a:pt x="1795" y="274"/>
                  </a:lnTo>
                  <a:lnTo>
                    <a:pt x="1795" y="274"/>
                  </a:lnTo>
                  <a:lnTo>
                    <a:pt x="1795" y="274"/>
                  </a:lnTo>
                  <a:lnTo>
                    <a:pt x="1797" y="276"/>
                  </a:lnTo>
                  <a:lnTo>
                    <a:pt x="1797" y="278"/>
                  </a:lnTo>
                  <a:lnTo>
                    <a:pt x="1797" y="278"/>
                  </a:lnTo>
                  <a:lnTo>
                    <a:pt x="1798" y="278"/>
                  </a:lnTo>
                  <a:lnTo>
                    <a:pt x="1798" y="278"/>
                  </a:lnTo>
                  <a:lnTo>
                    <a:pt x="1802" y="276"/>
                  </a:lnTo>
                  <a:lnTo>
                    <a:pt x="1802" y="276"/>
                  </a:lnTo>
                  <a:lnTo>
                    <a:pt x="1804" y="276"/>
                  </a:lnTo>
                  <a:lnTo>
                    <a:pt x="1804" y="276"/>
                  </a:lnTo>
                  <a:lnTo>
                    <a:pt x="1804" y="276"/>
                  </a:lnTo>
                  <a:lnTo>
                    <a:pt x="1806" y="278"/>
                  </a:lnTo>
                  <a:lnTo>
                    <a:pt x="1808" y="278"/>
                  </a:lnTo>
                  <a:lnTo>
                    <a:pt x="1808" y="280"/>
                  </a:lnTo>
                  <a:lnTo>
                    <a:pt x="1808" y="280"/>
                  </a:lnTo>
                  <a:lnTo>
                    <a:pt x="1808" y="280"/>
                  </a:lnTo>
                  <a:lnTo>
                    <a:pt x="1810" y="280"/>
                  </a:lnTo>
                  <a:lnTo>
                    <a:pt x="1810" y="280"/>
                  </a:lnTo>
                  <a:lnTo>
                    <a:pt x="1810" y="282"/>
                  </a:lnTo>
                  <a:lnTo>
                    <a:pt x="1810" y="282"/>
                  </a:lnTo>
                  <a:lnTo>
                    <a:pt x="1810" y="282"/>
                  </a:lnTo>
                  <a:lnTo>
                    <a:pt x="1810" y="282"/>
                  </a:lnTo>
                  <a:lnTo>
                    <a:pt x="1808" y="284"/>
                  </a:lnTo>
                  <a:lnTo>
                    <a:pt x="1806" y="286"/>
                  </a:lnTo>
                  <a:lnTo>
                    <a:pt x="1806" y="286"/>
                  </a:lnTo>
                  <a:lnTo>
                    <a:pt x="1806" y="288"/>
                  </a:lnTo>
                  <a:lnTo>
                    <a:pt x="1804" y="288"/>
                  </a:lnTo>
                  <a:lnTo>
                    <a:pt x="1802" y="288"/>
                  </a:lnTo>
                  <a:lnTo>
                    <a:pt x="1802" y="288"/>
                  </a:lnTo>
                  <a:lnTo>
                    <a:pt x="1798" y="290"/>
                  </a:lnTo>
                  <a:lnTo>
                    <a:pt x="1797" y="294"/>
                  </a:lnTo>
                  <a:lnTo>
                    <a:pt x="1797" y="296"/>
                  </a:lnTo>
                  <a:lnTo>
                    <a:pt x="1797" y="296"/>
                  </a:lnTo>
                  <a:lnTo>
                    <a:pt x="1797" y="298"/>
                  </a:lnTo>
                  <a:lnTo>
                    <a:pt x="1797" y="298"/>
                  </a:lnTo>
                  <a:lnTo>
                    <a:pt x="1797" y="298"/>
                  </a:lnTo>
                  <a:lnTo>
                    <a:pt x="1797" y="298"/>
                  </a:lnTo>
                  <a:lnTo>
                    <a:pt x="1797" y="300"/>
                  </a:lnTo>
                  <a:lnTo>
                    <a:pt x="1797" y="300"/>
                  </a:lnTo>
                  <a:lnTo>
                    <a:pt x="1797" y="300"/>
                  </a:lnTo>
                  <a:lnTo>
                    <a:pt x="1797" y="300"/>
                  </a:lnTo>
                  <a:lnTo>
                    <a:pt x="1797" y="304"/>
                  </a:lnTo>
                  <a:lnTo>
                    <a:pt x="1797" y="304"/>
                  </a:lnTo>
                  <a:lnTo>
                    <a:pt x="1797" y="304"/>
                  </a:lnTo>
                  <a:lnTo>
                    <a:pt x="1798" y="304"/>
                  </a:lnTo>
                  <a:lnTo>
                    <a:pt x="1798" y="304"/>
                  </a:lnTo>
                  <a:lnTo>
                    <a:pt x="1798" y="306"/>
                  </a:lnTo>
                  <a:lnTo>
                    <a:pt x="1798" y="306"/>
                  </a:lnTo>
                  <a:lnTo>
                    <a:pt x="1798" y="306"/>
                  </a:lnTo>
                  <a:lnTo>
                    <a:pt x="1798" y="308"/>
                  </a:lnTo>
                  <a:lnTo>
                    <a:pt x="1800" y="310"/>
                  </a:lnTo>
                  <a:lnTo>
                    <a:pt x="1800" y="310"/>
                  </a:lnTo>
                  <a:lnTo>
                    <a:pt x="1800" y="312"/>
                  </a:lnTo>
                  <a:lnTo>
                    <a:pt x="1800" y="312"/>
                  </a:lnTo>
                  <a:lnTo>
                    <a:pt x="1802" y="312"/>
                  </a:lnTo>
                  <a:lnTo>
                    <a:pt x="1802" y="312"/>
                  </a:lnTo>
                  <a:lnTo>
                    <a:pt x="1802" y="312"/>
                  </a:lnTo>
                  <a:lnTo>
                    <a:pt x="1804" y="312"/>
                  </a:lnTo>
                  <a:lnTo>
                    <a:pt x="1804" y="314"/>
                  </a:lnTo>
                  <a:lnTo>
                    <a:pt x="1804" y="314"/>
                  </a:lnTo>
                  <a:lnTo>
                    <a:pt x="1804" y="314"/>
                  </a:lnTo>
                  <a:lnTo>
                    <a:pt x="1804" y="316"/>
                  </a:lnTo>
                  <a:lnTo>
                    <a:pt x="1806" y="316"/>
                  </a:lnTo>
                  <a:lnTo>
                    <a:pt x="1810" y="314"/>
                  </a:lnTo>
                  <a:lnTo>
                    <a:pt x="1810" y="314"/>
                  </a:lnTo>
                  <a:lnTo>
                    <a:pt x="1810" y="316"/>
                  </a:lnTo>
                  <a:lnTo>
                    <a:pt x="1810" y="316"/>
                  </a:lnTo>
                  <a:lnTo>
                    <a:pt x="1812" y="316"/>
                  </a:lnTo>
                  <a:lnTo>
                    <a:pt x="1812" y="318"/>
                  </a:lnTo>
                  <a:lnTo>
                    <a:pt x="1812" y="318"/>
                  </a:lnTo>
                  <a:lnTo>
                    <a:pt x="1812" y="318"/>
                  </a:lnTo>
                  <a:lnTo>
                    <a:pt x="1812" y="320"/>
                  </a:lnTo>
                  <a:lnTo>
                    <a:pt x="1812" y="322"/>
                  </a:lnTo>
                  <a:lnTo>
                    <a:pt x="1812" y="324"/>
                  </a:lnTo>
                  <a:lnTo>
                    <a:pt x="1812" y="324"/>
                  </a:lnTo>
                  <a:lnTo>
                    <a:pt x="1812" y="325"/>
                  </a:lnTo>
                  <a:lnTo>
                    <a:pt x="1812" y="325"/>
                  </a:lnTo>
                  <a:lnTo>
                    <a:pt x="1812" y="325"/>
                  </a:lnTo>
                  <a:lnTo>
                    <a:pt x="1814" y="327"/>
                  </a:lnTo>
                  <a:lnTo>
                    <a:pt x="1818" y="329"/>
                  </a:lnTo>
                  <a:lnTo>
                    <a:pt x="1818" y="329"/>
                  </a:lnTo>
                  <a:lnTo>
                    <a:pt x="1818" y="329"/>
                  </a:lnTo>
                  <a:lnTo>
                    <a:pt x="1818" y="329"/>
                  </a:lnTo>
                  <a:lnTo>
                    <a:pt x="1820" y="329"/>
                  </a:lnTo>
                  <a:lnTo>
                    <a:pt x="1822" y="329"/>
                  </a:lnTo>
                  <a:lnTo>
                    <a:pt x="1822" y="329"/>
                  </a:lnTo>
                  <a:lnTo>
                    <a:pt x="1828" y="329"/>
                  </a:lnTo>
                  <a:lnTo>
                    <a:pt x="1832" y="329"/>
                  </a:lnTo>
                  <a:lnTo>
                    <a:pt x="1832" y="331"/>
                  </a:lnTo>
                  <a:lnTo>
                    <a:pt x="1834" y="331"/>
                  </a:lnTo>
                  <a:lnTo>
                    <a:pt x="1834" y="331"/>
                  </a:lnTo>
                  <a:lnTo>
                    <a:pt x="1838" y="331"/>
                  </a:lnTo>
                  <a:lnTo>
                    <a:pt x="1838" y="331"/>
                  </a:lnTo>
                  <a:lnTo>
                    <a:pt x="1840" y="333"/>
                  </a:lnTo>
                  <a:lnTo>
                    <a:pt x="1842" y="333"/>
                  </a:lnTo>
                  <a:lnTo>
                    <a:pt x="1842" y="333"/>
                  </a:lnTo>
                  <a:lnTo>
                    <a:pt x="1844" y="331"/>
                  </a:lnTo>
                  <a:lnTo>
                    <a:pt x="1846" y="331"/>
                  </a:lnTo>
                  <a:lnTo>
                    <a:pt x="1855" y="331"/>
                  </a:lnTo>
                  <a:lnTo>
                    <a:pt x="1855" y="331"/>
                  </a:lnTo>
                  <a:lnTo>
                    <a:pt x="1855" y="333"/>
                  </a:lnTo>
                  <a:lnTo>
                    <a:pt x="1857" y="333"/>
                  </a:lnTo>
                  <a:lnTo>
                    <a:pt x="1857" y="333"/>
                  </a:lnTo>
                  <a:lnTo>
                    <a:pt x="1857" y="333"/>
                  </a:lnTo>
                  <a:lnTo>
                    <a:pt x="1857" y="335"/>
                  </a:lnTo>
                  <a:lnTo>
                    <a:pt x="1861" y="335"/>
                  </a:lnTo>
                  <a:lnTo>
                    <a:pt x="1861" y="335"/>
                  </a:lnTo>
                  <a:lnTo>
                    <a:pt x="1861" y="337"/>
                  </a:lnTo>
                  <a:lnTo>
                    <a:pt x="1863" y="337"/>
                  </a:lnTo>
                  <a:lnTo>
                    <a:pt x="1863" y="339"/>
                  </a:lnTo>
                  <a:lnTo>
                    <a:pt x="1863" y="339"/>
                  </a:lnTo>
                  <a:lnTo>
                    <a:pt x="1863" y="341"/>
                  </a:lnTo>
                  <a:lnTo>
                    <a:pt x="1863" y="341"/>
                  </a:lnTo>
                  <a:lnTo>
                    <a:pt x="1863" y="341"/>
                  </a:lnTo>
                  <a:lnTo>
                    <a:pt x="1865" y="341"/>
                  </a:lnTo>
                  <a:lnTo>
                    <a:pt x="1865" y="343"/>
                  </a:lnTo>
                  <a:lnTo>
                    <a:pt x="1865" y="343"/>
                  </a:lnTo>
                  <a:lnTo>
                    <a:pt x="1865" y="343"/>
                  </a:lnTo>
                  <a:lnTo>
                    <a:pt x="1867" y="343"/>
                  </a:lnTo>
                  <a:lnTo>
                    <a:pt x="1869" y="343"/>
                  </a:lnTo>
                  <a:lnTo>
                    <a:pt x="1869" y="343"/>
                  </a:lnTo>
                  <a:lnTo>
                    <a:pt x="1869" y="345"/>
                  </a:lnTo>
                  <a:lnTo>
                    <a:pt x="1869" y="345"/>
                  </a:lnTo>
                  <a:lnTo>
                    <a:pt x="1869" y="345"/>
                  </a:lnTo>
                  <a:lnTo>
                    <a:pt x="1871" y="345"/>
                  </a:lnTo>
                  <a:lnTo>
                    <a:pt x="1871" y="347"/>
                  </a:lnTo>
                  <a:lnTo>
                    <a:pt x="1871" y="347"/>
                  </a:lnTo>
                  <a:lnTo>
                    <a:pt x="1871" y="347"/>
                  </a:lnTo>
                  <a:lnTo>
                    <a:pt x="1873" y="347"/>
                  </a:lnTo>
                  <a:lnTo>
                    <a:pt x="1873" y="347"/>
                  </a:lnTo>
                  <a:lnTo>
                    <a:pt x="1873" y="349"/>
                  </a:lnTo>
                  <a:lnTo>
                    <a:pt x="1873" y="349"/>
                  </a:lnTo>
                  <a:lnTo>
                    <a:pt x="1873" y="349"/>
                  </a:lnTo>
                  <a:lnTo>
                    <a:pt x="1873" y="349"/>
                  </a:lnTo>
                  <a:lnTo>
                    <a:pt x="1873" y="351"/>
                  </a:lnTo>
                  <a:lnTo>
                    <a:pt x="1873" y="355"/>
                  </a:lnTo>
                  <a:lnTo>
                    <a:pt x="1871" y="357"/>
                  </a:lnTo>
                  <a:lnTo>
                    <a:pt x="1871" y="359"/>
                  </a:lnTo>
                  <a:lnTo>
                    <a:pt x="1871" y="359"/>
                  </a:lnTo>
                  <a:lnTo>
                    <a:pt x="1871" y="361"/>
                  </a:lnTo>
                  <a:lnTo>
                    <a:pt x="1873" y="369"/>
                  </a:lnTo>
                  <a:lnTo>
                    <a:pt x="1873" y="369"/>
                  </a:lnTo>
                  <a:lnTo>
                    <a:pt x="1873" y="371"/>
                  </a:lnTo>
                  <a:lnTo>
                    <a:pt x="1873" y="371"/>
                  </a:lnTo>
                  <a:lnTo>
                    <a:pt x="1873" y="373"/>
                  </a:lnTo>
                  <a:lnTo>
                    <a:pt x="1873" y="375"/>
                  </a:lnTo>
                  <a:lnTo>
                    <a:pt x="1873" y="375"/>
                  </a:lnTo>
                  <a:lnTo>
                    <a:pt x="1873" y="375"/>
                  </a:lnTo>
                  <a:lnTo>
                    <a:pt x="1873" y="375"/>
                  </a:lnTo>
                  <a:lnTo>
                    <a:pt x="1873" y="377"/>
                  </a:lnTo>
                  <a:lnTo>
                    <a:pt x="1873" y="377"/>
                  </a:lnTo>
                  <a:lnTo>
                    <a:pt x="1873" y="379"/>
                  </a:lnTo>
                  <a:lnTo>
                    <a:pt x="1873" y="380"/>
                  </a:lnTo>
                  <a:lnTo>
                    <a:pt x="1873" y="380"/>
                  </a:lnTo>
                  <a:lnTo>
                    <a:pt x="1873" y="380"/>
                  </a:lnTo>
                  <a:lnTo>
                    <a:pt x="1875" y="382"/>
                  </a:lnTo>
                  <a:lnTo>
                    <a:pt x="1875" y="382"/>
                  </a:lnTo>
                  <a:lnTo>
                    <a:pt x="1875" y="384"/>
                  </a:lnTo>
                  <a:lnTo>
                    <a:pt x="1873" y="386"/>
                  </a:lnTo>
                  <a:lnTo>
                    <a:pt x="1873" y="386"/>
                  </a:lnTo>
                  <a:lnTo>
                    <a:pt x="1873" y="386"/>
                  </a:lnTo>
                  <a:lnTo>
                    <a:pt x="1873" y="388"/>
                  </a:lnTo>
                  <a:lnTo>
                    <a:pt x="1873" y="388"/>
                  </a:lnTo>
                  <a:lnTo>
                    <a:pt x="1875" y="388"/>
                  </a:lnTo>
                  <a:lnTo>
                    <a:pt x="1875" y="388"/>
                  </a:lnTo>
                  <a:lnTo>
                    <a:pt x="1877" y="388"/>
                  </a:lnTo>
                  <a:lnTo>
                    <a:pt x="1879" y="390"/>
                  </a:lnTo>
                  <a:lnTo>
                    <a:pt x="1883" y="392"/>
                  </a:lnTo>
                  <a:lnTo>
                    <a:pt x="1883" y="392"/>
                  </a:lnTo>
                  <a:lnTo>
                    <a:pt x="1883" y="394"/>
                  </a:lnTo>
                  <a:lnTo>
                    <a:pt x="1883" y="396"/>
                  </a:lnTo>
                  <a:lnTo>
                    <a:pt x="1883" y="396"/>
                  </a:lnTo>
                  <a:lnTo>
                    <a:pt x="1883" y="398"/>
                  </a:lnTo>
                  <a:lnTo>
                    <a:pt x="1883" y="400"/>
                  </a:lnTo>
                  <a:lnTo>
                    <a:pt x="1883" y="400"/>
                  </a:lnTo>
                  <a:lnTo>
                    <a:pt x="1883" y="400"/>
                  </a:lnTo>
                  <a:lnTo>
                    <a:pt x="1883" y="402"/>
                  </a:lnTo>
                  <a:lnTo>
                    <a:pt x="1883" y="402"/>
                  </a:lnTo>
                  <a:lnTo>
                    <a:pt x="1883" y="402"/>
                  </a:lnTo>
                  <a:lnTo>
                    <a:pt x="1883" y="404"/>
                  </a:lnTo>
                  <a:lnTo>
                    <a:pt x="1883" y="404"/>
                  </a:lnTo>
                  <a:lnTo>
                    <a:pt x="1885" y="404"/>
                  </a:lnTo>
                  <a:lnTo>
                    <a:pt x="1885" y="406"/>
                  </a:lnTo>
                  <a:lnTo>
                    <a:pt x="1885" y="406"/>
                  </a:lnTo>
                  <a:lnTo>
                    <a:pt x="1887" y="406"/>
                  </a:lnTo>
                  <a:lnTo>
                    <a:pt x="1889" y="408"/>
                  </a:lnTo>
                  <a:lnTo>
                    <a:pt x="1891" y="412"/>
                  </a:lnTo>
                  <a:lnTo>
                    <a:pt x="1891" y="412"/>
                  </a:lnTo>
                  <a:lnTo>
                    <a:pt x="1893" y="412"/>
                  </a:lnTo>
                  <a:lnTo>
                    <a:pt x="1893" y="412"/>
                  </a:lnTo>
                  <a:lnTo>
                    <a:pt x="1893" y="412"/>
                  </a:lnTo>
                  <a:lnTo>
                    <a:pt x="1891" y="414"/>
                  </a:lnTo>
                  <a:lnTo>
                    <a:pt x="1885" y="416"/>
                  </a:lnTo>
                  <a:lnTo>
                    <a:pt x="1885" y="416"/>
                  </a:lnTo>
                  <a:lnTo>
                    <a:pt x="1881" y="416"/>
                  </a:lnTo>
                  <a:lnTo>
                    <a:pt x="1879" y="416"/>
                  </a:lnTo>
                  <a:lnTo>
                    <a:pt x="1879" y="416"/>
                  </a:lnTo>
                  <a:lnTo>
                    <a:pt x="1875" y="422"/>
                  </a:lnTo>
                  <a:lnTo>
                    <a:pt x="1867" y="428"/>
                  </a:lnTo>
                  <a:lnTo>
                    <a:pt x="1865" y="428"/>
                  </a:lnTo>
                  <a:lnTo>
                    <a:pt x="1865" y="430"/>
                  </a:lnTo>
                  <a:lnTo>
                    <a:pt x="1865" y="432"/>
                  </a:lnTo>
                  <a:lnTo>
                    <a:pt x="1865" y="435"/>
                  </a:lnTo>
                  <a:lnTo>
                    <a:pt x="1865" y="435"/>
                  </a:lnTo>
                  <a:lnTo>
                    <a:pt x="1861" y="441"/>
                  </a:lnTo>
                  <a:lnTo>
                    <a:pt x="1861" y="443"/>
                  </a:lnTo>
                  <a:lnTo>
                    <a:pt x="1861" y="443"/>
                  </a:lnTo>
                  <a:lnTo>
                    <a:pt x="1861" y="443"/>
                  </a:lnTo>
                  <a:lnTo>
                    <a:pt x="1861" y="443"/>
                  </a:lnTo>
                  <a:lnTo>
                    <a:pt x="1861" y="445"/>
                  </a:lnTo>
                  <a:lnTo>
                    <a:pt x="1863" y="445"/>
                  </a:lnTo>
                  <a:lnTo>
                    <a:pt x="1863" y="445"/>
                  </a:lnTo>
                  <a:lnTo>
                    <a:pt x="1865" y="445"/>
                  </a:lnTo>
                  <a:lnTo>
                    <a:pt x="1865" y="445"/>
                  </a:lnTo>
                  <a:lnTo>
                    <a:pt x="1865" y="447"/>
                  </a:lnTo>
                  <a:lnTo>
                    <a:pt x="1865" y="447"/>
                  </a:lnTo>
                  <a:lnTo>
                    <a:pt x="1865" y="447"/>
                  </a:lnTo>
                  <a:lnTo>
                    <a:pt x="1865" y="449"/>
                  </a:lnTo>
                  <a:lnTo>
                    <a:pt x="1857" y="453"/>
                  </a:lnTo>
                  <a:lnTo>
                    <a:pt x="1855" y="455"/>
                  </a:lnTo>
                  <a:lnTo>
                    <a:pt x="1851" y="455"/>
                  </a:lnTo>
                  <a:lnTo>
                    <a:pt x="1848" y="453"/>
                  </a:lnTo>
                  <a:lnTo>
                    <a:pt x="1848" y="453"/>
                  </a:lnTo>
                  <a:lnTo>
                    <a:pt x="1848" y="453"/>
                  </a:lnTo>
                  <a:lnTo>
                    <a:pt x="1848" y="453"/>
                  </a:lnTo>
                  <a:lnTo>
                    <a:pt x="1848" y="451"/>
                  </a:lnTo>
                  <a:lnTo>
                    <a:pt x="1848" y="449"/>
                  </a:lnTo>
                  <a:lnTo>
                    <a:pt x="1848" y="449"/>
                  </a:lnTo>
                  <a:lnTo>
                    <a:pt x="1848" y="447"/>
                  </a:lnTo>
                  <a:lnTo>
                    <a:pt x="1848" y="447"/>
                  </a:lnTo>
                  <a:lnTo>
                    <a:pt x="1846" y="447"/>
                  </a:lnTo>
                  <a:lnTo>
                    <a:pt x="1846" y="447"/>
                  </a:lnTo>
                  <a:lnTo>
                    <a:pt x="1846" y="447"/>
                  </a:lnTo>
                  <a:lnTo>
                    <a:pt x="1844" y="447"/>
                  </a:lnTo>
                  <a:lnTo>
                    <a:pt x="1836" y="445"/>
                  </a:lnTo>
                  <a:lnTo>
                    <a:pt x="1834" y="443"/>
                  </a:lnTo>
                  <a:lnTo>
                    <a:pt x="1830" y="439"/>
                  </a:lnTo>
                  <a:lnTo>
                    <a:pt x="1828" y="439"/>
                  </a:lnTo>
                  <a:lnTo>
                    <a:pt x="1828" y="439"/>
                  </a:lnTo>
                  <a:lnTo>
                    <a:pt x="1828" y="439"/>
                  </a:lnTo>
                  <a:lnTo>
                    <a:pt x="1828" y="439"/>
                  </a:lnTo>
                  <a:lnTo>
                    <a:pt x="1826" y="441"/>
                  </a:lnTo>
                  <a:lnTo>
                    <a:pt x="1826" y="441"/>
                  </a:lnTo>
                  <a:lnTo>
                    <a:pt x="1826" y="441"/>
                  </a:lnTo>
                  <a:lnTo>
                    <a:pt x="1826" y="443"/>
                  </a:lnTo>
                  <a:lnTo>
                    <a:pt x="1826" y="443"/>
                  </a:lnTo>
                  <a:lnTo>
                    <a:pt x="1826" y="445"/>
                  </a:lnTo>
                  <a:lnTo>
                    <a:pt x="1826" y="445"/>
                  </a:lnTo>
                  <a:lnTo>
                    <a:pt x="1826" y="447"/>
                  </a:lnTo>
                  <a:lnTo>
                    <a:pt x="1826" y="447"/>
                  </a:lnTo>
                  <a:lnTo>
                    <a:pt x="1826" y="447"/>
                  </a:lnTo>
                  <a:lnTo>
                    <a:pt x="1826" y="449"/>
                  </a:lnTo>
                  <a:lnTo>
                    <a:pt x="1826" y="449"/>
                  </a:lnTo>
                  <a:lnTo>
                    <a:pt x="1826" y="449"/>
                  </a:lnTo>
                  <a:lnTo>
                    <a:pt x="1826" y="449"/>
                  </a:lnTo>
                  <a:lnTo>
                    <a:pt x="1826" y="451"/>
                  </a:lnTo>
                  <a:lnTo>
                    <a:pt x="1826" y="451"/>
                  </a:lnTo>
                  <a:lnTo>
                    <a:pt x="1826" y="451"/>
                  </a:lnTo>
                  <a:lnTo>
                    <a:pt x="1826" y="453"/>
                  </a:lnTo>
                  <a:lnTo>
                    <a:pt x="1824" y="455"/>
                  </a:lnTo>
                  <a:lnTo>
                    <a:pt x="1824" y="455"/>
                  </a:lnTo>
                  <a:lnTo>
                    <a:pt x="1824" y="457"/>
                  </a:lnTo>
                  <a:lnTo>
                    <a:pt x="1824" y="457"/>
                  </a:lnTo>
                  <a:lnTo>
                    <a:pt x="1822" y="457"/>
                  </a:lnTo>
                  <a:lnTo>
                    <a:pt x="1822" y="455"/>
                  </a:lnTo>
                  <a:lnTo>
                    <a:pt x="1822" y="455"/>
                  </a:lnTo>
                  <a:lnTo>
                    <a:pt x="1822" y="455"/>
                  </a:lnTo>
                  <a:lnTo>
                    <a:pt x="1810" y="461"/>
                  </a:lnTo>
                  <a:lnTo>
                    <a:pt x="1810" y="461"/>
                  </a:lnTo>
                  <a:lnTo>
                    <a:pt x="1810" y="461"/>
                  </a:lnTo>
                  <a:lnTo>
                    <a:pt x="1808" y="461"/>
                  </a:lnTo>
                  <a:lnTo>
                    <a:pt x="1808" y="459"/>
                  </a:lnTo>
                  <a:lnTo>
                    <a:pt x="1808" y="459"/>
                  </a:lnTo>
                  <a:lnTo>
                    <a:pt x="1808" y="459"/>
                  </a:lnTo>
                  <a:lnTo>
                    <a:pt x="1808" y="459"/>
                  </a:lnTo>
                  <a:lnTo>
                    <a:pt x="1806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2" y="459"/>
                  </a:lnTo>
                  <a:lnTo>
                    <a:pt x="1802" y="457"/>
                  </a:lnTo>
                  <a:lnTo>
                    <a:pt x="1802" y="457"/>
                  </a:lnTo>
                  <a:lnTo>
                    <a:pt x="1802" y="457"/>
                  </a:lnTo>
                  <a:lnTo>
                    <a:pt x="1802" y="457"/>
                  </a:lnTo>
                  <a:lnTo>
                    <a:pt x="1800" y="457"/>
                  </a:lnTo>
                  <a:lnTo>
                    <a:pt x="1800" y="457"/>
                  </a:lnTo>
                  <a:lnTo>
                    <a:pt x="1798" y="459"/>
                  </a:lnTo>
                  <a:lnTo>
                    <a:pt x="1797" y="461"/>
                  </a:lnTo>
                  <a:lnTo>
                    <a:pt x="1797" y="463"/>
                  </a:lnTo>
                  <a:lnTo>
                    <a:pt x="1797" y="463"/>
                  </a:lnTo>
                  <a:lnTo>
                    <a:pt x="1797" y="463"/>
                  </a:lnTo>
                  <a:lnTo>
                    <a:pt x="1797" y="463"/>
                  </a:lnTo>
                  <a:lnTo>
                    <a:pt x="1797" y="463"/>
                  </a:lnTo>
                  <a:lnTo>
                    <a:pt x="1793" y="463"/>
                  </a:lnTo>
                  <a:lnTo>
                    <a:pt x="1793" y="463"/>
                  </a:lnTo>
                  <a:lnTo>
                    <a:pt x="1791" y="465"/>
                  </a:lnTo>
                  <a:lnTo>
                    <a:pt x="1787" y="469"/>
                  </a:lnTo>
                  <a:lnTo>
                    <a:pt x="1787" y="469"/>
                  </a:lnTo>
                  <a:lnTo>
                    <a:pt x="1787" y="469"/>
                  </a:lnTo>
                  <a:lnTo>
                    <a:pt x="1787" y="469"/>
                  </a:lnTo>
                  <a:lnTo>
                    <a:pt x="1785" y="467"/>
                  </a:lnTo>
                  <a:lnTo>
                    <a:pt x="1785" y="467"/>
                  </a:lnTo>
                  <a:lnTo>
                    <a:pt x="1785" y="467"/>
                  </a:lnTo>
                  <a:lnTo>
                    <a:pt x="1785" y="467"/>
                  </a:lnTo>
                  <a:lnTo>
                    <a:pt x="1785" y="465"/>
                  </a:lnTo>
                  <a:lnTo>
                    <a:pt x="1785" y="465"/>
                  </a:lnTo>
                  <a:lnTo>
                    <a:pt x="1783" y="465"/>
                  </a:lnTo>
                  <a:lnTo>
                    <a:pt x="1781" y="465"/>
                  </a:lnTo>
                  <a:lnTo>
                    <a:pt x="1781" y="465"/>
                  </a:lnTo>
                  <a:lnTo>
                    <a:pt x="1779" y="465"/>
                  </a:lnTo>
                  <a:lnTo>
                    <a:pt x="1779" y="467"/>
                  </a:lnTo>
                  <a:lnTo>
                    <a:pt x="1777" y="469"/>
                  </a:lnTo>
                  <a:lnTo>
                    <a:pt x="1775" y="471"/>
                  </a:lnTo>
                  <a:lnTo>
                    <a:pt x="1775" y="471"/>
                  </a:lnTo>
                  <a:lnTo>
                    <a:pt x="1777" y="471"/>
                  </a:lnTo>
                  <a:lnTo>
                    <a:pt x="1777" y="471"/>
                  </a:lnTo>
                  <a:lnTo>
                    <a:pt x="1777" y="471"/>
                  </a:lnTo>
                  <a:lnTo>
                    <a:pt x="1777" y="473"/>
                  </a:lnTo>
                  <a:lnTo>
                    <a:pt x="1777" y="473"/>
                  </a:lnTo>
                  <a:lnTo>
                    <a:pt x="1777" y="473"/>
                  </a:lnTo>
                  <a:lnTo>
                    <a:pt x="1773" y="477"/>
                  </a:lnTo>
                  <a:lnTo>
                    <a:pt x="1773" y="477"/>
                  </a:lnTo>
                  <a:lnTo>
                    <a:pt x="1773" y="477"/>
                  </a:lnTo>
                  <a:lnTo>
                    <a:pt x="1771" y="477"/>
                  </a:lnTo>
                  <a:lnTo>
                    <a:pt x="1771" y="475"/>
                  </a:lnTo>
                  <a:lnTo>
                    <a:pt x="1769" y="475"/>
                  </a:lnTo>
                  <a:lnTo>
                    <a:pt x="1769" y="475"/>
                  </a:lnTo>
                  <a:lnTo>
                    <a:pt x="1769" y="475"/>
                  </a:lnTo>
                  <a:lnTo>
                    <a:pt x="1769" y="475"/>
                  </a:lnTo>
                  <a:lnTo>
                    <a:pt x="1769" y="475"/>
                  </a:lnTo>
                  <a:lnTo>
                    <a:pt x="1761" y="475"/>
                  </a:lnTo>
                  <a:lnTo>
                    <a:pt x="1759" y="475"/>
                  </a:lnTo>
                  <a:lnTo>
                    <a:pt x="1759" y="475"/>
                  </a:lnTo>
                  <a:lnTo>
                    <a:pt x="1757" y="475"/>
                  </a:lnTo>
                  <a:lnTo>
                    <a:pt x="1757" y="475"/>
                  </a:lnTo>
                  <a:lnTo>
                    <a:pt x="1757" y="475"/>
                  </a:lnTo>
                  <a:lnTo>
                    <a:pt x="1755" y="475"/>
                  </a:lnTo>
                  <a:lnTo>
                    <a:pt x="1753" y="481"/>
                  </a:lnTo>
                  <a:lnTo>
                    <a:pt x="1753" y="481"/>
                  </a:lnTo>
                  <a:lnTo>
                    <a:pt x="1753" y="481"/>
                  </a:lnTo>
                  <a:lnTo>
                    <a:pt x="1753" y="481"/>
                  </a:lnTo>
                  <a:lnTo>
                    <a:pt x="1755" y="483"/>
                  </a:lnTo>
                  <a:lnTo>
                    <a:pt x="1755" y="485"/>
                  </a:lnTo>
                  <a:lnTo>
                    <a:pt x="1755" y="485"/>
                  </a:lnTo>
                  <a:lnTo>
                    <a:pt x="1755" y="486"/>
                  </a:lnTo>
                  <a:lnTo>
                    <a:pt x="1753" y="494"/>
                  </a:lnTo>
                  <a:lnTo>
                    <a:pt x="1753" y="494"/>
                  </a:lnTo>
                  <a:lnTo>
                    <a:pt x="1753" y="494"/>
                  </a:lnTo>
                  <a:lnTo>
                    <a:pt x="1759" y="494"/>
                  </a:lnTo>
                  <a:lnTo>
                    <a:pt x="1759" y="494"/>
                  </a:lnTo>
                  <a:lnTo>
                    <a:pt x="1759" y="494"/>
                  </a:lnTo>
                  <a:lnTo>
                    <a:pt x="1759" y="494"/>
                  </a:lnTo>
                  <a:lnTo>
                    <a:pt x="1759" y="494"/>
                  </a:lnTo>
                  <a:lnTo>
                    <a:pt x="1761" y="494"/>
                  </a:lnTo>
                  <a:lnTo>
                    <a:pt x="1761" y="494"/>
                  </a:lnTo>
                  <a:lnTo>
                    <a:pt x="1761" y="496"/>
                  </a:lnTo>
                  <a:lnTo>
                    <a:pt x="1761" y="496"/>
                  </a:lnTo>
                  <a:lnTo>
                    <a:pt x="1761" y="496"/>
                  </a:lnTo>
                  <a:lnTo>
                    <a:pt x="1761" y="498"/>
                  </a:lnTo>
                  <a:lnTo>
                    <a:pt x="1763" y="498"/>
                  </a:lnTo>
                  <a:lnTo>
                    <a:pt x="1763" y="498"/>
                  </a:lnTo>
                  <a:lnTo>
                    <a:pt x="1763" y="500"/>
                  </a:lnTo>
                  <a:lnTo>
                    <a:pt x="1763" y="500"/>
                  </a:lnTo>
                  <a:lnTo>
                    <a:pt x="1763" y="500"/>
                  </a:lnTo>
                  <a:lnTo>
                    <a:pt x="1765" y="500"/>
                  </a:lnTo>
                  <a:lnTo>
                    <a:pt x="1765" y="502"/>
                  </a:lnTo>
                  <a:lnTo>
                    <a:pt x="1765" y="502"/>
                  </a:lnTo>
                  <a:lnTo>
                    <a:pt x="1765" y="502"/>
                  </a:lnTo>
                  <a:lnTo>
                    <a:pt x="1765" y="502"/>
                  </a:lnTo>
                  <a:lnTo>
                    <a:pt x="1765" y="504"/>
                  </a:lnTo>
                  <a:lnTo>
                    <a:pt x="1765" y="504"/>
                  </a:lnTo>
                  <a:lnTo>
                    <a:pt x="1765" y="504"/>
                  </a:lnTo>
                  <a:lnTo>
                    <a:pt x="1765" y="504"/>
                  </a:lnTo>
                  <a:lnTo>
                    <a:pt x="1765" y="506"/>
                  </a:lnTo>
                  <a:lnTo>
                    <a:pt x="1765" y="508"/>
                  </a:lnTo>
                  <a:lnTo>
                    <a:pt x="1765" y="508"/>
                  </a:lnTo>
                  <a:lnTo>
                    <a:pt x="1765" y="508"/>
                  </a:lnTo>
                  <a:lnTo>
                    <a:pt x="1765" y="512"/>
                  </a:lnTo>
                  <a:lnTo>
                    <a:pt x="1765" y="512"/>
                  </a:lnTo>
                  <a:lnTo>
                    <a:pt x="1765" y="512"/>
                  </a:lnTo>
                  <a:lnTo>
                    <a:pt x="1765" y="512"/>
                  </a:lnTo>
                  <a:lnTo>
                    <a:pt x="1763" y="516"/>
                  </a:lnTo>
                  <a:lnTo>
                    <a:pt x="1763" y="516"/>
                  </a:lnTo>
                  <a:lnTo>
                    <a:pt x="1763" y="518"/>
                  </a:lnTo>
                  <a:lnTo>
                    <a:pt x="1763" y="518"/>
                  </a:lnTo>
                  <a:lnTo>
                    <a:pt x="1763" y="518"/>
                  </a:lnTo>
                  <a:lnTo>
                    <a:pt x="1761" y="518"/>
                  </a:lnTo>
                  <a:lnTo>
                    <a:pt x="1761" y="518"/>
                  </a:lnTo>
                  <a:lnTo>
                    <a:pt x="1761" y="518"/>
                  </a:lnTo>
                  <a:lnTo>
                    <a:pt x="1759" y="518"/>
                  </a:lnTo>
                  <a:lnTo>
                    <a:pt x="1759" y="516"/>
                  </a:lnTo>
                  <a:lnTo>
                    <a:pt x="1759" y="514"/>
                  </a:lnTo>
                  <a:lnTo>
                    <a:pt x="1759" y="514"/>
                  </a:lnTo>
                  <a:lnTo>
                    <a:pt x="1757" y="514"/>
                  </a:lnTo>
                  <a:lnTo>
                    <a:pt x="1757" y="514"/>
                  </a:lnTo>
                  <a:lnTo>
                    <a:pt x="1757" y="514"/>
                  </a:lnTo>
                  <a:lnTo>
                    <a:pt x="1757" y="514"/>
                  </a:lnTo>
                  <a:lnTo>
                    <a:pt x="1755" y="514"/>
                  </a:lnTo>
                  <a:lnTo>
                    <a:pt x="1753" y="514"/>
                  </a:lnTo>
                  <a:lnTo>
                    <a:pt x="1751" y="514"/>
                  </a:lnTo>
                  <a:lnTo>
                    <a:pt x="1747" y="518"/>
                  </a:lnTo>
                  <a:lnTo>
                    <a:pt x="1746" y="518"/>
                  </a:lnTo>
                  <a:lnTo>
                    <a:pt x="1744" y="518"/>
                  </a:lnTo>
                  <a:lnTo>
                    <a:pt x="1744" y="520"/>
                  </a:lnTo>
                  <a:lnTo>
                    <a:pt x="1744" y="522"/>
                  </a:lnTo>
                  <a:lnTo>
                    <a:pt x="1742" y="524"/>
                  </a:lnTo>
                  <a:lnTo>
                    <a:pt x="1740" y="526"/>
                  </a:lnTo>
                  <a:lnTo>
                    <a:pt x="1740" y="526"/>
                  </a:lnTo>
                  <a:lnTo>
                    <a:pt x="1740" y="528"/>
                  </a:lnTo>
                  <a:lnTo>
                    <a:pt x="1740" y="530"/>
                  </a:lnTo>
                  <a:lnTo>
                    <a:pt x="1740" y="530"/>
                  </a:lnTo>
                  <a:lnTo>
                    <a:pt x="1742" y="530"/>
                  </a:lnTo>
                  <a:lnTo>
                    <a:pt x="1742" y="532"/>
                  </a:lnTo>
                  <a:lnTo>
                    <a:pt x="1742" y="532"/>
                  </a:lnTo>
                  <a:lnTo>
                    <a:pt x="1742" y="534"/>
                  </a:lnTo>
                  <a:lnTo>
                    <a:pt x="1744" y="534"/>
                  </a:lnTo>
                  <a:lnTo>
                    <a:pt x="1744" y="534"/>
                  </a:lnTo>
                  <a:lnTo>
                    <a:pt x="1744" y="534"/>
                  </a:lnTo>
                  <a:lnTo>
                    <a:pt x="1746" y="536"/>
                  </a:lnTo>
                  <a:lnTo>
                    <a:pt x="1747" y="536"/>
                  </a:lnTo>
                  <a:lnTo>
                    <a:pt x="1747" y="536"/>
                  </a:lnTo>
                  <a:lnTo>
                    <a:pt x="1747" y="536"/>
                  </a:lnTo>
                  <a:lnTo>
                    <a:pt x="1747" y="538"/>
                  </a:lnTo>
                  <a:lnTo>
                    <a:pt x="1747" y="540"/>
                  </a:lnTo>
                  <a:lnTo>
                    <a:pt x="1747" y="540"/>
                  </a:lnTo>
                  <a:lnTo>
                    <a:pt x="1747" y="540"/>
                  </a:lnTo>
                  <a:lnTo>
                    <a:pt x="1747" y="541"/>
                  </a:lnTo>
                  <a:lnTo>
                    <a:pt x="1747" y="541"/>
                  </a:lnTo>
                  <a:lnTo>
                    <a:pt x="1749" y="541"/>
                  </a:lnTo>
                  <a:lnTo>
                    <a:pt x="1749" y="543"/>
                  </a:lnTo>
                  <a:lnTo>
                    <a:pt x="1749" y="543"/>
                  </a:lnTo>
                  <a:lnTo>
                    <a:pt x="1749" y="543"/>
                  </a:lnTo>
                  <a:lnTo>
                    <a:pt x="1749" y="543"/>
                  </a:lnTo>
                  <a:lnTo>
                    <a:pt x="1749" y="545"/>
                  </a:lnTo>
                  <a:lnTo>
                    <a:pt x="1749" y="545"/>
                  </a:lnTo>
                  <a:lnTo>
                    <a:pt x="1749" y="549"/>
                  </a:lnTo>
                  <a:lnTo>
                    <a:pt x="1749" y="549"/>
                  </a:lnTo>
                  <a:lnTo>
                    <a:pt x="1749" y="551"/>
                  </a:lnTo>
                  <a:lnTo>
                    <a:pt x="1751" y="551"/>
                  </a:lnTo>
                  <a:lnTo>
                    <a:pt x="1751" y="551"/>
                  </a:lnTo>
                  <a:lnTo>
                    <a:pt x="1751" y="555"/>
                  </a:lnTo>
                  <a:lnTo>
                    <a:pt x="1751" y="555"/>
                  </a:lnTo>
                  <a:lnTo>
                    <a:pt x="1751" y="555"/>
                  </a:lnTo>
                  <a:lnTo>
                    <a:pt x="1753" y="557"/>
                  </a:lnTo>
                  <a:lnTo>
                    <a:pt x="1753" y="557"/>
                  </a:lnTo>
                  <a:lnTo>
                    <a:pt x="1753" y="557"/>
                  </a:lnTo>
                  <a:lnTo>
                    <a:pt x="1755" y="557"/>
                  </a:lnTo>
                  <a:lnTo>
                    <a:pt x="1755" y="557"/>
                  </a:lnTo>
                  <a:lnTo>
                    <a:pt x="1757" y="559"/>
                  </a:lnTo>
                  <a:lnTo>
                    <a:pt x="1757" y="559"/>
                  </a:lnTo>
                  <a:lnTo>
                    <a:pt x="1759" y="559"/>
                  </a:lnTo>
                  <a:lnTo>
                    <a:pt x="1759" y="559"/>
                  </a:lnTo>
                  <a:lnTo>
                    <a:pt x="1759" y="559"/>
                  </a:lnTo>
                  <a:lnTo>
                    <a:pt x="1759" y="559"/>
                  </a:lnTo>
                  <a:lnTo>
                    <a:pt x="1759" y="561"/>
                  </a:lnTo>
                  <a:lnTo>
                    <a:pt x="1759" y="565"/>
                  </a:lnTo>
                  <a:lnTo>
                    <a:pt x="1759" y="565"/>
                  </a:lnTo>
                  <a:lnTo>
                    <a:pt x="1759" y="567"/>
                  </a:lnTo>
                  <a:lnTo>
                    <a:pt x="1755" y="567"/>
                  </a:lnTo>
                  <a:lnTo>
                    <a:pt x="1753" y="571"/>
                  </a:lnTo>
                  <a:lnTo>
                    <a:pt x="1751" y="575"/>
                  </a:lnTo>
                  <a:lnTo>
                    <a:pt x="1751" y="575"/>
                  </a:lnTo>
                  <a:lnTo>
                    <a:pt x="1751" y="575"/>
                  </a:lnTo>
                  <a:lnTo>
                    <a:pt x="1751" y="577"/>
                  </a:lnTo>
                  <a:lnTo>
                    <a:pt x="1751" y="579"/>
                  </a:lnTo>
                  <a:lnTo>
                    <a:pt x="1751" y="579"/>
                  </a:lnTo>
                  <a:lnTo>
                    <a:pt x="1751" y="579"/>
                  </a:lnTo>
                  <a:lnTo>
                    <a:pt x="1749" y="579"/>
                  </a:lnTo>
                  <a:lnTo>
                    <a:pt x="1749" y="579"/>
                  </a:lnTo>
                  <a:lnTo>
                    <a:pt x="1747" y="579"/>
                  </a:lnTo>
                  <a:lnTo>
                    <a:pt x="1746" y="583"/>
                  </a:lnTo>
                  <a:lnTo>
                    <a:pt x="1746" y="583"/>
                  </a:lnTo>
                  <a:lnTo>
                    <a:pt x="1744" y="585"/>
                  </a:lnTo>
                  <a:lnTo>
                    <a:pt x="1744" y="585"/>
                  </a:lnTo>
                  <a:lnTo>
                    <a:pt x="1742" y="587"/>
                  </a:lnTo>
                  <a:lnTo>
                    <a:pt x="1742" y="587"/>
                  </a:lnTo>
                  <a:lnTo>
                    <a:pt x="1740" y="589"/>
                  </a:lnTo>
                  <a:lnTo>
                    <a:pt x="1740" y="589"/>
                  </a:lnTo>
                  <a:lnTo>
                    <a:pt x="1740" y="589"/>
                  </a:lnTo>
                  <a:lnTo>
                    <a:pt x="1738" y="589"/>
                  </a:lnTo>
                  <a:lnTo>
                    <a:pt x="1738" y="589"/>
                  </a:lnTo>
                  <a:lnTo>
                    <a:pt x="1740" y="591"/>
                  </a:lnTo>
                  <a:lnTo>
                    <a:pt x="1740" y="591"/>
                  </a:lnTo>
                  <a:lnTo>
                    <a:pt x="1740" y="591"/>
                  </a:lnTo>
                  <a:lnTo>
                    <a:pt x="1740" y="593"/>
                  </a:lnTo>
                  <a:lnTo>
                    <a:pt x="1740" y="593"/>
                  </a:lnTo>
                  <a:lnTo>
                    <a:pt x="1740" y="593"/>
                  </a:lnTo>
                  <a:lnTo>
                    <a:pt x="1740" y="594"/>
                  </a:lnTo>
                  <a:lnTo>
                    <a:pt x="1740" y="594"/>
                  </a:lnTo>
                  <a:lnTo>
                    <a:pt x="1740" y="594"/>
                  </a:lnTo>
                  <a:lnTo>
                    <a:pt x="1740" y="596"/>
                  </a:lnTo>
                  <a:lnTo>
                    <a:pt x="1740" y="596"/>
                  </a:lnTo>
                  <a:lnTo>
                    <a:pt x="1740" y="598"/>
                  </a:lnTo>
                  <a:lnTo>
                    <a:pt x="1740" y="598"/>
                  </a:lnTo>
                  <a:lnTo>
                    <a:pt x="1742" y="600"/>
                  </a:lnTo>
                  <a:lnTo>
                    <a:pt x="1742" y="600"/>
                  </a:lnTo>
                  <a:lnTo>
                    <a:pt x="1742" y="600"/>
                  </a:lnTo>
                  <a:lnTo>
                    <a:pt x="1742" y="600"/>
                  </a:lnTo>
                  <a:lnTo>
                    <a:pt x="1744" y="602"/>
                  </a:lnTo>
                  <a:lnTo>
                    <a:pt x="1744" y="602"/>
                  </a:lnTo>
                  <a:lnTo>
                    <a:pt x="1744" y="602"/>
                  </a:lnTo>
                  <a:lnTo>
                    <a:pt x="1744" y="602"/>
                  </a:lnTo>
                  <a:lnTo>
                    <a:pt x="1744" y="602"/>
                  </a:lnTo>
                  <a:lnTo>
                    <a:pt x="1746" y="602"/>
                  </a:lnTo>
                  <a:lnTo>
                    <a:pt x="1746" y="604"/>
                  </a:lnTo>
                  <a:lnTo>
                    <a:pt x="1746" y="604"/>
                  </a:lnTo>
                  <a:lnTo>
                    <a:pt x="1746" y="604"/>
                  </a:lnTo>
                  <a:lnTo>
                    <a:pt x="1746" y="606"/>
                  </a:lnTo>
                  <a:lnTo>
                    <a:pt x="1746" y="606"/>
                  </a:lnTo>
                  <a:lnTo>
                    <a:pt x="1746" y="606"/>
                  </a:lnTo>
                  <a:lnTo>
                    <a:pt x="1746" y="608"/>
                  </a:lnTo>
                  <a:lnTo>
                    <a:pt x="1746" y="608"/>
                  </a:lnTo>
                  <a:lnTo>
                    <a:pt x="1744" y="612"/>
                  </a:lnTo>
                  <a:lnTo>
                    <a:pt x="1744" y="612"/>
                  </a:lnTo>
                  <a:lnTo>
                    <a:pt x="1744" y="614"/>
                  </a:lnTo>
                  <a:lnTo>
                    <a:pt x="1744" y="614"/>
                  </a:lnTo>
                  <a:lnTo>
                    <a:pt x="1744" y="616"/>
                  </a:lnTo>
                  <a:lnTo>
                    <a:pt x="1744" y="616"/>
                  </a:lnTo>
                  <a:lnTo>
                    <a:pt x="1746" y="616"/>
                  </a:lnTo>
                  <a:lnTo>
                    <a:pt x="1746" y="616"/>
                  </a:lnTo>
                  <a:lnTo>
                    <a:pt x="1746" y="618"/>
                  </a:lnTo>
                  <a:lnTo>
                    <a:pt x="1746" y="618"/>
                  </a:lnTo>
                  <a:lnTo>
                    <a:pt x="1747" y="618"/>
                  </a:lnTo>
                  <a:lnTo>
                    <a:pt x="1747" y="618"/>
                  </a:lnTo>
                  <a:lnTo>
                    <a:pt x="1747" y="620"/>
                  </a:lnTo>
                  <a:lnTo>
                    <a:pt x="1749" y="620"/>
                  </a:lnTo>
                  <a:lnTo>
                    <a:pt x="1749" y="620"/>
                  </a:lnTo>
                  <a:lnTo>
                    <a:pt x="1749" y="620"/>
                  </a:lnTo>
                  <a:lnTo>
                    <a:pt x="1749" y="622"/>
                  </a:lnTo>
                  <a:lnTo>
                    <a:pt x="1749" y="622"/>
                  </a:lnTo>
                  <a:lnTo>
                    <a:pt x="1751" y="622"/>
                  </a:lnTo>
                  <a:lnTo>
                    <a:pt x="1751" y="624"/>
                  </a:lnTo>
                  <a:lnTo>
                    <a:pt x="1751" y="624"/>
                  </a:lnTo>
                  <a:lnTo>
                    <a:pt x="1751" y="624"/>
                  </a:lnTo>
                  <a:lnTo>
                    <a:pt x="1751" y="624"/>
                  </a:lnTo>
                  <a:lnTo>
                    <a:pt x="1751" y="626"/>
                  </a:lnTo>
                  <a:lnTo>
                    <a:pt x="1751" y="626"/>
                  </a:lnTo>
                  <a:lnTo>
                    <a:pt x="1751" y="626"/>
                  </a:lnTo>
                  <a:lnTo>
                    <a:pt x="1753" y="626"/>
                  </a:lnTo>
                  <a:lnTo>
                    <a:pt x="1755" y="626"/>
                  </a:lnTo>
                  <a:lnTo>
                    <a:pt x="1757" y="626"/>
                  </a:lnTo>
                  <a:lnTo>
                    <a:pt x="1757" y="626"/>
                  </a:lnTo>
                  <a:lnTo>
                    <a:pt x="1757" y="626"/>
                  </a:lnTo>
                  <a:lnTo>
                    <a:pt x="1757" y="626"/>
                  </a:lnTo>
                  <a:lnTo>
                    <a:pt x="1757" y="628"/>
                  </a:lnTo>
                  <a:lnTo>
                    <a:pt x="1759" y="628"/>
                  </a:lnTo>
                  <a:lnTo>
                    <a:pt x="1759" y="628"/>
                  </a:lnTo>
                  <a:lnTo>
                    <a:pt x="1761" y="630"/>
                  </a:lnTo>
                  <a:lnTo>
                    <a:pt x="1763" y="632"/>
                  </a:lnTo>
                  <a:lnTo>
                    <a:pt x="1763" y="632"/>
                  </a:lnTo>
                  <a:lnTo>
                    <a:pt x="1763" y="632"/>
                  </a:lnTo>
                  <a:lnTo>
                    <a:pt x="1763" y="632"/>
                  </a:lnTo>
                  <a:lnTo>
                    <a:pt x="1763" y="632"/>
                  </a:lnTo>
                  <a:lnTo>
                    <a:pt x="1763" y="634"/>
                  </a:lnTo>
                  <a:lnTo>
                    <a:pt x="1763" y="634"/>
                  </a:lnTo>
                  <a:lnTo>
                    <a:pt x="1759" y="642"/>
                  </a:lnTo>
                  <a:lnTo>
                    <a:pt x="1759" y="644"/>
                  </a:lnTo>
                  <a:lnTo>
                    <a:pt x="1759" y="644"/>
                  </a:lnTo>
                  <a:lnTo>
                    <a:pt x="1759" y="648"/>
                  </a:lnTo>
                  <a:lnTo>
                    <a:pt x="1757" y="651"/>
                  </a:lnTo>
                  <a:lnTo>
                    <a:pt x="1755" y="653"/>
                  </a:lnTo>
                  <a:lnTo>
                    <a:pt x="1757" y="653"/>
                  </a:lnTo>
                  <a:lnTo>
                    <a:pt x="1757" y="653"/>
                  </a:lnTo>
                  <a:lnTo>
                    <a:pt x="1757" y="655"/>
                  </a:lnTo>
                  <a:lnTo>
                    <a:pt x="1759" y="655"/>
                  </a:lnTo>
                  <a:lnTo>
                    <a:pt x="1759" y="655"/>
                  </a:lnTo>
                  <a:lnTo>
                    <a:pt x="1761" y="657"/>
                  </a:lnTo>
                  <a:lnTo>
                    <a:pt x="1761" y="659"/>
                  </a:lnTo>
                  <a:lnTo>
                    <a:pt x="1763" y="659"/>
                  </a:lnTo>
                  <a:lnTo>
                    <a:pt x="1763" y="659"/>
                  </a:lnTo>
                  <a:lnTo>
                    <a:pt x="1763" y="661"/>
                  </a:lnTo>
                  <a:lnTo>
                    <a:pt x="1763" y="661"/>
                  </a:lnTo>
                  <a:lnTo>
                    <a:pt x="1759" y="665"/>
                  </a:lnTo>
                  <a:lnTo>
                    <a:pt x="1759" y="667"/>
                  </a:lnTo>
                  <a:lnTo>
                    <a:pt x="1759" y="667"/>
                  </a:lnTo>
                  <a:lnTo>
                    <a:pt x="1757" y="669"/>
                  </a:lnTo>
                  <a:lnTo>
                    <a:pt x="1755" y="669"/>
                  </a:lnTo>
                  <a:lnTo>
                    <a:pt x="1755" y="669"/>
                  </a:lnTo>
                  <a:lnTo>
                    <a:pt x="1753" y="669"/>
                  </a:lnTo>
                  <a:lnTo>
                    <a:pt x="1753" y="669"/>
                  </a:lnTo>
                  <a:lnTo>
                    <a:pt x="1753" y="669"/>
                  </a:lnTo>
                  <a:lnTo>
                    <a:pt x="1753" y="667"/>
                  </a:lnTo>
                  <a:lnTo>
                    <a:pt x="1753" y="665"/>
                  </a:lnTo>
                  <a:lnTo>
                    <a:pt x="1753" y="663"/>
                  </a:lnTo>
                  <a:lnTo>
                    <a:pt x="1753" y="663"/>
                  </a:lnTo>
                  <a:lnTo>
                    <a:pt x="1753" y="663"/>
                  </a:lnTo>
                  <a:lnTo>
                    <a:pt x="1751" y="661"/>
                  </a:lnTo>
                  <a:lnTo>
                    <a:pt x="1751" y="661"/>
                  </a:lnTo>
                  <a:lnTo>
                    <a:pt x="1751" y="661"/>
                  </a:lnTo>
                  <a:lnTo>
                    <a:pt x="1749" y="659"/>
                  </a:lnTo>
                  <a:lnTo>
                    <a:pt x="1749" y="659"/>
                  </a:lnTo>
                  <a:lnTo>
                    <a:pt x="1747" y="659"/>
                  </a:lnTo>
                  <a:lnTo>
                    <a:pt x="1747" y="659"/>
                  </a:lnTo>
                  <a:lnTo>
                    <a:pt x="1746" y="659"/>
                  </a:lnTo>
                  <a:lnTo>
                    <a:pt x="1746" y="659"/>
                  </a:lnTo>
                  <a:lnTo>
                    <a:pt x="1742" y="665"/>
                  </a:lnTo>
                  <a:lnTo>
                    <a:pt x="1730" y="675"/>
                  </a:lnTo>
                  <a:lnTo>
                    <a:pt x="1730" y="675"/>
                  </a:lnTo>
                  <a:lnTo>
                    <a:pt x="1730" y="677"/>
                  </a:lnTo>
                  <a:lnTo>
                    <a:pt x="1732" y="685"/>
                  </a:lnTo>
                  <a:lnTo>
                    <a:pt x="1732" y="687"/>
                  </a:lnTo>
                  <a:lnTo>
                    <a:pt x="1734" y="687"/>
                  </a:lnTo>
                  <a:lnTo>
                    <a:pt x="1734" y="687"/>
                  </a:lnTo>
                  <a:lnTo>
                    <a:pt x="1732" y="687"/>
                  </a:lnTo>
                  <a:lnTo>
                    <a:pt x="1732" y="687"/>
                  </a:lnTo>
                  <a:lnTo>
                    <a:pt x="1730" y="687"/>
                  </a:lnTo>
                  <a:lnTo>
                    <a:pt x="1730" y="685"/>
                  </a:lnTo>
                  <a:lnTo>
                    <a:pt x="1730" y="685"/>
                  </a:lnTo>
                  <a:lnTo>
                    <a:pt x="1730" y="685"/>
                  </a:lnTo>
                  <a:lnTo>
                    <a:pt x="1730" y="685"/>
                  </a:lnTo>
                  <a:lnTo>
                    <a:pt x="1728" y="685"/>
                  </a:lnTo>
                  <a:lnTo>
                    <a:pt x="1728" y="683"/>
                  </a:lnTo>
                  <a:lnTo>
                    <a:pt x="1728" y="683"/>
                  </a:lnTo>
                  <a:lnTo>
                    <a:pt x="1728" y="683"/>
                  </a:lnTo>
                  <a:lnTo>
                    <a:pt x="1728" y="683"/>
                  </a:lnTo>
                  <a:lnTo>
                    <a:pt x="1726" y="685"/>
                  </a:lnTo>
                  <a:lnTo>
                    <a:pt x="1724" y="685"/>
                  </a:lnTo>
                  <a:lnTo>
                    <a:pt x="1722" y="685"/>
                  </a:lnTo>
                  <a:lnTo>
                    <a:pt x="1722" y="685"/>
                  </a:lnTo>
                  <a:lnTo>
                    <a:pt x="1722" y="685"/>
                  </a:lnTo>
                  <a:lnTo>
                    <a:pt x="1720" y="687"/>
                  </a:lnTo>
                  <a:lnTo>
                    <a:pt x="1716" y="693"/>
                  </a:lnTo>
                  <a:lnTo>
                    <a:pt x="1706" y="697"/>
                  </a:lnTo>
                  <a:lnTo>
                    <a:pt x="1704" y="699"/>
                  </a:lnTo>
                  <a:lnTo>
                    <a:pt x="1704" y="699"/>
                  </a:lnTo>
                  <a:lnTo>
                    <a:pt x="1704" y="699"/>
                  </a:lnTo>
                  <a:lnTo>
                    <a:pt x="1706" y="699"/>
                  </a:lnTo>
                  <a:lnTo>
                    <a:pt x="1706" y="701"/>
                  </a:lnTo>
                  <a:lnTo>
                    <a:pt x="1708" y="702"/>
                  </a:lnTo>
                  <a:lnTo>
                    <a:pt x="1708" y="702"/>
                  </a:lnTo>
                  <a:lnTo>
                    <a:pt x="1708" y="702"/>
                  </a:lnTo>
                  <a:lnTo>
                    <a:pt x="1708" y="704"/>
                  </a:lnTo>
                  <a:lnTo>
                    <a:pt x="1708" y="704"/>
                  </a:lnTo>
                  <a:lnTo>
                    <a:pt x="1708" y="704"/>
                  </a:lnTo>
                  <a:lnTo>
                    <a:pt x="1708" y="704"/>
                  </a:lnTo>
                  <a:lnTo>
                    <a:pt x="1708" y="706"/>
                  </a:lnTo>
                  <a:lnTo>
                    <a:pt x="1708" y="706"/>
                  </a:lnTo>
                  <a:lnTo>
                    <a:pt x="1708" y="706"/>
                  </a:lnTo>
                  <a:lnTo>
                    <a:pt x="1710" y="708"/>
                  </a:lnTo>
                  <a:lnTo>
                    <a:pt x="1710" y="708"/>
                  </a:lnTo>
                  <a:lnTo>
                    <a:pt x="1710" y="710"/>
                  </a:lnTo>
                  <a:lnTo>
                    <a:pt x="1712" y="710"/>
                  </a:lnTo>
                  <a:lnTo>
                    <a:pt x="1712" y="710"/>
                  </a:lnTo>
                  <a:lnTo>
                    <a:pt x="1712" y="710"/>
                  </a:lnTo>
                  <a:lnTo>
                    <a:pt x="1710" y="710"/>
                  </a:lnTo>
                  <a:lnTo>
                    <a:pt x="1706" y="712"/>
                  </a:lnTo>
                  <a:lnTo>
                    <a:pt x="1702" y="712"/>
                  </a:lnTo>
                  <a:lnTo>
                    <a:pt x="1698" y="712"/>
                  </a:lnTo>
                  <a:lnTo>
                    <a:pt x="1695" y="714"/>
                  </a:lnTo>
                  <a:lnTo>
                    <a:pt x="1695" y="714"/>
                  </a:lnTo>
                  <a:lnTo>
                    <a:pt x="1695" y="714"/>
                  </a:lnTo>
                  <a:lnTo>
                    <a:pt x="1693" y="712"/>
                  </a:lnTo>
                  <a:lnTo>
                    <a:pt x="1691" y="712"/>
                  </a:lnTo>
                  <a:lnTo>
                    <a:pt x="1691" y="712"/>
                  </a:lnTo>
                  <a:lnTo>
                    <a:pt x="1691" y="712"/>
                  </a:lnTo>
                  <a:lnTo>
                    <a:pt x="1689" y="712"/>
                  </a:lnTo>
                  <a:lnTo>
                    <a:pt x="1689" y="710"/>
                  </a:lnTo>
                  <a:lnTo>
                    <a:pt x="1689" y="710"/>
                  </a:lnTo>
                  <a:lnTo>
                    <a:pt x="1689" y="710"/>
                  </a:lnTo>
                  <a:lnTo>
                    <a:pt x="1689" y="710"/>
                  </a:lnTo>
                  <a:lnTo>
                    <a:pt x="1685" y="708"/>
                  </a:lnTo>
                  <a:lnTo>
                    <a:pt x="1685" y="708"/>
                  </a:lnTo>
                  <a:lnTo>
                    <a:pt x="1683" y="706"/>
                  </a:lnTo>
                  <a:lnTo>
                    <a:pt x="1683" y="706"/>
                  </a:lnTo>
                  <a:lnTo>
                    <a:pt x="1683" y="704"/>
                  </a:lnTo>
                  <a:lnTo>
                    <a:pt x="1683" y="704"/>
                  </a:lnTo>
                  <a:lnTo>
                    <a:pt x="1683" y="704"/>
                  </a:lnTo>
                  <a:lnTo>
                    <a:pt x="1681" y="702"/>
                  </a:lnTo>
                  <a:lnTo>
                    <a:pt x="1681" y="699"/>
                  </a:lnTo>
                  <a:lnTo>
                    <a:pt x="1681" y="699"/>
                  </a:lnTo>
                  <a:lnTo>
                    <a:pt x="1681" y="697"/>
                  </a:lnTo>
                  <a:lnTo>
                    <a:pt x="1681" y="697"/>
                  </a:lnTo>
                  <a:lnTo>
                    <a:pt x="1681" y="697"/>
                  </a:lnTo>
                  <a:lnTo>
                    <a:pt x="1681" y="695"/>
                  </a:lnTo>
                  <a:lnTo>
                    <a:pt x="1679" y="695"/>
                  </a:lnTo>
                  <a:lnTo>
                    <a:pt x="1679" y="695"/>
                  </a:lnTo>
                  <a:lnTo>
                    <a:pt x="1679" y="695"/>
                  </a:lnTo>
                  <a:lnTo>
                    <a:pt x="1679" y="695"/>
                  </a:lnTo>
                  <a:lnTo>
                    <a:pt x="1671" y="693"/>
                  </a:lnTo>
                  <a:lnTo>
                    <a:pt x="1667" y="693"/>
                  </a:lnTo>
                  <a:lnTo>
                    <a:pt x="1667" y="693"/>
                  </a:lnTo>
                  <a:lnTo>
                    <a:pt x="1663" y="695"/>
                  </a:lnTo>
                  <a:lnTo>
                    <a:pt x="1661" y="699"/>
                  </a:lnTo>
                  <a:lnTo>
                    <a:pt x="1661" y="701"/>
                  </a:lnTo>
                  <a:lnTo>
                    <a:pt x="1659" y="706"/>
                  </a:lnTo>
                  <a:lnTo>
                    <a:pt x="1659" y="708"/>
                  </a:lnTo>
                  <a:lnTo>
                    <a:pt x="1659" y="710"/>
                  </a:lnTo>
                  <a:lnTo>
                    <a:pt x="1659" y="710"/>
                  </a:lnTo>
                  <a:lnTo>
                    <a:pt x="1657" y="710"/>
                  </a:lnTo>
                  <a:lnTo>
                    <a:pt x="1655" y="710"/>
                  </a:lnTo>
                  <a:lnTo>
                    <a:pt x="1653" y="710"/>
                  </a:lnTo>
                  <a:lnTo>
                    <a:pt x="1653" y="712"/>
                  </a:lnTo>
                  <a:lnTo>
                    <a:pt x="1653" y="712"/>
                  </a:lnTo>
                  <a:lnTo>
                    <a:pt x="1653" y="712"/>
                  </a:lnTo>
                  <a:lnTo>
                    <a:pt x="1653" y="714"/>
                  </a:lnTo>
                  <a:lnTo>
                    <a:pt x="1653" y="714"/>
                  </a:lnTo>
                  <a:lnTo>
                    <a:pt x="1653" y="714"/>
                  </a:lnTo>
                  <a:lnTo>
                    <a:pt x="1653" y="714"/>
                  </a:lnTo>
                  <a:lnTo>
                    <a:pt x="1653" y="716"/>
                  </a:lnTo>
                  <a:lnTo>
                    <a:pt x="1653" y="716"/>
                  </a:lnTo>
                  <a:lnTo>
                    <a:pt x="1651" y="716"/>
                  </a:lnTo>
                  <a:lnTo>
                    <a:pt x="1649" y="716"/>
                  </a:lnTo>
                  <a:lnTo>
                    <a:pt x="1647" y="714"/>
                  </a:lnTo>
                  <a:lnTo>
                    <a:pt x="1647" y="714"/>
                  </a:lnTo>
                  <a:lnTo>
                    <a:pt x="1642" y="718"/>
                  </a:lnTo>
                  <a:lnTo>
                    <a:pt x="1638" y="722"/>
                  </a:lnTo>
                  <a:lnTo>
                    <a:pt x="1634" y="722"/>
                  </a:lnTo>
                  <a:lnTo>
                    <a:pt x="1634" y="724"/>
                  </a:lnTo>
                  <a:lnTo>
                    <a:pt x="1632" y="724"/>
                  </a:lnTo>
                  <a:lnTo>
                    <a:pt x="1632" y="724"/>
                  </a:lnTo>
                  <a:lnTo>
                    <a:pt x="1630" y="724"/>
                  </a:lnTo>
                  <a:lnTo>
                    <a:pt x="1626" y="724"/>
                  </a:lnTo>
                  <a:lnTo>
                    <a:pt x="1626" y="722"/>
                  </a:lnTo>
                  <a:lnTo>
                    <a:pt x="1624" y="722"/>
                  </a:lnTo>
                  <a:lnTo>
                    <a:pt x="1624" y="722"/>
                  </a:lnTo>
                  <a:lnTo>
                    <a:pt x="1624" y="720"/>
                  </a:lnTo>
                  <a:lnTo>
                    <a:pt x="1624" y="720"/>
                  </a:lnTo>
                  <a:lnTo>
                    <a:pt x="1620" y="720"/>
                  </a:lnTo>
                  <a:lnTo>
                    <a:pt x="1618" y="718"/>
                  </a:lnTo>
                  <a:lnTo>
                    <a:pt x="1616" y="718"/>
                  </a:lnTo>
                  <a:lnTo>
                    <a:pt x="1616" y="718"/>
                  </a:lnTo>
                  <a:lnTo>
                    <a:pt x="1614" y="720"/>
                  </a:lnTo>
                  <a:lnTo>
                    <a:pt x="1614" y="720"/>
                  </a:lnTo>
                  <a:lnTo>
                    <a:pt x="1614" y="724"/>
                  </a:lnTo>
                  <a:lnTo>
                    <a:pt x="1614" y="726"/>
                  </a:lnTo>
                  <a:lnTo>
                    <a:pt x="1614" y="726"/>
                  </a:lnTo>
                  <a:lnTo>
                    <a:pt x="1614" y="726"/>
                  </a:lnTo>
                  <a:lnTo>
                    <a:pt x="1614" y="728"/>
                  </a:lnTo>
                  <a:lnTo>
                    <a:pt x="1614" y="728"/>
                  </a:lnTo>
                  <a:lnTo>
                    <a:pt x="1614" y="730"/>
                  </a:lnTo>
                  <a:lnTo>
                    <a:pt x="1614" y="730"/>
                  </a:lnTo>
                  <a:lnTo>
                    <a:pt x="1614" y="730"/>
                  </a:lnTo>
                  <a:lnTo>
                    <a:pt x="1612" y="730"/>
                  </a:lnTo>
                  <a:lnTo>
                    <a:pt x="1610" y="732"/>
                  </a:lnTo>
                  <a:lnTo>
                    <a:pt x="1610" y="734"/>
                  </a:lnTo>
                  <a:lnTo>
                    <a:pt x="1610" y="734"/>
                  </a:lnTo>
                  <a:lnTo>
                    <a:pt x="1610" y="734"/>
                  </a:lnTo>
                  <a:lnTo>
                    <a:pt x="1610" y="734"/>
                  </a:lnTo>
                  <a:lnTo>
                    <a:pt x="1612" y="736"/>
                  </a:lnTo>
                  <a:lnTo>
                    <a:pt x="1612" y="736"/>
                  </a:lnTo>
                  <a:lnTo>
                    <a:pt x="1612" y="736"/>
                  </a:lnTo>
                  <a:lnTo>
                    <a:pt x="1612" y="736"/>
                  </a:lnTo>
                  <a:lnTo>
                    <a:pt x="1612" y="738"/>
                  </a:lnTo>
                  <a:lnTo>
                    <a:pt x="1612" y="738"/>
                  </a:lnTo>
                  <a:lnTo>
                    <a:pt x="1612" y="740"/>
                  </a:lnTo>
                  <a:lnTo>
                    <a:pt x="1612" y="740"/>
                  </a:lnTo>
                  <a:lnTo>
                    <a:pt x="1612" y="740"/>
                  </a:lnTo>
                  <a:lnTo>
                    <a:pt x="1612" y="740"/>
                  </a:lnTo>
                  <a:lnTo>
                    <a:pt x="1612" y="740"/>
                  </a:lnTo>
                  <a:lnTo>
                    <a:pt x="1612" y="740"/>
                  </a:lnTo>
                  <a:lnTo>
                    <a:pt x="1614" y="740"/>
                  </a:lnTo>
                  <a:lnTo>
                    <a:pt x="1614" y="742"/>
                  </a:lnTo>
                  <a:lnTo>
                    <a:pt x="1614" y="742"/>
                  </a:lnTo>
                  <a:lnTo>
                    <a:pt x="1616" y="740"/>
                  </a:lnTo>
                  <a:lnTo>
                    <a:pt x="1616" y="740"/>
                  </a:lnTo>
                  <a:lnTo>
                    <a:pt x="1616" y="742"/>
                  </a:lnTo>
                  <a:lnTo>
                    <a:pt x="1618" y="742"/>
                  </a:lnTo>
                  <a:lnTo>
                    <a:pt x="1618" y="742"/>
                  </a:lnTo>
                  <a:lnTo>
                    <a:pt x="1618" y="742"/>
                  </a:lnTo>
                  <a:lnTo>
                    <a:pt x="1620" y="742"/>
                  </a:lnTo>
                  <a:lnTo>
                    <a:pt x="1620" y="742"/>
                  </a:lnTo>
                  <a:lnTo>
                    <a:pt x="1620" y="742"/>
                  </a:lnTo>
                  <a:lnTo>
                    <a:pt x="1620" y="744"/>
                  </a:lnTo>
                  <a:lnTo>
                    <a:pt x="1622" y="744"/>
                  </a:lnTo>
                  <a:lnTo>
                    <a:pt x="1622" y="744"/>
                  </a:lnTo>
                  <a:lnTo>
                    <a:pt x="1624" y="744"/>
                  </a:lnTo>
                  <a:lnTo>
                    <a:pt x="1624" y="744"/>
                  </a:lnTo>
                  <a:lnTo>
                    <a:pt x="1624" y="744"/>
                  </a:lnTo>
                  <a:lnTo>
                    <a:pt x="1626" y="744"/>
                  </a:lnTo>
                  <a:lnTo>
                    <a:pt x="1626" y="746"/>
                  </a:lnTo>
                  <a:lnTo>
                    <a:pt x="1626" y="746"/>
                  </a:lnTo>
                  <a:lnTo>
                    <a:pt x="1626" y="746"/>
                  </a:lnTo>
                  <a:lnTo>
                    <a:pt x="1626" y="746"/>
                  </a:lnTo>
                  <a:lnTo>
                    <a:pt x="1626" y="746"/>
                  </a:lnTo>
                  <a:lnTo>
                    <a:pt x="1626" y="748"/>
                  </a:lnTo>
                  <a:lnTo>
                    <a:pt x="1626" y="750"/>
                  </a:lnTo>
                  <a:lnTo>
                    <a:pt x="1626" y="750"/>
                  </a:lnTo>
                  <a:lnTo>
                    <a:pt x="1628" y="750"/>
                  </a:lnTo>
                  <a:lnTo>
                    <a:pt x="1628" y="752"/>
                  </a:lnTo>
                  <a:lnTo>
                    <a:pt x="1628" y="752"/>
                  </a:lnTo>
                  <a:lnTo>
                    <a:pt x="1628" y="752"/>
                  </a:lnTo>
                  <a:lnTo>
                    <a:pt x="1626" y="754"/>
                  </a:lnTo>
                  <a:lnTo>
                    <a:pt x="1626" y="754"/>
                  </a:lnTo>
                  <a:lnTo>
                    <a:pt x="1626" y="755"/>
                  </a:lnTo>
                  <a:lnTo>
                    <a:pt x="1626" y="757"/>
                  </a:lnTo>
                  <a:lnTo>
                    <a:pt x="1626" y="757"/>
                  </a:lnTo>
                  <a:lnTo>
                    <a:pt x="1626" y="757"/>
                  </a:lnTo>
                  <a:lnTo>
                    <a:pt x="1626" y="757"/>
                  </a:lnTo>
                  <a:lnTo>
                    <a:pt x="1626" y="759"/>
                  </a:lnTo>
                  <a:lnTo>
                    <a:pt x="1628" y="761"/>
                  </a:lnTo>
                  <a:lnTo>
                    <a:pt x="1628" y="761"/>
                  </a:lnTo>
                  <a:lnTo>
                    <a:pt x="1628" y="761"/>
                  </a:lnTo>
                  <a:lnTo>
                    <a:pt x="1628" y="763"/>
                  </a:lnTo>
                  <a:lnTo>
                    <a:pt x="1628" y="763"/>
                  </a:lnTo>
                  <a:lnTo>
                    <a:pt x="1626" y="767"/>
                  </a:lnTo>
                  <a:lnTo>
                    <a:pt x="1626" y="769"/>
                  </a:lnTo>
                  <a:lnTo>
                    <a:pt x="1626" y="769"/>
                  </a:lnTo>
                  <a:lnTo>
                    <a:pt x="1628" y="769"/>
                  </a:lnTo>
                  <a:lnTo>
                    <a:pt x="1628" y="769"/>
                  </a:lnTo>
                  <a:lnTo>
                    <a:pt x="1628" y="771"/>
                  </a:lnTo>
                  <a:lnTo>
                    <a:pt x="1628" y="771"/>
                  </a:lnTo>
                  <a:lnTo>
                    <a:pt x="1628" y="771"/>
                  </a:lnTo>
                  <a:lnTo>
                    <a:pt x="1628" y="773"/>
                  </a:lnTo>
                  <a:lnTo>
                    <a:pt x="1626" y="773"/>
                  </a:lnTo>
                  <a:lnTo>
                    <a:pt x="1626" y="773"/>
                  </a:lnTo>
                  <a:lnTo>
                    <a:pt x="1626" y="775"/>
                  </a:lnTo>
                  <a:lnTo>
                    <a:pt x="1626" y="775"/>
                  </a:lnTo>
                  <a:lnTo>
                    <a:pt x="1626" y="775"/>
                  </a:lnTo>
                  <a:lnTo>
                    <a:pt x="1624" y="775"/>
                  </a:lnTo>
                  <a:lnTo>
                    <a:pt x="1624" y="773"/>
                  </a:lnTo>
                  <a:lnTo>
                    <a:pt x="1624" y="773"/>
                  </a:lnTo>
                  <a:lnTo>
                    <a:pt x="1622" y="773"/>
                  </a:lnTo>
                  <a:lnTo>
                    <a:pt x="1622" y="773"/>
                  </a:lnTo>
                  <a:lnTo>
                    <a:pt x="1622" y="773"/>
                  </a:lnTo>
                  <a:lnTo>
                    <a:pt x="1622" y="775"/>
                  </a:lnTo>
                  <a:lnTo>
                    <a:pt x="1622" y="777"/>
                  </a:lnTo>
                  <a:lnTo>
                    <a:pt x="1622" y="777"/>
                  </a:lnTo>
                  <a:lnTo>
                    <a:pt x="1622" y="777"/>
                  </a:lnTo>
                  <a:lnTo>
                    <a:pt x="1620" y="777"/>
                  </a:lnTo>
                  <a:lnTo>
                    <a:pt x="1620" y="777"/>
                  </a:lnTo>
                  <a:lnTo>
                    <a:pt x="1620" y="777"/>
                  </a:lnTo>
                  <a:lnTo>
                    <a:pt x="1618" y="775"/>
                  </a:lnTo>
                  <a:lnTo>
                    <a:pt x="1618" y="775"/>
                  </a:lnTo>
                  <a:lnTo>
                    <a:pt x="1618" y="775"/>
                  </a:lnTo>
                  <a:lnTo>
                    <a:pt x="1618" y="775"/>
                  </a:lnTo>
                  <a:lnTo>
                    <a:pt x="1618" y="775"/>
                  </a:lnTo>
                  <a:lnTo>
                    <a:pt x="1618" y="773"/>
                  </a:lnTo>
                  <a:lnTo>
                    <a:pt x="1618" y="773"/>
                  </a:lnTo>
                  <a:lnTo>
                    <a:pt x="1618" y="773"/>
                  </a:lnTo>
                  <a:lnTo>
                    <a:pt x="1618" y="773"/>
                  </a:lnTo>
                  <a:lnTo>
                    <a:pt x="1616" y="771"/>
                  </a:lnTo>
                  <a:lnTo>
                    <a:pt x="1616" y="771"/>
                  </a:lnTo>
                  <a:lnTo>
                    <a:pt x="1616" y="771"/>
                  </a:lnTo>
                  <a:lnTo>
                    <a:pt x="1616" y="773"/>
                  </a:lnTo>
                  <a:lnTo>
                    <a:pt x="1614" y="773"/>
                  </a:lnTo>
                  <a:lnTo>
                    <a:pt x="1614" y="773"/>
                  </a:lnTo>
                  <a:lnTo>
                    <a:pt x="1614" y="773"/>
                  </a:lnTo>
                  <a:lnTo>
                    <a:pt x="1612" y="773"/>
                  </a:lnTo>
                  <a:lnTo>
                    <a:pt x="1610" y="773"/>
                  </a:lnTo>
                  <a:lnTo>
                    <a:pt x="1610" y="773"/>
                  </a:lnTo>
                  <a:lnTo>
                    <a:pt x="1610" y="773"/>
                  </a:lnTo>
                  <a:lnTo>
                    <a:pt x="1610" y="771"/>
                  </a:lnTo>
                  <a:lnTo>
                    <a:pt x="1610" y="771"/>
                  </a:lnTo>
                  <a:lnTo>
                    <a:pt x="1610" y="771"/>
                  </a:lnTo>
                  <a:lnTo>
                    <a:pt x="1610" y="769"/>
                  </a:lnTo>
                  <a:lnTo>
                    <a:pt x="1610" y="769"/>
                  </a:lnTo>
                  <a:lnTo>
                    <a:pt x="1610" y="769"/>
                  </a:lnTo>
                  <a:lnTo>
                    <a:pt x="1608" y="769"/>
                  </a:lnTo>
                  <a:lnTo>
                    <a:pt x="1608" y="767"/>
                  </a:lnTo>
                  <a:lnTo>
                    <a:pt x="1608" y="767"/>
                  </a:lnTo>
                  <a:lnTo>
                    <a:pt x="1610" y="767"/>
                  </a:lnTo>
                  <a:lnTo>
                    <a:pt x="1610" y="765"/>
                  </a:lnTo>
                  <a:lnTo>
                    <a:pt x="1610" y="765"/>
                  </a:lnTo>
                  <a:lnTo>
                    <a:pt x="1610" y="765"/>
                  </a:lnTo>
                  <a:lnTo>
                    <a:pt x="1608" y="765"/>
                  </a:lnTo>
                  <a:lnTo>
                    <a:pt x="1608" y="763"/>
                  </a:lnTo>
                  <a:lnTo>
                    <a:pt x="1606" y="763"/>
                  </a:lnTo>
                  <a:lnTo>
                    <a:pt x="1606" y="763"/>
                  </a:lnTo>
                  <a:lnTo>
                    <a:pt x="1606" y="761"/>
                  </a:lnTo>
                  <a:lnTo>
                    <a:pt x="1606" y="761"/>
                  </a:lnTo>
                  <a:lnTo>
                    <a:pt x="1606" y="761"/>
                  </a:lnTo>
                  <a:lnTo>
                    <a:pt x="1596" y="769"/>
                  </a:lnTo>
                  <a:lnTo>
                    <a:pt x="1596" y="771"/>
                  </a:lnTo>
                  <a:lnTo>
                    <a:pt x="1596" y="771"/>
                  </a:lnTo>
                  <a:lnTo>
                    <a:pt x="1596" y="771"/>
                  </a:lnTo>
                  <a:lnTo>
                    <a:pt x="1596" y="771"/>
                  </a:lnTo>
                  <a:lnTo>
                    <a:pt x="1596" y="771"/>
                  </a:lnTo>
                  <a:lnTo>
                    <a:pt x="1596" y="773"/>
                  </a:lnTo>
                  <a:lnTo>
                    <a:pt x="1596" y="773"/>
                  </a:lnTo>
                  <a:lnTo>
                    <a:pt x="1598" y="773"/>
                  </a:lnTo>
                  <a:lnTo>
                    <a:pt x="1598" y="773"/>
                  </a:lnTo>
                  <a:lnTo>
                    <a:pt x="1598" y="773"/>
                  </a:lnTo>
                  <a:lnTo>
                    <a:pt x="1598" y="773"/>
                  </a:lnTo>
                  <a:lnTo>
                    <a:pt x="1598" y="773"/>
                  </a:lnTo>
                  <a:lnTo>
                    <a:pt x="1598" y="775"/>
                  </a:lnTo>
                  <a:lnTo>
                    <a:pt x="1598" y="775"/>
                  </a:lnTo>
                  <a:lnTo>
                    <a:pt x="1598" y="775"/>
                  </a:lnTo>
                  <a:lnTo>
                    <a:pt x="1598" y="777"/>
                  </a:lnTo>
                  <a:lnTo>
                    <a:pt x="1598" y="777"/>
                  </a:lnTo>
                  <a:lnTo>
                    <a:pt x="1598" y="777"/>
                  </a:lnTo>
                  <a:lnTo>
                    <a:pt x="1596" y="777"/>
                  </a:lnTo>
                  <a:lnTo>
                    <a:pt x="1596" y="777"/>
                  </a:lnTo>
                  <a:lnTo>
                    <a:pt x="1595" y="777"/>
                  </a:lnTo>
                  <a:lnTo>
                    <a:pt x="1593" y="777"/>
                  </a:lnTo>
                  <a:lnTo>
                    <a:pt x="1593" y="777"/>
                  </a:lnTo>
                  <a:lnTo>
                    <a:pt x="1591" y="775"/>
                  </a:lnTo>
                  <a:lnTo>
                    <a:pt x="1585" y="773"/>
                  </a:lnTo>
                  <a:lnTo>
                    <a:pt x="1565" y="777"/>
                  </a:lnTo>
                  <a:lnTo>
                    <a:pt x="1563" y="777"/>
                  </a:lnTo>
                  <a:lnTo>
                    <a:pt x="1561" y="779"/>
                  </a:lnTo>
                  <a:lnTo>
                    <a:pt x="1561" y="779"/>
                  </a:lnTo>
                  <a:lnTo>
                    <a:pt x="1561" y="779"/>
                  </a:lnTo>
                  <a:lnTo>
                    <a:pt x="1561" y="781"/>
                  </a:lnTo>
                  <a:lnTo>
                    <a:pt x="1561" y="781"/>
                  </a:lnTo>
                  <a:lnTo>
                    <a:pt x="1561" y="783"/>
                  </a:lnTo>
                  <a:lnTo>
                    <a:pt x="1561" y="783"/>
                  </a:lnTo>
                  <a:lnTo>
                    <a:pt x="1561" y="785"/>
                  </a:lnTo>
                  <a:lnTo>
                    <a:pt x="1561" y="785"/>
                  </a:lnTo>
                  <a:lnTo>
                    <a:pt x="1561" y="787"/>
                  </a:lnTo>
                  <a:lnTo>
                    <a:pt x="1561" y="787"/>
                  </a:lnTo>
                  <a:lnTo>
                    <a:pt x="1563" y="789"/>
                  </a:lnTo>
                  <a:lnTo>
                    <a:pt x="1563" y="789"/>
                  </a:lnTo>
                  <a:lnTo>
                    <a:pt x="1563" y="789"/>
                  </a:lnTo>
                  <a:lnTo>
                    <a:pt x="1563" y="789"/>
                  </a:lnTo>
                  <a:lnTo>
                    <a:pt x="1563" y="791"/>
                  </a:lnTo>
                  <a:lnTo>
                    <a:pt x="1563" y="791"/>
                  </a:lnTo>
                  <a:lnTo>
                    <a:pt x="1563" y="791"/>
                  </a:lnTo>
                  <a:lnTo>
                    <a:pt x="1563" y="793"/>
                  </a:lnTo>
                  <a:lnTo>
                    <a:pt x="1563" y="793"/>
                  </a:lnTo>
                  <a:lnTo>
                    <a:pt x="1561" y="795"/>
                  </a:lnTo>
                  <a:lnTo>
                    <a:pt x="1561" y="797"/>
                  </a:lnTo>
                  <a:lnTo>
                    <a:pt x="1561" y="797"/>
                  </a:lnTo>
                  <a:lnTo>
                    <a:pt x="1561" y="799"/>
                  </a:lnTo>
                  <a:lnTo>
                    <a:pt x="1561" y="801"/>
                  </a:lnTo>
                  <a:lnTo>
                    <a:pt x="1563" y="801"/>
                  </a:lnTo>
                  <a:lnTo>
                    <a:pt x="1563" y="801"/>
                  </a:lnTo>
                  <a:lnTo>
                    <a:pt x="1561" y="805"/>
                  </a:lnTo>
                  <a:lnTo>
                    <a:pt x="1559" y="807"/>
                  </a:lnTo>
                  <a:lnTo>
                    <a:pt x="1557" y="810"/>
                  </a:lnTo>
                  <a:lnTo>
                    <a:pt x="1555" y="812"/>
                  </a:lnTo>
                  <a:lnTo>
                    <a:pt x="1553" y="814"/>
                  </a:lnTo>
                  <a:lnTo>
                    <a:pt x="1551" y="814"/>
                  </a:lnTo>
                  <a:lnTo>
                    <a:pt x="1551" y="816"/>
                  </a:lnTo>
                  <a:lnTo>
                    <a:pt x="1551" y="818"/>
                  </a:lnTo>
                  <a:lnTo>
                    <a:pt x="1551" y="818"/>
                  </a:lnTo>
                  <a:lnTo>
                    <a:pt x="1545" y="822"/>
                  </a:lnTo>
                  <a:lnTo>
                    <a:pt x="1545" y="822"/>
                  </a:lnTo>
                  <a:lnTo>
                    <a:pt x="1545" y="824"/>
                  </a:lnTo>
                  <a:lnTo>
                    <a:pt x="1545" y="824"/>
                  </a:lnTo>
                  <a:lnTo>
                    <a:pt x="1545" y="824"/>
                  </a:lnTo>
                  <a:lnTo>
                    <a:pt x="1547" y="824"/>
                  </a:lnTo>
                  <a:lnTo>
                    <a:pt x="1547" y="824"/>
                  </a:lnTo>
                  <a:lnTo>
                    <a:pt x="1549" y="826"/>
                  </a:lnTo>
                  <a:lnTo>
                    <a:pt x="1549" y="826"/>
                  </a:lnTo>
                  <a:lnTo>
                    <a:pt x="1549" y="826"/>
                  </a:lnTo>
                  <a:lnTo>
                    <a:pt x="1549" y="826"/>
                  </a:lnTo>
                  <a:lnTo>
                    <a:pt x="1549" y="826"/>
                  </a:lnTo>
                  <a:lnTo>
                    <a:pt x="1551" y="828"/>
                  </a:lnTo>
                  <a:lnTo>
                    <a:pt x="1551" y="828"/>
                  </a:lnTo>
                  <a:lnTo>
                    <a:pt x="1551" y="830"/>
                  </a:lnTo>
                  <a:lnTo>
                    <a:pt x="1551" y="830"/>
                  </a:lnTo>
                  <a:lnTo>
                    <a:pt x="1551" y="830"/>
                  </a:lnTo>
                  <a:lnTo>
                    <a:pt x="1551" y="832"/>
                  </a:lnTo>
                  <a:lnTo>
                    <a:pt x="1553" y="832"/>
                  </a:lnTo>
                  <a:lnTo>
                    <a:pt x="1553" y="832"/>
                  </a:lnTo>
                  <a:lnTo>
                    <a:pt x="1553" y="832"/>
                  </a:lnTo>
                  <a:lnTo>
                    <a:pt x="1553" y="832"/>
                  </a:lnTo>
                  <a:lnTo>
                    <a:pt x="1553" y="834"/>
                  </a:lnTo>
                  <a:lnTo>
                    <a:pt x="1553" y="834"/>
                  </a:lnTo>
                  <a:lnTo>
                    <a:pt x="1553" y="834"/>
                  </a:lnTo>
                  <a:lnTo>
                    <a:pt x="1553" y="834"/>
                  </a:lnTo>
                  <a:lnTo>
                    <a:pt x="1555" y="834"/>
                  </a:lnTo>
                  <a:lnTo>
                    <a:pt x="1555" y="836"/>
                  </a:lnTo>
                  <a:lnTo>
                    <a:pt x="1553" y="836"/>
                  </a:lnTo>
                  <a:lnTo>
                    <a:pt x="1553" y="836"/>
                  </a:lnTo>
                  <a:lnTo>
                    <a:pt x="1553" y="838"/>
                  </a:lnTo>
                  <a:lnTo>
                    <a:pt x="1553" y="838"/>
                  </a:lnTo>
                  <a:lnTo>
                    <a:pt x="1553" y="838"/>
                  </a:lnTo>
                  <a:lnTo>
                    <a:pt x="1553" y="840"/>
                  </a:lnTo>
                  <a:lnTo>
                    <a:pt x="1553" y="842"/>
                  </a:lnTo>
                  <a:lnTo>
                    <a:pt x="1553" y="844"/>
                  </a:lnTo>
                  <a:lnTo>
                    <a:pt x="1553" y="844"/>
                  </a:lnTo>
                  <a:lnTo>
                    <a:pt x="1553" y="848"/>
                  </a:lnTo>
                  <a:lnTo>
                    <a:pt x="1553" y="850"/>
                  </a:lnTo>
                  <a:lnTo>
                    <a:pt x="1553" y="850"/>
                  </a:lnTo>
                  <a:lnTo>
                    <a:pt x="1553" y="850"/>
                  </a:lnTo>
                  <a:lnTo>
                    <a:pt x="1553" y="852"/>
                  </a:lnTo>
                  <a:lnTo>
                    <a:pt x="1555" y="854"/>
                  </a:lnTo>
                  <a:lnTo>
                    <a:pt x="1555" y="856"/>
                  </a:lnTo>
                  <a:lnTo>
                    <a:pt x="1555" y="858"/>
                  </a:lnTo>
                  <a:lnTo>
                    <a:pt x="1555" y="862"/>
                  </a:lnTo>
                  <a:lnTo>
                    <a:pt x="1555" y="863"/>
                  </a:lnTo>
                  <a:lnTo>
                    <a:pt x="1555" y="863"/>
                  </a:lnTo>
                  <a:lnTo>
                    <a:pt x="1555" y="865"/>
                  </a:lnTo>
                  <a:lnTo>
                    <a:pt x="1557" y="865"/>
                  </a:lnTo>
                  <a:lnTo>
                    <a:pt x="1557" y="867"/>
                  </a:lnTo>
                  <a:lnTo>
                    <a:pt x="1557" y="867"/>
                  </a:lnTo>
                  <a:lnTo>
                    <a:pt x="1557" y="867"/>
                  </a:lnTo>
                  <a:lnTo>
                    <a:pt x="1555" y="873"/>
                  </a:lnTo>
                  <a:lnTo>
                    <a:pt x="1555" y="873"/>
                  </a:lnTo>
                  <a:lnTo>
                    <a:pt x="1555" y="873"/>
                  </a:lnTo>
                  <a:lnTo>
                    <a:pt x="1557" y="875"/>
                  </a:lnTo>
                  <a:lnTo>
                    <a:pt x="1557" y="879"/>
                  </a:lnTo>
                  <a:lnTo>
                    <a:pt x="1557" y="879"/>
                  </a:lnTo>
                  <a:lnTo>
                    <a:pt x="1557" y="881"/>
                  </a:lnTo>
                  <a:lnTo>
                    <a:pt x="1559" y="881"/>
                  </a:lnTo>
                  <a:lnTo>
                    <a:pt x="1559" y="881"/>
                  </a:lnTo>
                  <a:lnTo>
                    <a:pt x="1563" y="885"/>
                  </a:lnTo>
                  <a:lnTo>
                    <a:pt x="1563" y="885"/>
                  </a:lnTo>
                  <a:lnTo>
                    <a:pt x="1563" y="887"/>
                  </a:lnTo>
                  <a:lnTo>
                    <a:pt x="1563" y="887"/>
                  </a:lnTo>
                  <a:lnTo>
                    <a:pt x="1563" y="887"/>
                  </a:lnTo>
                  <a:lnTo>
                    <a:pt x="1563" y="887"/>
                  </a:lnTo>
                  <a:lnTo>
                    <a:pt x="1563" y="887"/>
                  </a:lnTo>
                  <a:lnTo>
                    <a:pt x="1563" y="887"/>
                  </a:lnTo>
                  <a:lnTo>
                    <a:pt x="1565" y="889"/>
                  </a:lnTo>
                  <a:lnTo>
                    <a:pt x="1565" y="889"/>
                  </a:lnTo>
                  <a:lnTo>
                    <a:pt x="1565" y="889"/>
                  </a:lnTo>
                  <a:lnTo>
                    <a:pt x="1565" y="891"/>
                  </a:lnTo>
                  <a:lnTo>
                    <a:pt x="1563" y="891"/>
                  </a:lnTo>
                  <a:lnTo>
                    <a:pt x="1563" y="891"/>
                  </a:lnTo>
                  <a:lnTo>
                    <a:pt x="1563" y="893"/>
                  </a:lnTo>
                  <a:lnTo>
                    <a:pt x="1565" y="893"/>
                  </a:lnTo>
                  <a:lnTo>
                    <a:pt x="1565" y="893"/>
                  </a:lnTo>
                  <a:lnTo>
                    <a:pt x="1565" y="893"/>
                  </a:lnTo>
                  <a:lnTo>
                    <a:pt x="1567" y="893"/>
                  </a:lnTo>
                  <a:lnTo>
                    <a:pt x="1567" y="893"/>
                  </a:lnTo>
                  <a:lnTo>
                    <a:pt x="1567" y="893"/>
                  </a:lnTo>
                  <a:lnTo>
                    <a:pt x="1567" y="893"/>
                  </a:lnTo>
                  <a:lnTo>
                    <a:pt x="1567" y="893"/>
                  </a:lnTo>
                  <a:lnTo>
                    <a:pt x="1567" y="893"/>
                  </a:lnTo>
                  <a:lnTo>
                    <a:pt x="1567" y="895"/>
                  </a:lnTo>
                  <a:lnTo>
                    <a:pt x="1567" y="895"/>
                  </a:lnTo>
                  <a:lnTo>
                    <a:pt x="1567" y="895"/>
                  </a:lnTo>
                  <a:lnTo>
                    <a:pt x="1569" y="895"/>
                  </a:lnTo>
                  <a:lnTo>
                    <a:pt x="1569" y="895"/>
                  </a:lnTo>
                  <a:lnTo>
                    <a:pt x="1569" y="897"/>
                  </a:lnTo>
                  <a:lnTo>
                    <a:pt x="1569" y="897"/>
                  </a:lnTo>
                  <a:lnTo>
                    <a:pt x="1569" y="897"/>
                  </a:lnTo>
                  <a:lnTo>
                    <a:pt x="1569" y="899"/>
                  </a:lnTo>
                  <a:lnTo>
                    <a:pt x="1571" y="899"/>
                  </a:lnTo>
                  <a:lnTo>
                    <a:pt x="1571" y="899"/>
                  </a:lnTo>
                  <a:lnTo>
                    <a:pt x="1571" y="899"/>
                  </a:lnTo>
                  <a:lnTo>
                    <a:pt x="1571" y="899"/>
                  </a:lnTo>
                  <a:lnTo>
                    <a:pt x="1571" y="901"/>
                  </a:lnTo>
                  <a:lnTo>
                    <a:pt x="1573" y="903"/>
                  </a:lnTo>
                  <a:lnTo>
                    <a:pt x="1573" y="903"/>
                  </a:lnTo>
                  <a:lnTo>
                    <a:pt x="1573" y="905"/>
                  </a:lnTo>
                  <a:lnTo>
                    <a:pt x="1573" y="905"/>
                  </a:lnTo>
                  <a:lnTo>
                    <a:pt x="1575" y="905"/>
                  </a:lnTo>
                  <a:lnTo>
                    <a:pt x="1575" y="907"/>
                  </a:lnTo>
                  <a:lnTo>
                    <a:pt x="1575" y="911"/>
                  </a:lnTo>
                  <a:lnTo>
                    <a:pt x="1575" y="913"/>
                  </a:lnTo>
                  <a:lnTo>
                    <a:pt x="1577" y="913"/>
                  </a:lnTo>
                  <a:lnTo>
                    <a:pt x="1577" y="915"/>
                  </a:lnTo>
                  <a:lnTo>
                    <a:pt x="1579" y="915"/>
                  </a:lnTo>
                  <a:lnTo>
                    <a:pt x="1579" y="915"/>
                  </a:lnTo>
                  <a:lnTo>
                    <a:pt x="1581" y="915"/>
                  </a:lnTo>
                  <a:lnTo>
                    <a:pt x="1581" y="915"/>
                  </a:lnTo>
                  <a:lnTo>
                    <a:pt x="1581" y="917"/>
                  </a:lnTo>
                  <a:lnTo>
                    <a:pt x="1581" y="917"/>
                  </a:lnTo>
                  <a:lnTo>
                    <a:pt x="1581" y="918"/>
                  </a:lnTo>
                  <a:lnTo>
                    <a:pt x="1581" y="918"/>
                  </a:lnTo>
                  <a:lnTo>
                    <a:pt x="1583" y="918"/>
                  </a:lnTo>
                  <a:lnTo>
                    <a:pt x="1583" y="918"/>
                  </a:lnTo>
                  <a:lnTo>
                    <a:pt x="1583" y="920"/>
                  </a:lnTo>
                  <a:lnTo>
                    <a:pt x="1583" y="920"/>
                  </a:lnTo>
                  <a:lnTo>
                    <a:pt x="1583" y="920"/>
                  </a:lnTo>
                  <a:lnTo>
                    <a:pt x="1583" y="920"/>
                  </a:lnTo>
                  <a:lnTo>
                    <a:pt x="1583" y="922"/>
                  </a:lnTo>
                  <a:lnTo>
                    <a:pt x="1583" y="922"/>
                  </a:lnTo>
                  <a:lnTo>
                    <a:pt x="1583" y="922"/>
                  </a:lnTo>
                  <a:lnTo>
                    <a:pt x="1585" y="924"/>
                  </a:lnTo>
                  <a:lnTo>
                    <a:pt x="1585" y="924"/>
                  </a:lnTo>
                  <a:lnTo>
                    <a:pt x="1585" y="924"/>
                  </a:lnTo>
                  <a:lnTo>
                    <a:pt x="1587" y="924"/>
                  </a:lnTo>
                  <a:lnTo>
                    <a:pt x="1587" y="924"/>
                  </a:lnTo>
                  <a:lnTo>
                    <a:pt x="1589" y="926"/>
                  </a:lnTo>
                  <a:lnTo>
                    <a:pt x="1589" y="926"/>
                  </a:lnTo>
                  <a:lnTo>
                    <a:pt x="1589" y="926"/>
                  </a:lnTo>
                  <a:lnTo>
                    <a:pt x="1589" y="926"/>
                  </a:lnTo>
                  <a:lnTo>
                    <a:pt x="1589" y="928"/>
                  </a:lnTo>
                  <a:lnTo>
                    <a:pt x="1587" y="930"/>
                  </a:lnTo>
                  <a:lnTo>
                    <a:pt x="1587" y="932"/>
                  </a:lnTo>
                  <a:lnTo>
                    <a:pt x="1587" y="932"/>
                  </a:lnTo>
                  <a:lnTo>
                    <a:pt x="1585" y="932"/>
                  </a:lnTo>
                  <a:lnTo>
                    <a:pt x="1585" y="932"/>
                  </a:lnTo>
                  <a:lnTo>
                    <a:pt x="1583" y="932"/>
                  </a:lnTo>
                  <a:lnTo>
                    <a:pt x="1583" y="932"/>
                  </a:lnTo>
                  <a:lnTo>
                    <a:pt x="1583" y="932"/>
                  </a:lnTo>
                  <a:lnTo>
                    <a:pt x="1581" y="932"/>
                  </a:lnTo>
                  <a:lnTo>
                    <a:pt x="1581" y="934"/>
                  </a:lnTo>
                  <a:lnTo>
                    <a:pt x="1581" y="936"/>
                  </a:lnTo>
                  <a:lnTo>
                    <a:pt x="1581" y="936"/>
                  </a:lnTo>
                  <a:lnTo>
                    <a:pt x="1579" y="936"/>
                  </a:lnTo>
                  <a:lnTo>
                    <a:pt x="1579" y="936"/>
                  </a:lnTo>
                  <a:lnTo>
                    <a:pt x="1579" y="936"/>
                  </a:lnTo>
                  <a:lnTo>
                    <a:pt x="1579" y="936"/>
                  </a:lnTo>
                  <a:lnTo>
                    <a:pt x="1579" y="936"/>
                  </a:lnTo>
                  <a:lnTo>
                    <a:pt x="1579" y="938"/>
                  </a:lnTo>
                  <a:lnTo>
                    <a:pt x="1579" y="938"/>
                  </a:lnTo>
                  <a:lnTo>
                    <a:pt x="1579" y="938"/>
                  </a:lnTo>
                  <a:lnTo>
                    <a:pt x="1579" y="938"/>
                  </a:lnTo>
                  <a:lnTo>
                    <a:pt x="1581" y="940"/>
                  </a:lnTo>
                  <a:lnTo>
                    <a:pt x="1581" y="940"/>
                  </a:lnTo>
                  <a:lnTo>
                    <a:pt x="1581" y="940"/>
                  </a:lnTo>
                  <a:lnTo>
                    <a:pt x="1581" y="940"/>
                  </a:lnTo>
                  <a:lnTo>
                    <a:pt x="1583" y="940"/>
                  </a:lnTo>
                  <a:lnTo>
                    <a:pt x="1583" y="942"/>
                  </a:lnTo>
                  <a:lnTo>
                    <a:pt x="1583" y="944"/>
                  </a:lnTo>
                  <a:lnTo>
                    <a:pt x="1583" y="944"/>
                  </a:lnTo>
                  <a:lnTo>
                    <a:pt x="1583" y="946"/>
                  </a:lnTo>
                  <a:lnTo>
                    <a:pt x="1583" y="946"/>
                  </a:lnTo>
                  <a:lnTo>
                    <a:pt x="1583" y="946"/>
                  </a:lnTo>
                  <a:lnTo>
                    <a:pt x="1583" y="946"/>
                  </a:lnTo>
                  <a:lnTo>
                    <a:pt x="1585" y="948"/>
                  </a:lnTo>
                  <a:lnTo>
                    <a:pt x="1585" y="948"/>
                  </a:lnTo>
                  <a:lnTo>
                    <a:pt x="1585" y="948"/>
                  </a:lnTo>
                  <a:lnTo>
                    <a:pt x="1585" y="948"/>
                  </a:lnTo>
                  <a:lnTo>
                    <a:pt x="1585" y="948"/>
                  </a:lnTo>
                  <a:lnTo>
                    <a:pt x="1585" y="950"/>
                  </a:lnTo>
                  <a:lnTo>
                    <a:pt x="1585" y="950"/>
                  </a:lnTo>
                  <a:lnTo>
                    <a:pt x="1585" y="950"/>
                  </a:lnTo>
                  <a:lnTo>
                    <a:pt x="1585" y="952"/>
                  </a:lnTo>
                  <a:lnTo>
                    <a:pt x="1585" y="952"/>
                  </a:lnTo>
                  <a:lnTo>
                    <a:pt x="1585" y="952"/>
                  </a:lnTo>
                  <a:lnTo>
                    <a:pt x="1585" y="952"/>
                  </a:lnTo>
                  <a:lnTo>
                    <a:pt x="1587" y="952"/>
                  </a:lnTo>
                  <a:lnTo>
                    <a:pt x="1587" y="952"/>
                  </a:lnTo>
                  <a:lnTo>
                    <a:pt x="1587" y="952"/>
                  </a:lnTo>
                  <a:lnTo>
                    <a:pt x="1587" y="954"/>
                  </a:lnTo>
                  <a:lnTo>
                    <a:pt x="1587" y="954"/>
                  </a:lnTo>
                  <a:lnTo>
                    <a:pt x="1587" y="954"/>
                  </a:lnTo>
                  <a:lnTo>
                    <a:pt x="1587" y="956"/>
                  </a:lnTo>
                  <a:lnTo>
                    <a:pt x="1587" y="956"/>
                  </a:lnTo>
                  <a:lnTo>
                    <a:pt x="1587" y="956"/>
                  </a:lnTo>
                  <a:lnTo>
                    <a:pt x="1587" y="958"/>
                  </a:lnTo>
                  <a:lnTo>
                    <a:pt x="1585" y="958"/>
                  </a:lnTo>
                  <a:lnTo>
                    <a:pt x="1585" y="960"/>
                  </a:lnTo>
                  <a:lnTo>
                    <a:pt x="1585" y="960"/>
                  </a:lnTo>
                  <a:lnTo>
                    <a:pt x="1583" y="960"/>
                  </a:lnTo>
                  <a:lnTo>
                    <a:pt x="1581" y="960"/>
                  </a:lnTo>
                  <a:lnTo>
                    <a:pt x="1581" y="960"/>
                  </a:lnTo>
                  <a:lnTo>
                    <a:pt x="1581" y="960"/>
                  </a:lnTo>
                  <a:lnTo>
                    <a:pt x="1583" y="960"/>
                  </a:lnTo>
                  <a:lnTo>
                    <a:pt x="1583" y="960"/>
                  </a:lnTo>
                  <a:lnTo>
                    <a:pt x="1583" y="960"/>
                  </a:lnTo>
                  <a:lnTo>
                    <a:pt x="1583" y="962"/>
                  </a:lnTo>
                  <a:lnTo>
                    <a:pt x="1583" y="962"/>
                  </a:lnTo>
                  <a:lnTo>
                    <a:pt x="1583" y="962"/>
                  </a:lnTo>
                  <a:lnTo>
                    <a:pt x="1585" y="964"/>
                  </a:lnTo>
                  <a:lnTo>
                    <a:pt x="1585" y="964"/>
                  </a:lnTo>
                  <a:lnTo>
                    <a:pt x="1585" y="964"/>
                  </a:lnTo>
                  <a:lnTo>
                    <a:pt x="1585" y="966"/>
                  </a:lnTo>
                  <a:lnTo>
                    <a:pt x="1583" y="966"/>
                  </a:lnTo>
                  <a:lnTo>
                    <a:pt x="1583" y="968"/>
                  </a:lnTo>
                  <a:lnTo>
                    <a:pt x="1583" y="968"/>
                  </a:lnTo>
                  <a:lnTo>
                    <a:pt x="1583" y="968"/>
                  </a:lnTo>
                  <a:lnTo>
                    <a:pt x="1581" y="968"/>
                  </a:lnTo>
                  <a:lnTo>
                    <a:pt x="1581" y="968"/>
                  </a:lnTo>
                  <a:lnTo>
                    <a:pt x="1581" y="968"/>
                  </a:lnTo>
                  <a:lnTo>
                    <a:pt x="1581" y="970"/>
                  </a:lnTo>
                  <a:lnTo>
                    <a:pt x="1581" y="970"/>
                  </a:lnTo>
                  <a:lnTo>
                    <a:pt x="1581" y="971"/>
                  </a:lnTo>
                  <a:lnTo>
                    <a:pt x="1581" y="971"/>
                  </a:lnTo>
                  <a:lnTo>
                    <a:pt x="1579" y="971"/>
                  </a:lnTo>
                  <a:lnTo>
                    <a:pt x="1579" y="971"/>
                  </a:lnTo>
                  <a:lnTo>
                    <a:pt x="1579" y="971"/>
                  </a:lnTo>
                  <a:lnTo>
                    <a:pt x="1579" y="973"/>
                  </a:lnTo>
                  <a:lnTo>
                    <a:pt x="1577" y="973"/>
                  </a:lnTo>
                  <a:lnTo>
                    <a:pt x="1577" y="973"/>
                  </a:lnTo>
                  <a:lnTo>
                    <a:pt x="1577" y="975"/>
                  </a:lnTo>
                  <a:lnTo>
                    <a:pt x="1577" y="975"/>
                  </a:lnTo>
                  <a:lnTo>
                    <a:pt x="1577" y="975"/>
                  </a:lnTo>
                  <a:lnTo>
                    <a:pt x="1577" y="975"/>
                  </a:lnTo>
                  <a:lnTo>
                    <a:pt x="1579" y="979"/>
                  </a:lnTo>
                  <a:lnTo>
                    <a:pt x="1579" y="979"/>
                  </a:lnTo>
                  <a:lnTo>
                    <a:pt x="1579" y="979"/>
                  </a:lnTo>
                  <a:lnTo>
                    <a:pt x="1579" y="979"/>
                  </a:lnTo>
                  <a:lnTo>
                    <a:pt x="1579" y="981"/>
                  </a:lnTo>
                  <a:lnTo>
                    <a:pt x="1579" y="983"/>
                  </a:lnTo>
                  <a:lnTo>
                    <a:pt x="1579" y="983"/>
                  </a:lnTo>
                  <a:lnTo>
                    <a:pt x="1579" y="983"/>
                  </a:lnTo>
                  <a:lnTo>
                    <a:pt x="1577" y="985"/>
                  </a:lnTo>
                  <a:lnTo>
                    <a:pt x="1577" y="985"/>
                  </a:lnTo>
                  <a:lnTo>
                    <a:pt x="1577" y="985"/>
                  </a:lnTo>
                  <a:lnTo>
                    <a:pt x="1577" y="987"/>
                  </a:lnTo>
                  <a:lnTo>
                    <a:pt x="1577" y="989"/>
                  </a:lnTo>
                  <a:lnTo>
                    <a:pt x="1577" y="991"/>
                  </a:lnTo>
                  <a:lnTo>
                    <a:pt x="1577" y="991"/>
                  </a:lnTo>
                  <a:lnTo>
                    <a:pt x="1577" y="991"/>
                  </a:lnTo>
                  <a:lnTo>
                    <a:pt x="1577" y="991"/>
                  </a:lnTo>
                  <a:lnTo>
                    <a:pt x="1577" y="993"/>
                  </a:lnTo>
                  <a:lnTo>
                    <a:pt x="1579" y="993"/>
                  </a:lnTo>
                  <a:lnTo>
                    <a:pt x="1579" y="993"/>
                  </a:lnTo>
                  <a:lnTo>
                    <a:pt x="1579" y="993"/>
                  </a:lnTo>
                  <a:lnTo>
                    <a:pt x="1577" y="993"/>
                  </a:lnTo>
                  <a:lnTo>
                    <a:pt x="1577" y="995"/>
                  </a:lnTo>
                  <a:lnTo>
                    <a:pt x="1577" y="995"/>
                  </a:lnTo>
                  <a:lnTo>
                    <a:pt x="1577" y="995"/>
                  </a:lnTo>
                  <a:lnTo>
                    <a:pt x="1579" y="995"/>
                  </a:lnTo>
                  <a:lnTo>
                    <a:pt x="1579" y="995"/>
                  </a:lnTo>
                  <a:lnTo>
                    <a:pt x="1579" y="997"/>
                  </a:lnTo>
                  <a:lnTo>
                    <a:pt x="1579" y="997"/>
                  </a:lnTo>
                  <a:lnTo>
                    <a:pt x="1579" y="997"/>
                  </a:lnTo>
                  <a:lnTo>
                    <a:pt x="1577" y="999"/>
                  </a:lnTo>
                  <a:lnTo>
                    <a:pt x="1577" y="999"/>
                  </a:lnTo>
                  <a:lnTo>
                    <a:pt x="1575" y="1001"/>
                  </a:lnTo>
                  <a:lnTo>
                    <a:pt x="1575" y="1001"/>
                  </a:lnTo>
                  <a:lnTo>
                    <a:pt x="1575" y="1003"/>
                  </a:lnTo>
                  <a:lnTo>
                    <a:pt x="1575" y="1003"/>
                  </a:lnTo>
                  <a:lnTo>
                    <a:pt x="1575" y="1003"/>
                  </a:lnTo>
                  <a:lnTo>
                    <a:pt x="1575" y="1005"/>
                  </a:lnTo>
                  <a:lnTo>
                    <a:pt x="1575" y="1005"/>
                  </a:lnTo>
                  <a:lnTo>
                    <a:pt x="1575" y="1005"/>
                  </a:lnTo>
                  <a:lnTo>
                    <a:pt x="1575" y="1005"/>
                  </a:lnTo>
                  <a:lnTo>
                    <a:pt x="1573" y="1007"/>
                  </a:lnTo>
                  <a:lnTo>
                    <a:pt x="1571" y="1007"/>
                  </a:lnTo>
                  <a:lnTo>
                    <a:pt x="1571" y="1007"/>
                  </a:lnTo>
                  <a:lnTo>
                    <a:pt x="1571" y="1009"/>
                  </a:lnTo>
                  <a:lnTo>
                    <a:pt x="1571" y="1009"/>
                  </a:lnTo>
                  <a:lnTo>
                    <a:pt x="1571" y="1009"/>
                  </a:lnTo>
                  <a:lnTo>
                    <a:pt x="1571" y="1011"/>
                  </a:lnTo>
                  <a:lnTo>
                    <a:pt x="1571" y="1011"/>
                  </a:lnTo>
                  <a:lnTo>
                    <a:pt x="1571" y="1011"/>
                  </a:lnTo>
                  <a:lnTo>
                    <a:pt x="1571" y="1011"/>
                  </a:lnTo>
                  <a:lnTo>
                    <a:pt x="1571" y="1013"/>
                  </a:lnTo>
                  <a:lnTo>
                    <a:pt x="1569" y="1013"/>
                  </a:lnTo>
                  <a:lnTo>
                    <a:pt x="1567" y="1013"/>
                  </a:lnTo>
                  <a:lnTo>
                    <a:pt x="1567" y="1013"/>
                  </a:lnTo>
                  <a:lnTo>
                    <a:pt x="1567" y="1013"/>
                  </a:lnTo>
                  <a:lnTo>
                    <a:pt x="1567" y="1013"/>
                  </a:lnTo>
                  <a:lnTo>
                    <a:pt x="1565" y="1015"/>
                  </a:lnTo>
                  <a:lnTo>
                    <a:pt x="1563" y="1017"/>
                  </a:lnTo>
                  <a:lnTo>
                    <a:pt x="1563" y="1017"/>
                  </a:lnTo>
                  <a:lnTo>
                    <a:pt x="1563" y="1017"/>
                  </a:lnTo>
                  <a:lnTo>
                    <a:pt x="1561" y="1015"/>
                  </a:lnTo>
                  <a:lnTo>
                    <a:pt x="1561" y="1015"/>
                  </a:lnTo>
                  <a:lnTo>
                    <a:pt x="1559" y="1015"/>
                  </a:lnTo>
                  <a:lnTo>
                    <a:pt x="1559" y="1015"/>
                  </a:lnTo>
                  <a:lnTo>
                    <a:pt x="1559" y="1015"/>
                  </a:lnTo>
                  <a:lnTo>
                    <a:pt x="1559" y="1013"/>
                  </a:lnTo>
                  <a:lnTo>
                    <a:pt x="1559" y="1013"/>
                  </a:lnTo>
                  <a:lnTo>
                    <a:pt x="1559" y="1013"/>
                  </a:lnTo>
                  <a:lnTo>
                    <a:pt x="1559" y="1013"/>
                  </a:lnTo>
                  <a:lnTo>
                    <a:pt x="1557" y="1011"/>
                  </a:lnTo>
                  <a:lnTo>
                    <a:pt x="1557" y="1011"/>
                  </a:lnTo>
                  <a:lnTo>
                    <a:pt x="1557" y="1011"/>
                  </a:lnTo>
                  <a:lnTo>
                    <a:pt x="1557" y="1011"/>
                  </a:lnTo>
                  <a:lnTo>
                    <a:pt x="1557" y="1009"/>
                  </a:lnTo>
                  <a:lnTo>
                    <a:pt x="1557" y="1009"/>
                  </a:lnTo>
                  <a:lnTo>
                    <a:pt x="1557" y="1005"/>
                  </a:lnTo>
                  <a:lnTo>
                    <a:pt x="1557" y="1005"/>
                  </a:lnTo>
                  <a:lnTo>
                    <a:pt x="1555" y="1005"/>
                  </a:lnTo>
                  <a:lnTo>
                    <a:pt x="1555" y="1005"/>
                  </a:lnTo>
                  <a:lnTo>
                    <a:pt x="1555" y="1005"/>
                  </a:lnTo>
                  <a:lnTo>
                    <a:pt x="1555" y="1003"/>
                  </a:lnTo>
                  <a:lnTo>
                    <a:pt x="1555" y="1003"/>
                  </a:lnTo>
                  <a:lnTo>
                    <a:pt x="1555" y="1003"/>
                  </a:lnTo>
                  <a:lnTo>
                    <a:pt x="1555" y="1003"/>
                  </a:lnTo>
                  <a:lnTo>
                    <a:pt x="1555" y="1001"/>
                  </a:lnTo>
                  <a:lnTo>
                    <a:pt x="1555" y="1001"/>
                  </a:lnTo>
                  <a:lnTo>
                    <a:pt x="1555" y="1001"/>
                  </a:lnTo>
                  <a:lnTo>
                    <a:pt x="1553" y="1001"/>
                  </a:lnTo>
                  <a:lnTo>
                    <a:pt x="1553" y="999"/>
                  </a:lnTo>
                  <a:lnTo>
                    <a:pt x="1553" y="999"/>
                  </a:lnTo>
                  <a:lnTo>
                    <a:pt x="1553" y="999"/>
                  </a:lnTo>
                  <a:lnTo>
                    <a:pt x="1553" y="997"/>
                  </a:lnTo>
                  <a:lnTo>
                    <a:pt x="1551" y="997"/>
                  </a:lnTo>
                  <a:lnTo>
                    <a:pt x="1551" y="997"/>
                  </a:lnTo>
                  <a:lnTo>
                    <a:pt x="1551" y="997"/>
                  </a:lnTo>
                  <a:lnTo>
                    <a:pt x="1551" y="997"/>
                  </a:lnTo>
                  <a:lnTo>
                    <a:pt x="1549" y="1001"/>
                  </a:lnTo>
                  <a:lnTo>
                    <a:pt x="1549" y="1001"/>
                  </a:lnTo>
                  <a:lnTo>
                    <a:pt x="1549" y="1001"/>
                  </a:lnTo>
                  <a:lnTo>
                    <a:pt x="1547" y="1001"/>
                  </a:lnTo>
                  <a:lnTo>
                    <a:pt x="1547" y="1001"/>
                  </a:lnTo>
                  <a:lnTo>
                    <a:pt x="1547" y="1003"/>
                  </a:lnTo>
                  <a:lnTo>
                    <a:pt x="1547" y="1003"/>
                  </a:lnTo>
                  <a:lnTo>
                    <a:pt x="1547" y="1003"/>
                  </a:lnTo>
                  <a:lnTo>
                    <a:pt x="1547" y="1003"/>
                  </a:lnTo>
                  <a:lnTo>
                    <a:pt x="1547" y="1003"/>
                  </a:lnTo>
                  <a:lnTo>
                    <a:pt x="1547" y="1005"/>
                  </a:lnTo>
                  <a:lnTo>
                    <a:pt x="1547" y="1005"/>
                  </a:lnTo>
                  <a:lnTo>
                    <a:pt x="1547" y="1005"/>
                  </a:lnTo>
                  <a:lnTo>
                    <a:pt x="1547" y="1007"/>
                  </a:lnTo>
                  <a:lnTo>
                    <a:pt x="1547" y="1007"/>
                  </a:lnTo>
                  <a:lnTo>
                    <a:pt x="1547" y="1007"/>
                  </a:lnTo>
                  <a:lnTo>
                    <a:pt x="1547" y="1007"/>
                  </a:lnTo>
                  <a:lnTo>
                    <a:pt x="1547" y="1009"/>
                  </a:lnTo>
                  <a:lnTo>
                    <a:pt x="1547" y="1009"/>
                  </a:lnTo>
                  <a:lnTo>
                    <a:pt x="1547" y="1009"/>
                  </a:lnTo>
                  <a:lnTo>
                    <a:pt x="1547" y="1009"/>
                  </a:lnTo>
                  <a:lnTo>
                    <a:pt x="1545" y="1011"/>
                  </a:lnTo>
                  <a:lnTo>
                    <a:pt x="1545" y="1011"/>
                  </a:lnTo>
                  <a:lnTo>
                    <a:pt x="1545" y="1011"/>
                  </a:lnTo>
                  <a:lnTo>
                    <a:pt x="1545" y="1011"/>
                  </a:lnTo>
                  <a:lnTo>
                    <a:pt x="1544" y="1011"/>
                  </a:lnTo>
                  <a:lnTo>
                    <a:pt x="1544" y="1009"/>
                  </a:lnTo>
                  <a:lnTo>
                    <a:pt x="1544" y="1009"/>
                  </a:lnTo>
                  <a:lnTo>
                    <a:pt x="1544" y="1009"/>
                  </a:lnTo>
                  <a:lnTo>
                    <a:pt x="1544" y="1009"/>
                  </a:lnTo>
                  <a:lnTo>
                    <a:pt x="1542" y="1009"/>
                  </a:lnTo>
                  <a:lnTo>
                    <a:pt x="1542" y="1007"/>
                  </a:lnTo>
                  <a:lnTo>
                    <a:pt x="1542" y="1007"/>
                  </a:lnTo>
                  <a:lnTo>
                    <a:pt x="1542" y="1007"/>
                  </a:lnTo>
                  <a:lnTo>
                    <a:pt x="1542" y="1007"/>
                  </a:lnTo>
                  <a:lnTo>
                    <a:pt x="1540" y="1007"/>
                  </a:lnTo>
                  <a:lnTo>
                    <a:pt x="1540" y="1007"/>
                  </a:lnTo>
                  <a:lnTo>
                    <a:pt x="1540" y="1007"/>
                  </a:lnTo>
                  <a:lnTo>
                    <a:pt x="1540" y="1005"/>
                  </a:lnTo>
                  <a:lnTo>
                    <a:pt x="1540" y="1005"/>
                  </a:lnTo>
                  <a:lnTo>
                    <a:pt x="1542" y="1003"/>
                  </a:lnTo>
                  <a:lnTo>
                    <a:pt x="1542" y="1003"/>
                  </a:lnTo>
                  <a:lnTo>
                    <a:pt x="1542" y="1003"/>
                  </a:lnTo>
                  <a:lnTo>
                    <a:pt x="1540" y="1003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1001"/>
                  </a:lnTo>
                  <a:lnTo>
                    <a:pt x="1540" y="999"/>
                  </a:lnTo>
                  <a:lnTo>
                    <a:pt x="1540" y="999"/>
                  </a:lnTo>
                  <a:lnTo>
                    <a:pt x="1540" y="999"/>
                  </a:lnTo>
                  <a:lnTo>
                    <a:pt x="1538" y="999"/>
                  </a:lnTo>
                  <a:lnTo>
                    <a:pt x="1538" y="999"/>
                  </a:lnTo>
                  <a:lnTo>
                    <a:pt x="1538" y="999"/>
                  </a:lnTo>
                  <a:lnTo>
                    <a:pt x="1538" y="999"/>
                  </a:lnTo>
                  <a:lnTo>
                    <a:pt x="1536" y="999"/>
                  </a:lnTo>
                  <a:lnTo>
                    <a:pt x="1536" y="1001"/>
                  </a:lnTo>
                  <a:lnTo>
                    <a:pt x="1536" y="1001"/>
                  </a:lnTo>
                  <a:lnTo>
                    <a:pt x="1534" y="1001"/>
                  </a:lnTo>
                  <a:lnTo>
                    <a:pt x="1532" y="999"/>
                  </a:lnTo>
                  <a:lnTo>
                    <a:pt x="1532" y="999"/>
                  </a:lnTo>
                  <a:lnTo>
                    <a:pt x="1532" y="999"/>
                  </a:lnTo>
                  <a:lnTo>
                    <a:pt x="1532" y="1001"/>
                  </a:lnTo>
                  <a:lnTo>
                    <a:pt x="1532" y="1001"/>
                  </a:lnTo>
                  <a:lnTo>
                    <a:pt x="1532" y="1001"/>
                  </a:lnTo>
                  <a:lnTo>
                    <a:pt x="1530" y="1003"/>
                  </a:lnTo>
                  <a:lnTo>
                    <a:pt x="1530" y="1003"/>
                  </a:lnTo>
                  <a:lnTo>
                    <a:pt x="1530" y="1003"/>
                  </a:lnTo>
                  <a:lnTo>
                    <a:pt x="1530" y="1003"/>
                  </a:lnTo>
                  <a:lnTo>
                    <a:pt x="1524" y="1003"/>
                  </a:lnTo>
                  <a:lnTo>
                    <a:pt x="1524" y="1003"/>
                  </a:lnTo>
                  <a:lnTo>
                    <a:pt x="1524" y="1001"/>
                  </a:lnTo>
                  <a:lnTo>
                    <a:pt x="1524" y="1001"/>
                  </a:lnTo>
                  <a:lnTo>
                    <a:pt x="1524" y="1001"/>
                  </a:lnTo>
                  <a:lnTo>
                    <a:pt x="1522" y="999"/>
                  </a:lnTo>
                  <a:lnTo>
                    <a:pt x="1522" y="999"/>
                  </a:lnTo>
                  <a:lnTo>
                    <a:pt x="1522" y="999"/>
                  </a:lnTo>
                  <a:lnTo>
                    <a:pt x="1522" y="999"/>
                  </a:lnTo>
                  <a:lnTo>
                    <a:pt x="1522" y="997"/>
                  </a:lnTo>
                  <a:lnTo>
                    <a:pt x="1520" y="997"/>
                  </a:lnTo>
                  <a:lnTo>
                    <a:pt x="1520" y="999"/>
                  </a:lnTo>
                  <a:lnTo>
                    <a:pt x="1518" y="999"/>
                  </a:lnTo>
                  <a:lnTo>
                    <a:pt x="1518" y="1001"/>
                  </a:lnTo>
                  <a:lnTo>
                    <a:pt x="1518" y="1001"/>
                  </a:lnTo>
                  <a:lnTo>
                    <a:pt x="1518" y="1001"/>
                  </a:lnTo>
                  <a:lnTo>
                    <a:pt x="1518" y="1001"/>
                  </a:lnTo>
                  <a:lnTo>
                    <a:pt x="1518" y="1003"/>
                  </a:lnTo>
                  <a:lnTo>
                    <a:pt x="1520" y="1005"/>
                  </a:lnTo>
                  <a:lnTo>
                    <a:pt x="1520" y="1005"/>
                  </a:lnTo>
                  <a:lnTo>
                    <a:pt x="1520" y="1007"/>
                  </a:lnTo>
                  <a:lnTo>
                    <a:pt x="1520" y="1007"/>
                  </a:lnTo>
                  <a:lnTo>
                    <a:pt x="1520" y="1007"/>
                  </a:lnTo>
                  <a:lnTo>
                    <a:pt x="1518" y="1011"/>
                  </a:lnTo>
                  <a:lnTo>
                    <a:pt x="1518" y="1013"/>
                  </a:lnTo>
                  <a:lnTo>
                    <a:pt x="1518" y="1013"/>
                  </a:lnTo>
                  <a:lnTo>
                    <a:pt x="1518" y="1015"/>
                  </a:lnTo>
                  <a:lnTo>
                    <a:pt x="1518" y="1015"/>
                  </a:lnTo>
                  <a:lnTo>
                    <a:pt x="1518" y="1015"/>
                  </a:lnTo>
                  <a:lnTo>
                    <a:pt x="1518" y="1015"/>
                  </a:lnTo>
                  <a:lnTo>
                    <a:pt x="1518" y="1017"/>
                  </a:lnTo>
                  <a:lnTo>
                    <a:pt x="1520" y="1017"/>
                  </a:lnTo>
                  <a:lnTo>
                    <a:pt x="1520" y="1017"/>
                  </a:lnTo>
                  <a:lnTo>
                    <a:pt x="1520" y="1019"/>
                  </a:lnTo>
                  <a:lnTo>
                    <a:pt x="1520" y="1019"/>
                  </a:lnTo>
                  <a:lnTo>
                    <a:pt x="1518" y="1019"/>
                  </a:lnTo>
                  <a:lnTo>
                    <a:pt x="1518" y="1019"/>
                  </a:lnTo>
                  <a:lnTo>
                    <a:pt x="1518" y="1019"/>
                  </a:lnTo>
                  <a:lnTo>
                    <a:pt x="1516" y="1019"/>
                  </a:lnTo>
                  <a:lnTo>
                    <a:pt x="1516" y="1019"/>
                  </a:lnTo>
                  <a:lnTo>
                    <a:pt x="1516" y="1019"/>
                  </a:lnTo>
                  <a:lnTo>
                    <a:pt x="1512" y="1019"/>
                  </a:lnTo>
                  <a:lnTo>
                    <a:pt x="1512" y="1019"/>
                  </a:lnTo>
                  <a:lnTo>
                    <a:pt x="1512" y="1017"/>
                  </a:lnTo>
                  <a:lnTo>
                    <a:pt x="1512" y="1017"/>
                  </a:lnTo>
                  <a:lnTo>
                    <a:pt x="1512" y="1017"/>
                  </a:lnTo>
                  <a:lnTo>
                    <a:pt x="1510" y="1019"/>
                  </a:lnTo>
                  <a:lnTo>
                    <a:pt x="1510" y="1019"/>
                  </a:lnTo>
                  <a:lnTo>
                    <a:pt x="1510" y="1019"/>
                  </a:lnTo>
                  <a:lnTo>
                    <a:pt x="1508" y="1017"/>
                  </a:lnTo>
                  <a:lnTo>
                    <a:pt x="1508" y="1017"/>
                  </a:lnTo>
                  <a:lnTo>
                    <a:pt x="1508" y="1019"/>
                  </a:lnTo>
                  <a:lnTo>
                    <a:pt x="1506" y="1019"/>
                  </a:lnTo>
                  <a:lnTo>
                    <a:pt x="1506" y="1019"/>
                  </a:lnTo>
                  <a:lnTo>
                    <a:pt x="1506" y="1019"/>
                  </a:lnTo>
                  <a:lnTo>
                    <a:pt x="1504" y="1019"/>
                  </a:lnTo>
                  <a:lnTo>
                    <a:pt x="1504" y="1019"/>
                  </a:lnTo>
                  <a:lnTo>
                    <a:pt x="1506" y="1021"/>
                  </a:lnTo>
                  <a:lnTo>
                    <a:pt x="1504" y="1021"/>
                  </a:lnTo>
                  <a:lnTo>
                    <a:pt x="1504" y="1021"/>
                  </a:lnTo>
                  <a:lnTo>
                    <a:pt x="1504" y="1023"/>
                  </a:lnTo>
                  <a:lnTo>
                    <a:pt x="1502" y="1023"/>
                  </a:lnTo>
                  <a:lnTo>
                    <a:pt x="1502" y="1023"/>
                  </a:lnTo>
                  <a:lnTo>
                    <a:pt x="1502" y="1023"/>
                  </a:lnTo>
                  <a:lnTo>
                    <a:pt x="1502" y="1025"/>
                  </a:lnTo>
                  <a:lnTo>
                    <a:pt x="1502" y="1025"/>
                  </a:lnTo>
                  <a:lnTo>
                    <a:pt x="1502" y="1025"/>
                  </a:lnTo>
                  <a:lnTo>
                    <a:pt x="1502" y="1026"/>
                  </a:lnTo>
                  <a:lnTo>
                    <a:pt x="1502" y="1026"/>
                  </a:lnTo>
                  <a:lnTo>
                    <a:pt x="1502" y="1026"/>
                  </a:lnTo>
                  <a:lnTo>
                    <a:pt x="1500" y="1026"/>
                  </a:lnTo>
                  <a:lnTo>
                    <a:pt x="1500" y="1028"/>
                  </a:lnTo>
                  <a:lnTo>
                    <a:pt x="1500" y="1028"/>
                  </a:lnTo>
                  <a:lnTo>
                    <a:pt x="1500" y="1028"/>
                  </a:lnTo>
                  <a:lnTo>
                    <a:pt x="1500" y="1030"/>
                  </a:lnTo>
                  <a:lnTo>
                    <a:pt x="1500" y="1030"/>
                  </a:lnTo>
                  <a:lnTo>
                    <a:pt x="1498" y="1030"/>
                  </a:lnTo>
                  <a:lnTo>
                    <a:pt x="1498" y="1030"/>
                  </a:lnTo>
                  <a:lnTo>
                    <a:pt x="1498" y="1028"/>
                  </a:lnTo>
                  <a:lnTo>
                    <a:pt x="1498" y="1028"/>
                  </a:lnTo>
                  <a:lnTo>
                    <a:pt x="1498" y="1028"/>
                  </a:lnTo>
                  <a:lnTo>
                    <a:pt x="1496" y="1028"/>
                  </a:lnTo>
                  <a:lnTo>
                    <a:pt x="1496" y="1026"/>
                  </a:lnTo>
                  <a:lnTo>
                    <a:pt x="1496" y="1026"/>
                  </a:lnTo>
                  <a:lnTo>
                    <a:pt x="1496" y="1026"/>
                  </a:lnTo>
                  <a:lnTo>
                    <a:pt x="1496" y="1025"/>
                  </a:lnTo>
                  <a:lnTo>
                    <a:pt x="1496" y="1025"/>
                  </a:lnTo>
                  <a:lnTo>
                    <a:pt x="1496" y="1025"/>
                  </a:lnTo>
                  <a:lnTo>
                    <a:pt x="1496" y="1025"/>
                  </a:lnTo>
                  <a:lnTo>
                    <a:pt x="1496" y="1025"/>
                  </a:lnTo>
                  <a:lnTo>
                    <a:pt x="1495" y="1025"/>
                  </a:lnTo>
                  <a:lnTo>
                    <a:pt x="1493" y="1025"/>
                  </a:lnTo>
                  <a:lnTo>
                    <a:pt x="1491" y="1025"/>
                  </a:lnTo>
                  <a:lnTo>
                    <a:pt x="1491" y="1025"/>
                  </a:lnTo>
                  <a:lnTo>
                    <a:pt x="1491" y="1025"/>
                  </a:lnTo>
                  <a:lnTo>
                    <a:pt x="1491" y="1023"/>
                  </a:lnTo>
                  <a:lnTo>
                    <a:pt x="1491" y="1023"/>
                  </a:lnTo>
                  <a:lnTo>
                    <a:pt x="1491" y="1023"/>
                  </a:lnTo>
                  <a:lnTo>
                    <a:pt x="1491" y="1023"/>
                  </a:lnTo>
                  <a:lnTo>
                    <a:pt x="1491" y="1023"/>
                  </a:lnTo>
                  <a:lnTo>
                    <a:pt x="1491" y="1023"/>
                  </a:lnTo>
                  <a:lnTo>
                    <a:pt x="1491" y="1021"/>
                  </a:lnTo>
                  <a:lnTo>
                    <a:pt x="1489" y="1021"/>
                  </a:lnTo>
                  <a:lnTo>
                    <a:pt x="1489" y="1021"/>
                  </a:lnTo>
                  <a:lnTo>
                    <a:pt x="1485" y="1019"/>
                  </a:lnTo>
                  <a:lnTo>
                    <a:pt x="1485" y="1019"/>
                  </a:lnTo>
                  <a:lnTo>
                    <a:pt x="1485" y="1019"/>
                  </a:lnTo>
                  <a:lnTo>
                    <a:pt x="1485" y="1019"/>
                  </a:lnTo>
                  <a:lnTo>
                    <a:pt x="1485" y="1019"/>
                  </a:lnTo>
                  <a:lnTo>
                    <a:pt x="1485" y="1017"/>
                  </a:lnTo>
                  <a:lnTo>
                    <a:pt x="1485" y="1017"/>
                  </a:lnTo>
                  <a:lnTo>
                    <a:pt x="1483" y="1017"/>
                  </a:lnTo>
                  <a:lnTo>
                    <a:pt x="1483" y="1017"/>
                  </a:lnTo>
                  <a:lnTo>
                    <a:pt x="1481" y="1017"/>
                  </a:lnTo>
                  <a:lnTo>
                    <a:pt x="1481" y="1017"/>
                  </a:lnTo>
                  <a:lnTo>
                    <a:pt x="1481" y="1019"/>
                  </a:lnTo>
                  <a:lnTo>
                    <a:pt x="1481" y="1019"/>
                  </a:lnTo>
                  <a:lnTo>
                    <a:pt x="1481" y="1019"/>
                  </a:lnTo>
                  <a:lnTo>
                    <a:pt x="1481" y="1021"/>
                  </a:lnTo>
                  <a:lnTo>
                    <a:pt x="1481" y="1021"/>
                  </a:lnTo>
                  <a:lnTo>
                    <a:pt x="1481" y="1023"/>
                  </a:lnTo>
                  <a:lnTo>
                    <a:pt x="1479" y="1023"/>
                  </a:lnTo>
                  <a:lnTo>
                    <a:pt x="1479" y="1025"/>
                  </a:lnTo>
                  <a:lnTo>
                    <a:pt x="1479" y="1025"/>
                  </a:lnTo>
                  <a:lnTo>
                    <a:pt x="1477" y="1025"/>
                  </a:lnTo>
                  <a:lnTo>
                    <a:pt x="1475" y="1025"/>
                  </a:lnTo>
                  <a:lnTo>
                    <a:pt x="1475" y="1025"/>
                  </a:lnTo>
                  <a:lnTo>
                    <a:pt x="1475" y="1026"/>
                  </a:lnTo>
                  <a:lnTo>
                    <a:pt x="1475" y="1026"/>
                  </a:lnTo>
                  <a:lnTo>
                    <a:pt x="1475" y="1026"/>
                  </a:lnTo>
                  <a:lnTo>
                    <a:pt x="1473" y="1026"/>
                  </a:lnTo>
                  <a:lnTo>
                    <a:pt x="1473" y="1026"/>
                  </a:lnTo>
                  <a:lnTo>
                    <a:pt x="1473" y="1026"/>
                  </a:lnTo>
                  <a:lnTo>
                    <a:pt x="1473" y="1025"/>
                  </a:lnTo>
                  <a:lnTo>
                    <a:pt x="1473" y="1025"/>
                  </a:lnTo>
                  <a:lnTo>
                    <a:pt x="1473" y="1023"/>
                  </a:lnTo>
                  <a:lnTo>
                    <a:pt x="1473" y="1023"/>
                  </a:lnTo>
                  <a:lnTo>
                    <a:pt x="1473" y="1023"/>
                  </a:lnTo>
                  <a:lnTo>
                    <a:pt x="1473" y="1023"/>
                  </a:lnTo>
                  <a:lnTo>
                    <a:pt x="1473" y="1021"/>
                  </a:lnTo>
                  <a:lnTo>
                    <a:pt x="1471" y="1021"/>
                  </a:lnTo>
                  <a:lnTo>
                    <a:pt x="1471" y="1021"/>
                  </a:lnTo>
                  <a:lnTo>
                    <a:pt x="1471" y="1021"/>
                  </a:lnTo>
                  <a:lnTo>
                    <a:pt x="1469" y="1023"/>
                  </a:lnTo>
                  <a:lnTo>
                    <a:pt x="1469" y="1023"/>
                  </a:lnTo>
                  <a:lnTo>
                    <a:pt x="1469" y="1023"/>
                  </a:lnTo>
                  <a:lnTo>
                    <a:pt x="1469" y="1025"/>
                  </a:lnTo>
                  <a:lnTo>
                    <a:pt x="1467" y="1025"/>
                  </a:lnTo>
                  <a:lnTo>
                    <a:pt x="1467" y="1025"/>
                  </a:lnTo>
                  <a:lnTo>
                    <a:pt x="1467" y="1025"/>
                  </a:lnTo>
                  <a:lnTo>
                    <a:pt x="1467" y="1023"/>
                  </a:lnTo>
                  <a:lnTo>
                    <a:pt x="1465" y="1023"/>
                  </a:lnTo>
                  <a:lnTo>
                    <a:pt x="1465" y="1023"/>
                  </a:lnTo>
                  <a:lnTo>
                    <a:pt x="1465" y="1023"/>
                  </a:lnTo>
                  <a:lnTo>
                    <a:pt x="1463" y="1023"/>
                  </a:lnTo>
                  <a:lnTo>
                    <a:pt x="1463" y="1023"/>
                  </a:lnTo>
                  <a:lnTo>
                    <a:pt x="1463" y="1021"/>
                  </a:lnTo>
                  <a:lnTo>
                    <a:pt x="1461" y="1021"/>
                  </a:lnTo>
                  <a:lnTo>
                    <a:pt x="1461" y="1021"/>
                  </a:lnTo>
                  <a:lnTo>
                    <a:pt x="1461" y="1021"/>
                  </a:lnTo>
                  <a:lnTo>
                    <a:pt x="1461" y="1021"/>
                  </a:lnTo>
                  <a:lnTo>
                    <a:pt x="1461" y="1021"/>
                  </a:lnTo>
                  <a:lnTo>
                    <a:pt x="1459" y="1021"/>
                  </a:lnTo>
                  <a:lnTo>
                    <a:pt x="1457" y="1021"/>
                  </a:lnTo>
                  <a:lnTo>
                    <a:pt x="1457" y="1019"/>
                  </a:lnTo>
                  <a:lnTo>
                    <a:pt x="1457" y="1019"/>
                  </a:lnTo>
                  <a:lnTo>
                    <a:pt x="1455" y="1019"/>
                  </a:lnTo>
                  <a:lnTo>
                    <a:pt x="1455" y="1019"/>
                  </a:lnTo>
                  <a:lnTo>
                    <a:pt x="1455" y="1019"/>
                  </a:lnTo>
                  <a:lnTo>
                    <a:pt x="1455" y="1017"/>
                  </a:lnTo>
                  <a:lnTo>
                    <a:pt x="1455" y="1015"/>
                  </a:lnTo>
                  <a:lnTo>
                    <a:pt x="1453" y="1013"/>
                  </a:lnTo>
                  <a:lnTo>
                    <a:pt x="1453" y="1013"/>
                  </a:lnTo>
                  <a:lnTo>
                    <a:pt x="1453" y="1013"/>
                  </a:lnTo>
                  <a:lnTo>
                    <a:pt x="1453" y="1013"/>
                  </a:lnTo>
                  <a:lnTo>
                    <a:pt x="1449" y="1013"/>
                  </a:lnTo>
                  <a:lnTo>
                    <a:pt x="1447" y="1013"/>
                  </a:lnTo>
                  <a:lnTo>
                    <a:pt x="1447" y="1011"/>
                  </a:lnTo>
                  <a:lnTo>
                    <a:pt x="1447" y="1011"/>
                  </a:lnTo>
                  <a:lnTo>
                    <a:pt x="1445" y="1009"/>
                  </a:lnTo>
                  <a:lnTo>
                    <a:pt x="1445" y="1009"/>
                  </a:lnTo>
                  <a:lnTo>
                    <a:pt x="1445" y="1009"/>
                  </a:lnTo>
                  <a:lnTo>
                    <a:pt x="1445" y="1009"/>
                  </a:lnTo>
                  <a:lnTo>
                    <a:pt x="1444" y="1007"/>
                  </a:lnTo>
                  <a:lnTo>
                    <a:pt x="1442" y="1007"/>
                  </a:lnTo>
                  <a:lnTo>
                    <a:pt x="1442" y="1005"/>
                  </a:lnTo>
                  <a:lnTo>
                    <a:pt x="1440" y="1003"/>
                  </a:lnTo>
                  <a:lnTo>
                    <a:pt x="1440" y="1003"/>
                  </a:lnTo>
                  <a:lnTo>
                    <a:pt x="1440" y="1003"/>
                  </a:lnTo>
                  <a:lnTo>
                    <a:pt x="1438" y="1003"/>
                  </a:lnTo>
                  <a:lnTo>
                    <a:pt x="1438" y="1003"/>
                  </a:lnTo>
                  <a:lnTo>
                    <a:pt x="1436" y="1003"/>
                  </a:lnTo>
                  <a:lnTo>
                    <a:pt x="1436" y="1003"/>
                  </a:lnTo>
                  <a:lnTo>
                    <a:pt x="1436" y="1005"/>
                  </a:lnTo>
                  <a:lnTo>
                    <a:pt x="1434" y="1005"/>
                  </a:lnTo>
                  <a:lnTo>
                    <a:pt x="1434" y="1005"/>
                  </a:lnTo>
                  <a:lnTo>
                    <a:pt x="1434" y="1007"/>
                  </a:lnTo>
                  <a:lnTo>
                    <a:pt x="1434" y="1007"/>
                  </a:lnTo>
                  <a:lnTo>
                    <a:pt x="1434" y="1007"/>
                  </a:lnTo>
                  <a:lnTo>
                    <a:pt x="1434" y="1007"/>
                  </a:lnTo>
                  <a:lnTo>
                    <a:pt x="1434" y="1009"/>
                  </a:lnTo>
                  <a:lnTo>
                    <a:pt x="1432" y="1009"/>
                  </a:lnTo>
                  <a:lnTo>
                    <a:pt x="1432" y="1007"/>
                  </a:lnTo>
                  <a:lnTo>
                    <a:pt x="1432" y="1007"/>
                  </a:lnTo>
                  <a:lnTo>
                    <a:pt x="1432" y="1007"/>
                  </a:lnTo>
                  <a:lnTo>
                    <a:pt x="1430" y="1007"/>
                  </a:lnTo>
                  <a:lnTo>
                    <a:pt x="1430" y="1007"/>
                  </a:lnTo>
                  <a:lnTo>
                    <a:pt x="1430" y="1007"/>
                  </a:lnTo>
                  <a:lnTo>
                    <a:pt x="1430" y="1005"/>
                  </a:lnTo>
                  <a:lnTo>
                    <a:pt x="1430" y="1003"/>
                  </a:lnTo>
                  <a:lnTo>
                    <a:pt x="1430" y="1003"/>
                  </a:lnTo>
                  <a:lnTo>
                    <a:pt x="1430" y="1003"/>
                  </a:lnTo>
                  <a:lnTo>
                    <a:pt x="1428" y="1003"/>
                  </a:lnTo>
                  <a:lnTo>
                    <a:pt x="1428" y="1003"/>
                  </a:lnTo>
                  <a:lnTo>
                    <a:pt x="1428" y="1003"/>
                  </a:lnTo>
                  <a:lnTo>
                    <a:pt x="1426" y="1003"/>
                  </a:lnTo>
                  <a:lnTo>
                    <a:pt x="1426" y="1003"/>
                  </a:lnTo>
                  <a:lnTo>
                    <a:pt x="1426" y="1005"/>
                  </a:lnTo>
                  <a:lnTo>
                    <a:pt x="1424" y="1003"/>
                  </a:lnTo>
                  <a:lnTo>
                    <a:pt x="1424" y="1003"/>
                  </a:lnTo>
                  <a:lnTo>
                    <a:pt x="1424" y="1003"/>
                  </a:lnTo>
                  <a:lnTo>
                    <a:pt x="1424" y="1003"/>
                  </a:lnTo>
                  <a:lnTo>
                    <a:pt x="1424" y="1003"/>
                  </a:lnTo>
                  <a:lnTo>
                    <a:pt x="1422" y="1003"/>
                  </a:lnTo>
                  <a:lnTo>
                    <a:pt x="1422" y="1003"/>
                  </a:lnTo>
                  <a:lnTo>
                    <a:pt x="1422" y="1003"/>
                  </a:lnTo>
                  <a:lnTo>
                    <a:pt x="1422" y="1003"/>
                  </a:lnTo>
                  <a:lnTo>
                    <a:pt x="1420" y="1003"/>
                  </a:lnTo>
                  <a:lnTo>
                    <a:pt x="1420" y="1003"/>
                  </a:lnTo>
                  <a:lnTo>
                    <a:pt x="1420" y="1003"/>
                  </a:lnTo>
                  <a:lnTo>
                    <a:pt x="1418" y="1001"/>
                  </a:lnTo>
                  <a:lnTo>
                    <a:pt x="1418" y="1001"/>
                  </a:lnTo>
                  <a:lnTo>
                    <a:pt x="1418" y="1001"/>
                  </a:lnTo>
                  <a:lnTo>
                    <a:pt x="1418" y="1001"/>
                  </a:lnTo>
                  <a:lnTo>
                    <a:pt x="1418" y="1001"/>
                  </a:lnTo>
                  <a:lnTo>
                    <a:pt x="1416" y="1001"/>
                  </a:lnTo>
                  <a:lnTo>
                    <a:pt x="1416" y="1001"/>
                  </a:lnTo>
                  <a:lnTo>
                    <a:pt x="1414" y="1001"/>
                  </a:lnTo>
                  <a:lnTo>
                    <a:pt x="1414" y="1001"/>
                  </a:lnTo>
                  <a:lnTo>
                    <a:pt x="1412" y="1001"/>
                  </a:lnTo>
                  <a:lnTo>
                    <a:pt x="1412" y="1001"/>
                  </a:lnTo>
                  <a:lnTo>
                    <a:pt x="1412" y="1005"/>
                  </a:lnTo>
                  <a:lnTo>
                    <a:pt x="1412" y="1005"/>
                  </a:lnTo>
                  <a:lnTo>
                    <a:pt x="1412" y="1005"/>
                  </a:lnTo>
                  <a:lnTo>
                    <a:pt x="1412" y="1005"/>
                  </a:lnTo>
                  <a:lnTo>
                    <a:pt x="1412" y="1005"/>
                  </a:lnTo>
                  <a:lnTo>
                    <a:pt x="1414" y="1007"/>
                  </a:lnTo>
                  <a:lnTo>
                    <a:pt x="1414" y="1007"/>
                  </a:lnTo>
                  <a:lnTo>
                    <a:pt x="1414" y="1007"/>
                  </a:lnTo>
                  <a:lnTo>
                    <a:pt x="1414" y="1007"/>
                  </a:lnTo>
                  <a:lnTo>
                    <a:pt x="1414" y="1007"/>
                  </a:lnTo>
                  <a:lnTo>
                    <a:pt x="1414" y="1009"/>
                  </a:lnTo>
                  <a:lnTo>
                    <a:pt x="1414" y="1009"/>
                  </a:lnTo>
                  <a:lnTo>
                    <a:pt x="1414" y="1011"/>
                  </a:lnTo>
                  <a:lnTo>
                    <a:pt x="1414" y="1011"/>
                  </a:lnTo>
                  <a:lnTo>
                    <a:pt x="1414" y="1013"/>
                  </a:lnTo>
                  <a:lnTo>
                    <a:pt x="1414" y="1013"/>
                  </a:lnTo>
                  <a:lnTo>
                    <a:pt x="1414" y="1015"/>
                  </a:lnTo>
                  <a:lnTo>
                    <a:pt x="1414" y="1015"/>
                  </a:lnTo>
                  <a:lnTo>
                    <a:pt x="1414" y="1015"/>
                  </a:lnTo>
                  <a:lnTo>
                    <a:pt x="1412" y="1015"/>
                  </a:lnTo>
                  <a:lnTo>
                    <a:pt x="1410" y="1015"/>
                  </a:lnTo>
                  <a:lnTo>
                    <a:pt x="1408" y="1015"/>
                  </a:lnTo>
                  <a:lnTo>
                    <a:pt x="1406" y="1017"/>
                  </a:lnTo>
                  <a:lnTo>
                    <a:pt x="1406" y="1019"/>
                  </a:lnTo>
                  <a:lnTo>
                    <a:pt x="1406" y="1021"/>
                  </a:lnTo>
                  <a:lnTo>
                    <a:pt x="1406" y="1021"/>
                  </a:lnTo>
                  <a:lnTo>
                    <a:pt x="1406" y="1021"/>
                  </a:lnTo>
                  <a:lnTo>
                    <a:pt x="1406" y="1025"/>
                  </a:lnTo>
                  <a:lnTo>
                    <a:pt x="1406" y="1026"/>
                  </a:lnTo>
                  <a:lnTo>
                    <a:pt x="1406" y="1026"/>
                  </a:lnTo>
                  <a:lnTo>
                    <a:pt x="1406" y="1028"/>
                  </a:lnTo>
                  <a:lnTo>
                    <a:pt x="1406" y="1030"/>
                  </a:lnTo>
                  <a:lnTo>
                    <a:pt x="1406" y="1030"/>
                  </a:lnTo>
                  <a:lnTo>
                    <a:pt x="1408" y="1030"/>
                  </a:lnTo>
                  <a:lnTo>
                    <a:pt x="1408" y="1032"/>
                  </a:lnTo>
                  <a:lnTo>
                    <a:pt x="1408" y="1032"/>
                  </a:lnTo>
                  <a:lnTo>
                    <a:pt x="1408" y="1032"/>
                  </a:lnTo>
                  <a:lnTo>
                    <a:pt x="1408" y="1034"/>
                  </a:lnTo>
                  <a:lnTo>
                    <a:pt x="1410" y="1034"/>
                  </a:lnTo>
                  <a:lnTo>
                    <a:pt x="1410" y="1034"/>
                  </a:lnTo>
                  <a:lnTo>
                    <a:pt x="1410" y="1036"/>
                  </a:lnTo>
                  <a:lnTo>
                    <a:pt x="1410" y="1036"/>
                  </a:lnTo>
                  <a:lnTo>
                    <a:pt x="1410" y="1036"/>
                  </a:lnTo>
                  <a:lnTo>
                    <a:pt x="1410" y="1036"/>
                  </a:lnTo>
                  <a:lnTo>
                    <a:pt x="1410" y="1038"/>
                  </a:lnTo>
                  <a:lnTo>
                    <a:pt x="1410" y="1038"/>
                  </a:lnTo>
                  <a:lnTo>
                    <a:pt x="1410" y="1038"/>
                  </a:lnTo>
                  <a:lnTo>
                    <a:pt x="1412" y="1040"/>
                  </a:lnTo>
                  <a:lnTo>
                    <a:pt x="1412" y="1040"/>
                  </a:lnTo>
                  <a:lnTo>
                    <a:pt x="1412" y="1042"/>
                  </a:lnTo>
                  <a:lnTo>
                    <a:pt x="1412" y="1042"/>
                  </a:lnTo>
                  <a:lnTo>
                    <a:pt x="1412" y="1042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4" y="1046"/>
                  </a:lnTo>
                  <a:lnTo>
                    <a:pt x="1414" y="1048"/>
                  </a:lnTo>
                  <a:lnTo>
                    <a:pt x="1414" y="1048"/>
                  </a:lnTo>
                  <a:lnTo>
                    <a:pt x="1414" y="1048"/>
                  </a:lnTo>
                  <a:lnTo>
                    <a:pt x="1414" y="1050"/>
                  </a:lnTo>
                  <a:lnTo>
                    <a:pt x="1412" y="1050"/>
                  </a:lnTo>
                  <a:lnTo>
                    <a:pt x="1412" y="1052"/>
                  </a:lnTo>
                  <a:lnTo>
                    <a:pt x="1412" y="1052"/>
                  </a:lnTo>
                  <a:lnTo>
                    <a:pt x="1410" y="1052"/>
                  </a:lnTo>
                  <a:lnTo>
                    <a:pt x="1410" y="1052"/>
                  </a:lnTo>
                  <a:lnTo>
                    <a:pt x="1410" y="1054"/>
                  </a:lnTo>
                  <a:lnTo>
                    <a:pt x="1412" y="1054"/>
                  </a:lnTo>
                  <a:lnTo>
                    <a:pt x="1412" y="1054"/>
                  </a:lnTo>
                  <a:lnTo>
                    <a:pt x="1412" y="1054"/>
                  </a:lnTo>
                  <a:lnTo>
                    <a:pt x="1412" y="1056"/>
                  </a:lnTo>
                  <a:lnTo>
                    <a:pt x="1412" y="1056"/>
                  </a:lnTo>
                  <a:lnTo>
                    <a:pt x="1410" y="1056"/>
                  </a:lnTo>
                  <a:lnTo>
                    <a:pt x="1410" y="1058"/>
                  </a:lnTo>
                  <a:lnTo>
                    <a:pt x="1410" y="1058"/>
                  </a:lnTo>
                  <a:lnTo>
                    <a:pt x="1410" y="1058"/>
                  </a:lnTo>
                  <a:lnTo>
                    <a:pt x="1410" y="1058"/>
                  </a:lnTo>
                  <a:lnTo>
                    <a:pt x="1408" y="1058"/>
                  </a:lnTo>
                  <a:lnTo>
                    <a:pt x="1406" y="1058"/>
                  </a:lnTo>
                  <a:lnTo>
                    <a:pt x="1406" y="1058"/>
                  </a:lnTo>
                  <a:lnTo>
                    <a:pt x="1406" y="1058"/>
                  </a:lnTo>
                  <a:lnTo>
                    <a:pt x="1406" y="1058"/>
                  </a:lnTo>
                  <a:lnTo>
                    <a:pt x="1406" y="1060"/>
                  </a:lnTo>
                  <a:lnTo>
                    <a:pt x="1406" y="1060"/>
                  </a:lnTo>
                  <a:lnTo>
                    <a:pt x="1406" y="1062"/>
                  </a:lnTo>
                  <a:lnTo>
                    <a:pt x="1406" y="1062"/>
                  </a:lnTo>
                  <a:lnTo>
                    <a:pt x="1406" y="1064"/>
                  </a:lnTo>
                  <a:lnTo>
                    <a:pt x="1406" y="1064"/>
                  </a:lnTo>
                  <a:lnTo>
                    <a:pt x="1406" y="1066"/>
                  </a:lnTo>
                  <a:lnTo>
                    <a:pt x="1406" y="1066"/>
                  </a:lnTo>
                  <a:lnTo>
                    <a:pt x="1406" y="1066"/>
                  </a:lnTo>
                  <a:lnTo>
                    <a:pt x="1406" y="1066"/>
                  </a:lnTo>
                  <a:lnTo>
                    <a:pt x="1408" y="1066"/>
                  </a:lnTo>
                  <a:lnTo>
                    <a:pt x="1408" y="1068"/>
                  </a:lnTo>
                  <a:lnTo>
                    <a:pt x="1408" y="1068"/>
                  </a:lnTo>
                  <a:lnTo>
                    <a:pt x="1408" y="1068"/>
                  </a:lnTo>
                  <a:lnTo>
                    <a:pt x="1408" y="1068"/>
                  </a:lnTo>
                  <a:lnTo>
                    <a:pt x="1408" y="1072"/>
                  </a:lnTo>
                  <a:lnTo>
                    <a:pt x="1408" y="1074"/>
                  </a:lnTo>
                  <a:lnTo>
                    <a:pt x="1408" y="1074"/>
                  </a:lnTo>
                  <a:lnTo>
                    <a:pt x="1408" y="1074"/>
                  </a:lnTo>
                  <a:lnTo>
                    <a:pt x="1408" y="1076"/>
                  </a:lnTo>
                  <a:lnTo>
                    <a:pt x="1408" y="1076"/>
                  </a:lnTo>
                  <a:lnTo>
                    <a:pt x="1406" y="1078"/>
                  </a:lnTo>
                  <a:lnTo>
                    <a:pt x="1408" y="1078"/>
                  </a:lnTo>
                  <a:lnTo>
                    <a:pt x="1408" y="1079"/>
                  </a:lnTo>
                  <a:lnTo>
                    <a:pt x="1406" y="1079"/>
                  </a:lnTo>
                  <a:lnTo>
                    <a:pt x="1406" y="1083"/>
                  </a:lnTo>
                  <a:lnTo>
                    <a:pt x="1406" y="1083"/>
                  </a:lnTo>
                  <a:lnTo>
                    <a:pt x="1404" y="1085"/>
                  </a:lnTo>
                  <a:lnTo>
                    <a:pt x="1404" y="1085"/>
                  </a:lnTo>
                  <a:lnTo>
                    <a:pt x="1404" y="1085"/>
                  </a:lnTo>
                  <a:lnTo>
                    <a:pt x="1404" y="1085"/>
                  </a:lnTo>
                  <a:lnTo>
                    <a:pt x="1404" y="1087"/>
                  </a:lnTo>
                  <a:lnTo>
                    <a:pt x="1404" y="1087"/>
                  </a:lnTo>
                  <a:lnTo>
                    <a:pt x="1404" y="1087"/>
                  </a:lnTo>
                  <a:lnTo>
                    <a:pt x="1404" y="1089"/>
                  </a:lnTo>
                  <a:lnTo>
                    <a:pt x="1404" y="1089"/>
                  </a:lnTo>
                  <a:lnTo>
                    <a:pt x="1404" y="1089"/>
                  </a:lnTo>
                  <a:lnTo>
                    <a:pt x="1404" y="1091"/>
                  </a:lnTo>
                  <a:lnTo>
                    <a:pt x="1404" y="1093"/>
                  </a:lnTo>
                  <a:lnTo>
                    <a:pt x="1404" y="1093"/>
                  </a:lnTo>
                  <a:lnTo>
                    <a:pt x="1404" y="1093"/>
                  </a:lnTo>
                  <a:lnTo>
                    <a:pt x="1404" y="1095"/>
                  </a:lnTo>
                  <a:lnTo>
                    <a:pt x="1404" y="1095"/>
                  </a:lnTo>
                  <a:lnTo>
                    <a:pt x="1406" y="1095"/>
                  </a:lnTo>
                  <a:lnTo>
                    <a:pt x="1406" y="1097"/>
                  </a:lnTo>
                  <a:lnTo>
                    <a:pt x="1406" y="1097"/>
                  </a:lnTo>
                  <a:lnTo>
                    <a:pt x="1404" y="1099"/>
                  </a:lnTo>
                  <a:lnTo>
                    <a:pt x="1404" y="1101"/>
                  </a:lnTo>
                  <a:lnTo>
                    <a:pt x="1404" y="1105"/>
                  </a:lnTo>
                  <a:lnTo>
                    <a:pt x="1404" y="1105"/>
                  </a:lnTo>
                  <a:lnTo>
                    <a:pt x="1404" y="1105"/>
                  </a:lnTo>
                  <a:lnTo>
                    <a:pt x="1404" y="1105"/>
                  </a:lnTo>
                  <a:lnTo>
                    <a:pt x="1404" y="1107"/>
                  </a:lnTo>
                  <a:lnTo>
                    <a:pt x="1402" y="1107"/>
                  </a:lnTo>
                  <a:lnTo>
                    <a:pt x="1402" y="1107"/>
                  </a:lnTo>
                  <a:lnTo>
                    <a:pt x="1400" y="1107"/>
                  </a:lnTo>
                  <a:lnTo>
                    <a:pt x="1398" y="1107"/>
                  </a:lnTo>
                  <a:lnTo>
                    <a:pt x="1398" y="1107"/>
                  </a:lnTo>
                  <a:lnTo>
                    <a:pt x="1398" y="1107"/>
                  </a:lnTo>
                  <a:lnTo>
                    <a:pt x="1398" y="1107"/>
                  </a:lnTo>
                  <a:lnTo>
                    <a:pt x="1398" y="1107"/>
                  </a:lnTo>
                  <a:lnTo>
                    <a:pt x="1398" y="1109"/>
                  </a:lnTo>
                  <a:lnTo>
                    <a:pt x="1398" y="1109"/>
                  </a:lnTo>
                  <a:lnTo>
                    <a:pt x="1396" y="1109"/>
                  </a:lnTo>
                  <a:lnTo>
                    <a:pt x="1396" y="1111"/>
                  </a:lnTo>
                  <a:lnTo>
                    <a:pt x="1394" y="1113"/>
                  </a:lnTo>
                  <a:lnTo>
                    <a:pt x="1394" y="1113"/>
                  </a:lnTo>
                  <a:lnTo>
                    <a:pt x="1394" y="1113"/>
                  </a:lnTo>
                  <a:lnTo>
                    <a:pt x="1389" y="1115"/>
                  </a:lnTo>
                  <a:lnTo>
                    <a:pt x="1389" y="1115"/>
                  </a:lnTo>
                  <a:lnTo>
                    <a:pt x="1389" y="1115"/>
                  </a:lnTo>
                  <a:lnTo>
                    <a:pt x="1389" y="1115"/>
                  </a:lnTo>
                  <a:lnTo>
                    <a:pt x="1387" y="1117"/>
                  </a:lnTo>
                  <a:lnTo>
                    <a:pt x="1387" y="1117"/>
                  </a:lnTo>
                  <a:lnTo>
                    <a:pt x="1387" y="1117"/>
                  </a:lnTo>
                  <a:lnTo>
                    <a:pt x="1387" y="1117"/>
                  </a:lnTo>
                  <a:lnTo>
                    <a:pt x="1389" y="1119"/>
                  </a:lnTo>
                  <a:lnTo>
                    <a:pt x="1389" y="1119"/>
                  </a:lnTo>
                  <a:lnTo>
                    <a:pt x="1389" y="1119"/>
                  </a:lnTo>
                  <a:lnTo>
                    <a:pt x="1389" y="1119"/>
                  </a:lnTo>
                  <a:lnTo>
                    <a:pt x="1389" y="1121"/>
                  </a:lnTo>
                  <a:lnTo>
                    <a:pt x="1389" y="1121"/>
                  </a:lnTo>
                  <a:lnTo>
                    <a:pt x="1387" y="1123"/>
                  </a:lnTo>
                  <a:lnTo>
                    <a:pt x="1387" y="1125"/>
                  </a:lnTo>
                  <a:lnTo>
                    <a:pt x="1387" y="1127"/>
                  </a:lnTo>
                  <a:lnTo>
                    <a:pt x="1387" y="1127"/>
                  </a:lnTo>
                  <a:lnTo>
                    <a:pt x="1387" y="1127"/>
                  </a:lnTo>
                  <a:lnTo>
                    <a:pt x="1385" y="1129"/>
                  </a:lnTo>
                  <a:lnTo>
                    <a:pt x="1385" y="1129"/>
                  </a:lnTo>
                  <a:lnTo>
                    <a:pt x="1385" y="1127"/>
                  </a:lnTo>
                  <a:lnTo>
                    <a:pt x="1385" y="1127"/>
                  </a:lnTo>
                  <a:lnTo>
                    <a:pt x="1385" y="1127"/>
                  </a:lnTo>
                  <a:lnTo>
                    <a:pt x="1383" y="1127"/>
                  </a:lnTo>
                  <a:lnTo>
                    <a:pt x="1383" y="1127"/>
                  </a:lnTo>
                  <a:lnTo>
                    <a:pt x="1383" y="1127"/>
                  </a:lnTo>
                  <a:lnTo>
                    <a:pt x="1383" y="1127"/>
                  </a:lnTo>
                  <a:lnTo>
                    <a:pt x="1381" y="1131"/>
                  </a:lnTo>
                  <a:lnTo>
                    <a:pt x="1379" y="1131"/>
                  </a:lnTo>
                  <a:lnTo>
                    <a:pt x="1379" y="1131"/>
                  </a:lnTo>
                  <a:lnTo>
                    <a:pt x="1379" y="1131"/>
                  </a:lnTo>
                  <a:lnTo>
                    <a:pt x="1379" y="1129"/>
                  </a:lnTo>
                  <a:lnTo>
                    <a:pt x="1379" y="1129"/>
                  </a:lnTo>
                  <a:lnTo>
                    <a:pt x="1379" y="1129"/>
                  </a:lnTo>
                  <a:lnTo>
                    <a:pt x="1379" y="1129"/>
                  </a:lnTo>
                  <a:lnTo>
                    <a:pt x="1379" y="1129"/>
                  </a:lnTo>
                  <a:lnTo>
                    <a:pt x="1377" y="1129"/>
                  </a:lnTo>
                  <a:lnTo>
                    <a:pt x="1377" y="1129"/>
                  </a:lnTo>
                  <a:lnTo>
                    <a:pt x="1377" y="1132"/>
                  </a:lnTo>
                  <a:lnTo>
                    <a:pt x="1377" y="1134"/>
                  </a:lnTo>
                  <a:lnTo>
                    <a:pt x="1377" y="1134"/>
                  </a:lnTo>
                  <a:lnTo>
                    <a:pt x="1377" y="1136"/>
                  </a:lnTo>
                  <a:lnTo>
                    <a:pt x="1377" y="1136"/>
                  </a:lnTo>
                  <a:lnTo>
                    <a:pt x="1377" y="1136"/>
                  </a:lnTo>
                  <a:lnTo>
                    <a:pt x="1377" y="1136"/>
                  </a:lnTo>
                  <a:lnTo>
                    <a:pt x="1379" y="1138"/>
                  </a:lnTo>
                  <a:lnTo>
                    <a:pt x="1379" y="1138"/>
                  </a:lnTo>
                  <a:lnTo>
                    <a:pt x="1379" y="1140"/>
                  </a:lnTo>
                  <a:lnTo>
                    <a:pt x="1379" y="1140"/>
                  </a:lnTo>
                  <a:lnTo>
                    <a:pt x="1381" y="1140"/>
                  </a:lnTo>
                  <a:lnTo>
                    <a:pt x="1381" y="1140"/>
                  </a:lnTo>
                  <a:lnTo>
                    <a:pt x="1381" y="1140"/>
                  </a:lnTo>
                  <a:lnTo>
                    <a:pt x="1381" y="1140"/>
                  </a:lnTo>
                  <a:lnTo>
                    <a:pt x="1381" y="1140"/>
                  </a:lnTo>
                  <a:lnTo>
                    <a:pt x="1381" y="1140"/>
                  </a:lnTo>
                  <a:lnTo>
                    <a:pt x="1379" y="1142"/>
                  </a:lnTo>
                  <a:lnTo>
                    <a:pt x="1379" y="1142"/>
                  </a:lnTo>
                  <a:lnTo>
                    <a:pt x="1379" y="1146"/>
                  </a:lnTo>
                  <a:lnTo>
                    <a:pt x="1377" y="1146"/>
                  </a:lnTo>
                  <a:lnTo>
                    <a:pt x="1377" y="1146"/>
                  </a:lnTo>
                  <a:lnTo>
                    <a:pt x="1375" y="1148"/>
                  </a:lnTo>
                  <a:lnTo>
                    <a:pt x="1375" y="1148"/>
                  </a:lnTo>
                  <a:lnTo>
                    <a:pt x="1375" y="1148"/>
                  </a:lnTo>
                  <a:lnTo>
                    <a:pt x="1373" y="1150"/>
                  </a:lnTo>
                  <a:lnTo>
                    <a:pt x="1373" y="1152"/>
                  </a:lnTo>
                  <a:lnTo>
                    <a:pt x="1373" y="1152"/>
                  </a:lnTo>
                  <a:lnTo>
                    <a:pt x="1373" y="1152"/>
                  </a:lnTo>
                  <a:lnTo>
                    <a:pt x="1373" y="1152"/>
                  </a:lnTo>
                  <a:lnTo>
                    <a:pt x="1369" y="1152"/>
                  </a:lnTo>
                  <a:lnTo>
                    <a:pt x="1369" y="1154"/>
                  </a:lnTo>
                  <a:lnTo>
                    <a:pt x="1369" y="1154"/>
                  </a:lnTo>
                  <a:lnTo>
                    <a:pt x="1369" y="1154"/>
                  </a:lnTo>
                  <a:lnTo>
                    <a:pt x="1369" y="1154"/>
                  </a:lnTo>
                  <a:lnTo>
                    <a:pt x="1369" y="1154"/>
                  </a:lnTo>
                  <a:lnTo>
                    <a:pt x="1369" y="1156"/>
                  </a:lnTo>
                  <a:lnTo>
                    <a:pt x="1369" y="1156"/>
                  </a:lnTo>
                  <a:lnTo>
                    <a:pt x="1371" y="1156"/>
                  </a:lnTo>
                  <a:lnTo>
                    <a:pt x="1371" y="1156"/>
                  </a:lnTo>
                  <a:lnTo>
                    <a:pt x="1371" y="1158"/>
                  </a:lnTo>
                  <a:lnTo>
                    <a:pt x="1371" y="1158"/>
                  </a:lnTo>
                  <a:lnTo>
                    <a:pt x="1371" y="1158"/>
                  </a:lnTo>
                  <a:lnTo>
                    <a:pt x="1373" y="1158"/>
                  </a:lnTo>
                  <a:lnTo>
                    <a:pt x="1373" y="1158"/>
                  </a:lnTo>
                  <a:lnTo>
                    <a:pt x="1373" y="1158"/>
                  </a:lnTo>
                  <a:lnTo>
                    <a:pt x="1373" y="1158"/>
                  </a:lnTo>
                  <a:lnTo>
                    <a:pt x="1373" y="1160"/>
                  </a:lnTo>
                  <a:lnTo>
                    <a:pt x="1373" y="1162"/>
                  </a:lnTo>
                  <a:lnTo>
                    <a:pt x="1373" y="1162"/>
                  </a:lnTo>
                  <a:lnTo>
                    <a:pt x="1373" y="1162"/>
                  </a:lnTo>
                  <a:lnTo>
                    <a:pt x="1373" y="1162"/>
                  </a:lnTo>
                  <a:lnTo>
                    <a:pt x="1373" y="1164"/>
                  </a:lnTo>
                  <a:lnTo>
                    <a:pt x="1373" y="1164"/>
                  </a:lnTo>
                  <a:lnTo>
                    <a:pt x="1371" y="1164"/>
                  </a:lnTo>
                  <a:lnTo>
                    <a:pt x="1371" y="1166"/>
                  </a:lnTo>
                  <a:lnTo>
                    <a:pt x="1369" y="1166"/>
                  </a:lnTo>
                  <a:lnTo>
                    <a:pt x="1369" y="1166"/>
                  </a:lnTo>
                  <a:lnTo>
                    <a:pt x="1369" y="1166"/>
                  </a:lnTo>
                  <a:lnTo>
                    <a:pt x="1369" y="1168"/>
                  </a:lnTo>
                  <a:lnTo>
                    <a:pt x="1369" y="1168"/>
                  </a:lnTo>
                  <a:lnTo>
                    <a:pt x="1371" y="1168"/>
                  </a:lnTo>
                  <a:lnTo>
                    <a:pt x="1371" y="1170"/>
                  </a:lnTo>
                  <a:lnTo>
                    <a:pt x="1371" y="1170"/>
                  </a:lnTo>
                  <a:lnTo>
                    <a:pt x="1371" y="1170"/>
                  </a:lnTo>
                  <a:lnTo>
                    <a:pt x="1371" y="1170"/>
                  </a:lnTo>
                  <a:lnTo>
                    <a:pt x="1371" y="1172"/>
                  </a:lnTo>
                  <a:lnTo>
                    <a:pt x="1371" y="1172"/>
                  </a:lnTo>
                  <a:lnTo>
                    <a:pt x="1371" y="1172"/>
                  </a:lnTo>
                  <a:lnTo>
                    <a:pt x="1371" y="1172"/>
                  </a:lnTo>
                  <a:lnTo>
                    <a:pt x="1371" y="1174"/>
                  </a:lnTo>
                  <a:lnTo>
                    <a:pt x="1373" y="1174"/>
                  </a:lnTo>
                  <a:lnTo>
                    <a:pt x="1373" y="1174"/>
                  </a:lnTo>
                  <a:lnTo>
                    <a:pt x="1373" y="1176"/>
                  </a:lnTo>
                  <a:lnTo>
                    <a:pt x="1375" y="1176"/>
                  </a:lnTo>
                  <a:lnTo>
                    <a:pt x="1375" y="1176"/>
                  </a:lnTo>
                  <a:lnTo>
                    <a:pt x="1375" y="1176"/>
                  </a:lnTo>
                  <a:lnTo>
                    <a:pt x="1375" y="1178"/>
                  </a:lnTo>
                  <a:lnTo>
                    <a:pt x="1375" y="1178"/>
                  </a:lnTo>
                  <a:lnTo>
                    <a:pt x="1375" y="1178"/>
                  </a:lnTo>
                  <a:lnTo>
                    <a:pt x="1377" y="1178"/>
                  </a:lnTo>
                  <a:lnTo>
                    <a:pt x="1377" y="1178"/>
                  </a:lnTo>
                  <a:lnTo>
                    <a:pt x="1377" y="1180"/>
                  </a:lnTo>
                  <a:lnTo>
                    <a:pt x="1379" y="1180"/>
                  </a:lnTo>
                  <a:lnTo>
                    <a:pt x="1379" y="1180"/>
                  </a:lnTo>
                  <a:lnTo>
                    <a:pt x="1379" y="1182"/>
                  </a:lnTo>
                  <a:lnTo>
                    <a:pt x="1379" y="1182"/>
                  </a:lnTo>
                  <a:lnTo>
                    <a:pt x="1379" y="1182"/>
                  </a:lnTo>
                  <a:lnTo>
                    <a:pt x="1379" y="1182"/>
                  </a:lnTo>
                  <a:lnTo>
                    <a:pt x="1381" y="1182"/>
                  </a:lnTo>
                  <a:lnTo>
                    <a:pt x="1381" y="1182"/>
                  </a:lnTo>
                  <a:lnTo>
                    <a:pt x="1383" y="1182"/>
                  </a:lnTo>
                  <a:lnTo>
                    <a:pt x="1383" y="1182"/>
                  </a:lnTo>
                  <a:lnTo>
                    <a:pt x="1383" y="1182"/>
                  </a:lnTo>
                  <a:lnTo>
                    <a:pt x="1383" y="1182"/>
                  </a:lnTo>
                  <a:lnTo>
                    <a:pt x="1383" y="1184"/>
                  </a:lnTo>
                  <a:lnTo>
                    <a:pt x="1385" y="1184"/>
                  </a:lnTo>
                  <a:lnTo>
                    <a:pt x="1385" y="1184"/>
                  </a:lnTo>
                  <a:lnTo>
                    <a:pt x="1385" y="1184"/>
                  </a:lnTo>
                  <a:lnTo>
                    <a:pt x="1387" y="1184"/>
                  </a:lnTo>
                  <a:lnTo>
                    <a:pt x="1387" y="1184"/>
                  </a:lnTo>
                  <a:lnTo>
                    <a:pt x="1387" y="1184"/>
                  </a:lnTo>
                  <a:lnTo>
                    <a:pt x="1387" y="1184"/>
                  </a:lnTo>
                  <a:lnTo>
                    <a:pt x="1387" y="1186"/>
                  </a:lnTo>
                  <a:lnTo>
                    <a:pt x="1387" y="1186"/>
                  </a:lnTo>
                  <a:lnTo>
                    <a:pt x="1387" y="1187"/>
                  </a:lnTo>
                  <a:lnTo>
                    <a:pt x="1387" y="1189"/>
                  </a:lnTo>
                  <a:lnTo>
                    <a:pt x="1389" y="1189"/>
                  </a:lnTo>
                  <a:lnTo>
                    <a:pt x="1389" y="1189"/>
                  </a:lnTo>
                  <a:lnTo>
                    <a:pt x="1389" y="1191"/>
                  </a:lnTo>
                  <a:lnTo>
                    <a:pt x="1387" y="1191"/>
                  </a:lnTo>
                  <a:lnTo>
                    <a:pt x="1387" y="1193"/>
                  </a:lnTo>
                  <a:lnTo>
                    <a:pt x="1387" y="1193"/>
                  </a:lnTo>
                  <a:lnTo>
                    <a:pt x="1385" y="1193"/>
                  </a:lnTo>
                  <a:lnTo>
                    <a:pt x="1385" y="1193"/>
                  </a:lnTo>
                  <a:lnTo>
                    <a:pt x="1385" y="1193"/>
                  </a:lnTo>
                  <a:lnTo>
                    <a:pt x="1385" y="1195"/>
                  </a:lnTo>
                  <a:lnTo>
                    <a:pt x="1385" y="1195"/>
                  </a:lnTo>
                  <a:lnTo>
                    <a:pt x="1387" y="1195"/>
                  </a:lnTo>
                  <a:lnTo>
                    <a:pt x="1387" y="1197"/>
                  </a:lnTo>
                  <a:lnTo>
                    <a:pt x="1387" y="1197"/>
                  </a:lnTo>
                  <a:lnTo>
                    <a:pt x="1387" y="1197"/>
                  </a:lnTo>
                  <a:lnTo>
                    <a:pt x="1387" y="1199"/>
                  </a:lnTo>
                  <a:lnTo>
                    <a:pt x="1387" y="1199"/>
                  </a:lnTo>
                  <a:lnTo>
                    <a:pt x="1387" y="1199"/>
                  </a:lnTo>
                  <a:lnTo>
                    <a:pt x="1385" y="1201"/>
                  </a:lnTo>
                  <a:lnTo>
                    <a:pt x="1385" y="1201"/>
                  </a:lnTo>
                  <a:lnTo>
                    <a:pt x="1385" y="1203"/>
                  </a:lnTo>
                  <a:lnTo>
                    <a:pt x="1385" y="1203"/>
                  </a:lnTo>
                  <a:lnTo>
                    <a:pt x="1387" y="1203"/>
                  </a:lnTo>
                  <a:lnTo>
                    <a:pt x="1387" y="1203"/>
                  </a:lnTo>
                  <a:lnTo>
                    <a:pt x="1387" y="1203"/>
                  </a:lnTo>
                  <a:lnTo>
                    <a:pt x="1387" y="1203"/>
                  </a:lnTo>
                  <a:lnTo>
                    <a:pt x="1387" y="1205"/>
                  </a:lnTo>
                  <a:lnTo>
                    <a:pt x="1387" y="1205"/>
                  </a:lnTo>
                  <a:lnTo>
                    <a:pt x="1389" y="1205"/>
                  </a:lnTo>
                  <a:lnTo>
                    <a:pt x="1389" y="1205"/>
                  </a:lnTo>
                  <a:lnTo>
                    <a:pt x="1389" y="1205"/>
                  </a:lnTo>
                  <a:lnTo>
                    <a:pt x="1389" y="1205"/>
                  </a:lnTo>
                  <a:lnTo>
                    <a:pt x="1391" y="1207"/>
                  </a:lnTo>
                  <a:lnTo>
                    <a:pt x="1391" y="1207"/>
                  </a:lnTo>
                  <a:lnTo>
                    <a:pt x="1391" y="1209"/>
                  </a:lnTo>
                  <a:lnTo>
                    <a:pt x="1391" y="1209"/>
                  </a:lnTo>
                  <a:lnTo>
                    <a:pt x="1391" y="1209"/>
                  </a:lnTo>
                  <a:lnTo>
                    <a:pt x="1393" y="1209"/>
                  </a:lnTo>
                  <a:lnTo>
                    <a:pt x="1393" y="1211"/>
                  </a:lnTo>
                  <a:lnTo>
                    <a:pt x="1393" y="1213"/>
                  </a:lnTo>
                  <a:lnTo>
                    <a:pt x="1393" y="1213"/>
                  </a:lnTo>
                  <a:lnTo>
                    <a:pt x="1393" y="1213"/>
                  </a:lnTo>
                  <a:lnTo>
                    <a:pt x="1393" y="1213"/>
                  </a:lnTo>
                  <a:lnTo>
                    <a:pt x="1393" y="1215"/>
                  </a:lnTo>
                  <a:lnTo>
                    <a:pt x="1393" y="1215"/>
                  </a:lnTo>
                  <a:lnTo>
                    <a:pt x="1393" y="1215"/>
                  </a:lnTo>
                  <a:lnTo>
                    <a:pt x="1393" y="1217"/>
                  </a:lnTo>
                  <a:lnTo>
                    <a:pt x="1393" y="1217"/>
                  </a:lnTo>
                  <a:lnTo>
                    <a:pt x="1391" y="1219"/>
                  </a:lnTo>
                  <a:lnTo>
                    <a:pt x="1391" y="1221"/>
                  </a:lnTo>
                  <a:lnTo>
                    <a:pt x="1391" y="1221"/>
                  </a:lnTo>
                  <a:lnTo>
                    <a:pt x="1391" y="1223"/>
                  </a:lnTo>
                  <a:lnTo>
                    <a:pt x="1391" y="1223"/>
                  </a:lnTo>
                  <a:lnTo>
                    <a:pt x="1391" y="1223"/>
                  </a:lnTo>
                  <a:lnTo>
                    <a:pt x="1391" y="1223"/>
                  </a:lnTo>
                  <a:lnTo>
                    <a:pt x="1393" y="1225"/>
                  </a:lnTo>
                  <a:lnTo>
                    <a:pt x="1393" y="1225"/>
                  </a:lnTo>
                  <a:lnTo>
                    <a:pt x="1393" y="1225"/>
                  </a:lnTo>
                  <a:lnTo>
                    <a:pt x="1393" y="1225"/>
                  </a:lnTo>
                  <a:lnTo>
                    <a:pt x="1393" y="1225"/>
                  </a:lnTo>
                  <a:lnTo>
                    <a:pt x="1394" y="1227"/>
                  </a:lnTo>
                  <a:lnTo>
                    <a:pt x="1394" y="1227"/>
                  </a:lnTo>
                  <a:lnTo>
                    <a:pt x="1394" y="1227"/>
                  </a:lnTo>
                  <a:lnTo>
                    <a:pt x="1394" y="1229"/>
                  </a:lnTo>
                  <a:lnTo>
                    <a:pt x="1394" y="1231"/>
                  </a:lnTo>
                  <a:lnTo>
                    <a:pt x="1394" y="1231"/>
                  </a:lnTo>
                  <a:lnTo>
                    <a:pt x="1394" y="1231"/>
                  </a:lnTo>
                  <a:lnTo>
                    <a:pt x="1394" y="1233"/>
                  </a:lnTo>
                  <a:lnTo>
                    <a:pt x="1394" y="1233"/>
                  </a:lnTo>
                  <a:lnTo>
                    <a:pt x="1394" y="1233"/>
                  </a:lnTo>
                  <a:lnTo>
                    <a:pt x="1394" y="1233"/>
                  </a:lnTo>
                  <a:lnTo>
                    <a:pt x="1398" y="1235"/>
                  </a:lnTo>
                  <a:lnTo>
                    <a:pt x="1398" y="1235"/>
                  </a:lnTo>
                  <a:lnTo>
                    <a:pt x="1398" y="1235"/>
                  </a:lnTo>
                  <a:lnTo>
                    <a:pt x="1398" y="1235"/>
                  </a:lnTo>
                  <a:lnTo>
                    <a:pt x="1398" y="1237"/>
                  </a:lnTo>
                  <a:lnTo>
                    <a:pt x="1398" y="1237"/>
                  </a:lnTo>
                  <a:lnTo>
                    <a:pt x="1398" y="1239"/>
                  </a:lnTo>
                  <a:lnTo>
                    <a:pt x="1398" y="1239"/>
                  </a:lnTo>
                  <a:lnTo>
                    <a:pt x="1398" y="1239"/>
                  </a:lnTo>
                  <a:lnTo>
                    <a:pt x="1398" y="1239"/>
                  </a:lnTo>
                  <a:lnTo>
                    <a:pt x="1398" y="1240"/>
                  </a:lnTo>
                  <a:lnTo>
                    <a:pt x="1400" y="1240"/>
                  </a:lnTo>
                  <a:lnTo>
                    <a:pt x="1400" y="1240"/>
                  </a:lnTo>
                  <a:lnTo>
                    <a:pt x="1400" y="1242"/>
                  </a:lnTo>
                  <a:lnTo>
                    <a:pt x="1400" y="1242"/>
                  </a:lnTo>
                  <a:lnTo>
                    <a:pt x="1400" y="1242"/>
                  </a:lnTo>
                  <a:lnTo>
                    <a:pt x="1402" y="1244"/>
                  </a:lnTo>
                  <a:lnTo>
                    <a:pt x="1402" y="1244"/>
                  </a:lnTo>
                  <a:lnTo>
                    <a:pt x="1402" y="1244"/>
                  </a:lnTo>
                  <a:lnTo>
                    <a:pt x="1402" y="1246"/>
                  </a:lnTo>
                  <a:lnTo>
                    <a:pt x="1402" y="1248"/>
                  </a:lnTo>
                  <a:lnTo>
                    <a:pt x="1400" y="1250"/>
                  </a:lnTo>
                  <a:lnTo>
                    <a:pt x="1402" y="1250"/>
                  </a:lnTo>
                  <a:lnTo>
                    <a:pt x="1402" y="1250"/>
                  </a:lnTo>
                  <a:lnTo>
                    <a:pt x="1402" y="1252"/>
                  </a:lnTo>
                  <a:lnTo>
                    <a:pt x="1402" y="1254"/>
                  </a:lnTo>
                  <a:lnTo>
                    <a:pt x="1402" y="1254"/>
                  </a:lnTo>
                  <a:lnTo>
                    <a:pt x="1402" y="1254"/>
                  </a:lnTo>
                  <a:lnTo>
                    <a:pt x="1402" y="1256"/>
                  </a:lnTo>
                  <a:lnTo>
                    <a:pt x="1402" y="1256"/>
                  </a:lnTo>
                  <a:lnTo>
                    <a:pt x="1404" y="1256"/>
                  </a:lnTo>
                  <a:lnTo>
                    <a:pt x="1404" y="1256"/>
                  </a:lnTo>
                  <a:lnTo>
                    <a:pt x="1404" y="1256"/>
                  </a:lnTo>
                  <a:lnTo>
                    <a:pt x="1404" y="1260"/>
                  </a:lnTo>
                  <a:lnTo>
                    <a:pt x="1404" y="1260"/>
                  </a:lnTo>
                  <a:lnTo>
                    <a:pt x="1406" y="1260"/>
                  </a:lnTo>
                  <a:lnTo>
                    <a:pt x="1406" y="1260"/>
                  </a:lnTo>
                  <a:lnTo>
                    <a:pt x="1406" y="1260"/>
                  </a:lnTo>
                  <a:lnTo>
                    <a:pt x="1406" y="1260"/>
                  </a:lnTo>
                  <a:lnTo>
                    <a:pt x="1408" y="1260"/>
                  </a:lnTo>
                  <a:lnTo>
                    <a:pt x="1408" y="1260"/>
                  </a:lnTo>
                  <a:lnTo>
                    <a:pt x="1408" y="1262"/>
                  </a:lnTo>
                  <a:lnTo>
                    <a:pt x="1410" y="1262"/>
                  </a:lnTo>
                  <a:lnTo>
                    <a:pt x="1410" y="1262"/>
                  </a:lnTo>
                  <a:lnTo>
                    <a:pt x="1408" y="1264"/>
                  </a:lnTo>
                  <a:lnTo>
                    <a:pt x="1408" y="1264"/>
                  </a:lnTo>
                  <a:lnTo>
                    <a:pt x="1406" y="1266"/>
                  </a:lnTo>
                  <a:lnTo>
                    <a:pt x="1406" y="1266"/>
                  </a:lnTo>
                  <a:lnTo>
                    <a:pt x="1402" y="1268"/>
                  </a:lnTo>
                  <a:lnTo>
                    <a:pt x="1402" y="1268"/>
                  </a:lnTo>
                  <a:lnTo>
                    <a:pt x="1400" y="1268"/>
                  </a:lnTo>
                  <a:lnTo>
                    <a:pt x="1400" y="1268"/>
                  </a:lnTo>
                  <a:lnTo>
                    <a:pt x="1400" y="1268"/>
                  </a:lnTo>
                  <a:lnTo>
                    <a:pt x="1400" y="1268"/>
                  </a:lnTo>
                  <a:lnTo>
                    <a:pt x="1400" y="1268"/>
                  </a:lnTo>
                  <a:lnTo>
                    <a:pt x="1400" y="1266"/>
                  </a:lnTo>
                  <a:lnTo>
                    <a:pt x="1400" y="1264"/>
                  </a:lnTo>
                  <a:lnTo>
                    <a:pt x="1400" y="1264"/>
                  </a:lnTo>
                  <a:lnTo>
                    <a:pt x="1400" y="1264"/>
                  </a:lnTo>
                  <a:lnTo>
                    <a:pt x="1400" y="1264"/>
                  </a:lnTo>
                  <a:lnTo>
                    <a:pt x="1400" y="1264"/>
                  </a:lnTo>
                  <a:lnTo>
                    <a:pt x="1398" y="1262"/>
                  </a:lnTo>
                  <a:lnTo>
                    <a:pt x="1398" y="1260"/>
                  </a:lnTo>
                  <a:lnTo>
                    <a:pt x="1396" y="1260"/>
                  </a:lnTo>
                  <a:lnTo>
                    <a:pt x="1396" y="1260"/>
                  </a:lnTo>
                  <a:lnTo>
                    <a:pt x="1396" y="1260"/>
                  </a:lnTo>
                  <a:lnTo>
                    <a:pt x="1396" y="1260"/>
                  </a:lnTo>
                  <a:lnTo>
                    <a:pt x="1396" y="1260"/>
                  </a:lnTo>
                  <a:lnTo>
                    <a:pt x="1396" y="1262"/>
                  </a:lnTo>
                  <a:lnTo>
                    <a:pt x="1396" y="1262"/>
                  </a:lnTo>
                  <a:lnTo>
                    <a:pt x="1396" y="1262"/>
                  </a:lnTo>
                  <a:lnTo>
                    <a:pt x="1396" y="1264"/>
                  </a:lnTo>
                  <a:lnTo>
                    <a:pt x="1396" y="1264"/>
                  </a:lnTo>
                  <a:lnTo>
                    <a:pt x="1396" y="1264"/>
                  </a:lnTo>
                  <a:lnTo>
                    <a:pt x="1396" y="1264"/>
                  </a:lnTo>
                  <a:lnTo>
                    <a:pt x="1394" y="1266"/>
                  </a:lnTo>
                  <a:lnTo>
                    <a:pt x="1394" y="1266"/>
                  </a:lnTo>
                  <a:lnTo>
                    <a:pt x="1393" y="1266"/>
                  </a:lnTo>
                  <a:lnTo>
                    <a:pt x="1393" y="1266"/>
                  </a:lnTo>
                  <a:lnTo>
                    <a:pt x="1393" y="1266"/>
                  </a:lnTo>
                  <a:lnTo>
                    <a:pt x="1391" y="1266"/>
                  </a:lnTo>
                  <a:lnTo>
                    <a:pt x="1383" y="1270"/>
                  </a:lnTo>
                  <a:lnTo>
                    <a:pt x="1383" y="1272"/>
                  </a:lnTo>
                  <a:lnTo>
                    <a:pt x="1383" y="1272"/>
                  </a:lnTo>
                  <a:lnTo>
                    <a:pt x="1381" y="1280"/>
                  </a:lnTo>
                  <a:lnTo>
                    <a:pt x="1379" y="1282"/>
                  </a:lnTo>
                  <a:lnTo>
                    <a:pt x="1381" y="1282"/>
                  </a:lnTo>
                  <a:lnTo>
                    <a:pt x="1381" y="1282"/>
                  </a:lnTo>
                  <a:lnTo>
                    <a:pt x="1381" y="1284"/>
                  </a:lnTo>
                  <a:lnTo>
                    <a:pt x="1381" y="1284"/>
                  </a:lnTo>
                  <a:lnTo>
                    <a:pt x="1383" y="1284"/>
                  </a:lnTo>
                  <a:lnTo>
                    <a:pt x="1383" y="1286"/>
                  </a:lnTo>
                  <a:lnTo>
                    <a:pt x="1383" y="1286"/>
                  </a:lnTo>
                  <a:lnTo>
                    <a:pt x="1383" y="1286"/>
                  </a:lnTo>
                  <a:lnTo>
                    <a:pt x="1383" y="1286"/>
                  </a:lnTo>
                  <a:lnTo>
                    <a:pt x="1383" y="1286"/>
                  </a:lnTo>
                  <a:lnTo>
                    <a:pt x="1383" y="1288"/>
                  </a:lnTo>
                  <a:lnTo>
                    <a:pt x="1383" y="1288"/>
                  </a:lnTo>
                  <a:lnTo>
                    <a:pt x="1383" y="1288"/>
                  </a:lnTo>
                  <a:lnTo>
                    <a:pt x="1381" y="1288"/>
                  </a:lnTo>
                  <a:lnTo>
                    <a:pt x="1379" y="1288"/>
                  </a:lnTo>
                  <a:lnTo>
                    <a:pt x="1379" y="1290"/>
                  </a:lnTo>
                  <a:lnTo>
                    <a:pt x="1379" y="1290"/>
                  </a:lnTo>
                  <a:lnTo>
                    <a:pt x="1379" y="1290"/>
                  </a:lnTo>
                  <a:lnTo>
                    <a:pt x="1379" y="1292"/>
                  </a:lnTo>
                  <a:lnTo>
                    <a:pt x="1377" y="1294"/>
                  </a:lnTo>
                  <a:lnTo>
                    <a:pt x="1377" y="1294"/>
                  </a:lnTo>
                  <a:lnTo>
                    <a:pt x="1377" y="1294"/>
                  </a:lnTo>
                  <a:lnTo>
                    <a:pt x="1377" y="1295"/>
                  </a:lnTo>
                  <a:lnTo>
                    <a:pt x="1375" y="1297"/>
                  </a:lnTo>
                  <a:lnTo>
                    <a:pt x="1375" y="1299"/>
                  </a:lnTo>
                  <a:lnTo>
                    <a:pt x="1375" y="1299"/>
                  </a:lnTo>
                  <a:lnTo>
                    <a:pt x="1371" y="1301"/>
                  </a:lnTo>
                  <a:lnTo>
                    <a:pt x="1371" y="1301"/>
                  </a:lnTo>
                  <a:lnTo>
                    <a:pt x="1371" y="1303"/>
                  </a:lnTo>
                  <a:lnTo>
                    <a:pt x="1371" y="1303"/>
                  </a:lnTo>
                  <a:lnTo>
                    <a:pt x="1369" y="1303"/>
                  </a:lnTo>
                  <a:lnTo>
                    <a:pt x="1367" y="1303"/>
                  </a:lnTo>
                  <a:lnTo>
                    <a:pt x="1367" y="1303"/>
                  </a:lnTo>
                  <a:lnTo>
                    <a:pt x="1367" y="1305"/>
                  </a:lnTo>
                  <a:lnTo>
                    <a:pt x="1363" y="1309"/>
                  </a:lnTo>
                  <a:lnTo>
                    <a:pt x="1363" y="1309"/>
                  </a:lnTo>
                  <a:lnTo>
                    <a:pt x="1363" y="1309"/>
                  </a:lnTo>
                  <a:lnTo>
                    <a:pt x="1361" y="1309"/>
                  </a:lnTo>
                  <a:lnTo>
                    <a:pt x="1361" y="1311"/>
                  </a:lnTo>
                  <a:lnTo>
                    <a:pt x="1361" y="1313"/>
                  </a:lnTo>
                  <a:lnTo>
                    <a:pt x="1361" y="1313"/>
                  </a:lnTo>
                  <a:lnTo>
                    <a:pt x="1361" y="1313"/>
                  </a:lnTo>
                  <a:lnTo>
                    <a:pt x="1357" y="1315"/>
                  </a:lnTo>
                  <a:lnTo>
                    <a:pt x="1357" y="1315"/>
                  </a:lnTo>
                  <a:lnTo>
                    <a:pt x="1355" y="1315"/>
                  </a:lnTo>
                  <a:lnTo>
                    <a:pt x="1355" y="1313"/>
                  </a:lnTo>
                  <a:lnTo>
                    <a:pt x="1355" y="1313"/>
                  </a:lnTo>
                  <a:lnTo>
                    <a:pt x="1355" y="1313"/>
                  </a:lnTo>
                  <a:lnTo>
                    <a:pt x="1355" y="1313"/>
                  </a:lnTo>
                  <a:lnTo>
                    <a:pt x="1355" y="1313"/>
                  </a:lnTo>
                  <a:lnTo>
                    <a:pt x="1353" y="1313"/>
                  </a:lnTo>
                  <a:lnTo>
                    <a:pt x="1351" y="1315"/>
                  </a:lnTo>
                  <a:lnTo>
                    <a:pt x="1349" y="1315"/>
                  </a:lnTo>
                  <a:lnTo>
                    <a:pt x="1349" y="1315"/>
                  </a:lnTo>
                  <a:lnTo>
                    <a:pt x="1347" y="1315"/>
                  </a:lnTo>
                  <a:lnTo>
                    <a:pt x="1347" y="1315"/>
                  </a:lnTo>
                  <a:lnTo>
                    <a:pt x="1345" y="1315"/>
                  </a:lnTo>
                  <a:lnTo>
                    <a:pt x="1343" y="1315"/>
                  </a:lnTo>
                  <a:lnTo>
                    <a:pt x="1343" y="1315"/>
                  </a:lnTo>
                  <a:lnTo>
                    <a:pt x="1343" y="1315"/>
                  </a:lnTo>
                  <a:lnTo>
                    <a:pt x="1343" y="1315"/>
                  </a:lnTo>
                  <a:lnTo>
                    <a:pt x="1342" y="1313"/>
                  </a:lnTo>
                  <a:lnTo>
                    <a:pt x="1342" y="1313"/>
                  </a:lnTo>
                  <a:lnTo>
                    <a:pt x="1342" y="1313"/>
                  </a:lnTo>
                  <a:lnTo>
                    <a:pt x="1340" y="1313"/>
                  </a:lnTo>
                  <a:lnTo>
                    <a:pt x="1340" y="1313"/>
                  </a:lnTo>
                  <a:lnTo>
                    <a:pt x="1340" y="1315"/>
                  </a:lnTo>
                  <a:lnTo>
                    <a:pt x="1340" y="1315"/>
                  </a:lnTo>
                  <a:lnTo>
                    <a:pt x="1338" y="1317"/>
                  </a:lnTo>
                  <a:lnTo>
                    <a:pt x="1338" y="1317"/>
                  </a:lnTo>
                  <a:lnTo>
                    <a:pt x="1338" y="1317"/>
                  </a:lnTo>
                  <a:lnTo>
                    <a:pt x="1336" y="1317"/>
                  </a:lnTo>
                  <a:lnTo>
                    <a:pt x="1336" y="1317"/>
                  </a:lnTo>
                  <a:lnTo>
                    <a:pt x="1336" y="1317"/>
                  </a:lnTo>
                  <a:lnTo>
                    <a:pt x="1334" y="1317"/>
                  </a:lnTo>
                  <a:lnTo>
                    <a:pt x="1332" y="1317"/>
                  </a:lnTo>
                  <a:lnTo>
                    <a:pt x="1332" y="1317"/>
                  </a:lnTo>
                  <a:lnTo>
                    <a:pt x="1332" y="1317"/>
                  </a:lnTo>
                  <a:lnTo>
                    <a:pt x="1330" y="1317"/>
                  </a:lnTo>
                  <a:lnTo>
                    <a:pt x="1328" y="1315"/>
                  </a:lnTo>
                  <a:lnTo>
                    <a:pt x="1328" y="1315"/>
                  </a:lnTo>
                  <a:lnTo>
                    <a:pt x="1328" y="1313"/>
                  </a:lnTo>
                  <a:lnTo>
                    <a:pt x="1328" y="1313"/>
                  </a:lnTo>
                  <a:lnTo>
                    <a:pt x="1324" y="1315"/>
                  </a:lnTo>
                  <a:lnTo>
                    <a:pt x="1324" y="1315"/>
                  </a:lnTo>
                  <a:lnTo>
                    <a:pt x="1324" y="1315"/>
                  </a:lnTo>
                  <a:lnTo>
                    <a:pt x="1324" y="1315"/>
                  </a:lnTo>
                  <a:lnTo>
                    <a:pt x="1322" y="1313"/>
                  </a:lnTo>
                  <a:lnTo>
                    <a:pt x="1322" y="1313"/>
                  </a:lnTo>
                  <a:lnTo>
                    <a:pt x="1320" y="1313"/>
                  </a:lnTo>
                  <a:lnTo>
                    <a:pt x="1320" y="1313"/>
                  </a:lnTo>
                  <a:lnTo>
                    <a:pt x="1320" y="1313"/>
                  </a:lnTo>
                  <a:lnTo>
                    <a:pt x="1318" y="1313"/>
                  </a:lnTo>
                  <a:lnTo>
                    <a:pt x="1318" y="1313"/>
                  </a:lnTo>
                  <a:lnTo>
                    <a:pt x="1316" y="1315"/>
                  </a:lnTo>
                  <a:lnTo>
                    <a:pt x="1314" y="1317"/>
                  </a:lnTo>
                  <a:lnTo>
                    <a:pt x="1314" y="1317"/>
                  </a:lnTo>
                  <a:lnTo>
                    <a:pt x="1312" y="1317"/>
                  </a:lnTo>
                  <a:lnTo>
                    <a:pt x="1312" y="1317"/>
                  </a:lnTo>
                  <a:lnTo>
                    <a:pt x="1312" y="1319"/>
                  </a:lnTo>
                  <a:lnTo>
                    <a:pt x="1312" y="1319"/>
                  </a:lnTo>
                  <a:lnTo>
                    <a:pt x="1312" y="1319"/>
                  </a:lnTo>
                  <a:lnTo>
                    <a:pt x="1312" y="1321"/>
                  </a:lnTo>
                  <a:lnTo>
                    <a:pt x="1312" y="1321"/>
                  </a:lnTo>
                  <a:lnTo>
                    <a:pt x="1312" y="1323"/>
                  </a:lnTo>
                  <a:lnTo>
                    <a:pt x="1312" y="1323"/>
                  </a:lnTo>
                  <a:lnTo>
                    <a:pt x="1312" y="1323"/>
                  </a:lnTo>
                  <a:lnTo>
                    <a:pt x="1310" y="1325"/>
                  </a:lnTo>
                  <a:lnTo>
                    <a:pt x="1306" y="1331"/>
                  </a:lnTo>
                  <a:lnTo>
                    <a:pt x="1306" y="1331"/>
                  </a:lnTo>
                  <a:lnTo>
                    <a:pt x="1306" y="1331"/>
                  </a:lnTo>
                  <a:lnTo>
                    <a:pt x="1306" y="1335"/>
                  </a:lnTo>
                  <a:lnTo>
                    <a:pt x="1306" y="1335"/>
                  </a:lnTo>
                  <a:lnTo>
                    <a:pt x="1306" y="1335"/>
                  </a:lnTo>
                  <a:lnTo>
                    <a:pt x="1306" y="1337"/>
                  </a:lnTo>
                  <a:lnTo>
                    <a:pt x="1306" y="1337"/>
                  </a:lnTo>
                  <a:lnTo>
                    <a:pt x="1306" y="1337"/>
                  </a:lnTo>
                  <a:lnTo>
                    <a:pt x="1306" y="1337"/>
                  </a:lnTo>
                  <a:lnTo>
                    <a:pt x="1306" y="1337"/>
                  </a:lnTo>
                  <a:lnTo>
                    <a:pt x="1306" y="1339"/>
                  </a:lnTo>
                  <a:lnTo>
                    <a:pt x="1306" y="1339"/>
                  </a:lnTo>
                  <a:lnTo>
                    <a:pt x="1306" y="1341"/>
                  </a:lnTo>
                  <a:lnTo>
                    <a:pt x="1306" y="1341"/>
                  </a:lnTo>
                  <a:lnTo>
                    <a:pt x="1306" y="1341"/>
                  </a:lnTo>
                  <a:lnTo>
                    <a:pt x="1306" y="1341"/>
                  </a:lnTo>
                  <a:lnTo>
                    <a:pt x="1306" y="1343"/>
                  </a:lnTo>
                  <a:lnTo>
                    <a:pt x="1306" y="1345"/>
                  </a:lnTo>
                  <a:lnTo>
                    <a:pt x="1306" y="1345"/>
                  </a:lnTo>
                  <a:lnTo>
                    <a:pt x="1306" y="1345"/>
                  </a:lnTo>
                  <a:lnTo>
                    <a:pt x="1306" y="1347"/>
                  </a:lnTo>
                  <a:lnTo>
                    <a:pt x="1306" y="1347"/>
                  </a:lnTo>
                  <a:lnTo>
                    <a:pt x="1306" y="1347"/>
                  </a:lnTo>
                  <a:lnTo>
                    <a:pt x="1306" y="1347"/>
                  </a:lnTo>
                  <a:lnTo>
                    <a:pt x="1306" y="1347"/>
                  </a:lnTo>
                  <a:lnTo>
                    <a:pt x="1306" y="1347"/>
                  </a:lnTo>
                  <a:lnTo>
                    <a:pt x="1306" y="1348"/>
                  </a:lnTo>
                  <a:lnTo>
                    <a:pt x="1306" y="1348"/>
                  </a:lnTo>
                  <a:lnTo>
                    <a:pt x="1306" y="1350"/>
                  </a:lnTo>
                  <a:lnTo>
                    <a:pt x="1306" y="1350"/>
                  </a:lnTo>
                  <a:lnTo>
                    <a:pt x="1306" y="1350"/>
                  </a:lnTo>
                  <a:lnTo>
                    <a:pt x="1306" y="1350"/>
                  </a:lnTo>
                  <a:lnTo>
                    <a:pt x="1306" y="1350"/>
                  </a:lnTo>
                  <a:lnTo>
                    <a:pt x="1306" y="1352"/>
                  </a:lnTo>
                  <a:lnTo>
                    <a:pt x="1306" y="1352"/>
                  </a:lnTo>
                  <a:lnTo>
                    <a:pt x="1306" y="1352"/>
                  </a:lnTo>
                  <a:lnTo>
                    <a:pt x="1306" y="1352"/>
                  </a:lnTo>
                  <a:lnTo>
                    <a:pt x="1306" y="1354"/>
                  </a:lnTo>
                  <a:lnTo>
                    <a:pt x="1306" y="1354"/>
                  </a:lnTo>
                  <a:lnTo>
                    <a:pt x="1306" y="1354"/>
                  </a:lnTo>
                  <a:lnTo>
                    <a:pt x="1302" y="1356"/>
                  </a:lnTo>
                  <a:lnTo>
                    <a:pt x="1302" y="1356"/>
                  </a:lnTo>
                  <a:lnTo>
                    <a:pt x="1302" y="1356"/>
                  </a:lnTo>
                  <a:lnTo>
                    <a:pt x="1300" y="1354"/>
                  </a:lnTo>
                  <a:lnTo>
                    <a:pt x="1300" y="1354"/>
                  </a:lnTo>
                  <a:lnTo>
                    <a:pt x="1300" y="1354"/>
                  </a:lnTo>
                  <a:lnTo>
                    <a:pt x="1298" y="1354"/>
                  </a:lnTo>
                  <a:lnTo>
                    <a:pt x="1294" y="1354"/>
                  </a:lnTo>
                  <a:lnTo>
                    <a:pt x="1294" y="1354"/>
                  </a:lnTo>
                  <a:lnTo>
                    <a:pt x="1294" y="1354"/>
                  </a:lnTo>
                  <a:lnTo>
                    <a:pt x="1294" y="1356"/>
                  </a:lnTo>
                  <a:lnTo>
                    <a:pt x="1292" y="1358"/>
                  </a:lnTo>
                  <a:lnTo>
                    <a:pt x="1292" y="1358"/>
                  </a:lnTo>
                  <a:lnTo>
                    <a:pt x="1291" y="1358"/>
                  </a:lnTo>
                  <a:lnTo>
                    <a:pt x="1291" y="1358"/>
                  </a:lnTo>
                  <a:lnTo>
                    <a:pt x="1289" y="1358"/>
                  </a:lnTo>
                  <a:lnTo>
                    <a:pt x="1289" y="1358"/>
                  </a:lnTo>
                  <a:lnTo>
                    <a:pt x="1287" y="1358"/>
                  </a:lnTo>
                  <a:lnTo>
                    <a:pt x="1287" y="1358"/>
                  </a:lnTo>
                  <a:lnTo>
                    <a:pt x="1287" y="1358"/>
                  </a:lnTo>
                  <a:lnTo>
                    <a:pt x="1287" y="1356"/>
                  </a:lnTo>
                  <a:lnTo>
                    <a:pt x="1287" y="1356"/>
                  </a:lnTo>
                  <a:lnTo>
                    <a:pt x="1287" y="1354"/>
                  </a:lnTo>
                  <a:lnTo>
                    <a:pt x="1287" y="1354"/>
                  </a:lnTo>
                  <a:lnTo>
                    <a:pt x="1287" y="1354"/>
                  </a:lnTo>
                  <a:lnTo>
                    <a:pt x="1287" y="1354"/>
                  </a:lnTo>
                  <a:lnTo>
                    <a:pt x="1287" y="1354"/>
                  </a:lnTo>
                  <a:lnTo>
                    <a:pt x="1287" y="1354"/>
                  </a:lnTo>
                  <a:lnTo>
                    <a:pt x="1285" y="1354"/>
                  </a:lnTo>
                  <a:lnTo>
                    <a:pt x="1285" y="1354"/>
                  </a:lnTo>
                  <a:lnTo>
                    <a:pt x="1285" y="1354"/>
                  </a:lnTo>
                  <a:lnTo>
                    <a:pt x="1285" y="1354"/>
                  </a:lnTo>
                  <a:lnTo>
                    <a:pt x="1283" y="1354"/>
                  </a:lnTo>
                  <a:lnTo>
                    <a:pt x="1283" y="1356"/>
                  </a:lnTo>
                  <a:lnTo>
                    <a:pt x="1283" y="1356"/>
                  </a:lnTo>
                  <a:lnTo>
                    <a:pt x="1281" y="1356"/>
                  </a:lnTo>
                  <a:lnTo>
                    <a:pt x="1279" y="1358"/>
                  </a:lnTo>
                  <a:lnTo>
                    <a:pt x="1279" y="1358"/>
                  </a:lnTo>
                  <a:lnTo>
                    <a:pt x="1279" y="1358"/>
                  </a:lnTo>
                  <a:lnTo>
                    <a:pt x="1279" y="1360"/>
                  </a:lnTo>
                  <a:lnTo>
                    <a:pt x="1279" y="1360"/>
                  </a:lnTo>
                  <a:lnTo>
                    <a:pt x="1279" y="1360"/>
                  </a:lnTo>
                  <a:lnTo>
                    <a:pt x="1279" y="1362"/>
                  </a:lnTo>
                  <a:lnTo>
                    <a:pt x="1277" y="1362"/>
                  </a:lnTo>
                  <a:lnTo>
                    <a:pt x="1277" y="1362"/>
                  </a:lnTo>
                  <a:lnTo>
                    <a:pt x="1275" y="1362"/>
                  </a:lnTo>
                  <a:lnTo>
                    <a:pt x="1273" y="1360"/>
                  </a:lnTo>
                  <a:lnTo>
                    <a:pt x="1273" y="1360"/>
                  </a:lnTo>
                  <a:lnTo>
                    <a:pt x="1273" y="1360"/>
                  </a:lnTo>
                  <a:lnTo>
                    <a:pt x="1273" y="1360"/>
                  </a:lnTo>
                  <a:lnTo>
                    <a:pt x="1273" y="1360"/>
                  </a:lnTo>
                  <a:lnTo>
                    <a:pt x="1273" y="1360"/>
                  </a:lnTo>
                  <a:lnTo>
                    <a:pt x="1271" y="1360"/>
                  </a:lnTo>
                  <a:lnTo>
                    <a:pt x="1271" y="1360"/>
                  </a:lnTo>
                  <a:lnTo>
                    <a:pt x="1267" y="1360"/>
                  </a:lnTo>
                  <a:lnTo>
                    <a:pt x="1265" y="1360"/>
                  </a:lnTo>
                  <a:lnTo>
                    <a:pt x="1265" y="1360"/>
                  </a:lnTo>
                  <a:lnTo>
                    <a:pt x="1261" y="1360"/>
                  </a:lnTo>
                  <a:lnTo>
                    <a:pt x="1259" y="1360"/>
                  </a:lnTo>
                  <a:lnTo>
                    <a:pt x="1257" y="1360"/>
                  </a:lnTo>
                  <a:lnTo>
                    <a:pt x="1251" y="1362"/>
                  </a:lnTo>
                  <a:lnTo>
                    <a:pt x="1249" y="1362"/>
                  </a:lnTo>
                  <a:lnTo>
                    <a:pt x="1249" y="1362"/>
                  </a:lnTo>
                  <a:lnTo>
                    <a:pt x="1247" y="1366"/>
                  </a:lnTo>
                  <a:lnTo>
                    <a:pt x="1245" y="1366"/>
                  </a:lnTo>
                  <a:lnTo>
                    <a:pt x="1240" y="1368"/>
                  </a:lnTo>
                  <a:lnTo>
                    <a:pt x="1240" y="1368"/>
                  </a:lnTo>
                  <a:lnTo>
                    <a:pt x="1240" y="1368"/>
                  </a:lnTo>
                  <a:lnTo>
                    <a:pt x="1240" y="1366"/>
                  </a:lnTo>
                  <a:lnTo>
                    <a:pt x="1240" y="1366"/>
                  </a:lnTo>
                  <a:lnTo>
                    <a:pt x="1240" y="1366"/>
                  </a:lnTo>
                  <a:lnTo>
                    <a:pt x="1238" y="1366"/>
                  </a:lnTo>
                  <a:lnTo>
                    <a:pt x="1238" y="1364"/>
                  </a:lnTo>
                  <a:lnTo>
                    <a:pt x="1238" y="1364"/>
                  </a:lnTo>
                  <a:lnTo>
                    <a:pt x="1238" y="1364"/>
                  </a:lnTo>
                  <a:lnTo>
                    <a:pt x="1238" y="1364"/>
                  </a:lnTo>
                  <a:lnTo>
                    <a:pt x="1236" y="1364"/>
                  </a:lnTo>
                  <a:lnTo>
                    <a:pt x="1236" y="1364"/>
                  </a:lnTo>
                  <a:lnTo>
                    <a:pt x="1236" y="1364"/>
                  </a:lnTo>
                  <a:lnTo>
                    <a:pt x="1234" y="1366"/>
                  </a:lnTo>
                  <a:lnTo>
                    <a:pt x="1232" y="1366"/>
                  </a:lnTo>
                  <a:lnTo>
                    <a:pt x="1232" y="1366"/>
                  </a:lnTo>
                  <a:lnTo>
                    <a:pt x="1232" y="1366"/>
                  </a:lnTo>
                  <a:lnTo>
                    <a:pt x="1230" y="1368"/>
                  </a:lnTo>
                  <a:lnTo>
                    <a:pt x="1230" y="1368"/>
                  </a:lnTo>
                  <a:lnTo>
                    <a:pt x="1230" y="1370"/>
                  </a:lnTo>
                  <a:lnTo>
                    <a:pt x="1230" y="1370"/>
                  </a:lnTo>
                  <a:lnTo>
                    <a:pt x="1230" y="1370"/>
                  </a:lnTo>
                  <a:lnTo>
                    <a:pt x="1228" y="1372"/>
                  </a:lnTo>
                  <a:lnTo>
                    <a:pt x="1228" y="1372"/>
                  </a:lnTo>
                  <a:lnTo>
                    <a:pt x="1228" y="1372"/>
                  </a:lnTo>
                  <a:lnTo>
                    <a:pt x="1226" y="1374"/>
                  </a:lnTo>
                  <a:lnTo>
                    <a:pt x="1226" y="1374"/>
                  </a:lnTo>
                  <a:lnTo>
                    <a:pt x="1226" y="1374"/>
                  </a:lnTo>
                  <a:lnTo>
                    <a:pt x="1226" y="1374"/>
                  </a:lnTo>
                  <a:lnTo>
                    <a:pt x="1224" y="1372"/>
                  </a:lnTo>
                  <a:lnTo>
                    <a:pt x="1224" y="1374"/>
                  </a:lnTo>
                  <a:lnTo>
                    <a:pt x="1224" y="1374"/>
                  </a:lnTo>
                  <a:lnTo>
                    <a:pt x="1224" y="1374"/>
                  </a:lnTo>
                  <a:lnTo>
                    <a:pt x="1224" y="1376"/>
                  </a:lnTo>
                  <a:lnTo>
                    <a:pt x="1224" y="1376"/>
                  </a:lnTo>
                  <a:lnTo>
                    <a:pt x="1224" y="1376"/>
                  </a:lnTo>
                  <a:lnTo>
                    <a:pt x="1224" y="1376"/>
                  </a:lnTo>
                  <a:lnTo>
                    <a:pt x="1222" y="1376"/>
                  </a:lnTo>
                  <a:lnTo>
                    <a:pt x="1222" y="1376"/>
                  </a:lnTo>
                  <a:lnTo>
                    <a:pt x="1220" y="1376"/>
                  </a:lnTo>
                  <a:lnTo>
                    <a:pt x="1220" y="1378"/>
                  </a:lnTo>
                  <a:lnTo>
                    <a:pt x="1220" y="1378"/>
                  </a:lnTo>
                  <a:lnTo>
                    <a:pt x="1220" y="1380"/>
                  </a:lnTo>
                  <a:lnTo>
                    <a:pt x="1218" y="1380"/>
                  </a:lnTo>
                  <a:lnTo>
                    <a:pt x="1218" y="1382"/>
                  </a:lnTo>
                  <a:lnTo>
                    <a:pt x="1216" y="1388"/>
                  </a:lnTo>
                  <a:lnTo>
                    <a:pt x="1216" y="1388"/>
                  </a:lnTo>
                  <a:lnTo>
                    <a:pt x="1216" y="1388"/>
                  </a:lnTo>
                  <a:lnTo>
                    <a:pt x="1216" y="1388"/>
                  </a:lnTo>
                  <a:lnTo>
                    <a:pt x="1214" y="1388"/>
                  </a:lnTo>
                  <a:lnTo>
                    <a:pt x="1212" y="1388"/>
                  </a:lnTo>
                  <a:lnTo>
                    <a:pt x="1212" y="1388"/>
                  </a:lnTo>
                  <a:lnTo>
                    <a:pt x="1212" y="1388"/>
                  </a:lnTo>
                  <a:lnTo>
                    <a:pt x="1212" y="1388"/>
                  </a:lnTo>
                  <a:lnTo>
                    <a:pt x="1212" y="1390"/>
                  </a:lnTo>
                  <a:lnTo>
                    <a:pt x="1212" y="1390"/>
                  </a:lnTo>
                  <a:lnTo>
                    <a:pt x="1212" y="1390"/>
                  </a:lnTo>
                  <a:lnTo>
                    <a:pt x="1212" y="1390"/>
                  </a:lnTo>
                  <a:lnTo>
                    <a:pt x="1214" y="1392"/>
                  </a:lnTo>
                  <a:lnTo>
                    <a:pt x="1214" y="1392"/>
                  </a:lnTo>
                  <a:lnTo>
                    <a:pt x="1214" y="1392"/>
                  </a:lnTo>
                  <a:lnTo>
                    <a:pt x="1214" y="1392"/>
                  </a:lnTo>
                  <a:lnTo>
                    <a:pt x="1214" y="1394"/>
                  </a:lnTo>
                  <a:lnTo>
                    <a:pt x="1214" y="1394"/>
                  </a:lnTo>
                  <a:lnTo>
                    <a:pt x="1214" y="1394"/>
                  </a:lnTo>
                  <a:lnTo>
                    <a:pt x="1214" y="1396"/>
                  </a:lnTo>
                  <a:lnTo>
                    <a:pt x="1214" y="1396"/>
                  </a:lnTo>
                  <a:lnTo>
                    <a:pt x="1214" y="1396"/>
                  </a:lnTo>
                  <a:lnTo>
                    <a:pt x="1216" y="1396"/>
                  </a:lnTo>
                  <a:lnTo>
                    <a:pt x="1216" y="1398"/>
                  </a:lnTo>
                  <a:lnTo>
                    <a:pt x="1216" y="1398"/>
                  </a:lnTo>
                  <a:lnTo>
                    <a:pt x="1216" y="1398"/>
                  </a:lnTo>
                  <a:lnTo>
                    <a:pt x="1216" y="1401"/>
                  </a:lnTo>
                  <a:lnTo>
                    <a:pt x="1216" y="1401"/>
                  </a:lnTo>
                  <a:lnTo>
                    <a:pt x="1216" y="1401"/>
                  </a:lnTo>
                  <a:lnTo>
                    <a:pt x="1216" y="1401"/>
                  </a:lnTo>
                  <a:lnTo>
                    <a:pt x="1216" y="1403"/>
                  </a:lnTo>
                  <a:lnTo>
                    <a:pt x="1216" y="1405"/>
                  </a:lnTo>
                  <a:lnTo>
                    <a:pt x="1216" y="1405"/>
                  </a:lnTo>
                  <a:lnTo>
                    <a:pt x="1216" y="1405"/>
                  </a:lnTo>
                  <a:lnTo>
                    <a:pt x="1216" y="1405"/>
                  </a:lnTo>
                  <a:lnTo>
                    <a:pt x="1216" y="1407"/>
                  </a:lnTo>
                  <a:lnTo>
                    <a:pt x="1214" y="1407"/>
                  </a:lnTo>
                  <a:lnTo>
                    <a:pt x="1214" y="1407"/>
                  </a:lnTo>
                  <a:lnTo>
                    <a:pt x="1212" y="1407"/>
                  </a:lnTo>
                  <a:lnTo>
                    <a:pt x="1212" y="1407"/>
                  </a:lnTo>
                  <a:lnTo>
                    <a:pt x="1208" y="1407"/>
                  </a:lnTo>
                  <a:lnTo>
                    <a:pt x="1208" y="1415"/>
                  </a:lnTo>
                  <a:lnTo>
                    <a:pt x="1208" y="1415"/>
                  </a:lnTo>
                  <a:lnTo>
                    <a:pt x="1208" y="1415"/>
                  </a:lnTo>
                  <a:lnTo>
                    <a:pt x="1208" y="1417"/>
                  </a:lnTo>
                  <a:lnTo>
                    <a:pt x="1208" y="1417"/>
                  </a:lnTo>
                  <a:lnTo>
                    <a:pt x="1208" y="1417"/>
                  </a:lnTo>
                  <a:lnTo>
                    <a:pt x="1210" y="1417"/>
                  </a:lnTo>
                  <a:lnTo>
                    <a:pt x="1210" y="1417"/>
                  </a:lnTo>
                  <a:lnTo>
                    <a:pt x="1210" y="1417"/>
                  </a:lnTo>
                  <a:lnTo>
                    <a:pt x="1210" y="1419"/>
                  </a:lnTo>
                  <a:lnTo>
                    <a:pt x="1210" y="1419"/>
                  </a:lnTo>
                  <a:lnTo>
                    <a:pt x="1210" y="1419"/>
                  </a:lnTo>
                  <a:lnTo>
                    <a:pt x="1210" y="1419"/>
                  </a:lnTo>
                  <a:lnTo>
                    <a:pt x="1212" y="1421"/>
                  </a:lnTo>
                  <a:lnTo>
                    <a:pt x="1212" y="1425"/>
                  </a:lnTo>
                  <a:lnTo>
                    <a:pt x="1212" y="1427"/>
                  </a:lnTo>
                  <a:lnTo>
                    <a:pt x="1212" y="1427"/>
                  </a:lnTo>
                  <a:lnTo>
                    <a:pt x="1212" y="1427"/>
                  </a:lnTo>
                  <a:lnTo>
                    <a:pt x="1212" y="1427"/>
                  </a:lnTo>
                  <a:lnTo>
                    <a:pt x="1214" y="1427"/>
                  </a:lnTo>
                  <a:lnTo>
                    <a:pt x="1214" y="1427"/>
                  </a:lnTo>
                  <a:lnTo>
                    <a:pt x="1212" y="1429"/>
                  </a:lnTo>
                  <a:lnTo>
                    <a:pt x="1210" y="1431"/>
                  </a:lnTo>
                  <a:lnTo>
                    <a:pt x="1210" y="1433"/>
                  </a:lnTo>
                  <a:lnTo>
                    <a:pt x="1210" y="1433"/>
                  </a:lnTo>
                  <a:lnTo>
                    <a:pt x="1210" y="1437"/>
                  </a:lnTo>
                  <a:lnTo>
                    <a:pt x="1210" y="1437"/>
                  </a:lnTo>
                  <a:lnTo>
                    <a:pt x="1210" y="1437"/>
                  </a:lnTo>
                  <a:lnTo>
                    <a:pt x="1210" y="1439"/>
                  </a:lnTo>
                  <a:lnTo>
                    <a:pt x="1208" y="1439"/>
                  </a:lnTo>
                  <a:lnTo>
                    <a:pt x="1208" y="1441"/>
                  </a:lnTo>
                  <a:lnTo>
                    <a:pt x="1208" y="1441"/>
                  </a:lnTo>
                  <a:lnTo>
                    <a:pt x="1210" y="1441"/>
                  </a:lnTo>
                  <a:lnTo>
                    <a:pt x="1210" y="1441"/>
                  </a:lnTo>
                  <a:lnTo>
                    <a:pt x="1212" y="1441"/>
                  </a:lnTo>
                  <a:lnTo>
                    <a:pt x="1212" y="1441"/>
                  </a:lnTo>
                  <a:lnTo>
                    <a:pt x="1212" y="1443"/>
                  </a:lnTo>
                  <a:lnTo>
                    <a:pt x="1212" y="1443"/>
                  </a:lnTo>
                  <a:lnTo>
                    <a:pt x="1210" y="1443"/>
                  </a:lnTo>
                  <a:lnTo>
                    <a:pt x="1210" y="1443"/>
                  </a:lnTo>
                  <a:lnTo>
                    <a:pt x="1206" y="1443"/>
                  </a:lnTo>
                  <a:lnTo>
                    <a:pt x="1206" y="1443"/>
                  </a:lnTo>
                  <a:lnTo>
                    <a:pt x="1206" y="1443"/>
                  </a:lnTo>
                  <a:lnTo>
                    <a:pt x="1206" y="1443"/>
                  </a:lnTo>
                  <a:lnTo>
                    <a:pt x="1204" y="1443"/>
                  </a:lnTo>
                  <a:lnTo>
                    <a:pt x="1204" y="1443"/>
                  </a:lnTo>
                  <a:lnTo>
                    <a:pt x="1202" y="1445"/>
                  </a:lnTo>
                  <a:lnTo>
                    <a:pt x="1200" y="1445"/>
                  </a:lnTo>
                  <a:lnTo>
                    <a:pt x="1200" y="1445"/>
                  </a:lnTo>
                  <a:lnTo>
                    <a:pt x="1200" y="1447"/>
                  </a:lnTo>
                  <a:lnTo>
                    <a:pt x="1200" y="1447"/>
                  </a:lnTo>
                  <a:lnTo>
                    <a:pt x="1202" y="1447"/>
                  </a:lnTo>
                  <a:lnTo>
                    <a:pt x="1202" y="1449"/>
                  </a:lnTo>
                  <a:lnTo>
                    <a:pt x="1202" y="1449"/>
                  </a:lnTo>
                  <a:lnTo>
                    <a:pt x="1202" y="1449"/>
                  </a:lnTo>
                  <a:lnTo>
                    <a:pt x="1202" y="1451"/>
                  </a:lnTo>
                  <a:lnTo>
                    <a:pt x="1202" y="1451"/>
                  </a:lnTo>
                  <a:lnTo>
                    <a:pt x="1204" y="1453"/>
                  </a:lnTo>
                  <a:lnTo>
                    <a:pt x="1204" y="1453"/>
                  </a:lnTo>
                  <a:lnTo>
                    <a:pt x="1204" y="1453"/>
                  </a:lnTo>
                  <a:lnTo>
                    <a:pt x="1204" y="1455"/>
                  </a:lnTo>
                  <a:lnTo>
                    <a:pt x="1204" y="1455"/>
                  </a:lnTo>
                  <a:lnTo>
                    <a:pt x="1206" y="1455"/>
                  </a:lnTo>
                  <a:lnTo>
                    <a:pt x="1206" y="1455"/>
                  </a:lnTo>
                  <a:lnTo>
                    <a:pt x="1206" y="1455"/>
                  </a:lnTo>
                  <a:lnTo>
                    <a:pt x="1206" y="1456"/>
                  </a:lnTo>
                  <a:lnTo>
                    <a:pt x="1206" y="1456"/>
                  </a:lnTo>
                  <a:lnTo>
                    <a:pt x="1206" y="1456"/>
                  </a:lnTo>
                  <a:lnTo>
                    <a:pt x="1206" y="1458"/>
                  </a:lnTo>
                  <a:lnTo>
                    <a:pt x="1206" y="1458"/>
                  </a:lnTo>
                  <a:lnTo>
                    <a:pt x="1208" y="1458"/>
                  </a:lnTo>
                  <a:lnTo>
                    <a:pt x="1208" y="1458"/>
                  </a:lnTo>
                  <a:lnTo>
                    <a:pt x="1208" y="1458"/>
                  </a:lnTo>
                  <a:lnTo>
                    <a:pt x="1208" y="1460"/>
                  </a:lnTo>
                  <a:lnTo>
                    <a:pt x="1208" y="1462"/>
                  </a:lnTo>
                  <a:lnTo>
                    <a:pt x="1208" y="1464"/>
                  </a:lnTo>
                  <a:lnTo>
                    <a:pt x="1208" y="1464"/>
                  </a:lnTo>
                  <a:lnTo>
                    <a:pt x="1208" y="1464"/>
                  </a:lnTo>
                  <a:lnTo>
                    <a:pt x="1208" y="1464"/>
                  </a:lnTo>
                  <a:lnTo>
                    <a:pt x="1208" y="1464"/>
                  </a:lnTo>
                  <a:lnTo>
                    <a:pt x="1206" y="1464"/>
                  </a:lnTo>
                  <a:lnTo>
                    <a:pt x="1206" y="1464"/>
                  </a:lnTo>
                  <a:lnTo>
                    <a:pt x="1206" y="1464"/>
                  </a:lnTo>
                  <a:lnTo>
                    <a:pt x="1204" y="1464"/>
                  </a:lnTo>
                  <a:lnTo>
                    <a:pt x="1204" y="1464"/>
                  </a:lnTo>
                  <a:lnTo>
                    <a:pt x="1204" y="1464"/>
                  </a:lnTo>
                  <a:lnTo>
                    <a:pt x="1204" y="1468"/>
                  </a:lnTo>
                  <a:lnTo>
                    <a:pt x="1204" y="1468"/>
                  </a:lnTo>
                  <a:lnTo>
                    <a:pt x="1202" y="1468"/>
                  </a:lnTo>
                  <a:lnTo>
                    <a:pt x="1202" y="1470"/>
                  </a:lnTo>
                  <a:lnTo>
                    <a:pt x="1202" y="1470"/>
                  </a:lnTo>
                  <a:lnTo>
                    <a:pt x="1202" y="1470"/>
                  </a:lnTo>
                  <a:lnTo>
                    <a:pt x="1202" y="1470"/>
                  </a:lnTo>
                  <a:lnTo>
                    <a:pt x="1204" y="1472"/>
                  </a:lnTo>
                  <a:lnTo>
                    <a:pt x="1204" y="1472"/>
                  </a:lnTo>
                  <a:lnTo>
                    <a:pt x="1204" y="1472"/>
                  </a:lnTo>
                  <a:lnTo>
                    <a:pt x="1204" y="1474"/>
                  </a:lnTo>
                  <a:lnTo>
                    <a:pt x="1204" y="1474"/>
                  </a:lnTo>
                  <a:lnTo>
                    <a:pt x="1204" y="1476"/>
                  </a:lnTo>
                  <a:lnTo>
                    <a:pt x="1204" y="1476"/>
                  </a:lnTo>
                  <a:lnTo>
                    <a:pt x="1204" y="1476"/>
                  </a:lnTo>
                  <a:lnTo>
                    <a:pt x="1206" y="1476"/>
                  </a:lnTo>
                  <a:lnTo>
                    <a:pt x="1210" y="1478"/>
                  </a:lnTo>
                  <a:lnTo>
                    <a:pt x="1210" y="1478"/>
                  </a:lnTo>
                  <a:lnTo>
                    <a:pt x="1210" y="1478"/>
                  </a:lnTo>
                  <a:lnTo>
                    <a:pt x="1210" y="1478"/>
                  </a:lnTo>
                  <a:lnTo>
                    <a:pt x="1210" y="1478"/>
                  </a:lnTo>
                  <a:lnTo>
                    <a:pt x="1210" y="1480"/>
                  </a:lnTo>
                  <a:lnTo>
                    <a:pt x="1210" y="1480"/>
                  </a:lnTo>
                  <a:lnTo>
                    <a:pt x="1210" y="1482"/>
                  </a:lnTo>
                  <a:lnTo>
                    <a:pt x="1210" y="1482"/>
                  </a:lnTo>
                  <a:lnTo>
                    <a:pt x="1208" y="1482"/>
                  </a:lnTo>
                  <a:lnTo>
                    <a:pt x="1208" y="1482"/>
                  </a:lnTo>
                  <a:lnTo>
                    <a:pt x="1208" y="1482"/>
                  </a:lnTo>
                  <a:lnTo>
                    <a:pt x="1206" y="1482"/>
                  </a:lnTo>
                  <a:lnTo>
                    <a:pt x="1206" y="1482"/>
                  </a:lnTo>
                  <a:lnTo>
                    <a:pt x="1204" y="1482"/>
                  </a:lnTo>
                  <a:lnTo>
                    <a:pt x="1204" y="1480"/>
                  </a:lnTo>
                  <a:lnTo>
                    <a:pt x="1204" y="1480"/>
                  </a:lnTo>
                  <a:lnTo>
                    <a:pt x="1202" y="1480"/>
                  </a:lnTo>
                  <a:lnTo>
                    <a:pt x="1198" y="1478"/>
                  </a:lnTo>
                  <a:lnTo>
                    <a:pt x="1198" y="1478"/>
                  </a:lnTo>
                  <a:lnTo>
                    <a:pt x="1196" y="1478"/>
                  </a:lnTo>
                  <a:lnTo>
                    <a:pt x="1196" y="1478"/>
                  </a:lnTo>
                  <a:lnTo>
                    <a:pt x="1194" y="1478"/>
                  </a:lnTo>
                  <a:lnTo>
                    <a:pt x="1194" y="1478"/>
                  </a:lnTo>
                  <a:lnTo>
                    <a:pt x="1194" y="1478"/>
                  </a:lnTo>
                  <a:lnTo>
                    <a:pt x="1192" y="1478"/>
                  </a:lnTo>
                  <a:lnTo>
                    <a:pt x="1192" y="1478"/>
                  </a:lnTo>
                  <a:lnTo>
                    <a:pt x="1192" y="1478"/>
                  </a:lnTo>
                  <a:lnTo>
                    <a:pt x="1192" y="1478"/>
                  </a:lnTo>
                  <a:lnTo>
                    <a:pt x="1192" y="1476"/>
                  </a:lnTo>
                  <a:lnTo>
                    <a:pt x="1192" y="1476"/>
                  </a:lnTo>
                  <a:lnTo>
                    <a:pt x="1191" y="1476"/>
                  </a:lnTo>
                  <a:lnTo>
                    <a:pt x="1191" y="1476"/>
                  </a:lnTo>
                  <a:lnTo>
                    <a:pt x="1191" y="1476"/>
                  </a:lnTo>
                  <a:lnTo>
                    <a:pt x="1189" y="1476"/>
                  </a:lnTo>
                  <a:lnTo>
                    <a:pt x="1189" y="1476"/>
                  </a:lnTo>
                  <a:lnTo>
                    <a:pt x="1189" y="1476"/>
                  </a:lnTo>
                  <a:lnTo>
                    <a:pt x="1187" y="1478"/>
                  </a:lnTo>
                  <a:lnTo>
                    <a:pt x="1187" y="1478"/>
                  </a:lnTo>
                  <a:lnTo>
                    <a:pt x="1185" y="1478"/>
                  </a:lnTo>
                  <a:lnTo>
                    <a:pt x="1185" y="1478"/>
                  </a:lnTo>
                  <a:lnTo>
                    <a:pt x="1183" y="1478"/>
                  </a:lnTo>
                  <a:lnTo>
                    <a:pt x="1183" y="1478"/>
                  </a:lnTo>
                  <a:lnTo>
                    <a:pt x="1183" y="1478"/>
                  </a:lnTo>
                  <a:lnTo>
                    <a:pt x="1181" y="1478"/>
                  </a:lnTo>
                  <a:lnTo>
                    <a:pt x="1181" y="1480"/>
                  </a:lnTo>
                  <a:lnTo>
                    <a:pt x="1181" y="1480"/>
                  </a:lnTo>
                  <a:lnTo>
                    <a:pt x="1181" y="1480"/>
                  </a:lnTo>
                  <a:lnTo>
                    <a:pt x="1181" y="1480"/>
                  </a:lnTo>
                  <a:lnTo>
                    <a:pt x="1183" y="1482"/>
                  </a:lnTo>
                  <a:lnTo>
                    <a:pt x="1183" y="1482"/>
                  </a:lnTo>
                  <a:lnTo>
                    <a:pt x="1185" y="1482"/>
                  </a:lnTo>
                  <a:lnTo>
                    <a:pt x="1185" y="1482"/>
                  </a:lnTo>
                  <a:lnTo>
                    <a:pt x="1185" y="1484"/>
                  </a:lnTo>
                  <a:lnTo>
                    <a:pt x="1187" y="1484"/>
                  </a:lnTo>
                  <a:lnTo>
                    <a:pt x="1187" y="1484"/>
                  </a:lnTo>
                  <a:lnTo>
                    <a:pt x="1187" y="1484"/>
                  </a:lnTo>
                  <a:lnTo>
                    <a:pt x="1187" y="1484"/>
                  </a:lnTo>
                  <a:lnTo>
                    <a:pt x="1191" y="1484"/>
                  </a:lnTo>
                  <a:lnTo>
                    <a:pt x="1191" y="1486"/>
                  </a:lnTo>
                  <a:lnTo>
                    <a:pt x="1191" y="1486"/>
                  </a:lnTo>
                  <a:lnTo>
                    <a:pt x="1191" y="1486"/>
                  </a:lnTo>
                  <a:lnTo>
                    <a:pt x="1191" y="1486"/>
                  </a:lnTo>
                  <a:lnTo>
                    <a:pt x="1192" y="1488"/>
                  </a:lnTo>
                  <a:lnTo>
                    <a:pt x="1192" y="1488"/>
                  </a:lnTo>
                  <a:lnTo>
                    <a:pt x="1192" y="1488"/>
                  </a:lnTo>
                  <a:lnTo>
                    <a:pt x="1192" y="1488"/>
                  </a:lnTo>
                  <a:lnTo>
                    <a:pt x="1191" y="1488"/>
                  </a:lnTo>
                  <a:lnTo>
                    <a:pt x="1191" y="1490"/>
                  </a:lnTo>
                  <a:lnTo>
                    <a:pt x="1191" y="1490"/>
                  </a:lnTo>
                  <a:lnTo>
                    <a:pt x="1191" y="1490"/>
                  </a:lnTo>
                  <a:lnTo>
                    <a:pt x="1191" y="1490"/>
                  </a:lnTo>
                  <a:lnTo>
                    <a:pt x="1191" y="1490"/>
                  </a:lnTo>
                  <a:lnTo>
                    <a:pt x="1198" y="1494"/>
                  </a:lnTo>
                  <a:lnTo>
                    <a:pt x="1198" y="1494"/>
                  </a:lnTo>
                  <a:lnTo>
                    <a:pt x="1198" y="1494"/>
                  </a:lnTo>
                  <a:lnTo>
                    <a:pt x="1200" y="1494"/>
                  </a:lnTo>
                  <a:lnTo>
                    <a:pt x="1200" y="1494"/>
                  </a:lnTo>
                  <a:lnTo>
                    <a:pt x="1200" y="1494"/>
                  </a:lnTo>
                  <a:lnTo>
                    <a:pt x="1200" y="1494"/>
                  </a:lnTo>
                  <a:lnTo>
                    <a:pt x="1200" y="1494"/>
                  </a:lnTo>
                  <a:lnTo>
                    <a:pt x="1202" y="1494"/>
                  </a:lnTo>
                  <a:lnTo>
                    <a:pt x="1202" y="1496"/>
                  </a:lnTo>
                  <a:lnTo>
                    <a:pt x="1202" y="1496"/>
                  </a:lnTo>
                  <a:lnTo>
                    <a:pt x="1200" y="1500"/>
                  </a:lnTo>
                  <a:lnTo>
                    <a:pt x="1200" y="1500"/>
                  </a:lnTo>
                  <a:lnTo>
                    <a:pt x="1200" y="1500"/>
                  </a:lnTo>
                  <a:lnTo>
                    <a:pt x="1202" y="1500"/>
                  </a:lnTo>
                  <a:lnTo>
                    <a:pt x="1202" y="1500"/>
                  </a:lnTo>
                  <a:lnTo>
                    <a:pt x="1202" y="1500"/>
                  </a:lnTo>
                  <a:lnTo>
                    <a:pt x="1204" y="1500"/>
                  </a:lnTo>
                  <a:lnTo>
                    <a:pt x="1204" y="1500"/>
                  </a:lnTo>
                  <a:lnTo>
                    <a:pt x="1204" y="1500"/>
                  </a:lnTo>
                  <a:lnTo>
                    <a:pt x="1204" y="1500"/>
                  </a:lnTo>
                  <a:lnTo>
                    <a:pt x="1208" y="1502"/>
                  </a:lnTo>
                  <a:lnTo>
                    <a:pt x="1208" y="1502"/>
                  </a:lnTo>
                  <a:lnTo>
                    <a:pt x="1208" y="1502"/>
                  </a:lnTo>
                  <a:lnTo>
                    <a:pt x="1208" y="1502"/>
                  </a:lnTo>
                  <a:lnTo>
                    <a:pt x="1208" y="1504"/>
                  </a:lnTo>
                  <a:lnTo>
                    <a:pt x="1208" y="1504"/>
                  </a:lnTo>
                  <a:lnTo>
                    <a:pt x="1210" y="1504"/>
                  </a:lnTo>
                  <a:lnTo>
                    <a:pt x="1210" y="1504"/>
                  </a:lnTo>
                  <a:lnTo>
                    <a:pt x="1210" y="1504"/>
                  </a:lnTo>
                  <a:lnTo>
                    <a:pt x="1212" y="1504"/>
                  </a:lnTo>
                  <a:lnTo>
                    <a:pt x="1212" y="1504"/>
                  </a:lnTo>
                  <a:lnTo>
                    <a:pt x="1214" y="1506"/>
                  </a:lnTo>
                  <a:lnTo>
                    <a:pt x="1216" y="1508"/>
                  </a:lnTo>
                  <a:lnTo>
                    <a:pt x="1216" y="1508"/>
                  </a:lnTo>
                  <a:lnTo>
                    <a:pt x="1216" y="1509"/>
                  </a:lnTo>
                  <a:lnTo>
                    <a:pt x="1216" y="1509"/>
                  </a:lnTo>
                  <a:lnTo>
                    <a:pt x="1218" y="1509"/>
                  </a:lnTo>
                  <a:lnTo>
                    <a:pt x="1218" y="1509"/>
                  </a:lnTo>
                  <a:lnTo>
                    <a:pt x="1218" y="1511"/>
                  </a:lnTo>
                  <a:lnTo>
                    <a:pt x="1218" y="1511"/>
                  </a:lnTo>
                  <a:lnTo>
                    <a:pt x="1216" y="1513"/>
                  </a:lnTo>
                  <a:lnTo>
                    <a:pt x="1216" y="1513"/>
                  </a:lnTo>
                  <a:lnTo>
                    <a:pt x="1216" y="1513"/>
                  </a:lnTo>
                  <a:lnTo>
                    <a:pt x="1216" y="1513"/>
                  </a:lnTo>
                  <a:lnTo>
                    <a:pt x="1214" y="1513"/>
                  </a:lnTo>
                  <a:lnTo>
                    <a:pt x="1216" y="1515"/>
                  </a:lnTo>
                  <a:lnTo>
                    <a:pt x="1216" y="1515"/>
                  </a:lnTo>
                  <a:lnTo>
                    <a:pt x="1216" y="1515"/>
                  </a:lnTo>
                  <a:lnTo>
                    <a:pt x="1216" y="1517"/>
                  </a:lnTo>
                  <a:lnTo>
                    <a:pt x="1216" y="1517"/>
                  </a:lnTo>
                  <a:lnTo>
                    <a:pt x="1216" y="1517"/>
                  </a:lnTo>
                  <a:lnTo>
                    <a:pt x="1216" y="1517"/>
                  </a:lnTo>
                  <a:lnTo>
                    <a:pt x="1216" y="1517"/>
                  </a:lnTo>
                  <a:lnTo>
                    <a:pt x="1212" y="1517"/>
                  </a:lnTo>
                  <a:lnTo>
                    <a:pt x="1212" y="1517"/>
                  </a:lnTo>
                  <a:lnTo>
                    <a:pt x="1212" y="1517"/>
                  </a:lnTo>
                  <a:lnTo>
                    <a:pt x="1210" y="1519"/>
                  </a:lnTo>
                  <a:lnTo>
                    <a:pt x="1210" y="1519"/>
                  </a:lnTo>
                  <a:lnTo>
                    <a:pt x="1208" y="1521"/>
                  </a:lnTo>
                  <a:lnTo>
                    <a:pt x="1208" y="1521"/>
                  </a:lnTo>
                  <a:lnTo>
                    <a:pt x="1208" y="1521"/>
                  </a:lnTo>
                  <a:lnTo>
                    <a:pt x="1206" y="1521"/>
                  </a:lnTo>
                  <a:lnTo>
                    <a:pt x="1206" y="1521"/>
                  </a:lnTo>
                  <a:lnTo>
                    <a:pt x="1206" y="1521"/>
                  </a:lnTo>
                  <a:lnTo>
                    <a:pt x="1206" y="1523"/>
                  </a:lnTo>
                  <a:lnTo>
                    <a:pt x="1206" y="1523"/>
                  </a:lnTo>
                  <a:lnTo>
                    <a:pt x="1206" y="1523"/>
                  </a:lnTo>
                  <a:lnTo>
                    <a:pt x="1206" y="1525"/>
                  </a:lnTo>
                  <a:lnTo>
                    <a:pt x="1206" y="1525"/>
                  </a:lnTo>
                  <a:lnTo>
                    <a:pt x="1208" y="1525"/>
                  </a:lnTo>
                  <a:lnTo>
                    <a:pt x="1208" y="1525"/>
                  </a:lnTo>
                  <a:lnTo>
                    <a:pt x="1208" y="1525"/>
                  </a:lnTo>
                  <a:lnTo>
                    <a:pt x="1208" y="1525"/>
                  </a:lnTo>
                  <a:lnTo>
                    <a:pt x="1208" y="1527"/>
                  </a:lnTo>
                  <a:lnTo>
                    <a:pt x="1208" y="1527"/>
                  </a:lnTo>
                  <a:lnTo>
                    <a:pt x="1206" y="1529"/>
                  </a:lnTo>
                  <a:lnTo>
                    <a:pt x="1206" y="1531"/>
                  </a:lnTo>
                  <a:lnTo>
                    <a:pt x="1204" y="1531"/>
                  </a:lnTo>
                  <a:lnTo>
                    <a:pt x="1204" y="1533"/>
                  </a:lnTo>
                  <a:lnTo>
                    <a:pt x="1204" y="1535"/>
                  </a:lnTo>
                  <a:lnTo>
                    <a:pt x="1204" y="1537"/>
                  </a:lnTo>
                  <a:lnTo>
                    <a:pt x="1204" y="1537"/>
                  </a:lnTo>
                  <a:lnTo>
                    <a:pt x="1204" y="1539"/>
                  </a:lnTo>
                  <a:lnTo>
                    <a:pt x="1204" y="1539"/>
                  </a:lnTo>
                  <a:lnTo>
                    <a:pt x="1206" y="1539"/>
                  </a:lnTo>
                  <a:lnTo>
                    <a:pt x="1206" y="1541"/>
                  </a:lnTo>
                  <a:lnTo>
                    <a:pt x="1206" y="1541"/>
                  </a:lnTo>
                  <a:lnTo>
                    <a:pt x="1208" y="1543"/>
                  </a:lnTo>
                  <a:lnTo>
                    <a:pt x="1208" y="1545"/>
                  </a:lnTo>
                  <a:lnTo>
                    <a:pt x="1208" y="1545"/>
                  </a:lnTo>
                  <a:lnTo>
                    <a:pt x="1208" y="1545"/>
                  </a:lnTo>
                  <a:lnTo>
                    <a:pt x="1208" y="1545"/>
                  </a:lnTo>
                  <a:lnTo>
                    <a:pt x="1206" y="1547"/>
                  </a:lnTo>
                  <a:lnTo>
                    <a:pt x="1206" y="1547"/>
                  </a:lnTo>
                  <a:lnTo>
                    <a:pt x="1206" y="1547"/>
                  </a:lnTo>
                  <a:lnTo>
                    <a:pt x="1206" y="1547"/>
                  </a:lnTo>
                  <a:lnTo>
                    <a:pt x="1204" y="1547"/>
                  </a:lnTo>
                  <a:lnTo>
                    <a:pt x="1204" y="1547"/>
                  </a:lnTo>
                  <a:lnTo>
                    <a:pt x="1204" y="1547"/>
                  </a:lnTo>
                  <a:lnTo>
                    <a:pt x="1204" y="1547"/>
                  </a:lnTo>
                  <a:lnTo>
                    <a:pt x="1206" y="1549"/>
                  </a:lnTo>
                  <a:lnTo>
                    <a:pt x="1206" y="1549"/>
                  </a:lnTo>
                  <a:lnTo>
                    <a:pt x="1206" y="1549"/>
                  </a:lnTo>
                  <a:lnTo>
                    <a:pt x="1204" y="1549"/>
                  </a:lnTo>
                  <a:lnTo>
                    <a:pt x="1202" y="1549"/>
                  </a:lnTo>
                  <a:lnTo>
                    <a:pt x="1202" y="1549"/>
                  </a:lnTo>
                  <a:lnTo>
                    <a:pt x="1202" y="1551"/>
                  </a:lnTo>
                  <a:lnTo>
                    <a:pt x="1200" y="1551"/>
                  </a:lnTo>
                  <a:lnTo>
                    <a:pt x="1200" y="1551"/>
                  </a:lnTo>
                  <a:lnTo>
                    <a:pt x="1198" y="1551"/>
                  </a:lnTo>
                  <a:lnTo>
                    <a:pt x="1198" y="1551"/>
                  </a:lnTo>
                  <a:lnTo>
                    <a:pt x="1198" y="1551"/>
                  </a:lnTo>
                  <a:lnTo>
                    <a:pt x="1196" y="1551"/>
                  </a:lnTo>
                  <a:lnTo>
                    <a:pt x="1196" y="1549"/>
                  </a:lnTo>
                  <a:lnTo>
                    <a:pt x="1196" y="1549"/>
                  </a:lnTo>
                  <a:lnTo>
                    <a:pt x="1194" y="1549"/>
                  </a:lnTo>
                  <a:lnTo>
                    <a:pt x="1194" y="1549"/>
                  </a:lnTo>
                  <a:lnTo>
                    <a:pt x="1194" y="1549"/>
                  </a:lnTo>
                  <a:lnTo>
                    <a:pt x="1194" y="1549"/>
                  </a:lnTo>
                  <a:lnTo>
                    <a:pt x="1192" y="1549"/>
                  </a:lnTo>
                  <a:lnTo>
                    <a:pt x="1192" y="1549"/>
                  </a:lnTo>
                  <a:lnTo>
                    <a:pt x="1192" y="1551"/>
                  </a:lnTo>
                  <a:lnTo>
                    <a:pt x="1192" y="1553"/>
                  </a:lnTo>
                  <a:lnTo>
                    <a:pt x="1192" y="1555"/>
                  </a:lnTo>
                  <a:lnTo>
                    <a:pt x="1192" y="1555"/>
                  </a:lnTo>
                  <a:lnTo>
                    <a:pt x="1192" y="1555"/>
                  </a:lnTo>
                  <a:lnTo>
                    <a:pt x="1192" y="1555"/>
                  </a:lnTo>
                  <a:lnTo>
                    <a:pt x="1191" y="1555"/>
                  </a:lnTo>
                  <a:lnTo>
                    <a:pt x="1191" y="1555"/>
                  </a:lnTo>
                  <a:lnTo>
                    <a:pt x="1189" y="1555"/>
                  </a:lnTo>
                  <a:lnTo>
                    <a:pt x="1189" y="1557"/>
                  </a:lnTo>
                  <a:lnTo>
                    <a:pt x="1191" y="1557"/>
                  </a:lnTo>
                  <a:lnTo>
                    <a:pt x="1191" y="1557"/>
                  </a:lnTo>
                  <a:lnTo>
                    <a:pt x="1192" y="1559"/>
                  </a:lnTo>
                  <a:lnTo>
                    <a:pt x="1194" y="1561"/>
                  </a:lnTo>
                  <a:lnTo>
                    <a:pt x="1194" y="1561"/>
                  </a:lnTo>
                  <a:lnTo>
                    <a:pt x="1194" y="1563"/>
                  </a:lnTo>
                  <a:lnTo>
                    <a:pt x="1194" y="1563"/>
                  </a:lnTo>
                  <a:lnTo>
                    <a:pt x="1196" y="1563"/>
                  </a:lnTo>
                  <a:lnTo>
                    <a:pt x="1196" y="1563"/>
                  </a:lnTo>
                  <a:lnTo>
                    <a:pt x="1196" y="1563"/>
                  </a:lnTo>
                  <a:lnTo>
                    <a:pt x="1196" y="1561"/>
                  </a:lnTo>
                  <a:lnTo>
                    <a:pt x="1196" y="1561"/>
                  </a:lnTo>
                  <a:lnTo>
                    <a:pt x="1196" y="1561"/>
                  </a:lnTo>
                  <a:lnTo>
                    <a:pt x="1196" y="1561"/>
                  </a:lnTo>
                  <a:lnTo>
                    <a:pt x="1196" y="1559"/>
                  </a:lnTo>
                  <a:lnTo>
                    <a:pt x="1196" y="1559"/>
                  </a:lnTo>
                  <a:lnTo>
                    <a:pt x="1198" y="1559"/>
                  </a:lnTo>
                  <a:lnTo>
                    <a:pt x="1198" y="1559"/>
                  </a:lnTo>
                  <a:lnTo>
                    <a:pt x="1198" y="1559"/>
                  </a:lnTo>
                  <a:lnTo>
                    <a:pt x="1198" y="1559"/>
                  </a:lnTo>
                  <a:lnTo>
                    <a:pt x="1198" y="1559"/>
                  </a:lnTo>
                  <a:lnTo>
                    <a:pt x="1200" y="1559"/>
                  </a:lnTo>
                  <a:lnTo>
                    <a:pt x="1200" y="1561"/>
                  </a:lnTo>
                  <a:lnTo>
                    <a:pt x="1200" y="1561"/>
                  </a:lnTo>
                  <a:lnTo>
                    <a:pt x="1200" y="1561"/>
                  </a:lnTo>
                  <a:lnTo>
                    <a:pt x="1200" y="1561"/>
                  </a:lnTo>
                  <a:lnTo>
                    <a:pt x="1200" y="1561"/>
                  </a:lnTo>
                  <a:lnTo>
                    <a:pt x="1202" y="1561"/>
                  </a:lnTo>
                  <a:lnTo>
                    <a:pt x="1208" y="1563"/>
                  </a:lnTo>
                  <a:lnTo>
                    <a:pt x="1208" y="1563"/>
                  </a:lnTo>
                  <a:lnTo>
                    <a:pt x="1210" y="1563"/>
                  </a:lnTo>
                  <a:lnTo>
                    <a:pt x="1210" y="1563"/>
                  </a:lnTo>
                  <a:lnTo>
                    <a:pt x="1210" y="1564"/>
                  </a:lnTo>
                  <a:lnTo>
                    <a:pt x="1208" y="1564"/>
                  </a:lnTo>
                  <a:lnTo>
                    <a:pt x="1208" y="1564"/>
                  </a:lnTo>
                  <a:lnTo>
                    <a:pt x="1208" y="1564"/>
                  </a:lnTo>
                  <a:lnTo>
                    <a:pt x="1208" y="1564"/>
                  </a:lnTo>
                  <a:lnTo>
                    <a:pt x="1208" y="1566"/>
                  </a:lnTo>
                  <a:lnTo>
                    <a:pt x="1208" y="1566"/>
                  </a:lnTo>
                  <a:lnTo>
                    <a:pt x="1208" y="1566"/>
                  </a:lnTo>
                  <a:lnTo>
                    <a:pt x="1210" y="1566"/>
                  </a:lnTo>
                  <a:lnTo>
                    <a:pt x="1210" y="1566"/>
                  </a:lnTo>
                  <a:lnTo>
                    <a:pt x="1210" y="1566"/>
                  </a:lnTo>
                  <a:lnTo>
                    <a:pt x="1210" y="1566"/>
                  </a:lnTo>
                  <a:lnTo>
                    <a:pt x="1210" y="1568"/>
                  </a:lnTo>
                  <a:lnTo>
                    <a:pt x="1210" y="1568"/>
                  </a:lnTo>
                  <a:lnTo>
                    <a:pt x="1212" y="1568"/>
                  </a:lnTo>
                  <a:lnTo>
                    <a:pt x="1212" y="1568"/>
                  </a:lnTo>
                  <a:lnTo>
                    <a:pt x="1212" y="1568"/>
                  </a:lnTo>
                  <a:lnTo>
                    <a:pt x="1212" y="1568"/>
                  </a:lnTo>
                  <a:lnTo>
                    <a:pt x="1214" y="1570"/>
                  </a:lnTo>
                  <a:lnTo>
                    <a:pt x="1214" y="1570"/>
                  </a:lnTo>
                  <a:lnTo>
                    <a:pt x="1214" y="1570"/>
                  </a:lnTo>
                  <a:lnTo>
                    <a:pt x="1214" y="1570"/>
                  </a:lnTo>
                  <a:lnTo>
                    <a:pt x="1216" y="1570"/>
                  </a:lnTo>
                  <a:lnTo>
                    <a:pt x="1216" y="1570"/>
                  </a:lnTo>
                  <a:lnTo>
                    <a:pt x="1216" y="1570"/>
                  </a:lnTo>
                  <a:lnTo>
                    <a:pt x="1216" y="1570"/>
                  </a:lnTo>
                  <a:lnTo>
                    <a:pt x="1216" y="1570"/>
                  </a:lnTo>
                  <a:lnTo>
                    <a:pt x="1216" y="1570"/>
                  </a:lnTo>
                  <a:lnTo>
                    <a:pt x="1218" y="1570"/>
                  </a:lnTo>
                  <a:lnTo>
                    <a:pt x="1218" y="1572"/>
                  </a:lnTo>
                  <a:lnTo>
                    <a:pt x="1218" y="1572"/>
                  </a:lnTo>
                  <a:lnTo>
                    <a:pt x="1218" y="1572"/>
                  </a:lnTo>
                  <a:lnTo>
                    <a:pt x="1220" y="1572"/>
                  </a:lnTo>
                  <a:lnTo>
                    <a:pt x="1220" y="1572"/>
                  </a:lnTo>
                  <a:lnTo>
                    <a:pt x="1220" y="1572"/>
                  </a:lnTo>
                  <a:lnTo>
                    <a:pt x="1220" y="1574"/>
                  </a:lnTo>
                  <a:lnTo>
                    <a:pt x="1222" y="1574"/>
                  </a:lnTo>
                  <a:lnTo>
                    <a:pt x="1222" y="1574"/>
                  </a:lnTo>
                  <a:lnTo>
                    <a:pt x="1222" y="1574"/>
                  </a:lnTo>
                  <a:lnTo>
                    <a:pt x="1224" y="1574"/>
                  </a:lnTo>
                  <a:lnTo>
                    <a:pt x="1224" y="1576"/>
                  </a:lnTo>
                  <a:lnTo>
                    <a:pt x="1224" y="1576"/>
                  </a:lnTo>
                  <a:lnTo>
                    <a:pt x="1224" y="1576"/>
                  </a:lnTo>
                  <a:lnTo>
                    <a:pt x="1224" y="1576"/>
                  </a:lnTo>
                  <a:lnTo>
                    <a:pt x="1224" y="1576"/>
                  </a:lnTo>
                  <a:lnTo>
                    <a:pt x="1224" y="1576"/>
                  </a:lnTo>
                  <a:lnTo>
                    <a:pt x="1226" y="1576"/>
                  </a:lnTo>
                  <a:lnTo>
                    <a:pt x="1226" y="1576"/>
                  </a:lnTo>
                  <a:lnTo>
                    <a:pt x="1226" y="1576"/>
                  </a:lnTo>
                  <a:lnTo>
                    <a:pt x="1226" y="1578"/>
                  </a:lnTo>
                  <a:lnTo>
                    <a:pt x="1228" y="1578"/>
                  </a:lnTo>
                  <a:lnTo>
                    <a:pt x="1228" y="1578"/>
                  </a:lnTo>
                  <a:lnTo>
                    <a:pt x="1228" y="1580"/>
                  </a:lnTo>
                  <a:lnTo>
                    <a:pt x="1228" y="1580"/>
                  </a:lnTo>
                  <a:lnTo>
                    <a:pt x="1228" y="1580"/>
                  </a:lnTo>
                  <a:lnTo>
                    <a:pt x="1228" y="1580"/>
                  </a:lnTo>
                  <a:lnTo>
                    <a:pt x="1230" y="1580"/>
                  </a:lnTo>
                  <a:lnTo>
                    <a:pt x="1230" y="1582"/>
                  </a:lnTo>
                  <a:lnTo>
                    <a:pt x="1230" y="1582"/>
                  </a:lnTo>
                  <a:lnTo>
                    <a:pt x="1230" y="1582"/>
                  </a:lnTo>
                  <a:lnTo>
                    <a:pt x="1230" y="1582"/>
                  </a:lnTo>
                  <a:lnTo>
                    <a:pt x="1230" y="1582"/>
                  </a:lnTo>
                  <a:lnTo>
                    <a:pt x="1230" y="1582"/>
                  </a:lnTo>
                  <a:lnTo>
                    <a:pt x="1230" y="1584"/>
                  </a:lnTo>
                  <a:lnTo>
                    <a:pt x="1232" y="1584"/>
                  </a:lnTo>
                  <a:lnTo>
                    <a:pt x="1232" y="1584"/>
                  </a:lnTo>
                  <a:lnTo>
                    <a:pt x="1232" y="1586"/>
                  </a:lnTo>
                  <a:lnTo>
                    <a:pt x="1230" y="1586"/>
                  </a:lnTo>
                  <a:lnTo>
                    <a:pt x="1230" y="1586"/>
                  </a:lnTo>
                  <a:lnTo>
                    <a:pt x="1230" y="1586"/>
                  </a:lnTo>
                  <a:lnTo>
                    <a:pt x="1230" y="1586"/>
                  </a:lnTo>
                  <a:lnTo>
                    <a:pt x="1230" y="1586"/>
                  </a:lnTo>
                  <a:lnTo>
                    <a:pt x="1230" y="1588"/>
                  </a:lnTo>
                  <a:lnTo>
                    <a:pt x="1228" y="1588"/>
                  </a:lnTo>
                  <a:lnTo>
                    <a:pt x="1230" y="1588"/>
                  </a:lnTo>
                  <a:lnTo>
                    <a:pt x="1230" y="1590"/>
                  </a:lnTo>
                  <a:lnTo>
                    <a:pt x="1228" y="1590"/>
                  </a:lnTo>
                  <a:lnTo>
                    <a:pt x="1228" y="1590"/>
                  </a:lnTo>
                  <a:lnTo>
                    <a:pt x="1228" y="1592"/>
                  </a:lnTo>
                  <a:lnTo>
                    <a:pt x="1228" y="1592"/>
                  </a:lnTo>
                  <a:lnTo>
                    <a:pt x="1228" y="1592"/>
                  </a:lnTo>
                  <a:lnTo>
                    <a:pt x="1228" y="1592"/>
                  </a:lnTo>
                  <a:lnTo>
                    <a:pt x="1228" y="1592"/>
                  </a:lnTo>
                  <a:lnTo>
                    <a:pt x="1230" y="1592"/>
                  </a:lnTo>
                  <a:lnTo>
                    <a:pt x="1230" y="1594"/>
                  </a:lnTo>
                  <a:lnTo>
                    <a:pt x="1230" y="1594"/>
                  </a:lnTo>
                  <a:lnTo>
                    <a:pt x="1230" y="1594"/>
                  </a:lnTo>
                  <a:lnTo>
                    <a:pt x="1228" y="1594"/>
                  </a:lnTo>
                  <a:lnTo>
                    <a:pt x="1228" y="1594"/>
                  </a:lnTo>
                  <a:lnTo>
                    <a:pt x="1228" y="1596"/>
                  </a:lnTo>
                  <a:lnTo>
                    <a:pt x="1228" y="1596"/>
                  </a:lnTo>
                  <a:lnTo>
                    <a:pt x="1230" y="1596"/>
                  </a:lnTo>
                  <a:lnTo>
                    <a:pt x="1230" y="1596"/>
                  </a:lnTo>
                  <a:lnTo>
                    <a:pt x="1230" y="1598"/>
                  </a:lnTo>
                  <a:lnTo>
                    <a:pt x="1230" y="1598"/>
                  </a:lnTo>
                  <a:lnTo>
                    <a:pt x="1230" y="1598"/>
                  </a:lnTo>
                  <a:lnTo>
                    <a:pt x="1230" y="1600"/>
                  </a:lnTo>
                  <a:lnTo>
                    <a:pt x="1230" y="1600"/>
                  </a:lnTo>
                  <a:lnTo>
                    <a:pt x="1230" y="1600"/>
                  </a:lnTo>
                  <a:lnTo>
                    <a:pt x="1230" y="1602"/>
                  </a:lnTo>
                  <a:lnTo>
                    <a:pt x="1230" y="1602"/>
                  </a:lnTo>
                  <a:lnTo>
                    <a:pt x="1230" y="1602"/>
                  </a:lnTo>
                  <a:lnTo>
                    <a:pt x="1230" y="1604"/>
                  </a:lnTo>
                  <a:lnTo>
                    <a:pt x="1230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2" y="1604"/>
                  </a:lnTo>
                  <a:lnTo>
                    <a:pt x="1234" y="1606"/>
                  </a:lnTo>
                  <a:lnTo>
                    <a:pt x="1234" y="1606"/>
                  </a:lnTo>
                  <a:lnTo>
                    <a:pt x="1234" y="1606"/>
                  </a:lnTo>
                  <a:lnTo>
                    <a:pt x="1234" y="1606"/>
                  </a:lnTo>
                  <a:lnTo>
                    <a:pt x="1234" y="1606"/>
                  </a:lnTo>
                  <a:lnTo>
                    <a:pt x="1234" y="1606"/>
                  </a:lnTo>
                  <a:lnTo>
                    <a:pt x="1232" y="1606"/>
                  </a:lnTo>
                  <a:lnTo>
                    <a:pt x="1232" y="1606"/>
                  </a:lnTo>
                  <a:lnTo>
                    <a:pt x="1232" y="1606"/>
                  </a:lnTo>
                  <a:lnTo>
                    <a:pt x="1232" y="1606"/>
                  </a:lnTo>
                  <a:lnTo>
                    <a:pt x="1232" y="1606"/>
                  </a:lnTo>
                  <a:lnTo>
                    <a:pt x="1232" y="1606"/>
                  </a:lnTo>
                  <a:lnTo>
                    <a:pt x="1230" y="1608"/>
                  </a:lnTo>
                  <a:lnTo>
                    <a:pt x="1230" y="1608"/>
                  </a:lnTo>
                  <a:lnTo>
                    <a:pt x="1230" y="1608"/>
                  </a:lnTo>
                  <a:lnTo>
                    <a:pt x="1230" y="1608"/>
                  </a:lnTo>
                  <a:lnTo>
                    <a:pt x="1230" y="1608"/>
                  </a:lnTo>
                  <a:lnTo>
                    <a:pt x="1230" y="1608"/>
                  </a:lnTo>
                  <a:lnTo>
                    <a:pt x="1230" y="1606"/>
                  </a:lnTo>
                  <a:lnTo>
                    <a:pt x="1230" y="1604"/>
                  </a:lnTo>
                  <a:lnTo>
                    <a:pt x="1230" y="1604"/>
                  </a:lnTo>
                  <a:lnTo>
                    <a:pt x="1230" y="1604"/>
                  </a:lnTo>
                  <a:lnTo>
                    <a:pt x="1230" y="1604"/>
                  </a:lnTo>
                  <a:lnTo>
                    <a:pt x="1230" y="1604"/>
                  </a:lnTo>
                  <a:lnTo>
                    <a:pt x="1228" y="1604"/>
                  </a:lnTo>
                  <a:lnTo>
                    <a:pt x="1228" y="1604"/>
                  </a:lnTo>
                  <a:lnTo>
                    <a:pt x="1228" y="1604"/>
                  </a:lnTo>
                  <a:lnTo>
                    <a:pt x="1228" y="1604"/>
                  </a:lnTo>
                  <a:lnTo>
                    <a:pt x="1226" y="1604"/>
                  </a:lnTo>
                  <a:lnTo>
                    <a:pt x="1226" y="1604"/>
                  </a:lnTo>
                  <a:lnTo>
                    <a:pt x="1226" y="1604"/>
                  </a:lnTo>
                  <a:lnTo>
                    <a:pt x="1226" y="1604"/>
                  </a:lnTo>
                  <a:lnTo>
                    <a:pt x="1226" y="1604"/>
                  </a:lnTo>
                  <a:lnTo>
                    <a:pt x="1226" y="1604"/>
                  </a:lnTo>
                  <a:lnTo>
                    <a:pt x="1226" y="1602"/>
                  </a:lnTo>
                  <a:lnTo>
                    <a:pt x="1226" y="1602"/>
                  </a:lnTo>
                  <a:lnTo>
                    <a:pt x="1226" y="1602"/>
                  </a:lnTo>
                  <a:lnTo>
                    <a:pt x="1224" y="1602"/>
                  </a:lnTo>
                  <a:lnTo>
                    <a:pt x="1224" y="1602"/>
                  </a:lnTo>
                  <a:lnTo>
                    <a:pt x="1224" y="1602"/>
                  </a:lnTo>
                  <a:lnTo>
                    <a:pt x="1222" y="1602"/>
                  </a:lnTo>
                  <a:lnTo>
                    <a:pt x="1222" y="1602"/>
                  </a:lnTo>
                  <a:lnTo>
                    <a:pt x="1222" y="1604"/>
                  </a:lnTo>
                  <a:lnTo>
                    <a:pt x="1222" y="1604"/>
                  </a:lnTo>
                  <a:lnTo>
                    <a:pt x="1220" y="1604"/>
                  </a:lnTo>
                  <a:lnTo>
                    <a:pt x="1220" y="1606"/>
                  </a:lnTo>
                  <a:lnTo>
                    <a:pt x="1220" y="1608"/>
                  </a:lnTo>
                  <a:lnTo>
                    <a:pt x="1220" y="1610"/>
                  </a:lnTo>
                  <a:lnTo>
                    <a:pt x="1220" y="1610"/>
                  </a:lnTo>
                  <a:lnTo>
                    <a:pt x="1220" y="1610"/>
                  </a:lnTo>
                  <a:lnTo>
                    <a:pt x="1222" y="1610"/>
                  </a:lnTo>
                  <a:lnTo>
                    <a:pt x="1222" y="1610"/>
                  </a:lnTo>
                  <a:lnTo>
                    <a:pt x="1222" y="1610"/>
                  </a:lnTo>
                  <a:lnTo>
                    <a:pt x="1222" y="1612"/>
                  </a:lnTo>
                  <a:lnTo>
                    <a:pt x="1222" y="1612"/>
                  </a:lnTo>
                  <a:lnTo>
                    <a:pt x="1222" y="1612"/>
                  </a:lnTo>
                  <a:lnTo>
                    <a:pt x="1222" y="1614"/>
                  </a:lnTo>
                  <a:lnTo>
                    <a:pt x="1222" y="1614"/>
                  </a:lnTo>
                  <a:lnTo>
                    <a:pt x="1222" y="1614"/>
                  </a:lnTo>
                  <a:lnTo>
                    <a:pt x="1220" y="1614"/>
                  </a:lnTo>
                  <a:lnTo>
                    <a:pt x="1220" y="1614"/>
                  </a:lnTo>
                  <a:lnTo>
                    <a:pt x="1220" y="1614"/>
                  </a:lnTo>
                  <a:lnTo>
                    <a:pt x="1220" y="1614"/>
                  </a:lnTo>
                  <a:lnTo>
                    <a:pt x="1220" y="1614"/>
                  </a:lnTo>
                  <a:lnTo>
                    <a:pt x="1220" y="1612"/>
                  </a:lnTo>
                  <a:lnTo>
                    <a:pt x="1220" y="1612"/>
                  </a:lnTo>
                  <a:lnTo>
                    <a:pt x="1220" y="1612"/>
                  </a:lnTo>
                  <a:lnTo>
                    <a:pt x="1218" y="1610"/>
                  </a:lnTo>
                  <a:lnTo>
                    <a:pt x="1218" y="1610"/>
                  </a:lnTo>
                  <a:lnTo>
                    <a:pt x="1218" y="1610"/>
                  </a:lnTo>
                  <a:lnTo>
                    <a:pt x="1218" y="1610"/>
                  </a:lnTo>
                  <a:lnTo>
                    <a:pt x="1218" y="1610"/>
                  </a:lnTo>
                  <a:lnTo>
                    <a:pt x="1216" y="1610"/>
                  </a:lnTo>
                  <a:lnTo>
                    <a:pt x="1216" y="1610"/>
                  </a:lnTo>
                  <a:lnTo>
                    <a:pt x="1216" y="1610"/>
                  </a:lnTo>
                  <a:lnTo>
                    <a:pt x="1214" y="1610"/>
                  </a:lnTo>
                  <a:lnTo>
                    <a:pt x="1214" y="1610"/>
                  </a:lnTo>
                  <a:lnTo>
                    <a:pt x="1212" y="1610"/>
                  </a:lnTo>
                  <a:lnTo>
                    <a:pt x="1212" y="1612"/>
                  </a:lnTo>
                  <a:lnTo>
                    <a:pt x="1212" y="1614"/>
                  </a:lnTo>
                  <a:lnTo>
                    <a:pt x="1210" y="1616"/>
                  </a:lnTo>
                  <a:lnTo>
                    <a:pt x="1210" y="1617"/>
                  </a:lnTo>
                  <a:lnTo>
                    <a:pt x="1210" y="1617"/>
                  </a:lnTo>
                  <a:lnTo>
                    <a:pt x="1210" y="1619"/>
                  </a:lnTo>
                  <a:lnTo>
                    <a:pt x="1210" y="1621"/>
                  </a:lnTo>
                  <a:lnTo>
                    <a:pt x="1210" y="1623"/>
                  </a:lnTo>
                  <a:lnTo>
                    <a:pt x="1210" y="1623"/>
                  </a:lnTo>
                  <a:lnTo>
                    <a:pt x="1210" y="1623"/>
                  </a:lnTo>
                  <a:lnTo>
                    <a:pt x="1212" y="1623"/>
                  </a:lnTo>
                  <a:lnTo>
                    <a:pt x="1212" y="1625"/>
                  </a:lnTo>
                  <a:lnTo>
                    <a:pt x="1212" y="1627"/>
                  </a:lnTo>
                  <a:lnTo>
                    <a:pt x="1214" y="1627"/>
                  </a:lnTo>
                  <a:lnTo>
                    <a:pt x="1214" y="1627"/>
                  </a:lnTo>
                  <a:lnTo>
                    <a:pt x="1214" y="1629"/>
                  </a:lnTo>
                  <a:lnTo>
                    <a:pt x="1214" y="1629"/>
                  </a:lnTo>
                  <a:lnTo>
                    <a:pt x="1214" y="1633"/>
                  </a:lnTo>
                  <a:lnTo>
                    <a:pt x="1214" y="1635"/>
                  </a:lnTo>
                  <a:lnTo>
                    <a:pt x="1214" y="1635"/>
                  </a:lnTo>
                  <a:lnTo>
                    <a:pt x="1214" y="1635"/>
                  </a:lnTo>
                  <a:lnTo>
                    <a:pt x="1212" y="1639"/>
                  </a:lnTo>
                  <a:lnTo>
                    <a:pt x="1210" y="1639"/>
                  </a:lnTo>
                  <a:lnTo>
                    <a:pt x="1210" y="1641"/>
                  </a:lnTo>
                  <a:lnTo>
                    <a:pt x="1210" y="1641"/>
                  </a:lnTo>
                  <a:lnTo>
                    <a:pt x="1210" y="1643"/>
                  </a:lnTo>
                  <a:lnTo>
                    <a:pt x="1212" y="1643"/>
                  </a:lnTo>
                  <a:lnTo>
                    <a:pt x="1212" y="1643"/>
                  </a:lnTo>
                  <a:lnTo>
                    <a:pt x="1212" y="1645"/>
                  </a:lnTo>
                  <a:lnTo>
                    <a:pt x="1212" y="1645"/>
                  </a:lnTo>
                  <a:lnTo>
                    <a:pt x="1212" y="1645"/>
                  </a:lnTo>
                  <a:lnTo>
                    <a:pt x="1212" y="1647"/>
                  </a:lnTo>
                  <a:lnTo>
                    <a:pt x="1212" y="1647"/>
                  </a:lnTo>
                  <a:lnTo>
                    <a:pt x="1212" y="1647"/>
                  </a:lnTo>
                  <a:lnTo>
                    <a:pt x="1212" y="1649"/>
                  </a:lnTo>
                  <a:lnTo>
                    <a:pt x="1212" y="1651"/>
                  </a:lnTo>
                  <a:lnTo>
                    <a:pt x="1212" y="1653"/>
                  </a:lnTo>
                  <a:lnTo>
                    <a:pt x="1214" y="1655"/>
                  </a:lnTo>
                  <a:lnTo>
                    <a:pt x="1214" y="1657"/>
                  </a:lnTo>
                  <a:lnTo>
                    <a:pt x="1214" y="1657"/>
                  </a:lnTo>
                  <a:lnTo>
                    <a:pt x="1214" y="1657"/>
                  </a:lnTo>
                  <a:lnTo>
                    <a:pt x="1214" y="1657"/>
                  </a:lnTo>
                  <a:lnTo>
                    <a:pt x="1214" y="1659"/>
                  </a:lnTo>
                  <a:lnTo>
                    <a:pt x="1212" y="1659"/>
                  </a:lnTo>
                  <a:lnTo>
                    <a:pt x="1212" y="1659"/>
                  </a:lnTo>
                  <a:lnTo>
                    <a:pt x="1212" y="1661"/>
                  </a:lnTo>
                  <a:lnTo>
                    <a:pt x="1214" y="1665"/>
                  </a:lnTo>
                  <a:lnTo>
                    <a:pt x="1214" y="1665"/>
                  </a:lnTo>
                  <a:lnTo>
                    <a:pt x="1214" y="1665"/>
                  </a:lnTo>
                  <a:lnTo>
                    <a:pt x="1214" y="1667"/>
                  </a:lnTo>
                  <a:lnTo>
                    <a:pt x="1216" y="1667"/>
                  </a:lnTo>
                  <a:lnTo>
                    <a:pt x="1216" y="1667"/>
                  </a:lnTo>
                  <a:lnTo>
                    <a:pt x="1218" y="1669"/>
                  </a:lnTo>
                  <a:lnTo>
                    <a:pt x="1218" y="1669"/>
                  </a:lnTo>
                  <a:lnTo>
                    <a:pt x="1218" y="1670"/>
                  </a:lnTo>
                  <a:lnTo>
                    <a:pt x="1220" y="1670"/>
                  </a:lnTo>
                  <a:lnTo>
                    <a:pt x="1220" y="1672"/>
                  </a:lnTo>
                  <a:lnTo>
                    <a:pt x="1220" y="1672"/>
                  </a:lnTo>
                  <a:lnTo>
                    <a:pt x="1220" y="1674"/>
                  </a:lnTo>
                  <a:lnTo>
                    <a:pt x="1218" y="1676"/>
                  </a:lnTo>
                  <a:lnTo>
                    <a:pt x="1216" y="1676"/>
                  </a:lnTo>
                  <a:lnTo>
                    <a:pt x="1212" y="1674"/>
                  </a:lnTo>
                  <a:lnTo>
                    <a:pt x="1210" y="1674"/>
                  </a:lnTo>
                  <a:lnTo>
                    <a:pt x="1204" y="1676"/>
                  </a:lnTo>
                  <a:lnTo>
                    <a:pt x="1202" y="1678"/>
                  </a:lnTo>
                  <a:lnTo>
                    <a:pt x="1202" y="1678"/>
                  </a:lnTo>
                  <a:lnTo>
                    <a:pt x="1202" y="1678"/>
                  </a:lnTo>
                  <a:lnTo>
                    <a:pt x="1191" y="1684"/>
                  </a:lnTo>
                  <a:lnTo>
                    <a:pt x="1189" y="1684"/>
                  </a:lnTo>
                  <a:lnTo>
                    <a:pt x="1189" y="1684"/>
                  </a:lnTo>
                  <a:lnTo>
                    <a:pt x="1187" y="1684"/>
                  </a:lnTo>
                  <a:lnTo>
                    <a:pt x="1187" y="1684"/>
                  </a:lnTo>
                  <a:lnTo>
                    <a:pt x="1185" y="1684"/>
                  </a:lnTo>
                  <a:lnTo>
                    <a:pt x="1185" y="1684"/>
                  </a:lnTo>
                  <a:lnTo>
                    <a:pt x="1185" y="1686"/>
                  </a:lnTo>
                  <a:lnTo>
                    <a:pt x="1183" y="1686"/>
                  </a:lnTo>
                  <a:lnTo>
                    <a:pt x="1183" y="1686"/>
                  </a:lnTo>
                  <a:lnTo>
                    <a:pt x="1181" y="1686"/>
                  </a:lnTo>
                  <a:lnTo>
                    <a:pt x="1181" y="1686"/>
                  </a:lnTo>
                  <a:lnTo>
                    <a:pt x="1181" y="1686"/>
                  </a:lnTo>
                  <a:lnTo>
                    <a:pt x="1177" y="1686"/>
                  </a:lnTo>
                  <a:lnTo>
                    <a:pt x="1177" y="1684"/>
                  </a:lnTo>
                  <a:lnTo>
                    <a:pt x="1175" y="1684"/>
                  </a:lnTo>
                  <a:lnTo>
                    <a:pt x="1175" y="1686"/>
                  </a:lnTo>
                  <a:lnTo>
                    <a:pt x="1175" y="1686"/>
                  </a:lnTo>
                  <a:lnTo>
                    <a:pt x="1175" y="1686"/>
                  </a:lnTo>
                  <a:lnTo>
                    <a:pt x="1175" y="1686"/>
                  </a:lnTo>
                  <a:lnTo>
                    <a:pt x="1173" y="1688"/>
                  </a:lnTo>
                  <a:lnTo>
                    <a:pt x="1173" y="1688"/>
                  </a:lnTo>
                  <a:lnTo>
                    <a:pt x="1173" y="1688"/>
                  </a:lnTo>
                  <a:lnTo>
                    <a:pt x="1173" y="1688"/>
                  </a:lnTo>
                  <a:lnTo>
                    <a:pt x="1171" y="1688"/>
                  </a:lnTo>
                  <a:lnTo>
                    <a:pt x="1171" y="1686"/>
                  </a:lnTo>
                  <a:lnTo>
                    <a:pt x="1169" y="1686"/>
                  </a:lnTo>
                  <a:lnTo>
                    <a:pt x="1167" y="1688"/>
                  </a:lnTo>
                  <a:lnTo>
                    <a:pt x="1165" y="1688"/>
                  </a:lnTo>
                  <a:lnTo>
                    <a:pt x="1165" y="1688"/>
                  </a:lnTo>
                  <a:lnTo>
                    <a:pt x="1163" y="1688"/>
                  </a:lnTo>
                  <a:lnTo>
                    <a:pt x="1163" y="1688"/>
                  </a:lnTo>
                  <a:lnTo>
                    <a:pt x="1161" y="1690"/>
                  </a:lnTo>
                  <a:lnTo>
                    <a:pt x="1159" y="1690"/>
                  </a:lnTo>
                  <a:lnTo>
                    <a:pt x="1159" y="1690"/>
                  </a:lnTo>
                  <a:lnTo>
                    <a:pt x="1157" y="1690"/>
                  </a:lnTo>
                  <a:lnTo>
                    <a:pt x="1157" y="1692"/>
                  </a:lnTo>
                  <a:lnTo>
                    <a:pt x="1157" y="1692"/>
                  </a:lnTo>
                  <a:lnTo>
                    <a:pt x="1157" y="1692"/>
                  </a:lnTo>
                  <a:lnTo>
                    <a:pt x="1157" y="1692"/>
                  </a:lnTo>
                  <a:lnTo>
                    <a:pt x="1157" y="1692"/>
                  </a:lnTo>
                  <a:lnTo>
                    <a:pt x="1157" y="1694"/>
                  </a:lnTo>
                  <a:lnTo>
                    <a:pt x="1157" y="1694"/>
                  </a:lnTo>
                  <a:lnTo>
                    <a:pt x="1149" y="1698"/>
                  </a:lnTo>
                  <a:lnTo>
                    <a:pt x="1147" y="1698"/>
                  </a:lnTo>
                  <a:lnTo>
                    <a:pt x="1141" y="1702"/>
                  </a:lnTo>
                  <a:lnTo>
                    <a:pt x="1141" y="1702"/>
                  </a:lnTo>
                  <a:lnTo>
                    <a:pt x="1141" y="1704"/>
                  </a:lnTo>
                  <a:lnTo>
                    <a:pt x="1141" y="1704"/>
                  </a:lnTo>
                  <a:lnTo>
                    <a:pt x="1141" y="1704"/>
                  </a:lnTo>
                  <a:lnTo>
                    <a:pt x="1141" y="1704"/>
                  </a:lnTo>
                  <a:lnTo>
                    <a:pt x="1141" y="1704"/>
                  </a:lnTo>
                  <a:lnTo>
                    <a:pt x="1141" y="1704"/>
                  </a:lnTo>
                  <a:lnTo>
                    <a:pt x="1141" y="1706"/>
                  </a:lnTo>
                  <a:lnTo>
                    <a:pt x="1143" y="1706"/>
                  </a:lnTo>
                  <a:lnTo>
                    <a:pt x="1145" y="1708"/>
                  </a:lnTo>
                  <a:lnTo>
                    <a:pt x="1145" y="1708"/>
                  </a:lnTo>
                  <a:lnTo>
                    <a:pt x="1145" y="1708"/>
                  </a:lnTo>
                  <a:lnTo>
                    <a:pt x="1145" y="1708"/>
                  </a:lnTo>
                  <a:lnTo>
                    <a:pt x="1145" y="1708"/>
                  </a:lnTo>
                  <a:lnTo>
                    <a:pt x="1145" y="1710"/>
                  </a:lnTo>
                  <a:lnTo>
                    <a:pt x="1145" y="1710"/>
                  </a:lnTo>
                  <a:lnTo>
                    <a:pt x="1145" y="1710"/>
                  </a:lnTo>
                  <a:lnTo>
                    <a:pt x="1145" y="1712"/>
                  </a:lnTo>
                  <a:lnTo>
                    <a:pt x="1145" y="1712"/>
                  </a:lnTo>
                  <a:lnTo>
                    <a:pt x="1145" y="1712"/>
                  </a:lnTo>
                  <a:lnTo>
                    <a:pt x="1145" y="1714"/>
                  </a:lnTo>
                  <a:lnTo>
                    <a:pt x="1145" y="1714"/>
                  </a:lnTo>
                  <a:lnTo>
                    <a:pt x="1145" y="1714"/>
                  </a:lnTo>
                  <a:lnTo>
                    <a:pt x="1145" y="1716"/>
                  </a:lnTo>
                  <a:lnTo>
                    <a:pt x="1145" y="1716"/>
                  </a:lnTo>
                  <a:lnTo>
                    <a:pt x="1145" y="1716"/>
                  </a:lnTo>
                  <a:lnTo>
                    <a:pt x="1141" y="1718"/>
                  </a:lnTo>
                  <a:lnTo>
                    <a:pt x="1141" y="1718"/>
                  </a:lnTo>
                  <a:lnTo>
                    <a:pt x="1141" y="1718"/>
                  </a:lnTo>
                  <a:lnTo>
                    <a:pt x="1141" y="1718"/>
                  </a:lnTo>
                  <a:lnTo>
                    <a:pt x="1140" y="1718"/>
                  </a:lnTo>
                  <a:lnTo>
                    <a:pt x="1136" y="1718"/>
                  </a:lnTo>
                  <a:lnTo>
                    <a:pt x="1136" y="1718"/>
                  </a:lnTo>
                  <a:lnTo>
                    <a:pt x="1136" y="1718"/>
                  </a:lnTo>
                  <a:lnTo>
                    <a:pt x="1134" y="1720"/>
                  </a:lnTo>
                  <a:lnTo>
                    <a:pt x="1134" y="1720"/>
                  </a:lnTo>
                  <a:lnTo>
                    <a:pt x="1134" y="1720"/>
                  </a:lnTo>
                  <a:lnTo>
                    <a:pt x="1134" y="1720"/>
                  </a:lnTo>
                  <a:lnTo>
                    <a:pt x="1134" y="1720"/>
                  </a:lnTo>
                  <a:lnTo>
                    <a:pt x="1132" y="1720"/>
                  </a:lnTo>
                  <a:lnTo>
                    <a:pt x="1132" y="1720"/>
                  </a:lnTo>
                  <a:lnTo>
                    <a:pt x="1130" y="1720"/>
                  </a:lnTo>
                  <a:lnTo>
                    <a:pt x="1130" y="1720"/>
                  </a:lnTo>
                  <a:lnTo>
                    <a:pt x="1130" y="1720"/>
                  </a:lnTo>
                  <a:lnTo>
                    <a:pt x="1130" y="1720"/>
                  </a:lnTo>
                  <a:lnTo>
                    <a:pt x="1130" y="1720"/>
                  </a:lnTo>
                  <a:lnTo>
                    <a:pt x="1130" y="1718"/>
                  </a:lnTo>
                  <a:lnTo>
                    <a:pt x="1130" y="1718"/>
                  </a:lnTo>
                  <a:lnTo>
                    <a:pt x="1130" y="1718"/>
                  </a:lnTo>
                  <a:lnTo>
                    <a:pt x="1130" y="1718"/>
                  </a:lnTo>
                  <a:lnTo>
                    <a:pt x="1130" y="1718"/>
                  </a:lnTo>
                  <a:lnTo>
                    <a:pt x="1130" y="1718"/>
                  </a:lnTo>
                  <a:lnTo>
                    <a:pt x="1128" y="1718"/>
                  </a:lnTo>
                  <a:lnTo>
                    <a:pt x="1126" y="1718"/>
                  </a:lnTo>
                  <a:lnTo>
                    <a:pt x="1122" y="1720"/>
                  </a:lnTo>
                  <a:lnTo>
                    <a:pt x="1122" y="1720"/>
                  </a:lnTo>
                  <a:lnTo>
                    <a:pt x="1120" y="1720"/>
                  </a:lnTo>
                  <a:lnTo>
                    <a:pt x="1120" y="1720"/>
                  </a:lnTo>
                  <a:lnTo>
                    <a:pt x="1120" y="1720"/>
                  </a:lnTo>
                  <a:lnTo>
                    <a:pt x="1120" y="1720"/>
                  </a:lnTo>
                  <a:lnTo>
                    <a:pt x="1118" y="1718"/>
                  </a:lnTo>
                  <a:lnTo>
                    <a:pt x="1118" y="1718"/>
                  </a:lnTo>
                  <a:lnTo>
                    <a:pt x="1118" y="1718"/>
                  </a:lnTo>
                  <a:lnTo>
                    <a:pt x="1118" y="1718"/>
                  </a:lnTo>
                  <a:lnTo>
                    <a:pt x="1116" y="1716"/>
                  </a:lnTo>
                  <a:lnTo>
                    <a:pt x="1116" y="1716"/>
                  </a:lnTo>
                  <a:lnTo>
                    <a:pt x="1116" y="1716"/>
                  </a:lnTo>
                  <a:lnTo>
                    <a:pt x="1116" y="1716"/>
                  </a:lnTo>
                  <a:lnTo>
                    <a:pt x="1116" y="1716"/>
                  </a:lnTo>
                  <a:lnTo>
                    <a:pt x="1114" y="1716"/>
                  </a:lnTo>
                  <a:lnTo>
                    <a:pt x="1112" y="1716"/>
                  </a:lnTo>
                  <a:lnTo>
                    <a:pt x="1110" y="1712"/>
                  </a:lnTo>
                  <a:lnTo>
                    <a:pt x="1108" y="1712"/>
                  </a:lnTo>
                  <a:lnTo>
                    <a:pt x="1108" y="1712"/>
                  </a:lnTo>
                  <a:lnTo>
                    <a:pt x="1106" y="1712"/>
                  </a:lnTo>
                  <a:lnTo>
                    <a:pt x="1106" y="1712"/>
                  </a:lnTo>
                  <a:lnTo>
                    <a:pt x="1106" y="1712"/>
                  </a:lnTo>
                  <a:lnTo>
                    <a:pt x="1104" y="1714"/>
                  </a:lnTo>
                  <a:lnTo>
                    <a:pt x="1104" y="1714"/>
                  </a:lnTo>
                  <a:lnTo>
                    <a:pt x="1102" y="1716"/>
                  </a:lnTo>
                  <a:lnTo>
                    <a:pt x="1102" y="1716"/>
                  </a:lnTo>
                  <a:lnTo>
                    <a:pt x="1100" y="1716"/>
                  </a:lnTo>
                  <a:lnTo>
                    <a:pt x="1100" y="1716"/>
                  </a:lnTo>
                  <a:lnTo>
                    <a:pt x="1100" y="1716"/>
                  </a:lnTo>
                  <a:lnTo>
                    <a:pt x="1096" y="1718"/>
                  </a:lnTo>
                  <a:lnTo>
                    <a:pt x="1094" y="1720"/>
                  </a:lnTo>
                  <a:lnTo>
                    <a:pt x="1089" y="1720"/>
                  </a:lnTo>
                  <a:lnTo>
                    <a:pt x="1089" y="1720"/>
                  </a:lnTo>
                  <a:lnTo>
                    <a:pt x="1089" y="1720"/>
                  </a:lnTo>
                  <a:lnTo>
                    <a:pt x="1089" y="1720"/>
                  </a:lnTo>
                  <a:lnTo>
                    <a:pt x="1089" y="1720"/>
                  </a:lnTo>
                  <a:lnTo>
                    <a:pt x="1089" y="1718"/>
                  </a:lnTo>
                  <a:lnTo>
                    <a:pt x="1089" y="1718"/>
                  </a:lnTo>
                  <a:lnTo>
                    <a:pt x="1087" y="1718"/>
                  </a:lnTo>
                  <a:lnTo>
                    <a:pt x="1087" y="1718"/>
                  </a:lnTo>
                  <a:lnTo>
                    <a:pt x="1087" y="1718"/>
                  </a:lnTo>
                  <a:lnTo>
                    <a:pt x="1085" y="1718"/>
                  </a:lnTo>
                  <a:lnTo>
                    <a:pt x="1083" y="1718"/>
                  </a:lnTo>
                  <a:lnTo>
                    <a:pt x="1083" y="1718"/>
                  </a:lnTo>
                  <a:lnTo>
                    <a:pt x="1083" y="1718"/>
                  </a:lnTo>
                  <a:lnTo>
                    <a:pt x="1081" y="1720"/>
                  </a:lnTo>
                  <a:lnTo>
                    <a:pt x="1081" y="1720"/>
                  </a:lnTo>
                  <a:lnTo>
                    <a:pt x="1081" y="1720"/>
                  </a:lnTo>
                  <a:lnTo>
                    <a:pt x="1081" y="1722"/>
                  </a:lnTo>
                  <a:lnTo>
                    <a:pt x="1081" y="1722"/>
                  </a:lnTo>
                  <a:lnTo>
                    <a:pt x="1081" y="1722"/>
                  </a:lnTo>
                  <a:lnTo>
                    <a:pt x="1081" y="1722"/>
                  </a:lnTo>
                  <a:lnTo>
                    <a:pt x="1081" y="1724"/>
                  </a:lnTo>
                  <a:lnTo>
                    <a:pt x="1081" y="1724"/>
                  </a:lnTo>
                  <a:lnTo>
                    <a:pt x="1081" y="1724"/>
                  </a:lnTo>
                  <a:lnTo>
                    <a:pt x="1081" y="1725"/>
                  </a:lnTo>
                  <a:lnTo>
                    <a:pt x="1081" y="1725"/>
                  </a:lnTo>
                  <a:lnTo>
                    <a:pt x="1081" y="1725"/>
                  </a:lnTo>
                  <a:lnTo>
                    <a:pt x="1081" y="1725"/>
                  </a:lnTo>
                  <a:lnTo>
                    <a:pt x="1081" y="1727"/>
                  </a:lnTo>
                  <a:lnTo>
                    <a:pt x="1081" y="1727"/>
                  </a:lnTo>
                  <a:lnTo>
                    <a:pt x="1079" y="1727"/>
                  </a:lnTo>
                  <a:lnTo>
                    <a:pt x="1079" y="1727"/>
                  </a:lnTo>
                  <a:lnTo>
                    <a:pt x="1079" y="1727"/>
                  </a:lnTo>
                  <a:lnTo>
                    <a:pt x="1077" y="1729"/>
                  </a:lnTo>
                  <a:lnTo>
                    <a:pt x="1077" y="1729"/>
                  </a:lnTo>
                  <a:lnTo>
                    <a:pt x="1077" y="1729"/>
                  </a:lnTo>
                  <a:lnTo>
                    <a:pt x="1077" y="1729"/>
                  </a:lnTo>
                  <a:lnTo>
                    <a:pt x="1077" y="1729"/>
                  </a:lnTo>
                  <a:lnTo>
                    <a:pt x="1077" y="1729"/>
                  </a:lnTo>
                  <a:lnTo>
                    <a:pt x="1075" y="1729"/>
                  </a:lnTo>
                  <a:lnTo>
                    <a:pt x="1075" y="1729"/>
                  </a:lnTo>
                  <a:lnTo>
                    <a:pt x="1075" y="1729"/>
                  </a:lnTo>
                  <a:lnTo>
                    <a:pt x="1071" y="1727"/>
                  </a:lnTo>
                  <a:lnTo>
                    <a:pt x="1071" y="1727"/>
                  </a:lnTo>
                  <a:lnTo>
                    <a:pt x="1071" y="1727"/>
                  </a:lnTo>
                  <a:lnTo>
                    <a:pt x="1071" y="1727"/>
                  </a:lnTo>
                  <a:lnTo>
                    <a:pt x="1069" y="1727"/>
                  </a:lnTo>
                  <a:lnTo>
                    <a:pt x="1069" y="1725"/>
                  </a:lnTo>
                  <a:lnTo>
                    <a:pt x="1069" y="1725"/>
                  </a:lnTo>
                  <a:lnTo>
                    <a:pt x="1069" y="1725"/>
                  </a:lnTo>
                  <a:lnTo>
                    <a:pt x="1069" y="1725"/>
                  </a:lnTo>
                  <a:lnTo>
                    <a:pt x="1069" y="1724"/>
                  </a:lnTo>
                  <a:lnTo>
                    <a:pt x="1069" y="1724"/>
                  </a:lnTo>
                  <a:lnTo>
                    <a:pt x="1067" y="1724"/>
                  </a:lnTo>
                  <a:lnTo>
                    <a:pt x="1067" y="1724"/>
                  </a:lnTo>
                  <a:lnTo>
                    <a:pt x="1067" y="1724"/>
                  </a:lnTo>
                  <a:lnTo>
                    <a:pt x="1067" y="1724"/>
                  </a:lnTo>
                  <a:lnTo>
                    <a:pt x="1065" y="1724"/>
                  </a:lnTo>
                  <a:lnTo>
                    <a:pt x="1065" y="1724"/>
                  </a:lnTo>
                  <a:lnTo>
                    <a:pt x="1065" y="1724"/>
                  </a:lnTo>
                  <a:lnTo>
                    <a:pt x="1065" y="1724"/>
                  </a:lnTo>
                  <a:lnTo>
                    <a:pt x="1063" y="1724"/>
                  </a:lnTo>
                  <a:lnTo>
                    <a:pt x="1063" y="1724"/>
                  </a:lnTo>
                  <a:lnTo>
                    <a:pt x="1063" y="1724"/>
                  </a:lnTo>
                  <a:lnTo>
                    <a:pt x="1061" y="1724"/>
                  </a:lnTo>
                  <a:lnTo>
                    <a:pt x="1061" y="1724"/>
                  </a:lnTo>
                  <a:lnTo>
                    <a:pt x="1061" y="1724"/>
                  </a:lnTo>
                  <a:lnTo>
                    <a:pt x="1061" y="1725"/>
                  </a:lnTo>
                  <a:lnTo>
                    <a:pt x="1059" y="1725"/>
                  </a:lnTo>
                  <a:lnTo>
                    <a:pt x="1059" y="1725"/>
                  </a:lnTo>
                  <a:lnTo>
                    <a:pt x="1055" y="1725"/>
                  </a:lnTo>
                  <a:lnTo>
                    <a:pt x="1051" y="1727"/>
                  </a:lnTo>
                  <a:lnTo>
                    <a:pt x="1051" y="1727"/>
                  </a:lnTo>
                  <a:lnTo>
                    <a:pt x="1051" y="1727"/>
                  </a:lnTo>
                  <a:lnTo>
                    <a:pt x="1051" y="1727"/>
                  </a:lnTo>
                  <a:lnTo>
                    <a:pt x="1051" y="1727"/>
                  </a:lnTo>
                  <a:lnTo>
                    <a:pt x="1051" y="1727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29"/>
                  </a:lnTo>
                  <a:lnTo>
                    <a:pt x="1051" y="1731"/>
                  </a:lnTo>
                  <a:lnTo>
                    <a:pt x="1049" y="1733"/>
                  </a:lnTo>
                  <a:lnTo>
                    <a:pt x="1049" y="1733"/>
                  </a:lnTo>
                  <a:lnTo>
                    <a:pt x="1049" y="1733"/>
                  </a:lnTo>
                  <a:lnTo>
                    <a:pt x="1047" y="1733"/>
                  </a:lnTo>
                  <a:lnTo>
                    <a:pt x="1047" y="1733"/>
                  </a:lnTo>
                  <a:lnTo>
                    <a:pt x="1045" y="1733"/>
                  </a:lnTo>
                  <a:lnTo>
                    <a:pt x="1045" y="1735"/>
                  </a:lnTo>
                  <a:lnTo>
                    <a:pt x="1045" y="1735"/>
                  </a:lnTo>
                  <a:lnTo>
                    <a:pt x="1043" y="1735"/>
                  </a:lnTo>
                  <a:lnTo>
                    <a:pt x="1043" y="1735"/>
                  </a:lnTo>
                  <a:lnTo>
                    <a:pt x="1043" y="1735"/>
                  </a:lnTo>
                  <a:lnTo>
                    <a:pt x="1041" y="1735"/>
                  </a:lnTo>
                  <a:lnTo>
                    <a:pt x="1041" y="1735"/>
                  </a:lnTo>
                  <a:lnTo>
                    <a:pt x="1041" y="1735"/>
                  </a:lnTo>
                  <a:lnTo>
                    <a:pt x="1041" y="1735"/>
                  </a:lnTo>
                  <a:lnTo>
                    <a:pt x="1041" y="1735"/>
                  </a:lnTo>
                  <a:lnTo>
                    <a:pt x="1041" y="1733"/>
                  </a:lnTo>
                  <a:lnTo>
                    <a:pt x="1041" y="1733"/>
                  </a:lnTo>
                  <a:lnTo>
                    <a:pt x="1041" y="1731"/>
                  </a:lnTo>
                  <a:lnTo>
                    <a:pt x="1039" y="1731"/>
                  </a:lnTo>
                  <a:lnTo>
                    <a:pt x="1039" y="1731"/>
                  </a:lnTo>
                  <a:lnTo>
                    <a:pt x="1038" y="1733"/>
                  </a:lnTo>
                  <a:lnTo>
                    <a:pt x="1036" y="1735"/>
                  </a:lnTo>
                  <a:lnTo>
                    <a:pt x="1036" y="1735"/>
                  </a:lnTo>
                  <a:lnTo>
                    <a:pt x="1036" y="1737"/>
                  </a:lnTo>
                  <a:lnTo>
                    <a:pt x="1036" y="1737"/>
                  </a:lnTo>
                  <a:lnTo>
                    <a:pt x="1036" y="1737"/>
                  </a:lnTo>
                  <a:lnTo>
                    <a:pt x="1036" y="1739"/>
                  </a:lnTo>
                  <a:lnTo>
                    <a:pt x="1036" y="1739"/>
                  </a:lnTo>
                  <a:lnTo>
                    <a:pt x="1036" y="1739"/>
                  </a:lnTo>
                  <a:lnTo>
                    <a:pt x="1036" y="1741"/>
                  </a:lnTo>
                  <a:lnTo>
                    <a:pt x="1034" y="1741"/>
                  </a:lnTo>
                  <a:lnTo>
                    <a:pt x="1034" y="1741"/>
                  </a:lnTo>
                  <a:lnTo>
                    <a:pt x="1032" y="1743"/>
                  </a:lnTo>
                  <a:lnTo>
                    <a:pt x="1032" y="1743"/>
                  </a:lnTo>
                  <a:lnTo>
                    <a:pt x="1032" y="1743"/>
                  </a:lnTo>
                  <a:lnTo>
                    <a:pt x="1030" y="1743"/>
                  </a:lnTo>
                  <a:lnTo>
                    <a:pt x="1030" y="1743"/>
                  </a:lnTo>
                  <a:lnTo>
                    <a:pt x="1030" y="1743"/>
                  </a:lnTo>
                  <a:lnTo>
                    <a:pt x="1030" y="1741"/>
                  </a:lnTo>
                  <a:lnTo>
                    <a:pt x="1028" y="1741"/>
                  </a:lnTo>
                  <a:lnTo>
                    <a:pt x="1026" y="1743"/>
                  </a:lnTo>
                  <a:lnTo>
                    <a:pt x="1026" y="1741"/>
                  </a:lnTo>
                  <a:lnTo>
                    <a:pt x="1024" y="1743"/>
                  </a:lnTo>
                  <a:lnTo>
                    <a:pt x="1016" y="1745"/>
                  </a:lnTo>
                  <a:lnTo>
                    <a:pt x="1016" y="1745"/>
                  </a:lnTo>
                  <a:lnTo>
                    <a:pt x="1014" y="1745"/>
                  </a:lnTo>
                  <a:lnTo>
                    <a:pt x="1014" y="1743"/>
                  </a:lnTo>
                  <a:lnTo>
                    <a:pt x="1014" y="1741"/>
                  </a:lnTo>
                  <a:lnTo>
                    <a:pt x="1014" y="1741"/>
                  </a:lnTo>
                  <a:lnTo>
                    <a:pt x="1014" y="1741"/>
                  </a:lnTo>
                  <a:lnTo>
                    <a:pt x="1014" y="1741"/>
                  </a:lnTo>
                  <a:lnTo>
                    <a:pt x="1016" y="1741"/>
                  </a:lnTo>
                  <a:lnTo>
                    <a:pt x="1016" y="1741"/>
                  </a:lnTo>
                  <a:lnTo>
                    <a:pt x="1016" y="1741"/>
                  </a:lnTo>
                  <a:lnTo>
                    <a:pt x="1016" y="1741"/>
                  </a:lnTo>
                  <a:lnTo>
                    <a:pt x="1018" y="1741"/>
                  </a:lnTo>
                  <a:lnTo>
                    <a:pt x="1018" y="1741"/>
                  </a:lnTo>
                  <a:lnTo>
                    <a:pt x="1018" y="1741"/>
                  </a:lnTo>
                  <a:lnTo>
                    <a:pt x="1018" y="1739"/>
                  </a:lnTo>
                  <a:lnTo>
                    <a:pt x="1016" y="1739"/>
                  </a:lnTo>
                  <a:lnTo>
                    <a:pt x="1016" y="1739"/>
                  </a:lnTo>
                  <a:lnTo>
                    <a:pt x="1016" y="1739"/>
                  </a:lnTo>
                  <a:lnTo>
                    <a:pt x="1014" y="1739"/>
                  </a:lnTo>
                  <a:lnTo>
                    <a:pt x="1014" y="1739"/>
                  </a:lnTo>
                  <a:lnTo>
                    <a:pt x="1014" y="1737"/>
                  </a:lnTo>
                  <a:lnTo>
                    <a:pt x="1014" y="1737"/>
                  </a:lnTo>
                  <a:lnTo>
                    <a:pt x="1014" y="1737"/>
                  </a:lnTo>
                  <a:lnTo>
                    <a:pt x="1014" y="1737"/>
                  </a:lnTo>
                  <a:lnTo>
                    <a:pt x="1014" y="1735"/>
                  </a:lnTo>
                  <a:lnTo>
                    <a:pt x="1012" y="1735"/>
                  </a:lnTo>
                  <a:lnTo>
                    <a:pt x="1012" y="1735"/>
                  </a:lnTo>
                  <a:lnTo>
                    <a:pt x="1010" y="1735"/>
                  </a:lnTo>
                  <a:lnTo>
                    <a:pt x="1010" y="1735"/>
                  </a:lnTo>
                  <a:lnTo>
                    <a:pt x="1010" y="1735"/>
                  </a:lnTo>
                  <a:lnTo>
                    <a:pt x="1006" y="1733"/>
                  </a:lnTo>
                  <a:lnTo>
                    <a:pt x="1006" y="1733"/>
                  </a:lnTo>
                  <a:lnTo>
                    <a:pt x="1000" y="1731"/>
                  </a:lnTo>
                  <a:lnTo>
                    <a:pt x="1000" y="1731"/>
                  </a:lnTo>
                  <a:lnTo>
                    <a:pt x="998" y="1733"/>
                  </a:lnTo>
                  <a:lnTo>
                    <a:pt x="998" y="1733"/>
                  </a:lnTo>
                  <a:lnTo>
                    <a:pt x="992" y="1737"/>
                  </a:lnTo>
                  <a:lnTo>
                    <a:pt x="992" y="1737"/>
                  </a:lnTo>
                  <a:lnTo>
                    <a:pt x="990" y="1739"/>
                  </a:lnTo>
                  <a:lnTo>
                    <a:pt x="990" y="1739"/>
                  </a:lnTo>
                  <a:lnTo>
                    <a:pt x="990" y="1739"/>
                  </a:lnTo>
                  <a:lnTo>
                    <a:pt x="990" y="1739"/>
                  </a:lnTo>
                  <a:lnTo>
                    <a:pt x="990" y="1739"/>
                  </a:lnTo>
                  <a:lnTo>
                    <a:pt x="989" y="1739"/>
                  </a:lnTo>
                  <a:lnTo>
                    <a:pt x="989" y="1739"/>
                  </a:lnTo>
                  <a:lnTo>
                    <a:pt x="989" y="1739"/>
                  </a:lnTo>
                  <a:lnTo>
                    <a:pt x="989" y="1739"/>
                  </a:lnTo>
                  <a:lnTo>
                    <a:pt x="989" y="1739"/>
                  </a:lnTo>
                  <a:lnTo>
                    <a:pt x="989" y="1737"/>
                  </a:lnTo>
                  <a:lnTo>
                    <a:pt x="987" y="1737"/>
                  </a:lnTo>
                  <a:lnTo>
                    <a:pt x="987" y="1737"/>
                  </a:lnTo>
                  <a:lnTo>
                    <a:pt x="987" y="1737"/>
                  </a:lnTo>
                  <a:lnTo>
                    <a:pt x="985" y="1737"/>
                  </a:lnTo>
                  <a:lnTo>
                    <a:pt x="985" y="1737"/>
                  </a:lnTo>
                  <a:lnTo>
                    <a:pt x="985" y="1735"/>
                  </a:lnTo>
                  <a:lnTo>
                    <a:pt x="985" y="1735"/>
                  </a:lnTo>
                  <a:lnTo>
                    <a:pt x="985" y="1733"/>
                  </a:lnTo>
                  <a:lnTo>
                    <a:pt x="985" y="1733"/>
                  </a:lnTo>
                  <a:lnTo>
                    <a:pt x="983" y="1733"/>
                  </a:lnTo>
                  <a:lnTo>
                    <a:pt x="983" y="1733"/>
                  </a:lnTo>
                  <a:lnTo>
                    <a:pt x="981" y="1733"/>
                  </a:lnTo>
                  <a:lnTo>
                    <a:pt x="975" y="1733"/>
                  </a:lnTo>
                  <a:lnTo>
                    <a:pt x="973" y="1733"/>
                  </a:lnTo>
                  <a:lnTo>
                    <a:pt x="969" y="1735"/>
                  </a:lnTo>
                  <a:lnTo>
                    <a:pt x="969" y="1735"/>
                  </a:lnTo>
                  <a:lnTo>
                    <a:pt x="969" y="1737"/>
                  </a:lnTo>
                  <a:lnTo>
                    <a:pt x="969" y="1737"/>
                  </a:lnTo>
                  <a:lnTo>
                    <a:pt x="969" y="1737"/>
                  </a:lnTo>
                  <a:lnTo>
                    <a:pt x="967" y="1737"/>
                  </a:lnTo>
                  <a:lnTo>
                    <a:pt x="965" y="1739"/>
                  </a:lnTo>
                  <a:lnTo>
                    <a:pt x="965" y="1739"/>
                  </a:lnTo>
                  <a:lnTo>
                    <a:pt x="965" y="1739"/>
                  </a:lnTo>
                  <a:lnTo>
                    <a:pt x="965" y="1739"/>
                  </a:lnTo>
                  <a:lnTo>
                    <a:pt x="965" y="1739"/>
                  </a:lnTo>
                  <a:lnTo>
                    <a:pt x="963" y="1739"/>
                  </a:lnTo>
                  <a:lnTo>
                    <a:pt x="961" y="1741"/>
                  </a:lnTo>
                  <a:lnTo>
                    <a:pt x="959" y="1741"/>
                  </a:lnTo>
                  <a:lnTo>
                    <a:pt x="959" y="1739"/>
                  </a:lnTo>
                  <a:lnTo>
                    <a:pt x="959" y="1739"/>
                  </a:lnTo>
                  <a:lnTo>
                    <a:pt x="959" y="1739"/>
                  </a:lnTo>
                  <a:lnTo>
                    <a:pt x="959" y="1739"/>
                  </a:lnTo>
                  <a:lnTo>
                    <a:pt x="957" y="1739"/>
                  </a:lnTo>
                  <a:lnTo>
                    <a:pt x="957" y="1739"/>
                  </a:lnTo>
                  <a:lnTo>
                    <a:pt x="957" y="1739"/>
                  </a:lnTo>
                  <a:lnTo>
                    <a:pt x="957" y="1739"/>
                  </a:lnTo>
                  <a:lnTo>
                    <a:pt x="955" y="1739"/>
                  </a:lnTo>
                  <a:lnTo>
                    <a:pt x="955" y="1739"/>
                  </a:lnTo>
                  <a:lnTo>
                    <a:pt x="955" y="1739"/>
                  </a:lnTo>
                  <a:lnTo>
                    <a:pt x="955" y="1739"/>
                  </a:lnTo>
                  <a:lnTo>
                    <a:pt x="953" y="1739"/>
                  </a:lnTo>
                  <a:lnTo>
                    <a:pt x="953" y="1737"/>
                  </a:lnTo>
                  <a:lnTo>
                    <a:pt x="951" y="1737"/>
                  </a:lnTo>
                  <a:lnTo>
                    <a:pt x="951" y="1737"/>
                  </a:lnTo>
                  <a:lnTo>
                    <a:pt x="949" y="1737"/>
                  </a:lnTo>
                  <a:lnTo>
                    <a:pt x="949" y="1737"/>
                  </a:lnTo>
                  <a:lnTo>
                    <a:pt x="949" y="1737"/>
                  </a:lnTo>
                  <a:lnTo>
                    <a:pt x="949" y="1737"/>
                  </a:lnTo>
                  <a:lnTo>
                    <a:pt x="947" y="1737"/>
                  </a:lnTo>
                  <a:lnTo>
                    <a:pt x="945" y="1741"/>
                  </a:lnTo>
                  <a:lnTo>
                    <a:pt x="945" y="1741"/>
                  </a:lnTo>
                  <a:lnTo>
                    <a:pt x="945" y="1741"/>
                  </a:lnTo>
                  <a:lnTo>
                    <a:pt x="943" y="1741"/>
                  </a:lnTo>
                  <a:lnTo>
                    <a:pt x="943" y="1741"/>
                  </a:lnTo>
                  <a:lnTo>
                    <a:pt x="943" y="1741"/>
                  </a:lnTo>
                  <a:lnTo>
                    <a:pt x="941" y="1741"/>
                  </a:lnTo>
                  <a:lnTo>
                    <a:pt x="939" y="1739"/>
                  </a:lnTo>
                  <a:lnTo>
                    <a:pt x="939" y="1739"/>
                  </a:lnTo>
                  <a:lnTo>
                    <a:pt x="939" y="1739"/>
                  </a:lnTo>
                  <a:lnTo>
                    <a:pt x="939" y="1739"/>
                  </a:lnTo>
                  <a:lnTo>
                    <a:pt x="939" y="1737"/>
                  </a:lnTo>
                  <a:lnTo>
                    <a:pt x="939" y="1737"/>
                  </a:lnTo>
                  <a:lnTo>
                    <a:pt x="938" y="1735"/>
                  </a:lnTo>
                  <a:lnTo>
                    <a:pt x="938" y="1735"/>
                  </a:lnTo>
                  <a:lnTo>
                    <a:pt x="938" y="1733"/>
                  </a:lnTo>
                  <a:lnTo>
                    <a:pt x="938" y="1733"/>
                  </a:lnTo>
                  <a:lnTo>
                    <a:pt x="938" y="1733"/>
                  </a:lnTo>
                  <a:lnTo>
                    <a:pt x="936" y="1733"/>
                  </a:lnTo>
                  <a:lnTo>
                    <a:pt x="936" y="1731"/>
                  </a:lnTo>
                  <a:lnTo>
                    <a:pt x="936" y="1731"/>
                  </a:lnTo>
                  <a:lnTo>
                    <a:pt x="936" y="1731"/>
                  </a:lnTo>
                  <a:lnTo>
                    <a:pt x="934" y="1731"/>
                  </a:lnTo>
                  <a:lnTo>
                    <a:pt x="934" y="1729"/>
                  </a:lnTo>
                  <a:lnTo>
                    <a:pt x="934" y="1729"/>
                  </a:lnTo>
                  <a:lnTo>
                    <a:pt x="934" y="1729"/>
                  </a:lnTo>
                  <a:lnTo>
                    <a:pt x="930" y="1729"/>
                  </a:lnTo>
                  <a:lnTo>
                    <a:pt x="928" y="1729"/>
                  </a:lnTo>
                  <a:lnTo>
                    <a:pt x="928" y="1729"/>
                  </a:lnTo>
                  <a:lnTo>
                    <a:pt x="928" y="1727"/>
                  </a:lnTo>
                  <a:lnTo>
                    <a:pt x="928" y="1727"/>
                  </a:lnTo>
                  <a:lnTo>
                    <a:pt x="928" y="1727"/>
                  </a:lnTo>
                  <a:lnTo>
                    <a:pt x="928" y="1725"/>
                  </a:lnTo>
                  <a:lnTo>
                    <a:pt x="928" y="1725"/>
                  </a:lnTo>
                  <a:lnTo>
                    <a:pt x="926" y="1725"/>
                  </a:lnTo>
                  <a:lnTo>
                    <a:pt x="926" y="1725"/>
                  </a:lnTo>
                  <a:lnTo>
                    <a:pt x="926" y="1724"/>
                  </a:lnTo>
                  <a:lnTo>
                    <a:pt x="926" y="1724"/>
                  </a:lnTo>
                  <a:lnTo>
                    <a:pt x="926" y="1724"/>
                  </a:lnTo>
                  <a:lnTo>
                    <a:pt x="924" y="1724"/>
                  </a:lnTo>
                  <a:lnTo>
                    <a:pt x="924" y="1722"/>
                  </a:lnTo>
                  <a:lnTo>
                    <a:pt x="922" y="1722"/>
                  </a:lnTo>
                  <a:lnTo>
                    <a:pt x="922" y="1722"/>
                  </a:lnTo>
                  <a:lnTo>
                    <a:pt x="922" y="1722"/>
                  </a:lnTo>
                  <a:lnTo>
                    <a:pt x="920" y="1720"/>
                  </a:lnTo>
                  <a:lnTo>
                    <a:pt x="918" y="1720"/>
                  </a:lnTo>
                  <a:lnTo>
                    <a:pt x="918" y="1720"/>
                  </a:lnTo>
                  <a:lnTo>
                    <a:pt x="916" y="1720"/>
                  </a:lnTo>
                  <a:lnTo>
                    <a:pt x="916" y="1720"/>
                  </a:lnTo>
                  <a:lnTo>
                    <a:pt x="916" y="1720"/>
                  </a:lnTo>
                  <a:lnTo>
                    <a:pt x="916" y="1718"/>
                  </a:lnTo>
                  <a:lnTo>
                    <a:pt x="916" y="1718"/>
                  </a:lnTo>
                  <a:lnTo>
                    <a:pt x="916" y="1718"/>
                  </a:lnTo>
                  <a:lnTo>
                    <a:pt x="916" y="1718"/>
                  </a:lnTo>
                  <a:lnTo>
                    <a:pt x="916" y="1718"/>
                  </a:lnTo>
                  <a:lnTo>
                    <a:pt x="914" y="1716"/>
                  </a:lnTo>
                  <a:lnTo>
                    <a:pt x="914" y="1716"/>
                  </a:lnTo>
                  <a:lnTo>
                    <a:pt x="914" y="1716"/>
                  </a:lnTo>
                  <a:lnTo>
                    <a:pt x="914" y="1716"/>
                  </a:lnTo>
                  <a:lnTo>
                    <a:pt x="912" y="1716"/>
                  </a:lnTo>
                  <a:lnTo>
                    <a:pt x="912" y="1714"/>
                  </a:lnTo>
                  <a:lnTo>
                    <a:pt x="912" y="1714"/>
                  </a:lnTo>
                  <a:lnTo>
                    <a:pt x="912" y="1714"/>
                  </a:lnTo>
                  <a:lnTo>
                    <a:pt x="912" y="1714"/>
                  </a:lnTo>
                  <a:lnTo>
                    <a:pt x="912" y="1712"/>
                  </a:lnTo>
                  <a:lnTo>
                    <a:pt x="912" y="1712"/>
                  </a:lnTo>
                  <a:lnTo>
                    <a:pt x="912" y="1712"/>
                  </a:lnTo>
                  <a:lnTo>
                    <a:pt x="910" y="1712"/>
                  </a:lnTo>
                  <a:lnTo>
                    <a:pt x="910" y="1712"/>
                  </a:lnTo>
                  <a:lnTo>
                    <a:pt x="910" y="1712"/>
                  </a:lnTo>
                  <a:lnTo>
                    <a:pt x="908" y="1710"/>
                  </a:lnTo>
                  <a:lnTo>
                    <a:pt x="906" y="1710"/>
                  </a:lnTo>
                  <a:lnTo>
                    <a:pt x="904" y="1710"/>
                  </a:lnTo>
                  <a:lnTo>
                    <a:pt x="904" y="1710"/>
                  </a:lnTo>
                  <a:lnTo>
                    <a:pt x="902" y="1710"/>
                  </a:lnTo>
                  <a:lnTo>
                    <a:pt x="902" y="1710"/>
                  </a:lnTo>
                  <a:lnTo>
                    <a:pt x="902" y="1710"/>
                  </a:lnTo>
                  <a:lnTo>
                    <a:pt x="900" y="1710"/>
                  </a:lnTo>
                  <a:lnTo>
                    <a:pt x="900" y="1710"/>
                  </a:lnTo>
                  <a:lnTo>
                    <a:pt x="900" y="1710"/>
                  </a:lnTo>
                  <a:lnTo>
                    <a:pt x="900" y="1710"/>
                  </a:lnTo>
                  <a:lnTo>
                    <a:pt x="898" y="1710"/>
                  </a:lnTo>
                  <a:lnTo>
                    <a:pt x="896" y="1712"/>
                  </a:lnTo>
                  <a:lnTo>
                    <a:pt x="896" y="1712"/>
                  </a:lnTo>
                  <a:lnTo>
                    <a:pt x="896" y="1712"/>
                  </a:lnTo>
                  <a:lnTo>
                    <a:pt x="894" y="1712"/>
                  </a:lnTo>
                  <a:lnTo>
                    <a:pt x="894" y="1712"/>
                  </a:lnTo>
                  <a:lnTo>
                    <a:pt x="890" y="1712"/>
                  </a:lnTo>
                  <a:lnTo>
                    <a:pt x="890" y="1712"/>
                  </a:lnTo>
                  <a:lnTo>
                    <a:pt x="888" y="1712"/>
                  </a:lnTo>
                  <a:lnTo>
                    <a:pt x="888" y="1714"/>
                  </a:lnTo>
                  <a:lnTo>
                    <a:pt x="888" y="1714"/>
                  </a:lnTo>
                  <a:lnTo>
                    <a:pt x="885" y="1714"/>
                  </a:lnTo>
                  <a:lnTo>
                    <a:pt x="881" y="1714"/>
                  </a:lnTo>
                  <a:lnTo>
                    <a:pt x="873" y="1712"/>
                  </a:lnTo>
                  <a:lnTo>
                    <a:pt x="869" y="1712"/>
                  </a:lnTo>
                  <a:lnTo>
                    <a:pt x="869" y="1710"/>
                  </a:lnTo>
                  <a:lnTo>
                    <a:pt x="869" y="1710"/>
                  </a:lnTo>
                  <a:lnTo>
                    <a:pt x="867" y="1710"/>
                  </a:lnTo>
                  <a:lnTo>
                    <a:pt x="867" y="1710"/>
                  </a:lnTo>
                  <a:lnTo>
                    <a:pt x="867" y="1710"/>
                  </a:lnTo>
                  <a:lnTo>
                    <a:pt x="867" y="1710"/>
                  </a:lnTo>
                  <a:lnTo>
                    <a:pt x="863" y="1708"/>
                  </a:lnTo>
                  <a:lnTo>
                    <a:pt x="861" y="1708"/>
                  </a:lnTo>
                  <a:lnTo>
                    <a:pt x="861" y="1708"/>
                  </a:lnTo>
                  <a:lnTo>
                    <a:pt x="861" y="1706"/>
                  </a:lnTo>
                  <a:lnTo>
                    <a:pt x="861" y="1706"/>
                  </a:lnTo>
                  <a:lnTo>
                    <a:pt x="861" y="1706"/>
                  </a:lnTo>
                  <a:lnTo>
                    <a:pt x="861" y="1704"/>
                  </a:lnTo>
                  <a:lnTo>
                    <a:pt x="859" y="1704"/>
                  </a:lnTo>
                  <a:lnTo>
                    <a:pt x="857" y="1706"/>
                  </a:lnTo>
                  <a:lnTo>
                    <a:pt x="857" y="1706"/>
                  </a:lnTo>
                  <a:lnTo>
                    <a:pt x="857" y="1708"/>
                  </a:lnTo>
                  <a:lnTo>
                    <a:pt x="857" y="1708"/>
                  </a:lnTo>
                  <a:lnTo>
                    <a:pt x="857" y="1708"/>
                  </a:lnTo>
                  <a:lnTo>
                    <a:pt x="857" y="1708"/>
                  </a:lnTo>
                  <a:lnTo>
                    <a:pt x="857" y="1708"/>
                  </a:lnTo>
                  <a:lnTo>
                    <a:pt x="857" y="1710"/>
                  </a:lnTo>
                  <a:lnTo>
                    <a:pt x="857" y="1710"/>
                  </a:lnTo>
                  <a:lnTo>
                    <a:pt x="857" y="1710"/>
                  </a:lnTo>
                  <a:lnTo>
                    <a:pt x="857" y="1710"/>
                  </a:lnTo>
                  <a:lnTo>
                    <a:pt x="857" y="1710"/>
                  </a:lnTo>
                  <a:lnTo>
                    <a:pt x="857" y="1712"/>
                  </a:lnTo>
                  <a:lnTo>
                    <a:pt x="857" y="1712"/>
                  </a:lnTo>
                  <a:lnTo>
                    <a:pt x="857" y="1712"/>
                  </a:lnTo>
                  <a:lnTo>
                    <a:pt x="857" y="1712"/>
                  </a:lnTo>
                  <a:lnTo>
                    <a:pt x="857" y="1714"/>
                  </a:lnTo>
                  <a:lnTo>
                    <a:pt x="857" y="1714"/>
                  </a:lnTo>
                  <a:lnTo>
                    <a:pt x="857" y="1714"/>
                  </a:lnTo>
                  <a:lnTo>
                    <a:pt x="857" y="1714"/>
                  </a:lnTo>
                  <a:lnTo>
                    <a:pt x="853" y="1714"/>
                  </a:lnTo>
                  <a:lnTo>
                    <a:pt x="853" y="1714"/>
                  </a:lnTo>
                  <a:lnTo>
                    <a:pt x="853" y="1714"/>
                  </a:lnTo>
                  <a:lnTo>
                    <a:pt x="853" y="1714"/>
                  </a:lnTo>
                  <a:lnTo>
                    <a:pt x="853" y="1716"/>
                  </a:lnTo>
                  <a:lnTo>
                    <a:pt x="853" y="1716"/>
                  </a:lnTo>
                  <a:lnTo>
                    <a:pt x="853" y="1716"/>
                  </a:lnTo>
                  <a:lnTo>
                    <a:pt x="853" y="1716"/>
                  </a:lnTo>
                  <a:lnTo>
                    <a:pt x="849" y="1716"/>
                  </a:lnTo>
                  <a:lnTo>
                    <a:pt x="849" y="1716"/>
                  </a:lnTo>
                  <a:lnTo>
                    <a:pt x="849" y="1716"/>
                  </a:lnTo>
                  <a:lnTo>
                    <a:pt x="849" y="1716"/>
                  </a:lnTo>
                  <a:lnTo>
                    <a:pt x="849" y="1716"/>
                  </a:lnTo>
                  <a:lnTo>
                    <a:pt x="847" y="1716"/>
                  </a:lnTo>
                  <a:lnTo>
                    <a:pt x="847" y="1714"/>
                  </a:lnTo>
                  <a:lnTo>
                    <a:pt x="847" y="1714"/>
                  </a:lnTo>
                  <a:lnTo>
                    <a:pt x="847" y="1714"/>
                  </a:lnTo>
                  <a:lnTo>
                    <a:pt x="847" y="1712"/>
                  </a:lnTo>
                  <a:lnTo>
                    <a:pt x="847" y="1712"/>
                  </a:lnTo>
                  <a:lnTo>
                    <a:pt x="845" y="1712"/>
                  </a:lnTo>
                  <a:lnTo>
                    <a:pt x="843" y="1712"/>
                  </a:lnTo>
                  <a:lnTo>
                    <a:pt x="843" y="1712"/>
                  </a:lnTo>
                  <a:lnTo>
                    <a:pt x="843" y="1710"/>
                  </a:lnTo>
                  <a:lnTo>
                    <a:pt x="841" y="1710"/>
                  </a:lnTo>
                  <a:lnTo>
                    <a:pt x="841" y="1710"/>
                  </a:lnTo>
                  <a:lnTo>
                    <a:pt x="841" y="1708"/>
                  </a:lnTo>
                  <a:lnTo>
                    <a:pt x="837" y="1708"/>
                  </a:lnTo>
                  <a:lnTo>
                    <a:pt x="834" y="1708"/>
                  </a:lnTo>
                  <a:lnTo>
                    <a:pt x="834" y="1708"/>
                  </a:lnTo>
                  <a:lnTo>
                    <a:pt x="832" y="1706"/>
                  </a:lnTo>
                  <a:lnTo>
                    <a:pt x="830" y="1704"/>
                  </a:lnTo>
                  <a:lnTo>
                    <a:pt x="828" y="1704"/>
                  </a:lnTo>
                  <a:lnTo>
                    <a:pt x="828" y="1702"/>
                  </a:lnTo>
                  <a:lnTo>
                    <a:pt x="826" y="1702"/>
                  </a:lnTo>
                  <a:lnTo>
                    <a:pt x="826" y="1702"/>
                  </a:lnTo>
                  <a:lnTo>
                    <a:pt x="820" y="1702"/>
                  </a:lnTo>
                  <a:lnTo>
                    <a:pt x="818" y="1702"/>
                  </a:lnTo>
                  <a:lnTo>
                    <a:pt x="818" y="1704"/>
                  </a:lnTo>
                  <a:lnTo>
                    <a:pt x="816" y="1704"/>
                  </a:lnTo>
                  <a:lnTo>
                    <a:pt x="806" y="1706"/>
                  </a:lnTo>
                  <a:lnTo>
                    <a:pt x="802" y="1708"/>
                  </a:lnTo>
                  <a:lnTo>
                    <a:pt x="802" y="1708"/>
                  </a:lnTo>
                  <a:lnTo>
                    <a:pt x="802" y="1706"/>
                  </a:lnTo>
                  <a:lnTo>
                    <a:pt x="802" y="1706"/>
                  </a:lnTo>
                  <a:lnTo>
                    <a:pt x="802" y="1706"/>
                  </a:lnTo>
                  <a:lnTo>
                    <a:pt x="802" y="1706"/>
                  </a:lnTo>
                  <a:lnTo>
                    <a:pt x="802" y="1706"/>
                  </a:lnTo>
                  <a:lnTo>
                    <a:pt x="802" y="1704"/>
                  </a:lnTo>
                  <a:lnTo>
                    <a:pt x="802" y="1704"/>
                  </a:lnTo>
                  <a:lnTo>
                    <a:pt x="802" y="1704"/>
                  </a:lnTo>
                  <a:lnTo>
                    <a:pt x="802" y="1704"/>
                  </a:lnTo>
                  <a:lnTo>
                    <a:pt x="800" y="1702"/>
                  </a:lnTo>
                  <a:lnTo>
                    <a:pt x="800" y="1702"/>
                  </a:lnTo>
                  <a:lnTo>
                    <a:pt x="800" y="1700"/>
                  </a:lnTo>
                  <a:lnTo>
                    <a:pt x="800" y="1700"/>
                  </a:lnTo>
                  <a:lnTo>
                    <a:pt x="798" y="1700"/>
                  </a:lnTo>
                  <a:lnTo>
                    <a:pt x="796" y="1700"/>
                  </a:lnTo>
                  <a:lnTo>
                    <a:pt x="796" y="1698"/>
                  </a:lnTo>
                  <a:lnTo>
                    <a:pt x="796" y="1698"/>
                  </a:lnTo>
                  <a:lnTo>
                    <a:pt x="796" y="1696"/>
                  </a:lnTo>
                  <a:lnTo>
                    <a:pt x="794" y="1694"/>
                  </a:lnTo>
                  <a:lnTo>
                    <a:pt x="794" y="1694"/>
                  </a:lnTo>
                  <a:lnTo>
                    <a:pt x="794" y="1694"/>
                  </a:lnTo>
                  <a:lnTo>
                    <a:pt x="790" y="1692"/>
                  </a:lnTo>
                  <a:lnTo>
                    <a:pt x="790" y="1690"/>
                  </a:lnTo>
                  <a:lnTo>
                    <a:pt x="790" y="1690"/>
                  </a:lnTo>
                  <a:lnTo>
                    <a:pt x="777" y="1692"/>
                  </a:lnTo>
                  <a:lnTo>
                    <a:pt x="777" y="1692"/>
                  </a:lnTo>
                  <a:lnTo>
                    <a:pt x="777" y="1694"/>
                  </a:lnTo>
                  <a:lnTo>
                    <a:pt x="777" y="1694"/>
                  </a:lnTo>
                  <a:lnTo>
                    <a:pt x="775" y="1694"/>
                  </a:lnTo>
                  <a:lnTo>
                    <a:pt x="775" y="1694"/>
                  </a:lnTo>
                  <a:lnTo>
                    <a:pt x="775" y="1692"/>
                  </a:lnTo>
                  <a:lnTo>
                    <a:pt x="773" y="1692"/>
                  </a:lnTo>
                  <a:lnTo>
                    <a:pt x="773" y="1690"/>
                  </a:lnTo>
                  <a:lnTo>
                    <a:pt x="771" y="1690"/>
                  </a:lnTo>
                  <a:lnTo>
                    <a:pt x="771" y="1690"/>
                  </a:lnTo>
                  <a:lnTo>
                    <a:pt x="771" y="1690"/>
                  </a:lnTo>
                  <a:lnTo>
                    <a:pt x="769" y="1692"/>
                  </a:lnTo>
                  <a:lnTo>
                    <a:pt x="767" y="1692"/>
                  </a:lnTo>
                  <a:lnTo>
                    <a:pt x="765" y="1692"/>
                  </a:lnTo>
                  <a:lnTo>
                    <a:pt x="765" y="1692"/>
                  </a:lnTo>
                  <a:lnTo>
                    <a:pt x="765" y="1692"/>
                  </a:lnTo>
                  <a:lnTo>
                    <a:pt x="763" y="1694"/>
                  </a:lnTo>
                  <a:lnTo>
                    <a:pt x="763" y="1694"/>
                  </a:lnTo>
                  <a:lnTo>
                    <a:pt x="757" y="1694"/>
                  </a:lnTo>
                  <a:lnTo>
                    <a:pt x="757" y="1694"/>
                  </a:lnTo>
                  <a:lnTo>
                    <a:pt x="757" y="1696"/>
                  </a:lnTo>
                  <a:lnTo>
                    <a:pt x="755" y="1696"/>
                  </a:lnTo>
                  <a:lnTo>
                    <a:pt x="755" y="1696"/>
                  </a:lnTo>
                  <a:lnTo>
                    <a:pt x="755" y="1696"/>
                  </a:lnTo>
                  <a:lnTo>
                    <a:pt x="755" y="1696"/>
                  </a:lnTo>
                  <a:lnTo>
                    <a:pt x="749" y="1698"/>
                  </a:lnTo>
                  <a:lnTo>
                    <a:pt x="743" y="1700"/>
                  </a:lnTo>
                  <a:lnTo>
                    <a:pt x="741" y="1700"/>
                  </a:lnTo>
                  <a:lnTo>
                    <a:pt x="741" y="1702"/>
                  </a:lnTo>
                  <a:lnTo>
                    <a:pt x="737" y="1706"/>
                  </a:lnTo>
                  <a:lnTo>
                    <a:pt x="734" y="1712"/>
                  </a:lnTo>
                  <a:lnTo>
                    <a:pt x="732" y="1712"/>
                  </a:lnTo>
                  <a:lnTo>
                    <a:pt x="728" y="1712"/>
                  </a:lnTo>
                  <a:lnTo>
                    <a:pt x="728" y="1714"/>
                  </a:lnTo>
                  <a:lnTo>
                    <a:pt x="728" y="1714"/>
                  </a:lnTo>
                  <a:lnTo>
                    <a:pt x="726" y="1714"/>
                  </a:lnTo>
                  <a:lnTo>
                    <a:pt x="726" y="1712"/>
                  </a:lnTo>
                  <a:lnTo>
                    <a:pt x="726" y="1712"/>
                  </a:lnTo>
                  <a:lnTo>
                    <a:pt x="724" y="1712"/>
                  </a:lnTo>
                  <a:lnTo>
                    <a:pt x="724" y="1710"/>
                  </a:lnTo>
                  <a:lnTo>
                    <a:pt x="722" y="1710"/>
                  </a:lnTo>
                  <a:lnTo>
                    <a:pt x="722" y="1708"/>
                  </a:lnTo>
                  <a:lnTo>
                    <a:pt x="722" y="1708"/>
                  </a:lnTo>
                  <a:lnTo>
                    <a:pt x="720" y="1708"/>
                  </a:lnTo>
                  <a:lnTo>
                    <a:pt x="720" y="1708"/>
                  </a:lnTo>
                  <a:lnTo>
                    <a:pt x="718" y="1708"/>
                  </a:lnTo>
                  <a:lnTo>
                    <a:pt x="716" y="1708"/>
                  </a:lnTo>
                  <a:lnTo>
                    <a:pt x="714" y="1706"/>
                  </a:lnTo>
                  <a:lnTo>
                    <a:pt x="714" y="1706"/>
                  </a:lnTo>
                  <a:lnTo>
                    <a:pt x="714" y="1706"/>
                  </a:lnTo>
                  <a:lnTo>
                    <a:pt x="714" y="1706"/>
                  </a:lnTo>
                  <a:lnTo>
                    <a:pt x="712" y="1704"/>
                  </a:lnTo>
                  <a:lnTo>
                    <a:pt x="712" y="1704"/>
                  </a:lnTo>
                  <a:lnTo>
                    <a:pt x="712" y="1702"/>
                  </a:lnTo>
                  <a:lnTo>
                    <a:pt x="712" y="1700"/>
                  </a:lnTo>
                  <a:lnTo>
                    <a:pt x="712" y="1700"/>
                  </a:lnTo>
                  <a:lnTo>
                    <a:pt x="712" y="1700"/>
                  </a:lnTo>
                  <a:lnTo>
                    <a:pt x="712" y="1696"/>
                  </a:lnTo>
                  <a:lnTo>
                    <a:pt x="714" y="1694"/>
                  </a:lnTo>
                  <a:lnTo>
                    <a:pt x="714" y="1694"/>
                  </a:lnTo>
                  <a:lnTo>
                    <a:pt x="714" y="1694"/>
                  </a:lnTo>
                  <a:lnTo>
                    <a:pt x="712" y="1692"/>
                  </a:lnTo>
                  <a:lnTo>
                    <a:pt x="712" y="1692"/>
                  </a:lnTo>
                  <a:lnTo>
                    <a:pt x="710" y="1690"/>
                  </a:lnTo>
                  <a:lnTo>
                    <a:pt x="708" y="1690"/>
                  </a:lnTo>
                  <a:lnTo>
                    <a:pt x="708" y="1688"/>
                  </a:lnTo>
                  <a:lnTo>
                    <a:pt x="708" y="1688"/>
                  </a:lnTo>
                  <a:lnTo>
                    <a:pt x="708" y="1688"/>
                  </a:lnTo>
                  <a:lnTo>
                    <a:pt x="708" y="1686"/>
                  </a:lnTo>
                  <a:lnTo>
                    <a:pt x="706" y="1684"/>
                  </a:lnTo>
                  <a:lnTo>
                    <a:pt x="706" y="1682"/>
                  </a:lnTo>
                  <a:lnTo>
                    <a:pt x="704" y="1682"/>
                  </a:lnTo>
                  <a:lnTo>
                    <a:pt x="704" y="1682"/>
                  </a:lnTo>
                  <a:lnTo>
                    <a:pt x="702" y="1680"/>
                  </a:lnTo>
                  <a:lnTo>
                    <a:pt x="702" y="1680"/>
                  </a:lnTo>
                  <a:lnTo>
                    <a:pt x="702" y="1680"/>
                  </a:lnTo>
                  <a:lnTo>
                    <a:pt x="702" y="1680"/>
                  </a:lnTo>
                  <a:lnTo>
                    <a:pt x="700" y="1680"/>
                  </a:lnTo>
                  <a:lnTo>
                    <a:pt x="700" y="1680"/>
                  </a:lnTo>
                  <a:lnTo>
                    <a:pt x="700" y="1680"/>
                  </a:lnTo>
                  <a:lnTo>
                    <a:pt x="700" y="1680"/>
                  </a:lnTo>
                  <a:lnTo>
                    <a:pt x="698" y="1678"/>
                  </a:lnTo>
                  <a:lnTo>
                    <a:pt x="698" y="1678"/>
                  </a:lnTo>
                  <a:lnTo>
                    <a:pt x="698" y="1678"/>
                  </a:lnTo>
                  <a:lnTo>
                    <a:pt x="698" y="1676"/>
                  </a:lnTo>
                  <a:lnTo>
                    <a:pt x="698" y="1676"/>
                  </a:lnTo>
                  <a:lnTo>
                    <a:pt x="698" y="1676"/>
                  </a:lnTo>
                  <a:lnTo>
                    <a:pt x="696" y="1676"/>
                  </a:lnTo>
                  <a:lnTo>
                    <a:pt x="696" y="1676"/>
                  </a:lnTo>
                  <a:lnTo>
                    <a:pt x="696" y="1676"/>
                  </a:lnTo>
                  <a:lnTo>
                    <a:pt x="696" y="1674"/>
                  </a:lnTo>
                  <a:lnTo>
                    <a:pt x="696" y="1674"/>
                  </a:lnTo>
                  <a:lnTo>
                    <a:pt x="696" y="1674"/>
                  </a:lnTo>
                  <a:lnTo>
                    <a:pt x="696" y="1672"/>
                  </a:lnTo>
                  <a:lnTo>
                    <a:pt x="696" y="1672"/>
                  </a:lnTo>
                  <a:lnTo>
                    <a:pt x="696" y="1670"/>
                  </a:lnTo>
                  <a:lnTo>
                    <a:pt x="696" y="1670"/>
                  </a:lnTo>
                  <a:lnTo>
                    <a:pt x="696" y="1670"/>
                  </a:lnTo>
                  <a:lnTo>
                    <a:pt x="696" y="1669"/>
                  </a:lnTo>
                  <a:lnTo>
                    <a:pt x="696" y="1669"/>
                  </a:lnTo>
                  <a:lnTo>
                    <a:pt x="696" y="1669"/>
                  </a:lnTo>
                  <a:lnTo>
                    <a:pt x="696" y="1669"/>
                  </a:lnTo>
                  <a:lnTo>
                    <a:pt x="698" y="1667"/>
                  </a:lnTo>
                  <a:lnTo>
                    <a:pt x="698" y="1667"/>
                  </a:lnTo>
                  <a:lnTo>
                    <a:pt x="698" y="1667"/>
                  </a:lnTo>
                  <a:lnTo>
                    <a:pt x="698" y="1667"/>
                  </a:lnTo>
                  <a:lnTo>
                    <a:pt x="698" y="1665"/>
                  </a:lnTo>
                  <a:lnTo>
                    <a:pt x="698" y="1665"/>
                  </a:lnTo>
                  <a:lnTo>
                    <a:pt x="698" y="1663"/>
                  </a:lnTo>
                  <a:lnTo>
                    <a:pt x="698" y="1663"/>
                  </a:lnTo>
                  <a:lnTo>
                    <a:pt x="698" y="1663"/>
                  </a:lnTo>
                  <a:lnTo>
                    <a:pt x="698" y="1663"/>
                  </a:lnTo>
                  <a:lnTo>
                    <a:pt x="696" y="1663"/>
                  </a:lnTo>
                  <a:lnTo>
                    <a:pt x="696" y="1663"/>
                  </a:lnTo>
                  <a:lnTo>
                    <a:pt x="694" y="1661"/>
                  </a:lnTo>
                  <a:lnTo>
                    <a:pt x="694" y="1661"/>
                  </a:lnTo>
                  <a:lnTo>
                    <a:pt x="694" y="1661"/>
                  </a:lnTo>
                  <a:lnTo>
                    <a:pt x="690" y="1663"/>
                  </a:lnTo>
                  <a:lnTo>
                    <a:pt x="688" y="1663"/>
                  </a:lnTo>
                  <a:lnTo>
                    <a:pt x="688" y="1663"/>
                  </a:lnTo>
                  <a:lnTo>
                    <a:pt x="688" y="1665"/>
                  </a:lnTo>
                  <a:lnTo>
                    <a:pt x="688" y="1665"/>
                  </a:lnTo>
                  <a:lnTo>
                    <a:pt x="688" y="1665"/>
                  </a:lnTo>
                  <a:lnTo>
                    <a:pt x="688" y="1665"/>
                  </a:lnTo>
                  <a:lnTo>
                    <a:pt x="688" y="1667"/>
                  </a:lnTo>
                  <a:lnTo>
                    <a:pt x="688" y="1667"/>
                  </a:lnTo>
                  <a:lnTo>
                    <a:pt x="688" y="1669"/>
                  </a:lnTo>
                  <a:lnTo>
                    <a:pt x="686" y="1670"/>
                  </a:lnTo>
                  <a:lnTo>
                    <a:pt x="686" y="1670"/>
                  </a:lnTo>
                  <a:lnTo>
                    <a:pt x="686" y="1672"/>
                  </a:lnTo>
                  <a:lnTo>
                    <a:pt x="686" y="1672"/>
                  </a:lnTo>
                  <a:lnTo>
                    <a:pt x="686" y="1672"/>
                  </a:lnTo>
                  <a:lnTo>
                    <a:pt x="686" y="1672"/>
                  </a:lnTo>
                  <a:lnTo>
                    <a:pt x="685" y="1670"/>
                  </a:lnTo>
                  <a:lnTo>
                    <a:pt x="685" y="1670"/>
                  </a:lnTo>
                  <a:lnTo>
                    <a:pt x="685" y="1670"/>
                  </a:lnTo>
                  <a:lnTo>
                    <a:pt x="685" y="1670"/>
                  </a:lnTo>
                  <a:lnTo>
                    <a:pt x="685" y="1670"/>
                  </a:lnTo>
                  <a:lnTo>
                    <a:pt x="685" y="1669"/>
                  </a:lnTo>
                  <a:lnTo>
                    <a:pt x="685" y="1669"/>
                  </a:lnTo>
                  <a:lnTo>
                    <a:pt x="685" y="1667"/>
                  </a:lnTo>
                  <a:lnTo>
                    <a:pt x="685" y="1667"/>
                  </a:lnTo>
                  <a:lnTo>
                    <a:pt x="685" y="1665"/>
                  </a:lnTo>
                  <a:lnTo>
                    <a:pt x="683" y="1665"/>
                  </a:lnTo>
                  <a:lnTo>
                    <a:pt x="683" y="1663"/>
                  </a:lnTo>
                  <a:lnTo>
                    <a:pt x="683" y="1663"/>
                  </a:lnTo>
                  <a:lnTo>
                    <a:pt x="683" y="1663"/>
                  </a:lnTo>
                  <a:lnTo>
                    <a:pt x="683" y="1661"/>
                  </a:lnTo>
                  <a:lnTo>
                    <a:pt x="683" y="1661"/>
                  </a:lnTo>
                  <a:lnTo>
                    <a:pt x="683" y="1661"/>
                  </a:lnTo>
                  <a:lnTo>
                    <a:pt x="683" y="1659"/>
                  </a:lnTo>
                  <a:lnTo>
                    <a:pt x="681" y="1657"/>
                  </a:lnTo>
                  <a:lnTo>
                    <a:pt x="681" y="1657"/>
                  </a:lnTo>
                  <a:lnTo>
                    <a:pt x="681" y="1657"/>
                  </a:lnTo>
                  <a:lnTo>
                    <a:pt x="679" y="1657"/>
                  </a:lnTo>
                  <a:lnTo>
                    <a:pt x="677" y="1657"/>
                  </a:lnTo>
                  <a:lnTo>
                    <a:pt x="677" y="1657"/>
                  </a:lnTo>
                  <a:lnTo>
                    <a:pt x="677" y="1657"/>
                  </a:lnTo>
                  <a:lnTo>
                    <a:pt x="677" y="1655"/>
                  </a:lnTo>
                  <a:lnTo>
                    <a:pt x="677" y="1655"/>
                  </a:lnTo>
                  <a:lnTo>
                    <a:pt x="677" y="1655"/>
                  </a:lnTo>
                  <a:lnTo>
                    <a:pt x="677" y="1655"/>
                  </a:lnTo>
                  <a:lnTo>
                    <a:pt x="677" y="1653"/>
                  </a:lnTo>
                  <a:lnTo>
                    <a:pt x="677" y="1653"/>
                  </a:lnTo>
                  <a:lnTo>
                    <a:pt x="677" y="1651"/>
                  </a:lnTo>
                  <a:lnTo>
                    <a:pt x="677" y="1651"/>
                  </a:lnTo>
                  <a:lnTo>
                    <a:pt x="677" y="1649"/>
                  </a:lnTo>
                  <a:lnTo>
                    <a:pt x="677" y="1649"/>
                  </a:lnTo>
                  <a:lnTo>
                    <a:pt x="677" y="1647"/>
                  </a:lnTo>
                  <a:lnTo>
                    <a:pt x="677" y="1647"/>
                  </a:lnTo>
                  <a:lnTo>
                    <a:pt x="677" y="1647"/>
                  </a:lnTo>
                  <a:lnTo>
                    <a:pt x="677" y="1645"/>
                  </a:lnTo>
                  <a:lnTo>
                    <a:pt x="677" y="1645"/>
                  </a:lnTo>
                  <a:lnTo>
                    <a:pt x="677" y="1643"/>
                  </a:lnTo>
                  <a:lnTo>
                    <a:pt x="675" y="1641"/>
                  </a:lnTo>
                  <a:lnTo>
                    <a:pt x="675" y="1641"/>
                  </a:lnTo>
                  <a:lnTo>
                    <a:pt x="675" y="1637"/>
                  </a:lnTo>
                  <a:lnTo>
                    <a:pt x="675" y="1635"/>
                  </a:lnTo>
                  <a:lnTo>
                    <a:pt x="675" y="1633"/>
                  </a:lnTo>
                  <a:lnTo>
                    <a:pt x="675" y="1633"/>
                  </a:lnTo>
                  <a:lnTo>
                    <a:pt x="675" y="1631"/>
                  </a:lnTo>
                  <a:lnTo>
                    <a:pt x="675" y="1631"/>
                  </a:lnTo>
                  <a:lnTo>
                    <a:pt x="675" y="1631"/>
                  </a:lnTo>
                  <a:lnTo>
                    <a:pt x="675" y="1629"/>
                  </a:lnTo>
                  <a:lnTo>
                    <a:pt x="675" y="1629"/>
                  </a:lnTo>
                  <a:lnTo>
                    <a:pt x="675" y="1627"/>
                  </a:lnTo>
                  <a:lnTo>
                    <a:pt x="675" y="1627"/>
                  </a:lnTo>
                  <a:lnTo>
                    <a:pt x="675" y="1627"/>
                  </a:lnTo>
                  <a:lnTo>
                    <a:pt x="673" y="1625"/>
                  </a:lnTo>
                  <a:lnTo>
                    <a:pt x="673" y="1623"/>
                  </a:lnTo>
                  <a:lnTo>
                    <a:pt x="673" y="1623"/>
                  </a:lnTo>
                  <a:lnTo>
                    <a:pt x="673" y="1621"/>
                  </a:lnTo>
                  <a:lnTo>
                    <a:pt x="673" y="1621"/>
                  </a:lnTo>
                  <a:lnTo>
                    <a:pt x="671" y="1617"/>
                  </a:lnTo>
                  <a:lnTo>
                    <a:pt x="671" y="1616"/>
                  </a:lnTo>
                  <a:lnTo>
                    <a:pt x="669" y="1612"/>
                  </a:lnTo>
                  <a:lnTo>
                    <a:pt x="669" y="1612"/>
                  </a:lnTo>
                  <a:lnTo>
                    <a:pt x="669" y="1610"/>
                  </a:lnTo>
                  <a:lnTo>
                    <a:pt x="667" y="1608"/>
                  </a:lnTo>
                  <a:lnTo>
                    <a:pt x="667" y="1608"/>
                  </a:lnTo>
                  <a:lnTo>
                    <a:pt x="667" y="1608"/>
                  </a:lnTo>
                  <a:lnTo>
                    <a:pt x="667" y="1606"/>
                  </a:lnTo>
                  <a:lnTo>
                    <a:pt x="667" y="1606"/>
                  </a:lnTo>
                  <a:lnTo>
                    <a:pt x="667" y="1604"/>
                  </a:lnTo>
                  <a:lnTo>
                    <a:pt x="667" y="1604"/>
                  </a:lnTo>
                  <a:lnTo>
                    <a:pt x="667" y="1602"/>
                  </a:lnTo>
                  <a:lnTo>
                    <a:pt x="667" y="1602"/>
                  </a:lnTo>
                  <a:lnTo>
                    <a:pt x="667" y="1600"/>
                  </a:lnTo>
                  <a:lnTo>
                    <a:pt x="667" y="1598"/>
                  </a:lnTo>
                  <a:lnTo>
                    <a:pt x="667" y="1598"/>
                  </a:lnTo>
                  <a:lnTo>
                    <a:pt x="667" y="1596"/>
                  </a:lnTo>
                  <a:lnTo>
                    <a:pt x="667" y="1596"/>
                  </a:lnTo>
                  <a:lnTo>
                    <a:pt x="667" y="1596"/>
                  </a:lnTo>
                  <a:lnTo>
                    <a:pt x="665" y="1594"/>
                  </a:lnTo>
                  <a:lnTo>
                    <a:pt x="665" y="1594"/>
                  </a:lnTo>
                  <a:lnTo>
                    <a:pt x="663" y="1594"/>
                  </a:lnTo>
                  <a:lnTo>
                    <a:pt x="661" y="1594"/>
                  </a:lnTo>
                  <a:lnTo>
                    <a:pt x="661" y="1594"/>
                  </a:lnTo>
                  <a:lnTo>
                    <a:pt x="661" y="1594"/>
                  </a:lnTo>
                  <a:lnTo>
                    <a:pt x="659" y="1592"/>
                  </a:lnTo>
                  <a:lnTo>
                    <a:pt x="659" y="1592"/>
                  </a:lnTo>
                  <a:lnTo>
                    <a:pt x="659" y="1592"/>
                  </a:lnTo>
                  <a:lnTo>
                    <a:pt x="659" y="1592"/>
                  </a:lnTo>
                  <a:lnTo>
                    <a:pt x="657" y="1592"/>
                  </a:lnTo>
                  <a:lnTo>
                    <a:pt x="657" y="1592"/>
                  </a:lnTo>
                  <a:lnTo>
                    <a:pt x="657" y="1592"/>
                  </a:lnTo>
                  <a:lnTo>
                    <a:pt x="657" y="1592"/>
                  </a:lnTo>
                  <a:lnTo>
                    <a:pt x="655" y="1592"/>
                  </a:lnTo>
                  <a:lnTo>
                    <a:pt x="655" y="1592"/>
                  </a:lnTo>
                  <a:lnTo>
                    <a:pt x="655" y="1592"/>
                  </a:lnTo>
                  <a:lnTo>
                    <a:pt x="655" y="1592"/>
                  </a:lnTo>
                  <a:lnTo>
                    <a:pt x="653" y="1590"/>
                  </a:lnTo>
                  <a:lnTo>
                    <a:pt x="651" y="1590"/>
                  </a:lnTo>
                  <a:lnTo>
                    <a:pt x="651" y="1590"/>
                  </a:lnTo>
                  <a:lnTo>
                    <a:pt x="651" y="1590"/>
                  </a:lnTo>
                  <a:lnTo>
                    <a:pt x="649" y="1588"/>
                  </a:lnTo>
                  <a:lnTo>
                    <a:pt x="649" y="1588"/>
                  </a:lnTo>
                  <a:lnTo>
                    <a:pt x="649" y="1588"/>
                  </a:lnTo>
                  <a:lnTo>
                    <a:pt x="651" y="1588"/>
                  </a:lnTo>
                  <a:lnTo>
                    <a:pt x="651" y="1588"/>
                  </a:lnTo>
                  <a:lnTo>
                    <a:pt x="651" y="1586"/>
                  </a:lnTo>
                  <a:lnTo>
                    <a:pt x="651" y="1586"/>
                  </a:lnTo>
                  <a:lnTo>
                    <a:pt x="651" y="1586"/>
                  </a:lnTo>
                  <a:lnTo>
                    <a:pt x="651" y="1586"/>
                  </a:lnTo>
                  <a:lnTo>
                    <a:pt x="651" y="1584"/>
                  </a:lnTo>
                  <a:lnTo>
                    <a:pt x="651" y="1584"/>
                  </a:lnTo>
                  <a:lnTo>
                    <a:pt x="651" y="1584"/>
                  </a:lnTo>
                  <a:lnTo>
                    <a:pt x="651" y="1584"/>
                  </a:lnTo>
                  <a:lnTo>
                    <a:pt x="651" y="1582"/>
                  </a:lnTo>
                  <a:lnTo>
                    <a:pt x="651" y="1582"/>
                  </a:lnTo>
                  <a:lnTo>
                    <a:pt x="651" y="1580"/>
                  </a:lnTo>
                  <a:lnTo>
                    <a:pt x="651" y="1580"/>
                  </a:lnTo>
                  <a:lnTo>
                    <a:pt x="651" y="1578"/>
                  </a:lnTo>
                  <a:lnTo>
                    <a:pt x="651" y="1576"/>
                  </a:lnTo>
                  <a:lnTo>
                    <a:pt x="651" y="1574"/>
                  </a:lnTo>
                  <a:lnTo>
                    <a:pt x="651" y="1572"/>
                  </a:lnTo>
                  <a:lnTo>
                    <a:pt x="651" y="1572"/>
                  </a:lnTo>
                  <a:lnTo>
                    <a:pt x="651" y="1570"/>
                  </a:lnTo>
                  <a:lnTo>
                    <a:pt x="651" y="1570"/>
                  </a:lnTo>
                  <a:lnTo>
                    <a:pt x="649" y="1570"/>
                  </a:lnTo>
                  <a:lnTo>
                    <a:pt x="649" y="1570"/>
                  </a:lnTo>
                  <a:lnTo>
                    <a:pt x="649" y="1568"/>
                  </a:lnTo>
                  <a:lnTo>
                    <a:pt x="647" y="1568"/>
                  </a:lnTo>
                  <a:lnTo>
                    <a:pt x="645" y="1566"/>
                  </a:lnTo>
                  <a:lnTo>
                    <a:pt x="645" y="1566"/>
                  </a:lnTo>
                  <a:lnTo>
                    <a:pt x="645" y="1566"/>
                  </a:lnTo>
                  <a:lnTo>
                    <a:pt x="645" y="1564"/>
                  </a:lnTo>
                  <a:lnTo>
                    <a:pt x="645" y="1564"/>
                  </a:lnTo>
                  <a:lnTo>
                    <a:pt x="645" y="1563"/>
                  </a:lnTo>
                  <a:lnTo>
                    <a:pt x="645" y="1563"/>
                  </a:lnTo>
                  <a:lnTo>
                    <a:pt x="645" y="1563"/>
                  </a:lnTo>
                  <a:lnTo>
                    <a:pt x="645" y="1561"/>
                  </a:lnTo>
                  <a:lnTo>
                    <a:pt x="645" y="1561"/>
                  </a:lnTo>
                  <a:lnTo>
                    <a:pt x="645" y="1557"/>
                  </a:lnTo>
                  <a:lnTo>
                    <a:pt x="645" y="1557"/>
                  </a:lnTo>
                  <a:lnTo>
                    <a:pt x="645" y="1555"/>
                  </a:lnTo>
                  <a:lnTo>
                    <a:pt x="645" y="1555"/>
                  </a:lnTo>
                  <a:lnTo>
                    <a:pt x="643" y="1555"/>
                  </a:lnTo>
                  <a:lnTo>
                    <a:pt x="641" y="1555"/>
                  </a:lnTo>
                  <a:lnTo>
                    <a:pt x="641" y="1555"/>
                  </a:lnTo>
                  <a:lnTo>
                    <a:pt x="639" y="1555"/>
                  </a:lnTo>
                  <a:lnTo>
                    <a:pt x="637" y="1553"/>
                  </a:lnTo>
                  <a:lnTo>
                    <a:pt x="637" y="1549"/>
                  </a:lnTo>
                  <a:lnTo>
                    <a:pt x="635" y="1547"/>
                  </a:lnTo>
                  <a:lnTo>
                    <a:pt x="635" y="1543"/>
                  </a:lnTo>
                  <a:lnTo>
                    <a:pt x="635" y="1543"/>
                  </a:lnTo>
                  <a:lnTo>
                    <a:pt x="635" y="1543"/>
                  </a:lnTo>
                  <a:lnTo>
                    <a:pt x="635" y="1541"/>
                  </a:lnTo>
                  <a:lnTo>
                    <a:pt x="635" y="1541"/>
                  </a:lnTo>
                  <a:lnTo>
                    <a:pt x="635" y="1539"/>
                  </a:lnTo>
                  <a:lnTo>
                    <a:pt x="635" y="1539"/>
                  </a:lnTo>
                  <a:lnTo>
                    <a:pt x="637" y="1539"/>
                  </a:lnTo>
                  <a:lnTo>
                    <a:pt x="639" y="1537"/>
                  </a:lnTo>
                  <a:lnTo>
                    <a:pt x="639" y="1537"/>
                  </a:lnTo>
                  <a:lnTo>
                    <a:pt x="639" y="1537"/>
                  </a:lnTo>
                  <a:lnTo>
                    <a:pt x="639" y="1537"/>
                  </a:lnTo>
                  <a:lnTo>
                    <a:pt x="639" y="1535"/>
                  </a:lnTo>
                  <a:lnTo>
                    <a:pt x="637" y="1535"/>
                  </a:lnTo>
                  <a:lnTo>
                    <a:pt x="639" y="1535"/>
                  </a:lnTo>
                  <a:lnTo>
                    <a:pt x="639" y="1535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9" y="1533"/>
                  </a:lnTo>
                  <a:lnTo>
                    <a:pt x="637" y="1531"/>
                  </a:lnTo>
                  <a:lnTo>
                    <a:pt x="635" y="1531"/>
                  </a:lnTo>
                  <a:lnTo>
                    <a:pt x="635" y="1531"/>
                  </a:lnTo>
                  <a:lnTo>
                    <a:pt x="635" y="1531"/>
                  </a:lnTo>
                  <a:lnTo>
                    <a:pt x="635" y="1531"/>
                  </a:lnTo>
                  <a:lnTo>
                    <a:pt x="635" y="1529"/>
                  </a:lnTo>
                  <a:lnTo>
                    <a:pt x="635" y="1529"/>
                  </a:lnTo>
                  <a:lnTo>
                    <a:pt x="635" y="1529"/>
                  </a:lnTo>
                  <a:lnTo>
                    <a:pt x="635" y="1529"/>
                  </a:lnTo>
                  <a:lnTo>
                    <a:pt x="635" y="1527"/>
                  </a:lnTo>
                  <a:lnTo>
                    <a:pt x="635" y="1527"/>
                  </a:lnTo>
                  <a:lnTo>
                    <a:pt x="635" y="1527"/>
                  </a:lnTo>
                  <a:lnTo>
                    <a:pt x="634" y="1525"/>
                  </a:lnTo>
                  <a:lnTo>
                    <a:pt x="634" y="1525"/>
                  </a:lnTo>
                  <a:lnTo>
                    <a:pt x="634" y="1525"/>
                  </a:lnTo>
                  <a:lnTo>
                    <a:pt x="634" y="1523"/>
                  </a:lnTo>
                  <a:lnTo>
                    <a:pt x="634" y="1523"/>
                  </a:lnTo>
                  <a:lnTo>
                    <a:pt x="630" y="1523"/>
                  </a:lnTo>
                  <a:lnTo>
                    <a:pt x="626" y="1523"/>
                  </a:lnTo>
                  <a:lnTo>
                    <a:pt x="624" y="1521"/>
                  </a:lnTo>
                  <a:lnTo>
                    <a:pt x="624" y="1521"/>
                  </a:lnTo>
                  <a:lnTo>
                    <a:pt x="618" y="1519"/>
                  </a:lnTo>
                  <a:lnTo>
                    <a:pt x="618" y="1519"/>
                  </a:lnTo>
                  <a:lnTo>
                    <a:pt x="618" y="1519"/>
                  </a:lnTo>
                  <a:lnTo>
                    <a:pt x="616" y="1517"/>
                  </a:lnTo>
                  <a:lnTo>
                    <a:pt x="614" y="1515"/>
                  </a:lnTo>
                  <a:lnTo>
                    <a:pt x="614" y="1513"/>
                  </a:lnTo>
                  <a:lnTo>
                    <a:pt x="614" y="1513"/>
                  </a:lnTo>
                  <a:lnTo>
                    <a:pt x="612" y="1513"/>
                  </a:lnTo>
                  <a:lnTo>
                    <a:pt x="612" y="1513"/>
                  </a:lnTo>
                  <a:lnTo>
                    <a:pt x="610" y="1513"/>
                  </a:lnTo>
                  <a:lnTo>
                    <a:pt x="610" y="1513"/>
                  </a:lnTo>
                  <a:lnTo>
                    <a:pt x="608" y="1513"/>
                  </a:lnTo>
                  <a:lnTo>
                    <a:pt x="606" y="1513"/>
                  </a:lnTo>
                  <a:lnTo>
                    <a:pt x="606" y="1513"/>
                  </a:lnTo>
                  <a:lnTo>
                    <a:pt x="606" y="1513"/>
                  </a:lnTo>
                  <a:lnTo>
                    <a:pt x="604" y="1515"/>
                  </a:lnTo>
                  <a:lnTo>
                    <a:pt x="604" y="1515"/>
                  </a:lnTo>
                  <a:lnTo>
                    <a:pt x="604" y="1515"/>
                  </a:lnTo>
                  <a:lnTo>
                    <a:pt x="602" y="1517"/>
                  </a:lnTo>
                  <a:lnTo>
                    <a:pt x="602" y="1517"/>
                  </a:lnTo>
                  <a:lnTo>
                    <a:pt x="602" y="1517"/>
                  </a:lnTo>
                  <a:lnTo>
                    <a:pt x="602" y="1519"/>
                  </a:lnTo>
                  <a:lnTo>
                    <a:pt x="600" y="1519"/>
                  </a:lnTo>
                  <a:lnTo>
                    <a:pt x="600" y="1521"/>
                  </a:lnTo>
                  <a:lnTo>
                    <a:pt x="600" y="1521"/>
                  </a:lnTo>
                  <a:lnTo>
                    <a:pt x="600" y="1521"/>
                  </a:lnTo>
                  <a:lnTo>
                    <a:pt x="600" y="1523"/>
                  </a:lnTo>
                  <a:lnTo>
                    <a:pt x="600" y="1523"/>
                  </a:lnTo>
                  <a:lnTo>
                    <a:pt x="600" y="1523"/>
                  </a:lnTo>
                  <a:lnTo>
                    <a:pt x="600" y="1525"/>
                  </a:lnTo>
                  <a:lnTo>
                    <a:pt x="600" y="1527"/>
                  </a:lnTo>
                  <a:lnTo>
                    <a:pt x="600" y="1527"/>
                  </a:lnTo>
                  <a:lnTo>
                    <a:pt x="600" y="1529"/>
                  </a:lnTo>
                  <a:lnTo>
                    <a:pt x="600" y="1529"/>
                  </a:lnTo>
                  <a:lnTo>
                    <a:pt x="600" y="1529"/>
                  </a:lnTo>
                  <a:lnTo>
                    <a:pt x="598" y="1529"/>
                  </a:lnTo>
                  <a:lnTo>
                    <a:pt x="598" y="1529"/>
                  </a:lnTo>
                  <a:lnTo>
                    <a:pt x="596" y="1529"/>
                  </a:lnTo>
                  <a:lnTo>
                    <a:pt x="596" y="1529"/>
                  </a:lnTo>
                  <a:lnTo>
                    <a:pt x="596" y="1529"/>
                  </a:lnTo>
                  <a:lnTo>
                    <a:pt x="594" y="1529"/>
                  </a:lnTo>
                  <a:lnTo>
                    <a:pt x="594" y="1529"/>
                  </a:lnTo>
                  <a:lnTo>
                    <a:pt x="594" y="1527"/>
                  </a:lnTo>
                  <a:lnTo>
                    <a:pt x="594" y="1527"/>
                  </a:lnTo>
                  <a:lnTo>
                    <a:pt x="594" y="1527"/>
                  </a:lnTo>
                  <a:lnTo>
                    <a:pt x="592" y="1525"/>
                  </a:lnTo>
                  <a:lnTo>
                    <a:pt x="592" y="1525"/>
                  </a:lnTo>
                  <a:lnTo>
                    <a:pt x="592" y="1525"/>
                  </a:lnTo>
                  <a:lnTo>
                    <a:pt x="592" y="1523"/>
                  </a:lnTo>
                  <a:lnTo>
                    <a:pt x="592" y="1523"/>
                  </a:lnTo>
                  <a:lnTo>
                    <a:pt x="590" y="1523"/>
                  </a:lnTo>
                  <a:lnTo>
                    <a:pt x="590" y="1523"/>
                  </a:lnTo>
                  <a:lnTo>
                    <a:pt x="588" y="1525"/>
                  </a:lnTo>
                  <a:lnTo>
                    <a:pt x="588" y="1527"/>
                  </a:lnTo>
                  <a:lnTo>
                    <a:pt x="586" y="1529"/>
                  </a:lnTo>
                  <a:lnTo>
                    <a:pt x="586" y="1529"/>
                  </a:lnTo>
                  <a:lnTo>
                    <a:pt x="584" y="1529"/>
                  </a:lnTo>
                  <a:lnTo>
                    <a:pt x="583" y="1529"/>
                  </a:lnTo>
                  <a:lnTo>
                    <a:pt x="581" y="1529"/>
                  </a:lnTo>
                  <a:lnTo>
                    <a:pt x="579" y="1529"/>
                  </a:lnTo>
                  <a:lnTo>
                    <a:pt x="575" y="1529"/>
                  </a:lnTo>
                  <a:lnTo>
                    <a:pt x="575" y="1529"/>
                  </a:lnTo>
                  <a:lnTo>
                    <a:pt x="573" y="1529"/>
                  </a:lnTo>
                  <a:lnTo>
                    <a:pt x="571" y="1529"/>
                  </a:lnTo>
                  <a:lnTo>
                    <a:pt x="571" y="1529"/>
                  </a:lnTo>
                  <a:lnTo>
                    <a:pt x="569" y="1529"/>
                  </a:lnTo>
                  <a:lnTo>
                    <a:pt x="569" y="1529"/>
                  </a:lnTo>
                  <a:lnTo>
                    <a:pt x="569" y="1527"/>
                  </a:lnTo>
                  <a:lnTo>
                    <a:pt x="569" y="1527"/>
                  </a:lnTo>
                  <a:lnTo>
                    <a:pt x="567" y="1525"/>
                  </a:lnTo>
                  <a:lnTo>
                    <a:pt x="567" y="1525"/>
                  </a:lnTo>
                  <a:lnTo>
                    <a:pt x="565" y="1525"/>
                  </a:lnTo>
                  <a:lnTo>
                    <a:pt x="565" y="1525"/>
                  </a:lnTo>
                  <a:lnTo>
                    <a:pt x="563" y="1525"/>
                  </a:lnTo>
                  <a:lnTo>
                    <a:pt x="563" y="1525"/>
                  </a:lnTo>
                  <a:lnTo>
                    <a:pt x="563" y="1525"/>
                  </a:lnTo>
                  <a:lnTo>
                    <a:pt x="563" y="1523"/>
                  </a:lnTo>
                  <a:lnTo>
                    <a:pt x="563" y="1523"/>
                  </a:lnTo>
                  <a:lnTo>
                    <a:pt x="565" y="1519"/>
                  </a:lnTo>
                  <a:lnTo>
                    <a:pt x="567" y="1519"/>
                  </a:lnTo>
                  <a:lnTo>
                    <a:pt x="567" y="1519"/>
                  </a:lnTo>
                  <a:lnTo>
                    <a:pt x="567" y="1517"/>
                  </a:lnTo>
                  <a:lnTo>
                    <a:pt x="565" y="1517"/>
                  </a:lnTo>
                  <a:lnTo>
                    <a:pt x="565" y="1517"/>
                  </a:lnTo>
                  <a:lnTo>
                    <a:pt x="565" y="1515"/>
                  </a:lnTo>
                  <a:lnTo>
                    <a:pt x="565" y="1515"/>
                  </a:lnTo>
                  <a:lnTo>
                    <a:pt x="565" y="1515"/>
                  </a:lnTo>
                  <a:lnTo>
                    <a:pt x="565" y="1513"/>
                  </a:lnTo>
                  <a:lnTo>
                    <a:pt x="565" y="1513"/>
                  </a:lnTo>
                  <a:lnTo>
                    <a:pt x="565" y="1511"/>
                  </a:lnTo>
                  <a:lnTo>
                    <a:pt x="565" y="1511"/>
                  </a:lnTo>
                  <a:lnTo>
                    <a:pt x="565" y="1511"/>
                  </a:lnTo>
                  <a:lnTo>
                    <a:pt x="565" y="1511"/>
                  </a:lnTo>
                  <a:lnTo>
                    <a:pt x="565" y="1509"/>
                  </a:lnTo>
                  <a:lnTo>
                    <a:pt x="565" y="1509"/>
                  </a:lnTo>
                  <a:lnTo>
                    <a:pt x="565" y="1508"/>
                  </a:lnTo>
                  <a:lnTo>
                    <a:pt x="565" y="1508"/>
                  </a:lnTo>
                  <a:lnTo>
                    <a:pt x="565" y="1508"/>
                  </a:lnTo>
                  <a:lnTo>
                    <a:pt x="565" y="1506"/>
                  </a:lnTo>
                  <a:lnTo>
                    <a:pt x="565" y="1506"/>
                  </a:lnTo>
                  <a:lnTo>
                    <a:pt x="565" y="1506"/>
                  </a:lnTo>
                  <a:lnTo>
                    <a:pt x="563" y="1504"/>
                  </a:lnTo>
                  <a:lnTo>
                    <a:pt x="563" y="1504"/>
                  </a:lnTo>
                  <a:lnTo>
                    <a:pt x="563" y="1504"/>
                  </a:lnTo>
                  <a:lnTo>
                    <a:pt x="563" y="1504"/>
                  </a:lnTo>
                  <a:lnTo>
                    <a:pt x="561" y="1504"/>
                  </a:lnTo>
                  <a:lnTo>
                    <a:pt x="561" y="1504"/>
                  </a:lnTo>
                  <a:lnTo>
                    <a:pt x="561" y="1502"/>
                  </a:lnTo>
                  <a:lnTo>
                    <a:pt x="557" y="1500"/>
                  </a:lnTo>
                  <a:lnTo>
                    <a:pt x="557" y="1500"/>
                  </a:lnTo>
                  <a:lnTo>
                    <a:pt x="555" y="1498"/>
                  </a:lnTo>
                  <a:lnTo>
                    <a:pt x="557" y="1498"/>
                  </a:lnTo>
                  <a:lnTo>
                    <a:pt x="557" y="1496"/>
                  </a:lnTo>
                  <a:lnTo>
                    <a:pt x="557" y="1496"/>
                  </a:lnTo>
                  <a:lnTo>
                    <a:pt x="557" y="1496"/>
                  </a:lnTo>
                  <a:lnTo>
                    <a:pt x="557" y="1496"/>
                  </a:lnTo>
                  <a:lnTo>
                    <a:pt x="557" y="1496"/>
                  </a:lnTo>
                  <a:lnTo>
                    <a:pt x="557" y="1494"/>
                  </a:lnTo>
                  <a:lnTo>
                    <a:pt x="557" y="1494"/>
                  </a:lnTo>
                  <a:lnTo>
                    <a:pt x="557" y="1494"/>
                  </a:lnTo>
                  <a:lnTo>
                    <a:pt x="559" y="1494"/>
                  </a:lnTo>
                  <a:lnTo>
                    <a:pt x="559" y="1494"/>
                  </a:lnTo>
                  <a:lnTo>
                    <a:pt x="561" y="1494"/>
                  </a:lnTo>
                  <a:lnTo>
                    <a:pt x="561" y="1494"/>
                  </a:lnTo>
                  <a:lnTo>
                    <a:pt x="561" y="1494"/>
                  </a:lnTo>
                  <a:lnTo>
                    <a:pt x="563" y="1494"/>
                  </a:lnTo>
                  <a:lnTo>
                    <a:pt x="565" y="1490"/>
                  </a:lnTo>
                  <a:lnTo>
                    <a:pt x="565" y="1490"/>
                  </a:lnTo>
                  <a:lnTo>
                    <a:pt x="565" y="1490"/>
                  </a:lnTo>
                  <a:lnTo>
                    <a:pt x="565" y="1490"/>
                  </a:lnTo>
                  <a:lnTo>
                    <a:pt x="565" y="1488"/>
                  </a:lnTo>
                  <a:lnTo>
                    <a:pt x="563" y="1488"/>
                  </a:lnTo>
                  <a:lnTo>
                    <a:pt x="563" y="1488"/>
                  </a:lnTo>
                  <a:lnTo>
                    <a:pt x="563" y="1488"/>
                  </a:lnTo>
                  <a:lnTo>
                    <a:pt x="563" y="1488"/>
                  </a:lnTo>
                  <a:lnTo>
                    <a:pt x="561" y="1488"/>
                  </a:lnTo>
                  <a:lnTo>
                    <a:pt x="561" y="1488"/>
                  </a:lnTo>
                  <a:lnTo>
                    <a:pt x="559" y="1488"/>
                  </a:lnTo>
                  <a:lnTo>
                    <a:pt x="557" y="1488"/>
                  </a:lnTo>
                  <a:lnTo>
                    <a:pt x="557" y="1488"/>
                  </a:lnTo>
                  <a:lnTo>
                    <a:pt x="557" y="1488"/>
                  </a:lnTo>
                  <a:lnTo>
                    <a:pt x="555" y="1490"/>
                  </a:lnTo>
                  <a:lnTo>
                    <a:pt x="555" y="1490"/>
                  </a:lnTo>
                  <a:lnTo>
                    <a:pt x="555" y="1490"/>
                  </a:lnTo>
                  <a:lnTo>
                    <a:pt x="553" y="1488"/>
                  </a:lnTo>
                  <a:lnTo>
                    <a:pt x="553" y="1488"/>
                  </a:lnTo>
                  <a:lnTo>
                    <a:pt x="553" y="1488"/>
                  </a:lnTo>
                  <a:lnTo>
                    <a:pt x="553" y="1488"/>
                  </a:lnTo>
                  <a:lnTo>
                    <a:pt x="553" y="1486"/>
                  </a:lnTo>
                  <a:lnTo>
                    <a:pt x="553" y="1486"/>
                  </a:lnTo>
                  <a:lnTo>
                    <a:pt x="553" y="1486"/>
                  </a:lnTo>
                  <a:lnTo>
                    <a:pt x="551" y="1484"/>
                  </a:lnTo>
                  <a:lnTo>
                    <a:pt x="551" y="1484"/>
                  </a:lnTo>
                  <a:lnTo>
                    <a:pt x="551" y="1484"/>
                  </a:lnTo>
                  <a:lnTo>
                    <a:pt x="549" y="1482"/>
                  </a:lnTo>
                  <a:lnTo>
                    <a:pt x="549" y="1482"/>
                  </a:lnTo>
                  <a:lnTo>
                    <a:pt x="549" y="1482"/>
                  </a:lnTo>
                  <a:lnTo>
                    <a:pt x="549" y="1482"/>
                  </a:lnTo>
                  <a:lnTo>
                    <a:pt x="549" y="1480"/>
                  </a:lnTo>
                  <a:lnTo>
                    <a:pt x="549" y="1480"/>
                  </a:lnTo>
                  <a:lnTo>
                    <a:pt x="549" y="1480"/>
                  </a:lnTo>
                  <a:lnTo>
                    <a:pt x="547" y="1478"/>
                  </a:lnTo>
                  <a:lnTo>
                    <a:pt x="545" y="1478"/>
                  </a:lnTo>
                  <a:lnTo>
                    <a:pt x="543" y="1476"/>
                  </a:lnTo>
                  <a:lnTo>
                    <a:pt x="543" y="1476"/>
                  </a:lnTo>
                  <a:lnTo>
                    <a:pt x="541" y="1474"/>
                  </a:lnTo>
                  <a:lnTo>
                    <a:pt x="541" y="1474"/>
                  </a:lnTo>
                  <a:lnTo>
                    <a:pt x="541" y="1474"/>
                  </a:lnTo>
                  <a:lnTo>
                    <a:pt x="537" y="1474"/>
                  </a:lnTo>
                  <a:lnTo>
                    <a:pt x="537" y="1472"/>
                  </a:lnTo>
                  <a:lnTo>
                    <a:pt x="535" y="1472"/>
                  </a:lnTo>
                  <a:lnTo>
                    <a:pt x="532" y="1468"/>
                  </a:lnTo>
                  <a:lnTo>
                    <a:pt x="532" y="1466"/>
                  </a:lnTo>
                  <a:lnTo>
                    <a:pt x="530" y="1466"/>
                  </a:lnTo>
                  <a:lnTo>
                    <a:pt x="530" y="1466"/>
                  </a:lnTo>
                  <a:lnTo>
                    <a:pt x="520" y="1466"/>
                  </a:lnTo>
                  <a:lnTo>
                    <a:pt x="518" y="1466"/>
                  </a:lnTo>
                  <a:lnTo>
                    <a:pt x="516" y="1468"/>
                  </a:lnTo>
                  <a:lnTo>
                    <a:pt x="516" y="1468"/>
                  </a:lnTo>
                  <a:lnTo>
                    <a:pt x="516" y="1468"/>
                  </a:lnTo>
                  <a:lnTo>
                    <a:pt x="514" y="1468"/>
                  </a:lnTo>
                  <a:lnTo>
                    <a:pt x="512" y="1466"/>
                  </a:lnTo>
                  <a:lnTo>
                    <a:pt x="508" y="1466"/>
                  </a:lnTo>
                  <a:lnTo>
                    <a:pt x="506" y="1466"/>
                  </a:lnTo>
                  <a:lnTo>
                    <a:pt x="506" y="1466"/>
                  </a:lnTo>
                  <a:lnTo>
                    <a:pt x="506" y="1466"/>
                  </a:lnTo>
                  <a:lnTo>
                    <a:pt x="506" y="1466"/>
                  </a:lnTo>
                  <a:lnTo>
                    <a:pt x="506" y="1464"/>
                  </a:lnTo>
                  <a:lnTo>
                    <a:pt x="506" y="1464"/>
                  </a:lnTo>
                  <a:lnTo>
                    <a:pt x="506" y="1464"/>
                  </a:lnTo>
                  <a:lnTo>
                    <a:pt x="504" y="1462"/>
                  </a:lnTo>
                  <a:lnTo>
                    <a:pt x="504" y="1462"/>
                  </a:lnTo>
                  <a:lnTo>
                    <a:pt x="496" y="1464"/>
                  </a:lnTo>
                  <a:lnTo>
                    <a:pt x="496" y="1462"/>
                  </a:lnTo>
                  <a:lnTo>
                    <a:pt x="492" y="1460"/>
                  </a:lnTo>
                  <a:lnTo>
                    <a:pt x="490" y="1460"/>
                  </a:lnTo>
                  <a:lnTo>
                    <a:pt x="490" y="1460"/>
                  </a:lnTo>
                  <a:lnTo>
                    <a:pt x="490" y="1460"/>
                  </a:lnTo>
                  <a:lnTo>
                    <a:pt x="479" y="1466"/>
                  </a:lnTo>
                  <a:lnTo>
                    <a:pt x="473" y="1470"/>
                  </a:lnTo>
                  <a:lnTo>
                    <a:pt x="469" y="1476"/>
                  </a:lnTo>
                  <a:lnTo>
                    <a:pt x="469" y="1476"/>
                  </a:lnTo>
                  <a:lnTo>
                    <a:pt x="469" y="1476"/>
                  </a:lnTo>
                  <a:lnTo>
                    <a:pt x="467" y="1478"/>
                  </a:lnTo>
                  <a:lnTo>
                    <a:pt x="467" y="1478"/>
                  </a:lnTo>
                  <a:lnTo>
                    <a:pt x="467" y="1480"/>
                  </a:lnTo>
                  <a:lnTo>
                    <a:pt x="467" y="1482"/>
                  </a:lnTo>
                  <a:lnTo>
                    <a:pt x="467" y="1484"/>
                  </a:lnTo>
                  <a:lnTo>
                    <a:pt x="467" y="1484"/>
                  </a:lnTo>
                  <a:lnTo>
                    <a:pt x="467" y="1486"/>
                  </a:lnTo>
                  <a:lnTo>
                    <a:pt x="467" y="1486"/>
                  </a:lnTo>
                  <a:lnTo>
                    <a:pt x="463" y="1490"/>
                  </a:lnTo>
                  <a:lnTo>
                    <a:pt x="461" y="1494"/>
                  </a:lnTo>
                  <a:lnTo>
                    <a:pt x="461" y="1496"/>
                  </a:lnTo>
                  <a:lnTo>
                    <a:pt x="459" y="1496"/>
                  </a:lnTo>
                  <a:lnTo>
                    <a:pt x="459" y="1496"/>
                  </a:lnTo>
                  <a:lnTo>
                    <a:pt x="459" y="1496"/>
                  </a:lnTo>
                  <a:lnTo>
                    <a:pt x="457" y="1494"/>
                  </a:lnTo>
                  <a:lnTo>
                    <a:pt x="457" y="1494"/>
                  </a:lnTo>
                  <a:lnTo>
                    <a:pt x="457" y="1494"/>
                  </a:lnTo>
                  <a:lnTo>
                    <a:pt x="457" y="1492"/>
                  </a:lnTo>
                  <a:lnTo>
                    <a:pt x="455" y="1492"/>
                  </a:lnTo>
                  <a:lnTo>
                    <a:pt x="455" y="1492"/>
                  </a:lnTo>
                  <a:lnTo>
                    <a:pt x="455" y="1494"/>
                  </a:lnTo>
                  <a:lnTo>
                    <a:pt x="455" y="1494"/>
                  </a:lnTo>
                  <a:lnTo>
                    <a:pt x="453" y="1498"/>
                  </a:lnTo>
                  <a:lnTo>
                    <a:pt x="453" y="1500"/>
                  </a:lnTo>
                  <a:lnTo>
                    <a:pt x="451" y="1502"/>
                  </a:lnTo>
                  <a:lnTo>
                    <a:pt x="451" y="1502"/>
                  </a:lnTo>
                  <a:lnTo>
                    <a:pt x="451" y="1502"/>
                  </a:lnTo>
                  <a:lnTo>
                    <a:pt x="449" y="1504"/>
                  </a:lnTo>
                  <a:lnTo>
                    <a:pt x="449" y="1504"/>
                  </a:lnTo>
                  <a:lnTo>
                    <a:pt x="449" y="1504"/>
                  </a:lnTo>
                  <a:lnTo>
                    <a:pt x="449" y="1508"/>
                  </a:lnTo>
                  <a:lnTo>
                    <a:pt x="449" y="1509"/>
                  </a:lnTo>
                  <a:lnTo>
                    <a:pt x="451" y="1509"/>
                  </a:lnTo>
                  <a:lnTo>
                    <a:pt x="451" y="1509"/>
                  </a:lnTo>
                  <a:lnTo>
                    <a:pt x="451" y="1509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3" y="1511"/>
                  </a:lnTo>
                  <a:lnTo>
                    <a:pt x="451" y="1513"/>
                  </a:lnTo>
                  <a:lnTo>
                    <a:pt x="443" y="1523"/>
                  </a:lnTo>
                  <a:lnTo>
                    <a:pt x="443" y="1525"/>
                  </a:lnTo>
                  <a:lnTo>
                    <a:pt x="443" y="1525"/>
                  </a:lnTo>
                  <a:lnTo>
                    <a:pt x="443" y="1525"/>
                  </a:lnTo>
                  <a:lnTo>
                    <a:pt x="443" y="1527"/>
                  </a:lnTo>
                  <a:lnTo>
                    <a:pt x="443" y="1527"/>
                  </a:lnTo>
                  <a:lnTo>
                    <a:pt x="443" y="1527"/>
                  </a:lnTo>
                  <a:lnTo>
                    <a:pt x="443" y="1529"/>
                  </a:lnTo>
                  <a:lnTo>
                    <a:pt x="441" y="1529"/>
                  </a:lnTo>
                  <a:lnTo>
                    <a:pt x="441" y="1529"/>
                  </a:lnTo>
                  <a:lnTo>
                    <a:pt x="441" y="1531"/>
                  </a:lnTo>
                  <a:lnTo>
                    <a:pt x="441" y="1531"/>
                  </a:lnTo>
                  <a:lnTo>
                    <a:pt x="441" y="1531"/>
                  </a:lnTo>
                  <a:lnTo>
                    <a:pt x="441" y="1533"/>
                  </a:lnTo>
                  <a:lnTo>
                    <a:pt x="441" y="1535"/>
                  </a:lnTo>
                  <a:lnTo>
                    <a:pt x="439" y="1535"/>
                  </a:lnTo>
                  <a:lnTo>
                    <a:pt x="439" y="1535"/>
                  </a:lnTo>
                  <a:lnTo>
                    <a:pt x="435" y="1537"/>
                  </a:lnTo>
                  <a:lnTo>
                    <a:pt x="435" y="1537"/>
                  </a:lnTo>
                  <a:lnTo>
                    <a:pt x="435" y="1539"/>
                  </a:lnTo>
                  <a:lnTo>
                    <a:pt x="435" y="1541"/>
                  </a:lnTo>
                  <a:lnTo>
                    <a:pt x="435" y="1541"/>
                  </a:lnTo>
                  <a:lnTo>
                    <a:pt x="435" y="1543"/>
                  </a:lnTo>
                  <a:lnTo>
                    <a:pt x="435" y="1543"/>
                  </a:lnTo>
                  <a:lnTo>
                    <a:pt x="432" y="1543"/>
                  </a:lnTo>
                  <a:lnTo>
                    <a:pt x="432" y="1543"/>
                  </a:lnTo>
                  <a:lnTo>
                    <a:pt x="430" y="1543"/>
                  </a:lnTo>
                  <a:lnTo>
                    <a:pt x="430" y="1543"/>
                  </a:lnTo>
                  <a:lnTo>
                    <a:pt x="430" y="1543"/>
                  </a:lnTo>
                  <a:lnTo>
                    <a:pt x="428" y="1543"/>
                  </a:lnTo>
                  <a:lnTo>
                    <a:pt x="428" y="1543"/>
                  </a:lnTo>
                  <a:lnTo>
                    <a:pt x="428" y="1545"/>
                  </a:lnTo>
                  <a:lnTo>
                    <a:pt x="428" y="1545"/>
                  </a:lnTo>
                  <a:lnTo>
                    <a:pt x="428" y="1545"/>
                  </a:lnTo>
                  <a:lnTo>
                    <a:pt x="428" y="1545"/>
                  </a:lnTo>
                  <a:lnTo>
                    <a:pt x="428" y="1547"/>
                  </a:lnTo>
                  <a:lnTo>
                    <a:pt x="428" y="1547"/>
                  </a:lnTo>
                  <a:lnTo>
                    <a:pt x="428" y="1547"/>
                  </a:lnTo>
                  <a:lnTo>
                    <a:pt x="428" y="1547"/>
                  </a:lnTo>
                  <a:lnTo>
                    <a:pt x="426" y="1551"/>
                  </a:lnTo>
                  <a:lnTo>
                    <a:pt x="420" y="1553"/>
                  </a:lnTo>
                  <a:lnTo>
                    <a:pt x="420" y="1555"/>
                  </a:lnTo>
                  <a:lnTo>
                    <a:pt x="420" y="1555"/>
                  </a:lnTo>
                  <a:lnTo>
                    <a:pt x="420" y="1557"/>
                  </a:lnTo>
                  <a:lnTo>
                    <a:pt x="420" y="1557"/>
                  </a:lnTo>
                  <a:lnTo>
                    <a:pt x="420" y="1557"/>
                  </a:lnTo>
                  <a:lnTo>
                    <a:pt x="420" y="1557"/>
                  </a:lnTo>
                  <a:lnTo>
                    <a:pt x="420" y="1557"/>
                  </a:lnTo>
                  <a:lnTo>
                    <a:pt x="420" y="1559"/>
                  </a:lnTo>
                  <a:lnTo>
                    <a:pt x="420" y="1559"/>
                  </a:lnTo>
                  <a:lnTo>
                    <a:pt x="420" y="1559"/>
                  </a:lnTo>
                  <a:lnTo>
                    <a:pt x="420" y="1559"/>
                  </a:lnTo>
                  <a:lnTo>
                    <a:pt x="420" y="1561"/>
                  </a:lnTo>
                  <a:lnTo>
                    <a:pt x="420" y="1561"/>
                  </a:lnTo>
                  <a:lnTo>
                    <a:pt x="420" y="1561"/>
                  </a:lnTo>
                  <a:lnTo>
                    <a:pt x="420" y="1561"/>
                  </a:lnTo>
                  <a:lnTo>
                    <a:pt x="420" y="1563"/>
                  </a:lnTo>
                  <a:lnTo>
                    <a:pt x="418" y="1566"/>
                  </a:lnTo>
                  <a:lnTo>
                    <a:pt x="418" y="1566"/>
                  </a:lnTo>
                  <a:lnTo>
                    <a:pt x="418" y="1566"/>
                  </a:lnTo>
                  <a:lnTo>
                    <a:pt x="416" y="1566"/>
                  </a:lnTo>
                  <a:lnTo>
                    <a:pt x="416" y="1566"/>
                  </a:lnTo>
                  <a:lnTo>
                    <a:pt x="416" y="1568"/>
                  </a:lnTo>
                  <a:lnTo>
                    <a:pt x="416" y="1570"/>
                  </a:lnTo>
                  <a:lnTo>
                    <a:pt x="416" y="1570"/>
                  </a:lnTo>
                  <a:lnTo>
                    <a:pt x="416" y="1570"/>
                  </a:lnTo>
                  <a:lnTo>
                    <a:pt x="416" y="1572"/>
                  </a:lnTo>
                  <a:lnTo>
                    <a:pt x="416" y="1572"/>
                  </a:lnTo>
                  <a:lnTo>
                    <a:pt x="416" y="1572"/>
                  </a:lnTo>
                  <a:lnTo>
                    <a:pt x="416" y="1572"/>
                  </a:lnTo>
                  <a:lnTo>
                    <a:pt x="418" y="1574"/>
                  </a:lnTo>
                  <a:lnTo>
                    <a:pt x="418" y="1574"/>
                  </a:lnTo>
                  <a:lnTo>
                    <a:pt x="418" y="1574"/>
                  </a:lnTo>
                  <a:lnTo>
                    <a:pt x="418" y="1578"/>
                  </a:lnTo>
                  <a:lnTo>
                    <a:pt x="418" y="1578"/>
                  </a:lnTo>
                  <a:lnTo>
                    <a:pt x="418" y="1578"/>
                  </a:lnTo>
                  <a:lnTo>
                    <a:pt x="418" y="1578"/>
                  </a:lnTo>
                  <a:lnTo>
                    <a:pt x="418" y="1580"/>
                  </a:lnTo>
                  <a:lnTo>
                    <a:pt x="418" y="1580"/>
                  </a:lnTo>
                  <a:lnTo>
                    <a:pt x="418" y="1580"/>
                  </a:lnTo>
                  <a:lnTo>
                    <a:pt x="418" y="1582"/>
                  </a:lnTo>
                  <a:lnTo>
                    <a:pt x="416" y="1584"/>
                  </a:lnTo>
                  <a:lnTo>
                    <a:pt x="414" y="1586"/>
                  </a:lnTo>
                  <a:lnTo>
                    <a:pt x="414" y="1588"/>
                  </a:lnTo>
                  <a:lnTo>
                    <a:pt x="412" y="1590"/>
                  </a:lnTo>
                  <a:lnTo>
                    <a:pt x="412" y="1590"/>
                  </a:lnTo>
                  <a:lnTo>
                    <a:pt x="410" y="1592"/>
                  </a:lnTo>
                  <a:lnTo>
                    <a:pt x="410" y="1592"/>
                  </a:lnTo>
                  <a:lnTo>
                    <a:pt x="406" y="1590"/>
                  </a:lnTo>
                  <a:lnTo>
                    <a:pt x="406" y="1592"/>
                  </a:lnTo>
                  <a:lnTo>
                    <a:pt x="406" y="1592"/>
                  </a:lnTo>
                  <a:lnTo>
                    <a:pt x="404" y="1592"/>
                  </a:lnTo>
                  <a:lnTo>
                    <a:pt x="404" y="1592"/>
                  </a:lnTo>
                  <a:lnTo>
                    <a:pt x="402" y="1594"/>
                  </a:lnTo>
                  <a:lnTo>
                    <a:pt x="400" y="1594"/>
                  </a:lnTo>
                  <a:lnTo>
                    <a:pt x="400" y="1594"/>
                  </a:lnTo>
                  <a:lnTo>
                    <a:pt x="400" y="1594"/>
                  </a:lnTo>
                  <a:lnTo>
                    <a:pt x="400" y="1594"/>
                  </a:lnTo>
                  <a:lnTo>
                    <a:pt x="400" y="1594"/>
                  </a:lnTo>
                  <a:lnTo>
                    <a:pt x="398" y="1594"/>
                  </a:lnTo>
                  <a:lnTo>
                    <a:pt x="398" y="1594"/>
                  </a:lnTo>
                  <a:lnTo>
                    <a:pt x="396" y="1594"/>
                  </a:lnTo>
                  <a:lnTo>
                    <a:pt x="396" y="1594"/>
                  </a:lnTo>
                  <a:lnTo>
                    <a:pt x="396" y="1596"/>
                  </a:lnTo>
                  <a:lnTo>
                    <a:pt x="396" y="1596"/>
                  </a:lnTo>
                  <a:lnTo>
                    <a:pt x="396" y="1598"/>
                  </a:lnTo>
                  <a:lnTo>
                    <a:pt x="392" y="1598"/>
                  </a:lnTo>
                  <a:lnTo>
                    <a:pt x="390" y="1600"/>
                  </a:lnTo>
                  <a:lnTo>
                    <a:pt x="390" y="1602"/>
                  </a:lnTo>
                  <a:lnTo>
                    <a:pt x="390" y="1602"/>
                  </a:lnTo>
                  <a:lnTo>
                    <a:pt x="388" y="1604"/>
                  </a:lnTo>
                  <a:lnTo>
                    <a:pt x="388" y="1604"/>
                  </a:lnTo>
                  <a:lnTo>
                    <a:pt x="388" y="1606"/>
                  </a:lnTo>
                  <a:lnTo>
                    <a:pt x="388" y="1606"/>
                  </a:lnTo>
                  <a:lnTo>
                    <a:pt x="386" y="1606"/>
                  </a:lnTo>
                  <a:lnTo>
                    <a:pt x="386" y="1606"/>
                  </a:lnTo>
                  <a:lnTo>
                    <a:pt x="386" y="1604"/>
                  </a:lnTo>
                  <a:lnTo>
                    <a:pt x="384" y="1604"/>
                  </a:lnTo>
                  <a:lnTo>
                    <a:pt x="384" y="1604"/>
                  </a:lnTo>
                  <a:lnTo>
                    <a:pt x="384" y="1604"/>
                  </a:lnTo>
                  <a:lnTo>
                    <a:pt x="384" y="1604"/>
                  </a:lnTo>
                  <a:lnTo>
                    <a:pt x="384" y="1604"/>
                  </a:lnTo>
                  <a:lnTo>
                    <a:pt x="384" y="1604"/>
                  </a:lnTo>
                  <a:lnTo>
                    <a:pt x="384" y="1606"/>
                  </a:lnTo>
                  <a:lnTo>
                    <a:pt x="384" y="1606"/>
                  </a:lnTo>
                  <a:lnTo>
                    <a:pt x="384" y="1606"/>
                  </a:lnTo>
                  <a:lnTo>
                    <a:pt x="384" y="1608"/>
                  </a:lnTo>
                  <a:lnTo>
                    <a:pt x="386" y="1610"/>
                  </a:lnTo>
                  <a:lnTo>
                    <a:pt x="386" y="1612"/>
                  </a:lnTo>
                  <a:lnTo>
                    <a:pt x="386" y="1612"/>
                  </a:lnTo>
                  <a:lnTo>
                    <a:pt x="386" y="1612"/>
                  </a:lnTo>
                  <a:lnTo>
                    <a:pt x="384" y="1616"/>
                  </a:lnTo>
                  <a:lnTo>
                    <a:pt x="384" y="1619"/>
                  </a:lnTo>
                  <a:lnTo>
                    <a:pt x="384" y="1619"/>
                  </a:lnTo>
                  <a:lnTo>
                    <a:pt x="384" y="1619"/>
                  </a:lnTo>
                  <a:lnTo>
                    <a:pt x="384" y="1619"/>
                  </a:lnTo>
                  <a:lnTo>
                    <a:pt x="382" y="1619"/>
                  </a:lnTo>
                  <a:lnTo>
                    <a:pt x="382" y="1619"/>
                  </a:lnTo>
                  <a:lnTo>
                    <a:pt x="382" y="1619"/>
                  </a:lnTo>
                  <a:lnTo>
                    <a:pt x="382" y="1617"/>
                  </a:lnTo>
                  <a:lnTo>
                    <a:pt x="382" y="1617"/>
                  </a:lnTo>
                  <a:lnTo>
                    <a:pt x="382" y="1617"/>
                  </a:lnTo>
                  <a:lnTo>
                    <a:pt x="382" y="1617"/>
                  </a:lnTo>
                  <a:lnTo>
                    <a:pt x="382" y="1616"/>
                  </a:lnTo>
                  <a:lnTo>
                    <a:pt x="382" y="1616"/>
                  </a:lnTo>
                  <a:lnTo>
                    <a:pt x="382" y="1616"/>
                  </a:lnTo>
                  <a:lnTo>
                    <a:pt x="381" y="1616"/>
                  </a:lnTo>
                  <a:lnTo>
                    <a:pt x="381" y="1616"/>
                  </a:lnTo>
                  <a:lnTo>
                    <a:pt x="381" y="1616"/>
                  </a:lnTo>
                  <a:lnTo>
                    <a:pt x="381" y="1614"/>
                  </a:lnTo>
                  <a:lnTo>
                    <a:pt x="381" y="1612"/>
                  </a:lnTo>
                  <a:lnTo>
                    <a:pt x="381" y="1610"/>
                  </a:lnTo>
                  <a:lnTo>
                    <a:pt x="381" y="1610"/>
                  </a:lnTo>
                  <a:lnTo>
                    <a:pt x="381" y="1610"/>
                  </a:lnTo>
                  <a:lnTo>
                    <a:pt x="381" y="1608"/>
                  </a:lnTo>
                  <a:lnTo>
                    <a:pt x="381" y="1608"/>
                  </a:lnTo>
                  <a:lnTo>
                    <a:pt x="381" y="1608"/>
                  </a:lnTo>
                  <a:lnTo>
                    <a:pt x="381" y="1608"/>
                  </a:lnTo>
                  <a:lnTo>
                    <a:pt x="381" y="1608"/>
                  </a:lnTo>
                  <a:lnTo>
                    <a:pt x="379" y="1606"/>
                  </a:lnTo>
                  <a:lnTo>
                    <a:pt x="379" y="1604"/>
                  </a:lnTo>
                  <a:lnTo>
                    <a:pt x="379" y="1604"/>
                  </a:lnTo>
                  <a:lnTo>
                    <a:pt x="379" y="1604"/>
                  </a:lnTo>
                  <a:lnTo>
                    <a:pt x="379" y="1604"/>
                  </a:lnTo>
                  <a:lnTo>
                    <a:pt x="379" y="1602"/>
                  </a:lnTo>
                  <a:lnTo>
                    <a:pt x="379" y="1600"/>
                  </a:lnTo>
                  <a:lnTo>
                    <a:pt x="379" y="1600"/>
                  </a:lnTo>
                  <a:lnTo>
                    <a:pt x="379" y="1600"/>
                  </a:lnTo>
                  <a:lnTo>
                    <a:pt x="379" y="1598"/>
                  </a:lnTo>
                  <a:lnTo>
                    <a:pt x="379" y="1598"/>
                  </a:lnTo>
                  <a:lnTo>
                    <a:pt x="379" y="1598"/>
                  </a:lnTo>
                  <a:lnTo>
                    <a:pt x="379" y="1598"/>
                  </a:lnTo>
                  <a:lnTo>
                    <a:pt x="379" y="1596"/>
                  </a:lnTo>
                  <a:lnTo>
                    <a:pt x="379" y="1596"/>
                  </a:lnTo>
                  <a:lnTo>
                    <a:pt x="379" y="1596"/>
                  </a:lnTo>
                  <a:lnTo>
                    <a:pt x="379" y="1592"/>
                  </a:lnTo>
                  <a:lnTo>
                    <a:pt x="381" y="1590"/>
                  </a:lnTo>
                  <a:lnTo>
                    <a:pt x="381" y="1590"/>
                  </a:lnTo>
                  <a:lnTo>
                    <a:pt x="381" y="1590"/>
                  </a:lnTo>
                  <a:lnTo>
                    <a:pt x="381" y="1590"/>
                  </a:lnTo>
                  <a:lnTo>
                    <a:pt x="382" y="1588"/>
                  </a:lnTo>
                  <a:lnTo>
                    <a:pt x="382" y="1588"/>
                  </a:lnTo>
                  <a:lnTo>
                    <a:pt x="382" y="1588"/>
                  </a:lnTo>
                  <a:lnTo>
                    <a:pt x="382" y="1588"/>
                  </a:lnTo>
                  <a:lnTo>
                    <a:pt x="382" y="1588"/>
                  </a:lnTo>
                  <a:lnTo>
                    <a:pt x="382" y="1586"/>
                  </a:lnTo>
                  <a:lnTo>
                    <a:pt x="382" y="1586"/>
                  </a:lnTo>
                  <a:lnTo>
                    <a:pt x="384" y="1586"/>
                  </a:lnTo>
                  <a:lnTo>
                    <a:pt x="384" y="1586"/>
                  </a:lnTo>
                  <a:lnTo>
                    <a:pt x="384" y="1586"/>
                  </a:lnTo>
                  <a:lnTo>
                    <a:pt x="384" y="1586"/>
                  </a:lnTo>
                  <a:lnTo>
                    <a:pt x="384" y="1584"/>
                  </a:lnTo>
                  <a:lnTo>
                    <a:pt x="382" y="1582"/>
                  </a:lnTo>
                  <a:lnTo>
                    <a:pt x="382" y="1582"/>
                  </a:lnTo>
                  <a:lnTo>
                    <a:pt x="382" y="1582"/>
                  </a:lnTo>
                  <a:lnTo>
                    <a:pt x="379" y="1584"/>
                  </a:lnTo>
                  <a:lnTo>
                    <a:pt x="375" y="1582"/>
                  </a:lnTo>
                  <a:lnTo>
                    <a:pt x="371" y="1586"/>
                  </a:lnTo>
                  <a:lnTo>
                    <a:pt x="371" y="1586"/>
                  </a:lnTo>
                  <a:lnTo>
                    <a:pt x="369" y="1586"/>
                  </a:lnTo>
                  <a:lnTo>
                    <a:pt x="369" y="1586"/>
                  </a:lnTo>
                  <a:lnTo>
                    <a:pt x="369" y="1586"/>
                  </a:lnTo>
                  <a:lnTo>
                    <a:pt x="369" y="1586"/>
                  </a:lnTo>
                  <a:lnTo>
                    <a:pt x="369" y="1584"/>
                  </a:lnTo>
                  <a:lnTo>
                    <a:pt x="369" y="1584"/>
                  </a:lnTo>
                  <a:lnTo>
                    <a:pt x="369" y="1584"/>
                  </a:lnTo>
                  <a:lnTo>
                    <a:pt x="369" y="1582"/>
                  </a:lnTo>
                  <a:lnTo>
                    <a:pt x="369" y="1582"/>
                  </a:lnTo>
                  <a:lnTo>
                    <a:pt x="369" y="1582"/>
                  </a:lnTo>
                  <a:lnTo>
                    <a:pt x="367" y="1582"/>
                  </a:lnTo>
                  <a:lnTo>
                    <a:pt x="367" y="1580"/>
                  </a:lnTo>
                  <a:lnTo>
                    <a:pt x="367" y="1580"/>
                  </a:lnTo>
                  <a:lnTo>
                    <a:pt x="369" y="1580"/>
                  </a:lnTo>
                  <a:lnTo>
                    <a:pt x="369" y="1578"/>
                  </a:lnTo>
                  <a:lnTo>
                    <a:pt x="369" y="1578"/>
                  </a:lnTo>
                  <a:lnTo>
                    <a:pt x="369" y="1576"/>
                  </a:lnTo>
                  <a:lnTo>
                    <a:pt x="369" y="1576"/>
                  </a:lnTo>
                  <a:lnTo>
                    <a:pt x="369" y="1576"/>
                  </a:lnTo>
                  <a:lnTo>
                    <a:pt x="369" y="1576"/>
                  </a:lnTo>
                  <a:lnTo>
                    <a:pt x="369" y="1576"/>
                  </a:lnTo>
                  <a:lnTo>
                    <a:pt x="367" y="1574"/>
                  </a:lnTo>
                  <a:lnTo>
                    <a:pt x="367" y="1572"/>
                  </a:lnTo>
                  <a:lnTo>
                    <a:pt x="365" y="1572"/>
                  </a:lnTo>
                  <a:lnTo>
                    <a:pt x="365" y="1572"/>
                  </a:lnTo>
                  <a:lnTo>
                    <a:pt x="365" y="1572"/>
                  </a:lnTo>
                  <a:lnTo>
                    <a:pt x="365" y="1570"/>
                  </a:lnTo>
                  <a:lnTo>
                    <a:pt x="365" y="1570"/>
                  </a:lnTo>
                  <a:lnTo>
                    <a:pt x="365" y="1570"/>
                  </a:lnTo>
                  <a:lnTo>
                    <a:pt x="365" y="1570"/>
                  </a:lnTo>
                  <a:lnTo>
                    <a:pt x="363" y="1570"/>
                  </a:lnTo>
                  <a:lnTo>
                    <a:pt x="363" y="1572"/>
                  </a:lnTo>
                  <a:lnTo>
                    <a:pt x="361" y="1578"/>
                  </a:lnTo>
                  <a:lnTo>
                    <a:pt x="359" y="1578"/>
                  </a:lnTo>
                  <a:lnTo>
                    <a:pt x="359" y="1580"/>
                  </a:lnTo>
                  <a:lnTo>
                    <a:pt x="359" y="1580"/>
                  </a:lnTo>
                  <a:lnTo>
                    <a:pt x="359" y="1580"/>
                  </a:lnTo>
                  <a:lnTo>
                    <a:pt x="357" y="1584"/>
                  </a:lnTo>
                  <a:lnTo>
                    <a:pt x="355" y="1586"/>
                  </a:lnTo>
                  <a:lnTo>
                    <a:pt x="355" y="1586"/>
                  </a:lnTo>
                  <a:lnTo>
                    <a:pt x="355" y="1586"/>
                  </a:lnTo>
                  <a:lnTo>
                    <a:pt x="355" y="1590"/>
                  </a:lnTo>
                  <a:lnTo>
                    <a:pt x="355" y="1590"/>
                  </a:lnTo>
                  <a:lnTo>
                    <a:pt x="355" y="1590"/>
                  </a:lnTo>
                  <a:lnTo>
                    <a:pt x="355" y="1590"/>
                  </a:lnTo>
                  <a:lnTo>
                    <a:pt x="355" y="1592"/>
                  </a:lnTo>
                  <a:lnTo>
                    <a:pt x="353" y="1590"/>
                  </a:lnTo>
                  <a:lnTo>
                    <a:pt x="347" y="1592"/>
                  </a:lnTo>
                  <a:lnTo>
                    <a:pt x="347" y="1592"/>
                  </a:lnTo>
                  <a:lnTo>
                    <a:pt x="347" y="1592"/>
                  </a:lnTo>
                  <a:lnTo>
                    <a:pt x="347" y="1594"/>
                  </a:lnTo>
                  <a:lnTo>
                    <a:pt x="345" y="1596"/>
                  </a:lnTo>
                  <a:lnTo>
                    <a:pt x="343" y="1598"/>
                  </a:lnTo>
                  <a:lnTo>
                    <a:pt x="343" y="1598"/>
                  </a:lnTo>
                  <a:lnTo>
                    <a:pt x="343" y="1598"/>
                  </a:lnTo>
                  <a:lnTo>
                    <a:pt x="341" y="1598"/>
                  </a:lnTo>
                  <a:lnTo>
                    <a:pt x="339" y="1598"/>
                  </a:lnTo>
                  <a:lnTo>
                    <a:pt x="339" y="1598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7" y="1596"/>
                  </a:lnTo>
                  <a:lnTo>
                    <a:pt x="335" y="1594"/>
                  </a:lnTo>
                  <a:lnTo>
                    <a:pt x="333" y="1596"/>
                  </a:lnTo>
                  <a:lnTo>
                    <a:pt x="330" y="1596"/>
                  </a:lnTo>
                  <a:lnTo>
                    <a:pt x="328" y="1598"/>
                  </a:lnTo>
                  <a:lnTo>
                    <a:pt x="328" y="1598"/>
                  </a:lnTo>
                  <a:lnTo>
                    <a:pt x="328" y="1598"/>
                  </a:lnTo>
                  <a:lnTo>
                    <a:pt x="328" y="1598"/>
                  </a:lnTo>
                  <a:lnTo>
                    <a:pt x="328" y="1600"/>
                  </a:lnTo>
                  <a:lnTo>
                    <a:pt x="328" y="1600"/>
                  </a:lnTo>
                  <a:lnTo>
                    <a:pt x="326" y="1600"/>
                  </a:lnTo>
                  <a:lnTo>
                    <a:pt x="326" y="1600"/>
                  </a:lnTo>
                  <a:lnTo>
                    <a:pt x="326" y="1602"/>
                  </a:lnTo>
                  <a:lnTo>
                    <a:pt x="326" y="1602"/>
                  </a:lnTo>
                  <a:lnTo>
                    <a:pt x="326" y="1602"/>
                  </a:lnTo>
                  <a:lnTo>
                    <a:pt x="326" y="1604"/>
                  </a:lnTo>
                  <a:lnTo>
                    <a:pt x="324" y="1604"/>
                  </a:lnTo>
                  <a:lnTo>
                    <a:pt x="324" y="1604"/>
                  </a:lnTo>
                  <a:lnTo>
                    <a:pt x="322" y="1602"/>
                  </a:lnTo>
                  <a:lnTo>
                    <a:pt x="322" y="1602"/>
                  </a:lnTo>
                  <a:lnTo>
                    <a:pt x="322" y="1600"/>
                  </a:lnTo>
                  <a:lnTo>
                    <a:pt x="320" y="1600"/>
                  </a:lnTo>
                  <a:lnTo>
                    <a:pt x="320" y="1600"/>
                  </a:lnTo>
                  <a:lnTo>
                    <a:pt x="320" y="1600"/>
                  </a:lnTo>
                  <a:lnTo>
                    <a:pt x="320" y="1600"/>
                  </a:lnTo>
                  <a:lnTo>
                    <a:pt x="318" y="1600"/>
                  </a:lnTo>
                  <a:lnTo>
                    <a:pt x="318" y="1602"/>
                  </a:lnTo>
                  <a:lnTo>
                    <a:pt x="318" y="1602"/>
                  </a:lnTo>
                  <a:lnTo>
                    <a:pt x="318" y="1602"/>
                  </a:lnTo>
                  <a:lnTo>
                    <a:pt x="316" y="1602"/>
                  </a:lnTo>
                  <a:lnTo>
                    <a:pt x="316" y="1602"/>
                  </a:lnTo>
                  <a:lnTo>
                    <a:pt x="316" y="1602"/>
                  </a:lnTo>
                  <a:lnTo>
                    <a:pt x="316" y="1602"/>
                  </a:lnTo>
                  <a:lnTo>
                    <a:pt x="316" y="1602"/>
                  </a:lnTo>
                  <a:lnTo>
                    <a:pt x="314" y="1602"/>
                  </a:lnTo>
                  <a:lnTo>
                    <a:pt x="314" y="1602"/>
                  </a:lnTo>
                  <a:lnTo>
                    <a:pt x="314" y="1600"/>
                  </a:lnTo>
                  <a:lnTo>
                    <a:pt x="312" y="1602"/>
                  </a:lnTo>
                  <a:lnTo>
                    <a:pt x="308" y="1600"/>
                  </a:lnTo>
                  <a:lnTo>
                    <a:pt x="304" y="1600"/>
                  </a:lnTo>
                  <a:lnTo>
                    <a:pt x="304" y="1600"/>
                  </a:lnTo>
                  <a:lnTo>
                    <a:pt x="302" y="1602"/>
                  </a:lnTo>
                  <a:lnTo>
                    <a:pt x="302" y="1602"/>
                  </a:lnTo>
                  <a:lnTo>
                    <a:pt x="302" y="1602"/>
                  </a:lnTo>
                  <a:lnTo>
                    <a:pt x="302" y="1604"/>
                  </a:lnTo>
                  <a:lnTo>
                    <a:pt x="302" y="1604"/>
                  </a:lnTo>
                  <a:lnTo>
                    <a:pt x="302" y="1604"/>
                  </a:lnTo>
                  <a:lnTo>
                    <a:pt x="302" y="1606"/>
                  </a:lnTo>
                  <a:lnTo>
                    <a:pt x="302" y="1606"/>
                  </a:lnTo>
                  <a:lnTo>
                    <a:pt x="300" y="1606"/>
                  </a:lnTo>
                  <a:lnTo>
                    <a:pt x="300" y="1606"/>
                  </a:lnTo>
                  <a:lnTo>
                    <a:pt x="300" y="1608"/>
                  </a:lnTo>
                  <a:lnTo>
                    <a:pt x="300" y="1608"/>
                  </a:lnTo>
                  <a:lnTo>
                    <a:pt x="300" y="1608"/>
                  </a:lnTo>
                  <a:lnTo>
                    <a:pt x="300" y="1608"/>
                  </a:lnTo>
                  <a:lnTo>
                    <a:pt x="300" y="1608"/>
                  </a:lnTo>
                  <a:lnTo>
                    <a:pt x="300" y="1610"/>
                  </a:lnTo>
                  <a:lnTo>
                    <a:pt x="300" y="1610"/>
                  </a:lnTo>
                  <a:lnTo>
                    <a:pt x="300" y="1612"/>
                  </a:lnTo>
                  <a:lnTo>
                    <a:pt x="300" y="1612"/>
                  </a:lnTo>
                  <a:lnTo>
                    <a:pt x="300" y="1612"/>
                  </a:lnTo>
                  <a:lnTo>
                    <a:pt x="300" y="1612"/>
                  </a:lnTo>
                  <a:lnTo>
                    <a:pt x="300" y="1612"/>
                  </a:lnTo>
                  <a:lnTo>
                    <a:pt x="300" y="1614"/>
                  </a:lnTo>
                  <a:lnTo>
                    <a:pt x="300" y="1614"/>
                  </a:lnTo>
                  <a:lnTo>
                    <a:pt x="298" y="1614"/>
                  </a:lnTo>
                  <a:lnTo>
                    <a:pt x="298" y="1614"/>
                  </a:lnTo>
                  <a:lnTo>
                    <a:pt x="298" y="1616"/>
                  </a:lnTo>
                  <a:lnTo>
                    <a:pt x="298" y="1616"/>
                  </a:lnTo>
                  <a:lnTo>
                    <a:pt x="300" y="1616"/>
                  </a:lnTo>
                  <a:lnTo>
                    <a:pt x="300" y="1616"/>
                  </a:lnTo>
                  <a:lnTo>
                    <a:pt x="300" y="1617"/>
                  </a:lnTo>
                  <a:lnTo>
                    <a:pt x="300" y="1617"/>
                  </a:lnTo>
                  <a:lnTo>
                    <a:pt x="300" y="1617"/>
                  </a:lnTo>
                  <a:lnTo>
                    <a:pt x="298" y="1617"/>
                  </a:lnTo>
                  <a:lnTo>
                    <a:pt x="298" y="1619"/>
                  </a:lnTo>
                  <a:lnTo>
                    <a:pt x="298" y="1619"/>
                  </a:lnTo>
                  <a:lnTo>
                    <a:pt x="296" y="1619"/>
                  </a:lnTo>
                  <a:lnTo>
                    <a:pt x="292" y="1621"/>
                  </a:lnTo>
                  <a:lnTo>
                    <a:pt x="292" y="1621"/>
                  </a:lnTo>
                  <a:lnTo>
                    <a:pt x="292" y="1621"/>
                  </a:lnTo>
                  <a:lnTo>
                    <a:pt x="290" y="1621"/>
                  </a:lnTo>
                  <a:lnTo>
                    <a:pt x="290" y="1623"/>
                  </a:lnTo>
                  <a:lnTo>
                    <a:pt x="290" y="1623"/>
                  </a:lnTo>
                  <a:lnTo>
                    <a:pt x="290" y="1625"/>
                  </a:lnTo>
                  <a:lnTo>
                    <a:pt x="290" y="1625"/>
                  </a:lnTo>
                  <a:lnTo>
                    <a:pt x="290" y="1625"/>
                  </a:lnTo>
                  <a:lnTo>
                    <a:pt x="286" y="1625"/>
                  </a:lnTo>
                  <a:lnTo>
                    <a:pt x="284" y="1627"/>
                  </a:lnTo>
                  <a:lnTo>
                    <a:pt x="282" y="1627"/>
                  </a:lnTo>
                  <a:lnTo>
                    <a:pt x="279" y="1627"/>
                  </a:lnTo>
                  <a:lnTo>
                    <a:pt x="279" y="1627"/>
                  </a:lnTo>
                  <a:lnTo>
                    <a:pt x="279" y="1625"/>
                  </a:lnTo>
                  <a:lnTo>
                    <a:pt x="279" y="1625"/>
                  </a:lnTo>
                  <a:lnTo>
                    <a:pt x="275" y="1625"/>
                  </a:lnTo>
                  <a:lnTo>
                    <a:pt x="273" y="1627"/>
                  </a:lnTo>
                  <a:lnTo>
                    <a:pt x="273" y="1627"/>
                  </a:lnTo>
                  <a:lnTo>
                    <a:pt x="271" y="1629"/>
                  </a:lnTo>
                  <a:lnTo>
                    <a:pt x="271" y="1629"/>
                  </a:lnTo>
                  <a:lnTo>
                    <a:pt x="271" y="1629"/>
                  </a:lnTo>
                  <a:lnTo>
                    <a:pt x="271" y="1629"/>
                  </a:lnTo>
                  <a:lnTo>
                    <a:pt x="269" y="1627"/>
                  </a:lnTo>
                  <a:lnTo>
                    <a:pt x="269" y="1627"/>
                  </a:lnTo>
                  <a:lnTo>
                    <a:pt x="269" y="1627"/>
                  </a:lnTo>
                  <a:lnTo>
                    <a:pt x="269" y="1625"/>
                  </a:lnTo>
                  <a:lnTo>
                    <a:pt x="267" y="1623"/>
                  </a:lnTo>
                  <a:lnTo>
                    <a:pt x="267" y="1623"/>
                  </a:lnTo>
                  <a:lnTo>
                    <a:pt x="267" y="1623"/>
                  </a:lnTo>
                  <a:lnTo>
                    <a:pt x="267" y="1623"/>
                  </a:lnTo>
                  <a:lnTo>
                    <a:pt x="265" y="1621"/>
                  </a:lnTo>
                  <a:lnTo>
                    <a:pt x="265" y="1621"/>
                  </a:lnTo>
                  <a:lnTo>
                    <a:pt x="265" y="1621"/>
                  </a:lnTo>
                  <a:lnTo>
                    <a:pt x="265" y="1621"/>
                  </a:lnTo>
                  <a:lnTo>
                    <a:pt x="263" y="1623"/>
                  </a:lnTo>
                  <a:lnTo>
                    <a:pt x="263" y="1623"/>
                  </a:lnTo>
                  <a:lnTo>
                    <a:pt x="263" y="1623"/>
                  </a:lnTo>
                  <a:lnTo>
                    <a:pt x="261" y="1623"/>
                  </a:lnTo>
                  <a:lnTo>
                    <a:pt x="261" y="1623"/>
                  </a:lnTo>
                  <a:lnTo>
                    <a:pt x="261" y="1623"/>
                  </a:lnTo>
                  <a:lnTo>
                    <a:pt x="261" y="1623"/>
                  </a:lnTo>
                  <a:lnTo>
                    <a:pt x="261" y="1621"/>
                  </a:lnTo>
                  <a:lnTo>
                    <a:pt x="261" y="1617"/>
                  </a:lnTo>
                  <a:lnTo>
                    <a:pt x="261" y="1617"/>
                  </a:lnTo>
                  <a:lnTo>
                    <a:pt x="261" y="1616"/>
                  </a:lnTo>
                  <a:lnTo>
                    <a:pt x="259" y="1616"/>
                  </a:lnTo>
                  <a:lnTo>
                    <a:pt x="259" y="1616"/>
                  </a:lnTo>
                  <a:lnTo>
                    <a:pt x="259" y="1616"/>
                  </a:lnTo>
                  <a:lnTo>
                    <a:pt x="259" y="1616"/>
                  </a:lnTo>
                  <a:lnTo>
                    <a:pt x="257" y="1616"/>
                  </a:lnTo>
                  <a:lnTo>
                    <a:pt x="257" y="1616"/>
                  </a:lnTo>
                  <a:lnTo>
                    <a:pt x="255" y="1614"/>
                  </a:lnTo>
                  <a:lnTo>
                    <a:pt x="255" y="1614"/>
                  </a:lnTo>
                  <a:lnTo>
                    <a:pt x="255" y="1614"/>
                  </a:lnTo>
                  <a:lnTo>
                    <a:pt x="255" y="1612"/>
                  </a:lnTo>
                  <a:lnTo>
                    <a:pt x="255" y="1612"/>
                  </a:lnTo>
                  <a:lnTo>
                    <a:pt x="255" y="1612"/>
                  </a:lnTo>
                  <a:lnTo>
                    <a:pt x="255" y="1612"/>
                  </a:lnTo>
                  <a:lnTo>
                    <a:pt x="255" y="1610"/>
                  </a:lnTo>
                  <a:lnTo>
                    <a:pt x="255" y="1610"/>
                  </a:lnTo>
                  <a:lnTo>
                    <a:pt x="253" y="1610"/>
                  </a:lnTo>
                  <a:lnTo>
                    <a:pt x="253" y="1610"/>
                  </a:lnTo>
                  <a:lnTo>
                    <a:pt x="253" y="1608"/>
                  </a:lnTo>
                  <a:lnTo>
                    <a:pt x="253" y="1608"/>
                  </a:lnTo>
                  <a:lnTo>
                    <a:pt x="253" y="1608"/>
                  </a:lnTo>
                  <a:lnTo>
                    <a:pt x="253" y="1608"/>
                  </a:lnTo>
                  <a:lnTo>
                    <a:pt x="253" y="1606"/>
                  </a:lnTo>
                  <a:lnTo>
                    <a:pt x="253" y="1606"/>
                  </a:lnTo>
                  <a:lnTo>
                    <a:pt x="253" y="1606"/>
                  </a:lnTo>
                  <a:lnTo>
                    <a:pt x="253" y="1606"/>
                  </a:lnTo>
                  <a:lnTo>
                    <a:pt x="253" y="1606"/>
                  </a:lnTo>
                  <a:lnTo>
                    <a:pt x="251" y="1606"/>
                  </a:lnTo>
                  <a:lnTo>
                    <a:pt x="249" y="1606"/>
                  </a:lnTo>
                  <a:lnTo>
                    <a:pt x="247" y="1606"/>
                  </a:lnTo>
                  <a:lnTo>
                    <a:pt x="245" y="1606"/>
                  </a:lnTo>
                  <a:lnTo>
                    <a:pt x="243" y="1606"/>
                  </a:lnTo>
                  <a:lnTo>
                    <a:pt x="243" y="1606"/>
                  </a:lnTo>
                  <a:lnTo>
                    <a:pt x="243" y="1604"/>
                  </a:lnTo>
                  <a:lnTo>
                    <a:pt x="243" y="1604"/>
                  </a:lnTo>
                  <a:lnTo>
                    <a:pt x="243" y="1604"/>
                  </a:lnTo>
                  <a:lnTo>
                    <a:pt x="243" y="1604"/>
                  </a:lnTo>
                  <a:lnTo>
                    <a:pt x="241" y="1602"/>
                  </a:lnTo>
                  <a:lnTo>
                    <a:pt x="241" y="1602"/>
                  </a:lnTo>
                  <a:lnTo>
                    <a:pt x="241" y="1602"/>
                  </a:lnTo>
                  <a:lnTo>
                    <a:pt x="243" y="1598"/>
                  </a:lnTo>
                  <a:lnTo>
                    <a:pt x="245" y="1598"/>
                  </a:lnTo>
                  <a:lnTo>
                    <a:pt x="245" y="1598"/>
                  </a:lnTo>
                  <a:lnTo>
                    <a:pt x="245" y="1598"/>
                  </a:lnTo>
                  <a:lnTo>
                    <a:pt x="245" y="1598"/>
                  </a:lnTo>
                  <a:lnTo>
                    <a:pt x="245" y="1596"/>
                  </a:lnTo>
                  <a:lnTo>
                    <a:pt x="245" y="1596"/>
                  </a:lnTo>
                  <a:lnTo>
                    <a:pt x="245" y="1596"/>
                  </a:lnTo>
                  <a:lnTo>
                    <a:pt x="243" y="1596"/>
                  </a:lnTo>
                  <a:lnTo>
                    <a:pt x="243" y="1594"/>
                  </a:lnTo>
                  <a:lnTo>
                    <a:pt x="241" y="1594"/>
                  </a:lnTo>
                  <a:lnTo>
                    <a:pt x="241" y="1594"/>
                  </a:lnTo>
                  <a:lnTo>
                    <a:pt x="241" y="1594"/>
                  </a:lnTo>
                  <a:lnTo>
                    <a:pt x="241" y="1592"/>
                  </a:lnTo>
                  <a:lnTo>
                    <a:pt x="241" y="1592"/>
                  </a:lnTo>
                  <a:lnTo>
                    <a:pt x="243" y="1592"/>
                  </a:lnTo>
                  <a:lnTo>
                    <a:pt x="243" y="1590"/>
                  </a:lnTo>
                  <a:lnTo>
                    <a:pt x="243" y="1590"/>
                  </a:lnTo>
                  <a:lnTo>
                    <a:pt x="243" y="1590"/>
                  </a:lnTo>
                  <a:lnTo>
                    <a:pt x="243" y="1588"/>
                  </a:lnTo>
                  <a:lnTo>
                    <a:pt x="243" y="1588"/>
                  </a:lnTo>
                  <a:lnTo>
                    <a:pt x="245" y="1588"/>
                  </a:lnTo>
                  <a:lnTo>
                    <a:pt x="245" y="1586"/>
                  </a:lnTo>
                  <a:lnTo>
                    <a:pt x="245" y="1586"/>
                  </a:lnTo>
                  <a:lnTo>
                    <a:pt x="245" y="1586"/>
                  </a:lnTo>
                  <a:lnTo>
                    <a:pt x="247" y="1582"/>
                  </a:lnTo>
                  <a:lnTo>
                    <a:pt x="247" y="1582"/>
                  </a:lnTo>
                  <a:lnTo>
                    <a:pt x="249" y="1580"/>
                  </a:lnTo>
                  <a:lnTo>
                    <a:pt x="249" y="1578"/>
                  </a:lnTo>
                  <a:lnTo>
                    <a:pt x="249" y="1578"/>
                  </a:lnTo>
                  <a:lnTo>
                    <a:pt x="249" y="1578"/>
                  </a:lnTo>
                  <a:lnTo>
                    <a:pt x="249" y="1576"/>
                  </a:lnTo>
                  <a:lnTo>
                    <a:pt x="249" y="1576"/>
                  </a:lnTo>
                  <a:lnTo>
                    <a:pt x="249" y="1576"/>
                  </a:lnTo>
                  <a:lnTo>
                    <a:pt x="249" y="1574"/>
                  </a:lnTo>
                  <a:lnTo>
                    <a:pt x="249" y="1574"/>
                  </a:lnTo>
                  <a:lnTo>
                    <a:pt x="249" y="1574"/>
                  </a:lnTo>
                  <a:lnTo>
                    <a:pt x="247" y="1574"/>
                  </a:lnTo>
                  <a:lnTo>
                    <a:pt x="247" y="1572"/>
                  </a:lnTo>
                  <a:lnTo>
                    <a:pt x="247" y="1572"/>
                  </a:lnTo>
                  <a:lnTo>
                    <a:pt x="247" y="1572"/>
                  </a:lnTo>
                  <a:lnTo>
                    <a:pt x="247" y="1570"/>
                  </a:lnTo>
                  <a:lnTo>
                    <a:pt x="247" y="1570"/>
                  </a:lnTo>
                  <a:lnTo>
                    <a:pt x="247" y="1568"/>
                  </a:lnTo>
                  <a:lnTo>
                    <a:pt x="247" y="1566"/>
                  </a:lnTo>
                  <a:lnTo>
                    <a:pt x="247" y="1566"/>
                  </a:lnTo>
                  <a:lnTo>
                    <a:pt x="247" y="1564"/>
                  </a:lnTo>
                  <a:lnTo>
                    <a:pt x="249" y="1563"/>
                  </a:lnTo>
                  <a:lnTo>
                    <a:pt x="251" y="1561"/>
                  </a:lnTo>
                  <a:lnTo>
                    <a:pt x="251" y="1559"/>
                  </a:lnTo>
                  <a:lnTo>
                    <a:pt x="251" y="1559"/>
                  </a:lnTo>
                  <a:lnTo>
                    <a:pt x="253" y="1559"/>
                  </a:lnTo>
                  <a:lnTo>
                    <a:pt x="253" y="1557"/>
                  </a:lnTo>
                  <a:lnTo>
                    <a:pt x="253" y="1557"/>
                  </a:lnTo>
                  <a:lnTo>
                    <a:pt x="251" y="1557"/>
                  </a:lnTo>
                  <a:lnTo>
                    <a:pt x="251" y="1557"/>
                  </a:lnTo>
                  <a:lnTo>
                    <a:pt x="251" y="1555"/>
                  </a:lnTo>
                  <a:lnTo>
                    <a:pt x="251" y="1555"/>
                  </a:lnTo>
                  <a:lnTo>
                    <a:pt x="251" y="1555"/>
                  </a:lnTo>
                  <a:lnTo>
                    <a:pt x="251" y="1555"/>
                  </a:lnTo>
                  <a:lnTo>
                    <a:pt x="251" y="1555"/>
                  </a:lnTo>
                  <a:lnTo>
                    <a:pt x="251" y="1553"/>
                  </a:lnTo>
                  <a:lnTo>
                    <a:pt x="251" y="1553"/>
                  </a:lnTo>
                  <a:lnTo>
                    <a:pt x="253" y="1553"/>
                  </a:lnTo>
                  <a:lnTo>
                    <a:pt x="253" y="1553"/>
                  </a:lnTo>
                  <a:lnTo>
                    <a:pt x="253" y="1553"/>
                  </a:lnTo>
                  <a:lnTo>
                    <a:pt x="253" y="1551"/>
                  </a:lnTo>
                  <a:lnTo>
                    <a:pt x="253" y="1549"/>
                  </a:lnTo>
                  <a:lnTo>
                    <a:pt x="253" y="1549"/>
                  </a:lnTo>
                  <a:lnTo>
                    <a:pt x="253" y="1549"/>
                  </a:lnTo>
                  <a:lnTo>
                    <a:pt x="253" y="1549"/>
                  </a:lnTo>
                  <a:lnTo>
                    <a:pt x="255" y="1547"/>
                  </a:lnTo>
                  <a:lnTo>
                    <a:pt x="255" y="1547"/>
                  </a:lnTo>
                  <a:lnTo>
                    <a:pt x="255" y="1545"/>
                  </a:lnTo>
                  <a:lnTo>
                    <a:pt x="255" y="1543"/>
                  </a:lnTo>
                  <a:lnTo>
                    <a:pt x="255" y="1543"/>
                  </a:lnTo>
                  <a:lnTo>
                    <a:pt x="255" y="1543"/>
                  </a:lnTo>
                  <a:lnTo>
                    <a:pt x="253" y="1543"/>
                  </a:lnTo>
                  <a:lnTo>
                    <a:pt x="253" y="1543"/>
                  </a:lnTo>
                  <a:lnTo>
                    <a:pt x="253" y="1541"/>
                  </a:lnTo>
                  <a:lnTo>
                    <a:pt x="253" y="1541"/>
                  </a:lnTo>
                  <a:lnTo>
                    <a:pt x="253" y="1539"/>
                  </a:lnTo>
                  <a:lnTo>
                    <a:pt x="253" y="1539"/>
                  </a:lnTo>
                  <a:lnTo>
                    <a:pt x="251" y="1539"/>
                  </a:lnTo>
                  <a:lnTo>
                    <a:pt x="251" y="1537"/>
                  </a:lnTo>
                  <a:lnTo>
                    <a:pt x="251" y="1537"/>
                  </a:lnTo>
                  <a:lnTo>
                    <a:pt x="251" y="1537"/>
                  </a:lnTo>
                  <a:lnTo>
                    <a:pt x="251" y="1535"/>
                  </a:lnTo>
                  <a:lnTo>
                    <a:pt x="251" y="1535"/>
                  </a:lnTo>
                  <a:lnTo>
                    <a:pt x="251" y="1535"/>
                  </a:lnTo>
                  <a:lnTo>
                    <a:pt x="251" y="1533"/>
                  </a:lnTo>
                  <a:lnTo>
                    <a:pt x="251" y="1531"/>
                  </a:lnTo>
                  <a:lnTo>
                    <a:pt x="251" y="1529"/>
                  </a:lnTo>
                  <a:lnTo>
                    <a:pt x="251" y="1527"/>
                  </a:lnTo>
                  <a:lnTo>
                    <a:pt x="251" y="1527"/>
                  </a:lnTo>
                  <a:lnTo>
                    <a:pt x="253" y="1525"/>
                  </a:lnTo>
                  <a:lnTo>
                    <a:pt x="253" y="1525"/>
                  </a:lnTo>
                  <a:lnTo>
                    <a:pt x="253" y="1525"/>
                  </a:lnTo>
                  <a:lnTo>
                    <a:pt x="253" y="1525"/>
                  </a:lnTo>
                  <a:lnTo>
                    <a:pt x="253" y="1523"/>
                  </a:lnTo>
                  <a:lnTo>
                    <a:pt x="255" y="1523"/>
                  </a:lnTo>
                  <a:lnTo>
                    <a:pt x="253" y="1521"/>
                  </a:lnTo>
                  <a:lnTo>
                    <a:pt x="253" y="1521"/>
                  </a:lnTo>
                  <a:lnTo>
                    <a:pt x="253" y="1521"/>
                  </a:lnTo>
                  <a:lnTo>
                    <a:pt x="253" y="1521"/>
                  </a:lnTo>
                  <a:lnTo>
                    <a:pt x="253" y="1519"/>
                  </a:lnTo>
                  <a:lnTo>
                    <a:pt x="253" y="1519"/>
                  </a:lnTo>
                  <a:lnTo>
                    <a:pt x="253" y="1519"/>
                  </a:lnTo>
                  <a:lnTo>
                    <a:pt x="255" y="1517"/>
                  </a:lnTo>
                  <a:lnTo>
                    <a:pt x="255" y="1517"/>
                  </a:lnTo>
                  <a:lnTo>
                    <a:pt x="255" y="1517"/>
                  </a:lnTo>
                  <a:lnTo>
                    <a:pt x="255" y="1517"/>
                  </a:lnTo>
                  <a:lnTo>
                    <a:pt x="255" y="1515"/>
                  </a:lnTo>
                  <a:lnTo>
                    <a:pt x="255" y="1515"/>
                  </a:lnTo>
                  <a:lnTo>
                    <a:pt x="255" y="1515"/>
                  </a:lnTo>
                  <a:lnTo>
                    <a:pt x="255" y="1515"/>
                  </a:lnTo>
                  <a:lnTo>
                    <a:pt x="255" y="1513"/>
                  </a:lnTo>
                  <a:lnTo>
                    <a:pt x="257" y="1513"/>
                  </a:lnTo>
                  <a:lnTo>
                    <a:pt x="257" y="1513"/>
                  </a:lnTo>
                  <a:lnTo>
                    <a:pt x="257" y="1513"/>
                  </a:lnTo>
                  <a:lnTo>
                    <a:pt x="257" y="1511"/>
                  </a:lnTo>
                  <a:lnTo>
                    <a:pt x="257" y="1511"/>
                  </a:lnTo>
                  <a:lnTo>
                    <a:pt x="257" y="1511"/>
                  </a:lnTo>
                  <a:lnTo>
                    <a:pt x="257" y="1509"/>
                  </a:lnTo>
                  <a:lnTo>
                    <a:pt x="257" y="1509"/>
                  </a:lnTo>
                  <a:lnTo>
                    <a:pt x="257" y="1509"/>
                  </a:lnTo>
                  <a:lnTo>
                    <a:pt x="257" y="1508"/>
                  </a:lnTo>
                  <a:lnTo>
                    <a:pt x="255" y="1508"/>
                  </a:lnTo>
                  <a:lnTo>
                    <a:pt x="255" y="1508"/>
                  </a:lnTo>
                  <a:lnTo>
                    <a:pt x="255" y="1508"/>
                  </a:lnTo>
                  <a:lnTo>
                    <a:pt x="257" y="1506"/>
                  </a:lnTo>
                  <a:lnTo>
                    <a:pt x="257" y="1504"/>
                  </a:lnTo>
                  <a:lnTo>
                    <a:pt x="257" y="1504"/>
                  </a:lnTo>
                  <a:lnTo>
                    <a:pt x="259" y="1502"/>
                  </a:lnTo>
                  <a:lnTo>
                    <a:pt x="259" y="1502"/>
                  </a:lnTo>
                  <a:lnTo>
                    <a:pt x="259" y="1502"/>
                  </a:lnTo>
                  <a:lnTo>
                    <a:pt x="259" y="1498"/>
                  </a:lnTo>
                  <a:lnTo>
                    <a:pt x="259" y="1498"/>
                  </a:lnTo>
                  <a:lnTo>
                    <a:pt x="261" y="1498"/>
                  </a:lnTo>
                  <a:lnTo>
                    <a:pt x="261" y="1496"/>
                  </a:lnTo>
                  <a:lnTo>
                    <a:pt x="263" y="1496"/>
                  </a:lnTo>
                  <a:lnTo>
                    <a:pt x="263" y="1496"/>
                  </a:lnTo>
                  <a:lnTo>
                    <a:pt x="263" y="1494"/>
                  </a:lnTo>
                  <a:lnTo>
                    <a:pt x="263" y="1494"/>
                  </a:lnTo>
                  <a:lnTo>
                    <a:pt x="263" y="1492"/>
                  </a:lnTo>
                  <a:lnTo>
                    <a:pt x="261" y="1492"/>
                  </a:lnTo>
                  <a:lnTo>
                    <a:pt x="261" y="1492"/>
                  </a:lnTo>
                  <a:lnTo>
                    <a:pt x="261" y="1490"/>
                  </a:lnTo>
                  <a:lnTo>
                    <a:pt x="261" y="1490"/>
                  </a:lnTo>
                  <a:lnTo>
                    <a:pt x="261" y="1490"/>
                  </a:lnTo>
                  <a:lnTo>
                    <a:pt x="259" y="1490"/>
                  </a:lnTo>
                  <a:lnTo>
                    <a:pt x="259" y="1490"/>
                  </a:lnTo>
                  <a:lnTo>
                    <a:pt x="259" y="1488"/>
                  </a:lnTo>
                  <a:lnTo>
                    <a:pt x="259" y="1488"/>
                  </a:lnTo>
                  <a:lnTo>
                    <a:pt x="259" y="1488"/>
                  </a:lnTo>
                  <a:lnTo>
                    <a:pt x="259" y="1488"/>
                  </a:lnTo>
                  <a:lnTo>
                    <a:pt x="263" y="1488"/>
                  </a:lnTo>
                  <a:lnTo>
                    <a:pt x="263" y="1488"/>
                  </a:lnTo>
                  <a:lnTo>
                    <a:pt x="263" y="1488"/>
                  </a:lnTo>
                  <a:lnTo>
                    <a:pt x="263" y="1488"/>
                  </a:lnTo>
                  <a:lnTo>
                    <a:pt x="263" y="1488"/>
                  </a:lnTo>
                  <a:lnTo>
                    <a:pt x="265" y="1488"/>
                  </a:lnTo>
                  <a:lnTo>
                    <a:pt x="265" y="1488"/>
                  </a:lnTo>
                  <a:lnTo>
                    <a:pt x="265" y="1488"/>
                  </a:lnTo>
                  <a:lnTo>
                    <a:pt x="265" y="1488"/>
                  </a:lnTo>
                  <a:lnTo>
                    <a:pt x="267" y="1486"/>
                  </a:lnTo>
                  <a:lnTo>
                    <a:pt x="267" y="1486"/>
                  </a:lnTo>
                  <a:lnTo>
                    <a:pt x="267" y="1486"/>
                  </a:lnTo>
                  <a:lnTo>
                    <a:pt x="267" y="1484"/>
                  </a:lnTo>
                  <a:lnTo>
                    <a:pt x="267" y="1484"/>
                  </a:lnTo>
                  <a:lnTo>
                    <a:pt x="267" y="1484"/>
                  </a:lnTo>
                  <a:lnTo>
                    <a:pt x="267" y="1484"/>
                  </a:lnTo>
                  <a:lnTo>
                    <a:pt x="267" y="1482"/>
                  </a:lnTo>
                  <a:lnTo>
                    <a:pt x="267" y="1482"/>
                  </a:lnTo>
                  <a:lnTo>
                    <a:pt x="267" y="1480"/>
                  </a:lnTo>
                  <a:lnTo>
                    <a:pt x="267" y="1480"/>
                  </a:lnTo>
                  <a:lnTo>
                    <a:pt x="267" y="1478"/>
                  </a:lnTo>
                  <a:lnTo>
                    <a:pt x="267" y="1478"/>
                  </a:lnTo>
                  <a:lnTo>
                    <a:pt x="267" y="1478"/>
                  </a:lnTo>
                  <a:lnTo>
                    <a:pt x="265" y="1478"/>
                  </a:lnTo>
                  <a:lnTo>
                    <a:pt x="265" y="1478"/>
                  </a:lnTo>
                  <a:lnTo>
                    <a:pt x="265" y="1476"/>
                  </a:lnTo>
                  <a:lnTo>
                    <a:pt x="265" y="1476"/>
                  </a:lnTo>
                  <a:lnTo>
                    <a:pt x="265" y="1476"/>
                  </a:lnTo>
                  <a:lnTo>
                    <a:pt x="265" y="1474"/>
                  </a:lnTo>
                  <a:lnTo>
                    <a:pt x="265" y="1474"/>
                  </a:lnTo>
                  <a:lnTo>
                    <a:pt x="265" y="1472"/>
                  </a:lnTo>
                  <a:lnTo>
                    <a:pt x="265" y="1472"/>
                  </a:lnTo>
                  <a:lnTo>
                    <a:pt x="265" y="1470"/>
                  </a:lnTo>
                  <a:lnTo>
                    <a:pt x="267" y="1470"/>
                  </a:lnTo>
                  <a:lnTo>
                    <a:pt x="267" y="1470"/>
                  </a:lnTo>
                  <a:lnTo>
                    <a:pt x="267" y="1468"/>
                  </a:lnTo>
                  <a:lnTo>
                    <a:pt x="267" y="1468"/>
                  </a:lnTo>
                  <a:lnTo>
                    <a:pt x="267" y="1468"/>
                  </a:lnTo>
                  <a:lnTo>
                    <a:pt x="267" y="1466"/>
                  </a:lnTo>
                  <a:lnTo>
                    <a:pt x="269" y="1464"/>
                  </a:lnTo>
                  <a:lnTo>
                    <a:pt x="269" y="1464"/>
                  </a:lnTo>
                  <a:lnTo>
                    <a:pt x="269" y="1462"/>
                  </a:lnTo>
                  <a:lnTo>
                    <a:pt x="269" y="1462"/>
                  </a:lnTo>
                  <a:lnTo>
                    <a:pt x="271" y="1462"/>
                  </a:lnTo>
                  <a:lnTo>
                    <a:pt x="271" y="1462"/>
                  </a:lnTo>
                  <a:lnTo>
                    <a:pt x="271" y="1462"/>
                  </a:lnTo>
                  <a:lnTo>
                    <a:pt x="271" y="1460"/>
                  </a:lnTo>
                  <a:lnTo>
                    <a:pt x="271" y="1460"/>
                  </a:lnTo>
                  <a:lnTo>
                    <a:pt x="271" y="1458"/>
                  </a:lnTo>
                  <a:lnTo>
                    <a:pt x="271" y="1456"/>
                  </a:lnTo>
                  <a:lnTo>
                    <a:pt x="271" y="1456"/>
                  </a:lnTo>
                  <a:lnTo>
                    <a:pt x="271" y="1455"/>
                  </a:lnTo>
                  <a:lnTo>
                    <a:pt x="271" y="1455"/>
                  </a:lnTo>
                  <a:lnTo>
                    <a:pt x="271" y="1453"/>
                  </a:lnTo>
                  <a:lnTo>
                    <a:pt x="273" y="1453"/>
                  </a:lnTo>
                  <a:lnTo>
                    <a:pt x="273" y="1453"/>
                  </a:lnTo>
                  <a:lnTo>
                    <a:pt x="273" y="1451"/>
                  </a:lnTo>
                  <a:lnTo>
                    <a:pt x="273" y="1451"/>
                  </a:lnTo>
                  <a:lnTo>
                    <a:pt x="273" y="1451"/>
                  </a:lnTo>
                  <a:lnTo>
                    <a:pt x="271" y="1451"/>
                  </a:lnTo>
                  <a:lnTo>
                    <a:pt x="271" y="1449"/>
                  </a:lnTo>
                  <a:lnTo>
                    <a:pt x="271" y="1449"/>
                  </a:lnTo>
                  <a:lnTo>
                    <a:pt x="271" y="1447"/>
                  </a:lnTo>
                  <a:lnTo>
                    <a:pt x="271" y="1447"/>
                  </a:lnTo>
                  <a:lnTo>
                    <a:pt x="271" y="1447"/>
                  </a:lnTo>
                  <a:lnTo>
                    <a:pt x="271" y="1445"/>
                  </a:lnTo>
                  <a:lnTo>
                    <a:pt x="271" y="1445"/>
                  </a:lnTo>
                  <a:lnTo>
                    <a:pt x="269" y="1445"/>
                  </a:lnTo>
                  <a:lnTo>
                    <a:pt x="267" y="1445"/>
                  </a:lnTo>
                  <a:lnTo>
                    <a:pt x="267" y="1445"/>
                  </a:lnTo>
                  <a:lnTo>
                    <a:pt x="267" y="1445"/>
                  </a:lnTo>
                  <a:lnTo>
                    <a:pt x="265" y="1445"/>
                  </a:lnTo>
                  <a:lnTo>
                    <a:pt x="265" y="1445"/>
                  </a:lnTo>
                  <a:lnTo>
                    <a:pt x="265" y="1445"/>
                  </a:lnTo>
                  <a:lnTo>
                    <a:pt x="265" y="1445"/>
                  </a:lnTo>
                  <a:lnTo>
                    <a:pt x="263" y="1447"/>
                  </a:lnTo>
                  <a:lnTo>
                    <a:pt x="263" y="1447"/>
                  </a:lnTo>
                  <a:lnTo>
                    <a:pt x="263" y="1447"/>
                  </a:lnTo>
                  <a:lnTo>
                    <a:pt x="261" y="1447"/>
                  </a:lnTo>
                  <a:lnTo>
                    <a:pt x="261" y="1447"/>
                  </a:lnTo>
                  <a:lnTo>
                    <a:pt x="261" y="1447"/>
                  </a:lnTo>
                  <a:lnTo>
                    <a:pt x="261" y="1447"/>
                  </a:lnTo>
                  <a:lnTo>
                    <a:pt x="257" y="1447"/>
                  </a:lnTo>
                  <a:lnTo>
                    <a:pt x="257" y="1447"/>
                  </a:lnTo>
                  <a:lnTo>
                    <a:pt x="257" y="1447"/>
                  </a:lnTo>
                  <a:lnTo>
                    <a:pt x="257" y="1447"/>
                  </a:lnTo>
                  <a:lnTo>
                    <a:pt x="257" y="1447"/>
                  </a:lnTo>
                  <a:lnTo>
                    <a:pt x="255" y="1445"/>
                  </a:lnTo>
                  <a:lnTo>
                    <a:pt x="255" y="1445"/>
                  </a:lnTo>
                  <a:lnTo>
                    <a:pt x="255" y="1443"/>
                  </a:lnTo>
                  <a:lnTo>
                    <a:pt x="255" y="1443"/>
                  </a:lnTo>
                  <a:lnTo>
                    <a:pt x="255" y="1441"/>
                  </a:lnTo>
                  <a:lnTo>
                    <a:pt x="253" y="1441"/>
                  </a:lnTo>
                  <a:lnTo>
                    <a:pt x="253" y="1441"/>
                  </a:lnTo>
                  <a:lnTo>
                    <a:pt x="253" y="1439"/>
                  </a:lnTo>
                  <a:lnTo>
                    <a:pt x="251" y="1439"/>
                  </a:lnTo>
                  <a:lnTo>
                    <a:pt x="251" y="1439"/>
                  </a:lnTo>
                  <a:lnTo>
                    <a:pt x="247" y="1437"/>
                  </a:lnTo>
                  <a:lnTo>
                    <a:pt x="247" y="1437"/>
                  </a:lnTo>
                  <a:lnTo>
                    <a:pt x="245" y="1437"/>
                  </a:lnTo>
                  <a:lnTo>
                    <a:pt x="245" y="1437"/>
                  </a:lnTo>
                  <a:lnTo>
                    <a:pt x="243" y="1437"/>
                  </a:lnTo>
                  <a:lnTo>
                    <a:pt x="243" y="1437"/>
                  </a:lnTo>
                  <a:lnTo>
                    <a:pt x="243" y="1437"/>
                  </a:lnTo>
                  <a:lnTo>
                    <a:pt x="241" y="1437"/>
                  </a:lnTo>
                  <a:lnTo>
                    <a:pt x="239" y="1437"/>
                  </a:lnTo>
                  <a:lnTo>
                    <a:pt x="239" y="1435"/>
                  </a:lnTo>
                  <a:lnTo>
                    <a:pt x="239" y="1435"/>
                  </a:lnTo>
                  <a:lnTo>
                    <a:pt x="239" y="1435"/>
                  </a:lnTo>
                  <a:lnTo>
                    <a:pt x="239" y="1433"/>
                  </a:lnTo>
                  <a:lnTo>
                    <a:pt x="239" y="1433"/>
                  </a:lnTo>
                  <a:lnTo>
                    <a:pt x="239" y="1433"/>
                  </a:lnTo>
                  <a:lnTo>
                    <a:pt x="239" y="1433"/>
                  </a:lnTo>
                  <a:lnTo>
                    <a:pt x="239" y="1431"/>
                  </a:lnTo>
                  <a:lnTo>
                    <a:pt x="239" y="1431"/>
                  </a:lnTo>
                  <a:lnTo>
                    <a:pt x="239" y="1431"/>
                  </a:lnTo>
                  <a:lnTo>
                    <a:pt x="239" y="1429"/>
                  </a:lnTo>
                  <a:lnTo>
                    <a:pt x="241" y="1429"/>
                  </a:lnTo>
                  <a:lnTo>
                    <a:pt x="241" y="1427"/>
                  </a:lnTo>
                  <a:lnTo>
                    <a:pt x="241" y="1427"/>
                  </a:lnTo>
                  <a:lnTo>
                    <a:pt x="241" y="1427"/>
                  </a:lnTo>
                  <a:lnTo>
                    <a:pt x="241" y="1425"/>
                  </a:lnTo>
                  <a:lnTo>
                    <a:pt x="241" y="1425"/>
                  </a:lnTo>
                  <a:lnTo>
                    <a:pt x="239" y="1425"/>
                  </a:lnTo>
                  <a:lnTo>
                    <a:pt x="239" y="1423"/>
                  </a:lnTo>
                  <a:lnTo>
                    <a:pt x="239" y="1423"/>
                  </a:lnTo>
                  <a:lnTo>
                    <a:pt x="239" y="1423"/>
                  </a:lnTo>
                  <a:lnTo>
                    <a:pt x="239" y="1423"/>
                  </a:lnTo>
                  <a:lnTo>
                    <a:pt x="239" y="1421"/>
                  </a:lnTo>
                  <a:lnTo>
                    <a:pt x="239" y="1421"/>
                  </a:lnTo>
                  <a:lnTo>
                    <a:pt x="239" y="1421"/>
                  </a:lnTo>
                  <a:lnTo>
                    <a:pt x="241" y="1421"/>
                  </a:lnTo>
                  <a:lnTo>
                    <a:pt x="241" y="1421"/>
                  </a:lnTo>
                  <a:lnTo>
                    <a:pt x="241" y="1419"/>
                  </a:lnTo>
                  <a:lnTo>
                    <a:pt x="241" y="1419"/>
                  </a:lnTo>
                  <a:lnTo>
                    <a:pt x="241" y="1419"/>
                  </a:lnTo>
                  <a:lnTo>
                    <a:pt x="241" y="1419"/>
                  </a:lnTo>
                  <a:lnTo>
                    <a:pt x="239" y="1417"/>
                  </a:lnTo>
                  <a:lnTo>
                    <a:pt x="239" y="1417"/>
                  </a:lnTo>
                  <a:lnTo>
                    <a:pt x="239" y="1415"/>
                  </a:lnTo>
                  <a:lnTo>
                    <a:pt x="233" y="1409"/>
                  </a:lnTo>
                  <a:lnTo>
                    <a:pt x="233" y="1409"/>
                  </a:lnTo>
                  <a:lnTo>
                    <a:pt x="233" y="1409"/>
                  </a:lnTo>
                  <a:lnTo>
                    <a:pt x="231" y="1409"/>
                  </a:lnTo>
                  <a:lnTo>
                    <a:pt x="231" y="1407"/>
                  </a:lnTo>
                  <a:lnTo>
                    <a:pt x="231" y="1407"/>
                  </a:lnTo>
                  <a:lnTo>
                    <a:pt x="231" y="1407"/>
                  </a:lnTo>
                  <a:lnTo>
                    <a:pt x="231" y="1407"/>
                  </a:lnTo>
                  <a:lnTo>
                    <a:pt x="231" y="1405"/>
                  </a:lnTo>
                  <a:lnTo>
                    <a:pt x="231" y="1405"/>
                  </a:lnTo>
                  <a:lnTo>
                    <a:pt x="230" y="1405"/>
                  </a:lnTo>
                  <a:lnTo>
                    <a:pt x="230" y="1403"/>
                  </a:lnTo>
                  <a:lnTo>
                    <a:pt x="228" y="1403"/>
                  </a:lnTo>
                  <a:lnTo>
                    <a:pt x="228" y="1403"/>
                  </a:lnTo>
                  <a:lnTo>
                    <a:pt x="228" y="1403"/>
                  </a:lnTo>
                  <a:lnTo>
                    <a:pt x="228" y="1401"/>
                  </a:lnTo>
                  <a:lnTo>
                    <a:pt x="228" y="1400"/>
                  </a:lnTo>
                  <a:lnTo>
                    <a:pt x="226" y="1398"/>
                  </a:lnTo>
                  <a:lnTo>
                    <a:pt x="226" y="1396"/>
                  </a:lnTo>
                  <a:lnTo>
                    <a:pt x="226" y="1392"/>
                  </a:lnTo>
                  <a:lnTo>
                    <a:pt x="226" y="1390"/>
                  </a:lnTo>
                  <a:lnTo>
                    <a:pt x="226" y="1390"/>
                  </a:lnTo>
                  <a:lnTo>
                    <a:pt x="226" y="1388"/>
                  </a:lnTo>
                  <a:lnTo>
                    <a:pt x="226" y="1388"/>
                  </a:lnTo>
                  <a:lnTo>
                    <a:pt x="226" y="1388"/>
                  </a:lnTo>
                  <a:lnTo>
                    <a:pt x="226" y="1388"/>
                  </a:lnTo>
                  <a:lnTo>
                    <a:pt x="230" y="1380"/>
                  </a:lnTo>
                  <a:lnTo>
                    <a:pt x="230" y="1380"/>
                  </a:lnTo>
                  <a:lnTo>
                    <a:pt x="230" y="1380"/>
                  </a:lnTo>
                  <a:lnTo>
                    <a:pt x="231" y="1378"/>
                  </a:lnTo>
                  <a:lnTo>
                    <a:pt x="231" y="1378"/>
                  </a:lnTo>
                  <a:lnTo>
                    <a:pt x="231" y="1378"/>
                  </a:lnTo>
                  <a:lnTo>
                    <a:pt x="231" y="1376"/>
                  </a:lnTo>
                  <a:lnTo>
                    <a:pt x="233" y="1374"/>
                  </a:lnTo>
                  <a:lnTo>
                    <a:pt x="233" y="1374"/>
                  </a:lnTo>
                  <a:lnTo>
                    <a:pt x="233" y="1374"/>
                  </a:lnTo>
                  <a:lnTo>
                    <a:pt x="233" y="1372"/>
                  </a:lnTo>
                  <a:lnTo>
                    <a:pt x="233" y="1370"/>
                  </a:lnTo>
                  <a:lnTo>
                    <a:pt x="233" y="1370"/>
                  </a:lnTo>
                  <a:lnTo>
                    <a:pt x="233" y="1370"/>
                  </a:lnTo>
                  <a:lnTo>
                    <a:pt x="233" y="1370"/>
                  </a:lnTo>
                  <a:lnTo>
                    <a:pt x="233" y="1368"/>
                  </a:lnTo>
                  <a:lnTo>
                    <a:pt x="233" y="1368"/>
                  </a:lnTo>
                  <a:lnTo>
                    <a:pt x="233" y="1368"/>
                  </a:lnTo>
                  <a:lnTo>
                    <a:pt x="237" y="1364"/>
                  </a:lnTo>
                  <a:lnTo>
                    <a:pt x="237" y="1364"/>
                  </a:lnTo>
                  <a:lnTo>
                    <a:pt x="237" y="1364"/>
                  </a:lnTo>
                  <a:lnTo>
                    <a:pt x="237" y="1362"/>
                  </a:lnTo>
                  <a:lnTo>
                    <a:pt x="237" y="1362"/>
                  </a:lnTo>
                  <a:lnTo>
                    <a:pt x="237" y="1362"/>
                  </a:lnTo>
                  <a:lnTo>
                    <a:pt x="237" y="1362"/>
                  </a:lnTo>
                  <a:lnTo>
                    <a:pt x="237" y="1360"/>
                  </a:lnTo>
                  <a:lnTo>
                    <a:pt x="237" y="1360"/>
                  </a:lnTo>
                  <a:lnTo>
                    <a:pt x="235" y="1358"/>
                  </a:lnTo>
                  <a:lnTo>
                    <a:pt x="233" y="1358"/>
                  </a:lnTo>
                  <a:lnTo>
                    <a:pt x="233" y="1358"/>
                  </a:lnTo>
                  <a:lnTo>
                    <a:pt x="233" y="1356"/>
                  </a:lnTo>
                  <a:lnTo>
                    <a:pt x="233" y="1356"/>
                  </a:lnTo>
                  <a:lnTo>
                    <a:pt x="235" y="1354"/>
                  </a:lnTo>
                  <a:lnTo>
                    <a:pt x="235" y="1354"/>
                  </a:lnTo>
                  <a:lnTo>
                    <a:pt x="235" y="1354"/>
                  </a:lnTo>
                  <a:lnTo>
                    <a:pt x="235" y="1352"/>
                  </a:lnTo>
                  <a:lnTo>
                    <a:pt x="235" y="1352"/>
                  </a:lnTo>
                  <a:lnTo>
                    <a:pt x="235" y="1352"/>
                  </a:lnTo>
                  <a:lnTo>
                    <a:pt x="233" y="1352"/>
                  </a:lnTo>
                  <a:lnTo>
                    <a:pt x="233" y="1350"/>
                  </a:lnTo>
                  <a:lnTo>
                    <a:pt x="233" y="1350"/>
                  </a:lnTo>
                  <a:lnTo>
                    <a:pt x="233" y="1348"/>
                  </a:lnTo>
                  <a:lnTo>
                    <a:pt x="233" y="1348"/>
                  </a:lnTo>
                  <a:lnTo>
                    <a:pt x="233" y="1348"/>
                  </a:lnTo>
                  <a:lnTo>
                    <a:pt x="231" y="1348"/>
                  </a:lnTo>
                  <a:lnTo>
                    <a:pt x="230" y="1348"/>
                  </a:lnTo>
                  <a:lnTo>
                    <a:pt x="230" y="1347"/>
                  </a:lnTo>
                  <a:lnTo>
                    <a:pt x="231" y="1345"/>
                  </a:lnTo>
                  <a:lnTo>
                    <a:pt x="231" y="1343"/>
                  </a:lnTo>
                  <a:lnTo>
                    <a:pt x="231" y="1343"/>
                  </a:lnTo>
                  <a:lnTo>
                    <a:pt x="230" y="1343"/>
                  </a:lnTo>
                  <a:lnTo>
                    <a:pt x="230" y="1343"/>
                  </a:lnTo>
                  <a:lnTo>
                    <a:pt x="230" y="1343"/>
                  </a:lnTo>
                  <a:lnTo>
                    <a:pt x="228" y="1343"/>
                  </a:lnTo>
                  <a:lnTo>
                    <a:pt x="224" y="1345"/>
                  </a:lnTo>
                  <a:lnTo>
                    <a:pt x="220" y="1345"/>
                  </a:lnTo>
                  <a:lnTo>
                    <a:pt x="216" y="1343"/>
                  </a:lnTo>
                  <a:lnTo>
                    <a:pt x="216" y="1343"/>
                  </a:lnTo>
                  <a:lnTo>
                    <a:pt x="216" y="1343"/>
                  </a:lnTo>
                  <a:lnTo>
                    <a:pt x="216" y="1345"/>
                  </a:lnTo>
                  <a:lnTo>
                    <a:pt x="214" y="1345"/>
                  </a:lnTo>
                  <a:lnTo>
                    <a:pt x="214" y="1345"/>
                  </a:lnTo>
                  <a:lnTo>
                    <a:pt x="214" y="1345"/>
                  </a:lnTo>
                  <a:lnTo>
                    <a:pt x="212" y="1343"/>
                  </a:lnTo>
                  <a:lnTo>
                    <a:pt x="210" y="1343"/>
                  </a:lnTo>
                  <a:lnTo>
                    <a:pt x="210" y="1341"/>
                  </a:lnTo>
                  <a:lnTo>
                    <a:pt x="210" y="1341"/>
                  </a:lnTo>
                  <a:lnTo>
                    <a:pt x="206" y="1341"/>
                  </a:lnTo>
                  <a:lnTo>
                    <a:pt x="206" y="1341"/>
                  </a:lnTo>
                  <a:lnTo>
                    <a:pt x="206" y="1341"/>
                  </a:lnTo>
                  <a:lnTo>
                    <a:pt x="206" y="1341"/>
                  </a:lnTo>
                  <a:lnTo>
                    <a:pt x="206" y="1339"/>
                  </a:lnTo>
                  <a:lnTo>
                    <a:pt x="204" y="1339"/>
                  </a:lnTo>
                  <a:lnTo>
                    <a:pt x="204" y="1339"/>
                  </a:lnTo>
                  <a:lnTo>
                    <a:pt x="204" y="1337"/>
                  </a:lnTo>
                  <a:lnTo>
                    <a:pt x="204" y="1337"/>
                  </a:lnTo>
                  <a:lnTo>
                    <a:pt x="204" y="1337"/>
                  </a:lnTo>
                  <a:lnTo>
                    <a:pt x="204" y="1335"/>
                  </a:lnTo>
                  <a:lnTo>
                    <a:pt x="204" y="1335"/>
                  </a:lnTo>
                  <a:lnTo>
                    <a:pt x="202" y="1335"/>
                  </a:lnTo>
                  <a:lnTo>
                    <a:pt x="202" y="1333"/>
                  </a:lnTo>
                  <a:lnTo>
                    <a:pt x="202" y="1333"/>
                  </a:lnTo>
                  <a:lnTo>
                    <a:pt x="202" y="1333"/>
                  </a:lnTo>
                  <a:lnTo>
                    <a:pt x="206" y="1331"/>
                  </a:lnTo>
                  <a:lnTo>
                    <a:pt x="208" y="1331"/>
                  </a:lnTo>
                  <a:lnTo>
                    <a:pt x="208" y="1331"/>
                  </a:lnTo>
                  <a:lnTo>
                    <a:pt x="206" y="1329"/>
                  </a:lnTo>
                  <a:lnTo>
                    <a:pt x="206" y="1327"/>
                  </a:lnTo>
                  <a:lnTo>
                    <a:pt x="206" y="1325"/>
                  </a:lnTo>
                  <a:lnTo>
                    <a:pt x="206" y="1325"/>
                  </a:lnTo>
                  <a:lnTo>
                    <a:pt x="208" y="1325"/>
                  </a:lnTo>
                  <a:lnTo>
                    <a:pt x="208" y="1325"/>
                  </a:lnTo>
                  <a:lnTo>
                    <a:pt x="208" y="1323"/>
                  </a:lnTo>
                  <a:lnTo>
                    <a:pt x="210" y="1323"/>
                  </a:lnTo>
                  <a:lnTo>
                    <a:pt x="210" y="1323"/>
                  </a:lnTo>
                  <a:lnTo>
                    <a:pt x="210" y="1323"/>
                  </a:lnTo>
                  <a:lnTo>
                    <a:pt x="210" y="1321"/>
                  </a:lnTo>
                  <a:lnTo>
                    <a:pt x="210" y="1321"/>
                  </a:lnTo>
                  <a:lnTo>
                    <a:pt x="208" y="1321"/>
                  </a:lnTo>
                  <a:lnTo>
                    <a:pt x="208" y="1319"/>
                  </a:lnTo>
                  <a:lnTo>
                    <a:pt x="208" y="1317"/>
                  </a:lnTo>
                  <a:lnTo>
                    <a:pt x="208" y="1317"/>
                  </a:lnTo>
                  <a:lnTo>
                    <a:pt x="208" y="1317"/>
                  </a:lnTo>
                  <a:lnTo>
                    <a:pt x="208" y="1317"/>
                  </a:lnTo>
                  <a:lnTo>
                    <a:pt x="208" y="1315"/>
                  </a:lnTo>
                  <a:lnTo>
                    <a:pt x="210" y="1315"/>
                  </a:lnTo>
                  <a:lnTo>
                    <a:pt x="210" y="1313"/>
                  </a:lnTo>
                  <a:lnTo>
                    <a:pt x="210" y="1313"/>
                  </a:lnTo>
                  <a:lnTo>
                    <a:pt x="210" y="1313"/>
                  </a:lnTo>
                  <a:lnTo>
                    <a:pt x="210" y="1313"/>
                  </a:lnTo>
                  <a:lnTo>
                    <a:pt x="212" y="1313"/>
                  </a:lnTo>
                  <a:lnTo>
                    <a:pt x="212" y="1311"/>
                  </a:lnTo>
                  <a:lnTo>
                    <a:pt x="214" y="1311"/>
                  </a:lnTo>
                  <a:lnTo>
                    <a:pt x="214" y="1311"/>
                  </a:lnTo>
                  <a:lnTo>
                    <a:pt x="214" y="1309"/>
                  </a:lnTo>
                  <a:lnTo>
                    <a:pt x="214" y="1309"/>
                  </a:lnTo>
                  <a:lnTo>
                    <a:pt x="214" y="1309"/>
                  </a:lnTo>
                  <a:lnTo>
                    <a:pt x="214" y="1307"/>
                  </a:lnTo>
                  <a:lnTo>
                    <a:pt x="214" y="1307"/>
                  </a:lnTo>
                  <a:lnTo>
                    <a:pt x="214" y="1307"/>
                  </a:lnTo>
                  <a:lnTo>
                    <a:pt x="214" y="1305"/>
                  </a:lnTo>
                  <a:lnTo>
                    <a:pt x="212" y="1305"/>
                  </a:lnTo>
                  <a:lnTo>
                    <a:pt x="212" y="1303"/>
                  </a:lnTo>
                  <a:lnTo>
                    <a:pt x="212" y="1303"/>
                  </a:lnTo>
                  <a:lnTo>
                    <a:pt x="208" y="1303"/>
                  </a:lnTo>
                  <a:lnTo>
                    <a:pt x="208" y="1301"/>
                  </a:lnTo>
                  <a:lnTo>
                    <a:pt x="206" y="1301"/>
                  </a:lnTo>
                  <a:lnTo>
                    <a:pt x="206" y="1301"/>
                  </a:lnTo>
                  <a:lnTo>
                    <a:pt x="206" y="1301"/>
                  </a:lnTo>
                  <a:lnTo>
                    <a:pt x="206" y="1299"/>
                  </a:lnTo>
                  <a:lnTo>
                    <a:pt x="206" y="1299"/>
                  </a:lnTo>
                  <a:lnTo>
                    <a:pt x="206" y="1299"/>
                  </a:lnTo>
                  <a:lnTo>
                    <a:pt x="206" y="1299"/>
                  </a:lnTo>
                  <a:lnTo>
                    <a:pt x="206" y="1297"/>
                  </a:lnTo>
                  <a:lnTo>
                    <a:pt x="206" y="1297"/>
                  </a:lnTo>
                  <a:lnTo>
                    <a:pt x="206" y="1295"/>
                  </a:lnTo>
                  <a:lnTo>
                    <a:pt x="206" y="1295"/>
                  </a:lnTo>
                  <a:lnTo>
                    <a:pt x="206" y="1295"/>
                  </a:lnTo>
                  <a:lnTo>
                    <a:pt x="204" y="1295"/>
                  </a:lnTo>
                  <a:lnTo>
                    <a:pt x="204" y="1295"/>
                  </a:lnTo>
                  <a:lnTo>
                    <a:pt x="206" y="1294"/>
                  </a:lnTo>
                  <a:lnTo>
                    <a:pt x="206" y="1294"/>
                  </a:lnTo>
                  <a:lnTo>
                    <a:pt x="206" y="1292"/>
                  </a:lnTo>
                  <a:lnTo>
                    <a:pt x="204" y="1292"/>
                  </a:lnTo>
                  <a:lnTo>
                    <a:pt x="204" y="1292"/>
                  </a:lnTo>
                  <a:lnTo>
                    <a:pt x="204" y="1292"/>
                  </a:lnTo>
                  <a:lnTo>
                    <a:pt x="204" y="1292"/>
                  </a:lnTo>
                  <a:lnTo>
                    <a:pt x="204" y="1290"/>
                  </a:lnTo>
                  <a:lnTo>
                    <a:pt x="204" y="1290"/>
                  </a:lnTo>
                  <a:lnTo>
                    <a:pt x="204" y="1288"/>
                  </a:lnTo>
                  <a:lnTo>
                    <a:pt x="204" y="1288"/>
                  </a:lnTo>
                  <a:lnTo>
                    <a:pt x="204" y="1288"/>
                  </a:lnTo>
                  <a:lnTo>
                    <a:pt x="204" y="1288"/>
                  </a:lnTo>
                  <a:lnTo>
                    <a:pt x="202" y="1288"/>
                  </a:lnTo>
                  <a:lnTo>
                    <a:pt x="202" y="1288"/>
                  </a:lnTo>
                  <a:lnTo>
                    <a:pt x="202" y="1286"/>
                  </a:lnTo>
                  <a:lnTo>
                    <a:pt x="202" y="1286"/>
                  </a:lnTo>
                  <a:lnTo>
                    <a:pt x="202" y="1286"/>
                  </a:lnTo>
                  <a:lnTo>
                    <a:pt x="202" y="1284"/>
                  </a:lnTo>
                  <a:lnTo>
                    <a:pt x="202" y="1284"/>
                  </a:lnTo>
                  <a:lnTo>
                    <a:pt x="202" y="1284"/>
                  </a:lnTo>
                  <a:lnTo>
                    <a:pt x="202" y="1284"/>
                  </a:lnTo>
                  <a:lnTo>
                    <a:pt x="202" y="1282"/>
                  </a:lnTo>
                  <a:lnTo>
                    <a:pt x="202" y="1282"/>
                  </a:lnTo>
                  <a:lnTo>
                    <a:pt x="202" y="1282"/>
                  </a:lnTo>
                  <a:lnTo>
                    <a:pt x="202" y="1282"/>
                  </a:lnTo>
                  <a:lnTo>
                    <a:pt x="202" y="1282"/>
                  </a:lnTo>
                  <a:lnTo>
                    <a:pt x="200" y="1280"/>
                  </a:lnTo>
                  <a:lnTo>
                    <a:pt x="200" y="1280"/>
                  </a:lnTo>
                  <a:lnTo>
                    <a:pt x="200" y="1280"/>
                  </a:lnTo>
                  <a:lnTo>
                    <a:pt x="200" y="1278"/>
                  </a:lnTo>
                  <a:lnTo>
                    <a:pt x="200" y="1278"/>
                  </a:lnTo>
                  <a:lnTo>
                    <a:pt x="200" y="1278"/>
                  </a:lnTo>
                  <a:lnTo>
                    <a:pt x="200" y="1278"/>
                  </a:lnTo>
                  <a:lnTo>
                    <a:pt x="202" y="1276"/>
                  </a:lnTo>
                  <a:lnTo>
                    <a:pt x="202" y="1276"/>
                  </a:lnTo>
                  <a:lnTo>
                    <a:pt x="202" y="1276"/>
                  </a:lnTo>
                  <a:lnTo>
                    <a:pt x="202" y="1276"/>
                  </a:lnTo>
                  <a:lnTo>
                    <a:pt x="202" y="1276"/>
                  </a:lnTo>
                  <a:lnTo>
                    <a:pt x="202" y="1274"/>
                  </a:lnTo>
                  <a:lnTo>
                    <a:pt x="200" y="1274"/>
                  </a:lnTo>
                  <a:lnTo>
                    <a:pt x="200" y="1274"/>
                  </a:lnTo>
                  <a:lnTo>
                    <a:pt x="200" y="1274"/>
                  </a:lnTo>
                  <a:lnTo>
                    <a:pt x="200" y="1274"/>
                  </a:lnTo>
                  <a:lnTo>
                    <a:pt x="198" y="1274"/>
                  </a:lnTo>
                  <a:lnTo>
                    <a:pt x="198" y="1272"/>
                  </a:lnTo>
                  <a:lnTo>
                    <a:pt x="198" y="1272"/>
                  </a:lnTo>
                  <a:lnTo>
                    <a:pt x="198" y="1272"/>
                  </a:lnTo>
                  <a:lnTo>
                    <a:pt x="198" y="1270"/>
                  </a:lnTo>
                  <a:lnTo>
                    <a:pt x="198" y="1268"/>
                  </a:lnTo>
                  <a:lnTo>
                    <a:pt x="198" y="1268"/>
                  </a:lnTo>
                  <a:lnTo>
                    <a:pt x="198" y="1268"/>
                  </a:lnTo>
                  <a:lnTo>
                    <a:pt x="198" y="1268"/>
                  </a:lnTo>
                  <a:lnTo>
                    <a:pt x="198" y="1266"/>
                  </a:lnTo>
                  <a:lnTo>
                    <a:pt x="198" y="1266"/>
                  </a:lnTo>
                  <a:lnTo>
                    <a:pt x="196" y="1264"/>
                  </a:lnTo>
                  <a:lnTo>
                    <a:pt x="196" y="1264"/>
                  </a:lnTo>
                  <a:lnTo>
                    <a:pt x="196" y="1264"/>
                  </a:lnTo>
                  <a:lnTo>
                    <a:pt x="194" y="1266"/>
                  </a:lnTo>
                  <a:lnTo>
                    <a:pt x="194" y="1266"/>
                  </a:lnTo>
                  <a:lnTo>
                    <a:pt x="194" y="1266"/>
                  </a:lnTo>
                  <a:lnTo>
                    <a:pt x="194" y="1266"/>
                  </a:lnTo>
                  <a:lnTo>
                    <a:pt x="192" y="1264"/>
                  </a:lnTo>
                  <a:lnTo>
                    <a:pt x="192" y="1264"/>
                  </a:lnTo>
                  <a:lnTo>
                    <a:pt x="192" y="1262"/>
                  </a:lnTo>
                  <a:lnTo>
                    <a:pt x="192" y="1262"/>
                  </a:lnTo>
                  <a:lnTo>
                    <a:pt x="192" y="1262"/>
                  </a:lnTo>
                  <a:lnTo>
                    <a:pt x="192" y="1262"/>
                  </a:lnTo>
                  <a:lnTo>
                    <a:pt x="190" y="1262"/>
                  </a:lnTo>
                  <a:lnTo>
                    <a:pt x="190" y="1260"/>
                  </a:lnTo>
                  <a:lnTo>
                    <a:pt x="190" y="1260"/>
                  </a:lnTo>
                  <a:lnTo>
                    <a:pt x="190" y="1258"/>
                  </a:lnTo>
                  <a:lnTo>
                    <a:pt x="190" y="1258"/>
                  </a:lnTo>
                  <a:lnTo>
                    <a:pt x="190" y="1258"/>
                  </a:lnTo>
                  <a:lnTo>
                    <a:pt x="188" y="1256"/>
                  </a:lnTo>
                  <a:lnTo>
                    <a:pt x="186" y="1256"/>
                  </a:lnTo>
                  <a:lnTo>
                    <a:pt x="186" y="1256"/>
                  </a:lnTo>
                  <a:lnTo>
                    <a:pt x="186" y="1256"/>
                  </a:lnTo>
                  <a:lnTo>
                    <a:pt x="186" y="1254"/>
                  </a:lnTo>
                  <a:lnTo>
                    <a:pt x="186" y="1254"/>
                  </a:lnTo>
                  <a:lnTo>
                    <a:pt x="186" y="1254"/>
                  </a:lnTo>
                  <a:lnTo>
                    <a:pt x="186" y="1252"/>
                  </a:lnTo>
                  <a:lnTo>
                    <a:pt x="186" y="1252"/>
                  </a:lnTo>
                  <a:lnTo>
                    <a:pt x="184" y="1252"/>
                  </a:lnTo>
                  <a:lnTo>
                    <a:pt x="184" y="1252"/>
                  </a:lnTo>
                  <a:lnTo>
                    <a:pt x="184" y="1252"/>
                  </a:lnTo>
                  <a:lnTo>
                    <a:pt x="182" y="1250"/>
                  </a:lnTo>
                  <a:lnTo>
                    <a:pt x="182" y="1250"/>
                  </a:lnTo>
                  <a:lnTo>
                    <a:pt x="182" y="1248"/>
                  </a:lnTo>
                  <a:lnTo>
                    <a:pt x="180" y="1248"/>
                  </a:lnTo>
                  <a:lnTo>
                    <a:pt x="180" y="1248"/>
                  </a:lnTo>
                  <a:lnTo>
                    <a:pt x="180" y="1248"/>
                  </a:lnTo>
                  <a:lnTo>
                    <a:pt x="180" y="1250"/>
                  </a:lnTo>
                  <a:lnTo>
                    <a:pt x="180" y="1250"/>
                  </a:lnTo>
                  <a:lnTo>
                    <a:pt x="179" y="1250"/>
                  </a:lnTo>
                  <a:lnTo>
                    <a:pt x="177" y="1250"/>
                  </a:lnTo>
                  <a:lnTo>
                    <a:pt x="175" y="1252"/>
                  </a:lnTo>
                  <a:lnTo>
                    <a:pt x="175" y="1252"/>
                  </a:lnTo>
                  <a:lnTo>
                    <a:pt x="175" y="1252"/>
                  </a:lnTo>
                  <a:lnTo>
                    <a:pt x="175" y="1252"/>
                  </a:lnTo>
                  <a:lnTo>
                    <a:pt x="173" y="1250"/>
                  </a:lnTo>
                  <a:lnTo>
                    <a:pt x="171" y="1250"/>
                  </a:lnTo>
                  <a:lnTo>
                    <a:pt x="169" y="1250"/>
                  </a:lnTo>
                  <a:lnTo>
                    <a:pt x="169" y="1248"/>
                  </a:lnTo>
                  <a:lnTo>
                    <a:pt x="169" y="1248"/>
                  </a:lnTo>
                  <a:lnTo>
                    <a:pt x="167" y="1248"/>
                  </a:lnTo>
                  <a:lnTo>
                    <a:pt x="165" y="1250"/>
                  </a:lnTo>
                  <a:lnTo>
                    <a:pt x="165" y="1250"/>
                  </a:lnTo>
                  <a:lnTo>
                    <a:pt x="165" y="1248"/>
                  </a:lnTo>
                  <a:lnTo>
                    <a:pt x="163" y="1248"/>
                  </a:lnTo>
                  <a:lnTo>
                    <a:pt x="163" y="1248"/>
                  </a:lnTo>
                  <a:lnTo>
                    <a:pt x="163" y="1248"/>
                  </a:lnTo>
                  <a:lnTo>
                    <a:pt x="161" y="1248"/>
                  </a:lnTo>
                  <a:lnTo>
                    <a:pt x="147" y="1252"/>
                  </a:lnTo>
                  <a:lnTo>
                    <a:pt x="147" y="1252"/>
                  </a:lnTo>
                  <a:lnTo>
                    <a:pt x="145" y="1252"/>
                  </a:lnTo>
                  <a:lnTo>
                    <a:pt x="145" y="1252"/>
                  </a:lnTo>
                  <a:lnTo>
                    <a:pt x="145" y="1250"/>
                  </a:lnTo>
                  <a:lnTo>
                    <a:pt x="145" y="1248"/>
                  </a:lnTo>
                  <a:lnTo>
                    <a:pt x="145" y="1248"/>
                  </a:lnTo>
                  <a:lnTo>
                    <a:pt x="145" y="1248"/>
                  </a:lnTo>
                  <a:lnTo>
                    <a:pt x="145" y="1248"/>
                  </a:lnTo>
                  <a:lnTo>
                    <a:pt x="145" y="1248"/>
                  </a:lnTo>
                  <a:lnTo>
                    <a:pt x="145" y="1246"/>
                  </a:lnTo>
                  <a:lnTo>
                    <a:pt x="147" y="1246"/>
                  </a:lnTo>
                  <a:lnTo>
                    <a:pt x="147" y="1246"/>
                  </a:lnTo>
                  <a:lnTo>
                    <a:pt x="147" y="1246"/>
                  </a:lnTo>
                  <a:lnTo>
                    <a:pt x="149" y="1244"/>
                  </a:lnTo>
                  <a:lnTo>
                    <a:pt x="149" y="1244"/>
                  </a:lnTo>
                  <a:lnTo>
                    <a:pt x="149" y="1242"/>
                  </a:lnTo>
                  <a:lnTo>
                    <a:pt x="149" y="1242"/>
                  </a:lnTo>
                  <a:lnTo>
                    <a:pt x="149" y="1242"/>
                  </a:lnTo>
                  <a:lnTo>
                    <a:pt x="149" y="1242"/>
                  </a:lnTo>
                  <a:lnTo>
                    <a:pt x="149" y="1240"/>
                  </a:lnTo>
                  <a:lnTo>
                    <a:pt x="149" y="1239"/>
                  </a:lnTo>
                  <a:lnTo>
                    <a:pt x="149" y="1239"/>
                  </a:lnTo>
                  <a:lnTo>
                    <a:pt x="149" y="1235"/>
                  </a:lnTo>
                  <a:lnTo>
                    <a:pt x="149" y="1235"/>
                  </a:lnTo>
                  <a:lnTo>
                    <a:pt x="149" y="1235"/>
                  </a:lnTo>
                  <a:lnTo>
                    <a:pt x="149" y="1235"/>
                  </a:lnTo>
                  <a:lnTo>
                    <a:pt x="149" y="1233"/>
                  </a:lnTo>
                  <a:lnTo>
                    <a:pt x="149" y="1233"/>
                  </a:lnTo>
                  <a:lnTo>
                    <a:pt x="149" y="1233"/>
                  </a:lnTo>
                  <a:lnTo>
                    <a:pt x="149" y="1231"/>
                  </a:lnTo>
                  <a:lnTo>
                    <a:pt x="149" y="1231"/>
                  </a:lnTo>
                  <a:lnTo>
                    <a:pt x="149" y="1231"/>
                  </a:lnTo>
                  <a:lnTo>
                    <a:pt x="151" y="1229"/>
                  </a:lnTo>
                  <a:lnTo>
                    <a:pt x="151" y="1229"/>
                  </a:lnTo>
                  <a:lnTo>
                    <a:pt x="151" y="1229"/>
                  </a:lnTo>
                  <a:lnTo>
                    <a:pt x="151" y="1229"/>
                  </a:lnTo>
                  <a:lnTo>
                    <a:pt x="153" y="1231"/>
                  </a:lnTo>
                  <a:lnTo>
                    <a:pt x="153" y="1231"/>
                  </a:lnTo>
                  <a:lnTo>
                    <a:pt x="155" y="1231"/>
                  </a:lnTo>
                  <a:lnTo>
                    <a:pt x="155" y="1231"/>
                  </a:lnTo>
                  <a:lnTo>
                    <a:pt x="155" y="1231"/>
                  </a:lnTo>
                  <a:lnTo>
                    <a:pt x="155" y="1231"/>
                  </a:lnTo>
                  <a:lnTo>
                    <a:pt x="157" y="1231"/>
                  </a:lnTo>
                  <a:lnTo>
                    <a:pt x="157" y="1231"/>
                  </a:lnTo>
                  <a:lnTo>
                    <a:pt x="161" y="1229"/>
                  </a:lnTo>
                  <a:lnTo>
                    <a:pt x="161" y="1229"/>
                  </a:lnTo>
                  <a:lnTo>
                    <a:pt x="161" y="1231"/>
                  </a:lnTo>
                  <a:lnTo>
                    <a:pt x="163" y="1231"/>
                  </a:lnTo>
                  <a:lnTo>
                    <a:pt x="163" y="1231"/>
                  </a:lnTo>
                  <a:lnTo>
                    <a:pt x="163" y="1231"/>
                  </a:lnTo>
                  <a:lnTo>
                    <a:pt x="163" y="1231"/>
                  </a:lnTo>
                  <a:lnTo>
                    <a:pt x="165" y="1231"/>
                  </a:lnTo>
                  <a:lnTo>
                    <a:pt x="165" y="1229"/>
                  </a:lnTo>
                  <a:lnTo>
                    <a:pt x="165" y="1229"/>
                  </a:lnTo>
                  <a:lnTo>
                    <a:pt x="165" y="1229"/>
                  </a:lnTo>
                  <a:lnTo>
                    <a:pt x="165" y="1229"/>
                  </a:lnTo>
                  <a:lnTo>
                    <a:pt x="165" y="1227"/>
                  </a:lnTo>
                  <a:lnTo>
                    <a:pt x="165" y="1227"/>
                  </a:lnTo>
                  <a:lnTo>
                    <a:pt x="167" y="1227"/>
                  </a:lnTo>
                  <a:lnTo>
                    <a:pt x="167" y="1225"/>
                  </a:lnTo>
                  <a:lnTo>
                    <a:pt x="167" y="1225"/>
                  </a:lnTo>
                  <a:lnTo>
                    <a:pt x="167" y="1223"/>
                  </a:lnTo>
                  <a:lnTo>
                    <a:pt x="167" y="1223"/>
                  </a:lnTo>
                  <a:lnTo>
                    <a:pt x="167" y="1223"/>
                  </a:lnTo>
                  <a:lnTo>
                    <a:pt x="167" y="1223"/>
                  </a:lnTo>
                  <a:lnTo>
                    <a:pt x="167" y="1221"/>
                  </a:lnTo>
                  <a:lnTo>
                    <a:pt x="163" y="1221"/>
                  </a:lnTo>
                  <a:lnTo>
                    <a:pt x="163" y="1219"/>
                  </a:lnTo>
                  <a:lnTo>
                    <a:pt x="163" y="1219"/>
                  </a:lnTo>
                  <a:lnTo>
                    <a:pt x="163" y="1219"/>
                  </a:lnTo>
                  <a:lnTo>
                    <a:pt x="165" y="1215"/>
                  </a:lnTo>
                  <a:lnTo>
                    <a:pt x="165" y="1215"/>
                  </a:lnTo>
                  <a:lnTo>
                    <a:pt x="165" y="1215"/>
                  </a:lnTo>
                  <a:lnTo>
                    <a:pt x="165" y="1213"/>
                  </a:lnTo>
                  <a:lnTo>
                    <a:pt x="165" y="1213"/>
                  </a:lnTo>
                  <a:lnTo>
                    <a:pt x="163" y="1213"/>
                  </a:lnTo>
                  <a:lnTo>
                    <a:pt x="163" y="1211"/>
                  </a:lnTo>
                  <a:lnTo>
                    <a:pt x="163" y="1211"/>
                  </a:lnTo>
                  <a:lnTo>
                    <a:pt x="163" y="1211"/>
                  </a:lnTo>
                  <a:lnTo>
                    <a:pt x="159" y="1209"/>
                  </a:lnTo>
                  <a:lnTo>
                    <a:pt x="157" y="1209"/>
                  </a:lnTo>
                  <a:lnTo>
                    <a:pt x="157" y="1207"/>
                  </a:lnTo>
                  <a:lnTo>
                    <a:pt x="157" y="1207"/>
                  </a:lnTo>
                  <a:lnTo>
                    <a:pt x="155" y="1205"/>
                  </a:lnTo>
                  <a:lnTo>
                    <a:pt x="155" y="1203"/>
                  </a:lnTo>
                  <a:lnTo>
                    <a:pt x="155" y="1203"/>
                  </a:lnTo>
                  <a:lnTo>
                    <a:pt x="153" y="1203"/>
                  </a:lnTo>
                  <a:lnTo>
                    <a:pt x="153" y="1203"/>
                  </a:lnTo>
                  <a:lnTo>
                    <a:pt x="153" y="1201"/>
                  </a:lnTo>
                  <a:lnTo>
                    <a:pt x="153" y="1199"/>
                  </a:lnTo>
                  <a:lnTo>
                    <a:pt x="153" y="1197"/>
                  </a:lnTo>
                  <a:lnTo>
                    <a:pt x="155" y="1197"/>
                  </a:lnTo>
                  <a:lnTo>
                    <a:pt x="153" y="1197"/>
                  </a:lnTo>
                  <a:lnTo>
                    <a:pt x="153" y="1197"/>
                  </a:lnTo>
                  <a:lnTo>
                    <a:pt x="153" y="1195"/>
                  </a:lnTo>
                  <a:lnTo>
                    <a:pt x="151" y="1195"/>
                  </a:lnTo>
                  <a:lnTo>
                    <a:pt x="151" y="1195"/>
                  </a:lnTo>
                  <a:lnTo>
                    <a:pt x="151" y="1195"/>
                  </a:lnTo>
                  <a:lnTo>
                    <a:pt x="151" y="1195"/>
                  </a:lnTo>
                  <a:lnTo>
                    <a:pt x="153" y="1193"/>
                  </a:lnTo>
                  <a:lnTo>
                    <a:pt x="153" y="1193"/>
                  </a:lnTo>
                  <a:lnTo>
                    <a:pt x="153" y="1193"/>
                  </a:lnTo>
                  <a:lnTo>
                    <a:pt x="153" y="1193"/>
                  </a:lnTo>
                  <a:lnTo>
                    <a:pt x="153" y="1191"/>
                  </a:lnTo>
                  <a:lnTo>
                    <a:pt x="153" y="1191"/>
                  </a:lnTo>
                  <a:lnTo>
                    <a:pt x="151" y="1191"/>
                  </a:lnTo>
                  <a:lnTo>
                    <a:pt x="151" y="1189"/>
                  </a:lnTo>
                  <a:lnTo>
                    <a:pt x="149" y="1187"/>
                  </a:lnTo>
                  <a:lnTo>
                    <a:pt x="149" y="1187"/>
                  </a:lnTo>
                  <a:lnTo>
                    <a:pt x="149" y="1187"/>
                  </a:lnTo>
                  <a:lnTo>
                    <a:pt x="149" y="1187"/>
                  </a:lnTo>
                  <a:lnTo>
                    <a:pt x="147" y="1187"/>
                  </a:lnTo>
                  <a:lnTo>
                    <a:pt x="147" y="1187"/>
                  </a:lnTo>
                  <a:lnTo>
                    <a:pt x="147" y="1187"/>
                  </a:lnTo>
                  <a:lnTo>
                    <a:pt x="145" y="1187"/>
                  </a:lnTo>
                  <a:lnTo>
                    <a:pt x="145" y="1187"/>
                  </a:lnTo>
                  <a:lnTo>
                    <a:pt x="145" y="1187"/>
                  </a:lnTo>
                  <a:lnTo>
                    <a:pt x="145" y="1187"/>
                  </a:lnTo>
                  <a:lnTo>
                    <a:pt x="145" y="1187"/>
                  </a:lnTo>
                  <a:lnTo>
                    <a:pt x="145" y="1189"/>
                  </a:lnTo>
                  <a:lnTo>
                    <a:pt x="145" y="1189"/>
                  </a:lnTo>
                  <a:lnTo>
                    <a:pt x="145" y="1189"/>
                  </a:lnTo>
                  <a:lnTo>
                    <a:pt x="145" y="1191"/>
                  </a:lnTo>
                  <a:lnTo>
                    <a:pt x="145" y="1191"/>
                  </a:lnTo>
                  <a:lnTo>
                    <a:pt x="145" y="1191"/>
                  </a:lnTo>
                  <a:lnTo>
                    <a:pt x="143" y="1191"/>
                  </a:lnTo>
                  <a:lnTo>
                    <a:pt x="143" y="1191"/>
                  </a:lnTo>
                  <a:lnTo>
                    <a:pt x="139" y="1191"/>
                  </a:lnTo>
                  <a:lnTo>
                    <a:pt x="139" y="1191"/>
                  </a:lnTo>
                  <a:lnTo>
                    <a:pt x="137" y="1191"/>
                  </a:lnTo>
                  <a:lnTo>
                    <a:pt x="137" y="1191"/>
                  </a:lnTo>
                  <a:lnTo>
                    <a:pt x="135" y="1193"/>
                  </a:lnTo>
                  <a:lnTo>
                    <a:pt x="133" y="1193"/>
                  </a:lnTo>
                  <a:lnTo>
                    <a:pt x="133" y="1195"/>
                  </a:lnTo>
                  <a:lnTo>
                    <a:pt x="133" y="1195"/>
                  </a:lnTo>
                  <a:lnTo>
                    <a:pt x="133" y="1195"/>
                  </a:lnTo>
                  <a:lnTo>
                    <a:pt x="133" y="1199"/>
                  </a:lnTo>
                  <a:lnTo>
                    <a:pt x="131" y="1201"/>
                  </a:lnTo>
                  <a:lnTo>
                    <a:pt x="129" y="1199"/>
                  </a:lnTo>
                  <a:lnTo>
                    <a:pt x="128" y="1201"/>
                  </a:lnTo>
                  <a:lnTo>
                    <a:pt x="128" y="1199"/>
                  </a:lnTo>
                  <a:lnTo>
                    <a:pt x="128" y="1199"/>
                  </a:lnTo>
                  <a:lnTo>
                    <a:pt x="126" y="1199"/>
                  </a:lnTo>
                  <a:lnTo>
                    <a:pt x="126" y="1197"/>
                  </a:lnTo>
                  <a:lnTo>
                    <a:pt x="120" y="1195"/>
                  </a:lnTo>
                  <a:lnTo>
                    <a:pt x="120" y="1195"/>
                  </a:lnTo>
                  <a:lnTo>
                    <a:pt x="120" y="1195"/>
                  </a:lnTo>
                  <a:lnTo>
                    <a:pt x="120" y="1195"/>
                  </a:lnTo>
                  <a:lnTo>
                    <a:pt x="120" y="1195"/>
                  </a:lnTo>
                  <a:lnTo>
                    <a:pt x="120" y="1193"/>
                  </a:lnTo>
                  <a:lnTo>
                    <a:pt x="120" y="1193"/>
                  </a:lnTo>
                  <a:lnTo>
                    <a:pt x="118" y="1193"/>
                  </a:lnTo>
                  <a:lnTo>
                    <a:pt x="118" y="1191"/>
                  </a:lnTo>
                  <a:lnTo>
                    <a:pt x="116" y="1191"/>
                  </a:lnTo>
                  <a:lnTo>
                    <a:pt x="116" y="1191"/>
                  </a:lnTo>
                  <a:lnTo>
                    <a:pt x="114" y="1191"/>
                  </a:lnTo>
                  <a:lnTo>
                    <a:pt x="114" y="1191"/>
                  </a:lnTo>
                  <a:lnTo>
                    <a:pt x="112" y="1195"/>
                  </a:lnTo>
                  <a:lnTo>
                    <a:pt x="108" y="1197"/>
                  </a:lnTo>
                  <a:lnTo>
                    <a:pt x="108" y="1197"/>
                  </a:lnTo>
                  <a:lnTo>
                    <a:pt x="106" y="1197"/>
                  </a:lnTo>
                  <a:lnTo>
                    <a:pt x="106" y="1197"/>
                  </a:lnTo>
                  <a:lnTo>
                    <a:pt x="104" y="1195"/>
                  </a:lnTo>
                  <a:lnTo>
                    <a:pt x="102" y="1195"/>
                  </a:lnTo>
                  <a:lnTo>
                    <a:pt x="102" y="1193"/>
                  </a:lnTo>
                  <a:lnTo>
                    <a:pt x="102" y="1193"/>
                  </a:lnTo>
                  <a:lnTo>
                    <a:pt x="102" y="1193"/>
                  </a:lnTo>
                  <a:lnTo>
                    <a:pt x="102" y="1191"/>
                  </a:lnTo>
                  <a:lnTo>
                    <a:pt x="102" y="1191"/>
                  </a:lnTo>
                  <a:lnTo>
                    <a:pt x="102" y="1191"/>
                  </a:lnTo>
                  <a:lnTo>
                    <a:pt x="102" y="1189"/>
                  </a:lnTo>
                  <a:lnTo>
                    <a:pt x="100" y="1189"/>
                  </a:lnTo>
                  <a:lnTo>
                    <a:pt x="96" y="1189"/>
                  </a:lnTo>
                  <a:lnTo>
                    <a:pt x="96" y="1189"/>
                  </a:lnTo>
                  <a:lnTo>
                    <a:pt x="96" y="1189"/>
                  </a:lnTo>
                  <a:lnTo>
                    <a:pt x="96" y="1189"/>
                  </a:lnTo>
                  <a:lnTo>
                    <a:pt x="94" y="1189"/>
                  </a:lnTo>
                  <a:lnTo>
                    <a:pt x="94" y="1187"/>
                  </a:lnTo>
                  <a:lnTo>
                    <a:pt x="94" y="1187"/>
                  </a:lnTo>
                  <a:lnTo>
                    <a:pt x="92" y="1187"/>
                  </a:lnTo>
                  <a:lnTo>
                    <a:pt x="90" y="1186"/>
                  </a:lnTo>
                  <a:lnTo>
                    <a:pt x="90" y="1186"/>
                  </a:lnTo>
                  <a:lnTo>
                    <a:pt x="88" y="1186"/>
                  </a:lnTo>
                  <a:lnTo>
                    <a:pt x="88" y="1186"/>
                  </a:lnTo>
                  <a:lnTo>
                    <a:pt x="86" y="1186"/>
                  </a:lnTo>
                  <a:lnTo>
                    <a:pt x="82" y="1186"/>
                  </a:lnTo>
                  <a:lnTo>
                    <a:pt x="82" y="1186"/>
                  </a:lnTo>
                  <a:lnTo>
                    <a:pt x="82" y="1186"/>
                  </a:lnTo>
                  <a:lnTo>
                    <a:pt x="80" y="1186"/>
                  </a:lnTo>
                  <a:lnTo>
                    <a:pt x="80" y="1184"/>
                  </a:lnTo>
                  <a:lnTo>
                    <a:pt x="80" y="1184"/>
                  </a:lnTo>
                  <a:lnTo>
                    <a:pt x="80" y="1184"/>
                  </a:lnTo>
                  <a:lnTo>
                    <a:pt x="80" y="1182"/>
                  </a:lnTo>
                  <a:lnTo>
                    <a:pt x="79" y="1182"/>
                  </a:lnTo>
                  <a:lnTo>
                    <a:pt x="79" y="1182"/>
                  </a:lnTo>
                  <a:lnTo>
                    <a:pt x="79" y="1180"/>
                  </a:lnTo>
                  <a:lnTo>
                    <a:pt x="79" y="1180"/>
                  </a:lnTo>
                  <a:lnTo>
                    <a:pt x="79" y="1180"/>
                  </a:lnTo>
                  <a:lnTo>
                    <a:pt x="79" y="1178"/>
                  </a:lnTo>
                  <a:lnTo>
                    <a:pt x="77" y="1178"/>
                  </a:lnTo>
                  <a:lnTo>
                    <a:pt x="77" y="1178"/>
                  </a:lnTo>
                  <a:lnTo>
                    <a:pt x="75" y="1178"/>
                  </a:lnTo>
                  <a:lnTo>
                    <a:pt x="75" y="1178"/>
                  </a:lnTo>
                  <a:lnTo>
                    <a:pt x="75" y="1178"/>
                  </a:lnTo>
                  <a:lnTo>
                    <a:pt x="75" y="1178"/>
                  </a:lnTo>
                  <a:lnTo>
                    <a:pt x="75" y="1178"/>
                  </a:lnTo>
                  <a:lnTo>
                    <a:pt x="75" y="1180"/>
                  </a:lnTo>
                  <a:lnTo>
                    <a:pt x="75" y="1180"/>
                  </a:lnTo>
                  <a:lnTo>
                    <a:pt x="75" y="1180"/>
                  </a:lnTo>
                  <a:lnTo>
                    <a:pt x="75" y="1182"/>
                  </a:lnTo>
                  <a:lnTo>
                    <a:pt x="75" y="1182"/>
                  </a:lnTo>
                  <a:lnTo>
                    <a:pt x="77" y="1182"/>
                  </a:lnTo>
                  <a:lnTo>
                    <a:pt x="77" y="1184"/>
                  </a:lnTo>
                  <a:lnTo>
                    <a:pt x="77" y="1184"/>
                  </a:lnTo>
                  <a:lnTo>
                    <a:pt x="75" y="1184"/>
                  </a:lnTo>
                  <a:lnTo>
                    <a:pt x="75" y="1184"/>
                  </a:lnTo>
                  <a:lnTo>
                    <a:pt x="69" y="1184"/>
                  </a:lnTo>
                  <a:lnTo>
                    <a:pt x="69" y="1186"/>
                  </a:lnTo>
                  <a:lnTo>
                    <a:pt x="67" y="1186"/>
                  </a:lnTo>
                  <a:lnTo>
                    <a:pt x="67" y="1186"/>
                  </a:lnTo>
                  <a:lnTo>
                    <a:pt x="67" y="1186"/>
                  </a:lnTo>
                  <a:lnTo>
                    <a:pt x="65" y="1186"/>
                  </a:lnTo>
                  <a:lnTo>
                    <a:pt x="63" y="1187"/>
                  </a:lnTo>
                  <a:lnTo>
                    <a:pt x="63" y="1187"/>
                  </a:lnTo>
                  <a:lnTo>
                    <a:pt x="63" y="1187"/>
                  </a:lnTo>
                  <a:lnTo>
                    <a:pt x="63" y="1187"/>
                  </a:lnTo>
                  <a:lnTo>
                    <a:pt x="63" y="1189"/>
                  </a:lnTo>
                  <a:lnTo>
                    <a:pt x="61" y="1189"/>
                  </a:lnTo>
                  <a:lnTo>
                    <a:pt x="61" y="1189"/>
                  </a:lnTo>
                  <a:lnTo>
                    <a:pt x="59" y="1189"/>
                  </a:lnTo>
                  <a:lnTo>
                    <a:pt x="57" y="1189"/>
                  </a:lnTo>
                  <a:lnTo>
                    <a:pt x="57" y="1187"/>
                  </a:lnTo>
                  <a:lnTo>
                    <a:pt x="57" y="1187"/>
                  </a:lnTo>
                  <a:lnTo>
                    <a:pt x="55" y="1187"/>
                  </a:lnTo>
                  <a:lnTo>
                    <a:pt x="55" y="1187"/>
                  </a:lnTo>
                  <a:lnTo>
                    <a:pt x="57" y="1186"/>
                  </a:lnTo>
                  <a:lnTo>
                    <a:pt x="57" y="1186"/>
                  </a:lnTo>
                  <a:lnTo>
                    <a:pt x="57" y="1186"/>
                  </a:lnTo>
                  <a:lnTo>
                    <a:pt x="57" y="1186"/>
                  </a:lnTo>
                  <a:lnTo>
                    <a:pt x="57" y="1186"/>
                  </a:lnTo>
                  <a:lnTo>
                    <a:pt x="59" y="1186"/>
                  </a:lnTo>
                  <a:lnTo>
                    <a:pt x="59" y="1184"/>
                  </a:lnTo>
                  <a:lnTo>
                    <a:pt x="59" y="1184"/>
                  </a:lnTo>
                  <a:lnTo>
                    <a:pt x="59" y="1184"/>
                  </a:lnTo>
                  <a:lnTo>
                    <a:pt x="59" y="1184"/>
                  </a:lnTo>
                  <a:lnTo>
                    <a:pt x="57" y="1182"/>
                  </a:lnTo>
                  <a:lnTo>
                    <a:pt x="55" y="1182"/>
                  </a:lnTo>
                  <a:lnTo>
                    <a:pt x="55" y="1180"/>
                  </a:lnTo>
                  <a:lnTo>
                    <a:pt x="53" y="1180"/>
                  </a:lnTo>
                  <a:lnTo>
                    <a:pt x="53" y="1180"/>
                  </a:lnTo>
                  <a:lnTo>
                    <a:pt x="53" y="1180"/>
                  </a:lnTo>
                  <a:lnTo>
                    <a:pt x="53" y="1180"/>
                  </a:lnTo>
                  <a:lnTo>
                    <a:pt x="51" y="1182"/>
                  </a:lnTo>
                  <a:lnTo>
                    <a:pt x="51" y="1182"/>
                  </a:lnTo>
                  <a:lnTo>
                    <a:pt x="51" y="1184"/>
                  </a:lnTo>
                  <a:lnTo>
                    <a:pt x="49" y="1184"/>
                  </a:lnTo>
                  <a:lnTo>
                    <a:pt x="47" y="1184"/>
                  </a:lnTo>
                  <a:lnTo>
                    <a:pt x="47" y="1184"/>
                  </a:lnTo>
                  <a:lnTo>
                    <a:pt x="47" y="1184"/>
                  </a:lnTo>
                  <a:lnTo>
                    <a:pt x="45" y="1184"/>
                  </a:lnTo>
                  <a:lnTo>
                    <a:pt x="45" y="1184"/>
                  </a:lnTo>
                  <a:lnTo>
                    <a:pt x="45" y="1184"/>
                  </a:lnTo>
                  <a:lnTo>
                    <a:pt x="45" y="1182"/>
                  </a:lnTo>
                  <a:lnTo>
                    <a:pt x="45" y="1182"/>
                  </a:lnTo>
                  <a:lnTo>
                    <a:pt x="45" y="1182"/>
                  </a:lnTo>
                  <a:lnTo>
                    <a:pt x="45" y="1180"/>
                  </a:lnTo>
                  <a:lnTo>
                    <a:pt x="45" y="1180"/>
                  </a:lnTo>
                  <a:lnTo>
                    <a:pt x="45" y="1180"/>
                  </a:lnTo>
                  <a:lnTo>
                    <a:pt x="45" y="1180"/>
                  </a:lnTo>
                  <a:lnTo>
                    <a:pt x="43" y="1180"/>
                  </a:lnTo>
                  <a:lnTo>
                    <a:pt x="43" y="1178"/>
                  </a:lnTo>
                  <a:lnTo>
                    <a:pt x="41" y="1176"/>
                  </a:lnTo>
                  <a:lnTo>
                    <a:pt x="41" y="1176"/>
                  </a:lnTo>
                  <a:lnTo>
                    <a:pt x="41" y="1176"/>
                  </a:lnTo>
                  <a:lnTo>
                    <a:pt x="41" y="1176"/>
                  </a:lnTo>
                  <a:lnTo>
                    <a:pt x="41" y="1174"/>
                  </a:lnTo>
                  <a:lnTo>
                    <a:pt x="41" y="1172"/>
                  </a:lnTo>
                  <a:lnTo>
                    <a:pt x="41" y="1172"/>
                  </a:lnTo>
                  <a:lnTo>
                    <a:pt x="41" y="1172"/>
                  </a:lnTo>
                  <a:lnTo>
                    <a:pt x="41" y="1172"/>
                  </a:lnTo>
                  <a:lnTo>
                    <a:pt x="39" y="1170"/>
                  </a:lnTo>
                  <a:lnTo>
                    <a:pt x="39" y="1170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41" y="1168"/>
                  </a:lnTo>
                  <a:lnTo>
                    <a:pt x="41" y="1168"/>
                  </a:lnTo>
                  <a:lnTo>
                    <a:pt x="41" y="1168"/>
                  </a:lnTo>
                  <a:lnTo>
                    <a:pt x="41" y="1168"/>
                  </a:lnTo>
                  <a:lnTo>
                    <a:pt x="43" y="1170"/>
                  </a:lnTo>
                  <a:lnTo>
                    <a:pt x="43" y="1170"/>
                  </a:lnTo>
                  <a:lnTo>
                    <a:pt x="45" y="1170"/>
                  </a:lnTo>
                  <a:lnTo>
                    <a:pt x="45" y="1170"/>
                  </a:lnTo>
                  <a:lnTo>
                    <a:pt x="45" y="1170"/>
                  </a:lnTo>
                  <a:lnTo>
                    <a:pt x="45" y="1168"/>
                  </a:lnTo>
                  <a:lnTo>
                    <a:pt x="45" y="1168"/>
                  </a:lnTo>
                  <a:lnTo>
                    <a:pt x="45" y="1168"/>
                  </a:lnTo>
                  <a:lnTo>
                    <a:pt x="45" y="1168"/>
                  </a:lnTo>
                  <a:lnTo>
                    <a:pt x="45" y="1166"/>
                  </a:lnTo>
                  <a:lnTo>
                    <a:pt x="45" y="1166"/>
                  </a:lnTo>
                  <a:lnTo>
                    <a:pt x="45" y="1166"/>
                  </a:lnTo>
                  <a:lnTo>
                    <a:pt x="45" y="1164"/>
                  </a:lnTo>
                  <a:lnTo>
                    <a:pt x="45" y="1164"/>
                  </a:lnTo>
                  <a:lnTo>
                    <a:pt x="43" y="1162"/>
                  </a:lnTo>
                  <a:lnTo>
                    <a:pt x="43" y="1162"/>
                  </a:lnTo>
                  <a:lnTo>
                    <a:pt x="43" y="1160"/>
                  </a:lnTo>
                  <a:lnTo>
                    <a:pt x="43" y="1158"/>
                  </a:lnTo>
                  <a:lnTo>
                    <a:pt x="43" y="1158"/>
                  </a:lnTo>
                  <a:lnTo>
                    <a:pt x="43" y="1156"/>
                  </a:lnTo>
                  <a:lnTo>
                    <a:pt x="43" y="1156"/>
                  </a:lnTo>
                  <a:lnTo>
                    <a:pt x="43" y="1156"/>
                  </a:lnTo>
                  <a:lnTo>
                    <a:pt x="43" y="1154"/>
                  </a:lnTo>
                  <a:lnTo>
                    <a:pt x="45" y="1154"/>
                  </a:lnTo>
                  <a:lnTo>
                    <a:pt x="45" y="1154"/>
                  </a:lnTo>
                  <a:lnTo>
                    <a:pt x="45" y="1152"/>
                  </a:lnTo>
                  <a:lnTo>
                    <a:pt x="45" y="1152"/>
                  </a:lnTo>
                  <a:lnTo>
                    <a:pt x="45" y="1152"/>
                  </a:lnTo>
                  <a:lnTo>
                    <a:pt x="47" y="1154"/>
                  </a:lnTo>
                  <a:lnTo>
                    <a:pt x="47" y="1154"/>
                  </a:lnTo>
                  <a:lnTo>
                    <a:pt x="49" y="1154"/>
                  </a:lnTo>
                  <a:lnTo>
                    <a:pt x="49" y="1154"/>
                  </a:lnTo>
                  <a:lnTo>
                    <a:pt x="49" y="1152"/>
                  </a:lnTo>
                  <a:lnTo>
                    <a:pt x="49" y="1152"/>
                  </a:lnTo>
                  <a:lnTo>
                    <a:pt x="49" y="1152"/>
                  </a:lnTo>
                  <a:lnTo>
                    <a:pt x="49" y="1152"/>
                  </a:lnTo>
                  <a:lnTo>
                    <a:pt x="49" y="1152"/>
                  </a:lnTo>
                  <a:lnTo>
                    <a:pt x="47" y="1150"/>
                  </a:lnTo>
                  <a:lnTo>
                    <a:pt x="47" y="1150"/>
                  </a:lnTo>
                  <a:lnTo>
                    <a:pt x="47" y="1148"/>
                  </a:lnTo>
                  <a:lnTo>
                    <a:pt x="47" y="1148"/>
                  </a:lnTo>
                  <a:lnTo>
                    <a:pt x="47" y="1146"/>
                  </a:lnTo>
                  <a:lnTo>
                    <a:pt x="45" y="1146"/>
                  </a:lnTo>
                  <a:lnTo>
                    <a:pt x="47" y="1146"/>
                  </a:lnTo>
                  <a:lnTo>
                    <a:pt x="47" y="1146"/>
                  </a:lnTo>
                  <a:lnTo>
                    <a:pt x="47" y="1144"/>
                  </a:lnTo>
                  <a:lnTo>
                    <a:pt x="49" y="1144"/>
                  </a:lnTo>
                  <a:lnTo>
                    <a:pt x="49" y="1144"/>
                  </a:lnTo>
                  <a:lnTo>
                    <a:pt x="49" y="1144"/>
                  </a:lnTo>
                  <a:lnTo>
                    <a:pt x="51" y="1146"/>
                  </a:lnTo>
                  <a:lnTo>
                    <a:pt x="51" y="1146"/>
                  </a:lnTo>
                  <a:lnTo>
                    <a:pt x="53" y="1148"/>
                  </a:lnTo>
                  <a:lnTo>
                    <a:pt x="53" y="1148"/>
                  </a:lnTo>
                  <a:lnTo>
                    <a:pt x="57" y="1148"/>
                  </a:lnTo>
                  <a:lnTo>
                    <a:pt x="57" y="1148"/>
                  </a:lnTo>
                  <a:lnTo>
                    <a:pt x="57" y="1148"/>
                  </a:lnTo>
                  <a:lnTo>
                    <a:pt x="57" y="1148"/>
                  </a:lnTo>
                  <a:lnTo>
                    <a:pt x="57" y="1148"/>
                  </a:lnTo>
                  <a:lnTo>
                    <a:pt x="57" y="1146"/>
                  </a:lnTo>
                  <a:lnTo>
                    <a:pt x="57" y="1146"/>
                  </a:lnTo>
                  <a:lnTo>
                    <a:pt x="55" y="1146"/>
                  </a:lnTo>
                  <a:lnTo>
                    <a:pt x="53" y="1144"/>
                  </a:lnTo>
                  <a:lnTo>
                    <a:pt x="53" y="1144"/>
                  </a:lnTo>
                  <a:lnTo>
                    <a:pt x="53" y="1144"/>
                  </a:lnTo>
                  <a:lnTo>
                    <a:pt x="53" y="1144"/>
                  </a:lnTo>
                  <a:lnTo>
                    <a:pt x="51" y="1142"/>
                  </a:lnTo>
                  <a:lnTo>
                    <a:pt x="51" y="1142"/>
                  </a:lnTo>
                  <a:lnTo>
                    <a:pt x="51" y="1140"/>
                  </a:lnTo>
                  <a:lnTo>
                    <a:pt x="47" y="1136"/>
                  </a:lnTo>
                  <a:lnTo>
                    <a:pt x="45" y="1136"/>
                  </a:lnTo>
                  <a:lnTo>
                    <a:pt x="45" y="1134"/>
                  </a:lnTo>
                  <a:lnTo>
                    <a:pt x="45" y="1134"/>
                  </a:lnTo>
                  <a:lnTo>
                    <a:pt x="45" y="1134"/>
                  </a:lnTo>
                  <a:lnTo>
                    <a:pt x="47" y="1134"/>
                  </a:lnTo>
                  <a:lnTo>
                    <a:pt x="47" y="1132"/>
                  </a:lnTo>
                  <a:lnTo>
                    <a:pt x="47" y="1132"/>
                  </a:lnTo>
                  <a:lnTo>
                    <a:pt x="51" y="1129"/>
                  </a:lnTo>
                  <a:lnTo>
                    <a:pt x="53" y="1127"/>
                  </a:lnTo>
                  <a:lnTo>
                    <a:pt x="53" y="1127"/>
                  </a:lnTo>
                  <a:lnTo>
                    <a:pt x="53" y="1127"/>
                  </a:lnTo>
                  <a:lnTo>
                    <a:pt x="53" y="1125"/>
                  </a:lnTo>
                  <a:lnTo>
                    <a:pt x="53" y="1125"/>
                  </a:lnTo>
                  <a:lnTo>
                    <a:pt x="53" y="1125"/>
                  </a:lnTo>
                  <a:lnTo>
                    <a:pt x="53" y="1125"/>
                  </a:lnTo>
                  <a:lnTo>
                    <a:pt x="55" y="1123"/>
                  </a:lnTo>
                  <a:lnTo>
                    <a:pt x="55" y="1123"/>
                  </a:lnTo>
                  <a:lnTo>
                    <a:pt x="57" y="1123"/>
                  </a:lnTo>
                  <a:lnTo>
                    <a:pt x="57" y="1123"/>
                  </a:lnTo>
                  <a:lnTo>
                    <a:pt x="57" y="1123"/>
                  </a:lnTo>
                  <a:lnTo>
                    <a:pt x="57" y="1121"/>
                  </a:lnTo>
                  <a:lnTo>
                    <a:pt x="57" y="1121"/>
                  </a:lnTo>
                  <a:lnTo>
                    <a:pt x="57" y="1119"/>
                  </a:lnTo>
                  <a:lnTo>
                    <a:pt x="59" y="1117"/>
                  </a:lnTo>
                  <a:lnTo>
                    <a:pt x="59" y="1115"/>
                  </a:lnTo>
                  <a:lnTo>
                    <a:pt x="61" y="1115"/>
                  </a:lnTo>
                  <a:lnTo>
                    <a:pt x="61" y="1115"/>
                  </a:lnTo>
                  <a:lnTo>
                    <a:pt x="61" y="1115"/>
                  </a:lnTo>
                  <a:lnTo>
                    <a:pt x="63" y="1115"/>
                  </a:lnTo>
                  <a:lnTo>
                    <a:pt x="63" y="1115"/>
                  </a:lnTo>
                  <a:lnTo>
                    <a:pt x="63" y="1115"/>
                  </a:lnTo>
                  <a:lnTo>
                    <a:pt x="63" y="1115"/>
                  </a:lnTo>
                  <a:lnTo>
                    <a:pt x="63" y="1115"/>
                  </a:lnTo>
                  <a:lnTo>
                    <a:pt x="61" y="1113"/>
                  </a:lnTo>
                  <a:lnTo>
                    <a:pt x="61" y="1113"/>
                  </a:lnTo>
                  <a:lnTo>
                    <a:pt x="61" y="1111"/>
                  </a:lnTo>
                  <a:lnTo>
                    <a:pt x="61" y="1111"/>
                  </a:lnTo>
                  <a:lnTo>
                    <a:pt x="61" y="1111"/>
                  </a:lnTo>
                  <a:lnTo>
                    <a:pt x="61" y="1109"/>
                  </a:lnTo>
                  <a:lnTo>
                    <a:pt x="61" y="1109"/>
                  </a:lnTo>
                  <a:lnTo>
                    <a:pt x="61" y="1109"/>
                  </a:lnTo>
                  <a:lnTo>
                    <a:pt x="61" y="1109"/>
                  </a:lnTo>
                  <a:lnTo>
                    <a:pt x="61" y="1107"/>
                  </a:lnTo>
                  <a:lnTo>
                    <a:pt x="61" y="1107"/>
                  </a:lnTo>
                  <a:lnTo>
                    <a:pt x="61" y="1107"/>
                  </a:lnTo>
                  <a:lnTo>
                    <a:pt x="61" y="1107"/>
                  </a:lnTo>
                  <a:lnTo>
                    <a:pt x="63" y="1103"/>
                  </a:lnTo>
                  <a:lnTo>
                    <a:pt x="63" y="1101"/>
                  </a:lnTo>
                  <a:lnTo>
                    <a:pt x="63" y="1101"/>
                  </a:lnTo>
                  <a:lnTo>
                    <a:pt x="63" y="1101"/>
                  </a:lnTo>
                  <a:lnTo>
                    <a:pt x="63" y="1101"/>
                  </a:lnTo>
                  <a:lnTo>
                    <a:pt x="63" y="1099"/>
                  </a:lnTo>
                  <a:lnTo>
                    <a:pt x="65" y="1099"/>
                  </a:lnTo>
                  <a:lnTo>
                    <a:pt x="65" y="1099"/>
                  </a:lnTo>
                  <a:lnTo>
                    <a:pt x="65" y="1099"/>
                  </a:lnTo>
                  <a:lnTo>
                    <a:pt x="67" y="1097"/>
                  </a:lnTo>
                  <a:lnTo>
                    <a:pt x="67" y="1097"/>
                  </a:lnTo>
                  <a:lnTo>
                    <a:pt x="67" y="1097"/>
                  </a:lnTo>
                  <a:lnTo>
                    <a:pt x="71" y="1099"/>
                  </a:lnTo>
                  <a:lnTo>
                    <a:pt x="71" y="1099"/>
                  </a:lnTo>
                  <a:lnTo>
                    <a:pt x="73" y="1099"/>
                  </a:lnTo>
                  <a:lnTo>
                    <a:pt x="73" y="1099"/>
                  </a:lnTo>
                  <a:lnTo>
                    <a:pt x="73" y="1099"/>
                  </a:lnTo>
                  <a:lnTo>
                    <a:pt x="73" y="1099"/>
                  </a:lnTo>
                  <a:lnTo>
                    <a:pt x="75" y="1099"/>
                  </a:lnTo>
                  <a:lnTo>
                    <a:pt x="75" y="1099"/>
                  </a:lnTo>
                  <a:lnTo>
                    <a:pt x="75" y="1099"/>
                  </a:lnTo>
                  <a:lnTo>
                    <a:pt x="75" y="1097"/>
                  </a:lnTo>
                  <a:lnTo>
                    <a:pt x="75" y="1097"/>
                  </a:lnTo>
                  <a:lnTo>
                    <a:pt x="75" y="1097"/>
                  </a:lnTo>
                  <a:lnTo>
                    <a:pt x="75" y="1095"/>
                  </a:lnTo>
                  <a:lnTo>
                    <a:pt x="75" y="1095"/>
                  </a:lnTo>
                  <a:lnTo>
                    <a:pt x="75" y="1095"/>
                  </a:lnTo>
                  <a:lnTo>
                    <a:pt x="75" y="1095"/>
                  </a:lnTo>
                  <a:lnTo>
                    <a:pt x="75" y="1093"/>
                  </a:lnTo>
                  <a:lnTo>
                    <a:pt x="75" y="1093"/>
                  </a:lnTo>
                  <a:lnTo>
                    <a:pt x="75" y="1093"/>
                  </a:lnTo>
                  <a:lnTo>
                    <a:pt x="75" y="1093"/>
                  </a:lnTo>
                  <a:lnTo>
                    <a:pt x="77" y="1087"/>
                  </a:lnTo>
                  <a:lnTo>
                    <a:pt x="77" y="1087"/>
                  </a:lnTo>
                  <a:lnTo>
                    <a:pt x="79" y="1087"/>
                  </a:lnTo>
                  <a:lnTo>
                    <a:pt x="77" y="1087"/>
                  </a:lnTo>
                  <a:lnTo>
                    <a:pt x="77" y="1085"/>
                  </a:lnTo>
                  <a:lnTo>
                    <a:pt x="77" y="1085"/>
                  </a:lnTo>
                  <a:lnTo>
                    <a:pt x="69" y="1083"/>
                  </a:lnTo>
                  <a:lnTo>
                    <a:pt x="67" y="1083"/>
                  </a:lnTo>
                  <a:lnTo>
                    <a:pt x="67" y="1083"/>
                  </a:lnTo>
                  <a:lnTo>
                    <a:pt x="67" y="1081"/>
                  </a:lnTo>
                  <a:lnTo>
                    <a:pt x="67" y="1081"/>
                  </a:lnTo>
                  <a:lnTo>
                    <a:pt x="67" y="1081"/>
                  </a:lnTo>
                  <a:lnTo>
                    <a:pt x="67" y="1081"/>
                  </a:lnTo>
                  <a:lnTo>
                    <a:pt x="67" y="1079"/>
                  </a:lnTo>
                  <a:lnTo>
                    <a:pt x="67" y="1079"/>
                  </a:lnTo>
                  <a:lnTo>
                    <a:pt x="67" y="1079"/>
                  </a:lnTo>
                  <a:lnTo>
                    <a:pt x="67" y="1079"/>
                  </a:lnTo>
                  <a:lnTo>
                    <a:pt x="65" y="1078"/>
                  </a:lnTo>
                  <a:lnTo>
                    <a:pt x="65" y="1078"/>
                  </a:lnTo>
                  <a:lnTo>
                    <a:pt x="63" y="1078"/>
                  </a:lnTo>
                  <a:lnTo>
                    <a:pt x="65" y="1078"/>
                  </a:lnTo>
                  <a:lnTo>
                    <a:pt x="65" y="1078"/>
                  </a:lnTo>
                  <a:lnTo>
                    <a:pt x="65" y="1076"/>
                  </a:lnTo>
                  <a:lnTo>
                    <a:pt x="63" y="1076"/>
                  </a:lnTo>
                  <a:lnTo>
                    <a:pt x="61" y="1076"/>
                  </a:lnTo>
                  <a:lnTo>
                    <a:pt x="59" y="1076"/>
                  </a:lnTo>
                  <a:lnTo>
                    <a:pt x="57" y="1074"/>
                  </a:lnTo>
                  <a:lnTo>
                    <a:pt x="55" y="1074"/>
                  </a:lnTo>
                  <a:lnTo>
                    <a:pt x="55" y="1074"/>
                  </a:lnTo>
                  <a:lnTo>
                    <a:pt x="55" y="1074"/>
                  </a:lnTo>
                  <a:lnTo>
                    <a:pt x="55" y="1072"/>
                  </a:lnTo>
                  <a:lnTo>
                    <a:pt x="55" y="1072"/>
                  </a:lnTo>
                  <a:lnTo>
                    <a:pt x="55" y="1072"/>
                  </a:lnTo>
                  <a:lnTo>
                    <a:pt x="55" y="1070"/>
                  </a:lnTo>
                  <a:lnTo>
                    <a:pt x="55" y="1070"/>
                  </a:lnTo>
                  <a:lnTo>
                    <a:pt x="57" y="1068"/>
                  </a:lnTo>
                  <a:lnTo>
                    <a:pt x="57" y="1068"/>
                  </a:lnTo>
                  <a:lnTo>
                    <a:pt x="57" y="1068"/>
                  </a:lnTo>
                  <a:lnTo>
                    <a:pt x="57" y="1066"/>
                  </a:lnTo>
                  <a:lnTo>
                    <a:pt x="55" y="1066"/>
                  </a:lnTo>
                  <a:lnTo>
                    <a:pt x="55" y="1064"/>
                  </a:lnTo>
                  <a:lnTo>
                    <a:pt x="55" y="1064"/>
                  </a:lnTo>
                  <a:lnTo>
                    <a:pt x="55" y="1064"/>
                  </a:lnTo>
                  <a:lnTo>
                    <a:pt x="55" y="1062"/>
                  </a:lnTo>
                  <a:lnTo>
                    <a:pt x="55" y="1062"/>
                  </a:lnTo>
                  <a:lnTo>
                    <a:pt x="55" y="1060"/>
                  </a:lnTo>
                  <a:lnTo>
                    <a:pt x="55" y="1060"/>
                  </a:lnTo>
                  <a:lnTo>
                    <a:pt x="55" y="1060"/>
                  </a:lnTo>
                  <a:lnTo>
                    <a:pt x="55" y="1058"/>
                  </a:lnTo>
                  <a:lnTo>
                    <a:pt x="55" y="1058"/>
                  </a:lnTo>
                  <a:lnTo>
                    <a:pt x="55" y="1058"/>
                  </a:lnTo>
                  <a:lnTo>
                    <a:pt x="55" y="1058"/>
                  </a:lnTo>
                  <a:lnTo>
                    <a:pt x="55" y="1058"/>
                  </a:lnTo>
                  <a:lnTo>
                    <a:pt x="55" y="1056"/>
                  </a:lnTo>
                  <a:lnTo>
                    <a:pt x="55" y="1056"/>
                  </a:lnTo>
                  <a:lnTo>
                    <a:pt x="55" y="1056"/>
                  </a:lnTo>
                  <a:lnTo>
                    <a:pt x="55" y="1054"/>
                  </a:lnTo>
                  <a:lnTo>
                    <a:pt x="55" y="1054"/>
                  </a:lnTo>
                  <a:lnTo>
                    <a:pt x="55" y="1052"/>
                  </a:lnTo>
                  <a:lnTo>
                    <a:pt x="55" y="1050"/>
                  </a:lnTo>
                  <a:lnTo>
                    <a:pt x="55" y="1050"/>
                  </a:lnTo>
                  <a:lnTo>
                    <a:pt x="55" y="1050"/>
                  </a:lnTo>
                  <a:lnTo>
                    <a:pt x="55" y="1048"/>
                  </a:lnTo>
                  <a:lnTo>
                    <a:pt x="55" y="1048"/>
                  </a:lnTo>
                  <a:lnTo>
                    <a:pt x="55" y="1046"/>
                  </a:lnTo>
                  <a:lnTo>
                    <a:pt x="55" y="1046"/>
                  </a:lnTo>
                  <a:lnTo>
                    <a:pt x="53" y="1046"/>
                  </a:lnTo>
                  <a:lnTo>
                    <a:pt x="53" y="1044"/>
                  </a:lnTo>
                  <a:lnTo>
                    <a:pt x="53" y="1044"/>
                  </a:lnTo>
                  <a:lnTo>
                    <a:pt x="53" y="1042"/>
                  </a:lnTo>
                  <a:lnTo>
                    <a:pt x="53" y="1040"/>
                  </a:lnTo>
                  <a:lnTo>
                    <a:pt x="51" y="1038"/>
                  </a:lnTo>
                  <a:lnTo>
                    <a:pt x="51" y="1036"/>
                  </a:lnTo>
                  <a:lnTo>
                    <a:pt x="51" y="1036"/>
                  </a:lnTo>
                  <a:lnTo>
                    <a:pt x="51" y="1036"/>
                  </a:lnTo>
                  <a:lnTo>
                    <a:pt x="49" y="1034"/>
                  </a:lnTo>
                  <a:lnTo>
                    <a:pt x="49" y="1034"/>
                  </a:lnTo>
                  <a:lnTo>
                    <a:pt x="47" y="1032"/>
                  </a:lnTo>
                  <a:lnTo>
                    <a:pt x="47" y="1032"/>
                  </a:lnTo>
                  <a:lnTo>
                    <a:pt x="47" y="1032"/>
                  </a:lnTo>
                  <a:lnTo>
                    <a:pt x="47" y="1030"/>
                  </a:lnTo>
                  <a:lnTo>
                    <a:pt x="47" y="1030"/>
                  </a:lnTo>
                  <a:lnTo>
                    <a:pt x="47" y="1030"/>
                  </a:lnTo>
                  <a:lnTo>
                    <a:pt x="47" y="1030"/>
                  </a:lnTo>
                  <a:lnTo>
                    <a:pt x="43" y="1030"/>
                  </a:lnTo>
                  <a:lnTo>
                    <a:pt x="41" y="1030"/>
                  </a:lnTo>
                  <a:lnTo>
                    <a:pt x="41" y="1030"/>
                  </a:lnTo>
                  <a:lnTo>
                    <a:pt x="39" y="1030"/>
                  </a:lnTo>
                  <a:lnTo>
                    <a:pt x="39" y="1028"/>
                  </a:lnTo>
                  <a:lnTo>
                    <a:pt x="39" y="1028"/>
                  </a:lnTo>
                  <a:lnTo>
                    <a:pt x="37" y="1026"/>
                  </a:lnTo>
                  <a:lnTo>
                    <a:pt x="37" y="1026"/>
                  </a:lnTo>
                  <a:lnTo>
                    <a:pt x="37" y="1026"/>
                  </a:lnTo>
                  <a:lnTo>
                    <a:pt x="37" y="1025"/>
                  </a:lnTo>
                  <a:lnTo>
                    <a:pt x="37" y="1025"/>
                  </a:lnTo>
                  <a:lnTo>
                    <a:pt x="37" y="1023"/>
                  </a:lnTo>
                  <a:lnTo>
                    <a:pt x="37" y="1023"/>
                  </a:lnTo>
                  <a:lnTo>
                    <a:pt x="37" y="1021"/>
                  </a:lnTo>
                  <a:lnTo>
                    <a:pt x="37" y="1021"/>
                  </a:lnTo>
                  <a:lnTo>
                    <a:pt x="37" y="1021"/>
                  </a:lnTo>
                  <a:lnTo>
                    <a:pt x="37" y="1019"/>
                  </a:lnTo>
                  <a:lnTo>
                    <a:pt x="37" y="1017"/>
                  </a:lnTo>
                  <a:lnTo>
                    <a:pt x="37" y="1017"/>
                  </a:lnTo>
                  <a:lnTo>
                    <a:pt x="37" y="1017"/>
                  </a:lnTo>
                  <a:lnTo>
                    <a:pt x="37" y="1015"/>
                  </a:lnTo>
                  <a:lnTo>
                    <a:pt x="35" y="1015"/>
                  </a:lnTo>
                  <a:lnTo>
                    <a:pt x="35" y="1015"/>
                  </a:lnTo>
                  <a:lnTo>
                    <a:pt x="35" y="1015"/>
                  </a:lnTo>
                  <a:lnTo>
                    <a:pt x="35" y="1013"/>
                  </a:lnTo>
                  <a:lnTo>
                    <a:pt x="35" y="1013"/>
                  </a:lnTo>
                  <a:lnTo>
                    <a:pt x="35" y="1011"/>
                  </a:lnTo>
                  <a:lnTo>
                    <a:pt x="35" y="1011"/>
                  </a:lnTo>
                  <a:lnTo>
                    <a:pt x="35" y="1011"/>
                  </a:lnTo>
                  <a:lnTo>
                    <a:pt x="35" y="1009"/>
                  </a:lnTo>
                  <a:lnTo>
                    <a:pt x="35" y="1009"/>
                  </a:lnTo>
                  <a:lnTo>
                    <a:pt x="35" y="1007"/>
                  </a:lnTo>
                  <a:lnTo>
                    <a:pt x="37" y="1007"/>
                  </a:lnTo>
                  <a:lnTo>
                    <a:pt x="37" y="1005"/>
                  </a:lnTo>
                  <a:lnTo>
                    <a:pt x="37" y="1005"/>
                  </a:lnTo>
                  <a:lnTo>
                    <a:pt x="39" y="1005"/>
                  </a:lnTo>
                  <a:lnTo>
                    <a:pt x="39" y="1003"/>
                  </a:lnTo>
                  <a:lnTo>
                    <a:pt x="41" y="1001"/>
                  </a:lnTo>
                  <a:lnTo>
                    <a:pt x="41" y="1001"/>
                  </a:lnTo>
                  <a:lnTo>
                    <a:pt x="43" y="1001"/>
                  </a:lnTo>
                  <a:lnTo>
                    <a:pt x="43" y="999"/>
                  </a:lnTo>
                  <a:lnTo>
                    <a:pt x="41" y="999"/>
                  </a:lnTo>
                  <a:lnTo>
                    <a:pt x="41" y="999"/>
                  </a:lnTo>
                  <a:lnTo>
                    <a:pt x="41" y="999"/>
                  </a:lnTo>
                  <a:lnTo>
                    <a:pt x="41" y="997"/>
                  </a:lnTo>
                  <a:lnTo>
                    <a:pt x="41" y="997"/>
                  </a:lnTo>
                  <a:lnTo>
                    <a:pt x="41" y="997"/>
                  </a:lnTo>
                  <a:lnTo>
                    <a:pt x="41" y="997"/>
                  </a:lnTo>
                  <a:lnTo>
                    <a:pt x="41" y="995"/>
                  </a:lnTo>
                  <a:lnTo>
                    <a:pt x="41" y="995"/>
                  </a:lnTo>
                  <a:lnTo>
                    <a:pt x="41" y="993"/>
                  </a:lnTo>
                  <a:lnTo>
                    <a:pt x="41" y="993"/>
                  </a:lnTo>
                  <a:lnTo>
                    <a:pt x="39" y="991"/>
                  </a:lnTo>
                  <a:lnTo>
                    <a:pt x="39" y="991"/>
                  </a:lnTo>
                  <a:lnTo>
                    <a:pt x="37" y="989"/>
                  </a:lnTo>
                  <a:lnTo>
                    <a:pt x="37" y="989"/>
                  </a:lnTo>
                  <a:lnTo>
                    <a:pt x="37" y="987"/>
                  </a:lnTo>
                  <a:lnTo>
                    <a:pt x="37" y="985"/>
                  </a:lnTo>
                  <a:lnTo>
                    <a:pt x="37" y="983"/>
                  </a:lnTo>
                  <a:lnTo>
                    <a:pt x="37" y="983"/>
                  </a:lnTo>
                  <a:lnTo>
                    <a:pt x="37" y="981"/>
                  </a:lnTo>
                  <a:lnTo>
                    <a:pt x="37" y="981"/>
                  </a:lnTo>
                  <a:lnTo>
                    <a:pt x="37" y="981"/>
                  </a:lnTo>
                  <a:lnTo>
                    <a:pt x="37" y="979"/>
                  </a:lnTo>
                  <a:lnTo>
                    <a:pt x="37" y="979"/>
                  </a:lnTo>
                  <a:lnTo>
                    <a:pt x="33" y="977"/>
                  </a:lnTo>
                  <a:lnTo>
                    <a:pt x="33" y="977"/>
                  </a:lnTo>
                  <a:lnTo>
                    <a:pt x="33" y="977"/>
                  </a:lnTo>
                  <a:lnTo>
                    <a:pt x="33" y="975"/>
                  </a:lnTo>
                  <a:lnTo>
                    <a:pt x="31" y="975"/>
                  </a:lnTo>
                  <a:lnTo>
                    <a:pt x="33" y="975"/>
                  </a:lnTo>
                  <a:lnTo>
                    <a:pt x="33" y="973"/>
                  </a:lnTo>
                  <a:lnTo>
                    <a:pt x="33" y="973"/>
                  </a:lnTo>
                  <a:lnTo>
                    <a:pt x="33" y="973"/>
                  </a:lnTo>
                  <a:lnTo>
                    <a:pt x="33" y="971"/>
                  </a:lnTo>
                  <a:lnTo>
                    <a:pt x="33" y="971"/>
                  </a:lnTo>
                  <a:lnTo>
                    <a:pt x="33" y="970"/>
                  </a:lnTo>
                  <a:lnTo>
                    <a:pt x="33" y="970"/>
                  </a:lnTo>
                  <a:lnTo>
                    <a:pt x="33" y="970"/>
                  </a:lnTo>
                  <a:lnTo>
                    <a:pt x="31" y="970"/>
                  </a:lnTo>
                  <a:lnTo>
                    <a:pt x="29" y="971"/>
                  </a:lnTo>
                  <a:lnTo>
                    <a:pt x="28" y="971"/>
                  </a:lnTo>
                  <a:lnTo>
                    <a:pt x="28" y="971"/>
                  </a:lnTo>
                  <a:lnTo>
                    <a:pt x="28" y="971"/>
                  </a:lnTo>
                  <a:lnTo>
                    <a:pt x="28" y="971"/>
                  </a:lnTo>
                  <a:lnTo>
                    <a:pt x="26" y="971"/>
                  </a:lnTo>
                  <a:lnTo>
                    <a:pt x="26" y="971"/>
                  </a:lnTo>
                  <a:lnTo>
                    <a:pt x="26" y="970"/>
                  </a:lnTo>
                  <a:lnTo>
                    <a:pt x="28" y="970"/>
                  </a:lnTo>
                  <a:lnTo>
                    <a:pt x="28" y="966"/>
                  </a:lnTo>
                  <a:lnTo>
                    <a:pt x="29" y="966"/>
                  </a:lnTo>
                  <a:lnTo>
                    <a:pt x="29" y="966"/>
                  </a:lnTo>
                  <a:lnTo>
                    <a:pt x="29" y="964"/>
                  </a:lnTo>
                  <a:lnTo>
                    <a:pt x="28" y="964"/>
                  </a:lnTo>
                  <a:lnTo>
                    <a:pt x="28" y="962"/>
                  </a:lnTo>
                  <a:lnTo>
                    <a:pt x="28" y="962"/>
                  </a:lnTo>
                  <a:lnTo>
                    <a:pt x="24" y="962"/>
                  </a:lnTo>
                  <a:lnTo>
                    <a:pt x="22" y="962"/>
                  </a:lnTo>
                  <a:lnTo>
                    <a:pt x="20" y="960"/>
                  </a:lnTo>
                  <a:lnTo>
                    <a:pt x="20" y="960"/>
                  </a:lnTo>
                  <a:lnTo>
                    <a:pt x="18" y="958"/>
                  </a:lnTo>
                  <a:lnTo>
                    <a:pt x="18" y="958"/>
                  </a:lnTo>
                  <a:lnTo>
                    <a:pt x="16" y="960"/>
                  </a:lnTo>
                  <a:lnTo>
                    <a:pt x="14" y="960"/>
                  </a:lnTo>
                  <a:lnTo>
                    <a:pt x="14" y="960"/>
                  </a:lnTo>
                  <a:lnTo>
                    <a:pt x="12" y="960"/>
                  </a:lnTo>
                  <a:lnTo>
                    <a:pt x="12" y="958"/>
                  </a:lnTo>
                  <a:lnTo>
                    <a:pt x="8" y="954"/>
                  </a:lnTo>
                  <a:lnTo>
                    <a:pt x="8" y="954"/>
                  </a:lnTo>
                  <a:lnTo>
                    <a:pt x="8" y="952"/>
                  </a:lnTo>
                  <a:lnTo>
                    <a:pt x="20" y="950"/>
                  </a:lnTo>
                  <a:lnTo>
                    <a:pt x="22" y="946"/>
                  </a:lnTo>
                  <a:lnTo>
                    <a:pt x="24" y="946"/>
                  </a:lnTo>
                  <a:lnTo>
                    <a:pt x="24" y="946"/>
                  </a:lnTo>
                  <a:lnTo>
                    <a:pt x="24" y="944"/>
                  </a:lnTo>
                  <a:lnTo>
                    <a:pt x="24" y="944"/>
                  </a:lnTo>
                  <a:lnTo>
                    <a:pt x="24" y="942"/>
                  </a:lnTo>
                  <a:lnTo>
                    <a:pt x="24" y="940"/>
                  </a:lnTo>
                  <a:lnTo>
                    <a:pt x="24" y="940"/>
                  </a:lnTo>
                  <a:lnTo>
                    <a:pt x="24" y="938"/>
                  </a:lnTo>
                  <a:lnTo>
                    <a:pt x="24" y="936"/>
                  </a:lnTo>
                  <a:lnTo>
                    <a:pt x="24" y="936"/>
                  </a:lnTo>
                  <a:lnTo>
                    <a:pt x="28" y="934"/>
                  </a:lnTo>
                  <a:lnTo>
                    <a:pt x="29" y="934"/>
                  </a:lnTo>
                  <a:lnTo>
                    <a:pt x="31" y="934"/>
                  </a:lnTo>
                  <a:lnTo>
                    <a:pt x="33" y="932"/>
                  </a:lnTo>
                  <a:lnTo>
                    <a:pt x="35" y="926"/>
                  </a:lnTo>
                  <a:lnTo>
                    <a:pt x="35" y="926"/>
                  </a:lnTo>
                  <a:lnTo>
                    <a:pt x="39" y="924"/>
                  </a:lnTo>
                  <a:lnTo>
                    <a:pt x="39" y="924"/>
                  </a:lnTo>
                  <a:lnTo>
                    <a:pt x="41" y="922"/>
                  </a:lnTo>
                  <a:lnTo>
                    <a:pt x="43" y="924"/>
                  </a:lnTo>
                  <a:lnTo>
                    <a:pt x="43" y="924"/>
                  </a:lnTo>
                  <a:lnTo>
                    <a:pt x="45" y="926"/>
                  </a:lnTo>
                  <a:lnTo>
                    <a:pt x="45" y="926"/>
                  </a:lnTo>
                  <a:lnTo>
                    <a:pt x="45" y="926"/>
                  </a:lnTo>
                  <a:lnTo>
                    <a:pt x="45" y="926"/>
                  </a:lnTo>
                  <a:lnTo>
                    <a:pt x="47" y="926"/>
                  </a:lnTo>
                  <a:lnTo>
                    <a:pt x="47" y="926"/>
                  </a:lnTo>
                  <a:lnTo>
                    <a:pt x="47" y="920"/>
                  </a:lnTo>
                  <a:lnTo>
                    <a:pt x="49" y="917"/>
                  </a:lnTo>
                  <a:lnTo>
                    <a:pt x="49" y="917"/>
                  </a:lnTo>
                  <a:lnTo>
                    <a:pt x="49" y="917"/>
                  </a:lnTo>
                  <a:lnTo>
                    <a:pt x="49" y="917"/>
                  </a:lnTo>
                  <a:lnTo>
                    <a:pt x="49" y="915"/>
                  </a:lnTo>
                  <a:lnTo>
                    <a:pt x="49" y="915"/>
                  </a:lnTo>
                  <a:lnTo>
                    <a:pt x="49" y="913"/>
                  </a:lnTo>
                  <a:lnTo>
                    <a:pt x="49" y="911"/>
                  </a:lnTo>
                  <a:lnTo>
                    <a:pt x="49" y="907"/>
                  </a:lnTo>
                  <a:lnTo>
                    <a:pt x="49" y="903"/>
                  </a:lnTo>
                  <a:lnTo>
                    <a:pt x="49" y="901"/>
                  </a:lnTo>
                  <a:lnTo>
                    <a:pt x="49" y="901"/>
                  </a:lnTo>
                  <a:lnTo>
                    <a:pt x="49" y="901"/>
                  </a:lnTo>
                  <a:lnTo>
                    <a:pt x="49" y="901"/>
                  </a:lnTo>
                  <a:lnTo>
                    <a:pt x="49" y="899"/>
                  </a:lnTo>
                  <a:lnTo>
                    <a:pt x="47" y="899"/>
                  </a:lnTo>
                  <a:lnTo>
                    <a:pt x="47" y="891"/>
                  </a:lnTo>
                  <a:lnTo>
                    <a:pt x="47" y="889"/>
                  </a:lnTo>
                  <a:lnTo>
                    <a:pt x="47" y="887"/>
                  </a:lnTo>
                  <a:lnTo>
                    <a:pt x="47" y="887"/>
                  </a:lnTo>
                  <a:lnTo>
                    <a:pt x="47" y="885"/>
                  </a:lnTo>
                  <a:lnTo>
                    <a:pt x="47" y="869"/>
                  </a:lnTo>
                  <a:lnTo>
                    <a:pt x="45" y="867"/>
                  </a:lnTo>
                  <a:lnTo>
                    <a:pt x="45" y="867"/>
                  </a:lnTo>
                  <a:lnTo>
                    <a:pt x="45" y="867"/>
                  </a:lnTo>
                  <a:lnTo>
                    <a:pt x="45" y="865"/>
                  </a:lnTo>
                  <a:lnTo>
                    <a:pt x="45" y="865"/>
                  </a:lnTo>
                  <a:lnTo>
                    <a:pt x="45" y="865"/>
                  </a:lnTo>
                  <a:lnTo>
                    <a:pt x="45" y="865"/>
                  </a:lnTo>
                  <a:lnTo>
                    <a:pt x="45" y="863"/>
                  </a:lnTo>
                  <a:lnTo>
                    <a:pt x="45" y="863"/>
                  </a:lnTo>
                  <a:lnTo>
                    <a:pt x="45" y="863"/>
                  </a:lnTo>
                  <a:lnTo>
                    <a:pt x="45" y="862"/>
                  </a:lnTo>
                  <a:lnTo>
                    <a:pt x="45" y="862"/>
                  </a:lnTo>
                  <a:lnTo>
                    <a:pt x="45" y="862"/>
                  </a:lnTo>
                  <a:lnTo>
                    <a:pt x="45" y="852"/>
                  </a:lnTo>
                  <a:lnTo>
                    <a:pt x="43" y="852"/>
                  </a:lnTo>
                  <a:lnTo>
                    <a:pt x="43" y="852"/>
                  </a:lnTo>
                  <a:lnTo>
                    <a:pt x="43" y="850"/>
                  </a:lnTo>
                  <a:lnTo>
                    <a:pt x="43" y="850"/>
                  </a:lnTo>
                  <a:lnTo>
                    <a:pt x="43" y="850"/>
                  </a:lnTo>
                  <a:lnTo>
                    <a:pt x="43" y="850"/>
                  </a:lnTo>
                  <a:lnTo>
                    <a:pt x="43" y="844"/>
                  </a:lnTo>
                  <a:lnTo>
                    <a:pt x="43" y="840"/>
                  </a:lnTo>
                  <a:lnTo>
                    <a:pt x="41" y="824"/>
                  </a:lnTo>
                  <a:lnTo>
                    <a:pt x="39" y="820"/>
                  </a:lnTo>
                  <a:lnTo>
                    <a:pt x="39" y="818"/>
                  </a:lnTo>
                  <a:lnTo>
                    <a:pt x="39" y="818"/>
                  </a:lnTo>
                  <a:lnTo>
                    <a:pt x="39" y="818"/>
                  </a:lnTo>
                  <a:lnTo>
                    <a:pt x="39" y="810"/>
                  </a:lnTo>
                  <a:lnTo>
                    <a:pt x="33" y="771"/>
                  </a:lnTo>
                  <a:lnTo>
                    <a:pt x="33" y="771"/>
                  </a:lnTo>
                  <a:lnTo>
                    <a:pt x="33" y="769"/>
                  </a:lnTo>
                  <a:lnTo>
                    <a:pt x="2" y="722"/>
                  </a:lnTo>
                  <a:lnTo>
                    <a:pt x="0" y="720"/>
                  </a:lnTo>
                  <a:lnTo>
                    <a:pt x="0" y="718"/>
                  </a:lnTo>
                  <a:lnTo>
                    <a:pt x="0" y="718"/>
                  </a:lnTo>
                  <a:lnTo>
                    <a:pt x="0" y="718"/>
                  </a:lnTo>
                  <a:lnTo>
                    <a:pt x="4" y="714"/>
                  </a:lnTo>
                  <a:lnTo>
                    <a:pt x="6" y="714"/>
                  </a:lnTo>
                  <a:lnTo>
                    <a:pt x="6" y="714"/>
                  </a:lnTo>
                  <a:lnTo>
                    <a:pt x="6" y="712"/>
                  </a:lnTo>
                  <a:lnTo>
                    <a:pt x="6" y="712"/>
                  </a:lnTo>
                  <a:lnTo>
                    <a:pt x="6" y="710"/>
                  </a:lnTo>
                  <a:lnTo>
                    <a:pt x="6" y="710"/>
                  </a:lnTo>
                  <a:lnTo>
                    <a:pt x="6" y="710"/>
                  </a:lnTo>
                  <a:lnTo>
                    <a:pt x="8" y="706"/>
                  </a:lnTo>
                  <a:lnTo>
                    <a:pt x="8" y="702"/>
                  </a:lnTo>
                  <a:lnTo>
                    <a:pt x="10" y="702"/>
                  </a:lnTo>
                  <a:lnTo>
                    <a:pt x="10" y="702"/>
                  </a:lnTo>
                  <a:lnTo>
                    <a:pt x="12" y="702"/>
                  </a:lnTo>
                  <a:lnTo>
                    <a:pt x="14" y="704"/>
                  </a:lnTo>
                  <a:lnTo>
                    <a:pt x="14" y="704"/>
                  </a:lnTo>
                  <a:lnTo>
                    <a:pt x="14" y="704"/>
                  </a:lnTo>
                  <a:lnTo>
                    <a:pt x="14" y="704"/>
                  </a:lnTo>
                  <a:lnTo>
                    <a:pt x="14" y="706"/>
                  </a:lnTo>
                  <a:lnTo>
                    <a:pt x="14" y="706"/>
                  </a:lnTo>
                  <a:lnTo>
                    <a:pt x="16" y="706"/>
                  </a:lnTo>
                  <a:lnTo>
                    <a:pt x="16" y="706"/>
                  </a:lnTo>
                  <a:lnTo>
                    <a:pt x="24" y="706"/>
                  </a:lnTo>
                  <a:lnTo>
                    <a:pt x="24" y="704"/>
                  </a:lnTo>
                  <a:lnTo>
                    <a:pt x="28" y="702"/>
                  </a:lnTo>
                  <a:lnTo>
                    <a:pt x="33" y="697"/>
                  </a:lnTo>
                  <a:lnTo>
                    <a:pt x="55" y="685"/>
                  </a:lnTo>
                  <a:lnTo>
                    <a:pt x="55" y="685"/>
                  </a:lnTo>
                  <a:lnTo>
                    <a:pt x="59" y="685"/>
                  </a:lnTo>
                  <a:lnTo>
                    <a:pt x="59" y="685"/>
                  </a:lnTo>
                  <a:lnTo>
                    <a:pt x="61" y="681"/>
                  </a:lnTo>
                  <a:lnTo>
                    <a:pt x="63" y="681"/>
                  </a:lnTo>
                  <a:lnTo>
                    <a:pt x="63" y="681"/>
                  </a:lnTo>
                  <a:lnTo>
                    <a:pt x="63" y="681"/>
                  </a:lnTo>
                  <a:lnTo>
                    <a:pt x="61" y="681"/>
                  </a:lnTo>
                  <a:lnTo>
                    <a:pt x="61" y="679"/>
                  </a:lnTo>
                  <a:lnTo>
                    <a:pt x="61" y="679"/>
                  </a:lnTo>
                  <a:lnTo>
                    <a:pt x="61" y="679"/>
                  </a:lnTo>
                  <a:lnTo>
                    <a:pt x="61" y="679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3" y="675"/>
                  </a:lnTo>
                  <a:lnTo>
                    <a:pt x="63" y="673"/>
                  </a:lnTo>
                  <a:lnTo>
                    <a:pt x="65" y="669"/>
                  </a:lnTo>
                  <a:lnTo>
                    <a:pt x="69" y="665"/>
                  </a:lnTo>
                  <a:lnTo>
                    <a:pt x="69" y="665"/>
                  </a:lnTo>
                  <a:lnTo>
                    <a:pt x="77" y="665"/>
                  </a:lnTo>
                  <a:lnTo>
                    <a:pt x="80" y="665"/>
                  </a:lnTo>
                  <a:lnTo>
                    <a:pt x="90" y="663"/>
                  </a:lnTo>
                  <a:lnTo>
                    <a:pt x="90" y="663"/>
                  </a:lnTo>
                  <a:lnTo>
                    <a:pt x="90" y="665"/>
                  </a:lnTo>
                  <a:lnTo>
                    <a:pt x="92" y="667"/>
                  </a:lnTo>
                  <a:lnTo>
                    <a:pt x="92" y="669"/>
                  </a:lnTo>
                  <a:lnTo>
                    <a:pt x="92" y="669"/>
                  </a:lnTo>
                  <a:lnTo>
                    <a:pt x="96" y="669"/>
                  </a:lnTo>
                  <a:lnTo>
                    <a:pt x="100" y="669"/>
                  </a:lnTo>
                  <a:lnTo>
                    <a:pt x="102" y="669"/>
                  </a:lnTo>
                  <a:lnTo>
                    <a:pt x="104" y="669"/>
                  </a:lnTo>
                  <a:lnTo>
                    <a:pt x="104" y="667"/>
                  </a:lnTo>
                  <a:lnTo>
                    <a:pt x="104" y="667"/>
                  </a:lnTo>
                  <a:lnTo>
                    <a:pt x="104" y="665"/>
                  </a:lnTo>
                  <a:lnTo>
                    <a:pt x="106" y="663"/>
                  </a:lnTo>
                  <a:lnTo>
                    <a:pt x="106" y="661"/>
                  </a:lnTo>
                  <a:lnTo>
                    <a:pt x="106" y="661"/>
                  </a:lnTo>
                  <a:lnTo>
                    <a:pt x="106" y="661"/>
                  </a:lnTo>
                  <a:lnTo>
                    <a:pt x="106" y="659"/>
                  </a:lnTo>
                  <a:lnTo>
                    <a:pt x="108" y="659"/>
                  </a:lnTo>
                  <a:lnTo>
                    <a:pt x="108" y="657"/>
                  </a:lnTo>
                  <a:lnTo>
                    <a:pt x="108" y="655"/>
                  </a:lnTo>
                  <a:lnTo>
                    <a:pt x="108" y="655"/>
                  </a:lnTo>
                  <a:lnTo>
                    <a:pt x="106" y="655"/>
                  </a:lnTo>
                  <a:lnTo>
                    <a:pt x="106" y="653"/>
                  </a:lnTo>
                  <a:lnTo>
                    <a:pt x="106" y="653"/>
                  </a:lnTo>
                  <a:lnTo>
                    <a:pt x="106" y="653"/>
                  </a:lnTo>
                  <a:lnTo>
                    <a:pt x="106" y="653"/>
                  </a:lnTo>
                  <a:lnTo>
                    <a:pt x="106" y="651"/>
                  </a:lnTo>
                  <a:lnTo>
                    <a:pt x="106" y="651"/>
                  </a:lnTo>
                  <a:lnTo>
                    <a:pt x="106" y="649"/>
                  </a:lnTo>
                  <a:lnTo>
                    <a:pt x="108" y="648"/>
                  </a:lnTo>
                  <a:lnTo>
                    <a:pt x="108" y="648"/>
                  </a:lnTo>
                  <a:lnTo>
                    <a:pt x="108" y="646"/>
                  </a:lnTo>
                  <a:lnTo>
                    <a:pt x="108" y="646"/>
                  </a:lnTo>
                  <a:lnTo>
                    <a:pt x="108" y="646"/>
                  </a:lnTo>
                  <a:lnTo>
                    <a:pt x="108" y="646"/>
                  </a:lnTo>
                  <a:lnTo>
                    <a:pt x="108" y="644"/>
                  </a:lnTo>
                  <a:lnTo>
                    <a:pt x="108" y="642"/>
                  </a:lnTo>
                  <a:lnTo>
                    <a:pt x="108" y="642"/>
                  </a:lnTo>
                  <a:lnTo>
                    <a:pt x="108" y="642"/>
                  </a:lnTo>
                  <a:lnTo>
                    <a:pt x="108" y="642"/>
                  </a:lnTo>
                  <a:lnTo>
                    <a:pt x="108" y="640"/>
                  </a:lnTo>
                  <a:lnTo>
                    <a:pt x="108" y="640"/>
                  </a:lnTo>
                  <a:lnTo>
                    <a:pt x="106" y="640"/>
                  </a:lnTo>
                  <a:lnTo>
                    <a:pt x="106" y="640"/>
                  </a:lnTo>
                  <a:lnTo>
                    <a:pt x="104" y="640"/>
                  </a:lnTo>
                  <a:lnTo>
                    <a:pt x="104" y="638"/>
                  </a:lnTo>
                  <a:lnTo>
                    <a:pt x="102" y="638"/>
                  </a:lnTo>
                  <a:lnTo>
                    <a:pt x="102" y="638"/>
                  </a:lnTo>
                  <a:lnTo>
                    <a:pt x="102" y="638"/>
                  </a:lnTo>
                  <a:lnTo>
                    <a:pt x="102" y="636"/>
                  </a:lnTo>
                  <a:lnTo>
                    <a:pt x="102" y="636"/>
                  </a:lnTo>
                  <a:lnTo>
                    <a:pt x="102" y="636"/>
                  </a:lnTo>
                  <a:lnTo>
                    <a:pt x="102" y="634"/>
                  </a:lnTo>
                  <a:lnTo>
                    <a:pt x="102" y="634"/>
                  </a:lnTo>
                  <a:lnTo>
                    <a:pt x="102" y="634"/>
                  </a:lnTo>
                  <a:lnTo>
                    <a:pt x="100" y="632"/>
                  </a:lnTo>
                  <a:lnTo>
                    <a:pt x="100" y="630"/>
                  </a:lnTo>
                  <a:lnTo>
                    <a:pt x="98" y="628"/>
                  </a:lnTo>
                  <a:lnTo>
                    <a:pt x="98" y="628"/>
                  </a:lnTo>
                  <a:lnTo>
                    <a:pt x="98" y="628"/>
                  </a:lnTo>
                  <a:lnTo>
                    <a:pt x="98" y="628"/>
                  </a:lnTo>
                  <a:lnTo>
                    <a:pt x="98" y="626"/>
                  </a:lnTo>
                  <a:lnTo>
                    <a:pt x="98" y="626"/>
                  </a:lnTo>
                  <a:lnTo>
                    <a:pt x="98" y="624"/>
                  </a:lnTo>
                  <a:lnTo>
                    <a:pt x="98" y="624"/>
                  </a:lnTo>
                  <a:lnTo>
                    <a:pt x="98" y="624"/>
                  </a:lnTo>
                  <a:lnTo>
                    <a:pt x="100" y="622"/>
                  </a:lnTo>
                  <a:lnTo>
                    <a:pt x="100" y="622"/>
                  </a:lnTo>
                  <a:lnTo>
                    <a:pt x="106" y="618"/>
                  </a:lnTo>
                  <a:lnTo>
                    <a:pt x="106" y="616"/>
                  </a:lnTo>
                  <a:lnTo>
                    <a:pt x="106" y="616"/>
                  </a:lnTo>
                  <a:lnTo>
                    <a:pt x="108" y="614"/>
                  </a:lnTo>
                  <a:lnTo>
                    <a:pt x="108" y="612"/>
                  </a:lnTo>
                  <a:lnTo>
                    <a:pt x="108" y="612"/>
                  </a:lnTo>
                  <a:lnTo>
                    <a:pt x="108" y="610"/>
                  </a:lnTo>
                  <a:lnTo>
                    <a:pt x="108" y="610"/>
                  </a:lnTo>
                  <a:lnTo>
                    <a:pt x="106" y="610"/>
                  </a:lnTo>
                  <a:lnTo>
                    <a:pt x="106" y="608"/>
                  </a:lnTo>
                  <a:lnTo>
                    <a:pt x="106" y="608"/>
                  </a:lnTo>
                  <a:lnTo>
                    <a:pt x="106" y="608"/>
                  </a:lnTo>
                  <a:lnTo>
                    <a:pt x="106" y="606"/>
                  </a:lnTo>
                  <a:lnTo>
                    <a:pt x="106" y="606"/>
                  </a:lnTo>
                  <a:lnTo>
                    <a:pt x="108" y="606"/>
                  </a:lnTo>
                  <a:lnTo>
                    <a:pt x="108" y="604"/>
                  </a:lnTo>
                  <a:lnTo>
                    <a:pt x="110" y="604"/>
                  </a:lnTo>
                  <a:lnTo>
                    <a:pt x="114" y="602"/>
                  </a:lnTo>
                  <a:lnTo>
                    <a:pt x="114" y="602"/>
                  </a:lnTo>
                  <a:lnTo>
                    <a:pt x="116" y="602"/>
                  </a:lnTo>
                  <a:lnTo>
                    <a:pt x="120" y="600"/>
                  </a:lnTo>
                  <a:lnTo>
                    <a:pt x="120" y="600"/>
                  </a:lnTo>
                  <a:lnTo>
                    <a:pt x="122" y="600"/>
                  </a:lnTo>
                  <a:lnTo>
                    <a:pt x="124" y="598"/>
                  </a:lnTo>
                  <a:lnTo>
                    <a:pt x="128" y="598"/>
                  </a:lnTo>
                  <a:lnTo>
                    <a:pt x="128" y="598"/>
                  </a:lnTo>
                  <a:lnTo>
                    <a:pt x="128" y="598"/>
                  </a:lnTo>
                  <a:lnTo>
                    <a:pt x="129" y="596"/>
                  </a:lnTo>
                  <a:lnTo>
                    <a:pt x="129" y="596"/>
                  </a:lnTo>
                  <a:lnTo>
                    <a:pt x="129" y="596"/>
                  </a:lnTo>
                  <a:lnTo>
                    <a:pt x="128" y="594"/>
                  </a:lnTo>
                  <a:lnTo>
                    <a:pt x="128" y="594"/>
                  </a:lnTo>
                  <a:lnTo>
                    <a:pt x="128" y="594"/>
                  </a:lnTo>
                  <a:lnTo>
                    <a:pt x="122" y="593"/>
                  </a:lnTo>
                  <a:lnTo>
                    <a:pt x="122" y="593"/>
                  </a:lnTo>
                  <a:lnTo>
                    <a:pt x="122" y="593"/>
                  </a:lnTo>
                  <a:lnTo>
                    <a:pt x="122" y="593"/>
                  </a:lnTo>
                  <a:lnTo>
                    <a:pt x="122" y="591"/>
                  </a:lnTo>
                  <a:lnTo>
                    <a:pt x="122" y="591"/>
                  </a:lnTo>
                  <a:lnTo>
                    <a:pt x="122" y="591"/>
                  </a:lnTo>
                  <a:lnTo>
                    <a:pt x="122" y="589"/>
                  </a:lnTo>
                  <a:lnTo>
                    <a:pt x="122" y="589"/>
                  </a:lnTo>
                  <a:lnTo>
                    <a:pt x="122" y="589"/>
                  </a:lnTo>
                  <a:lnTo>
                    <a:pt x="122" y="589"/>
                  </a:lnTo>
                  <a:lnTo>
                    <a:pt x="120" y="587"/>
                  </a:lnTo>
                  <a:lnTo>
                    <a:pt x="120" y="587"/>
                  </a:lnTo>
                  <a:lnTo>
                    <a:pt x="120" y="587"/>
                  </a:lnTo>
                  <a:lnTo>
                    <a:pt x="120" y="585"/>
                  </a:lnTo>
                  <a:lnTo>
                    <a:pt x="122" y="585"/>
                  </a:lnTo>
                  <a:lnTo>
                    <a:pt x="122" y="585"/>
                  </a:lnTo>
                  <a:lnTo>
                    <a:pt x="122" y="585"/>
                  </a:lnTo>
                  <a:lnTo>
                    <a:pt x="122" y="585"/>
                  </a:lnTo>
                  <a:lnTo>
                    <a:pt x="122" y="583"/>
                  </a:lnTo>
                  <a:lnTo>
                    <a:pt x="122" y="583"/>
                  </a:lnTo>
                  <a:lnTo>
                    <a:pt x="122" y="583"/>
                  </a:lnTo>
                  <a:lnTo>
                    <a:pt x="122" y="581"/>
                  </a:lnTo>
                  <a:lnTo>
                    <a:pt x="122" y="581"/>
                  </a:lnTo>
                  <a:lnTo>
                    <a:pt x="120" y="581"/>
                  </a:lnTo>
                  <a:lnTo>
                    <a:pt x="120" y="579"/>
                  </a:lnTo>
                  <a:lnTo>
                    <a:pt x="120" y="579"/>
                  </a:lnTo>
                  <a:lnTo>
                    <a:pt x="120" y="579"/>
                  </a:lnTo>
                  <a:lnTo>
                    <a:pt x="120" y="577"/>
                  </a:lnTo>
                  <a:lnTo>
                    <a:pt x="122" y="573"/>
                  </a:lnTo>
                  <a:lnTo>
                    <a:pt x="124" y="573"/>
                  </a:lnTo>
                  <a:lnTo>
                    <a:pt x="124" y="573"/>
                  </a:lnTo>
                  <a:lnTo>
                    <a:pt x="124" y="571"/>
                  </a:lnTo>
                  <a:lnTo>
                    <a:pt x="126" y="571"/>
                  </a:lnTo>
                  <a:lnTo>
                    <a:pt x="126" y="571"/>
                  </a:lnTo>
                  <a:lnTo>
                    <a:pt x="126" y="569"/>
                  </a:lnTo>
                  <a:lnTo>
                    <a:pt x="126" y="569"/>
                  </a:lnTo>
                  <a:lnTo>
                    <a:pt x="129" y="569"/>
                  </a:lnTo>
                  <a:lnTo>
                    <a:pt x="131" y="567"/>
                  </a:lnTo>
                  <a:lnTo>
                    <a:pt x="131" y="567"/>
                  </a:lnTo>
                  <a:lnTo>
                    <a:pt x="131" y="565"/>
                  </a:lnTo>
                  <a:lnTo>
                    <a:pt x="131" y="565"/>
                  </a:lnTo>
                  <a:lnTo>
                    <a:pt x="131" y="565"/>
                  </a:lnTo>
                  <a:lnTo>
                    <a:pt x="131" y="565"/>
                  </a:lnTo>
                  <a:lnTo>
                    <a:pt x="131" y="563"/>
                  </a:lnTo>
                  <a:lnTo>
                    <a:pt x="129" y="561"/>
                  </a:lnTo>
                  <a:lnTo>
                    <a:pt x="129" y="561"/>
                  </a:lnTo>
                  <a:lnTo>
                    <a:pt x="129" y="561"/>
                  </a:lnTo>
                  <a:lnTo>
                    <a:pt x="129" y="559"/>
                  </a:lnTo>
                  <a:lnTo>
                    <a:pt x="131" y="559"/>
                  </a:lnTo>
                  <a:lnTo>
                    <a:pt x="131" y="559"/>
                  </a:lnTo>
                  <a:lnTo>
                    <a:pt x="131" y="557"/>
                  </a:lnTo>
                  <a:lnTo>
                    <a:pt x="133" y="557"/>
                  </a:lnTo>
                  <a:lnTo>
                    <a:pt x="135" y="557"/>
                  </a:lnTo>
                  <a:lnTo>
                    <a:pt x="135" y="557"/>
                  </a:lnTo>
                  <a:lnTo>
                    <a:pt x="137" y="557"/>
                  </a:lnTo>
                  <a:lnTo>
                    <a:pt x="137" y="555"/>
                  </a:lnTo>
                  <a:lnTo>
                    <a:pt x="137" y="555"/>
                  </a:lnTo>
                  <a:lnTo>
                    <a:pt x="139" y="555"/>
                  </a:lnTo>
                  <a:lnTo>
                    <a:pt x="139" y="555"/>
                  </a:lnTo>
                  <a:lnTo>
                    <a:pt x="139" y="555"/>
                  </a:lnTo>
                  <a:lnTo>
                    <a:pt x="139" y="557"/>
                  </a:lnTo>
                  <a:lnTo>
                    <a:pt x="141" y="557"/>
                  </a:lnTo>
                  <a:lnTo>
                    <a:pt x="143" y="557"/>
                  </a:lnTo>
                  <a:lnTo>
                    <a:pt x="143" y="555"/>
                  </a:lnTo>
                  <a:lnTo>
                    <a:pt x="145" y="551"/>
                  </a:lnTo>
                  <a:lnTo>
                    <a:pt x="149" y="549"/>
                  </a:lnTo>
                  <a:lnTo>
                    <a:pt x="157" y="547"/>
                  </a:lnTo>
                  <a:lnTo>
                    <a:pt x="159" y="547"/>
                  </a:lnTo>
                  <a:lnTo>
                    <a:pt x="159" y="547"/>
                  </a:lnTo>
                  <a:lnTo>
                    <a:pt x="159" y="547"/>
                  </a:lnTo>
                  <a:lnTo>
                    <a:pt x="159" y="545"/>
                  </a:lnTo>
                  <a:lnTo>
                    <a:pt x="159" y="543"/>
                  </a:lnTo>
                  <a:lnTo>
                    <a:pt x="159" y="543"/>
                  </a:lnTo>
                  <a:lnTo>
                    <a:pt x="161" y="540"/>
                  </a:lnTo>
                  <a:lnTo>
                    <a:pt x="163" y="538"/>
                  </a:lnTo>
                  <a:lnTo>
                    <a:pt x="177" y="532"/>
                  </a:lnTo>
                  <a:lnTo>
                    <a:pt x="177" y="532"/>
                  </a:lnTo>
                  <a:lnTo>
                    <a:pt x="177" y="530"/>
                  </a:lnTo>
                  <a:lnTo>
                    <a:pt x="177" y="530"/>
                  </a:lnTo>
                  <a:lnTo>
                    <a:pt x="179" y="530"/>
                  </a:lnTo>
                  <a:lnTo>
                    <a:pt x="179" y="528"/>
                  </a:lnTo>
                  <a:lnTo>
                    <a:pt x="177" y="528"/>
                  </a:lnTo>
                  <a:lnTo>
                    <a:pt x="177" y="526"/>
                  </a:lnTo>
                  <a:lnTo>
                    <a:pt x="179" y="526"/>
                  </a:lnTo>
                  <a:lnTo>
                    <a:pt x="179" y="524"/>
                  </a:lnTo>
                  <a:lnTo>
                    <a:pt x="179" y="524"/>
                  </a:lnTo>
                  <a:lnTo>
                    <a:pt x="179" y="524"/>
                  </a:lnTo>
                  <a:lnTo>
                    <a:pt x="179" y="522"/>
                  </a:lnTo>
                  <a:lnTo>
                    <a:pt x="180" y="522"/>
                  </a:lnTo>
                  <a:lnTo>
                    <a:pt x="180" y="524"/>
                  </a:lnTo>
                  <a:lnTo>
                    <a:pt x="180" y="524"/>
                  </a:lnTo>
                  <a:lnTo>
                    <a:pt x="180" y="524"/>
                  </a:lnTo>
                  <a:lnTo>
                    <a:pt x="182" y="524"/>
                  </a:lnTo>
                  <a:lnTo>
                    <a:pt x="182" y="524"/>
                  </a:lnTo>
                  <a:lnTo>
                    <a:pt x="182" y="526"/>
                  </a:lnTo>
                  <a:lnTo>
                    <a:pt x="182" y="526"/>
                  </a:lnTo>
                  <a:lnTo>
                    <a:pt x="182" y="526"/>
                  </a:lnTo>
                  <a:lnTo>
                    <a:pt x="182" y="528"/>
                  </a:lnTo>
                  <a:lnTo>
                    <a:pt x="184" y="528"/>
                  </a:lnTo>
                  <a:lnTo>
                    <a:pt x="184" y="528"/>
                  </a:lnTo>
                  <a:lnTo>
                    <a:pt x="184" y="528"/>
                  </a:lnTo>
                  <a:lnTo>
                    <a:pt x="184" y="528"/>
                  </a:lnTo>
                  <a:lnTo>
                    <a:pt x="186" y="528"/>
                  </a:lnTo>
                  <a:lnTo>
                    <a:pt x="186" y="528"/>
                  </a:lnTo>
                  <a:lnTo>
                    <a:pt x="186" y="526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90" y="520"/>
                  </a:lnTo>
                  <a:lnTo>
                    <a:pt x="192" y="520"/>
                  </a:lnTo>
                  <a:lnTo>
                    <a:pt x="192" y="520"/>
                  </a:lnTo>
                  <a:lnTo>
                    <a:pt x="194" y="516"/>
                  </a:lnTo>
                  <a:lnTo>
                    <a:pt x="194" y="516"/>
                  </a:lnTo>
                  <a:lnTo>
                    <a:pt x="194" y="514"/>
                  </a:lnTo>
                  <a:lnTo>
                    <a:pt x="192" y="512"/>
                  </a:lnTo>
                  <a:lnTo>
                    <a:pt x="192" y="512"/>
                  </a:lnTo>
                  <a:lnTo>
                    <a:pt x="192" y="510"/>
                  </a:lnTo>
                  <a:lnTo>
                    <a:pt x="192" y="510"/>
                  </a:lnTo>
                  <a:lnTo>
                    <a:pt x="192" y="508"/>
                  </a:lnTo>
                  <a:lnTo>
                    <a:pt x="192" y="508"/>
                  </a:lnTo>
                  <a:lnTo>
                    <a:pt x="196" y="504"/>
                  </a:lnTo>
                  <a:lnTo>
                    <a:pt x="196" y="504"/>
                  </a:lnTo>
                  <a:lnTo>
                    <a:pt x="196" y="502"/>
                  </a:lnTo>
                  <a:lnTo>
                    <a:pt x="196" y="500"/>
                  </a:lnTo>
                  <a:lnTo>
                    <a:pt x="196" y="500"/>
                  </a:lnTo>
                  <a:lnTo>
                    <a:pt x="196" y="500"/>
                  </a:lnTo>
                  <a:lnTo>
                    <a:pt x="196" y="500"/>
                  </a:lnTo>
                  <a:lnTo>
                    <a:pt x="194" y="498"/>
                  </a:lnTo>
                  <a:lnTo>
                    <a:pt x="194" y="498"/>
                  </a:lnTo>
                  <a:lnTo>
                    <a:pt x="194" y="498"/>
                  </a:lnTo>
                  <a:lnTo>
                    <a:pt x="194" y="498"/>
                  </a:lnTo>
                  <a:lnTo>
                    <a:pt x="194" y="498"/>
                  </a:lnTo>
                  <a:lnTo>
                    <a:pt x="194" y="496"/>
                  </a:lnTo>
                  <a:lnTo>
                    <a:pt x="194" y="496"/>
                  </a:lnTo>
                  <a:lnTo>
                    <a:pt x="192" y="496"/>
                  </a:lnTo>
                  <a:lnTo>
                    <a:pt x="192" y="496"/>
                  </a:lnTo>
                  <a:lnTo>
                    <a:pt x="192" y="496"/>
                  </a:lnTo>
                  <a:lnTo>
                    <a:pt x="190" y="498"/>
                  </a:lnTo>
                  <a:lnTo>
                    <a:pt x="190" y="498"/>
                  </a:lnTo>
                  <a:lnTo>
                    <a:pt x="188" y="498"/>
                  </a:lnTo>
                  <a:lnTo>
                    <a:pt x="188" y="498"/>
                  </a:lnTo>
                  <a:lnTo>
                    <a:pt x="188" y="498"/>
                  </a:lnTo>
                  <a:lnTo>
                    <a:pt x="188" y="498"/>
                  </a:lnTo>
                  <a:lnTo>
                    <a:pt x="188" y="498"/>
                  </a:lnTo>
                  <a:lnTo>
                    <a:pt x="186" y="496"/>
                  </a:lnTo>
                  <a:lnTo>
                    <a:pt x="186" y="496"/>
                  </a:lnTo>
                  <a:lnTo>
                    <a:pt x="184" y="494"/>
                  </a:lnTo>
                  <a:lnTo>
                    <a:pt x="182" y="492"/>
                  </a:lnTo>
                  <a:lnTo>
                    <a:pt x="171" y="488"/>
                  </a:lnTo>
                  <a:lnTo>
                    <a:pt x="171" y="486"/>
                  </a:lnTo>
                  <a:lnTo>
                    <a:pt x="171" y="486"/>
                  </a:lnTo>
                  <a:lnTo>
                    <a:pt x="157" y="412"/>
                  </a:lnTo>
                  <a:lnTo>
                    <a:pt x="151" y="412"/>
                  </a:lnTo>
                  <a:lnTo>
                    <a:pt x="151" y="412"/>
                  </a:lnTo>
                  <a:lnTo>
                    <a:pt x="149" y="412"/>
                  </a:lnTo>
                  <a:lnTo>
                    <a:pt x="149" y="412"/>
                  </a:lnTo>
                  <a:lnTo>
                    <a:pt x="149" y="410"/>
                  </a:lnTo>
                  <a:lnTo>
                    <a:pt x="149" y="410"/>
                  </a:lnTo>
                  <a:lnTo>
                    <a:pt x="149" y="410"/>
                  </a:lnTo>
                  <a:lnTo>
                    <a:pt x="147" y="408"/>
                  </a:lnTo>
                  <a:lnTo>
                    <a:pt x="147" y="408"/>
                  </a:lnTo>
                  <a:lnTo>
                    <a:pt x="147" y="408"/>
                  </a:lnTo>
                  <a:lnTo>
                    <a:pt x="147" y="408"/>
                  </a:lnTo>
                  <a:lnTo>
                    <a:pt x="147" y="406"/>
                  </a:lnTo>
                  <a:lnTo>
                    <a:pt x="147" y="406"/>
                  </a:lnTo>
                  <a:lnTo>
                    <a:pt x="147" y="406"/>
                  </a:lnTo>
                  <a:lnTo>
                    <a:pt x="143" y="406"/>
                  </a:lnTo>
                  <a:lnTo>
                    <a:pt x="143" y="404"/>
                  </a:lnTo>
                  <a:lnTo>
                    <a:pt x="143" y="404"/>
                  </a:lnTo>
                  <a:lnTo>
                    <a:pt x="143" y="402"/>
                  </a:lnTo>
                  <a:lnTo>
                    <a:pt x="143" y="402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398"/>
                  </a:lnTo>
                  <a:lnTo>
                    <a:pt x="143" y="398"/>
                  </a:lnTo>
                  <a:lnTo>
                    <a:pt x="141" y="394"/>
                  </a:lnTo>
                  <a:lnTo>
                    <a:pt x="139" y="394"/>
                  </a:lnTo>
                  <a:lnTo>
                    <a:pt x="139" y="394"/>
                  </a:lnTo>
                  <a:lnTo>
                    <a:pt x="135" y="394"/>
                  </a:lnTo>
                  <a:lnTo>
                    <a:pt x="133" y="394"/>
                  </a:lnTo>
                  <a:lnTo>
                    <a:pt x="131" y="394"/>
                  </a:lnTo>
                  <a:lnTo>
                    <a:pt x="131" y="394"/>
                  </a:lnTo>
                  <a:lnTo>
                    <a:pt x="131" y="394"/>
                  </a:lnTo>
                  <a:lnTo>
                    <a:pt x="124" y="390"/>
                  </a:lnTo>
                  <a:lnTo>
                    <a:pt x="124" y="390"/>
                  </a:lnTo>
                  <a:lnTo>
                    <a:pt x="122" y="390"/>
                  </a:lnTo>
                  <a:lnTo>
                    <a:pt x="122" y="390"/>
                  </a:lnTo>
                  <a:lnTo>
                    <a:pt x="122" y="388"/>
                  </a:lnTo>
                  <a:lnTo>
                    <a:pt x="122" y="388"/>
                  </a:lnTo>
                  <a:lnTo>
                    <a:pt x="122" y="388"/>
                  </a:lnTo>
                  <a:lnTo>
                    <a:pt x="122" y="388"/>
                  </a:lnTo>
                  <a:lnTo>
                    <a:pt x="122" y="386"/>
                  </a:lnTo>
                  <a:lnTo>
                    <a:pt x="124" y="384"/>
                  </a:lnTo>
                  <a:lnTo>
                    <a:pt x="126" y="384"/>
                  </a:lnTo>
                  <a:lnTo>
                    <a:pt x="126" y="382"/>
                  </a:lnTo>
                  <a:lnTo>
                    <a:pt x="126" y="382"/>
                  </a:lnTo>
                  <a:lnTo>
                    <a:pt x="126" y="382"/>
                  </a:lnTo>
                  <a:lnTo>
                    <a:pt x="126" y="380"/>
                  </a:lnTo>
                  <a:lnTo>
                    <a:pt x="128" y="379"/>
                  </a:lnTo>
                  <a:lnTo>
                    <a:pt x="128" y="379"/>
                  </a:lnTo>
                  <a:lnTo>
                    <a:pt x="128" y="377"/>
                  </a:lnTo>
                  <a:lnTo>
                    <a:pt x="128" y="377"/>
                  </a:lnTo>
                  <a:lnTo>
                    <a:pt x="128" y="377"/>
                  </a:lnTo>
                  <a:lnTo>
                    <a:pt x="128" y="375"/>
                  </a:lnTo>
                  <a:lnTo>
                    <a:pt x="128" y="375"/>
                  </a:lnTo>
                  <a:lnTo>
                    <a:pt x="126" y="373"/>
                  </a:lnTo>
                  <a:lnTo>
                    <a:pt x="126" y="373"/>
                  </a:lnTo>
                  <a:lnTo>
                    <a:pt x="124" y="371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16" y="371"/>
                  </a:lnTo>
                  <a:lnTo>
                    <a:pt x="116" y="371"/>
                  </a:lnTo>
                  <a:lnTo>
                    <a:pt x="114" y="371"/>
                  </a:lnTo>
                  <a:lnTo>
                    <a:pt x="114" y="369"/>
                  </a:lnTo>
                  <a:lnTo>
                    <a:pt x="114" y="369"/>
                  </a:lnTo>
                  <a:lnTo>
                    <a:pt x="114" y="369"/>
                  </a:lnTo>
                  <a:lnTo>
                    <a:pt x="112" y="367"/>
                  </a:lnTo>
                  <a:lnTo>
                    <a:pt x="112" y="367"/>
                  </a:lnTo>
                  <a:lnTo>
                    <a:pt x="114" y="367"/>
                  </a:lnTo>
                  <a:lnTo>
                    <a:pt x="114" y="365"/>
                  </a:lnTo>
                  <a:lnTo>
                    <a:pt x="114" y="365"/>
                  </a:lnTo>
                  <a:lnTo>
                    <a:pt x="114" y="365"/>
                  </a:lnTo>
                  <a:lnTo>
                    <a:pt x="112" y="365"/>
                  </a:lnTo>
                  <a:lnTo>
                    <a:pt x="108" y="363"/>
                  </a:lnTo>
                  <a:lnTo>
                    <a:pt x="108" y="363"/>
                  </a:lnTo>
                  <a:lnTo>
                    <a:pt x="106" y="363"/>
                  </a:lnTo>
                  <a:lnTo>
                    <a:pt x="106" y="363"/>
                  </a:lnTo>
                  <a:lnTo>
                    <a:pt x="106" y="361"/>
                  </a:lnTo>
                  <a:lnTo>
                    <a:pt x="104" y="361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7"/>
                  </a:lnTo>
                  <a:lnTo>
                    <a:pt x="104" y="357"/>
                  </a:lnTo>
                  <a:lnTo>
                    <a:pt x="104" y="357"/>
                  </a:lnTo>
                  <a:lnTo>
                    <a:pt x="104" y="357"/>
                  </a:lnTo>
                  <a:lnTo>
                    <a:pt x="104" y="355"/>
                  </a:lnTo>
                  <a:lnTo>
                    <a:pt x="102" y="353"/>
                  </a:lnTo>
                  <a:lnTo>
                    <a:pt x="102" y="353"/>
                  </a:lnTo>
                  <a:lnTo>
                    <a:pt x="100" y="349"/>
                  </a:lnTo>
                  <a:lnTo>
                    <a:pt x="100" y="349"/>
                  </a:lnTo>
                  <a:lnTo>
                    <a:pt x="100" y="349"/>
                  </a:lnTo>
                  <a:lnTo>
                    <a:pt x="100" y="347"/>
                  </a:lnTo>
                  <a:lnTo>
                    <a:pt x="102" y="347"/>
                  </a:lnTo>
                  <a:lnTo>
                    <a:pt x="102" y="345"/>
                  </a:lnTo>
                  <a:lnTo>
                    <a:pt x="102" y="345"/>
                  </a:lnTo>
                  <a:lnTo>
                    <a:pt x="102" y="343"/>
                  </a:lnTo>
                  <a:lnTo>
                    <a:pt x="102" y="343"/>
                  </a:lnTo>
                  <a:lnTo>
                    <a:pt x="102" y="343"/>
                  </a:lnTo>
                  <a:lnTo>
                    <a:pt x="100" y="341"/>
                  </a:lnTo>
                  <a:lnTo>
                    <a:pt x="100" y="341"/>
                  </a:lnTo>
                  <a:lnTo>
                    <a:pt x="100" y="341"/>
                  </a:lnTo>
                  <a:lnTo>
                    <a:pt x="100" y="339"/>
                  </a:lnTo>
                  <a:lnTo>
                    <a:pt x="100" y="339"/>
                  </a:lnTo>
                  <a:lnTo>
                    <a:pt x="100" y="337"/>
                  </a:lnTo>
                  <a:lnTo>
                    <a:pt x="100" y="337"/>
                  </a:lnTo>
                  <a:lnTo>
                    <a:pt x="100" y="337"/>
                  </a:lnTo>
                  <a:lnTo>
                    <a:pt x="100" y="335"/>
                  </a:lnTo>
                  <a:lnTo>
                    <a:pt x="100" y="335"/>
                  </a:lnTo>
                  <a:lnTo>
                    <a:pt x="102" y="333"/>
                  </a:lnTo>
                  <a:lnTo>
                    <a:pt x="106" y="329"/>
                  </a:lnTo>
                  <a:lnTo>
                    <a:pt x="106" y="329"/>
                  </a:lnTo>
                  <a:lnTo>
                    <a:pt x="106" y="329"/>
                  </a:lnTo>
                  <a:lnTo>
                    <a:pt x="104" y="329"/>
                  </a:lnTo>
                  <a:lnTo>
                    <a:pt x="104" y="329"/>
                  </a:lnTo>
                  <a:lnTo>
                    <a:pt x="104" y="327"/>
                  </a:lnTo>
                  <a:lnTo>
                    <a:pt x="102" y="327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4"/>
                  </a:lnTo>
                  <a:lnTo>
                    <a:pt x="102" y="324"/>
                  </a:lnTo>
                  <a:lnTo>
                    <a:pt x="106" y="322"/>
                  </a:lnTo>
                  <a:lnTo>
                    <a:pt x="106" y="322"/>
                  </a:lnTo>
                  <a:lnTo>
                    <a:pt x="106" y="320"/>
                  </a:lnTo>
                  <a:lnTo>
                    <a:pt x="106" y="320"/>
                  </a:lnTo>
                  <a:lnTo>
                    <a:pt x="106" y="318"/>
                  </a:lnTo>
                  <a:lnTo>
                    <a:pt x="106" y="318"/>
                  </a:lnTo>
                  <a:lnTo>
                    <a:pt x="104" y="316"/>
                  </a:lnTo>
                  <a:lnTo>
                    <a:pt x="104" y="316"/>
                  </a:lnTo>
                  <a:lnTo>
                    <a:pt x="102" y="316"/>
                  </a:lnTo>
                  <a:lnTo>
                    <a:pt x="102" y="316"/>
                  </a:lnTo>
                  <a:lnTo>
                    <a:pt x="102" y="314"/>
                  </a:lnTo>
                  <a:lnTo>
                    <a:pt x="102" y="314"/>
                  </a:lnTo>
                  <a:lnTo>
                    <a:pt x="102" y="312"/>
                  </a:lnTo>
                  <a:lnTo>
                    <a:pt x="102" y="312"/>
                  </a:lnTo>
                  <a:lnTo>
                    <a:pt x="100" y="310"/>
                  </a:lnTo>
                  <a:lnTo>
                    <a:pt x="100" y="308"/>
                  </a:lnTo>
                  <a:lnTo>
                    <a:pt x="100" y="308"/>
                  </a:lnTo>
                  <a:lnTo>
                    <a:pt x="100" y="308"/>
                  </a:lnTo>
                  <a:lnTo>
                    <a:pt x="100" y="306"/>
                  </a:lnTo>
                  <a:lnTo>
                    <a:pt x="100" y="306"/>
                  </a:lnTo>
                  <a:lnTo>
                    <a:pt x="98" y="306"/>
                  </a:lnTo>
                  <a:lnTo>
                    <a:pt x="88" y="306"/>
                  </a:lnTo>
                  <a:lnTo>
                    <a:pt x="88" y="306"/>
                  </a:lnTo>
                  <a:lnTo>
                    <a:pt x="86" y="306"/>
                  </a:lnTo>
                  <a:lnTo>
                    <a:pt x="86" y="304"/>
                  </a:lnTo>
                  <a:lnTo>
                    <a:pt x="86" y="304"/>
                  </a:lnTo>
                  <a:lnTo>
                    <a:pt x="86" y="304"/>
                  </a:lnTo>
                  <a:lnTo>
                    <a:pt x="92" y="298"/>
                  </a:lnTo>
                  <a:lnTo>
                    <a:pt x="92" y="298"/>
                  </a:lnTo>
                  <a:lnTo>
                    <a:pt x="92" y="296"/>
                  </a:lnTo>
                  <a:lnTo>
                    <a:pt x="92" y="296"/>
                  </a:lnTo>
                  <a:lnTo>
                    <a:pt x="92" y="294"/>
                  </a:lnTo>
                  <a:lnTo>
                    <a:pt x="92" y="294"/>
                  </a:lnTo>
                  <a:lnTo>
                    <a:pt x="90" y="292"/>
                  </a:lnTo>
                  <a:lnTo>
                    <a:pt x="90" y="290"/>
                  </a:lnTo>
                  <a:lnTo>
                    <a:pt x="88" y="290"/>
                  </a:lnTo>
                  <a:lnTo>
                    <a:pt x="84" y="290"/>
                  </a:lnTo>
                  <a:lnTo>
                    <a:pt x="77" y="286"/>
                  </a:lnTo>
                  <a:lnTo>
                    <a:pt x="77" y="284"/>
                  </a:lnTo>
                  <a:lnTo>
                    <a:pt x="77" y="284"/>
                  </a:lnTo>
                  <a:lnTo>
                    <a:pt x="77" y="284"/>
                  </a:lnTo>
                  <a:lnTo>
                    <a:pt x="8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0" y="278"/>
                  </a:lnTo>
                  <a:lnTo>
                    <a:pt x="90" y="274"/>
                  </a:lnTo>
                  <a:lnTo>
                    <a:pt x="90" y="272"/>
                  </a:lnTo>
                  <a:lnTo>
                    <a:pt x="92" y="271"/>
                  </a:lnTo>
                  <a:lnTo>
                    <a:pt x="92" y="271"/>
                  </a:lnTo>
                  <a:lnTo>
                    <a:pt x="94" y="269"/>
                  </a:lnTo>
                  <a:lnTo>
                    <a:pt x="94" y="267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1"/>
                  </a:lnTo>
                  <a:lnTo>
                    <a:pt x="100" y="261"/>
                  </a:lnTo>
                  <a:lnTo>
                    <a:pt x="100" y="261"/>
                  </a:lnTo>
                  <a:lnTo>
                    <a:pt x="102" y="259"/>
                  </a:lnTo>
                  <a:lnTo>
                    <a:pt x="102" y="259"/>
                  </a:lnTo>
                  <a:lnTo>
                    <a:pt x="102" y="257"/>
                  </a:lnTo>
                  <a:lnTo>
                    <a:pt x="102" y="257"/>
                  </a:lnTo>
                  <a:lnTo>
                    <a:pt x="102" y="257"/>
                  </a:lnTo>
                  <a:lnTo>
                    <a:pt x="102" y="257"/>
                  </a:lnTo>
                  <a:lnTo>
                    <a:pt x="102" y="255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96" y="247"/>
                  </a:lnTo>
                  <a:lnTo>
                    <a:pt x="94" y="247"/>
                  </a:lnTo>
                  <a:lnTo>
                    <a:pt x="94" y="247"/>
                  </a:lnTo>
                  <a:lnTo>
                    <a:pt x="94" y="247"/>
                  </a:lnTo>
                  <a:lnTo>
                    <a:pt x="94" y="245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2" y="241"/>
                  </a:lnTo>
                  <a:lnTo>
                    <a:pt x="92" y="241"/>
                  </a:lnTo>
                  <a:lnTo>
                    <a:pt x="92" y="239"/>
                  </a:lnTo>
                  <a:lnTo>
                    <a:pt x="94" y="239"/>
                  </a:lnTo>
                  <a:lnTo>
                    <a:pt x="92" y="239"/>
                  </a:lnTo>
                  <a:lnTo>
                    <a:pt x="94" y="237"/>
                  </a:lnTo>
                  <a:lnTo>
                    <a:pt x="96" y="233"/>
                  </a:lnTo>
                  <a:lnTo>
                    <a:pt x="104" y="227"/>
                  </a:lnTo>
                  <a:lnTo>
                    <a:pt x="104" y="225"/>
                  </a:lnTo>
                  <a:lnTo>
                    <a:pt x="108" y="231"/>
                  </a:lnTo>
                  <a:lnTo>
                    <a:pt x="122" y="237"/>
                  </a:lnTo>
                  <a:lnTo>
                    <a:pt x="133" y="239"/>
                  </a:lnTo>
                  <a:lnTo>
                    <a:pt x="139" y="239"/>
                  </a:lnTo>
                  <a:lnTo>
                    <a:pt x="143" y="235"/>
                  </a:lnTo>
                  <a:lnTo>
                    <a:pt x="147" y="235"/>
                  </a:lnTo>
                  <a:lnTo>
                    <a:pt x="149" y="233"/>
                  </a:lnTo>
                  <a:lnTo>
                    <a:pt x="153" y="231"/>
                  </a:lnTo>
                  <a:lnTo>
                    <a:pt x="155" y="227"/>
                  </a:lnTo>
                  <a:lnTo>
                    <a:pt x="157" y="225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55" y="219"/>
                  </a:lnTo>
                  <a:lnTo>
                    <a:pt x="155" y="219"/>
                  </a:lnTo>
                  <a:lnTo>
                    <a:pt x="155" y="217"/>
                  </a:lnTo>
                  <a:lnTo>
                    <a:pt x="155" y="217"/>
                  </a:lnTo>
                  <a:lnTo>
                    <a:pt x="155" y="217"/>
                  </a:lnTo>
                  <a:lnTo>
                    <a:pt x="155" y="216"/>
                  </a:lnTo>
                  <a:lnTo>
                    <a:pt x="155" y="216"/>
                  </a:lnTo>
                  <a:lnTo>
                    <a:pt x="153" y="216"/>
                  </a:lnTo>
                  <a:lnTo>
                    <a:pt x="153" y="216"/>
                  </a:lnTo>
                  <a:lnTo>
                    <a:pt x="151" y="212"/>
                  </a:lnTo>
                  <a:lnTo>
                    <a:pt x="151" y="212"/>
                  </a:lnTo>
                  <a:lnTo>
                    <a:pt x="151" y="210"/>
                  </a:lnTo>
                  <a:lnTo>
                    <a:pt x="151" y="210"/>
                  </a:lnTo>
                  <a:lnTo>
                    <a:pt x="149" y="208"/>
                  </a:lnTo>
                  <a:lnTo>
                    <a:pt x="149" y="208"/>
                  </a:lnTo>
                  <a:lnTo>
                    <a:pt x="149" y="208"/>
                  </a:lnTo>
                  <a:lnTo>
                    <a:pt x="149" y="206"/>
                  </a:lnTo>
                  <a:lnTo>
                    <a:pt x="149" y="204"/>
                  </a:lnTo>
                  <a:lnTo>
                    <a:pt x="149" y="204"/>
                  </a:lnTo>
                  <a:lnTo>
                    <a:pt x="149" y="204"/>
                  </a:lnTo>
                  <a:lnTo>
                    <a:pt x="153" y="210"/>
                  </a:lnTo>
                  <a:lnTo>
                    <a:pt x="159" y="214"/>
                  </a:lnTo>
                  <a:lnTo>
                    <a:pt x="161" y="214"/>
                  </a:lnTo>
                  <a:lnTo>
                    <a:pt x="161" y="216"/>
                  </a:lnTo>
                  <a:lnTo>
                    <a:pt x="161" y="216"/>
                  </a:lnTo>
                  <a:lnTo>
                    <a:pt x="161" y="217"/>
                  </a:lnTo>
                  <a:lnTo>
                    <a:pt x="161" y="219"/>
                  </a:lnTo>
                  <a:lnTo>
                    <a:pt x="163" y="217"/>
                  </a:lnTo>
                  <a:lnTo>
                    <a:pt x="167" y="227"/>
                  </a:lnTo>
                  <a:lnTo>
                    <a:pt x="169" y="229"/>
                  </a:lnTo>
                  <a:lnTo>
                    <a:pt x="173" y="235"/>
                  </a:lnTo>
                  <a:lnTo>
                    <a:pt x="173" y="235"/>
                  </a:lnTo>
                  <a:lnTo>
                    <a:pt x="173" y="237"/>
                  </a:lnTo>
                  <a:lnTo>
                    <a:pt x="175" y="241"/>
                  </a:lnTo>
                  <a:lnTo>
                    <a:pt x="175" y="243"/>
                  </a:lnTo>
                  <a:lnTo>
                    <a:pt x="175" y="245"/>
                  </a:lnTo>
                  <a:lnTo>
                    <a:pt x="175" y="247"/>
                  </a:lnTo>
                  <a:lnTo>
                    <a:pt x="175" y="247"/>
                  </a:lnTo>
                  <a:lnTo>
                    <a:pt x="173" y="247"/>
                  </a:lnTo>
                  <a:lnTo>
                    <a:pt x="171" y="249"/>
                  </a:lnTo>
                  <a:lnTo>
                    <a:pt x="171" y="249"/>
                  </a:lnTo>
                  <a:lnTo>
                    <a:pt x="171" y="253"/>
                  </a:lnTo>
                  <a:lnTo>
                    <a:pt x="171" y="259"/>
                  </a:lnTo>
                  <a:lnTo>
                    <a:pt x="169" y="259"/>
                  </a:lnTo>
                  <a:lnTo>
                    <a:pt x="169" y="261"/>
                  </a:lnTo>
                  <a:lnTo>
                    <a:pt x="169" y="263"/>
                  </a:lnTo>
                  <a:lnTo>
                    <a:pt x="169" y="263"/>
                  </a:lnTo>
                  <a:lnTo>
                    <a:pt x="171" y="265"/>
                  </a:lnTo>
                  <a:lnTo>
                    <a:pt x="171" y="265"/>
                  </a:lnTo>
                  <a:lnTo>
                    <a:pt x="173" y="265"/>
                  </a:lnTo>
                  <a:lnTo>
                    <a:pt x="173" y="267"/>
                  </a:lnTo>
                  <a:lnTo>
                    <a:pt x="173" y="269"/>
                  </a:lnTo>
                  <a:lnTo>
                    <a:pt x="175" y="271"/>
                  </a:lnTo>
                  <a:lnTo>
                    <a:pt x="177" y="271"/>
                  </a:lnTo>
                  <a:lnTo>
                    <a:pt x="179" y="271"/>
                  </a:lnTo>
                  <a:lnTo>
                    <a:pt x="180" y="272"/>
                  </a:lnTo>
                  <a:lnTo>
                    <a:pt x="182" y="272"/>
                  </a:lnTo>
                  <a:lnTo>
                    <a:pt x="182" y="272"/>
                  </a:lnTo>
                  <a:lnTo>
                    <a:pt x="182" y="274"/>
                  </a:lnTo>
                  <a:lnTo>
                    <a:pt x="182" y="278"/>
                  </a:lnTo>
                  <a:lnTo>
                    <a:pt x="184" y="278"/>
                  </a:lnTo>
                  <a:lnTo>
                    <a:pt x="184" y="280"/>
                  </a:lnTo>
                  <a:lnTo>
                    <a:pt x="184" y="282"/>
                  </a:lnTo>
                  <a:lnTo>
                    <a:pt x="184" y="282"/>
                  </a:lnTo>
                  <a:lnTo>
                    <a:pt x="184" y="286"/>
                  </a:lnTo>
                  <a:lnTo>
                    <a:pt x="184" y="286"/>
                  </a:lnTo>
                  <a:lnTo>
                    <a:pt x="184" y="288"/>
                  </a:lnTo>
                  <a:lnTo>
                    <a:pt x="186" y="292"/>
                  </a:lnTo>
                  <a:lnTo>
                    <a:pt x="186" y="292"/>
                  </a:lnTo>
                  <a:lnTo>
                    <a:pt x="186" y="296"/>
                  </a:lnTo>
                  <a:lnTo>
                    <a:pt x="188" y="298"/>
                  </a:lnTo>
                  <a:lnTo>
                    <a:pt x="188" y="302"/>
                  </a:lnTo>
                  <a:lnTo>
                    <a:pt x="188" y="306"/>
                  </a:lnTo>
                  <a:lnTo>
                    <a:pt x="188" y="310"/>
                  </a:lnTo>
                  <a:lnTo>
                    <a:pt x="190" y="314"/>
                  </a:lnTo>
                  <a:lnTo>
                    <a:pt x="184" y="322"/>
                  </a:lnTo>
                  <a:lnTo>
                    <a:pt x="184" y="324"/>
                  </a:lnTo>
                  <a:lnTo>
                    <a:pt x="180" y="325"/>
                  </a:lnTo>
                  <a:lnTo>
                    <a:pt x="180" y="327"/>
                  </a:lnTo>
                  <a:lnTo>
                    <a:pt x="179" y="329"/>
                  </a:lnTo>
                  <a:lnTo>
                    <a:pt x="180" y="331"/>
                  </a:lnTo>
                  <a:lnTo>
                    <a:pt x="180" y="333"/>
                  </a:lnTo>
                  <a:lnTo>
                    <a:pt x="182" y="335"/>
                  </a:lnTo>
                  <a:lnTo>
                    <a:pt x="182" y="335"/>
                  </a:lnTo>
                  <a:lnTo>
                    <a:pt x="182" y="337"/>
                  </a:lnTo>
                  <a:lnTo>
                    <a:pt x="184" y="339"/>
                  </a:lnTo>
                  <a:lnTo>
                    <a:pt x="184" y="341"/>
                  </a:lnTo>
                  <a:lnTo>
                    <a:pt x="184" y="341"/>
                  </a:lnTo>
                  <a:lnTo>
                    <a:pt x="188" y="345"/>
                  </a:lnTo>
                  <a:lnTo>
                    <a:pt x="192" y="347"/>
                  </a:lnTo>
                  <a:lnTo>
                    <a:pt x="194" y="347"/>
                  </a:lnTo>
                  <a:lnTo>
                    <a:pt x="196" y="347"/>
                  </a:lnTo>
                  <a:lnTo>
                    <a:pt x="206" y="349"/>
                  </a:lnTo>
                  <a:lnTo>
                    <a:pt x="216" y="349"/>
                  </a:lnTo>
                  <a:lnTo>
                    <a:pt x="214" y="347"/>
                  </a:lnTo>
                  <a:lnTo>
                    <a:pt x="202" y="347"/>
                  </a:lnTo>
                  <a:lnTo>
                    <a:pt x="192" y="345"/>
                  </a:lnTo>
                  <a:lnTo>
                    <a:pt x="186" y="339"/>
                  </a:lnTo>
                  <a:lnTo>
                    <a:pt x="186" y="339"/>
                  </a:lnTo>
                  <a:lnTo>
                    <a:pt x="184" y="335"/>
                  </a:lnTo>
                  <a:lnTo>
                    <a:pt x="184" y="335"/>
                  </a:lnTo>
                  <a:lnTo>
                    <a:pt x="184" y="333"/>
                  </a:lnTo>
                  <a:lnTo>
                    <a:pt x="182" y="333"/>
                  </a:lnTo>
                  <a:lnTo>
                    <a:pt x="182" y="331"/>
                  </a:lnTo>
                  <a:lnTo>
                    <a:pt x="182" y="329"/>
                  </a:lnTo>
                  <a:lnTo>
                    <a:pt x="182" y="327"/>
                  </a:lnTo>
                  <a:lnTo>
                    <a:pt x="184" y="324"/>
                  </a:lnTo>
                  <a:lnTo>
                    <a:pt x="186" y="322"/>
                  </a:lnTo>
                  <a:lnTo>
                    <a:pt x="190" y="316"/>
                  </a:lnTo>
                  <a:lnTo>
                    <a:pt x="190" y="312"/>
                  </a:lnTo>
                  <a:lnTo>
                    <a:pt x="190" y="308"/>
                  </a:lnTo>
                  <a:lnTo>
                    <a:pt x="188" y="304"/>
                  </a:lnTo>
                  <a:lnTo>
                    <a:pt x="190" y="298"/>
                  </a:lnTo>
                  <a:lnTo>
                    <a:pt x="190" y="296"/>
                  </a:lnTo>
                  <a:lnTo>
                    <a:pt x="186" y="290"/>
                  </a:lnTo>
                  <a:lnTo>
                    <a:pt x="186" y="286"/>
                  </a:lnTo>
                  <a:lnTo>
                    <a:pt x="186" y="286"/>
                  </a:lnTo>
                  <a:lnTo>
                    <a:pt x="186" y="284"/>
                  </a:lnTo>
                  <a:lnTo>
                    <a:pt x="186" y="282"/>
                  </a:lnTo>
                  <a:lnTo>
                    <a:pt x="186" y="282"/>
                  </a:lnTo>
                  <a:lnTo>
                    <a:pt x="188" y="276"/>
                  </a:lnTo>
                  <a:lnTo>
                    <a:pt x="188" y="274"/>
                  </a:lnTo>
                  <a:lnTo>
                    <a:pt x="190" y="274"/>
                  </a:lnTo>
                  <a:lnTo>
                    <a:pt x="190" y="272"/>
                  </a:lnTo>
                  <a:lnTo>
                    <a:pt x="194" y="272"/>
                  </a:lnTo>
                  <a:lnTo>
                    <a:pt x="196" y="271"/>
                  </a:lnTo>
                  <a:lnTo>
                    <a:pt x="198" y="271"/>
                  </a:lnTo>
                  <a:lnTo>
                    <a:pt x="200" y="269"/>
                  </a:lnTo>
                  <a:lnTo>
                    <a:pt x="198" y="267"/>
                  </a:lnTo>
                  <a:lnTo>
                    <a:pt x="192" y="271"/>
                  </a:lnTo>
                  <a:lnTo>
                    <a:pt x="192" y="271"/>
                  </a:lnTo>
                  <a:lnTo>
                    <a:pt x="190" y="269"/>
                  </a:lnTo>
                  <a:lnTo>
                    <a:pt x="188" y="267"/>
                  </a:lnTo>
                  <a:lnTo>
                    <a:pt x="186" y="267"/>
                  </a:lnTo>
                  <a:lnTo>
                    <a:pt x="184" y="265"/>
                  </a:lnTo>
                  <a:lnTo>
                    <a:pt x="182" y="261"/>
                  </a:lnTo>
                  <a:lnTo>
                    <a:pt x="180" y="259"/>
                  </a:lnTo>
                  <a:lnTo>
                    <a:pt x="179" y="255"/>
                  </a:lnTo>
                  <a:lnTo>
                    <a:pt x="179" y="255"/>
                  </a:lnTo>
                  <a:lnTo>
                    <a:pt x="179" y="253"/>
                  </a:lnTo>
                  <a:lnTo>
                    <a:pt x="184" y="251"/>
                  </a:lnTo>
                  <a:lnTo>
                    <a:pt x="192" y="249"/>
                  </a:lnTo>
                  <a:lnTo>
                    <a:pt x="196" y="241"/>
                  </a:lnTo>
                  <a:lnTo>
                    <a:pt x="206" y="239"/>
                  </a:lnTo>
                  <a:lnTo>
                    <a:pt x="214" y="237"/>
                  </a:lnTo>
                  <a:lnTo>
                    <a:pt x="216" y="237"/>
                  </a:lnTo>
                  <a:lnTo>
                    <a:pt x="220" y="235"/>
                  </a:lnTo>
                  <a:lnTo>
                    <a:pt x="226" y="225"/>
                  </a:lnTo>
                  <a:lnTo>
                    <a:pt x="235" y="219"/>
                  </a:lnTo>
                  <a:lnTo>
                    <a:pt x="249" y="219"/>
                  </a:lnTo>
                  <a:lnTo>
                    <a:pt x="259" y="219"/>
                  </a:lnTo>
                  <a:lnTo>
                    <a:pt x="273" y="217"/>
                  </a:lnTo>
                  <a:lnTo>
                    <a:pt x="288" y="221"/>
                  </a:lnTo>
                  <a:lnTo>
                    <a:pt x="300" y="221"/>
                  </a:lnTo>
                  <a:lnTo>
                    <a:pt x="310" y="219"/>
                  </a:lnTo>
                  <a:lnTo>
                    <a:pt x="316" y="217"/>
                  </a:lnTo>
                  <a:lnTo>
                    <a:pt x="324" y="216"/>
                  </a:lnTo>
                  <a:lnTo>
                    <a:pt x="332" y="214"/>
                  </a:lnTo>
                  <a:lnTo>
                    <a:pt x="343" y="216"/>
                  </a:lnTo>
                  <a:lnTo>
                    <a:pt x="347" y="217"/>
                  </a:lnTo>
                  <a:lnTo>
                    <a:pt x="351" y="221"/>
                  </a:lnTo>
                  <a:lnTo>
                    <a:pt x="351" y="223"/>
                  </a:lnTo>
                  <a:lnTo>
                    <a:pt x="349" y="225"/>
                  </a:lnTo>
                  <a:lnTo>
                    <a:pt x="347" y="227"/>
                  </a:lnTo>
                  <a:lnTo>
                    <a:pt x="345" y="225"/>
                  </a:lnTo>
                  <a:lnTo>
                    <a:pt x="343" y="225"/>
                  </a:lnTo>
                  <a:lnTo>
                    <a:pt x="343" y="227"/>
                  </a:lnTo>
                  <a:lnTo>
                    <a:pt x="343" y="227"/>
                  </a:lnTo>
                  <a:lnTo>
                    <a:pt x="341" y="227"/>
                  </a:lnTo>
                  <a:lnTo>
                    <a:pt x="341" y="227"/>
                  </a:lnTo>
                  <a:lnTo>
                    <a:pt x="339" y="227"/>
                  </a:lnTo>
                  <a:lnTo>
                    <a:pt x="339" y="225"/>
                  </a:lnTo>
                  <a:lnTo>
                    <a:pt x="339" y="225"/>
                  </a:lnTo>
                  <a:lnTo>
                    <a:pt x="337" y="225"/>
                  </a:lnTo>
                  <a:lnTo>
                    <a:pt x="335" y="225"/>
                  </a:lnTo>
                  <a:lnTo>
                    <a:pt x="335" y="225"/>
                  </a:lnTo>
                  <a:lnTo>
                    <a:pt x="335" y="229"/>
                  </a:lnTo>
                  <a:lnTo>
                    <a:pt x="333" y="229"/>
                  </a:lnTo>
                  <a:lnTo>
                    <a:pt x="333" y="231"/>
                  </a:lnTo>
                  <a:lnTo>
                    <a:pt x="333" y="231"/>
                  </a:lnTo>
                  <a:lnTo>
                    <a:pt x="333" y="233"/>
                  </a:lnTo>
                  <a:lnTo>
                    <a:pt x="333" y="235"/>
                  </a:lnTo>
                  <a:lnTo>
                    <a:pt x="333" y="237"/>
                  </a:lnTo>
                  <a:lnTo>
                    <a:pt x="335" y="237"/>
                  </a:lnTo>
                  <a:lnTo>
                    <a:pt x="335" y="237"/>
                  </a:lnTo>
                  <a:lnTo>
                    <a:pt x="335" y="237"/>
                  </a:lnTo>
                  <a:lnTo>
                    <a:pt x="335" y="239"/>
                  </a:lnTo>
                  <a:lnTo>
                    <a:pt x="335" y="241"/>
                  </a:lnTo>
                  <a:lnTo>
                    <a:pt x="335" y="243"/>
                  </a:lnTo>
                  <a:lnTo>
                    <a:pt x="335" y="245"/>
                  </a:lnTo>
                  <a:lnTo>
                    <a:pt x="335" y="245"/>
                  </a:lnTo>
                  <a:lnTo>
                    <a:pt x="335" y="247"/>
                  </a:lnTo>
                  <a:lnTo>
                    <a:pt x="335" y="249"/>
                  </a:lnTo>
                  <a:lnTo>
                    <a:pt x="335" y="249"/>
                  </a:lnTo>
                  <a:lnTo>
                    <a:pt x="339" y="253"/>
                  </a:lnTo>
                  <a:lnTo>
                    <a:pt x="339" y="253"/>
                  </a:lnTo>
                  <a:lnTo>
                    <a:pt x="339" y="253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57" y="263"/>
                  </a:lnTo>
                  <a:lnTo>
                    <a:pt x="363" y="263"/>
                  </a:lnTo>
                  <a:lnTo>
                    <a:pt x="369" y="265"/>
                  </a:lnTo>
                  <a:lnTo>
                    <a:pt x="373" y="263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9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2" y="271"/>
                  </a:lnTo>
                  <a:lnTo>
                    <a:pt x="382" y="271"/>
                  </a:lnTo>
                  <a:lnTo>
                    <a:pt x="384" y="271"/>
                  </a:lnTo>
                  <a:lnTo>
                    <a:pt x="384" y="271"/>
                  </a:lnTo>
                  <a:lnTo>
                    <a:pt x="386" y="271"/>
                  </a:lnTo>
                  <a:lnTo>
                    <a:pt x="386" y="274"/>
                  </a:lnTo>
                  <a:lnTo>
                    <a:pt x="400" y="274"/>
                  </a:lnTo>
                  <a:lnTo>
                    <a:pt x="414" y="276"/>
                  </a:lnTo>
                  <a:lnTo>
                    <a:pt x="416" y="274"/>
                  </a:lnTo>
                  <a:lnTo>
                    <a:pt x="414" y="274"/>
                  </a:lnTo>
                  <a:lnTo>
                    <a:pt x="402" y="272"/>
                  </a:lnTo>
                  <a:lnTo>
                    <a:pt x="390" y="272"/>
                  </a:lnTo>
                  <a:lnTo>
                    <a:pt x="390" y="272"/>
                  </a:lnTo>
                  <a:lnTo>
                    <a:pt x="388" y="271"/>
                  </a:lnTo>
                  <a:lnTo>
                    <a:pt x="386" y="269"/>
                  </a:lnTo>
                  <a:lnTo>
                    <a:pt x="386" y="267"/>
                  </a:lnTo>
                  <a:lnTo>
                    <a:pt x="402" y="267"/>
                  </a:lnTo>
                  <a:lnTo>
                    <a:pt x="408" y="265"/>
                  </a:lnTo>
                  <a:lnTo>
                    <a:pt x="416" y="265"/>
                  </a:lnTo>
                  <a:lnTo>
                    <a:pt x="422" y="267"/>
                  </a:lnTo>
                  <a:lnTo>
                    <a:pt x="430" y="267"/>
                  </a:lnTo>
                  <a:lnTo>
                    <a:pt x="432" y="265"/>
                  </a:lnTo>
                  <a:lnTo>
                    <a:pt x="435" y="263"/>
                  </a:lnTo>
                  <a:lnTo>
                    <a:pt x="439" y="259"/>
                  </a:lnTo>
                  <a:lnTo>
                    <a:pt x="447" y="257"/>
                  </a:lnTo>
                  <a:lnTo>
                    <a:pt x="451" y="259"/>
                  </a:lnTo>
                  <a:lnTo>
                    <a:pt x="451" y="259"/>
                  </a:lnTo>
                  <a:lnTo>
                    <a:pt x="451" y="257"/>
                  </a:lnTo>
                  <a:lnTo>
                    <a:pt x="457" y="257"/>
                  </a:lnTo>
                  <a:lnTo>
                    <a:pt x="457" y="257"/>
                  </a:lnTo>
                  <a:lnTo>
                    <a:pt x="457" y="259"/>
                  </a:lnTo>
                  <a:lnTo>
                    <a:pt x="457" y="261"/>
                  </a:lnTo>
                  <a:lnTo>
                    <a:pt x="457" y="261"/>
                  </a:lnTo>
                  <a:lnTo>
                    <a:pt x="461" y="263"/>
                  </a:lnTo>
                  <a:lnTo>
                    <a:pt x="475" y="263"/>
                  </a:lnTo>
                  <a:lnTo>
                    <a:pt x="479" y="265"/>
                  </a:lnTo>
                  <a:lnTo>
                    <a:pt x="483" y="265"/>
                  </a:lnTo>
                  <a:lnTo>
                    <a:pt x="484" y="265"/>
                  </a:lnTo>
                  <a:lnTo>
                    <a:pt x="469" y="257"/>
                  </a:lnTo>
                  <a:lnTo>
                    <a:pt x="469" y="255"/>
                  </a:lnTo>
                  <a:lnTo>
                    <a:pt x="469" y="255"/>
                  </a:lnTo>
                  <a:lnTo>
                    <a:pt x="471" y="255"/>
                  </a:lnTo>
                  <a:lnTo>
                    <a:pt x="486" y="259"/>
                  </a:lnTo>
                  <a:lnTo>
                    <a:pt x="488" y="259"/>
                  </a:lnTo>
                  <a:lnTo>
                    <a:pt x="490" y="257"/>
                  </a:lnTo>
                  <a:lnTo>
                    <a:pt x="481" y="253"/>
                  </a:lnTo>
                  <a:lnTo>
                    <a:pt x="471" y="251"/>
                  </a:lnTo>
                  <a:lnTo>
                    <a:pt x="471" y="251"/>
                  </a:lnTo>
                  <a:lnTo>
                    <a:pt x="471" y="251"/>
                  </a:lnTo>
                  <a:lnTo>
                    <a:pt x="471" y="251"/>
                  </a:lnTo>
                  <a:lnTo>
                    <a:pt x="471" y="251"/>
                  </a:lnTo>
                  <a:lnTo>
                    <a:pt x="471" y="249"/>
                  </a:lnTo>
                  <a:lnTo>
                    <a:pt x="473" y="249"/>
                  </a:lnTo>
                  <a:lnTo>
                    <a:pt x="473" y="249"/>
                  </a:lnTo>
                  <a:lnTo>
                    <a:pt x="473" y="247"/>
                  </a:lnTo>
                  <a:lnTo>
                    <a:pt x="471" y="247"/>
                  </a:lnTo>
                  <a:lnTo>
                    <a:pt x="477" y="243"/>
                  </a:lnTo>
                  <a:lnTo>
                    <a:pt x="481" y="245"/>
                  </a:lnTo>
                  <a:lnTo>
                    <a:pt x="484" y="245"/>
                  </a:lnTo>
                  <a:lnTo>
                    <a:pt x="484" y="245"/>
                  </a:lnTo>
                  <a:lnTo>
                    <a:pt x="484" y="247"/>
                  </a:lnTo>
                  <a:lnTo>
                    <a:pt x="486" y="249"/>
                  </a:lnTo>
                  <a:lnTo>
                    <a:pt x="486" y="249"/>
                  </a:lnTo>
                  <a:lnTo>
                    <a:pt x="494" y="251"/>
                  </a:lnTo>
                  <a:lnTo>
                    <a:pt x="496" y="251"/>
                  </a:lnTo>
                  <a:lnTo>
                    <a:pt x="498" y="251"/>
                  </a:lnTo>
                  <a:lnTo>
                    <a:pt x="498" y="249"/>
                  </a:lnTo>
                  <a:lnTo>
                    <a:pt x="498" y="247"/>
                  </a:lnTo>
                  <a:lnTo>
                    <a:pt x="498" y="247"/>
                  </a:lnTo>
                  <a:lnTo>
                    <a:pt x="498" y="245"/>
                  </a:lnTo>
                  <a:lnTo>
                    <a:pt x="500" y="243"/>
                  </a:lnTo>
                  <a:lnTo>
                    <a:pt x="500" y="243"/>
                  </a:lnTo>
                  <a:lnTo>
                    <a:pt x="500" y="241"/>
                  </a:lnTo>
                  <a:lnTo>
                    <a:pt x="498" y="239"/>
                  </a:lnTo>
                  <a:lnTo>
                    <a:pt x="498" y="239"/>
                  </a:lnTo>
                  <a:lnTo>
                    <a:pt x="498" y="237"/>
                  </a:lnTo>
                  <a:lnTo>
                    <a:pt x="498" y="233"/>
                  </a:lnTo>
                  <a:lnTo>
                    <a:pt x="498" y="233"/>
                  </a:lnTo>
                  <a:lnTo>
                    <a:pt x="498" y="231"/>
                  </a:lnTo>
                  <a:lnTo>
                    <a:pt x="498" y="229"/>
                  </a:lnTo>
                  <a:lnTo>
                    <a:pt x="500" y="231"/>
                  </a:lnTo>
                  <a:lnTo>
                    <a:pt x="500" y="231"/>
                  </a:lnTo>
                  <a:lnTo>
                    <a:pt x="500" y="231"/>
                  </a:lnTo>
                  <a:lnTo>
                    <a:pt x="500" y="233"/>
                  </a:lnTo>
                  <a:lnTo>
                    <a:pt x="500" y="233"/>
                  </a:lnTo>
                  <a:lnTo>
                    <a:pt x="500" y="231"/>
                  </a:lnTo>
                  <a:lnTo>
                    <a:pt x="500" y="231"/>
                  </a:lnTo>
                  <a:lnTo>
                    <a:pt x="500" y="231"/>
                  </a:lnTo>
                  <a:lnTo>
                    <a:pt x="500" y="229"/>
                  </a:lnTo>
                  <a:lnTo>
                    <a:pt x="500" y="229"/>
                  </a:lnTo>
                  <a:lnTo>
                    <a:pt x="500" y="229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98" y="229"/>
                  </a:lnTo>
                  <a:lnTo>
                    <a:pt x="498" y="229"/>
                  </a:lnTo>
                  <a:lnTo>
                    <a:pt x="498" y="227"/>
                  </a:lnTo>
                  <a:lnTo>
                    <a:pt x="496" y="223"/>
                  </a:lnTo>
                  <a:lnTo>
                    <a:pt x="496" y="221"/>
                  </a:lnTo>
                  <a:lnTo>
                    <a:pt x="498" y="219"/>
                  </a:lnTo>
                  <a:lnTo>
                    <a:pt x="500" y="217"/>
                  </a:lnTo>
                  <a:lnTo>
                    <a:pt x="500" y="221"/>
                  </a:lnTo>
                  <a:lnTo>
                    <a:pt x="502" y="221"/>
                  </a:lnTo>
                  <a:lnTo>
                    <a:pt x="502" y="221"/>
                  </a:lnTo>
                  <a:lnTo>
                    <a:pt x="504" y="219"/>
                  </a:lnTo>
                  <a:lnTo>
                    <a:pt x="502" y="219"/>
                  </a:lnTo>
                  <a:lnTo>
                    <a:pt x="502" y="217"/>
                  </a:lnTo>
                  <a:lnTo>
                    <a:pt x="502" y="217"/>
                  </a:lnTo>
                  <a:lnTo>
                    <a:pt x="504" y="217"/>
                  </a:lnTo>
                  <a:lnTo>
                    <a:pt x="504" y="217"/>
                  </a:lnTo>
                  <a:lnTo>
                    <a:pt x="502" y="216"/>
                  </a:lnTo>
                  <a:lnTo>
                    <a:pt x="502" y="216"/>
                  </a:lnTo>
                  <a:lnTo>
                    <a:pt x="500" y="216"/>
                  </a:lnTo>
                  <a:lnTo>
                    <a:pt x="500" y="216"/>
                  </a:lnTo>
                  <a:lnTo>
                    <a:pt x="498" y="216"/>
                  </a:lnTo>
                  <a:lnTo>
                    <a:pt x="498" y="214"/>
                  </a:lnTo>
                  <a:lnTo>
                    <a:pt x="498" y="214"/>
                  </a:lnTo>
                  <a:lnTo>
                    <a:pt x="498" y="214"/>
                  </a:lnTo>
                  <a:lnTo>
                    <a:pt x="496" y="214"/>
                  </a:lnTo>
                  <a:lnTo>
                    <a:pt x="496" y="214"/>
                  </a:lnTo>
                  <a:lnTo>
                    <a:pt x="496" y="212"/>
                  </a:lnTo>
                  <a:lnTo>
                    <a:pt x="496" y="212"/>
                  </a:lnTo>
                  <a:lnTo>
                    <a:pt x="496" y="212"/>
                  </a:lnTo>
                  <a:lnTo>
                    <a:pt x="496" y="210"/>
                  </a:lnTo>
                  <a:lnTo>
                    <a:pt x="494" y="210"/>
                  </a:lnTo>
                  <a:lnTo>
                    <a:pt x="492" y="210"/>
                  </a:lnTo>
                  <a:lnTo>
                    <a:pt x="492" y="208"/>
                  </a:lnTo>
                  <a:lnTo>
                    <a:pt x="490" y="204"/>
                  </a:lnTo>
                  <a:lnTo>
                    <a:pt x="488" y="204"/>
                  </a:lnTo>
                  <a:lnTo>
                    <a:pt x="490" y="200"/>
                  </a:lnTo>
                  <a:lnTo>
                    <a:pt x="490" y="198"/>
                  </a:lnTo>
                  <a:lnTo>
                    <a:pt x="488" y="198"/>
                  </a:lnTo>
                  <a:lnTo>
                    <a:pt x="486" y="200"/>
                  </a:lnTo>
                  <a:lnTo>
                    <a:pt x="486" y="200"/>
                  </a:lnTo>
                  <a:lnTo>
                    <a:pt x="484" y="198"/>
                  </a:lnTo>
                  <a:lnTo>
                    <a:pt x="484" y="198"/>
                  </a:lnTo>
                  <a:lnTo>
                    <a:pt x="486" y="196"/>
                  </a:lnTo>
                  <a:lnTo>
                    <a:pt x="486" y="196"/>
                  </a:lnTo>
                  <a:lnTo>
                    <a:pt x="486" y="194"/>
                  </a:lnTo>
                  <a:lnTo>
                    <a:pt x="484" y="194"/>
                  </a:lnTo>
                  <a:lnTo>
                    <a:pt x="484" y="192"/>
                  </a:lnTo>
                  <a:lnTo>
                    <a:pt x="484" y="192"/>
                  </a:lnTo>
                  <a:lnTo>
                    <a:pt x="484" y="192"/>
                  </a:lnTo>
                  <a:lnTo>
                    <a:pt x="484" y="192"/>
                  </a:lnTo>
                  <a:lnTo>
                    <a:pt x="486" y="192"/>
                  </a:lnTo>
                  <a:lnTo>
                    <a:pt x="486" y="192"/>
                  </a:lnTo>
                  <a:lnTo>
                    <a:pt x="488" y="192"/>
                  </a:lnTo>
                  <a:lnTo>
                    <a:pt x="488" y="194"/>
                  </a:lnTo>
                  <a:lnTo>
                    <a:pt x="488" y="194"/>
                  </a:lnTo>
                  <a:lnTo>
                    <a:pt x="488" y="192"/>
                  </a:lnTo>
                  <a:lnTo>
                    <a:pt x="488" y="190"/>
                  </a:lnTo>
                  <a:lnTo>
                    <a:pt x="486" y="188"/>
                  </a:lnTo>
                  <a:lnTo>
                    <a:pt x="483" y="188"/>
                  </a:lnTo>
                  <a:lnTo>
                    <a:pt x="483" y="186"/>
                  </a:lnTo>
                  <a:lnTo>
                    <a:pt x="483" y="186"/>
                  </a:lnTo>
                  <a:lnTo>
                    <a:pt x="483" y="186"/>
                  </a:lnTo>
                  <a:lnTo>
                    <a:pt x="483" y="186"/>
                  </a:lnTo>
                  <a:lnTo>
                    <a:pt x="483" y="184"/>
                  </a:lnTo>
                  <a:lnTo>
                    <a:pt x="481" y="182"/>
                  </a:lnTo>
                  <a:lnTo>
                    <a:pt x="481" y="180"/>
                  </a:lnTo>
                  <a:lnTo>
                    <a:pt x="483" y="180"/>
                  </a:lnTo>
                  <a:lnTo>
                    <a:pt x="484" y="180"/>
                  </a:lnTo>
                  <a:lnTo>
                    <a:pt x="484" y="180"/>
                  </a:lnTo>
                  <a:lnTo>
                    <a:pt x="483" y="178"/>
                  </a:lnTo>
                  <a:lnTo>
                    <a:pt x="483" y="176"/>
                  </a:lnTo>
                  <a:lnTo>
                    <a:pt x="484" y="178"/>
                  </a:lnTo>
                  <a:lnTo>
                    <a:pt x="486" y="178"/>
                  </a:lnTo>
                  <a:lnTo>
                    <a:pt x="484" y="176"/>
                  </a:lnTo>
                  <a:lnTo>
                    <a:pt x="484" y="176"/>
                  </a:lnTo>
                  <a:lnTo>
                    <a:pt x="484" y="174"/>
                  </a:lnTo>
                  <a:lnTo>
                    <a:pt x="483" y="174"/>
                  </a:lnTo>
                  <a:lnTo>
                    <a:pt x="483" y="172"/>
                  </a:lnTo>
                  <a:lnTo>
                    <a:pt x="483" y="172"/>
                  </a:lnTo>
                  <a:lnTo>
                    <a:pt x="483" y="170"/>
                  </a:lnTo>
                  <a:lnTo>
                    <a:pt x="483" y="168"/>
                  </a:lnTo>
                  <a:lnTo>
                    <a:pt x="484" y="166"/>
                  </a:lnTo>
                  <a:lnTo>
                    <a:pt x="486" y="163"/>
                  </a:lnTo>
                  <a:lnTo>
                    <a:pt x="486" y="163"/>
                  </a:lnTo>
                  <a:lnTo>
                    <a:pt x="486" y="163"/>
                  </a:lnTo>
                  <a:lnTo>
                    <a:pt x="488" y="163"/>
                  </a:lnTo>
                  <a:lnTo>
                    <a:pt x="488" y="164"/>
                  </a:lnTo>
                  <a:lnTo>
                    <a:pt x="488" y="164"/>
                  </a:lnTo>
                  <a:lnTo>
                    <a:pt x="488" y="166"/>
                  </a:lnTo>
                  <a:lnTo>
                    <a:pt x="488" y="166"/>
                  </a:lnTo>
                  <a:lnTo>
                    <a:pt x="488" y="166"/>
                  </a:lnTo>
                  <a:lnTo>
                    <a:pt x="488" y="166"/>
                  </a:lnTo>
                  <a:lnTo>
                    <a:pt x="488" y="168"/>
                  </a:lnTo>
                  <a:lnTo>
                    <a:pt x="488" y="168"/>
                  </a:lnTo>
                  <a:lnTo>
                    <a:pt x="488" y="170"/>
                  </a:lnTo>
                  <a:lnTo>
                    <a:pt x="490" y="170"/>
                  </a:lnTo>
                  <a:lnTo>
                    <a:pt x="490" y="170"/>
                  </a:lnTo>
                  <a:lnTo>
                    <a:pt x="490" y="170"/>
                  </a:lnTo>
                  <a:lnTo>
                    <a:pt x="490" y="172"/>
                  </a:lnTo>
                  <a:lnTo>
                    <a:pt x="490" y="172"/>
                  </a:lnTo>
                  <a:lnTo>
                    <a:pt x="492" y="174"/>
                  </a:lnTo>
                  <a:lnTo>
                    <a:pt x="492" y="172"/>
                  </a:lnTo>
                  <a:lnTo>
                    <a:pt x="496" y="170"/>
                  </a:lnTo>
                  <a:lnTo>
                    <a:pt x="498" y="170"/>
                  </a:lnTo>
                  <a:lnTo>
                    <a:pt x="498" y="168"/>
                  </a:lnTo>
                  <a:lnTo>
                    <a:pt x="500" y="168"/>
                  </a:lnTo>
                  <a:lnTo>
                    <a:pt x="500" y="168"/>
                  </a:lnTo>
                  <a:lnTo>
                    <a:pt x="502" y="166"/>
                  </a:lnTo>
                  <a:lnTo>
                    <a:pt x="500" y="164"/>
                  </a:lnTo>
                  <a:lnTo>
                    <a:pt x="500" y="164"/>
                  </a:lnTo>
                  <a:lnTo>
                    <a:pt x="498" y="164"/>
                  </a:lnTo>
                  <a:lnTo>
                    <a:pt x="498" y="163"/>
                  </a:lnTo>
                  <a:lnTo>
                    <a:pt x="496" y="163"/>
                  </a:lnTo>
                  <a:lnTo>
                    <a:pt x="496" y="161"/>
                  </a:lnTo>
                  <a:lnTo>
                    <a:pt x="496" y="161"/>
                  </a:lnTo>
                  <a:lnTo>
                    <a:pt x="496" y="159"/>
                  </a:lnTo>
                  <a:lnTo>
                    <a:pt x="496" y="159"/>
                  </a:lnTo>
                  <a:lnTo>
                    <a:pt x="496" y="157"/>
                  </a:lnTo>
                  <a:lnTo>
                    <a:pt x="496" y="155"/>
                  </a:lnTo>
                  <a:lnTo>
                    <a:pt x="494" y="155"/>
                  </a:lnTo>
                  <a:lnTo>
                    <a:pt x="494" y="155"/>
                  </a:lnTo>
                  <a:lnTo>
                    <a:pt x="494" y="153"/>
                  </a:lnTo>
                  <a:lnTo>
                    <a:pt x="494" y="153"/>
                  </a:lnTo>
                  <a:lnTo>
                    <a:pt x="496" y="153"/>
                  </a:lnTo>
                  <a:lnTo>
                    <a:pt x="496" y="153"/>
                  </a:lnTo>
                  <a:lnTo>
                    <a:pt x="498" y="155"/>
                  </a:lnTo>
                  <a:lnTo>
                    <a:pt x="500" y="157"/>
                  </a:lnTo>
                  <a:lnTo>
                    <a:pt x="500" y="157"/>
                  </a:lnTo>
                  <a:lnTo>
                    <a:pt x="500" y="157"/>
                  </a:lnTo>
                  <a:lnTo>
                    <a:pt x="500" y="159"/>
                  </a:lnTo>
                  <a:lnTo>
                    <a:pt x="500" y="161"/>
                  </a:lnTo>
                  <a:lnTo>
                    <a:pt x="500" y="161"/>
                  </a:lnTo>
                  <a:lnTo>
                    <a:pt x="502" y="161"/>
                  </a:lnTo>
                  <a:lnTo>
                    <a:pt x="502" y="161"/>
                  </a:lnTo>
                  <a:lnTo>
                    <a:pt x="502" y="159"/>
                  </a:lnTo>
                  <a:lnTo>
                    <a:pt x="504" y="157"/>
                  </a:lnTo>
                  <a:lnTo>
                    <a:pt x="506" y="157"/>
                  </a:lnTo>
                  <a:lnTo>
                    <a:pt x="506" y="155"/>
                  </a:lnTo>
                  <a:lnTo>
                    <a:pt x="506" y="153"/>
                  </a:lnTo>
                  <a:lnTo>
                    <a:pt x="506" y="153"/>
                  </a:lnTo>
                  <a:lnTo>
                    <a:pt x="506" y="151"/>
                  </a:lnTo>
                  <a:lnTo>
                    <a:pt x="506" y="149"/>
                  </a:lnTo>
                  <a:lnTo>
                    <a:pt x="508" y="149"/>
                  </a:lnTo>
                  <a:lnTo>
                    <a:pt x="506" y="147"/>
                  </a:lnTo>
                  <a:lnTo>
                    <a:pt x="506" y="147"/>
                  </a:lnTo>
                  <a:lnTo>
                    <a:pt x="508" y="145"/>
                  </a:lnTo>
                  <a:lnTo>
                    <a:pt x="508" y="145"/>
                  </a:lnTo>
                  <a:lnTo>
                    <a:pt x="508" y="145"/>
                  </a:lnTo>
                  <a:lnTo>
                    <a:pt x="510" y="147"/>
                  </a:lnTo>
                  <a:lnTo>
                    <a:pt x="508" y="147"/>
                  </a:lnTo>
                  <a:lnTo>
                    <a:pt x="508" y="147"/>
                  </a:lnTo>
                  <a:lnTo>
                    <a:pt x="510" y="147"/>
                  </a:lnTo>
                  <a:lnTo>
                    <a:pt x="512" y="147"/>
                  </a:lnTo>
                  <a:lnTo>
                    <a:pt x="512" y="149"/>
                  </a:lnTo>
                  <a:lnTo>
                    <a:pt x="514" y="149"/>
                  </a:lnTo>
                  <a:lnTo>
                    <a:pt x="514" y="149"/>
                  </a:lnTo>
                  <a:lnTo>
                    <a:pt x="514" y="149"/>
                  </a:lnTo>
                  <a:lnTo>
                    <a:pt x="516" y="151"/>
                  </a:lnTo>
                  <a:lnTo>
                    <a:pt x="518" y="151"/>
                  </a:lnTo>
                  <a:lnTo>
                    <a:pt x="518" y="151"/>
                  </a:lnTo>
                  <a:lnTo>
                    <a:pt x="518" y="151"/>
                  </a:lnTo>
                  <a:lnTo>
                    <a:pt x="520" y="149"/>
                  </a:lnTo>
                  <a:lnTo>
                    <a:pt x="520" y="151"/>
                  </a:lnTo>
                  <a:lnTo>
                    <a:pt x="520" y="151"/>
                  </a:lnTo>
                  <a:lnTo>
                    <a:pt x="520" y="153"/>
                  </a:lnTo>
                  <a:lnTo>
                    <a:pt x="522" y="153"/>
                  </a:lnTo>
                  <a:lnTo>
                    <a:pt x="526" y="151"/>
                  </a:lnTo>
                  <a:lnTo>
                    <a:pt x="526" y="153"/>
                  </a:lnTo>
                  <a:lnTo>
                    <a:pt x="526" y="153"/>
                  </a:lnTo>
                  <a:lnTo>
                    <a:pt x="526" y="153"/>
                  </a:lnTo>
                  <a:lnTo>
                    <a:pt x="526" y="153"/>
                  </a:lnTo>
                  <a:lnTo>
                    <a:pt x="526" y="155"/>
                  </a:lnTo>
                  <a:lnTo>
                    <a:pt x="528" y="155"/>
                  </a:lnTo>
                  <a:lnTo>
                    <a:pt x="528" y="155"/>
                  </a:lnTo>
                  <a:lnTo>
                    <a:pt x="530" y="155"/>
                  </a:lnTo>
                  <a:lnTo>
                    <a:pt x="530" y="157"/>
                  </a:lnTo>
                  <a:lnTo>
                    <a:pt x="530" y="157"/>
                  </a:lnTo>
                  <a:lnTo>
                    <a:pt x="530" y="155"/>
                  </a:lnTo>
                  <a:lnTo>
                    <a:pt x="530" y="155"/>
                  </a:lnTo>
                  <a:lnTo>
                    <a:pt x="532" y="157"/>
                  </a:lnTo>
                  <a:lnTo>
                    <a:pt x="532" y="159"/>
                  </a:lnTo>
                  <a:lnTo>
                    <a:pt x="532" y="161"/>
                  </a:lnTo>
                  <a:lnTo>
                    <a:pt x="534" y="159"/>
                  </a:lnTo>
                  <a:lnTo>
                    <a:pt x="534" y="159"/>
                  </a:lnTo>
                  <a:lnTo>
                    <a:pt x="534" y="157"/>
                  </a:lnTo>
                  <a:lnTo>
                    <a:pt x="532" y="153"/>
                  </a:lnTo>
                  <a:lnTo>
                    <a:pt x="534" y="153"/>
                  </a:lnTo>
                  <a:lnTo>
                    <a:pt x="534" y="153"/>
                  </a:lnTo>
                  <a:lnTo>
                    <a:pt x="535" y="153"/>
                  </a:lnTo>
                  <a:lnTo>
                    <a:pt x="534" y="151"/>
                  </a:lnTo>
                  <a:lnTo>
                    <a:pt x="535" y="151"/>
                  </a:lnTo>
                  <a:lnTo>
                    <a:pt x="535" y="153"/>
                  </a:lnTo>
                  <a:lnTo>
                    <a:pt x="535" y="153"/>
                  </a:lnTo>
                  <a:lnTo>
                    <a:pt x="535" y="155"/>
                  </a:lnTo>
                  <a:lnTo>
                    <a:pt x="535" y="155"/>
                  </a:lnTo>
                  <a:lnTo>
                    <a:pt x="535" y="155"/>
                  </a:lnTo>
                  <a:lnTo>
                    <a:pt x="537" y="157"/>
                  </a:lnTo>
                  <a:lnTo>
                    <a:pt x="537" y="157"/>
                  </a:lnTo>
                  <a:lnTo>
                    <a:pt x="537" y="157"/>
                  </a:lnTo>
                  <a:lnTo>
                    <a:pt x="537" y="157"/>
                  </a:lnTo>
                  <a:lnTo>
                    <a:pt x="537" y="159"/>
                  </a:lnTo>
                  <a:lnTo>
                    <a:pt x="539" y="159"/>
                  </a:lnTo>
                  <a:lnTo>
                    <a:pt x="539" y="159"/>
                  </a:lnTo>
                  <a:lnTo>
                    <a:pt x="539" y="159"/>
                  </a:lnTo>
                  <a:lnTo>
                    <a:pt x="539" y="159"/>
                  </a:lnTo>
                  <a:lnTo>
                    <a:pt x="539" y="161"/>
                  </a:lnTo>
                  <a:lnTo>
                    <a:pt x="539" y="163"/>
                  </a:lnTo>
                  <a:lnTo>
                    <a:pt x="539" y="164"/>
                  </a:lnTo>
                  <a:lnTo>
                    <a:pt x="539" y="166"/>
                  </a:lnTo>
                  <a:lnTo>
                    <a:pt x="541" y="166"/>
                  </a:lnTo>
                  <a:lnTo>
                    <a:pt x="541" y="166"/>
                  </a:lnTo>
                  <a:lnTo>
                    <a:pt x="541" y="164"/>
                  </a:lnTo>
                  <a:lnTo>
                    <a:pt x="543" y="166"/>
                  </a:lnTo>
                  <a:lnTo>
                    <a:pt x="543" y="166"/>
                  </a:lnTo>
                  <a:lnTo>
                    <a:pt x="545" y="164"/>
                  </a:lnTo>
                  <a:lnTo>
                    <a:pt x="545" y="163"/>
                  </a:lnTo>
                  <a:lnTo>
                    <a:pt x="545" y="163"/>
                  </a:lnTo>
                  <a:lnTo>
                    <a:pt x="545" y="163"/>
                  </a:lnTo>
                  <a:lnTo>
                    <a:pt x="545" y="164"/>
                  </a:lnTo>
                  <a:lnTo>
                    <a:pt x="547" y="164"/>
                  </a:lnTo>
                  <a:lnTo>
                    <a:pt x="547" y="164"/>
                  </a:lnTo>
                  <a:lnTo>
                    <a:pt x="547" y="164"/>
                  </a:lnTo>
                  <a:lnTo>
                    <a:pt x="547" y="164"/>
                  </a:lnTo>
                  <a:lnTo>
                    <a:pt x="547" y="163"/>
                  </a:lnTo>
                  <a:lnTo>
                    <a:pt x="547" y="163"/>
                  </a:lnTo>
                  <a:lnTo>
                    <a:pt x="547" y="163"/>
                  </a:lnTo>
                  <a:lnTo>
                    <a:pt x="549" y="163"/>
                  </a:lnTo>
                  <a:lnTo>
                    <a:pt x="549" y="163"/>
                  </a:lnTo>
                  <a:lnTo>
                    <a:pt x="549" y="164"/>
                  </a:lnTo>
                  <a:lnTo>
                    <a:pt x="549" y="164"/>
                  </a:lnTo>
                  <a:lnTo>
                    <a:pt x="549" y="164"/>
                  </a:lnTo>
                  <a:lnTo>
                    <a:pt x="551" y="164"/>
                  </a:lnTo>
                  <a:lnTo>
                    <a:pt x="555" y="164"/>
                  </a:lnTo>
                  <a:lnTo>
                    <a:pt x="555" y="164"/>
                  </a:lnTo>
                  <a:lnTo>
                    <a:pt x="555" y="166"/>
                  </a:lnTo>
                  <a:lnTo>
                    <a:pt x="555" y="168"/>
                  </a:lnTo>
                  <a:lnTo>
                    <a:pt x="555" y="168"/>
                  </a:lnTo>
                  <a:lnTo>
                    <a:pt x="557" y="168"/>
                  </a:lnTo>
                  <a:lnTo>
                    <a:pt x="553" y="172"/>
                  </a:lnTo>
                  <a:lnTo>
                    <a:pt x="553" y="174"/>
                  </a:lnTo>
                  <a:lnTo>
                    <a:pt x="555" y="176"/>
                  </a:lnTo>
                  <a:lnTo>
                    <a:pt x="557" y="176"/>
                  </a:lnTo>
                  <a:lnTo>
                    <a:pt x="557" y="178"/>
                  </a:lnTo>
                  <a:lnTo>
                    <a:pt x="557" y="178"/>
                  </a:lnTo>
                  <a:lnTo>
                    <a:pt x="557" y="176"/>
                  </a:lnTo>
                  <a:lnTo>
                    <a:pt x="557" y="176"/>
                  </a:lnTo>
                  <a:lnTo>
                    <a:pt x="557" y="174"/>
                  </a:lnTo>
                  <a:lnTo>
                    <a:pt x="557" y="172"/>
                  </a:lnTo>
                  <a:lnTo>
                    <a:pt x="561" y="170"/>
                  </a:lnTo>
                  <a:lnTo>
                    <a:pt x="561" y="170"/>
                  </a:lnTo>
                  <a:lnTo>
                    <a:pt x="563" y="172"/>
                  </a:lnTo>
                  <a:lnTo>
                    <a:pt x="563" y="172"/>
                  </a:lnTo>
                  <a:lnTo>
                    <a:pt x="565" y="170"/>
                  </a:lnTo>
                  <a:lnTo>
                    <a:pt x="563" y="168"/>
                  </a:lnTo>
                  <a:lnTo>
                    <a:pt x="563" y="168"/>
                  </a:lnTo>
                  <a:lnTo>
                    <a:pt x="563" y="168"/>
                  </a:lnTo>
                  <a:lnTo>
                    <a:pt x="561" y="168"/>
                  </a:lnTo>
                  <a:lnTo>
                    <a:pt x="563" y="164"/>
                  </a:lnTo>
                  <a:lnTo>
                    <a:pt x="563" y="164"/>
                  </a:lnTo>
                  <a:lnTo>
                    <a:pt x="563" y="163"/>
                  </a:lnTo>
                  <a:lnTo>
                    <a:pt x="563" y="163"/>
                  </a:lnTo>
                  <a:lnTo>
                    <a:pt x="563" y="163"/>
                  </a:lnTo>
                  <a:lnTo>
                    <a:pt x="563" y="161"/>
                  </a:lnTo>
                  <a:lnTo>
                    <a:pt x="565" y="161"/>
                  </a:lnTo>
                  <a:lnTo>
                    <a:pt x="565" y="161"/>
                  </a:lnTo>
                  <a:lnTo>
                    <a:pt x="565" y="163"/>
                  </a:lnTo>
                  <a:lnTo>
                    <a:pt x="565" y="163"/>
                  </a:lnTo>
                  <a:lnTo>
                    <a:pt x="567" y="166"/>
                  </a:lnTo>
                  <a:lnTo>
                    <a:pt x="567" y="168"/>
                  </a:lnTo>
                  <a:lnTo>
                    <a:pt x="567" y="170"/>
                  </a:lnTo>
                  <a:lnTo>
                    <a:pt x="567" y="172"/>
                  </a:lnTo>
                  <a:lnTo>
                    <a:pt x="567" y="174"/>
                  </a:lnTo>
                  <a:lnTo>
                    <a:pt x="569" y="172"/>
                  </a:lnTo>
                  <a:lnTo>
                    <a:pt x="569" y="170"/>
                  </a:lnTo>
                  <a:lnTo>
                    <a:pt x="569" y="166"/>
                  </a:lnTo>
                  <a:lnTo>
                    <a:pt x="569" y="166"/>
                  </a:lnTo>
                  <a:lnTo>
                    <a:pt x="567" y="166"/>
                  </a:lnTo>
                  <a:lnTo>
                    <a:pt x="567" y="164"/>
                  </a:lnTo>
                  <a:lnTo>
                    <a:pt x="567" y="164"/>
                  </a:lnTo>
                  <a:lnTo>
                    <a:pt x="567" y="163"/>
                  </a:lnTo>
                  <a:lnTo>
                    <a:pt x="569" y="163"/>
                  </a:lnTo>
                  <a:lnTo>
                    <a:pt x="573" y="157"/>
                  </a:lnTo>
                  <a:lnTo>
                    <a:pt x="573" y="157"/>
                  </a:lnTo>
                  <a:lnTo>
                    <a:pt x="575" y="157"/>
                  </a:lnTo>
                  <a:lnTo>
                    <a:pt x="575" y="157"/>
                  </a:lnTo>
                  <a:lnTo>
                    <a:pt x="577" y="159"/>
                  </a:lnTo>
                  <a:lnTo>
                    <a:pt x="579" y="161"/>
                  </a:lnTo>
                  <a:lnTo>
                    <a:pt x="579" y="161"/>
                  </a:lnTo>
                  <a:lnTo>
                    <a:pt x="579" y="163"/>
                  </a:lnTo>
                  <a:lnTo>
                    <a:pt x="579" y="164"/>
                  </a:lnTo>
                  <a:lnTo>
                    <a:pt x="581" y="166"/>
                  </a:lnTo>
                  <a:lnTo>
                    <a:pt x="581" y="166"/>
                  </a:lnTo>
                  <a:lnTo>
                    <a:pt x="581" y="168"/>
                  </a:lnTo>
                  <a:lnTo>
                    <a:pt x="579" y="170"/>
                  </a:lnTo>
                  <a:lnTo>
                    <a:pt x="579" y="168"/>
                  </a:lnTo>
                  <a:lnTo>
                    <a:pt x="577" y="168"/>
                  </a:lnTo>
                  <a:lnTo>
                    <a:pt x="577" y="168"/>
                  </a:lnTo>
                  <a:lnTo>
                    <a:pt x="577" y="168"/>
                  </a:lnTo>
                  <a:lnTo>
                    <a:pt x="577" y="168"/>
                  </a:lnTo>
                  <a:lnTo>
                    <a:pt x="575" y="168"/>
                  </a:lnTo>
                  <a:lnTo>
                    <a:pt x="573" y="168"/>
                  </a:lnTo>
                  <a:lnTo>
                    <a:pt x="573" y="170"/>
                  </a:lnTo>
                  <a:lnTo>
                    <a:pt x="575" y="170"/>
                  </a:lnTo>
                  <a:lnTo>
                    <a:pt x="575" y="170"/>
                  </a:lnTo>
                  <a:lnTo>
                    <a:pt x="577" y="172"/>
                  </a:lnTo>
                  <a:lnTo>
                    <a:pt x="579" y="174"/>
                  </a:lnTo>
                  <a:lnTo>
                    <a:pt x="577" y="174"/>
                  </a:lnTo>
                  <a:lnTo>
                    <a:pt x="577" y="176"/>
                  </a:lnTo>
                  <a:lnTo>
                    <a:pt x="575" y="176"/>
                  </a:lnTo>
                  <a:lnTo>
                    <a:pt x="579" y="174"/>
                  </a:lnTo>
                  <a:lnTo>
                    <a:pt x="583" y="170"/>
                  </a:lnTo>
                  <a:lnTo>
                    <a:pt x="583" y="170"/>
                  </a:lnTo>
                  <a:lnTo>
                    <a:pt x="584" y="172"/>
                  </a:lnTo>
                  <a:lnTo>
                    <a:pt x="584" y="172"/>
                  </a:lnTo>
                  <a:lnTo>
                    <a:pt x="584" y="174"/>
                  </a:lnTo>
                  <a:lnTo>
                    <a:pt x="584" y="174"/>
                  </a:lnTo>
                  <a:lnTo>
                    <a:pt x="586" y="174"/>
                  </a:lnTo>
                  <a:lnTo>
                    <a:pt x="586" y="174"/>
                  </a:lnTo>
                  <a:lnTo>
                    <a:pt x="588" y="176"/>
                  </a:lnTo>
                  <a:lnTo>
                    <a:pt x="592" y="182"/>
                  </a:lnTo>
                  <a:lnTo>
                    <a:pt x="592" y="184"/>
                  </a:lnTo>
                  <a:lnTo>
                    <a:pt x="590" y="184"/>
                  </a:lnTo>
                  <a:lnTo>
                    <a:pt x="592" y="186"/>
                  </a:lnTo>
                  <a:lnTo>
                    <a:pt x="592" y="188"/>
                  </a:lnTo>
                  <a:lnTo>
                    <a:pt x="592" y="188"/>
                  </a:lnTo>
                  <a:lnTo>
                    <a:pt x="592" y="184"/>
                  </a:lnTo>
                  <a:lnTo>
                    <a:pt x="594" y="182"/>
                  </a:lnTo>
                  <a:lnTo>
                    <a:pt x="592" y="180"/>
                  </a:lnTo>
                  <a:lnTo>
                    <a:pt x="592" y="178"/>
                  </a:lnTo>
                  <a:lnTo>
                    <a:pt x="588" y="172"/>
                  </a:lnTo>
                  <a:lnTo>
                    <a:pt x="590" y="172"/>
                  </a:lnTo>
                  <a:lnTo>
                    <a:pt x="590" y="172"/>
                  </a:lnTo>
                  <a:lnTo>
                    <a:pt x="590" y="170"/>
                  </a:lnTo>
                  <a:lnTo>
                    <a:pt x="590" y="170"/>
                  </a:lnTo>
                  <a:lnTo>
                    <a:pt x="590" y="168"/>
                  </a:lnTo>
                  <a:lnTo>
                    <a:pt x="590" y="168"/>
                  </a:lnTo>
                  <a:lnTo>
                    <a:pt x="590" y="166"/>
                  </a:lnTo>
                  <a:lnTo>
                    <a:pt x="590" y="166"/>
                  </a:lnTo>
                  <a:lnTo>
                    <a:pt x="590" y="164"/>
                  </a:lnTo>
                  <a:lnTo>
                    <a:pt x="592" y="164"/>
                  </a:lnTo>
                  <a:lnTo>
                    <a:pt x="594" y="170"/>
                  </a:lnTo>
                  <a:lnTo>
                    <a:pt x="596" y="170"/>
                  </a:lnTo>
                  <a:lnTo>
                    <a:pt x="596" y="170"/>
                  </a:lnTo>
                  <a:lnTo>
                    <a:pt x="596" y="168"/>
                  </a:lnTo>
                  <a:lnTo>
                    <a:pt x="594" y="166"/>
                  </a:lnTo>
                  <a:lnTo>
                    <a:pt x="594" y="164"/>
                  </a:lnTo>
                  <a:lnTo>
                    <a:pt x="594" y="164"/>
                  </a:lnTo>
                  <a:lnTo>
                    <a:pt x="594" y="164"/>
                  </a:lnTo>
                  <a:lnTo>
                    <a:pt x="598" y="164"/>
                  </a:lnTo>
                  <a:lnTo>
                    <a:pt x="596" y="163"/>
                  </a:lnTo>
                  <a:lnTo>
                    <a:pt x="596" y="163"/>
                  </a:lnTo>
                  <a:lnTo>
                    <a:pt x="596" y="161"/>
                  </a:lnTo>
                  <a:lnTo>
                    <a:pt x="596" y="159"/>
                  </a:lnTo>
                  <a:lnTo>
                    <a:pt x="596" y="159"/>
                  </a:lnTo>
                  <a:lnTo>
                    <a:pt x="596" y="159"/>
                  </a:lnTo>
                  <a:lnTo>
                    <a:pt x="594" y="157"/>
                  </a:lnTo>
                  <a:lnTo>
                    <a:pt x="594" y="157"/>
                  </a:lnTo>
                  <a:lnTo>
                    <a:pt x="594" y="157"/>
                  </a:lnTo>
                  <a:lnTo>
                    <a:pt x="594" y="157"/>
                  </a:lnTo>
                  <a:lnTo>
                    <a:pt x="592" y="155"/>
                  </a:lnTo>
                  <a:lnTo>
                    <a:pt x="592" y="157"/>
                  </a:lnTo>
                  <a:lnTo>
                    <a:pt x="592" y="155"/>
                  </a:lnTo>
                  <a:lnTo>
                    <a:pt x="592" y="153"/>
                  </a:lnTo>
                  <a:lnTo>
                    <a:pt x="598" y="151"/>
                  </a:lnTo>
                  <a:lnTo>
                    <a:pt x="602" y="151"/>
                  </a:lnTo>
                  <a:lnTo>
                    <a:pt x="612" y="153"/>
                  </a:lnTo>
                  <a:lnTo>
                    <a:pt x="614" y="153"/>
                  </a:lnTo>
                  <a:lnTo>
                    <a:pt x="630" y="151"/>
                  </a:lnTo>
                  <a:lnTo>
                    <a:pt x="630" y="153"/>
                  </a:lnTo>
                  <a:lnTo>
                    <a:pt x="628" y="153"/>
                  </a:lnTo>
                  <a:lnTo>
                    <a:pt x="628" y="155"/>
                  </a:lnTo>
                  <a:lnTo>
                    <a:pt x="628" y="155"/>
                  </a:lnTo>
                  <a:lnTo>
                    <a:pt x="632" y="157"/>
                  </a:lnTo>
                  <a:lnTo>
                    <a:pt x="634" y="157"/>
                  </a:lnTo>
                  <a:lnTo>
                    <a:pt x="634" y="159"/>
                  </a:lnTo>
                  <a:lnTo>
                    <a:pt x="632" y="163"/>
                  </a:lnTo>
                  <a:lnTo>
                    <a:pt x="632" y="164"/>
                  </a:lnTo>
                  <a:lnTo>
                    <a:pt x="637" y="161"/>
                  </a:lnTo>
                  <a:lnTo>
                    <a:pt x="639" y="161"/>
                  </a:lnTo>
                  <a:lnTo>
                    <a:pt x="641" y="161"/>
                  </a:lnTo>
                  <a:lnTo>
                    <a:pt x="641" y="161"/>
                  </a:lnTo>
                  <a:lnTo>
                    <a:pt x="641" y="159"/>
                  </a:lnTo>
                  <a:lnTo>
                    <a:pt x="643" y="159"/>
                  </a:lnTo>
                  <a:lnTo>
                    <a:pt x="643" y="159"/>
                  </a:lnTo>
                  <a:lnTo>
                    <a:pt x="643" y="163"/>
                  </a:lnTo>
                  <a:lnTo>
                    <a:pt x="643" y="164"/>
                  </a:lnTo>
                  <a:lnTo>
                    <a:pt x="643" y="166"/>
                  </a:lnTo>
                  <a:lnTo>
                    <a:pt x="643" y="170"/>
                  </a:lnTo>
                  <a:lnTo>
                    <a:pt x="645" y="168"/>
                  </a:lnTo>
                  <a:lnTo>
                    <a:pt x="647" y="170"/>
                  </a:lnTo>
                  <a:lnTo>
                    <a:pt x="649" y="170"/>
                  </a:lnTo>
                  <a:lnTo>
                    <a:pt x="649" y="172"/>
                  </a:lnTo>
                  <a:lnTo>
                    <a:pt x="653" y="166"/>
                  </a:lnTo>
                  <a:lnTo>
                    <a:pt x="655" y="166"/>
                  </a:lnTo>
                  <a:lnTo>
                    <a:pt x="655" y="166"/>
                  </a:lnTo>
                  <a:lnTo>
                    <a:pt x="661" y="168"/>
                  </a:lnTo>
                  <a:lnTo>
                    <a:pt x="663" y="170"/>
                  </a:lnTo>
                  <a:lnTo>
                    <a:pt x="665" y="168"/>
                  </a:lnTo>
                  <a:lnTo>
                    <a:pt x="665" y="170"/>
                  </a:lnTo>
                  <a:lnTo>
                    <a:pt x="665" y="170"/>
                  </a:lnTo>
                  <a:lnTo>
                    <a:pt x="665" y="172"/>
                  </a:lnTo>
                  <a:lnTo>
                    <a:pt x="665" y="172"/>
                  </a:lnTo>
                  <a:lnTo>
                    <a:pt x="667" y="170"/>
                  </a:lnTo>
                  <a:lnTo>
                    <a:pt x="667" y="172"/>
                  </a:lnTo>
                  <a:lnTo>
                    <a:pt x="669" y="172"/>
                  </a:lnTo>
                  <a:lnTo>
                    <a:pt x="669" y="174"/>
                  </a:lnTo>
                  <a:lnTo>
                    <a:pt x="669" y="176"/>
                  </a:lnTo>
                  <a:lnTo>
                    <a:pt x="667" y="174"/>
                  </a:lnTo>
                  <a:lnTo>
                    <a:pt x="665" y="176"/>
                  </a:lnTo>
                  <a:lnTo>
                    <a:pt x="667" y="178"/>
                  </a:lnTo>
                  <a:lnTo>
                    <a:pt x="667" y="178"/>
                  </a:lnTo>
                  <a:lnTo>
                    <a:pt x="667" y="178"/>
                  </a:lnTo>
                  <a:lnTo>
                    <a:pt x="667" y="180"/>
                  </a:lnTo>
                  <a:lnTo>
                    <a:pt x="667" y="180"/>
                  </a:lnTo>
                  <a:lnTo>
                    <a:pt x="667" y="180"/>
                  </a:lnTo>
                  <a:lnTo>
                    <a:pt x="667" y="182"/>
                  </a:lnTo>
                  <a:lnTo>
                    <a:pt x="667" y="182"/>
                  </a:lnTo>
                  <a:lnTo>
                    <a:pt x="665" y="184"/>
                  </a:lnTo>
                  <a:lnTo>
                    <a:pt x="665" y="184"/>
                  </a:lnTo>
                  <a:lnTo>
                    <a:pt x="665" y="186"/>
                  </a:lnTo>
                  <a:lnTo>
                    <a:pt x="667" y="186"/>
                  </a:lnTo>
                  <a:lnTo>
                    <a:pt x="667" y="184"/>
                  </a:lnTo>
                  <a:lnTo>
                    <a:pt x="669" y="180"/>
                  </a:lnTo>
                  <a:lnTo>
                    <a:pt x="671" y="178"/>
                  </a:lnTo>
                  <a:lnTo>
                    <a:pt x="673" y="176"/>
                  </a:lnTo>
                  <a:lnTo>
                    <a:pt x="675" y="178"/>
                  </a:lnTo>
                  <a:lnTo>
                    <a:pt x="679" y="178"/>
                  </a:lnTo>
                  <a:lnTo>
                    <a:pt x="685" y="182"/>
                  </a:lnTo>
                  <a:lnTo>
                    <a:pt x="688" y="184"/>
                  </a:lnTo>
                  <a:lnTo>
                    <a:pt x="690" y="186"/>
                  </a:lnTo>
                  <a:lnTo>
                    <a:pt x="690" y="188"/>
                  </a:lnTo>
                  <a:lnTo>
                    <a:pt x="690" y="192"/>
                  </a:lnTo>
                  <a:lnTo>
                    <a:pt x="688" y="194"/>
                  </a:lnTo>
                  <a:lnTo>
                    <a:pt x="685" y="194"/>
                  </a:lnTo>
                  <a:lnTo>
                    <a:pt x="679" y="194"/>
                  </a:lnTo>
                  <a:lnTo>
                    <a:pt x="673" y="194"/>
                  </a:lnTo>
                  <a:lnTo>
                    <a:pt x="669" y="196"/>
                  </a:lnTo>
                  <a:lnTo>
                    <a:pt x="667" y="200"/>
                  </a:lnTo>
                  <a:lnTo>
                    <a:pt x="655" y="208"/>
                  </a:lnTo>
                  <a:lnTo>
                    <a:pt x="655" y="210"/>
                  </a:lnTo>
                  <a:lnTo>
                    <a:pt x="655" y="214"/>
                  </a:lnTo>
                  <a:lnTo>
                    <a:pt x="657" y="216"/>
                  </a:lnTo>
                  <a:lnTo>
                    <a:pt x="657" y="217"/>
                  </a:lnTo>
                  <a:lnTo>
                    <a:pt x="655" y="221"/>
                  </a:lnTo>
                  <a:lnTo>
                    <a:pt x="661" y="219"/>
                  </a:lnTo>
                  <a:lnTo>
                    <a:pt x="677" y="219"/>
                  </a:lnTo>
                  <a:lnTo>
                    <a:pt x="694" y="217"/>
                  </a:lnTo>
                  <a:lnTo>
                    <a:pt x="696" y="219"/>
                  </a:lnTo>
                  <a:lnTo>
                    <a:pt x="692" y="221"/>
                  </a:lnTo>
                  <a:lnTo>
                    <a:pt x="692" y="221"/>
                  </a:lnTo>
                  <a:lnTo>
                    <a:pt x="692" y="223"/>
                  </a:lnTo>
                  <a:lnTo>
                    <a:pt x="692" y="223"/>
                  </a:lnTo>
                  <a:lnTo>
                    <a:pt x="692" y="225"/>
                  </a:lnTo>
                  <a:lnTo>
                    <a:pt x="692" y="225"/>
                  </a:lnTo>
                  <a:lnTo>
                    <a:pt x="681" y="225"/>
                  </a:lnTo>
                  <a:lnTo>
                    <a:pt x="679" y="225"/>
                  </a:lnTo>
                  <a:lnTo>
                    <a:pt x="677" y="225"/>
                  </a:lnTo>
                  <a:lnTo>
                    <a:pt x="675" y="225"/>
                  </a:lnTo>
                  <a:lnTo>
                    <a:pt x="675" y="225"/>
                  </a:lnTo>
                  <a:lnTo>
                    <a:pt x="669" y="227"/>
                  </a:lnTo>
                  <a:lnTo>
                    <a:pt x="669" y="227"/>
                  </a:lnTo>
                  <a:lnTo>
                    <a:pt x="669" y="225"/>
                  </a:lnTo>
                  <a:lnTo>
                    <a:pt x="667" y="225"/>
                  </a:lnTo>
                  <a:lnTo>
                    <a:pt x="667" y="225"/>
                  </a:lnTo>
                  <a:lnTo>
                    <a:pt x="667" y="227"/>
                  </a:lnTo>
                  <a:lnTo>
                    <a:pt x="667" y="229"/>
                  </a:lnTo>
                  <a:lnTo>
                    <a:pt x="667" y="231"/>
                  </a:lnTo>
                  <a:lnTo>
                    <a:pt x="653" y="237"/>
                  </a:lnTo>
                  <a:lnTo>
                    <a:pt x="651" y="237"/>
                  </a:lnTo>
                  <a:lnTo>
                    <a:pt x="655" y="241"/>
                  </a:lnTo>
                  <a:lnTo>
                    <a:pt x="659" y="241"/>
                  </a:lnTo>
                  <a:lnTo>
                    <a:pt x="663" y="245"/>
                  </a:lnTo>
                  <a:lnTo>
                    <a:pt x="665" y="245"/>
                  </a:lnTo>
                  <a:lnTo>
                    <a:pt x="667" y="245"/>
                  </a:lnTo>
                  <a:lnTo>
                    <a:pt x="679" y="249"/>
                  </a:lnTo>
                  <a:lnTo>
                    <a:pt x="686" y="249"/>
                  </a:lnTo>
                  <a:lnTo>
                    <a:pt x="696" y="245"/>
                  </a:lnTo>
                  <a:lnTo>
                    <a:pt x="700" y="245"/>
                  </a:lnTo>
                  <a:lnTo>
                    <a:pt x="702" y="247"/>
                  </a:lnTo>
                  <a:lnTo>
                    <a:pt x="702" y="251"/>
                  </a:lnTo>
                  <a:lnTo>
                    <a:pt x="704" y="251"/>
                  </a:lnTo>
                  <a:lnTo>
                    <a:pt x="706" y="251"/>
                  </a:lnTo>
                  <a:lnTo>
                    <a:pt x="712" y="255"/>
                  </a:lnTo>
                  <a:lnTo>
                    <a:pt x="710" y="255"/>
                  </a:lnTo>
                  <a:lnTo>
                    <a:pt x="710" y="255"/>
                  </a:lnTo>
                  <a:lnTo>
                    <a:pt x="712" y="255"/>
                  </a:lnTo>
                  <a:lnTo>
                    <a:pt x="712" y="255"/>
                  </a:lnTo>
                  <a:lnTo>
                    <a:pt x="712" y="257"/>
                  </a:lnTo>
                  <a:lnTo>
                    <a:pt x="712" y="257"/>
                  </a:lnTo>
                  <a:lnTo>
                    <a:pt x="712" y="259"/>
                  </a:lnTo>
                  <a:lnTo>
                    <a:pt x="708" y="259"/>
                  </a:lnTo>
                  <a:lnTo>
                    <a:pt x="708" y="261"/>
                  </a:lnTo>
                  <a:lnTo>
                    <a:pt x="708" y="263"/>
                  </a:lnTo>
                  <a:lnTo>
                    <a:pt x="708" y="263"/>
                  </a:lnTo>
                  <a:lnTo>
                    <a:pt x="710" y="263"/>
                  </a:lnTo>
                  <a:lnTo>
                    <a:pt x="710" y="265"/>
                  </a:lnTo>
                  <a:lnTo>
                    <a:pt x="710" y="265"/>
                  </a:lnTo>
                  <a:lnTo>
                    <a:pt x="714" y="265"/>
                  </a:lnTo>
                  <a:lnTo>
                    <a:pt x="714" y="265"/>
                  </a:lnTo>
                  <a:lnTo>
                    <a:pt x="716" y="265"/>
                  </a:lnTo>
                  <a:lnTo>
                    <a:pt x="718" y="267"/>
                  </a:lnTo>
                  <a:lnTo>
                    <a:pt x="718" y="269"/>
                  </a:lnTo>
                  <a:lnTo>
                    <a:pt x="716" y="269"/>
                  </a:lnTo>
                  <a:lnTo>
                    <a:pt x="716" y="269"/>
                  </a:lnTo>
                  <a:lnTo>
                    <a:pt x="714" y="269"/>
                  </a:lnTo>
                  <a:lnTo>
                    <a:pt x="712" y="274"/>
                  </a:lnTo>
                  <a:lnTo>
                    <a:pt x="712" y="276"/>
                  </a:lnTo>
                  <a:lnTo>
                    <a:pt x="712" y="276"/>
                  </a:lnTo>
                  <a:lnTo>
                    <a:pt x="712" y="276"/>
                  </a:lnTo>
                  <a:lnTo>
                    <a:pt x="710" y="278"/>
                  </a:lnTo>
                  <a:lnTo>
                    <a:pt x="710" y="278"/>
                  </a:lnTo>
                  <a:lnTo>
                    <a:pt x="710" y="278"/>
                  </a:lnTo>
                  <a:lnTo>
                    <a:pt x="712" y="278"/>
                  </a:lnTo>
                  <a:lnTo>
                    <a:pt x="712" y="278"/>
                  </a:lnTo>
                  <a:lnTo>
                    <a:pt x="714" y="276"/>
                  </a:lnTo>
                  <a:lnTo>
                    <a:pt x="718" y="276"/>
                  </a:lnTo>
                  <a:lnTo>
                    <a:pt x="718" y="276"/>
                  </a:lnTo>
                  <a:lnTo>
                    <a:pt x="718" y="276"/>
                  </a:lnTo>
                  <a:lnTo>
                    <a:pt x="718" y="278"/>
                  </a:lnTo>
                  <a:lnTo>
                    <a:pt x="714" y="282"/>
                  </a:lnTo>
                  <a:lnTo>
                    <a:pt x="712" y="284"/>
                  </a:lnTo>
                  <a:lnTo>
                    <a:pt x="710" y="284"/>
                  </a:lnTo>
                  <a:lnTo>
                    <a:pt x="708" y="284"/>
                  </a:lnTo>
                  <a:lnTo>
                    <a:pt x="708" y="284"/>
                  </a:lnTo>
                  <a:lnTo>
                    <a:pt x="708" y="284"/>
                  </a:lnTo>
                  <a:lnTo>
                    <a:pt x="706" y="286"/>
                  </a:lnTo>
                  <a:lnTo>
                    <a:pt x="706" y="286"/>
                  </a:lnTo>
                  <a:lnTo>
                    <a:pt x="702" y="288"/>
                  </a:lnTo>
                  <a:lnTo>
                    <a:pt x="700" y="288"/>
                  </a:lnTo>
                  <a:lnTo>
                    <a:pt x="696" y="282"/>
                  </a:lnTo>
                  <a:lnTo>
                    <a:pt x="694" y="282"/>
                  </a:lnTo>
                  <a:lnTo>
                    <a:pt x="694" y="282"/>
                  </a:lnTo>
                  <a:lnTo>
                    <a:pt x="685" y="278"/>
                  </a:lnTo>
                  <a:lnTo>
                    <a:pt x="685" y="278"/>
                  </a:lnTo>
                  <a:lnTo>
                    <a:pt x="685" y="276"/>
                  </a:lnTo>
                  <a:lnTo>
                    <a:pt x="686" y="274"/>
                  </a:lnTo>
                  <a:lnTo>
                    <a:pt x="685" y="272"/>
                  </a:lnTo>
                  <a:lnTo>
                    <a:pt x="671" y="271"/>
                  </a:lnTo>
                  <a:lnTo>
                    <a:pt x="657" y="263"/>
                  </a:lnTo>
                  <a:lnTo>
                    <a:pt x="655" y="261"/>
                  </a:lnTo>
                  <a:lnTo>
                    <a:pt x="651" y="263"/>
                  </a:lnTo>
                  <a:lnTo>
                    <a:pt x="653" y="265"/>
                  </a:lnTo>
                  <a:lnTo>
                    <a:pt x="655" y="267"/>
                  </a:lnTo>
                  <a:lnTo>
                    <a:pt x="655" y="267"/>
                  </a:lnTo>
                  <a:lnTo>
                    <a:pt x="659" y="271"/>
                  </a:lnTo>
                  <a:lnTo>
                    <a:pt x="661" y="272"/>
                  </a:lnTo>
                  <a:lnTo>
                    <a:pt x="661" y="272"/>
                  </a:lnTo>
                  <a:lnTo>
                    <a:pt x="659" y="274"/>
                  </a:lnTo>
                  <a:lnTo>
                    <a:pt x="657" y="274"/>
                  </a:lnTo>
                  <a:lnTo>
                    <a:pt x="659" y="274"/>
                  </a:lnTo>
                  <a:lnTo>
                    <a:pt x="663" y="276"/>
                  </a:lnTo>
                  <a:lnTo>
                    <a:pt x="669" y="276"/>
                  </a:lnTo>
                  <a:lnTo>
                    <a:pt x="669" y="278"/>
                  </a:lnTo>
                  <a:lnTo>
                    <a:pt x="671" y="280"/>
                  </a:lnTo>
                  <a:lnTo>
                    <a:pt x="673" y="280"/>
                  </a:lnTo>
                  <a:lnTo>
                    <a:pt x="675" y="280"/>
                  </a:lnTo>
                  <a:lnTo>
                    <a:pt x="677" y="282"/>
                  </a:lnTo>
                  <a:lnTo>
                    <a:pt x="679" y="284"/>
                  </a:lnTo>
                  <a:lnTo>
                    <a:pt x="681" y="286"/>
                  </a:lnTo>
                  <a:lnTo>
                    <a:pt x="681" y="286"/>
                  </a:lnTo>
                  <a:lnTo>
                    <a:pt x="681" y="286"/>
                  </a:lnTo>
                  <a:lnTo>
                    <a:pt x="685" y="288"/>
                  </a:lnTo>
                  <a:lnTo>
                    <a:pt x="686" y="290"/>
                  </a:lnTo>
                  <a:lnTo>
                    <a:pt x="686" y="290"/>
                  </a:lnTo>
                  <a:lnTo>
                    <a:pt x="686" y="292"/>
                  </a:lnTo>
                  <a:lnTo>
                    <a:pt x="688" y="294"/>
                  </a:lnTo>
                  <a:lnTo>
                    <a:pt x="688" y="296"/>
                  </a:lnTo>
                  <a:lnTo>
                    <a:pt x="688" y="298"/>
                  </a:lnTo>
                  <a:lnTo>
                    <a:pt x="688" y="298"/>
                  </a:lnTo>
                  <a:lnTo>
                    <a:pt x="690" y="298"/>
                  </a:lnTo>
                  <a:lnTo>
                    <a:pt x="690" y="298"/>
                  </a:lnTo>
                  <a:lnTo>
                    <a:pt x="690" y="298"/>
                  </a:lnTo>
                  <a:lnTo>
                    <a:pt x="690" y="300"/>
                  </a:lnTo>
                  <a:lnTo>
                    <a:pt x="692" y="302"/>
                  </a:lnTo>
                  <a:lnTo>
                    <a:pt x="692" y="302"/>
                  </a:lnTo>
                  <a:lnTo>
                    <a:pt x="692" y="302"/>
                  </a:lnTo>
                  <a:lnTo>
                    <a:pt x="692" y="302"/>
                  </a:lnTo>
                  <a:lnTo>
                    <a:pt x="696" y="302"/>
                  </a:lnTo>
                  <a:lnTo>
                    <a:pt x="696" y="302"/>
                  </a:lnTo>
                  <a:lnTo>
                    <a:pt x="696" y="304"/>
                  </a:lnTo>
                  <a:lnTo>
                    <a:pt x="698" y="304"/>
                  </a:lnTo>
                  <a:lnTo>
                    <a:pt x="698" y="306"/>
                  </a:lnTo>
                  <a:lnTo>
                    <a:pt x="698" y="306"/>
                  </a:lnTo>
                  <a:lnTo>
                    <a:pt x="698" y="308"/>
                  </a:lnTo>
                  <a:lnTo>
                    <a:pt x="700" y="310"/>
                  </a:lnTo>
                  <a:lnTo>
                    <a:pt x="700" y="312"/>
                  </a:lnTo>
                  <a:lnTo>
                    <a:pt x="700" y="312"/>
                  </a:lnTo>
                  <a:lnTo>
                    <a:pt x="702" y="314"/>
                  </a:lnTo>
                  <a:lnTo>
                    <a:pt x="704" y="314"/>
                  </a:lnTo>
                  <a:lnTo>
                    <a:pt x="706" y="316"/>
                  </a:lnTo>
                  <a:lnTo>
                    <a:pt x="710" y="320"/>
                  </a:lnTo>
                  <a:lnTo>
                    <a:pt x="712" y="324"/>
                  </a:lnTo>
                  <a:lnTo>
                    <a:pt x="714" y="324"/>
                  </a:lnTo>
                  <a:lnTo>
                    <a:pt x="714" y="322"/>
                  </a:lnTo>
                  <a:lnTo>
                    <a:pt x="714" y="320"/>
                  </a:lnTo>
                  <a:lnTo>
                    <a:pt x="718" y="316"/>
                  </a:lnTo>
                  <a:lnTo>
                    <a:pt x="718" y="314"/>
                  </a:lnTo>
                  <a:lnTo>
                    <a:pt x="718" y="310"/>
                  </a:lnTo>
                  <a:lnTo>
                    <a:pt x="716" y="308"/>
                  </a:lnTo>
                  <a:lnTo>
                    <a:pt x="714" y="306"/>
                  </a:lnTo>
                  <a:lnTo>
                    <a:pt x="712" y="304"/>
                  </a:lnTo>
                  <a:lnTo>
                    <a:pt x="712" y="302"/>
                  </a:lnTo>
                  <a:lnTo>
                    <a:pt x="712" y="300"/>
                  </a:lnTo>
                  <a:lnTo>
                    <a:pt x="710" y="298"/>
                  </a:lnTo>
                  <a:lnTo>
                    <a:pt x="708" y="296"/>
                  </a:lnTo>
                  <a:lnTo>
                    <a:pt x="708" y="294"/>
                  </a:lnTo>
                  <a:lnTo>
                    <a:pt x="708" y="294"/>
                  </a:lnTo>
                  <a:lnTo>
                    <a:pt x="708" y="292"/>
                  </a:lnTo>
                  <a:lnTo>
                    <a:pt x="708" y="294"/>
                  </a:lnTo>
                  <a:lnTo>
                    <a:pt x="710" y="294"/>
                  </a:lnTo>
                  <a:lnTo>
                    <a:pt x="714" y="300"/>
                  </a:lnTo>
                  <a:lnTo>
                    <a:pt x="720" y="304"/>
                  </a:lnTo>
                  <a:lnTo>
                    <a:pt x="722" y="306"/>
                  </a:lnTo>
                  <a:lnTo>
                    <a:pt x="722" y="308"/>
                  </a:lnTo>
                  <a:lnTo>
                    <a:pt x="722" y="308"/>
                  </a:lnTo>
                  <a:lnTo>
                    <a:pt x="722" y="310"/>
                  </a:lnTo>
                  <a:lnTo>
                    <a:pt x="722" y="310"/>
                  </a:lnTo>
                  <a:lnTo>
                    <a:pt x="724" y="312"/>
                  </a:lnTo>
                  <a:lnTo>
                    <a:pt x="724" y="312"/>
                  </a:lnTo>
                  <a:lnTo>
                    <a:pt x="726" y="314"/>
                  </a:lnTo>
                  <a:lnTo>
                    <a:pt x="734" y="318"/>
                  </a:lnTo>
                  <a:lnTo>
                    <a:pt x="732" y="320"/>
                  </a:lnTo>
                  <a:lnTo>
                    <a:pt x="732" y="320"/>
                  </a:lnTo>
                  <a:lnTo>
                    <a:pt x="724" y="316"/>
                  </a:lnTo>
                  <a:lnTo>
                    <a:pt x="724" y="318"/>
                  </a:lnTo>
                  <a:lnTo>
                    <a:pt x="724" y="320"/>
                  </a:lnTo>
                  <a:lnTo>
                    <a:pt x="722" y="322"/>
                  </a:lnTo>
                  <a:lnTo>
                    <a:pt x="720" y="324"/>
                  </a:lnTo>
                  <a:lnTo>
                    <a:pt x="714" y="324"/>
                  </a:lnTo>
                  <a:lnTo>
                    <a:pt x="714" y="325"/>
                  </a:lnTo>
                  <a:lnTo>
                    <a:pt x="712" y="327"/>
                  </a:lnTo>
                  <a:lnTo>
                    <a:pt x="712" y="329"/>
                  </a:lnTo>
                  <a:lnTo>
                    <a:pt x="712" y="331"/>
                  </a:lnTo>
                  <a:lnTo>
                    <a:pt x="714" y="335"/>
                  </a:lnTo>
                  <a:lnTo>
                    <a:pt x="716" y="337"/>
                  </a:lnTo>
                  <a:lnTo>
                    <a:pt x="718" y="337"/>
                  </a:lnTo>
                  <a:lnTo>
                    <a:pt x="722" y="333"/>
                  </a:lnTo>
                  <a:lnTo>
                    <a:pt x="724" y="333"/>
                  </a:lnTo>
                  <a:lnTo>
                    <a:pt x="724" y="333"/>
                  </a:lnTo>
                  <a:lnTo>
                    <a:pt x="726" y="335"/>
                  </a:lnTo>
                  <a:lnTo>
                    <a:pt x="726" y="337"/>
                  </a:lnTo>
                  <a:lnTo>
                    <a:pt x="728" y="337"/>
                  </a:lnTo>
                  <a:lnTo>
                    <a:pt x="730" y="339"/>
                  </a:lnTo>
                  <a:lnTo>
                    <a:pt x="730" y="339"/>
                  </a:lnTo>
                  <a:lnTo>
                    <a:pt x="730" y="341"/>
                  </a:lnTo>
                  <a:lnTo>
                    <a:pt x="730" y="343"/>
                  </a:lnTo>
                  <a:lnTo>
                    <a:pt x="730" y="343"/>
                  </a:lnTo>
                  <a:lnTo>
                    <a:pt x="732" y="345"/>
                  </a:lnTo>
                  <a:lnTo>
                    <a:pt x="734" y="345"/>
                  </a:lnTo>
                  <a:lnTo>
                    <a:pt x="734" y="347"/>
                  </a:lnTo>
                  <a:lnTo>
                    <a:pt x="734" y="347"/>
                  </a:lnTo>
                  <a:lnTo>
                    <a:pt x="736" y="349"/>
                  </a:lnTo>
                  <a:lnTo>
                    <a:pt x="737" y="353"/>
                  </a:lnTo>
                  <a:lnTo>
                    <a:pt x="739" y="357"/>
                  </a:lnTo>
                  <a:lnTo>
                    <a:pt x="739" y="357"/>
                  </a:lnTo>
                  <a:lnTo>
                    <a:pt x="741" y="359"/>
                  </a:lnTo>
                  <a:lnTo>
                    <a:pt x="743" y="361"/>
                  </a:lnTo>
                  <a:lnTo>
                    <a:pt x="745" y="363"/>
                  </a:lnTo>
                  <a:lnTo>
                    <a:pt x="749" y="363"/>
                  </a:lnTo>
                  <a:lnTo>
                    <a:pt x="751" y="363"/>
                  </a:lnTo>
                  <a:lnTo>
                    <a:pt x="751" y="365"/>
                  </a:lnTo>
                  <a:lnTo>
                    <a:pt x="753" y="367"/>
                  </a:lnTo>
                  <a:lnTo>
                    <a:pt x="753" y="367"/>
                  </a:lnTo>
                  <a:lnTo>
                    <a:pt x="755" y="367"/>
                  </a:lnTo>
                  <a:lnTo>
                    <a:pt x="755" y="369"/>
                  </a:lnTo>
                  <a:lnTo>
                    <a:pt x="755" y="369"/>
                  </a:lnTo>
                  <a:lnTo>
                    <a:pt x="755" y="371"/>
                  </a:lnTo>
                  <a:lnTo>
                    <a:pt x="755" y="371"/>
                  </a:lnTo>
                  <a:lnTo>
                    <a:pt x="755" y="371"/>
                  </a:lnTo>
                  <a:lnTo>
                    <a:pt x="755" y="373"/>
                  </a:lnTo>
                  <a:lnTo>
                    <a:pt x="757" y="373"/>
                  </a:lnTo>
                  <a:lnTo>
                    <a:pt x="757" y="373"/>
                  </a:lnTo>
                  <a:lnTo>
                    <a:pt x="757" y="375"/>
                  </a:lnTo>
                  <a:lnTo>
                    <a:pt x="757" y="377"/>
                  </a:lnTo>
                  <a:lnTo>
                    <a:pt x="757" y="379"/>
                  </a:lnTo>
                  <a:lnTo>
                    <a:pt x="757" y="379"/>
                  </a:lnTo>
                  <a:lnTo>
                    <a:pt x="755" y="380"/>
                  </a:lnTo>
                  <a:lnTo>
                    <a:pt x="755" y="380"/>
                  </a:lnTo>
                  <a:lnTo>
                    <a:pt x="763" y="377"/>
                  </a:lnTo>
                  <a:lnTo>
                    <a:pt x="765" y="377"/>
                  </a:lnTo>
                  <a:lnTo>
                    <a:pt x="765" y="379"/>
                  </a:lnTo>
                  <a:lnTo>
                    <a:pt x="765" y="379"/>
                  </a:lnTo>
                  <a:lnTo>
                    <a:pt x="765" y="379"/>
                  </a:lnTo>
                  <a:lnTo>
                    <a:pt x="765" y="380"/>
                  </a:lnTo>
                  <a:lnTo>
                    <a:pt x="767" y="380"/>
                  </a:lnTo>
                  <a:lnTo>
                    <a:pt x="769" y="379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71" y="377"/>
                  </a:lnTo>
                  <a:lnTo>
                    <a:pt x="771" y="379"/>
                  </a:lnTo>
                  <a:lnTo>
                    <a:pt x="773" y="379"/>
                  </a:lnTo>
                  <a:lnTo>
                    <a:pt x="773" y="379"/>
                  </a:lnTo>
                  <a:lnTo>
                    <a:pt x="775" y="379"/>
                  </a:lnTo>
                  <a:lnTo>
                    <a:pt x="775" y="380"/>
                  </a:lnTo>
                  <a:lnTo>
                    <a:pt x="775" y="382"/>
                  </a:lnTo>
                  <a:lnTo>
                    <a:pt x="777" y="382"/>
                  </a:lnTo>
                  <a:lnTo>
                    <a:pt x="777" y="384"/>
                  </a:lnTo>
                  <a:lnTo>
                    <a:pt x="779" y="386"/>
                  </a:lnTo>
                  <a:lnTo>
                    <a:pt x="777" y="386"/>
                  </a:lnTo>
                  <a:lnTo>
                    <a:pt x="777" y="388"/>
                  </a:lnTo>
                  <a:lnTo>
                    <a:pt x="783" y="388"/>
                  </a:lnTo>
                  <a:lnTo>
                    <a:pt x="788" y="388"/>
                  </a:lnTo>
                  <a:lnTo>
                    <a:pt x="788" y="388"/>
                  </a:lnTo>
                  <a:lnTo>
                    <a:pt x="788" y="390"/>
                  </a:lnTo>
                  <a:lnTo>
                    <a:pt x="788" y="390"/>
                  </a:lnTo>
                  <a:lnTo>
                    <a:pt x="790" y="392"/>
                  </a:lnTo>
                  <a:lnTo>
                    <a:pt x="790" y="392"/>
                  </a:lnTo>
                  <a:lnTo>
                    <a:pt x="790" y="392"/>
                  </a:lnTo>
                  <a:lnTo>
                    <a:pt x="794" y="392"/>
                  </a:lnTo>
                  <a:lnTo>
                    <a:pt x="796" y="392"/>
                  </a:lnTo>
                  <a:lnTo>
                    <a:pt x="796" y="392"/>
                  </a:lnTo>
                  <a:lnTo>
                    <a:pt x="796" y="390"/>
                  </a:lnTo>
                  <a:lnTo>
                    <a:pt x="796" y="388"/>
                  </a:lnTo>
                  <a:lnTo>
                    <a:pt x="796" y="386"/>
                  </a:lnTo>
                  <a:lnTo>
                    <a:pt x="796" y="384"/>
                  </a:lnTo>
                  <a:lnTo>
                    <a:pt x="794" y="384"/>
                  </a:lnTo>
                  <a:lnTo>
                    <a:pt x="794" y="382"/>
                  </a:lnTo>
                  <a:lnTo>
                    <a:pt x="794" y="380"/>
                  </a:lnTo>
                  <a:lnTo>
                    <a:pt x="796" y="380"/>
                  </a:lnTo>
                  <a:lnTo>
                    <a:pt x="796" y="380"/>
                  </a:lnTo>
                  <a:lnTo>
                    <a:pt x="798" y="382"/>
                  </a:lnTo>
                  <a:lnTo>
                    <a:pt x="798" y="384"/>
                  </a:lnTo>
                  <a:lnTo>
                    <a:pt x="798" y="384"/>
                  </a:lnTo>
                  <a:lnTo>
                    <a:pt x="800" y="384"/>
                  </a:lnTo>
                  <a:lnTo>
                    <a:pt x="800" y="386"/>
                  </a:lnTo>
                  <a:lnTo>
                    <a:pt x="802" y="388"/>
                  </a:lnTo>
                  <a:lnTo>
                    <a:pt x="804" y="392"/>
                  </a:lnTo>
                  <a:lnTo>
                    <a:pt x="806" y="394"/>
                  </a:lnTo>
                  <a:lnTo>
                    <a:pt x="806" y="396"/>
                  </a:lnTo>
                  <a:lnTo>
                    <a:pt x="806" y="398"/>
                  </a:lnTo>
                  <a:lnTo>
                    <a:pt x="806" y="400"/>
                  </a:lnTo>
                  <a:lnTo>
                    <a:pt x="806" y="400"/>
                  </a:lnTo>
                  <a:lnTo>
                    <a:pt x="808" y="400"/>
                  </a:lnTo>
                  <a:lnTo>
                    <a:pt x="812" y="402"/>
                  </a:lnTo>
                  <a:lnTo>
                    <a:pt x="816" y="400"/>
                  </a:lnTo>
                  <a:lnTo>
                    <a:pt x="818" y="398"/>
                  </a:lnTo>
                  <a:lnTo>
                    <a:pt x="822" y="390"/>
                  </a:lnTo>
                  <a:lnTo>
                    <a:pt x="824" y="380"/>
                  </a:lnTo>
                  <a:lnTo>
                    <a:pt x="824" y="375"/>
                  </a:lnTo>
                  <a:lnTo>
                    <a:pt x="824" y="361"/>
                  </a:lnTo>
                  <a:lnTo>
                    <a:pt x="824" y="357"/>
                  </a:lnTo>
                  <a:lnTo>
                    <a:pt x="824" y="355"/>
                  </a:lnTo>
                  <a:lnTo>
                    <a:pt x="822" y="355"/>
                  </a:lnTo>
                  <a:lnTo>
                    <a:pt x="824" y="353"/>
                  </a:lnTo>
                  <a:lnTo>
                    <a:pt x="824" y="353"/>
                  </a:lnTo>
                  <a:lnTo>
                    <a:pt x="826" y="353"/>
                  </a:lnTo>
                  <a:lnTo>
                    <a:pt x="826" y="351"/>
                  </a:lnTo>
                  <a:lnTo>
                    <a:pt x="826" y="351"/>
                  </a:lnTo>
                  <a:lnTo>
                    <a:pt x="826" y="349"/>
                  </a:lnTo>
                  <a:lnTo>
                    <a:pt x="824" y="349"/>
                  </a:lnTo>
                  <a:lnTo>
                    <a:pt x="824" y="349"/>
                  </a:lnTo>
                  <a:lnTo>
                    <a:pt x="824" y="349"/>
                  </a:lnTo>
                  <a:lnTo>
                    <a:pt x="824" y="347"/>
                  </a:lnTo>
                  <a:lnTo>
                    <a:pt x="824" y="345"/>
                  </a:lnTo>
                  <a:lnTo>
                    <a:pt x="828" y="343"/>
                  </a:lnTo>
                  <a:lnTo>
                    <a:pt x="834" y="341"/>
                  </a:lnTo>
                  <a:lnTo>
                    <a:pt x="834" y="341"/>
                  </a:lnTo>
                  <a:lnTo>
                    <a:pt x="832" y="341"/>
                  </a:lnTo>
                  <a:lnTo>
                    <a:pt x="826" y="341"/>
                  </a:lnTo>
                  <a:lnTo>
                    <a:pt x="824" y="339"/>
                  </a:lnTo>
                  <a:lnTo>
                    <a:pt x="824" y="337"/>
                  </a:lnTo>
                  <a:lnTo>
                    <a:pt x="824" y="333"/>
                  </a:lnTo>
                  <a:lnTo>
                    <a:pt x="824" y="327"/>
                  </a:lnTo>
                  <a:lnTo>
                    <a:pt x="824" y="325"/>
                  </a:lnTo>
                  <a:lnTo>
                    <a:pt x="824" y="325"/>
                  </a:lnTo>
                  <a:lnTo>
                    <a:pt x="822" y="324"/>
                  </a:lnTo>
                  <a:lnTo>
                    <a:pt x="822" y="324"/>
                  </a:lnTo>
                  <a:lnTo>
                    <a:pt x="822" y="322"/>
                  </a:lnTo>
                  <a:lnTo>
                    <a:pt x="822" y="320"/>
                  </a:lnTo>
                  <a:lnTo>
                    <a:pt x="822" y="314"/>
                  </a:lnTo>
                  <a:lnTo>
                    <a:pt x="822" y="312"/>
                  </a:lnTo>
                  <a:lnTo>
                    <a:pt x="822" y="304"/>
                  </a:lnTo>
                  <a:lnTo>
                    <a:pt x="820" y="296"/>
                  </a:lnTo>
                  <a:lnTo>
                    <a:pt x="820" y="294"/>
                  </a:lnTo>
                  <a:lnTo>
                    <a:pt x="822" y="271"/>
                  </a:lnTo>
                  <a:lnTo>
                    <a:pt x="824" y="267"/>
                  </a:lnTo>
                  <a:lnTo>
                    <a:pt x="826" y="263"/>
                  </a:lnTo>
                  <a:lnTo>
                    <a:pt x="828" y="261"/>
                  </a:lnTo>
                  <a:lnTo>
                    <a:pt x="832" y="261"/>
                  </a:lnTo>
                  <a:lnTo>
                    <a:pt x="834" y="259"/>
                  </a:lnTo>
                  <a:lnTo>
                    <a:pt x="836" y="257"/>
                  </a:lnTo>
                  <a:lnTo>
                    <a:pt x="839" y="257"/>
                  </a:lnTo>
                  <a:lnTo>
                    <a:pt x="843" y="259"/>
                  </a:lnTo>
                  <a:lnTo>
                    <a:pt x="847" y="263"/>
                  </a:lnTo>
                  <a:lnTo>
                    <a:pt x="849" y="267"/>
                  </a:lnTo>
                  <a:lnTo>
                    <a:pt x="847" y="263"/>
                  </a:lnTo>
                  <a:lnTo>
                    <a:pt x="843" y="261"/>
                  </a:lnTo>
                  <a:lnTo>
                    <a:pt x="839" y="259"/>
                  </a:lnTo>
                  <a:lnTo>
                    <a:pt x="837" y="257"/>
                  </a:lnTo>
                  <a:lnTo>
                    <a:pt x="836" y="259"/>
                  </a:lnTo>
                  <a:lnTo>
                    <a:pt x="834" y="261"/>
                  </a:lnTo>
                  <a:lnTo>
                    <a:pt x="834" y="265"/>
                  </a:lnTo>
                  <a:lnTo>
                    <a:pt x="832" y="265"/>
                  </a:lnTo>
                  <a:lnTo>
                    <a:pt x="830" y="265"/>
                  </a:lnTo>
                  <a:lnTo>
                    <a:pt x="830" y="269"/>
                  </a:lnTo>
                  <a:lnTo>
                    <a:pt x="830" y="269"/>
                  </a:lnTo>
                  <a:lnTo>
                    <a:pt x="832" y="271"/>
                  </a:lnTo>
                  <a:lnTo>
                    <a:pt x="832" y="272"/>
                  </a:lnTo>
                  <a:lnTo>
                    <a:pt x="834" y="272"/>
                  </a:lnTo>
                  <a:lnTo>
                    <a:pt x="832" y="274"/>
                  </a:lnTo>
                  <a:lnTo>
                    <a:pt x="830" y="276"/>
                  </a:lnTo>
                  <a:lnTo>
                    <a:pt x="830" y="276"/>
                  </a:lnTo>
                  <a:lnTo>
                    <a:pt x="832" y="278"/>
                  </a:lnTo>
                  <a:lnTo>
                    <a:pt x="832" y="280"/>
                  </a:lnTo>
                  <a:lnTo>
                    <a:pt x="832" y="280"/>
                  </a:lnTo>
                  <a:lnTo>
                    <a:pt x="839" y="282"/>
                  </a:lnTo>
                  <a:lnTo>
                    <a:pt x="841" y="282"/>
                  </a:lnTo>
                  <a:lnTo>
                    <a:pt x="843" y="286"/>
                  </a:lnTo>
                  <a:lnTo>
                    <a:pt x="847" y="288"/>
                  </a:lnTo>
                  <a:lnTo>
                    <a:pt x="847" y="290"/>
                  </a:lnTo>
                  <a:lnTo>
                    <a:pt x="849" y="290"/>
                  </a:lnTo>
                  <a:lnTo>
                    <a:pt x="849" y="292"/>
                  </a:lnTo>
                  <a:lnTo>
                    <a:pt x="849" y="292"/>
                  </a:lnTo>
                  <a:lnTo>
                    <a:pt x="851" y="294"/>
                  </a:lnTo>
                  <a:lnTo>
                    <a:pt x="851" y="296"/>
                  </a:lnTo>
                  <a:lnTo>
                    <a:pt x="863" y="302"/>
                  </a:lnTo>
                  <a:lnTo>
                    <a:pt x="873" y="304"/>
                  </a:lnTo>
                  <a:lnTo>
                    <a:pt x="879" y="304"/>
                  </a:lnTo>
                  <a:lnTo>
                    <a:pt x="883" y="304"/>
                  </a:lnTo>
                  <a:lnTo>
                    <a:pt x="892" y="304"/>
                  </a:lnTo>
                  <a:lnTo>
                    <a:pt x="902" y="300"/>
                  </a:lnTo>
                  <a:lnTo>
                    <a:pt x="902" y="298"/>
                  </a:lnTo>
                  <a:lnTo>
                    <a:pt x="904" y="296"/>
                  </a:lnTo>
                  <a:lnTo>
                    <a:pt x="904" y="296"/>
                  </a:lnTo>
                  <a:lnTo>
                    <a:pt x="910" y="298"/>
                  </a:lnTo>
                  <a:lnTo>
                    <a:pt x="910" y="300"/>
                  </a:lnTo>
                  <a:lnTo>
                    <a:pt x="910" y="300"/>
                  </a:lnTo>
                  <a:lnTo>
                    <a:pt x="910" y="304"/>
                  </a:lnTo>
                  <a:lnTo>
                    <a:pt x="910" y="304"/>
                  </a:lnTo>
                  <a:lnTo>
                    <a:pt x="910" y="306"/>
                  </a:lnTo>
                  <a:lnTo>
                    <a:pt x="912" y="310"/>
                  </a:lnTo>
                  <a:lnTo>
                    <a:pt x="910" y="308"/>
                  </a:lnTo>
                  <a:lnTo>
                    <a:pt x="910" y="306"/>
                  </a:lnTo>
                  <a:lnTo>
                    <a:pt x="910" y="302"/>
                  </a:lnTo>
                  <a:lnTo>
                    <a:pt x="910" y="302"/>
                  </a:lnTo>
                  <a:lnTo>
                    <a:pt x="910" y="298"/>
                  </a:lnTo>
                  <a:lnTo>
                    <a:pt x="910" y="298"/>
                  </a:lnTo>
                  <a:lnTo>
                    <a:pt x="908" y="296"/>
                  </a:lnTo>
                  <a:lnTo>
                    <a:pt x="906" y="294"/>
                  </a:lnTo>
                  <a:lnTo>
                    <a:pt x="908" y="292"/>
                  </a:lnTo>
                  <a:lnTo>
                    <a:pt x="908" y="292"/>
                  </a:lnTo>
                  <a:lnTo>
                    <a:pt x="908" y="288"/>
                  </a:lnTo>
                  <a:lnTo>
                    <a:pt x="908" y="286"/>
                  </a:lnTo>
                  <a:lnTo>
                    <a:pt x="908" y="284"/>
                  </a:lnTo>
                  <a:lnTo>
                    <a:pt x="910" y="284"/>
                  </a:lnTo>
                  <a:lnTo>
                    <a:pt x="912" y="282"/>
                  </a:lnTo>
                  <a:lnTo>
                    <a:pt x="912" y="278"/>
                  </a:lnTo>
                  <a:lnTo>
                    <a:pt x="914" y="278"/>
                  </a:lnTo>
                  <a:lnTo>
                    <a:pt x="916" y="280"/>
                  </a:lnTo>
                  <a:lnTo>
                    <a:pt x="916" y="280"/>
                  </a:lnTo>
                  <a:lnTo>
                    <a:pt x="916" y="278"/>
                  </a:lnTo>
                  <a:lnTo>
                    <a:pt x="918" y="276"/>
                  </a:lnTo>
                  <a:lnTo>
                    <a:pt x="918" y="276"/>
                  </a:lnTo>
                  <a:lnTo>
                    <a:pt x="918" y="274"/>
                  </a:lnTo>
                  <a:lnTo>
                    <a:pt x="920" y="274"/>
                  </a:lnTo>
                  <a:lnTo>
                    <a:pt x="922" y="276"/>
                  </a:lnTo>
                  <a:lnTo>
                    <a:pt x="926" y="274"/>
                  </a:lnTo>
                  <a:lnTo>
                    <a:pt x="924" y="272"/>
                  </a:lnTo>
                  <a:lnTo>
                    <a:pt x="924" y="272"/>
                  </a:lnTo>
                  <a:lnTo>
                    <a:pt x="922" y="272"/>
                  </a:lnTo>
                  <a:lnTo>
                    <a:pt x="922" y="271"/>
                  </a:lnTo>
                  <a:lnTo>
                    <a:pt x="924" y="269"/>
                  </a:lnTo>
                  <a:lnTo>
                    <a:pt x="928" y="267"/>
                  </a:lnTo>
                  <a:lnTo>
                    <a:pt x="928" y="263"/>
                  </a:lnTo>
                  <a:lnTo>
                    <a:pt x="939" y="259"/>
                  </a:lnTo>
                  <a:lnTo>
                    <a:pt x="951" y="259"/>
                  </a:lnTo>
                  <a:lnTo>
                    <a:pt x="955" y="259"/>
                  </a:lnTo>
                  <a:lnTo>
                    <a:pt x="959" y="259"/>
                  </a:lnTo>
                  <a:lnTo>
                    <a:pt x="961" y="263"/>
                  </a:lnTo>
                  <a:lnTo>
                    <a:pt x="961" y="263"/>
                  </a:lnTo>
                  <a:lnTo>
                    <a:pt x="961" y="263"/>
                  </a:lnTo>
                  <a:lnTo>
                    <a:pt x="961" y="265"/>
                  </a:lnTo>
                  <a:lnTo>
                    <a:pt x="963" y="265"/>
                  </a:lnTo>
                  <a:lnTo>
                    <a:pt x="963" y="267"/>
                  </a:lnTo>
                  <a:lnTo>
                    <a:pt x="963" y="267"/>
                  </a:lnTo>
                  <a:lnTo>
                    <a:pt x="963" y="265"/>
                  </a:lnTo>
                  <a:lnTo>
                    <a:pt x="963" y="265"/>
                  </a:lnTo>
                  <a:lnTo>
                    <a:pt x="963" y="263"/>
                  </a:lnTo>
                  <a:lnTo>
                    <a:pt x="963" y="261"/>
                  </a:lnTo>
                  <a:lnTo>
                    <a:pt x="965" y="261"/>
                  </a:lnTo>
                  <a:lnTo>
                    <a:pt x="965" y="261"/>
                  </a:lnTo>
                  <a:lnTo>
                    <a:pt x="967" y="259"/>
                  </a:lnTo>
                  <a:lnTo>
                    <a:pt x="969" y="261"/>
                  </a:lnTo>
                  <a:lnTo>
                    <a:pt x="969" y="261"/>
                  </a:lnTo>
                  <a:lnTo>
                    <a:pt x="971" y="261"/>
                  </a:lnTo>
                  <a:lnTo>
                    <a:pt x="975" y="265"/>
                  </a:lnTo>
                  <a:lnTo>
                    <a:pt x="975" y="265"/>
                  </a:lnTo>
                  <a:lnTo>
                    <a:pt x="977" y="265"/>
                  </a:lnTo>
                  <a:lnTo>
                    <a:pt x="979" y="265"/>
                  </a:lnTo>
                  <a:lnTo>
                    <a:pt x="981" y="267"/>
                  </a:lnTo>
                  <a:lnTo>
                    <a:pt x="981" y="267"/>
                  </a:lnTo>
                  <a:lnTo>
                    <a:pt x="987" y="267"/>
                  </a:lnTo>
                  <a:lnTo>
                    <a:pt x="989" y="267"/>
                  </a:lnTo>
                  <a:lnTo>
                    <a:pt x="989" y="267"/>
                  </a:lnTo>
                  <a:lnTo>
                    <a:pt x="989" y="269"/>
                  </a:lnTo>
                  <a:lnTo>
                    <a:pt x="989" y="271"/>
                  </a:lnTo>
                  <a:lnTo>
                    <a:pt x="990" y="271"/>
                  </a:lnTo>
                  <a:lnTo>
                    <a:pt x="992" y="269"/>
                  </a:lnTo>
                  <a:lnTo>
                    <a:pt x="994" y="269"/>
                  </a:lnTo>
                  <a:lnTo>
                    <a:pt x="994" y="269"/>
                  </a:lnTo>
                  <a:lnTo>
                    <a:pt x="996" y="269"/>
                  </a:lnTo>
                  <a:lnTo>
                    <a:pt x="998" y="269"/>
                  </a:lnTo>
                  <a:lnTo>
                    <a:pt x="998" y="271"/>
                  </a:lnTo>
                  <a:lnTo>
                    <a:pt x="998" y="271"/>
                  </a:lnTo>
                  <a:lnTo>
                    <a:pt x="996" y="272"/>
                  </a:lnTo>
                  <a:lnTo>
                    <a:pt x="996" y="272"/>
                  </a:lnTo>
                  <a:lnTo>
                    <a:pt x="998" y="272"/>
                  </a:lnTo>
                  <a:lnTo>
                    <a:pt x="998" y="274"/>
                  </a:lnTo>
                  <a:lnTo>
                    <a:pt x="998" y="274"/>
                  </a:lnTo>
                  <a:lnTo>
                    <a:pt x="998" y="274"/>
                  </a:lnTo>
                  <a:lnTo>
                    <a:pt x="996" y="274"/>
                  </a:lnTo>
                  <a:lnTo>
                    <a:pt x="996" y="276"/>
                  </a:lnTo>
                  <a:lnTo>
                    <a:pt x="998" y="276"/>
                  </a:lnTo>
                  <a:lnTo>
                    <a:pt x="1002" y="276"/>
                  </a:lnTo>
                  <a:lnTo>
                    <a:pt x="1002" y="278"/>
                  </a:lnTo>
                  <a:lnTo>
                    <a:pt x="1004" y="278"/>
                  </a:lnTo>
                  <a:lnTo>
                    <a:pt x="1004" y="278"/>
                  </a:lnTo>
                  <a:lnTo>
                    <a:pt x="1004" y="276"/>
                  </a:lnTo>
                  <a:lnTo>
                    <a:pt x="1006" y="272"/>
                  </a:lnTo>
                  <a:lnTo>
                    <a:pt x="1006" y="272"/>
                  </a:lnTo>
                  <a:lnTo>
                    <a:pt x="1006" y="274"/>
                  </a:lnTo>
                  <a:lnTo>
                    <a:pt x="1006" y="274"/>
                  </a:lnTo>
                  <a:lnTo>
                    <a:pt x="1006" y="276"/>
                  </a:lnTo>
                  <a:lnTo>
                    <a:pt x="1008" y="276"/>
                  </a:lnTo>
                  <a:lnTo>
                    <a:pt x="1008" y="276"/>
                  </a:lnTo>
                  <a:lnTo>
                    <a:pt x="1008" y="276"/>
                  </a:lnTo>
                  <a:lnTo>
                    <a:pt x="1008" y="274"/>
                  </a:lnTo>
                  <a:lnTo>
                    <a:pt x="1008" y="276"/>
                  </a:lnTo>
                  <a:lnTo>
                    <a:pt x="1008" y="278"/>
                  </a:lnTo>
                  <a:lnTo>
                    <a:pt x="1008" y="280"/>
                  </a:lnTo>
                  <a:lnTo>
                    <a:pt x="1006" y="280"/>
                  </a:lnTo>
                  <a:lnTo>
                    <a:pt x="1006" y="280"/>
                  </a:lnTo>
                  <a:lnTo>
                    <a:pt x="1004" y="278"/>
                  </a:lnTo>
                  <a:lnTo>
                    <a:pt x="1004" y="280"/>
                  </a:lnTo>
                  <a:lnTo>
                    <a:pt x="1004" y="280"/>
                  </a:lnTo>
                  <a:lnTo>
                    <a:pt x="1002" y="280"/>
                  </a:lnTo>
                  <a:lnTo>
                    <a:pt x="1004" y="282"/>
                  </a:lnTo>
                  <a:lnTo>
                    <a:pt x="1004" y="282"/>
                  </a:lnTo>
                  <a:lnTo>
                    <a:pt x="1006" y="282"/>
                  </a:lnTo>
                  <a:lnTo>
                    <a:pt x="1012" y="282"/>
                  </a:lnTo>
                  <a:lnTo>
                    <a:pt x="1012" y="282"/>
                  </a:lnTo>
                  <a:lnTo>
                    <a:pt x="1014" y="286"/>
                  </a:lnTo>
                  <a:lnTo>
                    <a:pt x="1014" y="286"/>
                  </a:lnTo>
                  <a:lnTo>
                    <a:pt x="1016" y="286"/>
                  </a:lnTo>
                  <a:lnTo>
                    <a:pt x="1016" y="286"/>
                  </a:lnTo>
                  <a:lnTo>
                    <a:pt x="1018" y="286"/>
                  </a:lnTo>
                  <a:lnTo>
                    <a:pt x="1018" y="286"/>
                  </a:lnTo>
                  <a:lnTo>
                    <a:pt x="1018" y="284"/>
                  </a:lnTo>
                  <a:lnTo>
                    <a:pt x="1018" y="284"/>
                  </a:lnTo>
                  <a:lnTo>
                    <a:pt x="1018" y="282"/>
                  </a:lnTo>
                  <a:lnTo>
                    <a:pt x="1018" y="282"/>
                  </a:lnTo>
                  <a:lnTo>
                    <a:pt x="1020" y="282"/>
                  </a:lnTo>
                  <a:lnTo>
                    <a:pt x="1020" y="284"/>
                  </a:lnTo>
                  <a:lnTo>
                    <a:pt x="1020" y="284"/>
                  </a:lnTo>
                  <a:lnTo>
                    <a:pt x="1022" y="284"/>
                  </a:lnTo>
                  <a:lnTo>
                    <a:pt x="1022" y="284"/>
                  </a:lnTo>
                  <a:lnTo>
                    <a:pt x="1022" y="282"/>
                  </a:lnTo>
                  <a:lnTo>
                    <a:pt x="1024" y="282"/>
                  </a:lnTo>
                  <a:lnTo>
                    <a:pt x="1022" y="280"/>
                  </a:lnTo>
                  <a:lnTo>
                    <a:pt x="1022" y="280"/>
                  </a:lnTo>
                  <a:lnTo>
                    <a:pt x="1020" y="280"/>
                  </a:lnTo>
                  <a:lnTo>
                    <a:pt x="1020" y="278"/>
                  </a:lnTo>
                  <a:lnTo>
                    <a:pt x="1020" y="278"/>
                  </a:lnTo>
                  <a:lnTo>
                    <a:pt x="1020" y="278"/>
                  </a:lnTo>
                  <a:lnTo>
                    <a:pt x="1018" y="278"/>
                  </a:lnTo>
                  <a:lnTo>
                    <a:pt x="1016" y="278"/>
                  </a:lnTo>
                  <a:lnTo>
                    <a:pt x="1016" y="278"/>
                  </a:lnTo>
                  <a:lnTo>
                    <a:pt x="1016" y="278"/>
                  </a:lnTo>
                  <a:lnTo>
                    <a:pt x="1014" y="280"/>
                  </a:lnTo>
                  <a:lnTo>
                    <a:pt x="1014" y="278"/>
                  </a:lnTo>
                  <a:lnTo>
                    <a:pt x="1014" y="278"/>
                  </a:lnTo>
                  <a:lnTo>
                    <a:pt x="1014" y="278"/>
                  </a:lnTo>
                  <a:lnTo>
                    <a:pt x="1012" y="278"/>
                  </a:lnTo>
                  <a:lnTo>
                    <a:pt x="1012" y="278"/>
                  </a:lnTo>
                  <a:lnTo>
                    <a:pt x="1010" y="278"/>
                  </a:lnTo>
                  <a:lnTo>
                    <a:pt x="1010" y="276"/>
                  </a:lnTo>
                  <a:lnTo>
                    <a:pt x="1010" y="276"/>
                  </a:lnTo>
                  <a:lnTo>
                    <a:pt x="1010" y="274"/>
                  </a:lnTo>
                  <a:lnTo>
                    <a:pt x="1012" y="274"/>
                  </a:lnTo>
                  <a:lnTo>
                    <a:pt x="1016" y="274"/>
                  </a:lnTo>
                  <a:lnTo>
                    <a:pt x="1020" y="274"/>
                  </a:lnTo>
                  <a:lnTo>
                    <a:pt x="1020" y="272"/>
                  </a:lnTo>
                  <a:lnTo>
                    <a:pt x="1020" y="272"/>
                  </a:lnTo>
                  <a:lnTo>
                    <a:pt x="1020" y="272"/>
                  </a:lnTo>
                  <a:lnTo>
                    <a:pt x="1020" y="271"/>
                  </a:lnTo>
                  <a:lnTo>
                    <a:pt x="1022" y="271"/>
                  </a:lnTo>
                  <a:lnTo>
                    <a:pt x="1024" y="271"/>
                  </a:lnTo>
                  <a:lnTo>
                    <a:pt x="1024" y="269"/>
                  </a:lnTo>
                  <a:lnTo>
                    <a:pt x="1024" y="267"/>
                  </a:lnTo>
                  <a:lnTo>
                    <a:pt x="1022" y="267"/>
                  </a:lnTo>
                  <a:lnTo>
                    <a:pt x="1016" y="269"/>
                  </a:lnTo>
                  <a:lnTo>
                    <a:pt x="1014" y="267"/>
                  </a:lnTo>
                  <a:lnTo>
                    <a:pt x="1018" y="263"/>
                  </a:lnTo>
                  <a:lnTo>
                    <a:pt x="1020" y="263"/>
                  </a:lnTo>
                  <a:lnTo>
                    <a:pt x="1022" y="263"/>
                  </a:lnTo>
                  <a:lnTo>
                    <a:pt x="1024" y="263"/>
                  </a:lnTo>
                  <a:lnTo>
                    <a:pt x="1026" y="263"/>
                  </a:lnTo>
                  <a:lnTo>
                    <a:pt x="1026" y="261"/>
                  </a:lnTo>
                  <a:lnTo>
                    <a:pt x="1026" y="261"/>
                  </a:lnTo>
                  <a:lnTo>
                    <a:pt x="1026" y="261"/>
                  </a:lnTo>
                  <a:lnTo>
                    <a:pt x="1024" y="259"/>
                  </a:lnTo>
                  <a:lnTo>
                    <a:pt x="1024" y="259"/>
                  </a:lnTo>
                  <a:lnTo>
                    <a:pt x="1014" y="263"/>
                  </a:lnTo>
                  <a:lnTo>
                    <a:pt x="1014" y="263"/>
                  </a:lnTo>
                  <a:lnTo>
                    <a:pt x="1012" y="263"/>
                  </a:lnTo>
                  <a:lnTo>
                    <a:pt x="1010" y="263"/>
                  </a:lnTo>
                  <a:lnTo>
                    <a:pt x="1010" y="261"/>
                  </a:lnTo>
                  <a:lnTo>
                    <a:pt x="1010" y="261"/>
                  </a:lnTo>
                  <a:lnTo>
                    <a:pt x="1010" y="259"/>
                  </a:lnTo>
                  <a:lnTo>
                    <a:pt x="1010" y="259"/>
                  </a:lnTo>
                  <a:lnTo>
                    <a:pt x="1010" y="261"/>
                  </a:lnTo>
                  <a:lnTo>
                    <a:pt x="1010" y="261"/>
                  </a:lnTo>
                  <a:lnTo>
                    <a:pt x="1008" y="263"/>
                  </a:lnTo>
                  <a:lnTo>
                    <a:pt x="1008" y="263"/>
                  </a:lnTo>
                  <a:lnTo>
                    <a:pt x="1006" y="261"/>
                  </a:lnTo>
                  <a:lnTo>
                    <a:pt x="1006" y="261"/>
                  </a:lnTo>
                  <a:lnTo>
                    <a:pt x="1006" y="261"/>
                  </a:lnTo>
                  <a:lnTo>
                    <a:pt x="1008" y="259"/>
                  </a:lnTo>
                  <a:lnTo>
                    <a:pt x="1008" y="257"/>
                  </a:lnTo>
                  <a:lnTo>
                    <a:pt x="1008" y="253"/>
                  </a:lnTo>
                  <a:lnTo>
                    <a:pt x="1008" y="251"/>
                  </a:lnTo>
                  <a:lnTo>
                    <a:pt x="1008" y="249"/>
                  </a:lnTo>
                  <a:lnTo>
                    <a:pt x="1008" y="247"/>
                  </a:lnTo>
                  <a:lnTo>
                    <a:pt x="1008" y="245"/>
                  </a:lnTo>
                  <a:lnTo>
                    <a:pt x="1008" y="245"/>
                  </a:lnTo>
                  <a:lnTo>
                    <a:pt x="1006" y="241"/>
                  </a:lnTo>
                  <a:lnTo>
                    <a:pt x="1008" y="239"/>
                  </a:lnTo>
                  <a:lnTo>
                    <a:pt x="1010" y="235"/>
                  </a:lnTo>
                  <a:lnTo>
                    <a:pt x="1018" y="231"/>
                  </a:lnTo>
                  <a:lnTo>
                    <a:pt x="1018" y="231"/>
                  </a:lnTo>
                  <a:lnTo>
                    <a:pt x="1018" y="233"/>
                  </a:lnTo>
                  <a:lnTo>
                    <a:pt x="1018" y="235"/>
                  </a:lnTo>
                  <a:lnTo>
                    <a:pt x="1018" y="235"/>
                  </a:lnTo>
                  <a:lnTo>
                    <a:pt x="1018" y="237"/>
                  </a:lnTo>
                  <a:lnTo>
                    <a:pt x="1020" y="239"/>
                  </a:lnTo>
                  <a:lnTo>
                    <a:pt x="1024" y="235"/>
                  </a:lnTo>
                  <a:lnTo>
                    <a:pt x="1024" y="233"/>
                  </a:lnTo>
                  <a:lnTo>
                    <a:pt x="1024" y="231"/>
                  </a:lnTo>
                  <a:lnTo>
                    <a:pt x="1022" y="231"/>
                  </a:lnTo>
                  <a:lnTo>
                    <a:pt x="1022" y="231"/>
                  </a:lnTo>
                  <a:lnTo>
                    <a:pt x="1020" y="229"/>
                  </a:lnTo>
                  <a:lnTo>
                    <a:pt x="1024" y="225"/>
                  </a:lnTo>
                  <a:lnTo>
                    <a:pt x="1024" y="223"/>
                  </a:lnTo>
                  <a:lnTo>
                    <a:pt x="1026" y="223"/>
                  </a:lnTo>
                  <a:lnTo>
                    <a:pt x="1032" y="227"/>
                  </a:lnTo>
                  <a:lnTo>
                    <a:pt x="1034" y="227"/>
                  </a:lnTo>
                  <a:lnTo>
                    <a:pt x="1036" y="227"/>
                  </a:lnTo>
                  <a:lnTo>
                    <a:pt x="1038" y="227"/>
                  </a:lnTo>
                  <a:lnTo>
                    <a:pt x="1039" y="229"/>
                  </a:lnTo>
                  <a:lnTo>
                    <a:pt x="1041" y="233"/>
                  </a:lnTo>
                  <a:lnTo>
                    <a:pt x="1041" y="235"/>
                  </a:lnTo>
                  <a:lnTo>
                    <a:pt x="1041" y="235"/>
                  </a:lnTo>
                  <a:lnTo>
                    <a:pt x="1043" y="237"/>
                  </a:lnTo>
                  <a:lnTo>
                    <a:pt x="1045" y="237"/>
                  </a:lnTo>
                  <a:lnTo>
                    <a:pt x="1045" y="239"/>
                  </a:lnTo>
                  <a:lnTo>
                    <a:pt x="1045" y="241"/>
                  </a:lnTo>
                  <a:lnTo>
                    <a:pt x="1045" y="241"/>
                  </a:lnTo>
                  <a:lnTo>
                    <a:pt x="1047" y="241"/>
                  </a:lnTo>
                  <a:lnTo>
                    <a:pt x="1051" y="239"/>
                  </a:lnTo>
                  <a:lnTo>
                    <a:pt x="1053" y="239"/>
                  </a:lnTo>
                  <a:lnTo>
                    <a:pt x="1053" y="237"/>
                  </a:lnTo>
                  <a:lnTo>
                    <a:pt x="1053" y="237"/>
                  </a:lnTo>
                  <a:lnTo>
                    <a:pt x="1053" y="235"/>
                  </a:lnTo>
                  <a:lnTo>
                    <a:pt x="1051" y="235"/>
                  </a:lnTo>
                  <a:lnTo>
                    <a:pt x="1053" y="231"/>
                  </a:lnTo>
                  <a:lnTo>
                    <a:pt x="1053" y="231"/>
                  </a:lnTo>
                  <a:lnTo>
                    <a:pt x="1057" y="229"/>
                  </a:lnTo>
                  <a:lnTo>
                    <a:pt x="1059" y="229"/>
                  </a:lnTo>
                  <a:lnTo>
                    <a:pt x="1061" y="231"/>
                  </a:lnTo>
                  <a:lnTo>
                    <a:pt x="1063" y="231"/>
                  </a:lnTo>
                  <a:lnTo>
                    <a:pt x="1063" y="229"/>
                  </a:lnTo>
                  <a:lnTo>
                    <a:pt x="1065" y="225"/>
                  </a:lnTo>
                  <a:lnTo>
                    <a:pt x="1065" y="225"/>
                  </a:lnTo>
                  <a:lnTo>
                    <a:pt x="1067" y="225"/>
                  </a:lnTo>
                  <a:lnTo>
                    <a:pt x="1069" y="225"/>
                  </a:lnTo>
                  <a:lnTo>
                    <a:pt x="1071" y="225"/>
                  </a:lnTo>
                  <a:lnTo>
                    <a:pt x="1071" y="225"/>
                  </a:lnTo>
                  <a:lnTo>
                    <a:pt x="1071" y="225"/>
                  </a:lnTo>
                  <a:lnTo>
                    <a:pt x="1073" y="225"/>
                  </a:lnTo>
                  <a:lnTo>
                    <a:pt x="1071" y="223"/>
                  </a:lnTo>
                  <a:lnTo>
                    <a:pt x="1071" y="223"/>
                  </a:lnTo>
                  <a:lnTo>
                    <a:pt x="1069" y="223"/>
                  </a:lnTo>
                  <a:lnTo>
                    <a:pt x="1069" y="221"/>
                  </a:lnTo>
                  <a:lnTo>
                    <a:pt x="1069" y="221"/>
                  </a:lnTo>
                  <a:lnTo>
                    <a:pt x="1069" y="221"/>
                  </a:lnTo>
                  <a:lnTo>
                    <a:pt x="1061" y="216"/>
                  </a:lnTo>
                  <a:lnTo>
                    <a:pt x="1061" y="216"/>
                  </a:lnTo>
                  <a:lnTo>
                    <a:pt x="1057" y="212"/>
                  </a:lnTo>
                  <a:lnTo>
                    <a:pt x="1055" y="210"/>
                  </a:lnTo>
                  <a:lnTo>
                    <a:pt x="1055" y="210"/>
                  </a:lnTo>
                  <a:lnTo>
                    <a:pt x="1053" y="208"/>
                  </a:lnTo>
                  <a:lnTo>
                    <a:pt x="1053" y="206"/>
                  </a:lnTo>
                  <a:lnTo>
                    <a:pt x="1051" y="202"/>
                  </a:lnTo>
                  <a:lnTo>
                    <a:pt x="1049" y="200"/>
                  </a:lnTo>
                  <a:lnTo>
                    <a:pt x="1049" y="200"/>
                  </a:lnTo>
                  <a:lnTo>
                    <a:pt x="1049" y="200"/>
                  </a:lnTo>
                  <a:lnTo>
                    <a:pt x="1049" y="198"/>
                  </a:lnTo>
                  <a:lnTo>
                    <a:pt x="1049" y="198"/>
                  </a:lnTo>
                  <a:lnTo>
                    <a:pt x="1049" y="198"/>
                  </a:lnTo>
                  <a:lnTo>
                    <a:pt x="1049" y="196"/>
                  </a:lnTo>
                  <a:lnTo>
                    <a:pt x="1049" y="194"/>
                  </a:lnTo>
                  <a:lnTo>
                    <a:pt x="1049" y="192"/>
                  </a:lnTo>
                  <a:lnTo>
                    <a:pt x="1049" y="190"/>
                  </a:lnTo>
                  <a:lnTo>
                    <a:pt x="1049" y="190"/>
                  </a:lnTo>
                  <a:lnTo>
                    <a:pt x="1049" y="190"/>
                  </a:lnTo>
                  <a:lnTo>
                    <a:pt x="1049" y="190"/>
                  </a:lnTo>
                  <a:lnTo>
                    <a:pt x="1045" y="190"/>
                  </a:lnTo>
                  <a:lnTo>
                    <a:pt x="1045" y="188"/>
                  </a:lnTo>
                  <a:lnTo>
                    <a:pt x="1043" y="188"/>
                  </a:lnTo>
                  <a:lnTo>
                    <a:pt x="1043" y="186"/>
                  </a:lnTo>
                  <a:lnTo>
                    <a:pt x="1041" y="186"/>
                  </a:lnTo>
                  <a:lnTo>
                    <a:pt x="1039" y="186"/>
                  </a:lnTo>
                  <a:lnTo>
                    <a:pt x="1032" y="188"/>
                  </a:lnTo>
                  <a:lnTo>
                    <a:pt x="1032" y="186"/>
                  </a:lnTo>
                  <a:lnTo>
                    <a:pt x="1034" y="184"/>
                  </a:lnTo>
                  <a:lnTo>
                    <a:pt x="1039" y="184"/>
                  </a:lnTo>
                  <a:lnTo>
                    <a:pt x="1041" y="182"/>
                  </a:lnTo>
                  <a:lnTo>
                    <a:pt x="1041" y="180"/>
                  </a:lnTo>
                  <a:lnTo>
                    <a:pt x="1041" y="178"/>
                  </a:lnTo>
                  <a:lnTo>
                    <a:pt x="1041" y="176"/>
                  </a:lnTo>
                  <a:lnTo>
                    <a:pt x="1039" y="174"/>
                  </a:lnTo>
                  <a:lnTo>
                    <a:pt x="1039" y="170"/>
                  </a:lnTo>
                  <a:lnTo>
                    <a:pt x="1038" y="168"/>
                  </a:lnTo>
                  <a:lnTo>
                    <a:pt x="1039" y="163"/>
                  </a:lnTo>
                  <a:lnTo>
                    <a:pt x="1039" y="161"/>
                  </a:lnTo>
                  <a:lnTo>
                    <a:pt x="1039" y="157"/>
                  </a:lnTo>
                  <a:lnTo>
                    <a:pt x="1041" y="157"/>
                  </a:lnTo>
                  <a:lnTo>
                    <a:pt x="1045" y="159"/>
                  </a:lnTo>
                  <a:lnTo>
                    <a:pt x="1045" y="159"/>
                  </a:lnTo>
                  <a:lnTo>
                    <a:pt x="1047" y="157"/>
                  </a:lnTo>
                  <a:lnTo>
                    <a:pt x="1049" y="155"/>
                  </a:lnTo>
                  <a:lnTo>
                    <a:pt x="1049" y="153"/>
                  </a:lnTo>
                  <a:lnTo>
                    <a:pt x="1047" y="151"/>
                  </a:lnTo>
                  <a:lnTo>
                    <a:pt x="1045" y="149"/>
                  </a:lnTo>
                  <a:lnTo>
                    <a:pt x="1036" y="153"/>
                  </a:lnTo>
                  <a:lnTo>
                    <a:pt x="1028" y="157"/>
                  </a:lnTo>
                  <a:lnTo>
                    <a:pt x="1026" y="159"/>
                  </a:lnTo>
                  <a:lnTo>
                    <a:pt x="1026" y="163"/>
                  </a:lnTo>
                  <a:lnTo>
                    <a:pt x="1026" y="163"/>
                  </a:lnTo>
                  <a:lnTo>
                    <a:pt x="1030" y="161"/>
                  </a:lnTo>
                  <a:lnTo>
                    <a:pt x="1030" y="163"/>
                  </a:lnTo>
                  <a:lnTo>
                    <a:pt x="1026" y="164"/>
                  </a:lnTo>
                  <a:lnTo>
                    <a:pt x="1022" y="164"/>
                  </a:lnTo>
                  <a:lnTo>
                    <a:pt x="1020" y="164"/>
                  </a:lnTo>
                  <a:lnTo>
                    <a:pt x="1020" y="164"/>
                  </a:lnTo>
                  <a:lnTo>
                    <a:pt x="1022" y="166"/>
                  </a:lnTo>
                  <a:lnTo>
                    <a:pt x="1022" y="166"/>
                  </a:lnTo>
                  <a:lnTo>
                    <a:pt x="1024" y="166"/>
                  </a:lnTo>
                  <a:lnTo>
                    <a:pt x="1024" y="168"/>
                  </a:lnTo>
                  <a:lnTo>
                    <a:pt x="1024" y="168"/>
                  </a:lnTo>
                  <a:lnTo>
                    <a:pt x="1022" y="168"/>
                  </a:lnTo>
                  <a:lnTo>
                    <a:pt x="1018" y="166"/>
                  </a:lnTo>
                  <a:lnTo>
                    <a:pt x="1016" y="164"/>
                  </a:lnTo>
                  <a:lnTo>
                    <a:pt x="1014" y="163"/>
                  </a:lnTo>
                  <a:lnTo>
                    <a:pt x="1012" y="161"/>
                  </a:lnTo>
                  <a:lnTo>
                    <a:pt x="1012" y="161"/>
                  </a:lnTo>
                  <a:lnTo>
                    <a:pt x="1012" y="159"/>
                  </a:lnTo>
                  <a:lnTo>
                    <a:pt x="1012" y="157"/>
                  </a:lnTo>
                  <a:lnTo>
                    <a:pt x="1012" y="155"/>
                  </a:lnTo>
                  <a:lnTo>
                    <a:pt x="1012" y="151"/>
                  </a:lnTo>
                  <a:lnTo>
                    <a:pt x="1012" y="147"/>
                  </a:lnTo>
                  <a:lnTo>
                    <a:pt x="1012" y="143"/>
                  </a:lnTo>
                  <a:lnTo>
                    <a:pt x="1012" y="141"/>
                  </a:lnTo>
                  <a:lnTo>
                    <a:pt x="1012" y="141"/>
                  </a:lnTo>
                  <a:lnTo>
                    <a:pt x="1012" y="141"/>
                  </a:lnTo>
                  <a:lnTo>
                    <a:pt x="1012" y="139"/>
                  </a:lnTo>
                  <a:lnTo>
                    <a:pt x="1012" y="139"/>
                  </a:lnTo>
                  <a:lnTo>
                    <a:pt x="1014" y="139"/>
                  </a:lnTo>
                  <a:lnTo>
                    <a:pt x="1014" y="139"/>
                  </a:lnTo>
                  <a:lnTo>
                    <a:pt x="1016" y="131"/>
                  </a:lnTo>
                  <a:lnTo>
                    <a:pt x="1016" y="129"/>
                  </a:lnTo>
                  <a:lnTo>
                    <a:pt x="1026" y="125"/>
                  </a:lnTo>
                  <a:lnTo>
                    <a:pt x="1034" y="125"/>
                  </a:lnTo>
                  <a:lnTo>
                    <a:pt x="1041" y="121"/>
                  </a:lnTo>
                  <a:lnTo>
                    <a:pt x="1047" y="117"/>
                  </a:lnTo>
                  <a:lnTo>
                    <a:pt x="1053" y="111"/>
                  </a:lnTo>
                  <a:lnTo>
                    <a:pt x="1055" y="110"/>
                  </a:lnTo>
                  <a:lnTo>
                    <a:pt x="1055" y="108"/>
                  </a:lnTo>
                  <a:lnTo>
                    <a:pt x="1055" y="106"/>
                  </a:lnTo>
                  <a:lnTo>
                    <a:pt x="1059" y="102"/>
                  </a:lnTo>
                  <a:lnTo>
                    <a:pt x="1059" y="102"/>
                  </a:lnTo>
                  <a:lnTo>
                    <a:pt x="1057" y="102"/>
                  </a:lnTo>
                  <a:lnTo>
                    <a:pt x="1055" y="102"/>
                  </a:lnTo>
                  <a:lnTo>
                    <a:pt x="1053" y="102"/>
                  </a:lnTo>
                  <a:lnTo>
                    <a:pt x="1055" y="102"/>
                  </a:lnTo>
                  <a:lnTo>
                    <a:pt x="1055" y="100"/>
                  </a:lnTo>
                  <a:lnTo>
                    <a:pt x="1055" y="98"/>
                  </a:lnTo>
                  <a:lnTo>
                    <a:pt x="1053" y="98"/>
                  </a:lnTo>
                  <a:lnTo>
                    <a:pt x="1053" y="94"/>
                  </a:lnTo>
                  <a:lnTo>
                    <a:pt x="1053" y="92"/>
                  </a:lnTo>
                  <a:lnTo>
                    <a:pt x="1051" y="90"/>
                  </a:lnTo>
                  <a:lnTo>
                    <a:pt x="1049" y="90"/>
                  </a:lnTo>
                  <a:lnTo>
                    <a:pt x="1047" y="90"/>
                  </a:lnTo>
                  <a:lnTo>
                    <a:pt x="1047" y="90"/>
                  </a:lnTo>
                  <a:lnTo>
                    <a:pt x="1045" y="86"/>
                  </a:lnTo>
                  <a:lnTo>
                    <a:pt x="1038" y="84"/>
                  </a:lnTo>
                  <a:lnTo>
                    <a:pt x="1038" y="84"/>
                  </a:lnTo>
                  <a:lnTo>
                    <a:pt x="1038" y="84"/>
                  </a:lnTo>
                  <a:lnTo>
                    <a:pt x="1036" y="82"/>
                  </a:lnTo>
                  <a:lnTo>
                    <a:pt x="1036" y="82"/>
                  </a:lnTo>
                  <a:lnTo>
                    <a:pt x="1036" y="80"/>
                  </a:lnTo>
                  <a:lnTo>
                    <a:pt x="1034" y="80"/>
                  </a:lnTo>
                  <a:lnTo>
                    <a:pt x="1032" y="80"/>
                  </a:lnTo>
                  <a:lnTo>
                    <a:pt x="1032" y="78"/>
                  </a:lnTo>
                  <a:lnTo>
                    <a:pt x="1032" y="76"/>
                  </a:lnTo>
                  <a:lnTo>
                    <a:pt x="1036" y="74"/>
                  </a:lnTo>
                  <a:lnTo>
                    <a:pt x="1038" y="74"/>
                  </a:lnTo>
                  <a:lnTo>
                    <a:pt x="1039" y="74"/>
                  </a:lnTo>
                  <a:lnTo>
                    <a:pt x="1041" y="74"/>
                  </a:lnTo>
                  <a:lnTo>
                    <a:pt x="1045" y="72"/>
                  </a:lnTo>
                  <a:lnTo>
                    <a:pt x="1047" y="72"/>
                  </a:lnTo>
                  <a:lnTo>
                    <a:pt x="1053" y="70"/>
                  </a:lnTo>
                  <a:lnTo>
                    <a:pt x="1057" y="72"/>
                  </a:lnTo>
                  <a:lnTo>
                    <a:pt x="1059" y="72"/>
                  </a:lnTo>
                  <a:lnTo>
                    <a:pt x="1061" y="74"/>
                  </a:lnTo>
                  <a:lnTo>
                    <a:pt x="1065" y="76"/>
                  </a:lnTo>
                  <a:lnTo>
                    <a:pt x="1069" y="76"/>
                  </a:lnTo>
                  <a:lnTo>
                    <a:pt x="1073" y="76"/>
                  </a:lnTo>
                  <a:lnTo>
                    <a:pt x="1081" y="76"/>
                  </a:lnTo>
                  <a:lnTo>
                    <a:pt x="1089" y="76"/>
                  </a:lnTo>
                  <a:lnTo>
                    <a:pt x="1098" y="70"/>
                  </a:lnTo>
                  <a:lnTo>
                    <a:pt x="1102" y="68"/>
                  </a:lnTo>
                  <a:lnTo>
                    <a:pt x="1112" y="64"/>
                  </a:lnTo>
                  <a:lnTo>
                    <a:pt x="1116" y="66"/>
                  </a:lnTo>
                  <a:lnTo>
                    <a:pt x="1126" y="60"/>
                  </a:lnTo>
                  <a:lnTo>
                    <a:pt x="1130" y="58"/>
                  </a:lnTo>
                  <a:lnTo>
                    <a:pt x="1134" y="60"/>
                  </a:lnTo>
                  <a:lnTo>
                    <a:pt x="1145" y="56"/>
                  </a:lnTo>
                  <a:lnTo>
                    <a:pt x="1153" y="55"/>
                  </a:lnTo>
                  <a:lnTo>
                    <a:pt x="1163" y="55"/>
                  </a:lnTo>
                  <a:lnTo>
                    <a:pt x="1171" y="53"/>
                  </a:lnTo>
                  <a:lnTo>
                    <a:pt x="1181" y="51"/>
                  </a:lnTo>
                  <a:lnTo>
                    <a:pt x="1191" y="49"/>
                  </a:lnTo>
                  <a:lnTo>
                    <a:pt x="1202" y="51"/>
                  </a:lnTo>
                  <a:lnTo>
                    <a:pt x="1210" y="49"/>
                  </a:lnTo>
                  <a:lnTo>
                    <a:pt x="1216" y="47"/>
                  </a:lnTo>
                  <a:lnTo>
                    <a:pt x="1222" y="49"/>
                  </a:lnTo>
                  <a:lnTo>
                    <a:pt x="1226" y="49"/>
                  </a:lnTo>
                  <a:lnTo>
                    <a:pt x="1230" y="49"/>
                  </a:lnTo>
                  <a:lnTo>
                    <a:pt x="1242" y="49"/>
                  </a:lnTo>
                  <a:lnTo>
                    <a:pt x="1242" y="49"/>
                  </a:lnTo>
                  <a:lnTo>
                    <a:pt x="1242" y="49"/>
                  </a:lnTo>
                  <a:lnTo>
                    <a:pt x="1242" y="51"/>
                  </a:lnTo>
                  <a:lnTo>
                    <a:pt x="1242" y="51"/>
                  </a:lnTo>
                  <a:lnTo>
                    <a:pt x="1242" y="53"/>
                  </a:lnTo>
                  <a:lnTo>
                    <a:pt x="1232" y="56"/>
                  </a:lnTo>
                  <a:lnTo>
                    <a:pt x="1220" y="58"/>
                  </a:lnTo>
                  <a:lnTo>
                    <a:pt x="1220" y="60"/>
                  </a:lnTo>
                  <a:lnTo>
                    <a:pt x="1206" y="64"/>
                  </a:lnTo>
                  <a:lnTo>
                    <a:pt x="1200" y="66"/>
                  </a:lnTo>
                  <a:lnTo>
                    <a:pt x="1198" y="70"/>
                  </a:lnTo>
                  <a:lnTo>
                    <a:pt x="1198" y="70"/>
                  </a:lnTo>
                  <a:lnTo>
                    <a:pt x="1196" y="70"/>
                  </a:lnTo>
                  <a:lnTo>
                    <a:pt x="1196" y="68"/>
                  </a:lnTo>
                  <a:lnTo>
                    <a:pt x="1194" y="66"/>
                  </a:lnTo>
                  <a:lnTo>
                    <a:pt x="1192" y="66"/>
                  </a:lnTo>
                  <a:lnTo>
                    <a:pt x="1192" y="66"/>
                  </a:lnTo>
                  <a:lnTo>
                    <a:pt x="1191" y="66"/>
                  </a:lnTo>
                  <a:lnTo>
                    <a:pt x="1191" y="66"/>
                  </a:lnTo>
                  <a:lnTo>
                    <a:pt x="1191" y="66"/>
                  </a:lnTo>
                  <a:lnTo>
                    <a:pt x="1189" y="64"/>
                  </a:lnTo>
                  <a:lnTo>
                    <a:pt x="1189" y="66"/>
                  </a:lnTo>
                  <a:lnTo>
                    <a:pt x="1189" y="66"/>
                  </a:lnTo>
                  <a:lnTo>
                    <a:pt x="1189" y="68"/>
                  </a:lnTo>
                  <a:lnTo>
                    <a:pt x="1189" y="68"/>
                  </a:lnTo>
                  <a:lnTo>
                    <a:pt x="1187" y="68"/>
                  </a:lnTo>
                  <a:lnTo>
                    <a:pt x="1185" y="66"/>
                  </a:lnTo>
                  <a:lnTo>
                    <a:pt x="1183" y="66"/>
                  </a:lnTo>
                  <a:lnTo>
                    <a:pt x="1181" y="66"/>
                  </a:lnTo>
                  <a:lnTo>
                    <a:pt x="1181" y="68"/>
                  </a:lnTo>
                  <a:lnTo>
                    <a:pt x="1179" y="68"/>
                  </a:lnTo>
                  <a:lnTo>
                    <a:pt x="1177" y="76"/>
                  </a:lnTo>
                  <a:lnTo>
                    <a:pt x="1177" y="78"/>
                  </a:lnTo>
                  <a:lnTo>
                    <a:pt x="1177" y="80"/>
                  </a:lnTo>
                  <a:lnTo>
                    <a:pt x="1177" y="80"/>
                  </a:lnTo>
                  <a:lnTo>
                    <a:pt x="1177" y="82"/>
                  </a:lnTo>
                  <a:lnTo>
                    <a:pt x="1177" y="90"/>
                  </a:lnTo>
                  <a:lnTo>
                    <a:pt x="1179" y="92"/>
                  </a:lnTo>
                  <a:lnTo>
                    <a:pt x="1179" y="94"/>
                  </a:lnTo>
                  <a:lnTo>
                    <a:pt x="1177" y="92"/>
                  </a:lnTo>
                  <a:lnTo>
                    <a:pt x="1173" y="90"/>
                  </a:lnTo>
                  <a:lnTo>
                    <a:pt x="1171" y="90"/>
                  </a:lnTo>
                  <a:lnTo>
                    <a:pt x="1169" y="88"/>
                  </a:lnTo>
                  <a:lnTo>
                    <a:pt x="1169" y="90"/>
                  </a:lnTo>
                  <a:lnTo>
                    <a:pt x="1167" y="90"/>
                  </a:lnTo>
                  <a:lnTo>
                    <a:pt x="1167" y="92"/>
                  </a:lnTo>
                  <a:lnTo>
                    <a:pt x="1167" y="92"/>
                  </a:lnTo>
                  <a:lnTo>
                    <a:pt x="1167" y="94"/>
                  </a:lnTo>
                  <a:lnTo>
                    <a:pt x="1167" y="94"/>
                  </a:lnTo>
                  <a:lnTo>
                    <a:pt x="1165" y="94"/>
                  </a:lnTo>
                  <a:lnTo>
                    <a:pt x="1163" y="94"/>
                  </a:lnTo>
                  <a:lnTo>
                    <a:pt x="1167" y="96"/>
                  </a:lnTo>
                  <a:lnTo>
                    <a:pt x="1167" y="96"/>
                  </a:lnTo>
                  <a:lnTo>
                    <a:pt x="1169" y="98"/>
                  </a:lnTo>
                  <a:lnTo>
                    <a:pt x="1169" y="98"/>
                  </a:lnTo>
                  <a:lnTo>
                    <a:pt x="1169" y="98"/>
                  </a:lnTo>
                  <a:lnTo>
                    <a:pt x="1171" y="98"/>
                  </a:lnTo>
                  <a:lnTo>
                    <a:pt x="1171" y="98"/>
                  </a:lnTo>
                  <a:lnTo>
                    <a:pt x="1177" y="100"/>
                  </a:lnTo>
                  <a:lnTo>
                    <a:pt x="1179" y="100"/>
                  </a:lnTo>
                  <a:lnTo>
                    <a:pt x="1183" y="98"/>
                  </a:lnTo>
                  <a:lnTo>
                    <a:pt x="1183" y="96"/>
                  </a:lnTo>
                  <a:lnTo>
                    <a:pt x="1183" y="92"/>
                  </a:lnTo>
                  <a:lnTo>
                    <a:pt x="1183" y="92"/>
                  </a:lnTo>
                  <a:lnTo>
                    <a:pt x="1185" y="90"/>
                  </a:lnTo>
                  <a:lnTo>
                    <a:pt x="1191" y="86"/>
                  </a:lnTo>
                  <a:lnTo>
                    <a:pt x="1192" y="82"/>
                  </a:lnTo>
                  <a:lnTo>
                    <a:pt x="1202" y="76"/>
                  </a:lnTo>
                  <a:lnTo>
                    <a:pt x="1212" y="72"/>
                  </a:lnTo>
                  <a:lnTo>
                    <a:pt x="1220" y="66"/>
                  </a:lnTo>
                  <a:lnTo>
                    <a:pt x="1228" y="62"/>
                  </a:lnTo>
                  <a:lnTo>
                    <a:pt x="1238" y="56"/>
                  </a:lnTo>
                  <a:lnTo>
                    <a:pt x="1245" y="53"/>
                  </a:lnTo>
                  <a:lnTo>
                    <a:pt x="1247" y="56"/>
                  </a:lnTo>
                  <a:lnTo>
                    <a:pt x="1245" y="62"/>
                  </a:lnTo>
                  <a:lnTo>
                    <a:pt x="1245" y="66"/>
                  </a:lnTo>
                  <a:lnTo>
                    <a:pt x="1245" y="70"/>
                  </a:lnTo>
                  <a:lnTo>
                    <a:pt x="1245" y="82"/>
                  </a:lnTo>
                  <a:lnTo>
                    <a:pt x="1242" y="94"/>
                  </a:lnTo>
                  <a:lnTo>
                    <a:pt x="1238" y="110"/>
                  </a:lnTo>
                  <a:lnTo>
                    <a:pt x="1238" y="110"/>
                  </a:lnTo>
                  <a:lnTo>
                    <a:pt x="1236" y="108"/>
                  </a:lnTo>
                  <a:lnTo>
                    <a:pt x="1236" y="106"/>
                  </a:lnTo>
                  <a:lnTo>
                    <a:pt x="1236" y="104"/>
                  </a:lnTo>
                  <a:lnTo>
                    <a:pt x="1236" y="102"/>
                  </a:lnTo>
                  <a:lnTo>
                    <a:pt x="1236" y="102"/>
                  </a:lnTo>
                  <a:lnTo>
                    <a:pt x="1236" y="100"/>
                  </a:lnTo>
                  <a:lnTo>
                    <a:pt x="1234" y="100"/>
                  </a:lnTo>
                  <a:lnTo>
                    <a:pt x="1234" y="98"/>
                  </a:lnTo>
                  <a:lnTo>
                    <a:pt x="1234" y="98"/>
                  </a:lnTo>
                  <a:lnTo>
                    <a:pt x="1234" y="98"/>
                  </a:lnTo>
                  <a:lnTo>
                    <a:pt x="1234" y="96"/>
                  </a:lnTo>
                  <a:lnTo>
                    <a:pt x="1232" y="94"/>
                  </a:lnTo>
                  <a:lnTo>
                    <a:pt x="1232" y="94"/>
                  </a:lnTo>
                  <a:lnTo>
                    <a:pt x="1232" y="94"/>
                  </a:lnTo>
                  <a:lnTo>
                    <a:pt x="1232" y="92"/>
                  </a:lnTo>
                  <a:lnTo>
                    <a:pt x="1232" y="92"/>
                  </a:lnTo>
                  <a:lnTo>
                    <a:pt x="1232" y="90"/>
                  </a:lnTo>
                  <a:lnTo>
                    <a:pt x="1234" y="90"/>
                  </a:lnTo>
                  <a:lnTo>
                    <a:pt x="1234" y="90"/>
                  </a:lnTo>
                  <a:lnTo>
                    <a:pt x="1234" y="90"/>
                  </a:lnTo>
                  <a:lnTo>
                    <a:pt x="1236" y="86"/>
                  </a:lnTo>
                  <a:lnTo>
                    <a:pt x="1236" y="84"/>
                  </a:lnTo>
                  <a:lnTo>
                    <a:pt x="1236" y="82"/>
                  </a:lnTo>
                  <a:lnTo>
                    <a:pt x="1236" y="82"/>
                  </a:lnTo>
                  <a:lnTo>
                    <a:pt x="1236" y="80"/>
                  </a:lnTo>
                  <a:lnTo>
                    <a:pt x="1238" y="78"/>
                  </a:lnTo>
                  <a:lnTo>
                    <a:pt x="1236" y="76"/>
                  </a:lnTo>
                  <a:lnTo>
                    <a:pt x="1234" y="76"/>
                  </a:lnTo>
                  <a:lnTo>
                    <a:pt x="1232" y="74"/>
                  </a:lnTo>
                  <a:lnTo>
                    <a:pt x="1232" y="76"/>
                  </a:lnTo>
                  <a:lnTo>
                    <a:pt x="1230" y="76"/>
                  </a:lnTo>
                  <a:lnTo>
                    <a:pt x="1228" y="78"/>
                  </a:lnTo>
                  <a:lnTo>
                    <a:pt x="1228" y="78"/>
                  </a:lnTo>
                  <a:lnTo>
                    <a:pt x="1228" y="80"/>
                  </a:lnTo>
                  <a:lnTo>
                    <a:pt x="1228" y="80"/>
                  </a:lnTo>
                  <a:lnTo>
                    <a:pt x="1228" y="80"/>
                  </a:lnTo>
                  <a:lnTo>
                    <a:pt x="1228" y="82"/>
                  </a:lnTo>
                  <a:lnTo>
                    <a:pt x="1230" y="82"/>
                  </a:lnTo>
                  <a:lnTo>
                    <a:pt x="1230" y="82"/>
                  </a:lnTo>
                  <a:lnTo>
                    <a:pt x="1230" y="82"/>
                  </a:lnTo>
                  <a:lnTo>
                    <a:pt x="1228" y="86"/>
                  </a:lnTo>
                  <a:lnTo>
                    <a:pt x="1228" y="86"/>
                  </a:lnTo>
                  <a:lnTo>
                    <a:pt x="1228" y="88"/>
                  </a:lnTo>
                  <a:lnTo>
                    <a:pt x="1230" y="88"/>
                  </a:lnTo>
                  <a:lnTo>
                    <a:pt x="1228" y="88"/>
                  </a:lnTo>
                  <a:lnTo>
                    <a:pt x="1228" y="88"/>
                  </a:lnTo>
                  <a:lnTo>
                    <a:pt x="1226" y="86"/>
                  </a:lnTo>
                  <a:lnTo>
                    <a:pt x="1226" y="84"/>
                  </a:lnTo>
                  <a:lnTo>
                    <a:pt x="1226" y="84"/>
                  </a:lnTo>
                  <a:lnTo>
                    <a:pt x="1226" y="82"/>
                  </a:lnTo>
                  <a:lnTo>
                    <a:pt x="1224" y="80"/>
                  </a:lnTo>
                  <a:lnTo>
                    <a:pt x="1222" y="80"/>
                  </a:lnTo>
                  <a:lnTo>
                    <a:pt x="1222" y="82"/>
                  </a:lnTo>
                  <a:lnTo>
                    <a:pt x="1220" y="82"/>
                  </a:lnTo>
                  <a:lnTo>
                    <a:pt x="1220" y="80"/>
                  </a:lnTo>
                  <a:lnTo>
                    <a:pt x="1220" y="78"/>
                  </a:lnTo>
                  <a:lnTo>
                    <a:pt x="1220" y="78"/>
                  </a:lnTo>
                  <a:lnTo>
                    <a:pt x="1220" y="76"/>
                  </a:lnTo>
                  <a:lnTo>
                    <a:pt x="1220" y="76"/>
                  </a:lnTo>
                  <a:lnTo>
                    <a:pt x="1218" y="74"/>
                  </a:lnTo>
                  <a:lnTo>
                    <a:pt x="1212" y="74"/>
                  </a:lnTo>
                  <a:lnTo>
                    <a:pt x="1210" y="74"/>
                  </a:lnTo>
                  <a:lnTo>
                    <a:pt x="1210" y="76"/>
                  </a:lnTo>
                  <a:lnTo>
                    <a:pt x="1214" y="78"/>
                  </a:lnTo>
                  <a:lnTo>
                    <a:pt x="1214" y="78"/>
                  </a:lnTo>
                  <a:lnTo>
                    <a:pt x="1214" y="78"/>
                  </a:lnTo>
                  <a:lnTo>
                    <a:pt x="1214" y="76"/>
                  </a:lnTo>
                  <a:lnTo>
                    <a:pt x="1216" y="78"/>
                  </a:lnTo>
                  <a:lnTo>
                    <a:pt x="1216" y="78"/>
                  </a:lnTo>
                  <a:lnTo>
                    <a:pt x="1216" y="80"/>
                  </a:lnTo>
                  <a:lnTo>
                    <a:pt x="1218" y="84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2"/>
                  </a:lnTo>
                  <a:lnTo>
                    <a:pt x="1218" y="94"/>
                  </a:lnTo>
                  <a:lnTo>
                    <a:pt x="1220" y="94"/>
                  </a:lnTo>
                  <a:lnTo>
                    <a:pt x="1220" y="96"/>
                  </a:lnTo>
                  <a:lnTo>
                    <a:pt x="1222" y="96"/>
                  </a:lnTo>
                  <a:lnTo>
                    <a:pt x="1222" y="96"/>
                  </a:lnTo>
                  <a:lnTo>
                    <a:pt x="1224" y="96"/>
                  </a:lnTo>
                  <a:lnTo>
                    <a:pt x="1226" y="96"/>
                  </a:lnTo>
                  <a:lnTo>
                    <a:pt x="1226" y="98"/>
                  </a:lnTo>
                  <a:lnTo>
                    <a:pt x="1228" y="100"/>
                  </a:lnTo>
                  <a:lnTo>
                    <a:pt x="1228" y="102"/>
                  </a:lnTo>
                  <a:lnTo>
                    <a:pt x="1230" y="102"/>
                  </a:lnTo>
                  <a:lnTo>
                    <a:pt x="1230" y="104"/>
                  </a:lnTo>
                  <a:lnTo>
                    <a:pt x="1230" y="106"/>
                  </a:lnTo>
                  <a:lnTo>
                    <a:pt x="1230" y="106"/>
                  </a:lnTo>
                  <a:lnTo>
                    <a:pt x="1230" y="108"/>
                  </a:lnTo>
                  <a:lnTo>
                    <a:pt x="1230" y="108"/>
                  </a:lnTo>
                  <a:lnTo>
                    <a:pt x="1224" y="110"/>
                  </a:lnTo>
                  <a:lnTo>
                    <a:pt x="1218" y="117"/>
                  </a:lnTo>
                  <a:lnTo>
                    <a:pt x="1218" y="117"/>
                  </a:lnTo>
                  <a:lnTo>
                    <a:pt x="1214" y="113"/>
                  </a:lnTo>
                  <a:lnTo>
                    <a:pt x="1210" y="113"/>
                  </a:lnTo>
                  <a:lnTo>
                    <a:pt x="1208" y="113"/>
                  </a:lnTo>
                  <a:lnTo>
                    <a:pt x="1204" y="113"/>
                  </a:lnTo>
                  <a:lnTo>
                    <a:pt x="1204" y="111"/>
                  </a:lnTo>
                  <a:lnTo>
                    <a:pt x="1202" y="111"/>
                  </a:lnTo>
                  <a:lnTo>
                    <a:pt x="1202" y="113"/>
                  </a:lnTo>
                  <a:lnTo>
                    <a:pt x="1202" y="113"/>
                  </a:lnTo>
                  <a:lnTo>
                    <a:pt x="1204" y="115"/>
                  </a:lnTo>
                  <a:lnTo>
                    <a:pt x="1204" y="115"/>
                  </a:lnTo>
                  <a:lnTo>
                    <a:pt x="1204" y="117"/>
                  </a:lnTo>
                  <a:lnTo>
                    <a:pt x="1206" y="117"/>
                  </a:lnTo>
                  <a:lnTo>
                    <a:pt x="1206" y="119"/>
                  </a:lnTo>
                  <a:lnTo>
                    <a:pt x="1208" y="119"/>
                  </a:lnTo>
                  <a:lnTo>
                    <a:pt x="1210" y="119"/>
                  </a:lnTo>
                  <a:lnTo>
                    <a:pt x="1214" y="121"/>
                  </a:lnTo>
                  <a:lnTo>
                    <a:pt x="1216" y="121"/>
                  </a:lnTo>
                  <a:lnTo>
                    <a:pt x="1216" y="125"/>
                  </a:lnTo>
                  <a:lnTo>
                    <a:pt x="1216" y="125"/>
                  </a:lnTo>
                  <a:lnTo>
                    <a:pt x="1214" y="127"/>
                  </a:lnTo>
                  <a:lnTo>
                    <a:pt x="1214" y="131"/>
                  </a:lnTo>
                  <a:lnTo>
                    <a:pt x="1210" y="131"/>
                  </a:lnTo>
                  <a:lnTo>
                    <a:pt x="1208" y="133"/>
                  </a:lnTo>
                  <a:lnTo>
                    <a:pt x="1212" y="135"/>
                  </a:lnTo>
                  <a:lnTo>
                    <a:pt x="1210" y="137"/>
                  </a:lnTo>
                  <a:lnTo>
                    <a:pt x="1212" y="139"/>
                  </a:lnTo>
                  <a:lnTo>
                    <a:pt x="1214" y="143"/>
                  </a:lnTo>
                  <a:lnTo>
                    <a:pt x="1214" y="139"/>
                  </a:lnTo>
                  <a:lnTo>
                    <a:pt x="1214" y="139"/>
                  </a:lnTo>
                  <a:lnTo>
                    <a:pt x="1216" y="139"/>
                  </a:lnTo>
                  <a:lnTo>
                    <a:pt x="1216" y="139"/>
                  </a:lnTo>
                  <a:lnTo>
                    <a:pt x="1216" y="141"/>
                  </a:lnTo>
                  <a:lnTo>
                    <a:pt x="1218" y="141"/>
                  </a:lnTo>
                  <a:lnTo>
                    <a:pt x="1218" y="139"/>
                  </a:lnTo>
                  <a:lnTo>
                    <a:pt x="1218" y="137"/>
                  </a:lnTo>
                  <a:lnTo>
                    <a:pt x="1220" y="137"/>
                  </a:lnTo>
                  <a:lnTo>
                    <a:pt x="1222" y="139"/>
                  </a:lnTo>
                  <a:lnTo>
                    <a:pt x="1222" y="139"/>
                  </a:lnTo>
                  <a:lnTo>
                    <a:pt x="1222" y="137"/>
                  </a:lnTo>
                  <a:lnTo>
                    <a:pt x="1224" y="137"/>
                  </a:lnTo>
                  <a:lnTo>
                    <a:pt x="1224" y="135"/>
                  </a:lnTo>
                  <a:lnTo>
                    <a:pt x="1224" y="135"/>
                  </a:lnTo>
                  <a:lnTo>
                    <a:pt x="1226" y="137"/>
                  </a:lnTo>
                  <a:lnTo>
                    <a:pt x="1226" y="137"/>
                  </a:lnTo>
                  <a:lnTo>
                    <a:pt x="1226" y="137"/>
                  </a:lnTo>
                  <a:lnTo>
                    <a:pt x="1226" y="137"/>
                  </a:lnTo>
                  <a:lnTo>
                    <a:pt x="1228" y="137"/>
                  </a:lnTo>
                  <a:lnTo>
                    <a:pt x="1228" y="137"/>
                  </a:lnTo>
                  <a:lnTo>
                    <a:pt x="1228" y="137"/>
                  </a:lnTo>
                  <a:lnTo>
                    <a:pt x="1232" y="127"/>
                  </a:lnTo>
                  <a:lnTo>
                    <a:pt x="1236" y="125"/>
                  </a:lnTo>
                  <a:lnTo>
                    <a:pt x="1238" y="121"/>
                  </a:lnTo>
                  <a:lnTo>
                    <a:pt x="1240" y="117"/>
                  </a:lnTo>
                  <a:lnTo>
                    <a:pt x="1242" y="117"/>
                  </a:lnTo>
                  <a:lnTo>
                    <a:pt x="1243" y="115"/>
                  </a:lnTo>
                  <a:lnTo>
                    <a:pt x="1243" y="115"/>
                  </a:lnTo>
                  <a:lnTo>
                    <a:pt x="1243" y="111"/>
                  </a:lnTo>
                  <a:lnTo>
                    <a:pt x="1245" y="110"/>
                  </a:lnTo>
                  <a:lnTo>
                    <a:pt x="1245" y="104"/>
                  </a:lnTo>
                  <a:lnTo>
                    <a:pt x="1247" y="100"/>
                  </a:lnTo>
                  <a:lnTo>
                    <a:pt x="1247" y="100"/>
                  </a:lnTo>
                  <a:lnTo>
                    <a:pt x="1247" y="100"/>
                  </a:lnTo>
                  <a:lnTo>
                    <a:pt x="1247" y="98"/>
                  </a:lnTo>
                  <a:lnTo>
                    <a:pt x="1247" y="98"/>
                  </a:lnTo>
                  <a:lnTo>
                    <a:pt x="1247" y="96"/>
                  </a:lnTo>
                  <a:lnTo>
                    <a:pt x="1247" y="94"/>
                  </a:lnTo>
                  <a:lnTo>
                    <a:pt x="1247" y="92"/>
                  </a:lnTo>
                  <a:lnTo>
                    <a:pt x="1249" y="82"/>
                  </a:lnTo>
                  <a:lnTo>
                    <a:pt x="1247" y="80"/>
                  </a:lnTo>
                  <a:lnTo>
                    <a:pt x="1247" y="78"/>
                  </a:lnTo>
                  <a:lnTo>
                    <a:pt x="1249" y="78"/>
                  </a:lnTo>
                  <a:lnTo>
                    <a:pt x="1251" y="51"/>
                  </a:lnTo>
                  <a:lnTo>
                    <a:pt x="1253" y="49"/>
                  </a:lnTo>
                  <a:lnTo>
                    <a:pt x="1253" y="47"/>
                  </a:lnTo>
                  <a:lnTo>
                    <a:pt x="1255" y="45"/>
                  </a:lnTo>
                  <a:lnTo>
                    <a:pt x="1257" y="45"/>
                  </a:lnTo>
                  <a:lnTo>
                    <a:pt x="1259" y="43"/>
                  </a:lnTo>
                  <a:lnTo>
                    <a:pt x="1267" y="41"/>
                  </a:lnTo>
                  <a:lnTo>
                    <a:pt x="1269" y="37"/>
                  </a:lnTo>
                  <a:lnTo>
                    <a:pt x="1281" y="33"/>
                  </a:lnTo>
                  <a:lnTo>
                    <a:pt x="1291" y="31"/>
                  </a:lnTo>
                  <a:lnTo>
                    <a:pt x="1300" y="31"/>
                  </a:lnTo>
                  <a:lnTo>
                    <a:pt x="1310" y="29"/>
                  </a:lnTo>
                  <a:lnTo>
                    <a:pt x="1324" y="29"/>
                  </a:lnTo>
                  <a:lnTo>
                    <a:pt x="1334" y="29"/>
                  </a:lnTo>
                  <a:lnTo>
                    <a:pt x="1336" y="31"/>
                  </a:lnTo>
                  <a:lnTo>
                    <a:pt x="1338" y="31"/>
                  </a:lnTo>
                  <a:lnTo>
                    <a:pt x="1338" y="31"/>
                  </a:lnTo>
                  <a:lnTo>
                    <a:pt x="1340" y="31"/>
                  </a:lnTo>
                  <a:lnTo>
                    <a:pt x="1340" y="33"/>
                  </a:lnTo>
                  <a:lnTo>
                    <a:pt x="1340" y="33"/>
                  </a:lnTo>
                  <a:lnTo>
                    <a:pt x="1351" y="39"/>
                  </a:lnTo>
                  <a:lnTo>
                    <a:pt x="1357" y="43"/>
                  </a:lnTo>
                  <a:lnTo>
                    <a:pt x="1357" y="45"/>
                  </a:lnTo>
                  <a:lnTo>
                    <a:pt x="1359" y="47"/>
                  </a:lnTo>
                  <a:lnTo>
                    <a:pt x="1361" y="51"/>
                  </a:lnTo>
                  <a:lnTo>
                    <a:pt x="1359" y="53"/>
                  </a:lnTo>
                  <a:lnTo>
                    <a:pt x="1353" y="64"/>
                  </a:lnTo>
                  <a:lnTo>
                    <a:pt x="1353" y="64"/>
                  </a:lnTo>
                  <a:lnTo>
                    <a:pt x="1351" y="64"/>
                  </a:lnTo>
                  <a:lnTo>
                    <a:pt x="1347" y="62"/>
                  </a:lnTo>
                  <a:lnTo>
                    <a:pt x="1343" y="60"/>
                  </a:lnTo>
                  <a:lnTo>
                    <a:pt x="1340" y="56"/>
                  </a:lnTo>
                  <a:lnTo>
                    <a:pt x="1338" y="56"/>
                  </a:lnTo>
                  <a:lnTo>
                    <a:pt x="1338" y="58"/>
                  </a:lnTo>
                  <a:lnTo>
                    <a:pt x="1336" y="60"/>
                  </a:lnTo>
                  <a:lnTo>
                    <a:pt x="1338" y="60"/>
                  </a:lnTo>
                  <a:lnTo>
                    <a:pt x="1338" y="60"/>
                  </a:lnTo>
                  <a:lnTo>
                    <a:pt x="1338" y="60"/>
                  </a:lnTo>
                  <a:lnTo>
                    <a:pt x="1338" y="60"/>
                  </a:lnTo>
                  <a:lnTo>
                    <a:pt x="1338" y="62"/>
                  </a:lnTo>
                  <a:lnTo>
                    <a:pt x="1338" y="64"/>
                  </a:lnTo>
                  <a:lnTo>
                    <a:pt x="1338" y="66"/>
                  </a:lnTo>
                  <a:lnTo>
                    <a:pt x="1338" y="68"/>
                  </a:lnTo>
                  <a:lnTo>
                    <a:pt x="1338" y="72"/>
                  </a:lnTo>
                  <a:lnTo>
                    <a:pt x="1338" y="72"/>
                  </a:lnTo>
                  <a:lnTo>
                    <a:pt x="1336" y="74"/>
                  </a:lnTo>
                  <a:lnTo>
                    <a:pt x="1332" y="74"/>
                  </a:lnTo>
                  <a:lnTo>
                    <a:pt x="1330" y="74"/>
                  </a:lnTo>
                  <a:lnTo>
                    <a:pt x="1328" y="72"/>
                  </a:lnTo>
                  <a:lnTo>
                    <a:pt x="1326" y="72"/>
                  </a:lnTo>
                  <a:lnTo>
                    <a:pt x="1326" y="74"/>
                  </a:lnTo>
                  <a:lnTo>
                    <a:pt x="1326" y="74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4" y="74"/>
                  </a:lnTo>
                  <a:lnTo>
                    <a:pt x="1336" y="76"/>
                  </a:lnTo>
                  <a:lnTo>
                    <a:pt x="1336" y="76"/>
                  </a:lnTo>
                  <a:lnTo>
                    <a:pt x="1336" y="78"/>
                  </a:lnTo>
                  <a:lnTo>
                    <a:pt x="1336" y="80"/>
                  </a:lnTo>
                  <a:lnTo>
                    <a:pt x="1336" y="82"/>
                  </a:lnTo>
                  <a:lnTo>
                    <a:pt x="1334" y="82"/>
                  </a:lnTo>
                  <a:lnTo>
                    <a:pt x="1332" y="84"/>
                  </a:lnTo>
                  <a:lnTo>
                    <a:pt x="1332" y="86"/>
                  </a:lnTo>
                  <a:lnTo>
                    <a:pt x="1338" y="84"/>
                  </a:lnTo>
                  <a:lnTo>
                    <a:pt x="1338" y="84"/>
                  </a:lnTo>
                  <a:lnTo>
                    <a:pt x="1340" y="84"/>
                  </a:lnTo>
                  <a:lnTo>
                    <a:pt x="1340" y="80"/>
                  </a:lnTo>
                  <a:lnTo>
                    <a:pt x="1340" y="80"/>
                  </a:lnTo>
                  <a:lnTo>
                    <a:pt x="1340" y="80"/>
                  </a:lnTo>
                  <a:lnTo>
                    <a:pt x="1342" y="80"/>
                  </a:lnTo>
                  <a:lnTo>
                    <a:pt x="1345" y="78"/>
                  </a:lnTo>
                  <a:lnTo>
                    <a:pt x="1347" y="78"/>
                  </a:lnTo>
                  <a:lnTo>
                    <a:pt x="1361" y="76"/>
                  </a:lnTo>
                  <a:lnTo>
                    <a:pt x="1363" y="72"/>
                  </a:lnTo>
                  <a:lnTo>
                    <a:pt x="1363" y="72"/>
                  </a:lnTo>
                  <a:lnTo>
                    <a:pt x="1365" y="72"/>
                  </a:lnTo>
                  <a:lnTo>
                    <a:pt x="1365" y="72"/>
                  </a:lnTo>
                  <a:lnTo>
                    <a:pt x="1367" y="72"/>
                  </a:lnTo>
                  <a:lnTo>
                    <a:pt x="1367" y="70"/>
                  </a:lnTo>
                  <a:lnTo>
                    <a:pt x="1367" y="70"/>
                  </a:lnTo>
                  <a:lnTo>
                    <a:pt x="1369" y="72"/>
                  </a:lnTo>
                  <a:lnTo>
                    <a:pt x="1369" y="74"/>
                  </a:lnTo>
                  <a:lnTo>
                    <a:pt x="1373" y="74"/>
                  </a:lnTo>
                  <a:lnTo>
                    <a:pt x="1375" y="76"/>
                  </a:lnTo>
                  <a:lnTo>
                    <a:pt x="1375" y="76"/>
                  </a:lnTo>
                  <a:lnTo>
                    <a:pt x="1373" y="78"/>
                  </a:lnTo>
                  <a:lnTo>
                    <a:pt x="1373" y="78"/>
                  </a:lnTo>
                  <a:lnTo>
                    <a:pt x="1373" y="78"/>
                  </a:lnTo>
                  <a:lnTo>
                    <a:pt x="1371" y="76"/>
                  </a:lnTo>
                  <a:lnTo>
                    <a:pt x="1371" y="76"/>
                  </a:lnTo>
                  <a:lnTo>
                    <a:pt x="1371" y="76"/>
                  </a:lnTo>
                  <a:lnTo>
                    <a:pt x="1371" y="78"/>
                  </a:lnTo>
                  <a:lnTo>
                    <a:pt x="1371" y="80"/>
                  </a:lnTo>
                  <a:lnTo>
                    <a:pt x="1373" y="82"/>
                  </a:lnTo>
                  <a:lnTo>
                    <a:pt x="1373" y="84"/>
                  </a:lnTo>
                  <a:lnTo>
                    <a:pt x="1373" y="84"/>
                  </a:lnTo>
                  <a:lnTo>
                    <a:pt x="1373" y="84"/>
                  </a:lnTo>
                  <a:lnTo>
                    <a:pt x="1371" y="88"/>
                  </a:lnTo>
                  <a:lnTo>
                    <a:pt x="1373" y="90"/>
                  </a:lnTo>
                  <a:lnTo>
                    <a:pt x="1373" y="90"/>
                  </a:lnTo>
                  <a:lnTo>
                    <a:pt x="1373" y="90"/>
                  </a:lnTo>
                  <a:lnTo>
                    <a:pt x="1373" y="92"/>
                  </a:lnTo>
                  <a:lnTo>
                    <a:pt x="1373" y="90"/>
                  </a:lnTo>
                  <a:lnTo>
                    <a:pt x="1379" y="82"/>
                  </a:lnTo>
                  <a:lnTo>
                    <a:pt x="1383" y="80"/>
                  </a:lnTo>
                  <a:lnTo>
                    <a:pt x="1385" y="80"/>
                  </a:lnTo>
                  <a:lnTo>
                    <a:pt x="1385" y="80"/>
                  </a:lnTo>
                  <a:lnTo>
                    <a:pt x="1385" y="80"/>
                  </a:lnTo>
                  <a:lnTo>
                    <a:pt x="1385" y="82"/>
                  </a:lnTo>
                  <a:lnTo>
                    <a:pt x="1385" y="82"/>
                  </a:lnTo>
                  <a:lnTo>
                    <a:pt x="1387" y="80"/>
                  </a:lnTo>
                  <a:lnTo>
                    <a:pt x="1387" y="78"/>
                  </a:lnTo>
                  <a:lnTo>
                    <a:pt x="1389" y="78"/>
                  </a:lnTo>
                  <a:lnTo>
                    <a:pt x="1391" y="78"/>
                  </a:lnTo>
                  <a:lnTo>
                    <a:pt x="1393" y="76"/>
                  </a:lnTo>
                  <a:lnTo>
                    <a:pt x="1394" y="74"/>
                  </a:lnTo>
                  <a:lnTo>
                    <a:pt x="1396" y="76"/>
                  </a:lnTo>
                  <a:lnTo>
                    <a:pt x="1398" y="80"/>
                  </a:lnTo>
                  <a:lnTo>
                    <a:pt x="1398" y="82"/>
                  </a:lnTo>
                  <a:lnTo>
                    <a:pt x="1398" y="84"/>
                  </a:lnTo>
                  <a:lnTo>
                    <a:pt x="1398" y="84"/>
                  </a:lnTo>
                  <a:lnTo>
                    <a:pt x="1396" y="86"/>
                  </a:lnTo>
                  <a:lnTo>
                    <a:pt x="1396" y="86"/>
                  </a:lnTo>
                  <a:lnTo>
                    <a:pt x="1396" y="88"/>
                  </a:lnTo>
                  <a:lnTo>
                    <a:pt x="1398" y="90"/>
                  </a:lnTo>
                  <a:lnTo>
                    <a:pt x="1398" y="90"/>
                  </a:lnTo>
                  <a:lnTo>
                    <a:pt x="1398" y="92"/>
                  </a:lnTo>
                  <a:lnTo>
                    <a:pt x="1398" y="92"/>
                  </a:lnTo>
                  <a:lnTo>
                    <a:pt x="1398" y="94"/>
                  </a:lnTo>
                  <a:lnTo>
                    <a:pt x="1398" y="94"/>
                  </a:lnTo>
                  <a:lnTo>
                    <a:pt x="1396" y="94"/>
                  </a:lnTo>
                  <a:lnTo>
                    <a:pt x="1396" y="98"/>
                  </a:lnTo>
                  <a:lnTo>
                    <a:pt x="1394" y="98"/>
                  </a:lnTo>
                  <a:lnTo>
                    <a:pt x="1394" y="100"/>
                  </a:lnTo>
                  <a:lnTo>
                    <a:pt x="1394" y="102"/>
                  </a:lnTo>
                  <a:lnTo>
                    <a:pt x="1394" y="102"/>
                  </a:lnTo>
                  <a:lnTo>
                    <a:pt x="1393" y="104"/>
                  </a:lnTo>
                  <a:lnTo>
                    <a:pt x="1393" y="104"/>
                  </a:lnTo>
                  <a:lnTo>
                    <a:pt x="1391" y="110"/>
                  </a:lnTo>
                  <a:lnTo>
                    <a:pt x="1389" y="111"/>
                  </a:lnTo>
                  <a:lnTo>
                    <a:pt x="1389" y="111"/>
                  </a:lnTo>
                  <a:lnTo>
                    <a:pt x="1391" y="111"/>
                  </a:lnTo>
                  <a:lnTo>
                    <a:pt x="1391" y="113"/>
                  </a:lnTo>
                  <a:lnTo>
                    <a:pt x="1391" y="113"/>
                  </a:lnTo>
                  <a:lnTo>
                    <a:pt x="1393" y="111"/>
                  </a:lnTo>
                  <a:lnTo>
                    <a:pt x="1393" y="110"/>
                  </a:lnTo>
                  <a:lnTo>
                    <a:pt x="1394" y="104"/>
                  </a:lnTo>
                  <a:lnTo>
                    <a:pt x="1394" y="104"/>
                  </a:lnTo>
                  <a:lnTo>
                    <a:pt x="1398" y="100"/>
                  </a:lnTo>
                  <a:lnTo>
                    <a:pt x="1400" y="94"/>
                  </a:lnTo>
                  <a:lnTo>
                    <a:pt x="1400" y="88"/>
                  </a:lnTo>
                  <a:lnTo>
                    <a:pt x="1400" y="86"/>
                  </a:lnTo>
                  <a:lnTo>
                    <a:pt x="1402" y="84"/>
                  </a:lnTo>
                  <a:lnTo>
                    <a:pt x="1402" y="88"/>
                  </a:lnTo>
                  <a:lnTo>
                    <a:pt x="1402" y="90"/>
                  </a:lnTo>
                  <a:lnTo>
                    <a:pt x="1402" y="92"/>
                  </a:lnTo>
                  <a:lnTo>
                    <a:pt x="1404" y="96"/>
                  </a:lnTo>
                  <a:lnTo>
                    <a:pt x="1404" y="98"/>
                  </a:lnTo>
                  <a:lnTo>
                    <a:pt x="1404" y="98"/>
                  </a:lnTo>
                  <a:lnTo>
                    <a:pt x="1404" y="98"/>
                  </a:lnTo>
                  <a:lnTo>
                    <a:pt x="1404" y="92"/>
                  </a:lnTo>
                  <a:lnTo>
                    <a:pt x="1406" y="90"/>
                  </a:lnTo>
                  <a:lnTo>
                    <a:pt x="1406" y="86"/>
                  </a:lnTo>
                  <a:lnTo>
                    <a:pt x="1408" y="86"/>
                  </a:lnTo>
                  <a:lnTo>
                    <a:pt x="1412" y="80"/>
                  </a:lnTo>
                  <a:lnTo>
                    <a:pt x="1414" y="80"/>
                  </a:lnTo>
                  <a:lnTo>
                    <a:pt x="1416" y="82"/>
                  </a:lnTo>
                  <a:lnTo>
                    <a:pt x="1428" y="80"/>
                  </a:lnTo>
                  <a:lnTo>
                    <a:pt x="1432" y="80"/>
                  </a:lnTo>
                  <a:lnTo>
                    <a:pt x="1432" y="80"/>
                  </a:lnTo>
                  <a:lnTo>
                    <a:pt x="1434" y="80"/>
                  </a:lnTo>
                  <a:lnTo>
                    <a:pt x="1434" y="80"/>
                  </a:lnTo>
                  <a:lnTo>
                    <a:pt x="1436" y="82"/>
                  </a:lnTo>
                  <a:lnTo>
                    <a:pt x="1436" y="82"/>
                  </a:lnTo>
                  <a:lnTo>
                    <a:pt x="1438" y="82"/>
                  </a:lnTo>
                  <a:lnTo>
                    <a:pt x="1438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2" y="86"/>
                  </a:lnTo>
                  <a:lnTo>
                    <a:pt x="1442" y="86"/>
                  </a:lnTo>
                  <a:lnTo>
                    <a:pt x="1445" y="88"/>
                  </a:lnTo>
                  <a:lnTo>
                    <a:pt x="1449" y="90"/>
                  </a:lnTo>
                  <a:lnTo>
                    <a:pt x="1453" y="94"/>
                  </a:lnTo>
                  <a:lnTo>
                    <a:pt x="1455" y="94"/>
                  </a:lnTo>
                  <a:lnTo>
                    <a:pt x="1461" y="96"/>
                  </a:lnTo>
                  <a:lnTo>
                    <a:pt x="1463" y="100"/>
                  </a:lnTo>
                  <a:lnTo>
                    <a:pt x="1463" y="100"/>
                  </a:lnTo>
                  <a:lnTo>
                    <a:pt x="1463" y="102"/>
                  </a:lnTo>
                  <a:lnTo>
                    <a:pt x="1463" y="104"/>
                  </a:lnTo>
                  <a:lnTo>
                    <a:pt x="1449" y="110"/>
                  </a:lnTo>
                  <a:lnTo>
                    <a:pt x="1451" y="110"/>
                  </a:lnTo>
                  <a:lnTo>
                    <a:pt x="1461" y="108"/>
                  </a:lnTo>
                  <a:lnTo>
                    <a:pt x="1471" y="110"/>
                  </a:lnTo>
                  <a:lnTo>
                    <a:pt x="1483" y="110"/>
                  </a:lnTo>
                  <a:lnTo>
                    <a:pt x="1485" y="110"/>
                  </a:lnTo>
                  <a:lnTo>
                    <a:pt x="1487" y="113"/>
                  </a:lnTo>
                  <a:lnTo>
                    <a:pt x="1485" y="110"/>
                  </a:lnTo>
                  <a:lnTo>
                    <a:pt x="1487" y="108"/>
                  </a:lnTo>
                  <a:lnTo>
                    <a:pt x="1491" y="106"/>
                  </a:lnTo>
                  <a:lnTo>
                    <a:pt x="1496" y="102"/>
                  </a:lnTo>
                  <a:lnTo>
                    <a:pt x="1506" y="96"/>
                  </a:lnTo>
                  <a:lnTo>
                    <a:pt x="1506" y="94"/>
                  </a:lnTo>
                  <a:lnTo>
                    <a:pt x="1504" y="94"/>
                  </a:lnTo>
                  <a:lnTo>
                    <a:pt x="1506" y="92"/>
                  </a:lnTo>
                  <a:lnTo>
                    <a:pt x="1508" y="90"/>
                  </a:lnTo>
                  <a:lnTo>
                    <a:pt x="1510" y="92"/>
                  </a:lnTo>
                  <a:lnTo>
                    <a:pt x="1514" y="88"/>
                  </a:lnTo>
                  <a:lnTo>
                    <a:pt x="1516" y="90"/>
                  </a:lnTo>
                  <a:lnTo>
                    <a:pt x="1522" y="82"/>
                  </a:lnTo>
                  <a:lnTo>
                    <a:pt x="1528" y="74"/>
                  </a:lnTo>
                  <a:lnTo>
                    <a:pt x="1528" y="70"/>
                  </a:lnTo>
                  <a:lnTo>
                    <a:pt x="1536" y="64"/>
                  </a:lnTo>
                  <a:lnTo>
                    <a:pt x="1542" y="58"/>
                  </a:lnTo>
                  <a:lnTo>
                    <a:pt x="1549" y="51"/>
                  </a:lnTo>
                  <a:lnTo>
                    <a:pt x="1561" y="41"/>
                  </a:lnTo>
                  <a:lnTo>
                    <a:pt x="1561" y="41"/>
                  </a:lnTo>
                  <a:lnTo>
                    <a:pt x="1563" y="43"/>
                  </a:lnTo>
                  <a:lnTo>
                    <a:pt x="1563" y="43"/>
                  </a:lnTo>
                  <a:lnTo>
                    <a:pt x="1563" y="45"/>
                  </a:lnTo>
                  <a:lnTo>
                    <a:pt x="1563" y="47"/>
                  </a:lnTo>
                  <a:lnTo>
                    <a:pt x="1565" y="47"/>
                  </a:lnTo>
                  <a:lnTo>
                    <a:pt x="1565" y="49"/>
                  </a:lnTo>
                  <a:lnTo>
                    <a:pt x="1567" y="49"/>
                  </a:lnTo>
                  <a:lnTo>
                    <a:pt x="1567" y="47"/>
                  </a:lnTo>
                  <a:lnTo>
                    <a:pt x="1565" y="47"/>
                  </a:lnTo>
                  <a:lnTo>
                    <a:pt x="1565" y="45"/>
                  </a:lnTo>
                  <a:lnTo>
                    <a:pt x="1565" y="45"/>
                  </a:lnTo>
                  <a:lnTo>
                    <a:pt x="1565" y="45"/>
                  </a:lnTo>
                  <a:lnTo>
                    <a:pt x="1565" y="43"/>
                  </a:lnTo>
                  <a:lnTo>
                    <a:pt x="1565" y="41"/>
                  </a:lnTo>
                  <a:lnTo>
                    <a:pt x="1565" y="39"/>
                  </a:lnTo>
                  <a:lnTo>
                    <a:pt x="1565" y="39"/>
                  </a:lnTo>
                  <a:lnTo>
                    <a:pt x="1573" y="31"/>
                  </a:lnTo>
                  <a:lnTo>
                    <a:pt x="1583" y="27"/>
                  </a:lnTo>
                  <a:lnTo>
                    <a:pt x="1595" y="19"/>
                  </a:lnTo>
                  <a:lnTo>
                    <a:pt x="1604" y="15"/>
                  </a:lnTo>
                  <a:lnTo>
                    <a:pt x="1614" y="11"/>
                  </a:lnTo>
                  <a:lnTo>
                    <a:pt x="1622" y="5"/>
                  </a:lnTo>
                  <a:lnTo>
                    <a:pt x="1624" y="5"/>
                  </a:lnTo>
                  <a:lnTo>
                    <a:pt x="1626" y="3"/>
                  </a:lnTo>
                  <a:lnTo>
                    <a:pt x="1630" y="3"/>
                  </a:lnTo>
                  <a:lnTo>
                    <a:pt x="1636" y="2"/>
                  </a:lnTo>
                  <a:lnTo>
                    <a:pt x="1644" y="2"/>
                  </a:lnTo>
                  <a:lnTo>
                    <a:pt x="1646" y="0"/>
                  </a:lnTo>
                  <a:lnTo>
                    <a:pt x="1649" y="2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3"/>
            <p:cNvSpPr>
              <a:spLocks noEditPoints="1"/>
            </p:cNvSpPr>
            <p:nvPr/>
          </p:nvSpPr>
          <p:spPr bwMode="auto">
            <a:xfrm>
              <a:off x="3913188" y="1819275"/>
              <a:ext cx="811213" cy="496888"/>
            </a:xfrm>
            <a:custGeom>
              <a:avLst/>
              <a:gdLst>
                <a:gd name="T0" fmla="*/ 94 w 1022"/>
                <a:gd name="T1" fmla="*/ 607 h 627"/>
                <a:gd name="T2" fmla="*/ 63 w 1022"/>
                <a:gd name="T3" fmla="*/ 588 h 627"/>
                <a:gd name="T4" fmla="*/ 955 w 1022"/>
                <a:gd name="T5" fmla="*/ 566 h 627"/>
                <a:gd name="T6" fmla="*/ 986 w 1022"/>
                <a:gd name="T7" fmla="*/ 546 h 627"/>
                <a:gd name="T8" fmla="*/ 982 w 1022"/>
                <a:gd name="T9" fmla="*/ 548 h 627"/>
                <a:gd name="T10" fmla="*/ 1016 w 1022"/>
                <a:gd name="T11" fmla="*/ 546 h 627"/>
                <a:gd name="T12" fmla="*/ 320 w 1022"/>
                <a:gd name="T13" fmla="*/ 560 h 627"/>
                <a:gd name="T14" fmla="*/ 331 w 1022"/>
                <a:gd name="T15" fmla="*/ 584 h 627"/>
                <a:gd name="T16" fmla="*/ 235 w 1022"/>
                <a:gd name="T17" fmla="*/ 615 h 627"/>
                <a:gd name="T18" fmla="*/ 235 w 1022"/>
                <a:gd name="T19" fmla="*/ 570 h 627"/>
                <a:gd name="T20" fmla="*/ 225 w 1022"/>
                <a:gd name="T21" fmla="*/ 523 h 627"/>
                <a:gd name="T22" fmla="*/ 229 w 1022"/>
                <a:gd name="T23" fmla="*/ 536 h 627"/>
                <a:gd name="T24" fmla="*/ 206 w 1022"/>
                <a:gd name="T25" fmla="*/ 550 h 627"/>
                <a:gd name="T26" fmla="*/ 49 w 1022"/>
                <a:gd name="T27" fmla="*/ 417 h 627"/>
                <a:gd name="T28" fmla="*/ 49 w 1022"/>
                <a:gd name="T29" fmla="*/ 405 h 627"/>
                <a:gd name="T30" fmla="*/ 18 w 1022"/>
                <a:gd name="T31" fmla="*/ 417 h 627"/>
                <a:gd name="T32" fmla="*/ 10 w 1022"/>
                <a:gd name="T33" fmla="*/ 448 h 627"/>
                <a:gd name="T34" fmla="*/ 2 w 1022"/>
                <a:gd name="T35" fmla="*/ 413 h 627"/>
                <a:gd name="T36" fmla="*/ 0 w 1022"/>
                <a:gd name="T37" fmla="*/ 395 h 627"/>
                <a:gd name="T38" fmla="*/ 220 w 1022"/>
                <a:gd name="T39" fmla="*/ 309 h 627"/>
                <a:gd name="T40" fmla="*/ 272 w 1022"/>
                <a:gd name="T41" fmla="*/ 319 h 627"/>
                <a:gd name="T42" fmla="*/ 272 w 1022"/>
                <a:gd name="T43" fmla="*/ 354 h 627"/>
                <a:gd name="T44" fmla="*/ 278 w 1022"/>
                <a:gd name="T45" fmla="*/ 389 h 627"/>
                <a:gd name="T46" fmla="*/ 235 w 1022"/>
                <a:gd name="T47" fmla="*/ 397 h 627"/>
                <a:gd name="T48" fmla="*/ 218 w 1022"/>
                <a:gd name="T49" fmla="*/ 381 h 627"/>
                <a:gd name="T50" fmla="*/ 208 w 1022"/>
                <a:gd name="T51" fmla="*/ 360 h 627"/>
                <a:gd name="T52" fmla="*/ 190 w 1022"/>
                <a:gd name="T53" fmla="*/ 342 h 627"/>
                <a:gd name="T54" fmla="*/ 190 w 1022"/>
                <a:gd name="T55" fmla="*/ 356 h 627"/>
                <a:gd name="T56" fmla="*/ 222 w 1022"/>
                <a:gd name="T57" fmla="*/ 397 h 627"/>
                <a:gd name="T58" fmla="*/ 247 w 1022"/>
                <a:gd name="T59" fmla="*/ 425 h 627"/>
                <a:gd name="T60" fmla="*/ 216 w 1022"/>
                <a:gd name="T61" fmla="*/ 430 h 627"/>
                <a:gd name="T62" fmla="*/ 180 w 1022"/>
                <a:gd name="T63" fmla="*/ 454 h 627"/>
                <a:gd name="T64" fmla="*/ 149 w 1022"/>
                <a:gd name="T65" fmla="*/ 452 h 627"/>
                <a:gd name="T66" fmla="*/ 153 w 1022"/>
                <a:gd name="T67" fmla="*/ 474 h 627"/>
                <a:gd name="T68" fmla="*/ 98 w 1022"/>
                <a:gd name="T69" fmla="*/ 480 h 627"/>
                <a:gd name="T70" fmla="*/ 57 w 1022"/>
                <a:gd name="T71" fmla="*/ 444 h 627"/>
                <a:gd name="T72" fmla="*/ 61 w 1022"/>
                <a:gd name="T73" fmla="*/ 432 h 627"/>
                <a:gd name="T74" fmla="*/ 53 w 1022"/>
                <a:gd name="T75" fmla="*/ 415 h 627"/>
                <a:gd name="T76" fmla="*/ 47 w 1022"/>
                <a:gd name="T77" fmla="*/ 401 h 627"/>
                <a:gd name="T78" fmla="*/ 61 w 1022"/>
                <a:gd name="T79" fmla="*/ 387 h 627"/>
                <a:gd name="T80" fmla="*/ 57 w 1022"/>
                <a:gd name="T81" fmla="*/ 346 h 627"/>
                <a:gd name="T82" fmla="*/ 61 w 1022"/>
                <a:gd name="T83" fmla="*/ 340 h 627"/>
                <a:gd name="T84" fmla="*/ 70 w 1022"/>
                <a:gd name="T85" fmla="*/ 324 h 627"/>
                <a:gd name="T86" fmla="*/ 110 w 1022"/>
                <a:gd name="T87" fmla="*/ 340 h 627"/>
                <a:gd name="T88" fmla="*/ 118 w 1022"/>
                <a:gd name="T89" fmla="*/ 354 h 627"/>
                <a:gd name="T90" fmla="*/ 141 w 1022"/>
                <a:gd name="T91" fmla="*/ 370 h 627"/>
                <a:gd name="T92" fmla="*/ 147 w 1022"/>
                <a:gd name="T93" fmla="*/ 352 h 627"/>
                <a:gd name="T94" fmla="*/ 155 w 1022"/>
                <a:gd name="T95" fmla="*/ 315 h 627"/>
                <a:gd name="T96" fmla="*/ 455 w 1022"/>
                <a:gd name="T97" fmla="*/ 295 h 627"/>
                <a:gd name="T98" fmla="*/ 457 w 1022"/>
                <a:gd name="T99" fmla="*/ 317 h 627"/>
                <a:gd name="T100" fmla="*/ 376 w 1022"/>
                <a:gd name="T101" fmla="*/ 360 h 627"/>
                <a:gd name="T102" fmla="*/ 316 w 1022"/>
                <a:gd name="T103" fmla="*/ 338 h 627"/>
                <a:gd name="T104" fmla="*/ 312 w 1022"/>
                <a:gd name="T105" fmla="*/ 317 h 627"/>
                <a:gd name="T106" fmla="*/ 322 w 1022"/>
                <a:gd name="T107" fmla="*/ 315 h 627"/>
                <a:gd name="T108" fmla="*/ 339 w 1022"/>
                <a:gd name="T109" fmla="*/ 317 h 627"/>
                <a:gd name="T110" fmla="*/ 376 w 1022"/>
                <a:gd name="T111" fmla="*/ 301 h 627"/>
                <a:gd name="T112" fmla="*/ 398 w 1022"/>
                <a:gd name="T113" fmla="*/ 305 h 627"/>
                <a:gd name="T114" fmla="*/ 443 w 1022"/>
                <a:gd name="T115" fmla="*/ 305 h 627"/>
                <a:gd name="T116" fmla="*/ 451 w 1022"/>
                <a:gd name="T117" fmla="*/ 159 h 627"/>
                <a:gd name="T118" fmla="*/ 325 w 1022"/>
                <a:gd name="T119" fmla="*/ 140 h 627"/>
                <a:gd name="T120" fmla="*/ 312 w 1022"/>
                <a:gd name="T121" fmla="*/ 154 h 627"/>
                <a:gd name="T122" fmla="*/ 486 w 1022"/>
                <a:gd name="T123" fmla="*/ 2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22" h="627">
                  <a:moveTo>
                    <a:pt x="55" y="578"/>
                  </a:moveTo>
                  <a:lnTo>
                    <a:pt x="55" y="578"/>
                  </a:lnTo>
                  <a:lnTo>
                    <a:pt x="59" y="580"/>
                  </a:lnTo>
                  <a:lnTo>
                    <a:pt x="63" y="580"/>
                  </a:lnTo>
                  <a:lnTo>
                    <a:pt x="69" y="584"/>
                  </a:lnTo>
                  <a:lnTo>
                    <a:pt x="74" y="586"/>
                  </a:lnTo>
                  <a:lnTo>
                    <a:pt x="76" y="586"/>
                  </a:lnTo>
                  <a:lnTo>
                    <a:pt x="78" y="588"/>
                  </a:lnTo>
                  <a:lnTo>
                    <a:pt x="80" y="588"/>
                  </a:lnTo>
                  <a:lnTo>
                    <a:pt x="80" y="589"/>
                  </a:lnTo>
                  <a:lnTo>
                    <a:pt x="84" y="593"/>
                  </a:lnTo>
                  <a:lnTo>
                    <a:pt x="90" y="595"/>
                  </a:lnTo>
                  <a:lnTo>
                    <a:pt x="92" y="597"/>
                  </a:lnTo>
                  <a:lnTo>
                    <a:pt x="92" y="601"/>
                  </a:lnTo>
                  <a:lnTo>
                    <a:pt x="94" y="603"/>
                  </a:lnTo>
                  <a:lnTo>
                    <a:pt x="94" y="607"/>
                  </a:lnTo>
                  <a:lnTo>
                    <a:pt x="94" y="607"/>
                  </a:lnTo>
                  <a:lnTo>
                    <a:pt x="92" y="609"/>
                  </a:lnTo>
                  <a:lnTo>
                    <a:pt x="92" y="609"/>
                  </a:lnTo>
                  <a:lnTo>
                    <a:pt x="92" y="611"/>
                  </a:lnTo>
                  <a:lnTo>
                    <a:pt x="92" y="611"/>
                  </a:lnTo>
                  <a:lnTo>
                    <a:pt x="92" y="611"/>
                  </a:lnTo>
                  <a:lnTo>
                    <a:pt x="92" y="611"/>
                  </a:lnTo>
                  <a:lnTo>
                    <a:pt x="90" y="609"/>
                  </a:lnTo>
                  <a:lnTo>
                    <a:pt x="88" y="609"/>
                  </a:lnTo>
                  <a:lnTo>
                    <a:pt x="88" y="607"/>
                  </a:lnTo>
                  <a:lnTo>
                    <a:pt x="86" y="605"/>
                  </a:lnTo>
                  <a:lnTo>
                    <a:pt x="74" y="597"/>
                  </a:lnTo>
                  <a:lnTo>
                    <a:pt x="72" y="597"/>
                  </a:lnTo>
                  <a:lnTo>
                    <a:pt x="70" y="595"/>
                  </a:lnTo>
                  <a:lnTo>
                    <a:pt x="70" y="593"/>
                  </a:lnTo>
                  <a:lnTo>
                    <a:pt x="69" y="591"/>
                  </a:lnTo>
                  <a:lnTo>
                    <a:pt x="65" y="588"/>
                  </a:lnTo>
                  <a:lnTo>
                    <a:pt x="63" y="588"/>
                  </a:lnTo>
                  <a:lnTo>
                    <a:pt x="63" y="589"/>
                  </a:lnTo>
                  <a:lnTo>
                    <a:pt x="61" y="588"/>
                  </a:lnTo>
                  <a:lnTo>
                    <a:pt x="59" y="586"/>
                  </a:lnTo>
                  <a:lnTo>
                    <a:pt x="57" y="582"/>
                  </a:lnTo>
                  <a:lnTo>
                    <a:pt x="55" y="580"/>
                  </a:lnTo>
                  <a:lnTo>
                    <a:pt x="55" y="580"/>
                  </a:lnTo>
                  <a:lnTo>
                    <a:pt x="55" y="578"/>
                  </a:lnTo>
                  <a:close/>
                  <a:moveTo>
                    <a:pt x="955" y="552"/>
                  </a:moveTo>
                  <a:lnTo>
                    <a:pt x="955" y="554"/>
                  </a:lnTo>
                  <a:lnTo>
                    <a:pt x="957" y="556"/>
                  </a:lnTo>
                  <a:lnTo>
                    <a:pt x="957" y="556"/>
                  </a:lnTo>
                  <a:lnTo>
                    <a:pt x="959" y="558"/>
                  </a:lnTo>
                  <a:lnTo>
                    <a:pt x="961" y="560"/>
                  </a:lnTo>
                  <a:lnTo>
                    <a:pt x="963" y="562"/>
                  </a:lnTo>
                  <a:lnTo>
                    <a:pt x="961" y="562"/>
                  </a:lnTo>
                  <a:lnTo>
                    <a:pt x="959" y="566"/>
                  </a:lnTo>
                  <a:lnTo>
                    <a:pt x="955" y="566"/>
                  </a:lnTo>
                  <a:lnTo>
                    <a:pt x="953" y="564"/>
                  </a:lnTo>
                  <a:lnTo>
                    <a:pt x="953" y="560"/>
                  </a:lnTo>
                  <a:lnTo>
                    <a:pt x="953" y="558"/>
                  </a:lnTo>
                  <a:lnTo>
                    <a:pt x="951" y="558"/>
                  </a:lnTo>
                  <a:lnTo>
                    <a:pt x="951" y="560"/>
                  </a:lnTo>
                  <a:lnTo>
                    <a:pt x="949" y="560"/>
                  </a:lnTo>
                  <a:lnTo>
                    <a:pt x="947" y="558"/>
                  </a:lnTo>
                  <a:lnTo>
                    <a:pt x="945" y="556"/>
                  </a:lnTo>
                  <a:lnTo>
                    <a:pt x="947" y="554"/>
                  </a:lnTo>
                  <a:lnTo>
                    <a:pt x="949" y="554"/>
                  </a:lnTo>
                  <a:lnTo>
                    <a:pt x="949" y="554"/>
                  </a:lnTo>
                  <a:lnTo>
                    <a:pt x="955" y="552"/>
                  </a:lnTo>
                  <a:close/>
                  <a:moveTo>
                    <a:pt x="984" y="544"/>
                  </a:moveTo>
                  <a:lnTo>
                    <a:pt x="984" y="544"/>
                  </a:lnTo>
                  <a:lnTo>
                    <a:pt x="984" y="546"/>
                  </a:lnTo>
                  <a:lnTo>
                    <a:pt x="986" y="546"/>
                  </a:lnTo>
                  <a:lnTo>
                    <a:pt x="986" y="546"/>
                  </a:lnTo>
                  <a:lnTo>
                    <a:pt x="986" y="544"/>
                  </a:lnTo>
                  <a:lnTo>
                    <a:pt x="988" y="544"/>
                  </a:lnTo>
                  <a:lnTo>
                    <a:pt x="990" y="546"/>
                  </a:lnTo>
                  <a:lnTo>
                    <a:pt x="990" y="546"/>
                  </a:lnTo>
                  <a:lnTo>
                    <a:pt x="990" y="548"/>
                  </a:lnTo>
                  <a:lnTo>
                    <a:pt x="992" y="548"/>
                  </a:lnTo>
                  <a:lnTo>
                    <a:pt x="992" y="550"/>
                  </a:lnTo>
                  <a:lnTo>
                    <a:pt x="992" y="550"/>
                  </a:lnTo>
                  <a:lnTo>
                    <a:pt x="990" y="550"/>
                  </a:lnTo>
                  <a:lnTo>
                    <a:pt x="986" y="548"/>
                  </a:lnTo>
                  <a:lnTo>
                    <a:pt x="986" y="548"/>
                  </a:lnTo>
                  <a:lnTo>
                    <a:pt x="986" y="548"/>
                  </a:lnTo>
                  <a:lnTo>
                    <a:pt x="984" y="548"/>
                  </a:lnTo>
                  <a:lnTo>
                    <a:pt x="984" y="548"/>
                  </a:lnTo>
                  <a:lnTo>
                    <a:pt x="982" y="548"/>
                  </a:lnTo>
                  <a:lnTo>
                    <a:pt x="982" y="548"/>
                  </a:lnTo>
                  <a:lnTo>
                    <a:pt x="982" y="548"/>
                  </a:lnTo>
                  <a:lnTo>
                    <a:pt x="982" y="546"/>
                  </a:lnTo>
                  <a:lnTo>
                    <a:pt x="982" y="546"/>
                  </a:lnTo>
                  <a:lnTo>
                    <a:pt x="982" y="544"/>
                  </a:lnTo>
                  <a:lnTo>
                    <a:pt x="984" y="544"/>
                  </a:lnTo>
                  <a:close/>
                  <a:moveTo>
                    <a:pt x="1018" y="542"/>
                  </a:moveTo>
                  <a:lnTo>
                    <a:pt x="1018" y="542"/>
                  </a:lnTo>
                  <a:lnTo>
                    <a:pt x="1022" y="544"/>
                  </a:lnTo>
                  <a:lnTo>
                    <a:pt x="1020" y="544"/>
                  </a:lnTo>
                  <a:lnTo>
                    <a:pt x="1018" y="548"/>
                  </a:lnTo>
                  <a:lnTo>
                    <a:pt x="1014" y="548"/>
                  </a:lnTo>
                  <a:lnTo>
                    <a:pt x="1014" y="548"/>
                  </a:lnTo>
                  <a:lnTo>
                    <a:pt x="1014" y="546"/>
                  </a:lnTo>
                  <a:lnTo>
                    <a:pt x="1014" y="546"/>
                  </a:lnTo>
                  <a:lnTo>
                    <a:pt x="1014" y="546"/>
                  </a:lnTo>
                  <a:lnTo>
                    <a:pt x="1014" y="546"/>
                  </a:lnTo>
                  <a:lnTo>
                    <a:pt x="1014" y="546"/>
                  </a:lnTo>
                  <a:lnTo>
                    <a:pt x="1016" y="546"/>
                  </a:lnTo>
                  <a:lnTo>
                    <a:pt x="1016" y="546"/>
                  </a:lnTo>
                  <a:lnTo>
                    <a:pt x="1016" y="544"/>
                  </a:lnTo>
                  <a:lnTo>
                    <a:pt x="1016" y="544"/>
                  </a:lnTo>
                  <a:lnTo>
                    <a:pt x="1016" y="544"/>
                  </a:lnTo>
                  <a:lnTo>
                    <a:pt x="1016" y="544"/>
                  </a:lnTo>
                  <a:lnTo>
                    <a:pt x="1018" y="542"/>
                  </a:lnTo>
                  <a:close/>
                  <a:moveTo>
                    <a:pt x="265" y="538"/>
                  </a:moveTo>
                  <a:lnTo>
                    <a:pt x="272" y="540"/>
                  </a:lnTo>
                  <a:lnTo>
                    <a:pt x="280" y="540"/>
                  </a:lnTo>
                  <a:lnTo>
                    <a:pt x="284" y="542"/>
                  </a:lnTo>
                  <a:lnTo>
                    <a:pt x="298" y="550"/>
                  </a:lnTo>
                  <a:lnTo>
                    <a:pt x="298" y="550"/>
                  </a:lnTo>
                  <a:lnTo>
                    <a:pt x="300" y="550"/>
                  </a:lnTo>
                  <a:lnTo>
                    <a:pt x="304" y="552"/>
                  </a:lnTo>
                  <a:lnTo>
                    <a:pt x="304" y="554"/>
                  </a:lnTo>
                  <a:lnTo>
                    <a:pt x="308" y="554"/>
                  </a:lnTo>
                  <a:lnTo>
                    <a:pt x="320" y="560"/>
                  </a:lnTo>
                  <a:lnTo>
                    <a:pt x="322" y="562"/>
                  </a:lnTo>
                  <a:lnTo>
                    <a:pt x="325" y="566"/>
                  </a:lnTo>
                  <a:lnTo>
                    <a:pt x="327" y="570"/>
                  </a:lnTo>
                  <a:lnTo>
                    <a:pt x="327" y="574"/>
                  </a:lnTo>
                  <a:lnTo>
                    <a:pt x="327" y="574"/>
                  </a:lnTo>
                  <a:lnTo>
                    <a:pt x="327" y="576"/>
                  </a:lnTo>
                  <a:lnTo>
                    <a:pt x="329" y="576"/>
                  </a:lnTo>
                  <a:lnTo>
                    <a:pt x="329" y="578"/>
                  </a:lnTo>
                  <a:lnTo>
                    <a:pt x="329" y="580"/>
                  </a:lnTo>
                  <a:lnTo>
                    <a:pt x="329" y="580"/>
                  </a:lnTo>
                  <a:lnTo>
                    <a:pt x="329" y="580"/>
                  </a:lnTo>
                  <a:lnTo>
                    <a:pt x="329" y="580"/>
                  </a:lnTo>
                  <a:lnTo>
                    <a:pt x="331" y="580"/>
                  </a:lnTo>
                  <a:lnTo>
                    <a:pt x="331" y="582"/>
                  </a:lnTo>
                  <a:lnTo>
                    <a:pt x="331" y="582"/>
                  </a:lnTo>
                  <a:lnTo>
                    <a:pt x="331" y="582"/>
                  </a:lnTo>
                  <a:lnTo>
                    <a:pt x="331" y="584"/>
                  </a:lnTo>
                  <a:lnTo>
                    <a:pt x="335" y="586"/>
                  </a:lnTo>
                  <a:lnTo>
                    <a:pt x="337" y="589"/>
                  </a:lnTo>
                  <a:lnTo>
                    <a:pt x="339" y="591"/>
                  </a:lnTo>
                  <a:lnTo>
                    <a:pt x="339" y="593"/>
                  </a:lnTo>
                  <a:lnTo>
                    <a:pt x="335" y="597"/>
                  </a:lnTo>
                  <a:lnTo>
                    <a:pt x="329" y="601"/>
                  </a:lnTo>
                  <a:lnTo>
                    <a:pt x="316" y="601"/>
                  </a:lnTo>
                  <a:lnTo>
                    <a:pt x="310" y="605"/>
                  </a:lnTo>
                  <a:lnTo>
                    <a:pt x="302" y="605"/>
                  </a:lnTo>
                  <a:lnTo>
                    <a:pt x="298" y="607"/>
                  </a:lnTo>
                  <a:lnTo>
                    <a:pt x="286" y="609"/>
                  </a:lnTo>
                  <a:lnTo>
                    <a:pt x="274" y="609"/>
                  </a:lnTo>
                  <a:lnTo>
                    <a:pt x="269" y="609"/>
                  </a:lnTo>
                  <a:lnTo>
                    <a:pt x="259" y="607"/>
                  </a:lnTo>
                  <a:lnTo>
                    <a:pt x="249" y="607"/>
                  </a:lnTo>
                  <a:lnTo>
                    <a:pt x="241" y="611"/>
                  </a:lnTo>
                  <a:lnTo>
                    <a:pt x="235" y="615"/>
                  </a:lnTo>
                  <a:lnTo>
                    <a:pt x="233" y="621"/>
                  </a:lnTo>
                  <a:lnTo>
                    <a:pt x="227" y="625"/>
                  </a:lnTo>
                  <a:lnTo>
                    <a:pt x="223" y="627"/>
                  </a:lnTo>
                  <a:lnTo>
                    <a:pt x="222" y="623"/>
                  </a:lnTo>
                  <a:lnTo>
                    <a:pt x="218" y="619"/>
                  </a:lnTo>
                  <a:lnTo>
                    <a:pt x="220" y="611"/>
                  </a:lnTo>
                  <a:lnTo>
                    <a:pt x="225" y="611"/>
                  </a:lnTo>
                  <a:lnTo>
                    <a:pt x="231" y="609"/>
                  </a:lnTo>
                  <a:lnTo>
                    <a:pt x="237" y="603"/>
                  </a:lnTo>
                  <a:lnTo>
                    <a:pt x="237" y="593"/>
                  </a:lnTo>
                  <a:lnTo>
                    <a:pt x="237" y="591"/>
                  </a:lnTo>
                  <a:lnTo>
                    <a:pt x="237" y="588"/>
                  </a:lnTo>
                  <a:lnTo>
                    <a:pt x="237" y="586"/>
                  </a:lnTo>
                  <a:lnTo>
                    <a:pt x="237" y="582"/>
                  </a:lnTo>
                  <a:lnTo>
                    <a:pt x="237" y="576"/>
                  </a:lnTo>
                  <a:lnTo>
                    <a:pt x="237" y="574"/>
                  </a:lnTo>
                  <a:lnTo>
                    <a:pt x="235" y="570"/>
                  </a:lnTo>
                  <a:lnTo>
                    <a:pt x="235" y="568"/>
                  </a:lnTo>
                  <a:lnTo>
                    <a:pt x="235" y="564"/>
                  </a:lnTo>
                  <a:lnTo>
                    <a:pt x="235" y="562"/>
                  </a:lnTo>
                  <a:lnTo>
                    <a:pt x="239" y="554"/>
                  </a:lnTo>
                  <a:lnTo>
                    <a:pt x="239" y="552"/>
                  </a:lnTo>
                  <a:lnTo>
                    <a:pt x="239" y="554"/>
                  </a:lnTo>
                  <a:lnTo>
                    <a:pt x="239" y="554"/>
                  </a:lnTo>
                  <a:lnTo>
                    <a:pt x="241" y="554"/>
                  </a:lnTo>
                  <a:lnTo>
                    <a:pt x="241" y="554"/>
                  </a:lnTo>
                  <a:lnTo>
                    <a:pt x="247" y="552"/>
                  </a:lnTo>
                  <a:lnTo>
                    <a:pt x="251" y="546"/>
                  </a:lnTo>
                  <a:lnTo>
                    <a:pt x="265" y="538"/>
                  </a:lnTo>
                  <a:close/>
                  <a:moveTo>
                    <a:pt x="216" y="515"/>
                  </a:moveTo>
                  <a:lnTo>
                    <a:pt x="218" y="515"/>
                  </a:lnTo>
                  <a:lnTo>
                    <a:pt x="222" y="517"/>
                  </a:lnTo>
                  <a:lnTo>
                    <a:pt x="225" y="523"/>
                  </a:lnTo>
                  <a:lnTo>
                    <a:pt x="225" y="523"/>
                  </a:lnTo>
                  <a:lnTo>
                    <a:pt x="225" y="525"/>
                  </a:lnTo>
                  <a:lnTo>
                    <a:pt x="225" y="527"/>
                  </a:lnTo>
                  <a:lnTo>
                    <a:pt x="225" y="527"/>
                  </a:lnTo>
                  <a:lnTo>
                    <a:pt x="225" y="529"/>
                  </a:lnTo>
                  <a:lnTo>
                    <a:pt x="227" y="529"/>
                  </a:lnTo>
                  <a:lnTo>
                    <a:pt x="227" y="531"/>
                  </a:lnTo>
                  <a:lnTo>
                    <a:pt x="227" y="531"/>
                  </a:lnTo>
                  <a:lnTo>
                    <a:pt x="227" y="531"/>
                  </a:lnTo>
                  <a:lnTo>
                    <a:pt x="227" y="531"/>
                  </a:lnTo>
                  <a:lnTo>
                    <a:pt x="227" y="533"/>
                  </a:lnTo>
                  <a:lnTo>
                    <a:pt x="227" y="533"/>
                  </a:lnTo>
                  <a:lnTo>
                    <a:pt x="229" y="533"/>
                  </a:lnTo>
                  <a:lnTo>
                    <a:pt x="229" y="534"/>
                  </a:lnTo>
                  <a:lnTo>
                    <a:pt x="229" y="534"/>
                  </a:lnTo>
                  <a:lnTo>
                    <a:pt x="229" y="534"/>
                  </a:lnTo>
                  <a:lnTo>
                    <a:pt x="229" y="536"/>
                  </a:lnTo>
                  <a:lnTo>
                    <a:pt x="229" y="536"/>
                  </a:lnTo>
                  <a:lnTo>
                    <a:pt x="229" y="538"/>
                  </a:lnTo>
                  <a:lnTo>
                    <a:pt x="231" y="540"/>
                  </a:lnTo>
                  <a:lnTo>
                    <a:pt x="231" y="540"/>
                  </a:lnTo>
                  <a:lnTo>
                    <a:pt x="231" y="542"/>
                  </a:lnTo>
                  <a:lnTo>
                    <a:pt x="229" y="544"/>
                  </a:lnTo>
                  <a:lnTo>
                    <a:pt x="229" y="546"/>
                  </a:lnTo>
                  <a:lnTo>
                    <a:pt x="225" y="546"/>
                  </a:lnTo>
                  <a:lnTo>
                    <a:pt x="225" y="548"/>
                  </a:lnTo>
                  <a:lnTo>
                    <a:pt x="223" y="550"/>
                  </a:lnTo>
                  <a:lnTo>
                    <a:pt x="223" y="552"/>
                  </a:lnTo>
                  <a:lnTo>
                    <a:pt x="223" y="552"/>
                  </a:lnTo>
                  <a:lnTo>
                    <a:pt x="222" y="552"/>
                  </a:lnTo>
                  <a:lnTo>
                    <a:pt x="222" y="556"/>
                  </a:lnTo>
                  <a:lnTo>
                    <a:pt x="220" y="556"/>
                  </a:lnTo>
                  <a:lnTo>
                    <a:pt x="218" y="558"/>
                  </a:lnTo>
                  <a:lnTo>
                    <a:pt x="214" y="558"/>
                  </a:lnTo>
                  <a:lnTo>
                    <a:pt x="206" y="550"/>
                  </a:lnTo>
                  <a:lnTo>
                    <a:pt x="202" y="544"/>
                  </a:lnTo>
                  <a:lnTo>
                    <a:pt x="202" y="542"/>
                  </a:lnTo>
                  <a:lnTo>
                    <a:pt x="200" y="536"/>
                  </a:lnTo>
                  <a:lnTo>
                    <a:pt x="198" y="533"/>
                  </a:lnTo>
                  <a:lnTo>
                    <a:pt x="198" y="529"/>
                  </a:lnTo>
                  <a:lnTo>
                    <a:pt x="200" y="523"/>
                  </a:lnTo>
                  <a:lnTo>
                    <a:pt x="208" y="519"/>
                  </a:lnTo>
                  <a:lnTo>
                    <a:pt x="216" y="515"/>
                  </a:lnTo>
                  <a:close/>
                  <a:moveTo>
                    <a:pt x="45" y="413"/>
                  </a:moveTo>
                  <a:lnTo>
                    <a:pt x="45" y="413"/>
                  </a:lnTo>
                  <a:lnTo>
                    <a:pt x="45" y="413"/>
                  </a:lnTo>
                  <a:lnTo>
                    <a:pt x="47" y="413"/>
                  </a:lnTo>
                  <a:lnTo>
                    <a:pt x="47" y="413"/>
                  </a:lnTo>
                  <a:lnTo>
                    <a:pt x="47" y="415"/>
                  </a:lnTo>
                  <a:lnTo>
                    <a:pt x="49" y="415"/>
                  </a:lnTo>
                  <a:lnTo>
                    <a:pt x="51" y="417"/>
                  </a:lnTo>
                  <a:lnTo>
                    <a:pt x="49" y="417"/>
                  </a:lnTo>
                  <a:lnTo>
                    <a:pt x="49" y="417"/>
                  </a:lnTo>
                  <a:lnTo>
                    <a:pt x="47" y="415"/>
                  </a:lnTo>
                  <a:lnTo>
                    <a:pt x="47" y="415"/>
                  </a:lnTo>
                  <a:lnTo>
                    <a:pt x="47" y="415"/>
                  </a:lnTo>
                  <a:lnTo>
                    <a:pt x="47" y="413"/>
                  </a:lnTo>
                  <a:lnTo>
                    <a:pt x="45" y="413"/>
                  </a:lnTo>
                  <a:lnTo>
                    <a:pt x="45" y="413"/>
                  </a:lnTo>
                  <a:close/>
                  <a:moveTo>
                    <a:pt x="49" y="405"/>
                  </a:moveTo>
                  <a:lnTo>
                    <a:pt x="49" y="407"/>
                  </a:lnTo>
                  <a:lnTo>
                    <a:pt x="45" y="411"/>
                  </a:lnTo>
                  <a:lnTo>
                    <a:pt x="45" y="413"/>
                  </a:lnTo>
                  <a:lnTo>
                    <a:pt x="45" y="411"/>
                  </a:lnTo>
                  <a:lnTo>
                    <a:pt x="47" y="409"/>
                  </a:lnTo>
                  <a:lnTo>
                    <a:pt x="47" y="409"/>
                  </a:lnTo>
                  <a:lnTo>
                    <a:pt x="47" y="407"/>
                  </a:lnTo>
                  <a:lnTo>
                    <a:pt x="47" y="407"/>
                  </a:lnTo>
                  <a:lnTo>
                    <a:pt x="49" y="405"/>
                  </a:lnTo>
                  <a:lnTo>
                    <a:pt x="49" y="405"/>
                  </a:lnTo>
                  <a:close/>
                  <a:moveTo>
                    <a:pt x="0" y="395"/>
                  </a:moveTo>
                  <a:lnTo>
                    <a:pt x="0" y="397"/>
                  </a:lnTo>
                  <a:lnTo>
                    <a:pt x="0" y="399"/>
                  </a:lnTo>
                  <a:lnTo>
                    <a:pt x="2" y="401"/>
                  </a:lnTo>
                  <a:lnTo>
                    <a:pt x="4" y="403"/>
                  </a:lnTo>
                  <a:lnTo>
                    <a:pt x="6" y="405"/>
                  </a:lnTo>
                  <a:lnTo>
                    <a:pt x="8" y="409"/>
                  </a:lnTo>
                  <a:lnTo>
                    <a:pt x="8" y="409"/>
                  </a:lnTo>
                  <a:lnTo>
                    <a:pt x="10" y="411"/>
                  </a:lnTo>
                  <a:lnTo>
                    <a:pt x="10" y="413"/>
                  </a:lnTo>
                  <a:lnTo>
                    <a:pt x="12" y="413"/>
                  </a:lnTo>
                  <a:lnTo>
                    <a:pt x="12" y="413"/>
                  </a:lnTo>
                  <a:lnTo>
                    <a:pt x="14" y="415"/>
                  </a:lnTo>
                  <a:lnTo>
                    <a:pt x="16" y="417"/>
                  </a:lnTo>
                  <a:lnTo>
                    <a:pt x="16" y="417"/>
                  </a:lnTo>
                  <a:lnTo>
                    <a:pt x="18" y="417"/>
                  </a:lnTo>
                  <a:lnTo>
                    <a:pt x="20" y="419"/>
                  </a:lnTo>
                  <a:lnTo>
                    <a:pt x="21" y="419"/>
                  </a:lnTo>
                  <a:lnTo>
                    <a:pt x="23" y="421"/>
                  </a:lnTo>
                  <a:lnTo>
                    <a:pt x="23" y="423"/>
                  </a:lnTo>
                  <a:lnTo>
                    <a:pt x="21" y="432"/>
                  </a:lnTo>
                  <a:lnTo>
                    <a:pt x="21" y="434"/>
                  </a:lnTo>
                  <a:lnTo>
                    <a:pt x="23" y="438"/>
                  </a:lnTo>
                  <a:lnTo>
                    <a:pt x="25" y="440"/>
                  </a:lnTo>
                  <a:lnTo>
                    <a:pt x="25" y="440"/>
                  </a:lnTo>
                  <a:lnTo>
                    <a:pt x="25" y="442"/>
                  </a:lnTo>
                  <a:lnTo>
                    <a:pt x="25" y="444"/>
                  </a:lnTo>
                  <a:lnTo>
                    <a:pt x="23" y="450"/>
                  </a:lnTo>
                  <a:lnTo>
                    <a:pt x="12" y="454"/>
                  </a:lnTo>
                  <a:lnTo>
                    <a:pt x="12" y="452"/>
                  </a:lnTo>
                  <a:lnTo>
                    <a:pt x="12" y="450"/>
                  </a:lnTo>
                  <a:lnTo>
                    <a:pt x="12" y="450"/>
                  </a:lnTo>
                  <a:lnTo>
                    <a:pt x="10" y="448"/>
                  </a:lnTo>
                  <a:lnTo>
                    <a:pt x="10" y="446"/>
                  </a:lnTo>
                  <a:lnTo>
                    <a:pt x="10" y="444"/>
                  </a:lnTo>
                  <a:lnTo>
                    <a:pt x="10" y="442"/>
                  </a:lnTo>
                  <a:lnTo>
                    <a:pt x="10" y="442"/>
                  </a:lnTo>
                  <a:lnTo>
                    <a:pt x="10" y="440"/>
                  </a:lnTo>
                  <a:lnTo>
                    <a:pt x="10" y="436"/>
                  </a:lnTo>
                  <a:lnTo>
                    <a:pt x="10" y="430"/>
                  </a:lnTo>
                  <a:lnTo>
                    <a:pt x="8" y="428"/>
                  </a:lnTo>
                  <a:lnTo>
                    <a:pt x="4" y="423"/>
                  </a:lnTo>
                  <a:lnTo>
                    <a:pt x="2" y="419"/>
                  </a:lnTo>
                  <a:lnTo>
                    <a:pt x="4" y="419"/>
                  </a:lnTo>
                  <a:lnTo>
                    <a:pt x="4" y="419"/>
                  </a:lnTo>
                  <a:lnTo>
                    <a:pt x="4" y="417"/>
                  </a:lnTo>
                  <a:lnTo>
                    <a:pt x="2" y="415"/>
                  </a:lnTo>
                  <a:lnTo>
                    <a:pt x="2" y="415"/>
                  </a:lnTo>
                  <a:lnTo>
                    <a:pt x="2" y="413"/>
                  </a:lnTo>
                  <a:lnTo>
                    <a:pt x="2" y="413"/>
                  </a:lnTo>
                  <a:lnTo>
                    <a:pt x="2" y="413"/>
                  </a:lnTo>
                  <a:lnTo>
                    <a:pt x="2" y="411"/>
                  </a:lnTo>
                  <a:lnTo>
                    <a:pt x="2" y="409"/>
                  </a:lnTo>
                  <a:lnTo>
                    <a:pt x="2" y="409"/>
                  </a:lnTo>
                  <a:lnTo>
                    <a:pt x="0" y="409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2" y="407"/>
                  </a:lnTo>
                  <a:lnTo>
                    <a:pt x="2" y="405"/>
                  </a:lnTo>
                  <a:lnTo>
                    <a:pt x="2" y="405"/>
                  </a:lnTo>
                  <a:lnTo>
                    <a:pt x="2" y="403"/>
                  </a:lnTo>
                  <a:lnTo>
                    <a:pt x="0" y="401"/>
                  </a:lnTo>
                  <a:lnTo>
                    <a:pt x="0" y="401"/>
                  </a:lnTo>
                  <a:lnTo>
                    <a:pt x="0" y="401"/>
                  </a:lnTo>
                  <a:lnTo>
                    <a:pt x="0" y="401"/>
                  </a:lnTo>
                  <a:lnTo>
                    <a:pt x="0" y="397"/>
                  </a:lnTo>
                  <a:lnTo>
                    <a:pt x="0" y="395"/>
                  </a:lnTo>
                  <a:close/>
                  <a:moveTo>
                    <a:pt x="141" y="299"/>
                  </a:moveTo>
                  <a:lnTo>
                    <a:pt x="151" y="303"/>
                  </a:lnTo>
                  <a:lnTo>
                    <a:pt x="153" y="303"/>
                  </a:lnTo>
                  <a:lnTo>
                    <a:pt x="163" y="307"/>
                  </a:lnTo>
                  <a:lnTo>
                    <a:pt x="171" y="311"/>
                  </a:lnTo>
                  <a:lnTo>
                    <a:pt x="182" y="319"/>
                  </a:lnTo>
                  <a:lnTo>
                    <a:pt x="186" y="320"/>
                  </a:lnTo>
                  <a:lnTo>
                    <a:pt x="186" y="320"/>
                  </a:lnTo>
                  <a:lnTo>
                    <a:pt x="188" y="322"/>
                  </a:lnTo>
                  <a:lnTo>
                    <a:pt x="200" y="320"/>
                  </a:lnTo>
                  <a:lnTo>
                    <a:pt x="206" y="322"/>
                  </a:lnTo>
                  <a:lnTo>
                    <a:pt x="212" y="319"/>
                  </a:lnTo>
                  <a:lnTo>
                    <a:pt x="214" y="319"/>
                  </a:lnTo>
                  <a:lnTo>
                    <a:pt x="212" y="317"/>
                  </a:lnTo>
                  <a:lnTo>
                    <a:pt x="212" y="315"/>
                  </a:lnTo>
                  <a:lnTo>
                    <a:pt x="218" y="309"/>
                  </a:lnTo>
                  <a:lnTo>
                    <a:pt x="220" y="309"/>
                  </a:lnTo>
                  <a:lnTo>
                    <a:pt x="223" y="311"/>
                  </a:lnTo>
                  <a:lnTo>
                    <a:pt x="223" y="311"/>
                  </a:lnTo>
                  <a:lnTo>
                    <a:pt x="225" y="311"/>
                  </a:lnTo>
                  <a:lnTo>
                    <a:pt x="225" y="311"/>
                  </a:lnTo>
                  <a:lnTo>
                    <a:pt x="225" y="311"/>
                  </a:lnTo>
                  <a:lnTo>
                    <a:pt x="225" y="309"/>
                  </a:lnTo>
                  <a:lnTo>
                    <a:pt x="225" y="309"/>
                  </a:lnTo>
                  <a:lnTo>
                    <a:pt x="229" y="309"/>
                  </a:lnTo>
                  <a:lnTo>
                    <a:pt x="239" y="313"/>
                  </a:lnTo>
                  <a:lnTo>
                    <a:pt x="247" y="315"/>
                  </a:lnTo>
                  <a:lnTo>
                    <a:pt x="253" y="317"/>
                  </a:lnTo>
                  <a:lnTo>
                    <a:pt x="257" y="315"/>
                  </a:lnTo>
                  <a:lnTo>
                    <a:pt x="257" y="315"/>
                  </a:lnTo>
                  <a:lnTo>
                    <a:pt x="257" y="315"/>
                  </a:lnTo>
                  <a:lnTo>
                    <a:pt x="259" y="319"/>
                  </a:lnTo>
                  <a:lnTo>
                    <a:pt x="261" y="319"/>
                  </a:lnTo>
                  <a:lnTo>
                    <a:pt x="272" y="319"/>
                  </a:lnTo>
                  <a:lnTo>
                    <a:pt x="276" y="320"/>
                  </a:lnTo>
                  <a:lnTo>
                    <a:pt x="282" y="324"/>
                  </a:lnTo>
                  <a:lnTo>
                    <a:pt x="282" y="324"/>
                  </a:lnTo>
                  <a:lnTo>
                    <a:pt x="284" y="326"/>
                  </a:lnTo>
                  <a:lnTo>
                    <a:pt x="284" y="326"/>
                  </a:lnTo>
                  <a:lnTo>
                    <a:pt x="280" y="326"/>
                  </a:lnTo>
                  <a:lnTo>
                    <a:pt x="276" y="332"/>
                  </a:lnTo>
                  <a:lnTo>
                    <a:pt x="274" y="336"/>
                  </a:lnTo>
                  <a:lnTo>
                    <a:pt x="271" y="342"/>
                  </a:lnTo>
                  <a:lnTo>
                    <a:pt x="271" y="344"/>
                  </a:lnTo>
                  <a:lnTo>
                    <a:pt x="271" y="346"/>
                  </a:lnTo>
                  <a:lnTo>
                    <a:pt x="271" y="346"/>
                  </a:lnTo>
                  <a:lnTo>
                    <a:pt x="271" y="348"/>
                  </a:lnTo>
                  <a:lnTo>
                    <a:pt x="271" y="348"/>
                  </a:lnTo>
                  <a:lnTo>
                    <a:pt x="271" y="350"/>
                  </a:lnTo>
                  <a:lnTo>
                    <a:pt x="272" y="352"/>
                  </a:lnTo>
                  <a:lnTo>
                    <a:pt x="272" y="354"/>
                  </a:lnTo>
                  <a:lnTo>
                    <a:pt x="272" y="354"/>
                  </a:lnTo>
                  <a:lnTo>
                    <a:pt x="272" y="356"/>
                  </a:lnTo>
                  <a:lnTo>
                    <a:pt x="274" y="356"/>
                  </a:lnTo>
                  <a:lnTo>
                    <a:pt x="280" y="358"/>
                  </a:lnTo>
                  <a:lnTo>
                    <a:pt x="282" y="358"/>
                  </a:lnTo>
                  <a:lnTo>
                    <a:pt x="282" y="360"/>
                  </a:lnTo>
                  <a:lnTo>
                    <a:pt x="278" y="362"/>
                  </a:lnTo>
                  <a:lnTo>
                    <a:pt x="278" y="364"/>
                  </a:lnTo>
                  <a:lnTo>
                    <a:pt x="280" y="366"/>
                  </a:lnTo>
                  <a:lnTo>
                    <a:pt x="280" y="370"/>
                  </a:lnTo>
                  <a:lnTo>
                    <a:pt x="282" y="372"/>
                  </a:lnTo>
                  <a:lnTo>
                    <a:pt x="282" y="373"/>
                  </a:lnTo>
                  <a:lnTo>
                    <a:pt x="282" y="375"/>
                  </a:lnTo>
                  <a:lnTo>
                    <a:pt x="280" y="377"/>
                  </a:lnTo>
                  <a:lnTo>
                    <a:pt x="278" y="381"/>
                  </a:lnTo>
                  <a:lnTo>
                    <a:pt x="278" y="387"/>
                  </a:lnTo>
                  <a:lnTo>
                    <a:pt x="278" y="389"/>
                  </a:lnTo>
                  <a:lnTo>
                    <a:pt x="276" y="391"/>
                  </a:lnTo>
                  <a:lnTo>
                    <a:pt x="272" y="393"/>
                  </a:lnTo>
                  <a:lnTo>
                    <a:pt x="269" y="397"/>
                  </a:lnTo>
                  <a:lnTo>
                    <a:pt x="269" y="397"/>
                  </a:lnTo>
                  <a:lnTo>
                    <a:pt x="267" y="397"/>
                  </a:lnTo>
                  <a:lnTo>
                    <a:pt x="263" y="395"/>
                  </a:lnTo>
                  <a:lnTo>
                    <a:pt x="261" y="393"/>
                  </a:lnTo>
                  <a:lnTo>
                    <a:pt x="259" y="393"/>
                  </a:lnTo>
                  <a:lnTo>
                    <a:pt x="253" y="395"/>
                  </a:lnTo>
                  <a:lnTo>
                    <a:pt x="251" y="399"/>
                  </a:lnTo>
                  <a:lnTo>
                    <a:pt x="249" y="399"/>
                  </a:lnTo>
                  <a:lnTo>
                    <a:pt x="245" y="399"/>
                  </a:lnTo>
                  <a:lnTo>
                    <a:pt x="239" y="399"/>
                  </a:lnTo>
                  <a:lnTo>
                    <a:pt x="237" y="397"/>
                  </a:lnTo>
                  <a:lnTo>
                    <a:pt x="237" y="397"/>
                  </a:lnTo>
                  <a:lnTo>
                    <a:pt x="235" y="397"/>
                  </a:lnTo>
                  <a:lnTo>
                    <a:pt x="235" y="397"/>
                  </a:lnTo>
                  <a:lnTo>
                    <a:pt x="233" y="397"/>
                  </a:lnTo>
                  <a:lnTo>
                    <a:pt x="231" y="397"/>
                  </a:lnTo>
                  <a:lnTo>
                    <a:pt x="231" y="397"/>
                  </a:lnTo>
                  <a:lnTo>
                    <a:pt x="231" y="395"/>
                  </a:lnTo>
                  <a:lnTo>
                    <a:pt x="231" y="395"/>
                  </a:lnTo>
                  <a:lnTo>
                    <a:pt x="231" y="395"/>
                  </a:lnTo>
                  <a:lnTo>
                    <a:pt x="229" y="393"/>
                  </a:lnTo>
                  <a:lnTo>
                    <a:pt x="227" y="389"/>
                  </a:lnTo>
                  <a:lnTo>
                    <a:pt x="227" y="389"/>
                  </a:lnTo>
                  <a:lnTo>
                    <a:pt x="225" y="389"/>
                  </a:lnTo>
                  <a:lnTo>
                    <a:pt x="223" y="389"/>
                  </a:lnTo>
                  <a:lnTo>
                    <a:pt x="223" y="389"/>
                  </a:lnTo>
                  <a:lnTo>
                    <a:pt x="222" y="387"/>
                  </a:lnTo>
                  <a:lnTo>
                    <a:pt x="222" y="387"/>
                  </a:lnTo>
                  <a:lnTo>
                    <a:pt x="220" y="385"/>
                  </a:lnTo>
                  <a:lnTo>
                    <a:pt x="218" y="381"/>
                  </a:lnTo>
                  <a:lnTo>
                    <a:pt x="218" y="381"/>
                  </a:lnTo>
                  <a:lnTo>
                    <a:pt x="216" y="381"/>
                  </a:lnTo>
                  <a:lnTo>
                    <a:pt x="214" y="379"/>
                  </a:lnTo>
                  <a:lnTo>
                    <a:pt x="212" y="377"/>
                  </a:lnTo>
                  <a:lnTo>
                    <a:pt x="210" y="377"/>
                  </a:lnTo>
                  <a:lnTo>
                    <a:pt x="210" y="375"/>
                  </a:lnTo>
                  <a:lnTo>
                    <a:pt x="210" y="372"/>
                  </a:lnTo>
                  <a:lnTo>
                    <a:pt x="210" y="370"/>
                  </a:lnTo>
                  <a:lnTo>
                    <a:pt x="208" y="370"/>
                  </a:lnTo>
                  <a:lnTo>
                    <a:pt x="208" y="370"/>
                  </a:lnTo>
                  <a:lnTo>
                    <a:pt x="208" y="368"/>
                  </a:lnTo>
                  <a:lnTo>
                    <a:pt x="208" y="366"/>
                  </a:lnTo>
                  <a:lnTo>
                    <a:pt x="208" y="366"/>
                  </a:lnTo>
                  <a:lnTo>
                    <a:pt x="208" y="362"/>
                  </a:lnTo>
                  <a:lnTo>
                    <a:pt x="208" y="362"/>
                  </a:lnTo>
                  <a:lnTo>
                    <a:pt x="208" y="360"/>
                  </a:lnTo>
                  <a:lnTo>
                    <a:pt x="208" y="360"/>
                  </a:lnTo>
                  <a:lnTo>
                    <a:pt x="208" y="360"/>
                  </a:lnTo>
                  <a:lnTo>
                    <a:pt x="208" y="354"/>
                  </a:lnTo>
                  <a:lnTo>
                    <a:pt x="212" y="352"/>
                  </a:lnTo>
                  <a:lnTo>
                    <a:pt x="214" y="346"/>
                  </a:lnTo>
                  <a:lnTo>
                    <a:pt x="214" y="344"/>
                  </a:lnTo>
                  <a:lnTo>
                    <a:pt x="214" y="340"/>
                  </a:lnTo>
                  <a:lnTo>
                    <a:pt x="210" y="334"/>
                  </a:lnTo>
                  <a:lnTo>
                    <a:pt x="206" y="332"/>
                  </a:lnTo>
                  <a:lnTo>
                    <a:pt x="200" y="336"/>
                  </a:lnTo>
                  <a:lnTo>
                    <a:pt x="200" y="336"/>
                  </a:lnTo>
                  <a:lnTo>
                    <a:pt x="200" y="336"/>
                  </a:lnTo>
                  <a:lnTo>
                    <a:pt x="198" y="336"/>
                  </a:lnTo>
                  <a:lnTo>
                    <a:pt x="198" y="334"/>
                  </a:lnTo>
                  <a:lnTo>
                    <a:pt x="198" y="336"/>
                  </a:lnTo>
                  <a:lnTo>
                    <a:pt x="194" y="338"/>
                  </a:lnTo>
                  <a:lnTo>
                    <a:pt x="190" y="340"/>
                  </a:lnTo>
                  <a:lnTo>
                    <a:pt x="188" y="342"/>
                  </a:lnTo>
                  <a:lnTo>
                    <a:pt x="190" y="342"/>
                  </a:lnTo>
                  <a:lnTo>
                    <a:pt x="192" y="342"/>
                  </a:lnTo>
                  <a:lnTo>
                    <a:pt x="192" y="342"/>
                  </a:lnTo>
                  <a:lnTo>
                    <a:pt x="194" y="344"/>
                  </a:lnTo>
                  <a:lnTo>
                    <a:pt x="194" y="346"/>
                  </a:lnTo>
                  <a:lnTo>
                    <a:pt x="194" y="346"/>
                  </a:lnTo>
                  <a:lnTo>
                    <a:pt x="184" y="350"/>
                  </a:lnTo>
                  <a:lnTo>
                    <a:pt x="184" y="350"/>
                  </a:lnTo>
                  <a:lnTo>
                    <a:pt x="184" y="352"/>
                  </a:lnTo>
                  <a:lnTo>
                    <a:pt x="188" y="350"/>
                  </a:lnTo>
                  <a:lnTo>
                    <a:pt x="190" y="352"/>
                  </a:lnTo>
                  <a:lnTo>
                    <a:pt x="190" y="352"/>
                  </a:lnTo>
                  <a:lnTo>
                    <a:pt x="190" y="352"/>
                  </a:lnTo>
                  <a:lnTo>
                    <a:pt x="186" y="356"/>
                  </a:lnTo>
                  <a:lnTo>
                    <a:pt x="186" y="356"/>
                  </a:lnTo>
                  <a:lnTo>
                    <a:pt x="188" y="356"/>
                  </a:lnTo>
                  <a:lnTo>
                    <a:pt x="190" y="356"/>
                  </a:lnTo>
                  <a:lnTo>
                    <a:pt x="190" y="356"/>
                  </a:lnTo>
                  <a:lnTo>
                    <a:pt x="190" y="358"/>
                  </a:lnTo>
                  <a:lnTo>
                    <a:pt x="192" y="364"/>
                  </a:lnTo>
                  <a:lnTo>
                    <a:pt x="192" y="364"/>
                  </a:lnTo>
                  <a:lnTo>
                    <a:pt x="192" y="366"/>
                  </a:lnTo>
                  <a:lnTo>
                    <a:pt x="192" y="366"/>
                  </a:lnTo>
                  <a:lnTo>
                    <a:pt x="198" y="370"/>
                  </a:lnTo>
                  <a:lnTo>
                    <a:pt x="200" y="375"/>
                  </a:lnTo>
                  <a:lnTo>
                    <a:pt x="200" y="377"/>
                  </a:lnTo>
                  <a:lnTo>
                    <a:pt x="202" y="379"/>
                  </a:lnTo>
                  <a:lnTo>
                    <a:pt x="204" y="383"/>
                  </a:lnTo>
                  <a:lnTo>
                    <a:pt x="214" y="389"/>
                  </a:lnTo>
                  <a:lnTo>
                    <a:pt x="214" y="391"/>
                  </a:lnTo>
                  <a:lnTo>
                    <a:pt x="216" y="393"/>
                  </a:lnTo>
                  <a:lnTo>
                    <a:pt x="216" y="393"/>
                  </a:lnTo>
                  <a:lnTo>
                    <a:pt x="216" y="395"/>
                  </a:lnTo>
                  <a:lnTo>
                    <a:pt x="218" y="397"/>
                  </a:lnTo>
                  <a:lnTo>
                    <a:pt x="222" y="397"/>
                  </a:lnTo>
                  <a:lnTo>
                    <a:pt x="223" y="399"/>
                  </a:lnTo>
                  <a:lnTo>
                    <a:pt x="225" y="403"/>
                  </a:lnTo>
                  <a:lnTo>
                    <a:pt x="225" y="403"/>
                  </a:lnTo>
                  <a:lnTo>
                    <a:pt x="227" y="405"/>
                  </a:lnTo>
                  <a:lnTo>
                    <a:pt x="229" y="407"/>
                  </a:lnTo>
                  <a:lnTo>
                    <a:pt x="233" y="407"/>
                  </a:lnTo>
                  <a:lnTo>
                    <a:pt x="239" y="405"/>
                  </a:lnTo>
                  <a:lnTo>
                    <a:pt x="247" y="405"/>
                  </a:lnTo>
                  <a:lnTo>
                    <a:pt x="255" y="405"/>
                  </a:lnTo>
                  <a:lnTo>
                    <a:pt x="257" y="403"/>
                  </a:lnTo>
                  <a:lnTo>
                    <a:pt x="259" y="403"/>
                  </a:lnTo>
                  <a:lnTo>
                    <a:pt x="261" y="405"/>
                  </a:lnTo>
                  <a:lnTo>
                    <a:pt x="265" y="409"/>
                  </a:lnTo>
                  <a:lnTo>
                    <a:pt x="265" y="411"/>
                  </a:lnTo>
                  <a:lnTo>
                    <a:pt x="265" y="411"/>
                  </a:lnTo>
                  <a:lnTo>
                    <a:pt x="261" y="417"/>
                  </a:lnTo>
                  <a:lnTo>
                    <a:pt x="247" y="425"/>
                  </a:lnTo>
                  <a:lnTo>
                    <a:pt x="245" y="425"/>
                  </a:lnTo>
                  <a:lnTo>
                    <a:pt x="245" y="425"/>
                  </a:lnTo>
                  <a:lnTo>
                    <a:pt x="243" y="427"/>
                  </a:lnTo>
                  <a:lnTo>
                    <a:pt x="243" y="427"/>
                  </a:lnTo>
                  <a:lnTo>
                    <a:pt x="241" y="427"/>
                  </a:lnTo>
                  <a:lnTo>
                    <a:pt x="239" y="427"/>
                  </a:lnTo>
                  <a:lnTo>
                    <a:pt x="239" y="427"/>
                  </a:lnTo>
                  <a:lnTo>
                    <a:pt x="237" y="428"/>
                  </a:lnTo>
                  <a:lnTo>
                    <a:pt x="237" y="428"/>
                  </a:lnTo>
                  <a:lnTo>
                    <a:pt x="239" y="432"/>
                  </a:lnTo>
                  <a:lnTo>
                    <a:pt x="241" y="430"/>
                  </a:lnTo>
                  <a:lnTo>
                    <a:pt x="241" y="432"/>
                  </a:lnTo>
                  <a:lnTo>
                    <a:pt x="241" y="434"/>
                  </a:lnTo>
                  <a:lnTo>
                    <a:pt x="237" y="438"/>
                  </a:lnTo>
                  <a:lnTo>
                    <a:pt x="231" y="438"/>
                  </a:lnTo>
                  <a:lnTo>
                    <a:pt x="216" y="430"/>
                  </a:lnTo>
                  <a:lnTo>
                    <a:pt x="216" y="430"/>
                  </a:lnTo>
                  <a:lnTo>
                    <a:pt x="216" y="428"/>
                  </a:lnTo>
                  <a:lnTo>
                    <a:pt x="218" y="427"/>
                  </a:lnTo>
                  <a:lnTo>
                    <a:pt x="220" y="427"/>
                  </a:lnTo>
                  <a:lnTo>
                    <a:pt x="222" y="427"/>
                  </a:lnTo>
                  <a:lnTo>
                    <a:pt x="225" y="428"/>
                  </a:lnTo>
                  <a:lnTo>
                    <a:pt x="227" y="428"/>
                  </a:lnTo>
                  <a:lnTo>
                    <a:pt x="227" y="427"/>
                  </a:lnTo>
                  <a:lnTo>
                    <a:pt x="225" y="427"/>
                  </a:lnTo>
                  <a:lnTo>
                    <a:pt x="225" y="425"/>
                  </a:lnTo>
                  <a:lnTo>
                    <a:pt x="222" y="423"/>
                  </a:lnTo>
                  <a:lnTo>
                    <a:pt x="222" y="423"/>
                  </a:lnTo>
                  <a:lnTo>
                    <a:pt x="220" y="421"/>
                  </a:lnTo>
                  <a:lnTo>
                    <a:pt x="210" y="427"/>
                  </a:lnTo>
                  <a:lnTo>
                    <a:pt x="206" y="430"/>
                  </a:lnTo>
                  <a:lnTo>
                    <a:pt x="200" y="440"/>
                  </a:lnTo>
                  <a:lnTo>
                    <a:pt x="192" y="442"/>
                  </a:lnTo>
                  <a:lnTo>
                    <a:pt x="180" y="454"/>
                  </a:lnTo>
                  <a:lnTo>
                    <a:pt x="178" y="454"/>
                  </a:lnTo>
                  <a:lnTo>
                    <a:pt x="174" y="460"/>
                  </a:lnTo>
                  <a:lnTo>
                    <a:pt x="167" y="466"/>
                  </a:lnTo>
                  <a:lnTo>
                    <a:pt x="165" y="462"/>
                  </a:lnTo>
                  <a:lnTo>
                    <a:pt x="163" y="460"/>
                  </a:lnTo>
                  <a:lnTo>
                    <a:pt x="163" y="458"/>
                  </a:lnTo>
                  <a:lnTo>
                    <a:pt x="161" y="458"/>
                  </a:lnTo>
                  <a:lnTo>
                    <a:pt x="161" y="458"/>
                  </a:lnTo>
                  <a:lnTo>
                    <a:pt x="159" y="458"/>
                  </a:lnTo>
                  <a:lnTo>
                    <a:pt x="157" y="456"/>
                  </a:lnTo>
                  <a:lnTo>
                    <a:pt x="157" y="456"/>
                  </a:lnTo>
                  <a:lnTo>
                    <a:pt x="155" y="454"/>
                  </a:lnTo>
                  <a:lnTo>
                    <a:pt x="155" y="452"/>
                  </a:lnTo>
                  <a:lnTo>
                    <a:pt x="153" y="452"/>
                  </a:lnTo>
                  <a:lnTo>
                    <a:pt x="151" y="454"/>
                  </a:lnTo>
                  <a:lnTo>
                    <a:pt x="151" y="454"/>
                  </a:lnTo>
                  <a:lnTo>
                    <a:pt x="149" y="452"/>
                  </a:lnTo>
                  <a:lnTo>
                    <a:pt x="147" y="454"/>
                  </a:lnTo>
                  <a:lnTo>
                    <a:pt x="145" y="458"/>
                  </a:lnTo>
                  <a:lnTo>
                    <a:pt x="145" y="460"/>
                  </a:lnTo>
                  <a:lnTo>
                    <a:pt x="147" y="462"/>
                  </a:lnTo>
                  <a:lnTo>
                    <a:pt x="147" y="464"/>
                  </a:lnTo>
                  <a:lnTo>
                    <a:pt x="147" y="466"/>
                  </a:lnTo>
                  <a:lnTo>
                    <a:pt x="149" y="468"/>
                  </a:lnTo>
                  <a:lnTo>
                    <a:pt x="151" y="468"/>
                  </a:lnTo>
                  <a:lnTo>
                    <a:pt x="151" y="468"/>
                  </a:lnTo>
                  <a:lnTo>
                    <a:pt x="153" y="466"/>
                  </a:lnTo>
                  <a:lnTo>
                    <a:pt x="153" y="464"/>
                  </a:lnTo>
                  <a:lnTo>
                    <a:pt x="153" y="464"/>
                  </a:lnTo>
                  <a:lnTo>
                    <a:pt x="153" y="466"/>
                  </a:lnTo>
                  <a:lnTo>
                    <a:pt x="151" y="466"/>
                  </a:lnTo>
                  <a:lnTo>
                    <a:pt x="151" y="470"/>
                  </a:lnTo>
                  <a:lnTo>
                    <a:pt x="153" y="472"/>
                  </a:lnTo>
                  <a:lnTo>
                    <a:pt x="153" y="474"/>
                  </a:lnTo>
                  <a:lnTo>
                    <a:pt x="153" y="478"/>
                  </a:lnTo>
                  <a:lnTo>
                    <a:pt x="153" y="478"/>
                  </a:lnTo>
                  <a:lnTo>
                    <a:pt x="153" y="478"/>
                  </a:lnTo>
                  <a:lnTo>
                    <a:pt x="153" y="489"/>
                  </a:lnTo>
                  <a:lnTo>
                    <a:pt x="151" y="493"/>
                  </a:lnTo>
                  <a:lnTo>
                    <a:pt x="147" y="495"/>
                  </a:lnTo>
                  <a:lnTo>
                    <a:pt x="145" y="495"/>
                  </a:lnTo>
                  <a:lnTo>
                    <a:pt x="135" y="491"/>
                  </a:lnTo>
                  <a:lnTo>
                    <a:pt x="125" y="491"/>
                  </a:lnTo>
                  <a:lnTo>
                    <a:pt x="116" y="491"/>
                  </a:lnTo>
                  <a:lnTo>
                    <a:pt x="114" y="491"/>
                  </a:lnTo>
                  <a:lnTo>
                    <a:pt x="112" y="491"/>
                  </a:lnTo>
                  <a:lnTo>
                    <a:pt x="104" y="487"/>
                  </a:lnTo>
                  <a:lnTo>
                    <a:pt x="104" y="485"/>
                  </a:lnTo>
                  <a:lnTo>
                    <a:pt x="102" y="483"/>
                  </a:lnTo>
                  <a:lnTo>
                    <a:pt x="100" y="481"/>
                  </a:lnTo>
                  <a:lnTo>
                    <a:pt x="98" y="480"/>
                  </a:lnTo>
                  <a:lnTo>
                    <a:pt x="98" y="478"/>
                  </a:lnTo>
                  <a:lnTo>
                    <a:pt x="98" y="476"/>
                  </a:lnTo>
                  <a:lnTo>
                    <a:pt x="96" y="476"/>
                  </a:lnTo>
                  <a:lnTo>
                    <a:pt x="96" y="474"/>
                  </a:lnTo>
                  <a:lnTo>
                    <a:pt x="90" y="470"/>
                  </a:lnTo>
                  <a:lnTo>
                    <a:pt x="82" y="470"/>
                  </a:lnTo>
                  <a:lnTo>
                    <a:pt x="70" y="464"/>
                  </a:lnTo>
                  <a:lnTo>
                    <a:pt x="70" y="464"/>
                  </a:lnTo>
                  <a:lnTo>
                    <a:pt x="69" y="460"/>
                  </a:lnTo>
                  <a:lnTo>
                    <a:pt x="67" y="460"/>
                  </a:lnTo>
                  <a:lnTo>
                    <a:pt x="65" y="458"/>
                  </a:lnTo>
                  <a:lnTo>
                    <a:pt x="59" y="452"/>
                  </a:lnTo>
                  <a:lnTo>
                    <a:pt x="59" y="450"/>
                  </a:lnTo>
                  <a:lnTo>
                    <a:pt x="57" y="448"/>
                  </a:lnTo>
                  <a:lnTo>
                    <a:pt x="57" y="446"/>
                  </a:lnTo>
                  <a:lnTo>
                    <a:pt x="57" y="446"/>
                  </a:lnTo>
                  <a:lnTo>
                    <a:pt x="57" y="444"/>
                  </a:lnTo>
                  <a:lnTo>
                    <a:pt x="55" y="442"/>
                  </a:lnTo>
                  <a:lnTo>
                    <a:pt x="53" y="442"/>
                  </a:lnTo>
                  <a:lnTo>
                    <a:pt x="55" y="436"/>
                  </a:lnTo>
                  <a:lnTo>
                    <a:pt x="57" y="436"/>
                  </a:lnTo>
                  <a:lnTo>
                    <a:pt x="61" y="440"/>
                  </a:lnTo>
                  <a:lnTo>
                    <a:pt x="63" y="440"/>
                  </a:lnTo>
                  <a:lnTo>
                    <a:pt x="65" y="440"/>
                  </a:lnTo>
                  <a:lnTo>
                    <a:pt x="69" y="436"/>
                  </a:lnTo>
                  <a:lnTo>
                    <a:pt x="69" y="436"/>
                  </a:lnTo>
                  <a:lnTo>
                    <a:pt x="69" y="434"/>
                  </a:lnTo>
                  <a:lnTo>
                    <a:pt x="69" y="432"/>
                  </a:lnTo>
                  <a:lnTo>
                    <a:pt x="67" y="430"/>
                  </a:lnTo>
                  <a:lnTo>
                    <a:pt x="67" y="428"/>
                  </a:lnTo>
                  <a:lnTo>
                    <a:pt x="65" y="428"/>
                  </a:lnTo>
                  <a:lnTo>
                    <a:pt x="63" y="430"/>
                  </a:lnTo>
                  <a:lnTo>
                    <a:pt x="61" y="432"/>
                  </a:lnTo>
                  <a:lnTo>
                    <a:pt x="61" y="432"/>
                  </a:lnTo>
                  <a:lnTo>
                    <a:pt x="59" y="432"/>
                  </a:lnTo>
                  <a:lnTo>
                    <a:pt x="59" y="430"/>
                  </a:lnTo>
                  <a:lnTo>
                    <a:pt x="59" y="430"/>
                  </a:lnTo>
                  <a:lnTo>
                    <a:pt x="57" y="428"/>
                  </a:lnTo>
                  <a:lnTo>
                    <a:pt x="57" y="427"/>
                  </a:lnTo>
                  <a:lnTo>
                    <a:pt x="57" y="427"/>
                  </a:lnTo>
                  <a:lnTo>
                    <a:pt x="61" y="425"/>
                  </a:lnTo>
                  <a:lnTo>
                    <a:pt x="61" y="423"/>
                  </a:lnTo>
                  <a:lnTo>
                    <a:pt x="59" y="421"/>
                  </a:lnTo>
                  <a:lnTo>
                    <a:pt x="57" y="421"/>
                  </a:lnTo>
                  <a:lnTo>
                    <a:pt x="57" y="419"/>
                  </a:lnTo>
                  <a:lnTo>
                    <a:pt x="55" y="419"/>
                  </a:lnTo>
                  <a:lnTo>
                    <a:pt x="55" y="417"/>
                  </a:lnTo>
                  <a:lnTo>
                    <a:pt x="55" y="417"/>
                  </a:lnTo>
                  <a:lnTo>
                    <a:pt x="55" y="415"/>
                  </a:lnTo>
                  <a:lnTo>
                    <a:pt x="55" y="415"/>
                  </a:lnTo>
                  <a:lnTo>
                    <a:pt x="53" y="415"/>
                  </a:lnTo>
                  <a:lnTo>
                    <a:pt x="53" y="415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53" y="411"/>
                  </a:lnTo>
                  <a:lnTo>
                    <a:pt x="55" y="411"/>
                  </a:lnTo>
                  <a:lnTo>
                    <a:pt x="55" y="409"/>
                  </a:lnTo>
                  <a:lnTo>
                    <a:pt x="55" y="409"/>
                  </a:lnTo>
                  <a:lnTo>
                    <a:pt x="51" y="407"/>
                  </a:lnTo>
                  <a:lnTo>
                    <a:pt x="51" y="407"/>
                  </a:lnTo>
                  <a:lnTo>
                    <a:pt x="51" y="407"/>
                  </a:lnTo>
                  <a:lnTo>
                    <a:pt x="49" y="405"/>
                  </a:lnTo>
                  <a:lnTo>
                    <a:pt x="49" y="405"/>
                  </a:lnTo>
                  <a:lnTo>
                    <a:pt x="49" y="405"/>
                  </a:lnTo>
                  <a:lnTo>
                    <a:pt x="49" y="403"/>
                  </a:lnTo>
                  <a:lnTo>
                    <a:pt x="49" y="403"/>
                  </a:lnTo>
                  <a:lnTo>
                    <a:pt x="47" y="401"/>
                  </a:lnTo>
                  <a:lnTo>
                    <a:pt x="47" y="401"/>
                  </a:lnTo>
                  <a:lnTo>
                    <a:pt x="45" y="399"/>
                  </a:lnTo>
                  <a:lnTo>
                    <a:pt x="43" y="399"/>
                  </a:lnTo>
                  <a:lnTo>
                    <a:pt x="45" y="393"/>
                  </a:lnTo>
                  <a:lnTo>
                    <a:pt x="45" y="393"/>
                  </a:lnTo>
                  <a:lnTo>
                    <a:pt x="45" y="391"/>
                  </a:lnTo>
                  <a:lnTo>
                    <a:pt x="45" y="389"/>
                  </a:lnTo>
                  <a:lnTo>
                    <a:pt x="45" y="389"/>
                  </a:lnTo>
                  <a:lnTo>
                    <a:pt x="49" y="387"/>
                  </a:lnTo>
                  <a:lnTo>
                    <a:pt x="51" y="389"/>
                  </a:lnTo>
                  <a:lnTo>
                    <a:pt x="57" y="387"/>
                  </a:lnTo>
                  <a:lnTo>
                    <a:pt x="61" y="389"/>
                  </a:lnTo>
                  <a:lnTo>
                    <a:pt x="61" y="389"/>
                  </a:lnTo>
                  <a:lnTo>
                    <a:pt x="61" y="389"/>
                  </a:lnTo>
                  <a:lnTo>
                    <a:pt x="61" y="389"/>
                  </a:lnTo>
                  <a:lnTo>
                    <a:pt x="61" y="387"/>
                  </a:lnTo>
                  <a:lnTo>
                    <a:pt x="61" y="387"/>
                  </a:lnTo>
                  <a:lnTo>
                    <a:pt x="61" y="387"/>
                  </a:lnTo>
                  <a:lnTo>
                    <a:pt x="61" y="385"/>
                  </a:lnTo>
                  <a:lnTo>
                    <a:pt x="59" y="383"/>
                  </a:lnTo>
                  <a:lnTo>
                    <a:pt x="55" y="383"/>
                  </a:lnTo>
                  <a:lnTo>
                    <a:pt x="53" y="381"/>
                  </a:lnTo>
                  <a:lnTo>
                    <a:pt x="51" y="379"/>
                  </a:lnTo>
                  <a:lnTo>
                    <a:pt x="49" y="377"/>
                  </a:lnTo>
                  <a:lnTo>
                    <a:pt x="47" y="375"/>
                  </a:lnTo>
                  <a:lnTo>
                    <a:pt x="45" y="373"/>
                  </a:lnTo>
                  <a:lnTo>
                    <a:pt x="45" y="370"/>
                  </a:lnTo>
                  <a:lnTo>
                    <a:pt x="43" y="370"/>
                  </a:lnTo>
                  <a:lnTo>
                    <a:pt x="43" y="368"/>
                  </a:lnTo>
                  <a:lnTo>
                    <a:pt x="49" y="358"/>
                  </a:lnTo>
                  <a:lnTo>
                    <a:pt x="55" y="356"/>
                  </a:lnTo>
                  <a:lnTo>
                    <a:pt x="57" y="354"/>
                  </a:lnTo>
                  <a:lnTo>
                    <a:pt x="57" y="348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7" y="346"/>
                  </a:lnTo>
                  <a:lnTo>
                    <a:pt x="55" y="350"/>
                  </a:lnTo>
                  <a:lnTo>
                    <a:pt x="55" y="352"/>
                  </a:lnTo>
                  <a:lnTo>
                    <a:pt x="55" y="350"/>
                  </a:lnTo>
                  <a:lnTo>
                    <a:pt x="55" y="350"/>
                  </a:lnTo>
                  <a:lnTo>
                    <a:pt x="55" y="346"/>
                  </a:lnTo>
                  <a:lnTo>
                    <a:pt x="55" y="346"/>
                  </a:lnTo>
                  <a:lnTo>
                    <a:pt x="57" y="346"/>
                  </a:lnTo>
                  <a:lnTo>
                    <a:pt x="57" y="342"/>
                  </a:lnTo>
                  <a:lnTo>
                    <a:pt x="61" y="334"/>
                  </a:lnTo>
                  <a:lnTo>
                    <a:pt x="61" y="336"/>
                  </a:lnTo>
                  <a:lnTo>
                    <a:pt x="61" y="336"/>
                  </a:lnTo>
                  <a:lnTo>
                    <a:pt x="61" y="338"/>
                  </a:lnTo>
                  <a:lnTo>
                    <a:pt x="61" y="340"/>
                  </a:lnTo>
                  <a:lnTo>
                    <a:pt x="63" y="340"/>
                  </a:lnTo>
                  <a:lnTo>
                    <a:pt x="63" y="340"/>
                  </a:lnTo>
                  <a:lnTo>
                    <a:pt x="65" y="344"/>
                  </a:lnTo>
                  <a:lnTo>
                    <a:pt x="67" y="346"/>
                  </a:lnTo>
                  <a:lnTo>
                    <a:pt x="67" y="346"/>
                  </a:lnTo>
                  <a:lnTo>
                    <a:pt x="67" y="344"/>
                  </a:lnTo>
                  <a:lnTo>
                    <a:pt x="67" y="344"/>
                  </a:lnTo>
                  <a:lnTo>
                    <a:pt x="67" y="342"/>
                  </a:lnTo>
                  <a:lnTo>
                    <a:pt x="67" y="340"/>
                  </a:lnTo>
                  <a:lnTo>
                    <a:pt x="67" y="340"/>
                  </a:lnTo>
                  <a:lnTo>
                    <a:pt x="67" y="340"/>
                  </a:lnTo>
                  <a:lnTo>
                    <a:pt x="65" y="338"/>
                  </a:lnTo>
                  <a:lnTo>
                    <a:pt x="65" y="338"/>
                  </a:lnTo>
                  <a:lnTo>
                    <a:pt x="65" y="334"/>
                  </a:lnTo>
                  <a:lnTo>
                    <a:pt x="65" y="332"/>
                  </a:lnTo>
                  <a:lnTo>
                    <a:pt x="65" y="330"/>
                  </a:lnTo>
                  <a:lnTo>
                    <a:pt x="70" y="324"/>
                  </a:lnTo>
                  <a:lnTo>
                    <a:pt x="76" y="319"/>
                  </a:lnTo>
                  <a:lnTo>
                    <a:pt x="74" y="320"/>
                  </a:lnTo>
                  <a:lnTo>
                    <a:pt x="72" y="322"/>
                  </a:lnTo>
                  <a:lnTo>
                    <a:pt x="72" y="322"/>
                  </a:lnTo>
                  <a:lnTo>
                    <a:pt x="72" y="322"/>
                  </a:lnTo>
                  <a:lnTo>
                    <a:pt x="74" y="322"/>
                  </a:lnTo>
                  <a:lnTo>
                    <a:pt x="74" y="324"/>
                  </a:lnTo>
                  <a:lnTo>
                    <a:pt x="76" y="324"/>
                  </a:lnTo>
                  <a:lnTo>
                    <a:pt x="76" y="326"/>
                  </a:lnTo>
                  <a:lnTo>
                    <a:pt x="76" y="326"/>
                  </a:lnTo>
                  <a:lnTo>
                    <a:pt x="78" y="328"/>
                  </a:lnTo>
                  <a:lnTo>
                    <a:pt x="78" y="330"/>
                  </a:lnTo>
                  <a:lnTo>
                    <a:pt x="84" y="334"/>
                  </a:lnTo>
                  <a:lnTo>
                    <a:pt x="100" y="338"/>
                  </a:lnTo>
                  <a:lnTo>
                    <a:pt x="104" y="342"/>
                  </a:lnTo>
                  <a:lnTo>
                    <a:pt x="108" y="340"/>
                  </a:lnTo>
                  <a:lnTo>
                    <a:pt x="110" y="340"/>
                  </a:lnTo>
                  <a:lnTo>
                    <a:pt x="112" y="342"/>
                  </a:lnTo>
                  <a:lnTo>
                    <a:pt x="114" y="344"/>
                  </a:lnTo>
                  <a:lnTo>
                    <a:pt x="114" y="344"/>
                  </a:lnTo>
                  <a:lnTo>
                    <a:pt x="114" y="346"/>
                  </a:lnTo>
                  <a:lnTo>
                    <a:pt x="112" y="344"/>
                  </a:lnTo>
                  <a:lnTo>
                    <a:pt x="112" y="346"/>
                  </a:lnTo>
                  <a:lnTo>
                    <a:pt x="112" y="346"/>
                  </a:lnTo>
                  <a:lnTo>
                    <a:pt x="112" y="346"/>
                  </a:lnTo>
                  <a:lnTo>
                    <a:pt x="112" y="348"/>
                  </a:lnTo>
                  <a:lnTo>
                    <a:pt x="112" y="348"/>
                  </a:lnTo>
                  <a:lnTo>
                    <a:pt x="112" y="348"/>
                  </a:lnTo>
                  <a:lnTo>
                    <a:pt x="112" y="350"/>
                  </a:lnTo>
                  <a:lnTo>
                    <a:pt x="112" y="350"/>
                  </a:lnTo>
                  <a:lnTo>
                    <a:pt x="114" y="352"/>
                  </a:lnTo>
                  <a:lnTo>
                    <a:pt x="116" y="352"/>
                  </a:lnTo>
                  <a:lnTo>
                    <a:pt x="116" y="352"/>
                  </a:lnTo>
                  <a:lnTo>
                    <a:pt x="118" y="354"/>
                  </a:lnTo>
                  <a:lnTo>
                    <a:pt x="120" y="354"/>
                  </a:lnTo>
                  <a:lnTo>
                    <a:pt x="125" y="356"/>
                  </a:lnTo>
                  <a:lnTo>
                    <a:pt x="127" y="352"/>
                  </a:lnTo>
                  <a:lnTo>
                    <a:pt x="129" y="352"/>
                  </a:lnTo>
                  <a:lnTo>
                    <a:pt x="131" y="352"/>
                  </a:lnTo>
                  <a:lnTo>
                    <a:pt x="135" y="352"/>
                  </a:lnTo>
                  <a:lnTo>
                    <a:pt x="137" y="354"/>
                  </a:lnTo>
                  <a:lnTo>
                    <a:pt x="137" y="356"/>
                  </a:lnTo>
                  <a:lnTo>
                    <a:pt x="139" y="358"/>
                  </a:lnTo>
                  <a:lnTo>
                    <a:pt x="139" y="364"/>
                  </a:lnTo>
                  <a:lnTo>
                    <a:pt x="139" y="364"/>
                  </a:lnTo>
                  <a:lnTo>
                    <a:pt x="139" y="364"/>
                  </a:lnTo>
                  <a:lnTo>
                    <a:pt x="139" y="366"/>
                  </a:lnTo>
                  <a:lnTo>
                    <a:pt x="139" y="368"/>
                  </a:lnTo>
                  <a:lnTo>
                    <a:pt x="139" y="368"/>
                  </a:lnTo>
                  <a:lnTo>
                    <a:pt x="141" y="370"/>
                  </a:lnTo>
                  <a:lnTo>
                    <a:pt x="141" y="370"/>
                  </a:lnTo>
                  <a:lnTo>
                    <a:pt x="141" y="370"/>
                  </a:lnTo>
                  <a:lnTo>
                    <a:pt x="143" y="372"/>
                  </a:lnTo>
                  <a:lnTo>
                    <a:pt x="149" y="370"/>
                  </a:lnTo>
                  <a:lnTo>
                    <a:pt x="151" y="368"/>
                  </a:lnTo>
                  <a:lnTo>
                    <a:pt x="155" y="368"/>
                  </a:lnTo>
                  <a:lnTo>
                    <a:pt x="157" y="368"/>
                  </a:lnTo>
                  <a:lnTo>
                    <a:pt x="159" y="366"/>
                  </a:lnTo>
                  <a:lnTo>
                    <a:pt x="159" y="364"/>
                  </a:lnTo>
                  <a:lnTo>
                    <a:pt x="157" y="362"/>
                  </a:lnTo>
                  <a:lnTo>
                    <a:pt x="155" y="362"/>
                  </a:lnTo>
                  <a:lnTo>
                    <a:pt x="155" y="362"/>
                  </a:lnTo>
                  <a:lnTo>
                    <a:pt x="155" y="360"/>
                  </a:lnTo>
                  <a:lnTo>
                    <a:pt x="155" y="360"/>
                  </a:lnTo>
                  <a:lnTo>
                    <a:pt x="155" y="360"/>
                  </a:lnTo>
                  <a:lnTo>
                    <a:pt x="153" y="358"/>
                  </a:lnTo>
                  <a:lnTo>
                    <a:pt x="149" y="356"/>
                  </a:lnTo>
                  <a:lnTo>
                    <a:pt x="147" y="352"/>
                  </a:lnTo>
                  <a:lnTo>
                    <a:pt x="147" y="346"/>
                  </a:lnTo>
                  <a:lnTo>
                    <a:pt x="145" y="342"/>
                  </a:lnTo>
                  <a:lnTo>
                    <a:pt x="141" y="338"/>
                  </a:lnTo>
                  <a:lnTo>
                    <a:pt x="141" y="336"/>
                  </a:lnTo>
                  <a:lnTo>
                    <a:pt x="141" y="334"/>
                  </a:lnTo>
                  <a:lnTo>
                    <a:pt x="139" y="330"/>
                  </a:lnTo>
                  <a:lnTo>
                    <a:pt x="139" y="328"/>
                  </a:lnTo>
                  <a:lnTo>
                    <a:pt x="139" y="326"/>
                  </a:lnTo>
                  <a:lnTo>
                    <a:pt x="137" y="324"/>
                  </a:lnTo>
                  <a:lnTo>
                    <a:pt x="137" y="324"/>
                  </a:lnTo>
                  <a:lnTo>
                    <a:pt x="137" y="320"/>
                  </a:lnTo>
                  <a:lnTo>
                    <a:pt x="137" y="319"/>
                  </a:lnTo>
                  <a:lnTo>
                    <a:pt x="139" y="319"/>
                  </a:lnTo>
                  <a:lnTo>
                    <a:pt x="143" y="315"/>
                  </a:lnTo>
                  <a:lnTo>
                    <a:pt x="155" y="317"/>
                  </a:lnTo>
                  <a:lnTo>
                    <a:pt x="157" y="317"/>
                  </a:lnTo>
                  <a:lnTo>
                    <a:pt x="155" y="315"/>
                  </a:lnTo>
                  <a:lnTo>
                    <a:pt x="151" y="313"/>
                  </a:lnTo>
                  <a:lnTo>
                    <a:pt x="151" y="311"/>
                  </a:lnTo>
                  <a:lnTo>
                    <a:pt x="149" y="309"/>
                  </a:lnTo>
                  <a:lnTo>
                    <a:pt x="147" y="307"/>
                  </a:lnTo>
                  <a:lnTo>
                    <a:pt x="145" y="305"/>
                  </a:lnTo>
                  <a:lnTo>
                    <a:pt x="145" y="305"/>
                  </a:lnTo>
                  <a:lnTo>
                    <a:pt x="145" y="305"/>
                  </a:lnTo>
                  <a:lnTo>
                    <a:pt x="145" y="305"/>
                  </a:lnTo>
                  <a:lnTo>
                    <a:pt x="145" y="303"/>
                  </a:lnTo>
                  <a:lnTo>
                    <a:pt x="145" y="303"/>
                  </a:lnTo>
                  <a:lnTo>
                    <a:pt x="143" y="303"/>
                  </a:lnTo>
                  <a:lnTo>
                    <a:pt x="141" y="301"/>
                  </a:lnTo>
                  <a:lnTo>
                    <a:pt x="139" y="299"/>
                  </a:lnTo>
                  <a:lnTo>
                    <a:pt x="141" y="299"/>
                  </a:lnTo>
                  <a:close/>
                  <a:moveTo>
                    <a:pt x="451" y="293"/>
                  </a:moveTo>
                  <a:lnTo>
                    <a:pt x="453" y="293"/>
                  </a:lnTo>
                  <a:lnTo>
                    <a:pt x="455" y="295"/>
                  </a:lnTo>
                  <a:lnTo>
                    <a:pt x="453" y="295"/>
                  </a:lnTo>
                  <a:lnTo>
                    <a:pt x="453" y="297"/>
                  </a:lnTo>
                  <a:lnTo>
                    <a:pt x="453" y="301"/>
                  </a:lnTo>
                  <a:lnTo>
                    <a:pt x="453" y="303"/>
                  </a:lnTo>
                  <a:lnTo>
                    <a:pt x="455" y="305"/>
                  </a:lnTo>
                  <a:lnTo>
                    <a:pt x="455" y="307"/>
                  </a:lnTo>
                  <a:lnTo>
                    <a:pt x="453" y="309"/>
                  </a:lnTo>
                  <a:lnTo>
                    <a:pt x="455" y="311"/>
                  </a:lnTo>
                  <a:lnTo>
                    <a:pt x="455" y="311"/>
                  </a:lnTo>
                  <a:lnTo>
                    <a:pt x="455" y="311"/>
                  </a:lnTo>
                  <a:lnTo>
                    <a:pt x="455" y="311"/>
                  </a:lnTo>
                  <a:lnTo>
                    <a:pt x="453" y="311"/>
                  </a:lnTo>
                  <a:lnTo>
                    <a:pt x="453" y="313"/>
                  </a:lnTo>
                  <a:lnTo>
                    <a:pt x="453" y="313"/>
                  </a:lnTo>
                  <a:lnTo>
                    <a:pt x="455" y="315"/>
                  </a:lnTo>
                  <a:lnTo>
                    <a:pt x="455" y="315"/>
                  </a:lnTo>
                  <a:lnTo>
                    <a:pt x="457" y="317"/>
                  </a:lnTo>
                  <a:lnTo>
                    <a:pt x="459" y="320"/>
                  </a:lnTo>
                  <a:lnTo>
                    <a:pt x="459" y="322"/>
                  </a:lnTo>
                  <a:lnTo>
                    <a:pt x="459" y="324"/>
                  </a:lnTo>
                  <a:lnTo>
                    <a:pt x="449" y="336"/>
                  </a:lnTo>
                  <a:lnTo>
                    <a:pt x="441" y="346"/>
                  </a:lnTo>
                  <a:lnTo>
                    <a:pt x="441" y="346"/>
                  </a:lnTo>
                  <a:lnTo>
                    <a:pt x="441" y="350"/>
                  </a:lnTo>
                  <a:lnTo>
                    <a:pt x="441" y="350"/>
                  </a:lnTo>
                  <a:lnTo>
                    <a:pt x="429" y="356"/>
                  </a:lnTo>
                  <a:lnTo>
                    <a:pt x="427" y="358"/>
                  </a:lnTo>
                  <a:lnTo>
                    <a:pt x="416" y="362"/>
                  </a:lnTo>
                  <a:lnTo>
                    <a:pt x="406" y="364"/>
                  </a:lnTo>
                  <a:lnTo>
                    <a:pt x="396" y="368"/>
                  </a:lnTo>
                  <a:lnTo>
                    <a:pt x="382" y="362"/>
                  </a:lnTo>
                  <a:lnTo>
                    <a:pt x="380" y="362"/>
                  </a:lnTo>
                  <a:lnTo>
                    <a:pt x="378" y="362"/>
                  </a:lnTo>
                  <a:lnTo>
                    <a:pt x="376" y="360"/>
                  </a:lnTo>
                  <a:lnTo>
                    <a:pt x="376" y="360"/>
                  </a:lnTo>
                  <a:lnTo>
                    <a:pt x="374" y="358"/>
                  </a:lnTo>
                  <a:lnTo>
                    <a:pt x="369" y="358"/>
                  </a:lnTo>
                  <a:lnTo>
                    <a:pt x="363" y="360"/>
                  </a:lnTo>
                  <a:lnTo>
                    <a:pt x="355" y="360"/>
                  </a:lnTo>
                  <a:lnTo>
                    <a:pt x="349" y="356"/>
                  </a:lnTo>
                  <a:lnTo>
                    <a:pt x="337" y="352"/>
                  </a:lnTo>
                  <a:lnTo>
                    <a:pt x="323" y="352"/>
                  </a:lnTo>
                  <a:lnTo>
                    <a:pt x="320" y="352"/>
                  </a:lnTo>
                  <a:lnTo>
                    <a:pt x="318" y="350"/>
                  </a:lnTo>
                  <a:lnTo>
                    <a:pt x="318" y="350"/>
                  </a:lnTo>
                  <a:lnTo>
                    <a:pt x="316" y="348"/>
                  </a:lnTo>
                  <a:lnTo>
                    <a:pt x="316" y="346"/>
                  </a:lnTo>
                  <a:lnTo>
                    <a:pt x="316" y="344"/>
                  </a:lnTo>
                  <a:lnTo>
                    <a:pt x="316" y="342"/>
                  </a:lnTo>
                  <a:lnTo>
                    <a:pt x="316" y="340"/>
                  </a:lnTo>
                  <a:lnTo>
                    <a:pt x="316" y="338"/>
                  </a:lnTo>
                  <a:lnTo>
                    <a:pt x="314" y="334"/>
                  </a:lnTo>
                  <a:lnTo>
                    <a:pt x="314" y="332"/>
                  </a:lnTo>
                  <a:lnTo>
                    <a:pt x="312" y="330"/>
                  </a:lnTo>
                  <a:lnTo>
                    <a:pt x="312" y="330"/>
                  </a:lnTo>
                  <a:lnTo>
                    <a:pt x="312" y="330"/>
                  </a:lnTo>
                  <a:lnTo>
                    <a:pt x="312" y="330"/>
                  </a:lnTo>
                  <a:lnTo>
                    <a:pt x="314" y="330"/>
                  </a:lnTo>
                  <a:lnTo>
                    <a:pt x="314" y="328"/>
                  </a:lnTo>
                  <a:lnTo>
                    <a:pt x="314" y="328"/>
                  </a:lnTo>
                  <a:lnTo>
                    <a:pt x="312" y="326"/>
                  </a:lnTo>
                  <a:lnTo>
                    <a:pt x="312" y="326"/>
                  </a:lnTo>
                  <a:lnTo>
                    <a:pt x="312" y="324"/>
                  </a:lnTo>
                  <a:lnTo>
                    <a:pt x="312" y="322"/>
                  </a:lnTo>
                  <a:lnTo>
                    <a:pt x="312" y="320"/>
                  </a:lnTo>
                  <a:lnTo>
                    <a:pt x="314" y="320"/>
                  </a:lnTo>
                  <a:lnTo>
                    <a:pt x="314" y="319"/>
                  </a:lnTo>
                  <a:lnTo>
                    <a:pt x="312" y="317"/>
                  </a:lnTo>
                  <a:lnTo>
                    <a:pt x="310" y="317"/>
                  </a:lnTo>
                  <a:lnTo>
                    <a:pt x="310" y="315"/>
                  </a:lnTo>
                  <a:lnTo>
                    <a:pt x="308" y="311"/>
                  </a:lnTo>
                  <a:lnTo>
                    <a:pt x="308" y="307"/>
                  </a:lnTo>
                  <a:lnTo>
                    <a:pt x="308" y="305"/>
                  </a:lnTo>
                  <a:lnTo>
                    <a:pt x="310" y="305"/>
                  </a:lnTo>
                  <a:lnTo>
                    <a:pt x="316" y="307"/>
                  </a:lnTo>
                  <a:lnTo>
                    <a:pt x="318" y="307"/>
                  </a:lnTo>
                  <a:lnTo>
                    <a:pt x="318" y="309"/>
                  </a:lnTo>
                  <a:lnTo>
                    <a:pt x="320" y="309"/>
                  </a:lnTo>
                  <a:lnTo>
                    <a:pt x="322" y="311"/>
                  </a:lnTo>
                  <a:lnTo>
                    <a:pt x="322" y="311"/>
                  </a:lnTo>
                  <a:lnTo>
                    <a:pt x="322" y="313"/>
                  </a:lnTo>
                  <a:lnTo>
                    <a:pt x="322" y="313"/>
                  </a:lnTo>
                  <a:lnTo>
                    <a:pt x="320" y="313"/>
                  </a:lnTo>
                  <a:lnTo>
                    <a:pt x="322" y="315"/>
                  </a:lnTo>
                  <a:lnTo>
                    <a:pt x="322" y="315"/>
                  </a:lnTo>
                  <a:lnTo>
                    <a:pt x="322" y="319"/>
                  </a:lnTo>
                  <a:lnTo>
                    <a:pt x="322" y="319"/>
                  </a:lnTo>
                  <a:lnTo>
                    <a:pt x="323" y="320"/>
                  </a:lnTo>
                  <a:lnTo>
                    <a:pt x="323" y="320"/>
                  </a:lnTo>
                  <a:lnTo>
                    <a:pt x="325" y="320"/>
                  </a:lnTo>
                  <a:lnTo>
                    <a:pt x="325" y="322"/>
                  </a:lnTo>
                  <a:lnTo>
                    <a:pt x="329" y="324"/>
                  </a:lnTo>
                  <a:lnTo>
                    <a:pt x="329" y="324"/>
                  </a:lnTo>
                  <a:lnTo>
                    <a:pt x="341" y="324"/>
                  </a:lnTo>
                  <a:lnTo>
                    <a:pt x="343" y="322"/>
                  </a:lnTo>
                  <a:lnTo>
                    <a:pt x="345" y="320"/>
                  </a:lnTo>
                  <a:lnTo>
                    <a:pt x="345" y="319"/>
                  </a:lnTo>
                  <a:lnTo>
                    <a:pt x="343" y="317"/>
                  </a:lnTo>
                  <a:lnTo>
                    <a:pt x="341" y="319"/>
                  </a:lnTo>
                  <a:lnTo>
                    <a:pt x="339" y="320"/>
                  </a:lnTo>
                  <a:lnTo>
                    <a:pt x="339" y="319"/>
                  </a:lnTo>
                  <a:lnTo>
                    <a:pt x="339" y="317"/>
                  </a:lnTo>
                  <a:lnTo>
                    <a:pt x="341" y="315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43" y="315"/>
                  </a:lnTo>
                  <a:lnTo>
                    <a:pt x="343" y="315"/>
                  </a:lnTo>
                  <a:lnTo>
                    <a:pt x="345" y="315"/>
                  </a:lnTo>
                  <a:lnTo>
                    <a:pt x="345" y="315"/>
                  </a:lnTo>
                  <a:lnTo>
                    <a:pt x="345" y="313"/>
                  </a:lnTo>
                  <a:lnTo>
                    <a:pt x="343" y="313"/>
                  </a:lnTo>
                  <a:lnTo>
                    <a:pt x="341" y="311"/>
                  </a:lnTo>
                  <a:lnTo>
                    <a:pt x="341" y="309"/>
                  </a:lnTo>
                  <a:lnTo>
                    <a:pt x="351" y="305"/>
                  </a:lnTo>
                  <a:lnTo>
                    <a:pt x="355" y="307"/>
                  </a:lnTo>
                  <a:lnTo>
                    <a:pt x="363" y="303"/>
                  </a:lnTo>
                  <a:lnTo>
                    <a:pt x="371" y="299"/>
                  </a:lnTo>
                  <a:lnTo>
                    <a:pt x="376" y="301"/>
                  </a:lnTo>
                  <a:lnTo>
                    <a:pt x="378" y="301"/>
                  </a:lnTo>
                  <a:lnTo>
                    <a:pt x="378" y="305"/>
                  </a:lnTo>
                  <a:lnTo>
                    <a:pt x="378" y="305"/>
                  </a:lnTo>
                  <a:lnTo>
                    <a:pt x="378" y="305"/>
                  </a:lnTo>
                  <a:lnTo>
                    <a:pt x="378" y="309"/>
                  </a:lnTo>
                  <a:lnTo>
                    <a:pt x="378" y="313"/>
                  </a:lnTo>
                  <a:lnTo>
                    <a:pt x="380" y="315"/>
                  </a:lnTo>
                  <a:lnTo>
                    <a:pt x="384" y="317"/>
                  </a:lnTo>
                  <a:lnTo>
                    <a:pt x="384" y="317"/>
                  </a:lnTo>
                  <a:lnTo>
                    <a:pt x="384" y="319"/>
                  </a:lnTo>
                  <a:lnTo>
                    <a:pt x="386" y="319"/>
                  </a:lnTo>
                  <a:lnTo>
                    <a:pt x="388" y="317"/>
                  </a:lnTo>
                  <a:lnTo>
                    <a:pt x="388" y="315"/>
                  </a:lnTo>
                  <a:lnTo>
                    <a:pt x="392" y="315"/>
                  </a:lnTo>
                  <a:lnTo>
                    <a:pt x="394" y="313"/>
                  </a:lnTo>
                  <a:lnTo>
                    <a:pt x="394" y="311"/>
                  </a:lnTo>
                  <a:lnTo>
                    <a:pt x="398" y="305"/>
                  </a:lnTo>
                  <a:lnTo>
                    <a:pt x="408" y="303"/>
                  </a:lnTo>
                  <a:lnTo>
                    <a:pt x="418" y="299"/>
                  </a:lnTo>
                  <a:lnTo>
                    <a:pt x="427" y="297"/>
                  </a:lnTo>
                  <a:lnTo>
                    <a:pt x="429" y="297"/>
                  </a:lnTo>
                  <a:lnTo>
                    <a:pt x="431" y="299"/>
                  </a:lnTo>
                  <a:lnTo>
                    <a:pt x="431" y="299"/>
                  </a:lnTo>
                  <a:lnTo>
                    <a:pt x="433" y="301"/>
                  </a:lnTo>
                  <a:lnTo>
                    <a:pt x="433" y="301"/>
                  </a:lnTo>
                  <a:lnTo>
                    <a:pt x="433" y="303"/>
                  </a:lnTo>
                  <a:lnTo>
                    <a:pt x="433" y="303"/>
                  </a:lnTo>
                  <a:lnTo>
                    <a:pt x="433" y="301"/>
                  </a:lnTo>
                  <a:lnTo>
                    <a:pt x="435" y="301"/>
                  </a:lnTo>
                  <a:lnTo>
                    <a:pt x="441" y="303"/>
                  </a:lnTo>
                  <a:lnTo>
                    <a:pt x="445" y="301"/>
                  </a:lnTo>
                  <a:lnTo>
                    <a:pt x="445" y="303"/>
                  </a:lnTo>
                  <a:lnTo>
                    <a:pt x="443" y="305"/>
                  </a:lnTo>
                  <a:lnTo>
                    <a:pt x="443" y="305"/>
                  </a:lnTo>
                  <a:lnTo>
                    <a:pt x="445" y="305"/>
                  </a:lnTo>
                  <a:lnTo>
                    <a:pt x="445" y="305"/>
                  </a:lnTo>
                  <a:lnTo>
                    <a:pt x="447" y="301"/>
                  </a:lnTo>
                  <a:lnTo>
                    <a:pt x="447" y="301"/>
                  </a:lnTo>
                  <a:lnTo>
                    <a:pt x="447" y="299"/>
                  </a:lnTo>
                  <a:lnTo>
                    <a:pt x="447" y="299"/>
                  </a:lnTo>
                  <a:lnTo>
                    <a:pt x="447" y="297"/>
                  </a:lnTo>
                  <a:lnTo>
                    <a:pt x="447" y="297"/>
                  </a:lnTo>
                  <a:lnTo>
                    <a:pt x="447" y="297"/>
                  </a:lnTo>
                  <a:lnTo>
                    <a:pt x="447" y="295"/>
                  </a:lnTo>
                  <a:lnTo>
                    <a:pt x="451" y="293"/>
                  </a:lnTo>
                  <a:lnTo>
                    <a:pt x="451" y="293"/>
                  </a:lnTo>
                  <a:close/>
                  <a:moveTo>
                    <a:pt x="447" y="156"/>
                  </a:moveTo>
                  <a:lnTo>
                    <a:pt x="449" y="156"/>
                  </a:lnTo>
                  <a:lnTo>
                    <a:pt x="449" y="156"/>
                  </a:lnTo>
                  <a:lnTo>
                    <a:pt x="449" y="157"/>
                  </a:lnTo>
                  <a:lnTo>
                    <a:pt x="451" y="159"/>
                  </a:lnTo>
                  <a:lnTo>
                    <a:pt x="451" y="159"/>
                  </a:lnTo>
                  <a:lnTo>
                    <a:pt x="451" y="161"/>
                  </a:lnTo>
                  <a:lnTo>
                    <a:pt x="453" y="163"/>
                  </a:lnTo>
                  <a:lnTo>
                    <a:pt x="453" y="165"/>
                  </a:lnTo>
                  <a:lnTo>
                    <a:pt x="453" y="167"/>
                  </a:lnTo>
                  <a:lnTo>
                    <a:pt x="451" y="167"/>
                  </a:lnTo>
                  <a:lnTo>
                    <a:pt x="449" y="167"/>
                  </a:lnTo>
                  <a:lnTo>
                    <a:pt x="443" y="165"/>
                  </a:lnTo>
                  <a:lnTo>
                    <a:pt x="443" y="165"/>
                  </a:lnTo>
                  <a:lnTo>
                    <a:pt x="443" y="163"/>
                  </a:lnTo>
                  <a:lnTo>
                    <a:pt x="443" y="161"/>
                  </a:lnTo>
                  <a:lnTo>
                    <a:pt x="443" y="157"/>
                  </a:lnTo>
                  <a:lnTo>
                    <a:pt x="447" y="156"/>
                  </a:lnTo>
                  <a:lnTo>
                    <a:pt x="447" y="156"/>
                  </a:lnTo>
                  <a:close/>
                  <a:moveTo>
                    <a:pt x="327" y="136"/>
                  </a:moveTo>
                  <a:lnTo>
                    <a:pt x="327" y="138"/>
                  </a:lnTo>
                  <a:lnTo>
                    <a:pt x="325" y="140"/>
                  </a:lnTo>
                  <a:lnTo>
                    <a:pt x="325" y="142"/>
                  </a:lnTo>
                  <a:lnTo>
                    <a:pt x="325" y="144"/>
                  </a:lnTo>
                  <a:lnTo>
                    <a:pt x="325" y="148"/>
                  </a:lnTo>
                  <a:lnTo>
                    <a:pt x="327" y="150"/>
                  </a:lnTo>
                  <a:lnTo>
                    <a:pt x="327" y="152"/>
                  </a:lnTo>
                  <a:lnTo>
                    <a:pt x="329" y="154"/>
                  </a:lnTo>
                  <a:lnTo>
                    <a:pt x="327" y="156"/>
                  </a:lnTo>
                  <a:lnTo>
                    <a:pt x="323" y="157"/>
                  </a:lnTo>
                  <a:lnTo>
                    <a:pt x="318" y="159"/>
                  </a:lnTo>
                  <a:lnTo>
                    <a:pt x="312" y="163"/>
                  </a:lnTo>
                  <a:lnTo>
                    <a:pt x="308" y="165"/>
                  </a:lnTo>
                  <a:lnTo>
                    <a:pt x="308" y="163"/>
                  </a:lnTo>
                  <a:lnTo>
                    <a:pt x="308" y="163"/>
                  </a:lnTo>
                  <a:lnTo>
                    <a:pt x="308" y="161"/>
                  </a:lnTo>
                  <a:lnTo>
                    <a:pt x="308" y="157"/>
                  </a:lnTo>
                  <a:lnTo>
                    <a:pt x="310" y="156"/>
                  </a:lnTo>
                  <a:lnTo>
                    <a:pt x="312" y="154"/>
                  </a:lnTo>
                  <a:lnTo>
                    <a:pt x="312" y="150"/>
                  </a:lnTo>
                  <a:lnTo>
                    <a:pt x="314" y="148"/>
                  </a:lnTo>
                  <a:lnTo>
                    <a:pt x="316" y="146"/>
                  </a:lnTo>
                  <a:lnTo>
                    <a:pt x="325" y="136"/>
                  </a:lnTo>
                  <a:lnTo>
                    <a:pt x="327" y="136"/>
                  </a:lnTo>
                  <a:close/>
                  <a:moveTo>
                    <a:pt x="486" y="0"/>
                  </a:moveTo>
                  <a:lnTo>
                    <a:pt x="488" y="0"/>
                  </a:lnTo>
                  <a:lnTo>
                    <a:pt x="490" y="0"/>
                  </a:lnTo>
                  <a:lnTo>
                    <a:pt x="490" y="2"/>
                  </a:lnTo>
                  <a:lnTo>
                    <a:pt x="490" y="2"/>
                  </a:lnTo>
                  <a:lnTo>
                    <a:pt x="492" y="4"/>
                  </a:lnTo>
                  <a:lnTo>
                    <a:pt x="492" y="4"/>
                  </a:lnTo>
                  <a:lnTo>
                    <a:pt x="490" y="4"/>
                  </a:lnTo>
                  <a:lnTo>
                    <a:pt x="488" y="6"/>
                  </a:lnTo>
                  <a:lnTo>
                    <a:pt x="486" y="4"/>
                  </a:lnTo>
                  <a:lnTo>
                    <a:pt x="486" y="2"/>
                  </a:lnTo>
                  <a:lnTo>
                    <a:pt x="486" y="2"/>
                  </a:lnTo>
                  <a:lnTo>
                    <a:pt x="486" y="0"/>
                  </a:lnTo>
                  <a:lnTo>
                    <a:pt x="48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4387850" y="3954463"/>
              <a:ext cx="165100" cy="114300"/>
            </a:xfrm>
            <a:custGeom>
              <a:avLst/>
              <a:gdLst>
                <a:gd name="T0" fmla="*/ 90 w 208"/>
                <a:gd name="T1" fmla="*/ 8 h 144"/>
                <a:gd name="T2" fmla="*/ 98 w 208"/>
                <a:gd name="T3" fmla="*/ 6 h 144"/>
                <a:gd name="T4" fmla="*/ 112 w 208"/>
                <a:gd name="T5" fmla="*/ 8 h 144"/>
                <a:gd name="T6" fmla="*/ 147 w 208"/>
                <a:gd name="T7" fmla="*/ 26 h 144"/>
                <a:gd name="T8" fmla="*/ 151 w 208"/>
                <a:gd name="T9" fmla="*/ 30 h 144"/>
                <a:gd name="T10" fmla="*/ 157 w 208"/>
                <a:gd name="T11" fmla="*/ 32 h 144"/>
                <a:gd name="T12" fmla="*/ 165 w 208"/>
                <a:gd name="T13" fmla="*/ 30 h 144"/>
                <a:gd name="T14" fmla="*/ 169 w 208"/>
                <a:gd name="T15" fmla="*/ 24 h 144"/>
                <a:gd name="T16" fmla="*/ 171 w 208"/>
                <a:gd name="T17" fmla="*/ 24 h 144"/>
                <a:gd name="T18" fmla="*/ 173 w 208"/>
                <a:gd name="T19" fmla="*/ 20 h 144"/>
                <a:gd name="T20" fmla="*/ 179 w 208"/>
                <a:gd name="T21" fmla="*/ 18 h 144"/>
                <a:gd name="T22" fmla="*/ 182 w 208"/>
                <a:gd name="T23" fmla="*/ 22 h 144"/>
                <a:gd name="T24" fmla="*/ 186 w 208"/>
                <a:gd name="T25" fmla="*/ 24 h 144"/>
                <a:gd name="T26" fmla="*/ 190 w 208"/>
                <a:gd name="T27" fmla="*/ 22 h 144"/>
                <a:gd name="T28" fmla="*/ 196 w 208"/>
                <a:gd name="T29" fmla="*/ 22 h 144"/>
                <a:gd name="T30" fmla="*/ 200 w 208"/>
                <a:gd name="T31" fmla="*/ 18 h 144"/>
                <a:gd name="T32" fmla="*/ 204 w 208"/>
                <a:gd name="T33" fmla="*/ 16 h 144"/>
                <a:gd name="T34" fmla="*/ 208 w 208"/>
                <a:gd name="T35" fmla="*/ 22 h 144"/>
                <a:gd name="T36" fmla="*/ 200 w 208"/>
                <a:gd name="T37" fmla="*/ 38 h 144"/>
                <a:gd name="T38" fmla="*/ 173 w 208"/>
                <a:gd name="T39" fmla="*/ 50 h 144"/>
                <a:gd name="T40" fmla="*/ 161 w 208"/>
                <a:gd name="T41" fmla="*/ 59 h 144"/>
                <a:gd name="T42" fmla="*/ 153 w 208"/>
                <a:gd name="T43" fmla="*/ 69 h 144"/>
                <a:gd name="T44" fmla="*/ 145 w 208"/>
                <a:gd name="T45" fmla="*/ 77 h 144"/>
                <a:gd name="T46" fmla="*/ 130 w 208"/>
                <a:gd name="T47" fmla="*/ 83 h 144"/>
                <a:gd name="T48" fmla="*/ 124 w 208"/>
                <a:gd name="T49" fmla="*/ 93 h 144"/>
                <a:gd name="T50" fmla="*/ 116 w 208"/>
                <a:gd name="T51" fmla="*/ 99 h 144"/>
                <a:gd name="T52" fmla="*/ 116 w 208"/>
                <a:gd name="T53" fmla="*/ 103 h 144"/>
                <a:gd name="T54" fmla="*/ 116 w 208"/>
                <a:gd name="T55" fmla="*/ 114 h 144"/>
                <a:gd name="T56" fmla="*/ 104 w 208"/>
                <a:gd name="T57" fmla="*/ 118 h 144"/>
                <a:gd name="T58" fmla="*/ 88 w 208"/>
                <a:gd name="T59" fmla="*/ 128 h 144"/>
                <a:gd name="T60" fmla="*/ 80 w 208"/>
                <a:gd name="T61" fmla="*/ 132 h 144"/>
                <a:gd name="T62" fmla="*/ 69 w 208"/>
                <a:gd name="T63" fmla="*/ 134 h 144"/>
                <a:gd name="T64" fmla="*/ 45 w 208"/>
                <a:gd name="T65" fmla="*/ 144 h 144"/>
                <a:gd name="T66" fmla="*/ 22 w 208"/>
                <a:gd name="T67" fmla="*/ 122 h 144"/>
                <a:gd name="T68" fmla="*/ 22 w 208"/>
                <a:gd name="T69" fmla="*/ 108 h 144"/>
                <a:gd name="T70" fmla="*/ 18 w 208"/>
                <a:gd name="T71" fmla="*/ 101 h 144"/>
                <a:gd name="T72" fmla="*/ 10 w 208"/>
                <a:gd name="T73" fmla="*/ 93 h 144"/>
                <a:gd name="T74" fmla="*/ 4 w 208"/>
                <a:gd name="T75" fmla="*/ 87 h 144"/>
                <a:gd name="T76" fmla="*/ 0 w 208"/>
                <a:gd name="T77" fmla="*/ 65 h 144"/>
                <a:gd name="T78" fmla="*/ 8 w 208"/>
                <a:gd name="T79" fmla="*/ 55 h 144"/>
                <a:gd name="T80" fmla="*/ 14 w 208"/>
                <a:gd name="T81" fmla="*/ 50 h 144"/>
                <a:gd name="T82" fmla="*/ 14 w 208"/>
                <a:gd name="T83" fmla="*/ 46 h 144"/>
                <a:gd name="T84" fmla="*/ 16 w 208"/>
                <a:gd name="T85" fmla="*/ 34 h 144"/>
                <a:gd name="T86" fmla="*/ 20 w 208"/>
                <a:gd name="T87" fmla="*/ 30 h 144"/>
                <a:gd name="T88" fmla="*/ 26 w 208"/>
                <a:gd name="T89" fmla="*/ 28 h 144"/>
                <a:gd name="T90" fmla="*/ 31 w 208"/>
                <a:gd name="T91" fmla="*/ 28 h 144"/>
                <a:gd name="T92" fmla="*/ 43 w 208"/>
                <a:gd name="T93" fmla="*/ 18 h 144"/>
                <a:gd name="T94" fmla="*/ 47 w 208"/>
                <a:gd name="T95" fmla="*/ 18 h 144"/>
                <a:gd name="T96" fmla="*/ 53 w 208"/>
                <a:gd name="T97" fmla="*/ 20 h 144"/>
                <a:gd name="T98" fmla="*/ 51 w 208"/>
                <a:gd name="T99" fmla="*/ 16 h 144"/>
                <a:gd name="T100" fmla="*/ 51 w 208"/>
                <a:gd name="T101" fmla="*/ 10 h 144"/>
                <a:gd name="T102" fmla="*/ 53 w 208"/>
                <a:gd name="T103" fmla="*/ 6 h 144"/>
                <a:gd name="T104" fmla="*/ 55 w 208"/>
                <a:gd name="T105" fmla="*/ 0 h 144"/>
                <a:gd name="T106" fmla="*/ 69 w 208"/>
                <a:gd name="T107" fmla="*/ 2 h 144"/>
                <a:gd name="T108" fmla="*/ 69 w 208"/>
                <a:gd name="T109" fmla="*/ 8 h 144"/>
                <a:gd name="T110" fmla="*/ 77 w 208"/>
                <a:gd name="T111" fmla="*/ 10 h 144"/>
                <a:gd name="T112" fmla="*/ 80 w 208"/>
                <a:gd name="T113" fmla="*/ 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8" h="144">
                  <a:moveTo>
                    <a:pt x="86" y="0"/>
                  </a:moveTo>
                  <a:lnTo>
                    <a:pt x="88" y="2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90" y="4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4" y="8"/>
                  </a:lnTo>
                  <a:lnTo>
                    <a:pt x="94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8" y="6"/>
                  </a:lnTo>
                  <a:lnTo>
                    <a:pt x="98" y="6"/>
                  </a:lnTo>
                  <a:lnTo>
                    <a:pt x="100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4" y="6"/>
                  </a:lnTo>
                  <a:lnTo>
                    <a:pt x="106" y="6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10" y="6"/>
                  </a:lnTo>
                  <a:lnTo>
                    <a:pt x="112" y="8"/>
                  </a:lnTo>
                  <a:lnTo>
                    <a:pt x="118" y="20"/>
                  </a:lnTo>
                  <a:lnTo>
                    <a:pt x="120" y="20"/>
                  </a:lnTo>
                  <a:lnTo>
                    <a:pt x="124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7" y="28"/>
                  </a:lnTo>
                  <a:lnTo>
                    <a:pt x="147" y="28"/>
                  </a:lnTo>
                  <a:lnTo>
                    <a:pt x="149" y="28"/>
                  </a:lnTo>
                  <a:lnTo>
                    <a:pt x="149" y="28"/>
                  </a:lnTo>
                  <a:lnTo>
                    <a:pt x="149" y="28"/>
                  </a:lnTo>
                  <a:lnTo>
                    <a:pt x="149" y="28"/>
                  </a:lnTo>
                  <a:lnTo>
                    <a:pt x="149" y="28"/>
                  </a:lnTo>
                  <a:lnTo>
                    <a:pt x="149" y="30"/>
                  </a:lnTo>
                  <a:lnTo>
                    <a:pt x="149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5" y="32"/>
                  </a:lnTo>
                  <a:lnTo>
                    <a:pt x="155" y="32"/>
                  </a:lnTo>
                  <a:lnTo>
                    <a:pt x="155" y="32"/>
                  </a:lnTo>
                  <a:lnTo>
                    <a:pt x="157" y="32"/>
                  </a:lnTo>
                  <a:lnTo>
                    <a:pt x="157" y="32"/>
                  </a:lnTo>
                  <a:lnTo>
                    <a:pt x="159" y="32"/>
                  </a:lnTo>
                  <a:lnTo>
                    <a:pt x="159" y="32"/>
                  </a:lnTo>
                  <a:lnTo>
                    <a:pt x="161" y="30"/>
                  </a:lnTo>
                  <a:lnTo>
                    <a:pt x="161" y="30"/>
                  </a:lnTo>
                  <a:lnTo>
                    <a:pt x="163" y="30"/>
                  </a:lnTo>
                  <a:lnTo>
                    <a:pt x="163" y="30"/>
                  </a:lnTo>
                  <a:lnTo>
                    <a:pt x="163" y="30"/>
                  </a:lnTo>
                  <a:lnTo>
                    <a:pt x="163" y="30"/>
                  </a:lnTo>
                  <a:lnTo>
                    <a:pt x="165" y="30"/>
                  </a:lnTo>
                  <a:lnTo>
                    <a:pt x="165" y="30"/>
                  </a:lnTo>
                  <a:lnTo>
                    <a:pt x="165" y="30"/>
                  </a:lnTo>
                  <a:lnTo>
                    <a:pt x="165" y="30"/>
                  </a:lnTo>
                  <a:lnTo>
                    <a:pt x="165" y="30"/>
                  </a:lnTo>
                  <a:lnTo>
                    <a:pt x="165" y="28"/>
                  </a:lnTo>
                  <a:lnTo>
                    <a:pt x="165" y="28"/>
                  </a:lnTo>
                  <a:lnTo>
                    <a:pt x="167" y="28"/>
                  </a:lnTo>
                  <a:lnTo>
                    <a:pt x="167" y="26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69" y="24"/>
                  </a:lnTo>
                  <a:lnTo>
                    <a:pt x="169" y="24"/>
                  </a:lnTo>
                  <a:lnTo>
                    <a:pt x="169" y="24"/>
                  </a:lnTo>
                  <a:lnTo>
                    <a:pt x="169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4"/>
                  </a:lnTo>
                  <a:lnTo>
                    <a:pt x="171" y="22"/>
                  </a:lnTo>
                  <a:lnTo>
                    <a:pt x="171" y="22"/>
                  </a:lnTo>
                  <a:lnTo>
                    <a:pt x="171" y="22"/>
                  </a:lnTo>
                  <a:lnTo>
                    <a:pt x="171" y="22"/>
                  </a:lnTo>
                  <a:lnTo>
                    <a:pt x="171" y="22"/>
                  </a:lnTo>
                  <a:lnTo>
                    <a:pt x="171" y="20"/>
                  </a:lnTo>
                  <a:lnTo>
                    <a:pt x="171" y="20"/>
                  </a:lnTo>
                  <a:lnTo>
                    <a:pt x="171" y="20"/>
                  </a:lnTo>
                  <a:lnTo>
                    <a:pt x="171" y="20"/>
                  </a:lnTo>
                  <a:lnTo>
                    <a:pt x="173" y="20"/>
                  </a:lnTo>
                  <a:lnTo>
                    <a:pt x="173" y="18"/>
                  </a:lnTo>
                  <a:lnTo>
                    <a:pt x="175" y="16"/>
                  </a:lnTo>
                  <a:lnTo>
                    <a:pt x="177" y="18"/>
                  </a:lnTo>
                  <a:lnTo>
                    <a:pt x="177" y="18"/>
                  </a:lnTo>
                  <a:lnTo>
                    <a:pt x="177" y="18"/>
                  </a:lnTo>
                  <a:lnTo>
                    <a:pt x="177" y="18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79" y="20"/>
                  </a:lnTo>
                  <a:lnTo>
                    <a:pt x="179" y="20"/>
                  </a:lnTo>
                  <a:lnTo>
                    <a:pt x="179" y="20"/>
                  </a:lnTo>
                  <a:lnTo>
                    <a:pt x="180" y="20"/>
                  </a:lnTo>
                  <a:lnTo>
                    <a:pt x="180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86" y="22"/>
                  </a:lnTo>
                  <a:lnTo>
                    <a:pt x="186" y="22"/>
                  </a:lnTo>
                  <a:lnTo>
                    <a:pt x="186" y="22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90" y="22"/>
                  </a:lnTo>
                  <a:lnTo>
                    <a:pt x="190" y="22"/>
                  </a:lnTo>
                  <a:lnTo>
                    <a:pt x="190" y="22"/>
                  </a:lnTo>
                  <a:lnTo>
                    <a:pt x="190" y="22"/>
                  </a:lnTo>
                  <a:lnTo>
                    <a:pt x="190" y="22"/>
                  </a:lnTo>
                  <a:lnTo>
                    <a:pt x="190" y="22"/>
                  </a:lnTo>
                  <a:lnTo>
                    <a:pt x="192" y="22"/>
                  </a:lnTo>
                  <a:lnTo>
                    <a:pt x="192" y="22"/>
                  </a:lnTo>
                  <a:lnTo>
                    <a:pt x="192" y="22"/>
                  </a:lnTo>
                  <a:lnTo>
                    <a:pt x="192" y="22"/>
                  </a:lnTo>
                  <a:lnTo>
                    <a:pt x="192" y="24"/>
                  </a:lnTo>
                  <a:lnTo>
                    <a:pt x="192" y="24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96" y="24"/>
                  </a:lnTo>
                  <a:lnTo>
                    <a:pt x="196" y="22"/>
                  </a:lnTo>
                  <a:lnTo>
                    <a:pt x="198" y="22"/>
                  </a:lnTo>
                  <a:lnTo>
                    <a:pt x="198" y="22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200" y="20"/>
                  </a:lnTo>
                  <a:lnTo>
                    <a:pt x="200" y="20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0" y="18"/>
                  </a:lnTo>
                  <a:lnTo>
                    <a:pt x="202" y="18"/>
                  </a:lnTo>
                  <a:lnTo>
                    <a:pt x="202" y="18"/>
                  </a:lnTo>
                  <a:lnTo>
                    <a:pt x="202" y="18"/>
                  </a:lnTo>
                  <a:lnTo>
                    <a:pt x="202" y="16"/>
                  </a:lnTo>
                  <a:lnTo>
                    <a:pt x="202" y="16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6" y="16"/>
                  </a:lnTo>
                  <a:lnTo>
                    <a:pt x="206" y="16"/>
                  </a:lnTo>
                  <a:lnTo>
                    <a:pt x="206" y="16"/>
                  </a:lnTo>
                  <a:lnTo>
                    <a:pt x="206" y="18"/>
                  </a:lnTo>
                  <a:lnTo>
                    <a:pt x="206" y="20"/>
                  </a:lnTo>
                  <a:lnTo>
                    <a:pt x="206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8" y="24"/>
                  </a:lnTo>
                  <a:lnTo>
                    <a:pt x="208" y="24"/>
                  </a:lnTo>
                  <a:lnTo>
                    <a:pt x="208" y="24"/>
                  </a:lnTo>
                  <a:lnTo>
                    <a:pt x="206" y="26"/>
                  </a:lnTo>
                  <a:lnTo>
                    <a:pt x="206" y="28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2"/>
                  </a:lnTo>
                  <a:lnTo>
                    <a:pt x="202" y="36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88" y="38"/>
                  </a:lnTo>
                  <a:lnTo>
                    <a:pt x="188" y="38"/>
                  </a:lnTo>
                  <a:lnTo>
                    <a:pt x="186" y="40"/>
                  </a:lnTo>
                  <a:lnTo>
                    <a:pt x="184" y="42"/>
                  </a:lnTo>
                  <a:lnTo>
                    <a:pt x="182" y="42"/>
                  </a:lnTo>
                  <a:lnTo>
                    <a:pt x="177" y="46"/>
                  </a:lnTo>
                  <a:lnTo>
                    <a:pt x="173" y="50"/>
                  </a:lnTo>
                  <a:lnTo>
                    <a:pt x="171" y="51"/>
                  </a:lnTo>
                  <a:lnTo>
                    <a:pt x="169" y="51"/>
                  </a:lnTo>
                  <a:lnTo>
                    <a:pt x="169" y="51"/>
                  </a:lnTo>
                  <a:lnTo>
                    <a:pt x="167" y="55"/>
                  </a:lnTo>
                  <a:lnTo>
                    <a:pt x="167" y="55"/>
                  </a:lnTo>
                  <a:lnTo>
                    <a:pt x="167" y="57"/>
                  </a:lnTo>
                  <a:lnTo>
                    <a:pt x="163" y="57"/>
                  </a:lnTo>
                  <a:lnTo>
                    <a:pt x="163" y="57"/>
                  </a:lnTo>
                  <a:lnTo>
                    <a:pt x="163" y="59"/>
                  </a:lnTo>
                  <a:lnTo>
                    <a:pt x="161" y="59"/>
                  </a:lnTo>
                  <a:lnTo>
                    <a:pt x="161" y="61"/>
                  </a:lnTo>
                  <a:lnTo>
                    <a:pt x="157" y="61"/>
                  </a:lnTo>
                  <a:lnTo>
                    <a:pt x="157" y="61"/>
                  </a:lnTo>
                  <a:lnTo>
                    <a:pt x="157" y="63"/>
                  </a:lnTo>
                  <a:lnTo>
                    <a:pt x="157" y="65"/>
                  </a:lnTo>
                  <a:lnTo>
                    <a:pt x="155" y="67"/>
                  </a:lnTo>
                  <a:lnTo>
                    <a:pt x="155" y="67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69"/>
                  </a:lnTo>
                  <a:lnTo>
                    <a:pt x="153" y="71"/>
                  </a:lnTo>
                  <a:lnTo>
                    <a:pt x="153" y="71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1" y="75"/>
                  </a:lnTo>
                  <a:lnTo>
                    <a:pt x="151" y="75"/>
                  </a:lnTo>
                  <a:lnTo>
                    <a:pt x="149" y="77"/>
                  </a:lnTo>
                  <a:lnTo>
                    <a:pt x="147" y="77"/>
                  </a:lnTo>
                  <a:lnTo>
                    <a:pt x="145" y="77"/>
                  </a:lnTo>
                  <a:lnTo>
                    <a:pt x="145" y="77"/>
                  </a:lnTo>
                  <a:lnTo>
                    <a:pt x="145" y="77"/>
                  </a:lnTo>
                  <a:lnTo>
                    <a:pt x="141" y="79"/>
                  </a:lnTo>
                  <a:lnTo>
                    <a:pt x="141" y="79"/>
                  </a:lnTo>
                  <a:lnTo>
                    <a:pt x="139" y="79"/>
                  </a:lnTo>
                  <a:lnTo>
                    <a:pt x="139" y="79"/>
                  </a:lnTo>
                  <a:lnTo>
                    <a:pt x="139" y="79"/>
                  </a:lnTo>
                  <a:lnTo>
                    <a:pt x="137" y="79"/>
                  </a:lnTo>
                  <a:lnTo>
                    <a:pt x="135" y="79"/>
                  </a:lnTo>
                  <a:lnTo>
                    <a:pt x="131" y="81"/>
                  </a:lnTo>
                  <a:lnTo>
                    <a:pt x="130" y="83"/>
                  </a:lnTo>
                  <a:lnTo>
                    <a:pt x="130" y="83"/>
                  </a:lnTo>
                  <a:lnTo>
                    <a:pt x="130" y="85"/>
                  </a:lnTo>
                  <a:lnTo>
                    <a:pt x="130" y="85"/>
                  </a:lnTo>
                  <a:lnTo>
                    <a:pt x="130" y="85"/>
                  </a:lnTo>
                  <a:lnTo>
                    <a:pt x="130" y="85"/>
                  </a:lnTo>
                  <a:lnTo>
                    <a:pt x="130" y="87"/>
                  </a:lnTo>
                  <a:lnTo>
                    <a:pt x="130" y="87"/>
                  </a:lnTo>
                  <a:lnTo>
                    <a:pt x="126" y="89"/>
                  </a:lnTo>
                  <a:lnTo>
                    <a:pt x="126" y="91"/>
                  </a:lnTo>
                  <a:lnTo>
                    <a:pt x="124" y="93"/>
                  </a:lnTo>
                  <a:lnTo>
                    <a:pt x="124" y="95"/>
                  </a:lnTo>
                  <a:lnTo>
                    <a:pt x="124" y="97"/>
                  </a:lnTo>
                  <a:lnTo>
                    <a:pt x="122" y="97"/>
                  </a:lnTo>
                  <a:lnTo>
                    <a:pt x="122" y="99"/>
                  </a:lnTo>
                  <a:lnTo>
                    <a:pt x="122" y="99"/>
                  </a:lnTo>
                  <a:lnTo>
                    <a:pt x="120" y="99"/>
                  </a:lnTo>
                  <a:lnTo>
                    <a:pt x="120" y="99"/>
                  </a:lnTo>
                  <a:lnTo>
                    <a:pt x="118" y="99"/>
                  </a:lnTo>
                  <a:lnTo>
                    <a:pt x="118" y="99"/>
                  </a:lnTo>
                  <a:lnTo>
                    <a:pt x="116" y="99"/>
                  </a:lnTo>
                  <a:lnTo>
                    <a:pt x="116" y="99"/>
                  </a:lnTo>
                  <a:lnTo>
                    <a:pt x="116" y="99"/>
                  </a:lnTo>
                  <a:lnTo>
                    <a:pt x="116" y="99"/>
                  </a:lnTo>
                  <a:lnTo>
                    <a:pt x="116" y="101"/>
                  </a:lnTo>
                  <a:lnTo>
                    <a:pt x="116" y="101"/>
                  </a:lnTo>
                  <a:lnTo>
                    <a:pt x="116" y="101"/>
                  </a:lnTo>
                  <a:lnTo>
                    <a:pt x="116" y="101"/>
                  </a:lnTo>
                  <a:lnTo>
                    <a:pt x="116" y="103"/>
                  </a:lnTo>
                  <a:lnTo>
                    <a:pt x="116" y="103"/>
                  </a:lnTo>
                  <a:lnTo>
                    <a:pt x="116" y="103"/>
                  </a:lnTo>
                  <a:lnTo>
                    <a:pt x="116" y="105"/>
                  </a:lnTo>
                  <a:lnTo>
                    <a:pt x="116" y="105"/>
                  </a:lnTo>
                  <a:lnTo>
                    <a:pt x="116" y="108"/>
                  </a:lnTo>
                  <a:lnTo>
                    <a:pt x="114" y="110"/>
                  </a:lnTo>
                  <a:lnTo>
                    <a:pt x="114" y="110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6" y="112"/>
                  </a:lnTo>
                  <a:lnTo>
                    <a:pt x="116" y="114"/>
                  </a:lnTo>
                  <a:lnTo>
                    <a:pt x="116" y="114"/>
                  </a:lnTo>
                  <a:lnTo>
                    <a:pt x="116" y="114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2" y="118"/>
                  </a:lnTo>
                  <a:lnTo>
                    <a:pt x="110" y="118"/>
                  </a:lnTo>
                  <a:lnTo>
                    <a:pt x="108" y="118"/>
                  </a:lnTo>
                  <a:lnTo>
                    <a:pt x="106" y="118"/>
                  </a:lnTo>
                  <a:lnTo>
                    <a:pt x="104" y="118"/>
                  </a:lnTo>
                  <a:lnTo>
                    <a:pt x="102" y="120"/>
                  </a:lnTo>
                  <a:lnTo>
                    <a:pt x="100" y="120"/>
                  </a:lnTo>
                  <a:lnTo>
                    <a:pt x="100" y="124"/>
                  </a:lnTo>
                  <a:lnTo>
                    <a:pt x="98" y="124"/>
                  </a:lnTo>
                  <a:lnTo>
                    <a:pt x="98" y="124"/>
                  </a:lnTo>
                  <a:lnTo>
                    <a:pt x="96" y="126"/>
                  </a:lnTo>
                  <a:lnTo>
                    <a:pt x="94" y="126"/>
                  </a:lnTo>
                  <a:lnTo>
                    <a:pt x="90" y="126"/>
                  </a:lnTo>
                  <a:lnTo>
                    <a:pt x="88" y="128"/>
                  </a:lnTo>
                  <a:lnTo>
                    <a:pt x="88" y="128"/>
                  </a:lnTo>
                  <a:lnTo>
                    <a:pt x="88" y="130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0"/>
                  </a:lnTo>
                  <a:lnTo>
                    <a:pt x="84" y="130"/>
                  </a:lnTo>
                  <a:lnTo>
                    <a:pt x="82" y="130"/>
                  </a:lnTo>
                  <a:lnTo>
                    <a:pt x="80" y="132"/>
                  </a:lnTo>
                  <a:lnTo>
                    <a:pt x="80" y="132"/>
                  </a:lnTo>
                  <a:lnTo>
                    <a:pt x="77" y="132"/>
                  </a:lnTo>
                  <a:lnTo>
                    <a:pt x="75" y="132"/>
                  </a:lnTo>
                  <a:lnTo>
                    <a:pt x="73" y="134"/>
                  </a:lnTo>
                  <a:lnTo>
                    <a:pt x="73" y="136"/>
                  </a:lnTo>
                  <a:lnTo>
                    <a:pt x="73" y="136"/>
                  </a:lnTo>
                  <a:lnTo>
                    <a:pt x="73" y="136"/>
                  </a:lnTo>
                  <a:lnTo>
                    <a:pt x="73" y="136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34"/>
                  </a:lnTo>
                  <a:lnTo>
                    <a:pt x="67" y="132"/>
                  </a:lnTo>
                  <a:lnTo>
                    <a:pt x="65" y="132"/>
                  </a:lnTo>
                  <a:lnTo>
                    <a:pt x="63" y="132"/>
                  </a:lnTo>
                  <a:lnTo>
                    <a:pt x="63" y="132"/>
                  </a:lnTo>
                  <a:lnTo>
                    <a:pt x="53" y="138"/>
                  </a:lnTo>
                  <a:lnTo>
                    <a:pt x="51" y="140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7" y="142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3" y="142"/>
                  </a:lnTo>
                  <a:lnTo>
                    <a:pt x="41" y="142"/>
                  </a:lnTo>
                  <a:lnTo>
                    <a:pt x="41" y="142"/>
                  </a:lnTo>
                  <a:lnTo>
                    <a:pt x="39" y="140"/>
                  </a:lnTo>
                  <a:lnTo>
                    <a:pt x="39" y="136"/>
                  </a:lnTo>
                  <a:lnTo>
                    <a:pt x="37" y="134"/>
                  </a:lnTo>
                  <a:lnTo>
                    <a:pt x="35" y="130"/>
                  </a:lnTo>
                  <a:lnTo>
                    <a:pt x="31" y="128"/>
                  </a:lnTo>
                  <a:lnTo>
                    <a:pt x="22" y="122"/>
                  </a:lnTo>
                  <a:lnTo>
                    <a:pt x="20" y="12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18" y="118"/>
                  </a:lnTo>
                  <a:lnTo>
                    <a:pt x="18" y="116"/>
                  </a:lnTo>
                  <a:lnTo>
                    <a:pt x="20" y="114"/>
                  </a:lnTo>
                  <a:lnTo>
                    <a:pt x="20" y="112"/>
                  </a:lnTo>
                  <a:lnTo>
                    <a:pt x="22" y="112"/>
                  </a:lnTo>
                  <a:lnTo>
                    <a:pt x="22" y="112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103"/>
                  </a:lnTo>
                  <a:lnTo>
                    <a:pt x="22" y="101"/>
                  </a:lnTo>
                  <a:lnTo>
                    <a:pt x="20" y="101"/>
                  </a:lnTo>
                  <a:lnTo>
                    <a:pt x="20" y="101"/>
                  </a:lnTo>
                  <a:lnTo>
                    <a:pt x="20" y="101"/>
                  </a:lnTo>
                  <a:lnTo>
                    <a:pt x="18" y="101"/>
                  </a:lnTo>
                  <a:lnTo>
                    <a:pt x="18" y="99"/>
                  </a:lnTo>
                  <a:lnTo>
                    <a:pt x="18" y="99"/>
                  </a:lnTo>
                  <a:lnTo>
                    <a:pt x="16" y="9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6" y="93"/>
                  </a:lnTo>
                  <a:lnTo>
                    <a:pt x="14" y="91"/>
                  </a:lnTo>
                  <a:lnTo>
                    <a:pt x="14" y="91"/>
                  </a:lnTo>
                  <a:lnTo>
                    <a:pt x="12" y="91"/>
                  </a:lnTo>
                  <a:lnTo>
                    <a:pt x="10" y="93"/>
                  </a:lnTo>
                  <a:lnTo>
                    <a:pt x="8" y="93"/>
                  </a:lnTo>
                  <a:lnTo>
                    <a:pt x="8" y="93"/>
                  </a:lnTo>
                  <a:lnTo>
                    <a:pt x="8" y="93"/>
                  </a:lnTo>
                  <a:lnTo>
                    <a:pt x="8" y="91"/>
                  </a:lnTo>
                  <a:lnTo>
                    <a:pt x="8" y="91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6" y="87"/>
                  </a:lnTo>
                  <a:lnTo>
                    <a:pt x="4" y="87"/>
                  </a:lnTo>
                  <a:lnTo>
                    <a:pt x="4" y="87"/>
                  </a:lnTo>
                  <a:lnTo>
                    <a:pt x="2" y="87"/>
                  </a:lnTo>
                  <a:lnTo>
                    <a:pt x="2" y="85"/>
                  </a:lnTo>
                  <a:lnTo>
                    <a:pt x="0" y="85"/>
                  </a:lnTo>
                  <a:lnTo>
                    <a:pt x="2" y="71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2" y="65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61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10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4" y="55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5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4" y="44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6"/>
                  </a:lnTo>
                  <a:lnTo>
                    <a:pt x="16" y="34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28"/>
                  </a:lnTo>
                  <a:lnTo>
                    <a:pt x="33" y="28"/>
                  </a:lnTo>
                  <a:lnTo>
                    <a:pt x="35" y="26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41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7" y="18"/>
                  </a:lnTo>
                  <a:lnTo>
                    <a:pt x="47" y="18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1" y="12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3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2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3" y="2"/>
                  </a:lnTo>
                  <a:lnTo>
                    <a:pt x="63" y="2"/>
                  </a:lnTo>
                  <a:lnTo>
                    <a:pt x="63" y="2"/>
                  </a:lnTo>
                  <a:lnTo>
                    <a:pt x="63" y="2"/>
                  </a:lnTo>
                  <a:lnTo>
                    <a:pt x="67" y="2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71" y="4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69" y="8"/>
                  </a:lnTo>
                  <a:lnTo>
                    <a:pt x="69" y="8"/>
                  </a:lnTo>
                  <a:lnTo>
                    <a:pt x="69" y="8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3" y="10"/>
                  </a:lnTo>
                  <a:lnTo>
                    <a:pt x="75" y="10"/>
                  </a:lnTo>
                  <a:lnTo>
                    <a:pt x="77" y="10"/>
                  </a:lnTo>
                  <a:lnTo>
                    <a:pt x="77" y="10"/>
                  </a:lnTo>
                  <a:lnTo>
                    <a:pt x="77" y="8"/>
                  </a:lnTo>
                  <a:lnTo>
                    <a:pt x="79" y="6"/>
                  </a:lnTo>
                  <a:lnTo>
                    <a:pt x="79" y="6"/>
                  </a:lnTo>
                  <a:lnTo>
                    <a:pt x="79" y="6"/>
                  </a:lnTo>
                  <a:lnTo>
                    <a:pt x="79" y="6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84" y="6"/>
                  </a:lnTo>
                  <a:lnTo>
                    <a:pt x="86" y="4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auto">
            <a:xfrm>
              <a:off x="3524250" y="3563938"/>
              <a:ext cx="481013" cy="608013"/>
            </a:xfrm>
            <a:custGeom>
              <a:avLst/>
              <a:gdLst>
                <a:gd name="T0" fmla="*/ 398 w 606"/>
                <a:gd name="T1" fmla="*/ 15 h 765"/>
                <a:gd name="T2" fmla="*/ 406 w 606"/>
                <a:gd name="T3" fmla="*/ 51 h 765"/>
                <a:gd name="T4" fmla="*/ 419 w 606"/>
                <a:gd name="T5" fmla="*/ 57 h 765"/>
                <a:gd name="T6" fmla="*/ 437 w 606"/>
                <a:gd name="T7" fmla="*/ 82 h 765"/>
                <a:gd name="T8" fmla="*/ 447 w 606"/>
                <a:gd name="T9" fmla="*/ 113 h 765"/>
                <a:gd name="T10" fmla="*/ 474 w 606"/>
                <a:gd name="T11" fmla="*/ 133 h 765"/>
                <a:gd name="T12" fmla="*/ 486 w 606"/>
                <a:gd name="T13" fmla="*/ 147 h 765"/>
                <a:gd name="T14" fmla="*/ 478 w 606"/>
                <a:gd name="T15" fmla="*/ 170 h 765"/>
                <a:gd name="T16" fmla="*/ 506 w 606"/>
                <a:gd name="T17" fmla="*/ 161 h 765"/>
                <a:gd name="T18" fmla="*/ 531 w 606"/>
                <a:gd name="T19" fmla="*/ 176 h 765"/>
                <a:gd name="T20" fmla="*/ 547 w 606"/>
                <a:gd name="T21" fmla="*/ 190 h 765"/>
                <a:gd name="T22" fmla="*/ 566 w 606"/>
                <a:gd name="T23" fmla="*/ 190 h 765"/>
                <a:gd name="T24" fmla="*/ 570 w 606"/>
                <a:gd name="T25" fmla="*/ 216 h 765"/>
                <a:gd name="T26" fmla="*/ 566 w 606"/>
                <a:gd name="T27" fmla="*/ 249 h 765"/>
                <a:gd name="T28" fmla="*/ 576 w 606"/>
                <a:gd name="T29" fmla="*/ 251 h 765"/>
                <a:gd name="T30" fmla="*/ 580 w 606"/>
                <a:gd name="T31" fmla="*/ 269 h 765"/>
                <a:gd name="T32" fmla="*/ 578 w 606"/>
                <a:gd name="T33" fmla="*/ 300 h 765"/>
                <a:gd name="T34" fmla="*/ 600 w 606"/>
                <a:gd name="T35" fmla="*/ 329 h 765"/>
                <a:gd name="T36" fmla="*/ 541 w 606"/>
                <a:gd name="T37" fmla="*/ 398 h 765"/>
                <a:gd name="T38" fmla="*/ 564 w 606"/>
                <a:gd name="T39" fmla="*/ 426 h 765"/>
                <a:gd name="T40" fmla="*/ 572 w 606"/>
                <a:gd name="T41" fmla="*/ 461 h 765"/>
                <a:gd name="T42" fmla="*/ 549 w 606"/>
                <a:gd name="T43" fmla="*/ 512 h 765"/>
                <a:gd name="T44" fmla="*/ 539 w 606"/>
                <a:gd name="T45" fmla="*/ 559 h 765"/>
                <a:gd name="T46" fmla="*/ 529 w 606"/>
                <a:gd name="T47" fmla="*/ 597 h 765"/>
                <a:gd name="T48" fmla="*/ 517 w 606"/>
                <a:gd name="T49" fmla="*/ 632 h 765"/>
                <a:gd name="T50" fmla="*/ 478 w 606"/>
                <a:gd name="T51" fmla="*/ 673 h 765"/>
                <a:gd name="T52" fmla="*/ 286 w 606"/>
                <a:gd name="T53" fmla="*/ 669 h 765"/>
                <a:gd name="T54" fmla="*/ 174 w 606"/>
                <a:gd name="T55" fmla="*/ 746 h 765"/>
                <a:gd name="T56" fmla="*/ 47 w 606"/>
                <a:gd name="T57" fmla="*/ 763 h 765"/>
                <a:gd name="T58" fmla="*/ 4 w 606"/>
                <a:gd name="T59" fmla="*/ 718 h 765"/>
                <a:gd name="T60" fmla="*/ 9 w 606"/>
                <a:gd name="T61" fmla="*/ 695 h 765"/>
                <a:gd name="T62" fmla="*/ 31 w 606"/>
                <a:gd name="T63" fmla="*/ 683 h 765"/>
                <a:gd name="T64" fmla="*/ 15 w 606"/>
                <a:gd name="T65" fmla="*/ 669 h 765"/>
                <a:gd name="T66" fmla="*/ 21 w 606"/>
                <a:gd name="T67" fmla="*/ 626 h 765"/>
                <a:gd name="T68" fmla="*/ 27 w 606"/>
                <a:gd name="T69" fmla="*/ 604 h 765"/>
                <a:gd name="T70" fmla="*/ 58 w 606"/>
                <a:gd name="T71" fmla="*/ 610 h 765"/>
                <a:gd name="T72" fmla="*/ 98 w 606"/>
                <a:gd name="T73" fmla="*/ 587 h 765"/>
                <a:gd name="T74" fmla="*/ 127 w 606"/>
                <a:gd name="T75" fmla="*/ 575 h 765"/>
                <a:gd name="T76" fmla="*/ 168 w 606"/>
                <a:gd name="T77" fmla="*/ 534 h 765"/>
                <a:gd name="T78" fmla="*/ 184 w 606"/>
                <a:gd name="T79" fmla="*/ 522 h 765"/>
                <a:gd name="T80" fmla="*/ 227 w 606"/>
                <a:gd name="T81" fmla="*/ 496 h 765"/>
                <a:gd name="T82" fmla="*/ 262 w 606"/>
                <a:gd name="T83" fmla="*/ 473 h 765"/>
                <a:gd name="T84" fmla="*/ 262 w 606"/>
                <a:gd name="T85" fmla="*/ 441 h 765"/>
                <a:gd name="T86" fmla="*/ 253 w 606"/>
                <a:gd name="T87" fmla="*/ 434 h 765"/>
                <a:gd name="T88" fmla="*/ 241 w 606"/>
                <a:gd name="T89" fmla="*/ 412 h 765"/>
                <a:gd name="T90" fmla="*/ 260 w 606"/>
                <a:gd name="T91" fmla="*/ 384 h 765"/>
                <a:gd name="T92" fmla="*/ 286 w 606"/>
                <a:gd name="T93" fmla="*/ 357 h 765"/>
                <a:gd name="T94" fmla="*/ 341 w 606"/>
                <a:gd name="T95" fmla="*/ 316 h 765"/>
                <a:gd name="T96" fmla="*/ 355 w 606"/>
                <a:gd name="T97" fmla="*/ 282 h 765"/>
                <a:gd name="T98" fmla="*/ 329 w 606"/>
                <a:gd name="T99" fmla="*/ 255 h 765"/>
                <a:gd name="T100" fmla="*/ 300 w 606"/>
                <a:gd name="T101" fmla="*/ 235 h 765"/>
                <a:gd name="T102" fmla="*/ 280 w 606"/>
                <a:gd name="T103" fmla="*/ 184 h 765"/>
                <a:gd name="T104" fmla="*/ 268 w 606"/>
                <a:gd name="T105" fmla="*/ 145 h 765"/>
                <a:gd name="T106" fmla="*/ 302 w 606"/>
                <a:gd name="T107" fmla="*/ 139 h 765"/>
                <a:gd name="T108" fmla="*/ 333 w 606"/>
                <a:gd name="T109" fmla="*/ 133 h 765"/>
                <a:gd name="T110" fmla="*/ 345 w 606"/>
                <a:gd name="T111" fmla="*/ 129 h 765"/>
                <a:gd name="T112" fmla="*/ 353 w 606"/>
                <a:gd name="T113" fmla="*/ 108 h 765"/>
                <a:gd name="T114" fmla="*/ 339 w 606"/>
                <a:gd name="T115" fmla="*/ 94 h 765"/>
                <a:gd name="T116" fmla="*/ 329 w 606"/>
                <a:gd name="T117" fmla="*/ 72 h 765"/>
                <a:gd name="T118" fmla="*/ 315 w 606"/>
                <a:gd name="T119" fmla="*/ 53 h 765"/>
                <a:gd name="T120" fmla="*/ 323 w 606"/>
                <a:gd name="T121" fmla="*/ 33 h 765"/>
                <a:gd name="T122" fmla="*/ 323 w 606"/>
                <a:gd name="T123" fmla="*/ 11 h 765"/>
                <a:gd name="T124" fmla="*/ 349 w 606"/>
                <a:gd name="T125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06" h="765">
                  <a:moveTo>
                    <a:pt x="351" y="0"/>
                  </a:moveTo>
                  <a:lnTo>
                    <a:pt x="353" y="0"/>
                  </a:lnTo>
                  <a:lnTo>
                    <a:pt x="358" y="2"/>
                  </a:lnTo>
                  <a:lnTo>
                    <a:pt x="358" y="2"/>
                  </a:lnTo>
                  <a:lnTo>
                    <a:pt x="358" y="2"/>
                  </a:lnTo>
                  <a:lnTo>
                    <a:pt x="360" y="4"/>
                  </a:lnTo>
                  <a:lnTo>
                    <a:pt x="360" y="4"/>
                  </a:lnTo>
                  <a:lnTo>
                    <a:pt x="360" y="4"/>
                  </a:lnTo>
                  <a:lnTo>
                    <a:pt x="360" y="5"/>
                  </a:lnTo>
                  <a:lnTo>
                    <a:pt x="360" y="5"/>
                  </a:lnTo>
                  <a:lnTo>
                    <a:pt x="362" y="5"/>
                  </a:lnTo>
                  <a:lnTo>
                    <a:pt x="362" y="7"/>
                  </a:lnTo>
                  <a:lnTo>
                    <a:pt x="362" y="7"/>
                  </a:lnTo>
                  <a:lnTo>
                    <a:pt x="366" y="7"/>
                  </a:lnTo>
                  <a:lnTo>
                    <a:pt x="366" y="7"/>
                  </a:lnTo>
                  <a:lnTo>
                    <a:pt x="366" y="9"/>
                  </a:lnTo>
                  <a:lnTo>
                    <a:pt x="366" y="9"/>
                  </a:lnTo>
                  <a:lnTo>
                    <a:pt x="366" y="9"/>
                  </a:lnTo>
                  <a:lnTo>
                    <a:pt x="366" y="9"/>
                  </a:lnTo>
                  <a:lnTo>
                    <a:pt x="368" y="9"/>
                  </a:lnTo>
                  <a:lnTo>
                    <a:pt x="368" y="9"/>
                  </a:lnTo>
                  <a:lnTo>
                    <a:pt x="370" y="9"/>
                  </a:lnTo>
                  <a:lnTo>
                    <a:pt x="370" y="9"/>
                  </a:lnTo>
                  <a:lnTo>
                    <a:pt x="372" y="11"/>
                  </a:lnTo>
                  <a:lnTo>
                    <a:pt x="372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8" y="9"/>
                  </a:lnTo>
                  <a:lnTo>
                    <a:pt x="380" y="7"/>
                  </a:lnTo>
                  <a:lnTo>
                    <a:pt x="388" y="5"/>
                  </a:lnTo>
                  <a:lnTo>
                    <a:pt x="388" y="4"/>
                  </a:lnTo>
                  <a:lnTo>
                    <a:pt x="390" y="4"/>
                  </a:lnTo>
                  <a:lnTo>
                    <a:pt x="394" y="4"/>
                  </a:lnTo>
                  <a:lnTo>
                    <a:pt x="394" y="5"/>
                  </a:lnTo>
                  <a:lnTo>
                    <a:pt x="396" y="9"/>
                  </a:lnTo>
                  <a:lnTo>
                    <a:pt x="396" y="9"/>
                  </a:lnTo>
                  <a:lnTo>
                    <a:pt x="396" y="11"/>
                  </a:lnTo>
                  <a:lnTo>
                    <a:pt x="396" y="11"/>
                  </a:lnTo>
                  <a:lnTo>
                    <a:pt x="396" y="13"/>
                  </a:lnTo>
                  <a:lnTo>
                    <a:pt x="398" y="15"/>
                  </a:lnTo>
                  <a:lnTo>
                    <a:pt x="398" y="15"/>
                  </a:lnTo>
                  <a:lnTo>
                    <a:pt x="398" y="15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8" y="21"/>
                  </a:lnTo>
                  <a:lnTo>
                    <a:pt x="398" y="21"/>
                  </a:lnTo>
                  <a:lnTo>
                    <a:pt x="398" y="23"/>
                  </a:lnTo>
                  <a:lnTo>
                    <a:pt x="398" y="25"/>
                  </a:lnTo>
                  <a:lnTo>
                    <a:pt x="398" y="29"/>
                  </a:lnTo>
                  <a:lnTo>
                    <a:pt x="398" y="29"/>
                  </a:lnTo>
                  <a:lnTo>
                    <a:pt x="400" y="31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5"/>
                  </a:lnTo>
                  <a:lnTo>
                    <a:pt x="400" y="35"/>
                  </a:lnTo>
                  <a:lnTo>
                    <a:pt x="400" y="35"/>
                  </a:lnTo>
                  <a:lnTo>
                    <a:pt x="400" y="37"/>
                  </a:lnTo>
                  <a:lnTo>
                    <a:pt x="400" y="37"/>
                  </a:lnTo>
                  <a:lnTo>
                    <a:pt x="400" y="39"/>
                  </a:lnTo>
                  <a:lnTo>
                    <a:pt x="400" y="39"/>
                  </a:lnTo>
                  <a:lnTo>
                    <a:pt x="400" y="41"/>
                  </a:lnTo>
                  <a:lnTo>
                    <a:pt x="400" y="41"/>
                  </a:lnTo>
                  <a:lnTo>
                    <a:pt x="400" y="43"/>
                  </a:lnTo>
                  <a:lnTo>
                    <a:pt x="400" y="43"/>
                  </a:lnTo>
                  <a:lnTo>
                    <a:pt x="400" y="43"/>
                  </a:lnTo>
                  <a:lnTo>
                    <a:pt x="400" y="43"/>
                  </a:lnTo>
                  <a:lnTo>
                    <a:pt x="400" y="45"/>
                  </a:lnTo>
                  <a:lnTo>
                    <a:pt x="400" y="45"/>
                  </a:lnTo>
                  <a:lnTo>
                    <a:pt x="400" y="45"/>
                  </a:lnTo>
                  <a:lnTo>
                    <a:pt x="402" y="45"/>
                  </a:lnTo>
                  <a:lnTo>
                    <a:pt x="404" y="45"/>
                  </a:lnTo>
                  <a:lnTo>
                    <a:pt x="404" y="45"/>
                  </a:lnTo>
                  <a:lnTo>
                    <a:pt x="404" y="45"/>
                  </a:lnTo>
                  <a:lnTo>
                    <a:pt x="406" y="47"/>
                  </a:lnTo>
                  <a:lnTo>
                    <a:pt x="406" y="49"/>
                  </a:lnTo>
                  <a:lnTo>
                    <a:pt x="406" y="49"/>
                  </a:lnTo>
                  <a:lnTo>
                    <a:pt x="406" y="49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6" y="53"/>
                  </a:lnTo>
                  <a:lnTo>
                    <a:pt x="408" y="53"/>
                  </a:lnTo>
                  <a:lnTo>
                    <a:pt x="408" y="55"/>
                  </a:lnTo>
                  <a:lnTo>
                    <a:pt x="408" y="55"/>
                  </a:lnTo>
                  <a:lnTo>
                    <a:pt x="408" y="57"/>
                  </a:lnTo>
                  <a:lnTo>
                    <a:pt x="408" y="57"/>
                  </a:lnTo>
                  <a:lnTo>
                    <a:pt x="408" y="58"/>
                  </a:lnTo>
                  <a:lnTo>
                    <a:pt x="408" y="58"/>
                  </a:lnTo>
                  <a:lnTo>
                    <a:pt x="408" y="58"/>
                  </a:lnTo>
                  <a:lnTo>
                    <a:pt x="408" y="58"/>
                  </a:lnTo>
                  <a:lnTo>
                    <a:pt x="408" y="58"/>
                  </a:lnTo>
                  <a:lnTo>
                    <a:pt x="409" y="60"/>
                  </a:lnTo>
                  <a:lnTo>
                    <a:pt x="409" y="60"/>
                  </a:lnTo>
                  <a:lnTo>
                    <a:pt x="409" y="60"/>
                  </a:lnTo>
                  <a:lnTo>
                    <a:pt x="409" y="60"/>
                  </a:lnTo>
                  <a:lnTo>
                    <a:pt x="409" y="58"/>
                  </a:lnTo>
                  <a:lnTo>
                    <a:pt x="409" y="58"/>
                  </a:lnTo>
                  <a:lnTo>
                    <a:pt x="411" y="57"/>
                  </a:lnTo>
                  <a:lnTo>
                    <a:pt x="411" y="55"/>
                  </a:lnTo>
                  <a:lnTo>
                    <a:pt x="411" y="55"/>
                  </a:lnTo>
                  <a:lnTo>
                    <a:pt x="411" y="53"/>
                  </a:lnTo>
                  <a:lnTo>
                    <a:pt x="411" y="53"/>
                  </a:lnTo>
                  <a:lnTo>
                    <a:pt x="411" y="53"/>
                  </a:lnTo>
                  <a:lnTo>
                    <a:pt x="411" y="53"/>
                  </a:lnTo>
                  <a:lnTo>
                    <a:pt x="411" y="51"/>
                  </a:lnTo>
                  <a:lnTo>
                    <a:pt x="411" y="51"/>
                  </a:lnTo>
                  <a:lnTo>
                    <a:pt x="413" y="51"/>
                  </a:lnTo>
                  <a:lnTo>
                    <a:pt x="417" y="49"/>
                  </a:lnTo>
                  <a:lnTo>
                    <a:pt x="417" y="49"/>
                  </a:lnTo>
                  <a:lnTo>
                    <a:pt x="417" y="49"/>
                  </a:lnTo>
                  <a:lnTo>
                    <a:pt x="419" y="51"/>
                  </a:lnTo>
                  <a:lnTo>
                    <a:pt x="419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1"/>
                  </a:lnTo>
                  <a:lnTo>
                    <a:pt x="421" y="53"/>
                  </a:lnTo>
                  <a:lnTo>
                    <a:pt x="421" y="53"/>
                  </a:lnTo>
                  <a:lnTo>
                    <a:pt x="421" y="55"/>
                  </a:lnTo>
                  <a:lnTo>
                    <a:pt x="421" y="55"/>
                  </a:lnTo>
                  <a:lnTo>
                    <a:pt x="421" y="55"/>
                  </a:lnTo>
                  <a:lnTo>
                    <a:pt x="421" y="55"/>
                  </a:lnTo>
                  <a:lnTo>
                    <a:pt x="419" y="57"/>
                  </a:lnTo>
                  <a:lnTo>
                    <a:pt x="419" y="57"/>
                  </a:lnTo>
                  <a:lnTo>
                    <a:pt x="419" y="57"/>
                  </a:lnTo>
                  <a:lnTo>
                    <a:pt x="419" y="57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9" y="60"/>
                  </a:lnTo>
                  <a:lnTo>
                    <a:pt x="419" y="60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9" y="64"/>
                  </a:lnTo>
                  <a:lnTo>
                    <a:pt x="419" y="64"/>
                  </a:lnTo>
                  <a:lnTo>
                    <a:pt x="419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6"/>
                  </a:lnTo>
                  <a:lnTo>
                    <a:pt x="421" y="66"/>
                  </a:lnTo>
                  <a:lnTo>
                    <a:pt x="421" y="66"/>
                  </a:lnTo>
                  <a:lnTo>
                    <a:pt x="423" y="68"/>
                  </a:lnTo>
                  <a:lnTo>
                    <a:pt x="423" y="68"/>
                  </a:lnTo>
                  <a:lnTo>
                    <a:pt x="423" y="68"/>
                  </a:lnTo>
                  <a:lnTo>
                    <a:pt x="423" y="68"/>
                  </a:lnTo>
                  <a:lnTo>
                    <a:pt x="425" y="68"/>
                  </a:lnTo>
                  <a:lnTo>
                    <a:pt x="425" y="68"/>
                  </a:lnTo>
                  <a:lnTo>
                    <a:pt x="425" y="68"/>
                  </a:lnTo>
                  <a:lnTo>
                    <a:pt x="425" y="68"/>
                  </a:lnTo>
                  <a:lnTo>
                    <a:pt x="427" y="70"/>
                  </a:lnTo>
                  <a:lnTo>
                    <a:pt x="427" y="70"/>
                  </a:lnTo>
                  <a:lnTo>
                    <a:pt x="429" y="70"/>
                  </a:lnTo>
                  <a:lnTo>
                    <a:pt x="429" y="72"/>
                  </a:lnTo>
                  <a:lnTo>
                    <a:pt x="431" y="74"/>
                  </a:lnTo>
                  <a:lnTo>
                    <a:pt x="431" y="76"/>
                  </a:lnTo>
                  <a:lnTo>
                    <a:pt x="431" y="76"/>
                  </a:lnTo>
                  <a:lnTo>
                    <a:pt x="431" y="76"/>
                  </a:lnTo>
                  <a:lnTo>
                    <a:pt x="431" y="78"/>
                  </a:lnTo>
                  <a:lnTo>
                    <a:pt x="433" y="78"/>
                  </a:lnTo>
                  <a:lnTo>
                    <a:pt x="435" y="80"/>
                  </a:lnTo>
                  <a:lnTo>
                    <a:pt x="435" y="80"/>
                  </a:lnTo>
                  <a:lnTo>
                    <a:pt x="437" y="82"/>
                  </a:lnTo>
                  <a:lnTo>
                    <a:pt x="437" y="82"/>
                  </a:lnTo>
                  <a:lnTo>
                    <a:pt x="437" y="82"/>
                  </a:lnTo>
                  <a:lnTo>
                    <a:pt x="435" y="84"/>
                  </a:lnTo>
                  <a:lnTo>
                    <a:pt x="435" y="88"/>
                  </a:lnTo>
                  <a:lnTo>
                    <a:pt x="435" y="88"/>
                  </a:lnTo>
                  <a:lnTo>
                    <a:pt x="435" y="88"/>
                  </a:lnTo>
                  <a:lnTo>
                    <a:pt x="435" y="90"/>
                  </a:lnTo>
                  <a:lnTo>
                    <a:pt x="435" y="92"/>
                  </a:lnTo>
                  <a:lnTo>
                    <a:pt x="435" y="92"/>
                  </a:lnTo>
                  <a:lnTo>
                    <a:pt x="437" y="94"/>
                  </a:lnTo>
                  <a:lnTo>
                    <a:pt x="437" y="94"/>
                  </a:lnTo>
                  <a:lnTo>
                    <a:pt x="437" y="94"/>
                  </a:lnTo>
                  <a:lnTo>
                    <a:pt x="437" y="94"/>
                  </a:lnTo>
                  <a:lnTo>
                    <a:pt x="439" y="96"/>
                  </a:lnTo>
                  <a:lnTo>
                    <a:pt x="441" y="96"/>
                  </a:lnTo>
                  <a:lnTo>
                    <a:pt x="443" y="96"/>
                  </a:lnTo>
                  <a:lnTo>
                    <a:pt x="443" y="96"/>
                  </a:lnTo>
                  <a:lnTo>
                    <a:pt x="445" y="96"/>
                  </a:lnTo>
                  <a:lnTo>
                    <a:pt x="445" y="96"/>
                  </a:lnTo>
                  <a:lnTo>
                    <a:pt x="445" y="98"/>
                  </a:lnTo>
                  <a:lnTo>
                    <a:pt x="447" y="98"/>
                  </a:lnTo>
                  <a:lnTo>
                    <a:pt x="447" y="100"/>
                  </a:lnTo>
                  <a:lnTo>
                    <a:pt x="449" y="100"/>
                  </a:lnTo>
                  <a:lnTo>
                    <a:pt x="449" y="100"/>
                  </a:lnTo>
                  <a:lnTo>
                    <a:pt x="449" y="102"/>
                  </a:lnTo>
                  <a:lnTo>
                    <a:pt x="451" y="102"/>
                  </a:lnTo>
                  <a:lnTo>
                    <a:pt x="451" y="102"/>
                  </a:lnTo>
                  <a:lnTo>
                    <a:pt x="451" y="104"/>
                  </a:lnTo>
                  <a:lnTo>
                    <a:pt x="449" y="104"/>
                  </a:lnTo>
                  <a:lnTo>
                    <a:pt x="445" y="110"/>
                  </a:lnTo>
                  <a:lnTo>
                    <a:pt x="443" y="110"/>
                  </a:lnTo>
                  <a:lnTo>
                    <a:pt x="443" y="110"/>
                  </a:lnTo>
                  <a:lnTo>
                    <a:pt x="443" y="112"/>
                  </a:lnTo>
                  <a:lnTo>
                    <a:pt x="443" y="112"/>
                  </a:lnTo>
                  <a:lnTo>
                    <a:pt x="443" y="112"/>
                  </a:lnTo>
                  <a:lnTo>
                    <a:pt x="443" y="113"/>
                  </a:lnTo>
                  <a:lnTo>
                    <a:pt x="443" y="113"/>
                  </a:lnTo>
                  <a:lnTo>
                    <a:pt x="445" y="113"/>
                  </a:lnTo>
                  <a:lnTo>
                    <a:pt x="445" y="113"/>
                  </a:lnTo>
                  <a:lnTo>
                    <a:pt x="445" y="115"/>
                  </a:lnTo>
                  <a:lnTo>
                    <a:pt x="447" y="115"/>
                  </a:lnTo>
                  <a:lnTo>
                    <a:pt x="447" y="115"/>
                  </a:lnTo>
                  <a:lnTo>
                    <a:pt x="447" y="115"/>
                  </a:lnTo>
                  <a:lnTo>
                    <a:pt x="447" y="113"/>
                  </a:lnTo>
                  <a:lnTo>
                    <a:pt x="447" y="113"/>
                  </a:lnTo>
                  <a:lnTo>
                    <a:pt x="449" y="113"/>
                  </a:lnTo>
                  <a:lnTo>
                    <a:pt x="449" y="115"/>
                  </a:lnTo>
                  <a:lnTo>
                    <a:pt x="449" y="115"/>
                  </a:lnTo>
                  <a:lnTo>
                    <a:pt x="449" y="117"/>
                  </a:lnTo>
                  <a:lnTo>
                    <a:pt x="449" y="117"/>
                  </a:lnTo>
                  <a:lnTo>
                    <a:pt x="449" y="117"/>
                  </a:lnTo>
                  <a:lnTo>
                    <a:pt x="451" y="117"/>
                  </a:lnTo>
                  <a:lnTo>
                    <a:pt x="451" y="117"/>
                  </a:lnTo>
                  <a:lnTo>
                    <a:pt x="451" y="117"/>
                  </a:lnTo>
                  <a:lnTo>
                    <a:pt x="453" y="117"/>
                  </a:lnTo>
                  <a:lnTo>
                    <a:pt x="453" y="117"/>
                  </a:lnTo>
                  <a:lnTo>
                    <a:pt x="453" y="119"/>
                  </a:lnTo>
                  <a:lnTo>
                    <a:pt x="453" y="119"/>
                  </a:lnTo>
                  <a:lnTo>
                    <a:pt x="453" y="119"/>
                  </a:lnTo>
                  <a:lnTo>
                    <a:pt x="453" y="121"/>
                  </a:lnTo>
                  <a:lnTo>
                    <a:pt x="453" y="121"/>
                  </a:lnTo>
                  <a:lnTo>
                    <a:pt x="451" y="121"/>
                  </a:lnTo>
                  <a:lnTo>
                    <a:pt x="451" y="123"/>
                  </a:lnTo>
                  <a:lnTo>
                    <a:pt x="451" y="123"/>
                  </a:lnTo>
                  <a:lnTo>
                    <a:pt x="453" y="125"/>
                  </a:lnTo>
                  <a:lnTo>
                    <a:pt x="453" y="125"/>
                  </a:lnTo>
                  <a:lnTo>
                    <a:pt x="453" y="125"/>
                  </a:lnTo>
                  <a:lnTo>
                    <a:pt x="453" y="125"/>
                  </a:lnTo>
                  <a:lnTo>
                    <a:pt x="457" y="127"/>
                  </a:lnTo>
                  <a:lnTo>
                    <a:pt x="457" y="127"/>
                  </a:lnTo>
                  <a:lnTo>
                    <a:pt x="459" y="131"/>
                  </a:lnTo>
                  <a:lnTo>
                    <a:pt x="460" y="131"/>
                  </a:lnTo>
                  <a:lnTo>
                    <a:pt x="460" y="131"/>
                  </a:lnTo>
                  <a:lnTo>
                    <a:pt x="460" y="131"/>
                  </a:lnTo>
                  <a:lnTo>
                    <a:pt x="460" y="131"/>
                  </a:lnTo>
                  <a:lnTo>
                    <a:pt x="462" y="131"/>
                  </a:lnTo>
                  <a:lnTo>
                    <a:pt x="466" y="131"/>
                  </a:lnTo>
                  <a:lnTo>
                    <a:pt x="470" y="131"/>
                  </a:lnTo>
                  <a:lnTo>
                    <a:pt x="472" y="131"/>
                  </a:lnTo>
                  <a:lnTo>
                    <a:pt x="472" y="131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4" y="133"/>
                  </a:lnTo>
                  <a:lnTo>
                    <a:pt x="474" y="133"/>
                  </a:lnTo>
                  <a:lnTo>
                    <a:pt x="474" y="133"/>
                  </a:lnTo>
                  <a:lnTo>
                    <a:pt x="474" y="133"/>
                  </a:lnTo>
                  <a:lnTo>
                    <a:pt x="474" y="133"/>
                  </a:lnTo>
                  <a:lnTo>
                    <a:pt x="474" y="133"/>
                  </a:lnTo>
                  <a:lnTo>
                    <a:pt x="476" y="133"/>
                  </a:lnTo>
                  <a:lnTo>
                    <a:pt x="474" y="135"/>
                  </a:lnTo>
                  <a:lnTo>
                    <a:pt x="474" y="135"/>
                  </a:lnTo>
                  <a:lnTo>
                    <a:pt x="474" y="135"/>
                  </a:lnTo>
                  <a:lnTo>
                    <a:pt x="474" y="135"/>
                  </a:lnTo>
                  <a:lnTo>
                    <a:pt x="476" y="137"/>
                  </a:lnTo>
                  <a:lnTo>
                    <a:pt x="478" y="137"/>
                  </a:lnTo>
                  <a:lnTo>
                    <a:pt x="480" y="137"/>
                  </a:lnTo>
                  <a:lnTo>
                    <a:pt x="480" y="137"/>
                  </a:lnTo>
                  <a:lnTo>
                    <a:pt x="482" y="137"/>
                  </a:lnTo>
                  <a:lnTo>
                    <a:pt x="482" y="137"/>
                  </a:lnTo>
                  <a:lnTo>
                    <a:pt x="482" y="137"/>
                  </a:lnTo>
                  <a:lnTo>
                    <a:pt x="482" y="137"/>
                  </a:lnTo>
                  <a:lnTo>
                    <a:pt x="482" y="139"/>
                  </a:lnTo>
                  <a:lnTo>
                    <a:pt x="482" y="139"/>
                  </a:lnTo>
                  <a:lnTo>
                    <a:pt x="482" y="139"/>
                  </a:lnTo>
                  <a:lnTo>
                    <a:pt x="482" y="139"/>
                  </a:lnTo>
                  <a:lnTo>
                    <a:pt x="482" y="139"/>
                  </a:lnTo>
                  <a:lnTo>
                    <a:pt x="482" y="141"/>
                  </a:lnTo>
                  <a:lnTo>
                    <a:pt x="482" y="141"/>
                  </a:lnTo>
                  <a:lnTo>
                    <a:pt x="482" y="141"/>
                  </a:lnTo>
                  <a:lnTo>
                    <a:pt x="486" y="141"/>
                  </a:lnTo>
                  <a:lnTo>
                    <a:pt x="486" y="141"/>
                  </a:lnTo>
                  <a:lnTo>
                    <a:pt x="488" y="141"/>
                  </a:lnTo>
                  <a:lnTo>
                    <a:pt x="488" y="141"/>
                  </a:lnTo>
                  <a:lnTo>
                    <a:pt x="488" y="143"/>
                  </a:lnTo>
                  <a:lnTo>
                    <a:pt x="490" y="143"/>
                  </a:lnTo>
                  <a:lnTo>
                    <a:pt x="490" y="143"/>
                  </a:lnTo>
                  <a:lnTo>
                    <a:pt x="490" y="143"/>
                  </a:lnTo>
                  <a:lnTo>
                    <a:pt x="488" y="145"/>
                  </a:lnTo>
                  <a:lnTo>
                    <a:pt x="490" y="145"/>
                  </a:lnTo>
                  <a:lnTo>
                    <a:pt x="490" y="145"/>
                  </a:lnTo>
                  <a:lnTo>
                    <a:pt x="490" y="145"/>
                  </a:lnTo>
                  <a:lnTo>
                    <a:pt x="490" y="145"/>
                  </a:lnTo>
                  <a:lnTo>
                    <a:pt x="488" y="145"/>
                  </a:lnTo>
                  <a:lnTo>
                    <a:pt x="488" y="145"/>
                  </a:lnTo>
                  <a:lnTo>
                    <a:pt x="488" y="145"/>
                  </a:lnTo>
                  <a:lnTo>
                    <a:pt x="486" y="147"/>
                  </a:lnTo>
                  <a:lnTo>
                    <a:pt x="486" y="147"/>
                  </a:lnTo>
                  <a:lnTo>
                    <a:pt x="486" y="147"/>
                  </a:lnTo>
                  <a:lnTo>
                    <a:pt x="482" y="149"/>
                  </a:lnTo>
                  <a:lnTo>
                    <a:pt x="482" y="149"/>
                  </a:lnTo>
                  <a:lnTo>
                    <a:pt x="482" y="149"/>
                  </a:lnTo>
                  <a:lnTo>
                    <a:pt x="482" y="149"/>
                  </a:lnTo>
                  <a:lnTo>
                    <a:pt x="480" y="149"/>
                  </a:lnTo>
                  <a:lnTo>
                    <a:pt x="480" y="149"/>
                  </a:lnTo>
                  <a:lnTo>
                    <a:pt x="480" y="151"/>
                  </a:lnTo>
                  <a:lnTo>
                    <a:pt x="480" y="151"/>
                  </a:lnTo>
                  <a:lnTo>
                    <a:pt x="480" y="151"/>
                  </a:lnTo>
                  <a:lnTo>
                    <a:pt x="480" y="151"/>
                  </a:lnTo>
                  <a:lnTo>
                    <a:pt x="478" y="151"/>
                  </a:lnTo>
                  <a:lnTo>
                    <a:pt x="478" y="151"/>
                  </a:lnTo>
                  <a:lnTo>
                    <a:pt x="478" y="151"/>
                  </a:lnTo>
                  <a:lnTo>
                    <a:pt x="478" y="151"/>
                  </a:lnTo>
                  <a:lnTo>
                    <a:pt x="476" y="153"/>
                  </a:lnTo>
                  <a:lnTo>
                    <a:pt x="476" y="153"/>
                  </a:lnTo>
                  <a:lnTo>
                    <a:pt x="476" y="153"/>
                  </a:lnTo>
                  <a:lnTo>
                    <a:pt x="476" y="153"/>
                  </a:lnTo>
                  <a:lnTo>
                    <a:pt x="474" y="155"/>
                  </a:lnTo>
                  <a:lnTo>
                    <a:pt x="474" y="155"/>
                  </a:lnTo>
                  <a:lnTo>
                    <a:pt x="474" y="155"/>
                  </a:lnTo>
                  <a:lnTo>
                    <a:pt x="474" y="157"/>
                  </a:lnTo>
                  <a:lnTo>
                    <a:pt x="474" y="157"/>
                  </a:lnTo>
                  <a:lnTo>
                    <a:pt x="474" y="157"/>
                  </a:lnTo>
                  <a:lnTo>
                    <a:pt x="472" y="157"/>
                  </a:lnTo>
                  <a:lnTo>
                    <a:pt x="472" y="157"/>
                  </a:lnTo>
                  <a:lnTo>
                    <a:pt x="470" y="157"/>
                  </a:lnTo>
                  <a:lnTo>
                    <a:pt x="470" y="157"/>
                  </a:lnTo>
                  <a:lnTo>
                    <a:pt x="470" y="159"/>
                  </a:lnTo>
                  <a:lnTo>
                    <a:pt x="470" y="159"/>
                  </a:lnTo>
                  <a:lnTo>
                    <a:pt x="470" y="161"/>
                  </a:lnTo>
                  <a:lnTo>
                    <a:pt x="472" y="161"/>
                  </a:lnTo>
                  <a:lnTo>
                    <a:pt x="472" y="163"/>
                  </a:lnTo>
                  <a:lnTo>
                    <a:pt x="472" y="163"/>
                  </a:lnTo>
                  <a:lnTo>
                    <a:pt x="472" y="163"/>
                  </a:lnTo>
                  <a:lnTo>
                    <a:pt x="474" y="165"/>
                  </a:lnTo>
                  <a:lnTo>
                    <a:pt x="476" y="166"/>
                  </a:lnTo>
                  <a:lnTo>
                    <a:pt x="476" y="166"/>
                  </a:lnTo>
                  <a:lnTo>
                    <a:pt x="478" y="168"/>
                  </a:lnTo>
                  <a:lnTo>
                    <a:pt x="478" y="168"/>
                  </a:lnTo>
                  <a:lnTo>
                    <a:pt x="478" y="170"/>
                  </a:lnTo>
                  <a:lnTo>
                    <a:pt x="478" y="170"/>
                  </a:lnTo>
                  <a:lnTo>
                    <a:pt x="478" y="170"/>
                  </a:lnTo>
                  <a:lnTo>
                    <a:pt x="478" y="170"/>
                  </a:lnTo>
                  <a:lnTo>
                    <a:pt x="478" y="172"/>
                  </a:lnTo>
                  <a:lnTo>
                    <a:pt x="478" y="172"/>
                  </a:lnTo>
                  <a:lnTo>
                    <a:pt x="478" y="172"/>
                  </a:lnTo>
                  <a:lnTo>
                    <a:pt x="478" y="174"/>
                  </a:lnTo>
                  <a:lnTo>
                    <a:pt x="478" y="174"/>
                  </a:lnTo>
                  <a:lnTo>
                    <a:pt x="478" y="174"/>
                  </a:lnTo>
                  <a:lnTo>
                    <a:pt x="480" y="174"/>
                  </a:lnTo>
                  <a:lnTo>
                    <a:pt x="480" y="176"/>
                  </a:lnTo>
                  <a:lnTo>
                    <a:pt x="482" y="176"/>
                  </a:lnTo>
                  <a:lnTo>
                    <a:pt x="482" y="174"/>
                  </a:lnTo>
                  <a:lnTo>
                    <a:pt x="482" y="174"/>
                  </a:lnTo>
                  <a:lnTo>
                    <a:pt x="482" y="174"/>
                  </a:lnTo>
                  <a:lnTo>
                    <a:pt x="484" y="172"/>
                  </a:lnTo>
                  <a:lnTo>
                    <a:pt x="484" y="172"/>
                  </a:lnTo>
                  <a:lnTo>
                    <a:pt x="484" y="172"/>
                  </a:lnTo>
                  <a:lnTo>
                    <a:pt x="484" y="172"/>
                  </a:lnTo>
                  <a:lnTo>
                    <a:pt x="486" y="172"/>
                  </a:lnTo>
                  <a:lnTo>
                    <a:pt x="486" y="172"/>
                  </a:lnTo>
                  <a:lnTo>
                    <a:pt x="488" y="172"/>
                  </a:lnTo>
                  <a:lnTo>
                    <a:pt x="488" y="172"/>
                  </a:lnTo>
                  <a:lnTo>
                    <a:pt x="488" y="172"/>
                  </a:lnTo>
                  <a:lnTo>
                    <a:pt x="488" y="174"/>
                  </a:lnTo>
                  <a:lnTo>
                    <a:pt x="488" y="174"/>
                  </a:lnTo>
                  <a:lnTo>
                    <a:pt x="488" y="174"/>
                  </a:lnTo>
                  <a:lnTo>
                    <a:pt x="488" y="174"/>
                  </a:lnTo>
                  <a:lnTo>
                    <a:pt x="490" y="174"/>
                  </a:lnTo>
                  <a:lnTo>
                    <a:pt x="490" y="174"/>
                  </a:lnTo>
                  <a:lnTo>
                    <a:pt x="494" y="174"/>
                  </a:lnTo>
                  <a:lnTo>
                    <a:pt x="494" y="172"/>
                  </a:lnTo>
                  <a:lnTo>
                    <a:pt x="494" y="172"/>
                  </a:lnTo>
                  <a:lnTo>
                    <a:pt x="494" y="172"/>
                  </a:lnTo>
                  <a:lnTo>
                    <a:pt x="494" y="170"/>
                  </a:lnTo>
                  <a:lnTo>
                    <a:pt x="494" y="170"/>
                  </a:lnTo>
                  <a:lnTo>
                    <a:pt x="496" y="170"/>
                  </a:lnTo>
                  <a:lnTo>
                    <a:pt x="500" y="168"/>
                  </a:lnTo>
                  <a:lnTo>
                    <a:pt x="500" y="166"/>
                  </a:lnTo>
                  <a:lnTo>
                    <a:pt x="500" y="166"/>
                  </a:lnTo>
                  <a:lnTo>
                    <a:pt x="506" y="163"/>
                  </a:lnTo>
                  <a:lnTo>
                    <a:pt x="506" y="163"/>
                  </a:lnTo>
                  <a:lnTo>
                    <a:pt x="506" y="163"/>
                  </a:lnTo>
                  <a:lnTo>
                    <a:pt x="506" y="161"/>
                  </a:lnTo>
                  <a:lnTo>
                    <a:pt x="508" y="161"/>
                  </a:lnTo>
                  <a:lnTo>
                    <a:pt x="510" y="159"/>
                  </a:lnTo>
                  <a:lnTo>
                    <a:pt x="513" y="157"/>
                  </a:lnTo>
                  <a:lnTo>
                    <a:pt x="513" y="157"/>
                  </a:lnTo>
                  <a:lnTo>
                    <a:pt x="515" y="159"/>
                  </a:lnTo>
                  <a:lnTo>
                    <a:pt x="515" y="159"/>
                  </a:lnTo>
                  <a:lnTo>
                    <a:pt x="517" y="159"/>
                  </a:lnTo>
                  <a:lnTo>
                    <a:pt x="517" y="157"/>
                  </a:lnTo>
                  <a:lnTo>
                    <a:pt x="521" y="155"/>
                  </a:lnTo>
                  <a:lnTo>
                    <a:pt x="521" y="155"/>
                  </a:lnTo>
                  <a:lnTo>
                    <a:pt x="523" y="155"/>
                  </a:lnTo>
                  <a:lnTo>
                    <a:pt x="523" y="157"/>
                  </a:lnTo>
                  <a:lnTo>
                    <a:pt x="525" y="157"/>
                  </a:lnTo>
                  <a:lnTo>
                    <a:pt x="525" y="159"/>
                  </a:lnTo>
                  <a:lnTo>
                    <a:pt x="525" y="159"/>
                  </a:lnTo>
                  <a:lnTo>
                    <a:pt x="527" y="161"/>
                  </a:lnTo>
                  <a:lnTo>
                    <a:pt x="527" y="161"/>
                  </a:lnTo>
                  <a:lnTo>
                    <a:pt x="527" y="161"/>
                  </a:lnTo>
                  <a:lnTo>
                    <a:pt x="527" y="161"/>
                  </a:lnTo>
                  <a:lnTo>
                    <a:pt x="527" y="163"/>
                  </a:lnTo>
                  <a:lnTo>
                    <a:pt x="527" y="165"/>
                  </a:lnTo>
                  <a:lnTo>
                    <a:pt x="527" y="165"/>
                  </a:lnTo>
                  <a:lnTo>
                    <a:pt x="527" y="165"/>
                  </a:lnTo>
                  <a:lnTo>
                    <a:pt x="527" y="166"/>
                  </a:lnTo>
                  <a:lnTo>
                    <a:pt x="529" y="166"/>
                  </a:lnTo>
                  <a:lnTo>
                    <a:pt x="529" y="166"/>
                  </a:lnTo>
                  <a:lnTo>
                    <a:pt x="529" y="166"/>
                  </a:lnTo>
                  <a:lnTo>
                    <a:pt x="529" y="166"/>
                  </a:lnTo>
                  <a:lnTo>
                    <a:pt x="529" y="166"/>
                  </a:lnTo>
                  <a:lnTo>
                    <a:pt x="531" y="168"/>
                  </a:lnTo>
                  <a:lnTo>
                    <a:pt x="531" y="168"/>
                  </a:lnTo>
                  <a:lnTo>
                    <a:pt x="531" y="168"/>
                  </a:lnTo>
                  <a:lnTo>
                    <a:pt x="531" y="168"/>
                  </a:lnTo>
                  <a:lnTo>
                    <a:pt x="531" y="168"/>
                  </a:lnTo>
                  <a:lnTo>
                    <a:pt x="533" y="168"/>
                  </a:lnTo>
                  <a:lnTo>
                    <a:pt x="533" y="170"/>
                  </a:lnTo>
                  <a:lnTo>
                    <a:pt x="533" y="170"/>
                  </a:lnTo>
                  <a:lnTo>
                    <a:pt x="533" y="170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1" y="174"/>
                  </a:lnTo>
                  <a:lnTo>
                    <a:pt x="531" y="176"/>
                  </a:lnTo>
                  <a:lnTo>
                    <a:pt x="531" y="176"/>
                  </a:lnTo>
                  <a:lnTo>
                    <a:pt x="531" y="176"/>
                  </a:lnTo>
                  <a:lnTo>
                    <a:pt x="531" y="176"/>
                  </a:lnTo>
                  <a:lnTo>
                    <a:pt x="533" y="176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5" y="180"/>
                  </a:lnTo>
                  <a:lnTo>
                    <a:pt x="535" y="182"/>
                  </a:lnTo>
                  <a:lnTo>
                    <a:pt x="535" y="182"/>
                  </a:lnTo>
                  <a:lnTo>
                    <a:pt x="535" y="182"/>
                  </a:lnTo>
                  <a:lnTo>
                    <a:pt x="535" y="184"/>
                  </a:lnTo>
                  <a:lnTo>
                    <a:pt x="537" y="184"/>
                  </a:lnTo>
                  <a:lnTo>
                    <a:pt x="537" y="184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37" y="188"/>
                  </a:lnTo>
                  <a:lnTo>
                    <a:pt x="537" y="188"/>
                  </a:lnTo>
                  <a:lnTo>
                    <a:pt x="537" y="188"/>
                  </a:lnTo>
                  <a:lnTo>
                    <a:pt x="537" y="190"/>
                  </a:lnTo>
                  <a:lnTo>
                    <a:pt x="537" y="190"/>
                  </a:lnTo>
                  <a:lnTo>
                    <a:pt x="537" y="190"/>
                  </a:lnTo>
                  <a:lnTo>
                    <a:pt x="537" y="192"/>
                  </a:lnTo>
                  <a:lnTo>
                    <a:pt x="537" y="192"/>
                  </a:lnTo>
                  <a:lnTo>
                    <a:pt x="539" y="192"/>
                  </a:lnTo>
                  <a:lnTo>
                    <a:pt x="541" y="194"/>
                  </a:lnTo>
                  <a:lnTo>
                    <a:pt x="541" y="194"/>
                  </a:lnTo>
                  <a:lnTo>
                    <a:pt x="543" y="194"/>
                  </a:lnTo>
                  <a:lnTo>
                    <a:pt x="543" y="194"/>
                  </a:lnTo>
                  <a:lnTo>
                    <a:pt x="543" y="192"/>
                  </a:lnTo>
                  <a:lnTo>
                    <a:pt x="543" y="192"/>
                  </a:lnTo>
                  <a:lnTo>
                    <a:pt x="543" y="192"/>
                  </a:lnTo>
                  <a:lnTo>
                    <a:pt x="543" y="192"/>
                  </a:lnTo>
                  <a:lnTo>
                    <a:pt x="543" y="192"/>
                  </a:lnTo>
                  <a:lnTo>
                    <a:pt x="543" y="192"/>
                  </a:lnTo>
                  <a:lnTo>
                    <a:pt x="545" y="190"/>
                  </a:lnTo>
                  <a:lnTo>
                    <a:pt x="547" y="190"/>
                  </a:lnTo>
                  <a:lnTo>
                    <a:pt x="547" y="190"/>
                  </a:lnTo>
                  <a:lnTo>
                    <a:pt x="547" y="190"/>
                  </a:lnTo>
                  <a:lnTo>
                    <a:pt x="547" y="190"/>
                  </a:lnTo>
                  <a:lnTo>
                    <a:pt x="547" y="190"/>
                  </a:lnTo>
                  <a:lnTo>
                    <a:pt x="547" y="188"/>
                  </a:lnTo>
                  <a:lnTo>
                    <a:pt x="547" y="188"/>
                  </a:lnTo>
                  <a:lnTo>
                    <a:pt x="549" y="188"/>
                  </a:lnTo>
                  <a:lnTo>
                    <a:pt x="549" y="188"/>
                  </a:lnTo>
                  <a:lnTo>
                    <a:pt x="549" y="188"/>
                  </a:lnTo>
                  <a:lnTo>
                    <a:pt x="549" y="188"/>
                  </a:lnTo>
                  <a:lnTo>
                    <a:pt x="551" y="186"/>
                  </a:lnTo>
                  <a:lnTo>
                    <a:pt x="551" y="184"/>
                  </a:lnTo>
                  <a:lnTo>
                    <a:pt x="551" y="182"/>
                  </a:lnTo>
                  <a:lnTo>
                    <a:pt x="551" y="182"/>
                  </a:lnTo>
                  <a:lnTo>
                    <a:pt x="551" y="182"/>
                  </a:lnTo>
                  <a:lnTo>
                    <a:pt x="553" y="182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55" y="180"/>
                  </a:lnTo>
                  <a:lnTo>
                    <a:pt x="555" y="180"/>
                  </a:lnTo>
                  <a:lnTo>
                    <a:pt x="557" y="180"/>
                  </a:lnTo>
                  <a:lnTo>
                    <a:pt x="557" y="180"/>
                  </a:lnTo>
                  <a:lnTo>
                    <a:pt x="557" y="180"/>
                  </a:lnTo>
                  <a:lnTo>
                    <a:pt x="559" y="180"/>
                  </a:lnTo>
                  <a:lnTo>
                    <a:pt x="559" y="178"/>
                  </a:lnTo>
                  <a:lnTo>
                    <a:pt x="559" y="180"/>
                  </a:lnTo>
                  <a:lnTo>
                    <a:pt x="560" y="180"/>
                  </a:lnTo>
                  <a:lnTo>
                    <a:pt x="560" y="180"/>
                  </a:lnTo>
                  <a:lnTo>
                    <a:pt x="560" y="180"/>
                  </a:lnTo>
                  <a:lnTo>
                    <a:pt x="560" y="182"/>
                  </a:lnTo>
                  <a:lnTo>
                    <a:pt x="560" y="182"/>
                  </a:lnTo>
                  <a:lnTo>
                    <a:pt x="560" y="182"/>
                  </a:lnTo>
                  <a:lnTo>
                    <a:pt x="560" y="184"/>
                  </a:lnTo>
                  <a:lnTo>
                    <a:pt x="562" y="184"/>
                  </a:lnTo>
                  <a:lnTo>
                    <a:pt x="562" y="184"/>
                  </a:lnTo>
                  <a:lnTo>
                    <a:pt x="562" y="184"/>
                  </a:lnTo>
                  <a:lnTo>
                    <a:pt x="562" y="186"/>
                  </a:lnTo>
                  <a:lnTo>
                    <a:pt x="562" y="186"/>
                  </a:lnTo>
                  <a:lnTo>
                    <a:pt x="562" y="186"/>
                  </a:lnTo>
                  <a:lnTo>
                    <a:pt x="562" y="186"/>
                  </a:lnTo>
                  <a:lnTo>
                    <a:pt x="564" y="188"/>
                  </a:lnTo>
                  <a:lnTo>
                    <a:pt x="566" y="188"/>
                  </a:lnTo>
                  <a:lnTo>
                    <a:pt x="566" y="188"/>
                  </a:lnTo>
                  <a:lnTo>
                    <a:pt x="566" y="188"/>
                  </a:lnTo>
                  <a:lnTo>
                    <a:pt x="566" y="188"/>
                  </a:lnTo>
                  <a:lnTo>
                    <a:pt x="566" y="190"/>
                  </a:lnTo>
                  <a:lnTo>
                    <a:pt x="566" y="190"/>
                  </a:lnTo>
                  <a:lnTo>
                    <a:pt x="566" y="192"/>
                  </a:lnTo>
                  <a:lnTo>
                    <a:pt x="566" y="192"/>
                  </a:lnTo>
                  <a:lnTo>
                    <a:pt x="566" y="192"/>
                  </a:lnTo>
                  <a:lnTo>
                    <a:pt x="566" y="192"/>
                  </a:lnTo>
                  <a:lnTo>
                    <a:pt x="566" y="192"/>
                  </a:lnTo>
                  <a:lnTo>
                    <a:pt x="566" y="192"/>
                  </a:lnTo>
                  <a:lnTo>
                    <a:pt x="566" y="194"/>
                  </a:lnTo>
                  <a:lnTo>
                    <a:pt x="566" y="194"/>
                  </a:lnTo>
                  <a:lnTo>
                    <a:pt x="566" y="196"/>
                  </a:lnTo>
                  <a:lnTo>
                    <a:pt x="566" y="196"/>
                  </a:lnTo>
                  <a:lnTo>
                    <a:pt x="566" y="196"/>
                  </a:lnTo>
                  <a:lnTo>
                    <a:pt x="566" y="198"/>
                  </a:lnTo>
                  <a:lnTo>
                    <a:pt x="566" y="198"/>
                  </a:lnTo>
                  <a:lnTo>
                    <a:pt x="568" y="200"/>
                  </a:lnTo>
                  <a:lnTo>
                    <a:pt x="568" y="200"/>
                  </a:lnTo>
                  <a:lnTo>
                    <a:pt x="568" y="200"/>
                  </a:lnTo>
                  <a:lnTo>
                    <a:pt x="568" y="200"/>
                  </a:lnTo>
                  <a:lnTo>
                    <a:pt x="568" y="202"/>
                  </a:lnTo>
                  <a:lnTo>
                    <a:pt x="568" y="202"/>
                  </a:lnTo>
                  <a:lnTo>
                    <a:pt x="568" y="202"/>
                  </a:lnTo>
                  <a:lnTo>
                    <a:pt x="568" y="204"/>
                  </a:lnTo>
                  <a:lnTo>
                    <a:pt x="568" y="204"/>
                  </a:lnTo>
                  <a:lnTo>
                    <a:pt x="568" y="204"/>
                  </a:lnTo>
                  <a:lnTo>
                    <a:pt x="568" y="204"/>
                  </a:lnTo>
                  <a:lnTo>
                    <a:pt x="568" y="204"/>
                  </a:lnTo>
                  <a:lnTo>
                    <a:pt x="568" y="206"/>
                  </a:lnTo>
                  <a:lnTo>
                    <a:pt x="568" y="206"/>
                  </a:lnTo>
                  <a:lnTo>
                    <a:pt x="568" y="206"/>
                  </a:lnTo>
                  <a:lnTo>
                    <a:pt x="568" y="206"/>
                  </a:lnTo>
                  <a:lnTo>
                    <a:pt x="568" y="208"/>
                  </a:lnTo>
                  <a:lnTo>
                    <a:pt x="568" y="208"/>
                  </a:lnTo>
                  <a:lnTo>
                    <a:pt x="568" y="208"/>
                  </a:lnTo>
                  <a:lnTo>
                    <a:pt x="568" y="208"/>
                  </a:lnTo>
                  <a:lnTo>
                    <a:pt x="570" y="210"/>
                  </a:lnTo>
                  <a:lnTo>
                    <a:pt x="570" y="210"/>
                  </a:lnTo>
                  <a:lnTo>
                    <a:pt x="570" y="210"/>
                  </a:lnTo>
                  <a:lnTo>
                    <a:pt x="572" y="210"/>
                  </a:lnTo>
                  <a:lnTo>
                    <a:pt x="572" y="210"/>
                  </a:lnTo>
                  <a:lnTo>
                    <a:pt x="572" y="210"/>
                  </a:lnTo>
                  <a:lnTo>
                    <a:pt x="572" y="210"/>
                  </a:lnTo>
                  <a:lnTo>
                    <a:pt x="572" y="210"/>
                  </a:lnTo>
                  <a:lnTo>
                    <a:pt x="570" y="216"/>
                  </a:lnTo>
                  <a:lnTo>
                    <a:pt x="570" y="216"/>
                  </a:lnTo>
                  <a:lnTo>
                    <a:pt x="570" y="216"/>
                  </a:lnTo>
                  <a:lnTo>
                    <a:pt x="570" y="218"/>
                  </a:lnTo>
                  <a:lnTo>
                    <a:pt x="572" y="218"/>
                  </a:lnTo>
                  <a:lnTo>
                    <a:pt x="572" y="218"/>
                  </a:lnTo>
                  <a:lnTo>
                    <a:pt x="572" y="220"/>
                  </a:lnTo>
                  <a:lnTo>
                    <a:pt x="572" y="221"/>
                  </a:lnTo>
                  <a:lnTo>
                    <a:pt x="572" y="223"/>
                  </a:lnTo>
                  <a:lnTo>
                    <a:pt x="574" y="225"/>
                  </a:lnTo>
                  <a:lnTo>
                    <a:pt x="574" y="225"/>
                  </a:lnTo>
                  <a:lnTo>
                    <a:pt x="572" y="225"/>
                  </a:lnTo>
                  <a:lnTo>
                    <a:pt x="572" y="225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70" y="231"/>
                  </a:lnTo>
                  <a:lnTo>
                    <a:pt x="570" y="231"/>
                  </a:lnTo>
                  <a:lnTo>
                    <a:pt x="570" y="231"/>
                  </a:lnTo>
                  <a:lnTo>
                    <a:pt x="568" y="235"/>
                  </a:lnTo>
                  <a:lnTo>
                    <a:pt x="568" y="235"/>
                  </a:lnTo>
                  <a:lnTo>
                    <a:pt x="564" y="239"/>
                  </a:lnTo>
                  <a:lnTo>
                    <a:pt x="564" y="241"/>
                  </a:lnTo>
                  <a:lnTo>
                    <a:pt x="564" y="241"/>
                  </a:lnTo>
                  <a:lnTo>
                    <a:pt x="564" y="241"/>
                  </a:lnTo>
                  <a:lnTo>
                    <a:pt x="564" y="241"/>
                  </a:lnTo>
                  <a:lnTo>
                    <a:pt x="564" y="241"/>
                  </a:lnTo>
                  <a:lnTo>
                    <a:pt x="564" y="243"/>
                  </a:lnTo>
                  <a:lnTo>
                    <a:pt x="564" y="243"/>
                  </a:lnTo>
                  <a:lnTo>
                    <a:pt x="564" y="243"/>
                  </a:lnTo>
                  <a:lnTo>
                    <a:pt x="564" y="243"/>
                  </a:lnTo>
                  <a:lnTo>
                    <a:pt x="564" y="245"/>
                  </a:lnTo>
                  <a:lnTo>
                    <a:pt x="564" y="245"/>
                  </a:lnTo>
                  <a:lnTo>
                    <a:pt x="564" y="247"/>
                  </a:lnTo>
                  <a:lnTo>
                    <a:pt x="564" y="247"/>
                  </a:lnTo>
                  <a:lnTo>
                    <a:pt x="564" y="247"/>
                  </a:lnTo>
                  <a:lnTo>
                    <a:pt x="566" y="247"/>
                  </a:lnTo>
                  <a:lnTo>
                    <a:pt x="566" y="249"/>
                  </a:lnTo>
                  <a:lnTo>
                    <a:pt x="566" y="249"/>
                  </a:lnTo>
                  <a:lnTo>
                    <a:pt x="566" y="249"/>
                  </a:lnTo>
                  <a:lnTo>
                    <a:pt x="566" y="249"/>
                  </a:lnTo>
                  <a:lnTo>
                    <a:pt x="566" y="249"/>
                  </a:lnTo>
                  <a:lnTo>
                    <a:pt x="568" y="247"/>
                  </a:lnTo>
                  <a:lnTo>
                    <a:pt x="568" y="247"/>
                  </a:lnTo>
                  <a:lnTo>
                    <a:pt x="568" y="245"/>
                  </a:lnTo>
                  <a:lnTo>
                    <a:pt x="568" y="245"/>
                  </a:lnTo>
                  <a:lnTo>
                    <a:pt x="568" y="245"/>
                  </a:lnTo>
                  <a:lnTo>
                    <a:pt x="570" y="245"/>
                  </a:lnTo>
                  <a:lnTo>
                    <a:pt x="570" y="245"/>
                  </a:lnTo>
                  <a:lnTo>
                    <a:pt x="570" y="243"/>
                  </a:lnTo>
                  <a:lnTo>
                    <a:pt x="572" y="243"/>
                  </a:lnTo>
                  <a:lnTo>
                    <a:pt x="572" y="243"/>
                  </a:lnTo>
                  <a:lnTo>
                    <a:pt x="572" y="243"/>
                  </a:lnTo>
                  <a:lnTo>
                    <a:pt x="572" y="243"/>
                  </a:lnTo>
                  <a:lnTo>
                    <a:pt x="572" y="241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39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4" y="243"/>
                  </a:lnTo>
                  <a:lnTo>
                    <a:pt x="574" y="243"/>
                  </a:lnTo>
                  <a:lnTo>
                    <a:pt x="574" y="243"/>
                  </a:lnTo>
                  <a:lnTo>
                    <a:pt x="576" y="243"/>
                  </a:lnTo>
                  <a:lnTo>
                    <a:pt x="576" y="243"/>
                  </a:lnTo>
                  <a:lnTo>
                    <a:pt x="576" y="245"/>
                  </a:lnTo>
                  <a:lnTo>
                    <a:pt x="576" y="245"/>
                  </a:lnTo>
                  <a:lnTo>
                    <a:pt x="576" y="245"/>
                  </a:lnTo>
                  <a:lnTo>
                    <a:pt x="578" y="247"/>
                  </a:lnTo>
                  <a:lnTo>
                    <a:pt x="578" y="247"/>
                  </a:lnTo>
                  <a:lnTo>
                    <a:pt x="578" y="247"/>
                  </a:lnTo>
                  <a:lnTo>
                    <a:pt x="578" y="247"/>
                  </a:lnTo>
                  <a:lnTo>
                    <a:pt x="578" y="249"/>
                  </a:lnTo>
                  <a:lnTo>
                    <a:pt x="578" y="249"/>
                  </a:lnTo>
                  <a:lnTo>
                    <a:pt x="576" y="249"/>
                  </a:lnTo>
                  <a:lnTo>
                    <a:pt x="576" y="249"/>
                  </a:lnTo>
                  <a:lnTo>
                    <a:pt x="576" y="251"/>
                  </a:lnTo>
                  <a:lnTo>
                    <a:pt x="576" y="251"/>
                  </a:lnTo>
                  <a:lnTo>
                    <a:pt x="576" y="251"/>
                  </a:lnTo>
                  <a:lnTo>
                    <a:pt x="578" y="251"/>
                  </a:lnTo>
                  <a:lnTo>
                    <a:pt x="578" y="253"/>
                  </a:lnTo>
                  <a:lnTo>
                    <a:pt x="580" y="253"/>
                  </a:lnTo>
                  <a:lnTo>
                    <a:pt x="580" y="253"/>
                  </a:lnTo>
                  <a:lnTo>
                    <a:pt x="580" y="253"/>
                  </a:lnTo>
                  <a:lnTo>
                    <a:pt x="580" y="253"/>
                  </a:lnTo>
                  <a:lnTo>
                    <a:pt x="580" y="255"/>
                  </a:lnTo>
                  <a:lnTo>
                    <a:pt x="580" y="255"/>
                  </a:lnTo>
                  <a:lnTo>
                    <a:pt x="580" y="255"/>
                  </a:lnTo>
                  <a:lnTo>
                    <a:pt x="580" y="255"/>
                  </a:lnTo>
                  <a:lnTo>
                    <a:pt x="580" y="257"/>
                  </a:lnTo>
                  <a:lnTo>
                    <a:pt x="580" y="257"/>
                  </a:lnTo>
                  <a:lnTo>
                    <a:pt x="580" y="257"/>
                  </a:lnTo>
                  <a:lnTo>
                    <a:pt x="580" y="257"/>
                  </a:lnTo>
                  <a:lnTo>
                    <a:pt x="582" y="259"/>
                  </a:lnTo>
                  <a:lnTo>
                    <a:pt x="584" y="259"/>
                  </a:lnTo>
                  <a:lnTo>
                    <a:pt x="584" y="259"/>
                  </a:lnTo>
                  <a:lnTo>
                    <a:pt x="586" y="261"/>
                  </a:lnTo>
                  <a:lnTo>
                    <a:pt x="586" y="261"/>
                  </a:lnTo>
                  <a:lnTo>
                    <a:pt x="586" y="261"/>
                  </a:lnTo>
                  <a:lnTo>
                    <a:pt x="588" y="261"/>
                  </a:lnTo>
                  <a:lnTo>
                    <a:pt x="592" y="263"/>
                  </a:lnTo>
                  <a:lnTo>
                    <a:pt x="592" y="263"/>
                  </a:lnTo>
                  <a:lnTo>
                    <a:pt x="592" y="263"/>
                  </a:lnTo>
                  <a:lnTo>
                    <a:pt x="592" y="265"/>
                  </a:lnTo>
                  <a:lnTo>
                    <a:pt x="592" y="265"/>
                  </a:lnTo>
                  <a:lnTo>
                    <a:pt x="592" y="265"/>
                  </a:lnTo>
                  <a:lnTo>
                    <a:pt x="592" y="267"/>
                  </a:lnTo>
                  <a:lnTo>
                    <a:pt x="592" y="267"/>
                  </a:lnTo>
                  <a:lnTo>
                    <a:pt x="592" y="267"/>
                  </a:lnTo>
                  <a:lnTo>
                    <a:pt x="592" y="267"/>
                  </a:lnTo>
                  <a:lnTo>
                    <a:pt x="592" y="267"/>
                  </a:lnTo>
                  <a:lnTo>
                    <a:pt x="588" y="269"/>
                  </a:lnTo>
                  <a:lnTo>
                    <a:pt x="586" y="271"/>
                  </a:lnTo>
                  <a:lnTo>
                    <a:pt x="584" y="273"/>
                  </a:lnTo>
                  <a:lnTo>
                    <a:pt x="582" y="273"/>
                  </a:lnTo>
                  <a:lnTo>
                    <a:pt x="582" y="273"/>
                  </a:lnTo>
                  <a:lnTo>
                    <a:pt x="582" y="271"/>
                  </a:lnTo>
                  <a:lnTo>
                    <a:pt x="582" y="271"/>
                  </a:lnTo>
                  <a:lnTo>
                    <a:pt x="582" y="271"/>
                  </a:lnTo>
                  <a:lnTo>
                    <a:pt x="580" y="269"/>
                  </a:lnTo>
                  <a:lnTo>
                    <a:pt x="580" y="269"/>
                  </a:lnTo>
                  <a:lnTo>
                    <a:pt x="580" y="269"/>
                  </a:lnTo>
                  <a:lnTo>
                    <a:pt x="580" y="269"/>
                  </a:lnTo>
                  <a:lnTo>
                    <a:pt x="578" y="269"/>
                  </a:lnTo>
                  <a:lnTo>
                    <a:pt x="578" y="269"/>
                  </a:lnTo>
                  <a:lnTo>
                    <a:pt x="574" y="271"/>
                  </a:lnTo>
                  <a:lnTo>
                    <a:pt x="574" y="271"/>
                  </a:lnTo>
                  <a:lnTo>
                    <a:pt x="574" y="271"/>
                  </a:lnTo>
                  <a:lnTo>
                    <a:pt x="574" y="273"/>
                  </a:lnTo>
                  <a:lnTo>
                    <a:pt x="572" y="274"/>
                  </a:lnTo>
                  <a:lnTo>
                    <a:pt x="572" y="276"/>
                  </a:lnTo>
                  <a:lnTo>
                    <a:pt x="572" y="276"/>
                  </a:lnTo>
                  <a:lnTo>
                    <a:pt x="574" y="276"/>
                  </a:lnTo>
                  <a:lnTo>
                    <a:pt x="574" y="276"/>
                  </a:lnTo>
                  <a:lnTo>
                    <a:pt x="576" y="278"/>
                  </a:lnTo>
                  <a:lnTo>
                    <a:pt x="576" y="278"/>
                  </a:lnTo>
                  <a:lnTo>
                    <a:pt x="576" y="278"/>
                  </a:lnTo>
                  <a:lnTo>
                    <a:pt x="576" y="280"/>
                  </a:lnTo>
                  <a:lnTo>
                    <a:pt x="578" y="280"/>
                  </a:lnTo>
                  <a:lnTo>
                    <a:pt x="578" y="280"/>
                  </a:lnTo>
                  <a:lnTo>
                    <a:pt x="578" y="280"/>
                  </a:lnTo>
                  <a:lnTo>
                    <a:pt x="578" y="280"/>
                  </a:lnTo>
                  <a:lnTo>
                    <a:pt x="578" y="282"/>
                  </a:lnTo>
                  <a:lnTo>
                    <a:pt x="578" y="282"/>
                  </a:lnTo>
                  <a:lnTo>
                    <a:pt x="578" y="282"/>
                  </a:lnTo>
                  <a:lnTo>
                    <a:pt x="578" y="284"/>
                  </a:lnTo>
                  <a:lnTo>
                    <a:pt x="578" y="284"/>
                  </a:lnTo>
                  <a:lnTo>
                    <a:pt x="578" y="286"/>
                  </a:lnTo>
                  <a:lnTo>
                    <a:pt x="578" y="286"/>
                  </a:lnTo>
                  <a:lnTo>
                    <a:pt x="578" y="286"/>
                  </a:lnTo>
                  <a:lnTo>
                    <a:pt x="580" y="288"/>
                  </a:lnTo>
                  <a:lnTo>
                    <a:pt x="580" y="290"/>
                  </a:lnTo>
                  <a:lnTo>
                    <a:pt x="580" y="290"/>
                  </a:lnTo>
                  <a:lnTo>
                    <a:pt x="580" y="292"/>
                  </a:lnTo>
                  <a:lnTo>
                    <a:pt x="578" y="292"/>
                  </a:lnTo>
                  <a:lnTo>
                    <a:pt x="576" y="292"/>
                  </a:lnTo>
                  <a:lnTo>
                    <a:pt x="576" y="294"/>
                  </a:lnTo>
                  <a:lnTo>
                    <a:pt x="576" y="294"/>
                  </a:lnTo>
                  <a:lnTo>
                    <a:pt x="576" y="294"/>
                  </a:lnTo>
                  <a:lnTo>
                    <a:pt x="576" y="296"/>
                  </a:lnTo>
                  <a:lnTo>
                    <a:pt x="576" y="296"/>
                  </a:lnTo>
                  <a:lnTo>
                    <a:pt x="576" y="298"/>
                  </a:lnTo>
                  <a:lnTo>
                    <a:pt x="578" y="300"/>
                  </a:lnTo>
                  <a:lnTo>
                    <a:pt x="578" y="300"/>
                  </a:lnTo>
                  <a:lnTo>
                    <a:pt x="578" y="300"/>
                  </a:lnTo>
                  <a:lnTo>
                    <a:pt x="578" y="302"/>
                  </a:lnTo>
                  <a:lnTo>
                    <a:pt x="578" y="302"/>
                  </a:lnTo>
                  <a:lnTo>
                    <a:pt x="580" y="302"/>
                  </a:lnTo>
                  <a:lnTo>
                    <a:pt x="580" y="302"/>
                  </a:lnTo>
                  <a:lnTo>
                    <a:pt x="580" y="304"/>
                  </a:lnTo>
                  <a:lnTo>
                    <a:pt x="582" y="304"/>
                  </a:lnTo>
                  <a:lnTo>
                    <a:pt x="584" y="304"/>
                  </a:lnTo>
                  <a:lnTo>
                    <a:pt x="584" y="304"/>
                  </a:lnTo>
                  <a:lnTo>
                    <a:pt x="584" y="304"/>
                  </a:lnTo>
                  <a:lnTo>
                    <a:pt x="586" y="304"/>
                  </a:lnTo>
                  <a:lnTo>
                    <a:pt x="586" y="304"/>
                  </a:lnTo>
                  <a:lnTo>
                    <a:pt x="586" y="304"/>
                  </a:lnTo>
                  <a:lnTo>
                    <a:pt x="588" y="306"/>
                  </a:lnTo>
                  <a:lnTo>
                    <a:pt x="594" y="312"/>
                  </a:lnTo>
                  <a:lnTo>
                    <a:pt x="594" y="314"/>
                  </a:lnTo>
                  <a:lnTo>
                    <a:pt x="594" y="314"/>
                  </a:lnTo>
                  <a:lnTo>
                    <a:pt x="594" y="314"/>
                  </a:lnTo>
                  <a:lnTo>
                    <a:pt x="594" y="314"/>
                  </a:lnTo>
                  <a:lnTo>
                    <a:pt x="594" y="316"/>
                  </a:lnTo>
                  <a:lnTo>
                    <a:pt x="594" y="316"/>
                  </a:lnTo>
                  <a:lnTo>
                    <a:pt x="594" y="318"/>
                  </a:lnTo>
                  <a:lnTo>
                    <a:pt x="596" y="318"/>
                  </a:lnTo>
                  <a:lnTo>
                    <a:pt x="596" y="318"/>
                  </a:lnTo>
                  <a:lnTo>
                    <a:pt x="596" y="318"/>
                  </a:lnTo>
                  <a:lnTo>
                    <a:pt x="596" y="320"/>
                  </a:lnTo>
                  <a:lnTo>
                    <a:pt x="596" y="320"/>
                  </a:lnTo>
                  <a:lnTo>
                    <a:pt x="596" y="322"/>
                  </a:lnTo>
                  <a:lnTo>
                    <a:pt x="596" y="322"/>
                  </a:lnTo>
                  <a:lnTo>
                    <a:pt x="596" y="322"/>
                  </a:lnTo>
                  <a:lnTo>
                    <a:pt x="598" y="322"/>
                  </a:lnTo>
                  <a:lnTo>
                    <a:pt x="598" y="322"/>
                  </a:lnTo>
                  <a:lnTo>
                    <a:pt x="598" y="322"/>
                  </a:lnTo>
                  <a:lnTo>
                    <a:pt x="598" y="322"/>
                  </a:lnTo>
                  <a:lnTo>
                    <a:pt x="598" y="324"/>
                  </a:lnTo>
                  <a:lnTo>
                    <a:pt x="598" y="324"/>
                  </a:lnTo>
                  <a:lnTo>
                    <a:pt x="598" y="324"/>
                  </a:lnTo>
                  <a:lnTo>
                    <a:pt x="598" y="326"/>
                  </a:lnTo>
                  <a:lnTo>
                    <a:pt x="600" y="326"/>
                  </a:lnTo>
                  <a:lnTo>
                    <a:pt x="600" y="327"/>
                  </a:lnTo>
                  <a:lnTo>
                    <a:pt x="600" y="327"/>
                  </a:lnTo>
                  <a:lnTo>
                    <a:pt x="600" y="329"/>
                  </a:lnTo>
                  <a:lnTo>
                    <a:pt x="600" y="329"/>
                  </a:lnTo>
                  <a:lnTo>
                    <a:pt x="600" y="329"/>
                  </a:lnTo>
                  <a:lnTo>
                    <a:pt x="600" y="329"/>
                  </a:lnTo>
                  <a:lnTo>
                    <a:pt x="600" y="329"/>
                  </a:lnTo>
                  <a:lnTo>
                    <a:pt x="600" y="331"/>
                  </a:lnTo>
                  <a:lnTo>
                    <a:pt x="602" y="331"/>
                  </a:lnTo>
                  <a:lnTo>
                    <a:pt x="602" y="333"/>
                  </a:lnTo>
                  <a:lnTo>
                    <a:pt x="602" y="333"/>
                  </a:lnTo>
                  <a:lnTo>
                    <a:pt x="602" y="333"/>
                  </a:lnTo>
                  <a:lnTo>
                    <a:pt x="604" y="333"/>
                  </a:lnTo>
                  <a:lnTo>
                    <a:pt x="604" y="333"/>
                  </a:lnTo>
                  <a:lnTo>
                    <a:pt x="604" y="335"/>
                  </a:lnTo>
                  <a:lnTo>
                    <a:pt x="604" y="335"/>
                  </a:lnTo>
                  <a:lnTo>
                    <a:pt x="606" y="341"/>
                  </a:lnTo>
                  <a:lnTo>
                    <a:pt x="606" y="341"/>
                  </a:lnTo>
                  <a:lnTo>
                    <a:pt x="600" y="343"/>
                  </a:lnTo>
                  <a:lnTo>
                    <a:pt x="590" y="349"/>
                  </a:lnTo>
                  <a:lnTo>
                    <a:pt x="586" y="355"/>
                  </a:lnTo>
                  <a:lnTo>
                    <a:pt x="582" y="355"/>
                  </a:lnTo>
                  <a:lnTo>
                    <a:pt x="580" y="357"/>
                  </a:lnTo>
                  <a:lnTo>
                    <a:pt x="580" y="357"/>
                  </a:lnTo>
                  <a:lnTo>
                    <a:pt x="578" y="357"/>
                  </a:lnTo>
                  <a:lnTo>
                    <a:pt x="578" y="357"/>
                  </a:lnTo>
                  <a:lnTo>
                    <a:pt x="576" y="357"/>
                  </a:lnTo>
                  <a:lnTo>
                    <a:pt x="576" y="359"/>
                  </a:lnTo>
                  <a:lnTo>
                    <a:pt x="574" y="361"/>
                  </a:lnTo>
                  <a:lnTo>
                    <a:pt x="572" y="361"/>
                  </a:lnTo>
                  <a:lnTo>
                    <a:pt x="570" y="363"/>
                  </a:lnTo>
                  <a:lnTo>
                    <a:pt x="566" y="363"/>
                  </a:lnTo>
                  <a:lnTo>
                    <a:pt x="559" y="365"/>
                  </a:lnTo>
                  <a:lnTo>
                    <a:pt x="557" y="367"/>
                  </a:lnTo>
                  <a:lnTo>
                    <a:pt x="557" y="367"/>
                  </a:lnTo>
                  <a:lnTo>
                    <a:pt x="557" y="369"/>
                  </a:lnTo>
                  <a:lnTo>
                    <a:pt x="557" y="369"/>
                  </a:lnTo>
                  <a:lnTo>
                    <a:pt x="553" y="373"/>
                  </a:lnTo>
                  <a:lnTo>
                    <a:pt x="553" y="375"/>
                  </a:lnTo>
                  <a:lnTo>
                    <a:pt x="551" y="379"/>
                  </a:lnTo>
                  <a:lnTo>
                    <a:pt x="549" y="381"/>
                  </a:lnTo>
                  <a:lnTo>
                    <a:pt x="547" y="384"/>
                  </a:lnTo>
                  <a:lnTo>
                    <a:pt x="543" y="390"/>
                  </a:lnTo>
                  <a:lnTo>
                    <a:pt x="541" y="394"/>
                  </a:lnTo>
                  <a:lnTo>
                    <a:pt x="541" y="396"/>
                  </a:lnTo>
                  <a:lnTo>
                    <a:pt x="541" y="396"/>
                  </a:lnTo>
                  <a:lnTo>
                    <a:pt x="541" y="396"/>
                  </a:lnTo>
                  <a:lnTo>
                    <a:pt x="541" y="398"/>
                  </a:lnTo>
                  <a:lnTo>
                    <a:pt x="541" y="398"/>
                  </a:lnTo>
                  <a:lnTo>
                    <a:pt x="539" y="398"/>
                  </a:lnTo>
                  <a:lnTo>
                    <a:pt x="539" y="400"/>
                  </a:lnTo>
                  <a:lnTo>
                    <a:pt x="539" y="400"/>
                  </a:lnTo>
                  <a:lnTo>
                    <a:pt x="539" y="402"/>
                  </a:lnTo>
                  <a:lnTo>
                    <a:pt x="539" y="402"/>
                  </a:lnTo>
                  <a:lnTo>
                    <a:pt x="537" y="402"/>
                  </a:lnTo>
                  <a:lnTo>
                    <a:pt x="537" y="404"/>
                  </a:lnTo>
                  <a:lnTo>
                    <a:pt x="537" y="404"/>
                  </a:lnTo>
                  <a:lnTo>
                    <a:pt x="535" y="406"/>
                  </a:lnTo>
                  <a:lnTo>
                    <a:pt x="533" y="408"/>
                  </a:lnTo>
                  <a:lnTo>
                    <a:pt x="531" y="410"/>
                  </a:lnTo>
                  <a:lnTo>
                    <a:pt x="529" y="412"/>
                  </a:lnTo>
                  <a:lnTo>
                    <a:pt x="531" y="414"/>
                  </a:lnTo>
                  <a:lnTo>
                    <a:pt x="531" y="416"/>
                  </a:lnTo>
                  <a:lnTo>
                    <a:pt x="531" y="416"/>
                  </a:lnTo>
                  <a:lnTo>
                    <a:pt x="531" y="418"/>
                  </a:lnTo>
                  <a:lnTo>
                    <a:pt x="531" y="420"/>
                  </a:lnTo>
                  <a:lnTo>
                    <a:pt x="531" y="420"/>
                  </a:lnTo>
                  <a:lnTo>
                    <a:pt x="531" y="422"/>
                  </a:lnTo>
                  <a:lnTo>
                    <a:pt x="531" y="422"/>
                  </a:lnTo>
                  <a:lnTo>
                    <a:pt x="533" y="424"/>
                  </a:lnTo>
                  <a:lnTo>
                    <a:pt x="533" y="424"/>
                  </a:lnTo>
                  <a:lnTo>
                    <a:pt x="535" y="424"/>
                  </a:lnTo>
                  <a:lnTo>
                    <a:pt x="535" y="424"/>
                  </a:lnTo>
                  <a:lnTo>
                    <a:pt x="539" y="424"/>
                  </a:lnTo>
                  <a:lnTo>
                    <a:pt x="539" y="424"/>
                  </a:lnTo>
                  <a:lnTo>
                    <a:pt x="541" y="422"/>
                  </a:lnTo>
                  <a:lnTo>
                    <a:pt x="543" y="422"/>
                  </a:lnTo>
                  <a:lnTo>
                    <a:pt x="547" y="420"/>
                  </a:lnTo>
                  <a:lnTo>
                    <a:pt x="547" y="420"/>
                  </a:lnTo>
                  <a:lnTo>
                    <a:pt x="549" y="418"/>
                  </a:lnTo>
                  <a:lnTo>
                    <a:pt x="551" y="418"/>
                  </a:lnTo>
                  <a:lnTo>
                    <a:pt x="551" y="418"/>
                  </a:lnTo>
                  <a:lnTo>
                    <a:pt x="553" y="418"/>
                  </a:lnTo>
                  <a:lnTo>
                    <a:pt x="555" y="418"/>
                  </a:lnTo>
                  <a:lnTo>
                    <a:pt x="559" y="420"/>
                  </a:lnTo>
                  <a:lnTo>
                    <a:pt x="560" y="420"/>
                  </a:lnTo>
                  <a:lnTo>
                    <a:pt x="562" y="422"/>
                  </a:lnTo>
                  <a:lnTo>
                    <a:pt x="564" y="422"/>
                  </a:lnTo>
                  <a:lnTo>
                    <a:pt x="564" y="424"/>
                  </a:lnTo>
                  <a:lnTo>
                    <a:pt x="564" y="424"/>
                  </a:lnTo>
                  <a:lnTo>
                    <a:pt x="564" y="426"/>
                  </a:lnTo>
                  <a:lnTo>
                    <a:pt x="564" y="426"/>
                  </a:lnTo>
                  <a:lnTo>
                    <a:pt x="564" y="426"/>
                  </a:lnTo>
                  <a:lnTo>
                    <a:pt x="564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64" y="432"/>
                  </a:lnTo>
                  <a:lnTo>
                    <a:pt x="564" y="434"/>
                  </a:lnTo>
                  <a:lnTo>
                    <a:pt x="564" y="435"/>
                  </a:lnTo>
                  <a:lnTo>
                    <a:pt x="562" y="435"/>
                  </a:lnTo>
                  <a:lnTo>
                    <a:pt x="562" y="435"/>
                  </a:lnTo>
                  <a:lnTo>
                    <a:pt x="562" y="435"/>
                  </a:lnTo>
                  <a:lnTo>
                    <a:pt x="562" y="437"/>
                  </a:lnTo>
                  <a:lnTo>
                    <a:pt x="562" y="437"/>
                  </a:lnTo>
                  <a:lnTo>
                    <a:pt x="564" y="437"/>
                  </a:lnTo>
                  <a:lnTo>
                    <a:pt x="564" y="437"/>
                  </a:lnTo>
                  <a:lnTo>
                    <a:pt x="564" y="439"/>
                  </a:lnTo>
                  <a:lnTo>
                    <a:pt x="570" y="441"/>
                  </a:lnTo>
                  <a:lnTo>
                    <a:pt x="570" y="443"/>
                  </a:lnTo>
                  <a:lnTo>
                    <a:pt x="570" y="443"/>
                  </a:lnTo>
                  <a:lnTo>
                    <a:pt x="570" y="445"/>
                  </a:lnTo>
                  <a:lnTo>
                    <a:pt x="570" y="445"/>
                  </a:lnTo>
                  <a:lnTo>
                    <a:pt x="572" y="447"/>
                  </a:lnTo>
                  <a:lnTo>
                    <a:pt x="572" y="447"/>
                  </a:lnTo>
                  <a:lnTo>
                    <a:pt x="572" y="447"/>
                  </a:lnTo>
                  <a:lnTo>
                    <a:pt x="572" y="449"/>
                  </a:lnTo>
                  <a:lnTo>
                    <a:pt x="574" y="449"/>
                  </a:lnTo>
                  <a:lnTo>
                    <a:pt x="574" y="449"/>
                  </a:lnTo>
                  <a:lnTo>
                    <a:pt x="572" y="449"/>
                  </a:lnTo>
                  <a:lnTo>
                    <a:pt x="572" y="451"/>
                  </a:lnTo>
                  <a:lnTo>
                    <a:pt x="574" y="451"/>
                  </a:lnTo>
                  <a:lnTo>
                    <a:pt x="574" y="451"/>
                  </a:lnTo>
                  <a:lnTo>
                    <a:pt x="574" y="451"/>
                  </a:lnTo>
                  <a:lnTo>
                    <a:pt x="574" y="453"/>
                  </a:lnTo>
                  <a:lnTo>
                    <a:pt x="574" y="455"/>
                  </a:lnTo>
                  <a:lnTo>
                    <a:pt x="572" y="455"/>
                  </a:lnTo>
                  <a:lnTo>
                    <a:pt x="572" y="455"/>
                  </a:lnTo>
                  <a:lnTo>
                    <a:pt x="572" y="457"/>
                  </a:lnTo>
                  <a:lnTo>
                    <a:pt x="572" y="457"/>
                  </a:lnTo>
                  <a:lnTo>
                    <a:pt x="572" y="457"/>
                  </a:lnTo>
                  <a:lnTo>
                    <a:pt x="572" y="459"/>
                  </a:lnTo>
                  <a:lnTo>
                    <a:pt x="572" y="459"/>
                  </a:lnTo>
                  <a:lnTo>
                    <a:pt x="572" y="461"/>
                  </a:lnTo>
                  <a:lnTo>
                    <a:pt x="572" y="461"/>
                  </a:lnTo>
                  <a:lnTo>
                    <a:pt x="572" y="463"/>
                  </a:lnTo>
                  <a:lnTo>
                    <a:pt x="572" y="463"/>
                  </a:lnTo>
                  <a:lnTo>
                    <a:pt x="572" y="465"/>
                  </a:lnTo>
                  <a:lnTo>
                    <a:pt x="572" y="467"/>
                  </a:lnTo>
                  <a:lnTo>
                    <a:pt x="572" y="469"/>
                  </a:lnTo>
                  <a:lnTo>
                    <a:pt x="570" y="469"/>
                  </a:lnTo>
                  <a:lnTo>
                    <a:pt x="568" y="469"/>
                  </a:lnTo>
                  <a:lnTo>
                    <a:pt x="568" y="469"/>
                  </a:lnTo>
                  <a:lnTo>
                    <a:pt x="568" y="471"/>
                  </a:lnTo>
                  <a:lnTo>
                    <a:pt x="568" y="471"/>
                  </a:lnTo>
                  <a:lnTo>
                    <a:pt x="566" y="471"/>
                  </a:lnTo>
                  <a:lnTo>
                    <a:pt x="566" y="473"/>
                  </a:lnTo>
                  <a:lnTo>
                    <a:pt x="566" y="473"/>
                  </a:lnTo>
                  <a:lnTo>
                    <a:pt x="566" y="473"/>
                  </a:lnTo>
                  <a:lnTo>
                    <a:pt x="564" y="473"/>
                  </a:lnTo>
                  <a:lnTo>
                    <a:pt x="564" y="473"/>
                  </a:lnTo>
                  <a:lnTo>
                    <a:pt x="564" y="475"/>
                  </a:lnTo>
                  <a:lnTo>
                    <a:pt x="564" y="475"/>
                  </a:lnTo>
                  <a:lnTo>
                    <a:pt x="564" y="475"/>
                  </a:lnTo>
                  <a:lnTo>
                    <a:pt x="564" y="477"/>
                  </a:lnTo>
                  <a:lnTo>
                    <a:pt x="562" y="477"/>
                  </a:lnTo>
                  <a:lnTo>
                    <a:pt x="562" y="477"/>
                  </a:lnTo>
                  <a:lnTo>
                    <a:pt x="560" y="479"/>
                  </a:lnTo>
                  <a:lnTo>
                    <a:pt x="559" y="483"/>
                  </a:lnTo>
                  <a:lnTo>
                    <a:pt x="555" y="490"/>
                  </a:lnTo>
                  <a:lnTo>
                    <a:pt x="555" y="492"/>
                  </a:lnTo>
                  <a:lnTo>
                    <a:pt x="553" y="492"/>
                  </a:lnTo>
                  <a:lnTo>
                    <a:pt x="553" y="492"/>
                  </a:lnTo>
                  <a:lnTo>
                    <a:pt x="551" y="492"/>
                  </a:lnTo>
                  <a:lnTo>
                    <a:pt x="551" y="492"/>
                  </a:lnTo>
                  <a:lnTo>
                    <a:pt x="551" y="494"/>
                  </a:lnTo>
                  <a:lnTo>
                    <a:pt x="551" y="496"/>
                  </a:lnTo>
                  <a:lnTo>
                    <a:pt x="551" y="498"/>
                  </a:lnTo>
                  <a:lnTo>
                    <a:pt x="551" y="500"/>
                  </a:lnTo>
                  <a:lnTo>
                    <a:pt x="551" y="500"/>
                  </a:lnTo>
                  <a:lnTo>
                    <a:pt x="551" y="502"/>
                  </a:lnTo>
                  <a:lnTo>
                    <a:pt x="549" y="506"/>
                  </a:lnTo>
                  <a:lnTo>
                    <a:pt x="549" y="506"/>
                  </a:lnTo>
                  <a:lnTo>
                    <a:pt x="549" y="508"/>
                  </a:lnTo>
                  <a:lnTo>
                    <a:pt x="549" y="510"/>
                  </a:lnTo>
                  <a:lnTo>
                    <a:pt x="549" y="510"/>
                  </a:lnTo>
                  <a:lnTo>
                    <a:pt x="549" y="512"/>
                  </a:lnTo>
                  <a:lnTo>
                    <a:pt x="549" y="512"/>
                  </a:lnTo>
                  <a:lnTo>
                    <a:pt x="549" y="512"/>
                  </a:lnTo>
                  <a:lnTo>
                    <a:pt x="549" y="514"/>
                  </a:lnTo>
                  <a:lnTo>
                    <a:pt x="549" y="514"/>
                  </a:lnTo>
                  <a:lnTo>
                    <a:pt x="547" y="516"/>
                  </a:lnTo>
                  <a:lnTo>
                    <a:pt x="547" y="516"/>
                  </a:lnTo>
                  <a:lnTo>
                    <a:pt x="549" y="518"/>
                  </a:lnTo>
                  <a:lnTo>
                    <a:pt x="549" y="518"/>
                  </a:lnTo>
                  <a:lnTo>
                    <a:pt x="547" y="520"/>
                  </a:lnTo>
                  <a:lnTo>
                    <a:pt x="547" y="520"/>
                  </a:lnTo>
                  <a:lnTo>
                    <a:pt x="547" y="522"/>
                  </a:lnTo>
                  <a:lnTo>
                    <a:pt x="547" y="524"/>
                  </a:lnTo>
                  <a:lnTo>
                    <a:pt x="545" y="524"/>
                  </a:lnTo>
                  <a:lnTo>
                    <a:pt x="545" y="524"/>
                  </a:lnTo>
                  <a:lnTo>
                    <a:pt x="545" y="524"/>
                  </a:lnTo>
                  <a:lnTo>
                    <a:pt x="545" y="526"/>
                  </a:lnTo>
                  <a:lnTo>
                    <a:pt x="545" y="528"/>
                  </a:lnTo>
                  <a:lnTo>
                    <a:pt x="545" y="528"/>
                  </a:lnTo>
                  <a:lnTo>
                    <a:pt x="545" y="528"/>
                  </a:lnTo>
                  <a:lnTo>
                    <a:pt x="545" y="528"/>
                  </a:lnTo>
                  <a:lnTo>
                    <a:pt x="543" y="528"/>
                  </a:lnTo>
                  <a:lnTo>
                    <a:pt x="543" y="530"/>
                  </a:lnTo>
                  <a:lnTo>
                    <a:pt x="543" y="530"/>
                  </a:lnTo>
                  <a:lnTo>
                    <a:pt x="545" y="532"/>
                  </a:lnTo>
                  <a:lnTo>
                    <a:pt x="545" y="532"/>
                  </a:lnTo>
                  <a:lnTo>
                    <a:pt x="545" y="534"/>
                  </a:lnTo>
                  <a:lnTo>
                    <a:pt x="545" y="534"/>
                  </a:lnTo>
                  <a:lnTo>
                    <a:pt x="545" y="534"/>
                  </a:lnTo>
                  <a:lnTo>
                    <a:pt x="545" y="536"/>
                  </a:lnTo>
                  <a:lnTo>
                    <a:pt x="545" y="536"/>
                  </a:lnTo>
                  <a:lnTo>
                    <a:pt x="545" y="538"/>
                  </a:lnTo>
                  <a:lnTo>
                    <a:pt x="545" y="540"/>
                  </a:lnTo>
                  <a:lnTo>
                    <a:pt x="545" y="540"/>
                  </a:lnTo>
                  <a:lnTo>
                    <a:pt x="545" y="540"/>
                  </a:lnTo>
                  <a:lnTo>
                    <a:pt x="543" y="542"/>
                  </a:lnTo>
                  <a:lnTo>
                    <a:pt x="545" y="542"/>
                  </a:lnTo>
                  <a:lnTo>
                    <a:pt x="543" y="543"/>
                  </a:lnTo>
                  <a:lnTo>
                    <a:pt x="541" y="547"/>
                  </a:lnTo>
                  <a:lnTo>
                    <a:pt x="539" y="549"/>
                  </a:lnTo>
                  <a:lnTo>
                    <a:pt x="539" y="551"/>
                  </a:lnTo>
                  <a:lnTo>
                    <a:pt x="537" y="553"/>
                  </a:lnTo>
                  <a:lnTo>
                    <a:pt x="539" y="555"/>
                  </a:lnTo>
                  <a:lnTo>
                    <a:pt x="539" y="557"/>
                  </a:lnTo>
                  <a:lnTo>
                    <a:pt x="539" y="559"/>
                  </a:lnTo>
                  <a:lnTo>
                    <a:pt x="537" y="559"/>
                  </a:lnTo>
                  <a:lnTo>
                    <a:pt x="539" y="561"/>
                  </a:lnTo>
                  <a:lnTo>
                    <a:pt x="539" y="563"/>
                  </a:lnTo>
                  <a:lnTo>
                    <a:pt x="539" y="565"/>
                  </a:lnTo>
                  <a:lnTo>
                    <a:pt x="539" y="567"/>
                  </a:lnTo>
                  <a:lnTo>
                    <a:pt x="539" y="569"/>
                  </a:lnTo>
                  <a:lnTo>
                    <a:pt x="537" y="571"/>
                  </a:lnTo>
                  <a:lnTo>
                    <a:pt x="537" y="571"/>
                  </a:lnTo>
                  <a:lnTo>
                    <a:pt x="535" y="573"/>
                  </a:lnTo>
                  <a:lnTo>
                    <a:pt x="535" y="573"/>
                  </a:lnTo>
                  <a:lnTo>
                    <a:pt x="535" y="573"/>
                  </a:lnTo>
                  <a:lnTo>
                    <a:pt x="535" y="575"/>
                  </a:lnTo>
                  <a:lnTo>
                    <a:pt x="535" y="575"/>
                  </a:lnTo>
                  <a:lnTo>
                    <a:pt x="533" y="575"/>
                  </a:lnTo>
                  <a:lnTo>
                    <a:pt x="533" y="577"/>
                  </a:lnTo>
                  <a:lnTo>
                    <a:pt x="533" y="577"/>
                  </a:lnTo>
                  <a:lnTo>
                    <a:pt x="533" y="577"/>
                  </a:lnTo>
                  <a:lnTo>
                    <a:pt x="533" y="579"/>
                  </a:lnTo>
                  <a:lnTo>
                    <a:pt x="533" y="579"/>
                  </a:lnTo>
                  <a:lnTo>
                    <a:pt x="531" y="579"/>
                  </a:lnTo>
                  <a:lnTo>
                    <a:pt x="531" y="579"/>
                  </a:lnTo>
                  <a:lnTo>
                    <a:pt x="531" y="581"/>
                  </a:lnTo>
                  <a:lnTo>
                    <a:pt x="531" y="585"/>
                  </a:lnTo>
                  <a:lnTo>
                    <a:pt x="531" y="585"/>
                  </a:lnTo>
                  <a:lnTo>
                    <a:pt x="531" y="585"/>
                  </a:lnTo>
                  <a:lnTo>
                    <a:pt x="531" y="587"/>
                  </a:lnTo>
                  <a:lnTo>
                    <a:pt x="531" y="587"/>
                  </a:lnTo>
                  <a:lnTo>
                    <a:pt x="533" y="587"/>
                  </a:lnTo>
                  <a:lnTo>
                    <a:pt x="533" y="587"/>
                  </a:lnTo>
                  <a:lnTo>
                    <a:pt x="533" y="587"/>
                  </a:lnTo>
                  <a:lnTo>
                    <a:pt x="533" y="587"/>
                  </a:lnTo>
                  <a:lnTo>
                    <a:pt x="533" y="589"/>
                  </a:lnTo>
                  <a:lnTo>
                    <a:pt x="533" y="591"/>
                  </a:lnTo>
                  <a:lnTo>
                    <a:pt x="531" y="593"/>
                  </a:lnTo>
                  <a:lnTo>
                    <a:pt x="531" y="593"/>
                  </a:lnTo>
                  <a:lnTo>
                    <a:pt x="531" y="593"/>
                  </a:lnTo>
                  <a:lnTo>
                    <a:pt x="529" y="593"/>
                  </a:lnTo>
                  <a:lnTo>
                    <a:pt x="529" y="595"/>
                  </a:lnTo>
                  <a:lnTo>
                    <a:pt x="529" y="595"/>
                  </a:lnTo>
                  <a:lnTo>
                    <a:pt x="529" y="595"/>
                  </a:lnTo>
                  <a:lnTo>
                    <a:pt x="529" y="597"/>
                  </a:lnTo>
                  <a:lnTo>
                    <a:pt x="529" y="597"/>
                  </a:lnTo>
                  <a:lnTo>
                    <a:pt x="529" y="597"/>
                  </a:lnTo>
                  <a:lnTo>
                    <a:pt x="531" y="597"/>
                  </a:lnTo>
                  <a:lnTo>
                    <a:pt x="531" y="598"/>
                  </a:lnTo>
                  <a:lnTo>
                    <a:pt x="531" y="597"/>
                  </a:lnTo>
                  <a:lnTo>
                    <a:pt x="533" y="597"/>
                  </a:lnTo>
                  <a:lnTo>
                    <a:pt x="533" y="597"/>
                  </a:lnTo>
                  <a:lnTo>
                    <a:pt x="533" y="597"/>
                  </a:lnTo>
                  <a:lnTo>
                    <a:pt x="535" y="598"/>
                  </a:lnTo>
                  <a:lnTo>
                    <a:pt x="535" y="598"/>
                  </a:lnTo>
                  <a:lnTo>
                    <a:pt x="537" y="597"/>
                  </a:lnTo>
                  <a:lnTo>
                    <a:pt x="539" y="597"/>
                  </a:lnTo>
                  <a:lnTo>
                    <a:pt x="539" y="597"/>
                  </a:lnTo>
                  <a:lnTo>
                    <a:pt x="539" y="597"/>
                  </a:lnTo>
                  <a:lnTo>
                    <a:pt x="539" y="598"/>
                  </a:lnTo>
                  <a:lnTo>
                    <a:pt x="541" y="598"/>
                  </a:lnTo>
                  <a:lnTo>
                    <a:pt x="541" y="598"/>
                  </a:lnTo>
                  <a:lnTo>
                    <a:pt x="539" y="600"/>
                  </a:lnTo>
                  <a:lnTo>
                    <a:pt x="539" y="600"/>
                  </a:lnTo>
                  <a:lnTo>
                    <a:pt x="539" y="602"/>
                  </a:lnTo>
                  <a:lnTo>
                    <a:pt x="541" y="606"/>
                  </a:lnTo>
                  <a:lnTo>
                    <a:pt x="541" y="606"/>
                  </a:lnTo>
                  <a:lnTo>
                    <a:pt x="541" y="606"/>
                  </a:lnTo>
                  <a:lnTo>
                    <a:pt x="541" y="608"/>
                  </a:lnTo>
                  <a:lnTo>
                    <a:pt x="541" y="608"/>
                  </a:lnTo>
                  <a:lnTo>
                    <a:pt x="543" y="610"/>
                  </a:lnTo>
                  <a:lnTo>
                    <a:pt x="543" y="612"/>
                  </a:lnTo>
                  <a:lnTo>
                    <a:pt x="541" y="614"/>
                  </a:lnTo>
                  <a:lnTo>
                    <a:pt x="541" y="614"/>
                  </a:lnTo>
                  <a:lnTo>
                    <a:pt x="541" y="616"/>
                  </a:lnTo>
                  <a:lnTo>
                    <a:pt x="539" y="618"/>
                  </a:lnTo>
                  <a:lnTo>
                    <a:pt x="539" y="620"/>
                  </a:lnTo>
                  <a:lnTo>
                    <a:pt x="537" y="622"/>
                  </a:lnTo>
                  <a:lnTo>
                    <a:pt x="537" y="622"/>
                  </a:lnTo>
                  <a:lnTo>
                    <a:pt x="533" y="626"/>
                  </a:lnTo>
                  <a:lnTo>
                    <a:pt x="529" y="626"/>
                  </a:lnTo>
                  <a:lnTo>
                    <a:pt x="527" y="626"/>
                  </a:lnTo>
                  <a:lnTo>
                    <a:pt x="525" y="626"/>
                  </a:lnTo>
                  <a:lnTo>
                    <a:pt x="525" y="626"/>
                  </a:lnTo>
                  <a:lnTo>
                    <a:pt x="525" y="626"/>
                  </a:lnTo>
                  <a:lnTo>
                    <a:pt x="525" y="626"/>
                  </a:lnTo>
                  <a:lnTo>
                    <a:pt x="523" y="628"/>
                  </a:lnTo>
                  <a:lnTo>
                    <a:pt x="523" y="628"/>
                  </a:lnTo>
                  <a:lnTo>
                    <a:pt x="519" y="630"/>
                  </a:lnTo>
                  <a:lnTo>
                    <a:pt x="517" y="632"/>
                  </a:lnTo>
                  <a:lnTo>
                    <a:pt x="515" y="632"/>
                  </a:lnTo>
                  <a:lnTo>
                    <a:pt x="513" y="632"/>
                  </a:lnTo>
                  <a:lnTo>
                    <a:pt x="511" y="632"/>
                  </a:lnTo>
                  <a:lnTo>
                    <a:pt x="511" y="634"/>
                  </a:lnTo>
                  <a:lnTo>
                    <a:pt x="510" y="636"/>
                  </a:lnTo>
                  <a:lnTo>
                    <a:pt x="510" y="636"/>
                  </a:lnTo>
                  <a:lnTo>
                    <a:pt x="508" y="638"/>
                  </a:lnTo>
                  <a:lnTo>
                    <a:pt x="508" y="640"/>
                  </a:lnTo>
                  <a:lnTo>
                    <a:pt x="508" y="640"/>
                  </a:lnTo>
                  <a:lnTo>
                    <a:pt x="508" y="640"/>
                  </a:lnTo>
                  <a:lnTo>
                    <a:pt x="508" y="642"/>
                  </a:lnTo>
                  <a:lnTo>
                    <a:pt x="506" y="642"/>
                  </a:lnTo>
                  <a:lnTo>
                    <a:pt x="506" y="644"/>
                  </a:lnTo>
                  <a:lnTo>
                    <a:pt x="504" y="644"/>
                  </a:lnTo>
                  <a:lnTo>
                    <a:pt x="502" y="646"/>
                  </a:lnTo>
                  <a:lnTo>
                    <a:pt x="502" y="648"/>
                  </a:lnTo>
                  <a:lnTo>
                    <a:pt x="502" y="648"/>
                  </a:lnTo>
                  <a:lnTo>
                    <a:pt x="500" y="648"/>
                  </a:lnTo>
                  <a:lnTo>
                    <a:pt x="500" y="650"/>
                  </a:lnTo>
                  <a:lnTo>
                    <a:pt x="498" y="653"/>
                  </a:lnTo>
                  <a:lnTo>
                    <a:pt x="496" y="653"/>
                  </a:lnTo>
                  <a:lnTo>
                    <a:pt x="496" y="653"/>
                  </a:lnTo>
                  <a:lnTo>
                    <a:pt x="496" y="655"/>
                  </a:lnTo>
                  <a:lnTo>
                    <a:pt x="496" y="657"/>
                  </a:lnTo>
                  <a:lnTo>
                    <a:pt x="494" y="657"/>
                  </a:lnTo>
                  <a:lnTo>
                    <a:pt x="492" y="659"/>
                  </a:lnTo>
                  <a:lnTo>
                    <a:pt x="492" y="661"/>
                  </a:lnTo>
                  <a:lnTo>
                    <a:pt x="492" y="661"/>
                  </a:lnTo>
                  <a:lnTo>
                    <a:pt x="490" y="663"/>
                  </a:lnTo>
                  <a:lnTo>
                    <a:pt x="488" y="665"/>
                  </a:lnTo>
                  <a:lnTo>
                    <a:pt x="486" y="667"/>
                  </a:lnTo>
                  <a:lnTo>
                    <a:pt x="484" y="669"/>
                  </a:lnTo>
                  <a:lnTo>
                    <a:pt x="484" y="669"/>
                  </a:lnTo>
                  <a:lnTo>
                    <a:pt x="484" y="671"/>
                  </a:lnTo>
                  <a:lnTo>
                    <a:pt x="482" y="673"/>
                  </a:lnTo>
                  <a:lnTo>
                    <a:pt x="482" y="673"/>
                  </a:lnTo>
                  <a:lnTo>
                    <a:pt x="482" y="673"/>
                  </a:lnTo>
                  <a:lnTo>
                    <a:pt x="482" y="673"/>
                  </a:lnTo>
                  <a:lnTo>
                    <a:pt x="480" y="673"/>
                  </a:lnTo>
                  <a:lnTo>
                    <a:pt x="480" y="673"/>
                  </a:lnTo>
                  <a:lnTo>
                    <a:pt x="480" y="673"/>
                  </a:lnTo>
                  <a:lnTo>
                    <a:pt x="478" y="673"/>
                  </a:lnTo>
                  <a:lnTo>
                    <a:pt x="478" y="673"/>
                  </a:lnTo>
                  <a:lnTo>
                    <a:pt x="478" y="673"/>
                  </a:lnTo>
                  <a:lnTo>
                    <a:pt x="462" y="669"/>
                  </a:lnTo>
                  <a:lnTo>
                    <a:pt x="453" y="671"/>
                  </a:lnTo>
                  <a:lnTo>
                    <a:pt x="443" y="669"/>
                  </a:lnTo>
                  <a:lnTo>
                    <a:pt x="425" y="663"/>
                  </a:lnTo>
                  <a:lnTo>
                    <a:pt x="423" y="661"/>
                  </a:lnTo>
                  <a:lnTo>
                    <a:pt x="421" y="659"/>
                  </a:lnTo>
                  <a:lnTo>
                    <a:pt x="419" y="657"/>
                  </a:lnTo>
                  <a:lnTo>
                    <a:pt x="417" y="655"/>
                  </a:lnTo>
                  <a:lnTo>
                    <a:pt x="402" y="653"/>
                  </a:lnTo>
                  <a:lnTo>
                    <a:pt x="398" y="651"/>
                  </a:lnTo>
                  <a:lnTo>
                    <a:pt x="394" y="653"/>
                  </a:lnTo>
                  <a:lnTo>
                    <a:pt x="392" y="655"/>
                  </a:lnTo>
                  <a:lnTo>
                    <a:pt x="378" y="665"/>
                  </a:lnTo>
                  <a:lnTo>
                    <a:pt x="376" y="667"/>
                  </a:lnTo>
                  <a:lnTo>
                    <a:pt x="376" y="667"/>
                  </a:lnTo>
                  <a:lnTo>
                    <a:pt x="370" y="667"/>
                  </a:lnTo>
                  <a:lnTo>
                    <a:pt x="366" y="667"/>
                  </a:lnTo>
                  <a:lnTo>
                    <a:pt x="366" y="667"/>
                  </a:lnTo>
                  <a:lnTo>
                    <a:pt x="364" y="667"/>
                  </a:lnTo>
                  <a:lnTo>
                    <a:pt x="360" y="669"/>
                  </a:lnTo>
                  <a:lnTo>
                    <a:pt x="360" y="669"/>
                  </a:lnTo>
                  <a:lnTo>
                    <a:pt x="353" y="665"/>
                  </a:lnTo>
                  <a:lnTo>
                    <a:pt x="343" y="657"/>
                  </a:lnTo>
                  <a:lnTo>
                    <a:pt x="343" y="657"/>
                  </a:lnTo>
                  <a:lnTo>
                    <a:pt x="341" y="655"/>
                  </a:lnTo>
                  <a:lnTo>
                    <a:pt x="341" y="655"/>
                  </a:lnTo>
                  <a:lnTo>
                    <a:pt x="339" y="653"/>
                  </a:lnTo>
                  <a:lnTo>
                    <a:pt x="327" y="650"/>
                  </a:lnTo>
                  <a:lnTo>
                    <a:pt x="323" y="650"/>
                  </a:lnTo>
                  <a:lnTo>
                    <a:pt x="313" y="651"/>
                  </a:lnTo>
                  <a:lnTo>
                    <a:pt x="311" y="651"/>
                  </a:lnTo>
                  <a:lnTo>
                    <a:pt x="307" y="650"/>
                  </a:lnTo>
                  <a:lnTo>
                    <a:pt x="304" y="650"/>
                  </a:lnTo>
                  <a:lnTo>
                    <a:pt x="302" y="653"/>
                  </a:lnTo>
                  <a:lnTo>
                    <a:pt x="298" y="655"/>
                  </a:lnTo>
                  <a:lnTo>
                    <a:pt x="296" y="659"/>
                  </a:lnTo>
                  <a:lnTo>
                    <a:pt x="294" y="659"/>
                  </a:lnTo>
                  <a:lnTo>
                    <a:pt x="292" y="661"/>
                  </a:lnTo>
                  <a:lnTo>
                    <a:pt x="292" y="661"/>
                  </a:lnTo>
                  <a:lnTo>
                    <a:pt x="286" y="669"/>
                  </a:lnTo>
                  <a:lnTo>
                    <a:pt x="286" y="669"/>
                  </a:lnTo>
                  <a:lnTo>
                    <a:pt x="286" y="669"/>
                  </a:lnTo>
                  <a:lnTo>
                    <a:pt x="284" y="669"/>
                  </a:lnTo>
                  <a:lnTo>
                    <a:pt x="282" y="669"/>
                  </a:lnTo>
                  <a:lnTo>
                    <a:pt x="274" y="675"/>
                  </a:lnTo>
                  <a:lnTo>
                    <a:pt x="272" y="677"/>
                  </a:lnTo>
                  <a:lnTo>
                    <a:pt x="272" y="679"/>
                  </a:lnTo>
                  <a:lnTo>
                    <a:pt x="270" y="681"/>
                  </a:lnTo>
                  <a:lnTo>
                    <a:pt x="270" y="681"/>
                  </a:lnTo>
                  <a:lnTo>
                    <a:pt x="268" y="683"/>
                  </a:lnTo>
                  <a:lnTo>
                    <a:pt x="260" y="693"/>
                  </a:lnTo>
                  <a:lnTo>
                    <a:pt x="258" y="695"/>
                  </a:lnTo>
                  <a:lnTo>
                    <a:pt x="258" y="697"/>
                  </a:lnTo>
                  <a:lnTo>
                    <a:pt x="257" y="704"/>
                  </a:lnTo>
                  <a:lnTo>
                    <a:pt x="257" y="704"/>
                  </a:lnTo>
                  <a:lnTo>
                    <a:pt x="257" y="706"/>
                  </a:lnTo>
                  <a:lnTo>
                    <a:pt x="257" y="708"/>
                  </a:lnTo>
                  <a:lnTo>
                    <a:pt x="257" y="710"/>
                  </a:lnTo>
                  <a:lnTo>
                    <a:pt x="255" y="710"/>
                  </a:lnTo>
                  <a:lnTo>
                    <a:pt x="253" y="712"/>
                  </a:lnTo>
                  <a:lnTo>
                    <a:pt x="253" y="712"/>
                  </a:lnTo>
                  <a:lnTo>
                    <a:pt x="251" y="712"/>
                  </a:lnTo>
                  <a:lnTo>
                    <a:pt x="251" y="714"/>
                  </a:lnTo>
                  <a:lnTo>
                    <a:pt x="249" y="716"/>
                  </a:lnTo>
                  <a:lnTo>
                    <a:pt x="245" y="720"/>
                  </a:lnTo>
                  <a:lnTo>
                    <a:pt x="243" y="720"/>
                  </a:lnTo>
                  <a:lnTo>
                    <a:pt x="241" y="720"/>
                  </a:lnTo>
                  <a:lnTo>
                    <a:pt x="239" y="720"/>
                  </a:lnTo>
                  <a:lnTo>
                    <a:pt x="235" y="720"/>
                  </a:lnTo>
                  <a:lnTo>
                    <a:pt x="229" y="720"/>
                  </a:lnTo>
                  <a:lnTo>
                    <a:pt x="227" y="720"/>
                  </a:lnTo>
                  <a:lnTo>
                    <a:pt x="213" y="730"/>
                  </a:lnTo>
                  <a:lnTo>
                    <a:pt x="209" y="732"/>
                  </a:lnTo>
                  <a:lnTo>
                    <a:pt x="192" y="736"/>
                  </a:lnTo>
                  <a:lnTo>
                    <a:pt x="190" y="738"/>
                  </a:lnTo>
                  <a:lnTo>
                    <a:pt x="186" y="742"/>
                  </a:lnTo>
                  <a:lnTo>
                    <a:pt x="184" y="742"/>
                  </a:lnTo>
                  <a:lnTo>
                    <a:pt x="184" y="742"/>
                  </a:lnTo>
                  <a:lnTo>
                    <a:pt x="182" y="742"/>
                  </a:lnTo>
                  <a:lnTo>
                    <a:pt x="180" y="742"/>
                  </a:lnTo>
                  <a:lnTo>
                    <a:pt x="178" y="742"/>
                  </a:lnTo>
                  <a:lnTo>
                    <a:pt x="178" y="742"/>
                  </a:lnTo>
                  <a:lnTo>
                    <a:pt x="176" y="742"/>
                  </a:lnTo>
                  <a:lnTo>
                    <a:pt x="176" y="744"/>
                  </a:lnTo>
                  <a:lnTo>
                    <a:pt x="174" y="746"/>
                  </a:lnTo>
                  <a:lnTo>
                    <a:pt x="168" y="748"/>
                  </a:lnTo>
                  <a:lnTo>
                    <a:pt x="162" y="756"/>
                  </a:lnTo>
                  <a:lnTo>
                    <a:pt x="156" y="759"/>
                  </a:lnTo>
                  <a:lnTo>
                    <a:pt x="151" y="763"/>
                  </a:lnTo>
                  <a:lnTo>
                    <a:pt x="149" y="763"/>
                  </a:lnTo>
                  <a:lnTo>
                    <a:pt x="147" y="763"/>
                  </a:lnTo>
                  <a:lnTo>
                    <a:pt x="145" y="763"/>
                  </a:lnTo>
                  <a:lnTo>
                    <a:pt x="141" y="761"/>
                  </a:lnTo>
                  <a:lnTo>
                    <a:pt x="137" y="759"/>
                  </a:lnTo>
                  <a:lnTo>
                    <a:pt x="137" y="759"/>
                  </a:lnTo>
                  <a:lnTo>
                    <a:pt x="133" y="758"/>
                  </a:lnTo>
                  <a:lnTo>
                    <a:pt x="133" y="758"/>
                  </a:lnTo>
                  <a:lnTo>
                    <a:pt x="133" y="758"/>
                  </a:lnTo>
                  <a:lnTo>
                    <a:pt x="133" y="759"/>
                  </a:lnTo>
                  <a:lnTo>
                    <a:pt x="131" y="761"/>
                  </a:lnTo>
                  <a:lnTo>
                    <a:pt x="129" y="763"/>
                  </a:lnTo>
                  <a:lnTo>
                    <a:pt x="127" y="763"/>
                  </a:lnTo>
                  <a:lnTo>
                    <a:pt x="125" y="765"/>
                  </a:lnTo>
                  <a:lnTo>
                    <a:pt x="111" y="763"/>
                  </a:lnTo>
                  <a:lnTo>
                    <a:pt x="107" y="763"/>
                  </a:lnTo>
                  <a:lnTo>
                    <a:pt x="107" y="763"/>
                  </a:lnTo>
                  <a:lnTo>
                    <a:pt x="105" y="761"/>
                  </a:lnTo>
                  <a:lnTo>
                    <a:pt x="102" y="761"/>
                  </a:lnTo>
                  <a:lnTo>
                    <a:pt x="92" y="763"/>
                  </a:lnTo>
                  <a:lnTo>
                    <a:pt x="92" y="763"/>
                  </a:lnTo>
                  <a:lnTo>
                    <a:pt x="90" y="761"/>
                  </a:lnTo>
                  <a:lnTo>
                    <a:pt x="90" y="761"/>
                  </a:lnTo>
                  <a:lnTo>
                    <a:pt x="90" y="759"/>
                  </a:lnTo>
                  <a:lnTo>
                    <a:pt x="90" y="759"/>
                  </a:lnTo>
                  <a:lnTo>
                    <a:pt x="88" y="759"/>
                  </a:lnTo>
                  <a:lnTo>
                    <a:pt x="86" y="759"/>
                  </a:lnTo>
                  <a:lnTo>
                    <a:pt x="86" y="759"/>
                  </a:lnTo>
                  <a:lnTo>
                    <a:pt x="84" y="759"/>
                  </a:lnTo>
                  <a:lnTo>
                    <a:pt x="82" y="759"/>
                  </a:lnTo>
                  <a:lnTo>
                    <a:pt x="80" y="758"/>
                  </a:lnTo>
                  <a:lnTo>
                    <a:pt x="74" y="759"/>
                  </a:lnTo>
                  <a:lnTo>
                    <a:pt x="70" y="761"/>
                  </a:lnTo>
                  <a:lnTo>
                    <a:pt x="68" y="761"/>
                  </a:lnTo>
                  <a:lnTo>
                    <a:pt x="64" y="759"/>
                  </a:lnTo>
                  <a:lnTo>
                    <a:pt x="60" y="761"/>
                  </a:lnTo>
                  <a:lnTo>
                    <a:pt x="55" y="761"/>
                  </a:lnTo>
                  <a:lnTo>
                    <a:pt x="49" y="763"/>
                  </a:lnTo>
                  <a:lnTo>
                    <a:pt x="47" y="763"/>
                  </a:lnTo>
                  <a:lnTo>
                    <a:pt x="45" y="765"/>
                  </a:lnTo>
                  <a:lnTo>
                    <a:pt x="41" y="763"/>
                  </a:lnTo>
                  <a:lnTo>
                    <a:pt x="35" y="758"/>
                  </a:lnTo>
                  <a:lnTo>
                    <a:pt x="31" y="756"/>
                  </a:lnTo>
                  <a:lnTo>
                    <a:pt x="31" y="754"/>
                  </a:lnTo>
                  <a:lnTo>
                    <a:pt x="29" y="754"/>
                  </a:lnTo>
                  <a:lnTo>
                    <a:pt x="29" y="752"/>
                  </a:lnTo>
                  <a:lnTo>
                    <a:pt x="29" y="752"/>
                  </a:lnTo>
                  <a:lnTo>
                    <a:pt x="27" y="752"/>
                  </a:lnTo>
                  <a:lnTo>
                    <a:pt x="23" y="752"/>
                  </a:lnTo>
                  <a:lnTo>
                    <a:pt x="23" y="752"/>
                  </a:lnTo>
                  <a:lnTo>
                    <a:pt x="19" y="750"/>
                  </a:lnTo>
                  <a:lnTo>
                    <a:pt x="17" y="748"/>
                  </a:lnTo>
                  <a:lnTo>
                    <a:pt x="17" y="748"/>
                  </a:lnTo>
                  <a:lnTo>
                    <a:pt x="17" y="746"/>
                  </a:lnTo>
                  <a:lnTo>
                    <a:pt x="17" y="744"/>
                  </a:lnTo>
                  <a:lnTo>
                    <a:pt x="15" y="744"/>
                  </a:lnTo>
                  <a:lnTo>
                    <a:pt x="15" y="744"/>
                  </a:lnTo>
                  <a:lnTo>
                    <a:pt x="13" y="744"/>
                  </a:lnTo>
                  <a:lnTo>
                    <a:pt x="13" y="744"/>
                  </a:lnTo>
                  <a:lnTo>
                    <a:pt x="13" y="742"/>
                  </a:lnTo>
                  <a:lnTo>
                    <a:pt x="13" y="740"/>
                  </a:lnTo>
                  <a:lnTo>
                    <a:pt x="13" y="738"/>
                  </a:lnTo>
                  <a:lnTo>
                    <a:pt x="13" y="738"/>
                  </a:lnTo>
                  <a:lnTo>
                    <a:pt x="13" y="736"/>
                  </a:lnTo>
                  <a:lnTo>
                    <a:pt x="11" y="732"/>
                  </a:lnTo>
                  <a:lnTo>
                    <a:pt x="11" y="730"/>
                  </a:lnTo>
                  <a:lnTo>
                    <a:pt x="11" y="730"/>
                  </a:lnTo>
                  <a:lnTo>
                    <a:pt x="11" y="728"/>
                  </a:lnTo>
                  <a:lnTo>
                    <a:pt x="11" y="726"/>
                  </a:lnTo>
                  <a:lnTo>
                    <a:pt x="11" y="724"/>
                  </a:lnTo>
                  <a:lnTo>
                    <a:pt x="11" y="724"/>
                  </a:lnTo>
                  <a:lnTo>
                    <a:pt x="9" y="724"/>
                  </a:lnTo>
                  <a:lnTo>
                    <a:pt x="5" y="724"/>
                  </a:lnTo>
                  <a:lnTo>
                    <a:pt x="5" y="724"/>
                  </a:lnTo>
                  <a:lnTo>
                    <a:pt x="4" y="724"/>
                  </a:lnTo>
                  <a:lnTo>
                    <a:pt x="4" y="724"/>
                  </a:lnTo>
                  <a:lnTo>
                    <a:pt x="2" y="722"/>
                  </a:lnTo>
                  <a:lnTo>
                    <a:pt x="2" y="722"/>
                  </a:lnTo>
                  <a:lnTo>
                    <a:pt x="2" y="722"/>
                  </a:lnTo>
                  <a:lnTo>
                    <a:pt x="2" y="722"/>
                  </a:lnTo>
                  <a:lnTo>
                    <a:pt x="4" y="718"/>
                  </a:lnTo>
                  <a:lnTo>
                    <a:pt x="4" y="718"/>
                  </a:lnTo>
                  <a:lnTo>
                    <a:pt x="4" y="718"/>
                  </a:lnTo>
                  <a:lnTo>
                    <a:pt x="4" y="718"/>
                  </a:lnTo>
                  <a:lnTo>
                    <a:pt x="4" y="716"/>
                  </a:lnTo>
                  <a:lnTo>
                    <a:pt x="4" y="716"/>
                  </a:lnTo>
                  <a:lnTo>
                    <a:pt x="4" y="716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2" y="712"/>
                  </a:lnTo>
                  <a:lnTo>
                    <a:pt x="2" y="712"/>
                  </a:lnTo>
                  <a:lnTo>
                    <a:pt x="0" y="712"/>
                  </a:lnTo>
                  <a:lnTo>
                    <a:pt x="0" y="712"/>
                  </a:lnTo>
                  <a:lnTo>
                    <a:pt x="0" y="712"/>
                  </a:lnTo>
                  <a:lnTo>
                    <a:pt x="0" y="710"/>
                  </a:lnTo>
                  <a:lnTo>
                    <a:pt x="0" y="708"/>
                  </a:lnTo>
                  <a:lnTo>
                    <a:pt x="2" y="708"/>
                  </a:lnTo>
                  <a:lnTo>
                    <a:pt x="2" y="708"/>
                  </a:lnTo>
                  <a:lnTo>
                    <a:pt x="2" y="708"/>
                  </a:lnTo>
                  <a:lnTo>
                    <a:pt x="2" y="706"/>
                  </a:lnTo>
                  <a:lnTo>
                    <a:pt x="2" y="706"/>
                  </a:lnTo>
                  <a:lnTo>
                    <a:pt x="2" y="706"/>
                  </a:lnTo>
                  <a:lnTo>
                    <a:pt x="2" y="706"/>
                  </a:lnTo>
                  <a:lnTo>
                    <a:pt x="2" y="706"/>
                  </a:lnTo>
                  <a:lnTo>
                    <a:pt x="2" y="704"/>
                  </a:lnTo>
                  <a:lnTo>
                    <a:pt x="4" y="704"/>
                  </a:lnTo>
                  <a:lnTo>
                    <a:pt x="4" y="704"/>
                  </a:lnTo>
                  <a:lnTo>
                    <a:pt x="4" y="704"/>
                  </a:lnTo>
                  <a:lnTo>
                    <a:pt x="4" y="704"/>
                  </a:lnTo>
                  <a:lnTo>
                    <a:pt x="5" y="704"/>
                  </a:lnTo>
                  <a:lnTo>
                    <a:pt x="5" y="704"/>
                  </a:lnTo>
                  <a:lnTo>
                    <a:pt x="5" y="704"/>
                  </a:lnTo>
                  <a:lnTo>
                    <a:pt x="5" y="704"/>
                  </a:lnTo>
                  <a:lnTo>
                    <a:pt x="5" y="704"/>
                  </a:lnTo>
                  <a:lnTo>
                    <a:pt x="7" y="704"/>
                  </a:lnTo>
                  <a:lnTo>
                    <a:pt x="7" y="703"/>
                  </a:lnTo>
                  <a:lnTo>
                    <a:pt x="7" y="703"/>
                  </a:lnTo>
                  <a:lnTo>
                    <a:pt x="7" y="701"/>
                  </a:lnTo>
                  <a:lnTo>
                    <a:pt x="7" y="699"/>
                  </a:lnTo>
                  <a:lnTo>
                    <a:pt x="9" y="697"/>
                  </a:lnTo>
                  <a:lnTo>
                    <a:pt x="9" y="697"/>
                  </a:lnTo>
                  <a:lnTo>
                    <a:pt x="9" y="697"/>
                  </a:lnTo>
                  <a:lnTo>
                    <a:pt x="9" y="695"/>
                  </a:lnTo>
                  <a:lnTo>
                    <a:pt x="9" y="695"/>
                  </a:lnTo>
                  <a:lnTo>
                    <a:pt x="9" y="695"/>
                  </a:lnTo>
                  <a:lnTo>
                    <a:pt x="9" y="695"/>
                  </a:lnTo>
                  <a:lnTo>
                    <a:pt x="9" y="695"/>
                  </a:lnTo>
                  <a:lnTo>
                    <a:pt x="11" y="693"/>
                  </a:lnTo>
                  <a:lnTo>
                    <a:pt x="13" y="693"/>
                  </a:lnTo>
                  <a:lnTo>
                    <a:pt x="13" y="693"/>
                  </a:lnTo>
                  <a:lnTo>
                    <a:pt x="13" y="693"/>
                  </a:lnTo>
                  <a:lnTo>
                    <a:pt x="13" y="695"/>
                  </a:lnTo>
                  <a:lnTo>
                    <a:pt x="13" y="695"/>
                  </a:lnTo>
                  <a:lnTo>
                    <a:pt x="15" y="695"/>
                  </a:lnTo>
                  <a:lnTo>
                    <a:pt x="15" y="695"/>
                  </a:lnTo>
                  <a:lnTo>
                    <a:pt x="15" y="695"/>
                  </a:lnTo>
                  <a:lnTo>
                    <a:pt x="15" y="695"/>
                  </a:lnTo>
                  <a:lnTo>
                    <a:pt x="15" y="693"/>
                  </a:lnTo>
                  <a:lnTo>
                    <a:pt x="15" y="693"/>
                  </a:lnTo>
                  <a:lnTo>
                    <a:pt x="15" y="693"/>
                  </a:lnTo>
                  <a:lnTo>
                    <a:pt x="17" y="693"/>
                  </a:lnTo>
                  <a:lnTo>
                    <a:pt x="17" y="691"/>
                  </a:lnTo>
                  <a:lnTo>
                    <a:pt x="17" y="691"/>
                  </a:lnTo>
                  <a:lnTo>
                    <a:pt x="17" y="691"/>
                  </a:lnTo>
                  <a:lnTo>
                    <a:pt x="17" y="689"/>
                  </a:lnTo>
                  <a:lnTo>
                    <a:pt x="17" y="689"/>
                  </a:lnTo>
                  <a:lnTo>
                    <a:pt x="17" y="689"/>
                  </a:lnTo>
                  <a:lnTo>
                    <a:pt x="17" y="689"/>
                  </a:lnTo>
                  <a:lnTo>
                    <a:pt x="17" y="689"/>
                  </a:lnTo>
                  <a:lnTo>
                    <a:pt x="17" y="689"/>
                  </a:lnTo>
                  <a:lnTo>
                    <a:pt x="17" y="687"/>
                  </a:lnTo>
                  <a:lnTo>
                    <a:pt x="19" y="687"/>
                  </a:lnTo>
                  <a:lnTo>
                    <a:pt x="19" y="687"/>
                  </a:lnTo>
                  <a:lnTo>
                    <a:pt x="21" y="687"/>
                  </a:lnTo>
                  <a:lnTo>
                    <a:pt x="23" y="687"/>
                  </a:lnTo>
                  <a:lnTo>
                    <a:pt x="23" y="687"/>
                  </a:lnTo>
                  <a:lnTo>
                    <a:pt x="25" y="687"/>
                  </a:lnTo>
                  <a:lnTo>
                    <a:pt x="27" y="685"/>
                  </a:lnTo>
                  <a:lnTo>
                    <a:pt x="27" y="685"/>
                  </a:lnTo>
                  <a:lnTo>
                    <a:pt x="27" y="683"/>
                  </a:lnTo>
                  <a:lnTo>
                    <a:pt x="27" y="683"/>
                  </a:lnTo>
                  <a:lnTo>
                    <a:pt x="29" y="683"/>
                  </a:lnTo>
                  <a:lnTo>
                    <a:pt x="29" y="683"/>
                  </a:lnTo>
                  <a:lnTo>
                    <a:pt x="29" y="683"/>
                  </a:lnTo>
                  <a:lnTo>
                    <a:pt x="29" y="683"/>
                  </a:lnTo>
                  <a:lnTo>
                    <a:pt x="31" y="683"/>
                  </a:lnTo>
                  <a:lnTo>
                    <a:pt x="31" y="683"/>
                  </a:lnTo>
                  <a:lnTo>
                    <a:pt x="31" y="683"/>
                  </a:lnTo>
                  <a:lnTo>
                    <a:pt x="35" y="681"/>
                  </a:lnTo>
                  <a:lnTo>
                    <a:pt x="35" y="681"/>
                  </a:lnTo>
                  <a:lnTo>
                    <a:pt x="35" y="681"/>
                  </a:lnTo>
                  <a:lnTo>
                    <a:pt x="35" y="681"/>
                  </a:lnTo>
                  <a:lnTo>
                    <a:pt x="37" y="681"/>
                  </a:lnTo>
                  <a:lnTo>
                    <a:pt x="37" y="681"/>
                  </a:lnTo>
                  <a:lnTo>
                    <a:pt x="37" y="681"/>
                  </a:lnTo>
                  <a:lnTo>
                    <a:pt x="39" y="681"/>
                  </a:lnTo>
                  <a:lnTo>
                    <a:pt x="39" y="681"/>
                  </a:lnTo>
                  <a:lnTo>
                    <a:pt x="39" y="679"/>
                  </a:lnTo>
                  <a:lnTo>
                    <a:pt x="39" y="679"/>
                  </a:lnTo>
                  <a:lnTo>
                    <a:pt x="39" y="677"/>
                  </a:lnTo>
                  <a:lnTo>
                    <a:pt x="39" y="675"/>
                  </a:lnTo>
                  <a:lnTo>
                    <a:pt x="37" y="675"/>
                  </a:lnTo>
                  <a:lnTo>
                    <a:pt x="37" y="675"/>
                  </a:lnTo>
                  <a:lnTo>
                    <a:pt x="37" y="675"/>
                  </a:lnTo>
                  <a:lnTo>
                    <a:pt x="35" y="677"/>
                  </a:lnTo>
                  <a:lnTo>
                    <a:pt x="35" y="677"/>
                  </a:lnTo>
                  <a:lnTo>
                    <a:pt x="33" y="677"/>
                  </a:lnTo>
                  <a:lnTo>
                    <a:pt x="33" y="677"/>
                  </a:lnTo>
                  <a:lnTo>
                    <a:pt x="33" y="677"/>
                  </a:lnTo>
                  <a:lnTo>
                    <a:pt x="33" y="677"/>
                  </a:lnTo>
                  <a:lnTo>
                    <a:pt x="33" y="677"/>
                  </a:lnTo>
                  <a:lnTo>
                    <a:pt x="31" y="675"/>
                  </a:lnTo>
                  <a:lnTo>
                    <a:pt x="31" y="673"/>
                  </a:lnTo>
                  <a:lnTo>
                    <a:pt x="29" y="673"/>
                  </a:lnTo>
                  <a:lnTo>
                    <a:pt x="29" y="673"/>
                  </a:lnTo>
                  <a:lnTo>
                    <a:pt x="27" y="673"/>
                  </a:lnTo>
                  <a:lnTo>
                    <a:pt x="27" y="673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25" y="671"/>
                  </a:lnTo>
                  <a:lnTo>
                    <a:pt x="25" y="671"/>
                  </a:lnTo>
                  <a:lnTo>
                    <a:pt x="25" y="671"/>
                  </a:lnTo>
                  <a:lnTo>
                    <a:pt x="23" y="671"/>
                  </a:lnTo>
                  <a:lnTo>
                    <a:pt x="23" y="671"/>
                  </a:lnTo>
                  <a:lnTo>
                    <a:pt x="23" y="671"/>
                  </a:lnTo>
                  <a:lnTo>
                    <a:pt x="17" y="669"/>
                  </a:lnTo>
                  <a:lnTo>
                    <a:pt x="17" y="669"/>
                  </a:lnTo>
                  <a:lnTo>
                    <a:pt x="17" y="669"/>
                  </a:lnTo>
                  <a:lnTo>
                    <a:pt x="15" y="669"/>
                  </a:lnTo>
                  <a:lnTo>
                    <a:pt x="15" y="669"/>
                  </a:lnTo>
                  <a:lnTo>
                    <a:pt x="13" y="667"/>
                  </a:lnTo>
                  <a:lnTo>
                    <a:pt x="11" y="667"/>
                  </a:lnTo>
                  <a:lnTo>
                    <a:pt x="9" y="665"/>
                  </a:lnTo>
                  <a:lnTo>
                    <a:pt x="9" y="665"/>
                  </a:lnTo>
                  <a:lnTo>
                    <a:pt x="7" y="663"/>
                  </a:lnTo>
                  <a:lnTo>
                    <a:pt x="7" y="663"/>
                  </a:lnTo>
                  <a:lnTo>
                    <a:pt x="7" y="663"/>
                  </a:lnTo>
                  <a:lnTo>
                    <a:pt x="7" y="663"/>
                  </a:lnTo>
                  <a:lnTo>
                    <a:pt x="7" y="661"/>
                  </a:lnTo>
                  <a:lnTo>
                    <a:pt x="9" y="661"/>
                  </a:lnTo>
                  <a:lnTo>
                    <a:pt x="11" y="659"/>
                  </a:lnTo>
                  <a:lnTo>
                    <a:pt x="13" y="657"/>
                  </a:lnTo>
                  <a:lnTo>
                    <a:pt x="13" y="65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15" y="651"/>
                  </a:lnTo>
                  <a:lnTo>
                    <a:pt x="15" y="651"/>
                  </a:lnTo>
                  <a:lnTo>
                    <a:pt x="15" y="650"/>
                  </a:lnTo>
                  <a:lnTo>
                    <a:pt x="17" y="646"/>
                  </a:lnTo>
                  <a:lnTo>
                    <a:pt x="17" y="646"/>
                  </a:lnTo>
                  <a:lnTo>
                    <a:pt x="17" y="642"/>
                  </a:lnTo>
                  <a:lnTo>
                    <a:pt x="17" y="640"/>
                  </a:lnTo>
                  <a:lnTo>
                    <a:pt x="19" y="640"/>
                  </a:lnTo>
                  <a:lnTo>
                    <a:pt x="25" y="638"/>
                  </a:lnTo>
                  <a:lnTo>
                    <a:pt x="25" y="638"/>
                  </a:lnTo>
                  <a:lnTo>
                    <a:pt x="25" y="638"/>
                  </a:lnTo>
                  <a:lnTo>
                    <a:pt x="25" y="638"/>
                  </a:lnTo>
                  <a:lnTo>
                    <a:pt x="25" y="638"/>
                  </a:lnTo>
                  <a:lnTo>
                    <a:pt x="27" y="636"/>
                  </a:lnTo>
                  <a:lnTo>
                    <a:pt x="27" y="634"/>
                  </a:lnTo>
                  <a:lnTo>
                    <a:pt x="27" y="634"/>
                  </a:lnTo>
                  <a:lnTo>
                    <a:pt x="27" y="632"/>
                  </a:lnTo>
                  <a:lnTo>
                    <a:pt x="27" y="632"/>
                  </a:lnTo>
                  <a:lnTo>
                    <a:pt x="27" y="632"/>
                  </a:lnTo>
                  <a:lnTo>
                    <a:pt x="27" y="630"/>
                  </a:lnTo>
                  <a:lnTo>
                    <a:pt x="27" y="630"/>
                  </a:lnTo>
                  <a:lnTo>
                    <a:pt x="25" y="630"/>
                  </a:lnTo>
                  <a:lnTo>
                    <a:pt x="21" y="628"/>
                  </a:lnTo>
                  <a:lnTo>
                    <a:pt x="21" y="628"/>
                  </a:lnTo>
                  <a:lnTo>
                    <a:pt x="21" y="626"/>
                  </a:lnTo>
                  <a:lnTo>
                    <a:pt x="21" y="626"/>
                  </a:lnTo>
                  <a:lnTo>
                    <a:pt x="21" y="626"/>
                  </a:lnTo>
                  <a:lnTo>
                    <a:pt x="19" y="626"/>
                  </a:lnTo>
                  <a:lnTo>
                    <a:pt x="19" y="626"/>
                  </a:lnTo>
                  <a:lnTo>
                    <a:pt x="19" y="626"/>
                  </a:lnTo>
                  <a:lnTo>
                    <a:pt x="17" y="626"/>
                  </a:lnTo>
                  <a:lnTo>
                    <a:pt x="17" y="624"/>
                  </a:lnTo>
                  <a:lnTo>
                    <a:pt x="17" y="624"/>
                  </a:lnTo>
                  <a:lnTo>
                    <a:pt x="17" y="624"/>
                  </a:lnTo>
                  <a:lnTo>
                    <a:pt x="17" y="624"/>
                  </a:lnTo>
                  <a:lnTo>
                    <a:pt x="15" y="624"/>
                  </a:lnTo>
                  <a:lnTo>
                    <a:pt x="15" y="622"/>
                  </a:lnTo>
                  <a:lnTo>
                    <a:pt x="17" y="622"/>
                  </a:lnTo>
                  <a:lnTo>
                    <a:pt x="17" y="622"/>
                  </a:lnTo>
                  <a:lnTo>
                    <a:pt x="17" y="620"/>
                  </a:lnTo>
                  <a:lnTo>
                    <a:pt x="19" y="620"/>
                  </a:lnTo>
                  <a:lnTo>
                    <a:pt x="19" y="618"/>
                  </a:lnTo>
                  <a:lnTo>
                    <a:pt x="21" y="618"/>
                  </a:lnTo>
                  <a:lnTo>
                    <a:pt x="21" y="618"/>
                  </a:lnTo>
                  <a:lnTo>
                    <a:pt x="21" y="616"/>
                  </a:lnTo>
                  <a:lnTo>
                    <a:pt x="21" y="614"/>
                  </a:lnTo>
                  <a:lnTo>
                    <a:pt x="21" y="612"/>
                  </a:lnTo>
                  <a:lnTo>
                    <a:pt x="23" y="610"/>
                  </a:lnTo>
                  <a:lnTo>
                    <a:pt x="23" y="610"/>
                  </a:lnTo>
                  <a:lnTo>
                    <a:pt x="23" y="610"/>
                  </a:lnTo>
                  <a:lnTo>
                    <a:pt x="23" y="610"/>
                  </a:lnTo>
                  <a:lnTo>
                    <a:pt x="23" y="610"/>
                  </a:lnTo>
                  <a:lnTo>
                    <a:pt x="23" y="608"/>
                  </a:lnTo>
                  <a:lnTo>
                    <a:pt x="23" y="608"/>
                  </a:lnTo>
                  <a:lnTo>
                    <a:pt x="23" y="608"/>
                  </a:lnTo>
                  <a:lnTo>
                    <a:pt x="23" y="608"/>
                  </a:lnTo>
                  <a:lnTo>
                    <a:pt x="23" y="606"/>
                  </a:lnTo>
                  <a:lnTo>
                    <a:pt x="23" y="606"/>
                  </a:lnTo>
                  <a:lnTo>
                    <a:pt x="23" y="606"/>
                  </a:lnTo>
                  <a:lnTo>
                    <a:pt x="25" y="604"/>
                  </a:lnTo>
                  <a:lnTo>
                    <a:pt x="25" y="604"/>
                  </a:lnTo>
                  <a:lnTo>
                    <a:pt x="25" y="604"/>
                  </a:lnTo>
                  <a:lnTo>
                    <a:pt x="25" y="604"/>
                  </a:lnTo>
                  <a:lnTo>
                    <a:pt x="25" y="604"/>
                  </a:lnTo>
                  <a:lnTo>
                    <a:pt x="25" y="604"/>
                  </a:lnTo>
                  <a:lnTo>
                    <a:pt x="25" y="602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9" y="604"/>
                  </a:lnTo>
                  <a:lnTo>
                    <a:pt x="29" y="604"/>
                  </a:lnTo>
                  <a:lnTo>
                    <a:pt x="29" y="606"/>
                  </a:lnTo>
                  <a:lnTo>
                    <a:pt x="31" y="606"/>
                  </a:lnTo>
                  <a:lnTo>
                    <a:pt x="31" y="606"/>
                  </a:lnTo>
                  <a:lnTo>
                    <a:pt x="33" y="606"/>
                  </a:lnTo>
                  <a:lnTo>
                    <a:pt x="33" y="606"/>
                  </a:lnTo>
                  <a:lnTo>
                    <a:pt x="33" y="606"/>
                  </a:lnTo>
                  <a:lnTo>
                    <a:pt x="33" y="606"/>
                  </a:lnTo>
                  <a:lnTo>
                    <a:pt x="35" y="606"/>
                  </a:lnTo>
                  <a:lnTo>
                    <a:pt x="35" y="606"/>
                  </a:lnTo>
                  <a:lnTo>
                    <a:pt x="35" y="606"/>
                  </a:lnTo>
                  <a:lnTo>
                    <a:pt x="37" y="606"/>
                  </a:lnTo>
                  <a:lnTo>
                    <a:pt x="37" y="606"/>
                  </a:lnTo>
                  <a:lnTo>
                    <a:pt x="41" y="606"/>
                  </a:lnTo>
                  <a:lnTo>
                    <a:pt x="43" y="606"/>
                  </a:lnTo>
                  <a:lnTo>
                    <a:pt x="45" y="604"/>
                  </a:lnTo>
                  <a:lnTo>
                    <a:pt x="45" y="604"/>
                  </a:lnTo>
                  <a:lnTo>
                    <a:pt x="45" y="604"/>
                  </a:lnTo>
                  <a:lnTo>
                    <a:pt x="45" y="602"/>
                  </a:lnTo>
                  <a:lnTo>
                    <a:pt x="47" y="602"/>
                  </a:lnTo>
                  <a:lnTo>
                    <a:pt x="47" y="600"/>
                  </a:lnTo>
                  <a:lnTo>
                    <a:pt x="47" y="600"/>
                  </a:lnTo>
                  <a:lnTo>
                    <a:pt x="47" y="600"/>
                  </a:lnTo>
                  <a:lnTo>
                    <a:pt x="47" y="600"/>
                  </a:lnTo>
                  <a:lnTo>
                    <a:pt x="49" y="600"/>
                  </a:lnTo>
                  <a:lnTo>
                    <a:pt x="49" y="602"/>
                  </a:lnTo>
                  <a:lnTo>
                    <a:pt x="49" y="602"/>
                  </a:lnTo>
                  <a:lnTo>
                    <a:pt x="49" y="602"/>
                  </a:lnTo>
                  <a:lnTo>
                    <a:pt x="51" y="602"/>
                  </a:lnTo>
                  <a:lnTo>
                    <a:pt x="51" y="602"/>
                  </a:lnTo>
                  <a:lnTo>
                    <a:pt x="51" y="604"/>
                  </a:lnTo>
                  <a:lnTo>
                    <a:pt x="51" y="604"/>
                  </a:lnTo>
                  <a:lnTo>
                    <a:pt x="51" y="604"/>
                  </a:lnTo>
                  <a:lnTo>
                    <a:pt x="51" y="604"/>
                  </a:lnTo>
                  <a:lnTo>
                    <a:pt x="51" y="604"/>
                  </a:lnTo>
                  <a:lnTo>
                    <a:pt x="53" y="606"/>
                  </a:lnTo>
                  <a:lnTo>
                    <a:pt x="55" y="608"/>
                  </a:lnTo>
                  <a:lnTo>
                    <a:pt x="56" y="610"/>
                  </a:lnTo>
                  <a:lnTo>
                    <a:pt x="56" y="610"/>
                  </a:lnTo>
                  <a:lnTo>
                    <a:pt x="58" y="610"/>
                  </a:lnTo>
                  <a:lnTo>
                    <a:pt x="58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0" y="608"/>
                  </a:lnTo>
                  <a:lnTo>
                    <a:pt x="62" y="608"/>
                  </a:lnTo>
                  <a:lnTo>
                    <a:pt x="62" y="610"/>
                  </a:lnTo>
                  <a:lnTo>
                    <a:pt x="62" y="610"/>
                  </a:lnTo>
                  <a:lnTo>
                    <a:pt x="62" y="610"/>
                  </a:lnTo>
                  <a:lnTo>
                    <a:pt x="62" y="610"/>
                  </a:lnTo>
                  <a:lnTo>
                    <a:pt x="62" y="608"/>
                  </a:lnTo>
                  <a:lnTo>
                    <a:pt x="62" y="608"/>
                  </a:lnTo>
                  <a:lnTo>
                    <a:pt x="62" y="608"/>
                  </a:lnTo>
                  <a:lnTo>
                    <a:pt x="62" y="608"/>
                  </a:lnTo>
                  <a:lnTo>
                    <a:pt x="62" y="606"/>
                  </a:lnTo>
                  <a:lnTo>
                    <a:pt x="62" y="606"/>
                  </a:lnTo>
                  <a:lnTo>
                    <a:pt x="64" y="606"/>
                  </a:lnTo>
                  <a:lnTo>
                    <a:pt x="64" y="606"/>
                  </a:lnTo>
                  <a:lnTo>
                    <a:pt x="66" y="604"/>
                  </a:lnTo>
                  <a:lnTo>
                    <a:pt x="70" y="602"/>
                  </a:lnTo>
                  <a:lnTo>
                    <a:pt x="74" y="600"/>
                  </a:lnTo>
                  <a:lnTo>
                    <a:pt x="76" y="598"/>
                  </a:lnTo>
                  <a:lnTo>
                    <a:pt x="78" y="597"/>
                  </a:lnTo>
                  <a:lnTo>
                    <a:pt x="80" y="595"/>
                  </a:lnTo>
                  <a:lnTo>
                    <a:pt x="82" y="595"/>
                  </a:lnTo>
                  <a:lnTo>
                    <a:pt x="82" y="593"/>
                  </a:lnTo>
                  <a:lnTo>
                    <a:pt x="82" y="593"/>
                  </a:lnTo>
                  <a:lnTo>
                    <a:pt x="84" y="591"/>
                  </a:lnTo>
                  <a:lnTo>
                    <a:pt x="86" y="591"/>
                  </a:lnTo>
                  <a:lnTo>
                    <a:pt x="86" y="589"/>
                  </a:lnTo>
                  <a:lnTo>
                    <a:pt x="88" y="587"/>
                  </a:lnTo>
                  <a:lnTo>
                    <a:pt x="88" y="587"/>
                  </a:lnTo>
                  <a:lnTo>
                    <a:pt x="90" y="587"/>
                  </a:lnTo>
                  <a:lnTo>
                    <a:pt x="90" y="587"/>
                  </a:lnTo>
                  <a:lnTo>
                    <a:pt x="90" y="587"/>
                  </a:lnTo>
                  <a:lnTo>
                    <a:pt x="92" y="585"/>
                  </a:lnTo>
                  <a:lnTo>
                    <a:pt x="92" y="585"/>
                  </a:lnTo>
                  <a:lnTo>
                    <a:pt x="92" y="587"/>
                  </a:lnTo>
                  <a:lnTo>
                    <a:pt x="94" y="587"/>
                  </a:lnTo>
                  <a:lnTo>
                    <a:pt x="98" y="587"/>
                  </a:lnTo>
                  <a:lnTo>
                    <a:pt x="102" y="585"/>
                  </a:lnTo>
                  <a:lnTo>
                    <a:pt x="104" y="585"/>
                  </a:lnTo>
                  <a:lnTo>
                    <a:pt x="104" y="587"/>
                  </a:lnTo>
                  <a:lnTo>
                    <a:pt x="105" y="587"/>
                  </a:lnTo>
                  <a:lnTo>
                    <a:pt x="105" y="587"/>
                  </a:lnTo>
                  <a:lnTo>
                    <a:pt x="107" y="587"/>
                  </a:lnTo>
                  <a:lnTo>
                    <a:pt x="107" y="587"/>
                  </a:lnTo>
                  <a:lnTo>
                    <a:pt x="107" y="587"/>
                  </a:lnTo>
                  <a:lnTo>
                    <a:pt x="107" y="587"/>
                  </a:lnTo>
                  <a:lnTo>
                    <a:pt x="107" y="589"/>
                  </a:lnTo>
                  <a:lnTo>
                    <a:pt x="109" y="589"/>
                  </a:lnTo>
                  <a:lnTo>
                    <a:pt x="109" y="589"/>
                  </a:lnTo>
                  <a:lnTo>
                    <a:pt x="109" y="591"/>
                  </a:lnTo>
                  <a:lnTo>
                    <a:pt x="113" y="591"/>
                  </a:lnTo>
                  <a:lnTo>
                    <a:pt x="113" y="591"/>
                  </a:lnTo>
                  <a:lnTo>
                    <a:pt x="115" y="591"/>
                  </a:lnTo>
                  <a:lnTo>
                    <a:pt x="115" y="591"/>
                  </a:lnTo>
                  <a:lnTo>
                    <a:pt x="115" y="591"/>
                  </a:lnTo>
                  <a:lnTo>
                    <a:pt x="119" y="589"/>
                  </a:lnTo>
                  <a:lnTo>
                    <a:pt x="119" y="589"/>
                  </a:lnTo>
                  <a:lnTo>
                    <a:pt x="121" y="589"/>
                  </a:lnTo>
                  <a:lnTo>
                    <a:pt x="121" y="589"/>
                  </a:lnTo>
                  <a:lnTo>
                    <a:pt x="123" y="589"/>
                  </a:lnTo>
                  <a:lnTo>
                    <a:pt x="123" y="587"/>
                  </a:lnTo>
                  <a:lnTo>
                    <a:pt x="125" y="585"/>
                  </a:lnTo>
                  <a:lnTo>
                    <a:pt x="125" y="585"/>
                  </a:lnTo>
                  <a:lnTo>
                    <a:pt x="125" y="585"/>
                  </a:lnTo>
                  <a:lnTo>
                    <a:pt x="125" y="583"/>
                  </a:lnTo>
                  <a:lnTo>
                    <a:pt x="125" y="583"/>
                  </a:lnTo>
                  <a:lnTo>
                    <a:pt x="127" y="583"/>
                  </a:lnTo>
                  <a:lnTo>
                    <a:pt x="129" y="581"/>
                  </a:lnTo>
                  <a:lnTo>
                    <a:pt x="129" y="581"/>
                  </a:lnTo>
                  <a:lnTo>
                    <a:pt x="129" y="581"/>
                  </a:lnTo>
                  <a:lnTo>
                    <a:pt x="129" y="581"/>
                  </a:lnTo>
                  <a:lnTo>
                    <a:pt x="129" y="581"/>
                  </a:lnTo>
                  <a:lnTo>
                    <a:pt x="129" y="581"/>
                  </a:lnTo>
                  <a:lnTo>
                    <a:pt x="129" y="579"/>
                  </a:lnTo>
                  <a:lnTo>
                    <a:pt x="129" y="579"/>
                  </a:lnTo>
                  <a:lnTo>
                    <a:pt x="127" y="579"/>
                  </a:lnTo>
                  <a:lnTo>
                    <a:pt x="127" y="577"/>
                  </a:lnTo>
                  <a:lnTo>
                    <a:pt x="127" y="577"/>
                  </a:lnTo>
                  <a:lnTo>
                    <a:pt x="127" y="577"/>
                  </a:lnTo>
                  <a:lnTo>
                    <a:pt x="127" y="575"/>
                  </a:lnTo>
                  <a:lnTo>
                    <a:pt x="129" y="575"/>
                  </a:lnTo>
                  <a:lnTo>
                    <a:pt x="131" y="571"/>
                  </a:lnTo>
                  <a:lnTo>
                    <a:pt x="131" y="571"/>
                  </a:lnTo>
                  <a:lnTo>
                    <a:pt x="131" y="571"/>
                  </a:lnTo>
                  <a:lnTo>
                    <a:pt x="133" y="571"/>
                  </a:lnTo>
                  <a:lnTo>
                    <a:pt x="133" y="571"/>
                  </a:lnTo>
                  <a:lnTo>
                    <a:pt x="133" y="571"/>
                  </a:lnTo>
                  <a:lnTo>
                    <a:pt x="133" y="571"/>
                  </a:lnTo>
                  <a:lnTo>
                    <a:pt x="135" y="569"/>
                  </a:lnTo>
                  <a:lnTo>
                    <a:pt x="135" y="569"/>
                  </a:lnTo>
                  <a:lnTo>
                    <a:pt x="133" y="567"/>
                  </a:lnTo>
                  <a:lnTo>
                    <a:pt x="133" y="567"/>
                  </a:lnTo>
                  <a:lnTo>
                    <a:pt x="135" y="567"/>
                  </a:lnTo>
                  <a:lnTo>
                    <a:pt x="135" y="565"/>
                  </a:lnTo>
                  <a:lnTo>
                    <a:pt x="139" y="563"/>
                  </a:lnTo>
                  <a:lnTo>
                    <a:pt x="139" y="561"/>
                  </a:lnTo>
                  <a:lnTo>
                    <a:pt x="141" y="561"/>
                  </a:lnTo>
                  <a:lnTo>
                    <a:pt x="141" y="561"/>
                  </a:lnTo>
                  <a:lnTo>
                    <a:pt x="141" y="561"/>
                  </a:lnTo>
                  <a:lnTo>
                    <a:pt x="141" y="561"/>
                  </a:lnTo>
                  <a:lnTo>
                    <a:pt x="147" y="557"/>
                  </a:lnTo>
                  <a:lnTo>
                    <a:pt x="149" y="557"/>
                  </a:lnTo>
                  <a:lnTo>
                    <a:pt x="149" y="557"/>
                  </a:lnTo>
                  <a:lnTo>
                    <a:pt x="151" y="557"/>
                  </a:lnTo>
                  <a:lnTo>
                    <a:pt x="151" y="555"/>
                  </a:lnTo>
                  <a:lnTo>
                    <a:pt x="153" y="555"/>
                  </a:lnTo>
                  <a:lnTo>
                    <a:pt x="153" y="555"/>
                  </a:lnTo>
                  <a:lnTo>
                    <a:pt x="155" y="555"/>
                  </a:lnTo>
                  <a:lnTo>
                    <a:pt x="155" y="553"/>
                  </a:lnTo>
                  <a:lnTo>
                    <a:pt x="156" y="551"/>
                  </a:lnTo>
                  <a:lnTo>
                    <a:pt x="158" y="551"/>
                  </a:lnTo>
                  <a:lnTo>
                    <a:pt x="158" y="551"/>
                  </a:lnTo>
                  <a:lnTo>
                    <a:pt x="158" y="551"/>
                  </a:lnTo>
                  <a:lnTo>
                    <a:pt x="160" y="549"/>
                  </a:lnTo>
                  <a:lnTo>
                    <a:pt x="160" y="549"/>
                  </a:lnTo>
                  <a:lnTo>
                    <a:pt x="160" y="547"/>
                  </a:lnTo>
                  <a:lnTo>
                    <a:pt x="160" y="547"/>
                  </a:lnTo>
                  <a:lnTo>
                    <a:pt x="162" y="545"/>
                  </a:lnTo>
                  <a:lnTo>
                    <a:pt x="162" y="543"/>
                  </a:lnTo>
                  <a:lnTo>
                    <a:pt x="164" y="542"/>
                  </a:lnTo>
                  <a:lnTo>
                    <a:pt x="166" y="538"/>
                  </a:lnTo>
                  <a:lnTo>
                    <a:pt x="166" y="536"/>
                  </a:lnTo>
                  <a:lnTo>
                    <a:pt x="168" y="534"/>
                  </a:lnTo>
                  <a:lnTo>
                    <a:pt x="168" y="534"/>
                  </a:lnTo>
                  <a:lnTo>
                    <a:pt x="168" y="534"/>
                  </a:lnTo>
                  <a:lnTo>
                    <a:pt x="168" y="534"/>
                  </a:lnTo>
                  <a:lnTo>
                    <a:pt x="168" y="532"/>
                  </a:lnTo>
                  <a:lnTo>
                    <a:pt x="170" y="532"/>
                  </a:lnTo>
                  <a:lnTo>
                    <a:pt x="170" y="532"/>
                  </a:lnTo>
                  <a:lnTo>
                    <a:pt x="170" y="532"/>
                  </a:lnTo>
                  <a:lnTo>
                    <a:pt x="170" y="530"/>
                  </a:lnTo>
                  <a:lnTo>
                    <a:pt x="170" y="530"/>
                  </a:lnTo>
                  <a:lnTo>
                    <a:pt x="170" y="530"/>
                  </a:lnTo>
                  <a:lnTo>
                    <a:pt x="170" y="528"/>
                  </a:lnTo>
                  <a:lnTo>
                    <a:pt x="170" y="528"/>
                  </a:lnTo>
                  <a:lnTo>
                    <a:pt x="170" y="528"/>
                  </a:lnTo>
                  <a:lnTo>
                    <a:pt x="172" y="528"/>
                  </a:lnTo>
                  <a:lnTo>
                    <a:pt x="174" y="526"/>
                  </a:lnTo>
                  <a:lnTo>
                    <a:pt x="174" y="526"/>
                  </a:lnTo>
                  <a:lnTo>
                    <a:pt x="174" y="526"/>
                  </a:lnTo>
                  <a:lnTo>
                    <a:pt x="174" y="526"/>
                  </a:lnTo>
                  <a:lnTo>
                    <a:pt x="174" y="526"/>
                  </a:lnTo>
                  <a:lnTo>
                    <a:pt x="174" y="524"/>
                  </a:lnTo>
                  <a:lnTo>
                    <a:pt x="174" y="524"/>
                  </a:lnTo>
                  <a:lnTo>
                    <a:pt x="176" y="524"/>
                  </a:lnTo>
                  <a:lnTo>
                    <a:pt x="176" y="522"/>
                  </a:lnTo>
                  <a:lnTo>
                    <a:pt x="176" y="522"/>
                  </a:lnTo>
                  <a:lnTo>
                    <a:pt x="176" y="522"/>
                  </a:lnTo>
                  <a:lnTo>
                    <a:pt x="176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80" y="518"/>
                  </a:lnTo>
                  <a:lnTo>
                    <a:pt x="180" y="518"/>
                  </a:lnTo>
                  <a:lnTo>
                    <a:pt x="180" y="520"/>
                  </a:lnTo>
                  <a:lnTo>
                    <a:pt x="180" y="520"/>
                  </a:lnTo>
                  <a:lnTo>
                    <a:pt x="182" y="520"/>
                  </a:lnTo>
                  <a:lnTo>
                    <a:pt x="182" y="520"/>
                  </a:lnTo>
                  <a:lnTo>
                    <a:pt x="182" y="522"/>
                  </a:lnTo>
                  <a:lnTo>
                    <a:pt x="182" y="522"/>
                  </a:lnTo>
                  <a:lnTo>
                    <a:pt x="182" y="522"/>
                  </a:lnTo>
                  <a:lnTo>
                    <a:pt x="182" y="522"/>
                  </a:lnTo>
                  <a:lnTo>
                    <a:pt x="182" y="522"/>
                  </a:lnTo>
                  <a:lnTo>
                    <a:pt x="184" y="522"/>
                  </a:lnTo>
                  <a:lnTo>
                    <a:pt x="186" y="522"/>
                  </a:lnTo>
                  <a:lnTo>
                    <a:pt x="186" y="522"/>
                  </a:lnTo>
                  <a:lnTo>
                    <a:pt x="186" y="522"/>
                  </a:lnTo>
                  <a:lnTo>
                    <a:pt x="190" y="524"/>
                  </a:lnTo>
                  <a:lnTo>
                    <a:pt x="192" y="524"/>
                  </a:lnTo>
                  <a:lnTo>
                    <a:pt x="194" y="522"/>
                  </a:lnTo>
                  <a:lnTo>
                    <a:pt x="194" y="522"/>
                  </a:lnTo>
                  <a:lnTo>
                    <a:pt x="194" y="520"/>
                  </a:lnTo>
                  <a:lnTo>
                    <a:pt x="196" y="520"/>
                  </a:lnTo>
                  <a:lnTo>
                    <a:pt x="196" y="520"/>
                  </a:lnTo>
                  <a:lnTo>
                    <a:pt x="196" y="520"/>
                  </a:lnTo>
                  <a:lnTo>
                    <a:pt x="196" y="518"/>
                  </a:lnTo>
                  <a:lnTo>
                    <a:pt x="196" y="518"/>
                  </a:lnTo>
                  <a:lnTo>
                    <a:pt x="196" y="518"/>
                  </a:lnTo>
                  <a:lnTo>
                    <a:pt x="196" y="516"/>
                  </a:lnTo>
                  <a:lnTo>
                    <a:pt x="196" y="516"/>
                  </a:lnTo>
                  <a:lnTo>
                    <a:pt x="196" y="516"/>
                  </a:lnTo>
                  <a:lnTo>
                    <a:pt x="196" y="514"/>
                  </a:lnTo>
                  <a:lnTo>
                    <a:pt x="196" y="512"/>
                  </a:lnTo>
                  <a:lnTo>
                    <a:pt x="196" y="512"/>
                  </a:lnTo>
                  <a:lnTo>
                    <a:pt x="198" y="512"/>
                  </a:lnTo>
                  <a:lnTo>
                    <a:pt x="200" y="512"/>
                  </a:lnTo>
                  <a:lnTo>
                    <a:pt x="200" y="512"/>
                  </a:lnTo>
                  <a:lnTo>
                    <a:pt x="200" y="512"/>
                  </a:lnTo>
                  <a:lnTo>
                    <a:pt x="204" y="512"/>
                  </a:lnTo>
                  <a:lnTo>
                    <a:pt x="204" y="512"/>
                  </a:lnTo>
                  <a:lnTo>
                    <a:pt x="204" y="512"/>
                  </a:lnTo>
                  <a:lnTo>
                    <a:pt x="207" y="512"/>
                  </a:lnTo>
                  <a:lnTo>
                    <a:pt x="207" y="510"/>
                  </a:lnTo>
                  <a:lnTo>
                    <a:pt x="209" y="510"/>
                  </a:lnTo>
                  <a:lnTo>
                    <a:pt x="209" y="510"/>
                  </a:lnTo>
                  <a:lnTo>
                    <a:pt x="211" y="510"/>
                  </a:lnTo>
                  <a:lnTo>
                    <a:pt x="213" y="510"/>
                  </a:lnTo>
                  <a:lnTo>
                    <a:pt x="213" y="510"/>
                  </a:lnTo>
                  <a:lnTo>
                    <a:pt x="213" y="510"/>
                  </a:lnTo>
                  <a:lnTo>
                    <a:pt x="213" y="510"/>
                  </a:lnTo>
                  <a:lnTo>
                    <a:pt x="215" y="510"/>
                  </a:lnTo>
                  <a:lnTo>
                    <a:pt x="221" y="504"/>
                  </a:lnTo>
                  <a:lnTo>
                    <a:pt x="221" y="500"/>
                  </a:lnTo>
                  <a:lnTo>
                    <a:pt x="223" y="500"/>
                  </a:lnTo>
                  <a:lnTo>
                    <a:pt x="223" y="500"/>
                  </a:lnTo>
                  <a:lnTo>
                    <a:pt x="227" y="498"/>
                  </a:lnTo>
                  <a:lnTo>
                    <a:pt x="227" y="496"/>
                  </a:lnTo>
                  <a:lnTo>
                    <a:pt x="227" y="496"/>
                  </a:lnTo>
                  <a:lnTo>
                    <a:pt x="229" y="496"/>
                  </a:lnTo>
                  <a:lnTo>
                    <a:pt x="235" y="496"/>
                  </a:lnTo>
                  <a:lnTo>
                    <a:pt x="239" y="494"/>
                  </a:lnTo>
                  <a:lnTo>
                    <a:pt x="239" y="494"/>
                  </a:lnTo>
                  <a:lnTo>
                    <a:pt x="241" y="494"/>
                  </a:lnTo>
                  <a:lnTo>
                    <a:pt x="241" y="494"/>
                  </a:lnTo>
                  <a:lnTo>
                    <a:pt x="241" y="496"/>
                  </a:lnTo>
                  <a:lnTo>
                    <a:pt x="241" y="496"/>
                  </a:lnTo>
                  <a:lnTo>
                    <a:pt x="243" y="496"/>
                  </a:lnTo>
                  <a:lnTo>
                    <a:pt x="243" y="496"/>
                  </a:lnTo>
                  <a:lnTo>
                    <a:pt x="243" y="496"/>
                  </a:lnTo>
                  <a:lnTo>
                    <a:pt x="243" y="492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45" y="490"/>
                  </a:lnTo>
                  <a:lnTo>
                    <a:pt x="245" y="490"/>
                  </a:lnTo>
                  <a:lnTo>
                    <a:pt x="245" y="490"/>
                  </a:lnTo>
                  <a:lnTo>
                    <a:pt x="245" y="489"/>
                  </a:lnTo>
                  <a:lnTo>
                    <a:pt x="247" y="489"/>
                  </a:lnTo>
                  <a:lnTo>
                    <a:pt x="249" y="487"/>
                  </a:lnTo>
                  <a:lnTo>
                    <a:pt x="249" y="485"/>
                  </a:lnTo>
                  <a:lnTo>
                    <a:pt x="249" y="485"/>
                  </a:lnTo>
                  <a:lnTo>
                    <a:pt x="249" y="485"/>
                  </a:lnTo>
                  <a:lnTo>
                    <a:pt x="251" y="485"/>
                  </a:lnTo>
                  <a:lnTo>
                    <a:pt x="251" y="485"/>
                  </a:lnTo>
                  <a:lnTo>
                    <a:pt x="251" y="483"/>
                  </a:lnTo>
                  <a:lnTo>
                    <a:pt x="251" y="483"/>
                  </a:lnTo>
                  <a:lnTo>
                    <a:pt x="253" y="483"/>
                  </a:lnTo>
                  <a:lnTo>
                    <a:pt x="253" y="483"/>
                  </a:lnTo>
                  <a:lnTo>
                    <a:pt x="255" y="481"/>
                  </a:lnTo>
                  <a:lnTo>
                    <a:pt x="255" y="481"/>
                  </a:lnTo>
                  <a:lnTo>
                    <a:pt x="257" y="481"/>
                  </a:lnTo>
                  <a:lnTo>
                    <a:pt x="257" y="481"/>
                  </a:lnTo>
                  <a:lnTo>
                    <a:pt x="257" y="481"/>
                  </a:lnTo>
                  <a:lnTo>
                    <a:pt x="257" y="479"/>
                  </a:lnTo>
                  <a:lnTo>
                    <a:pt x="258" y="477"/>
                  </a:lnTo>
                  <a:lnTo>
                    <a:pt x="258" y="477"/>
                  </a:lnTo>
                  <a:lnTo>
                    <a:pt x="260" y="475"/>
                  </a:lnTo>
                  <a:lnTo>
                    <a:pt x="260" y="475"/>
                  </a:lnTo>
                  <a:lnTo>
                    <a:pt x="262" y="473"/>
                  </a:lnTo>
                  <a:lnTo>
                    <a:pt x="262" y="473"/>
                  </a:lnTo>
                  <a:lnTo>
                    <a:pt x="264" y="471"/>
                  </a:lnTo>
                  <a:lnTo>
                    <a:pt x="264" y="467"/>
                  </a:lnTo>
                  <a:lnTo>
                    <a:pt x="266" y="463"/>
                  </a:lnTo>
                  <a:lnTo>
                    <a:pt x="266" y="463"/>
                  </a:lnTo>
                  <a:lnTo>
                    <a:pt x="266" y="463"/>
                  </a:lnTo>
                  <a:lnTo>
                    <a:pt x="266" y="463"/>
                  </a:lnTo>
                  <a:lnTo>
                    <a:pt x="266" y="463"/>
                  </a:lnTo>
                  <a:lnTo>
                    <a:pt x="266" y="463"/>
                  </a:lnTo>
                  <a:lnTo>
                    <a:pt x="266" y="461"/>
                  </a:lnTo>
                  <a:lnTo>
                    <a:pt x="266" y="461"/>
                  </a:lnTo>
                  <a:lnTo>
                    <a:pt x="266" y="459"/>
                  </a:lnTo>
                  <a:lnTo>
                    <a:pt x="264" y="459"/>
                  </a:lnTo>
                  <a:lnTo>
                    <a:pt x="264" y="459"/>
                  </a:lnTo>
                  <a:lnTo>
                    <a:pt x="264" y="457"/>
                  </a:lnTo>
                  <a:lnTo>
                    <a:pt x="266" y="457"/>
                  </a:lnTo>
                  <a:lnTo>
                    <a:pt x="266" y="455"/>
                  </a:lnTo>
                  <a:lnTo>
                    <a:pt x="266" y="455"/>
                  </a:lnTo>
                  <a:lnTo>
                    <a:pt x="266" y="455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66" y="451"/>
                  </a:lnTo>
                  <a:lnTo>
                    <a:pt x="266" y="451"/>
                  </a:lnTo>
                  <a:lnTo>
                    <a:pt x="268" y="451"/>
                  </a:lnTo>
                  <a:lnTo>
                    <a:pt x="268" y="451"/>
                  </a:lnTo>
                  <a:lnTo>
                    <a:pt x="268" y="451"/>
                  </a:lnTo>
                  <a:lnTo>
                    <a:pt x="268" y="451"/>
                  </a:lnTo>
                  <a:lnTo>
                    <a:pt x="268" y="449"/>
                  </a:lnTo>
                  <a:lnTo>
                    <a:pt x="268" y="449"/>
                  </a:lnTo>
                  <a:lnTo>
                    <a:pt x="266" y="449"/>
                  </a:lnTo>
                  <a:lnTo>
                    <a:pt x="266" y="449"/>
                  </a:lnTo>
                  <a:lnTo>
                    <a:pt x="266" y="447"/>
                  </a:lnTo>
                  <a:lnTo>
                    <a:pt x="266" y="447"/>
                  </a:lnTo>
                  <a:lnTo>
                    <a:pt x="266" y="445"/>
                  </a:lnTo>
                  <a:lnTo>
                    <a:pt x="266" y="445"/>
                  </a:lnTo>
                  <a:lnTo>
                    <a:pt x="268" y="443"/>
                  </a:lnTo>
                  <a:lnTo>
                    <a:pt x="264" y="443"/>
                  </a:lnTo>
                  <a:lnTo>
                    <a:pt x="264" y="443"/>
                  </a:lnTo>
                  <a:lnTo>
                    <a:pt x="264" y="443"/>
                  </a:lnTo>
                  <a:lnTo>
                    <a:pt x="264" y="441"/>
                  </a:lnTo>
                  <a:lnTo>
                    <a:pt x="262" y="441"/>
                  </a:lnTo>
                  <a:lnTo>
                    <a:pt x="262" y="441"/>
                  </a:lnTo>
                  <a:lnTo>
                    <a:pt x="262" y="441"/>
                  </a:lnTo>
                  <a:lnTo>
                    <a:pt x="262" y="443"/>
                  </a:lnTo>
                  <a:lnTo>
                    <a:pt x="262" y="443"/>
                  </a:lnTo>
                  <a:lnTo>
                    <a:pt x="262" y="443"/>
                  </a:lnTo>
                  <a:lnTo>
                    <a:pt x="260" y="445"/>
                  </a:lnTo>
                  <a:lnTo>
                    <a:pt x="260" y="445"/>
                  </a:lnTo>
                  <a:lnTo>
                    <a:pt x="260" y="443"/>
                  </a:lnTo>
                  <a:lnTo>
                    <a:pt x="260" y="443"/>
                  </a:lnTo>
                  <a:lnTo>
                    <a:pt x="260" y="443"/>
                  </a:lnTo>
                  <a:lnTo>
                    <a:pt x="260" y="443"/>
                  </a:lnTo>
                  <a:lnTo>
                    <a:pt x="260" y="443"/>
                  </a:lnTo>
                  <a:lnTo>
                    <a:pt x="260" y="443"/>
                  </a:lnTo>
                  <a:lnTo>
                    <a:pt x="258" y="445"/>
                  </a:lnTo>
                  <a:lnTo>
                    <a:pt x="258" y="445"/>
                  </a:lnTo>
                  <a:lnTo>
                    <a:pt x="258" y="445"/>
                  </a:lnTo>
                  <a:lnTo>
                    <a:pt x="258" y="445"/>
                  </a:lnTo>
                  <a:lnTo>
                    <a:pt x="258" y="443"/>
                  </a:lnTo>
                  <a:lnTo>
                    <a:pt x="258" y="443"/>
                  </a:lnTo>
                  <a:lnTo>
                    <a:pt x="258" y="443"/>
                  </a:lnTo>
                  <a:lnTo>
                    <a:pt x="258" y="441"/>
                  </a:lnTo>
                  <a:lnTo>
                    <a:pt x="258" y="441"/>
                  </a:lnTo>
                  <a:lnTo>
                    <a:pt x="260" y="441"/>
                  </a:lnTo>
                  <a:lnTo>
                    <a:pt x="260" y="441"/>
                  </a:lnTo>
                  <a:lnTo>
                    <a:pt x="260" y="439"/>
                  </a:lnTo>
                  <a:lnTo>
                    <a:pt x="260" y="437"/>
                  </a:lnTo>
                  <a:lnTo>
                    <a:pt x="260" y="437"/>
                  </a:lnTo>
                  <a:lnTo>
                    <a:pt x="260" y="437"/>
                  </a:lnTo>
                  <a:lnTo>
                    <a:pt x="260" y="435"/>
                  </a:lnTo>
                  <a:lnTo>
                    <a:pt x="260" y="435"/>
                  </a:lnTo>
                  <a:lnTo>
                    <a:pt x="260" y="435"/>
                  </a:lnTo>
                  <a:lnTo>
                    <a:pt x="260" y="435"/>
                  </a:lnTo>
                  <a:lnTo>
                    <a:pt x="258" y="435"/>
                  </a:lnTo>
                  <a:lnTo>
                    <a:pt x="258" y="435"/>
                  </a:lnTo>
                  <a:lnTo>
                    <a:pt x="258" y="435"/>
                  </a:lnTo>
                  <a:lnTo>
                    <a:pt x="257" y="435"/>
                  </a:lnTo>
                  <a:lnTo>
                    <a:pt x="257" y="435"/>
                  </a:lnTo>
                  <a:lnTo>
                    <a:pt x="255" y="435"/>
                  </a:lnTo>
                  <a:lnTo>
                    <a:pt x="255" y="435"/>
                  </a:lnTo>
                  <a:lnTo>
                    <a:pt x="253" y="434"/>
                  </a:lnTo>
                  <a:lnTo>
                    <a:pt x="253" y="434"/>
                  </a:lnTo>
                  <a:lnTo>
                    <a:pt x="253" y="434"/>
                  </a:lnTo>
                  <a:lnTo>
                    <a:pt x="253" y="434"/>
                  </a:lnTo>
                  <a:lnTo>
                    <a:pt x="253" y="434"/>
                  </a:lnTo>
                  <a:lnTo>
                    <a:pt x="253" y="432"/>
                  </a:lnTo>
                  <a:lnTo>
                    <a:pt x="253" y="432"/>
                  </a:lnTo>
                  <a:lnTo>
                    <a:pt x="253" y="432"/>
                  </a:lnTo>
                  <a:lnTo>
                    <a:pt x="251" y="434"/>
                  </a:lnTo>
                  <a:lnTo>
                    <a:pt x="251" y="434"/>
                  </a:lnTo>
                  <a:lnTo>
                    <a:pt x="249" y="434"/>
                  </a:lnTo>
                  <a:lnTo>
                    <a:pt x="249" y="432"/>
                  </a:lnTo>
                  <a:lnTo>
                    <a:pt x="249" y="432"/>
                  </a:lnTo>
                  <a:lnTo>
                    <a:pt x="247" y="432"/>
                  </a:lnTo>
                  <a:lnTo>
                    <a:pt x="247" y="432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8"/>
                  </a:lnTo>
                  <a:lnTo>
                    <a:pt x="247" y="428"/>
                  </a:lnTo>
                  <a:lnTo>
                    <a:pt x="247" y="428"/>
                  </a:lnTo>
                  <a:lnTo>
                    <a:pt x="247" y="426"/>
                  </a:lnTo>
                  <a:lnTo>
                    <a:pt x="247" y="426"/>
                  </a:lnTo>
                  <a:lnTo>
                    <a:pt x="247" y="426"/>
                  </a:lnTo>
                  <a:lnTo>
                    <a:pt x="247" y="426"/>
                  </a:lnTo>
                  <a:lnTo>
                    <a:pt x="245" y="426"/>
                  </a:lnTo>
                  <a:lnTo>
                    <a:pt x="245" y="426"/>
                  </a:lnTo>
                  <a:lnTo>
                    <a:pt x="241" y="424"/>
                  </a:lnTo>
                  <a:lnTo>
                    <a:pt x="241" y="424"/>
                  </a:lnTo>
                  <a:lnTo>
                    <a:pt x="241" y="424"/>
                  </a:lnTo>
                  <a:lnTo>
                    <a:pt x="241" y="424"/>
                  </a:lnTo>
                  <a:lnTo>
                    <a:pt x="241" y="422"/>
                  </a:lnTo>
                  <a:lnTo>
                    <a:pt x="241" y="420"/>
                  </a:lnTo>
                  <a:lnTo>
                    <a:pt x="241" y="420"/>
                  </a:lnTo>
                  <a:lnTo>
                    <a:pt x="241" y="420"/>
                  </a:lnTo>
                  <a:lnTo>
                    <a:pt x="241" y="418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6"/>
                  </a:lnTo>
                  <a:lnTo>
                    <a:pt x="241" y="414"/>
                  </a:lnTo>
                  <a:lnTo>
                    <a:pt x="241" y="412"/>
                  </a:lnTo>
                  <a:lnTo>
                    <a:pt x="241" y="412"/>
                  </a:lnTo>
                  <a:lnTo>
                    <a:pt x="241" y="412"/>
                  </a:lnTo>
                  <a:lnTo>
                    <a:pt x="241" y="410"/>
                  </a:lnTo>
                  <a:lnTo>
                    <a:pt x="237" y="408"/>
                  </a:lnTo>
                  <a:lnTo>
                    <a:pt x="237" y="408"/>
                  </a:lnTo>
                  <a:lnTo>
                    <a:pt x="237" y="406"/>
                  </a:lnTo>
                  <a:lnTo>
                    <a:pt x="237" y="406"/>
                  </a:lnTo>
                  <a:lnTo>
                    <a:pt x="235" y="406"/>
                  </a:lnTo>
                  <a:lnTo>
                    <a:pt x="237" y="404"/>
                  </a:lnTo>
                  <a:lnTo>
                    <a:pt x="237" y="404"/>
                  </a:lnTo>
                  <a:lnTo>
                    <a:pt x="237" y="404"/>
                  </a:lnTo>
                  <a:lnTo>
                    <a:pt x="237" y="404"/>
                  </a:lnTo>
                  <a:lnTo>
                    <a:pt x="239" y="404"/>
                  </a:lnTo>
                  <a:lnTo>
                    <a:pt x="239" y="404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2"/>
                  </a:lnTo>
                  <a:lnTo>
                    <a:pt x="241" y="400"/>
                  </a:lnTo>
                  <a:lnTo>
                    <a:pt x="243" y="400"/>
                  </a:lnTo>
                  <a:lnTo>
                    <a:pt x="243" y="400"/>
                  </a:lnTo>
                  <a:lnTo>
                    <a:pt x="245" y="398"/>
                  </a:lnTo>
                  <a:lnTo>
                    <a:pt x="243" y="398"/>
                  </a:lnTo>
                  <a:lnTo>
                    <a:pt x="243" y="396"/>
                  </a:lnTo>
                  <a:lnTo>
                    <a:pt x="243" y="396"/>
                  </a:lnTo>
                  <a:lnTo>
                    <a:pt x="243" y="394"/>
                  </a:lnTo>
                  <a:lnTo>
                    <a:pt x="247" y="394"/>
                  </a:lnTo>
                  <a:lnTo>
                    <a:pt x="249" y="392"/>
                  </a:lnTo>
                  <a:lnTo>
                    <a:pt x="249" y="392"/>
                  </a:lnTo>
                  <a:lnTo>
                    <a:pt x="249" y="390"/>
                  </a:lnTo>
                  <a:lnTo>
                    <a:pt x="249" y="390"/>
                  </a:lnTo>
                  <a:lnTo>
                    <a:pt x="251" y="390"/>
                  </a:lnTo>
                  <a:lnTo>
                    <a:pt x="251" y="392"/>
                  </a:lnTo>
                  <a:lnTo>
                    <a:pt x="253" y="392"/>
                  </a:lnTo>
                  <a:lnTo>
                    <a:pt x="253" y="392"/>
                  </a:lnTo>
                  <a:lnTo>
                    <a:pt x="255" y="390"/>
                  </a:lnTo>
                  <a:lnTo>
                    <a:pt x="257" y="390"/>
                  </a:lnTo>
                  <a:lnTo>
                    <a:pt x="258" y="388"/>
                  </a:lnTo>
                  <a:lnTo>
                    <a:pt x="258" y="388"/>
                  </a:lnTo>
                  <a:lnTo>
                    <a:pt x="258" y="386"/>
                  </a:lnTo>
                  <a:lnTo>
                    <a:pt x="258" y="384"/>
                  </a:lnTo>
                  <a:lnTo>
                    <a:pt x="260" y="384"/>
                  </a:lnTo>
                  <a:lnTo>
                    <a:pt x="262" y="384"/>
                  </a:lnTo>
                  <a:lnTo>
                    <a:pt x="264" y="384"/>
                  </a:lnTo>
                  <a:lnTo>
                    <a:pt x="264" y="384"/>
                  </a:lnTo>
                  <a:lnTo>
                    <a:pt x="264" y="382"/>
                  </a:lnTo>
                  <a:lnTo>
                    <a:pt x="266" y="379"/>
                  </a:lnTo>
                  <a:lnTo>
                    <a:pt x="266" y="377"/>
                  </a:lnTo>
                  <a:lnTo>
                    <a:pt x="268" y="377"/>
                  </a:lnTo>
                  <a:lnTo>
                    <a:pt x="268" y="377"/>
                  </a:lnTo>
                  <a:lnTo>
                    <a:pt x="268" y="377"/>
                  </a:lnTo>
                  <a:lnTo>
                    <a:pt x="268" y="377"/>
                  </a:lnTo>
                  <a:lnTo>
                    <a:pt x="268" y="377"/>
                  </a:lnTo>
                  <a:lnTo>
                    <a:pt x="270" y="375"/>
                  </a:lnTo>
                  <a:lnTo>
                    <a:pt x="270" y="375"/>
                  </a:lnTo>
                  <a:lnTo>
                    <a:pt x="272" y="373"/>
                  </a:lnTo>
                  <a:lnTo>
                    <a:pt x="272" y="373"/>
                  </a:lnTo>
                  <a:lnTo>
                    <a:pt x="274" y="373"/>
                  </a:lnTo>
                  <a:lnTo>
                    <a:pt x="274" y="373"/>
                  </a:lnTo>
                  <a:lnTo>
                    <a:pt x="274" y="373"/>
                  </a:lnTo>
                  <a:lnTo>
                    <a:pt x="274" y="371"/>
                  </a:lnTo>
                  <a:lnTo>
                    <a:pt x="274" y="371"/>
                  </a:lnTo>
                  <a:lnTo>
                    <a:pt x="276" y="371"/>
                  </a:lnTo>
                  <a:lnTo>
                    <a:pt x="278" y="371"/>
                  </a:lnTo>
                  <a:lnTo>
                    <a:pt x="278" y="371"/>
                  </a:lnTo>
                  <a:lnTo>
                    <a:pt x="280" y="371"/>
                  </a:lnTo>
                  <a:lnTo>
                    <a:pt x="280" y="369"/>
                  </a:lnTo>
                  <a:lnTo>
                    <a:pt x="282" y="367"/>
                  </a:lnTo>
                  <a:lnTo>
                    <a:pt x="282" y="367"/>
                  </a:lnTo>
                  <a:lnTo>
                    <a:pt x="282" y="367"/>
                  </a:lnTo>
                  <a:lnTo>
                    <a:pt x="284" y="365"/>
                  </a:lnTo>
                  <a:lnTo>
                    <a:pt x="284" y="365"/>
                  </a:lnTo>
                  <a:lnTo>
                    <a:pt x="284" y="365"/>
                  </a:lnTo>
                  <a:lnTo>
                    <a:pt x="284" y="365"/>
                  </a:lnTo>
                  <a:lnTo>
                    <a:pt x="284" y="365"/>
                  </a:lnTo>
                  <a:lnTo>
                    <a:pt x="284" y="363"/>
                  </a:lnTo>
                  <a:lnTo>
                    <a:pt x="284" y="363"/>
                  </a:lnTo>
                  <a:lnTo>
                    <a:pt x="284" y="361"/>
                  </a:lnTo>
                  <a:lnTo>
                    <a:pt x="284" y="361"/>
                  </a:lnTo>
                  <a:lnTo>
                    <a:pt x="284" y="361"/>
                  </a:lnTo>
                  <a:lnTo>
                    <a:pt x="284" y="359"/>
                  </a:lnTo>
                  <a:lnTo>
                    <a:pt x="284" y="359"/>
                  </a:lnTo>
                  <a:lnTo>
                    <a:pt x="286" y="359"/>
                  </a:lnTo>
                  <a:lnTo>
                    <a:pt x="286" y="359"/>
                  </a:lnTo>
                  <a:lnTo>
                    <a:pt x="286" y="357"/>
                  </a:lnTo>
                  <a:lnTo>
                    <a:pt x="288" y="355"/>
                  </a:lnTo>
                  <a:lnTo>
                    <a:pt x="290" y="355"/>
                  </a:lnTo>
                  <a:lnTo>
                    <a:pt x="290" y="353"/>
                  </a:lnTo>
                  <a:lnTo>
                    <a:pt x="290" y="351"/>
                  </a:lnTo>
                  <a:lnTo>
                    <a:pt x="290" y="349"/>
                  </a:lnTo>
                  <a:lnTo>
                    <a:pt x="290" y="349"/>
                  </a:lnTo>
                  <a:lnTo>
                    <a:pt x="292" y="349"/>
                  </a:lnTo>
                  <a:lnTo>
                    <a:pt x="292" y="347"/>
                  </a:lnTo>
                  <a:lnTo>
                    <a:pt x="292" y="347"/>
                  </a:lnTo>
                  <a:lnTo>
                    <a:pt x="292" y="345"/>
                  </a:lnTo>
                  <a:lnTo>
                    <a:pt x="294" y="345"/>
                  </a:lnTo>
                  <a:lnTo>
                    <a:pt x="294" y="345"/>
                  </a:lnTo>
                  <a:lnTo>
                    <a:pt x="294" y="345"/>
                  </a:lnTo>
                  <a:lnTo>
                    <a:pt x="296" y="343"/>
                  </a:lnTo>
                  <a:lnTo>
                    <a:pt x="302" y="339"/>
                  </a:lnTo>
                  <a:lnTo>
                    <a:pt x="302" y="337"/>
                  </a:lnTo>
                  <a:lnTo>
                    <a:pt x="302" y="337"/>
                  </a:lnTo>
                  <a:lnTo>
                    <a:pt x="302" y="337"/>
                  </a:lnTo>
                  <a:lnTo>
                    <a:pt x="302" y="335"/>
                  </a:lnTo>
                  <a:lnTo>
                    <a:pt x="302" y="333"/>
                  </a:lnTo>
                  <a:lnTo>
                    <a:pt x="302" y="333"/>
                  </a:lnTo>
                  <a:lnTo>
                    <a:pt x="302" y="333"/>
                  </a:lnTo>
                  <a:lnTo>
                    <a:pt x="302" y="331"/>
                  </a:lnTo>
                  <a:lnTo>
                    <a:pt x="304" y="331"/>
                  </a:lnTo>
                  <a:lnTo>
                    <a:pt x="304" y="331"/>
                  </a:lnTo>
                  <a:lnTo>
                    <a:pt x="304" y="331"/>
                  </a:lnTo>
                  <a:lnTo>
                    <a:pt x="306" y="329"/>
                  </a:lnTo>
                  <a:lnTo>
                    <a:pt x="306" y="329"/>
                  </a:lnTo>
                  <a:lnTo>
                    <a:pt x="313" y="326"/>
                  </a:lnTo>
                  <a:lnTo>
                    <a:pt x="313" y="324"/>
                  </a:lnTo>
                  <a:lnTo>
                    <a:pt x="315" y="324"/>
                  </a:lnTo>
                  <a:lnTo>
                    <a:pt x="317" y="322"/>
                  </a:lnTo>
                  <a:lnTo>
                    <a:pt x="317" y="322"/>
                  </a:lnTo>
                  <a:lnTo>
                    <a:pt x="321" y="322"/>
                  </a:lnTo>
                  <a:lnTo>
                    <a:pt x="321" y="322"/>
                  </a:lnTo>
                  <a:lnTo>
                    <a:pt x="323" y="320"/>
                  </a:lnTo>
                  <a:lnTo>
                    <a:pt x="323" y="320"/>
                  </a:lnTo>
                  <a:lnTo>
                    <a:pt x="325" y="320"/>
                  </a:lnTo>
                  <a:lnTo>
                    <a:pt x="325" y="320"/>
                  </a:lnTo>
                  <a:lnTo>
                    <a:pt x="327" y="318"/>
                  </a:lnTo>
                  <a:lnTo>
                    <a:pt x="329" y="316"/>
                  </a:lnTo>
                  <a:lnTo>
                    <a:pt x="341" y="316"/>
                  </a:lnTo>
                  <a:lnTo>
                    <a:pt x="341" y="316"/>
                  </a:lnTo>
                  <a:lnTo>
                    <a:pt x="343" y="316"/>
                  </a:lnTo>
                  <a:lnTo>
                    <a:pt x="343" y="318"/>
                  </a:lnTo>
                  <a:lnTo>
                    <a:pt x="343" y="318"/>
                  </a:lnTo>
                  <a:lnTo>
                    <a:pt x="343" y="318"/>
                  </a:lnTo>
                  <a:lnTo>
                    <a:pt x="345" y="316"/>
                  </a:lnTo>
                  <a:lnTo>
                    <a:pt x="345" y="316"/>
                  </a:lnTo>
                  <a:lnTo>
                    <a:pt x="345" y="316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5" y="314"/>
                  </a:lnTo>
                  <a:lnTo>
                    <a:pt x="347" y="312"/>
                  </a:lnTo>
                  <a:lnTo>
                    <a:pt x="351" y="312"/>
                  </a:lnTo>
                  <a:lnTo>
                    <a:pt x="351" y="310"/>
                  </a:lnTo>
                  <a:lnTo>
                    <a:pt x="353" y="310"/>
                  </a:lnTo>
                  <a:lnTo>
                    <a:pt x="353" y="310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53" y="306"/>
                  </a:lnTo>
                  <a:lnTo>
                    <a:pt x="353" y="306"/>
                  </a:lnTo>
                  <a:lnTo>
                    <a:pt x="353" y="304"/>
                  </a:lnTo>
                  <a:lnTo>
                    <a:pt x="353" y="304"/>
                  </a:lnTo>
                  <a:lnTo>
                    <a:pt x="353" y="304"/>
                  </a:lnTo>
                  <a:lnTo>
                    <a:pt x="353" y="304"/>
                  </a:lnTo>
                  <a:lnTo>
                    <a:pt x="353" y="304"/>
                  </a:lnTo>
                  <a:lnTo>
                    <a:pt x="353" y="302"/>
                  </a:lnTo>
                  <a:lnTo>
                    <a:pt x="353" y="300"/>
                  </a:lnTo>
                  <a:lnTo>
                    <a:pt x="353" y="300"/>
                  </a:lnTo>
                  <a:lnTo>
                    <a:pt x="355" y="298"/>
                  </a:lnTo>
                  <a:lnTo>
                    <a:pt x="355" y="296"/>
                  </a:lnTo>
                  <a:lnTo>
                    <a:pt x="357" y="296"/>
                  </a:lnTo>
                  <a:lnTo>
                    <a:pt x="357" y="296"/>
                  </a:lnTo>
                  <a:lnTo>
                    <a:pt x="357" y="294"/>
                  </a:lnTo>
                  <a:lnTo>
                    <a:pt x="355" y="292"/>
                  </a:lnTo>
                  <a:lnTo>
                    <a:pt x="355" y="290"/>
                  </a:lnTo>
                  <a:lnTo>
                    <a:pt x="357" y="290"/>
                  </a:lnTo>
                  <a:lnTo>
                    <a:pt x="357" y="288"/>
                  </a:lnTo>
                  <a:lnTo>
                    <a:pt x="357" y="286"/>
                  </a:lnTo>
                  <a:lnTo>
                    <a:pt x="357" y="284"/>
                  </a:lnTo>
                  <a:lnTo>
                    <a:pt x="355" y="282"/>
                  </a:lnTo>
                  <a:lnTo>
                    <a:pt x="353" y="280"/>
                  </a:lnTo>
                  <a:lnTo>
                    <a:pt x="353" y="278"/>
                  </a:lnTo>
                  <a:lnTo>
                    <a:pt x="353" y="276"/>
                  </a:lnTo>
                  <a:lnTo>
                    <a:pt x="353" y="276"/>
                  </a:lnTo>
                  <a:lnTo>
                    <a:pt x="353" y="276"/>
                  </a:lnTo>
                  <a:lnTo>
                    <a:pt x="353" y="276"/>
                  </a:lnTo>
                  <a:lnTo>
                    <a:pt x="353" y="274"/>
                  </a:lnTo>
                  <a:lnTo>
                    <a:pt x="351" y="274"/>
                  </a:lnTo>
                  <a:lnTo>
                    <a:pt x="351" y="274"/>
                  </a:lnTo>
                  <a:lnTo>
                    <a:pt x="351" y="274"/>
                  </a:lnTo>
                  <a:lnTo>
                    <a:pt x="349" y="274"/>
                  </a:lnTo>
                  <a:lnTo>
                    <a:pt x="349" y="274"/>
                  </a:lnTo>
                  <a:lnTo>
                    <a:pt x="351" y="273"/>
                  </a:lnTo>
                  <a:lnTo>
                    <a:pt x="351" y="273"/>
                  </a:lnTo>
                  <a:lnTo>
                    <a:pt x="349" y="271"/>
                  </a:lnTo>
                  <a:lnTo>
                    <a:pt x="349" y="271"/>
                  </a:lnTo>
                  <a:lnTo>
                    <a:pt x="349" y="271"/>
                  </a:lnTo>
                  <a:lnTo>
                    <a:pt x="349" y="269"/>
                  </a:lnTo>
                  <a:lnTo>
                    <a:pt x="349" y="269"/>
                  </a:lnTo>
                  <a:lnTo>
                    <a:pt x="349" y="269"/>
                  </a:lnTo>
                  <a:lnTo>
                    <a:pt x="347" y="269"/>
                  </a:lnTo>
                  <a:lnTo>
                    <a:pt x="347" y="267"/>
                  </a:lnTo>
                  <a:lnTo>
                    <a:pt x="347" y="267"/>
                  </a:lnTo>
                  <a:lnTo>
                    <a:pt x="345" y="265"/>
                  </a:lnTo>
                  <a:lnTo>
                    <a:pt x="345" y="265"/>
                  </a:lnTo>
                  <a:lnTo>
                    <a:pt x="343" y="267"/>
                  </a:lnTo>
                  <a:lnTo>
                    <a:pt x="343" y="265"/>
                  </a:lnTo>
                  <a:lnTo>
                    <a:pt x="341" y="265"/>
                  </a:lnTo>
                  <a:lnTo>
                    <a:pt x="339" y="265"/>
                  </a:lnTo>
                  <a:lnTo>
                    <a:pt x="337" y="263"/>
                  </a:lnTo>
                  <a:lnTo>
                    <a:pt x="337" y="263"/>
                  </a:lnTo>
                  <a:lnTo>
                    <a:pt x="337" y="263"/>
                  </a:lnTo>
                  <a:lnTo>
                    <a:pt x="337" y="263"/>
                  </a:lnTo>
                  <a:lnTo>
                    <a:pt x="337" y="263"/>
                  </a:lnTo>
                  <a:lnTo>
                    <a:pt x="335" y="261"/>
                  </a:lnTo>
                  <a:lnTo>
                    <a:pt x="333" y="261"/>
                  </a:lnTo>
                  <a:lnTo>
                    <a:pt x="331" y="259"/>
                  </a:lnTo>
                  <a:lnTo>
                    <a:pt x="331" y="259"/>
                  </a:lnTo>
                  <a:lnTo>
                    <a:pt x="329" y="259"/>
                  </a:lnTo>
                  <a:lnTo>
                    <a:pt x="329" y="257"/>
                  </a:lnTo>
                  <a:lnTo>
                    <a:pt x="329" y="257"/>
                  </a:lnTo>
                  <a:lnTo>
                    <a:pt x="329" y="255"/>
                  </a:lnTo>
                  <a:lnTo>
                    <a:pt x="329" y="255"/>
                  </a:lnTo>
                  <a:lnTo>
                    <a:pt x="329" y="255"/>
                  </a:lnTo>
                  <a:lnTo>
                    <a:pt x="329" y="253"/>
                  </a:lnTo>
                  <a:lnTo>
                    <a:pt x="329" y="253"/>
                  </a:lnTo>
                  <a:lnTo>
                    <a:pt x="327" y="253"/>
                  </a:lnTo>
                  <a:lnTo>
                    <a:pt x="327" y="253"/>
                  </a:lnTo>
                  <a:lnTo>
                    <a:pt x="327" y="253"/>
                  </a:lnTo>
                  <a:lnTo>
                    <a:pt x="325" y="251"/>
                  </a:lnTo>
                  <a:lnTo>
                    <a:pt x="325" y="249"/>
                  </a:lnTo>
                  <a:lnTo>
                    <a:pt x="325" y="249"/>
                  </a:lnTo>
                  <a:lnTo>
                    <a:pt x="323" y="249"/>
                  </a:lnTo>
                  <a:lnTo>
                    <a:pt x="315" y="251"/>
                  </a:lnTo>
                  <a:lnTo>
                    <a:pt x="313" y="253"/>
                  </a:lnTo>
                  <a:lnTo>
                    <a:pt x="311" y="253"/>
                  </a:lnTo>
                  <a:lnTo>
                    <a:pt x="309" y="251"/>
                  </a:lnTo>
                  <a:lnTo>
                    <a:pt x="309" y="251"/>
                  </a:lnTo>
                  <a:lnTo>
                    <a:pt x="307" y="253"/>
                  </a:lnTo>
                  <a:lnTo>
                    <a:pt x="306" y="253"/>
                  </a:lnTo>
                  <a:lnTo>
                    <a:pt x="306" y="253"/>
                  </a:lnTo>
                  <a:lnTo>
                    <a:pt x="306" y="251"/>
                  </a:lnTo>
                  <a:lnTo>
                    <a:pt x="306" y="251"/>
                  </a:lnTo>
                  <a:lnTo>
                    <a:pt x="304" y="251"/>
                  </a:lnTo>
                  <a:lnTo>
                    <a:pt x="304" y="251"/>
                  </a:lnTo>
                  <a:lnTo>
                    <a:pt x="304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6" y="249"/>
                  </a:lnTo>
                  <a:lnTo>
                    <a:pt x="306" y="247"/>
                  </a:lnTo>
                  <a:lnTo>
                    <a:pt x="306" y="247"/>
                  </a:lnTo>
                  <a:lnTo>
                    <a:pt x="304" y="247"/>
                  </a:lnTo>
                  <a:lnTo>
                    <a:pt x="304" y="245"/>
                  </a:lnTo>
                  <a:lnTo>
                    <a:pt x="304" y="245"/>
                  </a:lnTo>
                  <a:lnTo>
                    <a:pt x="302" y="245"/>
                  </a:lnTo>
                  <a:lnTo>
                    <a:pt x="302" y="243"/>
                  </a:lnTo>
                  <a:lnTo>
                    <a:pt x="300" y="243"/>
                  </a:lnTo>
                  <a:lnTo>
                    <a:pt x="300" y="241"/>
                  </a:lnTo>
                  <a:lnTo>
                    <a:pt x="300" y="239"/>
                  </a:lnTo>
                  <a:lnTo>
                    <a:pt x="300" y="239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300" y="235"/>
                  </a:lnTo>
                  <a:lnTo>
                    <a:pt x="300" y="235"/>
                  </a:lnTo>
                  <a:lnTo>
                    <a:pt x="300" y="235"/>
                  </a:lnTo>
                  <a:lnTo>
                    <a:pt x="300" y="233"/>
                  </a:lnTo>
                  <a:lnTo>
                    <a:pt x="300" y="233"/>
                  </a:lnTo>
                  <a:lnTo>
                    <a:pt x="300" y="231"/>
                  </a:lnTo>
                  <a:lnTo>
                    <a:pt x="300" y="231"/>
                  </a:lnTo>
                  <a:lnTo>
                    <a:pt x="298" y="231"/>
                  </a:lnTo>
                  <a:lnTo>
                    <a:pt x="298" y="231"/>
                  </a:lnTo>
                  <a:lnTo>
                    <a:pt x="298" y="231"/>
                  </a:lnTo>
                  <a:lnTo>
                    <a:pt x="296" y="231"/>
                  </a:lnTo>
                  <a:lnTo>
                    <a:pt x="296" y="229"/>
                  </a:lnTo>
                  <a:lnTo>
                    <a:pt x="296" y="225"/>
                  </a:lnTo>
                  <a:lnTo>
                    <a:pt x="296" y="223"/>
                  </a:lnTo>
                  <a:lnTo>
                    <a:pt x="294" y="220"/>
                  </a:lnTo>
                  <a:lnTo>
                    <a:pt x="294" y="220"/>
                  </a:lnTo>
                  <a:lnTo>
                    <a:pt x="294" y="218"/>
                  </a:lnTo>
                  <a:lnTo>
                    <a:pt x="296" y="214"/>
                  </a:lnTo>
                  <a:lnTo>
                    <a:pt x="296" y="214"/>
                  </a:lnTo>
                  <a:lnTo>
                    <a:pt x="294" y="212"/>
                  </a:lnTo>
                  <a:lnTo>
                    <a:pt x="294" y="210"/>
                  </a:lnTo>
                  <a:lnTo>
                    <a:pt x="294" y="210"/>
                  </a:lnTo>
                  <a:lnTo>
                    <a:pt x="292" y="208"/>
                  </a:lnTo>
                  <a:lnTo>
                    <a:pt x="290" y="208"/>
                  </a:lnTo>
                  <a:lnTo>
                    <a:pt x="290" y="206"/>
                  </a:lnTo>
                  <a:lnTo>
                    <a:pt x="288" y="204"/>
                  </a:lnTo>
                  <a:lnTo>
                    <a:pt x="288" y="204"/>
                  </a:lnTo>
                  <a:lnTo>
                    <a:pt x="286" y="202"/>
                  </a:lnTo>
                  <a:lnTo>
                    <a:pt x="286" y="202"/>
                  </a:lnTo>
                  <a:lnTo>
                    <a:pt x="286" y="202"/>
                  </a:lnTo>
                  <a:lnTo>
                    <a:pt x="288" y="200"/>
                  </a:lnTo>
                  <a:lnTo>
                    <a:pt x="286" y="200"/>
                  </a:lnTo>
                  <a:lnTo>
                    <a:pt x="286" y="198"/>
                  </a:lnTo>
                  <a:lnTo>
                    <a:pt x="286" y="196"/>
                  </a:lnTo>
                  <a:lnTo>
                    <a:pt x="288" y="196"/>
                  </a:lnTo>
                  <a:lnTo>
                    <a:pt x="288" y="196"/>
                  </a:lnTo>
                  <a:lnTo>
                    <a:pt x="288" y="194"/>
                  </a:lnTo>
                  <a:lnTo>
                    <a:pt x="288" y="194"/>
                  </a:lnTo>
                  <a:lnTo>
                    <a:pt x="288" y="194"/>
                  </a:lnTo>
                  <a:lnTo>
                    <a:pt x="288" y="194"/>
                  </a:lnTo>
                  <a:lnTo>
                    <a:pt x="288" y="192"/>
                  </a:lnTo>
                  <a:lnTo>
                    <a:pt x="286" y="192"/>
                  </a:lnTo>
                  <a:lnTo>
                    <a:pt x="286" y="192"/>
                  </a:lnTo>
                  <a:lnTo>
                    <a:pt x="284" y="192"/>
                  </a:lnTo>
                  <a:lnTo>
                    <a:pt x="282" y="188"/>
                  </a:lnTo>
                  <a:lnTo>
                    <a:pt x="280" y="184"/>
                  </a:lnTo>
                  <a:lnTo>
                    <a:pt x="280" y="184"/>
                  </a:lnTo>
                  <a:lnTo>
                    <a:pt x="280" y="182"/>
                  </a:lnTo>
                  <a:lnTo>
                    <a:pt x="280" y="180"/>
                  </a:lnTo>
                  <a:lnTo>
                    <a:pt x="280" y="180"/>
                  </a:lnTo>
                  <a:lnTo>
                    <a:pt x="278" y="180"/>
                  </a:lnTo>
                  <a:lnTo>
                    <a:pt x="278" y="178"/>
                  </a:lnTo>
                  <a:lnTo>
                    <a:pt x="278" y="178"/>
                  </a:lnTo>
                  <a:lnTo>
                    <a:pt x="278" y="176"/>
                  </a:lnTo>
                  <a:lnTo>
                    <a:pt x="278" y="174"/>
                  </a:lnTo>
                  <a:lnTo>
                    <a:pt x="278" y="174"/>
                  </a:lnTo>
                  <a:lnTo>
                    <a:pt x="280" y="174"/>
                  </a:lnTo>
                  <a:lnTo>
                    <a:pt x="282" y="174"/>
                  </a:lnTo>
                  <a:lnTo>
                    <a:pt x="282" y="174"/>
                  </a:lnTo>
                  <a:lnTo>
                    <a:pt x="282" y="174"/>
                  </a:lnTo>
                  <a:lnTo>
                    <a:pt x="282" y="174"/>
                  </a:lnTo>
                  <a:lnTo>
                    <a:pt x="282" y="172"/>
                  </a:lnTo>
                  <a:lnTo>
                    <a:pt x="282" y="172"/>
                  </a:lnTo>
                  <a:lnTo>
                    <a:pt x="282" y="170"/>
                  </a:lnTo>
                  <a:lnTo>
                    <a:pt x="280" y="170"/>
                  </a:lnTo>
                  <a:lnTo>
                    <a:pt x="278" y="168"/>
                  </a:lnTo>
                  <a:lnTo>
                    <a:pt x="276" y="168"/>
                  </a:lnTo>
                  <a:lnTo>
                    <a:pt x="276" y="168"/>
                  </a:lnTo>
                  <a:lnTo>
                    <a:pt x="276" y="168"/>
                  </a:lnTo>
                  <a:lnTo>
                    <a:pt x="276" y="166"/>
                  </a:lnTo>
                  <a:lnTo>
                    <a:pt x="276" y="166"/>
                  </a:lnTo>
                  <a:lnTo>
                    <a:pt x="276" y="166"/>
                  </a:lnTo>
                  <a:lnTo>
                    <a:pt x="276" y="165"/>
                  </a:lnTo>
                  <a:lnTo>
                    <a:pt x="276" y="163"/>
                  </a:lnTo>
                  <a:lnTo>
                    <a:pt x="274" y="163"/>
                  </a:lnTo>
                  <a:lnTo>
                    <a:pt x="274" y="163"/>
                  </a:lnTo>
                  <a:lnTo>
                    <a:pt x="272" y="163"/>
                  </a:lnTo>
                  <a:lnTo>
                    <a:pt x="266" y="163"/>
                  </a:lnTo>
                  <a:lnTo>
                    <a:pt x="264" y="161"/>
                  </a:lnTo>
                  <a:lnTo>
                    <a:pt x="262" y="157"/>
                  </a:lnTo>
                  <a:lnTo>
                    <a:pt x="264" y="157"/>
                  </a:lnTo>
                  <a:lnTo>
                    <a:pt x="264" y="155"/>
                  </a:lnTo>
                  <a:lnTo>
                    <a:pt x="268" y="155"/>
                  </a:lnTo>
                  <a:lnTo>
                    <a:pt x="268" y="153"/>
                  </a:lnTo>
                  <a:lnTo>
                    <a:pt x="268" y="151"/>
                  </a:lnTo>
                  <a:lnTo>
                    <a:pt x="268" y="151"/>
                  </a:lnTo>
                  <a:lnTo>
                    <a:pt x="268" y="149"/>
                  </a:lnTo>
                  <a:lnTo>
                    <a:pt x="268" y="147"/>
                  </a:lnTo>
                  <a:lnTo>
                    <a:pt x="268" y="145"/>
                  </a:lnTo>
                  <a:lnTo>
                    <a:pt x="268" y="143"/>
                  </a:lnTo>
                  <a:lnTo>
                    <a:pt x="266" y="141"/>
                  </a:lnTo>
                  <a:lnTo>
                    <a:pt x="266" y="139"/>
                  </a:lnTo>
                  <a:lnTo>
                    <a:pt x="266" y="137"/>
                  </a:lnTo>
                  <a:lnTo>
                    <a:pt x="268" y="137"/>
                  </a:lnTo>
                  <a:lnTo>
                    <a:pt x="268" y="135"/>
                  </a:lnTo>
                  <a:lnTo>
                    <a:pt x="270" y="135"/>
                  </a:lnTo>
                  <a:lnTo>
                    <a:pt x="270" y="133"/>
                  </a:lnTo>
                  <a:lnTo>
                    <a:pt x="278" y="135"/>
                  </a:lnTo>
                  <a:lnTo>
                    <a:pt x="278" y="135"/>
                  </a:lnTo>
                  <a:lnTo>
                    <a:pt x="278" y="135"/>
                  </a:lnTo>
                  <a:lnTo>
                    <a:pt x="282" y="139"/>
                  </a:lnTo>
                  <a:lnTo>
                    <a:pt x="284" y="139"/>
                  </a:lnTo>
                  <a:lnTo>
                    <a:pt x="284" y="139"/>
                  </a:lnTo>
                  <a:lnTo>
                    <a:pt x="284" y="139"/>
                  </a:lnTo>
                  <a:lnTo>
                    <a:pt x="284" y="139"/>
                  </a:lnTo>
                  <a:lnTo>
                    <a:pt x="286" y="139"/>
                  </a:lnTo>
                  <a:lnTo>
                    <a:pt x="286" y="139"/>
                  </a:lnTo>
                  <a:lnTo>
                    <a:pt x="286" y="139"/>
                  </a:lnTo>
                  <a:lnTo>
                    <a:pt x="288" y="139"/>
                  </a:lnTo>
                  <a:lnTo>
                    <a:pt x="288" y="139"/>
                  </a:lnTo>
                  <a:lnTo>
                    <a:pt x="288" y="139"/>
                  </a:lnTo>
                  <a:lnTo>
                    <a:pt x="290" y="141"/>
                  </a:lnTo>
                  <a:lnTo>
                    <a:pt x="290" y="141"/>
                  </a:lnTo>
                  <a:lnTo>
                    <a:pt x="290" y="143"/>
                  </a:lnTo>
                  <a:lnTo>
                    <a:pt x="292" y="143"/>
                  </a:lnTo>
                  <a:lnTo>
                    <a:pt x="292" y="141"/>
                  </a:lnTo>
                  <a:lnTo>
                    <a:pt x="294" y="141"/>
                  </a:lnTo>
                  <a:lnTo>
                    <a:pt x="294" y="141"/>
                  </a:lnTo>
                  <a:lnTo>
                    <a:pt x="296" y="141"/>
                  </a:lnTo>
                  <a:lnTo>
                    <a:pt x="296" y="141"/>
                  </a:lnTo>
                  <a:lnTo>
                    <a:pt x="298" y="139"/>
                  </a:lnTo>
                  <a:lnTo>
                    <a:pt x="298" y="139"/>
                  </a:lnTo>
                  <a:lnTo>
                    <a:pt x="298" y="139"/>
                  </a:lnTo>
                  <a:lnTo>
                    <a:pt x="298" y="137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2" y="137"/>
                  </a:lnTo>
                  <a:lnTo>
                    <a:pt x="302" y="137"/>
                  </a:lnTo>
                  <a:lnTo>
                    <a:pt x="302" y="139"/>
                  </a:lnTo>
                  <a:lnTo>
                    <a:pt x="302" y="139"/>
                  </a:lnTo>
                  <a:lnTo>
                    <a:pt x="302" y="139"/>
                  </a:lnTo>
                  <a:lnTo>
                    <a:pt x="302" y="139"/>
                  </a:lnTo>
                  <a:lnTo>
                    <a:pt x="304" y="139"/>
                  </a:lnTo>
                  <a:lnTo>
                    <a:pt x="304" y="139"/>
                  </a:lnTo>
                  <a:lnTo>
                    <a:pt x="306" y="139"/>
                  </a:lnTo>
                  <a:lnTo>
                    <a:pt x="307" y="139"/>
                  </a:lnTo>
                  <a:lnTo>
                    <a:pt x="307" y="139"/>
                  </a:lnTo>
                  <a:lnTo>
                    <a:pt x="307" y="141"/>
                  </a:lnTo>
                  <a:lnTo>
                    <a:pt x="307" y="141"/>
                  </a:lnTo>
                  <a:lnTo>
                    <a:pt x="309" y="141"/>
                  </a:lnTo>
                  <a:lnTo>
                    <a:pt x="309" y="141"/>
                  </a:lnTo>
                  <a:lnTo>
                    <a:pt x="309" y="141"/>
                  </a:lnTo>
                  <a:lnTo>
                    <a:pt x="309" y="143"/>
                  </a:lnTo>
                  <a:lnTo>
                    <a:pt x="309" y="143"/>
                  </a:lnTo>
                  <a:lnTo>
                    <a:pt x="311" y="143"/>
                  </a:lnTo>
                  <a:lnTo>
                    <a:pt x="313" y="143"/>
                  </a:lnTo>
                  <a:lnTo>
                    <a:pt x="315" y="143"/>
                  </a:lnTo>
                  <a:lnTo>
                    <a:pt x="317" y="141"/>
                  </a:lnTo>
                  <a:lnTo>
                    <a:pt x="317" y="141"/>
                  </a:lnTo>
                  <a:lnTo>
                    <a:pt x="317" y="141"/>
                  </a:lnTo>
                  <a:lnTo>
                    <a:pt x="317" y="141"/>
                  </a:lnTo>
                  <a:lnTo>
                    <a:pt x="319" y="141"/>
                  </a:lnTo>
                  <a:lnTo>
                    <a:pt x="319" y="143"/>
                  </a:lnTo>
                  <a:lnTo>
                    <a:pt x="319" y="143"/>
                  </a:lnTo>
                  <a:lnTo>
                    <a:pt x="321" y="143"/>
                  </a:lnTo>
                  <a:lnTo>
                    <a:pt x="321" y="143"/>
                  </a:lnTo>
                  <a:lnTo>
                    <a:pt x="321" y="143"/>
                  </a:lnTo>
                  <a:lnTo>
                    <a:pt x="321" y="143"/>
                  </a:lnTo>
                  <a:lnTo>
                    <a:pt x="327" y="137"/>
                  </a:lnTo>
                  <a:lnTo>
                    <a:pt x="327" y="137"/>
                  </a:lnTo>
                  <a:lnTo>
                    <a:pt x="327" y="137"/>
                  </a:lnTo>
                  <a:lnTo>
                    <a:pt x="329" y="137"/>
                  </a:lnTo>
                  <a:lnTo>
                    <a:pt x="329" y="137"/>
                  </a:lnTo>
                  <a:lnTo>
                    <a:pt x="331" y="137"/>
                  </a:lnTo>
                  <a:lnTo>
                    <a:pt x="331" y="137"/>
                  </a:lnTo>
                  <a:lnTo>
                    <a:pt x="331" y="137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29" y="133"/>
                  </a:lnTo>
                  <a:lnTo>
                    <a:pt x="331" y="133"/>
                  </a:lnTo>
                  <a:lnTo>
                    <a:pt x="333" y="133"/>
                  </a:lnTo>
                  <a:lnTo>
                    <a:pt x="333" y="133"/>
                  </a:lnTo>
                  <a:lnTo>
                    <a:pt x="333" y="133"/>
                  </a:lnTo>
                  <a:lnTo>
                    <a:pt x="333" y="133"/>
                  </a:lnTo>
                  <a:lnTo>
                    <a:pt x="333" y="133"/>
                  </a:lnTo>
                  <a:lnTo>
                    <a:pt x="335" y="133"/>
                  </a:lnTo>
                  <a:lnTo>
                    <a:pt x="335" y="133"/>
                  </a:lnTo>
                  <a:lnTo>
                    <a:pt x="335" y="131"/>
                  </a:lnTo>
                  <a:lnTo>
                    <a:pt x="335" y="131"/>
                  </a:lnTo>
                  <a:lnTo>
                    <a:pt x="335" y="131"/>
                  </a:lnTo>
                  <a:lnTo>
                    <a:pt x="335" y="129"/>
                  </a:lnTo>
                  <a:lnTo>
                    <a:pt x="335" y="127"/>
                  </a:lnTo>
                  <a:lnTo>
                    <a:pt x="335" y="127"/>
                  </a:lnTo>
                  <a:lnTo>
                    <a:pt x="335" y="127"/>
                  </a:lnTo>
                  <a:lnTo>
                    <a:pt x="337" y="125"/>
                  </a:lnTo>
                  <a:lnTo>
                    <a:pt x="337" y="125"/>
                  </a:lnTo>
                  <a:lnTo>
                    <a:pt x="337" y="125"/>
                  </a:lnTo>
                  <a:lnTo>
                    <a:pt x="339" y="123"/>
                  </a:lnTo>
                  <a:lnTo>
                    <a:pt x="339" y="123"/>
                  </a:lnTo>
                  <a:lnTo>
                    <a:pt x="339" y="123"/>
                  </a:lnTo>
                  <a:lnTo>
                    <a:pt x="339" y="121"/>
                  </a:lnTo>
                  <a:lnTo>
                    <a:pt x="341" y="121"/>
                  </a:lnTo>
                  <a:lnTo>
                    <a:pt x="341" y="121"/>
                  </a:lnTo>
                  <a:lnTo>
                    <a:pt x="341" y="121"/>
                  </a:lnTo>
                  <a:lnTo>
                    <a:pt x="341" y="121"/>
                  </a:lnTo>
                  <a:lnTo>
                    <a:pt x="341" y="121"/>
                  </a:lnTo>
                  <a:lnTo>
                    <a:pt x="341" y="121"/>
                  </a:lnTo>
                  <a:lnTo>
                    <a:pt x="341" y="123"/>
                  </a:lnTo>
                  <a:lnTo>
                    <a:pt x="341" y="123"/>
                  </a:lnTo>
                  <a:lnTo>
                    <a:pt x="341" y="123"/>
                  </a:lnTo>
                  <a:lnTo>
                    <a:pt x="343" y="123"/>
                  </a:lnTo>
                  <a:lnTo>
                    <a:pt x="343" y="123"/>
                  </a:lnTo>
                  <a:lnTo>
                    <a:pt x="343" y="125"/>
                  </a:lnTo>
                  <a:lnTo>
                    <a:pt x="343" y="125"/>
                  </a:lnTo>
                  <a:lnTo>
                    <a:pt x="343" y="127"/>
                  </a:lnTo>
                  <a:lnTo>
                    <a:pt x="343" y="127"/>
                  </a:lnTo>
                  <a:lnTo>
                    <a:pt x="343" y="127"/>
                  </a:lnTo>
                  <a:lnTo>
                    <a:pt x="345" y="127"/>
                  </a:lnTo>
                  <a:lnTo>
                    <a:pt x="345" y="127"/>
                  </a:lnTo>
                  <a:lnTo>
                    <a:pt x="345" y="127"/>
                  </a:lnTo>
                  <a:lnTo>
                    <a:pt x="345" y="127"/>
                  </a:lnTo>
                  <a:lnTo>
                    <a:pt x="345" y="129"/>
                  </a:lnTo>
                  <a:lnTo>
                    <a:pt x="345" y="129"/>
                  </a:lnTo>
                  <a:lnTo>
                    <a:pt x="345" y="129"/>
                  </a:lnTo>
                  <a:lnTo>
                    <a:pt x="345" y="129"/>
                  </a:lnTo>
                  <a:lnTo>
                    <a:pt x="345" y="129"/>
                  </a:lnTo>
                  <a:lnTo>
                    <a:pt x="347" y="129"/>
                  </a:lnTo>
                  <a:lnTo>
                    <a:pt x="347" y="129"/>
                  </a:lnTo>
                  <a:lnTo>
                    <a:pt x="347" y="129"/>
                  </a:lnTo>
                  <a:lnTo>
                    <a:pt x="347" y="129"/>
                  </a:lnTo>
                  <a:lnTo>
                    <a:pt x="347" y="129"/>
                  </a:lnTo>
                  <a:lnTo>
                    <a:pt x="347" y="129"/>
                  </a:lnTo>
                  <a:lnTo>
                    <a:pt x="347" y="127"/>
                  </a:lnTo>
                  <a:lnTo>
                    <a:pt x="347" y="127"/>
                  </a:lnTo>
                  <a:lnTo>
                    <a:pt x="347" y="127"/>
                  </a:lnTo>
                  <a:lnTo>
                    <a:pt x="349" y="125"/>
                  </a:lnTo>
                  <a:lnTo>
                    <a:pt x="349" y="125"/>
                  </a:lnTo>
                  <a:lnTo>
                    <a:pt x="349" y="125"/>
                  </a:lnTo>
                  <a:lnTo>
                    <a:pt x="349" y="125"/>
                  </a:lnTo>
                  <a:lnTo>
                    <a:pt x="351" y="125"/>
                  </a:lnTo>
                  <a:lnTo>
                    <a:pt x="351" y="125"/>
                  </a:lnTo>
                  <a:lnTo>
                    <a:pt x="353" y="125"/>
                  </a:lnTo>
                  <a:lnTo>
                    <a:pt x="353" y="125"/>
                  </a:lnTo>
                  <a:lnTo>
                    <a:pt x="353" y="125"/>
                  </a:lnTo>
                  <a:lnTo>
                    <a:pt x="353" y="125"/>
                  </a:lnTo>
                  <a:lnTo>
                    <a:pt x="353" y="123"/>
                  </a:lnTo>
                  <a:lnTo>
                    <a:pt x="351" y="121"/>
                  </a:lnTo>
                  <a:lnTo>
                    <a:pt x="351" y="121"/>
                  </a:lnTo>
                  <a:lnTo>
                    <a:pt x="351" y="119"/>
                  </a:lnTo>
                  <a:lnTo>
                    <a:pt x="351" y="119"/>
                  </a:lnTo>
                  <a:lnTo>
                    <a:pt x="353" y="117"/>
                  </a:lnTo>
                  <a:lnTo>
                    <a:pt x="353" y="117"/>
                  </a:lnTo>
                  <a:lnTo>
                    <a:pt x="355" y="115"/>
                  </a:lnTo>
                  <a:lnTo>
                    <a:pt x="355" y="115"/>
                  </a:lnTo>
                  <a:lnTo>
                    <a:pt x="355" y="115"/>
                  </a:lnTo>
                  <a:lnTo>
                    <a:pt x="355" y="115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2"/>
                  </a:lnTo>
                  <a:lnTo>
                    <a:pt x="355" y="112"/>
                  </a:lnTo>
                  <a:lnTo>
                    <a:pt x="355" y="112"/>
                  </a:lnTo>
                  <a:lnTo>
                    <a:pt x="353" y="112"/>
                  </a:lnTo>
                  <a:lnTo>
                    <a:pt x="353" y="112"/>
                  </a:lnTo>
                  <a:lnTo>
                    <a:pt x="353" y="110"/>
                  </a:lnTo>
                  <a:lnTo>
                    <a:pt x="353" y="110"/>
                  </a:lnTo>
                  <a:lnTo>
                    <a:pt x="353" y="110"/>
                  </a:lnTo>
                  <a:lnTo>
                    <a:pt x="353" y="108"/>
                  </a:lnTo>
                  <a:lnTo>
                    <a:pt x="353" y="108"/>
                  </a:lnTo>
                  <a:lnTo>
                    <a:pt x="353" y="108"/>
                  </a:lnTo>
                  <a:lnTo>
                    <a:pt x="351" y="106"/>
                  </a:lnTo>
                  <a:lnTo>
                    <a:pt x="351" y="106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49" y="104"/>
                  </a:lnTo>
                  <a:lnTo>
                    <a:pt x="349" y="104"/>
                  </a:lnTo>
                  <a:lnTo>
                    <a:pt x="349" y="104"/>
                  </a:lnTo>
                  <a:lnTo>
                    <a:pt x="349" y="104"/>
                  </a:lnTo>
                  <a:lnTo>
                    <a:pt x="349" y="102"/>
                  </a:lnTo>
                  <a:lnTo>
                    <a:pt x="349" y="102"/>
                  </a:lnTo>
                  <a:lnTo>
                    <a:pt x="349" y="102"/>
                  </a:lnTo>
                  <a:lnTo>
                    <a:pt x="353" y="98"/>
                  </a:lnTo>
                  <a:lnTo>
                    <a:pt x="353" y="98"/>
                  </a:lnTo>
                  <a:lnTo>
                    <a:pt x="353" y="98"/>
                  </a:lnTo>
                  <a:lnTo>
                    <a:pt x="355" y="96"/>
                  </a:lnTo>
                  <a:lnTo>
                    <a:pt x="355" y="96"/>
                  </a:lnTo>
                  <a:lnTo>
                    <a:pt x="355" y="96"/>
                  </a:lnTo>
                  <a:lnTo>
                    <a:pt x="355" y="94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3" y="90"/>
                  </a:lnTo>
                  <a:lnTo>
                    <a:pt x="353" y="90"/>
                  </a:lnTo>
                  <a:lnTo>
                    <a:pt x="349" y="90"/>
                  </a:lnTo>
                  <a:lnTo>
                    <a:pt x="347" y="90"/>
                  </a:lnTo>
                  <a:lnTo>
                    <a:pt x="345" y="90"/>
                  </a:lnTo>
                  <a:lnTo>
                    <a:pt x="345" y="90"/>
                  </a:lnTo>
                  <a:lnTo>
                    <a:pt x="345" y="90"/>
                  </a:lnTo>
                  <a:lnTo>
                    <a:pt x="345" y="90"/>
                  </a:lnTo>
                  <a:lnTo>
                    <a:pt x="345" y="94"/>
                  </a:lnTo>
                  <a:lnTo>
                    <a:pt x="345" y="94"/>
                  </a:lnTo>
                  <a:lnTo>
                    <a:pt x="345" y="94"/>
                  </a:lnTo>
                  <a:lnTo>
                    <a:pt x="343" y="96"/>
                  </a:lnTo>
                  <a:lnTo>
                    <a:pt x="341" y="96"/>
                  </a:lnTo>
                  <a:lnTo>
                    <a:pt x="341" y="96"/>
                  </a:lnTo>
                  <a:lnTo>
                    <a:pt x="341" y="96"/>
                  </a:lnTo>
                  <a:lnTo>
                    <a:pt x="341" y="96"/>
                  </a:lnTo>
                  <a:lnTo>
                    <a:pt x="339" y="96"/>
                  </a:lnTo>
                  <a:lnTo>
                    <a:pt x="339" y="96"/>
                  </a:lnTo>
                  <a:lnTo>
                    <a:pt x="339" y="96"/>
                  </a:lnTo>
                  <a:lnTo>
                    <a:pt x="339" y="94"/>
                  </a:lnTo>
                  <a:lnTo>
                    <a:pt x="339" y="94"/>
                  </a:lnTo>
                  <a:lnTo>
                    <a:pt x="339" y="92"/>
                  </a:lnTo>
                  <a:lnTo>
                    <a:pt x="339" y="90"/>
                  </a:lnTo>
                  <a:lnTo>
                    <a:pt x="339" y="90"/>
                  </a:lnTo>
                  <a:lnTo>
                    <a:pt x="339" y="90"/>
                  </a:lnTo>
                  <a:lnTo>
                    <a:pt x="339" y="90"/>
                  </a:lnTo>
                  <a:lnTo>
                    <a:pt x="337" y="90"/>
                  </a:lnTo>
                  <a:lnTo>
                    <a:pt x="337" y="90"/>
                  </a:lnTo>
                  <a:lnTo>
                    <a:pt x="335" y="90"/>
                  </a:lnTo>
                  <a:lnTo>
                    <a:pt x="335" y="90"/>
                  </a:lnTo>
                  <a:lnTo>
                    <a:pt x="335" y="90"/>
                  </a:lnTo>
                  <a:lnTo>
                    <a:pt x="335" y="90"/>
                  </a:lnTo>
                  <a:lnTo>
                    <a:pt x="335" y="90"/>
                  </a:lnTo>
                  <a:lnTo>
                    <a:pt x="335" y="88"/>
                  </a:lnTo>
                  <a:lnTo>
                    <a:pt x="333" y="88"/>
                  </a:lnTo>
                  <a:lnTo>
                    <a:pt x="333" y="88"/>
                  </a:lnTo>
                  <a:lnTo>
                    <a:pt x="333" y="88"/>
                  </a:lnTo>
                  <a:lnTo>
                    <a:pt x="333" y="86"/>
                  </a:lnTo>
                  <a:lnTo>
                    <a:pt x="333" y="86"/>
                  </a:lnTo>
                  <a:lnTo>
                    <a:pt x="333" y="86"/>
                  </a:lnTo>
                  <a:lnTo>
                    <a:pt x="333" y="84"/>
                  </a:lnTo>
                  <a:lnTo>
                    <a:pt x="333" y="84"/>
                  </a:lnTo>
                  <a:lnTo>
                    <a:pt x="333" y="84"/>
                  </a:lnTo>
                  <a:lnTo>
                    <a:pt x="333" y="84"/>
                  </a:lnTo>
                  <a:lnTo>
                    <a:pt x="333" y="82"/>
                  </a:lnTo>
                  <a:lnTo>
                    <a:pt x="333" y="82"/>
                  </a:lnTo>
                  <a:lnTo>
                    <a:pt x="331" y="82"/>
                  </a:lnTo>
                  <a:lnTo>
                    <a:pt x="331" y="80"/>
                  </a:lnTo>
                  <a:lnTo>
                    <a:pt x="329" y="80"/>
                  </a:lnTo>
                  <a:lnTo>
                    <a:pt x="329" y="80"/>
                  </a:lnTo>
                  <a:lnTo>
                    <a:pt x="329" y="80"/>
                  </a:lnTo>
                  <a:lnTo>
                    <a:pt x="329" y="80"/>
                  </a:lnTo>
                  <a:lnTo>
                    <a:pt x="329" y="78"/>
                  </a:lnTo>
                  <a:lnTo>
                    <a:pt x="329" y="78"/>
                  </a:lnTo>
                  <a:lnTo>
                    <a:pt x="329" y="78"/>
                  </a:lnTo>
                  <a:lnTo>
                    <a:pt x="327" y="78"/>
                  </a:lnTo>
                  <a:lnTo>
                    <a:pt x="327" y="76"/>
                  </a:lnTo>
                  <a:lnTo>
                    <a:pt x="327" y="76"/>
                  </a:lnTo>
                  <a:lnTo>
                    <a:pt x="327" y="76"/>
                  </a:lnTo>
                  <a:lnTo>
                    <a:pt x="327" y="74"/>
                  </a:lnTo>
                  <a:lnTo>
                    <a:pt x="327" y="74"/>
                  </a:lnTo>
                  <a:lnTo>
                    <a:pt x="329" y="72"/>
                  </a:lnTo>
                  <a:lnTo>
                    <a:pt x="329" y="72"/>
                  </a:lnTo>
                  <a:lnTo>
                    <a:pt x="327" y="70"/>
                  </a:lnTo>
                  <a:lnTo>
                    <a:pt x="327" y="70"/>
                  </a:lnTo>
                  <a:lnTo>
                    <a:pt x="327" y="70"/>
                  </a:lnTo>
                  <a:lnTo>
                    <a:pt x="327" y="70"/>
                  </a:lnTo>
                  <a:lnTo>
                    <a:pt x="327" y="68"/>
                  </a:lnTo>
                  <a:lnTo>
                    <a:pt x="327" y="68"/>
                  </a:lnTo>
                  <a:lnTo>
                    <a:pt x="327" y="68"/>
                  </a:lnTo>
                  <a:lnTo>
                    <a:pt x="327" y="68"/>
                  </a:lnTo>
                  <a:lnTo>
                    <a:pt x="321" y="68"/>
                  </a:lnTo>
                  <a:lnTo>
                    <a:pt x="321" y="68"/>
                  </a:lnTo>
                  <a:lnTo>
                    <a:pt x="321" y="68"/>
                  </a:lnTo>
                  <a:lnTo>
                    <a:pt x="321" y="68"/>
                  </a:lnTo>
                  <a:lnTo>
                    <a:pt x="321" y="68"/>
                  </a:lnTo>
                  <a:lnTo>
                    <a:pt x="321" y="68"/>
                  </a:lnTo>
                  <a:lnTo>
                    <a:pt x="321" y="66"/>
                  </a:lnTo>
                  <a:lnTo>
                    <a:pt x="321" y="66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19" y="64"/>
                  </a:lnTo>
                  <a:lnTo>
                    <a:pt x="321" y="64"/>
                  </a:lnTo>
                  <a:lnTo>
                    <a:pt x="321" y="62"/>
                  </a:lnTo>
                  <a:lnTo>
                    <a:pt x="321" y="62"/>
                  </a:lnTo>
                  <a:lnTo>
                    <a:pt x="321" y="62"/>
                  </a:lnTo>
                  <a:lnTo>
                    <a:pt x="319" y="60"/>
                  </a:lnTo>
                  <a:lnTo>
                    <a:pt x="321" y="60"/>
                  </a:lnTo>
                  <a:lnTo>
                    <a:pt x="319" y="60"/>
                  </a:lnTo>
                  <a:lnTo>
                    <a:pt x="319" y="60"/>
                  </a:lnTo>
                  <a:lnTo>
                    <a:pt x="319" y="58"/>
                  </a:lnTo>
                  <a:lnTo>
                    <a:pt x="319" y="58"/>
                  </a:lnTo>
                  <a:lnTo>
                    <a:pt x="319" y="58"/>
                  </a:lnTo>
                  <a:lnTo>
                    <a:pt x="319" y="58"/>
                  </a:lnTo>
                  <a:lnTo>
                    <a:pt x="317" y="58"/>
                  </a:lnTo>
                  <a:lnTo>
                    <a:pt x="317" y="57"/>
                  </a:lnTo>
                  <a:lnTo>
                    <a:pt x="315" y="57"/>
                  </a:lnTo>
                  <a:lnTo>
                    <a:pt x="315" y="57"/>
                  </a:lnTo>
                  <a:lnTo>
                    <a:pt x="315" y="57"/>
                  </a:lnTo>
                  <a:lnTo>
                    <a:pt x="315" y="57"/>
                  </a:lnTo>
                  <a:lnTo>
                    <a:pt x="315" y="55"/>
                  </a:lnTo>
                  <a:lnTo>
                    <a:pt x="315" y="55"/>
                  </a:lnTo>
                  <a:lnTo>
                    <a:pt x="315" y="55"/>
                  </a:lnTo>
                  <a:lnTo>
                    <a:pt x="315" y="55"/>
                  </a:lnTo>
                  <a:lnTo>
                    <a:pt x="315" y="53"/>
                  </a:lnTo>
                  <a:lnTo>
                    <a:pt x="315" y="53"/>
                  </a:lnTo>
                  <a:lnTo>
                    <a:pt x="317" y="53"/>
                  </a:lnTo>
                  <a:lnTo>
                    <a:pt x="319" y="53"/>
                  </a:lnTo>
                  <a:lnTo>
                    <a:pt x="319" y="53"/>
                  </a:lnTo>
                  <a:lnTo>
                    <a:pt x="321" y="51"/>
                  </a:lnTo>
                  <a:lnTo>
                    <a:pt x="323" y="51"/>
                  </a:lnTo>
                  <a:lnTo>
                    <a:pt x="323" y="51"/>
                  </a:lnTo>
                  <a:lnTo>
                    <a:pt x="323" y="51"/>
                  </a:lnTo>
                  <a:lnTo>
                    <a:pt x="323" y="51"/>
                  </a:lnTo>
                  <a:lnTo>
                    <a:pt x="325" y="51"/>
                  </a:lnTo>
                  <a:lnTo>
                    <a:pt x="325" y="49"/>
                  </a:lnTo>
                  <a:lnTo>
                    <a:pt x="325" y="49"/>
                  </a:lnTo>
                  <a:lnTo>
                    <a:pt x="325" y="49"/>
                  </a:lnTo>
                  <a:lnTo>
                    <a:pt x="325" y="47"/>
                  </a:lnTo>
                  <a:lnTo>
                    <a:pt x="325" y="47"/>
                  </a:lnTo>
                  <a:lnTo>
                    <a:pt x="325" y="47"/>
                  </a:lnTo>
                  <a:lnTo>
                    <a:pt x="327" y="45"/>
                  </a:lnTo>
                  <a:lnTo>
                    <a:pt x="327" y="45"/>
                  </a:lnTo>
                  <a:lnTo>
                    <a:pt x="327" y="45"/>
                  </a:lnTo>
                  <a:lnTo>
                    <a:pt x="327" y="45"/>
                  </a:lnTo>
                  <a:lnTo>
                    <a:pt x="325" y="43"/>
                  </a:lnTo>
                  <a:lnTo>
                    <a:pt x="325" y="43"/>
                  </a:lnTo>
                  <a:lnTo>
                    <a:pt x="325" y="43"/>
                  </a:lnTo>
                  <a:lnTo>
                    <a:pt x="325" y="43"/>
                  </a:lnTo>
                  <a:lnTo>
                    <a:pt x="325" y="43"/>
                  </a:lnTo>
                  <a:lnTo>
                    <a:pt x="325" y="43"/>
                  </a:lnTo>
                  <a:lnTo>
                    <a:pt x="325" y="41"/>
                  </a:lnTo>
                  <a:lnTo>
                    <a:pt x="325" y="41"/>
                  </a:lnTo>
                  <a:lnTo>
                    <a:pt x="325" y="41"/>
                  </a:lnTo>
                  <a:lnTo>
                    <a:pt x="325" y="39"/>
                  </a:lnTo>
                  <a:lnTo>
                    <a:pt x="325" y="39"/>
                  </a:lnTo>
                  <a:lnTo>
                    <a:pt x="323" y="39"/>
                  </a:lnTo>
                  <a:lnTo>
                    <a:pt x="323" y="37"/>
                  </a:lnTo>
                  <a:lnTo>
                    <a:pt x="323" y="37"/>
                  </a:lnTo>
                  <a:lnTo>
                    <a:pt x="323" y="37"/>
                  </a:lnTo>
                  <a:lnTo>
                    <a:pt x="325" y="37"/>
                  </a:lnTo>
                  <a:lnTo>
                    <a:pt x="325" y="37"/>
                  </a:lnTo>
                  <a:lnTo>
                    <a:pt x="325" y="35"/>
                  </a:lnTo>
                  <a:lnTo>
                    <a:pt x="325" y="35"/>
                  </a:lnTo>
                  <a:lnTo>
                    <a:pt x="325" y="35"/>
                  </a:lnTo>
                  <a:lnTo>
                    <a:pt x="323" y="33"/>
                  </a:lnTo>
                  <a:lnTo>
                    <a:pt x="323" y="33"/>
                  </a:lnTo>
                  <a:lnTo>
                    <a:pt x="323" y="33"/>
                  </a:lnTo>
                  <a:lnTo>
                    <a:pt x="323" y="33"/>
                  </a:lnTo>
                  <a:lnTo>
                    <a:pt x="323" y="33"/>
                  </a:lnTo>
                  <a:lnTo>
                    <a:pt x="323" y="31"/>
                  </a:lnTo>
                  <a:lnTo>
                    <a:pt x="325" y="31"/>
                  </a:lnTo>
                  <a:lnTo>
                    <a:pt x="325" y="31"/>
                  </a:lnTo>
                  <a:lnTo>
                    <a:pt x="325" y="29"/>
                  </a:lnTo>
                  <a:lnTo>
                    <a:pt x="325" y="29"/>
                  </a:lnTo>
                  <a:lnTo>
                    <a:pt x="323" y="29"/>
                  </a:lnTo>
                  <a:lnTo>
                    <a:pt x="323" y="29"/>
                  </a:lnTo>
                  <a:lnTo>
                    <a:pt x="323" y="27"/>
                  </a:lnTo>
                  <a:lnTo>
                    <a:pt x="323" y="27"/>
                  </a:lnTo>
                  <a:lnTo>
                    <a:pt x="323" y="27"/>
                  </a:lnTo>
                  <a:lnTo>
                    <a:pt x="323" y="25"/>
                  </a:lnTo>
                  <a:lnTo>
                    <a:pt x="325" y="25"/>
                  </a:lnTo>
                  <a:lnTo>
                    <a:pt x="325" y="25"/>
                  </a:lnTo>
                  <a:lnTo>
                    <a:pt x="325" y="25"/>
                  </a:lnTo>
                  <a:lnTo>
                    <a:pt x="327" y="25"/>
                  </a:lnTo>
                  <a:lnTo>
                    <a:pt x="327" y="25"/>
                  </a:lnTo>
                  <a:lnTo>
                    <a:pt x="329" y="25"/>
                  </a:lnTo>
                  <a:lnTo>
                    <a:pt x="331" y="25"/>
                  </a:lnTo>
                  <a:lnTo>
                    <a:pt x="331" y="25"/>
                  </a:lnTo>
                  <a:lnTo>
                    <a:pt x="331" y="21"/>
                  </a:lnTo>
                  <a:lnTo>
                    <a:pt x="331" y="21"/>
                  </a:lnTo>
                  <a:lnTo>
                    <a:pt x="331" y="21"/>
                  </a:lnTo>
                  <a:lnTo>
                    <a:pt x="329" y="19"/>
                  </a:lnTo>
                  <a:lnTo>
                    <a:pt x="329" y="19"/>
                  </a:lnTo>
                  <a:lnTo>
                    <a:pt x="329" y="19"/>
                  </a:lnTo>
                  <a:lnTo>
                    <a:pt x="329" y="17"/>
                  </a:lnTo>
                  <a:lnTo>
                    <a:pt x="327" y="17"/>
                  </a:lnTo>
                  <a:lnTo>
                    <a:pt x="327" y="17"/>
                  </a:lnTo>
                  <a:lnTo>
                    <a:pt x="327" y="17"/>
                  </a:lnTo>
                  <a:lnTo>
                    <a:pt x="327" y="15"/>
                  </a:lnTo>
                  <a:lnTo>
                    <a:pt x="325" y="15"/>
                  </a:lnTo>
                  <a:lnTo>
                    <a:pt x="325" y="15"/>
                  </a:lnTo>
                  <a:lnTo>
                    <a:pt x="325" y="15"/>
                  </a:lnTo>
                  <a:lnTo>
                    <a:pt x="323" y="15"/>
                  </a:lnTo>
                  <a:lnTo>
                    <a:pt x="323" y="13"/>
                  </a:lnTo>
                  <a:lnTo>
                    <a:pt x="323" y="13"/>
                  </a:lnTo>
                  <a:lnTo>
                    <a:pt x="323" y="13"/>
                  </a:lnTo>
                  <a:lnTo>
                    <a:pt x="323" y="13"/>
                  </a:lnTo>
                  <a:lnTo>
                    <a:pt x="323" y="13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5" y="9"/>
                  </a:lnTo>
                  <a:lnTo>
                    <a:pt x="327" y="7"/>
                  </a:lnTo>
                  <a:lnTo>
                    <a:pt x="329" y="5"/>
                  </a:lnTo>
                  <a:lnTo>
                    <a:pt x="329" y="5"/>
                  </a:lnTo>
                  <a:lnTo>
                    <a:pt x="329" y="5"/>
                  </a:lnTo>
                  <a:lnTo>
                    <a:pt x="329" y="5"/>
                  </a:lnTo>
                  <a:lnTo>
                    <a:pt x="329" y="4"/>
                  </a:lnTo>
                  <a:lnTo>
                    <a:pt x="329" y="4"/>
                  </a:lnTo>
                  <a:lnTo>
                    <a:pt x="331" y="4"/>
                  </a:lnTo>
                  <a:lnTo>
                    <a:pt x="335" y="4"/>
                  </a:lnTo>
                  <a:lnTo>
                    <a:pt x="335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1" y="2"/>
                  </a:lnTo>
                  <a:lnTo>
                    <a:pt x="341" y="2"/>
                  </a:lnTo>
                  <a:lnTo>
                    <a:pt x="343" y="2"/>
                  </a:lnTo>
                  <a:lnTo>
                    <a:pt x="343" y="2"/>
                  </a:lnTo>
                  <a:lnTo>
                    <a:pt x="345" y="2"/>
                  </a:lnTo>
                  <a:lnTo>
                    <a:pt x="345" y="2"/>
                  </a:lnTo>
                  <a:lnTo>
                    <a:pt x="345" y="2"/>
                  </a:lnTo>
                  <a:lnTo>
                    <a:pt x="347" y="4"/>
                  </a:lnTo>
                  <a:lnTo>
                    <a:pt x="347" y="4"/>
                  </a:lnTo>
                  <a:lnTo>
                    <a:pt x="347" y="4"/>
                  </a:lnTo>
                  <a:lnTo>
                    <a:pt x="347" y="4"/>
                  </a:lnTo>
                  <a:lnTo>
                    <a:pt x="347" y="4"/>
                  </a:lnTo>
                  <a:lnTo>
                    <a:pt x="349" y="4"/>
                  </a:lnTo>
                  <a:lnTo>
                    <a:pt x="349" y="4"/>
                  </a:lnTo>
                  <a:lnTo>
                    <a:pt x="349" y="4"/>
                  </a:lnTo>
                  <a:lnTo>
                    <a:pt x="349" y="4"/>
                  </a:lnTo>
                  <a:lnTo>
                    <a:pt x="349" y="4"/>
                  </a:lnTo>
                  <a:lnTo>
                    <a:pt x="349" y="2"/>
                  </a:lnTo>
                  <a:lnTo>
                    <a:pt x="349" y="2"/>
                  </a:lnTo>
                  <a:lnTo>
                    <a:pt x="349" y="2"/>
                  </a:lnTo>
                  <a:lnTo>
                    <a:pt x="349" y="0"/>
                  </a:lnTo>
                  <a:lnTo>
                    <a:pt x="351" y="0"/>
                  </a:lnTo>
                  <a:lnTo>
                    <a:pt x="35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auto">
            <a:xfrm>
              <a:off x="3687763" y="3992563"/>
              <a:ext cx="128588" cy="85725"/>
            </a:xfrm>
            <a:custGeom>
              <a:avLst/>
              <a:gdLst>
                <a:gd name="T0" fmla="*/ 125 w 162"/>
                <a:gd name="T1" fmla="*/ 3 h 108"/>
                <a:gd name="T2" fmla="*/ 135 w 162"/>
                <a:gd name="T3" fmla="*/ 7 h 108"/>
                <a:gd name="T4" fmla="*/ 149 w 162"/>
                <a:gd name="T5" fmla="*/ 17 h 108"/>
                <a:gd name="T6" fmla="*/ 156 w 162"/>
                <a:gd name="T7" fmla="*/ 19 h 108"/>
                <a:gd name="T8" fmla="*/ 160 w 162"/>
                <a:gd name="T9" fmla="*/ 23 h 108"/>
                <a:gd name="T10" fmla="*/ 158 w 162"/>
                <a:gd name="T11" fmla="*/ 33 h 108"/>
                <a:gd name="T12" fmla="*/ 152 w 162"/>
                <a:gd name="T13" fmla="*/ 41 h 108"/>
                <a:gd name="T14" fmla="*/ 139 w 162"/>
                <a:gd name="T15" fmla="*/ 43 h 108"/>
                <a:gd name="T16" fmla="*/ 139 w 162"/>
                <a:gd name="T17" fmla="*/ 49 h 108"/>
                <a:gd name="T18" fmla="*/ 137 w 162"/>
                <a:gd name="T19" fmla="*/ 55 h 108"/>
                <a:gd name="T20" fmla="*/ 143 w 162"/>
                <a:gd name="T21" fmla="*/ 58 h 108"/>
                <a:gd name="T22" fmla="*/ 158 w 162"/>
                <a:gd name="T23" fmla="*/ 58 h 108"/>
                <a:gd name="T24" fmla="*/ 158 w 162"/>
                <a:gd name="T25" fmla="*/ 68 h 108"/>
                <a:gd name="T26" fmla="*/ 152 w 162"/>
                <a:gd name="T27" fmla="*/ 76 h 108"/>
                <a:gd name="T28" fmla="*/ 127 w 162"/>
                <a:gd name="T29" fmla="*/ 86 h 108"/>
                <a:gd name="T30" fmla="*/ 113 w 162"/>
                <a:gd name="T31" fmla="*/ 88 h 108"/>
                <a:gd name="T32" fmla="*/ 88 w 162"/>
                <a:gd name="T33" fmla="*/ 96 h 108"/>
                <a:gd name="T34" fmla="*/ 80 w 162"/>
                <a:gd name="T35" fmla="*/ 102 h 108"/>
                <a:gd name="T36" fmla="*/ 66 w 162"/>
                <a:gd name="T37" fmla="*/ 94 h 108"/>
                <a:gd name="T38" fmla="*/ 64 w 162"/>
                <a:gd name="T39" fmla="*/ 96 h 108"/>
                <a:gd name="T40" fmla="*/ 62 w 162"/>
                <a:gd name="T41" fmla="*/ 100 h 108"/>
                <a:gd name="T42" fmla="*/ 60 w 162"/>
                <a:gd name="T43" fmla="*/ 104 h 108"/>
                <a:gd name="T44" fmla="*/ 52 w 162"/>
                <a:gd name="T45" fmla="*/ 106 h 108"/>
                <a:gd name="T46" fmla="*/ 49 w 162"/>
                <a:gd name="T47" fmla="*/ 98 h 108"/>
                <a:gd name="T48" fmla="*/ 49 w 162"/>
                <a:gd name="T49" fmla="*/ 96 h 108"/>
                <a:gd name="T50" fmla="*/ 39 w 162"/>
                <a:gd name="T51" fmla="*/ 96 h 108"/>
                <a:gd name="T52" fmla="*/ 39 w 162"/>
                <a:gd name="T53" fmla="*/ 96 h 108"/>
                <a:gd name="T54" fmla="*/ 37 w 162"/>
                <a:gd name="T55" fmla="*/ 98 h 108"/>
                <a:gd name="T56" fmla="*/ 29 w 162"/>
                <a:gd name="T57" fmla="*/ 100 h 108"/>
                <a:gd name="T58" fmla="*/ 23 w 162"/>
                <a:gd name="T59" fmla="*/ 100 h 108"/>
                <a:gd name="T60" fmla="*/ 19 w 162"/>
                <a:gd name="T61" fmla="*/ 92 h 108"/>
                <a:gd name="T62" fmla="*/ 19 w 162"/>
                <a:gd name="T63" fmla="*/ 88 h 108"/>
                <a:gd name="T64" fmla="*/ 11 w 162"/>
                <a:gd name="T65" fmla="*/ 86 h 108"/>
                <a:gd name="T66" fmla="*/ 7 w 162"/>
                <a:gd name="T67" fmla="*/ 88 h 108"/>
                <a:gd name="T68" fmla="*/ 3 w 162"/>
                <a:gd name="T69" fmla="*/ 84 h 108"/>
                <a:gd name="T70" fmla="*/ 0 w 162"/>
                <a:gd name="T71" fmla="*/ 80 h 108"/>
                <a:gd name="T72" fmla="*/ 1 w 162"/>
                <a:gd name="T73" fmla="*/ 76 h 108"/>
                <a:gd name="T74" fmla="*/ 11 w 162"/>
                <a:gd name="T75" fmla="*/ 58 h 108"/>
                <a:gd name="T76" fmla="*/ 25 w 162"/>
                <a:gd name="T77" fmla="*/ 55 h 108"/>
                <a:gd name="T78" fmla="*/ 27 w 162"/>
                <a:gd name="T79" fmla="*/ 58 h 108"/>
                <a:gd name="T80" fmla="*/ 29 w 162"/>
                <a:gd name="T81" fmla="*/ 70 h 108"/>
                <a:gd name="T82" fmla="*/ 39 w 162"/>
                <a:gd name="T83" fmla="*/ 66 h 108"/>
                <a:gd name="T84" fmla="*/ 54 w 162"/>
                <a:gd name="T85" fmla="*/ 57 h 108"/>
                <a:gd name="T86" fmla="*/ 66 w 162"/>
                <a:gd name="T87" fmla="*/ 57 h 108"/>
                <a:gd name="T88" fmla="*/ 66 w 162"/>
                <a:gd name="T89" fmla="*/ 55 h 108"/>
                <a:gd name="T90" fmla="*/ 66 w 162"/>
                <a:gd name="T91" fmla="*/ 49 h 108"/>
                <a:gd name="T92" fmla="*/ 62 w 162"/>
                <a:gd name="T93" fmla="*/ 45 h 108"/>
                <a:gd name="T94" fmla="*/ 66 w 162"/>
                <a:gd name="T95" fmla="*/ 39 h 108"/>
                <a:gd name="T96" fmla="*/ 68 w 162"/>
                <a:gd name="T97" fmla="*/ 35 h 108"/>
                <a:gd name="T98" fmla="*/ 74 w 162"/>
                <a:gd name="T99" fmla="*/ 29 h 108"/>
                <a:gd name="T100" fmla="*/ 78 w 162"/>
                <a:gd name="T101" fmla="*/ 29 h 108"/>
                <a:gd name="T102" fmla="*/ 82 w 162"/>
                <a:gd name="T103" fmla="*/ 31 h 108"/>
                <a:gd name="T104" fmla="*/ 82 w 162"/>
                <a:gd name="T105" fmla="*/ 35 h 108"/>
                <a:gd name="T106" fmla="*/ 90 w 162"/>
                <a:gd name="T107" fmla="*/ 33 h 108"/>
                <a:gd name="T108" fmla="*/ 100 w 162"/>
                <a:gd name="T109" fmla="*/ 15 h 108"/>
                <a:gd name="T110" fmla="*/ 111 w 162"/>
                <a:gd name="T111" fmla="*/ 2 h 108"/>
                <a:gd name="T112" fmla="*/ 117 w 162"/>
                <a:gd name="T1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2" h="108">
                  <a:moveTo>
                    <a:pt x="119" y="0"/>
                  </a:moveTo>
                  <a:lnTo>
                    <a:pt x="119" y="0"/>
                  </a:lnTo>
                  <a:lnTo>
                    <a:pt x="119" y="0"/>
                  </a:lnTo>
                  <a:lnTo>
                    <a:pt x="121" y="0"/>
                  </a:lnTo>
                  <a:lnTo>
                    <a:pt x="121" y="2"/>
                  </a:lnTo>
                  <a:lnTo>
                    <a:pt x="123" y="3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5" y="7"/>
                  </a:lnTo>
                  <a:lnTo>
                    <a:pt x="135" y="7"/>
                  </a:lnTo>
                  <a:lnTo>
                    <a:pt x="147" y="13"/>
                  </a:lnTo>
                  <a:lnTo>
                    <a:pt x="147" y="13"/>
                  </a:lnTo>
                  <a:lnTo>
                    <a:pt x="147" y="15"/>
                  </a:lnTo>
                  <a:lnTo>
                    <a:pt x="149" y="15"/>
                  </a:lnTo>
                  <a:lnTo>
                    <a:pt x="149" y="17"/>
                  </a:lnTo>
                  <a:lnTo>
                    <a:pt x="149" y="17"/>
                  </a:lnTo>
                  <a:lnTo>
                    <a:pt x="149" y="17"/>
                  </a:lnTo>
                  <a:lnTo>
                    <a:pt x="149" y="19"/>
                  </a:lnTo>
                  <a:lnTo>
                    <a:pt x="151" y="19"/>
                  </a:lnTo>
                  <a:lnTo>
                    <a:pt x="152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6" y="17"/>
                  </a:lnTo>
                  <a:lnTo>
                    <a:pt x="158" y="17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0" y="23"/>
                  </a:lnTo>
                  <a:lnTo>
                    <a:pt x="160" y="23"/>
                  </a:lnTo>
                  <a:lnTo>
                    <a:pt x="160" y="27"/>
                  </a:lnTo>
                  <a:lnTo>
                    <a:pt x="160" y="27"/>
                  </a:lnTo>
                  <a:lnTo>
                    <a:pt x="160" y="29"/>
                  </a:lnTo>
                  <a:lnTo>
                    <a:pt x="160" y="29"/>
                  </a:lnTo>
                  <a:lnTo>
                    <a:pt x="158" y="29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3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5"/>
                  </a:lnTo>
                  <a:lnTo>
                    <a:pt x="154" y="35"/>
                  </a:lnTo>
                  <a:lnTo>
                    <a:pt x="154" y="37"/>
                  </a:lnTo>
                  <a:lnTo>
                    <a:pt x="154" y="39"/>
                  </a:lnTo>
                  <a:lnTo>
                    <a:pt x="152" y="39"/>
                  </a:lnTo>
                  <a:lnTo>
                    <a:pt x="152" y="41"/>
                  </a:lnTo>
                  <a:lnTo>
                    <a:pt x="151" y="41"/>
                  </a:lnTo>
                  <a:lnTo>
                    <a:pt x="149" y="45"/>
                  </a:lnTo>
                  <a:lnTo>
                    <a:pt x="149" y="47"/>
                  </a:lnTo>
                  <a:lnTo>
                    <a:pt x="149" y="45"/>
                  </a:lnTo>
                  <a:lnTo>
                    <a:pt x="141" y="41"/>
                  </a:lnTo>
                  <a:lnTo>
                    <a:pt x="141" y="41"/>
                  </a:lnTo>
                  <a:lnTo>
                    <a:pt x="139" y="43"/>
                  </a:lnTo>
                  <a:lnTo>
                    <a:pt x="139" y="43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7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9" y="57"/>
                  </a:lnTo>
                  <a:lnTo>
                    <a:pt x="139" y="57"/>
                  </a:lnTo>
                  <a:lnTo>
                    <a:pt x="141" y="57"/>
                  </a:lnTo>
                  <a:lnTo>
                    <a:pt x="143" y="58"/>
                  </a:lnTo>
                  <a:lnTo>
                    <a:pt x="145" y="58"/>
                  </a:lnTo>
                  <a:lnTo>
                    <a:pt x="145" y="57"/>
                  </a:lnTo>
                  <a:lnTo>
                    <a:pt x="147" y="57"/>
                  </a:lnTo>
                  <a:lnTo>
                    <a:pt x="151" y="57"/>
                  </a:lnTo>
                  <a:lnTo>
                    <a:pt x="152" y="57"/>
                  </a:lnTo>
                  <a:lnTo>
                    <a:pt x="154" y="57"/>
                  </a:lnTo>
                  <a:lnTo>
                    <a:pt x="156" y="57"/>
                  </a:lnTo>
                  <a:lnTo>
                    <a:pt x="158" y="58"/>
                  </a:lnTo>
                  <a:lnTo>
                    <a:pt x="160" y="58"/>
                  </a:lnTo>
                  <a:lnTo>
                    <a:pt x="160" y="58"/>
                  </a:lnTo>
                  <a:lnTo>
                    <a:pt x="160" y="60"/>
                  </a:lnTo>
                  <a:lnTo>
                    <a:pt x="162" y="66"/>
                  </a:lnTo>
                  <a:lnTo>
                    <a:pt x="162" y="70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70"/>
                  </a:lnTo>
                  <a:lnTo>
                    <a:pt x="158" y="70"/>
                  </a:lnTo>
                  <a:lnTo>
                    <a:pt x="156" y="72"/>
                  </a:lnTo>
                  <a:lnTo>
                    <a:pt x="156" y="74"/>
                  </a:lnTo>
                  <a:lnTo>
                    <a:pt x="154" y="76"/>
                  </a:lnTo>
                  <a:lnTo>
                    <a:pt x="154" y="76"/>
                  </a:lnTo>
                  <a:lnTo>
                    <a:pt x="152" y="76"/>
                  </a:lnTo>
                  <a:lnTo>
                    <a:pt x="151" y="76"/>
                  </a:lnTo>
                  <a:lnTo>
                    <a:pt x="149" y="76"/>
                  </a:lnTo>
                  <a:lnTo>
                    <a:pt x="133" y="82"/>
                  </a:lnTo>
                  <a:lnTo>
                    <a:pt x="131" y="82"/>
                  </a:lnTo>
                  <a:lnTo>
                    <a:pt x="131" y="84"/>
                  </a:lnTo>
                  <a:lnTo>
                    <a:pt x="129" y="86"/>
                  </a:lnTo>
                  <a:lnTo>
                    <a:pt x="129" y="86"/>
                  </a:lnTo>
                  <a:lnTo>
                    <a:pt x="127" y="86"/>
                  </a:lnTo>
                  <a:lnTo>
                    <a:pt x="125" y="86"/>
                  </a:lnTo>
                  <a:lnTo>
                    <a:pt x="121" y="88"/>
                  </a:lnTo>
                  <a:lnTo>
                    <a:pt x="119" y="88"/>
                  </a:lnTo>
                  <a:lnTo>
                    <a:pt x="117" y="88"/>
                  </a:lnTo>
                  <a:lnTo>
                    <a:pt x="117" y="88"/>
                  </a:lnTo>
                  <a:lnTo>
                    <a:pt x="115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3" y="88"/>
                  </a:lnTo>
                  <a:lnTo>
                    <a:pt x="111" y="88"/>
                  </a:lnTo>
                  <a:lnTo>
                    <a:pt x="111" y="90"/>
                  </a:lnTo>
                  <a:lnTo>
                    <a:pt x="109" y="92"/>
                  </a:lnTo>
                  <a:lnTo>
                    <a:pt x="107" y="92"/>
                  </a:lnTo>
                  <a:lnTo>
                    <a:pt x="105" y="94"/>
                  </a:lnTo>
                  <a:lnTo>
                    <a:pt x="101" y="94"/>
                  </a:lnTo>
                  <a:lnTo>
                    <a:pt x="88" y="96"/>
                  </a:lnTo>
                  <a:lnTo>
                    <a:pt x="86" y="98"/>
                  </a:lnTo>
                  <a:lnTo>
                    <a:pt x="84" y="100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0" y="102"/>
                  </a:lnTo>
                  <a:lnTo>
                    <a:pt x="80" y="102"/>
                  </a:lnTo>
                  <a:lnTo>
                    <a:pt x="80" y="102"/>
                  </a:lnTo>
                  <a:lnTo>
                    <a:pt x="72" y="96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6" y="94"/>
                  </a:lnTo>
                  <a:lnTo>
                    <a:pt x="66" y="94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4" y="96"/>
                  </a:lnTo>
                  <a:lnTo>
                    <a:pt x="64" y="96"/>
                  </a:lnTo>
                  <a:lnTo>
                    <a:pt x="64" y="96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100"/>
                  </a:lnTo>
                  <a:lnTo>
                    <a:pt x="62" y="102"/>
                  </a:lnTo>
                  <a:lnTo>
                    <a:pt x="64" y="102"/>
                  </a:lnTo>
                  <a:lnTo>
                    <a:pt x="62" y="104"/>
                  </a:lnTo>
                  <a:lnTo>
                    <a:pt x="62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6"/>
                  </a:lnTo>
                  <a:lnTo>
                    <a:pt x="58" y="106"/>
                  </a:lnTo>
                  <a:lnTo>
                    <a:pt x="54" y="108"/>
                  </a:lnTo>
                  <a:lnTo>
                    <a:pt x="52" y="108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2"/>
                  </a:lnTo>
                  <a:lnTo>
                    <a:pt x="51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49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1" y="96"/>
                  </a:lnTo>
                  <a:lnTo>
                    <a:pt x="39" y="96"/>
                  </a:lnTo>
                  <a:lnTo>
                    <a:pt x="39" y="94"/>
                  </a:lnTo>
                  <a:lnTo>
                    <a:pt x="39" y="94"/>
                  </a:lnTo>
                  <a:lnTo>
                    <a:pt x="37" y="94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7" y="98"/>
                  </a:lnTo>
                  <a:lnTo>
                    <a:pt x="33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5" y="100"/>
                  </a:lnTo>
                  <a:lnTo>
                    <a:pt x="25" y="102"/>
                  </a:lnTo>
                  <a:lnTo>
                    <a:pt x="25" y="100"/>
                  </a:lnTo>
                  <a:lnTo>
                    <a:pt x="23" y="100"/>
                  </a:lnTo>
                  <a:lnTo>
                    <a:pt x="23" y="100"/>
                  </a:lnTo>
                  <a:lnTo>
                    <a:pt x="23" y="100"/>
                  </a:lnTo>
                  <a:lnTo>
                    <a:pt x="21" y="98"/>
                  </a:lnTo>
                  <a:lnTo>
                    <a:pt x="19" y="98"/>
                  </a:lnTo>
                  <a:lnTo>
                    <a:pt x="19" y="98"/>
                  </a:lnTo>
                  <a:lnTo>
                    <a:pt x="19" y="96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21" y="92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7" y="88"/>
                  </a:lnTo>
                  <a:lnTo>
                    <a:pt x="15" y="88"/>
                  </a:lnTo>
                  <a:lnTo>
                    <a:pt x="13" y="88"/>
                  </a:lnTo>
                  <a:lnTo>
                    <a:pt x="13" y="88"/>
                  </a:lnTo>
                  <a:lnTo>
                    <a:pt x="13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8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5" y="88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4"/>
                  </a:lnTo>
                  <a:lnTo>
                    <a:pt x="3" y="84"/>
                  </a:lnTo>
                  <a:lnTo>
                    <a:pt x="3" y="84"/>
                  </a:lnTo>
                  <a:lnTo>
                    <a:pt x="1" y="84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1" y="74"/>
                  </a:lnTo>
                  <a:lnTo>
                    <a:pt x="1" y="74"/>
                  </a:lnTo>
                  <a:lnTo>
                    <a:pt x="7" y="66"/>
                  </a:lnTo>
                  <a:lnTo>
                    <a:pt x="9" y="64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3" y="57"/>
                  </a:lnTo>
                  <a:lnTo>
                    <a:pt x="15" y="57"/>
                  </a:lnTo>
                  <a:lnTo>
                    <a:pt x="15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21" y="57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27" y="62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7" y="70"/>
                  </a:lnTo>
                  <a:lnTo>
                    <a:pt x="39" y="66"/>
                  </a:lnTo>
                  <a:lnTo>
                    <a:pt x="41" y="64"/>
                  </a:lnTo>
                  <a:lnTo>
                    <a:pt x="43" y="60"/>
                  </a:lnTo>
                  <a:lnTo>
                    <a:pt x="49" y="55"/>
                  </a:lnTo>
                  <a:lnTo>
                    <a:pt x="51" y="55"/>
                  </a:lnTo>
                  <a:lnTo>
                    <a:pt x="52" y="55"/>
                  </a:lnTo>
                  <a:lnTo>
                    <a:pt x="52" y="55"/>
                  </a:lnTo>
                  <a:lnTo>
                    <a:pt x="54" y="55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6" y="57"/>
                  </a:lnTo>
                  <a:lnTo>
                    <a:pt x="58" y="57"/>
                  </a:lnTo>
                  <a:lnTo>
                    <a:pt x="60" y="57"/>
                  </a:lnTo>
                  <a:lnTo>
                    <a:pt x="62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5"/>
                  </a:lnTo>
                  <a:lnTo>
                    <a:pt x="66" y="55"/>
                  </a:lnTo>
                  <a:lnTo>
                    <a:pt x="66" y="55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3"/>
                  </a:lnTo>
                  <a:lnTo>
                    <a:pt x="64" y="43"/>
                  </a:lnTo>
                  <a:lnTo>
                    <a:pt x="64" y="41"/>
                  </a:lnTo>
                  <a:lnTo>
                    <a:pt x="64" y="41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39"/>
                  </a:lnTo>
                  <a:lnTo>
                    <a:pt x="66" y="37"/>
                  </a:lnTo>
                  <a:lnTo>
                    <a:pt x="66" y="37"/>
                  </a:lnTo>
                  <a:lnTo>
                    <a:pt x="68" y="37"/>
                  </a:lnTo>
                  <a:lnTo>
                    <a:pt x="66" y="37"/>
                  </a:lnTo>
                  <a:lnTo>
                    <a:pt x="66" y="35"/>
                  </a:lnTo>
                  <a:lnTo>
                    <a:pt x="68" y="35"/>
                  </a:lnTo>
                  <a:lnTo>
                    <a:pt x="68" y="35"/>
                  </a:lnTo>
                  <a:lnTo>
                    <a:pt x="68" y="35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74" y="29"/>
                  </a:lnTo>
                  <a:lnTo>
                    <a:pt x="74" y="29"/>
                  </a:lnTo>
                  <a:lnTo>
                    <a:pt x="76" y="29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8" y="31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2" y="33"/>
                  </a:lnTo>
                  <a:lnTo>
                    <a:pt x="92" y="29"/>
                  </a:lnTo>
                  <a:lnTo>
                    <a:pt x="92" y="27"/>
                  </a:lnTo>
                  <a:lnTo>
                    <a:pt x="92" y="25"/>
                  </a:lnTo>
                  <a:lnTo>
                    <a:pt x="92" y="23"/>
                  </a:lnTo>
                  <a:lnTo>
                    <a:pt x="94" y="23"/>
                  </a:lnTo>
                  <a:lnTo>
                    <a:pt x="98" y="15"/>
                  </a:lnTo>
                  <a:lnTo>
                    <a:pt x="100" y="15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1" y="11"/>
                  </a:lnTo>
                  <a:lnTo>
                    <a:pt x="101" y="11"/>
                  </a:lnTo>
                  <a:lnTo>
                    <a:pt x="107" y="5"/>
                  </a:lnTo>
                  <a:lnTo>
                    <a:pt x="109" y="2"/>
                  </a:lnTo>
                  <a:lnTo>
                    <a:pt x="111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15" y="3"/>
                  </a:lnTo>
                  <a:lnTo>
                    <a:pt x="115" y="2"/>
                  </a:lnTo>
                  <a:lnTo>
                    <a:pt x="117" y="2"/>
                  </a:lnTo>
                  <a:lnTo>
                    <a:pt x="11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7"/>
            <p:cNvSpPr>
              <a:spLocks noEditPoints="1"/>
            </p:cNvSpPr>
            <p:nvPr/>
          </p:nvSpPr>
          <p:spPr bwMode="auto">
            <a:xfrm>
              <a:off x="4530725" y="2593975"/>
              <a:ext cx="542925" cy="601663"/>
            </a:xfrm>
            <a:custGeom>
              <a:avLst/>
              <a:gdLst>
                <a:gd name="T0" fmla="*/ 367 w 685"/>
                <a:gd name="T1" fmla="*/ 2 h 758"/>
                <a:gd name="T2" fmla="*/ 420 w 685"/>
                <a:gd name="T3" fmla="*/ 42 h 758"/>
                <a:gd name="T4" fmla="*/ 503 w 685"/>
                <a:gd name="T5" fmla="*/ 47 h 758"/>
                <a:gd name="T6" fmla="*/ 565 w 685"/>
                <a:gd name="T7" fmla="*/ 42 h 758"/>
                <a:gd name="T8" fmla="*/ 591 w 685"/>
                <a:gd name="T9" fmla="*/ 59 h 758"/>
                <a:gd name="T10" fmla="*/ 587 w 685"/>
                <a:gd name="T11" fmla="*/ 100 h 758"/>
                <a:gd name="T12" fmla="*/ 603 w 685"/>
                <a:gd name="T13" fmla="*/ 122 h 758"/>
                <a:gd name="T14" fmla="*/ 618 w 685"/>
                <a:gd name="T15" fmla="*/ 157 h 758"/>
                <a:gd name="T16" fmla="*/ 616 w 685"/>
                <a:gd name="T17" fmla="*/ 187 h 758"/>
                <a:gd name="T18" fmla="*/ 657 w 685"/>
                <a:gd name="T19" fmla="*/ 218 h 758"/>
                <a:gd name="T20" fmla="*/ 650 w 685"/>
                <a:gd name="T21" fmla="*/ 250 h 758"/>
                <a:gd name="T22" fmla="*/ 677 w 685"/>
                <a:gd name="T23" fmla="*/ 271 h 758"/>
                <a:gd name="T24" fmla="*/ 675 w 685"/>
                <a:gd name="T25" fmla="*/ 311 h 758"/>
                <a:gd name="T26" fmla="*/ 669 w 685"/>
                <a:gd name="T27" fmla="*/ 358 h 758"/>
                <a:gd name="T28" fmla="*/ 650 w 685"/>
                <a:gd name="T29" fmla="*/ 409 h 758"/>
                <a:gd name="T30" fmla="*/ 630 w 685"/>
                <a:gd name="T31" fmla="*/ 383 h 758"/>
                <a:gd name="T32" fmla="*/ 608 w 685"/>
                <a:gd name="T33" fmla="*/ 367 h 758"/>
                <a:gd name="T34" fmla="*/ 610 w 685"/>
                <a:gd name="T35" fmla="*/ 328 h 758"/>
                <a:gd name="T36" fmla="*/ 593 w 685"/>
                <a:gd name="T37" fmla="*/ 334 h 758"/>
                <a:gd name="T38" fmla="*/ 554 w 685"/>
                <a:gd name="T39" fmla="*/ 336 h 758"/>
                <a:gd name="T40" fmla="*/ 495 w 685"/>
                <a:gd name="T41" fmla="*/ 395 h 758"/>
                <a:gd name="T42" fmla="*/ 487 w 685"/>
                <a:gd name="T43" fmla="*/ 477 h 758"/>
                <a:gd name="T44" fmla="*/ 471 w 685"/>
                <a:gd name="T45" fmla="*/ 540 h 758"/>
                <a:gd name="T46" fmla="*/ 469 w 685"/>
                <a:gd name="T47" fmla="*/ 591 h 758"/>
                <a:gd name="T48" fmla="*/ 493 w 685"/>
                <a:gd name="T49" fmla="*/ 609 h 758"/>
                <a:gd name="T50" fmla="*/ 528 w 685"/>
                <a:gd name="T51" fmla="*/ 613 h 758"/>
                <a:gd name="T52" fmla="*/ 475 w 685"/>
                <a:gd name="T53" fmla="*/ 642 h 758"/>
                <a:gd name="T54" fmla="*/ 452 w 685"/>
                <a:gd name="T55" fmla="*/ 678 h 758"/>
                <a:gd name="T56" fmla="*/ 387 w 685"/>
                <a:gd name="T57" fmla="*/ 705 h 758"/>
                <a:gd name="T58" fmla="*/ 401 w 685"/>
                <a:gd name="T59" fmla="*/ 670 h 758"/>
                <a:gd name="T60" fmla="*/ 357 w 685"/>
                <a:gd name="T61" fmla="*/ 674 h 758"/>
                <a:gd name="T62" fmla="*/ 285 w 685"/>
                <a:gd name="T63" fmla="*/ 697 h 758"/>
                <a:gd name="T64" fmla="*/ 283 w 685"/>
                <a:gd name="T65" fmla="*/ 719 h 758"/>
                <a:gd name="T66" fmla="*/ 238 w 685"/>
                <a:gd name="T67" fmla="*/ 752 h 758"/>
                <a:gd name="T68" fmla="*/ 210 w 685"/>
                <a:gd name="T69" fmla="*/ 737 h 758"/>
                <a:gd name="T70" fmla="*/ 189 w 685"/>
                <a:gd name="T71" fmla="*/ 715 h 758"/>
                <a:gd name="T72" fmla="*/ 163 w 685"/>
                <a:gd name="T73" fmla="*/ 703 h 758"/>
                <a:gd name="T74" fmla="*/ 120 w 685"/>
                <a:gd name="T75" fmla="*/ 701 h 758"/>
                <a:gd name="T76" fmla="*/ 134 w 685"/>
                <a:gd name="T77" fmla="*/ 666 h 758"/>
                <a:gd name="T78" fmla="*/ 138 w 685"/>
                <a:gd name="T79" fmla="*/ 646 h 758"/>
                <a:gd name="T80" fmla="*/ 138 w 685"/>
                <a:gd name="T81" fmla="*/ 619 h 758"/>
                <a:gd name="T82" fmla="*/ 114 w 685"/>
                <a:gd name="T83" fmla="*/ 589 h 758"/>
                <a:gd name="T84" fmla="*/ 77 w 685"/>
                <a:gd name="T85" fmla="*/ 572 h 758"/>
                <a:gd name="T86" fmla="*/ 44 w 685"/>
                <a:gd name="T87" fmla="*/ 585 h 758"/>
                <a:gd name="T88" fmla="*/ 42 w 685"/>
                <a:gd name="T89" fmla="*/ 564 h 758"/>
                <a:gd name="T90" fmla="*/ 44 w 685"/>
                <a:gd name="T91" fmla="*/ 536 h 758"/>
                <a:gd name="T92" fmla="*/ 22 w 685"/>
                <a:gd name="T93" fmla="*/ 503 h 758"/>
                <a:gd name="T94" fmla="*/ 8 w 685"/>
                <a:gd name="T95" fmla="*/ 450 h 758"/>
                <a:gd name="T96" fmla="*/ 18 w 685"/>
                <a:gd name="T97" fmla="*/ 403 h 758"/>
                <a:gd name="T98" fmla="*/ 61 w 685"/>
                <a:gd name="T99" fmla="*/ 373 h 758"/>
                <a:gd name="T100" fmla="*/ 81 w 685"/>
                <a:gd name="T101" fmla="*/ 385 h 758"/>
                <a:gd name="T102" fmla="*/ 71 w 685"/>
                <a:gd name="T103" fmla="*/ 350 h 758"/>
                <a:gd name="T104" fmla="*/ 102 w 685"/>
                <a:gd name="T105" fmla="*/ 324 h 758"/>
                <a:gd name="T106" fmla="*/ 146 w 685"/>
                <a:gd name="T107" fmla="*/ 322 h 758"/>
                <a:gd name="T108" fmla="*/ 189 w 685"/>
                <a:gd name="T109" fmla="*/ 297 h 758"/>
                <a:gd name="T110" fmla="*/ 218 w 685"/>
                <a:gd name="T111" fmla="*/ 242 h 758"/>
                <a:gd name="T112" fmla="*/ 199 w 685"/>
                <a:gd name="T113" fmla="*/ 212 h 758"/>
                <a:gd name="T114" fmla="*/ 212 w 685"/>
                <a:gd name="T115" fmla="*/ 169 h 758"/>
                <a:gd name="T116" fmla="*/ 210 w 685"/>
                <a:gd name="T117" fmla="*/ 124 h 758"/>
                <a:gd name="T118" fmla="*/ 208 w 685"/>
                <a:gd name="T119" fmla="*/ 104 h 758"/>
                <a:gd name="T120" fmla="*/ 246 w 685"/>
                <a:gd name="T121" fmla="*/ 75 h 758"/>
                <a:gd name="T122" fmla="*/ 281 w 685"/>
                <a:gd name="T123" fmla="*/ 55 h 758"/>
                <a:gd name="T124" fmla="*/ 334 w 685"/>
                <a:gd name="T125" fmla="*/ 26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85" h="758">
                  <a:moveTo>
                    <a:pt x="301" y="729"/>
                  </a:moveTo>
                  <a:lnTo>
                    <a:pt x="301" y="729"/>
                  </a:lnTo>
                  <a:lnTo>
                    <a:pt x="301" y="731"/>
                  </a:lnTo>
                  <a:lnTo>
                    <a:pt x="299" y="731"/>
                  </a:lnTo>
                  <a:lnTo>
                    <a:pt x="301" y="733"/>
                  </a:lnTo>
                  <a:lnTo>
                    <a:pt x="299" y="733"/>
                  </a:lnTo>
                  <a:lnTo>
                    <a:pt x="297" y="733"/>
                  </a:lnTo>
                  <a:lnTo>
                    <a:pt x="297" y="733"/>
                  </a:lnTo>
                  <a:lnTo>
                    <a:pt x="297" y="731"/>
                  </a:lnTo>
                  <a:lnTo>
                    <a:pt x="297" y="731"/>
                  </a:lnTo>
                  <a:lnTo>
                    <a:pt x="297" y="731"/>
                  </a:lnTo>
                  <a:lnTo>
                    <a:pt x="297" y="731"/>
                  </a:lnTo>
                  <a:lnTo>
                    <a:pt x="299" y="729"/>
                  </a:lnTo>
                  <a:lnTo>
                    <a:pt x="299" y="729"/>
                  </a:lnTo>
                  <a:lnTo>
                    <a:pt x="301" y="729"/>
                  </a:lnTo>
                  <a:close/>
                  <a:moveTo>
                    <a:pt x="361" y="703"/>
                  </a:moveTo>
                  <a:lnTo>
                    <a:pt x="363" y="705"/>
                  </a:lnTo>
                  <a:lnTo>
                    <a:pt x="365" y="705"/>
                  </a:lnTo>
                  <a:lnTo>
                    <a:pt x="367" y="707"/>
                  </a:lnTo>
                  <a:lnTo>
                    <a:pt x="365" y="707"/>
                  </a:lnTo>
                  <a:lnTo>
                    <a:pt x="365" y="709"/>
                  </a:lnTo>
                  <a:lnTo>
                    <a:pt x="365" y="711"/>
                  </a:lnTo>
                  <a:lnTo>
                    <a:pt x="363" y="713"/>
                  </a:lnTo>
                  <a:lnTo>
                    <a:pt x="363" y="715"/>
                  </a:lnTo>
                  <a:lnTo>
                    <a:pt x="361" y="717"/>
                  </a:lnTo>
                  <a:lnTo>
                    <a:pt x="357" y="719"/>
                  </a:lnTo>
                  <a:lnTo>
                    <a:pt x="357" y="719"/>
                  </a:lnTo>
                  <a:lnTo>
                    <a:pt x="357" y="717"/>
                  </a:lnTo>
                  <a:lnTo>
                    <a:pt x="357" y="715"/>
                  </a:lnTo>
                  <a:lnTo>
                    <a:pt x="359" y="713"/>
                  </a:lnTo>
                  <a:lnTo>
                    <a:pt x="359" y="711"/>
                  </a:lnTo>
                  <a:lnTo>
                    <a:pt x="361" y="709"/>
                  </a:lnTo>
                  <a:lnTo>
                    <a:pt x="361" y="709"/>
                  </a:lnTo>
                  <a:lnTo>
                    <a:pt x="361" y="707"/>
                  </a:lnTo>
                  <a:lnTo>
                    <a:pt x="361" y="705"/>
                  </a:lnTo>
                  <a:lnTo>
                    <a:pt x="361" y="705"/>
                  </a:lnTo>
                  <a:lnTo>
                    <a:pt x="361" y="703"/>
                  </a:lnTo>
                  <a:close/>
                  <a:moveTo>
                    <a:pt x="536" y="593"/>
                  </a:moveTo>
                  <a:lnTo>
                    <a:pt x="538" y="595"/>
                  </a:lnTo>
                  <a:lnTo>
                    <a:pt x="536" y="595"/>
                  </a:lnTo>
                  <a:lnTo>
                    <a:pt x="536" y="597"/>
                  </a:lnTo>
                  <a:lnTo>
                    <a:pt x="534" y="597"/>
                  </a:lnTo>
                  <a:lnTo>
                    <a:pt x="534" y="597"/>
                  </a:lnTo>
                  <a:lnTo>
                    <a:pt x="534" y="595"/>
                  </a:lnTo>
                  <a:lnTo>
                    <a:pt x="536" y="595"/>
                  </a:lnTo>
                  <a:lnTo>
                    <a:pt x="536" y="593"/>
                  </a:lnTo>
                  <a:close/>
                  <a:moveTo>
                    <a:pt x="363" y="0"/>
                  </a:moveTo>
                  <a:lnTo>
                    <a:pt x="363" y="0"/>
                  </a:lnTo>
                  <a:lnTo>
                    <a:pt x="365" y="0"/>
                  </a:lnTo>
                  <a:lnTo>
                    <a:pt x="365" y="0"/>
                  </a:lnTo>
                  <a:lnTo>
                    <a:pt x="367" y="2"/>
                  </a:lnTo>
                  <a:lnTo>
                    <a:pt x="367" y="2"/>
                  </a:lnTo>
                  <a:lnTo>
                    <a:pt x="367" y="4"/>
                  </a:lnTo>
                  <a:lnTo>
                    <a:pt x="367" y="4"/>
                  </a:lnTo>
                  <a:lnTo>
                    <a:pt x="367" y="4"/>
                  </a:lnTo>
                  <a:lnTo>
                    <a:pt x="369" y="6"/>
                  </a:lnTo>
                  <a:lnTo>
                    <a:pt x="369" y="6"/>
                  </a:lnTo>
                  <a:lnTo>
                    <a:pt x="369" y="6"/>
                  </a:lnTo>
                  <a:lnTo>
                    <a:pt x="369" y="8"/>
                  </a:lnTo>
                  <a:lnTo>
                    <a:pt x="369" y="10"/>
                  </a:lnTo>
                  <a:lnTo>
                    <a:pt x="369" y="12"/>
                  </a:lnTo>
                  <a:lnTo>
                    <a:pt x="369" y="12"/>
                  </a:lnTo>
                  <a:lnTo>
                    <a:pt x="369" y="14"/>
                  </a:lnTo>
                  <a:lnTo>
                    <a:pt x="369" y="14"/>
                  </a:lnTo>
                  <a:lnTo>
                    <a:pt x="369" y="16"/>
                  </a:lnTo>
                  <a:lnTo>
                    <a:pt x="369" y="18"/>
                  </a:lnTo>
                  <a:lnTo>
                    <a:pt x="369" y="20"/>
                  </a:lnTo>
                  <a:lnTo>
                    <a:pt x="369" y="20"/>
                  </a:lnTo>
                  <a:lnTo>
                    <a:pt x="369" y="22"/>
                  </a:lnTo>
                  <a:lnTo>
                    <a:pt x="369" y="22"/>
                  </a:lnTo>
                  <a:lnTo>
                    <a:pt x="369" y="22"/>
                  </a:lnTo>
                  <a:lnTo>
                    <a:pt x="371" y="24"/>
                  </a:lnTo>
                  <a:lnTo>
                    <a:pt x="371" y="24"/>
                  </a:lnTo>
                  <a:lnTo>
                    <a:pt x="371" y="26"/>
                  </a:lnTo>
                  <a:lnTo>
                    <a:pt x="371" y="28"/>
                  </a:lnTo>
                  <a:lnTo>
                    <a:pt x="371" y="28"/>
                  </a:lnTo>
                  <a:lnTo>
                    <a:pt x="371" y="28"/>
                  </a:lnTo>
                  <a:lnTo>
                    <a:pt x="371" y="30"/>
                  </a:lnTo>
                  <a:lnTo>
                    <a:pt x="371" y="32"/>
                  </a:lnTo>
                  <a:lnTo>
                    <a:pt x="371" y="32"/>
                  </a:lnTo>
                  <a:lnTo>
                    <a:pt x="371" y="32"/>
                  </a:lnTo>
                  <a:lnTo>
                    <a:pt x="373" y="34"/>
                  </a:lnTo>
                  <a:lnTo>
                    <a:pt x="373" y="34"/>
                  </a:lnTo>
                  <a:lnTo>
                    <a:pt x="373" y="34"/>
                  </a:lnTo>
                  <a:lnTo>
                    <a:pt x="373" y="36"/>
                  </a:lnTo>
                  <a:lnTo>
                    <a:pt x="375" y="36"/>
                  </a:lnTo>
                  <a:lnTo>
                    <a:pt x="375" y="38"/>
                  </a:lnTo>
                  <a:lnTo>
                    <a:pt x="375" y="38"/>
                  </a:lnTo>
                  <a:lnTo>
                    <a:pt x="375" y="38"/>
                  </a:lnTo>
                  <a:lnTo>
                    <a:pt x="375" y="40"/>
                  </a:lnTo>
                  <a:lnTo>
                    <a:pt x="375" y="42"/>
                  </a:lnTo>
                  <a:lnTo>
                    <a:pt x="375" y="42"/>
                  </a:lnTo>
                  <a:lnTo>
                    <a:pt x="377" y="42"/>
                  </a:lnTo>
                  <a:lnTo>
                    <a:pt x="377" y="42"/>
                  </a:lnTo>
                  <a:lnTo>
                    <a:pt x="377" y="43"/>
                  </a:lnTo>
                  <a:lnTo>
                    <a:pt x="379" y="43"/>
                  </a:lnTo>
                  <a:lnTo>
                    <a:pt x="393" y="43"/>
                  </a:lnTo>
                  <a:lnTo>
                    <a:pt x="397" y="42"/>
                  </a:lnTo>
                  <a:lnTo>
                    <a:pt x="414" y="42"/>
                  </a:lnTo>
                  <a:lnTo>
                    <a:pt x="416" y="43"/>
                  </a:lnTo>
                  <a:lnTo>
                    <a:pt x="418" y="43"/>
                  </a:lnTo>
                  <a:lnTo>
                    <a:pt x="420" y="42"/>
                  </a:lnTo>
                  <a:lnTo>
                    <a:pt x="422" y="42"/>
                  </a:lnTo>
                  <a:lnTo>
                    <a:pt x="424" y="40"/>
                  </a:lnTo>
                  <a:lnTo>
                    <a:pt x="426" y="40"/>
                  </a:lnTo>
                  <a:lnTo>
                    <a:pt x="428" y="42"/>
                  </a:lnTo>
                  <a:lnTo>
                    <a:pt x="432" y="42"/>
                  </a:lnTo>
                  <a:lnTo>
                    <a:pt x="432" y="42"/>
                  </a:lnTo>
                  <a:lnTo>
                    <a:pt x="434" y="43"/>
                  </a:lnTo>
                  <a:lnTo>
                    <a:pt x="434" y="43"/>
                  </a:lnTo>
                  <a:lnTo>
                    <a:pt x="434" y="43"/>
                  </a:lnTo>
                  <a:lnTo>
                    <a:pt x="434" y="43"/>
                  </a:lnTo>
                  <a:lnTo>
                    <a:pt x="434" y="45"/>
                  </a:lnTo>
                  <a:lnTo>
                    <a:pt x="436" y="47"/>
                  </a:lnTo>
                  <a:lnTo>
                    <a:pt x="436" y="47"/>
                  </a:lnTo>
                  <a:lnTo>
                    <a:pt x="436" y="47"/>
                  </a:lnTo>
                  <a:lnTo>
                    <a:pt x="436" y="47"/>
                  </a:lnTo>
                  <a:lnTo>
                    <a:pt x="436" y="47"/>
                  </a:lnTo>
                  <a:lnTo>
                    <a:pt x="436" y="49"/>
                  </a:lnTo>
                  <a:lnTo>
                    <a:pt x="440" y="49"/>
                  </a:lnTo>
                  <a:lnTo>
                    <a:pt x="444" y="51"/>
                  </a:lnTo>
                  <a:lnTo>
                    <a:pt x="444" y="51"/>
                  </a:lnTo>
                  <a:lnTo>
                    <a:pt x="446" y="53"/>
                  </a:lnTo>
                  <a:lnTo>
                    <a:pt x="450" y="53"/>
                  </a:lnTo>
                  <a:lnTo>
                    <a:pt x="452" y="53"/>
                  </a:lnTo>
                  <a:lnTo>
                    <a:pt x="452" y="55"/>
                  </a:lnTo>
                  <a:lnTo>
                    <a:pt x="452" y="55"/>
                  </a:lnTo>
                  <a:lnTo>
                    <a:pt x="452" y="55"/>
                  </a:lnTo>
                  <a:lnTo>
                    <a:pt x="452" y="55"/>
                  </a:lnTo>
                  <a:lnTo>
                    <a:pt x="454" y="55"/>
                  </a:lnTo>
                  <a:lnTo>
                    <a:pt x="455" y="57"/>
                  </a:lnTo>
                  <a:lnTo>
                    <a:pt x="455" y="57"/>
                  </a:lnTo>
                  <a:lnTo>
                    <a:pt x="455" y="57"/>
                  </a:lnTo>
                  <a:lnTo>
                    <a:pt x="457" y="57"/>
                  </a:lnTo>
                  <a:lnTo>
                    <a:pt x="457" y="57"/>
                  </a:lnTo>
                  <a:lnTo>
                    <a:pt x="457" y="57"/>
                  </a:lnTo>
                  <a:lnTo>
                    <a:pt x="457" y="59"/>
                  </a:lnTo>
                  <a:lnTo>
                    <a:pt x="459" y="59"/>
                  </a:lnTo>
                  <a:lnTo>
                    <a:pt x="463" y="57"/>
                  </a:lnTo>
                  <a:lnTo>
                    <a:pt x="473" y="47"/>
                  </a:lnTo>
                  <a:lnTo>
                    <a:pt x="483" y="45"/>
                  </a:lnTo>
                  <a:lnTo>
                    <a:pt x="487" y="45"/>
                  </a:lnTo>
                  <a:lnTo>
                    <a:pt x="489" y="45"/>
                  </a:lnTo>
                  <a:lnTo>
                    <a:pt x="489" y="45"/>
                  </a:lnTo>
                  <a:lnTo>
                    <a:pt x="489" y="45"/>
                  </a:lnTo>
                  <a:lnTo>
                    <a:pt x="489" y="45"/>
                  </a:lnTo>
                  <a:lnTo>
                    <a:pt x="489" y="47"/>
                  </a:lnTo>
                  <a:lnTo>
                    <a:pt x="489" y="47"/>
                  </a:lnTo>
                  <a:lnTo>
                    <a:pt x="491" y="47"/>
                  </a:lnTo>
                  <a:lnTo>
                    <a:pt x="491" y="47"/>
                  </a:lnTo>
                  <a:lnTo>
                    <a:pt x="491" y="47"/>
                  </a:lnTo>
                  <a:lnTo>
                    <a:pt x="491" y="47"/>
                  </a:lnTo>
                  <a:lnTo>
                    <a:pt x="503" y="47"/>
                  </a:lnTo>
                  <a:lnTo>
                    <a:pt x="505" y="49"/>
                  </a:lnTo>
                  <a:lnTo>
                    <a:pt x="505" y="49"/>
                  </a:lnTo>
                  <a:lnTo>
                    <a:pt x="505" y="49"/>
                  </a:lnTo>
                  <a:lnTo>
                    <a:pt x="506" y="49"/>
                  </a:lnTo>
                  <a:lnTo>
                    <a:pt x="506" y="49"/>
                  </a:lnTo>
                  <a:lnTo>
                    <a:pt x="506" y="51"/>
                  </a:lnTo>
                  <a:lnTo>
                    <a:pt x="506" y="51"/>
                  </a:lnTo>
                  <a:lnTo>
                    <a:pt x="508" y="53"/>
                  </a:lnTo>
                  <a:lnTo>
                    <a:pt x="508" y="53"/>
                  </a:lnTo>
                  <a:lnTo>
                    <a:pt x="508" y="53"/>
                  </a:lnTo>
                  <a:lnTo>
                    <a:pt x="508" y="53"/>
                  </a:lnTo>
                  <a:lnTo>
                    <a:pt x="508" y="53"/>
                  </a:lnTo>
                  <a:lnTo>
                    <a:pt x="510" y="55"/>
                  </a:lnTo>
                  <a:lnTo>
                    <a:pt x="512" y="55"/>
                  </a:lnTo>
                  <a:lnTo>
                    <a:pt x="512" y="55"/>
                  </a:lnTo>
                  <a:lnTo>
                    <a:pt x="512" y="55"/>
                  </a:lnTo>
                  <a:lnTo>
                    <a:pt x="512" y="57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14" y="59"/>
                  </a:lnTo>
                  <a:lnTo>
                    <a:pt x="514" y="59"/>
                  </a:lnTo>
                  <a:lnTo>
                    <a:pt x="516" y="59"/>
                  </a:lnTo>
                  <a:lnTo>
                    <a:pt x="516" y="59"/>
                  </a:lnTo>
                  <a:lnTo>
                    <a:pt x="518" y="59"/>
                  </a:lnTo>
                  <a:lnTo>
                    <a:pt x="532" y="55"/>
                  </a:lnTo>
                  <a:lnTo>
                    <a:pt x="532" y="55"/>
                  </a:lnTo>
                  <a:lnTo>
                    <a:pt x="534" y="55"/>
                  </a:lnTo>
                  <a:lnTo>
                    <a:pt x="536" y="55"/>
                  </a:lnTo>
                  <a:lnTo>
                    <a:pt x="538" y="55"/>
                  </a:lnTo>
                  <a:lnTo>
                    <a:pt x="542" y="51"/>
                  </a:lnTo>
                  <a:lnTo>
                    <a:pt x="544" y="49"/>
                  </a:lnTo>
                  <a:lnTo>
                    <a:pt x="546" y="49"/>
                  </a:lnTo>
                  <a:lnTo>
                    <a:pt x="548" y="49"/>
                  </a:lnTo>
                  <a:lnTo>
                    <a:pt x="548" y="49"/>
                  </a:lnTo>
                  <a:lnTo>
                    <a:pt x="550" y="51"/>
                  </a:lnTo>
                  <a:lnTo>
                    <a:pt x="550" y="51"/>
                  </a:lnTo>
                  <a:lnTo>
                    <a:pt x="550" y="51"/>
                  </a:lnTo>
                  <a:lnTo>
                    <a:pt x="550" y="51"/>
                  </a:lnTo>
                  <a:lnTo>
                    <a:pt x="550" y="51"/>
                  </a:lnTo>
                  <a:lnTo>
                    <a:pt x="552" y="53"/>
                  </a:lnTo>
                  <a:lnTo>
                    <a:pt x="552" y="53"/>
                  </a:lnTo>
                  <a:lnTo>
                    <a:pt x="554" y="53"/>
                  </a:lnTo>
                  <a:lnTo>
                    <a:pt x="554" y="53"/>
                  </a:lnTo>
                  <a:lnTo>
                    <a:pt x="563" y="49"/>
                  </a:lnTo>
                  <a:lnTo>
                    <a:pt x="565" y="47"/>
                  </a:lnTo>
                  <a:lnTo>
                    <a:pt x="565" y="47"/>
                  </a:lnTo>
                  <a:lnTo>
                    <a:pt x="565" y="45"/>
                  </a:lnTo>
                  <a:lnTo>
                    <a:pt x="565" y="43"/>
                  </a:lnTo>
                  <a:lnTo>
                    <a:pt x="565" y="43"/>
                  </a:lnTo>
                  <a:lnTo>
                    <a:pt x="565" y="43"/>
                  </a:lnTo>
                  <a:lnTo>
                    <a:pt x="565" y="42"/>
                  </a:lnTo>
                  <a:lnTo>
                    <a:pt x="561" y="36"/>
                  </a:lnTo>
                  <a:lnTo>
                    <a:pt x="563" y="36"/>
                  </a:lnTo>
                  <a:lnTo>
                    <a:pt x="563" y="36"/>
                  </a:lnTo>
                  <a:lnTo>
                    <a:pt x="563" y="36"/>
                  </a:lnTo>
                  <a:lnTo>
                    <a:pt x="563" y="38"/>
                  </a:lnTo>
                  <a:lnTo>
                    <a:pt x="565" y="38"/>
                  </a:lnTo>
                  <a:lnTo>
                    <a:pt x="565" y="38"/>
                  </a:lnTo>
                  <a:lnTo>
                    <a:pt x="565" y="38"/>
                  </a:lnTo>
                  <a:lnTo>
                    <a:pt x="567" y="38"/>
                  </a:lnTo>
                  <a:lnTo>
                    <a:pt x="567" y="38"/>
                  </a:lnTo>
                  <a:lnTo>
                    <a:pt x="569" y="38"/>
                  </a:lnTo>
                  <a:lnTo>
                    <a:pt x="569" y="38"/>
                  </a:lnTo>
                  <a:lnTo>
                    <a:pt x="569" y="40"/>
                  </a:lnTo>
                  <a:lnTo>
                    <a:pt x="569" y="42"/>
                  </a:lnTo>
                  <a:lnTo>
                    <a:pt x="569" y="42"/>
                  </a:lnTo>
                  <a:lnTo>
                    <a:pt x="569" y="42"/>
                  </a:lnTo>
                  <a:lnTo>
                    <a:pt x="569" y="43"/>
                  </a:lnTo>
                  <a:lnTo>
                    <a:pt x="569" y="43"/>
                  </a:lnTo>
                  <a:lnTo>
                    <a:pt x="569" y="45"/>
                  </a:lnTo>
                  <a:lnTo>
                    <a:pt x="569" y="45"/>
                  </a:lnTo>
                  <a:lnTo>
                    <a:pt x="569" y="47"/>
                  </a:lnTo>
                  <a:lnTo>
                    <a:pt x="569" y="47"/>
                  </a:lnTo>
                  <a:lnTo>
                    <a:pt x="569" y="47"/>
                  </a:lnTo>
                  <a:lnTo>
                    <a:pt x="571" y="49"/>
                  </a:lnTo>
                  <a:lnTo>
                    <a:pt x="573" y="49"/>
                  </a:lnTo>
                  <a:lnTo>
                    <a:pt x="573" y="49"/>
                  </a:lnTo>
                  <a:lnTo>
                    <a:pt x="573" y="49"/>
                  </a:lnTo>
                  <a:lnTo>
                    <a:pt x="573" y="51"/>
                  </a:lnTo>
                  <a:lnTo>
                    <a:pt x="573" y="51"/>
                  </a:lnTo>
                  <a:lnTo>
                    <a:pt x="573" y="51"/>
                  </a:lnTo>
                  <a:lnTo>
                    <a:pt x="573" y="53"/>
                  </a:lnTo>
                  <a:lnTo>
                    <a:pt x="573" y="53"/>
                  </a:lnTo>
                  <a:lnTo>
                    <a:pt x="577" y="55"/>
                  </a:lnTo>
                  <a:lnTo>
                    <a:pt x="577" y="55"/>
                  </a:lnTo>
                  <a:lnTo>
                    <a:pt x="579" y="55"/>
                  </a:lnTo>
                  <a:lnTo>
                    <a:pt x="581" y="55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5" y="55"/>
                  </a:lnTo>
                  <a:lnTo>
                    <a:pt x="585" y="55"/>
                  </a:lnTo>
                  <a:lnTo>
                    <a:pt x="585" y="55"/>
                  </a:lnTo>
                  <a:lnTo>
                    <a:pt x="585" y="55"/>
                  </a:lnTo>
                  <a:lnTo>
                    <a:pt x="587" y="55"/>
                  </a:lnTo>
                  <a:lnTo>
                    <a:pt x="587" y="57"/>
                  </a:lnTo>
                  <a:lnTo>
                    <a:pt x="589" y="59"/>
                  </a:lnTo>
                  <a:lnTo>
                    <a:pt x="589" y="59"/>
                  </a:lnTo>
                  <a:lnTo>
                    <a:pt x="589" y="59"/>
                  </a:lnTo>
                  <a:lnTo>
                    <a:pt x="591" y="59"/>
                  </a:lnTo>
                  <a:lnTo>
                    <a:pt x="591" y="59"/>
                  </a:lnTo>
                  <a:lnTo>
                    <a:pt x="591" y="59"/>
                  </a:lnTo>
                  <a:lnTo>
                    <a:pt x="591" y="59"/>
                  </a:lnTo>
                  <a:lnTo>
                    <a:pt x="591" y="59"/>
                  </a:lnTo>
                  <a:lnTo>
                    <a:pt x="591" y="59"/>
                  </a:lnTo>
                  <a:lnTo>
                    <a:pt x="591" y="61"/>
                  </a:lnTo>
                  <a:lnTo>
                    <a:pt x="589" y="61"/>
                  </a:lnTo>
                  <a:lnTo>
                    <a:pt x="589" y="63"/>
                  </a:lnTo>
                  <a:lnTo>
                    <a:pt x="589" y="63"/>
                  </a:lnTo>
                  <a:lnTo>
                    <a:pt x="589" y="63"/>
                  </a:lnTo>
                  <a:lnTo>
                    <a:pt x="589" y="63"/>
                  </a:lnTo>
                  <a:lnTo>
                    <a:pt x="589" y="65"/>
                  </a:lnTo>
                  <a:lnTo>
                    <a:pt x="589" y="65"/>
                  </a:lnTo>
                  <a:lnTo>
                    <a:pt x="589" y="67"/>
                  </a:lnTo>
                  <a:lnTo>
                    <a:pt x="589" y="67"/>
                  </a:lnTo>
                  <a:lnTo>
                    <a:pt x="589" y="67"/>
                  </a:lnTo>
                  <a:lnTo>
                    <a:pt x="587" y="67"/>
                  </a:lnTo>
                  <a:lnTo>
                    <a:pt x="587" y="69"/>
                  </a:lnTo>
                  <a:lnTo>
                    <a:pt x="587" y="69"/>
                  </a:lnTo>
                  <a:lnTo>
                    <a:pt x="587" y="69"/>
                  </a:lnTo>
                  <a:lnTo>
                    <a:pt x="587" y="69"/>
                  </a:lnTo>
                  <a:lnTo>
                    <a:pt x="589" y="75"/>
                  </a:lnTo>
                  <a:lnTo>
                    <a:pt x="589" y="75"/>
                  </a:lnTo>
                  <a:lnTo>
                    <a:pt x="589" y="77"/>
                  </a:lnTo>
                  <a:lnTo>
                    <a:pt x="589" y="77"/>
                  </a:lnTo>
                  <a:lnTo>
                    <a:pt x="591" y="77"/>
                  </a:lnTo>
                  <a:lnTo>
                    <a:pt x="591" y="79"/>
                  </a:lnTo>
                  <a:lnTo>
                    <a:pt x="591" y="79"/>
                  </a:lnTo>
                  <a:lnTo>
                    <a:pt x="591" y="79"/>
                  </a:lnTo>
                  <a:lnTo>
                    <a:pt x="591" y="81"/>
                  </a:lnTo>
                  <a:lnTo>
                    <a:pt x="591" y="81"/>
                  </a:lnTo>
                  <a:lnTo>
                    <a:pt x="591" y="81"/>
                  </a:lnTo>
                  <a:lnTo>
                    <a:pt x="591" y="81"/>
                  </a:lnTo>
                  <a:lnTo>
                    <a:pt x="591" y="81"/>
                  </a:lnTo>
                  <a:lnTo>
                    <a:pt x="589" y="81"/>
                  </a:lnTo>
                  <a:lnTo>
                    <a:pt x="589" y="81"/>
                  </a:lnTo>
                  <a:lnTo>
                    <a:pt x="585" y="83"/>
                  </a:lnTo>
                  <a:lnTo>
                    <a:pt x="583" y="85"/>
                  </a:lnTo>
                  <a:lnTo>
                    <a:pt x="581" y="85"/>
                  </a:lnTo>
                  <a:lnTo>
                    <a:pt x="581" y="87"/>
                  </a:lnTo>
                  <a:lnTo>
                    <a:pt x="581" y="91"/>
                  </a:lnTo>
                  <a:lnTo>
                    <a:pt x="581" y="91"/>
                  </a:lnTo>
                  <a:lnTo>
                    <a:pt x="581" y="93"/>
                  </a:lnTo>
                  <a:lnTo>
                    <a:pt x="581" y="93"/>
                  </a:lnTo>
                  <a:lnTo>
                    <a:pt x="581" y="93"/>
                  </a:lnTo>
                  <a:lnTo>
                    <a:pt x="585" y="95"/>
                  </a:lnTo>
                  <a:lnTo>
                    <a:pt x="585" y="95"/>
                  </a:lnTo>
                  <a:lnTo>
                    <a:pt x="585" y="96"/>
                  </a:lnTo>
                  <a:lnTo>
                    <a:pt x="585" y="96"/>
                  </a:lnTo>
                  <a:lnTo>
                    <a:pt x="587" y="98"/>
                  </a:lnTo>
                  <a:lnTo>
                    <a:pt x="587" y="98"/>
                  </a:lnTo>
                  <a:lnTo>
                    <a:pt x="587" y="100"/>
                  </a:lnTo>
                  <a:lnTo>
                    <a:pt x="587" y="100"/>
                  </a:lnTo>
                  <a:lnTo>
                    <a:pt x="589" y="100"/>
                  </a:lnTo>
                  <a:lnTo>
                    <a:pt x="589" y="100"/>
                  </a:lnTo>
                  <a:lnTo>
                    <a:pt x="589" y="98"/>
                  </a:lnTo>
                  <a:lnTo>
                    <a:pt x="589" y="98"/>
                  </a:lnTo>
                  <a:lnTo>
                    <a:pt x="591" y="98"/>
                  </a:lnTo>
                  <a:lnTo>
                    <a:pt x="591" y="98"/>
                  </a:lnTo>
                  <a:lnTo>
                    <a:pt x="591" y="98"/>
                  </a:lnTo>
                  <a:lnTo>
                    <a:pt x="591" y="98"/>
                  </a:lnTo>
                  <a:lnTo>
                    <a:pt x="591" y="100"/>
                  </a:lnTo>
                  <a:lnTo>
                    <a:pt x="593" y="100"/>
                  </a:lnTo>
                  <a:lnTo>
                    <a:pt x="593" y="100"/>
                  </a:lnTo>
                  <a:lnTo>
                    <a:pt x="593" y="102"/>
                  </a:lnTo>
                  <a:lnTo>
                    <a:pt x="593" y="102"/>
                  </a:lnTo>
                  <a:lnTo>
                    <a:pt x="595" y="102"/>
                  </a:lnTo>
                  <a:lnTo>
                    <a:pt x="595" y="102"/>
                  </a:lnTo>
                  <a:lnTo>
                    <a:pt x="595" y="104"/>
                  </a:lnTo>
                  <a:lnTo>
                    <a:pt x="595" y="104"/>
                  </a:lnTo>
                  <a:lnTo>
                    <a:pt x="595" y="106"/>
                  </a:lnTo>
                  <a:lnTo>
                    <a:pt x="595" y="106"/>
                  </a:lnTo>
                  <a:lnTo>
                    <a:pt x="595" y="108"/>
                  </a:lnTo>
                  <a:lnTo>
                    <a:pt x="595" y="108"/>
                  </a:lnTo>
                  <a:lnTo>
                    <a:pt x="595" y="108"/>
                  </a:lnTo>
                  <a:lnTo>
                    <a:pt x="597" y="108"/>
                  </a:lnTo>
                  <a:lnTo>
                    <a:pt x="597" y="108"/>
                  </a:lnTo>
                  <a:lnTo>
                    <a:pt x="597" y="110"/>
                  </a:lnTo>
                  <a:lnTo>
                    <a:pt x="595" y="110"/>
                  </a:lnTo>
                  <a:lnTo>
                    <a:pt x="595" y="110"/>
                  </a:lnTo>
                  <a:lnTo>
                    <a:pt x="593" y="110"/>
                  </a:lnTo>
                  <a:lnTo>
                    <a:pt x="593" y="110"/>
                  </a:lnTo>
                  <a:lnTo>
                    <a:pt x="593" y="112"/>
                  </a:lnTo>
                  <a:lnTo>
                    <a:pt x="595" y="112"/>
                  </a:lnTo>
                  <a:lnTo>
                    <a:pt x="595" y="112"/>
                  </a:lnTo>
                  <a:lnTo>
                    <a:pt x="595" y="112"/>
                  </a:lnTo>
                  <a:lnTo>
                    <a:pt x="593" y="114"/>
                  </a:lnTo>
                  <a:lnTo>
                    <a:pt x="593" y="114"/>
                  </a:lnTo>
                  <a:lnTo>
                    <a:pt x="593" y="116"/>
                  </a:lnTo>
                  <a:lnTo>
                    <a:pt x="593" y="116"/>
                  </a:lnTo>
                  <a:lnTo>
                    <a:pt x="593" y="116"/>
                  </a:lnTo>
                  <a:lnTo>
                    <a:pt x="593" y="116"/>
                  </a:lnTo>
                  <a:lnTo>
                    <a:pt x="595" y="118"/>
                  </a:lnTo>
                  <a:lnTo>
                    <a:pt x="595" y="118"/>
                  </a:lnTo>
                  <a:lnTo>
                    <a:pt x="595" y="120"/>
                  </a:lnTo>
                  <a:lnTo>
                    <a:pt x="595" y="120"/>
                  </a:lnTo>
                  <a:lnTo>
                    <a:pt x="597" y="122"/>
                  </a:lnTo>
                  <a:lnTo>
                    <a:pt x="597" y="122"/>
                  </a:lnTo>
                  <a:lnTo>
                    <a:pt x="599" y="122"/>
                  </a:lnTo>
                  <a:lnTo>
                    <a:pt x="599" y="122"/>
                  </a:lnTo>
                  <a:lnTo>
                    <a:pt x="599" y="122"/>
                  </a:lnTo>
                  <a:lnTo>
                    <a:pt x="601" y="122"/>
                  </a:lnTo>
                  <a:lnTo>
                    <a:pt x="603" y="122"/>
                  </a:lnTo>
                  <a:lnTo>
                    <a:pt x="603" y="122"/>
                  </a:lnTo>
                  <a:lnTo>
                    <a:pt x="603" y="122"/>
                  </a:lnTo>
                  <a:lnTo>
                    <a:pt x="605" y="124"/>
                  </a:lnTo>
                  <a:lnTo>
                    <a:pt x="605" y="126"/>
                  </a:lnTo>
                  <a:lnTo>
                    <a:pt x="605" y="126"/>
                  </a:lnTo>
                  <a:lnTo>
                    <a:pt x="607" y="126"/>
                  </a:lnTo>
                  <a:lnTo>
                    <a:pt x="607" y="126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12" y="128"/>
                  </a:lnTo>
                  <a:lnTo>
                    <a:pt x="612" y="128"/>
                  </a:lnTo>
                  <a:lnTo>
                    <a:pt x="612" y="130"/>
                  </a:lnTo>
                  <a:lnTo>
                    <a:pt x="612" y="130"/>
                  </a:lnTo>
                  <a:lnTo>
                    <a:pt x="614" y="134"/>
                  </a:lnTo>
                  <a:lnTo>
                    <a:pt x="616" y="136"/>
                  </a:lnTo>
                  <a:lnTo>
                    <a:pt x="616" y="136"/>
                  </a:lnTo>
                  <a:lnTo>
                    <a:pt x="616" y="136"/>
                  </a:lnTo>
                  <a:lnTo>
                    <a:pt x="616" y="136"/>
                  </a:lnTo>
                  <a:lnTo>
                    <a:pt x="616" y="138"/>
                  </a:lnTo>
                  <a:lnTo>
                    <a:pt x="616" y="142"/>
                  </a:lnTo>
                  <a:lnTo>
                    <a:pt x="616" y="144"/>
                  </a:lnTo>
                  <a:lnTo>
                    <a:pt x="616" y="144"/>
                  </a:lnTo>
                  <a:lnTo>
                    <a:pt x="616" y="144"/>
                  </a:lnTo>
                  <a:lnTo>
                    <a:pt x="614" y="144"/>
                  </a:lnTo>
                  <a:lnTo>
                    <a:pt x="614" y="144"/>
                  </a:lnTo>
                  <a:lnTo>
                    <a:pt x="614" y="146"/>
                  </a:lnTo>
                  <a:lnTo>
                    <a:pt x="614" y="146"/>
                  </a:lnTo>
                  <a:lnTo>
                    <a:pt x="614" y="146"/>
                  </a:lnTo>
                  <a:lnTo>
                    <a:pt x="614" y="148"/>
                  </a:lnTo>
                  <a:lnTo>
                    <a:pt x="614" y="148"/>
                  </a:lnTo>
                  <a:lnTo>
                    <a:pt x="614" y="148"/>
                  </a:lnTo>
                  <a:lnTo>
                    <a:pt x="614" y="150"/>
                  </a:lnTo>
                  <a:lnTo>
                    <a:pt x="612" y="150"/>
                  </a:lnTo>
                  <a:lnTo>
                    <a:pt x="612" y="150"/>
                  </a:lnTo>
                  <a:lnTo>
                    <a:pt x="612" y="151"/>
                  </a:lnTo>
                  <a:lnTo>
                    <a:pt x="612" y="151"/>
                  </a:lnTo>
                  <a:lnTo>
                    <a:pt x="612" y="151"/>
                  </a:lnTo>
                  <a:lnTo>
                    <a:pt x="612" y="151"/>
                  </a:lnTo>
                  <a:lnTo>
                    <a:pt x="614" y="151"/>
                  </a:lnTo>
                  <a:lnTo>
                    <a:pt x="614" y="151"/>
                  </a:lnTo>
                  <a:lnTo>
                    <a:pt x="614" y="151"/>
                  </a:lnTo>
                  <a:lnTo>
                    <a:pt x="616" y="153"/>
                  </a:lnTo>
                  <a:lnTo>
                    <a:pt x="616" y="153"/>
                  </a:lnTo>
                  <a:lnTo>
                    <a:pt x="618" y="155"/>
                  </a:lnTo>
                  <a:lnTo>
                    <a:pt x="618" y="155"/>
                  </a:lnTo>
                  <a:lnTo>
                    <a:pt x="618" y="155"/>
                  </a:lnTo>
                  <a:lnTo>
                    <a:pt x="618" y="155"/>
                  </a:lnTo>
                  <a:lnTo>
                    <a:pt x="618" y="157"/>
                  </a:lnTo>
                  <a:lnTo>
                    <a:pt x="618" y="157"/>
                  </a:lnTo>
                  <a:lnTo>
                    <a:pt x="620" y="157"/>
                  </a:lnTo>
                  <a:lnTo>
                    <a:pt x="622" y="157"/>
                  </a:lnTo>
                  <a:lnTo>
                    <a:pt x="622" y="157"/>
                  </a:lnTo>
                  <a:lnTo>
                    <a:pt x="622" y="159"/>
                  </a:lnTo>
                  <a:lnTo>
                    <a:pt x="622" y="159"/>
                  </a:lnTo>
                  <a:lnTo>
                    <a:pt x="622" y="159"/>
                  </a:lnTo>
                  <a:lnTo>
                    <a:pt x="622" y="161"/>
                  </a:lnTo>
                  <a:lnTo>
                    <a:pt x="624" y="163"/>
                  </a:lnTo>
                  <a:lnTo>
                    <a:pt x="624" y="163"/>
                  </a:lnTo>
                  <a:lnTo>
                    <a:pt x="624" y="165"/>
                  </a:lnTo>
                  <a:lnTo>
                    <a:pt x="620" y="165"/>
                  </a:lnTo>
                  <a:lnTo>
                    <a:pt x="620" y="167"/>
                  </a:lnTo>
                  <a:lnTo>
                    <a:pt x="618" y="167"/>
                  </a:lnTo>
                  <a:lnTo>
                    <a:pt x="618" y="169"/>
                  </a:lnTo>
                  <a:lnTo>
                    <a:pt x="618" y="169"/>
                  </a:lnTo>
                  <a:lnTo>
                    <a:pt x="618" y="169"/>
                  </a:lnTo>
                  <a:lnTo>
                    <a:pt x="620" y="169"/>
                  </a:lnTo>
                  <a:lnTo>
                    <a:pt x="620" y="171"/>
                  </a:lnTo>
                  <a:lnTo>
                    <a:pt x="620" y="171"/>
                  </a:lnTo>
                  <a:lnTo>
                    <a:pt x="620" y="171"/>
                  </a:lnTo>
                  <a:lnTo>
                    <a:pt x="620" y="171"/>
                  </a:lnTo>
                  <a:lnTo>
                    <a:pt x="620" y="171"/>
                  </a:lnTo>
                  <a:lnTo>
                    <a:pt x="620" y="173"/>
                  </a:lnTo>
                  <a:lnTo>
                    <a:pt x="618" y="173"/>
                  </a:lnTo>
                  <a:lnTo>
                    <a:pt x="618" y="173"/>
                  </a:lnTo>
                  <a:lnTo>
                    <a:pt x="618" y="175"/>
                  </a:lnTo>
                  <a:lnTo>
                    <a:pt x="618" y="175"/>
                  </a:lnTo>
                  <a:lnTo>
                    <a:pt x="618" y="175"/>
                  </a:lnTo>
                  <a:lnTo>
                    <a:pt x="618" y="175"/>
                  </a:lnTo>
                  <a:lnTo>
                    <a:pt x="616" y="177"/>
                  </a:lnTo>
                  <a:lnTo>
                    <a:pt x="616" y="177"/>
                  </a:lnTo>
                  <a:lnTo>
                    <a:pt x="614" y="177"/>
                  </a:lnTo>
                  <a:lnTo>
                    <a:pt x="614" y="177"/>
                  </a:lnTo>
                  <a:lnTo>
                    <a:pt x="614" y="177"/>
                  </a:lnTo>
                  <a:lnTo>
                    <a:pt x="614" y="177"/>
                  </a:lnTo>
                  <a:lnTo>
                    <a:pt x="614" y="179"/>
                  </a:lnTo>
                  <a:lnTo>
                    <a:pt x="614" y="179"/>
                  </a:lnTo>
                  <a:lnTo>
                    <a:pt x="614" y="179"/>
                  </a:lnTo>
                  <a:lnTo>
                    <a:pt x="614" y="181"/>
                  </a:lnTo>
                  <a:lnTo>
                    <a:pt x="614" y="181"/>
                  </a:lnTo>
                  <a:lnTo>
                    <a:pt x="614" y="183"/>
                  </a:lnTo>
                  <a:lnTo>
                    <a:pt x="614" y="183"/>
                  </a:lnTo>
                  <a:lnTo>
                    <a:pt x="614" y="183"/>
                  </a:lnTo>
                  <a:lnTo>
                    <a:pt x="616" y="183"/>
                  </a:lnTo>
                  <a:lnTo>
                    <a:pt x="616" y="183"/>
                  </a:lnTo>
                  <a:lnTo>
                    <a:pt x="616" y="185"/>
                  </a:lnTo>
                  <a:lnTo>
                    <a:pt x="616" y="185"/>
                  </a:lnTo>
                  <a:lnTo>
                    <a:pt x="616" y="185"/>
                  </a:lnTo>
                  <a:lnTo>
                    <a:pt x="616" y="185"/>
                  </a:lnTo>
                  <a:lnTo>
                    <a:pt x="616" y="187"/>
                  </a:lnTo>
                  <a:lnTo>
                    <a:pt x="616" y="187"/>
                  </a:lnTo>
                  <a:lnTo>
                    <a:pt x="618" y="189"/>
                  </a:lnTo>
                  <a:lnTo>
                    <a:pt x="618" y="191"/>
                  </a:lnTo>
                  <a:lnTo>
                    <a:pt x="618" y="193"/>
                  </a:lnTo>
                  <a:lnTo>
                    <a:pt x="620" y="193"/>
                  </a:lnTo>
                  <a:lnTo>
                    <a:pt x="620" y="193"/>
                  </a:lnTo>
                  <a:lnTo>
                    <a:pt x="620" y="195"/>
                  </a:lnTo>
                  <a:lnTo>
                    <a:pt x="620" y="195"/>
                  </a:lnTo>
                  <a:lnTo>
                    <a:pt x="622" y="195"/>
                  </a:lnTo>
                  <a:lnTo>
                    <a:pt x="628" y="193"/>
                  </a:lnTo>
                  <a:lnTo>
                    <a:pt x="630" y="195"/>
                  </a:lnTo>
                  <a:lnTo>
                    <a:pt x="632" y="193"/>
                  </a:lnTo>
                  <a:lnTo>
                    <a:pt x="632" y="193"/>
                  </a:lnTo>
                  <a:lnTo>
                    <a:pt x="634" y="195"/>
                  </a:lnTo>
                  <a:lnTo>
                    <a:pt x="636" y="195"/>
                  </a:lnTo>
                  <a:lnTo>
                    <a:pt x="636" y="195"/>
                  </a:lnTo>
                  <a:lnTo>
                    <a:pt x="636" y="195"/>
                  </a:lnTo>
                  <a:lnTo>
                    <a:pt x="638" y="197"/>
                  </a:lnTo>
                  <a:lnTo>
                    <a:pt x="638" y="197"/>
                  </a:lnTo>
                  <a:lnTo>
                    <a:pt x="638" y="199"/>
                  </a:lnTo>
                  <a:lnTo>
                    <a:pt x="638" y="199"/>
                  </a:lnTo>
                  <a:lnTo>
                    <a:pt x="640" y="199"/>
                  </a:lnTo>
                  <a:lnTo>
                    <a:pt x="644" y="201"/>
                  </a:lnTo>
                  <a:lnTo>
                    <a:pt x="644" y="201"/>
                  </a:lnTo>
                  <a:lnTo>
                    <a:pt x="644" y="201"/>
                  </a:lnTo>
                  <a:lnTo>
                    <a:pt x="644" y="201"/>
                  </a:lnTo>
                  <a:lnTo>
                    <a:pt x="644" y="201"/>
                  </a:lnTo>
                  <a:lnTo>
                    <a:pt x="646" y="199"/>
                  </a:lnTo>
                  <a:lnTo>
                    <a:pt x="648" y="199"/>
                  </a:lnTo>
                  <a:lnTo>
                    <a:pt x="648" y="199"/>
                  </a:lnTo>
                  <a:lnTo>
                    <a:pt x="648" y="197"/>
                  </a:lnTo>
                  <a:lnTo>
                    <a:pt x="648" y="199"/>
                  </a:lnTo>
                  <a:lnTo>
                    <a:pt x="650" y="199"/>
                  </a:lnTo>
                  <a:lnTo>
                    <a:pt x="650" y="201"/>
                  </a:lnTo>
                  <a:lnTo>
                    <a:pt x="650" y="203"/>
                  </a:lnTo>
                  <a:lnTo>
                    <a:pt x="650" y="203"/>
                  </a:lnTo>
                  <a:lnTo>
                    <a:pt x="650" y="203"/>
                  </a:lnTo>
                  <a:lnTo>
                    <a:pt x="650" y="208"/>
                  </a:lnTo>
                  <a:lnTo>
                    <a:pt x="650" y="208"/>
                  </a:lnTo>
                  <a:lnTo>
                    <a:pt x="650" y="208"/>
                  </a:lnTo>
                  <a:lnTo>
                    <a:pt x="650" y="210"/>
                  </a:lnTo>
                  <a:lnTo>
                    <a:pt x="650" y="210"/>
                  </a:lnTo>
                  <a:lnTo>
                    <a:pt x="650" y="210"/>
                  </a:lnTo>
                  <a:lnTo>
                    <a:pt x="652" y="210"/>
                  </a:lnTo>
                  <a:lnTo>
                    <a:pt x="652" y="212"/>
                  </a:lnTo>
                  <a:lnTo>
                    <a:pt x="652" y="212"/>
                  </a:lnTo>
                  <a:lnTo>
                    <a:pt x="654" y="212"/>
                  </a:lnTo>
                  <a:lnTo>
                    <a:pt x="656" y="214"/>
                  </a:lnTo>
                  <a:lnTo>
                    <a:pt x="656" y="214"/>
                  </a:lnTo>
                  <a:lnTo>
                    <a:pt x="657" y="214"/>
                  </a:lnTo>
                  <a:lnTo>
                    <a:pt x="657" y="218"/>
                  </a:lnTo>
                  <a:lnTo>
                    <a:pt x="657" y="218"/>
                  </a:lnTo>
                  <a:lnTo>
                    <a:pt x="657" y="220"/>
                  </a:lnTo>
                  <a:lnTo>
                    <a:pt x="659" y="220"/>
                  </a:lnTo>
                  <a:lnTo>
                    <a:pt x="659" y="220"/>
                  </a:lnTo>
                  <a:lnTo>
                    <a:pt x="661" y="222"/>
                  </a:lnTo>
                  <a:lnTo>
                    <a:pt x="661" y="222"/>
                  </a:lnTo>
                  <a:lnTo>
                    <a:pt x="661" y="222"/>
                  </a:lnTo>
                  <a:lnTo>
                    <a:pt x="661" y="224"/>
                  </a:lnTo>
                  <a:lnTo>
                    <a:pt x="661" y="226"/>
                  </a:lnTo>
                  <a:lnTo>
                    <a:pt x="661" y="226"/>
                  </a:lnTo>
                  <a:lnTo>
                    <a:pt x="663" y="226"/>
                  </a:lnTo>
                  <a:lnTo>
                    <a:pt x="663" y="226"/>
                  </a:lnTo>
                  <a:lnTo>
                    <a:pt x="663" y="228"/>
                  </a:lnTo>
                  <a:lnTo>
                    <a:pt x="663" y="228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2"/>
                  </a:lnTo>
                  <a:lnTo>
                    <a:pt x="663" y="232"/>
                  </a:lnTo>
                  <a:lnTo>
                    <a:pt x="663" y="234"/>
                  </a:lnTo>
                  <a:lnTo>
                    <a:pt x="663" y="234"/>
                  </a:lnTo>
                  <a:lnTo>
                    <a:pt x="663" y="234"/>
                  </a:lnTo>
                  <a:lnTo>
                    <a:pt x="663" y="234"/>
                  </a:lnTo>
                  <a:lnTo>
                    <a:pt x="661" y="234"/>
                  </a:lnTo>
                  <a:lnTo>
                    <a:pt x="661" y="234"/>
                  </a:lnTo>
                  <a:lnTo>
                    <a:pt x="661" y="234"/>
                  </a:lnTo>
                  <a:lnTo>
                    <a:pt x="659" y="234"/>
                  </a:lnTo>
                  <a:lnTo>
                    <a:pt x="659" y="234"/>
                  </a:lnTo>
                  <a:lnTo>
                    <a:pt x="659" y="234"/>
                  </a:lnTo>
                  <a:lnTo>
                    <a:pt x="659" y="234"/>
                  </a:lnTo>
                  <a:lnTo>
                    <a:pt x="659" y="236"/>
                  </a:lnTo>
                  <a:lnTo>
                    <a:pt x="659" y="236"/>
                  </a:lnTo>
                  <a:lnTo>
                    <a:pt x="659" y="236"/>
                  </a:lnTo>
                  <a:lnTo>
                    <a:pt x="659" y="236"/>
                  </a:lnTo>
                  <a:lnTo>
                    <a:pt x="659" y="238"/>
                  </a:lnTo>
                  <a:lnTo>
                    <a:pt x="659" y="238"/>
                  </a:lnTo>
                  <a:lnTo>
                    <a:pt x="657" y="238"/>
                  </a:lnTo>
                  <a:lnTo>
                    <a:pt x="657" y="238"/>
                  </a:lnTo>
                  <a:lnTo>
                    <a:pt x="656" y="240"/>
                  </a:lnTo>
                  <a:lnTo>
                    <a:pt x="656" y="240"/>
                  </a:lnTo>
                  <a:lnTo>
                    <a:pt x="654" y="242"/>
                  </a:lnTo>
                  <a:lnTo>
                    <a:pt x="654" y="246"/>
                  </a:lnTo>
                  <a:lnTo>
                    <a:pt x="654" y="246"/>
                  </a:lnTo>
                  <a:lnTo>
                    <a:pt x="654" y="246"/>
                  </a:lnTo>
                  <a:lnTo>
                    <a:pt x="654" y="246"/>
                  </a:lnTo>
                  <a:lnTo>
                    <a:pt x="654" y="246"/>
                  </a:lnTo>
                  <a:lnTo>
                    <a:pt x="652" y="246"/>
                  </a:lnTo>
                  <a:lnTo>
                    <a:pt x="652" y="246"/>
                  </a:lnTo>
                  <a:lnTo>
                    <a:pt x="652" y="246"/>
                  </a:lnTo>
                  <a:lnTo>
                    <a:pt x="650" y="250"/>
                  </a:lnTo>
                  <a:lnTo>
                    <a:pt x="650" y="250"/>
                  </a:lnTo>
                  <a:lnTo>
                    <a:pt x="650" y="250"/>
                  </a:lnTo>
                  <a:lnTo>
                    <a:pt x="650" y="252"/>
                  </a:lnTo>
                  <a:lnTo>
                    <a:pt x="652" y="252"/>
                  </a:lnTo>
                  <a:lnTo>
                    <a:pt x="652" y="252"/>
                  </a:lnTo>
                  <a:lnTo>
                    <a:pt x="654" y="252"/>
                  </a:lnTo>
                  <a:lnTo>
                    <a:pt x="656" y="252"/>
                  </a:lnTo>
                  <a:lnTo>
                    <a:pt x="656" y="252"/>
                  </a:lnTo>
                  <a:lnTo>
                    <a:pt x="657" y="252"/>
                  </a:lnTo>
                  <a:lnTo>
                    <a:pt x="657" y="252"/>
                  </a:lnTo>
                  <a:lnTo>
                    <a:pt x="659" y="252"/>
                  </a:lnTo>
                  <a:lnTo>
                    <a:pt x="659" y="250"/>
                  </a:lnTo>
                  <a:lnTo>
                    <a:pt x="661" y="252"/>
                  </a:lnTo>
                  <a:lnTo>
                    <a:pt x="661" y="252"/>
                  </a:lnTo>
                  <a:lnTo>
                    <a:pt x="665" y="250"/>
                  </a:lnTo>
                  <a:lnTo>
                    <a:pt x="665" y="250"/>
                  </a:lnTo>
                  <a:lnTo>
                    <a:pt x="667" y="250"/>
                  </a:lnTo>
                  <a:lnTo>
                    <a:pt x="667" y="250"/>
                  </a:lnTo>
                  <a:lnTo>
                    <a:pt x="669" y="254"/>
                  </a:lnTo>
                  <a:lnTo>
                    <a:pt x="669" y="254"/>
                  </a:lnTo>
                  <a:lnTo>
                    <a:pt x="669" y="254"/>
                  </a:lnTo>
                  <a:lnTo>
                    <a:pt x="669" y="256"/>
                  </a:lnTo>
                  <a:lnTo>
                    <a:pt x="669" y="256"/>
                  </a:lnTo>
                  <a:lnTo>
                    <a:pt x="669" y="256"/>
                  </a:lnTo>
                  <a:lnTo>
                    <a:pt x="671" y="256"/>
                  </a:lnTo>
                  <a:lnTo>
                    <a:pt x="671" y="256"/>
                  </a:lnTo>
                  <a:lnTo>
                    <a:pt x="671" y="258"/>
                  </a:lnTo>
                  <a:lnTo>
                    <a:pt x="671" y="258"/>
                  </a:lnTo>
                  <a:lnTo>
                    <a:pt x="671" y="259"/>
                  </a:lnTo>
                  <a:lnTo>
                    <a:pt x="671" y="259"/>
                  </a:lnTo>
                  <a:lnTo>
                    <a:pt x="671" y="259"/>
                  </a:lnTo>
                  <a:lnTo>
                    <a:pt x="671" y="259"/>
                  </a:lnTo>
                  <a:lnTo>
                    <a:pt x="665" y="261"/>
                  </a:lnTo>
                  <a:lnTo>
                    <a:pt x="665" y="263"/>
                  </a:lnTo>
                  <a:lnTo>
                    <a:pt x="665" y="263"/>
                  </a:lnTo>
                  <a:lnTo>
                    <a:pt x="665" y="263"/>
                  </a:lnTo>
                  <a:lnTo>
                    <a:pt x="665" y="265"/>
                  </a:lnTo>
                  <a:lnTo>
                    <a:pt x="665" y="265"/>
                  </a:lnTo>
                  <a:lnTo>
                    <a:pt x="665" y="265"/>
                  </a:lnTo>
                  <a:lnTo>
                    <a:pt x="667" y="265"/>
                  </a:lnTo>
                  <a:lnTo>
                    <a:pt x="669" y="267"/>
                  </a:lnTo>
                  <a:lnTo>
                    <a:pt x="669" y="267"/>
                  </a:lnTo>
                  <a:lnTo>
                    <a:pt x="669" y="267"/>
                  </a:lnTo>
                  <a:lnTo>
                    <a:pt x="671" y="267"/>
                  </a:lnTo>
                  <a:lnTo>
                    <a:pt x="671" y="269"/>
                  </a:lnTo>
                  <a:lnTo>
                    <a:pt x="671" y="269"/>
                  </a:lnTo>
                  <a:lnTo>
                    <a:pt x="671" y="269"/>
                  </a:lnTo>
                  <a:lnTo>
                    <a:pt x="673" y="269"/>
                  </a:lnTo>
                  <a:lnTo>
                    <a:pt x="675" y="269"/>
                  </a:lnTo>
                  <a:lnTo>
                    <a:pt x="677" y="269"/>
                  </a:lnTo>
                  <a:lnTo>
                    <a:pt x="677" y="271"/>
                  </a:lnTo>
                  <a:lnTo>
                    <a:pt x="677" y="271"/>
                  </a:lnTo>
                  <a:lnTo>
                    <a:pt x="677" y="271"/>
                  </a:lnTo>
                  <a:lnTo>
                    <a:pt x="677" y="273"/>
                  </a:lnTo>
                  <a:lnTo>
                    <a:pt x="677" y="275"/>
                  </a:lnTo>
                  <a:lnTo>
                    <a:pt x="677" y="275"/>
                  </a:lnTo>
                  <a:lnTo>
                    <a:pt x="677" y="275"/>
                  </a:lnTo>
                  <a:lnTo>
                    <a:pt x="677" y="275"/>
                  </a:lnTo>
                  <a:lnTo>
                    <a:pt x="679" y="275"/>
                  </a:lnTo>
                  <a:lnTo>
                    <a:pt x="679" y="275"/>
                  </a:lnTo>
                  <a:lnTo>
                    <a:pt x="681" y="275"/>
                  </a:lnTo>
                  <a:lnTo>
                    <a:pt x="681" y="275"/>
                  </a:lnTo>
                  <a:lnTo>
                    <a:pt x="681" y="277"/>
                  </a:lnTo>
                  <a:lnTo>
                    <a:pt x="681" y="277"/>
                  </a:lnTo>
                  <a:lnTo>
                    <a:pt x="681" y="279"/>
                  </a:lnTo>
                  <a:lnTo>
                    <a:pt x="681" y="279"/>
                  </a:lnTo>
                  <a:lnTo>
                    <a:pt x="685" y="281"/>
                  </a:lnTo>
                  <a:lnTo>
                    <a:pt x="685" y="281"/>
                  </a:lnTo>
                  <a:lnTo>
                    <a:pt x="683" y="281"/>
                  </a:lnTo>
                  <a:lnTo>
                    <a:pt x="681" y="283"/>
                  </a:lnTo>
                  <a:lnTo>
                    <a:pt x="681" y="283"/>
                  </a:lnTo>
                  <a:lnTo>
                    <a:pt x="681" y="285"/>
                  </a:lnTo>
                  <a:lnTo>
                    <a:pt x="683" y="287"/>
                  </a:lnTo>
                  <a:lnTo>
                    <a:pt x="681" y="289"/>
                  </a:lnTo>
                  <a:lnTo>
                    <a:pt x="681" y="289"/>
                  </a:lnTo>
                  <a:lnTo>
                    <a:pt x="679" y="289"/>
                  </a:lnTo>
                  <a:lnTo>
                    <a:pt x="681" y="291"/>
                  </a:lnTo>
                  <a:lnTo>
                    <a:pt x="683" y="291"/>
                  </a:lnTo>
                  <a:lnTo>
                    <a:pt x="681" y="293"/>
                  </a:lnTo>
                  <a:lnTo>
                    <a:pt x="681" y="293"/>
                  </a:lnTo>
                  <a:lnTo>
                    <a:pt x="681" y="295"/>
                  </a:lnTo>
                  <a:lnTo>
                    <a:pt x="679" y="295"/>
                  </a:lnTo>
                  <a:lnTo>
                    <a:pt x="679" y="295"/>
                  </a:lnTo>
                  <a:lnTo>
                    <a:pt x="681" y="297"/>
                  </a:lnTo>
                  <a:lnTo>
                    <a:pt x="681" y="297"/>
                  </a:lnTo>
                  <a:lnTo>
                    <a:pt x="681" y="299"/>
                  </a:lnTo>
                  <a:lnTo>
                    <a:pt x="681" y="299"/>
                  </a:lnTo>
                  <a:lnTo>
                    <a:pt x="681" y="301"/>
                  </a:lnTo>
                  <a:lnTo>
                    <a:pt x="681" y="301"/>
                  </a:lnTo>
                  <a:lnTo>
                    <a:pt x="679" y="301"/>
                  </a:lnTo>
                  <a:lnTo>
                    <a:pt x="681" y="303"/>
                  </a:lnTo>
                  <a:lnTo>
                    <a:pt x="681" y="303"/>
                  </a:lnTo>
                  <a:lnTo>
                    <a:pt x="681" y="305"/>
                  </a:lnTo>
                  <a:lnTo>
                    <a:pt x="681" y="305"/>
                  </a:lnTo>
                  <a:lnTo>
                    <a:pt x="681" y="307"/>
                  </a:lnTo>
                  <a:lnTo>
                    <a:pt x="679" y="307"/>
                  </a:lnTo>
                  <a:lnTo>
                    <a:pt x="679" y="309"/>
                  </a:lnTo>
                  <a:lnTo>
                    <a:pt x="681" y="309"/>
                  </a:lnTo>
                  <a:lnTo>
                    <a:pt x="681" y="311"/>
                  </a:lnTo>
                  <a:lnTo>
                    <a:pt x="679" y="312"/>
                  </a:lnTo>
                  <a:lnTo>
                    <a:pt x="679" y="314"/>
                  </a:lnTo>
                  <a:lnTo>
                    <a:pt x="677" y="312"/>
                  </a:lnTo>
                  <a:lnTo>
                    <a:pt x="675" y="311"/>
                  </a:lnTo>
                  <a:lnTo>
                    <a:pt x="673" y="311"/>
                  </a:lnTo>
                  <a:lnTo>
                    <a:pt x="675" y="312"/>
                  </a:lnTo>
                  <a:lnTo>
                    <a:pt x="675" y="314"/>
                  </a:lnTo>
                  <a:lnTo>
                    <a:pt x="675" y="314"/>
                  </a:lnTo>
                  <a:lnTo>
                    <a:pt x="679" y="316"/>
                  </a:lnTo>
                  <a:lnTo>
                    <a:pt x="679" y="318"/>
                  </a:lnTo>
                  <a:lnTo>
                    <a:pt x="677" y="318"/>
                  </a:lnTo>
                  <a:lnTo>
                    <a:pt x="675" y="316"/>
                  </a:lnTo>
                  <a:lnTo>
                    <a:pt x="675" y="316"/>
                  </a:lnTo>
                  <a:lnTo>
                    <a:pt x="673" y="316"/>
                  </a:lnTo>
                  <a:lnTo>
                    <a:pt x="673" y="318"/>
                  </a:lnTo>
                  <a:lnTo>
                    <a:pt x="675" y="318"/>
                  </a:lnTo>
                  <a:lnTo>
                    <a:pt x="675" y="320"/>
                  </a:lnTo>
                  <a:lnTo>
                    <a:pt x="675" y="322"/>
                  </a:lnTo>
                  <a:lnTo>
                    <a:pt x="675" y="324"/>
                  </a:lnTo>
                  <a:lnTo>
                    <a:pt x="673" y="326"/>
                  </a:lnTo>
                  <a:lnTo>
                    <a:pt x="673" y="328"/>
                  </a:lnTo>
                  <a:lnTo>
                    <a:pt x="673" y="328"/>
                  </a:lnTo>
                  <a:lnTo>
                    <a:pt x="673" y="328"/>
                  </a:lnTo>
                  <a:lnTo>
                    <a:pt x="671" y="330"/>
                  </a:lnTo>
                  <a:lnTo>
                    <a:pt x="671" y="330"/>
                  </a:lnTo>
                  <a:lnTo>
                    <a:pt x="673" y="332"/>
                  </a:lnTo>
                  <a:lnTo>
                    <a:pt x="673" y="332"/>
                  </a:lnTo>
                  <a:lnTo>
                    <a:pt x="673" y="334"/>
                  </a:lnTo>
                  <a:lnTo>
                    <a:pt x="673" y="334"/>
                  </a:lnTo>
                  <a:lnTo>
                    <a:pt x="673" y="336"/>
                  </a:lnTo>
                  <a:lnTo>
                    <a:pt x="673" y="336"/>
                  </a:lnTo>
                  <a:lnTo>
                    <a:pt x="673" y="336"/>
                  </a:lnTo>
                  <a:lnTo>
                    <a:pt x="671" y="336"/>
                  </a:lnTo>
                  <a:lnTo>
                    <a:pt x="671" y="336"/>
                  </a:lnTo>
                  <a:lnTo>
                    <a:pt x="669" y="336"/>
                  </a:lnTo>
                  <a:lnTo>
                    <a:pt x="669" y="338"/>
                  </a:lnTo>
                  <a:lnTo>
                    <a:pt x="671" y="338"/>
                  </a:lnTo>
                  <a:lnTo>
                    <a:pt x="671" y="340"/>
                  </a:lnTo>
                  <a:lnTo>
                    <a:pt x="671" y="340"/>
                  </a:lnTo>
                  <a:lnTo>
                    <a:pt x="669" y="342"/>
                  </a:lnTo>
                  <a:lnTo>
                    <a:pt x="669" y="342"/>
                  </a:lnTo>
                  <a:lnTo>
                    <a:pt x="671" y="342"/>
                  </a:lnTo>
                  <a:lnTo>
                    <a:pt x="671" y="342"/>
                  </a:lnTo>
                  <a:lnTo>
                    <a:pt x="673" y="344"/>
                  </a:lnTo>
                  <a:lnTo>
                    <a:pt x="671" y="344"/>
                  </a:lnTo>
                  <a:lnTo>
                    <a:pt x="671" y="346"/>
                  </a:lnTo>
                  <a:lnTo>
                    <a:pt x="669" y="352"/>
                  </a:lnTo>
                  <a:lnTo>
                    <a:pt x="669" y="352"/>
                  </a:lnTo>
                  <a:lnTo>
                    <a:pt x="667" y="352"/>
                  </a:lnTo>
                  <a:lnTo>
                    <a:pt x="667" y="354"/>
                  </a:lnTo>
                  <a:lnTo>
                    <a:pt x="667" y="354"/>
                  </a:lnTo>
                  <a:lnTo>
                    <a:pt x="667" y="354"/>
                  </a:lnTo>
                  <a:lnTo>
                    <a:pt x="667" y="356"/>
                  </a:lnTo>
                  <a:lnTo>
                    <a:pt x="667" y="356"/>
                  </a:lnTo>
                  <a:lnTo>
                    <a:pt x="669" y="358"/>
                  </a:lnTo>
                  <a:lnTo>
                    <a:pt x="667" y="362"/>
                  </a:lnTo>
                  <a:lnTo>
                    <a:pt x="665" y="365"/>
                  </a:lnTo>
                  <a:lnTo>
                    <a:pt x="665" y="365"/>
                  </a:lnTo>
                  <a:lnTo>
                    <a:pt x="665" y="369"/>
                  </a:lnTo>
                  <a:lnTo>
                    <a:pt x="665" y="369"/>
                  </a:lnTo>
                  <a:lnTo>
                    <a:pt x="663" y="371"/>
                  </a:lnTo>
                  <a:lnTo>
                    <a:pt x="663" y="371"/>
                  </a:lnTo>
                  <a:lnTo>
                    <a:pt x="665" y="373"/>
                  </a:lnTo>
                  <a:lnTo>
                    <a:pt x="663" y="375"/>
                  </a:lnTo>
                  <a:lnTo>
                    <a:pt x="665" y="377"/>
                  </a:lnTo>
                  <a:lnTo>
                    <a:pt x="665" y="381"/>
                  </a:lnTo>
                  <a:lnTo>
                    <a:pt x="667" y="383"/>
                  </a:lnTo>
                  <a:lnTo>
                    <a:pt x="665" y="383"/>
                  </a:lnTo>
                  <a:lnTo>
                    <a:pt x="665" y="385"/>
                  </a:lnTo>
                  <a:lnTo>
                    <a:pt x="667" y="387"/>
                  </a:lnTo>
                  <a:lnTo>
                    <a:pt x="665" y="385"/>
                  </a:lnTo>
                  <a:lnTo>
                    <a:pt x="665" y="387"/>
                  </a:lnTo>
                  <a:lnTo>
                    <a:pt x="663" y="385"/>
                  </a:lnTo>
                  <a:lnTo>
                    <a:pt x="661" y="385"/>
                  </a:lnTo>
                  <a:lnTo>
                    <a:pt x="661" y="387"/>
                  </a:lnTo>
                  <a:lnTo>
                    <a:pt x="661" y="389"/>
                  </a:lnTo>
                  <a:lnTo>
                    <a:pt x="661" y="389"/>
                  </a:lnTo>
                  <a:lnTo>
                    <a:pt x="661" y="391"/>
                  </a:lnTo>
                  <a:lnTo>
                    <a:pt x="659" y="391"/>
                  </a:lnTo>
                  <a:lnTo>
                    <a:pt x="659" y="391"/>
                  </a:lnTo>
                  <a:lnTo>
                    <a:pt x="659" y="389"/>
                  </a:lnTo>
                  <a:lnTo>
                    <a:pt x="657" y="389"/>
                  </a:lnTo>
                  <a:lnTo>
                    <a:pt x="657" y="389"/>
                  </a:lnTo>
                  <a:lnTo>
                    <a:pt x="657" y="391"/>
                  </a:lnTo>
                  <a:lnTo>
                    <a:pt x="657" y="393"/>
                  </a:lnTo>
                  <a:lnTo>
                    <a:pt x="657" y="393"/>
                  </a:lnTo>
                  <a:lnTo>
                    <a:pt x="656" y="395"/>
                  </a:lnTo>
                  <a:lnTo>
                    <a:pt x="656" y="395"/>
                  </a:lnTo>
                  <a:lnTo>
                    <a:pt x="654" y="395"/>
                  </a:lnTo>
                  <a:lnTo>
                    <a:pt x="654" y="393"/>
                  </a:lnTo>
                  <a:lnTo>
                    <a:pt x="654" y="391"/>
                  </a:lnTo>
                  <a:lnTo>
                    <a:pt x="654" y="391"/>
                  </a:lnTo>
                  <a:lnTo>
                    <a:pt x="652" y="393"/>
                  </a:lnTo>
                  <a:lnTo>
                    <a:pt x="652" y="393"/>
                  </a:lnTo>
                  <a:lnTo>
                    <a:pt x="652" y="395"/>
                  </a:lnTo>
                  <a:lnTo>
                    <a:pt x="654" y="397"/>
                  </a:lnTo>
                  <a:lnTo>
                    <a:pt x="654" y="399"/>
                  </a:lnTo>
                  <a:lnTo>
                    <a:pt x="654" y="401"/>
                  </a:lnTo>
                  <a:lnTo>
                    <a:pt x="652" y="403"/>
                  </a:lnTo>
                  <a:lnTo>
                    <a:pt x="654" y="403"/>
                  </a:lnTo>
                  <a:lnTo>
                    <a:pt x="654" y="405"/>
                  </a:lnTo>
                  <a:lnTo>
                    <a:pt x="654" y="407"/>
                  </a:lnTo>
                  <a:lnTo>
                    <a:pt x="654" y="407"/>
                  </a:lnTo>
                  <a:lnTo>
                    <a:pt x="652" y="409"/>
                  </a:lnTo>
                  <a:lnTo>
                    <a:pt x="650" y="411"/>
                  </a:lnTo>
                  <a:lnTo>
                    <a:pt x="650" y="409"/>
                  </a:lnTo>
                  <a:lnTo>
                    <a:pt x="648" y="405"/>
                  </a:lnTo>
                  <a:lnTo>
                    <a:pt x="648" y="405"/>
                  </a:lnTo>
                  <a:lnTo>
                    <a:pt x="646" y="405"/>
                  </a:lnTo>
                  <a:lnTo>
                    <a:pt x="648" y="403"/>
                  </a:lnTo>
                  <a:lnTo>
                    <a:pt x="648" y="403"/>
                  </a:lnTo>
                  <a:lnTo>
                    <a:pt x="650" y="403"/>
                  </a:lnTo>
                  <a:lnTo>
                    <a:pt x="648" y="401"/>
                  </a:lnTo>
                  <a:lnTo>
                    <a:pt x="648" y="401"/>
                  </a:lnTo>
                  <a:lnTo>
                    <a:pt x="648" y="401"/>
                  </a:lnTo>
                  <a:lnTo>
                    <a:pt x="648" y="399"/>
                  </a:lnTo>
                  <a:lnTo>
                    <a:pt x="648" y="399"/>
                  </a:lnTo>
                  <a:lnTo>
                    <a:pt x="648" y="397"/>
                  </a:lnTo>
                  <a:lnTo>
                    <a:pt x="648" y="397"/>
                  </a:lnTo>
                  <a:lnTo>
                    <a:pt x="646" y="395"/>
                  </a:lnTo>
                  <a:lnTo>
                    <a:pt x="646" y="395"/>
                  </a:lnTo>
                  <a:lnTo>
                    <a:pt x="646" y="393"/>
                  </a:lnTo>
                  <a:lnTo>
                    <a:pt x="644" y="393"/>
                  </a:lnTo>
                  <a:lnTo>
                    <a:pt x="640" y="391"/>
                  </a:lnTo>
                  <a:lnTo>
                    <a:pt x="642" y="391"/>
                  </a:lnTo>
                  <a:lnTo>
                    <a:pt x="642" y="389"/>
                  </a:lnTo>
                  <a:lnTo>
                    <a:pt x="642" y="389"/>
                  </a:lnTo>
                  <a:lnTo>
                    <a:pt x="642" y="389"/>
                  </a:lnTo>
                  <a:lnTo>
                    <a:pt x="644" y="389"/>
                  </a:lnTo>
                  <a:lnTo>
                    <a:pt x="642" y="387"/>
                  </a:lnTo>
                  <a:lnTo>
                    <a:pt x="640" y="387"/>
                  </a:lnTo>
                  <a:lnTo>
                    <a:pt x="642" y="385"/>
                  </a:lnTo>
                  <a:lnTo>
                    <a:pt x="640" y="383"/>
                  </a:lnTo>
                  <a:lnTo>
                    <a:pt x="640" y="383"/>
                  </a:lnTo>
                  <a:lnTo>
                    <a:pt x="642" y="383"/>
                  </a:lnTo>
                  <a:lnTo>
                    <a:pt x="642" y="383"/>
                  </a:lnTo>
                  <a:lnTo>
                    <a:pt x="644" y="381"/>
                  </a:lnTo>
                  <a:lnTo>
                    <a:pt x="644" y="381"/>
                  </a:lnTo>
                  <a:lnTo>
                    <a:pt x="642" y="381"/>
                  </a:lnTo>
                  <a:lnTo>
                    <a:pt x="642" y="379"/>
                  </a:lnTo>
                  <a:lnTo>
                    <a:pt x="642" y="377"/>
                  </a:lnTo>
                  <a:lnTo>
                    <a:pt x="642" y="375"/>
                  </a:lnTo>
                  <a:lnTo>
                    <a:pt x="642" y="373"/>
                  </a:lnTo>
                  <a:lnTo>
                    <a:pt x="640" y="371"/>
                  </a:lnTo>
                  <a:lnTo>
                    <a:pt x="642" y="371"/>
                  </a:lnTo>
                  <a:lnTo>
                    <a:pt x="640" y="371"/>
                  </a:lnTo>
                  <a:lnTo>
                    <a:pt x="638" y="371"/>
                  </a:lnTo>
                  <a:lnTo>
                    <a:pt x="638" y="371"/>
                  </a:lnTo>
                  <a:lnTo>
                    <a:pt x="638" y="373"/>
                  </a:lnTo>
                  <a:lnTo>
                    <a:pt x="636" y="373"/>
                  </a:lnTo>
                  <a:lnTo>
                    <a:pt x="636" y="375"/>
                  </a:lnTo>
                  <a:lnTo>
                    <a:pt x="632" y="375"/>
                  </a:lnTo>
                  <a:lnTo>
                    <a:pt x="632" y="377"/>
                  </a:lnTo>
                  <a:lnTo>
                    <a:pt x="630" y="379"/>
                  </a:lnTo>
                  <a:lnTo>
                    <a:pt x="630" y="381"/>
                  </a:lnTo>
                  <a:lnTo>
                    <a:pt x="630" y="381"/>
                  </a:lnTo>
                  <a:lnTo>
                    <a:pt x="630" y="383"/>
                  </a:lnTo>
                  <a:lnTo>
                    <a:pt x="628" y="383"/>
                  </a:lnTo>
                  <a:lnTo>
                    <a:pt x="628" y="385"/>
                  </a:lnTo>
                  <a:lnTo>
                    <a:pt x="628" y="385"/>
                  </a:lnTo>
                  <a:lnTo>
                    <a:pt x="628" y="385"/>
                  </a:lnTo>
                  <a:lnTo>
                    <a:pt x="626" y="385"/>
                  </a:lnTo>
                  <a:lnTo>
                    <a:pt x="626" y="387"/>
                  </a:lnTo>
                  <a:lnTo>
                    <a:pt x="628" y="387"/>
                  </a:lnTo>
                  <a:lnTo>
                    <a:pt x="628" y="387"/>
                  </a:lnTo>
                  <a:lnTo>
                    <a:pt x="626" y="389"/>
                  </a:lnTo>
                  <a:lnTo>
                    <a:pt x="626" y="389"/>
                  </a:lnTo>
                  <a:lnTo>
                    <a:pt x="626" y="389"/>
                  </a:lnTo>
                  <a:lnTo>
                    <a:pt x="626" y="389"/>
                  </a:lnTo>
                  <a:lnTo>
                    <a:pt x="626" y="391"/>
                  </a:lnTo>
                  <a:lnTo>
                    <a:pt x="626" y="391"/>
                  </a:lnTo>
                  <a:lnTo>
                    <a:pt x="626" y="391"/>
                  </a:lnTo>
                  <a:lnTo>
                    <a:pt x="624" y="391"/>
                  </a:lnTo>
                  <a:lnTo>
                    <a:pt x="624" y="391"/>
                  </a:lnTo>
                  <a:lnTo>
                    <a:pt x="622" y="391"/>
                  </a:lnTo>
                  <a:lnTo>
                    <a:pt x="622" y="391"/>
                  </a:lnTo>
                  <a:lnTo>
                    <a:pt x="624" y="391"/>
                  </a:lnTo>
                  <a:lnTo>
                    <a:pt x="622" y="389"/>
                  </a:lnTo>
                  <a:lnTo>
                    <a:pt x="622" y="389"/>
                  </a:lnTo>
                  <a:lnTo>
                    <a:pt x="622" y="387"/>
                  </a:lnTo>
                  <a:lnTo>
                    <a:pt x="622" y="387"/>
                  </a:lnTo>
                  <a:lnTo>
                    <a:pt x="622" y="385"/>
                  </a:lnTo>
                  <a:lnTo>
                    <a:pt x="622" y="383"/>
                  </a:lnTo>
                  <a:lnTo>
                    <a:pt x="622" y="381"/>
                  </a:lnTo>
                  <a:lnTo>
                    <a:pt x="622" y="379"/>
                  </a:lnTo>
                  <a:lnTo>
                    <a:pt x="622" y="379"/>
                  </a:lnTo>
                  <a:lnTo>
                    <a:pt x="622" y="377"/>
                  </a:lnTo>
                  <a:lnTo>
                    <a:pt x="622" y="375"/>
                  </a:lnTo>
                  <a:lnTo>
                    <a:pt x="622" y="375"/>
                  </a:lnTo>
                  <a:lnTo>
                    <a:pt x="620" y="373"/>
                  </a:lnTo>
                  <a:lnTo>
                    <a:pt x="620" y="373"/>
                  </a:lnTo>
                  <a:lnTo>
                    <a:pt x="620" y="371"/>
                  </a:lnTo>
                  <a:lnTo>
                    <a:pt x="618" y="371"/>
                  </a:lnTo>
                  <a:lnTo>
                    <a:pt x="618" y="369"/>
                  </a:lnTo>
                  <a:lnTo>
                    <a:pt x="616" y="369"/>
                  </a:lnTo>
                  <a:lnTo>
                    <a:pt x="616" y="369"/>
                  </a:lnTo>
                  <a:lnTo>
                    <a:pt x="614" y="369"/>
                  </a:lnTo>
                  <a:lnTo>
                    <a:pt x="614" y="367"/>
                  </a:lnTo>
                  <a:lnTo>
                    <a:pt x="616" y="367"/>
                  </a:lnTo>
                  <a:lnTo>
                    <a:pt x="614" y="365"/>
                  </a:lnTo>
                  <a:lnTo>
                    <a:pt x="612" y="365"/>
                  </a:lnTo>
                  <a:lnTo>
                    <a:pt x="612" y="365"/>
                  </a:lnTo>
                  <a:lnTo>
                    <a:pt x="610" y="367"/>
                  </a:lnTo>
                  <a:lnTo>
                    <a:pt x="610" y="369"/>
                  </a:lnTo>
                  <a:lnTo>
                    <a:pt x="608" y="369"/>
                  </a:lnTo>
                  <a:lnTo>
                    <a:pt x="608" y="369"/>
                  </a:lnTo>
                  <a:lnTo>
                    <a:pt x="608" y="369"/>
                  </a:lnTo>
                  <a:lnTo>
                    <a:pt x="608" y="367"/>
                  </a:lnTo>
                  <a:lnTo>
                    <a:pt x="608" y="365"/>
                  </a:lnTo>
                  <a:lnTo>
                    <a:pt x="608" y="365"/>
                  </a:lnTo>
                  <a:lnTo>
                    <a:pt x="608" y="364"/>
                  </a:lnTo>
                  <a:lnTo>
                    <a:pt x="610" y="364"/>
                  </a:lnTo>
                  <a:lnTo>
                    <a:pt x="610" y="364"/>
                  </a:lnTo>
                  <a:lnTo>
                    <a:pt x="610" y="364"/>
                  </a:lnTo>
                  <a:lnTo>
                    <a:pt x="612" y="364"/>
                  </a:lnTo>
                  <a:lnTo>
                    <a:pt x="614" y="364"/>
                  </a:lnTo>
                  <a:lnTo>
                    <a:pt x="614" y="362"/>
                  </a:lnTo>
                  <a:lnTo>
                    <a:pt x="614" y="362"/>
                  </a:lnTo>
                  <a:lnTo>
                    <a:pt x="612" y="362"/>
                  </a:lnTo>
                  <a:lnTo>
                    <a:pt x="610" y="362"/>
                  </a:lnTo>
                  <a:lnTo>
                    <a:pt x="610" y="360"/>
                  </a:lnTo>
                  <a:lnTo>
                    <a:pt x="610" y="358"/>
                  </a:lnTo>
                  <a:lnTo>
                    <a:pt x="610" y="358"/>
                  </a:lnTo>
                  <a:lnTo>
                    <a:pt x="608" y="356"/>
                  </a:lnTo>
                  <a:lnTo>
                    <a:pt x="610" y="354"/>
                  </a:lnTo>
                  <a:lnTo>
                    <a:pt x="612" y="354"/>
                  </a:lnTo>
                  <a:lnTo>
                    <a:pt x="612" y="354"/>
                  </a:lnTo>
                  <a:lnTo>
                    <a:pt x="612" y="354"/>
                  </a:lnTo>
                  <a:lnTo>
                    <a:pt x="612" y="352"/>
                  </a:lnTo>
                  <a:lnTo>
                    <a:pt x="612" y="352"/>
                  </a:lnTo>
                  <a:lnTo>
                    <a:pt x="612" y="352"/>
                  </a:lnTo>
                  <a:lnTo>
                    <a:pt x="612" y="350"/>
                  </a:lnTo>
                  <a:lnTo>
                    <a:pt x="610" y="348"/>
                  </a:lnTo>
                  <a:lnTo>
                    <a:pt x="610" y="348"/>
                  </a:lnTo>
                  <a:lnTo>
                    <a:pt x="610" y="348"/>
                  </a:lnTo>
                  <a:lnTo>
                    <a:pt x="608" y="348"/>
                  </a:lnTo>
                  <a:lnTo>
                    <a:pt x="608" y="350"/>
                  </a:lnTo>
                  <a:lnTo>
                    <a:pt x="608" y="348"/>
                  </a:lnTo>
                  <a:lnTo>
                    <a:pt x="608" y="348"/>
                  </a:lnTo>
                  <a:lnTo>
                    <a:pt x="608" y="346"/>
                  </a:lnTo>
                  <a:lnTo>
                    <a:pt x="608" y="346"/>
                  </a:lnTo>
                  <a:lnTo>
                    <a:pt x="608" y="346"/>
                  </a:lnTo>
                  <a:lnTo>
                    <a:pt x="610" y="344"/>
                  </a:lnTo>
                  <a:lnTo>
                    <a:pt x="608" y="344"/>
                  </a:lnTo>
                  <a:lnTo>
                    <a:pt x="610" y="344"/>
                  </a:lnTo>
                  <a:lnTo>
                    <a:pt x="610" y="342"/>
                  </a:lnTo>
                  <a:lnTo>
                    <a:pt x="612" y="340"/>
                  </a:lnTo>
                  <a:lnTo>
                    <a:pt x="612" y="340"/>
                  </a:lnTo>
                  <a:lnTo>
                    <a:pt x="612" y="338"/>
                  </a:lnTo>
                  <a:lnTo>
                    <a:pt x="612" y="336"/>
                  </a:lnTo>
                  <a:lnTo>
                    <a:pt x="612" y="336"/>
                  </a:lnTo>
                  <a:lnTo>
                    <a:pt x="610" y="336"/>
                  </a:lnTo>
                  <a:lnTo>
                    <a:pt x="610" y="334"/>
                  </a:lnTo>
                  <a:lnTo>
                    <a:pt x="610" y="334"/>
                  </a:lnTo>
                  <a:lnTo>
                    <a:pt x="610" y="332"/>
                  </a:lnTo>
                  <a:lnTo>
                    <a:pt x="608" y="332"/>
                  </a:lnTo>
                  <a:lnTo>
                    <a:pt x="608" y="332"/>
                  </a:lnTo>
                  <a:lnTo>
                    <a:pt x="610" y="330"/>
                  </a:lnTo>
                  <a:lnTo>
                    <a:pt x="610" y="328"/>
                  </a:lnTo>
                  <a:lnTo>
                    <a:pt x="608" y="326"/>
                  </a:lnTo>
                  <a:lnTo>
                    <a:pt x="608" y="326"/>
                  </a:lnTo>
                  <a:lnTo>
                    <a:pt x="607" y="326"/>
                  </a:lnTo>
                  <a:lnTo>
                    <a:pt x="607" y="326"/>
                  </a:lnTo>
                  <a:lnTo>
                    <a:pt x="607" y="324"/>
                  </a:lnTo>
                  <a:lnTo>
                    <a:pt x="608" y="320"/>
                  </a:lnTo>
                  <a:lnTo>
                    <a:pt x="608" y="318"/>
                  </a:lnTo>
                  <a:lnTo>
                    <a:pt x="607" y="318"/>
                  </a:lnTo>
                  <a:lnTo>
                    <a:pt x="607" y="316"/>
                  </a:lnTo>
                  <a:lnTo>
                    <a:pt x="605" y="316"/>
                  </a:lnTo>
                  <a:lnTo>
                    <a:pt x="605" y="316"/>
                  </a:lnTo>
                  <a:lnTo>
                    <a:pt x="605" y="316"/>
                  </a:lnTo>
                  <a:lnTo>
                    <a:pt x="605" y="314"/>
                  </a:lnTo>
                  <a:lnTo>
                    <a:pt x="605" y="312"/>
                  </a:lnTo>
                  <a:lnTo>
                    <a:pt x="605" y="312"/>
                  </a:lnTo>
                  <a:lnTo>
                    <a:pt x="603" y="312"/>
                  </a:lnTo>
                  <a:lnTo>
                    <a:pt x="603" y="312"/>
                  </a:lnTo>
                  <a:lnTo>
                    <a:pt x="603" y="311"/>
                  </a:lnTo>
                  <a:lnTo>
                    <a:pt x="603" y="311"/>
                  </a:lnTo>
                  <a:lnTo>
                    <a:pt x="603" y="311"/>
                  </a:lnTo>
                  <a:lnTo>
                    <a:pt x="603" y="311"/>
                  </a:lnTo>
                  <a:lnTo>
                    <a:pt x="601" y="311"/>
                  </a:lnTo>
                  <a:lnTo>
                    <a:pt x="601" y="309"/>
                  </a:lnTo>
                  <a:lnTo>
                    <a:pt x="601" y="309"/>
                  </a:lnTo>
                  <a:lnTo>
                    <a:pt x="601" y="309"/>
                  </a:lnTo>
                  <a:lnTo>
                    <a:pt x="599" y="309"/>
                  </a:lnTo>
                  <a:lnTo>
                    <a:pt x="599" y="309"/>
                  </a:lnTo>
                  <a:lnTo>
                    <a:pt x="599" y="307"/>
                  </a:lnTo>
                  <a:lnTo>
                    <a:pt x="599" y="307"/>
                  </a:lnTo>
                  <a:lnTo>
                    <a:pt x="597" y="307"/>
                  </a:lnTo>
                  <a:lnTo>
                    <a:pt x="597" y="307"/>
                  </a:lnTo>
                  <a:lnTo>
                    <a:pt x="597" y="309"/>
                  </a:lnTo>
                  <a:lnTo>
                    <a:pt x="595" y="311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5" y="312"/>
                  </a:lnTo>
                  <a:lnTo>
                    <a:pt x="595" y="314"/>
                  </a:lnTo>
                  <a:lnTo>
                    <a:pt x="593" y="316"/>
                  </a:lnTo>
                  <a:lnTo>
                    <a:pt x="593" y="316"/>
                  </a:lnTo>
                  <a:lnTo>
                    <a:pt x="593" y="318"/>
                  </a:lnTo>
                  <a:lnTo>
                    <a:pt x="591" y="320"/>
                  </a:lnTo>
                  <a:lnTo>
                    <a:pt x="591" y="322"/>
                  </a:lnTo>
                  <a:lnTo>
                    <a:pt x="593" y="324"/>
                  </a:lnTo>
                  <a:lnTo>
                    <a:pt x="593" y="326"/>
                  </a:lnTo>
                  <a:lnTo>
                    <a:pt x="593" y="328"/>
                  </a:lnTo>
                  <a:lnTo>
                    <a:pt x="593" y="328"/>
                  </a:lnTo>
                  <a:lnTo>
                    <a:pt x="593" y="328"/>
                  </a:lnTo>
                  <a:lnTo>
                    <a:pt x="593" y="330"/>
                  </a:lnTo>
                  <a:lnTo>
                    <a:pt x="593" y="332"/>
                  </a:lnTo>
                  <a:lnTo>
                    <a:pt x="593" y="332"/>
                  </a:lnTo>
                  <a:lnTo>
                    <a:pt x="593" y="334"/>
                  </a:lnTo>
                  <a:lnTo>
                    <a:pt x="591" y="334"/>
                  </a:lnTo>
                  <a:lnTo>
                    <a:pt x="589" y="334"/>
                  </a:lnTo>
                  <a:lnTo>
                    <a:pt x="589" y="334"/>
                  </a:lnTo>
                  <a:lnTo>
                    <a:pt x="589" y="334"/>
                  </a:lnTo>
                  <a:lnTo>
                    <a:pt x="589" y="336"/>
                  </a:lnTo>
                  <a:lnTo>
                    <a:pt x="587" y="336"/>
                  </a:lnTo>
                  <a:lnTo>
                    <a:pt x="587" y="336"/>
                  </a:lnTo>
                  <a:lnTo>
                    <a:pt x="587" y="336"/>
                  </a:lnTo>
                  <a:lnTo>
                    <a:pt x="585" y="336"/>
                  </a:lnTo>
                  <a:lnTo>
                    <a:pt x="587" y="338"/>
                  </a:lnTo>
                  <a:lnTo>
                    <a:pt x="587" y="338"/>
                  </a:lnTo>
                  <a:lnTo>
                    <a:pt x="587" y="338"/>
                  </a:lnTo>
                  <a:lnTo>
                    <a:pt x="585" y="340"/>
                  </a:lnTo>
                  <a:lnTo>
                    <a:pt x="585" y="342"/>
                  </a:lnTo>
                  <a:lnTo>
                    <a:pt x="583" y="342"/>
                  </a:lnTo>
                  <a:lnTo>
                    <a:pt x="583" y="344"/>
                  </a:lnTo>
                  <a:lnTo>
                    <a:pt x="581" y="344"/>
                  </a:lnTo>
                  <a:lnTo>
                    <a:pt x="581" y="344"/>
                  </a:lnTo>
                  <a:lnTo>
                    <a:pt x="581" y="342"/>
                  </a:lnTo>
                  <a:lnTo>
                    <a:pt x="579" y="342"/>
                  </a:lnTo>
                  <a:lnTo>
                    <a:pt x="579" y="340"/>
                  </a:lnTo>
                  <a:lnTo>
                    <a:pt x="579" y="340"/>
                  </a:lnTo>
                  <a:lnTo>
                    <a:pt x="579" y="338"/>
                  </a:lnTo>
                  <a:lnTo>
                    <a:pt x="577" y="336"/>
                  </a:lnTo>
                  <a:lnTo>
                    <a:pt x="577" y="336"/>
                  </a:lnTo>
                  <a:lnTo>
                    <a:pt x="577" y="334"/>
                  </a:lnTo>
                  <a:lnTo>
                    <a:pt x="575" y="332"/>
                  </a:lnTo>
                  <a:lnTo>
                    <a:pt x="577" y="332"/>
                  </a:lnTo>
                  <a:lnTo>
                    <a:pt x="575" y="332"/>
                  </a:lnTo>
                  <a:lnTo>
                    <a:pt x="575" y="332"/>
                  </a:lnTo>
                  <a:lnTo>
                    <a:pt x="575" y="332"/>
                  </a:lnTo>
                  <a:lnTo>
                    <a:pt x="575" y="334"/>
                  </a:lnTo>
                  <a:lnTo>
                    <a:pt x="575" y="336"/>
                  </a:lnTo>
                  <a:lnTo>
                    <a:pt x="575" y="336"/>
                  </a:lnTo>
                  <a:lnTo>
                    <a:pt x="575" y="338"/>
                  </a:lnTo>
                  <a:lnTo>
                    <a:pt x="573" y="336"/>
                  </a:lnTo>
                  <a:lnTo>
                    <a:pt x="573" y="336"/>
                  </a:lnTo>
                  <a:lnTo>
                    <a:pt x="571" y="336"/>
                  </a:lnTo>
                  <a:lnTo>
                    <a:pt x="569" y="336"/>
                  </a:lnTo>
                  <a:lnTo>
                    <a:pt x="569" y="336"/>
                  </a:lnTo>
                  <a:lnTo>
                    <a:pt x="569" y="336"/>
                  </a:lnTo>
                  <a:lnTo>
                    <a:pt x="569" y="334"/>
                  </a:lnTo>
                  <a:lnTo>
                    <a:pt x="569" y="334"/>
                  </a:lnTo>
                  <a:lnTo>
                    <a:pt x="569" y="332"/>
                  </a:lnTo>
                  <a:lnTo>
                    <a:pt x="567" y="330"/>
                  </a:lnTo>
                  <a:lnTo>
                    <a:pt x="565" y="330"/>
                  </a:lnTo>
                  <a:lnTo>
                    <a:pt x="563" y="332"/>
                  </a:lnTo>
                  <a:lnTo>
                    <a:pt x="559" y="332"/>
                  </a:lnTo>
                  <a:lnTo>
                    <a:pt x="556" y="334"/>
                  </a:lnTo>
                  <a:lnTo>
                    <a:pt x="554" y="334"/>
                  </a:lnTo>
                  <a:lnTo>
                    <a:pt x="554" y="336"/>
                  </a:lnTo>
                  <a:lnTo>
                    <a:pt x="552" y="336"/>
                  </a:lnTo>
                  <a:lnTo>
                    <a:pt x="552" y="338"/>
                  </a:lnTo>
                  <a:lnTo>
                    <a:pt x="550" y="338"/>
                  </a:lnTo>
                  <a:lnTo>
                    <a:pt x="550" y="340"/>
                  </a:lnTo>
                  <a:lnTo>
                    <a:pt x="550" y="342"/>
                  </a:lnTo>
                  <a:lnTo>
                    <a:pt x="550" y="344"/>
                  </a:lnTo>
                  <a:lnTo>
                    <a:pt x="552" y="346"/>
                  </a:lnTo>
                  <a:lnTo>
                    <a:pt x="550" y="346"/>
                  </a:lnTo>
                  <a:lnTo>
                    <a:pt x="550" y="348"/>
                  </a:lnTo>
                  <a:lnTo>
                    <a:pt x="548" y="348"/>
                  </a:lnTo>
                  <a:lnTo>
                    <a:pt x="546" y="348"/>
                  </a:lnTo>
                  <a:lnTo>
                    <a:pt x="544" y="348"/>
                  </a:lnTo>
                  <a:lnTo>
                    <a:pt x="542" y="350"/>
                  </a:lnTo>
                  <a:lnTo>
                    <a:pt x="540" y="352"/>
                  </a:lnTo>
                  <a:lnTo>
                    <a:pt x="540" y="352"/>
                  </a:lnTo>
                  <a:lnTo>
                    <a:pt x="540" y="354"/>
                  </a:lnTo>
                  <a:lnTo>
                    <a:pt x="540" y="356"/>
                  </a:lnTo>
                  <a:lnTo>
                    <a:pt x="538" y="356"/>
                  </a:lnTo>
                  <a:lnTo>
                    <a:pt x="536" y="356"/>
                  </a:lnTo>
                  <a:lnTo>
                    <a:pt x="536" y="356"/>
                  </a:lnTo>
                  <a:lnTo>
                    <a:pt x="532" y="356"/>
                  </a:lnTo>
                  <a:lnTo>
                    <a:pt x="530" y="358"/>
                  </a:lnTo>
                  <a:lnTo>
                    <a:pt x="530" y="360"/>
                  </a:lnTo>
                  <a:lnTo>
                    <a:pt x="530" y="360"/>
                  </a:lnTo>
                  <a:lnTo>
                    <a:pt x="530" y="364"/>
                  </a:lnTo>
                  <a:lnTo>
                    <a:pt x="528" y="364"/>
                  </a:lnTo>
                  <a:lnTo>
                    <a:pt x="528" y="365"/>
                  </a:lnTo>
                  <a:lnTo>
                    <a:pt x="528" y="367"/>
                  </a:lnTo>
                  <a:lnTo>
                    <a:pt x="526" y="367"/>
                  </a:lnTo>
                  <a:lnTo>
                    <a:pt x="526" y="367"/>
                  </a:lnTo>
                  <a:lnTo>
                    <a:pt x="526" y="369"/>
                  </a:lnTo>
                  <a:lnTo>
                    <a:pt x="526" y="369"/>
                  </a:lnTo>
                  <a:lnTo>
                    <a:pt x="524" y="369"/>
                  </a:lnTo>
                  <a:lnTo>
                    <a:pt x="522" y="369"/>
                  </a:lnTo>
                  <a:lnTo>
                    <a:pt x="522" y="369"/>
                  </a:lnTo>
                  <a:lnTo>
                    <a:pt x="520" y="369"/>
                  </a:lnTo>
                  <a:lnTo>
                    <a:pt x="516" y="369"/>
                  </a:lnTo>
                  <a:lnTo>
                    <a:pt x="512" y="373"/>
                  </a:lnTo>
                  <a:lnTo>
                    <a:pt x="506" y="375"/>
                  </a:lnTo>
                  <a:lnTo>
                    <a:pt x="505" y="377"/>
                  </a:lnTo>
                  <a:lnTo>
                    <a:pt x="503" y="381"/>
                  </a:lnTo>
                  <a:lnTo>
                    <a:pt x="503" y="383"/>
                  </a:lnTo>
                  <a:lnTo>
                    <a:pt x="505" y="385"/>
                  </a:lnTo>
                  <a:lnTo>
                    <a:pt x="505" y="385"/>
                  </a:lnTo>
                  <a:lnTo>
                    <a:pt x="505" y="387"/>
                  </a:lnTo>
                  <a:lnTo>
                    <a:pt x="503" y="387"/>
                  </a:lnTo>
                  <a:lnTo>
                    <a:pt x="501" y="387"/>
                  </a:lnTo>
                  <a:lnTo>
                    <a:pt x="499" y="391"/>
                  </a:lnTo>
                  <a:lnTo>
                    <a:pt x="497" y="393"/>
                  </a:lnTo>
                  <a:lnTo>
                    <a:pt x="495" y="395"/>
                  </a:lnTo>
                  <a:lnTo>
                    <a:pt x="495" y="395"/>
                  </a:lnTo>
                  <a:lnTo>
                    <a:pt x="495" y="397"/>
                  </a:lnTo>
                  <a:lnTo>
                    <a:pt x="495" y="399"/>
                  </a:lnTo>
                  <a:lnTo>
                    <a:pt x="495" y="401"/>
                  </a:lnTo>
                  <a:lnTo>
                    <a:pt x="495" y="405"/>
                  </a:lnTo>
                  <a:lnTo>
                    <a:pt x="493" y="409"/>
                  </a:lnTo>
                  <a:lnTo>
                    <a:pt x="491" y="411"/>
                  </a:lnTo>
                  <a:lnTo>
                    <a:pt x="489" y="411"/>
                  </a:lnTo>
                  <a:lnTo>
                    <a:pt x="489" y="411"/>
                  </a:lnTo>
                  <a:lnTo>
                    <a:pt x="487" y="413"/>
                  </a:lnTo>
                  <a:lnTo>
                    <a:pt x="487" y="413"/>
                  </a:lnTo>
                  <a:lnTo>
                    <a:pt x="489" y="413"/>
                  </a:lnTo>
                  <a:lnTo>
                    <a:pt x="487" y="415"/>
                  </a:lnTo>
                  <a:lnTo>
                    <a:pt x="489" y="415"/>
                  </a:lnTo>
                  <a:lnTo>
                    <a:pt x="489" y="417"/>
                  </a:lnTo>
                  <a:lnTo>
                    <a:pt x="489" y="419"/>
                  </a:lnTo>
                  <a:lnTo>
                    <a:pt x="489" y="419"/>
                  </a:lnTo>
                  <a:lnTo>
                    <a:pt x="489" y="420"/>
                  </a:lnTo>
                  <a:lnTo>
                    <a:pt x="491" y="424"/>
                  </a:lnTo>
                  <a:lnTo>
                    <a:pt x="493" y="426"/>
                  </a:lnTo>
                  <a:lnTo>
                    <a:pt x="495" y="426"/>
                  </a:lnTo>
                  <a:lnTo>
                    <a:pt x="495" y="428"/>
                  </a:lnTo>
                  <a:lnTo>
                    <a:pt x="495" y="430"/>
                  </a:lnTo>
                  <a:lnTo>
                    <a:pt x="495" y="432"/>
                  </a:lnTo>
                  <a:lnTo>
                    <a:pt x="497" y="432"/>
                  </a:lnTo>
                  <a:lnTo>
                    <a:pt x="497" y="432"/>
                  </a:lnTo>
                  <a:lnTo>
                    <a:pt x="497" y="432"/>
                  </a:lnTo>
                  <a:lnTo>
                    <a:pt x="499" y="434"/>
                  </a:lnTo>
                  <a:lnTo>
                    <a:pt x="499" y="436"/>
                  </a:lnTo>
                  <a:lnTo>
                    <a:pt x="501" y="436"/>
                  </a:lnTo>
                  <a:lnTo>
                    <a:pt x="499" y="438"/>
                  </a:lnTo>
                  <a:lnTo>
                    <a:pt x="499" y="438"/>
                  </a:lnTo>
                  <a:lnTo>
                    <a:pt x="499" y="436"/>
                  </a:lnTo>
                  <a:lnTo>
                    <a:pt x="497" y="436"/>
                  </a:lnTo>
                  <a:lnTo>
                    <a:pt x="497" y="436"/>
                  </a:lnTo>
                  <a:lnTo>
                    <a:pt x="495" y="438"/>
                  </a:lnTo>
                  <a:lnTo>
                    <a:pt x="495" y="440"/>
                  </a:lnTo>
                  <a:lnTo>
                    <a:pt x="493" y="442"/>
                  </a:lnTo>
                  <a:lnTo>
                    <a:pt x="491" y="446"/>
                  </a:lnTo>
                  <a:lnTo>
                    <a:pt x="491" y="454"/>
                  </a:lnTo>
                  <a:lnTo>
                    <a:pt x="487" y="462"/>
                  </a:lnTo>
                  <a:lnTo>
                    <a:pt x="487" y="466"/>
                  </a:lnTo>
                  <a:lnTo>
                    <a:pt x="487" y="468"/>
                  </a:lnTo>
                  <a:lnTo>
                    <a:pt x="487" y="468"/>
                  </a:lnTo>
                  <a:lnTo>
                    <a:pt x="487" y="470"/>
                  </a:lnTo>
                  <a:lnTo>
                    <a:pt x="485" y="470"/>
                  </a:lnTo>
                  <a:lnTo>
                    <a:pt x="485" y="472"/>
                  </a:lnTo>
                  <a:lnTo>
                    <a:pt x="487" y="472"/>
                  </a:lnTo>
                  <a:lnTo>
                    <a:pt x="487" y="473"/>
                  </a:lnTo>
                  <a:lnTo>
                    <a:pt x="487" y="475"/>
                  </a:lnTo>
                  <a:lnTo>
                    <a:pt x="487" y="475"/>
                  </a:lnTo>
                  <a:lnTo>
                    <a:pt x="487" y="477"/>
                  </a:lnTo>
                  <a:lnTo>
                    <a:pt x="489" y="477"/>
                  </a:lnTo>
                  <a:lnTo>
                    <a:pt x="489" y="479"/>
                  </a:lnTo>
                  <a:lnTo>
                    <a:pt x="489" y="481"/>
                  </a:lnTo>
                  <a:lnTo>
                    <a:pt x="489" y="481"/>
                  </a:lnTo>
                  <a:lnTo>
                    <a:pt x="491" y="481"/>
                  </a:lnTo>
                  <a:lnTo>
                    <a:pt x="491" y="483"/>
                  </a:lnTo>
                  <a:lnTo>
                    <a:pt x="491" y="483"/>
                  </a:lnTo>
                  <a:lnTo>
                    <a:pt x="493" y="485"/>
                  </a:lnTo>
                  <a:lnTo>
                    <a:pt x="493" y="487"/>
                  </a:lnTo>
                  <a:lnTo>
                    <a:pt x="491" y="487"/>
                  </a:lnTo>
                  <a:lnTo>
                    <a:pt x="491" y="487"/>
                  </a:lnTo>
                  <a:lnTo>
                    <a:pt x="489" y="487"/>
                  </a:lnTo>
                  <a:lnTo>
                    <a:pt x="489" y="489"/>
                  </a:lnTo>
                  <a:lnTo>
                    <a:pt x="489" y="489"/>
                  </a:lnTo>
                  <a:lnTo>
                    <a:pt x="489" y="491"/>
                  </a:lnTo>
                  <a:lnTo>
                    <a:pt x="489" y="495"/>
                  </a:lnTo>
                  <a:lnTo>
                    <a:pt x="487" y="495"/>
                  </a:lnTo>
                  <a:lnTo>
                    <a:pt x="487" y="497"/>
                  </a:lnTo>
                  <a:lnTo>
                    <a:pt x="485" y="497"/>
                  </a:lnTo>
                  <a:lnTo>
                    <a:pt x="485" y="499"/>
                  </a:lnTo>
                  <a:lnTo>
                    <a:pt x="485" y="501"/>
                  </a:lnTo>
                  <a:lnTo>
                    <a:pt x="485" y="501"/>
                  </a:lnTo>
                  <a:lnTo>
                    <a:pt x="485" y="503"/>
                  </a:lnTo>
                  <a:lnTo>
                    <a:pt x="483" y="503"/>
                  </a:lnTo>
                  <a:lnTo>
                    <a:pt x="483" y="505"/>
                  </a:lnTo>
                  <a:lnTo>
                    <a:pt x="483" y="505"/>
                  </a:lnTo>
                  <a:lnTo>
                    <a:pt x="483" y="505"/>
                  </a:lnTo>
                  <a:lnTo>
                    <a:pt x="483" y="507"/>
                  </a:lnTo>
                  <a:lnTo>
                    <a:pt x="483" y="507"/>
                  </a:lnTo>
                  <a:lnTo>
                    <a:pt x="485" y="507"/>
                  </a:lnTo>
                  <a:lnTo>
                    <a:pt x="485" y="509"/>
                  </a:lnTo>
                  <a:lnTo>
                    <a:pt x="485" y="509"/>
                  </a:lnTo>
                  <a:lnTo>
                    <a:pt x="485" y="509"/>
                  </a:lnTo>
                  <a:lnTo>
                    <a:pt x="483" y="509"/>
                  </a:lnTo>
                  <a:lnTo>
                    <a:pt x="483" y="511"/>
                  </a:lnTo>
                  <a:lnTo>
                    <a:pt x="483" y="511"/>
                  </a:lnTo>
                  <a:lnTo>
                    <a:pt x="483" y="511"/>
                  </a:lnTo>
                  <a:lnTo>
                    <a:pt x="483" y="511"/>
                  </a:lnTo>
                  <a:lnTo>
                    <a:pt x="481" y="511"/>
                  </a:lnTo>
                  <a:lnTo>
                    <a:pt x="481" y="511"/>
                  </a:lnTo>
                  <a:lnTo>
                    <a:pt x="479" y="513"/>
                  </a:lnTo>
                  <a:lnTo>
                    <a:pt x="479" y="515"/>
                  </a:lnTo>
                  <a:lnTo>
                    <a:pt x="479" y="517"/>
                  </a:lnTo>
                  <a:lnTo>
                    <a:pt x="477" y="517"/>
                  </a:lnTo>
                  <a:lnTo>
                    <a:pt x="477" y="523"/>
                  </a:lnTo>
                  <a:lnTo>
                    <a:pt x="477" y="525"/>
                  </a:lnTo>
                  <a:lnTo>
                    <a:pt x="475" y="528"/>
                  </a:lnTo>
                  <a:lnTo>
                    <a:pt x="471" y="532"/>
                  </a:lnTo>
                  <a:lnTo>
                    <a:pt x="471" y="536"/>
                  </a:lnTo>
                  <a:lnTo>
                    <a:pt x="471" y="538"/>
                  </a:lnTo>
                  <a:lnTo>
                    <a:pt x="471" y="540"/>
                  </a:lnTo>
                  <a:lnTo>
                    <a:pt x="471" y="542"/>
                  </a:lnTo>
                  <a:lnTo>
                    <a:pt x="471" y="540"/>
                  </a:lnTo>
                  <a:lnTo>
                    <a:pt x="471" y="540"/>
                  </a:lnTo>
                  <a:lnTo>
                    <a:pt x="471" y="538"/>
                  </a:lnTo>
                  <a:lnTo>
                    <a:pt x="469" y="538"/>
                  </a:lnTo>
                  <a:lnTo>
                    <a:pt x="469" y="540"/>
                  </a:lnTo>
                  <a:lnTo>
                    <a:pt x="469" y="542"/>
                  </a:lnTo>
                  <a:lnTo>
                    <a:pt x="471" y="542"/>
                  </a:lnTo>
                  <a:lnTo>
                    <a:pt x="471" y="544"/>
                  </a:lnTo>
                  <a:lnTo>
                    <a:pt x="471" y="544"/>
                  </a:lnTo>
                  <a:lnTo>
                    <a:pt x="471" y="546"/>
                  </a:lnTo>
                  <a:lnTo>
                    <a:pt x="469" y="548"/>
                  </a:lnTo>
                  <a:lnTo>
                    <a:pt x="469" y="556"/>
                  </a:lnTo>
                  <a:lnTo>
                    <a:pt x="469" y="564"/>
                  </a:lnTo>
                  <a:lnTo>
                    <a:pt x="469" y="566"/>
                  </a:lnTo>
                  <a:lnTo>
                    <a:pt x="471" y="570"/>
                  </a:lnTo>
                  <a:lnTo>
                    <a:pt x="471" y="572"/>
                  </a:lnTo>
                  <a:lnTo>
                    <a:pt x="471" y="572"/>
                  </a:lnTo>
                  <a:lnTo>
                    <a:pt x="471" y="572"/>
                  </a:lnTo>
                  <a:lnTo>
                    <a:pt x="471" y="570"/>
                  </a:lnTo>
                  <a:lnTo>
                    <a:pt x="469" y="566"/>
                  </a:lnTo>
                  <a:lnTo>
                    <a:pt x="469" y="562"/>
                  </a:lnTo>
                  <a:lnTo>
                    <a:pt x="469" y="560"/>
                  </a:lnTo>
                  <a:lnTo>
                    <a:pt x="467" y="560"/>
                  </a:lnTo>
                  <a:lnTo>
                    <a:pt x="467" y="560"/>
                  </a:lnTo>
                  <a:lnTo>
                    <a:pt x="465" y="562"/>
                  </a:lnTo>
                  <a:lnTo>
                    <a:pt x="465" y="564"/>
                  </a:lnTo>
                  <a:lnTo>
                    <a:pt x="463" y="566"/>
                  </a:lnTo>
                  <a:lnTo>
                    <a:pt x="465" y="568"/>
                  </a:lnTo>
                  <a:lnTo>
                    <a:pt x="467" y="568"/>
                  </a:lnTo>
                  <a:lnTo>
                    <a:pt x="469" y="570"/>
                  </a:lnTo>
                  <a:lnTo>
                    <a:pt x="469" y="570"/>
                  </a:lnTo>
                  <a:lnTo>
                    <a:pt x="471" y="572"/>
                  </a:lnTo>
                  <a:lnTo>
                    <a:pt x="473" y="574"/>
                  </a:lnTo>
                  <a:lnTo>
                    <a:pt x="473" y="576"/>
                  </a:lnTo>
                  <a:lnTo>
                    <a:pt x="473" y="576"/>
                  </a:lnTo>
                  <a:lnTo>
                    <a:pt x="473" y="578"/>
                  </a:lnTo>
                  <a:lnTo>
                    <a:pt x="473" y="578"/>
                  </a:lnTo>
                  <a:lnTo>
                    <a:pt x="473" y="581"/>
                  </a:lnTo>
                  <a:lnTo>
                    <a:pt x="471" y="580"/>
                  </a:lnTo>
                  <a:lnTo>
                    <a:pt x="471" y="580"/>
                  </a:lnTo>
                  <a:lnTo>
                    <a:pt x="471" y="578"/>
                  </a:lnTo>
                  <a:lnTo>
                    <a:pt x="469" y="578"/>
                  </a:lnTo>
                  <a:lnTo>
                    <a:pt x="465" y="580"/>
                  </a:lnTo>
                  <a:lnTo>
                    <a:pt x="465" y="581"/>
                  </a:lnTo>
                  <a:lnTo>
                    <a:pt x="465" y="583"/>
                  </a:lnTo>
                  <a:lnTo>
                    <a:pt x="465" y="583"/>
                  </a:lnTo>
                  <a:lnTo>
                    <a:pt x="467" y="585"/>
                  </a:lnTo>
                  <a:lnTo>
                    <a:pt x="467" y="587"/>
                  </a:lnTo>
                  <a:lnTo>
                    <a:pt x="467" y="589"/>
                  </a:lnTo>
                  <a:lnTo>
                    <a:pt x="469" y="591"/>
                  </a:lnTo>
                  <a:lnTo>
                    <a:pt x="471" y="593"/>
                  </a:lnTo>
                  <a:lnTo>
                    <a:pt x="473" y="595"/>
                  </a:lnTo>
                  <a:lnTo>
                    <a:pt x="475" y="597"/>
                  </a:lnTo>
                  <a:lnTo>
                    <a:pt x="481" y="601"/>
                  </a:lnTo>
                  <a:lnTo>
                    <a:pt x="481" y="601"/>
                  </a:lnTo>
                  <a:lnTo>
                    <a:pt x="481" y="601"/>
                  </a:lnTo>
                  <a:lnTo>
                    <a:pt x="479" y="601"/>
                  </a:lnTo>
                  <a:lnTo>
                    <a:pt x="477" y="599"/>
                  </a:lnTo>
                  <a:lnTo>
                    <a:pt x="475" y="597"/>
                  </a:lnTo>
                  <a:lnTo>
                    <a:pt x="473" y="597"/>
                  </a:lnTo>
                  <a:lnTo>
                    <a:pt x="473" y="597"/>
                  </a:lnTo>
                  <a:lnTo>
                    <a:pt x="473" y="601"/>
                  </a:lnTo>
                  <a:lnTo>
                    <a:pt x="473" y="601"/>
                  </a:lnTo>
                  <a:lnTo>
                    <a:pt x="475" y="603"/>
                  </a:lnTo>
                  <a:lnTo>
                    <a:pt x="475" y="603"/>
                  </a:lnTo>
                  <a:lnTo>
                    <a:pt x="475" y="605"/>
                  </a:lnTo>
                  <a:lnTo>
                    <a:pt x="475" y="605"/>
                  </a:lnTo>
                  <a:lnTo>
                    <a:pt x="475" y="607"/>
                  </a:lnTo>
                  <a:lnTo>
                    <a:pt x="475" y="607"/>
                  </a:lnTo>
                  <a:lnTo>
                    <a:pt x="475" y="609"/>
                  </a:lnTo>
                  <a:lnTo>
                    <a:pt x="473" y="609"/>
                  </a:lnTo>
                  <a:lnTo>
                    <a:pt x="473" y="611"/>
                  </a:lnTo>
                  <a:lnTo>
                    <a:pt x="473" y="613"/>
                  </a:lnTo>
                  <a:lnTo>
                    <a:pt x="475" y="613"/>
                  </a:lnTo>
                  <a:lnTo>
                    <a:pt x="477" y="613"/>
                  </a:lnTo>
                  <a:lnTo>
                    <a:pt x="477" y="615"/>
                  </a:lnTo>
                  <a:lnTo>
                    <a:pt x="483" y="613"/>
                  </a:lnTo>
                  <a:lnTo>
                    <a:pt x="485" y="613"/>
                  </a:lnTo>
                  <a:lnTo>
                    <a:pt x="485" y="611"/>
                  </a:lnTo>
                  <a:lnTo>
                    <a:pt x="485" y="609"/>
                  </a:lnTo>
                  <a:lnTo>
                    <a:pt x="485" y="607"/>
                  </a:lnTo>
                  <a:lnTo>
                    <a:pt x="485" y="607"/>
                  </a:lnTo>
                  <a:lnTo>
                    <a:pt x="483" y="607"/>
                  </a:lnTo>
                  <a:lnTo>
                    <a:pt x="483" y="605"/>
                  </a:lnTo>
                  <a:lnTo>
                    <a:pt x="483" y="605"/>
                  </a:lnTo>
                  <a:lnTo>
                    <a:pt x="483" y="605"/>
                  </a:lnTo>
                  <a:lnTo>
                    <a:pt x="485" y="603"/>
                  </a:lnTo>
                  <a:lnTo>
                    <a:pt x="485" y="605"/>
                  </a:lnTo>
                  <a:lnTo>
                    <a:pt x="487" y="605"/>
                  </a:lnTo>
                  <a:lnTo>
                    <a:pt x="487" y="607"/>
                  </a:lnTo>
                  <a:lnTo>
                    <a:pt x="487" y="607"/>
                  </a:lnTo>
                  <a:lnTo>
                    <a:pt x="487" y="609"/>
                  </a:lnTo>
                  <a:lnTo>
                    <a:pt x="487" y="609"/>
                  </a:lnTo>
                  <a:lnTo>
                    <a:pt x="489" y="609"/>
                  </a:lnTo>
                  <a:lnTo>
                    <a:pt x="489" y="611"/>
                  </a:lnTo>
                  <a:lnTo>
                    <a:pt x="489" y="611"/>
                  </a:lnTo>
                  <a:lnTo>
                    <a:pt x="491" y="611"/>
                  </a:lnTo>
                  <a:lnTo>
                    <a:pt x="491" y="611"/>
                  </a:lnTo>
                  <a:lnTo>
                    <a:pt x="495" y="611"/>
                  </a:lnTo>
                  <a:lnTo>
                    <a:pt x="495" y="609"/>
                  </a:lnTo>
                  <a:lnTo>
                    <a:pt x="493" y="609"/>
                  </a:lnTo>
                  <a:lnTo>
                    <a:pt x="491" y="609"/>
                  </a:lnTo>
                  <a:lnTo>
                    <a:pt x="489" y="607"/>
                  </a:lnTo>
                  <a:lnTo>
                    <a:pt x="489" y="607"/>
                  </a:lnTo>
                  <a:lnTo>
                    <a:pt x="487" y="605"/>
                  </a:lnTo>
                  <a:lnTo>
                    <a:pt x="485" y="603"/>
                  </a:lnTo>
                  <a:lnTo>
                    <a:pt x="485" y="603"/>
                  </a:lnTo>
                  <a:lnTo>
                    <a:pt x="485" y="603"/>
                  </a:lnTo>
                  <a:lnTo>
                    <a:pt x="487" y="603"/>
                  </a:lnTo>
                  <a:lnTo>
                    <a:pt x="489" y="603"/>
                  </a:lnTo>
                  <a:lnTo>
                    <a:pt x="491" y="603"/>
                  </a:lnTo>
                  <a:lnTo>
                    <a:pt x="493" y="601"/>
                  </a:lnTo>
                  <a:lnTo>
                    <a:pt x="493" y="599"/>
                  </a:lnTo>
                  <a:lnTo>
                    <a:pt x="493" y="597"/>
                  </a:lnTo>
                  <a:lnTo>
                    <a:pt x="499" y="601"/>
                  </a:lnTo>
                  <a:lnTo>
                    <a:pt x="501" y="601"/>
                  </a:lnTo>
                  <a:lnTo>
                    <a:pt x="503" y="599"/>
                  </a:lnTo>
                  <a:lnTo>
                    <a:pt x="503" y="599"/>
                  </a:lnTo>
                  <a:lnTo>
                    <a:pt x="505" y="599"/>
                  </a:lnTo>
                  <a:lnTo>
                    <a:pt x="505" y="599"/>
                  </a:lnTo>
                  <a:lnTo>
                    <a:pt x="506" y="599"/>
                  </a:lnTo>
                  <a:lnTo>
                    <a:pt x="506" y="597"/>
                  </a:lnTo>
                  <a:lnTo>
                    <a:pt x="506" y="597"/>
                  </a:lnTo>
                  <a:lnTo>
                    <a:pt x="506" y="595"/>
                  </a:lnTo>
                  <a:lnTo>
                    <a:pt x="506" y="595"/>
                  </a:lnTo>
                  <a:lnTo>
                    <a:pt x="506" y="595"/>
                  </a:lnTo>
                  <a:lnTo>
                    <a:pt x="508" y="595"/>
                  </a:lnTo>
                  <a:lnTo>
                    <a:pt x="508" y="595"/>
                  </a:lnTo>
                  <a:lnTo>
                    <a:pt x="510" y="595"/>
                  </a:lnTo>
                  <a:lnTo>
                    <a:pt x="510" y="597"/>
                  </a:lnTo>
                  <a:lnTo>
                    <a:pt x="512" y="599"/>
                  </a:lnTo>
                  <a:lnTo>
                    <a:pt x="512" y="599"/>
                  </a:lnTo>
                  <a:lnTo>
                    <a:pt x="514" y="599"/>
                  </a:lnTo>
                  <a:lnTo>
                    <a:pt x="516" y="599"/>
                  </a:lnTo>
                  <a:lnTo>
                    <a:pt x="518" y="599"/>
                  </a:lnTo>
                  <a:lnTo>
                    <a:pt x="520" y="601"/>
                  </a:lnTo>
                  <a:lnTo>
                    <a:pt x="522" y="601"/>
                  </a:lnTo>
                  <a:lnTo>
                    <a:pt x="522" y="603"/>
                  </a:lnTo>
                  <a:lnTo>
                    <a:pt x="522" y="603"/>
                  </a:lnTo>
                  <a:lnTo>
                    <a:pt x="524" y="603"/>
                  </a:lnTo>
                  <a:lnTo>
                    <a:pt x="524" y="603"/>
                  </a:lnTo>
                  <a:lnTo>
                    <a:pt x="522" y="603"/>
                  </a:lnTo>
                  <a:lnTo>
                    <a:pt x="522" y="605"/>
                  </a:lnTo>
                  <a:lnTo>
                    <a:pt x="522" y="605"/>
                  </a:lnTo>
                  <a:lnTo>
                    <a:pt x="522" y="607"/>
                  </a:lnTo>
                  <a:lnTo>
                    <a:pt x="524" y="607"/>
                  </a:lnTo>
                  <a:lnTo>
                    <a:pt x="526" y="609"/>
                  </a:lnTo>
                  <a:lnTo>
                    <a:pt x="526" y="611"/>
                  </a:lnTo>
                  <a:lnTo>
                    <a:pt x="524" y="611"/>
                  </a:lnTo>
                  <a:lnTo>
                    <a:pt x="526" y="611"/>
                  </a:lnTo>
                  <a:lnTo>
                    <a:pt x="526" y="613"/>
                  </a:lnTo>
                  <a:lnTo>
                    <a:pt x="528" y="613"/>
                  </a:lnTo>
                  <a:lnTo>
                    <a:pt x="526" y="615"/>
                  </a:lnTo>
                  <a:lnTo>
                    <a:pt x="524" y="615"/>
                  </a:lnTo>
                  <a:lnTo>
                    <a:pt x="522" y="615"/>
                  </a:lnTo>
                  <a:lnTo>
                    <a:pt x="522" y="617"/>
                  </a:lnTo>
                  <a:lnTo>
                    <a:pt x="522" y="617"/>
                  </a:lnTo>
                  <a:lnTo>
                    <a:pt x="520" y="617"/>
                  </a:lnTo>
                  <a:lnTo>
                    <a:pt x="518" y="617"/>
                  </a:lnTo>
                  <a:lnTo>
                    <a:pt x="516" y="619"/>
                  </a:lnTo>
                  <a:lnTo>
                    <a:pt x="514" y="619"/>
                  </a:lnTo>
                  <a:lnTo>
                    <a:pt x="512" y="621"/>
                  </a:lnTo>
                  <a:lnTo>
                    <a:pt x="512" y="621"/>
                  </a:lnTo>
                  <a:lnTo>
                    <a:pt x="512" y="623"/>
                  </a:lnTo>
                  <a:lnTo>
                    <a:pt x="514" y="623"/>
                  </a:lnTo>
                  <a:lnTo>
                    <a:pt x="516" y="625"/>
                  </a:lnTo>
                  <a:lnTo>
                    <a:pt x="514" y="625"/>
                  </a:lnTo>
                  <a:lnTo>
                    <a:pt x="512" y="625"/>
                  </a:lnTo>
                  <a:lnTo>
                    <a:pt x="510" y="627"/>
                  </a:lnTo>
                  <a:lnTo>
                    <a:pt x="508" y="627"/>
                  </a:lnTo>
                  <a:lnTo>
                    <a:pt x="508" y="627"/>
                  </a:lnTo>
                  <a:lnTo>
                    <a:pt x="506" y="627"/>
                  </a:lnTo>
                  <a:lnTo>
                    <a:pt x="506" y="625"/>
                  </a:lnTo>
                  <a:lnTo>
                    <a:pt x="505" y="625"/>
                  </a:lnTo>
                  <a:lnTo>
                    <a:pt x="505" y="625"/>
                  </a:lnTo>
                  <a:lnTo>
                    <a:pt x="501" y="625"/>
                  </a:lnTo>
                  <a:lnTo>
                    <a:pt x="499" y="627"/>
                  </a:lnTo>
                  <a:lnTo>
                    <a:pt x="499" y="629"/>
                  </a:lnTo>
                  <a:lnTo>
                    <a:pt x="497" y="629"/>
                  </a:lnTo>
                  <a:lnTo>
                    <a:pt x="495" y="631"/>
                  </a:lnTo>
                  <a:lnTo>
                    <a:pt x="497" y="631"/>
                  </a:lnTo>
                  <a:lnTo>
                    <a:pt x="497" y="633"/>
                  </a:lnTo>
                  <a:lnTo>
                    <a:pt x="499" y="633"/>
                  </a:lnTo>
                  <a:lnTo>
                    <a:pt x="499" y="635"/>
                  </a:lnTo>
                  <a:lnTo>
                    <a:pt x="499" y="635"/>
                  </a:lnTo>
                  <a:lnTo>
                    <a:pt x="499" y="636"/>
                  </a:lnTo>
                  <a:lnTo>
                    <a:pt x="499" y="638"/>
                  </a:lnTo>
                  <a:lnTo>
                    <a:pt x="497" y="638"/>
                  </a:lnTo>
                  <a:lnTo>
                    <a:pt x="497" y="638"/>
                  </a:lnTo>
                  <a:lnTo>
                    <a:pt x="495" y="638"/>
                  </a:lnTo>
                  <a:lnTo>
                    <a:pt x="493" y="640"/>
                  </a:lnTo>
                  <a:lnTo>
                    <a:pt x="491" y="644"/>
                  </a:lnTo>
                  <a:lnTo>
                    <a:pt x="491" y="646"/>
                  </a:lnTo>
                  <a:lnTo>
                    <a:pt x="489" y="646"/>
                  </a:lnTo>
                  <a:lnTo>
                    <a:pt x="489" y="646"/>
                  </a:lnTo>
                  <a:lnTo>
                    <a:pt x="487" y="646"/>
                  </a:lnTo>
                  <a:lnTo>
                    <a:pt x="485" y="646"/>
                  </a:lnTo>
                  <a:lnTo>
                    <a:pt x="485" y="646"/>
                  </a:lnTo>
                  <a:lnTo>
                    <a:pt x="483" y="646"/>
                  </a:lnTo>
                  <a:lnTo>
                    <a:pt x="481" y="644"/>
                  </a:lnTo>
                  <a:lnTo>
                    <a:pt x="479" y="642"/>
                  </a:lnTo>
                  <a:lnTo>
                    <a:pt x="477" y="642"/>
                  </a:lnTo>
                  <a:lnTo>
                    <a:pt x="475" y="642"/>
                  </a:lnTo>
                  <a:lnTo>
                    <a:pt x="471" y="642"/>
                  </a:lnTo>
                  <a:lnTo>
                    <a:pt x="471" y="642"/>
                  </a:lnTo>
                  <a:lnTo>
                    <a:pt x="471" y="642"/>
                  </a:lnTo>
                  <a:lnTo>
                    <a:pt x="471" y="640"/>
                  </a:lnTo>
                  <a:lnTo>
                    <a:pt x="473" y="640"/>
                  </a:lnTo>
                  <a:lnTo>
                    <a:pt x="473" y="638"/>
                  </a:lnTo>
                  <a:lnTo>
                    <a:pt x="473" y="636"/>
                  </a:lnTo>
                  <a:lnTo>
                    <a:pt x="471" y="640"/>
                  </a:lnTo>
                  <a:lnTo>
                    <a:pt x="471" y="640"/>
                  </a:lnTo>
                  <a:lnTo>
                    <a:pt x="471" y="642"/>
                  </a:lnTo>
                  <a:lnTo>
                    <a:pt x="469" y="644"/>
                  </a:lnTo>
                  <a:lnTo>
                    <a:pt x="467" y="644"/>
                  </a:lnTo>
                  <a:lnTo>
                    <a:pt x="467" y="642"/>
                  </a:lnTo>
                  <a:lnTo>
                    <a:pt x="465" y="642"/>
                  </a:lnTo>
                  <a:lnTo>
                    <a:pt x="463" y="644"/>
                  </a:lnTo>
                  <a:lnTo>
                    <a:pt x="461" y="644"/>
                  </a:lnTo>
                  <a:lnTo>
                    <a:pt x="459" y="644"/>
                  </a:lnTo>
                  <a:lnTo>
                    <a:pt x="457" y="646"/>
                  </a:lnTo>
                  <a:lnTo>
                    <a:pt x="457" y="646"/>
                  </a:lnTo>
                  <a:lnTo>
                    <a:pt x="459" y="648"/>
                  </a:lnTo>
                  <a:lnTo>
                    <a:pt x="459" y="650"/>
                  </a:lnTo>
                  <a:lnTo>
                    <a:pt x="459" y="652"/>
                  </a:lnTo>
                  <a:lnTo>
                    <a:pt x="459" y="652"/>
                  </a:lnTo>
                  <a:lnTo>
                    <a:pt x="459" y="654"/>
                  </a:lnTo>
                  <a:lnTo>
                    <a:pt x="457" y="654"/>
                  </a:lnTo>
                  <a:lnTo>
                    <a:pt x="459" y="654"/>
                  </a:lnTo>
                  <a:lnTo>
                    <a:pt x="459" y="654"/>
                  </a:lnTo>
                  <a:lnTo>
                    <a:pt x="459" y="654"/>
                  </a:lnTo>
                  <a:lnTo>
                    <a:pt x="461" y="654"/>
                  </a:lnTo>
                  <a:lnTo>
                    <a:pt x="461" y="654"/>
                  </a:lnTo>
                  <a:lnTo>
                    <a:pt x="461" y="656"/>
                  </a:lnTo>
                  <a:lnTo>
                    <a:pt x="461" y="656"/>
                  </a:lnTo>
                  <a:lnTo>
                    <a:pt x="459" y="658"/>
                  </a:lnTo>
                  <a:lnTo>
                    <a:pt x="457" y="660"/>
                  </a:lnTo>
                  <a:lnTo>
                    <a:pt x="455" y="660"/>
                  </a:lnTo>
                  <a:lnTo>
                    <a:pt x="454" y="662"/>
                  </a:lnTo>
                  <a:lnTo>
                    <a:pt x="452" y="664"/>
                  </a:lnTo>
                  <a:lnTo>
                    <a:pt x="452" y="666"/>
                  </a:lnTo>
                  <a:lnTo>
                    <a:pt x="452" y="668"/>
                  </a:lnTo>
                  <a:lnTo>
                    <a:pt x="452" y="668"/>
                  </a:lnTo>
                  <a:lnTo>
                    <a:pt x="452" y="670"/>
                  </a:lnTo>
                  <a:lnTo>
                    <a:pt x="452" y="670"/>
                  </a:lnTo>
                  <a:lnTo>
                    <a:pt x="452" y="672"/>
                  </a:lnTo>
                  <a:lnTo>
                    <a:pt x="452" y="674"/>
                  </a:lnTo>
                  <a:lnTo>
                    <a:pt x="452" y="676"/>
                  </a:lnTo>
                  <a:lnTo>
                    <a:pt x="452" y="676"/>
                  </a:lnTo>
                  <a:lnTo>
                    <a:pt x="452" y="678"/>
                  </a:lnTo>
                  <a:lnTo>
                    <a:pt x="454" y="678"/>
                  </a:lnTo>
                  <a:lnTo>
                    <a:pt x="454" y="678"/>
                  </a:lnTo>
                  <a:lnTo>
                    <a:pt x="454" y="680"/>
                  </a:lnTo>
                  <a:lnTo>
                    <a:pt x="452" y="678"/>
                  </a:lnTo>
                  <a:lnTo>
                    <a:pt x="450" y="678"/>
                  </a:lnTo>
                  <a:lnTo>
                    <a:pt x="450" y="680"/>
                  </a:lnTo>
                  <a:lnTo>
                    <a:pt x="448" y="680"/>
                  </a:lnTo>
                  <a:lnTo>
                    <a:pt x="446" y="682"/>
                  </a:lnTo>
                  <a:lnTo>
                    <a:pt x="446" y="682"/>
                  </a:lnTo>
                  <a:lnTo>
                    <a:pt x="446" y="682"/>
                  </a:lnTo>
                  <a:lnTo>
                    <a:pt x="446" y="682"/>
                  </a:lnTo>
                  <a:lnTo>
                    <a:pt x="444" y="682"/>
                  </a:lnTo>
                  <a:lnTo>
                    <a:pt x="442" y="682"/>
                  </a:lnTo>
                  <a:lnTo>
                    <a:pt x="438" y="682"/>
                  </a:lnTo>
                  <a:lnTo>
                    <a:pt x="436" y="682"/>
                  </a:lnTo>
                  <a:lnTo>
                    <a:pt x="434" y="680"/>
                  </a:lnTo>
                  <a:lnTo>
                    <a:pt x="432" y="682"/>
                  </a:lnTo>
                  <a:lnTo>
                    <a:pt x="430" y="680"/>
                  </a:lnTo>
                  <a:lnTo>
                    <a:pt x="430" y="678"/>
                  </a:lnTo>
                  <a:lnTo>
                    <a:pt x="428" y="678"/>
                  </a:lnTo>
                  <a:lnTo>
                    <a:pt x="428" y="678"/>
                  </a:lnTo>
                  <a:lnTo>
                    <a:pt x="426" y="678"/>
                  </a:lnTo>
                  <a:lnTo>
                    <a:pt x="426" y="680"/>
                  </a:lnTo>
                  <a:lnTo>
                    <a:pt x="426" y="680"/>
                  </a:lnTo>
                  <a:lnTo>
                    <a:pt x="428" y="680"/>
                  </a:lnTo>
                  <a:lnTo>
                    <a:pt x="428" y="680"/>
                  </a:lnTo>
                  <a:lnTo>
                    <a:pt x="428" y="682"/>
                  </a:lnTo>
                  <a:lnTo>
                    <a:pt x="426" y="682"/>
                  </a:lnTo>
                  <a:lnTo>
                    <a:pt x="424" y="686"/>
                  </a:lnTo>
                  <a:lnTo>
                    <a:pt x="422" y="688"/>
                  </a:lnTo>
                  <a:lnTo>
                    <a:pt x="422" y="689"/>
                  </a:lnTo>
                  <a:lnTo>
                    <a:pt x="424" y="691"/>
                  </a:lnTo>
                  <a:lnTo>
                    <a:pt x="424" y="695"/>
                  </a:lnTo>
                  <a:lnTo>
                    <a:pt x="420" y="699"/>
                  </a:lnTo>
                  <a:lnTo>
                    <a:pt x="416" y="701"/>
                  </a:lnTo>
                  <a:lnTo>
                    <a:pt x="412" y="703"/>
                  </a:lnTo>
                  <a:lnTo>
                    <a:pt x="412" y="705"/>
                  </a:lnTo>
                  <a:lnTo>
                    <a:pt x="410" y="707"/>
                  </a:lnTo>
                  <a:lnTo>
                    <a:pt x="406" y="707"/>
                  </a:lnTo>
                  <a:lnTo>
                    <a:pt x="405" y="709"/>
                  </a:lnTo>
                  <a:lnTo>
                    <a:pt x="403" y="709"/>
                  </a:lnTo>
                  <a:lnTo>
                    <a:pt x="401" y="711"/>
                  </a:lnTo>
                  <a:lnTo>
                    <a:pt x="399" y="713"/>
                  </a:lnTo>
                  <a:lnTo>
                    <a:pt x="397" y="715"/>
                  </a:lnTo>
                  <a:lnTo>
                    <a:pt x="397" y="715"/>
                  </a:lnTo>
                  <a:lnTo>
                    <a:pt x="397" y="713"/>
                  </a:lnTo>
                  <a:lnTo>
                    <a:pt x="397" y="713"/>
                  </a:lnTo>
                  <a:lnTo>
                    <a:pt x="397" y="711"/>
                  </a:lnTo>
                  <a:lnTo>
                    <a:pt x="393" y="711"/>
                  </a:lnTo>
                  <a:lnTo>
                    <a:pt x="393" y="709"/>
                  </a:lnTo>
                  <a:lnTo>
                    <a:pt x="391" y="709"/>
                  </a:lnTo>
                  <a:lnTo>
                    <a:pt x="389" y="709"/>
                  </a:lnTo>
                  <a:lnTo>
                    <a:pt x="389" y="707"/>
                  </a:lnTo>
                  <a:lnTo>
                    <a:pt x="387" y="705"/>
                  </a:lnTo>
                  <a:lnTo>
                    <a:pt x="387" y="705"/>
                  </a:lnTo>
                  <a:lnTo>
                    <a:pt x="385" y="703"/>
                  </a:lnTo>
                  <a:lnTo>
                    <a:pt x="383" y="703"/>
                  </a:lnTo>
                  <a:lnTo>
                    <a:pt x="383" y="703"/>
                  </a:lnTo>
                  <a:lnTo>
                    <a:pt x="381" y="701"/>
                  </a:lnTo>
                  <a:lnTo>
                    <a:pt x="381" y="701"/>
                  </a:lnTo>
                  <a:lnTo>
                    <a:pt x="379" y="701"/>
                  </a:lnTo>
                  <a:lnTo>
                    <a:pt x="377" y="699"/>
                  </a:lnTo>
                  <a:lnTo>
                    <a:pt x="377" y="699"/>
                  </a:lnTo>
                  <a:lnTo>
                    <a:pt x="379" y="699"/>
                  </a:lnTo>
                  <a:lnTo>
                    <a:pt x="381" y="699"/>
                  </a:lnTo>
                  <a:lnTo>
                    <a:pt x="381" y="699"/>
                  </a:lnTo>
                  <a:lnTo>
                    <a:pt x="383" y="697"/>
                  </a:lnTo>
                  <a:lnTo>
                    <a:pt x="383" y="697"/>
                  </a:lnTo>
                  <a:lnTo>
                    <a:pt x="385" y="695"/>
                  </a:lnTo>
                  <a:lnTo>
                    <a:pt x="387" y="693"/>
                  </a:lnTo>
                  <a:lnTo>
                    <a:pt x="387" y="691"/>
                  </a:lnTo>
                  <a:lnTo>
                    <a:pt x="387" y="689"/>
                  </a:lnTo>
                  <a:lnTo>
                    <a:pt x="389" y="688"/>
                  </a:lnTo>
                  <a:lnTo>
                    <a:pt x="391" y="688"/>
                  </a:lnTo>
                  <a:lnTo>
                    <a:pt x="393" y="686"/>
                  </a:lnTo>
                  <a:lnTo>
                    <a:pt x="395" y="686"/>
                  </a:lnTo>
                  <a:lnTo>
                    <a:pt x="397" y="684"/>
                  </a:lnTo>
                  <a:lnTo>
                    <a:pt x="399" y="686"/>
                  </a:lnTo>
                  <a:lnTo>
                    <a:pt x="403" y="684"/>
                  </a:lnTo>
                  <a:lnTo>
                    <a:pt x="403" y="682"/>
                  </a:lnTo>
                  <a:lnTo>
                    <a:pt x="405" y="682"/>
                  </a:lnTo>
                  <a:lnTo>
                    <a:pt x="405" y="682"/>
                  </a:lnTo>
                  <a:lnTo>
                    <a:pt x="408" y="682"/>
                  </a:lnTo>
                  <a:lnTo>
                    <a:pt x="408" y="680"/>
                  </a:lnTo>
                  <a:lnTo>
                    <a:pt x="410" y="678"/>
                  </a:lnTo>
                  <a:lnTo>
                    <a:pt x="412" y="678"/>
                  </a:lnTo>
                  <a:lnTo>
                    <a:pt x="414" y="676"/>
                  </a:lnTo>
                  <a:lnTo>
                    <a:pt x="414" y="672"/>
                  </a:lnTo>
                  <a:lnTo>
                    <a:pt x="416" y="670"/>
                  </a:lnTo>
                  <a:lnTo>
                    <a:pt x="418" y="670"/>
                  </a:lnTo>
                  <a:lnTo>
                    <a:pt x="420" y="668"/>
                  </a:lnTo>
                  <a:lnTo>
                    <a:pt x="418" y="668"/>
                  </a:lnTo>
                  <a:lnTo>
                    <a:pt x="418" y="668"/>
                  </a:lnTo>
                  <a:lnTo>
                    <a:pt x="416" y="666"/>
                  </a:lnTo>
                  <a:lnTo>
                    <a:pt x="412" y="666"/>
                  </a:lnTo>
                  <a:lnTo>
                    <a:pt x="410" y="666"/>
                  </a:lnTo>
                  <a:lnTo>
                    <a:pt x="410" y="666"/>
                  </a:lnTo>
                  <a:lnTo>
                    <a:pt x="408" y="666"/>
                  </a:lnTo>
                  <a:lnTo>
                    <a:pt x="408" y="668"/>
                  </a:lnTo>
                  <a:lnTo>
                    <a:pt x="408" y="668"/>
                  </a:lnTo>
                  <a:lnTo>
                    <a:pt x="406" y="670"/>
                  </a:lnTo>
                  <a:lnTo>
                    <a:pt x="405" y="670"/>
                  </a:lnTo>
                  <a:lnTo>
                    <a:pt x="405" y="672"/>
                  </a:lnTo>
                  <a:lnTo>
                    <a:pt x="403" y="670"/>
                  </a:lnTo>
                  <a:lnTo>
                    <a:pt x="401" y="670"/>
                  </a:lnTo>
                  <a:lnTo>
                    <a:pt x="401" y="670"/>
                  </a:lnTo>
                  <a:lnTo>
                    <a:pt x="399" y="672"/>
                  </a:lnTo>
                  <a:lnTo>
                    <a:pt x="397" y="672"/>
                  </a:lnTo>
                  <a:lnTo>
                    <a:pt x="395" y="672"/>
                  </a:lnTo>
                  <a:lnTo>
                    <a:pt x="395" y="672"/>
                  </a:lnTo>
                  <a:lnTo>
                    <a:pt x="393" y="672"/>
                  </a:lnTo>
                  <a:lnTo>
                    <a:pt x="393" y="670"/>
                  </a:lnTo>
                  <a:lnTo>
                    <a:pt x="393" y="670"/>
                  </a:lnTo>
                  <a:lnTo>
                    <a:pt x="395" y="668"/>
                  </a:lnTo>
                  <a:lnTo>
                    <a:pt x="393" y="668"/>
                  </a:lnTo>
                  <a:lnTo>
                    <a:pt x="391" y="668"/>
                  </a:lnTo>
                  <a:lnTo>
                    <a:pt x="391" y="666"/>
                  </a:lnTo>
                  <a:lnTo>
                    <a:pt x="389" y="666"/>
                  </a:lnTo>
                  <a:lnTo>
                    <a:pt x="389" y="666"/>
                  </a:lnTo>
                  <a:lnTo>
                    <a:pt x="389" y="664"/>
                  </a:lnTo>
                  <a:lnTo>
                    <a:pt x="385" y="662"/>
                  </a:lnTo>
                  <a:lnTo>
                    <a:pt x="383" y="662"/>
                  </a:lnTo>
                  <a:lnTo>
                    <a:pt x="381" y="660"/>
                  </a:lnTo>
                  <a:lnTo>
                    <a:pt x="379" y="662"/>
                  </a:lnTo>
                  <a:lnTo>
                    <a:pt x="379" y="662"/>
                  </a:lnTo>
                  <a:lnTo>
                    <a:pt x="377" y="662"/>
                  </a:lnTo>
                  <a:lnTo>
                    <a:pt x="377" y="662"/>
                  </a:lnTo>
                  <a:lnTo>
                    <a:pt x="377" y="660"/>
                  </a:lnTo>
                  <a:lnTo>
                    <a:pt x="377" y="660"/>
                  </a:lnTo>
                  <a:lnTo>
                    <a:pt x="375" y="660"/>
                  </a:lnTo>
                  <a:lnTo>
                    <a:pt x="373" y="660"/>
                  </a:lnTo>
                  <a:lnTo>
                    <a:pt x="373" y="660"/>
                  </a:lnTo>
                  <a:lnTo>
                    <a:pt x="373" y="658"/>
                  </a:lnTo>
                  <a:lnTo>
                    <a:pt x="373" y="658"/>
                  </a:lnTo>
                  <a:lnTo>
                    <a:pt x="373" y="658"/>
                  </a:lnTo>
                  <a:lnTo>
                    <a:pt x="371" y="656"/>
                  </a:lnTo>
                  <a:lnTo>
                    <a:pt x="371" y="656"/>
                  </a:lnTo>
                  <a:lnTo>
                    <a:pt x="369" y="658"/>
                  </a:lnTo>
                  <a:lnTo>
                    <a:pt x="369" y="658"/>
                  </a:lnTo>
                  <a:lnTo>
                    <a:pt x="369" y="660"/>
                  </a:lnTo>
                  <a:lnTo>
                    <a:pt x="369" y="662"/>
                  </a:lnTo>
                  <a:lnTo>
                    <a:pt x="367" y="662"/>
                  </a:lnTo>
                  <a:lnTo>
                    <a:pt x="365" y="662"/>
                  </a:lnTo>
                  <a:lnTo>
                    <a:pt x="363" y="662"/>
                  </a:lnTo>
                  <a:lnTo>
                    <a:pt x="361" y="664"/>
                  </a:lnTo>
                  <a:lnTo>
                    <a:pt x="359" y="666"/>
                  </a:lnTo>
                  <a:lnTo>
                    <a:pt x="357" y="666"/>
                  </a:lnTo>
                  <a:lnTo>
                    <a:pt x="355" y="670"/>
                  </a:lnTo>
                  <a:lnTo>
                    <a:pt x="354" y="670"/>
                  </a:lnTo>
                  <a:lnTo>
                    <a:pt x="354" y="670"/>
                  </a:lnTo>
                  <a:lnTo>
                    <a:pt x="355" y="672"/>
                  </a:lnTo>
                  <a:lnTo>
                    <a:pt x="355" y="672"/>
                  </a:lnTo>
                  <a:lnTo>
                    <a:pt x="355" y="674"/>
                  </a:lnTo>
                  <a:lnTo>
                    <a:pt x="355" y="674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57" y="676"/>
                  </a:lnTo>
                  <a:lnTo>
                    <a:pt x="359" y="676"/>
                  </a:lnTo>
                  <a:lnTo>
                    <a:pt x="359" y="678"/>
                  </a:lnTo>
                  <a:lnTo>
                    <a:pt x="357" y="678"/>
                  </a:lnTo>
                  <a:lnTo>
                    <a:pt x="355" y="680"/>
                  </a:lnTo>
                  <a:lnTo>
                    <a:pt x="354" y="682"/>
                  </a:lnTo>
                  <a:lnTo>
                    <a:pt x="352" y="682"/>
                  </a:lnTo>
                  <a:lnTo>
                    <a:pt x="352" y="680"/>
                  </a:lnTo>
                  <a:lnTo>
                    <a:pt x="352" y="680"/>
                  </a:lnTo>
                  <a:lnTo>
                    <a:pt x="352" y="678"/>
                  </a:lnTo>
                  <a:lnTo>
                    <a:pt x="350" y="678"/>
                  </a:lnTo>
                  <a:lnTo>
                    <a:pt x="348" y="678"/>
                  </a:lnTo>
                  <a:lnTo>
                    <a:pt x="348" y="678"/>
                  </a:lnTo>
                  <a:lnTo>
                    <a:pt x="346" y="680"/>
                  </a:lnTo>
                  <a:lnTo>
                    <a:pt x="342" y="682"/>
                  </a:lnTo>
                  <a:lnTo>
                    <a:pt x="342" y="682"/>
                  </a:lnTo>
                  <a:lnTo>
                    <a:pt x="344" y="680"/>
                  </a:lnTo>
                  <a:lnTo>
                    <a:pt x="346" y="678"/>
                  </a:lnTo>
                  <a:lnTo>
                    <a:pt x="348" y="676"/>
                  </a:lnTo>
                  <a:lnTo>
                    <a:pt x="350" y="674"/>
                  </a:lnTo>
                  <a:lnTo>
                    <a:pt x="348" y="672"/>
                  </a:lnTo>
                  <a:lnTo>
                    <a:pt x="346" y="674"/>
                  </a:lnTo>
                  <a:lnTo>
                    <a:pt x="346" y="676"/>
                  </a:lnTo>
                  <a:lnTo>
                    <a:pt x="344" y="676"/>
                  </a:lnTo>
                  <a:lnTo>
                    <a:pt x="342" y="678"/>
                  </a:lnTo>
                  <a:lnTo>
                    <a:pt x="340" y="678"/>
                  </a:lnTo>
                  <a:lnTo>
                    <a:pt x="338" y="676"/>
                  </a:lnTo>
                  <a:lnTo>
                    <a:pt x="338" y="676"/>
                  </a:lnTo>
                  <a:lnTo>
                    <a:pt x="336" y="676"/>
                  </a:lnTo>
                  <a:lnTo>
                    <a:pt x="336" y="676"/>
                  </a:lnTo>
                  <a:lnTo>
                    <a:pt x="334" y="674"/>
                  </a:lnTo>
                  <a:lnTo>
                    <a:pt x="332" y="674"/>
                  </a:lnTo>
                  <a:lnTo>
                    <a:pt x="330" y="674"/>
                  </a:lnTo>
                  <a:lnTo>
                    <a:pt x="328" y="674"/>
                  </a:lnTo>
                  <a:lnTo>
                    <a:pt x="326" y="674"/>
                  </a:lnTo>
                  <a:lnTo>
                    <a:pt x="322" y="676"/>
                  </a:lnTo>
                  <a:lnTo>
                    <a:pt x="318" y="676"/>
                  </a:lnTo>
                  <a:lnTo>
                    <a:pt x="314" y="676"/>
                  </a:lnTo>
                  <a:lnTo>
                    <a:pt x="304" y="678"/>
                  </a:lnTo>
                  <a:lnTo>
                    <a:pt x="297" y="680"/>
                  </a:lnTo>
                  <a:lnTo>
                    <a:pt x="293" y="684"/>
                  </a:lnTo>
                  <a:lnTo>
                    <a:pt x="289" y="684"/>
                  </a:lnTo>
                  <a:lnTo>
                    <a:pt x="289" y="684"/>
                  </a:lnTo>
                  <a:lnTo>
                    <a:pt x="289" y="684"/>
                  </a:lnTo>
                  <a:lnTo>
                    <a:pt x="289" y="682"/>
                  </a:lnTo>
                  <a:lnTo>
                    <a:pt x="287" y="684"/>
                  </a:lnTo>
                  <a:lnTo>
                    <a:pt x="287" y="684"/>
                  </a:lnTo>
                  <a:lnTo>
                    <a:pt x="291" y="686"/>
                  </a:lnTo>
                  <a:lnTo>
                    <a:pt x="289" y="688"/>
                  </a:lnTo>
                  <a:lnTo>
                    <a:pt x="285" y="693"/>
                  </a:lnTo>
                  <a:lnTo>
                    <a:pt x="285" y="697"/>
                  </a:lnTo>
                  <a:lnTo>
                    <a:pt x="281" y="697"/>
                  </a:lnTo>
                  <a:lnTo>
                    <a:pt x="281" y="697"/>
                  </a:lnTo>
                  <a:lnTo>
                    <a:pt x="281" y="697"/>
                  </a:lnTo>
                  <a:lnTo>
                    <a:pt x="281" y="699"/>
                  </a:lnTo>
                  <a:lnTo>
                    <a:pt x="281" y="699"/>
                  </a:lnTo>
                  <a:lnTo>
                    <a:pt x="283" y="699"/>
                  </a:lnTo>
                  <a:lnTo>
                    <a:pt x="285" y="701"/>
                  </a:lnTo>
                  <a:lnTo>
                    <a:pt x="285" y="703"/>
                  </a:lnTo>
                  <a:lnTo>
                    <a:pt x="285" y="703"/>
                  </a:lnTo>
                  <a:lnTo>
                    <a:pt x="285" y="703"/>
                  </a:lnTo>
                  <a:lnTo>
                    <a:pt x="287" y="703"/>
                  </a:lnTo>
                  <a:lnTo>
                    <a:pt x="289" y="703"/>
                  </a:lnTo>
                  <a:lnTo>
                    <a:pt x="291" y="703"/>
                  </a:lnTo>
                  <a:lnTo>
                    <a:pt x="293" y="707"/>
                  </a:lnTo>
                  <a:lnTo>
                    <a:pt x="293" y="707"/>
                  </a:lnTo>
                  <a:lnTo>
                    <a:pt x="293" y="707"/>
                  </a:lnTo>
                  <a:lnTo>
                    <a:pt x="291" y="707"/>
                  </a:lnTo>
                  <a:lnTo>
                    <a:pt x="289" y="707"/>
                  </a:lnTo>
                  <a:lnTo>
                    <a:pt x="289" y="707"/>
                  </a:lnTo>
                  <a:lnTo>
                    <a:pt x="287" y="709"/>
                  </a:lnTo>
                  <a:lnTo>
                    <a:pt x="287" y="709"/>
                  </a:lnTo>
                  <a:lnTo>
                    <a:pt x="287" y="711"/>
                  </a:lnTo>
                  <a:lnTo>
                    <a:pt x="285" y="713"/>
                  </a:lnTo>
                  <a:lnTo>
                    <a:pt x="285" y="713"/>
                  </a:lnTo>
                  <a:lnTo>
                    <a:pt x="285" y="713"/>
                  </a:lnTo>
                  <a:lnTo>
                    <a:pt x="283" y="713"/>
                  </a:lnTo>
                  <a:lnTo>
                    <a:pt x="283" y="713"/>
                  </a:lnTo>
                  <a:lnTo>
                    <a:pt x="283" y="713"/>
                  </a:lnTo>
                  <a:lnTo>
                    <a:pt x="281" y="713"/>
                  </a:lnTo>
                  <a:lnTo>
                    <a:pt x="281" y="713"/>
                  </a:lnTo>
                  <a:lnTo>
                    <a:pt x="281" y="713"/>
                  </a:lnTo>
                  <a:lnTo>
                    <a:pt x="279" y="713"/>
                  </a:lnTo>
                  <a:lnTo>
                    <a:pt x="277" y="713"/>
                  </a:lnTo>
                  <a:lnTo>
                    <a:pt x="277" y="711"/>
                  </a:lnTo>
                  <a:lnTo>
                    <a:pt x="277" y="709"/>
                  </a:lnTo>
                  <a:lnTo>
                    <a:pt x="279" y="707"/>
                  </a:lnTo>
                  <a:lnTo>
                    <a:pt x="277" y="709"/>
                  </a:lnTo>
                  <a:lnTo>
                    <a:pt x="275" y="711"/>
                  </a:lnTo>
                  <a:lnTo>
                    <a:pt x="275" y="713"/>
                  </a:lnTo>
                  <a:lnTo>
                    <a:pt x="275" y="713"/>
                  </a:lnTo>
                  <a:lnTo>
                    <a:pt x="275" y="717"/>
                  </a:lnTo>
                  <a:lnTo>
                    <a:pt x="275" y="719"/>
                  </a:lnTo>
                  <a:lnTo>
                    <a:pt x="275" y="719"/>
                  </a:lnTo>
                  <a:lnTo>
                    <a:pt x="277" y="721"/>
                  </a:lnTo>
                  <a:lnTo>
                    <a:pt x="277" y="723"/>
                  </a:lnTo>
                  <a:lnTo>
                    <a:pt x="279" y="725"/>
                  </a:lnTo>
                  <a:lnTo>
                    <a:pt x="281" y="723"/>
                  </a:lnTo>
                  <a:lnTo>
                    <a:pt x="281" y="723"/>
                  </a:lnTo>
                  <a:lnTo>
                    <a:pt x="283" y="721"/>
                  </a:lnTo>
                  <a:lnTo>
                    <a:pt x="283" y="719"/>
                  </a:lnTo>
                  <a:lnTo>
                    <a:pt x="283" y="719"/>
                  </a:lnTo>
                  <a:lnTo>
                    <a:pt x="283" y="721"/>
                  </a:lnTo>
                  <a:lnTo>
                    <a:pt x="285" y="723"/>
                  </a:lnTo>
                  <a:lnTo>
                    <a:pt x="285" y="723"/>
                  </a:lnTo>
                  <a:lnTo>
                    <a:pt x="285" y="721"/>
                  </a:lnTo>
                  <a:lnTo>
                    <a:pt x="285" y="719"/>
                  </a:lnTo>
                  <a:lnTo>
                    <a:pt x="285" y="719"/>
                  </a:lnTo>
                  <a:lnTo>
                    <a:pt x="285" y="719"/>
                  </a:lnTo>
                  <a:lnTo>
                    <a:pt x="287" y="719"/>
                  </a:lnTo>
                  <a:lnTo>
                    <a:pt x="289" y="719"/>
                  </a:lnTo>
                  <a:lnTo>
                    <a:pt x="289" y="721"/>
                  </a:lnTo>
                  <a:lnTo>
                    <a:pt x="289" y="725"/>
                  </a:lnTo>
                  <a:lnTo>
                    <a:pt x="289" y="725"/>
                  </a:lnTo>
                  <a:lnTo>
                    <a:pt x="291" y="727"/>
                  </a:lnTo>
                  <a:lnTo>
                    <a:pt x="291" y="729"/>
                  </a:lnTo>
                  <a:lnTo>
                    <a:pt x="291" y="731"/>
                  </a:lnTo>
                  <a:lnTo>
                    <a:pt x="289" y="731"/>
                  </a:lnTo>
                  <a:lnTo>
                    <a:pt x="287" y="729"/>
                  </a:lnTo>
                  <a:lnTo>
                    <a:pt x="285" y="731"/>
                  </a:lnTo>
                  <a:lnTo>
                    <a:pt x="285" y="733"/>
                  </a:lnTo>
                  <a:lnTo>
                    <a:pt x="283" y="735"/>
                  </a:lnTo>
                  <a:lnTo>
                    <a:pt x="283" y="733"/>
                  </a:lnTo>
                  <a:lnTo>
                    <a:pt x="281" y="733"/>
                  </a:lnTo>
                  <a:lnTo>
                    <a:pt x="277" y="737"/>
                  </a:lnTo>
                  <a:lnTo>
                    <a:pt x="273" y="737"/>
                  </a:lnTo>
                  <a:lnTo>
                    <a:pt x="271" y="737"/>
                  </a:lnTo>
                  <a:lnTo>
                    <a:pt x="271" y="737"/>
                  </a:lnTo>
                  <a:lnTo>
                    <a:pt x="269" y="735"/>
                  </a:lnTo>
                  <a:lnTo>
                    <a:pt x="269" y="733"/>
                  </a:lnTo>
                  <a:lnTo>
                    <a:pt x="267" y="733"/>
                  </a:lnTo>
                  <a:lnTo>
                    <a:pt x="267" y="731"/>
                  </a:lnTo>
                  <a:lnTo>
                    <a:pt x="265" y="729"/>
                  </a:lnTo>
                  <a:lnTo>
                    <a:pt x="265" y="729"/>
                  </a:lnTo>
                  <a:lnTo>
                    <a:pt x="263" y="729"/>
                  </a:lnTo>
                  <a:lnTo>
                    <a:pt x="257" y="731"/>
                  </a:lnTo>
                  <a:lnTo>
                    <a:pt x="252" y="737"/>
                  </a:lnTo>
                  <a:lnTo>
                    <a:pt x="248" y="737"/>
                  </a:lnTo>
                  <a:lnTo>
                    <a:pt x="246" y="741"/>
                  </a:lnTo>
                  <a:lnTo>
                    <a:pt x="244" y="742"/>
                  </a:lnTo>
                  <a:lnTo>
                    <a:pt x="246" y="744"/>
                  </a:lnTo>
                  <a:lnTo>
                    <a:pt x="248" y="746"/>
                  </a:lnTo>
                  <a:lnTo>
                    <a:pt x="248" y="748"/>
                  </a:lnTo>
                  <a:lnTo>
                    <a:pt x="246" y="748"/>
                  </a:lnTo>
                  <a:lnTo>
                    <a:pt x="244" y="750"/>
                  </a:lnTo>
                  <a:lnTo>
                    <a:pt x="244" y="750"/>
                  </a:lnTo>
                  <a:lnTo>
                    <a:pt x="242" y="750"/>
                  </a:lnTo>
                  <a:lnTo>
                    <a:pt x="242" y="748"/>
                  </a:lnTo>
                  <a:lnTo>
                    <a:pt x="240" y="748"/>
                  </a:lnTo>
                  <a:lnTo>
                    <a:pt x="238" y="748"/>
                  </a:lnTo>
                  <a:lnTo>
                    <a:pt x="238" y="750"/>
                  </a:lnTo>
                  <a:lnTo>
                    <a:pt x="238" y="750"/>
                  </a:lnTo>
                  <a:lnTo>
                    <a:pt x="238" y="752"/>
                  </a:lnTo>
                  <a:lnTo>
                    <a:pt x="238" y="754"/>
                  </a:lnTo>
                  <a:lnTo>
                    <a:pt x="238" y="756"/>
                  </a:lnTo>
                  <a:lnTo>
                    <a:pt x="238" y="756"/>
                  </a:lnTo>
                  <a:lnTo>
                    <a:pt x="236" y="756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30" y="754"/>
                  </a:lnTo>
                  <a:lnTo>
                    <a:pt x="230" y="754"/>
                  </a:lnTo>
                  <a:lnTo>
                    <a:pt x="228" y="754"/>
                  </a:lnTo>
                  <a:lnTo>
                    <a:pt x="228" y="754"/>
                  </a:lnTo>
                  <a:lnTo>
                    <a:pt x="226" y="754"/>
                  </a:lnTo>
                  <a:lnTo>
                    <a:pt x="226" y="752"/>
                  </a:lnTo>
                  <a:lnTo>
                    <a:pt x="224" y="752"/>
                  </a:lnTo>
                  <a:lnTo>
                    <a:pt x="224" y="754"/>
                  </a:lnTo>
                  <a:lnTo>
                    <a:pt x="222" y="754"/>
                  </a:lnTo>
                  <a:lnTo>
                    <a:pt x="222" y="756"/>
                  </a:lnTo>
                  <a:lnTo>
                    <a:pt x="220" y="756"/>
                  </a:lnTo>
                  <a:lnTo>
                    <a:pt x="220" y="756"/>
                  </a:lnTo>
                  <a:lnTo>
                    <a:pt x="214" y="754"/>
                  </a:lnTo>
                  <a:lnTo>
                    <a:pt x="214" y="754"/>
                  </a:lnTo>
                  <a:lnTo>
                    <a:pt x="212" y="756"/>
                  </a:lnTo>
                  <a:lnTo>
                    <a:pt x="208" y="758"/>
                  </a:lnTo>
                  <a:lnTo>
                    <a:pt x="208" y="756"/>
                  </a:lnTo>
                  <a:lnTo>
                    <a:pt x="208" y="754"/>
                  </a:lnTo>
                  <a:lnTo>
                    <a:pt x="208" y="754"/>
                  </a:lnTo>
                  <a:lnTo>
                    <a:pt x="210" y="754"/>
                  </a:lnTo>
                  <a:lnTo>
                    <a:pt x="210" y="754"/>
                  </a:lnTo>
                  <a:lnTo>
                    <a:pt x="212" y="752"/>
                  </a:lnTo>
                  <a:lnTo>
                    <a:pt x="214" y="750"/>
                  </a:lnTo>
                  <a:lnTo>
                    <a:pt x="214" y="750"/>
                  </a:lnTo>
                  <a:lnTo>
                    <a:pt x="214" y="748"/>
                  </a:lnTo>
                  <a:lnTo>
                    <a:pt x="214" y="748"/>
                  </a:lnTo>
                  <a:lnTo>
                    <a:pt x="214" y="748"/>
                  </a:lnTo>
                  <a:lnTo>
                    <a:pt x="214" y="746"/>
                  </a:lnTo>
                  <a:lnTo>
                    <a:pt x="212" y="746"/>
                  </a:lnTo>
                  <a:lnTo>
                    <a:pt x="212" y="746"/>
                  </a:lnTo>
                  <a:lnTo>
                    <a:pt x="212" y="746"/>
                  </a:lnTo>
                  <a:lnTo>
                    <a:pt x="212" y="744"/>
                  </a:lnTo>
                  <a:lnTo>
                    <a:pt x="212" y="744"/>
                  </a:lnTo>
                  <a:lnTo>
                    <a:pt x="212" y="742"/>
                  </a:lnTo>
                  <a:lnTo>
                    <a:pt x="212" y="742"/>
                  </a:lnTo>
                  <a:lnTo>
                    <a:pt x="212" y="742"/>
                  </a:lnTo>
                  <a:lnTo>
                    <a:pt x="212" y="742"/>
                  </a:lnTo>
                  <a:lnTo>
                    <a:pt x="212" y="741"/>
                  </a:lnTo>
                  <a:lnTo>
                    <a:pt x="212" y="741"/>
                  </a:lnTo>
                  <a:lnTo>
                    <a:pt x="210" y="741"/>
                  </a:lnTo>
                  <a:lnTo>
                    <a:pt x="210" y="741"/>
                  </a:lnTo>
                  <a:lnTo>
                    <a:pt x="210" y="739"/>
                  </a:lnTo>
                  <a:lnTo>
                    <a:pt x="210" y="739"/>
                  </a:lnTo>
                  <a:lnTo>
                    <a:pt x="210" y="737"/>
                  </a:lnTo>
                  <a:lnTo>
                    <a:pt x="210" y="737"/>
                  </a:lnTo>
                  <a:lnTo>
                    <a:pt x="210" y="737"/>
                  </a:lnTo>
                  <a:lnTo>
                    <a:pt x="210" y="737"/>
                  </a:lnTo>
                  <a:lnTo>
                    <a:pt x="210" y="737"/>
                  </a:lnTo>
                  <a:lnTo>
                    <a:pt x="210" y="735"/>
                  </a:lnTo>
                  <a:lnTo>
                    <a:pt x="208" y="735"/>
                  </a:lnTo>
                  <a:lnTo>
                    <a:pt x="210" y="733"/>
                  </a:lnTo>
                  <a:lnTo>
                    <a:pt x="208" y="733"/>
                  </a:lnTo>
                  <a:lnTo>
                    <a:pt x="208" y="731"/>
                  </a:lnTo>
                  <a:lnTo>
                    <a:pt x="208" y="731"/>
                  </a:lnTo>
                  <a:lnTo>
                    <a:pt x="206" y="731"/>
                  </a:lnTo>
                  <a:lnTo>
                    <a:pt x="204" y="731"/>
                  </a:lnTo>
                  <a:lnTo>
                    <a:pt x="204" y="729"/>
                  </a:lnTo>
                  <a:lnTo>
                    <a:pt x="204" y="729"/>
                  </a:lnTo>
                  <a:lnTo>
                    <a:pt x="204" y="729"/>
                  </a:lnTo>
                  <a:lnTo>
                    <a:pt x="204" y="729"/>
                  </a:lnTo>
                  <a:lnTo>
                    <a:pt x="204" y="727"/>
                  </a:lnTo>
                  <a:lnTo>
                    <a:pt x="204" y="725"/>
                  </a:lnTo>
                  <a:lnTo>
                    <a:pt x="204" y="725"/>
                  </a:lnTo>
                  <a:lnTo>
                    <a:pt x="204" y="725"/>
                  </a:lnTo>
                  <a:lnTo>
                    <a:pt x="204" y="723"/>
                  </a:lnTo>
                  <a:lnTo>
                    <a:pt x="204" y="723"/>
                  </a:lnTo>
                  <a:lnTo>
                    <a:pt x="204" y="723"/>
                  </a:lnTo>
                  <a:lnTo>
                    <a:pt x="204" y="723"/>
                  </a:lnTo>
                  <a:lnTo>
                    <a:pt x="202" y="721"/>
                  </a:lnTo>
                  <a:lnTo>
                    <a:pt x="202" y="721"/>
                  </a:lnTo>
                  <a:lnTo>
                    <a:pt x="202" y="721"/>
                  </a:lnTo>
                  <a:lnTo>
                    <a:pt x="202" y="721"/>
                  </a:lnTo>
                  <a:lnTo>
                    <a:pt x="201" y="721"/>
                  </a:lnTo>
                  <a:lnTo>
                    <a:pt x="201" y="721"/>
                  </a:lnTo>
                  <a:lnTo>
                    <a:pt x="201" y="719"/>
                  </a:lnTo>
                  <a:lnTo>
                    <a:pt x="202" y="719"/>
                  </a:lnTo>
                  <a:lnTo>
                    <a:pt x="202" y="717"/>
                  </a:lnTo>
                  <a:lnTo>
                    <a:pt x="201" y="717"/>
                  </a:lnTo>
                  <a:lnTo>
                    <a:pt x="201" y="717"/>
                  </a:lnTo>
                  <a:lnTo>
                    <a:pt x="201" y="717"/>
                  </a:lnTo>
                  <a:lnTo>
                    <a:pt x="201" y="717"/>
                  </a:lnTo>
                  <a:lnTo>
                    <a:pt x="201" y="715"/>
                  </a:lnTo>
                  <a:lnTo>
                    <a:pt x="201" y="715"/>
                  </a:lnTo>
                  <a:lnTo>
                    <a:pt x="199" y="715"/>
                  </a:lnTo>
                  <a:lnTo>
                    <a:pt x="199" y="715"/>
                  </a:lnTo>
                  <a:lnTo>
                    <a:pt x="199" y="715"/>
                  </a:lnTo>
                  <a:lnTo>
                    <a:pt x="197" y="715"/>
                  </a:lnTo>
                  <a:lnTo>
                    <a:pt x="197" y="715"/>
                  </a:lnTo>
                  <a:lnTo>
                    <a:pt x="195" y="713"/>
                  </a:lnTo>
                  <a:lnTo>
                    <a:pt x="195" y="713"/>
                  </a:lnTo>
                  <a:lnTo>
                    <a:pt x="195" y="711"/>
                  </a:lnTo>
                  <a:lnTo>
                    <a:pt x="193" y="711"/>
                  </a:lnTo>
                  <a:lnTo>
                    <a:pt x="193" y="711"/>
                  </a:lnTo>
                  <a:lnTo>
                    <a:pt x="193" y="711"/>
                  </a:lnTo>
                  <a:lnTo>
                    <a:pt x="193" y="711"/>
                  </a:lnTo>
                  <a:lnTo>
                    <a:pt x="189" y="715"/>
                  </a:lnTo>
                  <a:lnTo>
                    <a:pt x="187" y="719"/>
                  </a:lnTo>
                  <a:lnTo>
                    <a:pt x="187" y="719"/>
                  </a:lnTo>
                  <a:lnTo>
                    <a:pt x="187" y="719"/>
                  </a:lnTo>
                  <a:lnTo>
                    <a:pt x="185" y="719"/>
                  </a:lnTo>
                  <a:lnTo>
                    <a:pt x="185" y="719"/>
                  </a:lnTo>
                  <a:lnTo>
                    <a:pt x="183" y="717"/>
                  </a:lnTo>
                  <a:lnTo>
                    <a:pt x="183" y="715"/>
                  </a:lnTo>
                  <a:lnTo>
                    <a:pt x="181" y="715"/>
                  </a:lnTo>
                  <a:lnTo>
                    <a:pt x="179" y="715"/>
                  </a:lnTo>
                  <a:lnTo>
                    <a:pt x="177" y="715"/>
                  </a:lnTo>
                  <a:lnTo>
                    <a:pt x="177" y="715"/>
                  </a:lnTo>
                  <a:lnTo>
                    <a:pt x="177" y="715"/>
                  </a:lnTo>
                  <a:lnTo>
                    <a:pt x="177" y="715"/>
                  </a:lnTo>
                  <a:lnTo>
                    <a:pt x="177" y="715"/>
                  </a:lnTo>
                  <a:lnTo>
                    <a:pt x="177" y="713"/>
                  </a:lnTo>
                  <a:lnTo>
                    <a:pt x="177" y="713"/>
                  </a:lnTo>
                  <a:lnTo>
                    <a:pt x="177" y="711"/>
                  </a:lnTo>
                  <a:lnTo>
                    <a:pt x="177" y="711"/>
                  </a:lnTo>
                  <a:lnTo>
                    <a:pt x="177" y="709"/>
                  </a:lnTo>
                  <a:lnTo>
                    <a:pt x="177" y="709"/>
                  </a:lnTo>
                  <a:lnTo>
                    <a:pt x="175" y="707"/>
                  </a:lnTo>
                  <a:lnTo>
                    <a:pt x="175" y="705"/>
                  </a:lnTo>
                  <a:lnTo>
                    <a:pt x="175" y="705"/>
                  </a:lnTo>
                  <a:lnTo>
                    <a:pt x="173" y="705"/>
                  </a:lnTo>
                  <a:lnTo>
                    <a:pt x="171" y="705"/>
                  </a:lnTo>
                  <a:lnTo>
                    <a:pt x="171" y="705"/>
                  </a:lnTo>
                  <a:lnTo>
                    <a:pt x="171" y="705"/>
                  </a:lnTo>
                  <a:lnTo>
                    <a:pt x="171" y="705"/>
                  </a:lnTo>
                  <a:lnTo>
                    <a:pt x="169" y="705"/>
                  </a:lnTo>
                  <a:lnTo>
                    <a:pt x="169" y="707"/>
                  </a:lnTo>
                  <a:lnTo>
                    <a:pt x="169" y="707"/>
                  </a:lnTo>
                  <a:lnTo>
                    <a:pt x="169" y="707"/>
                  </a:lnTo>
                  <a:lnTo>
                    <a:pt x="169" y="707"/>
                  </a:lnTo>
                  <a:lnTo>
                    <a:pt x="169" y="707"/>
                  </a:lnTo>
                  <a:lnTo>
                    <a:pt x="169" y="707"/>
                  </a:lnTo>
                  <a:lnTo>
                    <a:pt x="167" y="707"/>
                  </a:lnTo>
                  <a:lnTo>
                    <a:pt x="167" y="707"/>
                  </a:lnTo>
                  <a:lnTo>
                    <a:pt x="167" y="705"/>
                  </a:lnTo>
                  <a:lnTo>
                    <a:pt x="167" y="707"/>
                  </a:lnTo>
                  <a:lnTo>
                    <a:pt x="167" y="707"/>
                  </a:lnTo>
                  <a:lnTo>
                    <a:pt x="165" y="707"/>
                  </a:lnTo>
                  <a:lnTo>
                    <a:pt x="165" y="707"/>
                  </a:lnTo>
                  <a:lnTo>
                    <a:pt x="165" y="707"/>
                  </a:lnTo>
                  <a:lnTo>
                    <a:pt x="165" y="707"/>
                  </a:lnTo>
                  <a:lnTo>
                    <a:pt x="165" y="707"/>
                  </a:lnTo>
                  <a:lnTo>
                    <a:pt x="165" y="705"/>
                  </a:lnTo>
                  <a:lnTo>
                    <a:pt x="165" y="705"/>
                  </a:lnTo>
                  <a:lnTo>
                    <a:pt x="165" y="705"/>
                  </a:lnTo>
                  <a:lnTo>
                    <a:pt x="165" y="705"/>
                  </a:lnTo>
                  <a:lnTo>
                    <a:pt x="163" y="703"/>
                  </a:lnTo>
                  <a:lnTo>
                    <a:pt x="163" y="703"/>
                  </a:lnTo>
                  <a:lnTo>
                    <a:pt x="163" y="703"/>
                  </a:lnTo>
                  <a:lnTo>
                    <a:pt x="161" y="701"/>
                  </a:lnTo>
                  <a:lnTo>
                    <a:pt x="159" y="701"/>
                  </a:lnTo>
                  <a:lnTo>
                    <a:pt x="159" y="701"/>
                  </a:lnTo>
                  <a:lnTo>
                    <a:pt x="159" y="699"/>
                  </a:lnTo>
                  <a:lnTo>
                    <a:pt x="157" y="699"/>
                  </a:lnTo>
                  <a:lnTo>
                    <a:pt x="157" y="697"/>
                  </a:lnTo>
                  <a:lnTo>
                    <a:pt x="157" y="699"/>
                  </a:lnTo>
                  <a:lnTo>
                    <a:pt x="157" y="699"/>
                  </a:lnTo>
                  <a:lnTo>
                    <a:pt x="155" y="699"/>
                  </a:lnTo>
                  <a:lnTo>
                    <a:pt x="155" y="701"/>
                  </a:lnTo>
                  <a:lnTo>
                    <a:pt x="155" y="701"/>
                  </a:lnTo>
                  <a:lnTo>
                    <a:pt x="153" y="701"/>
                  </a:lnTo>
                  <a:lnTo>
                    <a:pt x="152" y="701"/>
                  </a:lnTo>
                  <a:lnTo>
                    <a:pt x="152" y="703"/>
                  </a:lnTo>
                  <a:lnTo>
                    <a:pt x="150" y="707"/>
                  </a:lnTo>
                  <a:lnTo>
                    <a:pt x="140" y="711"/>
                  </a:lnTo>
                  <a:lnTo>
                    <a:pt x="140" y="711"/>
                  </a:lnTo>
                  <a:lnTo>
                    <a:pt x="140" y="711"/>
                  </a:lnTo>
                  <a:lnTo>
                    <a:pt x="140" y="713"/>
                  </a:lnTo>
                  <a:lnTo>
                    <a:pt x="140" y="713"/>
                  </a:lnTo>
                  <a:lnTo>
                    <a:pt x="140" y="713"/>
                  </a:lnTo>
                  <a:lnTo>
                    <a:pt x="140" y="713"/>
                  </a:lnTo>
                  <a:lnTo>
                    <a:pt x="138" y="713"/>
                  </a:lnTo>
                  <a:lnTo>
                    <a:pt x="138" y="713"/>
                  </a:lnTo>
                  <a:lnTo>
                    <a:pt x="136" y="713"/>
                  </a:lnTo>
                  <a:lnTo>
                    <a:pt x="136" y="713"/>
                  </a:lnTo>
                  <a:lnTo>
                    <a:pt x="136" y="713"/>
                  </a:lnTo>
                  <a:lnTo>
                    <a:pt x="134" y="713"/>
                  </a:lnTo>
                  <a:lnTo>
                    <a:pt x="134" y="713"/>
                  </a:lnTo>
                  <a:lnTo>
                    <a:pt x="128" y="709"/>
                  </a:lnTo>
                  <a:lnTo>
                    <a:pt x="126" y="709"/>
                  </a:lnTo>
                  <a:lnTo>
                    <a:pt x="126" y="707"/>
                  </a:lnTo>
                  <a:lnTo>
                    <a:pt x="124" y="707"/>
                  </a:lnTo>
                  <a:lnTo>
                    <a:pt x="124" y="707"/>
                  </a:lnTo>
                  <a:lnTo>
                    <a:pt x="124" y="707"/>
                  </a:lnTo>
                  <a:lnTo>
                    <a:pt x="124" y="705"/>
                  </a:lnTo>
                  <a:lnTo>
                    <a:pt x="124" y="705"/>
                  </a:lnTo>
                  <a:lnTo>
                    <a:pt x="126" y="705"/>
                  </a:lnTo>
                  <a:lnTo>
                    <a:pt x="126" y="705"/>
                  </a:lnTo>
                  <a:lnTo>
                    <a:pt x="126" y="703"/>
                  </a:lnTo>
                  <a:lnTo>
                    <a:pt x="126" y="703"/>
                  </a:lnTo>
                  <a:lnTo>
                    <a:pt x="126" y="703"/>
                  </a:lnTo>
                  <a:lnTo>
                    <a:pt x="126" y="703"/>
                  </a:lnTo>
                  <a:lnTo>
                    <a:pt x="126" y="701"/>
                  </a:lnTo>
                  <a:lnTo>
                    <a:pt x="124" y="701"/>
                  </a:lnTo>
                  <a:lnTo>
                    <a:pt x="124" y="701"/>
                  </a:lnTo>
                  <a:lnTo>
                    <a:pt x="122" y="701"/>
                  </a:lnTo>
                  <a:lnTo>
                    <a:pt x="122" y="701"/>
                  </a:lnTo>
                  <a:lnTo>
                    <a:pt x="120" y="701"/>
                  </a:lnTo>
                  <a:lnTo>
                    <a:pt x="120" y="701"/>
                  </a:lnTo>
                  <a:lnTo>
                    <a:pt x="120" y="701"/>
                  </a:lnTo>
                  <a:lnTo>
                    <a:pt x="120" y="701"/>
                  </a:lnTo>
                  <a:lnTo>
                    <a:pt x="120" y="699"/>
                  </a:lnTo>
                  <a:lnTo>
                    <a:pt x="118" y="699"/>
                  </a:lnTo>
                  <a:lnTo>
                    <a:pt x="118" y="699"/>
                  </a:lnTo>
                  <a:lnTo>
                    <a:pt x="118" y="697"/>
                  </a:lnTo>
                  <a:lnTo>
                    <a:pt x="118" y="697"/>
                  </a:lnTo>
                  <a:lnTo>
                    <a:pt x="118" y="695"/>
                  </a:lnTo>
                  <a:lnTo>
                    <a:pt x="118" y="695"/>
                  </a:lnTo>
                  <a:lnTo>
                    <a:pt x="118" y="693"/>
                  </a:lnTo>
                  <a:lnTo>
                    <a:pt x="120" y="693"/>
                  </a:lnTo>
                  <a:lnTo>
                    <a:pt x="120" y="691"/>
                  </a:lnTo>
                  <a:lnTo>
                    <a:pt x="120" y="691"/>
                  </a:lnTo>
                  <a:lnTo>
                    <a:pt x="120" y="691"/>
                  </a:lnTo>
                  <a:lnTo>
                    <a:pt x="120" y="689"/>
                  </a:lnTo>
                  <a:lnTo>
                    <a:pt x="120" y="689"/>
                  </a:lnTo>
                  <a:lnTo>
                    <a:pt x="120" y="689"/>
                  </a:lnTo>
                  <a:lnTo>
                    <a:pt x="120" y="689"/>
                  </a:lnTo>
                  <a:lnTo>
                    <a:pt x="120" y="688"/>
                  </a:lnTo>
                  <a:lnTo>
                    <a:pt x="120" y="688"/>
                  </a:lnTo>
                  <a:lnTo>
                    <a:pt x="122" y="686"/>
                  </a:lnTo>
                  <a:lnTo>
                    <a:pt x="122" y="684"/>
                  </a:lnTo>
                  <a:lnTo>
                    <a:pt x="122" y="684"/>
                  </a:lnTo>
                  <a:lnTo>
                    <a:pt x="122" y="684"/>
                  </a:lnTo>
                  <a:lnTo>
                    <a:pt x="122" y="684"/>
                  </a:lnTo>
                  <a:lnTo>
                    <a:pt x="124" y="684"/>
                  </a:lnTo>
                  <a:lnTo>
                    <a:pt x="124" y="684"/>
                  </a:lnTo>
                  <a:lnTo>
                    <a:pt x="124" y="684"/>
                  </a:lnTo>
                  <a:lnTo>
                    <a:pt x="126" y="684"/>
                  </a:lnTo>
                  <a:lnTo>
                    <a:pt x="126" y="684"/>
                  </a:lnTo>
                  <a:lnTo>
                    <a:pt x="126" y="682"/>
                  </a:lnTo>
                  <a:lnTo>
                    <a:pt x="126" y="682"/>
                  </a:lnTo>
                  <a:lnTo>
                    <a:pt x="126" y="682"/>
                  </a:lnTo>
                  <a:lnTo>
                    <a:pt x="126" y="680"/>
                  </a:lnTo>
                  <a:lnTo>
                    <a:pt x="126" y="680"/>
                  </a:lnTo>
                  <a:lnTo>
                    <a:pt x="126" y="678"/>
                  </a:lnTo>
                  <a:lnTo>
                    <a:pt x="126" y="678"/>
                  </a:lnTo>
                  <a:lnTo>
                    <a:pt x="126" y="678"/>
                  </a:lnTo>
                  <a:lnTo>
                    <a:pt x="128" y="676"/>
                  </a:lnTo>
                  <a:lnTo>
                    <a:pt x="130" y="672"/>
                  </a:lnTo>
                  <a:lnTo>
                    <a:pt x="130" y="672"/>
                  </a:lnTo>
                  <a:lnTo>
                    <a:pt x="130" y="670"/>
                  </a:lnTo>
                  <a:lnTo>
                    <a:pt x="130" y="670"/>
                  </a:lnTo>
                  <a:lnTo>
                    <a:pt x="130" y="670"/>
                  </a:lnTo>
                  <a:lnTo>
                    <a:pt x="130" y="668"/>
                  </a:lnTo>
                  <a:lnTo>
                    <a:pt x="130" y="668"/>
                  </a:lnTo>
                  <a:lnTo>
                    <a:pt x="130" y="668"/>
                  </a:lnTo>
                  <a:lnTo>
                    <a:pt x="132" y="668"/>
                  </a:lnTo>
                  <a:lnTo>
                    <a:pt x="132" y="666"/>
                  </a:lnTo>
                  <a:lnTo>
                    <a:pt x="134" y="666"/>
                  </a:lnTo>
                  <a:lnTo>
                    <a:pt x="134" y="666"/>
                  </a:lnTo>
                  <a:lnTo>
                    <a:pt x="134" y="666"/>
                  </a:lnTo>
                  <a:lnTo>
                    <a:pt x="134" y="668"/>
                  </a:lnTo>
                  <a:lnTo>
                    <a:pt x="134" y="668"/>
                  </a:lnTo>
                  <a:lnTo>
                    <a:pt x="136" y="668"/>
                  </a:lnTo>
                  <a:lnTo>
                    <a:pt x="136" y="668"/>
                  </a:lnTo>
                  <a:lnTo>
                    <a:pt x="136" y="668"/>
                  </a:lnTo>
                  <a:lnTo>
                    <a:pt x="136" y="668"/>
                  </a:lnTo>
                  <a:lnTo>
                    <a:pt x="136" y="668"/>
                  </a:lnTo>
                  <a:lnTo>
                    <a:pt x="138" y="668"/>
                  </a:lnTo>
                  <a:lnTo>
                    <a:pt x="138" y="668"/>
                  </a:lnTo>
                  <a:lnTo>
                    <a:pt x="140" y="668"/>
                  </a:lnTo>
                  <a:lnTo>
                    <a:pt x="142" y="670"/>
                  </a:lnTo>
                  <a:lnTo>
                    <a:pt x="142" y="670"/>
                  </a:lnTo>
                  <a:lnTo>
                    <a:pt x="142" y="670"/>
                  </a:lnTo>
                  <a:lnTo>
                    <a:pt x="144" y="668"/>
                  </a:lnTo>
                  <a:lnTo>
                    <a:pt x="144" y="668"/>
                  </a:lnTo>
                  <a:lnTo>
                    <a:pt x="144" y="668"/>
                  </a:lnTo>
                  <a:lnTo>
                    <a:pt x="146" y="668"/>
                  </a:lnTo>
                  <a:lnTo>
                    <a:pt x="146" y="666"/>
                  </a:lnTo>
                  <a:lnTo>
                    <a:pt x="146" y="666"/>
                  </a:lnTo>
                  <a:lnTo>
                    <a:pt x="146" y="664"/>
                  </a:lnTo>
                  <a:lnTo>
                    <a:pt x="146" y="662"/>
                  </a:lnTo>
                  <a:lnTo>
                    <a:pt x="146" y="662"/>
                  </a:lnTo>
                  <a:lnTo>
                    <a:pt x="146" y="662"/>
                  </a:lnTo>
                  <a:lnTo>
                    <a:pt x="146" y="662"/>
                  </a:lnTo>
                  <a:lnTo>
                    <a:pt x="146" y="660"/>
                  </a:lnTo>
                  <a:lnTo>
                    <a:pt x="144" y="660"/>
                  </a:lnTo>
                  <a:lnTo>
                    <a:pt x="144" y="660"/>
                  </a:lnTo>
                  <a:lnTo>
                    <a:pt x="144" y="660"/>
                  </a:lnTo>
                  <a:lnTo>
                    <a:pt x="144" y="660"/>
                  </a:lnTo>
                  <a:lnTo>
                    <a:pt x="144" y="658"/>
                  </a:lnTo>
                  <a:lnTo>
                    <a:pt x="144" y="658"/>
                  </a:lnTo>
                  <a:lnTo>
                    <a:pt x="144" y="658"/>
                  </a:lnTo>
                  <a:lnTo>
                    <a:pt x="144" y="658"/>
                  </a:lnTo>
                  <a:lnTo>
                    <a:pt x="144" y="656"/>
                  </a:lnTo>
                  <a:lnTo>
                    <a:pt x="144" y="656"/>
                  </a:lnTo>
                  <a:lnTo>
                    <a:pt x="142" y="656"/>
                  </a:lnTo>
                  <a:lnTo>
                    <a:pt x="142" y="656"/>
                  </a:lnTo>
                  <a:lnTo>
                    <a:pt x="142" y="656"/>
                  </a:lnTo>
                  <a:lnTo>
                    <a:pt x="142" y="654"/>
                  </a:lnTo>
                  <a:lnTo>
                    <a:pt x="142" y="654"/>
                  </a:lnTo>
                  <a:lnTo>
                    <a:pt x="142" y="652"/>
                  </a:lnTo>
                  <a:lnTo>
                    <a:pt x="142" y="652"/>
                  </a:lnTo>
                  <a:lnTo>
                    <a:pt x="142" y="652"/>
                  </a:lnTo>
                  <a:lnTo>
                    <a:pt x="142" y="652"/>
                  </a:lnTo>
                  <a:lnTo>
                    <a:pt x="142" y="650"/>
                  </a:lnTo>
                  <a:lnTo>
                    <a:pt x="140" y="650"/>
                  </a:lnTo>
                  <a:lnTo>
                    <a:pt x="140" y="648"/>
                  </a:lnTo>
                  <a:lnTo>
                    <a:pt x="140" y="648"/>
                  </a:lnTo>
                  <a:lnTo>
                    <a:pt x="138" y="646"/>
                  </a:lnTo>
                  <a:lnTo>
                    <a:pt x="138" y="646"/>
                  </a:lnTo>
                  <a:lnTo>
                    <a:pt x="138" y="646"/>
                  </a:lnTo>
                  <a:lnTo>
                    <a:pt x="138" y="644"/>
                  </a:lnTo>
                  <a:lnTo>
                    <a:pt x="140" y="644"/>
                  </a:lnTo>
                  <a:lnTo>
                    <a:pt x="140" y="644"/>
                  </a:lnTo>
                  <a:lnTo>
                    <a:pt x="140" y="642"/>
                  </a:lnTo>
                  <a:lnTo>
                    <a:pt x="140" y="642"/>
                  </a:lnTo>
                  <a:lnTo>
                    <a:pt x="140" y="642"/>
                  </a:lnTo>
                  <a:lnTo>
                    <a:pt x="142" y="642"/>
                  </a:lnTo>
                  <a:lnTo>
                    <a:pt x="144" y="642"/>
                  </a:lnTo>
                  <a:lnTo>
                    <a:pt x="146" y="642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46" y="638"/>
                  </a:lnTo>
                  <a:lnTo>
                    <a:pt x="146" y="636"/>
                  </a:lnTo>
                  <a:lnTo>
                    <a:pt x="144" y="636"/>
                  </a:lnTo>
                  <a:lnTo>
                    <a:pt x="146" y="636"/>
                  </a:lnTo>
                  <a:lnTo>
                    <a:pt x="146" y="636"/>
                  </a:lnTo>
                  <a:lnTo>
                    <a:pt x="146" y="636"/>
                  </a:lnTo>
                  <a:lnTo>
                    <a:pt x="146" y="636"/>
                  </a:lnTo>
                  <a:lnTo>
                    <a:pt x="146" y="636"/>
                  </a:lnTo>
                  <a:lnTo>
                    <a:pt x="146" y="636"/>
                  </a:lnTo>
                  <a:lnTo>
                    <a:pt x="144" y="635"/>
                  </a:lnTo>
                  <a:lnTo>
                    <a:pt x="144" y="635"/>
                  </a:lnTo>
                  <a:lnTo>
                    <a:pt x="144" y="635"/>
                  </a:lnTo>
                  <a:lnTo>
                    <a:pt x="144" y="635"/>
                  </a:lnTo>
                  <a:lnTo>
                    <a:pt x="144" y="635"/>
                  </a:lnTo>
                  <a:lnTo>
                    <a:pt x="144" y="635"/>
                  </a:lnTo>
                  <a:lnTo>
                    <a:pt x="142" y="635"/>
                  </a:lnTo>
                  <a:lnTo>
                    <a:pt x="142" y="633"/>
                  </a:lnTo>
                  <a:lnTo>
                    <a:pt x="142" y="633"/>
                  </a:lnTo>
                  <a:lnTo>
                    <a:pt x="142" y="633"/>
                  </a:lnTo>
                  <a:lnTo>
                    <a:pt x="140" y="633"/>
                  </a:lnTo>
                  <a:lnTo>
                    <a:pt x="140" y="633"/>
                  </a:lnTo>
                  <a:lnTo>
                    <a:pt x="140" y="633"/>
                  </a:lnTo>
                  <a:lnTo>
                    <a:pt x="140" y="631"/>
                  </a:lnTo>
                  <a:lnTo>
                    <a:pt x="140" y="631"/>
                  </a:lnTo>
                  <a:lnTo>
                    <a:pt x="140" y="631"/>
                  </a:lnTo>
                  <a:lnTo>
                    <a:pt x="142" y="631"/>
                  </a:lnTo>
                  <a:lnTo>
                    <a:pt x="142" y="629"/>
                  </a:lnTo>
                  <a:lnTo>
                    <a:pt x="142" y="627"/>
                  </a:lnTo>
                  <a:lnTo>
                    <a:pt x="140" y="625"/>
                  </a:lnTo>
                  <a:lnTo>
                    <a:pt x="140" y="623"/>
                  </a:lnTo>
                  <a:lnTo>
                    <a:pt x="140" y="623"/>
                  </a:lnTo>
                  <a:lnTo>
                    <a:pt x="140" y="621"/>
                  </a:lnTo>
                  <a:lnTo>
                    <a:pt x="138" y="621"/>
                  </a:lnTo>
                  <a:lnTo>
                    <a:pt x="138" y="619"/>
                  </a:lnTo>
                  <a:lnTo>
                    <a:pt x="138" y="619"/>
                  </a:lnTo>
                  <a:lnTo>
                    <a:pt x="138" y="619"/>
                  </a:lnTo>
                  <a:lnTo>
                    <a:pt x="136" y="617"/>
                  </a:lnTo>
                  <a:lnTo>
                    <a:pt x="134" y="617"/>
                  </a:lnTo>
                  <a:lnTo>
                    <a:pt x="134" y="617"/>
                  </a:lnTo>
                  <a:lnTo>
                    <a:pt x="134" y="615"/>
                  </a:lnTo>
                  <a:lnTo>
                    <a:pt x="132" y="613"/>
                  </a:lnTo>
                  <a:lnTo>
                    <a:pt x="132" y="613"/>
                  </a:lnTo>
                  <a:lnTo>
                    <a:pt x="132" y="613"/>
                  </a:lnTo>
                  <a:lnTo>
                    <a:pt x="132" y="613"/>
                  </a:lnTo>
                  <a:lnTo>
                    <a:pt x="132" y="611"/>
                  </a:lnTo>
                  <a:lnTo>
                    <a:pt x="132" y="609"/>
                  </a:lnTo>
                  <a:lnTo>
                    <a:pt x="132" y="609"/>
                  </a:lnTo>
                  <a:lnTo>
                    <a:pt x="132" y="607"/>
                  </a:lnTo>
                  <a:lnTo>
                    <a:pt x="132" y="607"/>
                  </a:lnTo>
                  <a:lnTo>
                    <a:pt x="132" y="605"/>
                  </a:lnTo>
                  <a:lnTo>
                    <a:pt x="132" y="605"/>
                  </a:lnTo>
                  <a:lnTo>
                    <a:pt x="132" y="605"/>
                  </a:lnTo>
                  <a:lnTo>
                    <a:pt x="132" y="605"/>
                  </a:lnTo>
                  <a:lnTo>
                    <a:pt x="132" y="605"/>
                  </a:lnTo>
                  <a:lnTo>
                    <a:pt x="128" y="605"/>
                  </a:lnTo>
                  <a:lnTo>
                    <a:pt x="128" y="607"/>
                  </a:lnTo>
                  <a:lnTo>
                    <a:pt x="128" y="607"/>
                  </a:lnTo>
                  <a:lnTo>
                    <a:pt x="126" y="605"/>
                  </a:lnTo>
                  <a:lnTo>
                    <a:pt x="126" y="605"/>
                  </a:lnTo>
                  <a:lnTo>
                    <a:pt x="126" y="605"/>
                  </a:lnTo>
                  <a:lnTo>
                    <a:pt x="126" y="605"/>
                  </a:lnTo>
                  <a:lnTo>
                    <a:pt x="124" y="603"/>
                  </a:lnTo>
                  <a:lnTo>
                    <a:pt x="124" y="603"/>
                  </a:lnTo>
                  <a:lnTo>
                    <a:pt x="124" y="603"/>
                  </a:lnTo>
                  <a:lnTo>
                    <a:pt x="124" y="601"/>
                  </a:lnTo>
                  <a:lnTo>
                    <a:pt x="124" y="601"/>
                  </a:lnTo>
                  <a:lnTo>
                    <a:pt x="124" y="601"/>
                  </a:lnTo>
                  <a:lnTo>
                    <a:pt x="124" y="601"/>
                  </a:lnTo>
                  <a:lnTo>
                    <a:pt x="124" y="601"/>
                  </a:lnTo>
                  <a:lnTo>
                    <a:pt x="122" y="599"/>
                  </a:lnTo>
                  <a:lnTo>
                    <a:pt x="120" y="599"/>
                  </a:lnTo>
                  <a:lnTo>
                    <a:pt x="120" y="597"/>
                  </a:lnTo>
                  <a:lnTo>
                    <a:pt x="120" y="595"/>
                  </a:lnTo>
                  <a:lnTo>
                    <a:pt x="120" y="595"/>
                  </a:lnTo>
                  <a:lnTo>
                    <a:pt x="118" y="593"/>
                  </a:lnTo>
                  <a:lnTo>
                    <a:pt x="118" y="593"/>
                  </a:lnTo>
                  <a:lnTo>
                    <a:pt x="118" y="591"/>
                  </a:lnTo>
                  <a:lnTo>
                    <a:pt x="118" y="591"/>
                  </a:lnTo>
                  <a:lnTo>
                    <a:pt x="118" y="591"/>
                  </a:lnTo>
                  <a:lnTo>
                    <a:pt x="118" y="591"/>
                  </a:lnTo>
                  <a:lnTo>
                    <a:pt x="116" y="589"/>
                  </a:lnTo>
                  <a:lnTo>
                    <a:pt x="116" y="589"/>
                  </a:lnTo>
                  <a:lnTo>
                    <a:pt x="116" y="589"/>
                  </a:lnTo>
                  <a:lnTo>
                    <a:pt x="116" y="589"/>
                  </a:lnTo>
                  <a:lnTo>
                    <a:pt x="114" y="589"/>
                  </a:lnTo>
                  <a:lnTo>
                    <a:pt x="114" y="589"/>
                  </a:lnTo>
                  <a:lnTo>
                    <a:pt x="114" y="589"/>
                  </a:lnTo>
                  <a:lnTo>
                    <a:pt x="110" y="587"/>
                  </a:lnTo>
                  <a:lnTo>
                    <a:pt x="110" y="587"/>
                  </a:lnTo>
                  <a:lnTo>
                    <a:pt x="108" y="585"/>
                  </a:lnTo>
                  <a:lnTo>
                    <a:pt x="108" y="585"/>
                  </a:lnTo>
                  <a:lnTo>
                    <a:pt x="108" y="585"/>
                  </a:lnTo>
                  <a:lnTo>
                    <a:pt x="108" y="585"/>
                  </a:lnTo>
                  <a:lnTo>
                    <a:pt x="106" y="583"/>
                  </a:lnTo>
                  <a:lnTo>
                    <a:pt x="106" y="583"/>
                  </a:lnTo>
                  <a:lnTo>
                    <a:pt x="104" y="583"/>
                  </a:lnTo>
                  <a:lnTo>
                    <a:pt x="104" y="583"/>
                  </a:lnTo>
                  <a:lnTo>
                    <a:pt x="104" y="583"/>
                  </a:lnTo>
                  <a:lnTo>
                    <a:pt x="104" y="583"/>
                  </a:lnTo>
                  <a:lnTo>
                    <a:pt x="104" y="581"/>
                  </a:lnTo>
                  <a:lnTo>
                    <a:pt x="102" y="581"/>
                  </a:lnTo>
                  <a:lnTo>
                    <a:pt x="102" y="581"/>
                  </a:lnTo>
                  <a:lnTo>
                    <a:pt x="102" y="580"/>
                  </a:lnTo>
                  <a:lnTo>
                    <a:pt x="102" y="580"/>
                  </a:lnTo>
                  <a:lnTo>
                    <a:pt x="102" y="580"/>
                  </a:lnTo>
                  <a:lnTo>
                    <a:pt x="101" y="580"/>
                  </a:lnTo>
                  <a:lnTo>
                    <a:pt x="99" y="578"/>
                  </a:lnTo>
                  <a:lnTo>
                    <a:pt x="99" y="578"/>
                  </a:lnTo>
                  <a:lnTo>
                    <a:pt x="97" y="578"/>
                  </a:lnTo>
                  <a:lnTo>
                    <a:pt x="97" y="578"/>
                  </a:lnTo>
                  <a:lnTo>
                    <a:pt x="97" y="578"/>
                  </a:lnTo>
                  <a:lnTo>
                    <a:pt x="97" y="578"/>
                  </a:lnTo>
                  <a:lnTo>
                    <a:pt x="97" y="576"/>
                  </a:lnTo>
                  <a:lnTo>
                    <a:pt x="95" y="576"/>
                  </a:lnTo>
                  <a:lnTo>
                    <a:pt x="95" y="576"/>
                  </a:lnTo>
                  <a:lnTo>
                    <a:pt x="95" y="576"/>
                  </a:lnTo>
                  <a:lnTo>
                    <a:pt x="95" y="576"/>
                  </a:lnTo>
                  <a:lnTo>
                    <a:pt x="93" y="576"/>
                  </a:lnTo>
                  <a:lnTo>
                    <a:pt x="93" y="576"/>
                  </a:lnTo>
                  <a:lnTo>
                    <a:pt x="93" y="576"/>
                  </a:lnTo>
                  <a:lnTo>
                    <a:pt x="93" y="576"/>
                  </a:lnTo>
                  <a:lnTo>
                    <a:pt x="91" y="576"/>
                  </a:lnTo>
                  <a:lnTo>
                    <a:pt x="91" y="576"/>
                  </a:lnTo>
                  <a:lnTo>
                    <a:pt x="91" y="574"/>
                  </a:lnTo>
                  <a:lnTo>
                    <a:pt x="91" y="574"/>
                  </a:lnTo>
                  <a:lnTo>
                    <a:pt x="89" y="574"/>
                  </a:lnTo>
                  <a:lnTo>
                    <a:pt x="87" y="574"/>
                  </a:lnTo>
                  <a:lnTo>
                    <a:pt x="87" y="576"/>
                  </a:lnTo>
                  <a:lnTo>
                    <a:pt x="85" y="576"/>
                  </a:lnTo>
                  <a:lnTo>
                    <a:pt x="85" y="576"/>
                  </a:lnTo>
                  <a:lnTo>
                    <a:pt x="85" y="574"/>
                  </a:lnTo>
                  <a:lnTo>
                    <a:pt x="83" y="574"/>
                  </a:lnTo>
                  <a:lnTo>
                    <a:pt x="83" y="574"/>
                  </a:lnTo>
                  <a:lnTo>
                    <a:pt x="83" y="574"/>
                  </a:lnTo>
                  <a:lnTo>
                    <a:pt x="83" y="574"/>
                  </a:lnTo>
                  <a:lnTo>
                    <a:pt x="83" y="572"/>
                  </a:lnTo>
                  <a:lnTo>
                    <a:pt x="81" y="572"/>
                  </a:lnTo>
                  <a:lnTo>
                    <a:pt x="77" y="572"/>
                  </a:lnTo>
                  <a:lnTo>
                    <a:pt x="77" y="572"/>
                  </a:lnTo>
                  <a:lnTo>
                    <a:pt x="77" y="572"/>
                  </a:lnTo>
                  <a:lnTo>
                    <a:pt x="75" y="574"/>
                  </a:lnTo>
                  <a:lnTo>
                    <a:pt x="75" y="574"/>
                  </a:lnTo>
                  <a:lnTo>
                    <a:pt x="75" y="574"/>
                  </a:lnTo>
                  <a:lnTo>
                    <a:pt x="75" y="574"/>
                  </a:lnTo>
                  <a:lnTo>
                    <a:pt x="75" y="574"/>
                  </a:lnTo>
                  <a:lnTo>
                    <a:pt x="73" y="574"/>
                  </a:lnTo>
                  <a:lnTo>
                    <a:pt x="73" y="572"/>
                  </a:lnTo>
                  <a:lnTo>
                    <a:pt x="71" y="572"/>
                  </a:lnTo>
                  <a:lnTo>
                    <a:pt x="71" y="572"/>
                  </a:lnTo>
                  <a:lnTo>
                    <a:pt x="71" y="572"/>
                  </a:lnTo>
                  <a:lnTo>
                    <a:pt x="71" y="572"/>
                  </a:lnTo>
                  <a:lnTo>
                    <a:pt x="69" y="572"/>
                  </a:lnTo>
                  <a:lnTo>
                    <a:pt x="69" y="574"/>
                  </a:lnTo>
                  <a:lnTo>
                    <a:pt x="69" y="574"/>
                  </a:lnTo>
                  <a:lnTo>
                    <a:pt x="69" y="574"/>
                  </a:lnTo>
                  <a:lnTo>
                    <a:pt x="69" y="574"/>
                  </a:lnTo>
                  <a:lnTo>
                    <a:pt x="69" y="576"/>
                  </a:lnTo>
                  <a:lnTo>
                    <a:pt x="69" y="576"/>
                  </a:lnTo>
                  <a:lnTo>
                    <a:pt x="69" y="578"/>
                  </a:lnTo>
                  <a:lnTo>
                    <a:pt x="69" y="578"/>
                  </a:lnTo>
                  <a:lnTo>
                    <a:pt x="69" y="578"/>
                  </a:lnTo>
                  <a:lnTo>
                    <a:pt x="69" y="578"/>
                  </a:lnTo>
                  <a:lnTo>
                    <a:pt x="69" y="580"/>
                  </a:lnTo>
                  <a:lnTo>
                    <a:pt x="67" y="580"/>
                  </a:lnTo>
                  <a:lnTo>
                    <a:pt x="67" y="581"/>
                  </a:lnTo>
                  <a:lnTo>
                    <a:pt x="65" y="581"/>
                  </a:lnTo>
                  <a:lnTo>
                    <a:pt x="65" y="583"/>
                  </a:lnTo>
                  <a:lnTo>
                    <a:pt x="65" y="583"/>
                  </a:lnTo>
                  <a:lnTo>
                    <a:pt x="65" y="583"/>
                  </a:lnTo>
                  <a:lnTo>
                    <a:pt x="63" y="583"/>
                  </a:lnTo>
                  <a:lnTo>
                    <a:pt x="63" y="583"/>
                  </a:lnTo>
                  <a:lnTo>
                    <a:pt x="63" y="583"/>
                  </a:lnTo>
                  <a:lnTo>
                    <a:pt x="63" y="583"/>
                  </a:lnTo>
                  <a:lnTo>
                    <a:pt x="61" y="583"/>
                  </a:lnTo>
                  <a:lnTo>
                    <a:pt x="61" y="583"/>
                  </a:lnTo>
                  <a:lnTo>
                    <a:pt x="57" y="583"/>
                  </a:lnTo>
                  <a:lnTo>
                    <a:pt x="55" y="583"/>
                  </a:lnTo>
                  <a:lnTo>
                    <a:pt x="55" y="585"/>
                  </a:lnTo>
                  <a:lnTo>
                    <a:pt x="55" y="585"/>
                  </a:lnTo>
                  <a:lnTo>
                    <a:pt x="55" y="587"/>
                  </a:lnTo>
                  <a:lnTo>
                    <a:pt x="55" y="587"/>
                  </a:lnTo>
                  <a:lnTo>
                    <a:pt x="53" y="587"/>
                  </a:lnTo>
                  <a:lnTo>
                    <a:pt x="53" y="587"/>
                  </a:lnTo>
                  <a:lnTo>
                    <a:pt x="53" y="587"/>
                  </a:lnTo>
                  <a:lnTo>
                    <a:pt x="50" y="587"/>
                  </a:lnTo>
                  <a:lnTo>
                    <a:pt x="48" y="587"/>
                  </a:lnTo>
                  <a:lnTo>
                    <a:pt x="46" y="587"/>
                  </a:lnTo>
                  <a:lnTo>
                    <a:pt x="46" y="587"/>
                  </a:lnTo>
                  <a:lnTo>
                    <a:pt x="44" y="585"/>
                  </a:lnTo>
                  <a:lnTo>
                    <a:pt x="42" y="583"/>
                  </a:lnTo>
                  <a:lnTo>
                    <a:pt x="42" y="583"/>
                  </a:lnTo>
                  <a:lnTo>
                    <a:pt x="38" y="585"/>
                  </a:lnTo>
                  <a:lnTo>
                    <a:pt x="38" y="585"/>
                  </a:lnTo>
                  <a:lnTo>
                    <a:pt x="38" y="585"/>
                  </a:lnTo>
                  <a:lnTo>
                    <a:pt x="36" y="587"/>
                  </a:lnTo>
                  <a:lnTo>
                    <a:pt x="34" y="589"/>
                  </a:lnTo>
                  <a:lnTo>
                    <a:pt x="32" y="585"/>
                  </a:lnTo>
                  <a:lnTo>
                    <a:pt x="32" y="585"/>
                  </a:lnTo>
                  <a:lnTo>
                    <a:pt x="32" y="585"/>
                  </a:lnTo>
                  <a:lnTo>
                    <a:pt x="32" y="585"/>
                  </a:lnTo>
                  <a:lnTo>
                    <a:pt x="32" y="583"/>
                  </a:lnTo>
                  <a:lnTo>
                    <a:pt x="32" y="583"/>
                  </a:lnTo>
                  <a:lnTo>
                    <a:pt x="34" y="583"/>
                  </a:lnTo>
                  <a:lnTo>
                    <a:pt x="34" y="581"/>
                  </a:lnTo>
                  <a:lnTo>
                    <a:pt x="34" y="581"/>
                  </a:lnTo>
                  <a:lnTo>
                    <a:pt x="34" y="581"/>
                  </a:lnTo>
                  <a:lnTo>
                    <a:pt x="36" y="581"/>
                  </a:lnTo>
                  <a:lnTo>
                    <a:pt x="36" y="581"/>
                  </a:lnTo>
                  <a:lnTo>
                    <a:pt x="36" y="580"/>
                  </a:lnTo>
                  <a:lnTo>
                    <a:pt x="36" y="580"/>
                  </a:lnTo>
                  <a:lnTo>
                    <a:pt x="36" y="578"/>
                  </a:lnTo>
                  <a:lnTo>
                    <a:pt x="36" y="578"/>
                  </a:lnTo>
                  <a:lnTo>
                    <a:pt x="36" y="578"/>
                  </a:lnTo>
                  <a:lnTo>
                    <a:pt x="38" y="578"/>
                  </a:lnTo>
                  <a:lnTo>
                    <a:pt x="38" y="578"/>
                  </a:lnTo>
                  <a:lnTo>
                    <a:pt x="38" y="578"/>
                  </a:lnTo>
                  <a:lnTo>
                    <a:pt x="38" y="576"/>
                  </a:lnTo>
                  <a:lnTo>
                    <a:pt x="40" y="576"/>
                  </a:lnTo>
                  <a:lnTo>
                    <a:pt x="40" y="574"/>
                  </a:lnTo>
                  <a:lnTo>
                    <a:pt x="40" y="574"/>
                  </a:lnTo>
                  <a:lnTo>
                    <a:pt x="40" y="574"/>
                  </a:lnTo>
                  <a:lnTo>
                    <a:pt x="38" y="572"/>
                  </a:lnTo>
                  <a:lnTo>
                    <a:pt x="38" y="572"/>
                  </a:lnTo>
                  <a:lnTo>
                    <a:pt x="38" y="572"/>
                  </a:lnTo>
                  <a:lnTo>
                    <a:pt x="38" y="570"/>
                  </a:lnTo>
                  <a:lnTo>
                    <a:pt x="38" y="570"/>
                  </a:lnTo>
                  <a:lnTo>
                    <a:pt x="38" y="570"/>
                  </a:lnTo>
                  <a:lnTo>
                    <a:pt x="36" y="570"/>
                  </a:lnTo>
                  <a:lnTo>
                    <a:pt x="36" y="570"/>
                  </a:lnTo>
                  <a:lnTo>
                    <a:pt x="36" y="570"/>
                  </a:lnTo>
                  <a:lnTo>
                    <a:pt x="38" y="570"/>
                  </a:lnTo>
                  <a:lnTo>
                    <a:pt x="40" y="570"/>
                  </a:lnTo>
                  <a:lnTo>
                    <a:pt x="40" y="570"/>
                  </a:lnTo>
                  <a:lnTo>
                    <a:pt x="40" y="568"/>
                  </a:lnTo>
                  <a:lnTo>
                    <a:pt x="42" y="568"/>
                  </a:lnTo>
                  <a:lnTo>
                    <a:pt x="42" y="566"/>
                  </a:lnTo>
                  <a:lnTo>
                    <a:pt x="42" y="566"/>
                  </a:lnTo>
                  <a:lnTo>
                    <a:pt x="42" y="566"/>
                  </a:lnTo>
                  <a:lnTo>
                    <a:pt x="42" y="564"/>
                  </a:lnTo>
                  <a:lnTo>
                    <a:pt x="42" y="564"/>
                  </a:lnTo>
                  <a:lnTo>
                    <a:pt x="42" y="564"/>
                  </a:lnTo>
                  <a:lnTo>
                    <a:pt x="42" y="562"/>
                  </a:lnTo>
                  <a:lnTo>
                    <a:pt x="42" y="562"/>
                  </a:lnTo>
                  <a:lnTo>
                    <a:pt x="42" y="562"/>
                  </a:lnTo>
                  <a:lnTo>
                    <a:pt x="40" y="562"/>
                  </a:lnTo>
                  <a:lnTo>
                    <a:pt x="40" y="562"/>
                  </a:lnTo>
                  <a:lnTo>
                    <a:pt x="40" y="562"/>
                  </a:lnTo>
                  <a:lnTo>
                    <a:pt x="40" y="562"/>
                  </a:lnTo>
                  <a:lnTo>
                    <a:pt x="40" y="560"/>
                  </a:lnTo>
                  <a:lnTo>
                    <a:pt x="40" y="560"/>
                  </a:lnTo>
                  <a:lnTo>
                    <a:pt x="40" y="560"/>
                  </a:lnTo>
                  <a:lnTo>
                    <a:pt x="40" y="558"/>
                  </a:lnTo>
                  <a:lnTo>
                    <a:pt x="40" y="558"/>
                  </a:lnTo>
                  <a:lnTo>
                    <a:pt x="40" y="558"/>
                  </a:lnTo>
                  <a:lnTo>
                    <a:pt x="40" y="558"/>
                  </a:lnTo>
                  <a:lnTo>
                    <a:pt x="40" y="558"/>
                  </a:lnTo>
                  <a:lnTo>
                    <a:pt x="38" y="556"/>
                  </a:lnTo>
                  <a:lnTo>
                    <a:pt x="38" y="556"/>
                  </a:lnTo>
                  <a:lnTo>
                    <a:pt x="38" y="556"/>
                  </a:lnTo>
                  <a:lnTo>
                    <a:pt x="38" y="556"/>
                  </a:lnTo>
                  <a:lnTo>
                    <a:pt x="38" y="554"/>
                  </a:lnTo>
                  <a:lnTo>
                    <a:pt x="38" y="554"/>
                  </a:lnTo>
                  <a:lnTo>
                    <a:pt x="38" y="552"/>
                  </a:lnTo>
                  <a:lnTo>
                    <a:pt x="38" y="550"/>
                  </a:lnTo>
                  <a:lnTo>
                    <a:pt x="36" y="550"/>
                  </a:lnTo>
                  <a:lnTo>
                    <a:pt x="36" y="550"/>
                  </a:lnTo>
                  <a:lnTo>
                    <a:pt x="36" y="550"/>
                  </a:lnTo>
                  <a:lnTo>
                    <a:pt x="36" y="550"/>
                  </a:lnTo>
                  <a:lnTo>
                    <a:pt x="34" y="548"/>
                  </a:lnTo>
                  <a:lnTo>
                    <a:pt x="34" y="548"/>
                  </a:lnTo>
                  <a:lnTo>
                    <a:pt x="34" y="548"/>
                  </a:lnTo>
                  <a:lnTo>
                    <a:pt x="34" y="548"/>
                  </a:lnTo>
                  <a:lnTo>
                    <a:pt x="34" y="546"/>
                  </a:lnTo>
                  <a:lnTo>
                    <a:pt x="34" y="546"/>
                  </a:lnTo>
                  <a:lnTo>
                    <a:pt x="34" y="546"/>
                  </a:lnTo>
                  <a:lnTo>
                    <a:pt x="34" y="546"/>
                  </a:lnTo>
                  <a:lnTo>
                    <a:pt x="34" y="546"/>
                  </a:lnTo>
                  <a:lnTo>
                    <a:pt x="36" y="546"/>
                  </a:lnTo>
                  <a:lnTo>
                    <a:pt x="36" y="546"/>
                  </a:lnTo>
                  <a:lnTo>
                    <a:pt x="36" y="544"/>
                  </a:lnTo>
                  <a:lnTo>
                    <a:pt x="36" y="542"/>
                  </a:lnTo>
                  <a:lnTo>
                    <a:pt x="38" y="542"/>
                  </a:lnTo>
                  <a:lnTo>
                    <a:pt x="38" y="542"/>
                  </a:lnTo>
                  <a:lnTo>
                    <a:pt x="38" y="542"/>
                  </a:lnTo>
                  <a:lnTo>
                    <a:pt x="40" y="542"/>
                  </a:lnTo>
                  <a:lnTo>
                    <a:pt x="40" y="542"/>
                  </a:lnTo>
                  <a:lnTo>
                    <a:pt x="42" y="542"/>
                  </a:lnTo>
                  <a:lnTo>
                    <a:pt x="42" y="542"/>
                  </a:lnTo>
                  <a:lnTo>
                    <a:pt x="42" y="540"/>
                  </a:lnTo>
                  <a:lnTo>
                    <a:pt x="44" y="538"/>
                  </a:lnTo>
                  <a:lnTo>
                    <a:pt x="44" y="536"/>
                  </a:lnTo>
                  <a:lnTo>
                    <a:pt x="44" y="536"/>
                  </a:lnTo>
                  <a:lnTo>
                    <a:pt x="44" y="536"/>
                  </a:lnTo>
                  <a:lnTo>
                    <a:pt x="44" y="536"/>
                  </a:lnTo>
                  <a:lnTo>
                    <a:pt x="42" y="534"/>
                  </a:lnTo>
                  <a:lnTo>
                    <a:pt x="42" y="534"/>
                  </a:lnTo>
                  <a:lnTo>
                    <a:pt x="40" y="534"/>
                  </a:lnTo>
                  <a:lnTo>
                    <a:pt x="40" y="534"/>
                  </a:lnTo>
                  <a:lnTo>
                    <a:pt x="40" y="534"/>
                  </a:lnTo>
                  <a:lnTo>
                    <a:pt x="38" y="532"/>
                  </a:lnTo>
                  <a:lnTo>
                    <a:pt x="38" y="532"/>
                  </a:lnTo>
                  <a:lnTo>
                    <a:pt x="38" y="532"/>
                  </a:lnTo>
                  <a:lnTo>
                    <a:pt x="38" y="530"/>
                  </a:lnTo>
                  <a:lnTo>
                    <a:pt x="38" y="530"/>
                  </a:lnTo>
                  <a:lnTo>
                    <a:pt x="38" y="530"/>
                  </a:lnTo>
                  <a:lnTo>
                    <a:pt x="38" y="530"/>
                  </a:lnTo>
                  <a:lnTo>
                    <a:pt x="38" y="528"/>
                  </a:lnTo>
                  <a:lnTo>
                    <a:pt x="38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7"/>
                  </a:lnTo>
                  <a:lnTo>
                    <a:pt x="36" y="527"/>
                  </a:lnTo>
                  <a:lnTo>
                    <a:pt x="36" y="525"/>
                  </a:lnTo>
                  <a:lnTo>
                    <a:pt x="36" y="525"/>
                  </a:lnTo>
                  <a:lnTo>
                    <a:pt x="34" y="525"/>
                  </a:lnTo>
                  <a:lnTo>
                    <a:pt x="34" y="525"/>
                  </a:lnTo>
                  <a:lnTo>
                    <a:pt x="32" y="525"/>
                  </a:lnTo>
                  <a:lnTo>
                    <a:pt x="32" y="523"/>
                  </a:lnTo>
                  <a:lnTo>
                    <a:pt x="30" y="523"/>
                  </a:lnTo>
                  <a:lnTo>
                    <a:pt x="30" y="521"/>
                  </a:lnTo>
                  <a:lnTo>
                    <a:pt x="30" y="517"/>
                  </a:lnTo>
                  <a:lnTo>
                    <a:pt x="30" y="515"/>
                  </a:lnTo>
                  <a:lnTo>
                    <a:pt x="28" y="515"/>
                  </a:lnTo>
                  <a:lnTo>
                    <a:pt x="28" y="515"/>
                  </a:lnTo>
                  <a:lnTo>
                    <a:pt x="28" y="513"/>
                  </a:lnTo>
                  <a:lnTo>
                    <a:pt x="28" y="513"/>
                  </a:lnTo>
                  <a:lnTo>
                    <a:pt x="26" y="511"/>
                  </a:lnTo>
                  <a:lnTo>
                    <a:pt x="26" y="509"/>
                  </a:lnTo>
                  <a:lnTo>
                    <a:pt x="26" y="509"/>
                  </a:lnTo>
                  <a:lnTo>
                    <a:pt x="26" y="509"/>
                  </a:lnTo>
                  <a:lnTo>
                    <a:pt x="26" y="509"/>
                  </a:lnTo>
                  <a:lnTo>
                    <a:pt x="24" y="509"/>
                  </a:lnTo>
                  <a:lnTo>
                    <a:pt x="24" y="507"/>
                  </a:lnTo>
                  <a:lnTo>
                    <a:pt x="24" y="507"/>
                  </a:lnTo>
                  <a:lnTo>
                    <a:pt x="24" y="507"/>
                  </a:lnTo>
                  <a:lnTo>
                    <a:pt x="24" y="505"/>
                  </a:lnTo>
                  <a:lnTo>
                    <a:pt x="24" y="505"/>
                  </a:lnTo>
                  <a:lnTo>
                    <a:pt x="22" y="505"/>
                  </a:lnTo>
                  <a:lnTo>
                    <a:pt x="22" y="505"/>
                  </a:lnTo>
                  <a:lnTo>
                    <a:pt x="22" y="505"/>
                  </a:lnTo>
                  <a:lnTo>
                    <a:pt x="22" y="503"/>
                  </a:lnTo>
                  <a:lnTo>
                    <a:pt x="22" y="503"/>
                  </a:lnTo>
                  <a:lnTo>
                    <a:pt x="22" y="503"/>
                  </a:lnTo>
                  <a:lnTo>
                    <a:pt x="22" y="503"/>
                  </a:lnTo>
                  <a:lnTo>
                    <a:pt x="22" y="503"/>
                  </a:lnTo>
                  <a:lnTo>
                    <a:pt x="22" y="503"/>
                  </a:lnTo>
                  <a:lnTo>
                    <a:pt x="20" y="503"/>
                  </a:lnTo>
                  <a:lnTo>
                    <a:pt x="20" y="503"/>
                  </a:lnTo>
                  <a:lnTo>
                    <a:pt x="20" y="503"/>
                  </a:lnTo>
                  <a:lnTo>
                    <a:pt x="18" y="503"/>
                  </a:lnTo>
                  <a:lnTo>
                    <a:pt x="18" y="501"/>
                  </a:lnTo>
                  <a:lnTo>
                    <a:pt x="18" y="501"/>
                  </a:lnTo>
                  <a:lnTo>
                    <a:pt x="20" y="501"/>
                  </a:lnTo>
                  <a:lnTo>
                    <a:pt x="20" y="499"/>
                  </a:lnTo>
                  <a:lnTo>
                    <a:pt x="20" y="499"/>
                  </a:lnTo>
                  <a:lnTo>
                    <a:pt x="20" y="499"/>
                  </a:lnTo>
                  <a:lnTo>
                    <a:pt x="18" y="497"/>
                  </a:lnTo>
                  <a:lnTo>
                    <a:pt x="18" y="497"/>
                  </a:lnTo>
                  <a:lnTo>
                    <a:pt x="18" y="497"/>
                  </a:lnTo>
                  <a:lnTo>
                    <a:pt x="18" y="497"/>
                  </a:lnTo>
                  <a:lnTo>
                    <a:pt x="18" y="497"/>
                  </a:lnTo>
                  <a:lnTo>
                    <a:pt x="18" y="497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14" y="491"/>
                  </a:lnTo>
                  <a:lnTo>
                    <a:pt x="14" y="491"/>
                  </a:lnTo>
                  <a:lnTo>
                    <a:pt x="12" y="491"/>
                  </a:lnTo>
                  <a:lnTo>
                    <a:pt x="12" y="489"/>
                  </a:lnTo>
                  <a:lnTo>
                    <a:pt x="12" y="489"/>
                  </a:lnTo>
                  <a:lnTo>
                    <a:pt x="12" y="485"/>
                  </a:lnTo>
                  <a:lnTo>
                    <a:pt x="10" y="483"/>
                  </a:lnTo>
                  <a:lnTo>
                    <a:pt x="10" y="483"/>
                  </a:lnTo>
                  <a:lnTo>
                    <a:pt x="10" y="483"/>
                  </a:lnTo>
                  <a:lnTo>
                    <a:pt x="12" y="477"/>
                  </a:lnTo>
                  <a:lnTo>
                    <a:pt x="12" y="477"/>
                  </a:lnTo>
                  <a:lnTo>
                    <a:pt x="12" y="477"/>
                  </a:lnTo>
                  <a:lnTo>
                    <a:pt x="12" y="475"/>
                  </a:lnTo>
                  <a:lnTo>
                    <a:pt x="10" y="475"/>
                  </a:lnTo>
                  <a:lnTo>
                    <a:pt x="10" y="473"/>
                  </a:lnTo>
                  <a:lnTo>
                    <a:pt x="10" y="473"/>
                  </a:lnTo>
                  <a:lnTo>
                    <a:pt x="10" y="472"/>
                  </a:lnTo>
                  <a:lnTo>
                    <a:pt x="10" y="468"/>
                  </a:lnTo>
                  <a:lnTo>
                    <a:pt x="10" y="466"/>
                  </a:lnTo>
                  <a:lnTo>
                    <a:pt x="10" y="464"/>
                  </a:lnTo>
                  <a:lnTo>
                    <a:pt x="8" y="462"/>
                  </a:lnTo>
                  <a:lnTo>
                    <a:pt x="8" y="460"/>
                  </a:lnTo>
                  <a:lnTo>
                    <a:pt x="8" y="460"/>
                  </a:lnTo>
                  <a:lnTo>
                    <a:pt x="8" y="460"/>
                  </a:lnTo>
                  <a:lnTo>
                    <a:pt x="8" y="458"/>
                  </a:lnTo>
                  <a:lnTo>
                    <a:pt x="8" y="454"/>
                  </a:lnTo>
                  <a:lnTo>
                    <a:pt x="8" y="454"/>
                  </a:lnTo>
                  <a:lnTo>
                    <a:pt x="8" y="452"/>
                  </a:lnTo>
                  <a:lnTo>
                    <a:pt x="8" y="450"/>
                  </a:lnTo>
                  <a:lnTo>
                    <a:pt x="8" y="448"/>
                  </a:lnTo>
                  <a:lnTo>
                    <a:pt x="8" y="448"/>
                  </a:lnTo>
                  <a:lnTo>
                    <a:pt x="8" y="448"/>
                  </a:lnTo>
                  <a:lnTo>
                    <a:pt x="8" y="446"/>
                  </a:lnTo>
                  <a:lnTo>
                    <a:pt x="8" y="446"/>
                  </a:lnTo>
                  <a:lnTo>
                    <a:pt x="10" y="446"/>
                  </a:lnTo>
                  <a:lnTo>
                    <a:pt x="10" y="444"/>
                  </a:lnTo>
                  <a:lnTo>
                    <a:pt x="8" y="444"/>
                  </a:lnTo>
                  <a:lnTo>
                    <a:pt x="8" y="444"/>
                  </a:lnTo>
                  <a:lnTo>
                    <a:pt x="8" y="444"/>
                  </a:lnTo>
                  <a:lnTo>
                    <a:pt x="8" y="444"/>
                  </a:lnTo>
                  <a:lnTo>
                    <a:pt x="8" y="442"/>
                  </a:lnTo>
                  <a:lnTo>
                    <a:pt x="8" y="442"/>
                  </a:lnTo>
                  <a:lnTo>
                    <a:pt x="8" y="442"/>
                  </a:lnTo>
                  <a:lnTo>
                    <a:pt x="8" y="442"/>
                  </a:lnTo>
                  <a:lnTo>
                    <a:pt x="6" y="442"/>
                  </a:lnTo>
                  <a:lnTo>
                    <a:pt x="6" y="440"/>
                  </a:lnTo>
                  <a:lnTo>
                    <a:pt x="6" y="440"/>
                  </a:lnTo>
                  <a:lnTo>
                    <a:pt x="6" y="440"/>
                  </a:lnTo>
                  <a:lnTo>
                    <a:pt x="6" y="438"/>
                  </a:lnTo>
                  <a:lnTo>
                    <a:pt x="6" y="438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2" y="434"/>
                  </a:lnTo>
                  <a:lnTo>
                    <a:pt x="2" y="434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0" y="432"/>
                  </a:lnTo>
                  <a:lnTo>
                    <a:pt x="0" y="432"/>
                  </a:lnTo>
                  <a:lnTo>
                    <a:pt x="6" y="428"/>
                  </a:lnTo>
                  <a:lnTo>
                    <a:pt x="6" y="428"/>
                  </a:lnTo>
                  <a:lnTo>
                    <a:pt x="6" y="426"/>
                  </a:lnTo>
                  <a:lnTo>
                    <a:pt x="6" y="424"/>
                  </a:lnTo>
                  <a:lnTo>
                    <a:pt x="8" y="424"/>
                  </a:lnTo>
                  <a:lnTo>
                    <a:pt x="10" y="422"/>
                  </a:lnTo>
                  <a:lnTo>
                    <a:pt x="12" y="420"/>
                  </a:lnTo>
                  <a:lnTo>
                    <a:pt x="14" y="417"/>
                  </a:lnTo>
                  <a:lnTo>
                    <a:pt x="16" y="415"/>
                  </a:lnTo>
                  <a:lnTo>
                    <a:pt x="18" y="411"/>
                  </a:lnTo>
                  <a:lnTo>
                    <a:pt x="18" y="411"/>
                  </a:lnTo>
                  <a:lnTo>
                    <a:pt x="16" y="411"/>
                  </a:lnTo>
                  <a:lnTo>
                    <a:pt x="16" y="409"/>
                  </a:lnTo>
                  <a:lnTo>
                    <a:pt x="16" y="407"/>
                  </a:lnTo>
                  <a:lnTo>
                    <a:pt x="16" y="407"/>
                  </a:lnTo>
                  <a:lnTo>
                    <a:pt x="16" y="405"/>
                  </a:lnTo>
                  <a:lnTo>
                    <a:pt x="18" y="403"/>
                  </a:lnTo>
                  <a:lnTo>
                    <a:pt x="18" y="403"/>
                  </a:lnTo>
                  <a:lnTo>
                    <a:pt x="18" y="401"/>
                  </a:lnTo>
                  <a:lnTo>
                    <a:pt x="18" y="401"/>
                  </a:lnTo>
                  <a:lnTo>
                    <a:pt x="18" y="401"/>
                  </a:lnTo>
                  <a:lnTo>
                    <a:pt x="18" y="399"/>
                  </a:lnTo>
                  <a:lnTo>
                    <a:pt x="18" y="399"/>
                  </a:lnTo>
                  <a:lnTo>
                    <a:pt x="18" y="399"/>
                  </a:lnTo>
                  <a:lnTo>
                    <a:pt x="18" y="399"/>
                  </a:lnTo>
                  <a:lnTo>
                    <a:pt x="16" y="397"/>
                  </a:lnTo>
                  <a:lnTo>
                    <a:pt x="16" y="397"/>
                  </a:lnTo>
                  <a:lnTo>
                    <a:pt x="16" y="395"/>
                  </a:lnTo>
                  <a:lnTo>
                    <a:pt x="16" y="395"/>
                  </a:lnTo>
                  <a:lnTo>
                    <a:pt x="16" y="393"/>
                  </a:lnTo>
                  <a:lnTo>
                    <a:pt x="16" y="393"/>
                  </a:lnTo>
                  <a:lnTo>
                    <a:pt x="16" y="391"/>
                  </a:lnTo>
                  <a:lnTo>
                    <a:pt x="16" y="391"/>
                  </a:lnTo>
                  <a:lnTo>
                    <a:pt x="16" y="389"/>
                  </a:lnTo>
                  <a:lnTo>
                    <a:pt x="16" y="389"/>
                  </a:lnTo>
                  <a:lnTo>
                    <a:pt x="16" y="389"/>
                  </a:lnTo>
                  <a:lnTo>
                    <a:pt x="18" y="387"/>
                  </a:lnTo>
                  <a:lnTo>
                    <a:pt x="20" y="387"/>
                  </a:lnTo>
                  <a:lnTo>
                    <a:pt x="40" y="383"/>
                  </a:lnTo>
                  <a:lnTo>
                    <a:pt x="46" y="385"/>
                  </a:lnTo>
                  <a:lnTo>
                    <a:pt x="48" y="387"/>
                  </a:lnTo>
                  <a:lnTo>
                    <a:pt x="48" y="387"/>
                  </a:lnTo>
                  <a:lnTo>
                    <a:pt x="50" y="387"/>
                  </a:lnTo>
                  <a:lnTo>
                    <a:pt x="51" y="387"/>
                  </a:lnTo>
                  <a:lnTo>
                    <a:pt x="51" y="387"/>
                  </a:lnTo>
                  <a:lnTo>
                    <a:pt x="53" y="387"/>
                  </a:lnTo>
                  <a:lnTo>
                    <a:pt x="53" y="387"/>
                  </a:lnTo>
                  <a:lnTo>
                    <a:pt x="53" y="387"/>
                  </a:lnTo>
                  <a:lnTo>
                    <a:pt x="53" y="385"/>
                  </a:lnTo>
                  <a:lnTo>
                    <a:pt x="53" y="385"/>
                  </a:lnTo>
                  <a:lnTo>
                    <a:pt x="53" y="385"/>
                  </a:lnTo>
                  <a:lnTo>
                    <a:pt x="53" y="383"/>
                  </a:lnTo>
                  <a:lnTo>
                    <a:pt x="53" y="383"/>
                  </a:lnTo>
                  <a:lnTo>
                    <a:pt x="53" y="383"/>
                  </a:lnTo>
                  <a:lnTo>
                    <a:pt x="53" y="383"/>
                  </a:lnTo>
                  <a:lnTo>
                    <a:pt x="53" y="383"/>
                  </a:lnTo>
                  <a:lnTo>
                    <a:pt x="51" y="383"/>
                  </a:lnTo>
                  <a:lnTo>
                    <a:pt x="51" y="383"/>
                  </a:lnTo>
                  <a:lnTo>
                    <a:pt x="51" y="381"/>
                  </a:lnTo>
                  <a:lnTo>
                    <a:pt x="51" y="381"/>
                  </a:lnTo>
                  <a:lnTo>
                    <a:pt x="51" y="381"/>
                  </a:lnTo>
                  <a:lnTo>
                    <a:pt x="51" y="381"/>
                  </a:lnTo>
                  <a:lnTo>
                    <a:pt x="51" y="381"/>
                  </a:lnTo>
                  <a:lnTo>
                    <a:pt x="51" y="379"/>
                  </a:lnTo>
                  <a:lnTo>
                    <a:pt x="61" y="371"/>
                  </a:lnTo>
                  <a:lnTo>
                    <a:pt x="61" y="371"/>
                  </a:lnTo>
                  <a:lnTo>
                    <a:pt x="61" y="371"/>
                  </a:lnTo>
                  <a:lnTo>
                    <a:pt x="61" y="373"/>
                  </a:lnTo>
                  <a:lnTo>
                    <a:pt x="61" y="373"/>
                  </a:lnTo>
                  <a:lnTo>
                    <a:pt x="63" y="373"/>
                  </a:lnTo>
                  <a:lnTo>
                    <a:pt x="63" y="375"/>
                  </a:lnTo>
                  <a:lnTo>
                    <a:pt x="65" y="375"/>
                  </a:lnTo>
                  <a:lnTo>
                    <a:pt x="65" y="375"/>
                  </a:lnTo>
                  <a:lnTo>
                    <a:pt x="65" y="375"/>
                  </a:lnTo>
                  <a:lnTo>
                    <a:pt x="65" y="377"/>
                  </a:lnTo>
                  <a:lnTo>
                    <a:pt x="63" y="377"/>
                  </a:lnTo>
                  <a:lnTo>
                    <a:pt x="63" y="377"/>
                  </a:lnTo>
                  <a:lnTo>
                    <a:pt x="63" y="379"/>
                  </a:lnTo>
                  <a:lnTo>
                    <a:pt x="65" y="379"/>
                  </a:lnTo>
                  <a:lnTo>
                    <a:pt x="65" y="379"/>
                  </a:lnTo>
                  <a:lnTo>
                    <a:pt x="65" y="379"/>
                  </a:lnTo>
                  <a:lnTo>
                    <a:pt x="65" y="381"/>
                  </a:lnTo>
                  <a:lnTo>
                    <a:pt x="65" y="381"/>
                  </a:lnTo>
                  <a:lnTo>
                    <a:pt x="65" y="381"/>
                  </a:lnTo>
                  <a:lnTo>
                    <a:pt x="65" y="383"/>
                  </a:lnTo>
                  <a:lnTo>
                    <a:pt x="65" y="383"/>
                  </a:lnTo>
                  <a:lnTo>
                    <a:pt x="65" y="383"/>
                  </a:lnTo>
                  <a:lnTo>
                    <a:pt x="67" y="383"/>
                  </a:lnTo>
                  <a:lnTo>
                    <a:pt x="69" y="383"/>
                  </a:lnTo>
                  <a:lnTo>
                    <a:pt x="69" y="383"/>
                  </a:lnTo>
                  <a:lnTo>
                    <a:pt x="69" y="383"/>
                  </a:lnTo>
                  <a:lnTo>
                    <a:pt x="71" y="383"/>
                  </a:lnTo>
                  <a:lnTo>
                    <a:pt x="71" y="381"/>
                  </a:lnTo>
                  <a:lnTo>
                    <a:pt x="71" y="381"/>
                  </a:lnTo>
                  <a:lnTo>
                    <a:pt x="71" y="381"/>
                  </a:lnTo>
                  <a:lnTo>
                    <a:pt x="73" y="383"/>
                  </a:lnTo>
                  <a:lnTo>
                    <a:pt x="73" y="383"/>
                  </a:lnTo>
                  <a:lnTo>
                    <a:pt x="73" y="383"/>
                  </a:lnTo>
                  <a:lnTo>
                    <a:pt x="73" y="383"/>
                  </a:lnTo>
                  <a:lnTo>
                    <a:pt x="73" y="385"/>
                  </a:lnTo>
                  <a:lnTo>
                    <a:pt x="73" y="385"/>
                  </a:lnTo>
                  <a:lnTo>
                    <a:pt x="73" y="385"/>
                  </a:lnTo>
                  <a:lnTo>
                    <a:pt x="73" y="385"/>
                  </a:lnTo>
                  <a:lnTo>
                    <a:pt x="73" y="385"/>
                  </a:lnTo>
                  <a:lnTo>
                    <a:pt x="75" y="387"/>
                  </a:lnTo>
                  <a:lnTo>
                    <a:pt x="75" y="387"/>
                  </a:lnTo>
                  <a:lnTo>
                    <a:pt x="75" y="387"/>
                  </a:lnTo>
                  <a:lnTo>
                    <a:pt x="77" y="387"/>
                  </a:lnTo>
                  <a:lnTo>
                    <a:pt x="77" y="387"/>
                  </a:lnTo>
                  <a:lnTo>
                    <a:pt x="77" y="387"/>
                  </a:lnTo>
                  <a:lnTo>
                    <a:pt x="77" y="385"/>
                  </a:lnTo>
                  <a:lnTo>
                    <a:pt x="77" y="383"/>
                  </a:lnTo>
                  <a:lnTo>
                    <a:pt x="77" y="383"/>
                  </a:lnTo>
                  <a:lnTo>
                    <a:pt x="77" y="383"/>
                  </a:lnTo>
                  <a:lnTo>
                    <a:pt x="79" y="383"/>
                  </a:lnTo>
                  <a:lnTo>
                    <a:pt x="79" y="383"/>
                  </a:lnTo>
                  <a:lnTo>
                    <a:pt x="79" y="385"/>
                  </a:lnTo>
                  <a:lnTo>
                    <a:pt x="81" y="385"/>
                  </a:lnTo>
                  <a:lnTo>
                    <a:pt x="81" y="385"/>
                  </a:lnTo>
                  <a:lnTo>
                    <a:pt x="81" y="385"/>
                  </a:lnTo>
                  <a:lnTo>
                    <a:pt x="81" y="383"/>
                  </a:lnTo>
                  <a:lnTo>
                    <a:pt x="81" y="383"/>
                  </a:lnTo>
                  <a:lnTo>
                    <a:pt x="83" y="383"/>
                  </a:lnTo>
                  <a:lnTo>
                    <a:pt x="83" y="381"/>
                  </a:lnTo>
                  <a:lnTo>
                    <a:pt x="83" y="381"/>
                  </a:lnTo>
                  <a:lnTo>
                    <a:pt x="83" y="381"/>
                  </a:lnTo>
                  <a:lnTo>
                    <a:pt x="83" y="379"/>
                  </a:lnTo>
                  <a:lnTo>
                    <a:pt x="83" y="379"/>
                  </a:lnTo>
                  <a:lnTo>
                    <a:pt x="81" y="379"/>
                  </a:lnTo>
                  <a:lnTo>
                    <a:pt x="81" y="379"/>
                  </a:lnTo>
                  <a:lnTo>
                    <a:pt x="81" y="377"/>
                  </a:lnTo>
                  <a:lnTo>
                    <a:pt x="83" y="373"/>
                  </a:lnTo>
                  <a:lnTo>
                    <a:pt x="83" y="373"/>
                  </a:lnTo>
                  <a:lnTo>
                    <a:pt x="83" y="371"/>
                  </a:lnTo>
                  <a:lnTo>
                    <a:pt x="83" y="371"/>
                  </a:lnTo>
                  <a:lnTo>
                    <a:pt x="83" y="371"/>
                  </a:lnTo>
                  <a:lnTo>
                    <a:pt x="81" y="369"/>
                  </a:lnTo>
                  <a:lnTo>
                    <a:pt x="81" y="367"/>
                  </a:lnTo>
                  <a:lnTo>
                    <a:pt x="81" y="367"/>
                  </a:lnTo>
                  <a:lnTo>
                    <a:pt x="81" y="367"/>
                  </a:lnTo>
                  <a:lnTo>
                    <a:pt x="81" y="367"/>
                  </a:lnTo>
                  <a:lnTo>
                    <a:pt x="81" y="365"/>
                  </a:lnTo>
                  <a:lnTo>
                    <a:pt x="81" y="364"/>
                  </a:lnTo>
                  <a:lnTo>
                    <a:pt x="81" y="364"/>
                  </a:lnTo>
                  <a:lnTo>
                    <a:pt x="83" y="362"/>
                  </a:lnTo>
                  <a:lnTo>
                    <a:pt x="83" y="362"/>
                  </a:lnTo>
                  <a:lnTo>
                    <a:pt x="83" y="362"/>
                  </a:lnTo>
                  <a:lnTo>
                    <a:pt x="83" y="360"/>
                  </a:lnTo>
                  <a:lnTo>
                    <a:pt x="81" y="360"/>
                  </a:lnTo>
                  <a:lnTo>
                    <a:pt x="81" y="360"/>
                  </a:lnTo>
                  <a:lnTo>
                    <a:pt x="81" y="358"/>
                  </a:lnTo>
                  <a:lnTo>
                    <a:pt x="81" y="356"/>
                  </a:lnTo>
                  <a:lnTo>
                    <a:pt x="81" y="356"/>
                  </a:lnTo>
                  <a:lnTo>
                    <a:pt x="81" y="356"/>
                  </a:lnTo>
                  <a:lnTo>
                    <a:pt x="81" y="356"/>
                  </a:lnTo>
                  <a:lnTo>
                    <a:pt x="81" y="356"/>
                  </a:lnTo>
                  <a:lnTo>
                    <a:pt x="81" y="354"/>
                  </a:lnTo>
                  <a:lnTo>
                    <a:pt x="79" y="354"/>
                  </a:lnTo>
                  <a:lnTo>
                    <a:pt x="79" y="354"/>
                  </a:lnTo>
                  <a:lnTo>
                    <a:pt x="79" y="354"/>
                  </a:lnTo>
                  <a:lnTo>
                    <a:pt x="77" y="354"/>
                  </a:lnTo>
                  <a:lnTo>
                    <a:pt x="77" y="354"/>
                  </a:lnTo>
                  <a:lnTo>
                    <a:pt x="75" y="354"/>
                  </a:lnTo>
                  <a:lnTo>
                    <a:pt x="75" y="352"/>
                  </a:lnTo>
                  <a:lnTo>
                    <a:pt x="75" y="352"/>
                  </a:lnTo>
                  <a:lnTo>
                    <a:pt x="75" y="352"/>
                  </a:lnTo>
                  <a:lnTo>
                    <a:pt x="73" y="352"/>
                  </a:lnTo>
                  <a:lnTo>
                    <a:pt x="73" y="352"/>
                  </a:lnTo>
                  <a:lnTo>
                    <a:pt x="73" y="352"/>
                  </a:lnTo>
                  <a:lnTo>
                    <a:pt x="71" y="352"/>
                  </a:lnTo>
                  <a:lnTo>
                    <a:pt x="71" y="350"/>
                  </a:lnTo>
                  <a:lnTo>
                    <a:pt x="71" y="350"/>
                  </a:lnTo>
                  <a:lnTo>
                    <a:pt x="69" y="352"/>
                  </a:lnTo>
                  <a:lnTo>
                    <a:pt x="69" y="352"/>
                  </a:lnTo>
                  <a:lnTo>
                    <a:pt x="69" y="350"/>
                  </a:lnTo>
                  <a:lnTo>
                    <a:pt x="67" y="350"/>
                  </a:lnTo>
                  <a:lnTo>
                    <a:pt x="67" y="350"/>
                  </a:lnTo>
                  <a:lnTo>
                    <a:pt x="67" y="350"/>
                  </a:lnTo>
                  <a:lnTo>
                    <a:pt x="67" y="350"/>
                  </a:lnTo>
                  <a:lnTo>
                    <a:pt x="67" y="350"/>
                  </a:lnTo>
                  <a:lnTo>
                    <a:pt x="67" y="350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6"/>
                  </a:lnTo>
                  <a:lnTo>
                    <a:pt x="67" y="346"/>
                  </a:lnTo>
                  <a:lnTo>
                    <a:pt x="67" y="346"/>
                  </a:lnTo>
                  <a:lnTo>
                    <a:pt x="67" y="346"/>
                  </a:lnTo>
                  <a:lnTo>
                    <a:pt x="65" y="344"/>
                  </a:lnTo>
                  <a:lnTo>
                    <a:pt x="65" y="344"/>
                  </a:lnTo>
                  <a:lnTo>
                    <a:pt x="65" y="344"/>
                  </a:lnTo>
                  <a:lnTo>
                    <a:pt x="65" y="344"/>
                  </a:lnTo>
                  <a:lnTo>
                    <a:pt x="65" y="342"/>
                  </a:lnTo>
                  <a:lnTo>
                    <a:pt x="67" y="340"/>
                  </a:lnTo>
                  <a:lnTo>
                    <a:pt x="69" y="340"/>
                  </a:lnTo>
                  <a:lnTo>
                    <a:pt x="69" y="340"/>
                  </a:lnTo>
                  <a:lnTo>
                    <a:pt x="69" y="340"/>
                  </a:lnTo>
                  <a:lnTo>
                    <a:pt x="69" y="338"/>
                  </a:lnTo>
                  <a:lnTo>
                    <a:pt x="69" y="338"/>
                  </a:lnTo>
                  <a:lnTo>
                    <a:pt x="69" y="336"/>
                  </a:lnTo>
                  <a:lnTo>
                    <a:pt x="69" y="336"/>
                  </a:lnTo>
                  <a:lnTo>
                    <a:pt x="69" y="336"/>
                  </a:lnTo>
                  <a:lnTo>
                    <a:pt x="69" y="334"/>
                  </a:lnTo>
                  <a:lnTo>
                    <a:pt x="69" y="330"/>
                  </a:lnTo>
                  <a:lnTo>
                    <a:pt x="69" y="330"/>
                  </a:lnTo>
                  <a:lnTo>
                    <a:pt x="71" y="328"/>
                  </a:lnTo>
                  <a:lnTo>
                    <a:pt x="71" y="328"/>
                  </a:lnTo>
                  <a:lnTo>
                    <a:pt x="73" y="328"/>
                  </a:lnTo>
                  <a:lnTo>
                    <a:pt x="75" y="330"/>
                  </a:lnTo>
                  <a:lnTo>
                    <a:pt x="79" y="330"/>
                  </a:lnTo>
                  <a:lnTo>
                    <a:pt x="79" y="330"/>
                  </a:lnTo>
                  <a:lnTo>
                    <a:pt x="79" y="332"/>
                  </a:lnTo>
                  <a:lnTo>
                    <a:pt x="79" y="332"/>
                  </a:lnTo>
                  <a:lnTo>
                    <a:pt x="81" y="332"/>
                  </a:lnTo>
                  <a:lnTo>
                    <a:pt x="81" y="334"/>
                  </a:lnTo>
                  <a:lnTo>
                    <a:pt x="85" y="334"/>
                  </a:lnTo>
                  <a:lnTo>
                    <a:pt x="87" y="334"/>
                  </a:lnTo>
                  <a:lnTo>
                    <a:pt x="87" y="334"/>
                  </a:lnTo>
                  <a:lnTo>
                    <a:pt x="89" y="334"/>
                  </a:lnTo>
                  <a:lnTo>
                    <a:pt x="89" y="332"/>
                  </a:lnTo>
                  <a:lnTo>
                    <a:pt x="93" y="332"/>
                  </a:lnTo>
                  <a:lnTo>
                    <a:pt x="97" y="328"/>
                  </a:lnTo>
                  <a:lnTo>
                    <a:pt x="102" y="324"/>
                  </a:lnTo>
                  <a:lnTo>
                    <a:pt x="102" y="324"/>
                  </a:lnTo>
                  <a:lnTo>
                    <a:pt x="104" y="326"/>
                  </a:lnTo>
                  <a:lnTo>
                    <a:pt x="106" y="326"/>
                  </a:lnTo>
                  <a:lnTo>
                    <a:pt x="108" y="326"/>
                  </a:lnTo>
                  <a:lnTo>
                    <a:pt x="108" y="326"/>
                  </a:lnTo>
                  <a:lnTo>
                    <a:pt x="108" y="324"/>
                  </a:lnTo>
                  <a:lnTo>
                    <a:pt x="108" y="324"/>
                  </a:lnTo>
                  <a:lnTo>
                    <a:pt x="108" y="324"/>
                  </a:lnTo>
                  <a:lnTo>
                    <a:pt x="108" y="324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8" y="320"/>
                  </a:lnTo>
                  <a:lnTo>
                    <a:pt x="110" y="320"/>
                  </a:lnTo>
                  <a:lnTo>
                    <a:pt x="112" y="320"/>
                  </a:lnTo>
                  <a:lnTo>
                    <a:pt x="114" y="320"/>
                  </a:lnTo>
                  <a:lnTo>
                    <a:pt x="114" y="320"/>
                  </a:lnTo>
                  <a:lnTo>
                    <a:pt x="114" y="318"/>
                  </a:lnTo>
                  <a:lnTo>
                    <a:pt x="114" y="316"/>
                  </a:lnTo>
                  <a:lnTo>
                    <a:pt x="116" y="311"/>
                  </a:lnTo>
                  <a:lnTo>
                    <a:pt x="116" y="309"/>
                  </a:lnTo>
                  <a:lnTo>
                    <a:pt x="118" y="305"/>
                  </a:lnTo>
                  <a:lnTo>
                    <a:pt x="122" y="303"/>
                  </a:lnTo>
                  <a:lnTo>
                    <a:pt x="122" y="303"/>
                  </a:lnTo>
                  <a:lnTo>
                    <a:pt x="126" y="303"/>
                  </a:lnTo>
                  <a:lnTo>
                    <a:pt x="134" y="305"/>
                  </a:lnTo>
                  <a:lnTo>
                    <a:pt x="134" y="305"/>
                  </a:lnTo>
                  <a:lnTo>
                    <a:pt x="134" y="305"/>
                  </a:lnTo>
                  <a:lnTo>
                    <a:pt x="134" y="305"/>
                  </a:lnTo>
                  <a:lnTo>
                    <a:pt x="136" y="305"/>
                  </a:lnTo>
                  <a:lnTo>
                    <a:pt x="136" y="307"/>
                  </a:lnTo>
                  <a:lnTo>
                    <a:pt x="136" y="307"/>
                  </a:lnTo>
                  <a:lnTo>
                    <a:pt x="136" y="307"/>
                  </a:lnTo>
                  <a:lnTo>
                    <a:pt x="136" y="309"/>
                  </a:lnTo>
                  <a:lnTo>
                    <a:pt x="136" y="309"/>
                  </a:lnTo>
                  <a:lnTo>
                    <a:pt x="136" y="312"/>
                  </a:lnTo>
                  <a:lnTo>
                    <a:pt x="138" y="314"/>
                  </a:lnTo>
                  <a:lnTo>
                    <a:pt x="138" y="314"/>
                  </a:lnTo>
                  <a:lnTo>
                    <a:pt x="138" y="314"/>
                  </a:lnTo>
                  <a:lnTo>
                    <a:pt x="138" y="316"/>
                  </a:lnTo>
                  <a:lnTo>
                    <a:pt x="138" y="316"/>
                  </a:lnTo>
                  <a:lnTo>
                    <a:pt x="140" y="318"/>
                  </a:lnTo>
                  <a:lnTo>
                    <a:pt x="140" y="318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4" y="322"/>
                  </a:lnTo>
                  <a:lnTo>
                    <a:pt x="146" y="322"/>
                  </a:lnTo>
                  <a:lnTo>
                    <a:pt x="146" y="322"/>
                  </a:lnTo>
                  <a:lnTo>
                    <a:pt x="146" y="322"/>
                  </a:lnTo>
                  <a:lnTo>
                    <a:pt x="148" y="322"/>
                  </a:lnTo>
                  <a:lnTo>
                    <a:pt x="150" y="324"/>
                  </a:lnTo>
                  <a:lnTo>
                    <a:pt x="150" y="324"/>
                  </a:lnTo>
                  <a:lnTo>
                    <a:pt x="150" y="324"/>
                  </a:lnTo>
                  <a:lnTo>
                    <a:pt x="153" y="322"/>
                  </a:lnTo>
                  <a:lnTo>
                    <a:pt x="157" y="322"/>
                  </a:lnTo>
                  <a:lnTo>
                    <a:pt x="161" y="322"/>
                  </a:lnTo>
                  <a:lnTo>
                    <a:pt x="165" y="320"/>
                  </a:lnTo>
                  <a:lnTo>
                    <a:pt x="167" y="320"/>
                  </a:lnTo>
                  <a:lnTo>
                    <a:pt x="167" y="320"/>
                  </a:lnTo>
                  <a:lnTo>
                    <a:pt x="167" y="320"/>
                  </a:lnTo>
                  <a:lnTo>
                    <a:pt x="165" y="320"/>
                  </a:lnTo>
                  <a:lnTo>
                    <a:pt x="165" y="318"/>
                  </a:lnTo>
                  <a:lnTo>
                    <a:pt x="165" y="318"/>
                  </a:lnTo>
                  <a:lnTo>
                    <a:pt x="163" y="316"/>
                  </a:lnTo>
                  <a:lnTo>
                    <a:pt x="163" y="316"/>
                  </a:lnTo>
                  <a:lnTo>
                    <a:pt x="163" y="316"/>
                  </a:lnTo>
                  <a:lnTo>
                    <a:pt x="163" y="314"/>
                  </a:lnTo>
                  <a:lnTo>
                    <a:pt x="163" y="314"/>
                  </a:lnTo>
                  <a:lnTo>
                    <a:pt x="163" y="314"/>
                  </a:lnTo>
                  <a:lnTo>
                    <a:pt x="163" y="314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1" y="311"/>
                  </a:lnTo>
                  <a:lnTo>
                    <a:pt x="161" y="309"/>
                  </a:lnTo>
                  <a:lnTo>
                    <a:pt x="159" y="309"/>
                  </a:lnTo>
                  <a:lnTo>
                    <a:pt x="159" y="309"/>
                  </a:lnTo>
                  <a:lnTo>
                    <a:pt x="159" y="309"/>
                  </a:lnTo>
                  <a:lnTo>
                    <a:pt x="161" y="307"/>
                  </a:lnTo>
                  <a:lnTo>
                    <a:pt x="171" y="303"/>
                  </a:lnTo>
                  <a:lnTo>
                    <a:pt x="175" y="297"/>
                  </a:lnTo>
                  <a:lnTo>
                    <a:pt x="177" y="295"/>
                  </a:lnTo>
                  <a:lnTo>
                    <a:pt x="177" y="295"/>
                  </a:lnTo>
                  <a:lnTo>
                    <a:pt x="177" y="295"/>
                  </a:lnTo>
                  <a:lnTo>
                    <a:pt x="179" y="295"/>
                  </a:lnTo>
                  <a:lnTo>
                    <a:pt x="181" y="295"/>
                  </a:lnTo>
                  <a:lnTo>
                    <a:pt x="183" y="293"/>
                  </a:lnTo>
                  <a:lnTo>
                    <a:pt x="183" y="293"/>
                  </a:lnTo>
                  <a:lnTo>
                    <a:pt x="183" y="293"/>
                  </a:lnTo>
                  <a:lnTo>
                    <a:pt x="183" y="293"/>
                  </a:lnTo>
                  <a:lnTo>
                    <a:pt x="183" y="295"/>
                  </a:lnTo>
                  <a:lnTo>
                    <a:pt x="185" y="295"/>
                  </a:lnTo>
                  <a:lnTo>
                    <a:pt x="185" y="295"/>
                  </a:lnTo>
                  <a:lnTo>
                    <a:pt x="185" y="295"/>
                  </a:lnTo>
                  <a:lnTo>
                    <a:pt x="185" y="295"/>
                  </a:lnTo>
                  <a:lnTo>
                    <a:pt x="185" y="297"/>
                  </a:lnTo>
                  <a:lnTo>
                    <a:pt x="187" y="297"/>
                  </a:lnTo>
                  <a:lnTo>
                    <a:pt x="187" y="297"/>
                  </a:lnTo>
                  <a:lnTo>
                    <a:pt x="189" y="297"/>
                  </a:lnTo>
                  <a:lnTo>
                    <a:pt x="189" y="297"/>
                  </a:lnTo>
                  <a:lnTo>
                    <a:pt x="187" y="297"/>
                  </a:lnTo>
                  <a:lnTo>
                    <a:pt x="187" y="295"/>
                  </a:lnTo>
                  <a:lnTo>
                    <a:pt x="185" y="287"/>
                  </a:lnTo>
                  <a:lnTo>
                    <a:pt x="185" y="285"/>
                  </a:lnTo>
                  <a:lnTo>
                    <a:pt x="185" y="285"/>
                  </a:lnTo>
                  <a:lnTo>
                    <a:pt x="197" y="275"/>
                  </a:lnTo>
                  <a:lnTo>
                    <a:pt x="201" y="269"/>
                  </a:lnTo>
                  <a:lnTo>
                    <a:pt x="201" y="269"/>
                  </a:lnTo>
                  <a:lnTo>
                    <a:pt x="202" y="269"/>
                  </a:lnTo>
                  <a:lnTo>
                    <a:pt x="202" y="269"/>
                  </a:lnTo>
                  <a:lnTo>
                    <a:pt x="204" y="269"/>
                  </a:lnTo>
                  <a:lnTo>
                    <a:pt x="204" y="269"/>
                  </a:lnTo>
                  <a:lnTo>
                    <a:pt x="206" y="271"/>
                  </a:lnTo>
                  <a:lnTo>
                    <a:pt x="206" y="271"/>
                  </a:lnTo>
                  <a:lnTo>
                    <a:pt x="206" y="271"/>
                  </a:lnTo>
                  <a:lnTo>
                    <a:pt x="208" y="273"/>
                  </a:lnTo>
                  <a:lnTo>
                    <a:pt x="208" y="273"/>
                  </a:lnTo>
                  <a:lnTo>
                    <a:pt x="208" y="273"/>
                  </a:lnTo>
                  <a:lnTo>
                    <a:pt x="208" y="275"/>
                  </a:lnTo>
                  <a:lnTo>
                    <a:pt x="208" y="277"/>
                  </a:lnTo>
                  <a:lnTo>
                    <a:pt x="208" y="279"/>
                  </a:lnTo>
                  <a:lnTo>
                    <a:pt x="208" y="279"/>
                  </a:lnTo>
                  <a:lnTo>
                    <a:pt x="208" y="279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2" y="279"/>
                  </a:lnTo>
                  <a:lnTo>
                    <a:pt x="214" y="277"/>
                  </a:lnTo>
                  <a:lnTo>
                    <a:pt x="214" y="277"/>
                  </a:lnTo>
                  <a:lnTo>
                    <a:pt x="214" y="275"/>
                  </a:lnTo>
                  <a:lnTo>
                    <a:pt x="218" y="271"/>
                  </a:lnTo>
                  <a:lnTo>
                    <a:pt x="218" y="271"/>
                  </a:lnTo>
                  <a:lnTo>
                    <a:pt x="218" y="269"/>
                  </a:lnTo>
                  <a:lnTo>
                    <a:pt x="218" y="269"/>
                  </a:lnTo>
                  <a:lnTo>
                    <a:pt x="216" y="269"/>
                  </a:lnTo>
                  <a:lnTo>
                    <a:pt x="216" y="267"/>
                  </a:lnTo>
                  <a:lnTo>
                    <a:pt x="214" y="265"/>
                  </a:lnTo>
                  <a:lnTo>
                    <a:pt x="214" y="265"/>
                  </a:lnTo>
                  <a:lnTo>
                    <a:pt x="212" y="265"/>
                  </a:lnTo>
                  <a:lnTo>
                    <a:pt x="212" y="263"/>
                  </a:lnTo>
                  <a:lnTo>
                    <a:pt x="212" y="263"/>
                  </a:lnTo>
                  <a:lnTo>
                    <a:pt x="210" y="263"/>
                  </a:lnTo>
                  <a:lnTo>
                    <a:pt x="212" y="261"/>
                  </a:lnTo>
                  <a:lnTo>
                    <a:pt x="214" y="258"/>
                  </a:lnTo>
                  <a:lnTo>
                    <a:pt x="214" y="254"/>
                  </a:lnTo>
                  <a:lnTo>
                    <a:pt x="214" y="254"/>
                  </a:lnTo>
                  <a:lnTo>
                    <a:pt x="214" y="252"/>
                  </a:lnTo>
                  <a:lnTo>
                    <a:pt x="218" y="244"/>
                  </a:lnTo>
                  <a:lnTo>
                    <a:pt x="218" y="244"/>
                  </a:lnTo>
                  <a:lnTo>
                    <a:pt x="218" y="242"/>
                  </a:lnTo>
                  <a:lnTo>
                    <a:pt x="218" y="242"/>
                  </a:lnTo>
                  <a:lnTo>
                    <a:pt x="218" y="242"/>
                  </a:lnTo>
                  <a:lnTo>
                    <a:pt x="218" y="242"/>
                  </a:lnTo>
                  <a:lnTo>
                    <a:pt x="218" y="242"/>
                  </a:lnTo>
                  <a:lnTo>
                    <a:pt x="216" y="240"/>
                  </a:lnTo>
                  <a:lnTo>
                    <a:pt x="214" y="238"/>
                  </a:lnTo>
                  <a:lnTo>
                    <a:pt x="214" y="238"/>
                  </a:lnTo>
                  <a:lnTo>
                    <a:pt x="212" y="238"/>
                  </a:lnTo>
                  <a:lnTo>
                    <a:pt x="212" y="236"/>
                  </a:lnTo>
                  <a:lnTo>
                    <a:pt x="212" y="236"/>
                  </a:lnTo>
                  <a:lnTo>
                    <a:pt x="212" y="236"/>
                  </a:lnTo>
                  <a:lnTo>
                    <a:pt x="212" y="236"/>
                  </a:lnTo>
                  <a:lnTo>
                    <a:pt x="210" y="236"/>
                  </a:lnTo>
                  <a:lnTo>
                    <a:pt x="208" y="236"/>
                  </a:lnTo>
                  <a:lnTo>
                    <a:pt x="206" y="236"/>
                  </a:lnTo>
                  <a:lnTo>
                    <a:pt x="206" y="236"/>
                  </a:lnTo>
                  <a:lnTo>
                    <a:pt x="206" y="236"/>
                  </a:lnTo>
                  <a:lnTo>
                    <a:pt x="206" y="234"/>
                  </a:lnTo>
                  <a:lnTo>
                    <a:pt x="206" y="234"/>
                  </a:lnTo>
                  <a:lnTo>
                    <a:pt x="206" y="234"/>
                  </a:lnTo>
                  <a:lnTo>
                    <a:pt x="206" y="234"/>
                  </a:lnTo>
                  <a:lnTo>
                    <a:pt x="206" y="232"/>
                  </a:lnTo>
                  <a:lnTo>
                    <a:pt x="204" y="232"/>
                  </a:lnTo>
                  <a:lnTo>
                    <a:pt x="204" y="232"/>
                  </a:lnTo>
                  <a:lnTo>
                    <a:pt x="204" y="230"/>
                  </a:lnTo>
                  <a:lnTo>
                    <a:pt x="204" y="230"/>
                  </a:lnTo>
                  <a:lnTo>
                    <a:pt x="204" y="230"/>
                  </a:lnTo>
                  <a:lnTo>
                    <a:pt x="202" y="230"/>
                  </a:lnTo>
                  <a:lnTo>
                    <a:pt x="202" y="228"/>
                  </a:lnTo>
                  <a:lnTo>
                    <a:pt x="202" y="228"/>
                  </a:lnTo>
                  <a:lnTo>
                    <a:pt x="201" y="228"/>
                  </a:lnTo>
                  <a:lnTo>
                    <a:pt x="201" y="228"/>
                  </a:lnTo>
                  <a:lnTo>
                    <a:pt x="201" y="226"/>
                  </a:lnTo>
                  <a:lnTo>
                    <a:pt x="201" y="226"/>
                  </a:lnTo>
                  <a:lnTo>
                    <a:pt x="199" y="226"/>
                  </a:lnTo>
                  <a:lnTo>
                    <a:pt x="199" y="226"/>
                  </a:lnTo>
                  <a:lnTo>
                    <a:pt x="199" y="224"/>
                  </a:lnTo>
                  <a:lnTo>
                    <a:pt x="199" y="224"/>
                  </a:lnTo>
                  <a:lnTo>
                    <a:pt x="199" y="222"/>
                  </a:lnTo>
                  <a:lnTo>
                    <a:pt x="199" y="222"/>
                  </a:lnTo>
                  <a:lnTo>
                    <a:pt x="201" y="218"/>
                  </a:lnTo>
                  <a:lnTo>
                    <a:pt x="201" y="218"/>
                  </a:lnTo>
                  <a:lnTo>
                    <a:pt x="201" y="216"/>
                  </a:lnTo>
                  <a:lnTo>
                    <a:pt x="201" y="216"/>
                  </a:lnTo>
                  <a:lnTo>
                    <a:pt x="201" y="216"/>
                  </a:lnTo>
                  <a:lnTo>
                    <a:pt x="201" y="214"/>
                  </a:lnTo>
                  <a:lnTo>
                    <a:pt x="201" y="214"/>
                  </a:lnTo>
                  <a:lnTo>
                    <a:pt x="201" y="214"/>
                  </a:lnTo>
                  <a:lnTo>
                    <a:pt x="201" y="212"/>
                  </a:lnTo>
                  <a:lnTo>
                    <a:pt x="199" y="212"/>
                  </a:lnTo>
                  <a:lnTo>
                    <a:pt x="199" y="212"/>
                  </a:lnTo>
                  <a:lnTo>
                    <a:pt x="199" y="212"/>
                  </a:lnTo>
                  <a:lnTo>
                    <a:pt x="199" y="212"/>
                  </a:lnTo>
                  <a:lnTo>
                    <a:pt x="199" y="212"/>
                  </a:lnTo>
                  <a:lnTo>
                    <a:pt x="197" y="210"/>
                  </a:lnTo>
                  <a:lnTo>
                    <a:pt x="197" y="210"/>
                  </a:lnTo>
                  <a:lnTo>
                    <a:pt x="197" y="210"/>
                  </a:lnTo>
                  <a:lnTo>
                    <a:pt x="197" y="210"/>
                  </a:lnTo>
                  <a:lnTo>
                    <a:pt x="195" y="208"/>
                  </a:lnTo>
                  <a:lnTo>
                    <a:pt x="195" y="208"/>
                  </a:lnTo>
                  <a:lnTo>
                    <a:pt x="195" y="206"/>
                  </a:lnTo>
                  <a:lnTo>
                    <a:pt x="195" y="206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5" y="203"/>
                  </a:lnTo>
                  <a:lnTo>
                    <a:pt x="195" y="203"/>
                  </a:lnTo>
                  <a:lnTo>
                    <a:pt x="195" y="203"/>
                  </a:lnTo>
                  <a:lnTo>
                    <a:pt x="195" y="201"/>
                  </a:lnTo>
                  <a:lnTo>
                    <a:pt x="195" y="201"/>
                  </a:lnTo>
                  <a:lnTo>
                    <a:pt x="195" y="201"/>
                  </a:lnTo>
                  <a:lnTo>
                    <a:pt x="193" y="199"/>
                  </a:lnTo>
                  <a:lnTo>
                    <a:pt x="193" y="199"/>
                  </a:lnTo>
                  <a:lnTo>
                    <a:pt x="195" y="199"/>
                  </a:lnTo>
                  <a:lnTo>
                    <a:pt x="195" y="199"/>
                  </a:lnTo>
                  <a:lnTo>
                    <a:pt x="195" y="199"/>
                  </a:lnTo>
                  <a:lnTo>
                    <a:pt x="197" y="197"/>
                  </a:lnTo>
                  <a:lnTo>
                    <a:pt x="197" y="197"/>
                  </a:lnTo>
                  <a:lnTo>
                    <a:pt x="199" y="195"/>
                  </a:lnTo>
                  <a:lnTo>
                    <a:pt x="199" y="195"/>
                  </a:lnTo>
                  <a:lnTo>
                    <a:pt x="201" y="193"/>
                  </a:lnTo>
                  <a:lnTo>
                    <a:pt x="201" y="193"/>
                  </a:lnTo>
                  <a:lnTo>
                    <a:pt x="202" y="189"/>
                  </a:lnTo>
                  <a:lnTo>
                    <a:pt x="204" y="189"/>
                  </a:lnTo>
                  <a:lnTo>
                    <a:pt x="204" y="189"/>
                  </a:lnTo>
                  <a:lnTo>
                    <a:pt x="206" y="189"/>
                  </a:lnTo>
                  <a:lnTo>
                    <a:pt x="206" y="189"/>
                  </a:lnTo>
                  <a:lnTo>
                    <a:pt x="206" y="189"/>
                  </a:lnTo>
                  <a:lnTo>
                    <a:pt x="206" y="187"/>
                  </a:lnTo>
                  <a:lnTo>
                    <a:pt x="206" y="185"/>
                  </a:lnTo>
                  <a:lnTo>
                    <a:pt x="206" y="185"/>
                  </a:lnTo>
                  <a:lnTo>
                    <a:pt x="206" y="185"/>
                  </a:lnTo>
                  <a:lnTo>
                    <a:pt x="208" y="181"/>
                  </a:lnTo>
                  <a:lnTo>
                    <a:pt x="210" y="177"/>
                  </a:lnTo>
                  <a:lnTo>
                    <a:pt x="214" y="177"/>
                  </a:lnTo>
                  <a:lnTo>
                    <a:pt x="214" y="175"/>
                  </a:lnTo>
                  <a:lnTo>
                    <a:pt x="214" y="175"/>
                  </a:lnTo>
                  <a:lnTo>
                    <a:pt x="214" y="171"/>
                  </a:lnTo>
                  <a:lnTo>
                    <a:pt x="214" y="169"/>
                  </a:lnTo>
                  <a:lnTo>
                    <a:pt x="214" y="169"/>
                  </a:lnTo>
                  <a:lnTo>
                    <a:pt x="214" y="169"/>
                  </a:lnTo>
                  <a:lnTo>
                    <a:pt x="214" y="169"/>
                  </a:lnTo>
                  <a:lnTo>
                    <a:pt x="212" y="169"/>
                  </a:lnTo>
                  <a:lnTo>
                    <a:pt x="212" y="169"/>
                  </a:lnTo>
                  <a:lnTo>
                    <a:pt x="210" y="167"/>
                  </a:lnTo>
                  <a:lnTo>
                    <a:pt x="210" y="167"/>
                  </a:lnTo>
                  <a:lnTo>
                    <a:pt x="208" y="167"/>
                  </a:lnTo>
                  <a:lnTo>
                    <a:pt x="208" y="167"/>
                  </a:lnTo>
                  <a:lnTo>
                    <a:pt x="208" y="167"/>
                  </a:lnTo>
                  <a:lnTo>
                    <a:pt x="206" y="165"/>
                  </a:lnTo>
                  <a:lnTo>
                    <a:pt x="206" y="165"/>
                  </a:lnTo>
                  <a:lnTo>
                    <a:pt x="206" y="165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4" y="161"/>
                  </a:lnTo>
                  <a:lnTo>
                    <a:pt x="204" y="159"/>
                  </a:lnTo>
                  <a:lnTo>
                    <a:pt x="204" y="159"/>
                  </a:lnTo>
                  <a:lnTo>
                    <a:pt x="204" y="155"/>
                  </a:lnTo>
                  <a:lnTo>
                    <a:pt x="204" y="155"/>
                  </a:lnTo>
                  <a:lnTo>
                    <a:pt x="204" y="153"/>
                  </a:lnTo>
                  <a:lnTo>
                    <a:pt x="204" y="153"/>
                  </a:lnTo>
                  <a:lnTo>
                    <a:pt x="204" y="153"/>
                  </a:lnTo>
                  <a:lnTo>
                    <a:pt x="204" y="153"/>
                  </a:lnTo>
                  <a:lnTo>
                    <a:pt x="204" y="151"/>
                  </a:lnTo>
                  <a:lnTo>
                    <a:pt x="202" y="151"/>
                  </a:lnTo>
                  <a:lnTo>
                    <a:pt x="202" y="151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50"/>
                  </a:lnTo>
                  <a:lnTo>
                    <a:pt x="202" y="148"/>
                  </a:lnTo>
                  <a:lnTo>
                    <a:pt x="202" y="146"/>
                  </a:lnTo>
                  <a:lnTo>
                    <a:pt x="202" y="146"/>
                  </a:lnTo>
                  <a:lnTo>
                    <a:pt x="202" y="146"/>
                  </a:lnTo>
                  <a:lnTo>
                    <a:pt x="201" y="146"/>
                  </a:lnTo>
                  <a:lnTo>
                    <a:pt x="199" y="144"/>
                  </a:lnTo>
                  <a:lnTo>
                    <a:pt x="199" y="144"/>
                  </a:lnTo>
                  <a:lnTo>
                    <a:pt x="199" y="144"/>
                  </a:lnTo>
                  <a:lnTo>
                    <a:pt x="197" y="144"/>
                  </a:lnTo>
                  <a:lnTo>
                    <a:pt x="197" y="142"/>
                  </a:lnTo>
                  <a:lnTo>
                    <a:pt x="197" y="142"/>
                  </a:lnTo>
                  <a:lnTo>
                    <a:pt x="197" y="140"/>
                  </a:lnTo>
                  <a:lnTo>
                    <a:pt x="195" y="140"/>
                  </a:lnTo>
                  <a:lnTo>
                    <a:pt x="195" y="140"/>
                  </a:lnTo>
                  <a:lnTo>
                    <a:pt x="195" y="138"/>
                  </a:lnTo>
                  <a:lnTo>
                    <a:pt x="195" y="136"/>
                  </a:lnTo>
                  <a:lnTo>
                    <a:pt x="195" y="136"/>
                  </a:lnTo>
                  <a:lnTo>
                    <a:pt x="197" y="134"/>
                  </a:lnTo>
                  <a:lnTo>
                    <a:pt x="199" y="132"/>
                  </a:lnTo>
                  <a:lnTo>
                    <a:pt x="199" y="130"/>
                  </a:lnTo>
                  <a:lnTo>
                    <a:pt x="199" y="128"/>
                  </a:lnTo>
                  <a:lnTo>
                    <a:pt x="201" y="128"/>
                  </a:lnTo>
                  <a:lnTo>
                    <a:pt x="202" y="128"/>
                  </a:lnTo>
                  <a:lnTo>
                    <a:pt x="206" y="124"/>
                  </a:lnTo>
                  <a:lnTo>
                    <a:pt x="208" y="124"/>
                  </a:lnTo>
                  <a:lnTo>
                    <a:pt x="210" y="124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4" y="124"/>
                  </a:lnTo>
                  <a:lnTo>
                    <a:pt x="214" y="124"/>
                  </a:lnTo>
                  <a:lnTo>
                    <a:pt x="214" y="126"/>
                  </a:lnTo>
                  <a:lnTo>
                    <a:pt x="214" y="128"/>
                  </a:lnTo>
                  <a:lnTo>
                    <a:pt x="216" y="128"/>
                  </a:lnTo>
                  <a:lnTo>
                    <a:pt x="216" y="128"/>
                  </a:lnTo>
                  <a:lnTo>
                    <a:pt x="216" y="128"/>
                  </a:lnTo>
                  <a:lnTo>
                    <a:pt x="218" y="128"/>
                  </a:lnTo>
                  <a:lnTo>
                    <a:pt x="218" y="128"/>
                  </a:lnTo>
                  <a:lnTo>
                    <a:pt x="218" y="128"/>
                  </a:lnTo>
                  <a:lnTo>
                    <a:pt x="218" y="126"/>
                  </a:lnTo>
                  <a:lnTo>
                    <a:pt x="218" y="126"/>
                  </a:lnTo>
                  <a:lnTo>
                    <a:pt x="220" y="122"/>
                  </a:lnTo>
                  <a:lnTo>
                    <a:pt x="220" y="122"/>
                  </a:lnTo>
                  <a:lnTo>
                    <a:pt x="220" y="122"/>
                  </a:lnTo>
                  <a:lnTo>
                    <a:pt x="220" y="122"/>
                  </a:lnTo>
                  <a:lnTo>
                    <a:pt x="220" y="118"/>
                  </a:lnTo>
                  <a:lnTo>
                    <a:pt x="220" y="118"/>
                  </a:lnTo>
                  <a:lnTo>
                    <a:pt x="220" y="118"/>
                  </a:lnTo>
                  <a:lnTo>
                    <a:pt x="220" y="116"/>
                  </a:lnTo>
                  <a:lnTo>
                    <a:pt x="220" y="114"/>
                  </a:lnTo>
                  <a:lnTo>
                    <a:pt x="220" y="114"/>
                  </a:lnTo>
                  <a:lnTo>
                    <a:pt x="220" y="114"/>
                  </a:lnTo>
                  <a:lnTo>
                    <a:pt x="220" y="114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0"/>
                  </a:lnTo>
                  <a:lnTo>
                    <a:pt x="218" y="110"/>
                  </a:lnTo>
                  <a:lnTo>
                    <a:pt x="218" y="110"/>
                  </a:lnTo>
                  <a:lnTo>
                    <a:pt x="218" y="110"/>
                  </a:lnTo>
                  <a:lnTo>
                    <a:pt x="218" y="108"/>
                  </a:lnTo>
                  <a:lnTo>
                    <a:pt x="218" y="108"/>
                  </a:lnTo>
                  <a:lnTo>
                    <a:pt x="216" y="108"/>
                  </a:lnTo>
                  <a:lnTo>
                    <a:pt x="216" y="106"/>
                  </a:lnTo>
                  <a:lnTo>
                    <a:pt x="216" y="106"/>
                  </a:lnTo>
                  <a:lnTo>
                    <a:pt x="216" y="106"/>
                  </a:lnTo>
                  <a:lnTo>
                    <a:pt x="216" y="104"/>
                  </a:lnTo>
                  <a:lnTo>
                    <a:pt x="216" y="104"/>
                  </a:lnTo>
                  <a:lnTo>
                    <a:pt x="214" y="104"/>
                  </a:lnTo>
                  <a:lnTo>
                    <a:pt x="214" y="104"/>
                  </a:lnTo>
                  <a:lnTo>
                    <a:pt x="214" y="104"/>
                  </a:lnTo>
                  <a:lnTo>
                    <a:pt x="214" y="104"/>
                  </a:lnTo>
                  <a:lnTo>
                    <a:pt x="21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96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8" y="91"/>
                  </a:lnTo>
                  <a:lnTo>
                    <a:pt x="208" y="91"/>
                  </a:lnTo>
                  <a:lnTo>
                    <a:pt x="208" y="91"/>
                  </a:lnTo>
                  <a:lnTo>
                    <a:pt x="208" y="91"/>
                  </a:lnTo>
                  <a:lnTo>
                    <a:pt x="210" y="85"/>
                  </a:lnTo>
                  <a:lnTo>
                    <a:pt x="212" y="85"/>
                  </a:lnTo>
                  <a:lnTo>
                    <a:pt x="212" y="85"/>
                  </a:lnTo>
                  <a:lnTo>
                    <a:pt x="212" y="85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24" y="85"/>
                  </a:lnTo>
                  <a:lnTo>
                    <a:pt x="224" y="85"/>
                  </a:lnTo>
                  <a:lnTo>
                    <a:pt x="224" y="85"/>
                  </a:lnTo>
                  <a:lnTo>
                    <a:pt x="224" y="85"/>
                  </a:lnTo>
                  <a:lnTo>
                    <a:pt x="224" y="85"/>
                  </a:lnTo>
                  <a:lnTo>
                    <a:pt x="226" y="85"/>
                  </a:lnTo>
                  <a:lnTo>
                    <a:pt x="226" y="87"/>
                  </a:lnTo>
                  <a:lnTo>
                    <a:pt x="228" y="87"/>
                  </a:lnTo>
                  <a:lnTo>
                    <a:pt x="228" y="87"/>
                  </a:lnTo>
                  <a:lnTo>
                    <a:pt x="228" y="87"/>
                  </a:lnTo>
                  <a:lnTo>
                    <a:pt x="232" y="83"/>
                  </a:lnTo>
                  <a:lnTo>
                    <a:pt x="232" y="83"/>
                  </a:lnTo>
                  <a:lnTo>
                    <a:pt x="232" y="83"/>
                  </a:lnTo>
                  <a:lnTo>
                    <a:pt x="232" y="81"/>
                  </a:lnTo>
                  <a:lnTo>
                    <a:pt x="232" y="81"/>
                  </a:lnTo>
                  <a:lnTo>
                    <a:pt x="232" y="81"/>
                  </a:lnTo>
                  <a:lnTo>
                    <a:pt x="230" y="81"/>
                  </a:lnTo>
                  <a:lnTo>
                    <a:pt x="230" y="81"/>
                  </a:lnTo>
                  <a:lnTo>
                    <a:pt x="232" y="79"/>
                  </a:lnTo>
                  <a:lnTo>
                    <a:pt x="234" y="77"/>
                  </a:lnTo>
                  <a:lnTo>
                    <a:pt x="234" y="75"/>
                  </a:lnTo>
                  <a:lnTo>
                    <a:pt x="236" y="75"/>
                  </a:lnTo>
                  <a:lnTo>
                    <a:pt x="236" y="75"/>
                  </a:lnTo>
                  <a:lnTo>
                    <a:pt x="238" y="75"/>
                  </a:lnTo>
                  <a:lnTo>
                    <a:pt x="240" y="75"/>
                  </a:lnTo>
                  <a:lnTo>
                    <a:pt x="240" y="75"/>
                  </a:lnTo>
                  <a:lnTo>
                    <a:pt x="240" y="77"/>
                  </a:lnTo>
                  <a:lnTo>
                    <a:pt x="240" y="77"/>
                  </a:lnTo>
                  <a:lnTo>
                    <a:pt x="240" y="77"/>
                  </a:lnTo>
                  <a:lnTo>
                    <a:pt x="240" y="77"/>
                  </a:lnTo>
                  <a:lnTo>
                    <a:pt x="242" y="79"/>
                  </a:lnTo>
                  <a:lnTo>
                    <a:pt x="242" y="79"/>
                  </a:lnTo>
                  <a:lnTo>
                    <a:pt x="242" y="79"/>
                  </a:lnTo>
                  <a:lnTo>
                    <a:pt x="242" y="79"/>
                  </a:lnTo>
                  <a:lnTo>
                    <a:pt x="246" y="75"/>
                  </a:lnTo>
                  <a:lnTo>
                    <a:pt x="248" y="73"/>
                  </a:lnTo>
                  <a:lnTo>
                    <a:pt x="248" y="73"/>
                  </a:lnTo>
                  <a:lnTo>
                    <a:pt x="252" y="73"/>
                  </a:lnTo>
                  <a:lnTo>
                    <a:pt x="252" y="73"/>
                  </a:lnTo>
                  <a:lnTo>
                    <a:pt x="252" y="73"/>
                  </a:lnTo>
                  <a:lnTo>
                    <a:pt x="252" y="73"/>
                  </a:lnTo>
                  <a:lnTo>
                    <a:pt x="252" y="73"/>
                  </a:lnTo>
                  <a:lnTo>
                    <a:pt x="252" y="71"/>
                  </a:lnTo>
                  <a:lnTo>
                    <a:pt x="253" y="69"/>
                  </a:lnTo>
                  <a:lnTo>
                    <a:pt x="255" y="67"/>
                  </a:lnTo>
                  <a:lnTo>
                    <a:pt x="255" y="67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57" y="69"/>
                  </a:lnTo>
                  <a:lnTo>
                    <a:pt x="259" y="69"/>
                  </a:lnTo>
                  <a:lnTo>
                    <a:pt x="259" y="69"/>
                  </a:lnTo>
                  <a:lnTo>
                    <a:pt x="259" y="69"/>
                  </a:lnTo>
                  <a:lnTo>
                    <a:pt x="259" y="69"/>
                  </a:lnTo>
                  <a:lnTo>
                    <a:pt x="259" y="69"/>
                  </a:lnTo>
                  <a:lnTo>
                    <a:pt x="261" y="69"/>
                  </a:lnTo>
                  <a:lnTo>
                    <a:pt x="263" y="69"/>
                  </a:lnTo>
                  <a:lnTo>
                    <a:pt x="263" y="69"/>
                  </a:lnTo>
                  <a:lnTo>
                    <a:pt x="263" y="69"/>
                  </a:lnTo>
                  <a:lnTo>
                    <a:pt x="263" y="69"/>
                  </a:lnTo>
                  <a:lnTo>
                    <a:pt x="263" y="71"/>
                  </a:lnTo>
                  <a:lnTo>
                    <a:pt x="265" y="71"/>
                  </a:lnTo>
                  <a:lnTo>
                    <a:pt x="265" y="71"/>
                  </a:lnTo>
                  <a:lnTo>
                    <a:pt x="265" y="71"/>
                  </a:lnTo>
                  <a:lnTo>
                    <a:pt x="277" y="65"/>
                  </a:lnTo>
                  <a:lnTo>
                    <a:pt x="277" y="65"/>
                  </a:lnTo>
                  <a:lnTo>
                    <a:pt x="277" y="65"/>
                  </a:lnTo>
                  <a:lnTo>
                    <a:pt x="277" y="67"/>
                  </a:lnTo>
                  <a:lnTo>
                    <a:pt x="279" y="67"/>
                  </a:lnTo>
                  <a:lnTo>
                    <a:pt x="279" y="67"/>
                  </a:lnTo>
                  <a:lnTo>
                    <a:pt x="279" y="65"/>
                  </a:lnTo>
                  <a:lnTo>
                    <a:pt x="279" y="65"/>
                  </a:lnTo>
                  <a:lnTo>
                    <a:pt x="281" y="63"/>
                  </a:lnTo>
                  <a:lnTo>
                    <a:pt x="281" y="61"/>
                  </a:lnTo>
                  <a:lnTo>
                    <a:pt x="281" y="61"/>
                  </a:lnTo>
                  <a:lnTo>
                    <a:pt x="281" y="61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7"/>
                  </a:lnTo>
                  <a:lnTo>
                    <a:pt x="281" y="57"/>
                  </a:lnTo>
                  <a:lnTo>
                    <a:pt x="281" y="57"/>
                  </a:lnTo>
                  <a:lnTo>
                    <a:pt x="281" y="55"/>
                  </a:lnTo>
                  <a:lnTo>
                    <a:pt x="281" y="55"/>
                  </a:lnTo>
                  <a:lnTo>
                    <a:pt x="281" y="53"/>
                  </a:lnTo>
                  <a:lnTo>
                    <a:pt x="281" y="53"/>
                  </a:lnTo>
                  <a:lnTo>
                    <a:pt x="281" y="51"/>
                  </a:lnTo>
                  <a:lnTo>
                    <a:pt x="281" y="51"/>
                  </a:lnTo>
                  <a:lnTo>
                    <a:pt x="281" y="51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9"/>
                  </a:lnTo>
                  <a:lnTo>
                    <a:pt x="289" y="53"/>
                  </a:lnTo>
                  <a:lnTo>
                    <a:pt x="291" y="55"/>
                  </a:lnTo>
                  <a:lnTo>
                    <a:pt x="299" y="57"/>
                  </a:lnTo>
                  <a:lnTo>
                    <a:pt x="301" y="57"/>
                  </a:lnTo>
                  <a:lnTo>
                    <a:pt x="301" y="57"/>
                  </a:lnTo>
                  <a:lnTo>
                    <a:pt x="301" y="57"/>
                  </a:lnTo>
                  <a:lnTo>
                    <a:pt x="303" y="57"/>
                  </a:lnTo>
                  <a:lnTo>
                    <a:pt x="303" y="57"/>
                  </a:lnTo>
                  <a:lnTo>
                    <a:pt x="303" y="59"/>
                  </a:lnTo>
                  <a:lnTo>
                    <a:pt x="303" y="59"/>
                  </a:lnTo>
                  <a:lnTo>
                    <a:pt x="303" y="61"/>
                  </a:lnTo>
                  <a:lnTo>
                    <a:pt x="303" y="63"/>
                  </a:lnTo>
                  <a:lnTo>
                    <a:pt x="303" y="63"/>
                  </a:lnTo>
                  <a:lnTo>
                    <a:pt x="303" y="63"/>
                  </a:lnTo>
                  <a:lnTo>
                    <a:pt x="303" y="63"/>
                  </a:lnTo>
                  <a:lnTo>
                    <a:pt x="306" y="65"/>
                  </a:lnTo>
                  <a:lnTo>
                    <a:pt x="310" y="65"/>
                  </a:lnTo>
                  <a:lnTo>
                    <a:pt x="312" y="63"/>
                  </a:lnTo>
                  <a:lnTo>
                    <a:pt x="320" y="59"/>
                  </a:lnTo>
                  <a:lnTo>
                    <a:pt x="320" y="57"/>
                  </a:lnTo>
                  <a:lnTo>
                    <a:pt x="320" y="57"/>
                  </a:lnTo>
                  <a:lnTo>
                    <a:pt x="320" y="57"/>
                  </a:lnTo>
                  <a:lnTo>
                    <a:pt x="320" y="55"/>
                  </a:lnTo>
                  <a:lnTo>
                    <a:pt x="320" y="55"/>
                  </a:lnTo>
                  <a:lnTo>
                    <a:pt x="318" y="55"/>
                  </a:lnTo>
                  <a:lnTo>
                    <a:pt x="318" y="55"/>
                  </a:lnTo>
                  <a:lnTo>
                    <a:pt x="316" y="55"/>
                  </a:lnTo>
                  <a:lnTo>
                    <a:pt x="316" y="53"/>
                  </a:lnTo>
                  <a:lnTo>
                    <a:pt x="316" y="53"/>
                  </a:lnTo>
                  <a:lnTo>
                    <a:pt x="316" y="53"/>
                  </a:lnTo>
                  <a:lnTo>
                    <a:pt x="316" y="53"/>
                  </a:lnTo>
                  <a:lnTo>
                    <a:pt x="316" y="51"/>
                  </a:lnTo>
                  <a:lnTo>
                    <a:pt x="320" y="45"/>
                  </a:lnTo>
                  <a:lnTo>
                    <a:pt x="320" y="45"/>
                  </a:lnTo>
                  <a:lnTo>
                    <a:pt x="320" y="42"/>
                  </a:lnTo>
                  <a:lnTo>
                    <a:pt x="320" y="40"/>
                  </a:lnTo>
                  <a:lnTo>
                    <a:pt x="320" y="38"/>
                  </a:lnTo>
                  <a:lnTo>
                    <a:pt x="322" y="38"/>
                  </a:lnTo>
                  <a:lnTo>
                    <a:pt x="330" y="32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6" y="26"/>
                  </a:lnTo>
                  <a:lnTo>
                    <a:pt x="340" y="26"/>
                  </a:lnTo>
                  <a:lnTo>
                    <a:pt x="340" y="26"/>
                  </a:lnTo>
                  <a:lnTo>
                    <a:pt x="346" y="24"/>
                  </a:lnTo>
                  <a:lnTo>
                    <a:pt x="348" y="22"/>
                  </a:lnTo>
                  <a:lnTo>
                    <a:pt x="348" y="22"/>
                  </a:lnTo>
                  <a:lnTo>
                    <a:pt x="348" y="22"/>
                  </a:lnTo>
                  <a:lnTo>
                    <a:pt x="346" y="22"/>
                  </a:lnTo>
                  <a:lnTo>
                    <a:pt x="346" y="22"/>
                  </a:lnTo>
                  <a:lnTo>
                    <a:pt x="344" y="18"/>
                  </a:lnTo>
                  <a:lnTo>
                    <a:pt x="342" y="16"/>
                  </a:lnTo>
                  <a:lnTo>
                    <a:pt x="340" y="16"/>
                  </a:lnTo>
                  <a:lnTo>
                    <a:pt x="340" y="16"/>
                  </a:lnTo>
                  <a:lnTo>
                    <a:pt x="340" y="14"/>
                  </a:lnTo>
                  <a:lnTo>
                    <a:pt x="338" y="14"/>
                  </a:lnTo>
                  <a:lnTo>
                    <a:pt x="338" y="14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0"/>
                  </a:lnTo>
                  <a:lnTo>
                    <a:pt x="338" y="10"/>
                  </a:lnTo>
                  <a:lnTo>
                    <a:pt x="338" y="10"/>
                  </a:lnTo>
                  <a:lnTo>
                    <a:pt x="338" y="8"/>
                  </a:lnTo>
                  <a:lnTo>
                    <a:pt x="338" y="6"/>
                  </a:lnTo>
                  <a:lnTo>
                    <a:pt x="338" y="6"/>
                  </a:lnTo>
                  <a:lnTo>
                    <a:pt x="338" y="4"/>
                  </a:lnTo>
                  <a:lnTo>
                    <a:pt x="338" y="2"/>
                  </a:lnTo>
                  <a:lnTo>
                    <a:pt x="338" y="2"/>
                  </a:lnTo>
                  <a:lnTo>
                    <a:pt x="338" y="2"/>
                  </a:lnTo>
                  <a:lnTo>
                    <a:pt x="340" y="0"/>
                  </a:lnTo>
                  <a:lnTo>
                    <a:pt x="340" y="0"/>
                  </a:lnTo>
                  <a:lnTo>
                    <a:pt x="342" y="0"/>
                  </a:lnTo>
                  <a:lnTo>
                    <a:pt x="348" y="2"/>
                  </a:lnTo>
                  <a:lnTo>
                    <a:pt x="350" y="2"/>
                  </a:lnTo>
                  <a:lnTo>
                    <a:pt x="354" y="2"/>
                  </a:lnTo>
                  <a:lnTo>
                    <a:pt x="357" y="0"/>
                  </a:lnTo>
                  <a:lnTo>
                    <a:pt x="36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auto">
            <a:xfrm>
              <a:off x="914400" y="3054350"/>
              <a:ext cx="3175" cy="3175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0 h 3"/>
                <a:gd name="T4" fmla="*/ 4 w 4"/>
                <a:gd name="T5" fmla="*/ 0 h 3"/>
                <a:gd name="T6" fmla="*/ 4 w 4"/>
                <a:gd name="T7" fmla="*/ 0 h 3"/>
                <a:gd name="T8" fmla="*/ 4 w 4"/>
                <a:gd name="T9" fmla="*/ 1 h 3"/>
                <a:gd name="T10" fmla="*/ 4 w 4"/>
                <a:gd name="T11" fmla="*/ 1 h 3"/>
                <a:gd name="T12" fmla="*/ 4 w 4"/>
                <a:gd name="T13" fmla="*/ 3 h 3"/>
                <a:gd name="T14" fmla="*/ 0 w 4"/>
                <a:gd name="T15" fmla="*/ 3 h 3"/>
                <a:gd name="T16" fmla="*/ 0 w 4"/>
                <a:gd name="T17" fmla="*/ 3 h 3"/>
                <a:gd name="T18" fmla="*/ 0 w 4"/>
                <a:gd name="T19" fmla="*/ 1 h 3"/>
                <a:gd name="T20" fmla="*/ 0 w 4"/>
                <a:gd name="T21" fmla="*/ 1 h 3"/>
                <a:gd name="T22" fmla="*/ 2 w 4"/>
                <a:gd name="T23" fmla="*/ 0 h 3"/>
                <a:gd name="T24" fmla="*/ 2 w 4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1620838" y="3317875"/>
              <a:ext cx="117475" cy="174625"/>
            </a:xfrm>
            <a:custGeom>
              <a:avLst/>
              <a:gdLst>
                <a:gd name="T0" fmla="*/ 75 w 149"/>
                <a:gd name="T1" fmla="*/ 12 h 220"/>
                <a:gd name="T2" fmla="*/ 71 w 149"/>
                <a:gd name="T3" fmla="*/ 22 h 220"/>
                <a:gd name="T4" fmla="*/ 86 w 149"/>
                <a:gd name="T5" fmla="*/ 30 h 220"/>
                <a:gd name="T6" fmla="*/ 92 w 149"/>
                <a:gd name="T7" fmla="*/ 22 h 220"/>
                <a:gd name="T8" fmla="*/ 139 w 149"/>
                <a:gd name="T9" fmla="*/ 49 h 220"/>
                <a:gd name="T10" fmla="*/ 133 w 149"/>
                <a:gd name="T11" fmla="*/ 63 h 220"/>
                <a:gd name="T12" fmla="*/ 128 w 149"/>
                <a:gd name="T13" fmla="*/ 75 h 220"/>
                <a:gd name="T14" fmla="*/ 133 w 149"/>
                <a:gd name="T15" fmla="*/ 83 h 220"/>
                <a:gd name="T16" fmla="*/ 129 w 149"/>
                <a:gd name="T17" fmla="*/ 91 h 220"/>
                <a:gd name="T18" fmla="*/ 135 w 149"/>
                <a:gd name="T19" fmla="*/ 97 h 220"/>
                <a:gd name="T20" fmla="*/ 135 w 149"/>
                <a:gd name="T21" fmla="*/ 110 h 220"/>
                <a:gd name="T22" fmla="*/ 133 w 149"/>
                <a:gd name="T23" fmla="*/ 118 h 220"/>
                <a:gd name="T24" fmla="*/ 126 w 149"/>
                <a:gd name="T25" fmla="*/ 126 h 220"/>
                <a:gd name="T26" fmla="*/ 128 w 149"/>
                <a:gd name="T27" fmla="*/ 138 h 220"/>
                <a:gd name="T28" fmla="*/ 126 w 149"/>
                <a:gd name="T29" fmla="*/ 146 h 220"/>
                <a:gd name="T30" fmla="*/ 124 w 149"/>
                <a:gd name="T31" fmla="*/ 155 h 220"/>
                <a:gd name="T32" fmla="*/ 122 w 149"/>
                <a:gd name="T33" fmla="*/ 163 h 220"/>
                <a:gd name="T34" fmla="*/ 126 w 149"/>
                <a:gd name="T35" fmla="*/ 177 h 220"/>
                <a:gd name="T36" fmla="*/ 137 w 149"/>
                <a:gd name="T37" fmla="*/ 179 h 220"/>
                <a:gd name="T38" fmla="*/ 147 w 149"/>
                <a:gd name="T39" fmla="*/ 179 h 220"/>
                <a:gd name="T40" fmla="*/ 147 w 149"/>
                <a:gd name="T41" fmla="*/ 191 h 220"/>
                <a:gd name="T42" fmla="*/ 147 w 149"/>
                <a:gd name="T43" fmla="*/ 205 h 220"/>
                <a:gd name="T44" fmla="*/ 141 w 149"/>
                <a:gd name="T45" fmla="*/ 212 h 220"/>
                <a:gd name="T46" fmla="*/ 129 w 149"/>
                <a:gd name="T47" fmla="*/ 203 h 220"/>
                <a:gd name="T48" fmla="*/ 110 w 149"/>
                <a:gd name="T49" fmla="*/ 208 h 220"/>
                <a:gd name="T50" fmla="*/ 96 w 149"/>
                <a:gd name="T51" fmla="*/ 210 h 220"/>
                <a:gd name="T52" fmla="*/ 84 w 149"/>
                <a:gd name="T53" fmla="*/ 205 h 220"/>
                <a:gd name="T54" fmla="*/ 80 w 149"/>
                <a:gd name="T55" fmla="*/ 220 h 220"/>
                <a:gd name="T56" fmla="*/ 69 w 149"/>
                <a:gd name="T57" fmla="*/ 216 h 220"/>
                <a:gd name="T58" fmla="*/ 45 w 149"/>
                <a:gd name="T59" fmla="*/ 197 h 220"/>
                <a:gd name="T60" fmla="*/ 43 w 149"/>
                <a:gd name="T61" fmla="*/ 195 h 220"/>
                <a:gd name="T62" fmla="*/ 41 w 149"/>
                <a:gd name="T63" fmla="*/ 193 h 220"/>
                <a:gd name="T64" fmla="*/ 39 w 149"/>
                <a:gd name="T65" fmla="*/ 187 h 220"/>
                <a:gd name="T66" fmla="*/ 39 w 149"/>
                <a:gd name="T67" fmla="*/ 183 h 220"/>
                <a:gd name="T68" fmla="*/ 41 w 149"/>
                <a:gd name="T69" fmla="*/ 179 h 220"/>
                <a:gd name="T70" fmla="*/ 43 w 149"/>
                <a:gd name="T71" fmla="*/ 177 h 220"/>
                <a:gd name="T72" fmla="*/ 47 w 149"/>
                <a:gd name="T73" fmla="*/ 177 h 220"/>
                <a:gd name="T74" fmla="*/ 47 w 149"/>
                <a:gd name="T75" fmla="*/ 175 h 220"/>
                <a:gd name="T76" fmla="*/ 49 w 149"/>
                <a:gd name="T77" fmla="*/ 173 h 220"/>
                <a:gd name="T78" fmla="*/ 49 w 149"/>
                <a:gd name="T79" fmla="*/ 171 h 220"/>
                <a:gd name="T80" fmla="*/ 47 w 149"/>
                <a:gd name="T81" fmla="*/ 169 h 220"/>
                <a:gd name="T82" fmla="*/ 43 w 149"/>
                <a:gd name="T83" fmla="*/ 167 h 220"/>
                <a:gd name="T84" fmla="*/ 43 w 149"/>
                <a:gd name="T85" fmla="*/ 171 h 220"/>
                <a:gd name="T86" fmla="*/ 33 w 149"/>
                <a:gd name="T87" fmla="*/ 163 h 220"/>
                <a:gd name="T88" fmla="*/ 29 w 149"/>
                <a:gd name="T89" fmla="*/ 159 h 220"/>
                <a:gd name="T90" fmla="*/ 29 w 149"/>
                <a:gd name="T91" fmla="*/ 144 h 220"/>
                <a:gd name="T92" fmla="*/ 35 w 149"/>
                <a:gd name="T93" fmla="*/ 138 h 220"/>
                <a:gd name="T94" fmla="*/ 45 w 149"/>
                <a:gd name="T95" fmla="*/ 120 h 220"/>
                <a:gd name="T96" fmla="*/ 53 w 149"/>
                <a:gd name="T97" fmla="*/ 120 h 220"/>
                <a:gd name="T98" fmla="*/ 61 w 149"/>
                <a:gd name="T99" fmla="*/ 102 h 220"/>
                <a:gd name="T100" fmla="*/ 63 w 149"/>
                <a:gd name="T101" fmla="*/ 97 h 220"/>
                <a:gd name="T102" fmla="*/ 59 w 149"/>
                <a:gd name="T103" fmla="*/ 81 h 220"/>
                <a:gd name="T104" fmla="*/ 53 w 149"/>
                <a:gd name="T105" fmla="*/ 81 h 220"/>
                <a:gd name="T106" fmla="*/ 18 w 149"/>
                <a:gd name="T107" fmla="*/ 51 h 220"/>
                <a:gd name="T108" fmla="*/ 16 w 149"/>
                <a:gd name="T109" fmla="*/ 46 h 220"/>
                <a:gd name="T110" fmla="*/ 12 w 149"/>
                <a:gd name="T111" fmla="*/ 40 h 220"/>
                <a:gd name="T112" fmla="*/ 0 w 149"/>
                <a:gd name="T113" fmla="*/ 28 h 220"/>
                <a:gd name="T114" fmla="*/ 10 w 149"/>
                <a:gd name="T115" fmla="*/ 10 h 220"/>
                <a:gd name="T116" fmla="*/ 12 w 149"/>
                <a:gd name="T117" fmla="*/ 6 h 220"/>
                <a:gd name="T118" fmla="*/ 29 w 149"/>
                <a:gd name="T119" fmla="*/ 14 h 220"/>
                <a:gd name="T120" fmla="*/ 35 w 149"/>
                <a:gd name="T121" fmla="*/ 4 h 220"/>
                <a:gd name="T122" fmla="*/ 49 w 149"/>
                <a:gd name="T123" fmla="*/ 10 h 220"/>
                <a:gd name="T124" fmla="*/ 55 w 149"/>
                <a:gd name="T125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9" h="220">
                  <a:moveTo>
                    <a:pt x="55" y="0"/>
                  </a:moveTo>
                  <a:lnTo>
                    <a:pt x="73" y="10"/>
                  </a:lnTo>
                  <a:lnTo>
                    <a:pt x="75" y="12"/>
                  </a:lnTo>
                  <a:lnTo>
                    <a:pt x="75" y="12"/>
                  </a:lnTo>
                  <a:lnTo>
                    <a:pt x="75" y="1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71" y="22"/>
                  </a:lnTo>
                  <a:lnTo>
                    <a:pt x="86" y="30"/>
                  </a:lnTo>
                  <a:lnTo>
                    <a:pt x="86" y="30"/>
                  </a:lnTo>
                  <a:lnTo>
                    <a:pt x="86" y="30"/>
                  </a:lnTo>
                  <a:lnTo>
                    <a:pt x="88" y="30"/>
                  </a:lnTo>
                  <a:lnTo>
                    <a:pt x="90" y="24"/>
                  </a:lnTo>
                  <a:lnTo>
                    <a:pt x="92" y="22"/>
                  </a:lnTo>
                  <a:lnTo>
                    <a:pt x="92" y="20"/>
                  </a:lnTo>
                  <a:lnTo>
                    <a:pt x="133" y="44"/>
                  </a:lnTo>
                  <a:lnTo>
                    <a:pt x="141" y="46"/>
                  </a:lnTo>
                  <a:lnTo>
                    <a:pt x="139" y="49"/>
                  </a:lnTo>
                  <a:lnTo>
                    <a:pt x="135" y="53"/>
                  </a:lnTo>
                  <a:lnTo>
                    <a:pt x="135" y="57"/>
                  </a:lnTo>
                  <a:lnTo>
                    <a:pt x="133" y="61"/>
                  </a:lnTo>
                  <a:lnTo>
                    <a:pt x="133" y="63"/>
                  </a:lnTo>
                  <a:lnTo>
                    <a:pt x="131" y="69"/>
                  </a:lnTo>
                  <a:lnTo>
                    <a:pt x="129" y="71"/>
                  </a:lnTo>
                  <a:lnTo>
                    <a:pt x="128" y="73"/>
                  </a:lnTo>
                  <a:lnTo>
                    <a:pt x="128" y="75"/>
                  </a:lnTo>
                  <a:lnTo>
                    <a:pt x="126" y="77"/>
                  </a:lnTo>
                  <a:lnTo>
                    <a:pt x="129" y="79"/>
                  </a:lnTo>
                  <a:lnTo>
                    <a:pt x="131" y="81"/>
                  </a:lnTo>
                  <a:lnTo>
                    <a:pt x="133" y="83"/>
                  </a:lnTo>
                  <a:lnTo>
                    <a:pt x="133" y="85"/>
                  </a:lnTo>
                  <a:lnTo>
                    <a:pt x="133" y="89"/>
                  </a:lnTo>
                  <a:lnTo>
                    <a:pt x="131" y="91"/>
                  </a:lnTo>
                  <a:lnTo>
                    <a:pt x="129" y="91"/>
                  </a:lnTo>
                  <a:lnTo>
                    <a:pt x="129" y="93"/>
                  </a:lnTo>
                  <a:lnTo>
                    <a:pt x="133" y="95"/>
                  </a:lnTo>
                  <a:lnTo>
                    <a:pt x="135" y="95"/>
                  </a:lnTo>
                  <a:lnTo>
                    <a:pt x="135" y="97"/>
                  </a:lnTo>
                  <a:lnTo>
                    <a:pt x="135" y="99"/>
                  </a:lnTo>
                  <a:lnTo>
                    <a:pt x="135" y="102"/>
                  </a:lnTo>
                  <a:lnTo>
                    <a:pt x="135" y="106"/>
                  </a:lnTo>
                  <a:lnTo>
                    <a:pt x="135" y="110"/>
                  </a:lnTo>
                  <a:lnTo>
                    <a:pt x="139" y="110"/>
                  </a:lnTo>
                  <a:lnTo>
                    <a:pt x="141" y="112"/>
                  </a:lnTo>
                  <a:lnTo>
                    <a:pt x="137" y="120"/>
                  </a:lnTo>
                  <a:lnTo>
                    <a:pt x="133" y="118"/>
                  </a:lnTo>
                  <a:lnTo>
                    <a:pt x="129" y="118"/>
                  </a:lnTo>
                  <a:lnTo>
                    <a:pt x="126" y="122"/>
                  </a:lnTo>
                  <a:lnTo>
                    <a:pt x="126" y="124"/>
                  </a:lnTo>
                  <a:lnTo>
                    <a:pt x="126" y="126"/>
                  </a:lnTo>
                  <a:lnTo>
                    <a:pt x="128" y="130"/>
                  </a:lnTo>
                  <a:lnTo>
                    <a:pt x="126" y="132"/>
                  </a:lnTo>
                  <a:lnTo>
                    <a:pt x="126" y="134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6" y="140"/>
                  </a:lnTo>
                  <a:lnTo>
                    <a:pt x="124" y="142"/>
                  </a:lnTo>
                  <a:lnTo>
                    <a:pt x="126" y="146"/>
                  </a:lnTo>
                  <a:lnTo>
                    <a:pt x="126" y="148"/>
                  </a:lnTo>
                  <a:lnTo>
                    <a:pt x="124" y="150"/>
                  </a:lnTo>
                  <a:lnTo>
                    <a:pt x="122" y="154"/>
                  </a:lnTo>
                  <a:lnTo>
                    <a:pt x="124" y="155"/>
                  </a:lnTo>
                  <a:lnTo>
                    <a:pt x="126" y="157"/>
                  </a:lnTo>
                  <a:lnTo>
                    <a:pt x="126" y="159"/>
                  </a:lnTo>
                  <a:lnTo>
                    <a:pt x="124" y="161"/>
                  </a:lnTo>
                  <a:lnTo>
                    <a:pt x="122" y="163"/>
                  </a:lnTo>
                  <a:lnTo>
                    <a:pt x="124" y="167"/>
                  </a:lnTo>
                  <a:lnTo>
                    <a:pt x="126" y="171"/>
                  </a:lnTo>
                  <a:lnTo>
                    <a:pt x="126" y="173"/>
                  </a:lnTo>
                  <a:lnTo>
                    <a:pt x="126" y="177"/>
                  </a:lnTo>
                  <a:lnTo>
                    <a:pt x="128" y="179"/>
                  </a:lnTo>
                  <a:lnTo>
                    <a:pt x="129" y="181"/>
                  </a:lnTo>
                  <a:lnTo>
                    <a:pt x="133" y="181"/>
                  </a:lnTo>
                  <a:lnTo>
                    <a:pt x="137" y="179"/>
                  </a:lnTo>
                  <a:lnTo>
                    <a:pt x="139" y="177"/>
                  </a:lnTo>
                  <a:lnTo>
                    <a:pt x="141" y="177"/>
                  </a:lnTo>
                  <a:lnTo>
                    <a:pt x="145" y="177"/>
                  </a:lnTo>
                  <a:lnTo>
                    <a:pt x="147" y="179"/>
                  </a:lnTo>
                  <a:lnTo>
                    <a:pt x="147" y="181"/>
                  </a:lnTo>
                  <a:lnTo>
                    <a:pt x="149" y="185"/>
                  </a:lnTo>
                  <a:lnTo>
                    <a:pt x="149" y="189"/>
                  </a:lnTo>
                  <a:lnTo>
                    <a:pt x="147" y="191"/>
                  </a:lnTo>
                  <a:lnTo>
                    <a:pt x="147" y="193"/>
                  </a:lnTo>
                  <a:lnTo>
                    <a:pt x="145" y="195"/>
                  </a:lnTo>
                  <a:lnTo>
                    <a:pt x="145" y="197"/>
                  </a:lnTo>
                  <a:lnTo>
                    <a:pt x="147" y="205"/>
                  </a:lnTo>
                  <a:lnTo>
                    <a:pt x="147" y="207"/>
                  </a:lnTo>
                  <a:lnTo>
                    <a:pt x="145" y="208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39" y="210"/>
                  </a:lnTo>
                  <a:lnTo>
                    <a:pt x="137" y="208"/>
                  </a:lnTo>
                  <a:lnTo>
                    <a:pt x="133" y="205"/>
                  </a:lnTo>
                  <a:lnTo>
                    <a:pt x="129" y="203"/>
                  </a:lnTo>
                  <a:lnTo>
                    <a:pt x="126" y="203"/>
                  </a:lnTo>
                  <a:lnTo>
                    <a:pt x="120" y="205"/>
                  </a:lnTo>
                  <a:lnTo>
                    <a:pt x="114" y="205"/>
                  </a:lnTo>
                  <a:lnTo>
                    <a:pt x="110" y="208"/>
                  </a:lnTo>
                  <a:lnTo>
                    <a:pt x="106" y="207"/>
                  </a:lnTo>
                  <a:lnTo>
                    <a:pt x="102" y="207"/>
                  </a:lnTo>
                  <a:lnTo>
                    <a:pt x="100" y="210"/>
                  </a:lnTo>
                  <a:lnTo>
                    <a:pt x="96" y="210"/>
                  </a:lnTo>
                  <a:lnTo>
                    <a:pt x="94" y="208"/>
                  </a:lnTo>
                  <a:lnTo>
                    <a:pt x="90" y="207"/>
                  </a:lnTo>
                  <a:lnTo>
                    <a:pt x="86" y="203"/>
                  </a:lnTo>
                  <a:lnTo>
                    <a:pt x="84" y="205"/>
                  </a:lnTo>
                  <a:lnTo>
                    <a:pt x="84" y="208"/>
                  </a:lnTo>
                  <a:lnTo>
                    <a:pt x="82" y="214"/>
                  </a:lnTo>
                  <a:lnTo>
                    <a:pt x="82" y="216"/>
                  </a:lnTo>
                  <a:lnTo>
                    <a:pt x="80" y="220"/>
                  </a:lnTo>
                  <a:lnTo>
                    <a:pt x="78" y="218"/>
                  </a:lnTo>
                  <a:lnTo>
                    <a:pt x="75" y="216"/>
                  </a:lnTo>
                  <a:lnTo>
                    <a:pt x="71" y="216"/>
                  </a:lnTo>
                  <a:lnTo>
                    <a:pt x="69" y="216"/>
                  </a:lnTo>
                  <a:lnTo>
                    <a:pt x="69" y="214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5" y="197"/>
                  </a:lnTo>
                  <a:lnTo>
                    <a:pt x="45" y="197"/>
                  </a:lnTo>
                  <a:lnTo>
                    <a:pt x="45" y="197"/>
                  </a:lnTo>
                  <a:lnTo>
                    <a:pt x="43" y="195"/>
                  </a:lnTo>
                  <a:lnTo>
                    <a:pt x="43" y="195"/>
                  </a:lnTo>
                  <a:lnTo>
                    <a:pt x="43" y="195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1" y="191"/>
                  </a:lnTo>
                  <a:lnTo>
                    <a:pt x="41" y="189"/>
                  </a:lnTo>
                  <a:lnTo>
                    <a:pt x="39" y="189"/>
                  </a:lnTo>
                  <a:lnTo>
                    <a:pt x="39" y="187"/>
                  </a:lnTo>
                  <a:lnTo>
                    <a:pt x="39" y="187"/>
                  </a:lnTo>
                  <a:lnTo>
                    <a:pt x="39" y="185"/>
                  </a:lnTo>
                  <a:lnTo>
                    <a:pt x="39" y="185"/>
                  </a:lnTo>
                  <a:lnTo>
                    <a:pt x="39" y="183"/>
                  </a:lnTo>
                  <a:lnTo>
                    <a:pt x="39" y="183"/>
                  </a:lnTo>
                  <a:lnTo>
                    <a:pt x="41" y="181"/>
                  </a:lnTo>
                  <a:lnTo>
                    <a:pt x="41" y="179"/>
                  </a:lnTo>
                  <a:lnTo>
                    <a:pt x="41" y="179"/>
                  </a:lnTo>
                  <a:lnTo>
                    <a:pt x="43" y="179"/>
                  </a:lnTo>
                  <a:lnTo>
                    <a:pt x="43" y="177"/>
                  </a:lnTo>
                  <a:lnTo>
                    <a:pt x="43" y="177"/>
                  </a:lnTo>
                  <a:lnTo>
                    <a:pt x="43" y="177"/>
                  </a:lnTo>
                  <a:lnTo>
                    <a:pt x="43" y="177"/>
                  </a:lnTo>
                  <a:lnTo>
                    <a:pt x="43" y="177"/>
                  </a:lnTo>
                  <a:lnTo>
                    <a:pt x="45" y="177"/>
                  </a:lnTo>
                  <a:lnTo>
                    <a:pt x="47" y="177"/>
                  </a:lnTo>
                  <a:lnTo>
                    <a:pt x="47" y="177"/>
                  </a:lnTo>
                  <a:lnTo>
                    <a:pt x="47" y="177"/>
                  </a:lnTo>
                  <a:lnTo>
                    <a:pt x="47" y="175"/>
                  </a:lnTo>
                  <a:lnTo>
                    <a:pt x="47" y="175"/>
                  </a:lnTo>
                  <a:lnTo>
                    <a:pt x="47" y="173"/>
                  </a:lnTo>
                  <a:lnTo>
                    <a:pt x="49" y="173"/>
                  </a:lnTo>
                  <a:lnTo>
                    <a:pt x="49" y="173"/>
                  </a:lnTo>
                  <a:lnTo>
                    <a:pt x="49" y="173"/>
                  </a:lnTo>
                  <a:lnTo>
                    <a:pt x="49" y="173"/>
                  </a:lnTo>
                  <a:lnTo>
                    <a:pt x="49" y="171"/>
                  </a:lnTo>
                  <a:lnTo>
                    <a:pt x="49" y="171"/>
                  </a:lnTo>
                  <a:lnTo>
                    <a:pt x="49" y="171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9" y="169"/>
                  </a:lnTo>
                  <a:lnTo>
                    <a:pt x="47" y="169"/>
                  </a:lnTo>
                  <a:lnTo>
                    <a:pt x="45" y="167"/>
                  </a:lnTo>
                  <a:lnTo>
                    <a:pt x="45" y="167"/>
                  </a:lnTo>
                  <a:lnTo>
                    <a:pt x="43" y="167"/>
                  </a:lnTo>
                  <a:lnTo>
                    <a:pt x="43" y="167"/>
                  </a:lnTo>
                  <a:lnTo>
                    <a:pt x="43" y="167"/>
                  </a:lnTo>
                  <a:lnTo>
                    <a:pt x="43" y="167"/>
                  </a:lnTo>
                  <a:lnTo>
                    <a:pt x="43" y="169"/>
                  </a:lnTo>
                  <a:lnTo>
                    <a:pt x="43" y="171"/>
                  </a:lnTo>
                  <a:lnTo>
                    <a:pt x="43" y="171"/>
                  </a:lnTo>
                  <a:lnTo>
                    <a:pt x="35" y="163"/>
                  </a:lnTo>
                  <a:lnTo>
                    <a:pt x="35" y="163"/>
                  </a:lnTo>
                  <a:lnTo>
                    <a:pt x="33" y="163"/>
                  </a:lnTo>
                  <a:lnTo>
                    <a:pt x="33" y="163"/>
                  </a:lnTo>
                  <a:lnTo>
                    <a:pt x="31" y="161"/>
                  </a:lnTo>
                  <a:lnTo>
                    <a:pt x="31" y="161"/>
                  </a:lnTo>
                  <a:lnTo>
                    <a:pt x="29" y="159"/>
                  </a:lnTo>
                  <a:lnTo>
                    <a:pt x="29" y="159"/>
                  </a:lnTo>
                  <a:lnTo>
                    <a:pt x="27" y="148"/>
                  </a:lnTo>
                  <a:lnTo>
                    <a:pt x="27" y="148"/>
                  </a:lnTo>
                  <a:lnTo>
                    <a:pt x="29" y="144"/>
                  </a:lnTo>
                  <a:lnTo>
                    <a:pt x="29" y="142"/>
                  </a:lnTo>
                  <a:lnTo>
                    <a:pt x="31" y="142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37" y="134"/>
                  </a:lnTo>
                  <a:lnTo>
                    <a:pt x="39" y="132"/>
                  </a:lnTo>
                  <a:lnTo>
                    <a:pt x="41" y="128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9" y="120"/>
                  </a:lnTo>
                  <a:lnTo>
                    <a:pt x="53" y="120"/>
                  </a:lnTo>
                  <a:lnTo>
                    <a:pt x="55" y="116"/>
                  </a:lnTo>
                  <a:lnTo>
                    <a:pt x="57" y="112"/>
                  </a:lnTo>
                  <a:lnTo>
                    <a:pt x="59" y="110"/>
                  </a:lnTo>
                  <a:lnTo>
                    <a:pt x="61" y="102"/>
                  </a:lnTo>
                  <a:lnTo>
                    <a:pt x="63" y="100"/>
                  </a:lnTo>
                  <a:lnTo>
                    <a:pt x="63" y="99"/>
                  </a:lnTo>
                  <a:lnTo>
                    <a:pt x="63" y="99"/>
                  </a:lnTo>
                  <a:lnTo>
                    <a:pt x="63" y="97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1" y="83"/>
                  </a:lnTo>
                  <a:lnTo>
                    <a:pt x="59" y="81"/>
                  </a:lnTo>
                  <a:lnTo>
                    <a:pt x="59" y="79"/>
                  </a:lnTo>
                  <a:lnTo>
                    <a:pt x="57" y="79"/>
                  </a:lnTo>
                  <a:lnTo>
                    <a:pt x="55" y="81"/>
                  </a:lnTo>
                  <a:lnTo>
                    <a:pt x="53" y="81"/>
                  </a:lnTo>
                  <a:lnTo>
                    <a:pt x="18" y="67"/>
                  </a:lnTo>
                  <a:lnTo>
                    <a:pt x="14" y="63"/>
                  </a:lnTo>
                  <a:lnTo>
                    <a:pt x="18" y="53"/>
                  </a:lnTo>
                  <a:lnTo>
                    <a:pt x="18" y="51"/>
                  </a:lnTo>
                  <a:lnTo>
                    <a:pt x="18" y="49"/>
                  </a:lnTo>
                  <a:lnTo>
                    <a:pt x="18" y="47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4" y="44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0"/>
                  </a:lnTo>
                  <a:lnTo>
                    <a:pt x="14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8" y="14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4" y="6"/>
                  </a:lnTo>
                  <a:lnTo>
                    <a:pt x="27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49" y="10"/>
                  </a:lnTo>
                  <a:lnTo>
                    <a:pt x="49" y="10"/>
                  </a:lnTo>
                  <a:lnTo>
                    <a:pt x="49" y="10"/>
                  </a:lnTo>
                  <a:lnTo>
                    <a:pt x="51" y="6"/>
                  </a:lnTo>
                  <a:lnTo>
                    <a:pt x="55" y="2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auto">
            <a:xfrm>
              <a:off x="1616075" y="3322638"/>
              <a:ext cx="260350" cy="344488"/>
            </a:xfrm>
            <a:custGeom>
              <a:avLst/>
              <a:gdLst>
                <a:gd name="T0" fmla="*/ 320 w 330"/>
                <a:gd name="T1" fmla="*/ 18 h 434"/>
                <a:gd name="T2" fmla="*/ 330 w 330"/>
                <a:gd name="T3" fmla="*/ 30 h 434"/>
                <a:gd name="T4" fmla="*/ 322 w 330"/>
                <a:gd name="T5" fmla="*/ 41 h 434"/>
                <a:gd name="T6" fmla="*/ 318 w 330"/>
                <a:gd name="T7" fmla="*/ 63 h 434"/>
                <a:gd name="T8" fmla="*/ 320 w 330"/>
                <a:gd name="T9" fmla="*/ 79 h 434"/>
                <a:gd name="T10" fmla="*/ 310 w 330"/>
                <a:gd name="T11" fmla="*/ 102 h 434"/>
                <a:gd name="T12" fmla="*/ 296 w 330"/>
                <a:gd name="T13" fmla="*/ 124 h 434"/>
                <a:gd name="T14" fmla="*/ 286 w 330"/>
                <a:gd name="T15" fmla="*/ 146 h 434"/>
                <a:gd name="T16" fmla="*/ 271 w 330"/>
                <a:gd name="T17" fmla="*/ 157 h 434"/>
                <a:gd name="T18" fmla="*/ 249 w 330"/>
                <a:gd name="T19" fmla="*/ 179 h 434"/>
                <a:gd name="T20" fmla="*/ 255 w 330"/>
                <a:gd name="T21" fmla="*/ 197 h 434"/>
                <a:gd name="T22" fmla="*/ 269 w 330"/>
                <a:gd name="T23" fmla="*/ 236 h 434"/>
                <a:gd name="T24" fmla="*/ 265 w 330"/>
                <a:gd name="T25" fmla="*/ 254 h 434"/>
                <a:gd name="T26" fmla="*/ 273 w 330"/>
                <a:gd name="T27" fmla="*/ 273 h 434"/>
                <a:gd name="T28" fmla="*/ 251 w 330"/>
                <a:gd name="T29" fmla="*/ 289 h 434"/>
                <a:gd name="T30" fmla="*/ 230 w 330"/>
                <a:gd name="T31" fmla="*/ 303 h 434"/>
                <a:gd name="T32" fmla="*/ 235 w 330"/>
                <a:gd name="T33" fmla="*/ 318 h 434"/>
                <a:gd name="T34" fmla="*/ 216 w 330"/>
                <a:gd name="T35" fmla="*/ 328 h 434"/>
                <a:gd name="T36" fmla="*/ 202 w 330"/>
                <a:gd name="T37" fmla="*/ 328 h 434"/>
                <a:gd name="T38" fmla="*/ 196 w 330"/>
                <a:gd name="T39" fmla="*/ 330 h 434"/>
                <a:gd name="T40" fmla="*/ 188 w 330"/>
                <a:gd name="T41" fmla="*/ 352 h 434"/>
                <a:gd name="T42" fmla="*/ 186 w 330"/>
                <a:gd name="T43" fmla="*/ 362 h 434"/>
                <a:gd name="T44" fmla="*/ 186 w 330"/>
                <a:gd name="T45" fmla="*/ 367 h 434"/>
                <a:gd name="T46" fmla="*/ 184 w 330"/>
                <a:gd name="T47" fmla="*/ 371 h 434"/>
                <a:gd name="T48" fmla="*/ 181 w 330"/>
                <a:gd name="T49" fmla="*/ 369 h 434"/>
                <a:gd name="T50" fmla="*/ 173 w 330"/>
                <a:gd name="T51" fmla="*/ 375 h 434"/>
                <a:gd name="T52" fmla="*/ 159 w 330"/>
                <a:gd name="T53" fmla="*/ 375 h 434"/>
                <a:gd name="T54" fmla="*/ 149 w 330"/>
                <a:gd name="T55" fmla="*/ 385 h 434"/>
                <a:gd name="T56" fmla="*/ 151 w 330"/>
                <a:gd name="T57" fmla="*/ 397 h 434"/>
                <a:gd name="T58" fmla="*/ 145 w 330"/>
                <a:gd name="T59" fmla="*/ 409 h 434"/>
                <a:gd name="T60" fmla="*/ 139 w 330"/>
                <a:gd name="T61" fmla="*/ 422 h 434"/>
                <a:gd name="T62" fmla="*/ 134 w 330"/>
                <a:gd name="T63" fmla="*/ 430 h 434"/>
                <a:gd name="T64" fmla="*/ 118 w 330"/>
                <a:gd name="T65" fmla="*/ 432 h 434"/>
                <a:gd name="T66" fmla="*/ 110 w 330"/>
                <a:gd name="T67" fmla="*/ 418 h 434"/>
                <a:gd name="T68" fmla="*/ 102 w 330"/>
                <a:gd name="T69" fmla="*/ 407 h 434"/>
                <a:gd name="T70" fmla="*/ 86 w 330"/>
                <a:gd name="T71" fmla="*/ 409 h 434"/>
                <a:gd name="T72" fmla="*/ 73 w 330"/>
                <a:gd name="T73" fmla="*/ 395 h 434"/>
                <a:gd name="T74" fmla="*/ 51 w 330"/>
                <a:gd name="T75" fmla="*/ 397 h 434"/>
                <a:gd name="T76" fmla="*/ 41 w 330"/>
                <a:gd name="T77" fmla="*/ 389 h 434"/>
                <a:gd name="T78" fmla="*/ 28 w 330"/>
                <a:gd name="T79" fmla="*/ 375 h 434"/>
                <a:gd name="T80" fmla="*/ 12 w 330"/>
                <a:gd name="T81" fmla="*/ 371 h 434"/>
                <a:gd name="T82" fmla="*/ 10 w 330"/>
                <a:gd name="T83" fmla="*/ 358 h 434"/>
                <a:gd name="T84" fmla="*/ 2 w 330"/>
                <a:gd name="T85" fmla="*/ 354 h 434"/>
                <a:gd name="T86" fmla="*/ 14 w 330"/>
                <a:gd name="T87" fmla="*/ 350 h 434"/>
                <a:gd name="T88" fmla="*/ 32 w 330"/>
                <a:gd name="T89" fmla="*/ 330 h 434"/>
                <a:gd name="T90" fmla="*/ 33 w 330"/>
                <a:gd name="T91" fmla="*/ 318 h 434"/>
                <a:gd name="T92" fmla="*/ 30 w 330"/>
                <a:gd name="T93" fmla="*/ 303 h 434"/>
                <a:gd name="T94" fmla="*/ 32 w 330"/>
                <a:gd name="T95" fmla="*/ 297 h 434"/>
                <a:gd name="T96" fmla="*/ 32 w 330"/>
                <a:gd name="T97" fmla="*/ 291 h 434"/>
                <a:gd name="T98" fmla="*/ 30 w 330"/>
                <a:gd name="T99" fmla="*/ 285 h 434"/>
                <a:gd name="T100" fmla="*/ 35 w 330"/>
                <a:gd name="T101" fmla="*/ 279 h 434"/>
                <a:gd name="T102" fmla="*/ 37 w 330"/>
                <a:gd name="T103" fmla="*/ 242 h 434"/>
                <a:gd name="T104" fmla="*/ 37 w 330"/>
                <a:gd name="T105" fmla="*/ 210 h 434"/>
                <a:gd name="T106" fmla="*/ 75 w 330"/>
                <a:gd name="T107" fmla="*/ 210 h 434"/>
                <a:gd name="T108" fmla="*/ 139 w 330"/>
                <a:gd name="T109" fmla="*/ 199 h 434"/>
                <a:gd name="T110" fmla="*/ 135 w 330"/>
                <a:gd name="T111" fmla="*/ 175 h 434"/>
                <a:gd name="T112" fmla="*/ 134 w 330"/>
                <a:gd name="T113" fmla="*/ 124 h 434"/>
                <a:gd name="T114" fmla="*/ 139 w 330"/>
                <a:gd name="T115" fmla="*/ 77 h 434"/>
                <a:gd name="T116" fmla="*/ 151 w 330"/>
                <a:gd name="T117" fmla="*/ 28 h 434"/>
                <a:gd name="T118" fmla="*/ 198 w 330"/>
                <a:gd name="T119" fmla="*/ 22 h 434"/>
                <a:gd name="T120" fmla="*/ 222 w 330"/>
                <a:gd name="T121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0" h="434">
                  <a:moveTo>
                    <a:pt x="222" y="0"/>
                  </a:moveTo>
                  <a:lnTo>
                    <a:pt x="222" y="0"/>
                  </a:lnTo>
                  <a:lnTo>
                    <a:pt x="237" y="8"/>
                  </a:lnTo>
                  <a:lnTo>
                    <a:pt x="237" y="8"/>
                  </a:lnTo>
                  <a:lnTo>
                    <a:pt x="241" y="6"/>
                  </a:lnTo>
                  <a:lnTo>
                    <a:pt x="241" y="6"/>
                  </a:lnTo>
                  <a:lnTo>
                    <a:pt x="300" y="22"/>
                  </a:lnTo>
                  <a:lnTo>
                    <a:pt x="306" y="24"/>
                  </a:lnTo>
                  <a:lnTo>
                    <a:pt x="306" y="22"/>
                  </a:lnTo>
                  <a:lnTo>
                    <a:pt x="308" y="22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2"/>
                  </a:lnTo>
                  <a:lnTo>
                    <a:pt x="312" y="22"/>
                  </a:lnTo>
                  <a:lnTo>
                    <a:pt x="314" y="22"/>
                  </a:lnTo>
                  <a:lnTo>
                    <a:pt x="314" y="22"/>
                  </a:lnTo>
                  <a:lnTo>
                    <a:pt x="314" y="22"/>
                  </a:lnTo>
                  <a:lnTo>
                    <a:pt x="320" y="18"/>
                  </a:lnTo>
                  <a:lnTo>
                    <a:pt x="322" y="16"/>
                  </a:lnTo>
                  <a:lnTo>
                    <a:pt x="322" y="16"/>
                  </a:lnTo>
                  <a:lnTo>
                    <a:pt x="324" y="16"/>
                  </a:lnTo>
                  <a:lnTo>
                    <a:pt x="328" y="14"/>
                  </a:lnTo>
                  <a:lnTo>
                    <a:pt x="330" y="14"/>
                  </a:lnTo>
                  <a:lnTo>
                    <a:pt x="330" y="14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0" y="18"/>
                  </a:lnTo>
                  <a:lnTo>
                    <a:pt x="330" y="20"/>
                  </a:lnTo>
                  <a:lnTo>
                    <a:pt x="330" y="20"/>
                  </a:lnTo>
                  <a:lnTo>
                    <a:pt x="330" y="22"/>
                  </a:lnTo>
                  <a:lnTo>
                    <a:pt x="330" y="26"/>
                  </a:lnTo>
                  <a:lnTo>
                    <a:pt x="330" y="26"/>
                  </a:lnTo>
                  <a:lnTo>
                    <a:pt x="330" y="28"/>
                  </a:lnTo>
                  <a:lnTo>
                    <a:pt x="330" y="28"/>
                  </a:lnTo>
                  <a:lnTo>
                    <a:pt x="330" y="28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28" y="30"/>
                  </a:lnTo>
                  <a:lnTo>
                    <a:pt x="328" y="30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28" y="34"/>
                  </a:lnTo>
                  <a:lnTo>
                    <a:pt x="328" y="34"/>
                  </a:lnTo>
                  <a:lnTo>
                    <a:pt x="328" y="34"/>
                  </a:lnTo>
                  <a:lnTo>
                    <a:pt x="328" y="36"/>
                  </a:lnTo>
                  <a:lnTo>
                    <a:pt x="328" y="36"/>
                  </a:lnTo>
                  <a:lnTo>
                    <a:pt x="328" y="36"/>
                  </a:lnTo>
                  <a:lnTo>
                    <a:pt x="328" y="36"/>
                  </a:lnTo>
                  <a:lnTo>
                    <a:pt x="322" y="40"/>
                  </a:lnTo>
                  <a:lnTo>
                    <a:pt x="322" y="40"/>
                  </a:lnTo>
                  <a:lnTo>
                    <a:pt x="322" y="40"/>
                  </a:lnTo>
                  <a:lnTo>
                    <a:pt x="322" y="40"/>
                  </a:lnTo>
                  <a:lnTo>
                    <a:pt x="322" y="40"/>
                  </a:lnTo>
                  <a:lnTo>
                    <a:pt x="322" y="41"/>
                  </a:lnTo>
                  <a:lnTo>
                    <a:pt x="322" y="41"/>
                  </a:lnTo>
                  <a:lnTo>
                    <a:pt x="320" y="43"/>
                  </a:lnTo>
                  <a:lnTo>
                    <a:pt x="320" y="43"/>
                  </a:lnTo>
                  <a:lnTo>
                    <a:pt x="320" y="43"/>
                  </a:lnTo>
                  <a:lnTo>
                    <a:pt x="320" y="43"/>
                  </a:lnTo>
                  <a:lnTo>
                    <a:pt x="320" y="43"/>
                  </a:lnTo>
                  <a:lnTo>
                    <a:pt x="318" y="45"/>
                  </a:lnTo>
                  <a:lnTo>
                    <a:pt x="318" y="45"/>
                  </a:lnTo>
                  <a:lnTo>
                    <a:pt x="318" y="49"/>
                  </a:lnTo>
                  <a:lnTo>
                    <a:pt x="318" y="49"/>
                  </a:lnTo>
                  <a:lnTo>
                    <a:pt x="318" y="51"/>
                  </a:lnTo>
                  <a:lnTo>
                    <a:pt x="318" y="53"/>
                  </a:lnTo>
                  <a:lnTo>
                    <a:pt x="318" y="53"/>
                  </a:lnTo>
                  <a:lnTo>
                    <a:pt x="318" y="55"/>
                  </a:lnTo>
                  <a:lnTo>
                    <a:pt x="320" y="57"/>
                  </a:lnTo>
                  <a:lnTo>
                    <a:pt x="320" y="57"/>
                  </a:lnTo>
                  <a:lnTo>
                    <a:pt x="320" y="57"/>
                  </a:lnTo>
                  <a:lnTo>
                    <a:pt x="320" y="59"/>
                  </a:lnTo>
                  <a:lnTo>
                    <a:pt x="320" y="59"/>
                  </a:lnTo>
                  <a:lnTo>
                    <a:pt x="320" y="61"/>
                  </a:lnTo>
                  <a:lnTo>
                    <a:pt x="318" y="63"/>
                  </a:lnTo>
                  <a:lnTo>
                    <a:pt x="318" y="63"/>
                  </a:lnTo>
                  <a:lnTo>
                    <a:pt x="318" y="63"/>
                  </a:lnTo>
                  <a:lnTo>
                    <a:pt x="318" y="63"/>
                  </a:lnTo>
                  <a:lnTo>
                    <a:pt x="318" y="65"/>
                  </a:lnTo>
                  <a:lnTo>
                    <a:pt x="318" y="65"/>
                  </a:lnTo>
                  <a:lnTo>
                    <a:pt x="318" y="65"/>
                  </a:lnTo>
                  <a:lnTo>
                    <a:pt x="318" y="67"/>
                  </a:lnTo>
                  <a:lnTo>
                    <a:pt x="318" y="67"/>
                  </a:lnTo>
                  <a:lnTo>
                    <a:pt x="318" y="71"/>
                  </a:lnTo>
                  <a:lnTo>
                    <a:pt x="318" y="71"/>
                  </a:lnTo>
                  <a:lnTo>
                    <a:pt x="316" y="73"/>
                  </a:lnTo>
                  <a:lnTo>
                    <a:pt x="316" y="73"/>
                  </a:lnTo>
                  <a:lnTo>
                    <a:pt x="318" y="73"/>
                  </a:lnTo>
                  <a:lnTo>
                    <a:pt x="318" y="73"/>
                  </a:lnTo>
                  <a:lnTo>
                    <a:pt x="318" y="75"/>
                  </a:lnTo>
                  <a:lnTo>
                    <a:pt x="320" y="75"/>
                  </a:lnTo>
                  <a:lnTo>
                    <a:pt x="320" y="75"/>
                  </a:lnTo>
                  <a:lnTo>
                    <a:pt x="320" y="75"/>
                  </a:lnTo>
                  <a:lnTo>
                    <a:pt x="320" y="77"/>
                  </a:lnTo>
                  <a:lnTo>
                    <a:pt x="320" y="77"/>
                  </a:lnTo>
                  <a:lnTo>
                    <a:pt x="320" y="79"/>
                  </a:lnTo>
                  <a:lnTo>
                    <a:pt x="318" y="83"/>
                  </a:lnTo>
                  <a:lnTo>
                    <a:pt x="318" y="83"/>
                  </a:lnTo>
                  <a:lnTo>
                    <a:pt x="318" y="85"/>
                  </a:lnTo>
                  <a:lnTo>
                    <a:pt x="318" y="85"/>
                  </a:lnTo>
                  <a:lnTo>
                    <a:pt x="318" y="85"/>
                  </a:lnTo>
                  <a:lnTo>
                    <a:pt x="318" y="87"/>
                  </a:lnTo>
                  <a:lnTo>
                    <a:pt x="318" y="87"/>
                  </a:lnTo>
                  <a:lnTo>
                    <a:pt x="316" y="89"/>
                  </a:lnTo>
                  <a:lnTo>
                    <a:pt x="316" y="91"/>
                  </a:lnTo>
                  <a:lnTo>
                    <a:pt x="316" y="91"/>
                  </a:lnTo>
                  <a:lnTo>
                    <a:pt x="316" y="91"/>
                  </a:lnTo>
                  <a:lnTo>
                    <a:pt x="314" y="93"/>
                  </a:lnTo>
                  <a:lnTo>
                    <a:pt x="314" y="93"/>
                  </a:lnTo>
                  <a:lnTo>
                    <a:pt x="314" y="93"/>
                  </a:lnTo>
                  <a:lnTo>
                    <a:pt x="314" y="94"/>
                  </a:lnTo>
                  <a:lnTo>
                    <a:pt x="314" y="94"/>
                  </a:lnTo>
                  <a:lnTo>
                    <a:pt x="312" y="96"/>
                  </a:lnTo>
                  <a:lnTo>
                    <a:pt x="312" y="100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2"/>
                  </a:lnTo>
                  <a:lnTo>
                    <a:pt x="310" y="104"/>
                  </a:lnTo>
                  <a:lnTo>
                    <a:pt x="310" y="104"/>
                  </a:lnTo>
                  <a:lnTo>
                    <a:pt x="310" y="106"/>
                  </a:lnTo>
                  <a:lnTo>
                    <a:pt x="306" y="108"/>
                  </a:lnTo>
                  <a:lnTo>
                    <a:pt x="306" y="110"/>
                  </a:lnTo>
                  <a:lnTo>
                    <a:pt x="302" y="112"/>
                  </a:lnTo>
                  <a:lnTo>
                    <a:pt x="302" y="112"/>
                  </a:lnTo>
                  <a:lnTo>
                    <a:pt x="302" y="112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0" y="116"/>
                  </a:lnTo>
                  <a:lnTo>
                    <a:pt x="300" y="116"/>
                  </a:lnTo>
                  <a:lnTo>
                    <a:pt x="298" y="118"/>
                  </a:lnTo>
                  <a:lnTo>
                    <a:pt x="296" y="120"/>
                  </a:lnTo>
                  <a:lnTo>
                    <a:pt x="296" y="120"/>
                  </a:lnTo>
                  <a:lnTo>
                    <a:pt x="296" y="120"/>
                  </a:lnTo>
                  <a:lnTo>
                    <a:pt x="296" y="122"/>
                  </a:lnTo>
                  <a:lnTo>
                    <a:pt x="296" y="122"/>
                  </a:lnTo>
                  <a:lnTo>
                    <a:pt x="296" y="124"/>
                  </a:lnTo>
                  <a:lnTo>
                    <a:pt x="296" y="124"/>
                  </a:lnTo>
                  <a:lnTo>
                    <a:pt x="296" y="126"/>
                  </a:lnTo>
                  <a:lnTo>
                    <a:pt x="296" y="128"/>
                  </a:lnTo>
                  <a:lnTo>
                    <a:pt x="296" y="128"/>
                  </a:lnTo>
                  <a:lnTo>
                    <a:pt x="296" y="128"/>
                  </a:lnTo>
                  <a:lnTo>
                    <a:pt x="294" y="128"/>
                  </a:lnTo>
                  <a:lnTo>
                    <a:pt x="292" y="132"/>
                  </a:lnTo>
                  <a:lnTo>
                    <a:pt x="290" y="134"/>
                  </a:lnTo>
                  <a:lnTo>
                    <a:pt x="290" y="136"/>
                  </a:lnTo>
                  <a:lnTo>
                    <a:pt x="290" y="136"/>
                  </a:lnTo>
                  <a:lnTo>
                    <a:pt x="290" y="136"/>
                  </a:lnTo>
                  <a:lnTo>
                    <a:pt x="290" y="136"/>
                  </a:lnTo>
                  <a:lnTo>
                    <a:pt x="290" y="138"/>
                  </a:lnTo>
                  <a:lnTo>
                    <a:pt x="290" y="138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86" y="142"/>
                  </a:lnTo>
                  <a:lnTo>
                    <a:pt x="286" y="142"/>
                  </a:lnTo>
                  <a:lnTo>
                    <a:pt x="286" y="144"/>
                  </a:lnTo>
                  <a:lnTo>
                    <a:pt x="286" y="144"/>
                  </a:lnTo>
                  <a:lnTo>
                    <a:pt x="286" y="146"/>
                  </a:lnTo>
                  <a:lnTo>
                    <a:pt x="286" y="146"/>
                  </a:lnTo>
                  <a:lnTo>
                    <a:pt x="285" y="146"/>
                  </a:lnTo>
                  <a:lnTo>
                    <a:pt x="285" y="146"/>
                  </a:lnTo>
                  <a:lnTo>
                    <a:pt x="281" y="148"/>
                  </a:lnTo>
                  <a:lnTo>
                    <a:pt x="281" y="148"/>
                  </a:lnTo>
                  <a:lnTo>
                    <a:pt x="281" y="148"/>
                  </a:lnTo>
                  <a:lnTo>
                    <a:pt x="281" y="149"/>
                  </a:lnTo>
                  <a:lnTo>
                    <a:pt x="281" y="149"/>
                  </a:lnTo>
                  <a:lnTo>
                    <a:pt x="281" y="153"/>
                  </a:lnTo>
                  <a:lnTo>
                    <a:pt x="281" y="153"/>
                  </a:lnTo>
                  <a:lnTo>
                    <a:pt x="281" y="153"/>
                  </a:lnTo>
                  <a:lnTo>
                    <a:pt x="281" y="153"/>
                  </a:lnTo>
                  <a:lnTo>
                    <a:pt x="277" y="153"/>
                  </a:lnTo>
                  <a:lnTo>
                    <a:pt x="277" y="151"/>
                  </a:lnTo>
                  <a:lnTo>
                    <a:pt x="275" y="153"/>
                  </a:lnTo>
                  <a:lnTo>
                    <a:pt x="275" y="153"/>
                  </a:lnTo>
                  <a:lnTo>
                    <a:pt x="273" y="155"/>
                  </a:lnTo>
                  <a:lnTo>
                    <a:pt x="273" y="157"/>
                  </a:lnTo>
                  <a:lnTo>
                    <a:pt x="273" y="157"/>
                  </a:lnTo>
                  <a:lnTo>
                    <a:pt x="273" y="157"/>
                  </a:lnTo>
                  <a:lnTo>
                    <a:pt x="271" y="157"/>
                  </a:lnTo>
                  <a:lnTo>
                    <a:pt x="271" y="157"/>
                  </a:lnTo>
                  <a:lnTo>
                    <a:pt x="267" y="155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7" y="157"/>
                  </a:lnTo>
                  <a:lnTo>
                    <a:pt x="263" y="163"/>
                  </a:lnTo>
                  <a:lnTo>
                    <a:pt x="263" y="163"/>
                  </a:lnTo>
                  <a:lnTo>
                    <a:pt x="261" y="165"/>
                  </a:lnTo>
                  <a:lnTo>
                    <a:pt x="261" y="165"/>
                  </a:lnTo>
                  <a:lnTo>
                    <a:pt x="261" y="167"/>
                  </a:lnTo>
                  <a:lnTo>
                    <a:pt x="261" y="167"/>
                  </a:lnTo>
                  <a:lnTo>
                    <a:pt x="261" y="167"/>
                  </a:lnTo>
                  <a:lnTo>
                    <a:pt x="259" y="167"/>
                  </a:lnTo>
                  <a:lnTo>
                    <a:pt x="259" y="167"/>
                  </a:lnTo>
                  <a:lnTo>
                    <a:pt x="255" y="167"/>
                  </a:lnTo>
                  <a:lnTo>
                    <a:pt x="255" y="167"/>
                  </a:lnTo>
                  <a:lnTo>
                    <a:pt x="255" y="167"/>
                  </a:lnTo>
                  <a:lnTo>
                    <a:pt x="255" y="167"/>
                  </a:lnTo>
                  <a:lnTo>
                    <a:pt x="255" y="167"/>
                  </a:lnTo>
                  <a:lnTo>
                    <a:pt x="253" y="16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9" y="179"/>
                  </a:lnTo>
                  <a:lnTo>
                    <a:pt x="247" y="181"/>
                  </a:lnTo>
                  <a:lnTo>
                    <a:pt x="245" y="183"/>
                  </a:lnTo>
                  <a:lnTo>
                    <a:pt x="245" y="183"/>
                  </a:lnTo>
                  <a:lnTo>
                    <a:pt x="243" y="185"/>
                  </a:lnTo>
                  <a:lnTo>
                    <a:pt x="243" y="185"/>
                  </a:lnTo>
                  <a:lnTo>
                    <a:pt x="243" y="185"/>
                  </a:lnTo>
                  <a:lnTo>
                    <a:pt x="245" y="185"/>
                  </a:lnTo>
                  <a:lnTo>
                    <a:pt x="245" y="187"/>
                  </a:lnTo>
                  <a:lnTo>
                    <a:pt x="251" y="189"/>
                  </a:lnTo>
                  <a:lnTo>
                    <a:pt x="251" y="189"/>
                  </a:lnTo>
                  <a:lnTo>
                    <a:pt x="253" y="189"/>
                  </a:lnTo>
                  <a:lnTo>
                    <a:pt x="253" y="191"/>
                  </a:lnTo>
                  <a:lnTo>
                    <a:pt x="253" y="191"/>
                  </a:lnTo>
                  <a:lnTo>
                    <a:pt x="253" y="193"/>
                  </a:lnTo>
                  <a:lnTo>
                    <a:pt x="253" y="193"/>
                  </a:lnTo>
                  <a:lnTo>
                    <a:pt x="253" y="195"/>
                  </a:lnTo>
                  <a:lnTo>
                    <a:pt x="255" y="197"/>
                  </a:lnTo>
                  <a:lnTo>
                    <a:pt x="255" y="197"/>
                  </a:lnTo>
                  <a:lnTo>
                    <a:pt x="255" y="199"/>
                  </a:lnTo>
                  <a:lnTo>
                    <a:pt x="255" y="201"/>
                  </a:lnTo>
                  <a:lnTo>
                    <a:pt x="255" y="202"/>
                  </a:lnTo>
                  <a:lnTo>
                    <a:pt x="259" y="204"/>
                  </a:lnTo>
                  <a:lnTo>
                    <a:pt x="263" y="206"/>
                  </a:lnTo>
                  <a:lnTo>
                    <a:pt x="269" y="210"/>
                  </a:lnTo>
                  <a:lnTo>
                    <a:pt x="269" y="212"/>
                  </a:lnTo>
                  <a:lnTo>
                    <a:pt x="269" y="214"/>
                  </a:lnTo>
                  <a:lnTo>
                    <a:pt x="271" y="214"/>
                  </a:lnTo>
                  <a:lnTo>
                    <a:pt x="271" y="216"/>
                  </a:lnTo>
                  <a:lnTo>
                    <a:pt x="273" y="216"/>
                  </a:lnTo>
                  <a:lnTo>
                    <a:pt x="275" y="216"/>
                  </a:lnTo>
                  <a:lnTo>
                    <a:pt x="275" y="218"/>
                  </a:lnTo>
                  <a:lnTo>
                    <a:pt x="273" y="218"/>
                  </a:lnTo>
                  <a:lnTo>
                    <a:pt x="273" y="218"/>
                  </a:lnTo>
                  <a:lnTo>
                    <a:pt x="269" y="226"/>
                  </a:lnTo>
                  <a:lnTo>
                    <a:pt x="269" y="226"/>
                  </a:lnTo>
                  <a:lnTo>
                    <a:pt x="267" y="228"/>
                  </a:lnTo>
                  <a:lnTo>
                    <a:pt x="267" y="230"/>
                  </a:lnTo>
                  <a:lnTo>
                    <a:pt x="271" y="234"/>
                  </a:lnTo>
                  <a:lnTo>
                    <a:pt x="269" y="236"/>
                  </a:lnTo>
                  <a:lnTo>
                    <a:pt x="267" y="238"/>
                  </a:lnTo>
                  <a:lnTo>
                    <a:pt x="267" y="238"/>
                  </a:lnTo>
                  <a:lnTo>
                    <a:pt x="267" y="238"/>
                  </a:lnTo>
                  <a:lnTo>
                    <a:pt x="265" y="238"/>
                  </a:lnTo>
                  <a:lnTo>
                    <a:pt x="265" y="238"/>
                  </a:lnTo>
                  <a:lnTo>
                    <a:pt x="265" y="238"/>
                  </a:lnTo>
                  <a:lnTo>
                    <a:pt x="265" y="238"/>
                  </a:lnTo>
                  <a:lnTo>
                    <a:pt x="263" y="238"/>
                  </a:lnTo>
                  <a:lnTo>
                    <a:pt x="263" y="242"/>
                  </a:lnTo>
                  <a:lnTo>
                    <a:pt x="263" y="244"/>
                  </a:lnTo>
                  <a:lnTo>
                    <a:pt x="263" y="248"/>
                  </a:lnTo>
                  <a:lnTo>
                    <a:pt x="263" y="248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5" y="250"/>
                  </a:lnTo>
                  <a:lnTo>
                    <a:pt x="265" y="250"/>
                  </a:lnTo>
                  <a:lnTo>
                    <a:pt x="267" y="250"/>
                  </a:lnTo>
                  <a:lnTo>
                    <a:pt x="265" y="252"/>
                  </a:lnTo>
                  <a:lnTo>
                    <a:pt x="265" y="254"/>
                  </a:lnTo>
                  <a:lnTo>
                    <a:pt x="265" y="254"/>
                  </a:lnTo>
                  <a:lnTo>
                    <a:pt x="265" y="254"/>
                  </a:lnTo>
                  <a:lnTo>
                    <a:pt x="267" y="254"/>
                  </a:lnTo>
                  <a:lnTo>
                    <a:pt x="269" y="254"/>
                  </a:lnTo>
                  <a:lnTo>
                    <a:pt x="269" y="256"/>
                  </a:lnTo>
                  <a:lnTo>
                    <a:pt x="271" y="256"/>
                  </a:lnTo>
                  <a:lnTo>
                    <a:pt x="271" y="256"/>
                  </a:lnTo>
                  <a:lnTo>
                    <a:pt x="271" y="256"/>
                  </a:lnTo>
                  <a:lnTo>
                    <a:pt x="273" y="256"/>
                  </a:lnTo>
                  <a:lnTo>
                    <a:pt x="273" y="256"/>
                  </a:lnTo>
                  <a:lnTo>
                    <a:pt x="273" y="256"/>
                  </a:lnTo>
                  <a:lnTo>
                    <a:pt x="275" y="257"/>
                  </a:lnTo>
                  <a:lnTo>
                    <a:pt x="275" y="259"/>
                  </a:lnTo>
                  <a:lnTo>
                    <a:pt x="275" y="259"/>
                  </a:lnTo>
                  <a:lnTo>
                    <a:pt x="275" y="261"/>
                  </a:lnTo>
                  <a:lnTo>
                    <a:pt x="273" y="261"/>
                  </a:lnTo>
                  <a:lnTo>
                    <a:pt x="273" y="263"/>
                  </a:lnTo>
                  <a:lnTo>
                    <a:pt x="271" y="265"/>
                  </a:lnTo>
                  <a:lnTo>
                    <a:pt x="273" y="269"/>
                  </a:lnTo>
                  <a:lnTo>
                    <a:pt x="273" y="269"/>
                  </a:lnTo>
                  <a:lnTo>
                    <a:pt x="273" y="273"/>
                  </a:lnTo>
                  <a:lnTo>
                    <a:pt x="273" y="273"/>
                  </a:lnTo>
                  <a:lnTo>
                    <a:pt x="273" y="273"/>
                  </a:lnTo>
                  <a:lnTo>
                    <a:pt x="273" y="273"/>
                  </a:lnTo>
                  <a:lnTo>
                    <a:pt x="273" y="273"/>
                  </a:lnTo>
                  <a:lnTo>
                    <a:pt x="273" y="273"/>
                  </a:lnTo>
                  <a:lnTo>
                    <a:pt x="273" y="275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65" y="277"/>
                  </a:lnTo>
                  <a:lnTo>
                    <a:pt x="265" y="277"/>
                  </a:lnTo>
                  <a:lnTo>
                    <a:pt x="263" y="279"/>
                  </a:lnTo>
                  <a:lnTo>
                    <a:pt x="263" y="279"/>
                  </a:lnTo>
                  <a:lnTo>
                    <a:pt x="263" y="279"/>
                  </a:lnTo>
                  <a:lnTo>
                    <a:pt x="263" y="281"/>
                  </a:lnTo>
                  <a:lnTo>
                    <a:pt x="263" y="281"/>
                  </a:lnTo>
                  <a:lnTo>
                    <a:pt x="263" y="281"/>
                  </a:lnTo>
                  <a:lnTo>
                    <a:pt x="259" y="287"/>
                  </a:lnTo>
                  <a:lnTo>
                    <a:pt x="257" y="287"/>
                  </a:lnTo>
                  <a:lnTo>
                    <a:pt x="255" y="287"/>
                  </a:lnTo>
                  <a:lnTo>
                    <a:pt x="253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49" y="291"/>
                  </a:lnTo>
                  <a:lnTo>
                    <a:pt x="247" y="293"/>
                  </a:lnTo>
                  <a:lnTo>
                    <a:pt x="247" y="293"/>
                  </a:lnTo>
                  <a:lnTo>
                    <a:pt x="247" y="293"/>
                  </a:lnTo>
                  <a:lnTo>
                    <a:pt x="245" y="291"/>
                  </a:lnTo>
                  <a:lnTo>
                    <a:pt x="243" y="291"/>
                  </a:lnTo>
                  <a:lnTo>
                    <a:pt x="241" y="291"/>
                  </a:lnTo>
                  <a:lnTo>
                    <a:pt x="239" y="291"/>
                  </a:lnTo>
                  <a:lnTo>
                    <a:pt x="239" y="293"/>
                  </a:lnTo>
                  <a:lnTo>
                    <a:pt x="237" y="295"/>
                  </a:lnTo>
                  <a:lnTo>
                    <a:pt x="237" y="295"/>
                  </a:lnTo>
                  <a:lnTo>
                    <a:pt x="234" y="297"/>
                  </a:lnTo>
                  <a:lnTo>
                    <a:pt x="232" y="297"/>
                  </a:lnTo>
                  <a:lnTo>
                    <a:pt x="232" y="297"/>
                  </a:lnTo>
                  <a:lnTo>
                    <a:pt x="232" y="299"/>
                  </a:lnTo>
                  <a:lnTo>
                    <a:pt x="232" y="299"/>
                  </a:lnTo>
                  <a:lnTo>
                    <a:pt x="232" y="301"/>
                  </a:lnTo>
                  <a:lnTo>
                    <a:pt x="232" y="301"/>
                  </a:lnTo>
                  <a:lnTo>
                    <a:pt x="232" y="301"/>
                  </a:lnTo>
                  <a:lnTo>
                    <a:pt x="230" y="303"/>
                  </a:lnTo>
                  <a:lnTo>
                    <a:pt x="230" y="303"/>
                  </a:lnTo>
                  <a:lnTo>
                    <a:pt x="228" y="303"/>
                  </a:lnTo>
                  <a:lnTo>
                    <a:pt x="228" y="303"/>
                  </a:lnTo>
                  <a:lnTo>
                    <a:pt x="228" y="303"/>
                  </a:lnTo>
                  <a:lnTo>
                    <a:pt x="228" y="305"/>
                  </a:lnTo>
                  <a:lnTo>
                    <a:pt x="228" y="307"/>
                  </a:lnTo>
                  <a:lnTo>
                    <a:pt x="228" y="309"/>
                  </a:lnTo>
                  <a:lnTo>
                    <a:pt x="230" y="310"/>
                  </a:lnTo>
                  <a:lnTo>
                    <a:pt x="230" y="310"/>
                  </a:lnTo>
                  <a:lnTo>
                    <a:pt x="232" y="312"/>
                  </a:lnTo>
                  <a:lnTo>
                    <a:pt x="232" y="312"/>
                  </a:lnTo>
                  <a:lnTo>
                    <a:pt x="232" y="314"/>
                  </a:lnTo>
                  <a:lnTo>
                    <a:pt x="232" y="314"/>
                  </a:lnTo>
                  <a:lnTo>
                    <a:pt x="232" y="314"/>
                  </a:lnTo>
                  <a:lnTo>
                    <a:pt x="232" y="314"/>
                  </a:lnTo>
                  <a:lnTo>
                    <a:pt x="232" y="316"/>
                  </a:lnTo>
                  <a:lnTo>
                    <a:pt x="232" y="318"/>
                  </a:lnTo>
                  <a:lnTo>
                    <a:pt x="232" y="318"/>
                  </a:lnTo>
                  <a:lnTo>
                    <a:pt x="232" y="318"/>
                  </a:lnTo>
                  <a:lnTo>
                    <a:pt x="234" y="318"/>
                  </a:lnTo>
                  <a:lnTo>
                    <a:pt x="235" y="318"/>
                  </a:lnTo>
                  <a:lnTo>
                    <a:pt x="235" y="318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5" y="320"/>
                  </a:lnTo>
                  <a:lnTo>
                    <a:pt x="234" y="324"/>
                  </a:lnTo>
                  <a:lnTo>
                    <a:pt x="234" y="326"/>
                  </a:lnTo>
                  <a:lnTo>
                    <a:pt x="232" y="328"/>
                  </a:lnTo>
                  <a:lnTo>
                    <a:pt x="224" y="332"/>
                  </a:lnTo>
                  <a:lnTo>
                    <a:pt x="220" y="336"/>
                  </a:lnTo>
                  <a:lnTo>
                    <a:pt x="218" y="336"/>
                  </a:lnTo>
                  <a:lnTo>
                    <a:pt x="216" y="336"/>
                  </a:lnTo>
                  <a:lnTo>
                    <a:pt x="214" y="336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32"/>
                  </a:lnTo>
                  <a:lnTo>
                    <a:pt x="214" y="330"/>
                  </a:lnTo>
                  <a:lnTo>
                    <a:pt x="214" y="330"/>
                  </a:lnTo>
                  <a:lnTo>
                    <a:pt x="214" y="330"/>
                  </a:lnTo>
                  <a:lnTo>
                    <a:pt x="216" y="330"/>
                  </a:lnTo>
                  <a:lnTo>
                    <a:pt x="216" y="328"/>
                  </a:lnTo>
                  <a:lnTo>
                    <a:pt x="216" y="328"/>
                  </a:lnTo>
                  <a:lnTo>
                    <a:pt x="214" y="328"/>
                  </a:lnTo>
                  <a:lnTo>
                    <a:pt x="214" y="328"/>
                  </a:lnTo>
                  <a:lnTo>
                    <a:pt x="210" y="326"/>
                  </a:lnTo>
                  <a:lnTo>
                    <a:pt x="210" y="326"/>
                  </a:lnTo>
                  <a:lnTo>
                    <a:pt x="208" y="326"/>
                  </a:lnTo>
                  <a:lnTo>
                    <a:pt x="206" y="326"/>
                  </a:lnTo>
                  <a:lnTo>
                    <a:pt x="206" y="324"/>
                  </a:lnTo>
                  <a:lnTo>
                    <a:pt x="206" y="324"/>
                  </a:lnTo>
                  <a:lnTo>
                    <a:pt x="206" y="324"/>
                  </a:lnTo>
                  <a:lnTo>
                    <a:pt x="204" y="324"/>
                  </a:lnTo>
                  <a:lnTo>
                    <a:pt x="204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6"/>
                  </a:lnTo>
                  <a:lnTo>
                    <a:pt x="202" y="326"/>
                  </a:lnTo>
                  <a:lnTo>
                    <a:pt x="202" y="326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0" y="330"/>
                  </a:lnTo>
                  <a:lnTo>
                    <a:pt x="200" y="332"/>
                  </a:lnTo>
                  <a:lnTo>
                    <a:pt x="200" y="332"/>
                  </a:lnTo>
                  <a:lnTo>
                    <a:pt x="200" y="332"/>
                  </a:lnTo>
                  <a:lnTo>
                    <a:pt x="198" y="332"/>
                  </a:lnTo>
                  <a:lnTo>
                    <a:pt x="198" y="334"/>
                  </a:lnTo>
                  <a:lnTo>
                    <a:pt x="198" y="334"/>
                  </a:lnTo>
                  <a:lnTo>
                    <a:pt x="198" y="334"/>
                  </a:lnTo>
                  <a:lnTo>
                    <a:pt x="198" y="334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98" y="330"/>
                  </a:lnTo>
                  <a:lnTo>
                    <a:pt x="198" y="330"/>
                  </a:lnTo>
                  <a:lnTo>
                    <a:pt x="198" y="330"/>
                  </a:lnTo>
                  <a:lnTo>
                    <a:pt x="198" y="330"/>
                  </a:lnTo>
                  <a:lnTo>
                    <a:pt x="198" y="330"/>
                  </a:lnTo>
                  <a:lnTo>
                    <a:pt x="196" y="330"/>
                  </a:lnTo>
                  <a:lnTo>
                    <a:pt x="196" y="330"/>
                  </a:lnTo>
                  <a:lnTo>
                    <a:pt x="196" y="330"/>
                  </a:lnTo>
                  <a:lnTo>
                    <a:pt x="196" y="330"/>
                  </a:lnTo>
                  <a:lnTo>
                    <a:pt x="194" y="332"/>
                  </a:lnTo>
                  <a:lnTo>
                    <a:pt x="194" y="332"/>
                  </a:lnTo>
                  <a:lnTo>
                    <a:pt x="192" y="334"/>
                  </a:lnTo>
                  <a:lnTo>
                    <a:pt x="192" y="334"/>
                  </a:lnTo>
                  <a:lnTo>
                    <a:pt x="192" y="334"/>
                  </a:lnTo>
                  <a:lnTo>
                    <a:pt x="192" y="336"/>
                  </a:lnTo>
                  <a:lnTo>
                    <a:pt x="192" y="336"/>
                  </a:lnTo>
                  <a:lnTo>
                    <a:pt x="192" y="338"/>
                  </a:lnTo>
                  <a:lnTo>
                    <a:pt x="192" y="338"/>
                  </a:lnTo>
                  <a:lnTo>
                    <a:pt x="192" y="338"/>
                  </a:lnTo>
                  <a:lnTo>
                    <a:pt x="192" y="338"/>
                  </a:lnTo>
                  <a:lnTo>
                    <a:pt x="188" y="348"/>
                  </a:lnTo>
                  <a:lnTo>
                    <a:pt x="186" y="348"/>
                  </a:lnTo>
                  <a:lnTo>
                    <a:pt x="186" y="350"/>
                  </a:lnTo>
                  <a:lnTo>
                    <a:pt x="186" y="350"/>
                  </a:lnTo>
                  <a:lnTo>
                    <a:pt x="186" y="350"/>
                  </a:lnTo>
                  <a:lnTo>
                    <a:pt x="188" y="350"/>
                  </a:lnTo>
                  <a:lnTo>
                    <a:pt x="188" y="352"/>
                  </a:lnTo>
                  <a:lnTo>
                    <a:pt x="188" y="352"/>
                  </a:lnTo>
                  <a:lnTo>
                    <a:pt x="188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8" y="354"/>
                  </a:lnTo>
                  <a:lnTo>
                    <a:pt x="188" y="354"/>
                  </a:lnTo>
                  <a:lnTo>
                    <a:pt x="188" y="354"/>
                  </a:lnTo>
                  <a:lnTo>
                    <a:pt x="188" y="356"/>
                  </a:lnTo>
                  <a:lnTo>
                    <a:pt x="188" y="356"/>
                  </a:lnTo>
                  <a:lnTo>
                    <a:pt x="188" y="358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88" y="360"/>
                  </a:lnTo>
                  <a:lnTo>
                    <a:pt x="188" y="360"/>
                  </a:lnTo>
                  <a:lnTo>
                    <a:pt x="188" y="360"/>
                  </a:lnTo>
                  <a:lnTo>
                    <a:pt x="186" y="360"/>
                  </a:lnTo>
                  <a:lnTo>
                    <a:pt x="186" y="360"/>
                  </a:lnTo>
                  <a:lnTo>
                    <a:pt x="186" y="360"/>
                  </a:lnTo>
                  <a:lnTo>
                    <a:pt x="186" y="360"/>
                  </a:lnTo>
                  <a:lnTo>
                    <a:pt x="186" y="362"/>
                  </a:lnTo>
                  <a:lnTo>
                    <a:pt x="186" y="362"/>
                  </a:lnTo>
                  <a:lnTo>
                    <a:pt x="186" y="362"/>
                  </a:lnTo>
                  <a:lnTo>
                    <a:pt x="188" y="362"/>
                  </a:lnTo>
                  <a:lnTo>
                    <a:pt x="188" y="362"/>
                  </a:lnTo>
                  <a:lnTo>
                    <a:pt x="188" y="362"/>
                  </a:lnTo>
                  <a:lnTo>
                    <a:pt x="188" y="362"/>
                  </a:lnTo>
                  <a:lnTo>
                    <a:pt x="188" y="363"/>
                  </a:lnTo>
                  <a:lnTo>
                    <a:pt x="188" y="363"/>
                  </a:lnTo>
                  <a:lnTo>
                    <a:pt x="186" y="363"/>
                  </a:lnTo>
                  <a:lnTo>
                    <a:pt x="186" y="365"/>
                  </a:lnTo>
                  <a:lnTo>
                    <a:pt x="188" y="365"/>
                  </a:lnTo>
                  <a:lnTo>
                    <a:pt x="188" y="365"/>
                  </a:lnTo>
                  <a:lnTo>
                    <a:pt x="190" y="367"/>
                  </a:lnTo>
                  <a:lnTo>
                    <a:pt x="190" y="367"/>
                  </a:lnTo>
                  <a:lnTo>
                    <a:pt x="190" y="367"/>
                  </a:lnTo>
                  <a:lnTo>
                    <a:pt x="190" y="367"/>
                  </a:lnTo>
                  <a:lnTo>
                    <a:pt x="188" y="367"/>
                  </a:lnTo>
                  <a:lnTo>
                    <a:pt x="188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7"/>
                  </a:lnTo>
                  <a:lnTo>
                    <a:pt x="186" y="369"/>
                  </a:lnTo>
                  <a:lnTo>
                    <a:pt x="186" y="369"/>
                  </a:lnTo>
                  <a:lnTo>
                    <a:pt x="188" y="369"/>
                  </a:lnTo>
                  <a:lnTo>
                    <a:pt x="188" y="371"/>
                  </a:lnTo>
                  <a:lnTo>
                    <a:pt x="188" y="371"/>
                  </a:lnTo>
                  <a:lnTo>
                    <a:pt x="188" y="371"/>
                  </a:lnTo>
                  <a:lnTo>
                    <a:pt x="186" y="371"/>
                  </a:lnTo>
                  <a:lnTo>
                    <a:pt x="186" y="373"/>
                  </a:lnTo>
                  <a:lnTo>
                    <a:pt x="186" y="373"/>
                  </a:lnTo>
                  <a:lnTo>
                    <a:pt x="186" y="373"/>
                  </a:lnTo>
                  <a:lnTo>
                    <a:pt x="186" y="371"/>
                  </a:lnTo>
                  <a:lnTo>
                    <a:pt x="186" y="371"/>
                  </a:lnTo>
                  <a:lnTo>
                    <a:pt x="186" y="371"/>
                  </a:lnTo>
                  <a:lnTo>
                    <a:pt x="186" y="371"/>
                  </a:lnTo>
                  <a:lnTo>
                    <a:pt x="186" y="373"/>
                  </a:lnTo>
                  <a:lnTo>
                    <a:pt x="184" y="373"/>
                  </a:lnTo>
                  <a:lnTo>
                    <a:pt x="184" y="373"/>
                  </a:lnTo>
                  <a:lnTo>
                    <a:pt x="184" y="371"/>
                  </a:lnTo>
                  <a:lnTo>
                    <a:pt x="184" y="371"/>
                  </a:lnTo>
                  <a:lnTo>
                    <a:pt x="184" y="371"/>
                  </a:lnTo>
                  <a:lnTo>
                    <a:pt x="184" y="371"/>
                  </a:lnTo>
                  <a:lnTo>
                    <a:pt x="183" y="371"/>
                  </a:lnTo>
                  <a:lnTo>
                    <a:pt x="183" y="371"/>
                  </a:lnTo>
                  <a:lnTo>
                    <a:pt x="183" y="371"/>
                  </a:lnTo>
                  <a:lnTo>
                    <a:pt x="184" y="371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4" y="369"/>
                  </a:lnTo>
                  <a:lnTo>
                    <a:pt x="183" y="369"/>
                  </a:lnTo>
                  <a:lnTo>
                    <a:pt x="183" y="369"/>
                  </a:lnTo>
                  <a:lnTo>
                    <a:pt x="183" y="369"/>
                  </a:lnTo>
                  <a:lnTo>
                    <a:pt x="183" y="369"/>
                  </a:lnTo>
                  <a:lnTo>
                    <a:pt x="183" y="369"/>
                  </a:lnTo>
                  <a:lnTo>
                    <a:pt x="181" y="369"/>
                  </a:lnTo>
                  <a:lnTo>
                    <a:pt x="181" y="369"/>
                  </a:lnTo>
                  <a:lnTo>
                    <a:pt x="181" y="369"/>
                  </a:lnTo>
                  <a:lnTo>
                    <a:pt x="181" y="369"/>
                  </a:lnTo>
                  <a:lnTo>
                    <a:pt x="181" y="369"/>
                  </a:lnTo>
                  <a:lnTo>
                    <a:pt x="181" y="369"/>
                  </a:lnTo>
                  <a:lnTo>
                    <a:pt x="179" y="369"/>
                  </a:lnTo>
                  <a:lnTo>
                    <a:pt x="179" y="369"/>
                  </a:lnTo>
                  <a:lnTo>
                    <a:pt x="179" y="369"/>
                  </a:lnTo>
                  <a:lnTo>
                    <a:pt x="179" y="369"/>
                  </a:lnTo>
                  <a:lnTo>
                    <a:pt x="177" y="373"/>
                  </a:lnTo>
                  <a:lnTo>
                    <a:pt x="177" y="373"/>
                  </a:lnTo>
                  <a:lnTo>
                    <a:pt x="175" y="373"/>
                  </a:lnTo>
                  <a:lnTo>
                    <a:pt x="175" y="375"/>
                  </a:lnTo>
                  <a:lnTo>
                    <a:pt x="175" y="375"/>
                  </a:lnTo>
                  <a:lnTo>
                    <a:pt x="175" y="375"/>
                  </a:lnTo>
                  <a:lnTo>
                    <a:pt x="175" y="375"/>
                  </a:lnTo>
                  <a:lnTo>
                    <a:pt x="175" y="375"/>
                  </a:lnTo>
                  <a:lnTo>
                    <a:pt x="175" y="377"/>
                  </a:lnTo>
                  <a:lnTo>
                    <a:pt x="175" y="377"/>
                  </a:lnTo>
                  <a:lnTo>
                    <a:pt x="173" y="375"/>
                  </a:lnTo>
                  <a:lnTo>
                    <a:pt x="173" y="375"/>
                  </a:lnTo>
                  <a:lnTo>
                    <a:pt x="173" y="375"/>
                  </a:lnTo>
                  <a:lnTo>
                    <a:pt x="173" y="375"/>
                  </a:lnTo>
                  <a:lnTo>
                    <a:pt x="173" y="377"/>
                  </a:lnTo>
                  <a:lnTo>
                    <a:pt x="173" y="377"/>
                  </a:lnTo>
                  <a:lnTo>
                    <a:pt x="173" y="377"/>
                  </a:lnTo>
                  <a:lnTo>
                    <a:pt x="171" y="377"/>
                  </a:lnTo>
                  <a:lnTo>
                    <a:pt x="171" y="377"/>
                  </a:lnTo>
                  <a:lnTo>
                    <a:pt x="171" y="377"/>
                  </a:lnTo>
                  <a:lnTo>
                    <a:pt x="171" y="377"/>
                  </a:lnTo>
                  <a:lnTo>
                    <a:pt x="169" y="377"/>
                  </a:lnTo>
                  <a:lnTo>
                    <a:pt x="169" y="377"/>
                  </a:lnTo>
                  <a:lnTo>
                    <a:pt x="169" y="377"/>
                  </a:lnTo>
                  <a:lnTo>
                    <a:pt x="167" y="379"/>
                  </a:lnTo>
                  <a:lnTo>
                    <a:pt x="167" y="379"/>
                  </a:lnTo>
                  <a:lnTo>
                    <a:pt x="163" y="379"/>
                  </a:lnTo>
                  <a:lnTo>
                    <a:pt x="163" y="379"/>
                  </a:lnTo>
                  <a:lnTo>
                    <a:pt x="159" y="377"/>
                  </a:lnTo>
                  <a:lnTo>
                    <a:pt x="159" y="377"/>
                  </a:lnTo>
                  <a:lnTo>
                    <a:pt x="159" y="377"/>
                  </a:lnTo>
                  <a:lnTo>
                    <a:pt x="159" y="377"/>
                  </a:lnTo>
                  <a:lnTo>
                    <a:pt x="159" y="375"/>
                  </a:lnTo>
                  <a:lnTo>
                    <a:pt x="159" y="375"/>
                  </a:lnTo>
                  <a:lnTo>
                    <a:pt x="159" y="375"/>
                  </a:lnTo>
                  <a:lnTo>
                    <a:pt x="157" y="375"/>
                  </a:lnTo>
                  <a:lnTo>
                    <a:pt x="157" y="375"/>
                  </a:lnTo>
                  <a:lnTo>
                    <a:pt x="157" y="375"/>
                  </a:lnTo>
                  <a:lnTo>
                    <a:pt x="157" y="375"/>
                  </a:lnTo>
                  <a:lnTo>
                    <a:pt x="157" y="375"/>
                  </a:lnTo>
                  <a:lnTo>
                    <a:pt x="155" y="375"/>
                  </a:lnTo>
                  <a:lnTo>
                    <a:pt x="155" y="375"/>
                  </a:lnTo>
                  <a:lnTo>
                    <a:pt x="155" y="375"/>
                  </a:lnTo>
                  <a:lnTo>
                    <a:pt x="153" y="375"/>
                  </a:lnTo>
                  <a:lnTo>
                    <a:pt x="153" y="375"/>
                  </a:lnTo>
                  <a:lnTo>
                    <a:pt x="151" y="375"/>
                  </a:lnTo>
                  <a:lnTo>
                    <a:pt x="151" y="375"/>
                  </a:lnTo>
                  <a:lnTo>
                    <a:pt x="149" y="377"/>
                  </a:lnTo>
                  <a:lnTo>
                    <a:pt x="149" y="377"/>
                  </a:lnTo>
                  <a:lnTo>
                    <a:pt x="147" y="379"/>
                  </a:lnTo>
                  <a:lnTo>
                    <a:pt x="147" y="381"/>
                  </a:lnTo>
                  <a:lnTo>
                    <a:pt x="147" y="381"/>
                  </a:lnTo>
                  <a:lnTo>
                    <a:pt x="147" y="383"/>
                  </a:lnTo>
                  <a:lnTo>
                    <a:pt x="149" y="385"/>
                  </a:lnTo>
                  <a:lnTo>
                    <a:pt x="149" y="385"/>
                  </a:lnTo>
                  <a:lnTo>
                    <a:pt x="149" y="387"/>
                  </a:lnTo>
                  <a:lnTo>
                    <a:pt x="149" y="387"/>
                  </a:lnTo>
                  <a:lnTo>
                    <a:pt x="149" y="387"/>
                  </a:lnTo>
                  <a:lnTo>
                    <a:pt x="149" y="389"/>
                  </a:lnTo>
                  <a:lnTo>
                    <a:pt x="149" y="389"/>
                  </a:lnTo>
                  <a:lnTo>
                    <a:pt x="149" y="389"/>
                  </a:lnTo>
                  <a:lnTo>
                    <a:pt x="149" y="391"/>
                  </a:lnTo>
                  <a:lnTo>
                    <a:pt x="149" y="391"/>
                  </a:lnTo>
                  <a:lnTo>
                    <a:pt x="149" y="391"/>
                  </a:lnTo>
                  <a:lnTo>
                    <a:pt x="149" y="391"/>
                  </a:lnTo>
                  <a:lnTo>
                    <a:pt x="149" y="393"/>
                  </a:lnTo>
                  <a:lnTo>
                    <a:pt x="149" y="393"/>
                  </a:lnTo>
                  <a:lnTo>
                    <a:pt x="149" y="393"/>
                  </a:lnTo>
                  <a:lnTo>
                    <a:pt x="149" y="395"/>
                  </a:lnTo>
                  <a:lnTo>
                    <a:pt x="151" y="395"/>
                  </a:lnTo>
                  <a:lnTo>
                    <a:pt x="151" y="395"/>
                  </a:lnTo>
                  <a:lnTo>
                    <a:pt x="151" y="395"/>
                  </a:lnTo>
                  <a:lnTo>
                    <a:pt x="151" y="397"/>
                  </a:lnTo>
                  <a:lnTo>
                    <a:pt x="151" y="397"/>
                  </a:lnTo>
                  <a:lnTo>
                    <a:pt x="151" y="397"/>
                  </a:lnTo>
                  <a:lnTo>
                    <a:pt x="151" y="397"/>
                  </a:lnTo>
                  <a:lnTo>
                    <a:pt x="151" y="397"/>
                  </a:lnTo>
                  <a:lnTo>
                    <a:pt x="149" y="399"/>
                  </a:lnTo>
                  <a:lnTo>
                    <a:pt x="149" y="399"/>
                  </a:lnTo>
                  <a:lnTo>
                    <a:pt x="147" y="399"/>
                  </a:lnTo>
                  <a:lnTo>
                    <a:pt x="147" y="399"/>
                  </a:lnTo>
                  <a:lnTo>
                    <a:pt x="147" y="401"/>
                  </a:lnTo>
                  <a:lnTo>
                    <a:pt x="149" y="401"/>
                  </a:lnTo>
                  <a:lnTo>
                    <a:pt x="149" y="401"/>
                  </a:lnTo>
                  <a:lnTo>
                    <a:pt x="149" y="401"/>
                  </a:lnTo>
                  <a:lnTo>
                    <a:pt x="149" y="403"/>
                  </a:lnTo>
                  <a:lnTo>
                    <a:pt x="149" y="403"/>
                  </a:lnTo>
                  <a:lnTo>
                    <a:pt x="147" y="403"/>
                  </a:lnTo>
                  <a:lnTo>
                    <a:pt x="147" y="403"/>
                  </a:lnTo>
                  <a:lnTo>
                    <a:pt x="145" y="407"/>
                  </a:lnTo>
                  <a:lnTo>
                    <a:pt x="145" y="407"/>
                  </a:lnTo>
                  <a:lnTo>
                    <a:pt x="145" y="407"/>
                  </a:lnTo>
                  <a:lnTo>
                    <a:pt x="145" y="407"/>
                  </a:lnTo>
                  <a:lnTo>
                    <a:pt x="145" y="407"/>
                  </a:lnTo>
                  <a:lnTo>
                    <a:pt x="145" y="407"/>
                  </a:lnTo>
                  <a:lnTo>
                    <a:pt x="145" y="409"/>
                  </a:lnTo>
                  <a:lnTo>
                    <a:pt x="145" y="409"/>
                  </a:lnTo>
                  <a:lnTo>
                    <a:pt x="145" y="409"/>
                  </a:lnTo>
                  <a:lnTo>
                    <a:pt x="145" y="409"/>
                  </a:lnTo>
                  <a:lnTo>
                    <a:pt x="145" y="411"/>
                  </a:lnTo>
                  <a:lnTo>
                    <a:pt x="145" y="411"/>
                  </a:lnTo>
                  <a:lnTo>
                    <a:pt x="145" y="413"/>
                  </a:lnTo>
                  <a:lnTo>
                    <a:pt x="143" y="413"/>
                  </a:lnTo>
                  <a:lnTo>
                    <a:pt x="143" y="415"/>
                  </a:lnTo>
                  <a:lnTo>
                    <a:pt x="143" y="415"/>
                  </a:lnTo>
                  <a:lnTo>
                    <a:pt x="143" y="415"/>
                  </a:lnTo>
                  <a:lnTo>
                    <a:pt x="141" y="417"/>
                  </a:lnTo>
                  <a:lnTo>
                    <a:pt x="141" y="417"/>
                  </a:lnTo>
                  <a:lnTo>
                    <a:pt x="141" y="417"/>
                  </a:lnTo>
                  <a:lnTo>
                    <a:pt x="141" y="417"/>
                  </a:lnTo>
                  <a:lnTo>
                    <a:pt x="143" y="418"/>
                  </a:lnTo>
                  <a:lnTo>
                    <a:pt x="143" y="418"/>
                  </a:lnTo>
                  <a:lnTo>
                    <a:pt x="143" y="418"/>
                  </a:lnTo>
                  <a:lnTo>
                    <a:pt x="143" y="418"/>
                  </a:lnTo>
                  <a:lnTo>
                    <a:pt x="145" y="420"/>
                  </a:lnTo>
                  <a:lnTo>
                    <a:pt x="141" y="422"/>
                  </a:lnTo>
                  <a:lnTo>
                    <a:pt x="139" y="422"/>
                  </a:lnTo>
                  <a:lnTo>
                    <a:pt x="139" y="422"/>
                  </a:lnTo>
                  <a:lnTo>
                    <a:pt x="137" y="422"/>
                  </a:lnTo>
                  <a:lnTo>
                    <a:pt x="137" y="422"/>
                  </a:lnTo>
                  <a:lnTo>
                    <a:pt x="137" y="422"/>
                  </a:lnTo>
                  <a:lnTo>
                    <a:pt x="137" y="424"/>
                  </a:lnTo>
                  <a:lnTo>
                    <a:pt x="137" y="424"/>
                  </a:lnTo>
                  <a:lnTo>
                    <a:pt x="137" y="424"/>
                  </a:lnTo>
                  <a:lnTo>
                    <a:pt x="137" y="424"/>
                  </a:lnTo>
                  <a:lnTo>
                    <a:pt x="137" y="426"/>
                  </a:lnTo>
                  <a:lnTo>
                    <a:pt x="137" y="426"/>
                  </a:lnTo>
                  <a:lnTo>
                    <a:pt x="135" y="426"/>
                  </a:lnTo>
                  <a:lnTo>
                    <a:pt x="135" y="426"/>
                  </a:lnTo>
                  <a:lnTo>
                    <a:pt x="135" y="426"/>
                  </a:lnTo>
                  <a:lnTo>
                    <a:pt x="134" y="428"/>
                  </a:lnTo>
                  <a:lnTo>
                    <a:pt x="134" y="428"/>
                  </a:lnTo>
                  <a:lnTo>
                    <a:pt x="134" y="428"/>
                  </a:lnTo>
                  <a:lnTo>
                    <a:pt x="134" y="428"/>
                  </a:lnTo>
                  <a:lnTo>
                    <a:pt x="134" y="428"/>
                  </a:lnTo>
                  <a:lnTo>
                    <a:pt x="134" y="430"/>
                  </a:lnTo>
                  <a:lnTo>
                    <a:pt x="134" y="430"/>
                  </a:lnTo>
                  <a:lnTo>
                    <a:pt x="134" y="430"/>
                  </a:lnTo>
                  <a:lnTo>
                    <a:pt x="134" y="430"/>
                  </a:lnTo>
                  <a:lnTo>
                    <a:pt x="134" y="430"/>
                  </a:lnTo>
                  <a:lnTo>
                    <a:pt x="134" y="430"/>
                  </a:lnTo>
                  <a:lnTo>
                    <a:pt x="132" y="430"/>
                  </a:lnTo>
                  <a:lnTo>
                    <a:pt x="132" y="432"/>
                  </a:lnTo>
                  <a:lnTo>
                    <a:pt x="132" y="432"/>
                  </a:lnTo>
                  <a:lnTo>
                    <a:pt x="132" y="432"/>
                  </a:lnTo>
                  <a:lnTo>
                    <a:pt x="126" y="430"/>
                  </a:lnTo>
                  <a:lnTo>
                    <a:pt x="126" y="430"/>
                  </a:lnTo>
                  <a:lnTo>
                    <a:pt x="126" y="430"/>
                  </a:lnTo>
                  <a:lnTo>
                    <a:pt x="126" y="432"/>
                  </a:lnTo>
                  <a:lnTo>
                    <a:pt x="126" y="432"/>
                  </a:lnTo>
                  <a:lnTo>
                    <a:pt x="126" y="432"/>
                  </a:lnTo>
                  <a:lnTo>
                    <a:pt x="124" y="432"/>
                  </a:lnTo>
                  <a:lnTo>
                    <a:pt x="124" y="432"/>
                  </a:lnTo>
                  <a:lnTo>
                    <a:pt x="120" y="434"/>
                  </a:lnTo>
                  <a:lnTo>
                    <a:pt x="120" y="434"/>
                  </a:lnTo>
                  <a:lnTo>
                    <a:pt x="120" y="434"/>
                  </a:lnTo>
                  <a:lnTo>
                    <a:pt x="118" y="432"/>
                  </a:lnTo>
                  <a:lnTo>
                    <a:pt x="118" y="432"/>
                  </a:lnTo>
                  <a:lnTo>
                    <a:pt x="118" y="432"/>
                  </a:lnTo>
                  <a:lnTo>
                    <a:pt x="118" y="432"/>
                  </a:lnTo>
                  <a:lnTo>
                    <a:pt x="118" y="430"/>
                  </a:lnTo>
                  <a:lnTo>
                    <a:pt x="116" y="428"/>
                  </a:lnTo>
                  <a:lnTo>
                    <a:pt x="116" y="428"/>
                  </a:lnTo>
                  <a:lnTo>
                    <a:pt x="116" y="428"/>
                  </a:lnTo>
                  <a:lnTo>
                    <a:pt x="116" y="426"/>
                  </a:lnTo>
                  <a:lnTo>
                    <a:pt x="114" y="426"/>
                  </a:lnTo>
                  <a:lnTo>
                    <a:pt x="114" y="426"/>
                  </a:lnTo>
                  <a:lnTo>
                    <a:pt x="114" y="424"/>
                  </a:lnTo>
                  <a:lnTo>
                    <a:pt x="114" y="422"/>
                  </a:lnTo>
                  <a:lnTo>
                    <a:pt x="114" y="422"/>
                  </a:lnTo>
                  <a:lnTo>
                    <a:pt x="114" y="422"/>
                  </a:lnTo>
                  <a:lnTo>
                    <a:pt x="114" y="422"/>
                  </a:lnTo>
                  <a:lnTo>
                    <a:pt x="110" y="420"/>
                  </a:lnTo>
                  <a:lnTo>
                    <a:pt x="110" y="420"/>
                  </a:lnTo>
                  <a:lnTo>
                    <a:pt x="110" y="420"/>
                  </a:lnTo>
                  <a:lnTo>
                    <a:pt x="110" y="418"/>
                  </a:lnTo>
                  <a:lnTo>
                    <a:pt x="110" y="418"/>
                  </a:lnTo>
                  <a:lnTo>
                    <a:pt x="110" y="418"/>
                  </a:lnTo>
                  <a:lnTo>
                    <a:pt x="110" y="418"/>
                  </a:lnTo>
                  <a:lnTo>
                    <a:pt x="110" y="418"/>
                  </a:lnTo>
                  <a:lnTo>
                    <a:pt x="108" y="417"/>
                  </a:lnTo>
                  <a:lnTo>
                    <a:pt x="108" y="417"/>
                  </a:lnTo>
                  <a:lnTo>
                    <a:pt x="108" y="417"/>
                  </a:lnTo>
                  <a:lnTo>
                    <a:pt x="106" y="413"/>
                  </a:lnTo>
                  <a:lnTo>
                    <a:pt x="106" y="413"/>
                  </a:lnTo>
                  <a:lnTo>
                    <a:pt x="106" y="411"/>
                  </a:lnTo>
                  <a:lnTo>
                    <a:pt x="108" y="411"/>
                  </a:lnTo>
                  <a:lnTo>
                    <a:pt x="110" y="409"/>
                  </a:lnTo>
                  <a:lnTo>
                    <a:pt x="110" y="409"/>
                  </a:lnTo>
                  <a:lnTo>
                    <a:pt x="110" y="409"/>
                  </a:lnTo>
                  <a:lnTo>
                    <a:pt x="108" y="407"/>
                  </a:lnTo>
                  <a:lnTo>
                    <a:pt x="104" y="407"/>
                  </a:lnTo>
                  <a:lnTo>
                    <a:pt x="104" y="407"/>
                  </a:lnTo>
                  <a:lnTo>
                    <a:pt x="104" y="407"/>
                  </a:lnTo>
                  <a:lnTo>
                    <a:pt x="104" y="405"/>
                  </a:lnTo>
                  <a:lnTo>
                    <a:pt x="102" y="405"/>
                  </a:lnTo>
                  <a:lnTo>
                    <a:pt x="102" y="405"/>
                  </a:lnTo>
                  <a:lnTo>
                    <a:pt x="102" y="407"/>
                  </a:lnTo>
                  <a:lnTo>
                    <a:pt x="102" y="407"/>
                  </a:lnTo>
                  <a:lnTo>
                    <a:pt x="102" y="407"/>
                  </a:lnTo>
                  <a:lnTo>
                    <a:pt x="102" y="407"/>
                  </a:lnTo>
                  <a:lnTo>
                    <a:pt x="102" y="407"/>
                  </a:lnTo>
                  <a:lnTo>
                    <a:pt x="100" y="409"/>
                  </a:lnTo>
                  <a:lnTo>
                    <a:pt x="100" y="409"/>
                  </a:lnTo>
                  <a:lnTo>
                    <a:pt x="100" y="409"/>
                  </a:lnTo>
                  <a:lnTo>
                    <a:pt x="100" y="409"/>
                  </a:lnTo>
                  <a:lnTo>
                    <a:pt x="98" y="409"/>
                  </a:lnTo>
                  <a:lnTo>
                    <a:pt x="98" y="409"/>
                  </a:lnTo>
                  <a:lnTo>
                    <a:pt x="96" y="411"/>
                  </a:lnTo>
                  <a:lnTo>
                    <a:pt x="96" y="411"/>
                  </a:lnTo>
                  <a:lnTo>
                    <a:pt x="96" y="411"/>
                  </a:lnTo>
                  <a:lnTo>
                    <a:pt x="96" y="411"/>
                  </a:lnTo>
                  <a:lnTo>
                    <a:pt x="96" y="411"/>
                  </a:lnTo>
                  <a:lnTo>
                    <a:pt x="94" y="411"/>
                  </a:lnTo>
                  <a:lnTo>
                    <a:pt x="94" y="411"/>
                  </a:lnTo>
                  <a:lnTo>
                    <a:pt x="94" y="409"/>
                  </a:lnTo>
                  <a:lnTo>
                    <a:pt x="92" y="409"/>
                  </a:lnTo>
                  <a:lnTo>
                    <a:pt x="92" y="411"/>
                  </a:lnTo>
                  <a:lnTo>
                    <a:pt x="88" y="409"/>
                  </a:lnTo>
                  <a:lnTo>
                    <a:pt x="86" y="409"/>
                  </a:lnTo>
                  <a:lnTo>
                    <a:pt x="86" y="409"/>
                  </a:lnTo>
                  <a:lnTo>
                    <a:pt x="86" y="409"/>
                  </a:lnTo>
                  <a:lnTo>
                    <a:pt x="86" y="407"/>
                  </a:lnTo>
                  <a:lnTo>
                    <a:pt x="84" y="403"/>
                  </a:lnTo>
                  <a:lnTo>
                    <a:pt x="84" y="401"/>
                  </a:lnTo>
                  <a:lnTo>
                    <a:pt x="84" y="401"/>
                  </a:lnTo>
                  <a:lnTo>
                    <a:pt x="84" y="399"/>
                  </a:lnTo>
                  <a:lnTo>
                    <a:pt x="84" y="397"/>
                  </a:lnTo>
                  <a:lnTo>
                    <a:pt x="84" y="397"/>
                  </a:lnTo>
                  <a:lnTo>
                    <a:pt x="84" y="395"/>
                  </a:lnTo>
                  <a:lnTo>
                    <a:pt x="84" y="395"/>
                  </a:lnTo>
                  <a:lnTo>
                    <a:pt x="83" y="395"/>
                  </a:lnTo>
                  <a:lnTo>
                    <a:pt x="83" y="397"/>
                  </a:lnTo>
                  <a:lnTo>
                    <a:pt x="81" y="397"/>
                  </a:lnTo>
                  <a:lnTo>
                    <a:pt x="81" y="397"/>
                  </a:lnTo>
                  <a:lnTo>
                    <a:pt x="79" y="395"/>
                  </a:lnTo>
                  <a:lnTo>
                    <a:pt x="79" y="395"/>
                  </a:lnTo>
                  <a:lnTo>
                    <a:pt x="77" y="395"/>
                  </a:lnTo>
                  <a:lnTo>
                    <a:pt x="77" y="395"/>
                  </a:lnTo>
                  <a:lnTo>
                    <a:pt x="77" y="395"/>
                  </a:lnTo>
                  <a:lnTo>
                    <a:pt x="77" y="395"/>
                  </a:lnTo>
                  <a:lnTo>
                    <a:pt x="75" y="395"/>
                  </a:lnTo>
                  <a:lnTo>
                    <a:pt x="73" y="395"/>
                  </a:lnTo>
                  <a:lnTo>
                    <a:pt x="67" y="395"/>
                  </a:lnTo>
                  <a:lnTo>
                    <a:pt x="67" y="395"/>
                  </a:lnTo>
                  <a:lnTo>
                    <a:pt x="65" y="395"/>
                  </a:lnTo>
                  <a:lnTo>
                    <a:pt x="63" y="397"/>
                  </a:lnTo>
                  <a:lnTo>
                    <a:pt x="63" y="399"/>
                  </a:lnTo>
                  <a:lnTo>
                    <a:pt x="61" y="399"/>
                  </a:lnTo>
                  <a:lnTo>
                    <a:pt x="61" y="399"/>
                  </a:lnTo>
                  <a:lnTo>
                    <a:pt x="55" y="397"/>
                  </a:lnTo>
                  <a:lnTo>
                    <a:pt x="53" y="397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1" y="395"/>
                  </a:lnTo>
                  <a:lnTo>
                    <a:pt x="51" y="395"/>
                  </a:lnTo>
                  <a:lnTo>
                    <a:pt x="51" y="395"/>
                  </a:lnTo>
                  <a:lnTo>
                    <a:pt x="51" y="397"/>
                  </a:lnTo>
                  <a:lnTo>
                    <a:pt x="51" y="397"/>
                  </a:lnTo>
                  <a:lnTo>
                    <a:pt x="49" y="397"/>
                  </a:lnTo>
                  <a:lnTo>
                    <a:pt x="49" y="397"/>
                  </a:lnTo>
                  <a:lnTo>
                    <a:pt x="49" y="397"/>
                  </a:lnTo>
                  <a:lnTo>
                    <a:pt x="49" y="397"/>
                  </a:lnTo>
                  <a:lnTo>
                    <a:pt x="49" y="395"/>
                  </a:lnTo>
                  <a:lnTo>
                    <a:pt x="49" y="395"/>
                  </a:lnTo>
                  <a:lnTo>
                    <a:pt x="49" y="395"/>
                  </a:lnTo>
                  <a:lnTo>
                    <a:pt x="49" y="395"/>
                  </a:lnTo>
                  <a:lnTo>
                    <a:pt x="47" y="395"/>
                  </a:lnTo>
                  <a:lnTo>
                    <a:pt x="43" y="395"/>
                  </a:lnTo>
                  <a:lnTo>
                    <a:pt x="41" y="395"/>
                  </a:lnTo>
                  <a:lnTo>
                    <a:pt x="41" y="395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1" y="391"/>
                  </a:lnTo>
                  <a:lnTo>
                    <a:pt x="41" y="391"/>
                  </a:lnTo>
                  <a:lnTo>
                    <a:pt x="41" y="391"/>
                  </a:lnTo>
                  <a:lnTo>
                    <a:pt x="41" y="391"/>
                  </a:lnTo>
                  <a:lnTo>
                    <a:pt x="41" y="389"/>
                  </a:lnTo>
                  <a:lnTo>
                    <a:pt x="41" y="389"/>
                  </a:lnTo>
                  <a:lnTo>
                    <a:pt x="41" y="389"/>
                  </a:lnTo>
                  <a:lnTo>
                    <a:pt x="41" y="389"/>
                  </a:lnTo>
                  <a:lnTo>
                    <a:pt x="39" y="387"/>
                  </a:lnTo>
                  <a:lnTo>
                    <a:pt x="39" y="387"/>
                  </a:lnTo>
                  <a:lnTo>
                    <a:pt x="39" y="387"/>
                  </a:lnTo>
                  <a:lnTo>
                    <a:pt x="37" y="387"/>
                  </a:lnTo>
                  <a:lnTo>
                    <a:pt x="35" y="383"/>
                  </a:lnTo>
                  <a:lnTo>
                    <a:pt x="35" y="383"/>
                  </a:lnTo>
                  <a:lnTo>
                    <a:pt x="33" y="383"/>
                  </a:lnTo>
                  <a:lnTo>
                    <a:pt x="33" y="381"/>
                  </a:lnTo>
                  <a:lnTo>
                    <a:pt x="32" y="379"/>
                  </a:lnTo>
                  <a:lnTo>
                    <a:pt x="32" y="379"/>
                  </a:lnTo>
                  <a:lnTo>
                    <a:pt x="32" y="377"/>
                  </a:lnTo>
                  <a:lnTo>
                    <a:pt x="32" y="377"/>
                  </a:lnTo>
                  <a:lnTo>
                    <a:pt x="32" y="377"/>
                  </a:lnTo>
                  <a:lnTo>
                    <a:pt x="30" y="375"/>
                  </a:lnTo>
                  <a:lnTo>
                    <a:pt x="30" y="375"/>
                  </a:lnTo>
                  <a:lnTo>
                    <a:pt x="30" y="373"/>
                  </a:lnTo>
                  <a:lnTo>
                    <a:pt x="28" y="373"/>
                  </a:lnTo>
                  <a:lnTo>
                    <a:pt x="28" y="373"/>
                  </a:lnTo>
                  <a:lnTo>
                    <a:pt x="28" y="375"/>
                  </a:lnTo>
                  <a:lnTo>
                    <a:pt x="22" y="381"/>
                  </a:lnTo>
                  <a:lnTo>
                    <a:pt x="22" y="381"/>
                  </a:lnTo>
                  <a:lnTo>
                    <a:pt x="22" y="383"/>
                  </a:lnTo>
                  <a:lnTo>
                    <a:pt x="22" y="383"/>
                  </a:lnTo>
                  <a:lnTo>
                    <a:pt x="20" y="383"/>
                  </a:lnTo>
                  <a:lnTo>
                    <a:pt x="20" y="383"/>
                  </a:lnTo>
                  <a:lnTo>
                    <a:pt x="20" y="385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7"/>
                  </a:lnTo>
                  <a:lnTo>
                    <a:pt x="18" y="385"/>
                  </a:lnTo>
                  <a:lnTo>
                    <a:pt x="18" y="385"/>
                  </a:lnTo>
                  <a:lnTo>
                    <a:pt x="16" y="385"/>
                  </a:lnTo>
                  <a:lnTo>
                    <a:pt x="16" y="377"/>
                  </a:lnTo>
                  <a:lnTo>
                    <a:pt x="16" y="377"/>
                  </a:lnTo>
                  <a:lnTo>
                    <a:pt x="16" y="375"/>
                  </a:lnTo>
                  <a:lnTo>
                    <a:pt x="14" y="377"/>
                  </a:lnTo>
                  <a:lnTo>
                    <a:pt x="12" y="377"/>
                  </a:lnTo>
                  <a:lnTo>
                    <a:pt x="12" y="375"/>
                  </a:lnTo>
                  <a:lnTo>
                    <a:pt x="12" y="371"/>
                  </a:lnTo>
                  <a:lnTo>
                    <a:pt x="12" y="369"/>
                  </a:lnTo>
                  <a:lnTo>
                    <a:pt x="12" y="369"/>
                  </a:lnTo>
                  <a:lnTo>
                    <a:pt x="10" y="367"/>
                  </a:lnTo>
                  <a:lnTo>
                    <a:pt x="10" y="367"/>
                  </a:lnTo>
                  <a:lnTo>
                    <a:pt x="10" y="367"/>
                  </a:lnTo>
                  <a:lnTo>
                    <a:pt x="10" y="367"/>
                  </a:lnTo>
                  <a:lnTo>
                    <a:pt x="10" y="365"/>
                  </a:lnTo>
                  <a:lnTo>
                    <a:pt x="10" y="365"/>
                  </a:lnTo>
                  <a:lnTo>
                    <a:pt x="10" y="363"/>
                  </a:lnTo>
                  <a:lnTo>
                    <a:pt x="8" y="363"/>
                  </a:lnTo>
                  <a:lnTo>
                    <a:pt x="8" y="363"/>
                  </a:lnTo>
                  <a:lnTo>
                    <a:pt x="8" y="363"/>
                  </a:lnTo>
                  <a:lnTo>
                    <a:pt x="8" y="363"/>
                  </a:lnTo>
                  <a:lnTo>
                    <a:pt x="8" y="362"/>
                  </a:lnTo>
                  <a:lnTo>
                    <a:pt x="8" y="362"/>
                  </a:lnTo>
                  <a:lnTo>
                    <a:pt x="10" y="362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2" y="358"/>
                  </a:lnTo>
                  <a:lnTo>
                    <a:pt x="10" y="358"/>
                  </a:lnTo>
                  <a:lnTo>
                    <a:pt x="10" y="358"/>
                  </a:lnTo>
                  <a:lnTo>
                    <a:pt x="10" y="356"/>
                  </a:lnTo>
                  <a:lnTo>
                    <a:pt x="10" y="356"/>
                  </a:lnTo>
                  <a:lnTo>
                    <a:pt x="10" y="356"/>
                  </a:lnTo>
                  <a:lnTo>
                    <a:pt x="8" y="356"/>
                  </a:lnTo>
                  <a:lnTo>
                    <a:pt x="8" y="356"/>
                  </a:lnTo>
                  <a:lnTo>
                    <a:pt x="8" y="356"/>
                  </a:lnTo>
                  <a:lnTo>
                    <a:pt x="6" y="360"/>
                  </a:lnTo>
                  <a:lnTo>
                    <a:pt x="4" y="360"/>
                  </a:lnTo>
                  <a:lnTo>
                    <a:pt x="4" y="360"/>
                  </a:lnTo>
                  <a:lnTo>
                    <a:pt x="4" y="360"/>
                  </a:lnTo>
                  <a:lnTo>
                    <a:pt x="4" y="360"/>
                  </a:lnTo>
                  <a:lnTo>
                    <a:pt x="2" y="360"/>
                  </a:lnTo>
                  <a:lnTo>
                    <a:pt x="2" y="360"/>
                  </a:lnTo>
                  <a:lnTo>
                    <a:pt x="0" y="358"/>
                  </a:lnTo>
                  <a:lnTo>
                    <a:pt x="0" y="358"/>
                  </a:lnTo>
                  <a:lnTo>
                    <a:pt x="0" y="358"/>
                  </a:lnTo>
                  <a:lnTo>
                    <a:pt x="0" y="356"/>
                  </a:lnTo>
                  <a:lnTo>
                    <a:pt x="2" y="356"/>
                  </a:lnTo>
                  <a:lnTo>
                    <a:pt x="2" y="356"/>
                  </a:lnTo>
                  <a:lnTo>
                    <a:pt x="2" y="354"/>
                  </a:lnTo>
                  <a:lnTo>
                    <a:pt x="2" y="354"/>
                  </a:lnTo>
                  <a:lnTo>
                    <a:pt x="2" y="354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2" y="350"/>
                  </a:lnTo>
                  <a:lnTo>
                    <a:pt x="2" y="348"/>
                  </a:lnTo>
                  <a:lnTo>
                    <a:pt x="2" y="346"/>
                  </a:lnTo>
                  <a:lnTo>
                    <a:pt x="2" y="344"/>
                  </a:lnTo>
                  <a:lnTo>
                    <a:pt x="4" y="344"/>
                  </a:lnTo>
                  <a:lnTo>
                    <a:pt x="4" y="344"/>
                  </a:lnTo>
                  <a:lnTo>
                    <a:pt x="6" y="344"/>
                  </a:lnTo>
                  <a:lnTo>
                    <a:pt x="6" y="344"/>
                  </a:lnTo>
                  <a:lnTo>
                    <a:pt x="6" y="346"/>
                  </a:lnTo>
                  <a:lnTo>
                    <a:pt x="6" y="346"/>
                  </a:lnTo>
                  <a:lnTo>
                    <a:pt x="6" y="346"/>
                  </a:lnTo>
                  <a:lnTo>
                    <a:pt x="6" y="348"/>
                  </a:lnTo>
                  <a:lnTo>
                    <a:pt x="6" y="350"/>
                  </a:lnTo>
                  <a:lnTo>
                    <a:pt x="8" y="352"/>
                  </a:lnTo>
                  <a:lnTo>
                    <a:pt x="12" y="350"/>
                  </a:lnTo>
                  <a:lnTo>
                    <a:pt x="14" y="350"/>
                  </a:lnTo>
                  <a:lnTo>
                    <a:pt x="14" y="348"/>
                  </a:lnTo>
                  <a:lnTo>
                    <a:pt x="14" y="348"/>
                  </a:lnTo>
                  <a:lnTo>
                    <a:pt x="14" y="346"/>
                  </a:lnTo>
                  <a:lnTo>
                    <a:pt x="16" y="344"/>
                  </a:lnTo>
                  <a:lnTo>
                    <a:pt x="16" y="342"/>
                  </a:lnTo>
                  <a:lnTo>
                    <a:pt x="16" y="340"/>
                  </a:lnTo>
                  <a:lnTo>
                    <a:pt x="18" y="336"/>
                  </a:lnTo>
                  <a:lnTo>
                    <a:pt x="18" y="336"/>
                  </a:lnTo>
                  <a:lnTo>
                    <a:pt x="18" y="334"/>
                  </a:lnTo>
                  <a:lnTo>
                    <a:pt x="20" y="334"/>
                  </a:lnTo>
                  <a:lnTo>
                    <a:pt x="20" y="334"/>
                  </a:lnTo>
                  <a:lnTo>
                    <a:pt x="22" y="332"/>
                  </a:lnTo>
                  <a:lnTo>
                    <a:pt x="24" y="332"/>
                  </a:lnTo>
                  <a:lnTo>
                    <a:pt x="30" y="334"/>
                  </a:lnTo>
                  <a:lnTo>
                    <a:pt x="32" y="334"/>
                  </a:lnTo>
                  <a:lnTo>
                    <a:pt x="32" y="332"/>
                  </a:lnTo>
                  <a:lnTo>
                    <a:pt x="32" y="332"/>
                  </a:lnTo>
                  <a:lnTo>
                    <a:pt x="33" y="332"/>
                  </a:lnTo>
                  <a:lnTo>
                    <a:pt x="32" y="330"/>
                  </a:lnTo>
                  <a:lnTo>
                    <a:pt x="32" y="330"/>
                  </a:lnTo>
                  <a:lnTo>
                    <a:pt x="32" y="330"/>
                  </a:lnTo>
                  <a:lnTo>
                    <a:pt x="32" y="330"/>
                  </a:lnTo>
                  <a:lnTo>
                    <a:pt x="32" y="330"/>
                  </a:lnTo>
                  <a:lnTo>
                    <a:pt x="32" y="328"/>
                  </a:lnTo>
                  <a:lnTo>
                    <a:pt x="30" y="328"/>
                  </a:lnTo>
                  <a:lnTo>
                    <a:pt x="30" y="328"/>
                  </a:lnTo>
                  <a:lnTo>
                    <a:pt x="30" y="328"/>
                  </a:lnTo>
                  <a:lnTo>
                    <a:pt x="28" y="326"/>
                  </a:lnTo>
                  <a:lnTo>
                    <a:pt x="30" y="326"/>
                  </a:lnTo>
                  <a:lnTo>
                    <a:pt x="30" y="326"/>
                  </a:lnTo>
                  <a:lnTo>
                    <a:pt x="30" y="326"/>
                  </a:lnTo>
                  <a:lnTo>
                    <a:pt x="30" y="326"/>
                  </a:lnTo>
                  <a:lnTo>
                    <a:pt x="30" y="326"/>
                  </a:lnTo>
                  <a:lnTo>
                    <a:pt x="30" y="324"/>
                  </a:lnTo>
                  <a:lnTo>
                    <a:pt x="32" y="324"/>
                  </a:lnTo>
                  <a:lnTo>
                    <a:pt x="32" y="324"/>
                  </a:lnTo>
                  <a:lnTo>
                    <a:pt x="32" y="324"/>
                  </a:lnTo>
                  <a:lnTo>
                    <a:pt x="32" y="322"/>
                  </a:lnTo>
                  <a:lnTo>
                    <a:pt x="32" y="320"/>
                  </a:lnTo>
                  <a:lnTo>
                    <a:pt x="33" y="320"/>
                  </a:lnTo>
                  <a:lnTo>
                    <a:pt x="33" y="318"/>
                  </a:lnTo>
                  <a:lnTo>
                    <a:pt x="33" y="318"/>
                  </a:lnTo>
                  <a:lnTo>
                    <a:pt x="33" y="316"/>
                  </a:lnTo>
                  <a:lnTo>
                    <a:pt x="33" y="316"/>
                  </a:lnTo>
                  <a:lnTo>
                    <a:pt x="33" y="314"/>
                  </a:lnTo>
                  <a:lnTo>
                    <a:pt x="33" y="314"/>
                  </a:lnTo>
                  <a:lnTo>
                    <a:pt x="33" y="314"/>
                  </a:lnTo>
                  <a:lnTo>
                    <a:pt x="33" y="314"/>
                  </a:lnTo>
                  <a:lnTo>
                    <a:pt x="33" y="312"/>
                  </a:lnTo>
                  <a:lnTo>
                    <a:pt x="33" y="312"/>
                  </a:lnTo>
                  <a:lnTo>
                    <a:pt x="33" y="312"/>
                  </a:lnTo>
                  <a:lnTo>
                    <a:pt x="33" y="312"/>
                  </a:lnTo>
                  <a:lnTo>
                    <a:pt x="33" y="312"/>
                  </a:lnTo>
                  <a:lnTo>
                    <a:pt x="33" y="310"/>
                  </a:lnTo>
                  <a:lnTo>
                    <a:pt x="32" y="310"/>
                  </a:lnTo>
                  <a:lnTo>
                    <a:pt x="30" y="310"/>
                  </a:lnTo>
                  <a:lnTo>
                    <a:pt x="30" y="310"/>
                  </a:lnTo>
                  <a:lnTo>
                    <a:pt x="30" y="309"/>
                  </a:lnTo>
                  <a:lnTo>
                    <a:pt x="30" y="309"/>
                  </a:lnTo>
                  <a:lnTo>
                    <a:pt x="28" y="309"/>
                  </a:lnTo>
                  <a:lnTo>
                    <a:pt x="26" y="309"/>
                  </a:lnTo>
                  <a:lnTo>
                    <a:pt x="30" y="305"/>
                  </a:lnTo>
                  <a:lnTo>
                    <a:pt x="30" y="303"/>
                  </a:lnTo>
                  <a:lnTo>
                    <a:pt x="33" y="303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5" y="299"/>
                  </a:lnTo>
                  <a:lnTo>
                    <a:pt x="35" y="299"/>
                  </a:lnTo>
                  <a:lnTo>
                    <a:pt x="35" y="299"/>
                  </a:lnTo>
                  <a:lnTo>
                    <a:pt x="35" y="299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5" y="297"/>
                  </a:lnTo>
                  <a:lnTo>
                    <a:pt x="33" y="299"/>
                  </a:lnTo>
                  <a:lnTo>
                    <a:pt x="33" y="299"/>
                  </a:lnTo>
                  <a:lnTo>
                    <a:pt x="33" y="299"/>
                  </a:lnTo>
                  <a:lnTo>
                    <a:pt x="33" y="297"/>
                  </a:lnTo>
                  <a:lnTo>
                    <a:pt x="33" y="297"/>
                  </a:lnTo>
                  <a:lnTo>
                    <a:pt x="32" y="297"/>
                  </a:lnTo>
                  <a:lnTo>
                    <a:pt x="32" y="297"/>
                  </a:lnTo>
                  <a:lnTo>
                    <a:pt x="32" y="297"/>
                  </a:lnTo>
                  <a:lnTo>
                    <a:pt x="32" y="297"/>
                  </a:lnTo>
                  <a:lnTo>
                    <a:pt x="33" y="295"/>
                  </a:lnTo>
                  <a:lnTo>
                    <a:pt x="33" y="295"/>
                  </a:lnTo>
                  <a:lnTo>
                    <a:pt x="33" y="293"/>
                  </a:lnTo>
                  <a:lnTo>
                    <a:pt x="33" y="293"/>
                  </a:lnTo>
                  <a:lnTo>
                    <a:pt x="33" y="293"/>
                  </a:lnTo>
                  <a:lnTo>
                    <a:pt x="33" y="293"/>
                  </a:lnTo>
                  <a:lnTo>
                    <a:pt x="33" y="293"/>
                  </a:lnTo>
                  <a:lnTo>
                    <a:pt x="35" y="293"/>
                  </a:lnTo>
                  <a:lnTo>
                    <a:pt x="35" y="293"/>
                  </a:lnTo>
                  <a:lnTo>
                    <a:pt x="35" y="291"/>
                  </a:lnTo>
                  <a:lnTo>
                    <a:pt x="35" y="291"/>
                  </a:lnTo>
                  <a:lnTo>
                    <a:pt x="33" y="291"/>
                  </a:lnTo>
                  <a:lnTo>
                    <a:pt x="33" y="291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2" y="289"/>
                  </a:lnTo>
                  <a:lnTo>
                    <a:pt x="32" y="289"/>
                  </a:lnTo>
                  <a:lnTo>
                    <a:pt x="32" y="289"/>
                  </a:lnTo>
                  <a:lnTo>
                    <a:pt x="32" y="289"/>
                  </a:lnTo>
                  <a:lnTo>
                    <a:pt x="32" y="291"/>
                  </a:lnTo>
                  <a:lnTo>
                    <a:pt x="30" y="291"/>
                  </a:lnTo>
                  <a:lnTo>
                    <a:pt x="30" y="293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28" y="291"/>
                  </a:lnTo>
                  <a:lnTo>
                    <a:pt x="28" y="291"/>
                  </a:lnTo>
                  <a:lnTo>
                    <a:pt x="28" y="289"/>
                  </a:lnTo>
                  <a:lnTo>
                    <a:pt x="28" y="289"/>
                  </a:lnTo>
                  <a:lnTo>
                    <a:pt x="30" y="289"/>
                  </a:lnTo>
                  <a:lnTo>
                    <a:pt x="28" y="289"/>
                  </a:lnTo>
                  <a:lnTo>
                    <a:pt x="28" y="287"/>
                  </a:lnTo>
                  <a:lnTo>
                    <a:pt x="28" y="287"/>
                  </a:lnTo>
                  <a:lnTo>
                    <a:pt x="28" y="287"/>
                  </a:lnTo>
                  <a:lnTo>
                    <a:pt x="28" y="287"/>
                  </a:lnTo>
                  <a:lnTo>
                    <a:pt x="28" y="287"/>
                  </a:lnTo>
                  <a:lnTo>
                    <a:pt x="28" y="285"/>
                  </a:lnTo>
                  <a:lnTo>
                    <a:pt x="28" y="285"/>
                  </a:lnTo>
                  <a:lnTo>
                    <a:pt x="28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0" y="285"/>
                  </a:lnTo>
                  <a:lnTo>
                    <a:pt x="32" y="285"/>
                  </a:lnTo>
                  <a:lnTo>
                    <a:pt x="32" y="285"/>
                  </a:lnTo>
                  <a:lnTo>
                    <a:pt x="33" y="285"/>
                  </a:lnTo>
                  <a:lnTo>
                    <a:pt x="33" y="285"/>
                  </a:lnTo>
                  <a:lnTo>
                    <a:pt x="33" y="285"/>
                  </a:lnTo>
                  <a:lnTo>
                    <a:pt x="33" y="283"/>
                  </a:lnTo>
                  <a:lnTo>
                    <a:pt x="32" y="283"/>
                  </a:lnTo>
                  <a:lnTo>
                    <a:pt x="32" y="283"/>
                  </a:lnTo>
                  <a:lnTo>
                    <a:pt x="32" y="281"/>
                  </a:lnTo>
                  <a:lnTo>
                    <a:pt x="32" y="281"/>
                  </a:lnTo>
                  <a:lnTo>
                    <a:pt x="33" y="279"/>
                  </a:lnTo>
                  <a:lnTo>
                    <a:pt x="33" y="279"/>
                  </a:lnTo>
                  <a:lnTo>
                    <a:pt x="33" y="279"/>
                  </a:lnTo>
                  <a:lnTo>
                    <a:pt x="33" y="279"/>
                  </a:lnTo>
                  <a:lnTo>
                    <a:pt x="33" y="279"/>
                  </a:lnTo>
                  <a:lnTo>
                    <a:pt x="35" y="279"/>
                  </a:lnTo>
                  <a:lnTo>
                    <a:pt x="35" y="279"/>
                  </a:lnTo>
                  <a:lnTo>
                    <a:pt x="35" y="279"/>
                  </a:lnTo>
                  <a:lnTo>
                    <a:pt x="37" y="279"/>
                  </a:lnTo>
                  <a:lnTo>
                    <a:pt x="37" y="279"/>
                  </a:lnTo>
                  <a:lnTo>
                    <a:pt x="37" y="277"/>
                  </a:lnTo>
                  <a:lnTo>
                    <a:pt x="37" y="277"/>
                  </a:lnTo>
                  <a:lnTo>
                    <a:pt x="37" y="275"/>
                  </a:lnTo>
                  <a:lnTo>
                    <a:pt x="37" y="273"/>
                  </a:lnTo>
                  <a:lnTo>
                    <a:pt x="37" y="271"/>
                  </a:lnTo>
                  <a:lnTo>
                    <a:pt x="37" y="271"/>
                  </a:lnTo>
                  <a:lnTo>
                    <a:pt x="39" y="269"/>
                  </a:lnTo>
                  <a:lnTo>
                    <a:pt x="37" y="263"/>
                  </a:lnTo>
                  <a:lnTo>
                    <a:pt x="37" y="261"/>
                  </a:lnTo>
                  <a:lnTo>
                    <a:pt x="39" y="259"/>
                  </a:lnTo>
                  <a:lnTo>
                    <a:pt x="39" y="257"/>
                  </a:lnTo>
                  <a:lnTo>
                    <a:pt x="39" y="256"/>
                  </a:lnTo>
                  <a:lnTo>
                    <a:pt x="39" y="256"/>
                  </a:lnTo>
                  <a:lnTo>
                    <a:pt x="37" y="252"/>
                  </a:lnTo>
                  <a:lnTo>
                    <a:pt x="37" y="250"/>
                  </a:lnTo>
                  <a:lnTo>
                    <a:pt x="35" y="246"/>
                  </a:lnTo>
                  <a:lnTo>
                    <a:pt x="35" y="244"/>
                  </a:lnTo>
                  <a:lnTo>
                    <a:pt x="35" y="244"/>
                  </a:lnTo>
                  <a:lnTo>
                    <a:pt x="37" y="242"/>
                  </a:lnTo>
                  <a:lnTo>
                    <a:pt x="37" y="242"/>
                  </a:lnTo>
                  <a:lnTo>
                    <a:pt x="37" y="242"/>
                  </a:lnTo>
                  <a:lnTo>
                    <a:pt x="35" y="240"/>
                  </a:lnTo>
                  <a:lnTo>
                    <a:pt x="35" y="240"/>
                  </a:lnTo>
                  <a:lnTo>
                    <a:pt x="35" y="238"/>
                  </a:lnTo>
                  <a:lnTo>
                    <a:pt x="35" y="238"/>
                  </a:lnTo>
                  <a:lnTo>
                    <a:pt x="35" y="238"/>
                  </a:lnTo>
                  <a:lnTo>
                    <a:pt x="35" y="236"/>
                  </a:lnTo>
                  <a:lnTo>
                    <a:pt x="33" y="236"/>
                  </a:lnTo>
                  <a:lnTo>
                    <a:pt x="33" y="234"/>
                  </a:lnTo>
                  <a:lnTo>
                    <a:pt x="35" y="232"/>
                  </a:lnTo>
                  <a:lnTo>
                    <a:pt x="35" y="230"/>
                  </a:lnTo>
                  <a:lnTo>
                    <a:pt x="39" y="228"/>
                  </a:lnTo>
                  <a:lnTo>
                    <a:pt x="39" y="226"/>
                  </a:lnTo>
                  <a:lnTo>
                    <a:pt x="37" y="220"/>
                  </a:lnTo>
                  <a:lnTo>
                    <a:pt x="37" y="220"/>
                  </a:lnTo>
                  <a:lnTo>
                    <a:pt x="37" y="218"/>
                  </a:lnTo>
                  <a:lnTo>
                    <a:pt x="37" y="216"/>
                  </a:lnTo>
                  <a:lnTo>
                    <a:pt x="37" y="212"/>
                  </a:lnTo>
                  <a:lnTo>
                    <a:pt x="37" y="212"/>
                  </a:lnTo>
                  <a:lnTo>
                    <a:pt x="37" y="210"/>
                  </a:lnTo>
                  <a:lnTo>
                    <a:pt x="37" y="204"/>
                  </a:lnTo>
                  <a:lnTo>
                    <a:pt x="37" y="202"/>
                  </a:lnTo>
                  <a:lnTo>
                    <a:pt x="37" y="202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199"/>
                  </a:lnTo>
                  <a:lnTo>
                    <a:pt x="41" y="197"/>
                  </a:lnTo>
                  <a:lnTo>
                    <a:pt x="41" y="197"/>
                  </a:lnTo>
                  <a:lnTo>
                    <a:pt x="41" y="197"/>
                  </a:lnTo>
                  <a:lnTo>
                    <a:pt x="43" y="195"/>
                  </a:lnTo>
                  <a:lnTo>
                    <a:pt x="43" y="195"/>
                  </a:lnTo>
                  <a:lnTo>
                    <a:pt x="45" y="195"/>
                  </a:lnTo>
                  <a:lnTo>
                    <a:pt x="47" y="193"/>
                  </a:lnTo>
                  <a:lnTo>
                    <a:pt x="49" y="193"/>
                  </a:lnTo>
                  <a:lnTo>
                    <a:pt x="51" y="193"/>
                  </a:lnTo>
                  <a:lnTo>
                    <a:pt x="51" y="191"/>
                  </a:lnTo>
                  <a:lnTo>
                    <a:pt x="51" y="191"/>
                  </a:lnTo>
                  <a:lnTo>
                    <a:pt x="55" y="197"/>
                  </a:lnTo>
                  <a:lnTo>
                    <a:pt x="61" y="201"/>
                  </a:lnTo>
                  <a:lnTo>
                    <a:pt x="75" y="208"/>
                  </a:lnTo>
                  <a:lnTo>
                    <a:pt x="75" y="210"/>
                  </a:lnTo>
                  <a:lnTo>
                    <a:pt x="77" y="210"/>
                  </a:lnTo>
                  <a:lnTo>
                    <a:pt x="81" y="210"/>
                  </a:lnTo>
                  <a:lnTo>
                    <a:pt x="84" y="212"/>
                  </a:lnTo>
                  <a:lnTo>
                    <a:pt x="86" y="214"/>
                  </a:lnTo>
                  <a:lnTo>
                    <a:pt x="88" y="210"/>
                  </a:lnTo>
                  <a:lnTo>
                    <a:pt x="88" y="208"/>
                  </a:lnTo>
                  <a:lnTo>
                    <a:pt x="90" y="202"/>
                  </a:lnTo>
                  <a:lnTo>
                    <a:pt x="90" y="199"/>
                  </a:lnTo>
                  <a:lnTo>
                    <a:pt x="92" y="197"/>
                  </a:lnTo>
                  <a:lnTo>
                    <a:pt x="96" y="201"/>
                  </a:lnTo>
                  <a:lnTo>
                    <a:pt x="100" y="202"/>
                  </a:lnTo>
                  <a:lnTo>
                    <a:pt x="102" y="204"/>
                  </a:lnTo>
                  <a:lnTo>
                    <a:pt x="106" y="204"/>
                  </a:lnTo>
                  <a:lnTo>
                    <a:pt x="108" y="201"/>
                  </a:lnTo>
                  <a:lnTo>
                    <a:pt x="112" y="201"/>
                  </a:lnTo>
                  <a:lnTo>
                    <a:pt x="116" y="202"/>
                  </a:lnTo>
                  <a:lnTo>
                    <a:pt x="120" y="199"/>
                  </a:lnTo>
                  <a:lnTo>
                    <a:pt x="126" y="199"/>
                  </a:lnTo>
                  <a:lnTo>
                    <a:pt x="132" y="197"/>
                  </a:lnTo>
                  <a:lnTo>
                    <a:pt x="135" y="197"/>
                  </a:lnTo>
                  <a:lnTo>
                    <a:pt x="139" y="199"/>
                  </a:lnTo>
                  <a:lnTo>
                    <a:pt x="143" y="202"/>
                  </a:lnTo>
                  <a:lnTo>
                    <a:pt x="145" y="204"/>
                  </a:lnTo>
                  <a:lnTo>
                    <a:pt x="147" y="206"/>
                  </a:lnTo>
                  <a:lnTo>
                    <a:pt x="147" y="206"/>
                  </a:lnTo>
                  <a:lnTo>
                    <a:pt x="151" y="202"/>
                  </a:lnTo>
                  <a:lnTo>
                    <a:pt x="153" y="201"/>
                  </a:lnTo>
                  <a:lnTo>
                    <a:pt x="153" y="199"/>
                  </a:lnTo>
                  <a:lnTo>
                    <a:pt x="151" y="191"/>
                  </a:lnTo>
                  <a:lnTo>
                    <a:pt x="151" y="189"/>
                  </a:lnTo>
                  <a:lnTo>
                    <a:pt x="153" y="187"/>
                  </a:lnTo>
                  <a:lnTo>
                    <a:pt x="153" y="185"/>
                  </a:lnTo>
                  <a:lnTo>
                    <a:pt x="155" y="183"/>
                  </a:lnTo>
                  <a:lnTo>
                    <a:pt x="155" y="179"/>
                  </a:lnTo>
                  <a:lnTo>
                    <a:pt x="153" y="175"/>
                  </a:lnTo>
                  <a:lnTo>
                    <a:pt x="153" y="173"/>
                  </a:lnTo>
                  <a:lnTo>
                    <a:pt x="151" y="171"/>
                  </a:lnTo>
                  <a:lnTo>
                    <a:pt x="147" y="171"/>
                  </a:lnTo>
                  <a:lnTo>
                    <a:pt x="145" y="171"/>
                  </a:lnTo>
                  <a:lnTo>
                    <a:pt x="143" y="173"/>
                  </a:lnTo>
                  <a:lnTo>
                    <a:pt x="139" y="175"/>
                  </a:lnTo>
                  <a:lnTo>
                    <a:pt x="135" y="175"/>
                  </a:lnTo>
                  <a:lnTo>
                    <a:pt x="134" y="173"/>
                  </a:lnTo>
                  <a:lnTo>
                    <a:pt x="132" y="171"/>
                  </a:lnTo>
                  <a:lnTo>
                    <a:pt x="132" y="167"/>
                  </a:lnTo>
                  <a:lnTo>
                    <a:pt x="132" y="165"/>
                  </a:lnTo>
                  <a:lnTo>
                    <a:pt x="130" y="161"/>
                  </a:lnTo>
                  <a:lnTo>
                    <a:pt x="128" y="157"/>
                  </a:lnTo>
                  <a:lnTo>
                    <a:pt x="130" y="155"/>
                  </a:lnTo>
                  <a:lnTo>
                    <a:pt x="132" y="153"/>
                  </a:lnTo>
                  <a:lnTo>
                    <a:pt x="132" y="151"/>
                  </a:lnTo>
                  <a:lnTo>
                    <a:pt x="130" y="149"/>
                  </a:lnTo>
                  <a:lnTo>
                    <a:pt x="128" y="148"/>
                  </a:lnTo>
                  <a:lnTo>
                    <a:pt x="130" y="144"/>
                  </a:lnTo>
                  <a:lnTo>
                    <a:pt x="132" y="142"/>
                  </a:lnTo>
                  <a:lnTo>
                    <a:pt x="132" y="140"/>
                  </a:lnTo>
                  <a:lnTo>
                    <a:pt x="130" y="136"/>
                  </a:lnTo>
                  <a:lnTo>
                    <a:pt x="132" y="134"/>
                  </a:lnTo>
                  <a:lnTo>
                    <a:pt x="132" y="134"/>
                  </a:lnTo>
                  <a:lnTo>
                    <a:pt x="134" y="132"/>
                  </a:lnTo>
                  <a:lnTo>
                    <a:pt x="132" y="128"/>
                  </a:lnTo>
                  <a:lnTo>
                    <a:pt x="132" y="126"/>
                  </a:lnTo>
                  <a:lnTo>
                    <a:pt x="134" y="124"/>
                  </a:lnTo>
                  <a:lnTo>
                    <a:pt x="132" y="120"/>
                  </a:lnTo>
                  <a:lnTo>
                    <a:pt x="132" y="118"/>
                  </a:lnTo>
                  <a:lnTo>
                    <a:pt x="132" y="116"/>
                  </a:lnTo>
                  <a:lnTo>
                    <a:pt x="135" y="112"/>
                  </a:lnTo>
                  <a:lnTo>
                    <a:pt x="139" y="112"/>
                  </a:lnTo>
                  <a:lnTo>
                    <a:pt x="143" y="114"/>
                  </a:lnTo>
                  <a:lnTo>
                    <a:pt x="147" y="106"/>
                  </a:lnTo>
                  <a:lnTo>
                    <a:pt x="145" y="104"/>
                  </a:lnTo>
                  <a:lnTo>
                    <a:pt x="141" y="104"/>
                  </a:lnTo>
                  <a:lnTo>
                    <a:pt x="141" y="100"/>
                  </a:lnTo>
                  <a:lnTo>
                    <a:pt x="141" y="96"/>
                  </a:lnTo>
                  <a:lnTo>
                    <a:pt x="141" y="93"/>
                  </a:lnTo>
                  <a:lnTo>
                    <a:pt x="141" y="91"/>
                  </a:lnTo>
                  <a:lnTo>
                    <a:pt x="141" y="89"/>
                  </a:lnTo>
                  <a:lnTo>
                    <a:pt x="139" y="89"/>
                  </a:lnTo>
                  <a:lnTo>
                    <a:pt x="135" y="87"/>
                  </a:lnTo>
                  <a:lnTo>
                    <a:pt x="135" y="85"/>
                  </a:lnTo>
                  <a:lnTo>
                    <a:pt x="137" y="85"/>
                  </a:lnTo>
                  <a:lnTo>
                    <a:pt x="139" y="83"/>
                  </a:lnTo>
                  <a:lnTo>
                    <a:pt x="139" y="79"/>
                  </a:lnTo>
                  <a:lnTo>
                    <a:pt x="139" y="77"/>
                  </a:lnTo>
                  <a:lnTo>
                    <a:pt x="137" y="75"/>
                  </a:lnTo>
                  <a:lnTo>
                    <a:pt x="135" y="73"/>
                  </a:lnTo>
                  <a:lnTo>
                    <a:pt x="132" y="71"/>
                  </a:lnTo>
                  <a:lnTo>
                    <a:pt x="134" y="69"/>
                  </a:lnTo>
                  <a:lnTo>
                    <a:pt x="134" y="67"/>
                  </a:lnTo>
                  <a:lnTo>
                    <a:pt x="135" y="65"/>
                  </a:lnTo>
                  <a:lnTo>
                    <a:pt x="137" y="63"/>
                  </a:lnTo>
                  <a:lnTo>
                    <a:pt x="139" y="57"/>
                  </a:lnTo>
                  <a:lnTo>
                    <a:pt x="139" y="55"/>
                  </a:lnTo>
                  <a:lnTo>
                    <a:pt x="141" y="51"/>
                  </a:lnTo>
                  <a:lnTo>
                    <a:pt x="141" y="47"/>
                  </a:lnTo>
                  <a:lnTo>
                    <a:pt x="145" y="43"/>
                  </a:lnTo>
                  <a:lnTo>
                    <a:pt x="147" y="40"/>
                  </a:lnTo>
                  <a:lnTo>
                    <a:pt x="139" y="38"/>
                  </a:lnTo>
                  <a:lnTo>
                    <a:pt x="141" y="36"/>
                  </a:lnTo>
                  <a:lnTo>
                    <a:pt x="143" y="30"/>
                  </a:lnTo>
                  <a:lnTo>
                    <a:pt x="145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9" y="28"/>
                  </a:lnTo>
                  <a:lnTo>
                    <a:pt x="151" y="28"/>
                  </a:lnTo>
                  <a:lnTo>
                    <a:pt x="151" y="28"/>
                  </a:lnTo>
                  <a:lnTo>
                    <a:pt x="151" y="28"/>
                  </a:lnTo>
                  <a:lnTo>
                    <a:pt x="153" y="26"/>
                  </a:lnTo>
                  <a:lnTo>
                    <a:pt x="155" y="24"/>
                  </a:lnTo>
                  <a:lnTo>
                    <a:pt x="155" y="22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59" y="20"/>
                  </a:lnTo>
                  <a:lnTo>
                    <a:pt x="173" y="26"/>
                  </a:lnTo>
                  <a:lnTo>
                    <a:pt x="175" y="26"/>
                  </a:lnTo>
                  <a:lnTo>
                    <a:pt x="175" y="26"/>
                  </a:lnTo>
                  <a:lnTo>
                    <a:pt x="175" y="24"/>
                  </a:lnTo>
                  <a:lnTo>
                    <a:pt x="181" y="18"/>
                  </a:lnTo>
                  <a:lnTo>
                    <a:pt x="181" y="16"/>
                  </a:lnTo>
                  <a:lnTo>
                    <a:pt x="181" y="14"/>
                  </a:lnTo>
                  <a:lnTo>
                    <a:pt x="183" y="14"/>
                  </a:lnTo>
                  <a:lnTo>
                    <a:pt x="183" y="14"/>
                  </a:lnTo>
                  <a:lnTo>
                    <a:pt x="198" y="22"/>
                  </a:lnTo>
                  <a:lnTo>
                    <a:pt x="198" y="22"/>
                  </a:lnTo>
                  <a:lnTo>
                    <a:pt x="198" y="22"/>
                  </a:lnTo>
                  <a:lnTo>
                    <a:pt x="200" y="22"/>
                  </a:lnTo>
                  <a:lnTo>
                    <a:pt x="200" y="20"/>
                  </a:lnTo>
                  <a:lnTo>
                    <a:pt x="202" y="18"/>
                  </a:lnTo>
                  <a:lnTo>
                    <a:pt x="202" y="16"/>
                  </a:lnTo>
                  <a:lnTo>
                    <a:pt x="202" y="16"/>
                  </a:lnTo>
                  <a:lnTo>
                    <a:pt x="202" y="14"/>
                  </a:lnTo>
                  <a:lnTo>
                    <a:pt x="202" y="12"/>
                  </a:lnTo>
                  <a:lnTo>
                    <a:pt x="208" y="6"/>
                  </a:lnTo>
                  <a:lnTo>
                    <a:pt x="210" y="6"/>
                  </a:lnTo>
                  <a:lnTo>
                    <a:pt x="214" y="6"/>
                  </a:lnTo>
                  <a:lnTo>
                    <a:pt x="214" y="6"/>
                  </a:lnTo>
                  <a:lnTo>
                    <a:pt x="214" y="6"/>
                  </a:lnTo>
                  <a:lnTo>
                    <a:pt x="216" y="2"/>
                  </a:lnTo>
                  <a:lnTo>
                    <a:pt x="218" y="2"/>
                  </a:lnTo>
                  <a:lnTo>
                    <a:pt x="218" y="2"/>
                  </a:lnTo>
                  <a:lnTo>
                    <a:pt x="218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0"/>
                  </a:lnTo>
                  <a:lnTo>
                    <a:pt x="222" y="0"/>
                  </a:lnTo>
                  <a:lnTo>
                    <a:pt x="22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81"/>
            <p:cNvSpPr>
              <a:spLocks noEditPoints="1"/>
            </p:cNvSpPr>
            <p:nvPr/>
          </p:nvSpPr>
          <p:spPr bwMode="auto">
            <a:xfrm>
              <a:off x="4975225" y="2560638"/>
              <a:ext cx="509588" cy="946150"/>
            </a:xfrm>
            <a:custGeom>
              <a:avLst/>
              <a:gdLst>
                <a:gd name="T0" fmla="*/ 555 w 644"/>
                <a:gd name="T1" fmla="*/ 701 h 1194"/>
                <a:gd name="T2" fmla="*/ 640 w 644"/>
                <a:gd name="T3" fmla="*/ 679 h 1194"/>
                <a:gd name="T4" fmla="*/ 310 w 644"/>
                <a:gd name="T5" fmla="*/ 489 h 1194"/>
                <a:gd name="T6" fmla="*/ 200 w 644"/>
                <a:gd name="T7" fmla="*/ 0 h 1194"/>
                <a:gd name="T8" fmla="*/ 251 w 644"/>
                <a:gd name="T9" fmla="*/ 14 h 1194"/>
                <a:gd name="T10" fmla="*/ 261 w 644"/>
                <a:gd name="T11" fmla="*/ 43 h 1194"/>
                <a:gd name="T12" fmla="*/ 269 w 644"/>
                <a:gd name="T13" fmla="*/ 90 h 1194"/>
                <a:gd name="T14" fmla="*/ 330 w 644"/>
                <a:gd name="T15" fmla="*/ 86 h 1194"/>
                <a:gd name="T16" fmla="*/ 357 w 644"/>
                <a:gd name="T17" fmla="*/ 106 h 1194"/>
                <a:gd name="T18" fmla="*/ 389 w 644"/>
                <a:gd name="T19" fmla="*/ 79 h 1194"/>
                <a:gd name="T20" fmla="*/ 422 w 644"/>
                <a:gd name="T21" fmla="*/ 43 h 1194"/>
                <a:gd name="T22" fmla="*/ 455 w 644"/>
                <a:gd name="T23" fmla="*/ 8 h 1194"/>
                <a:gd name="T24" fmla="*/ 489 w 644"/>
                <a:gd name="T25" fmla="*/ 26 h 1194"/>
                <a:gd name="T26" fmla="*/ 516 w 644"/>
                <a:gd name="T27" fmla="*/ 35 h 1194"/>
                <a:gd name="T28" fmla="*/ 493 w 644"/>
                <a:gd name="T29" fmla="*/ 65 h 1194"/>
                <a:gd name="T30" fmla="*/ 491 w 644"/>
                <a:gd name="T31" fmla="*/ 120 h 1194"/>
                <a:gd name="T32" fmla="*/ 483 w 644"/>
                <a:gd name="T33" fmla="*/ 159 h 1194"/>
                <a:gd name="T34" fmla="*/ 475 w 644"/>
                <a:gd name="T35" fmla="*/ 196 h 1194"/>
                <a:gd name="T36" fmla="*/ 469 w 644"/>
                <a:gd name="T37" fmla="*/ 271 h 1194"/>
                <a:gd name="T38" fmla="*/ 404 w 644"/>
                <a:gd name="T39" fmla="*/ 251 h 1194"/>
                <a:gd name="T40" fmla="*/ 346 w 644"/>
                <a:gd name="T41" fmla="*/ 312 h 1194"/>
                <a:gd name="T42" fmla="*/ 314 w 644"/>
                <a:gd name="T43" fmla="*/ 326 h 1194"/>
                <a:gd name="T44" fmla="*/ 287 w 644"/>
                <a:gd name="T45" fmla="*/ 377 h 1194"/>
                <a:gd name="T46" fmla="*/ 261 w 644"/>
                <a:gd name="T47" fmla="*/ 399 h 1194"/>
                <a:gd name="T48" fmla="*/ 246 w 644"/>
                <a:gd name="T49" fmla="*/ 416 h 1194"/>
                <a:gd name="T50" fmla="*/ 259 w 644"/>
                <a:gd name="T51" fmla="*/ 481 h 1194"/>
                <a:gd name="T52" fmla="*/ 251 w 644"/>
                <a:gd name="T53" fmla="*/ 495 h 1194"/>
                <a:gd name="T54" fmla="*/ 293 w 644"/>
                <a:gd name="T55" fmla="*/ 599 h 1194"/>
                <a:gd name="T56" fmla="*/ 332 w 644"/>
                <a:gd name="T57" fmla="*/ 632 h 1194"/>
                <a:gd name="T58" fmla="*/ 391 w 644"/>
                <a:gd name="T59" fmla="*/ 695 h 1194"/>
                <a:gd name="T60" fmla="*/ 351 w 644"/>
                <a:gd name="T61" fmla="*/ 691 h 1194"/>
                <a:gd name="T62" fmla="*/ 389 w 644"/>
                <a:gd name="T63" fmla="*/ 795 h 1194"/>
                <a:gd name="T64" fmla="*/ 357 w 644"/>
                <a:gd name="T65" fmla="*/ 870 h 1194"/>
                <a:gd name="T66" fmla="*/ 375 w 644"/>
                <a:gd name="T67" fmla="*/ 952 h 1194"/>
                <a:gd name="T68" fmla="*/ 363 w 644"/>
                <a:gd name="T69" fmla="*/ 976 h 1194"/>
                <a:gd name="T70" fmla="*/ 344 w 644"/>
                <a:gd name="T71" fmla="*/ 1017 h 1194"/>
                <a:gd name="T72" fmla="*/ 353 w 644"/>
                <a:gd name="T73" fmla="*/ 1051 h 1194"/>
                <a:gd name="T74" fmla="*/ 363 w 644"/>
                <a:gd name="T75" fmla="*/ 1098 h 1194"/>
                <a:gd name="T76" fmla="*/ 334 w 644"/>
                <a:gd name="T77" fmla="*/ 1176 h 1194"/>
                <a:gd name="T78" fmla="*/ 271 w 644"/>
                <a:gd name="T79" fmla="*/ 1094 h 1194"/>
                <a:gd name="T80" fmla="*/ 106 w 644"/>
                <a:gd name="T81" fmla="*/ 860 h 1194"/>
                <a:gd name="T82" fmla="*/ 100 w 644"/>
                <a:gd name="T83" fmla="*/ 736 h 1194"/>
                <a:gd name="T84" fmla="*/ 140 w 644"/>
                <a:gd name="T85" fmla="*/ 634 h 1194"/>
                <a:gd name="T86" fmla="*/ 146 w 644"/>
                <a:gd name="T87" fmla="*/ 542 h 1194"/>
                <a:gd name="T88" fmla="*/ 163 w 644"/>
                <a:gd name="T89" fmla="*/ 424 h 1194"/>
                <a:gd name="T90" fmla="*/ 202 w 644"/>
                <a:gd name="T91" fmla="*/ 357 h 1194"/>
                <a:gd name="T92" fmla="*/ 173 w 644"/>
                <a:gd name="T93" fmla="*/ 279 h 1194"/>
                <a:gd name="T94" fmla="*/ 191 w 644"/>
                <a:gd name="T95" fmla="*/ 216 h 1194"/>
                <a:gd name="T96" fmla="*/ 116 w 644"/>
                <a:gd name="T97" fmla="*/ 251 h 1194"/>
                <a:gd name="T98" fmla="*/ 134 w 644"/>
                <a:gd name="T99" fmla="*/ 299 h 1194"/>
                <a:gd name="T100" fmla="*/ 134 w 644"/>
                <a:gd name="T101" fmla="*/ 314 h 1194"/>
                <a:gd name="T102" fmla="*/ 110 w 644"/>
                <a:gd name="T103" fmla="*/ 297 h 1194"/>
                <a:gd name="T104" fmla="*/ 104 w 644"/>
                <a:gd name="T105" fmla="*/ 271 h 1194"/>
                <a:gd name="T106" fmla="*/ 61 w 644"/>
                <a:gd name="T107" fmla="*/ 236 h 1194"/>
                <a:gd name="T108" fmla="*/ 59 w 644"/>
                <a:gd name="T109" fmla="*/ 198 h 1194"/>
                <a:gd name="T110" fmla="*/ 36 w 644"/>
                <a:gd name="T111" fmla="*/ 163 h 1194"/>
                <a:gd name="T112" fmla="*/ 26 w 644"/>
                <a:gd name="T113" fmla="*/ 126 h 1194"/>
                <a:gd name="T114" fmla="*/ 14 w 644"/>
                <a:gd name="T115" fmla="*/ 94 h 1194"/>
                <a:gd name="T116" fmla="*/ 10 w 644"/>
                <a:gd name="T117" fmla="*/ 57 h 1194"/>
                <a:gd name="T118" fmla="*/ 57 w 644"/>
                <a:gd name="T119" fmla="*/ 45 h 1194"/>
                <a:gd name="T120" fmla="*/ 79 w 644"/>
                <a:gd name="T121" fmla="*/ 33 h 1194"/>
                <a:gd name="T122" fmla="*/ 130 w 644"/>
                <a:gd name="T123" fmla="*/ 20 h 1194"/>
                <a:gd name="T124" fmla="*/ 169 w 644"/>
                <a:gd name="T125" fmla="*/ 14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4" h="1194">
                  <a:moveTo>
                    <a:pt x="538" y="674"/>
                  </a:moveTo>
                  <a:lnTo>
                    <a:pt x="540" y="674"/>
                  </a:lnTo>
                  <a:lnTo>
                    <a:pt x="540" y="674"/>
                  </a:lnTo>
                  <a:lnTo>
                    <a:pt x="540" y="674"/>
                  </a:lnTo>
                  <a:lnTo>
                    <a:pt x="542" y="674"/>
                  </a:lnTo>
                  <a:lnTo>
                    <a:pt x="540" y="678"/>
                  </a:lnTo>
                  <a:lnTo>
                    <a:pt x="542" y="679"/>
                  </a:lnTo>
                  <a:lnTo>
                    <a:pt x="544" y="681"/>
                  </a:lnTo>
                  <a:lnTo>
                    <a:pt x="546" y="683"/>
                  </a:lnTo>
                  <a:lnTo>
                    <a:pt x="546" y="685"/>
                  </a:lnTo>
                  <a:lnTo>
                    <a:pt x="546" y="685"/>
                  </a:lnTo>
                  <a:lnTo>
                    <a:pt x="548" y="685"/>
                  </a:lnTo>
                  <a:lnTo>
                    <a:pt x="548" y="687"/>
                  </a:lnTo>
                  <a:lnTo>
                    <a:pt x="550" y="687"/>
                  </a:lnTo>
                  <a:lnTo>
                    <a:pt x="552" y="687"/>
                  </a:lnTo>
                  <a:lnTo>
                    <a:pt x="553" y="689"/>
                  </a:lnTo>
                  <a:lnTo>
                    <a:pt x="555" y="689"/>
                  </a:lnTo>
                  <a:lnTo>
                    <a:pt x="555" y="689"/>
                  </a:lnTo>
                  <a:lnTo>
                    <a:pt x="555" y="689"/>
                  </a:lnTo>
                  <a:lnTo>
                    <a:pt x="557" y="691"/>
                  </a:lnTo>
                  <a:lnTo>
                    <a:pt x="559" y="691"/>
                  </a:lnTo>
                  <a:lnTo>
                    <a:pt x="559" y="691"/>
                  </a:lnTo>
                  <a:lnTo>
                    <a:pt x="561" y="693"/>
                  </a:lnTo>
                  <a:lnTo>
                    <a:pt x="563" y="693"/>
                  </a:lnTo>
                  <a:lnTo>
                    <a:pt x="567" y="693"/>
                  </a:lnTo>
                  <a:lnTo>
                    <a:pt x="569" y="693"/>
                  </a:lnTo>
                  <a:lnTo>
                    <a:pt x="569" y="693"/>
                  </a:lnTo>
                  <a:lnTo>
                    <a:pt x="569" y="693"/>
                  </a:lnTo>
                  <a:lnTo>
                    <a:pt x="575" y="695"/>
                  </a:lnTo>
                  <a:lnTo>
                    <a:pt x="575" y="695"/>
                  </a:lnTo>
                  <a:lnTo>
                    <a:pt x="575" y="697"/>
                  </a:lnTo>
                  <a:lnTo>
                    <a:pt x="575" y="697"/>
                  </a:lnTo>
                  <a:lnTo>
                    <a:pt x="575" y="699"/>
                  </a:lnTo>
                  <a:lnTo>
                    <a:pt x="577" y="699"/>
                  </a:lnTo>
                  <a:lnTo>
                    <a:pt x="579" y="701"/>
                  </a:lnTo>
                  <a:lnTo>
                    <a:pt x="579" y="703"/>
                  </a:lnTo>
                  <a:lnTo>
                    <a:pt x="581" y="703"/>
                  </a:lnTo>
                  <a:lnTo>
                    <a:pt x="581" y="705"/>
                  </a:lnTo>
                  <a:lnTo>
                    <a:pt x="581" y="705"/>
                  </a:lnTo>
                  <a:lnTo>
                    <a:pt x="581" y="705"/>
                  </a:lnTo>
                  <a:lnTo>
                    <a:pt x="579" y="705"/>
                  </a:lnTo>
                  <a:lnTo>
                    <a:pt x="579" y="705"/>
                  </a:lnTo>
                  <a:lnTo>
                    <a:pt x="577" y="705"/>
                  </a:lnTo>
                  <a:lnTo>
                    <a:pt x="577" y="705"/>
                  </a:lnTo>
                  <a:lnTo>
                    <a:pt x="575" y="703"/>
                  </a:lnTo>
                  <a:lnTo>
                    <a:pt x="571" y="703"/>
                  </a:lnTo>
                  <a:lnTo>
                    <a:pt x="569" y="703"/>
                  </a:lnTo>
                  <a:lnTo>
                    <a:pt x="569" y="701"/>
                  </a:lnTo>
                  <a:lnTo>
                    <a:pt x="569" y="701"/>
                  </a:lnTo>
                  <a:lnTo>
                    <a:pt x="567" y="701"/>
                  </a:lnTo>
                  <a:lnTo>
                    <a:pt x="565" y="703"/>
                  </a:lnTo>
                  <a:lnTo>
                    <a:pt x="565" y="703"/>
                  </a:lnTo>
                  <a:lnTo>
                    <a:pt x="563" y="703"/>
                  </a:lnTo>
                  <a:lnTo>
                    <a:pt x="559" y="701"/>
                  </a:lnTo>
                  <a:lnTo>
                    <a:pt x="559" y="701"/>
                  </a:lnTo>
                  <a:lnTo>
                    <a:pt x="557" y="701"/>
                  </a:lnTo>
                  <a:lnTo>
                    <a:pt x="557" y="701"/>
                  </a:lnTo>
                  <a:lnTo>
                    <a:pt x="555" y="701"/>
                  </a:lnTo>
                  <a:lnTo>
                    <a:pt x="555" y="701"/>
                  </a:lnTo>
                  <a:lnTo>
                    <a:pt x="553" y="701"/>
                  </a:lnTo>
                  <a:lnTo>
                    <a:pt x="553" y="701"/>
                  </a:lnTo>
                  <a:lnTo>
                    <a:pt x="552" y="699"/>
                  </a:lnTo>
                  <a:lnTo>
                    <a:pt x="552" y="699"/>
                  </a:lnTo>
                  <a:lnTo>
                    <a:pt x="552" y="699"/>
                  </a:lnTo>
                  <a:lnTo>
                    <a:pt x="550" y="697"/>
                  </a:lnTo>
                  <a:lnTo>
                    <a:pt x="544" y="695"/>
                  </a:lnTo>
                  <a:lnTo>
                    <a:pt x="544" y="695"/>
                  </a:lnTo>
                  <a:lnTo>
                    <a:pt x="544" y="693"/>
                  </a:lnTo>
                  <a:lnTo>
                    <a:pt x="542" y="693"/>
                  </a:lnTo>
                  <a:lnTo>
                    <a:pt x="542" y="691"/>
                  </a:lnTo>
                  <a:lnTo>
                    <a:pt x="536" y="689"/>
                  </a:lnTo>
                  <a:lnTo>
                    <a:pt x="534" y="689"/>
                  </a:lnTo>
                  <a:lnTo>
                    <a:pt x="534" y="689"/>
                  </a:lnTo>
                  <a:lnTo>
                    <a:pt x="534" y="687"/>
                  </a:lnTo>
                  <a:lnTo>
                    <a:pt x="532" y="687"/>
                  </a:lnTo>
                  <a:lnTo>
                    <a:pt x="528" y="687"/>
                  </a:lnTo>
                  <a:lnTo>
                    <a:pt x="524" y="689"/>
                  </a:lnTo>
                  <a:lnTo>
                    <a:pt x="522" y="689"/>
                  </a:lnTo>
                  <a:lnTo>
                    <a:pt x="520" y="687"/>
                  </a:lnTo>
                  <a:lnTo>
                    <a:pt x="524" y="685"/>
                  </a:lnTo>
                  <a:lnTo>
                    <a:pt x="524" y="685"/>
                  </a:lnTo>
                  <a:lnTo>
                    <a:pt x="526" y="683"/>
                  </a:lnTo>
                  <a:lnTo>
                    <a:pt x="526" y="681"/>
                  </a:lnTo>
                  <a:lnTo>
                    <a:pt x="526" y="681"/>
                  </a:lnTo>
                  <a:lnTo>
                    <a:pt x="526" y="679"/>
                  </a:lnTo>
                  <a:lnTo>
                    <a:pt x="526" y="679"/>
                  </a:lnTo>
                  <a:lnTo>
                    <a:pt x="526" y="679"/>
                  </a:lnTo>
                  <a:lnTo>
                    <a:pt x="536" y="676"/>
                  </a:lnTo>
                  <a:lnTo>
                    <a:pt x="538" y="674"/>
                  </a:lnTo>
                  <a:lnTo>
                    <a:pt x="538" y="674"/>
                  </a:lnTo>
                  <a:close/>
                  <a:moveTo>
                    <a:pt x="606" y="674"/>
                  </a:moveTo>
                  <a:lnTo>
                    <a:pt x="608" y="674"/>
                  </a:lnTo>
                  <a:lnTo>
                    <a:pt x="608" y="674"/>
                  </a:lnTo>
                  <a:lnTo>
                    <a:pt x="610" y="676"/>
                  </a:lnTo>
                  <a:lnTo>
                    <a:pt x="610" y="676"/>
                  </a:lnTo>
                  <a:lnTo>
                    <a:pt x="612" y="676"/>
                  </a:lnTo>
                  <a:lnTo>
                    <a:pt x="614" y="674"/>
                  </a:lnTo>
                  <a:lnTo>
                    <a:pt x="614" y="674"/>
                  </a:lnTo>
                  <a:lnTo>
                    <a:pt x="616" y="674"/>
                  </a:lnTo>
                  <a:lnTo>
                    <a:pt x="618" y="674"/>
                  </a:lnTo>
                  <a:lnTo>
                    <a:pt x="618" y="674"/>
                  </a:lnTo>
                  <a:lnTo>
                    <a:pt x="620" y="676"/>
                  </a:lnTo>
                  <a:lnTo>
                    <a:pt x="622" y="676"/>
                  </a:lnTo>
                  <a:lnTo>
                    <a:pt x="622" y="676"/>
                  </a:lnTo>
                  <a:lnTo>
                    <a:pt x="624" y="676"/>
                  </a:lnTo>
                  <a:lnTo>
                    <a:pt x="624" y="676"/>
                  </a:lnTo>
                  <a:lnTo>
                    <a:pt x="626" y="676"/>
                  </a:lnTo>
                  <a:lnTo>
                    <a:pt x="628" y="678"/>
                  </a:lnTo>
                  <a:lnTo>
                    <a:pt x="628" y="678"/>
                  </a:lnTo>
                  <a:lnTo>
                    <a:pt x="630" y="676"/>
                  </a:lnTo>
                  <a:lnTo>
                    <a:pt x="630" y="676"/>
                  </a:lnTo>
                  <a:lnTo>
                    <a:pt x="632" y="678"/>
                  </a:lnTo>
                  <a:lnTo>
                    <a:pt x="632" y="678"/>
                  </a:lnTo>
                  <a:lnTo>
                    <a:pt x="634" y="678"/>
                  </a:lnTo>
                  <a:lnTo>
                    <a:pt x="638" y="679"/>
                  </a:lnTo>
                  <a:lnTo>
                    <a:pt x="640" y="679"/>
                  </a:lnTo>
                  <a:lnTo>
                    <a:pt x="640" y="679"/>
                  </a:lnTo>
                  <a:lnTo>
                    <a:pt x="642" y="679"/>
                  </a:lnTo>
                  <a:lnTo>
                    <a:pt x="644" y="679"/>
                  </a:lnTo>
                  <a:lnTo>
                    <a:pt x="644" y="681"/>
                  </a:lnTo>
                  <a:lnTo>
                    <a:pt x="644" y="681"/>
                  </a:lnTo>
                  <a:lnTo>
                    <a:pt x="642" y="681"/>
                  </a:lnTo>
                  <a:lnTo>
                    <a:pt x="640" y="681"/>
                  </a:lnTo>
                  <a:lnTo>
                    <a:pt x="636" y="681"/>
                  </a:lnTo>
                  <a:lnTo>
                    <a:pt x="634" y="679"/>
                  </a:lnTo>
                  <a:lnTo>
                    <a:pt x="626" y="679"/>
                  </a:lnTo>
                  <a:lnTo>
                    <a:pt x="626" y="679"/>
                  </a:lnTo>
                  <a:lnTo>
                    <a:pt x="624" y="679"/>
                  </a:lnTo>
                  <a:lnTo>
                    <a:pt x="624" y="679"/>
                  </a:lnTo>
                  <a:lnTo>
                    <a:pt x="622" y="679"/>
                  </a:lnTo>
                  <a:lnTo>
                    <a:pt x="622" y="679"/>
                  </a:lnTo>
                  <a:lnTo>
                    <a:pt x="620" y="679"/>
                  </a:lnTo>
                  <a:lnTo>
                    <a:pt x="608" y="678"/>
                  </a:lnTo>
                  <a:lnTo>
                    <a:pt x="604" y="678"/>
                  </a:lnTo>
                  <a:lnTo>
                    <a:pt x="603" y="674"/>
                  </a:lnTo>
                  <a:lnTo>
                    <a:pt x="604" y="674"/>
                  </a:lnTo>
                  <a:lnTo>
                    <a:pt x="606" y="674"/>
                  </a:lnTo>
                  <a:close/>
                  <a:moveTo>
                    <a:pt x="306" y="452"/>
                  </a:moveTo>
                  <a:lnTo>
                    <a:pt x="308" y="454"/>
                  </a:lnTo>
                  <a:lnTo>
                    <a:pt x="310" y="454"/>
                  </a:lnTo>
                  <a:lnTo>
                    <a:pt x="310" y="454"/>
                  </a:lnTo>
                  <a:lnTo>
                    <a:pt x="310" y="454"/>
                  </a:lnTo>
                  <a:lnTo>
                    <a:pt x="310" y="454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4" y="460"/>
                  </a:lnTo>
                  <a:lnTo>
                    <a:pt x="318" y="460"/>
                  </a:lnTo>
                  <a:lnTo>
                    <a:pt x="318" y="460"/>
                  </a:lnTo>
                  <a:lnTo>
                    <a:pt x="320" y="462"/>
                  </a:lnTo>
                  <a:lnTo>
                    <a:pt x="322" y="462"/>
                  </a:lnTo>
                  <a:lnTo>
                    <a:pt x="322" y="463"/>
                  </a:lnTo>
                  <a:lnTo>
                    <a:pt x="324" y="465"/>
                  </a:lnTo>
                  <a:lnTo>
                    <a:pt x="324" y="467"/>
                  </a:lnTo>
                  <a:lnTo>
                    <a:pt x="324" y="469"/>
                  </a:lnTo>
                  <a:lnTo>
                    <a:pt x="324" y="469"/>
                  </a:lnTo>
                  <a:lnTo>
                    <a:pt x="326" y="471"/>
                  </a:lnTo>
                  <a:lnTo>
                    <a:pt x="326" y="471"/>
                  </a:lnTo>
                  <a:lnTo>
                    <a:pt x="326" y="475"/>
                  </a:lnTo>
                  <a:lnTo>
                    <a:pt x="324" y="477"/>
                  </a:lnTo>
                  <a:lnTo>
                    <a:pt x="320" y="479"/>
                  </a:lnTo>
                  <a:lnTo>
                    <a:pt x="318" y="481"/>
                  </a:lnTo>
                  <a:lnTo>
                    <a:pt x="316" y="483"/>
                  </a:lnTo>
                  <a:lnTo>
                    <a:pt x="316" y="485"/>
                  </a:lnTo>
                  <a:lnTo>
                    <a:pt x="316" y="487"/>
                  </a:lnTo>
                  <a:lnTo>
                    <a:pt x="314" y="489"/>
                  </a:lnTo>
                  <a:lnTo>
                    <a:pt x="314" y="487"/>
                  </a:lnTo>
                  <a:lnTo>
                    <a:pt x="312" y="489"/>
                  </a:lnTo>
                  <a:lnTo>
                    <a:pt x="312" y="489"/>
                  </a:lnTo>
                  <a:lnTo>
                    <a:pt x="312" y="489"/>
                  </a:lnTo>
                  <a:lnTo>
                    <a:pt x="310" y="489"/>
                  </a:lnTo>
                  <a:lnTo>
                    <a:pt x="310" y="489"/>
                  </a:lnTo>
                  <a:lnTo>
                    <a:pt x="310" y="489"/>
                  </a:lnTo>
                  <a:lnTo>
                    <a:pt x="310" y="491"/>
                  </a:lnTo>
                  <a:lnTo>
                    <a:pt x="310" y="493"/>
                  </a:lnTo>
                  <a:lnTo>
                    <a:pt x="310" y="495"/>
                  </a:lnTo>
                  <a:lnTo>
                    <a:pt x="310" y="497"/>
                  </a:lnTo>
                  <a:lnTo>
                    <a:pt x="308" y="499"/>
                  </a:lnTo>
                  <a:lnTo>
                    <a:pt x="308" y="501"/>
                  </a:lnTo>
                  <a:lnTo>
                    <a:pt x="306" y="503"/>
                  </a:lnTo>
                  <a:lnTo>
                    <a:pt x="306" y="503"/>
                  </a:lnTo>
                  <a:lnTo>
                    <a:pt x="304" y="505"/>
                  </a:lnTo>
                  <a:lnTo>
                    <a:pt x="304" y="511"/>
                  </a:lnTo>
                  <a:lnTo>
                    <a:pt x="302" y="516"/>
                  </a:lnTo>
                  <a:lnTo>
                    <a:pt x="301" y="520"/>
                  </a:lnTo>
                  <a:lnTo>
                    <a:pt x="302" y="524"/>
                  </a:lnTo>
                  <a:lnTo>
                    <a:pt x="301" y="526"/>
                  </a:lnTo>
                  <a:lnTo>
                    <a:pt x="302" y="530"/>
                  </a:lnTo>
                  <a:lnTo>
                    <a:pt x="301" y="530"/>
                  </a:lnTo>
                  <a:lnTo>
                    <a:pt x="301" y="528"/>
                  </a:lnTo>
                  <a:lnTo>
                    <a:pt x="299" y="526"/>
                  </a:lnTo>
                  <a:lnTo>
                    <a:pt x="297" y="526"/>
                  </a:lnTo>
                  <a:lnTo>
                    <a:pt x="295" y="524"/>
                  </a:lnTo>
                  <a:lnTo>
                    <a:pt x="297" y="522"/>
                  </a:lnTo>
                  <a:lnTo>
                    <a:pt x="301" y="520"/>
                  </a:lnTo>
                  <a:lnTo>
                    <a:pt x="301" y="516"/>
                  </a:lnTo>
                  <a:lnTo>
                    <a:pt x="299" y="513"/>
                  </a:lnTo>
                  <a:lnTo>
                    <a:pt x="299" y="509"/>
                  </a:lnTo>
                  <a:lnTo>
                    <a:pt x="299" y="507"/>
                  </a:lnTo>
                  <a:lnTo>
                    <a:pt x="299" y="505"/>
                  </a:lnTo>
                  <a:lnTo>
                    <a:pt x="299" y="501"/>
                  </a:lnTo>
                  <a:lnTo>
                    <a:pt x="297" y="499"/>
                  </a:lnTo>
                  <a:lnTo>
                    <a:pt x="297" y="497"/>
                  </a:lnTo>
                  <a:lnTo>
                    <a:pt x="295" y="495"/>
                  </a:lnTo>
                  <a:lnTo>
                    <a:pt x="295" y="493"/>
                  </a:lnTo>
                  <a:lnTo>
                    <a:pt x="295" y="489"/>
                  </a:lnTo>
                  <a:lnTo>
                    <a:pt x="293" y="485"/>
                  </a:lnTo>
                  <a:lnTo>
                    <a:pt x="295" y="483"/>
                  </a:lnTo>
                  <a:lnTo>
                    <a:pt x="293" y="481"/>
                  </a:lnTo>
                  <a:lnTo>
                    <a:pt x="293" y="483"/>
                  </a:lnTo>
                  <a:lnTo>
                    <a:pt x="291" y="483"/>
                  </a:lnTo>
                  <a:lnTo>
                    <a:pt x="291" y="483"/>
                  </a:lnTo>
                  <a:lnTo>
                    <a:pt x="289" y="483"/>
                  </a:lnTo>
                  <a:lnTo>
                    <a:pt x="289" y="483"/>
                  </a:lnTo>
                  <a:lnTo>
                    <a:pt x="289" y="485"/>
                  </a:lnTo>
                  <a:lnTo>
                    <a:pt x="287" y="487"/>
                  </a:lnTo>
                  <a:lnTo>
                    <a:pt x="287" y="487"/>
                  </a:lnTo>
                  <a:lnTo>
                    <a:pt x="287" y="487"/>
                  </a:lnTo>
                  <a:lnTo>
                    <a:pt x="287" y="485"/>
                  </a:lnTo>
                  <a:lnTo>
                    <a:pt x="289" y="483"/>
                  </a:lnTo>
                  <a:lnTo>
                    <a:pt x="295" y="479"/>
                  </a:lnTo>
                  <a:lnTo>
                    <a:pt x="302" y="465"/>
                  </a:lnTo>
                  <a:lnTo>
                    <a:pt x="302" y="463"/>
                  </a:lnTo>
                  <a:lnTo>
                    <a:pt x="302" y="462"/>
                  </a:lnTo>
                  <a:lnTo>
                    <a:pt x="302" y="458"/>
                  </a:lnTo>
                  <a:lnTo>
                    <a:pt x="304" y="456"/>
                  </a:lnTo>
                  <a:lnTo>
                    <a:pt x="306" y="452"/>
                  </a:lnTo>
                  <a:lnTo>
                    <a:pt x="306" y="452"/>
                  </a:lnTo>
                  <a:close/>
                  <a:moveTo>
                    <a:pt x="199" y="0"/>
                  </a:moveTo>
                  <a:lnTo>
                    <a:pt x="199" y="0"/>
                  </a:lnTo>
                  <a:lnTo>
                    <a:pt x="200" y="0"/>
                  </a:lnTo>
                  <a:lnTo>
                    <a:pt x="202" y="0"/>
                  </a:lnTo>
                  <a:lnTo>
                    <a:pt x="206" y="4"/>
                  </a:lnTo>
                  <a:lnTo>
                    <a:pt x="206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12" y="4"/>
                  </a:lnTo>
                  <a:lnTo>
                    <a:pt x="214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20" y="8"/>
                  </a:lnTo>
                  <a:lnTo>
                    <a:pt x="220" y="8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2" y="10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4" y="14"/>
                  </a:lnTo>
                  <a:lnTo>
                    <a:pt x="226" y="14"/>
                  </a:lnTo>
                  <a:lnTo>
                    <a:pt x="226" y="14"/>
                  </a:lnTo>
                  <a:lnTo>
                    <a:pt x="236" y="14"/>
                  </a:lnTo>
                  <a:lnTo>
                    <a:pt x="238" y="14"/>
                  </a:lnTo>
                  <a:lnTo>
                    <a:pt x="238" y="12"/>
                  </a:lnTo>
                  <a:lnTo>
                    <a:pt x="240" y="12"/>
                  </a:lnTo>
                  <a:lnTo>
                    <a:pt x="240" y="10"/>
                  </a:lnTo>
                  <a:lnTo>
                    <a:pt x="242" y="10"/>
                  </a:lnTo>
                  <a:lnTo>
                    <a:pt x="244" y="10"/>
                  </a:lnTo>
                  <a:lnTo>
                    <a:pt x="244" y="8"/>
                  </a:lnTo>
                  <a:lnTo>
                    <a:pt x="244" y="8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46" y="10"/>
                  </a:lnTo>
                  <a:lnTo>
                    <a:pt x="246" y="10"/>
                  </a:lnTo>
                  <a:lnTo>
                    <a:pt x="246" y="10"/>
                  </a:lnTo>
                  <a:lnTo>
                    <a:pt x="248" y="10"/>
                  </a:lnTo>
                  <a:lnTo>
                    <a:pt x="248" y="10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50" y="12"/>
                  </a:lnTo>
                  <a:lnTo>
                    <a:pt x="250" y="14"/>
                  </a:lnTo>
                  <a:lnTo>
                    <a:pt x="250" y="14"/>
                  </a:lnTo>
                  <a:lnTo>
                    <a:pt x="251" y="14"/>
                  </a:lnTo>
                  <a:lnTo>
                    <a:pt x="251" y="14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57" y="12"/>
                  </a:lnTo>
                  <a:lnTo>
                    <a:pt x="257" y="14"/>
                  </a:lnTo>
                  <a:lnTo>
                    <a:pt x="257" y="14"/>
                  </a:lnTo>
                  <a:lnTo>
                    <a:pt x="257" y="14"/>
                  </a:lnTo>
                  <a:lnTo>
                    <a:pt x="259" y="14"/>
                  </a:lnTo>
                  <a:lnTo>
                    <a:pt x="259" y="14"/>
                  </a:lnTo>
                  <a:lnTo>
                    <a:pt x="259" y="14"/>
                  </a:lnTo>
                  <a:lnTo>
                    <a:pt x="259" y="16"/>
                  </a:lnTo>
                  <a:lnTo>
                    <a:pt x="259" y="16"/>
                  </a:lnTo>
                  <a:lnTo>
                    <a:pt x="259" y="16"/>
                  </a:lnTo>
                  <a:lnTo>
                    <a:pt x="259" y="16"/>
                  </a:lnTo>
                  <a:lnTo>
                    <a:pt x="259" y="18"/>
                  </a:lnTo>
                  <a:lnTo>
                    <a:pt x="261" y="18"/>
                  </a:lnTo>
                  <a:lnTo>
                    <a:pt x="263" y="18"/>
                  </a:lnTo>
                  <a:lnTo>
                    <a:pt x="263" y="20"/>
                  </a:lnTo>
                  <a:lnTo>
                    <a:pt x="263" y="20"/>
                  </a:lnTo>
                  <a:lnTo>
                    <a:pt x="263" y="20"/>
                  </a:lnTo>
                  <a:lnTo>
                    <a:pt x="263" y="22"/>
                  </a:lnTo>
                  <a:lnTo>
                    <a:pt x="263" y="22"/>
                  </a:lnTo>
                  <a:lnTo>
                    <a:pt x="265" y="22"/>
                  </a:lnTo>
                  <a:lnTo>
                    <a:pt x="267" y="24"/>
                  </a:lnTo>
                  <a:lnTo>
                    <a:pt x="267" y="24"/>
                  </a:lnTo>
                  <a:lnTo>
                    <a:pt x="267" y="24"/>
                  </a:lnTo>
                  <a:lnTo>
                    <a:pt x="267" y="24"/>
                  </a:lnTo>
                  <a:lnTo>
                    <a:pt x="267" y="24"/>
                  </a:lnTo>
                  <a:lnTo>
                    <a:pt x="267" y="26"/>
                  </a:lnTo>
                  <a:lnTo>
                    <a:pt x="267" y="26"/>
                  </a:lnTo>
                  <a:lnTo>
                    <a:pt x="267" y="26"/>
                  </a:lnTo>
                  <a:lnTo>
                    <a:pt x="267" y="28"/>
                  </a:lnTo>
                  <a:lnTo>
                    <a:pt x="267" y="28"/>
                  </a:lnTo>
                  <a:lnTo>
                    <a:pt x="267" y="28"/>
                  </a:lnTo>
                  <a:lnTo>
                    <a:pt x="267" y="28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7" y="32"/>
                  </a:lnTo>
                  <a:lnTo>
                    <a:pt x="269" y="32"/>
                  </a:lnTo>
                  <a:lnTo>
                    <a:pt x="269" y="32"/>
                  </a:lnTo>
                  <a:lnTo>
                    <a:pt x="269" y="32"/>
                  </a:lnTo>
                  <a:lnTo>
                    <a:pt x="269" y="32"/>
                  </a:lnTo>
                  <a:lnTo>
                    <a:pt x="269" y="33"/>
                  </a:lnTo>
                  <a:lnTo>
                    <a:pt x="267" y="33"/>
                  </a:lnTo>
                  <a:lnTo>
                    <a:pt x="267" y="35"/>
                  </a:lnTo>
                  <a:lnTo>
                    <a:pt x="265" y="35"/>
                  </a:lnTo>
                  <a:lnTo>
                    <a:pt x="265" y="37"/>
                  </a:lnTo>
                  <a:lnTo>
                    <a:pt x="265" y="37"/>
                  </a:lnTo>
                  <a:lnTo>
                    <a:pt x="265" y="39"/>
                  </a:lnTo>
                  <a:lnTo>
                    <a:pt x="265" y="39"/>
                  </a:lnTo>
                  <a:lnTo>
                    <a:pt x="263" y="39"/>
                  </a:lnTo>
                  <a:lnTo>
                    <a:pt x="263" y="39"/>
                  </a:lnTo>
                  <a:lnTo>
                    <a:pt x="263" y="41"/>
                  </a:lnTo>
                  <a:lnTo>
                    <a:pt x="261" y="43"/>
                  </a:lnTo>
                  <a:lnTo>
                    <a:pt x="261" y="47"/>
                  </a:lnTo>
                  <a:lnTo>
                    <a:pt x="261" y="47"/>
                  </a:lnTo>
                  <a:lnTo>
                    <a:pt x="261" y="47"/>
                  </a:lnTo>
                  <a:lnTo>
                    <a:pt x="261" y="49"/>
                  </a:lnTo>
                  <a:lnTo>
                    <a:pt x="261" y="49"/>
                  </a:lnTo>
                  <a:lnTo>
                    <a:pt x="263" y="51"/>
                  </a:lnTo>
                  <a:lnTo>
                    <a:pt x="261" y="57"/>
                  </a:lnTo>
                  <a:lnTo>
                    <a:pt x="261" y="59"/>
                  </a:lnTo>
                  <a:lnTo>
                    <a:pt x="261" y="59"/>
                  </a:lnTo>
                  <a:lnTo>
                    <a:pt x="261" y="59"/>
                  </a:lnTo>
                  <a:lnTo>
                    <a:pt x="261" y="61"/>
                  </a:lnTo>
                  <a:lnTo>
                    <a:pt x="261" y="63"/>
                  </a:lnTo>
                  <a:lnTo>
                    <a:pt x="261" y="63"/>
                  </a:lnTo>
                  <a:lnTo>
                    <a:pt x="261" y="65"/>
                  </a:lnTo>
                  <a:lnTo>
                    <a:pt x="259" y="67"/>
                  </a:lnTo>
                  <a:lnTo>
                    <a:pt x="259" y="67"/>
                  </a:lnTo>
                  <a:lnTo>
                    <a:pt x="259" y="69"/>
                  </a:lnTo>
                  <a:lnTo>
                    <a:pt x="259" y="69"/>
                  </a:lnTo>
                  <a:lnTo>
                    <a:pt x="261" y="69"/>
                  </a:lnTo>
                  <a:lnTo>
                    <a:pt x="261" y="69"/>
                  </a:lnTo>
                  <a:lnTo>
                    <a:pt x="261" y="71"/>
                  </a:lnTo>
                  <a:lnTo>
                    <a:pt x="261" y="71"/>
                  </a:lnTo>
                  <a:lnTo>
                    <a:pt x="261" y="71"/>
                  </a:lnTo>
                  <a:lnTo>
                    <a:pt x="261" y="71"/>
                  </a:lnTo>
                  <a:lnTo>
                    <a:pt x="261" y="73"/>
                  </a:lnTo>
                  <a:lnTo>
                    <a:pt x="261" y="73"/>
                  </a:lnTo>
                  <a:lnTo>
                    <a:pt x="261" y="73"/>
                  </a:lnTo>
                  <a:lnTo>
                    <a:pt x="259" y="73"/>
                  </a:lnTo>
                  <a:lnTo>
                    <a:pt x="259" y="73"/>
                  </a:lnTo>
                  <a:lnTo>
                    <a:pt x="259" y="73"/>
                  </a:lnTo>
                  <a:lnTo>
                    <a:pt x="259" y="75"/>
                  </a:lnTo>
                  <a:lnTo>
                    <a:pt x="259" y="75"/>
                  </a:lnTo>
                  <a:lnTo>
                    <a:pt x="259" y="75"/>
                  </a:lnTo>
                  <a:lnTo>
                    <a:pt x="259" y="75"/>
                  </a:lnTo>
                  <a:lnTo>
                    <a:pt x="259" y="75"/>
                  </a:lnTo>
                  <a:lnTo>
                    <a:pt x="261" y="77"/>
                  </a:lnTo>
                  <a:lnTo>
                    <a:pt x="261" y="77"/>
                  </a:lnTo>
                  <a:lnTo>
                    <a:pt x="261" y="77"/>
                  </a:lnTo>
                  <a:lnTo>
                    <a:pt x="263" y="77"/>
                  </a:lnTo>
                  <a:lnTo>
                    <a:pt x="263" y="77"/>
                  </a:lnTo>
                  <a:lnTo>
                    <a:pt x="261" y="79"/>
                  </a:lnTo>
                  <a:lnTo>
                    <a:pt x="261" y="79"/>
                  </a:lnTo>
                  <a:lnTo>
                    <a:pt x="259" y="79"/>
                  </a:lnTo>
                  <a:lnTo>
                    <a:pt x="259" y="81"/>
                  </a:lnTo>
                  <a:lnTo>
                    <a:pt x="259" y="81"/>
                  </a:lnTo>
                  <a:lnTo>
                    <a:pt x="259" y="81"/>
                  </a:lnTo>
                  <a:lnTo>
                    <a:pt x="259" y="81"/>
                  </a:lnTo>
                  <a:lnTo>
                    <a:pt x="259" y="83"/>
                  </a:lnTo>
                  <a:lnTo>
                    <a:pt x="259" y="83"/>
                  </a:lnTo>
                  <a:lnTo>
                    <a:pt x="259" y="85"/>
                  </a:lnTo>
                  <a:lnTo>
                    <a:pt x="259" y="86"/>
                  </a:lnTo>
                  <a:lnTo>
                    <a:pt x="259" y="90"/>
                  </a:lnTo>
                  <a:lnTo>
                    <a:pt x="259" y="90"/>
                  </a:lnTo>
                  <a:lnTo>
                    <a:pt x="259" y="90"/>
                  </a:lnTo>
                  <a:lnTo>
                    <a:pt x="263" y="92"/>
                  </a:lnTo>
                  <a:lnTo>
                    <a:pt x="267" y="92"/>
                  </a:lnTo>
                  <a:lnTo>
                    <a:pt x="267" y="90"/>
                  </a:lnTo>
                  <a:lnTo>
                    <a:pt x="269" y="90"/>
                  </a:lnTo>
                  <a:lnTo>
                    <a:pt x="269" y="90"/>
                  </a:lnTo>
                  <a:lnTo>
                    <a:pt x="269" y="90"/>
                  </a:lnTo>
                  <a:lnTo>
                    <a:pt x="275" y="90"/>
                  </a:lnTo>
                  <a:lnTo>
                    <a:pt x="279" y="90"/>
                  </a:lnTo>
                  <a:lnTo>
                    <a:pt x="281" y="90"/>
                  </a:lnTo>
                  <a:lnTo>
                    <a:pt x="281" y="90"/>
                  </a:lnTo>
                  <a:lnTo>
                    <a:pt x="281" y="90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6"/>
                  </a:lnTo>
                  <a:lnTo>
                    <a:pt x="283" y="86"/>
                  </a:lnTo>
                  <a:lnTo>
                    <a:pt x="283" y="85"/>
                  </a:lnTo>
                  <a:lnTo>
                    <a:pt x="285" y="85"/>
                  </a:lnTo>
                  <a:lnTo>
                    <a:pt x="287" y="85"/>
                  </a:lnTo>
                  <a:lnTo>
                    <a:pt x="287" y="85"/>
                  </a:lnTo>
                  <a:lnTo>
                    <a:pt x="287" y="85"/>
                  </a:lnTo>
                  <a:lnTo>
                    <a:pt x="289" y="85"/>
                  </a:lnTo>
                  <a:lnTo>
                    <a:pt x="291" y="85"/>
                  </a:lnTo>
                  <a:lnTo>
                    <a:pt x="293" y="85"/>
                  </a:lnTo>
                  <a:lnTo>
                    <a:pt x="293" y="86"/>
                  </a:lnTo>
                  <a:lnTo>
                    <a:pt x="295" y="85"/>
                  </a:lnTo>
                  <a:lnTo>
                    <a:pt x="295" y="85"/>
                  </a:lnTo>
                  <a:lnTo>
                    <a:pt x="297" y="85"/>
                  </a:lnTo>
                  <a:lnTo>
                    <a:pt x="301" y="85"/>
                  </a:lnTo>
                  <a:lnTo>
                    <a:pt x="301" y="85"/>
                  </a:lnTo>
                  <a:lnTo>
                    <a:pt x="301" y="86"/>
                  </a:lnTo>
                  <a:lnTo>
                    <a:pt x="301" y="86"/>
                  </a:lnTo>
                  <a:lnTo>
                    <a:pt x="301" y="86"/>
                  </a:lnTo>
                  <a:lnTo>
                    <a:pt x="302" y="86"/>
                  </a:lnTo>
                  <a:lnTo>
                    <a:pt x="302" y="86"/>
                  </a:lnTo>
                  <a:lnTo>
                    <a:pt x="302" y="86"/>
                  </a:lnTo>
                  <a:lnTo>
                    <a:pt x="304" y="86"/>
                  </a:lnTo>
                  <a:lnTo>
                    <a:pt x="304" y="86"/>
                  </a:lnTo>
                  <a:lnTo>
                    <a:pt x="306" y="86"/>
                  </a:lnTo>
                  <a:lnTo>
                    <a:pt x="310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2" y="88"/>
                  </a:lnTo>
                  <a:lnTo>
                    <a:pt x="316" y="90"/>
                  </a:lnTo>
                  <a:lnTo>
                    <a:pt x="316" y="90"/>
                  </a:lnTo>
                  <a:lnTo>
                    <a:pt x="318" y="90"/>
                  </a:lnTo>
                  <a:lnTo>
                    <a:pt x="318" y="90"/>
                  </a:lnTo>
                  <a:lnTo>
                    <a:pt x="320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88"/>
                  </a:lnTo>
                  <a:lnTo>
                    <a:pt x="326" y="88"/>
                  </a:lnTo>
                  <a:lnTo>
                    <a:pt x="326" y="88"/>
                  </a:lnTo>
                  <a:lnTo>
                    <a:pt x="326" y="88"/>
                  </a:lnTo>
                  <a:lnTo>
                    <a:pt x="328" y="88"/>
                  </a:lnTo>
                  <a:lnTo>
                    <a:pt x="330" y="86"/>
                  </a:lnTo>
                  <a:lnTo>
                    <a:pt x="330" y="86"/>
                  </a:lnTo>
                  <a:lnTo>
                    <a:pt x="330" y="86"/>
                  </a:lnTo>
                  <a:lnTo>
                    <a:pt x="330" y="85"/>
                  </a:lnTo>
                  <a:lnTo>
                    <a:pt x="330" y="85"/>
                  </a:lnTo>
                  <a:lnTo>
                    <a:pt x="330" y="85"/>
                  </a:lnTo>
                  <a:lnTo>
                    <a:pt x="330" y="85"/>
                  </a:lnTo>
                  <a:lnTo>
                    <a:pt x="330" y="85"/>
                  </a:lnTo>
                  <a:lnTo>
                    <a:pt x="332" y="85"/>
                  </a:lnTo>
                  <a:lnTo>
                    <a:pt x="334" y="85"/>
                  </a:lnTo>
                  <a:lnTo>
                    <a:pt x="334" y="85"/>
                  </a:lnTo>
                  <a:lnTo>
                    <a:pt x="334" y="85"/>
                  </a:lnTo>
                  <a:lnTo>
                    <a:pt x="332" y="86"/>
                  </a:lnTo>
                  <a:lnTo>
                    <a:pt x="332" y="86"/>
                  </a:lnTo>
                  <a:lnTo>
                    <a:pt x="332" y="86"/>
                  </a:lnTo>
                  <a:lnTo>
                    <a:pt x="334" y="86"/>
                  </a:lnTo>
                  <a:lnTo>
                    <a:pt x="334" y="88"/>
                  </a:lnTo>
                  <a:lnTo>
                    <a:pt x="334" y="88"/>
                  </a:lnTo>
                  <a:lnTo>
                    <a:pt x="334" y="88"/>
                  </a:lnTo>
                  <a:lnTo>
                    <a:pt x="334" y="88"/>
                  </a:lnTo>
                  <a:lnTo>
                    <a:pt x="336" y="94"/>
                  </a:lnTo>
                  <a:lnTo>
                    <a:pt x="336" y="94"/>
                  </a:lnTo>
                  <a:lnTo>
                    <a:pt x="336" y="94"/>
                  </a:lnTo>
                  <a:lnTo>
                    <a:pt x="336" y="94"/>
                  </a:lnTo>
                  <a:lnTo>
                    <a:pt x="338" y="96"/>
                  </a:lnTo>
                  <a:lnTo>
                    <a:pt x="338" y="96"/>
                  </a:lnTo>
                  <a:lnTo>
                    <a:pt x="338" y="94"/>
                  </a:lnTo>
                  <a:lnTo>
                    <a:pt x="340" y="94"/>
                  </a:lnTo>
                  <a:lnTo>
                    <a:pt x="342" y="96"/>
                  </a:lnTo>
                  <a:lnTo>
                    <a:pt x="342" y="96"/>
                  </a:lnTo>
                  <a:lnTo>
                    <a:pt x="342" y="96"/>
                  </a:lnTo>
                  <a:lnTo>
                    <a:pt x="344" y="96"/>
                  </a:lnTo>
                  <a:lnTo>
                    <a:pt x="344" y="98"/>
                  </a:lnTo>
                  <a:lnTo>
                    <a:pt x="344" y="98"/>
                  </a:lnTo>
                  <a:lnTo>
                    <a:pt x="344" y="98"/>
                  </a:lnTo>
                  <a:lnTo>
                    <a:pt x="342" y="100"/>
                  </a:lnTo>
                  <a:lnTo>
                    <a:pt x="342" y="100"/>
                  </a:lnTo>
                  <a:lnTo>
                    <a:pt x="342" y="100"/>
                  </a:lnTo>
                  <a:lnTo>
                    <a:pt x="342" y="100"/>
                  </a:lnTo>
                  <a:lnTo>
                    <a:pt x="344" y="100"/>
                  </a:lnTo>
                  <a:lnTo>
                    <a:pt x="344" y="100"/>
                  </a:lnTo>
                  <a:lnTo>
                    <a:pt x="344" y="100"/>
                  </a:lnTo>
                  <a:lnTo>
                    <a:pt x="346" y="100"/>
                  </a:lnTo>
                  <a:lnTo>
                    <a:pt x="348" y="100"/>
                  </a:lnTo>
                  <a:lnTo>
                    <a:pt x="348" y="100"/>
                  </a:lnTo>
                  <a:lnTo>
                    <a:pt x="348" y="102"/>
                  </a:lnTo>
                  <a:lnTo>
                    <a:pt x="348" y="102"/>
                  </a:lnTo>
                  <a:lnTo>
                    <a:pt x="348" y="102"/>
                  </a:lnTo>
                  <a:lnTo>
                    <a:pt x="350" y="104"/>
                  </a:lnTo>
                  <a:lnTo>
                    <a:pt x="350" y="104"/>
                  </a:lnTo>
                  <a:lnTo>
                    <a:pt x="351" y="104"/>
                  </a:lnTo>
                  <a:lnTo>
                    <a:pt x="351" y="104"/>
                  </a:lnTo>
                  <a:lnTo>
                    <a:pt x="351" y="104"/>
                  </a:lnTo>
                  <a:lnTo>
                    <a:pt x="351" y="104"/>
                  </a:lnTo>
                  <a:lnTo>
                    <a:pt x="351" y="104"/>
                  </a:lnTo>
                  <a:lnTo>
                    <a:pt x="353" y="104"/>
                  </a:lnTo>
                  <a:lnTo>
                    <a:pt x="353" y="104"/>
                  </a:lnTo>
                  <a:lnTo>
                    <a:pt x="357" y="106"/>
                  </a:lnTo>
                  <a:lnTo>
                    <a:pt x="357" y="106"/>
                  </a:lnTo>
                  <a:lnTo>
                    <a:pt x="357" y="106"/>
                  </a:lnTo>
                  <a:lnTo>
                    <a:pt x="359" y="106"/>
                  </a:lnTo>
                  <a:lnTo>
                    <a:pt x="359" y="106"/>
                  </a:lnTo>
                  <a:lnTo>
                    <a:pt x="359" y="106"/>
                  </a:lnTo>
                  <a:lnTo>
                    <a:pt x="359" y="106"/>
                  </a:lnTo>
                  <a:lnTo>
                    <a:pt x="359" y="104"/>
                  </a:lnTo>
                  <a:lnTo>
                    <a:pt x="359" y="104"/>
                  </a:lnTo>
                  <a:lnTo>
                    <a:pt x="359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0"/>
                  </a:lnTo>
                  <a:lnTo>
                    <a:pt x="363" y="100"/>
                  </a:lnTo>
                  <a:lnTo>
                    <a:pt x="365" y="100"/>
                  </a:lnTo>
                  <a:lnTo>
                    <a:pt x="365" y="100"/>
                  </a:lnTo>
                  <a:lnTo>
                    <a:pt x="367" y="98"/>
                  </a:lnTo>
                  <a:lnTo>
                    <a:pt x="373" y="96"/>
                  </a:lnTo>
                  <a:lnTo>
                    <a:pt x="375" y="96"/>
                  </a:lnTo>
                  <a:lnTo>
                    <a:pt x="377" y="96"/>
                  </a:lnTo>
                  <a:lnTo>
                    <a:pt x="379" y="96"/>
                  </a:lnTo>
                  <a:lnTo>
                    <a:pt x="379" y="96"/>
                  </a:lnTo>
                  <a:lnTo>
                    <a:pt x="379" y="94"/>
                  </a:lnTo>
                  <a:lnTo>
                    <a:pt x="379" y="94"/>
                  </a:lnTo>
                  <a:lnTo>
                    <a:pt x="379" y="92"/>
                  </a:lnTo>
                  <a:lnTo>
                    <a:pt x="379" y="92"/>
                  </a:lnTo>
                  <a:lnTo>
                    <a:pt x="379" y="92"/>
                  </a:lnTo>
                  <a:lnTo>
                    <a:pt x="379" y="92"/>
                  </a:lnTo>
                  <a:lnTo>
                    <a:pt x="385" y="88"/>
                  </a:lnTo>
                  <a:lnTo>
                    <a:pt x="385" y="86"/>
                  </a:lnTo>
                  <a:lnTo>
                    <a:pt x="385" y="86"/>
                  </a:lnTo>
                  <a:lnTo>
                    <a:pt x="385" y="86"/>
                  </a:lnTo>
                  <a:lnTo>
                    <a:pt x="383" y="86"/>
                  </a:lnTo>
                  <a:lnTo>
                    <a:pt x="381" y="86"/>
                  </a:lnTo>
                  <a:lnTo>
                    <a:pt x="381" y="86"/>
                  </a:lnTo>
                  <a:lnTo>
                    <a:pt x="381" y="86"/>
                  </a:lnTo>
                  <a:lnTo>
                    <a:pt x="381" y="85"/>
                  </a:lnTo>
                  <a:lnTo>
                    <a:pt x="381" y="85"/>
                  </a:lnTo>
                  <a:lnTo>
                    <a:pt x="381" y="85"/>
                  </a:lnTo>
                  <a:lnTo>
                    <a:pt x="381" y="85"/>
                  </a:lnTo>
                  <a:lnTo>
                    <a:pt x="385" y="83"/>
                  </a:lnTo>
                  <a:lnTo>
                    <a:pt x="385" y="83"/>
                  </a:lnTo>
                  <a:lnTo>
                    <a:pt x="385" y="81"/>
                  </a:lnTo>
                  <a:lnTo>
                    <a:pt x="385" y="81"/>
                  </a:lnTo>
                  <a:lnTo>
                    <a:pt x="385" y="81"/>
                  </a:lnTo>
                  <a:lnTo>
                    <a:pt x="385" y="79"/>
                  </a:lnTo>
                  <a:lnTo>
                    <a:pt x="385" y="79"/>
                  </a:lnTo>
                  <a:lnTo>
                    <a:pt x="385" y="79"/>
                  </a:lnTo>
                  <a:lnTo>
                    <a:pt x="387" y="79"/>
                  </a:lnTo>
                  <a:lnTo>
                    <a:pt x="387" y="79"/>
                  </a:lnTo>
                  <a:lnTo>
                    <a:pt x="387" y="79"/>
                  </a:lnTo>
                  <a:lnTo>
                    <a:pt x="387" y="79"/>
                  </a:lnTo>
                  <a:lnTo>
                    <a:pt x="387" y="79"/>
                  </a:lnTo>
                  <a:lnTo>
                    <a:pt x="387" y="81"/>
                  </a:lnTo>
                  <a:lnTo>
                    <a:pt x="387" y="81"/>
                  </a:lnTo>
                  <a:lnTo>
                    <a:pt x="387" y="81"/>
                  </a:lnTo>
                  <a:lnTo>
                    <a:pt x="389" y="81"/>
                  </a:lnTo>
                  <a:lnTo>
                    <a:pt x="389" y="81"/>
                  </a:lnTo>
                  <a:lnTo>
                    <a:pt x="389" y="81"/>
                  </a:lnTo>
                  <a:lnTo>
                    <a:pt x="389" y="79"/>
                  </a:lnTo>
                  <a:lnTo>
                    <a:pt x="389" y="79"/>
                  </a:lnTo>
                  <a:lnTo>
                    <a:pt x="389" y="77"/>
                  </a:lnTo>
                  <a:lnTo>
                    <a:pt x="391" y="77"/>
                  </a:lnTo>
                  <a:lnTo>
                    <a:pt x="391" y="77"/>
                  </a:lnTo>
                  <a:lnTo>
                    <a:pt x="391" y="77"/>
                  </a:lnTo>
                  <a:lnTo>
                    <a:pt x="391" y="77"/>
                  </a:lnTo>
                  <a:lnTo>
                    <a:pt x="393" y="77"/>
                  </a:lnTo>
                  <a:lnTo>
                    <a:pt x="393" y="79"/>
                  </a:lnTo>
                  <a:lnTo>
                    <a:pt x="393" y="79"/>
                  </a:lnTo>
                  <a:lnTo>
                    <a:pt x="393" y="79"/>
                  </a:lnTo>
                  <a:lnTo>
                    <a:pt x="397" y="77"/>
                  </a:lnTo>
                  <a:lnTo>
                    <a:pt x="397" y="77"/>
                  </a:lnTo>
                  <a:lnTo>
                    <a:pt x="397" y="77"/>
                  </a:lnTo>
                  <a:lnTo>
                    <a:pt x="397" y="75"/>
                  </a:lnTo>
                  <a:lnTo>
                    <a:pt x="397" y="75"/>
                  </a:lnTo>
                  <a:lnTo>
                    <a:pt x="397" y="75"/>
                  </a:lnTo>
                  <a:lnTo>
                    <a:pt x="399" y="73"/>
                  </a:lnTo>
                  <a:lnTo>
                    <a:pt x="399" y="71"/>
                  </a:lnTo>
                  <a:lnTo>
                    <a:pt x="399" y="71"/>
                  </a:lnTo>
                  <a:lnTo>
                    <a:pt x="399" y="71"/>
                  </a:lnTo>
                  <a:lnTo>
                    <a:pt x="399" y="69"/>
                  </a:lnTo>
                  <a:lnTo>
                    <a:pt x="399" y="69"/>
                  </a:lnTo>
                  <a:lnTo>
                    <a:pt x="401" y="67"/>
                  </a:lnTo>
                  <a:lnTo>
                    <a:pt x="404" y="63"/>
                  </a:lnTo>
                  <a:lnTo>
                    <a:pt x="404" y="63"/>
                  </a:lnTo>
                  <a:lnTo>
                    <a:pt x="404" y="63"/>
                  </a:lnTo>
                  <a:lnTo>
                    <a:pt x="404" y="61"/>
                  </a:lnTo>
                  <a:lnTo>
                    <a:pt x="404" y="61"/>
                  </a:lnTo>
                  <a:lnTo>
                    <a:pt x="404" y="61"/>
                  </a:lnTo>
                  <a:lnTo>
                    <a:pt x="404" y="61"/>
                  </a:lnTo>
                  <a:lnTo>
                    <a:pt x="404" y="59"/>
                  </a:lnTo>
                  <a:lnTo>
                    <a:pt x="404" y="57"/>
                  </a:lnTo>
                  <a:lnTo>
                    <a:pt x="406" y="57"/>
                  </a:lnTo>
                  <a:lnTo>
                    <a:pt x="406" y="57"/>
                  </a:lnTo>
                  <a:lnTo>
                    <a:pt x="406" y="57"/>
                  </a:lnTo>
                  <a:lnTo>
                    <a:pt x="406" y="57"/>
                  </a:lnTo>
                  <a:lnTo>
                    <a:pt x="406" y="55"/>
                  </a:lnTo>
                  <a:lnTo>
                    <a:pt x="406" y="55"/>
                  </a:lnTo>
                  <a:lnTo>
                    <a:pt x="406" y="53"/>
                  </a:lnTo>
                  <a:lnTo>
                    <a:pt x="406" y="53"/>
                  </a:lnTo>
                  <a:lnTo>
                    <a:pt x="406" y="51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14" y="49"/>
                  </a:lnTo>
                  <a:lnTo>
                    <a:pt x="414" y="49"/>
                  </a:lnTo>
                  <a:lnTo>
                    <a:pt x="416" y="51"/>
                  </a:lnTo>
                  <a:lnTo>
                    <a:pt x="416" y="51"/>
                  </a:lnTo>
                  <a:lnTo>
                    <a:pt x="416" y="51"/>
                  </a:lnTo>
                  <a:lnTo>
                    <a:pt x="416" y="51"/>
                  </a:lnTo>
                  <a:lnTo>
                    <a:pt x="418" y="51"/>
                  </a:lnTo>
                  <a:lnTo>
                    <a:pt x="418" y="51"/>
                  </a:lnTo>
                  <a:lnTo>
                    <a:pt x="418" y="51"/>
                  </a:lnTo>
                  <a:lnTo>
                    <a:pt x="418" y="49"/>
                  </a:lnTo>
                  <a:lnTo>
                    <a:pt x="420" y="45"/>
                  </a:lnTo>
                  <a:lnTo>
                    <a:pt x="422" y="43"/>
                  </a:lnTo>
                  <a:lnTo>
                    <a:pt x="422" y="43"/>
                  </a:lnTo>
                  <a:lnTo>
                    <a:pt x="424" y="43"/>
                  </a:lnTo>
                  <a:lnTo>
                    <a:pt x="426" y="43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38" y="43"/>
                  </a:lnTo>
                  <a:lnTo>
                    <a:pt x="438" y="43"/>
                  </a:lnTo>
                  <a:lnTo>
                    <a:pt x="438" y="43"/>
                  </a:lnTo>
                  <a:lnTo>
                    <a:pt x="440" y="43"/>
                  </a:lnTo>
                  <a:lnTo>
                    <a:pt x="440" y="43"/>
                  </a:lnTo>
                  <a:lnTo>
                    <a:pt x="440" y="41"/>
                  </a:lnTo>
                  <a:lnTo>
                    <a:pt x="440" y="41"/>
                  </a:lnTo>
                  <a:lnTo>
                    <a:pt x="440" y="41"/>
                  </a:lnTo>
                  <a:lnTo>
                    <a:pt x="440" y="41"/>
                  </a:lnTo>
                  <a:lnTo>
                    <a:pt x="440" y="39"/>
                  </a:lnTo>
                  <a:lnTo>
                    <a:pt x="440" y="39"/>
                  </a:lnTo>
                  <a:lnTo>
                    <a:pt x="440" y="39"/>
                  </a:lnTo>
                  <a:lnTo>
                    <a:pt x="438" y="39"/>
                  </a:lnTo>
                  <a:lnTo>
                    <a:pt x="438" y="39"/>
                  </a:lnTo>
                  <a:lnTo>
                    <a:pt x="438" y="37"/>
                  </a:lnTo>
                  <a:lnTo>
                    <a:pt x="438" y="37"/>
                  </a:lnTo>
                  <a:lnTo>
                    <a:pt x="440" y="37"/>
                  </a:lnTo>
                  <a:lnTo>
                    <a:pt x="440" y="35"/>
                  </a:lnTo>
                  <a:lnTo>
                    <a:pt x="440" y="35"/>
                  </a:lnTo>
                  <a:lnTo>
                    <a:pt x="442" y="35"/>
                  </a:lnTo>
                  <a:lnTo>
                    <a:pt x="442" y="35"/>
                  </a:lnTo>
                  <a:lnTo>
                    <a:pt x="444" y="35"/>
                  </a:lnTo>
                  <a:lnTo>
                    <a:pt x="444" y="35"/>
                  </a:lnTo>
                  <a:lnTo>
                    <a:pt x="444" y="35"/>
                  </a:lnTo>
                  <a:lnTo>
                    <a:pt x="444" y="35"/>
                  </a:lnTo>
                  <a:lnTo>
                    <a:pt x="444" y="33"/>
                  </a:lnTo>
                  <a:lnTo>
                    <a:pt x="444" y="32"/>
                  </a:lnTo>
                  <a:lnTo>
                    <a:pt x="444" y="32"/>
                  </a:lnTo>
                  <a:lnTo>
                    <a:pt x="448" y="32"/>
                  </a:lnTo>
                  <a:lnTo>
                    <a:pt x="448" y="30"/>
                  </a:lnTo>
                  <a:lnTo>
                    <a:pt x="448" y="30"/>
                  </a:lnTo>
                  <a:lnTo>
                    <a:pt x="448" y="30"/>
                  </a:lnTo>
                  <a:lnTo>
                    <a:pt x="448" y="30"/>
                  </a:lnTo>
                  <a:lnTo>
                    <a:pt x="446" y="28"/>
                  </a:lnTo>
                  <a:lnTo>
                    <a:pt x="446" y="28"/>
                  </a:lnTo>
                  <a:lnTo>
                    <a:pt x="446" y="28"/>
                  </a:lnTo>
                  <a:lnTo>
                    <a:pt x="446" y="28"/>
                  </a:lnTo>
                  <a:lnTo>
                    <a:pt x="446" y="28"/>
                  </a:lnTo>
                  <a:lnTo>
                    <a:pt x="446" y="26"/>
                  </a:lnTo>
                  <a:lnTo>
                    <a:pt x="450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0" y="14"/>
                  </a:lnTo>
                  <a:lnTo>
                    <a:pt x="450" y="14"/>
                  </a:lnTo>
                  <a:lnTo>
                    <a:pt x="452" y="14"/>
                  </a:lnTo>
                  <a:lnTo>
                    <a:pt x="452" y="12"/>
                  </a:lnTo>
                  <a:lnTo>
                    <a:pt x="452" y="12"/>
                  </a:lnTo>
                  <a:lnTo>
                    <a:pt x="453" y="12"/>
                  </a:lnTo>
                  <a:lnTo>
                    <a:pt x="453" y="12"/>
                  </a:lnTo>
                  <a:lnTo>
                    <a:pt x="453" y="12"/>
                  </a:lnTo>
                  <a:lnTo>
                    <a:pt x="455" y="12"/>
                  </a:lnTo>
                  <a:lnTo>
                    <a:pt x="455" y="12"/>
                  </a:lnTo>
                  <a:lnTo>
                    <a:pt x="455" y="10"/>
                  </a:lnTo>
                  <a:lnTo>
                    <a:pt x="455" y="8"/>
                  </a:lnTo>
                  <a:lnTo>
                    <a:pt x="457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5" y="10"/>
                  </a:lnTo>
                  <a:lnTo>
                    <a:pt x="465" y="10"/>
                  </a:lnTo>
                  <a:lnTo>
                    <a:pt x="465" y="10"/>
                  </a:lnTo>
                  <a:lnTo>
                    <a:pt x="467" y="10"/>
                  </a:lnTo>
                  <a:lnTo>
                    <a:pt x="467" y="10"/>
                  </a:lnTo>
                  <a:lnTo>
                    <a:pt x="467" y="10"/>
                  </a:lnTo>
                  <a:lnTo>
                    <a:pt x="467" y="10"/>
                  </a:lnTo>
                  <a:lnTo>
                    <a:pt x="467" y="10"/>
                  </a:lnTo>
                  <a:lnTo>
                    <a:pt x="469" y="10"/>
                  </a:lnTo>
                  <a:lnTo>
                    <a:pt x="469" y="8"/>
                  </a:lnTo>
                  <a:lnTo>
                    <a:pt x="469" y="8"/>
                  </a:lnTo>
                  <a:lnTo>
                    <a:pt x="469" y="8"/>
                  </a:lnTo>
                  <a:lnTo>
                    <a:pt x="473" y="6"/>
                  </a:lnTo>
                  <a:lnTo>
                    <a:pt x="473" y="6"/>
                  </a:lnTo>
                  <a:lnTo>
                    <a:pt x="473" y="6"/>
                  </a:lnTo>
                  <a:lnTo>
                    <a:pt x="473" y="6"/>
                  </a:lnTo>
                  <a:lnTo>
                    <a:pt x="475" y="6"/>
                  </a:lnTo>
                  <a:lnTo>
                    <a:pt x="475" y="6"/>
                  </a:lnTo>
                  <a:lnTo>
                    <a:pt x="475" y="6"/>
                  </a:lnTo>
                  <a:lnTo>
                    <a:pt x="475" y="8"/>
                  </a:lnTo>
                  <a:lnTo>
                    <a:pt x="475" y="8"/>
                  </a:lnTo>
                  <a:lnTo>
                    <a:pt x="477" y="8"/>
                  </a:lnTo>
                  <a:lnTo>
                    <a:pt x="477" y="8"/>
                  </a:lnTo>
                  <a:lnTo>
                    <a:pt x="477" y="8"/>
                  </a:lnTo>
                  <a:lnTo>
                    <a:pt x="479" y="10"/>
                  </a:lnTo>
                  <a:lnTo>
                    <a:pt x="479" y="12"/>
                  </a:lnTo>
                  <a:lnTo>
                    <a:pt x="479" y="12"/>
                  </a:lnTo>
                  <a:lnTo>
                    <a:pt x="479" y="12"/>
                  </a:lnTo>
                  <a:lnTo>
                    <a:pt x="479" y="12"/>
                  </a:lnTo>
                  <a:lnTo>
                    <a:pt x="479" y="12"/>
                  </a:lnTo>
                  <a:lnTo>
                    <a:pt x="479" y="14"/>
                  </a:lnTo>
                  <a:lnTo>
                    <a:pt x="479" y="14"/>
                  </a:lnTo>
                  <a:lnTo>
                    <a:pt x="479" y="14"/>
                  </a:lnTo>
                  <a:lnTo>
                    <a:pt x="479" y="16"/>
                  </a:lnTo>
                  <a:lnTo>
                    <a:pt x="479" y="16"/>
                  </a:lnTo>
                  <a:lnTo>
                    <a:pt x="479" y="18"/>
                  </a:lnTo>
                  <a:lnTo>
                    <a:pt x="479" y="18"/>
                  </a:lnTo>
                  <a:lnTo>
                    <a:pt x="481" y="18"/>
                  </a:lnTo>
                  <a:lnTo>
                    <a:pt x="481" y="20"/>
                  </a:lnTo>
                  <a:lnTo>
                    <a:pt x="481" y="20"/>
                  </a:lnTo>
                  <a:lnTo>
                    <a:pt x="483" y="20"/>
                  </a:lnTo>
                  <a:lnTo>
                    <a:pt x="485" y="20"/>
                  </a:lnTo>
                  <a:lnTo>
                    <a:pt x="485" y="22"/>
                  </a:lnTo>
                  <a:lnTo>
                    <a:pt x="487" y="22"/>
                  </a:lnTo>
                  <a:lnTo>
                    <a:pt x="487" y="22"/>
                  </a:lnTo>
                  <a:lnTo>
                    <a:pt x="487" y="22"/>
                  </a:lnTo>
                  <a:lnTo>
                    <a:pt x="489" y="22"/>
                  </a:lnTo>
                  <a:lnTo>
                    <a:pt x="489" y="22"/>
                  </a:lnTo>
                  <a:lnTo>
                    <a:pt x="489" y="24"/>
                  </a:lnTo>
                  <a:lnTo>
                    <a:pt x="489" y="26"/>
                  </a:lnTo>
                  <a:lnTo>
                    <a:pt x="489" y="26"/>
                  </a:lnTo>
                  <a:lnTo>
                    <a:pt x="489" y="26"/>
                  </a:lnTo>
                  <a:lnTo>
                    <a:pt x="491" y="26"/>
                  </a:lnTo>
                  <a:lnTo>
                    <a:pt x="491" y="26"/>
                  </a:lnTo>
                  <a:lnTo>
                    <a:pt x="491" y="26"/>
                  </a:lnTo>
                  <a:lnTo>
                    <a:pt x="491" y="26"/>
                  </a:lnTo>
                  <a:lnTo>
                    <a:pt x="493" y="28"/>
                  </a:lnTo>
                  <a:lnTo>
                    <a:pt x="493" y="28"/>
                  </a:lnTo>
                  <a:lnTo>
                    <a:pt x="493" y="28"/>
                  </a:lnTo>
                  <a:lnTo>
                    <a:pt x="493" y="28"/>
                  </a:lnTo>
                  <a:lnTo>
                    <a:pt x="493" y="30"/>
                  </a:lnTo>
                  <a:lnTo>
                    <a:pt x="493" y="30"/>
                  </a:lnTo>
                  <a:lnTo>
                    <a:pt x="493" y="30"/>
                  </a:lnTo>
                  <a:lnTo>
                    <a:pt x="495" y="30"/>
                  </a:lnTo>
                  <a:lnTo>
                    <a:pt x="499" y="28"/>
                  </a:lnTo>
                  <a:lnTo>
                    <a:pt x="499" y="28"/>
                  </a:lnTo>
                  <a:lnTo>
                    <a:pt x="499" y="28"/>
                  </a:lnTo>
                  <a:lnTo>
                    <a:pt x="499" y="26"/>
                  </a:lnTo>
                  <a:lnTo>
                    <a:pt x="499" y="24"/>
                  </a:lnTo>
                  <a:lnTo>
                    <a:pt x="499" y="24"/>
                  </a:lnTo>
                  <a:lnTo>
                    <a:pt x="499" y="24"/>
                  </a:lnTo>
                  <a:lnTo>
                    <a:pt x="501" y="24"/>
                  </a:lnTo>
                  <a:lnTo>
                    <a:pt x="501" y="24"/>
                  </a:lnTo>
                  <a:lnTo>
                    <a:pt x="501" y="24"/>
                  </a:lnTo>
                  <a:lnTo>
                    <a:pt x="501" y="24"/>
                  </a:lnTo>
                  <a:lnTo>
                    <a:pt x="501" y="24"/>
                  </a:lnTo>
                  <a:lnTo>
                    <a:pt x="503" y="26"/>
                  </a:lnTo>
                  <a:lnTo>
                    <a:pt x="503" y="26"/>
                  </a:lnTo>
                  <a:lnTo>
                    <a:pt x="503" y="26"/>
                  </a:lnTo>
                  <a:lnTo>
                    <a:pt x="503" y="26"/>
                  </a:lnTo>
                  <a:lnTo>
                    <a:pt x="503" y="26"/>
                  </a:lnTo>
                  <a:lnTo>
                    <a:pt x="504" y="28"/>
                  </a:lnTo>
                  <a:lnTo>
                    <a:pt x="506" y="26"/>
                  </a:lnTo>
                  <a:lnTo>
                    <a:pt x="506" y="28"/>
                  </a:lnTo>
                  <a:lnTo>
                    <a:pt x="508" y="28"/>
                  </a:lnTo>
                  <a:lnTo>
                    <a:pt x="508" y="28"/>
                  </a:lnTo>
                  <a:lnTo>
                    <a:pt x="510" y="28"/>
                  </a:lnTo>
                  <a:lnTo>
                    <a:pt x="510" y="28"/>
                  </a:lnTo>
                  <a:lnTo>
                    <a:pt x="510" y="28"/>
                  </a:lnTo>
                  <a:lnTo>
                    <a:pt x="510" y="28"/>
                  </a:lnTo>
                  <a:lnTo>
                    <a:pt x="510" y="30"/>
                  </a:lnTo>
                  <a:lnTo>
                    <a:pt x="510" y="32"/>
                  </a:lnTo>
                  <a:lnTo>
                    <a:pt x="512" y="32"/>
                  </a:lnTo>
                  <a:lnTo>
                    <a:pt x="512" y="32"/>
                  </a:lnTo>
                  <a:lnTo>
                    <a:pt x="512" y="33"/>
                  </a:lnTo>
                  <a:lnTo>
                    <a:pt x="514" y="33"/>
                  </a:lnTo>
                  <a:lnTo>
                    <a:pt x="514" y="33"/>
                  </a:lnTo>
                  <a:lnTo>
                    <a:pt x="514" y="33"/>
                  </a:lnTo>
                  <a:lnTo>
                    <a:pt x="514" y="33"/>
                  </a:lnTo>
                  <a:lnTo>
                    <a:pt x="516" y="33"/>
                  </a:lnTo>
                  <a:lnTo>
                    <a:pt x="516" y="33"/>
                  </a:lnTo>
                  <a:lnTo>
                    <a:pt x="516" y="33"/>
                  </a:lnTo>
                  <a:lnTo>
                    <a:pt x="516" y="33"/>
                  </a:lnTo>
                  <a:lnTo>
                    <a:pt x="518" y="33"/>
                  </a:lnTo>
                  <a:lnTo>
                    <a:pt x="518" y="35"/>
                  </a:lnTo>
                  <a:lnTo>
                    <a:pt x="518" y="35"/>
                  </a:lnTo>
                  <a:lnTo>
                    <a:pt x="518" y="35"/>
                  </a:lnTo>
                  <a:lnTo>
                    <a:pt x="516" y="35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6" y="37"/>
                  </a:lnTo>
                  <a:lnTo>
                    <a:pt x="518" y="39"/>
                  </a:lnTo>
                  <a:lnTo>
                    <a:pt x="518" y="39"/>
                  </a:lnTo>
                  <a:lnTo>
                    <a:pt x="518" y="39"/>
                  </a:lnTo>
                  <a:lnTo>
                    <a:pt x="518" y="39"/>
                  </a:lnTo>
                  <a:lnTo>
                    <a:pt x="518" y="39"/>
                  </a:lnTo>
                  <a:lnTo>
                    <a:pt x="516" y="41"/>
                  </a:lnTo>
                  <a:lnTo>
                    <a:pt x="516" y="41"/>
                  </a:lnTo>
                  <a:lnTo>
                    <a:pt x="516" y="41"/>
                  </a:lnTo>
                  <a:lnTo>
                    <a:pt x="514" y="41"/>
                  </a:lnTo>
                  <a:lnTo>
                    <a:pt x="514" y="41"/>
                  </a:lnTo>
                  <a:lnTo>
                    <a:pt x="514" y="39"/>
                  </a:lnTo>
                  <a:lnTo>
                    <a:pt x="514" y="39"/>
                  </a:lnTo>
                  <a:lnTo>
                    <a:pt x="514" y="39"/>
                  </a:lnTo>
                  <a:lnTo>
                    <a:pt x="512" y="41"/>
                  </a:lnTo>
                  <a:lnTo>
                    <a:pt x="512" y="43"/>
                  </a:lnTo>
                  <a:lnTo>
                    <a:pt x="512" y="43"/>
                  </a:lnTo>
                  <a:lnTo>
                    <a:pt x="512" y="45"/>
                  </a:lnTo>
                  <a:lnTo>
                    <a:pt x="510" y="45"/>
                  </a:lnTo>
                  <a:lnTo>
                    <a:pt x="510" y="47"/>
                  </a:lnTo>
                  <a:lnTo>
                    <a:pt x="510" y="47"/>
                  </a:lnTo>
                  <a:lnTo>
                    <a:pt x="510" y="47"/>
                  </a:lnTo>
                  <a:lnTo>
                    <a:pt x="510" y="45"/>
                  </a:lnTo>
                  <a:lnTo>
                    <a:pt x="508" y="45"/>
                  </a:lnTo>
                  <a:lnTo>
                    <a:pt x="506" y="45"/>
                  </a:lnTo>
                  <a:lnTo>
                    <a:pt x="504" y="45"/>
                  </a:lnTo>
                  <a:lnTo>
                    <a:pt x="504" y="47"/>
                  </a:lnTo>
                  <a:lnTo>
                    <a:pt x="506" y="47"/>
                  </a:lnTo>
                  <a:lnTo>
                    <a:pt x="504" y="49"/>
                  </a:lnTo>
                  <a:lnTo>
                    <a:pt x="504" y="51"/>
                  </a:lnTo>
                  <a:lnTo>
                    <a:pt x="504" y="51"/>
                  </a:lnTo>
                  <a:lnTo>
                    <a:pt x="506" y="51"/>
                  </a:lnTo>
                  <a:lnTo>
                    <a:pt x="508" y="51"/>
                  </a:lnTo>
                  <a:lnTo>
                    <a:pt x="508" y="51"/>
                  </a:lnTo>
                  <a:lnTo>
                    <a:pt x="508" y="51"/>
                  </a:lnTo>
                  <a:lnTo>
                    <a:pt x="508" y="53"/>
                  </a:lnTo>
                  <a:lnTo>
                    <a:pt x="508" y="53"/>
                  </a:lnTo>
                  <a:lnTo>
                    <a:pt x="508" y="55"/>
                  </a:lnTo>
                  <a:lnTo>
                    <a:pt x="508" y="55"/>
                  </a:lnTo>
                  <a:lnTo>
                    <a:pt x="508" y="57"/>
                  </a:lnTo>
                  <a:lnTo>
                    <a:pt x="508" y="57"/>
                  </a:lnTo>
                  <a:lnTo>
                    <a:pt x="506" y="59"/>
                  </a:lnTo>
                  <a:lnTo>
                    <a:pt x="506" y="61"/>
                  </a:lnTo>
                  <a:lnTo>
                    <a:pt x="506" y="63"/>
                  </a:lnTo>
                  <a:lnTo>
                    <a:pt x="506" y="65"/>
                  </a:lnTo>
                  <a:lnTo>
                    <a:pt x="506" y="67"/>
                  </a:lnTo>
                  <a:lnTo>
                    <a:pt x="504" y="65"/>
                  </a:lnTo>
                  <a:lnTo>
                    <a:pt x="504" y="65"/>
                  </a:lnTo>
                  <a:lnTo>
                    <a:pt x="503" y="65"/>
                  </a:lnTo>
                  <a:lnTo>
                    <a:pt x="499" y="65"/>
                  </a:lnTo>
                  <a:lnTo>
                    <a:pt x="495" y="65"/>
                  </a:lnTo>
                  <a:lnTo>
                    <a:pt x="493" y="65"/>
                  </a:lnTo>
                  <a:lnTo>
                    <a:pt x="493" y="67"/>
                  </a:lnTo>
                  <a:lnTo>
                    <a:pt x="493" y="67"/>
                  </a:lnTo>
                  <a:lnTo>
                    <a:pt x="493" y="69"/>
                  </a:lnTo>
                  <a:lnTo>
                    <a:pt x="493" y="71"/>
                  </a:lnTo>
                  <a:lnTo>
                    <a:pt x="495" y="71"/>
                  </a:lnTo>
                  <a:lnTo>
                    <a:pt x="495" y="73"/>
                  </a:lnTo>
                  <a:lnTo>
                    <a:pt x="495" y="75"/>
                  </a:lnTo>
                  <a:lnTo>
                    <a:pt x="497" y="77"/>
                  </a:lnTo>
                  <a:lnTo>
                    <a:pt x="497" y="77"/>
                  </a:lnTo>
                  <a:lnTo>
                    <a:pt x="499" y="77"/>
                  </a:lnTo>
                  <a:lnTo>
                    <a:pt x="499" y="79"/>
                  </a:lnTo>
                  <a:lnTo>
                    <a:pt x="501" y="79"/>
                  </a:lnTo>
                  <a:lnTo>
                    <a:pt x="501" y="81"/>
                  </a:lnTo>
                  <a:lnTo>
                    <a:pt x="499" y="83"/>
                  </a:lnTo>
                  <a:lnTo>
                    <a:pt x="497" y="83"/>
                  </a:lnTo>
                  <a:lnTo>
                    <a:pt x="497" y="85"/>
                  </a:lnTo>
                  <a:lnTo>
                    <a:pt x="495" y="85"/>
                  </a:lnTo>
                  <a:lnTo>
                    <a:pt x="495" y="86"/>
                  </a:lnTo>
                  <a:lnTo>
                    <a:pt x="495" y="88"/>
                  </a:lnTo>
                  <a:lnTo>
                    <a:pt x="499" y="90"/>
                  </a:lnTo>
                  <a:lnTo>
                    <a:pt x="499" y="92"/>
                  </a:lnTo>
                  <a:lnTo>
                    <a:pt x="497" y="100"/>
                  </a:lnTo>
                  <a:lnTo>
                    <a:pt x="495" y="102"/>
                  </a:lnTo>
                  <a:lnTo>
                    <a:pt x="491" y="102"/>
                  </a:lnTo>
                  <a:lnTo>
                    <a:pt x="491" y="102"/>
                  </a:lnTo>
                  <a:lnTo>
                    <a:pt x="489" y="102"/>
                  </a:lnTo>
                  <a:lnTo>
                    <a:pt x="489" y="100"/>
                  </a:lnTo>
                  <a:lnTo>
                    <a:pt x="489" y="100"/>
                  </a:lnTo>
                  <a:lnTo>
                    <a:pt x="487" y="102"/>
                  </a:lnTo>
                  <a:lnTo>
                    <a:pt x="487" y="102"/>
                  </a:lnTo>
                  <a:lnTo>
                    <a:pt x="487" y="102"/>
                  </a:lnTo>
                  <a:lnTo>
                    <a:pt x="487" y="102"/>
                  </a:lnTo>
                  <a:lnTo>
                    <a:pt x="485" y="102"/>
                  </a:lnTo>
                  <a:lnTo>
                    <a:pt x="485" y="100"/>
                  </a:lnTo>
                  <a:lnTo>
                    <a:pt x="485" y="100"/>
                  </a:lnTo>
                  <a:lnTo>
                    <a:pt x="485" y="100"/>
                  </a:lnTo>
                  <a:lnTo>
                    <a:pt x="483" y="102"/>
                  </a:lnTo>
                  <a:lnTo>
                    <a:pt x="481" y="108"/>
                  </a:lnTo>
                  <a:lnTo>
                    <a:pt x="483" y="108"/>
                  </a:lnTo>
                  <a:lnTo>
                    <a:pt x="487" y="108"/>
                  </a:lnTo>
                  <a:lnTo>
                    <a:pt x="489" y="108"/>
                  </a:lnTo>
                  <a:lnTo>
                    <a:pt x="491" y="108"/>
                  </a:lnTo>
                  <a:lnTo>
                    <a:pt x="491" y="108"/>
                  </a:lnTo>
                  <a:lnTo>
                    <a:pt x="493" y="108"/>
                  </a:lnTo>
                  <a:lnTo>
                    <a:pt x="493" y="110"/>
                  </a:lnTo>
                  <a:lnTo>
                    <a:pt x="495" y="110"/>
                  </a:lnTo>
                  <a:lnTo>
                    <a:pt x="495" y="110"/>
                  </a:lnTo>
                  <a:lnTo>
                    <a:pt x="495" y="110"/>
                  </a:lnTo>
                  <a:lnTo>
                    <a:pt x="495" y="114"/>
                  </a:lnTo>
                  <a:lnTo>
                    <a:pt x="491" y="116"/>
                  </a:lnTo>
                  <a:lnTo>
                    <a:pt x="487" y="116"/>
                  </a:lnTo>
                  <a:lnTo>
                    <a:pt x="485" y="116"/>
                  </a:lnTo>
                  <a:lnTo>
                    <a:pt x="489" y="116"/>
                  </a:lnTo>
                  <a:lnTo>
                    <a:pt x="491" y="116"/>
                  </a:lnTo>
                  <a:lnTo>
                    <a:pt x="491" y="118"/>
                  </a:lnTo>
                  <a:lnTo>
                    <a:pt x="491" y="120"/>
                  </a:lnTo>
                  <a:lnTo>
                    <a:pt x="491" y="120"/>
                  </a:lnTo>
                  <a:lnTo>
                    <a:pt x="491" y="120"/>
                  </a:lnTo>
                  <a:lnTo>
                    <a:pt x="491" y="120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4"/>
                  </a:lnTo>
                  <a:lnTo>
                    <a:pt x="491" y="126"/>
                  </a:lnTo>
                  <a:lnTo>
                    <a:pt x="491" y="126"/>
                  </a:lnTo>
                  <a:lnTo>
                    <a:pt x="489" y="128"/>
                  </a:lnTo>
                  <a:lnTo>
                    <a:pt x="481" y="130"/>
                  </a:lnTo>
                  <a:lnTo>
                    <a:pt x="479" y="132"/>
                  </a:lnTo>
                  <a:lnTo>
                    <a:pt x="481" y="134"/>
                  </a:lnTo>
                  <a:lnTo>
                    <a:pt x="483" y="134"/>
                  </a:lnTo>
                  <a:lnTo>
                    <a:pt x="485" y="134"/>
                  </a:lnTo>
                  <a:lnTo>
                    <a:pt x="487" y="134"/>
                  </a:lnTo>
                  <a:lnTo>
                    <a:pt x="487" y="136"/>
                  </a:lnTo>
                  <a:lnTo>
                    <a:pt x="485" y="138"/>
                  </a:lnTo>
                  <a:lnTo>
                    <a:pt x="483" y="139"/>
                  </a:lnTo>
                  <a:lnTo>
                    <a:pt x="481" y="139"/>
                  </a:lnTo>
                  <a:lnTo>
                    <a:pt x="483" y="141"/>
                  </a:lnTo>
                  <a:lnTo>
                    <a:pt x="483" y="141"/>
                  </a:lnTo>
                  <a:lnTo>
                    <a:pt x="487" y="138"/>
                  </a:lnTo>
                  <a:lnTo>
                    <a:pt x="489" y="138"/>
                  </a:lnTo>
                  <a:lnTo>
                    <a:pt x="489" y="139"/>
                  </a:lnTo>
                  <a:lnTo>
                    <a:pt x="489" y="139"/>
                  </a:lnTo>
                  <a:lnTo>
                    <a:pt x="489" y="139"/>
                  </a:lnTo>
                  <a:lnTo>
                    <a:pt x="489" y="139"/>
                  </a:lnTo>
                  <a:lnTo>
                    <a:pt x="491" y="139"/>
                  </a:lnTo>
                  <a:lnTo>
                    <a:pt x="491" y="138"/>
                  </a:lnTo>
                  <a:lnTo>
                    <a:pt x="493" y="139"/>
                  </a:lnTo>
                  <a:lnTo>
                    <a:pt x="493" y="141"/>
                  </a:lnTo>
                  <a:lnTo>
                    <a:pt x="491" y="141"/>
                  </a:lnTo>
                  <a:lnTo>
                    <a:pt x="491" y="145"/>
                  </a:lnTo>
                  <a:lnTo>
                    <a:pt x="491" y="145"/>
                  </a:lnTo>
                  <a:lnTo>
                    <a:pt x="489" y="145"/>
                  </a:lnTo>
                  <a:lnTo>
                    <a:pt x="487" y="147"/>
                  </a:lnTo>
                  <a:lnTo>
                    <a:pt x="487" y="147"/>
                  </a:lnTo>
                  <a:lnTo>
                    <a:pt x="481" y="147"/>
                  </a:lnTo>
                  <a:lnTo>
                    <a:pt x="475" y="147"/>
                  </a:lnTo>
                  <a:lnTo>
                    <a:pt x="475" y="147"/>
                  </a:lnTo>
                  <a:lnTo>
                    <a:pt x="483" y="149"/>
                  </a:lnTo>
                  <a:lnTo>
                    <a:pt x="485" y="149"/>
                  </a:lnTo>
                  <a:lnTo>
                    <a:pt x="485" y="151"/>
                  </a:lnTo>
                  <a:lnTo>
                    <a:pt x="487" y="151"/>
                  </a:lnTo>
                  <a:lnTo>
                    <a:pt x="487" y="153"/>
                  </a:lnTo>
                  <a:lnTo>
                    <a:pt x="489" y="155"/>
                  </a:lnTo>
                  <a:lnTo>
                    <a:pt x="487" y="155"/>
                  </a:lnTo>
                  <a:lnTo>
                    <a:pt x="487" y="155"/>
                  </a:lnTo>
                  <a:lnTo>
                    <a:pt x="487" y="157"/>
                  </a:lnTo>
                  <a:lnTo>
                    <a:pt x="487" y="157"/>
                  </a:lnTo>
                  <a:lnTo>
                    <a:pt x="487" y="157"/>
                  </a:lnTo>
                  <a:lnTo>
                    <a:pt x="487" y="159"/>
                  </a:lnTo>
                  <a:lnTo>
                    <a:pt x="487" y="161"/>
                  </a:lnTo>
                  <a:lnTo>
                    <a:pt x="487" y="163"/>
                  </a:lnTo>
                  <a:lnTo>
                    <a:pt x="487" y="165"/>
                  </a:lnTo>
                  <a:lnTo>
                    <a:pt x="485" y="163"/>
                  </a:lnTo>
                  <a:lnTo>
                    <a:pt x="483" y="161"/>
                  </a:lnTo>
                  <a:lnTo>
                    <a:pt x="483" y="161"/>
                  </a:lnTo>
                  <a:lnTo>
                    <a:pt x="483" y="159"/>
                  </a:lnTo>
                  <a:lnTo>
                    <a:pt x="481" y="159"/>
                  </a:lnTo>
                  <a:lnTo>
                    <a:pt x="481" y="159"/>
                  </a:lnTo>
                  <a:lnTo>
                    <a:pt x="481" y="161"/>
                  </a:lnTo>
                  <a:lnTo>
                    <a:pt x="481" y="161"/>
                  </a:lnTo>
                  <a:lnTo>
                    <a:pt x="481" y="163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3" y="165"/>
                  </a:lnTo>
                  <a:lnTo>
                    <a:pt x="483" y="165"/>
                  </a:lnTo>
                  <a:lnTo>
                    <a:pt x="485" y="165"/>
                  </a:lnTo>
                  <a:lnTo>
                    <a:pt x="485" y="165"/>
                  </a:lnTo>
                  <a:lnTo>
                    <a:pt x="485" y="167"/>
                  </a:lnTo>
                  <a:lnTo>
                    <a:pt x="483" y="169"/>
                  </a:lnTo>
                  <a:lnTo>
                    <a:pt x="481" y="171"/>
                  </a:lnTo>
                  <a:lnTo>
                    <a:pt x="481" y="171"/>
                  </a:lnTo>
                  <a:lnTo>
                    <a:pt x="477" y="171"/>
                  </a:lnTo>
                  <a:lnTo>
                    <a:pt x="477" y="173"/>
                  </a:lnTo>
                  <a:lnTo>
                    <a:pt x="477" y="175"/>
                  </a:lnTo>
                  <a:lnTo>
                    <a:pt x="475" y="177"/>
                  </a:lnTo>
                  <a:lnTo>
                    <a:pt x="475" y="179"/>
                  </a:lnTo>
                  <a:lnTo>
                    <a:pt x="475" y="179"/>
                  </a:lnTo>
                  <a:lnTo>
                    <a:pt x="475" y="179"/>
                  </a:lnTo>
                  <a:lnTo>
                    <a:pt x="473" y="179"/>
                  </a:lnTo>
                  <a:lnTo>
                    <a:pt x="473" y="179"/>
                  </a:lnTo>
                  <a:lnTo>
                    <a:pt x="473" y="179"/>
                  </a:lnTo>
                  <a:lnTo>
                    <a:pt x="475" y="179"/>
                  </a:lnTo>
                  <a:lnTo>
                    <a:pt x="477" y="179"/>
                  </a:lnTo>
                  <a:lnTo>
                    <a:pt x="477" y="179"/>
                  </a:lnTo>
                  <a:lnTo>
                    <a:pt x="479" y="181"/>
                  </a:lnTo>
                  <a:lnTo>
                    <a:pt x="479" y="183"/>
                  </a:lnTo>
                  <a:lnTo>
                    <a:pt x="475" y="185"/>
                  </a:lnTo>
                  <a:lnTo>
                    <a:pt x="475" y="187"/>
                  </a:lnTo>
                  <a:lnTo>
                    <a:pt x="475" y="189"/>
                  </a:lnTo>
                  <a:lnTo>
                    <a:pt x="475" y="191"/>
                  </a:lnTo>
                  <a:lnTo>
                    <a:pt x="475" y="189"/>
                  </a:lnTo>
                  <a:lnTo>
                    <a:pt x="475" y="187"/>
                  </a:lnTo>
                  <a:lnTo>
                    <a:pt x="475" y="187"/>
                  </a:lnTo>
                  <a:lnTo>
                    <a:pt x="473" y="185"/>
                  </a:lnTo>
                  <a:lnTo>
                    <a:pt x="473" y="185"/>
                  </a:lnTo>
                  <a:lnTo>
                    <a:pt x="471" y="185"/>
                  </a:lnTo>
                  <a:lnTo>
                    <a:pt x="471" y="185"/>
                  </a:lnTo>
                  <a:lnTo>
                    <a:pt x="471" y="185"/>
                  </a:lnTo>
                  <a:lnTo>
                    <a:pt x="469" y="185"/>
                  </a:lnTo>
                  <a:lnTo>
                    <a:pt x="469" y="185"/>
                  </a:lnTo>
                  <a:lnTo>
                    <a:pt x="469" y="185"/>
                  </a:lnTo>
                  <a:lnTo>
                    <a:pt x="471" y="185"/>
                  </a:lnTo>
                  <a:lnTo>
                    <a:pt x="471" y="187"/>
                  </a:lnTo>
                  <a:lnTo>
                    <a:pt x="471" y="187"/>
                  </a:lnTo>
                  <a:lnTo>
                    <a:pt x="473" y="189"/>
                  </a:lnTo>
                  <a:lnTo>
                    <a:pt x="473" y="189"/>
                  </a:lnTo>
                  <a:lnTo>
                    <a:pt x="473" y="191"/>
                  </a:lnTo>
                  <a:lnTo>
                    <a:pt x="473" y="191"/>
                  </a:lnTo>
                  <a:lnTo>
                    <a:pt x="473" y="191"/>
                  </a:lnTo>
                  <a:lnTo>
                    <a:pt x="473" y="193"/>
                  </a:lnTo>
                  <a:lnTo>
                    <a:pt x="475" y="194"/>
                  </a:lnTo>
                  <a:lnTo>
                    <a:pt x="475" y="194"/>
                  </a:lnTo>
                  <a:lnTo>
                    <a:pt x="475" y="196"/>
                  </a:lnTo>
                  <a:lnTo>
                    <a:pt x="475" y="198"/>
                  </a:lnTo>
                  <a:lnTo>
                    <a:pt x="475" y="200"/>
                  </a:lnTo>
                  <a:lnTo>
                    <a:pt x="473" y="202"/>
                  </a:lnTo>
                  <a:lnTo>
                    <a:pt x="473" y="204"/>
                  </a:lnTo>
                  <a:lnTo>
                    <a:pt x="473" y="206"/>
                  </a:lnTo>
                  <a:lnTo>
                    <a:pt x="471" y="206"/>
                  </a:lnTo>
                  <a:lnTo>
                    <a:pt x="469" y="208"/>
                  </a:lnTo>
                  <a:lnTo>
                    <a:pt x="469" y="208"/>
                  </a:lnTo>
                  <a:lnTo>
                    <a:pt x="469" y="212"/>
                  </a:lnTo>
                  <a:lnTo>
                    <a:pt x="467" y="212"/>
                  </a:lnTo>
                  <a:lnTo>
                    <a:pt x="463" y="216"/>
                  </a:lnTo>
                  <a:lnTo>
                    <a:pt x="463" y="218"/>
                  </a:lnTo>
                  <a:lnTo>
                    <a:pt x="461" y="216"/>
                  </a:lnTo>
                  <a:lnTo>
                    <a:pt x="461" y="218"/>
                  </a:lnTo>
                  <a:lnTo>
                    <a:pt x="461" y="218"/>
                  </a:lnTo>
                  <a:lnTo>
                    <a:pt x="461" y="220"/>
                  </a:lnTo>
                  <a:lnTo>
                    <a:pt x="463" y="220"/>
                  </a:lnTo>
                  <a:lnTo>
                    <a:pt x="463" y="218"/>
                  </a:lnTo>
                  <a:lnTo>
                    <a:pt x="463" y="218"/>
                  </a:lnTo>
                  <a:lnTo>
                    <a:pt x="463" y="220"/>
                  </a:lnTo>
                  <a:lnTo>
                    <a:pt x="465" y="220"/>
                  </a:lnTo>
                  <a:lnTo>
                    <a:pt x="465" y="222"/>
                  </a:lnTo>
                  <a:lnTo>
                    <a:pt x="465" y="224"/>
                  </a:lnTo>
                  <a:lnTo>
                    <a:pt x="463" y="226"/>
                  </a:lnTo>
                  <a:lnTo>
                    <a:pt x="461" y="228"/>
                  </a:lnTo>
                  <a:lnTo>
                    <a:pt x="461" y="228"/>
                  </a:lnTo>
                  <a:lnTo>
                    <a:pt x="459" y="226"/>
                  </a:lnTo>
                  <a:lnTo>
                    <a:pt x="459" y="226"/>
                  </a:lnTo>
                  <a:lnTo>
                    <a:pt x="455" y="228"/>
                  </a:lnTo>
                  <a:lnTo>
                    <a:pt x="457" y="230"/>
                  </a:lnTo>
                  <a:lnTo>
                    <a:pt x="457" y="228"/>
                  </a:lnTo>
                  <a:lnTo>
                    <a:pt x="459" y="228"/>
                  </a:lnTo>
                  <a:lnTo>
                    <a:pt x="459" y="228"/>
                  </a:lnTo>
                  <a:lnTo>
                    <a:pt x="461" y="230"/>
                  </a:lnTo>
                  <a:lnTo>
                    <a:pt x="463" y="230"/>
                  </a:lnTo>
                  <a:lnTo>
                    <a:pt x="463" y="230"/>
                  </a:lnTo>
                  <a:lnTo>
                    <a:pt x="463" y="230"/>
                  </a:lnTo>
                  <a:lnTo>
                    <a:pt x="463" y="232"/>
                  </a:lnTo>
                  <a:lnTo>
                    <a:pt x="463" y="232"/>
                  </a:lnTo>
                  <a:lnTo>
                    <a:pt x="465" y="232"/>
                  </a:lnTo>
                  <a:lnTo>
                    <a:pt x="465" y="232"/>
                  </a:lnTo>
                  <a:lnTo>
                    <a:pt x="467" y="232"/>
                  </a:lnTo>
                  <a:lnTo>
                    <a:pt x="467" y="234"/>
                  </a:lnTo>
                  <a:lnTo>
                    <a:pt x="467" y="234"/>
                  </a:lnTo>
                  <a:lnTo>
                    <a:pt x="467" y="236"/>
                  </a:lnTo>
                  <a:lnTo>
                    <a:pt x="465" y="238"/>
                  </a:lnTo>
                  <a:lnTo>
                    <a:pt x="465" y="242"/>
                  </a:lnTo>
                  <a:lnTo>
                    <a:pt x="465" y="244"/>
                  </a:lnTo>
                  <a:lnTo>
                    <a:pt x="467" y="247"/>
                  </a:lnTo>
                  <a:lnTo>
                    <a:pt x="471" y="255"/>
                  </a:lnTo>
                  <a:lnTo>
                    <a:pt x="473" y="261"/>
                  </a:lnTo>
                  <a:lnTo>
                    <a:pt x="475" y="261"/>
                  </a:lnTo>
                  <a:lnTo>
                    <a:pt x="475" y="263"/>
                  </a:lnTo>
                  <a:lnTo>
                    <a:pt x="475" y="265"/>
                  </a:lnTo>
                  <a:lnTo>
                    <a:pt x="473" y="271"/>
                  </a:lnTo>
                  <a:lnTo>
                    <a:pt x="473" y="271"/>
                  </a:lnTo>
                  <a:lnTo>
                    <a:pt x="471" y="271"/>
                  </a:lnTo>
                  <a:lnTo>
                    <a:pt x="469" y="271"/>
                  </a:lnTo>
                  <a:lnTo>
                    <a:pt x="467" y="271"/>
                  </a:lnTo>
                  <a:lnTo>
                    <a:pt x="465" y="271"/>
                  </a:lnTo>
                  <a:lnTo>
                    <a:pt x="465" y="271"/>
                  </a:lnTo>
                  <a:lnTo>
                    <a:pt x="465" y="269"/>
                  </a:lnTo>
                  <a:lnTo>
                    <a:pt x="463" y="269"/>
                  </a:lnTo>
                  <a:lnTo>
                    <a:pt x="463" y="269"/>
                  </a:lnTo>
                  <a:lnTo>
                    <a:pt x="463" y="267"/>
                  </a:lnTo>
                  <a:lnTo>
                    <a:pt x="463" y="267"/>
                  </a:lnTo>
                  <a:lnTo>
                    <a:pt x="459" y="267"/>
                  </a:lnTo>
                  <a:lnTo>
                    <a:pt x="459" y="267"/>
                  </a:lnTo>
                  <a:lnTo>
                    <a:pt x="457" y="267"/>
                  </a:lnTo>
                  <a:lnTo>
                    <a:pt x="455" y="269"/>
                  </a:lnTo>
                  <a:lnTo>
                    <a:pt x="455" y="267"/>
                  </a:lnTo>
                  <a:lnTo>
                    <a:pt x="452" y="265"/>
                  </a:lnTo>
                  <a:lnTo>
                    <a:pt x="448" y="263"/>
                  </a:lnTo>
                  <a:lnTo>
                    <a:pt x="448" y="263"/>
                  </a:lnTo>
                  <a:lnTo>
                    <a:pt x="446" y="261"/>
                  </a:lnTo>
                  <a:lnTo>
                    <a:pt x="446" y="259"/>
                  </a:lnTo>
                  <a:lnTo>
                    <a:pt x="448" y="255"/>
                  </a:lnTo>
                  <a:lnTo>
                    <a:pt x="448" y="255"/>
                  </a:lnTo>
                  <a:lnTo>
                    <a:pt x="446" y="255"/>
                  </a:lnTo>
                  <a:lnTo>
                    <a:pt x="446" y="257"/>
                  </a:lnTo>
                  <a:lnTo>
                    <a:pt x="444" y="257"/>
                  </a:lnTo>
                  <a:lnTo>
                    <a:pt x="444" y="259"/>
                  </a:lnTo>
                  <a:lnTo>
                    <a:pt x="442" y="259"/>
                  </a:lnTo>
                  <a:lnTo>
                    <a:pt x="440" y="259"/>
                  </a:lnTo>
                  <a:lnTo>
                    <a:pt x="438" y="257"/>
                  </a:lnTo>
                  <a:lnTo>
                    <a:pt x="438" y="257"/>
                  </a:lnTo>
                  <a:lnTo>
                    <a:pt x="438" y="257"/>
                  </a:lnTo>
                  <a:lnTo>
                    <a:pt x="436" y="255"/>
                  </a:lnTo>
                  <a:lnTo>
                    <a:pt x="436" y="255"/>
                  </a:lnTo>
                  <a:lnTo>
                    <a:pt x="434" y="255"/>
                  </a:lnTo>
                  <a:lnTo>
                    <a:pt x="434" y="255"/>
                  </a:lnTo>
                  <a:lnTo>
                    <a:pt x="434" y="253"/>
                  </a:lnTo>
                  <a:lnTo>
                    <a:pt x="432" y="251"/>
                  </a:lnTo>
                  <a:lnTo>
                    <a:pt x="432" y="251"/>
                  </a:lnTo>
                  <a:lnTo>
                    <a:pt x="430" y="249"/>
                  </a:lnTo>
                  <a:lnTo>
                    <a:pt x="428" y="249"/>
                  </a:lnTo>
                  <a:lnTo>
                    <a:pt x="426" y="249"/>
                  </a:lnTo>
                  <a:lnTo>
                    <a:pt x="424" y="249"/>
                  </a:lnTo>
                  <a:lnTo>
                    <a:pt x="422" y="249"/>
                  </a:lnTo>
                  <a:lnTo>
                    <a:pt x="422" y="251"/>
                  </a:lnTo>
                  <a:lnTo>
                    <a:pt x="412" y="249"/>
                  </a:lnTo>
                  <a:lnTo>
                    <a:pt x="410" y="251"/>
                  </a:lnTo>
                  <a:lnTo>
                    <a:pt x="408" y="251"/>
                  </a:lnTo>
                  <a:lnTo>
                    <a:pt x="408" y="249"/>
                  </a:lnTo>
                  <a:lnTo>
                    <a:pt x="410" y="249"/>
                  </a:lnTo>
                  <a:lnTo>
                    <a:pt x="412" y="247"/>
                  </a:lnTo>
                  <a:lnTo>
                    <a:pt x="408" y="246"/>
                  </a:lnTo>
                  <a:lnTo>
                    <a:pt x="406" y="246"/>
                  </a:lnTo>
                  <a:lnTo>
                    <a:pt x="404" y="247"/>
                  </a:lnTo>
                  <a:lnTo>
                    <a:pt x="404" y="247"/>
                  </a:lnTo>
                  <a:lnTo>
                    <a:pt x="404" y="247"/>
                  </a:lnTo>
                  <a:lnTo>
                    <a:pt x="404" y="247"/>
                  </a:lnTo>
                  <a:lnTo>
                    <a:pt x="404" y="247"/>
                  </a:lnTo>
                  <a:lnTo>
                    <a:pt x="404" y="249"/>
                  </a:lnTo>
                  <a:lnTo>
                    <a:pt x="404" y="249"/>
                  </a:lnTo>
                  <a:lnTo>
                    <a:pt x="404" y="251"/>
                  </a:lnTo>
                  <a:lnTo>
                    <a:pt x="404" y="251"/>
                  </a:lnTo>
                  <a:lnTo>
                    <a:pt x="404" y="251"/>
                  </a:lnTo>
                  <a:lnTo>
                    <a:pt x="402" y="251"/>
                  </a:lnTo>
                  <a:lnTo>
                    <a:pt x="402" y="251"/>
                  </a:lnTo>
                  <a:lnTo>
                    <a:pt x="402" y="251"/>
                  </a:lnTo>
                  <a:lnTo>
                    <a:pt x="404" y="251"/>
                  </a:lnTo>
                  <a:lnTo>
                    <a:pt x="404" y="251"/>
                  </a:lnTo>
                  <a:lnTo>
                    <a:pt x="404" y="251"/>
                  </a:lnTo>
                  <a:lnTo>
                    <a:pt x="399" y="255"/>
                  </a:lnTo>
                  <a:lnTo>
                    <a:pt x="391" y="261"/>
                  </a:lnTo>
                  <a:lnTo>
                    <a:pt x="391" y="263"/>
                  </a:lnTo>
                  <a:lnTo>
                    <a:pt x="391" y="263"/>
                  </a:lnTo>
                  <a:lnTo>
                    <a:pt x="389" y="265"/>
                  </a:lnTo>
                  <a:lnTo>
                    <a:pt x="389" y="265"/>
                  </a:lnTo>
                  <a:lnTo>
                    <a:pt x="387" y="265"/>
                  </a:lnTo>
                  <a:lnTo>
                    <a:pt x="385" y="265"/>
                  </a:lnTo>
                  <a:lnTo>
                    <a:pt x="383" y="265"/>
                  </a:lnTo>
                  <a:lnTo>
                    <a:pt x="381" y="265"/>
                  </a:lnTo>
                  <a:lnTo>
                    <a:pt x="373" y="271"/>
                  </a:lnTo>
                  <a:lnTo>
                    <a:pt x="373" y="273"/>
                  </a:lnTo>
                  <a:lnTo>
                    <a:pt x="369" y="277"/>
                  </a:lnTo>
                  <a:lnTo>
                    <a:pt x="363" y="287"/>
                  </a:lnTo>
                  <a:lnTo>
                    <a:pt x="361" y="287"/>
                  </a:lnTo>
                  <a:lnTo>
                    <a:pt x="361" y="287"/>
                  </a:lnTo>
                  <a:lnTo>
                    <a:pt x="359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9" y="289"/>
                  </a:lnTo>
                  <a:lnTo>
                    <a:pt x="359" y="289"/>
                  </a:lnTo>
                  <a:lnTo>
                    <a:pt x="361" y="291"/>
                  </a:lnTo>
                  <a:lnTo>
                    <a:pt x="361" y="291"/>
                  </a:lnTo>
                  <a:lnTo>
                    <a:pt x="359" y="291"/>
                  </a:lnTo>
                  <a:lnTo>
                    <a:pt x="357" y="297"/>
                  </a:lnTo>
                  <a:lnTo>
                    <a:pt x="357" y="297"/>
                  </a:lnTo>
                  <a:lnTo>
                    <a:pt x="355" y="299"/>
                  </a:lnTo>
                  <a:lnTo>
                    <a:pt x="355" y="299"/>
                  </a:lnTo>
                  <a:lnTo>
                    <a:pt x="353" y="299"/>
                  </a:lnTo>
                  <a:lnTo>
                    <a:pt x="351" y="299"/>
                  </a:lnTo>
                  <a:lnTo>
                    <a:pt x="351" y="299"/>
                  </a:lnTo>
                  <a:lnTo>
                    <a:pt x="353" y="301"/>
                  </a:lnTo>
                  <a:lnTo>
                    <a:pt x="353" y="301"/>
                  </a:lnTo>
                  <a:lnTo>
                    <a:pt x="353" y="302"/>
                  </a:lnTo>
                  <a:lnTo>
                    <a:pt x="353" y="302"/>
                  </a:lnTo>
                  <a:lnTo>
                    <a:pt x="348" y="301"/>
                  </a:lnTo>
                  <a:lnTo>
                    <a:pt x="348" y="302"/>
                  </a:lnTo>
                  <a:lnTo>
                    <a:pt x="350" y="302"/>
                  </a:lnTo>
                  <a:lnTo>
                    <a:pt x="351" y="304"/>
                  </a:lnTo>
                  <a:lnTo>
                    <a:pt x="351" y="304"/>
                  </a:lnTo>
                  <a:lnTo>
                    <a:pt x="351" y="306"/>
                  </a:lnTo>
                  <a:lnTo>
                    <a:pt x="350" y="306"/>
                  </a:lnTo>
                  <a:lnTo>
                    <a:pt x="350" y="306"/>
                  </a:lnTo>
                  <a:lnTo>
                    <a:pt x="348" y="306"/>
                  </a:lnTo>
                  <a:lnTo>
                    <a:pt x="350" y="308"/>
                  </a:lnTo>
                  <a:lnTo>
                    <a:pt x="350" y="310"/>
                  </a:lnTo>
                  <a:lnTo>
                    <a:pt x="348" y="312"/>
                  </a:lnTo>
                  <a:lnTo>
                    <a:pt x="348" y="312"/>
                  </a:lnTo>
                  <a:lnTo>
                    <a:pt x="346" y="312"/>
                  </a:lnTo>
                  <a:lnTo>
                    <a:pt x="344" y="312"/>
                  </a:lnTo>
                  <a:lnTo>
                    <a:pt x="342" y="312"/>
                  </a:lnTo>
                  <a:lnTo>
                    <a:pt x="340" y="310"/>
                  </a:lnTo>
                  <a:lnTo>
                    <a:pt x="340" y="312"/>
                  </a:lnTo>
                  <a:lnTo>
                    <a:pt x="338" y="312"/>
                  </a:lnTo>
                  <a:lnTo>
                    <a:pt x="338" y="312"/>
                  </a:lnTo>
                  <a:lnTo>
                    <a:pt x="340" y="312"/>
                  </a:lnTo>
                  <a:lnTo>
                    <a:pt x="340" y="314"/>
                  </a:lnTo>
                  <a:lnTo>
                    <a:pt x="340" y="314"/>
                  </a:lnTo>
                  <a:lnTo>
                    <a:pt x="342" y="314"/>
                  </a:lnTo>
                  <a:lnTo>
                    <a:pt x="344" y="318"/>
                  </a:lnTo>
                  <a:lnTo>
                    <a:pt x="344" y="318"/>
                  </a:lnTo>
                  <a:lnTo>
                    <a:pt x="344" y="320"/>
                  </a:lnTo>
                  <a:lnTo>
                    <a:pt x="342" y="320"/>
                  </a:lnTo>
                  <a:lnTo>
                    <a:pt x="342" y="324"/>
                  </a:lnTo>
                  <a:lnTo>
                    <a:pt x="340" y="324"/>
                  </a:lnTo>
                  <a:lnTo>
                    <a:pt x="340" y="324"/>
                  </a:lnTo>
                  <a:lnTo>
                    <a:pt x="340" y="324"/>
                  </a:lnTo>
                  <a:lnTo>
                    <a:pt x="342" y="324"/>
                  </a:lnTo>
                  <a:lnTo>
                    <a:pt x="344" y="324"/>
                  </a:lnTo>
                  <a:lnTo>
                    <a:pt x="344" y="326"/>
                  </a:lnTo>
                  <a:lnTo>
                    <a:pt x="344" y="326"/>
                  </a:lnTo>
                  <a:lnTo>
                    <a:pt x="342" y="330"/>
                  </a:lnTo>
                  <a:lnTo>
                    <a:pt x="342" y="330"/>
                  </a:lnTo>
                  <a:lnTo>
                    <a:pt x="342" y="340"/>
                  </a:lnTo>
                  <a:lnTo>
                    <a:pt x="342" y="354"/>
                  </a:lnTo>
                  <a:lnTo>
                    <a:pt x="340" y="365"/>
                  </a:lnTo>
                  <a:lnTo>
                    <a:pt x="340" y="369"/>
                  </a:lnTo>
                  <a:lnTo>
                    <a:pt x="340" y="371"/>
                  </a:lnTo>
                  <a:lnTo>
                    <a:pt x="338" y="373"/>
                  </a:lnTo>
                  <a:lnTo>
                    <a:pt x="334" y="375"/>
                  </a:lnTo>
                  <a:lnTo>
                    <a:pt x="334" y="373"/>
                  </a:lnTo>
                  <a:lnTo>
                    <a:pt x="332" y="373"/>
                  </a:lnTo>
                  <a:lnTo>
                    <a:pt x="330" y="369"/>
                  </a:lnTo>
                  <a:lnTo>
                    <a:pt x="330" y="367"/>
                  </a:lnTo>
                  <a:lnTo>
                    <a:pt x="330" y="363"/>
                  </a:lnTo>
                  <a:lnTo>
                    <a:pt x="328" y="363"/>
                  </a:lnTo>
                  <a:lnTo>
                    <a:pt x="328" y="361"/>
                  </a:lnTo>
                  <a:lnTo>
                    <a:pt x="326" y="359"/>
                  </a:lnTo>
                  <a:lnTo>
                    <a:pt x="326" y="359"/>
                  </a:lnTo>
                  <a:lnTo>
                    <a:pt x="326" y="359"/>
                  </a:lnTo>
                  <a:lnTo>
                    <a:pt x="324" y="354"/>
                  </a:lnTo>
                  <a:lnTo>
                    <a:pt x="322" y="352"/>
                  </a:lnTo>
                  <a:lnTo>
                    <a:pt x="322" y="350"/>
                  </a:lnTo>
                  <a:lnTo>
                    <a:pt x="324" y="346"/>
                  </a:lnTo>
                  <a:lnTo>
                    <a:pt x="324" y="346"/>
                  </a:lnTo>
                  <a:lnTo>
                    <a:pt x="322" y="344"/>
                  </a:lnTo>
                  <a:lnTo>
                    <a:pt x="320" y="340"/>
                  </a:lnTo>
                  <a:lnTo>
                    <a:pt x="318" y="340"/>
                  </a:lnTo>
                  <a:lnTo>
                    <a:pt x="318" y="338"/>
                  </a:lnTo>
                  <a:lnTo>
                    <a:pt x="316" y="336"/>
                  </a:lnTo>
                  <a:lnTo>
                    <a:pt x="316" y="334"/>
                  </a:lnTo>
                  <a:lnTo>
                    <a:pt x="314" y="332"/>
                  </a:lnTo>
                  <a:lnTo>
                    <a:pt x="312" y="332"/>
                  </a:lnTo>
                  <a:lnTo>
                    <a:pt x="314" y="332"/>
                  </a:lnTo>
                  <a:lnTo>
                    <a:pt x="316" y="330"/>
                  </a:lnTo>
                  <a:lnTo>
                    <a:pt x="316" y="328"/>
                  </a:lnTo>
                  <a:lnTo>
                    <a:pt x="314" y="326"/>
                  </a:lnTo>
                  <a:lnTo>
                    <a:pt x="314" y="326"/>
                  </a:lnTo>
                  <a:lnTo>
                    <a:pt x="314" y="326"/>
                  </a:lnTo>
                  <a:lnTo>
                    <a:pt x="314" y="324"/>
                  </a:lnTo>
                  <a:lnTo>
                    <a:pt x="314" y="322"/>
                  </a:lnTo>
                  <a:lnTo>
                    <a:pt x="314" y="322"/>
                  </a:lnTo>
                  <a:lnTo>
                    <a:pt x="312" y="322"/>
                  </a:lnTo>
                  <a:lnTo>
                    <a:pt x="312" y="322"/>
                  </a:lnTo>
                  <a:lnTo>
                    <a:pt x="312" y="324"/>
                  </a:lnTo>
                  <a:lnTo>
                    <a:pt x="312" y="324"/>
                  </a:lnTo>
                  <a:lnTo>
                    <a:pt x="312" y="326"/>
                  </a:lnTo>
                  <a:lnTo>
                    <a:pt x="310" y="326"/>
                  </a:lnTo>
                  <a:lnTo>
                    <a:pt x="308" y="326"/>
                  </a:lnTo>
                  <a:lnTo>
                    <a:pt x="304" y="332"/>
                  </a:lnTo>
                  <a:lnTo>
                    <a:pt x="302" y="334"/>
                  </a:lnTo>
                  <a:lnTo>
                    <a:pt x="302" y="340"/>
                  </a:lnTo>
                  <a:lnTo>
                    <a:pt x="302" y="340"/>
                  </a:lnTo>
                  <a:lnTo>
                    <a:pt x="304" y="342"/>
                  </a:lnTo>
                  <a:lnTo>
                    <a:pt x="304" y="340"/>
                  </a:lnTo>
                  <a:lnTo>
                    <a:pt x="304" y="334"/>
                  </a:lnTo>
                  <a:lnTo>
                    <a:pt x="304" y="332"/>
                  </a:lnTo>
                  <a:lnTo>
                    <a:pt x="308" y="330"/>
                  </a:lnTo>
                  <a:lnTo>
                    <a:pt x="308" y="328"/>
                  </a:lnTo>
                  <a:lnTo>
                    <a:pt x="308" y="330"/>
                  </a:lnTo>
                  <a:lnTo>
                    <a:pt x="306" y="332"/>
                  </a:lnTo>
                  <a:lnTo>
                    <a:pt x="304" y="334"/>
                  </a:lnTo>
                  <a:lnTo>
                    <a:pt x="304" y="340"/>
                  </a:lnTo>
                  <a:lnTo>
                    <a:pt x="302" y="344"/>
                  </a:lnTo>
                  <a:lnTo>
                    <a:pt x="301" y="348"/>
                  </a:lnTo>
                  <a:lnTo>
                    <a:pt x="301" y="350"/>
                  </a:lnTo>
                  <a:lnTo>
                    <a:pt x="301" y="354"/>
                  </a:lnTo>
                  <a:lnTo>
                    <a:pt x="301" y="355"/>
                  </a:lnTo>
                  <a:lnTo>
                    <a:pt x="297" y="361"/>
                  </a:lnTo>
                  <a:lnTo>
                    <a:pt x="295" y="361"/>
                  </a:lnTo>
                  <a:lnTo>
                    <a:pt x="291" y="359"/>
                  </a:lnTo>
                  <a:lnTo>
                    <a:pt x="293" y="361"/>
                  </a:lnTo>
                  <a:lnTo>
                    <a:pt x="293" y="361"/>
                  </a:lnTo>
                  <a:lnTo>
                    <a:pt x="293" y="363"/>
                  </a:lnTo>
                  <a:lnTo>
                    <a:pt x="295" y="363"/>
                  </a:lnTo>
                  <a:lnTo>
                    <a:pt x="295" y="367"/>
                  </a:lnTo>
                  <a:lnTo>
                    <a:pt x="293" y="371"/>
                  </a:lnTo>
                  <a:lnTo>
                    <a:pt x="291" y="375"/>
                  </a:lnTo>
                  <a:lnTo>
                    <a:pt x="291" y="375"/>
                  </a:lnTo>
                  <a:lnTo>
                    <a:pt x="291" y="377"/>
                  </a:lnTo>
                  <a:lnTo>
                    <a:pt x="291" y="377"/>
                  </a:lnTo>
                  <a:lnTo>
                    <a:pt x="289" y="377"/>
                  </a:lnTo>
                  <a:lnTo>
                    <a:pt x="289" y="377"/>
                  </a:lnTo>
                  <a:lnTo>
                    <a:pt x="289" y="377"/>
                  </a:lnTo>
                  <a:lnTo>
                    <a:pt x="289" y="375"/>
                  </a:lnTo>
                  <a:lnTo>
                    <a:pt x="287" y="375"/>
                  </a:lnTo>
                  <a:lnTo>
                    <a:pt x="287" y="375"/>
                  </a:lnTo>
                  <a:lnTo>
                    <a:pt x="287" y="375"/>
                  </a:lnTo>
                  <a:lnTo>
                    <a:pt x="287" y="373"/>
                  </a:lnTo>
                  <a:lnTo>
                    <a:pt x="287" y="373"/>
                  </a:lnTo>
                  <a:lnTo>
                    <a:pt x="287" y="371"/>
                  </a:lnTo>
                  <a:lnTo>
                    <a:pt x="285" y="373"/>
                  </a:lnTo>
                  <a:lnTo>
                    <a:pt x="285" y="373"/>
                  </a:lnTo>
                  <a:lnTo>
                    <a:pt x="287" y="375"/>
                  </a:lnTo>
                  <a:lnTo>
                    <a:pt x="287" y="377"/>
                  </a:lnTo>
                  <a:lnTo>
                    <a:pt x="285" y="379"/>
                  </a:lnTo>
                  <a:lnTo>
                    <a:pt x="285" y="379"/>
                  </a:lnTo>
                  <a:lnTo>
                    <a:pt x="281" y="379"/>
                  </a:lnTo>
                  <a:lnTo>
                    <a:pt x="283" y="379"/>
                  </a:lnTo>
                  <a:lnTo>
                    <a:pt x="283" y="379"/>
                  </a:lnTo>
                  <a:lnTo>
                    <a:pt x="285" y="381"/>
                  </a:lnTo>
                  <a:lnTo>
                    <a:pt x="285" y="381"/>
                  </a:lnTo>
                  <a:lnTo>
                    <a:pt x="285" y="383"/>
                  </a:lnTo>
                  <a:lnTo>
                    <a:pt x="287" y="383"/>
                  </a:lnTo>
                  <a:lnTo>
                    <a:pt x="287" y="381"/>
                  </a:lnTo>
                  <a:lnTo>
                    <a:pt x="287" y="381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89" y="379"/>
                  </a:lnTo>
                  <a:lnTo>
                    <a:pt x="289" y="379"/>
                  </a:lnTo>
                  <a:lnTo>
                    <a:pt x="291" y="381"/>
                  </a:lnTo>
                  <a:lnTo>
                    <a:pt x="291" y="383"/>
                  </a:lnTo>
                  <a:lnTo>
                    <a:pt x="293" y="383"/>
                  </a:lnTo>
                  <a:lnTo>
                    <a:pt x="295" y="383"/>
                  </a:lnTo>
                  <a:lnTo>
                    <a:pt x="295" y="383"/>
                  </a:lnTo>
                  <a:lnTo>
                    <a:pt x="295" y="385"/>
                  </a:lnTo>
                  <a:lnTo>
                    <a:pt x="295" y="387"/>
                  </a:lnTo>
                  <a:lnTo>
                    <a:pt x="295" y="389"/>
                  </a:lnTo>
                  <a:lnTo>
                    <a:pt x="295" y="399"/>
                  </a:lnTo>
                  <a:lnTo>
                    <a:pt x="295" y="399"/>
                  </a:lnTo>
                  <a:lnTo>
                    <a:pt x="293" y="401"/>
                  </a:lnTo>
                  <a:lnTo>
                    <a:pt x="293" y="403"/>
                  </a:lnTo>
                  <a:lnTo>
                    <a:pt x="293" y="405"/>
                  </a:lnTo>
                  <a:lnTo>
                    <a:pt x="291" y="407"/>
                  </a:lnTo>
                  <a:lnTo>
                    <a:pt x="291" y="407"/>
                  </a:lnTo>
                  <a:lnTo>
                    <a:pt x="289" y="407"/>
                  </a:lnTo>
                  <a:lnTo>
                    <a:pt x="289" y="407"/>
                  </a:lnTo>
                  <a:lnTo>
                    <a:pt x="287" y="405"/>
                  </a:lnTo>
                  <a:lnTo>
                    <a:pt x="287" y="405"/>
                  </a:lnTo>
                  <a:lnTo>
                    <a:pt x="287" y="405"/>
                  </a:lnTo>
                  <a:lnTo>
                    <a:pt x="287" y="403"/>
                  </a:lnTo>
                  <a:lnTo>
                    <a:pt x="287" y="403"/>
                  </a:lnTo>
                  <a:lnTo>
                    <a:pt x="287" y="403"/>
                  </a:lnTo>
                  <a:lnTo>
                    <a:pt x="287" y="403"/>
                  </a:lnTo>
                  <a:lnTo>
                    <a:pt x="285" y="403"/>
                  </a:lnTo>
                  <a:lnTo>
                    <a:pt x="285" y="401"/>
                  </a:lnTo>
                  <a:lnTo>
                    <a:pt x="283" y="401"/>
                  </a:lnTo>
                  <a:lnTo>
                    <a:pt x="281" y="397"/>
                  </a:lnTo>
                  <a:lnTo>
                    <a:pt x="279" y="397"/>
                  </a:lnTo>
                  <a:lnTo>
                    <a:pt x="277" y="395"/>
                  </a:lnTo>
                  <a:lnTo>
                    <a:pt x="273" y="395"/>
                  </a:lnTo>
                  <a:lnTo>
                    <a:pt x="269" y="393"/>
                  </a:lnTo>
                  <a:lnTo>
                    <a:pt x="267" y="391"/>
                  </a:lnTo>
                  <a:lnTo>
                    <a:pt x="265" y="391"/>
                  </a:lnTo>
                  <a:lnTo>
                    <a:pt x="263" y="393"/>
                  </a:lnTo>
                  <a:lnTo>
                    <a:pt x="261" y="393"/>
                  </a:lnTo>
                  <a:lnTo>
                    <a:pt x="261" y="395"/>
                  </a:lnTo>
                  <a:lnTo>
                    <a:pt x="261" y="395"/>
                  </a:lnTo>
                  <a:lnTo>
                    <a:pt x="263" y="397"/>
                  </a:lnTo>
                  <a:lnTo>
                    <a:pt x="261" y="397"/>
                  </a:lnTo>
                  <a:lnTo>
                    <a:pt x="261" y="397"/>
                  </a:lnTo>
                  <a:lnTo>
                    <a:pt x="259" y="397"/>
                  </a:lnTo>
                  <a:lnTo>
                    <a:pt x="261" y="399"/>
                  </a:lnTo>
                  <a:lnTo>
                    <a:pt x="263" y="401"/>
                  </a:lnTo>
                  <a:lnTo>
                    <a:pt x="265" y="401"/>
                  </a:lnTo>
                  <a:lnTo>
                    <a:pt x="265" y="403"/>
                  </a:lnTo>
                  <a:lnTo>
                    <a:pt x="263" y="407"/>
                  </a:lnTo>
                  <a:lnTo>
                    <a:pt x="261" y="408"/>
                  </a:lnTo>
                  <a:lnTo>
                    <a:pt x="259" y="408"/>
                  </a:lnTo>
                  <a:lnTo>
                    <a:pt x="259" y="410"/>
                  </a:lnTo>
                  <a:lnTo>
                    <a:pt x="259" y="412"/>
                  </a:lnTo>
                  <a:lnTo>
                    <a:pt x="259" y="412"/>
                  </a:lnTo>
                  <a:lnTo>
                    <a:pt x="261" y="414"/>
                  </a:lnTo>
                  <a:lnTo>
                    <a:pt x="261" y="416"/>
                  </a:lnTo>
                  <a:lnTo>
                    <a:pt x="265" y="416"/>
                  </a:lnTo>
                  <a:lnTo>
                    <a:pt x="265" y="416"/>
                  </a:lnTo>
                  <a:lnTo>
                    <a:pt x="265" y="416"/>
                  </a:lnTo>
                  <a:lnTo>
                    <a:pt x="261" y="416"/>
                  </a:lnTo>
                  <a:lnTo>
                    <a:pt x="261" y="418"/>
                  </a:lnTo>
                  <a:lnTo>
                    <a:pt x="259" y="418"/>
                  </a:lnTo>
                  <a:lnTo>
                    <a:pt x="257" y="416"/>
                  </a:lnTo>
                  <a:lnTo>
                    <a:pt x="257" y="416"/>
                  </a:lnTo>
                  <a:lnTo>
                    <a:pt x="257" y="414"/>
                  </a:lnTo>
                  <a:lnTo>
                    <a:pt x="259" y="414"/>
                  </a:lnTo>
                  <a:lnTo>
                    <a:pt x="259" y="414"/>
                  </a:lnTo>
                  <a:lnTo>
                    <a:pt x="259" y="414"/>
                  </a:lnTo>
                  <a:lnTo>
                    <a:pt x="259" y="412"/>
                  </a:lnTo>
                  <a:lnTo>
                    <a:pt x="259" y="412"/>
                  </a:lnTo>
                  <a:lnTo>
                    <a:pt x="259" y="410"/>
                  </a:lnTo>
                  <a:lnTo>
                    <a:pt x="259" y="408"/>
                  </a:lnTo>
                  <a:lnTo>
                    <a:pt x="259" y="407"/>
                  </a:lnTo>
                  <a:lnTo>
                    <a:pt x="259" y="407"/>
                  </a:lnTo>
                  <a:lnTo>
                    <a:pt x="257" y="408"/>
                  </a:lnTo>
                  <a:lnTo>
                    <a:pt x="257" y="408"/>
                  </a:lnTo>
                  <a:lnTo>
                    <a:pt x="255" y="408"/>
                  </a:lnTo>
                  <a:lnTo>
                    <a:pt x="253" y="407"/>
                  </a:lnTo>
                  <a:lnTo>
                    <a:pt x="253" y="407"/>
                  </a:lnTo>
                  <a:lnTo>
                    <a:pt x="251" y="407"/>
                  </a:lnTo>
                  <a:lnTo>
                    <a:pt x="248" y="408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44" y="410"/>
                  </a:lnTo>
                  <a:lnTo>
                    <a:pt x="244" y="410"/>
                  </a:lnTo>
                  <a:lnTo>
                    <a:pt x="244" y="410"/>
                  </a:lnTo>
                  <a:lnTo>
                    <a:pt x="244" y="412"/>
                  </a:lnTo>
                  <a:lnTo>
                    <a:pt x="244" y="412"/>
                  </a:lnTo>
                  <a:lnTo>
                    <a:pt x="242" y="412"/>
                  </a:lnTo>
                  <a:lnTo>
                    <a:pt x="242" y="412"/>
                  </a:lnTo>
                  <a:lnTo>
                    <a:pt x="238" y="414"/>
                  </a:lnTo>
                  <a:lnTo>
                    <a:pt x="238" y="416"/>
                  </a:lnTo>
                  <a:lnTo>
                    <a:pt x="238" y="416"/>
                  </a:lnTo>
                  <a:lnTo>
                    <a:pt x="240" y="418"/>
                  </a:lnTo>
                  <a:lnTo>
                    <a:pt x="242" y="418"/>
                  </a:lnTo>
                  <a:lnTo>
                    <a:pt x="242" y="418"/>
                  </a:lnTo>
                  <a:lnTo>
                    <a:pt x="244" y="418"/>
                  </a:lnTo>
                  <a:lnTo>
                    <a:pt x="244" y="418"/>
                  </a:lnTo>
                  <a:lnTo>
                    <a:pt x="246" y="416"/>
                  </a:lnTo>
                  <a:lnTo>
                    <a:pt x="246" y="416"/>
                  </a:lnTo>
                  <a:lnTo>
                    <a:pt x="244" y="416"/>
                  </a:lnTo>
                  <a:lnTo>
                    <a:pt x="244" y="416"/>
                  </a:lnTo>
                  <a:lnTo>
                    <a:pt x="244" y="416"/>
                  </a:lnTo>
                  <a:lnTo>
                    <a:pt x="246" y="416"/>
                  </a:lnTo>
                  <a:lnTo>
                    <a:pt x="246" y="416"/>
                  </a:lnTo>
                  <a:lnTo>
                    <a:pt x="246" y="416"/>
                  </a:lnTo>
                  <a:lnTo>
                    <a:pt x="246" y="418"/>
                  </a:lnTo>
                  <a:lnTo>
                    <a:pt x="246" y="422"/>
                  </a:lnTo>
                  <a:lnTo>
                    <a:pt x="246" y="424"/>
                  </a:lnTo>
                  <a:lnTo>
                    <a:pt x="246" y="424"/>
                  </a:lnTo>
                  <a:lnTo>
                    <a:pt x="246" y="424"/>
                  </a:lnTo>
                  <a:lnTo>
                    <a:pt x="242" y="426"/>
                  </a:lnTo>
                  <a:lnTo>
                    <a:pt x="240" y="428"/>
                  </a:lnTo>
                  <a:lnTo>
                    <a:pt x="240" y="428"/>
                  </a:lnTo>
                  <a:lnTo>
                    <a:pt x="240" y="432"/>
                  </a:lnTo>
                  <a:lnTo>
                    <a:pt x="240" y="434"/>
                  </a:lnTo>
                  <a:lnTo>
                    <a:pt x="238" y="436"/>
                  </a:lnTo>
                  <a:lnTo>
                    <a:pt x="240" y="438"/>
                  </a:lnTo>
                  <a:lnTo>
                    <a:pt x="240" y="440"/>
                  </a:lnTo>
                  <a:lnTo>
                    <a:pt x="240" y="442"/>
                  </a:lnTo>
                  <a:lnTo>
                    <a:pt x="242" y="442"/>
                  </a:lnTo>
                  <a:lnTo>
                    <a:pt x="242" y="444"/>
                  </a:lnTo>
                  <a:lnTo>
                    <a:pt x="244" y="446"/>
                  </a:lnTo>
                  <a:lnTo>
                    <a:pt x="246" y="448"/>
                  </a:lnTo>
                  <a:lnTo>
                    <a:pt x="246" y="448"/>
                  </a:lnTo>
                  <a:lnTo>
                    <a:pt x="246" y="448"/>
                  </a:lnTo>
                  <a:lnTo>
                    <a:pt x="248" y="450"/>
                  </a:lnTo>
                  <a:lnTo>
                    <a:pt x="248" y="452"/>
                  </a:lnTo>
                  <a:lnTo>
                    <a:pt x="248" y="454"/>
                  </a:lnTo>
                  <a:lnTo>
                    <a:pt x="246" y="456"/>
                  </a:lnTo>
                  <a:lnTo>
                    <a:pt x="246" y="456"/>
                  </a:lnTo>
                  <a:lnTo>
                    <a:pt x="244" y="456"/>
                  </a:lnTo>
                  <a:lnTo>
                    <a:pt x="244" y="458"/>
                  </a:lnTo>
                  <a:lnTo>
                    <a:pt x="244" y="460"/>
                  </a:lnTo>
                  <a:lnTo>
                    <a:pt x="244" y="460"/>
                  </a:lnTo>
                  <a:lnTo>
                    <a:pt x="244" y="460"/>
                  </a:lnTo>
                  <a:lnTo>
                    <a:pt x="244" y="460"/>
                  </a:lnTo>
                  <a:lnTo>
                    <a:pt x="244" y="460"/>
                  </a:lnTo>
                  <a:lnTo>
                    <a:pt x="244" y="462"/>
                  </a:lnTo>
                  <a:lnTo>
                    <a:pt x="244" y="462"/>
                  </a:lnTo>
                  <a:lnTo>
                    <a:pt x="246" y="463"/>
                  </a:lnTo>
                  <a:lnTo>
                    <a:pt x="246" y="463"/>
                  </a:lnTo>
                  <a:lnTo>
                    <a:pt x="246" y="463"/>
                  </a:lnTo>
                  <a:lnTo>
                    <a:pt x="248" y="465"/>
                  </a:lnTo>
                  <a:lnTo>
                    <a:pt x="251" y="465"/>
                  </a:lnTo>
                  <a:lnTo>
                    <a:pt x="253" y="465"/>
                  </a:lnTo>
                  <a:lnTo>
                    <a:pt x="255" y="467"/>
                  </a:lnTo>
                  <a:lnTo>
                    <a:pt x="255" y="467"/>
                  </a:lnTo>
                  <a:lnTo>
                    <a:pt x="257" y="469"/>
                  </a:lnTo>
                  <a:lnTo>
                    <a:pt x="257" y="473"/>
                  </a:lnTo>
                  <a:lnTo>
                    <a:pt x="259" y="475"/>
                  </a:lnTo>
                  <a:lnTo>
                    <a:pt x="259" y="477"/>
                  </a:lnTo>
                  <a:lnTo>
                    <a:pt x="261" y="477"/>
                  </a:lnTo>
                  <a:lnTo>
                    <a:pt x="259" y="479"/>
                  </a:lnTo>
                  <a:lnTo>
                    <a:pt x="259" y="481"/>
                  </a:lnTo>
                  <a:lnTo>
                    <a:pt x="259" y="481"/>
                  </a:lnTo>
                  <a:lnTo>
                    <a:pt x="259" y="481"/>
                  </a:lnTo>
                  <a:lnTo>
                    <a:pt x="259" y="481"/>
                  </a:lnTo>
                  <a:lnTo>
                    <a:pt x="259" y="479"/>
                  </a:lnTo>
                  <a:lnTo>
                    <a:pt x="259" y="477"/>
                  </a:lnTo>
                  <a:lnTo>
                    <a:pt x="259" y="477"/>
                  </a:lnTo>
                  <a:lnTo>
                    <a:pt x="257" y="475"/>
                  </a:lnTo>
                  <a:lnTo>
                    <a:pt x="257" y="475"/>
                  </a:lnTo>
                  <a:lnTo>
                    <a:pt x="257" y="477"/>
                  </a:lnTo>
                  <a:lnTo>
                    <a:pt x="255" y="477"/>
                  </a:lnTo>
                  <a:lnTo>
                    <a:pt x="255" y="477"/>
                  </a:lnTo>
                  <a:lnTo>
                    <a:pt x="255" y="477"/>
                  </a:lnTo>
                  <a:lnTo>
                    <a:pt x="253" y="477"/>
                  </a:lnTo>
                  <a:lnTo>
                    <a:pt x="253" y="479"/>
                  </a:lnTo>
                  <a:lnTo>
                    <a:pt x="253" y="479"/>
                  </a:lnTo>
                  <a:lnTo>
                    <a:pt x="251" y="481"/>
                  </a:lnTo>
                  <a:lnTo>
                    <a:pt x="251" y="481"/>
                  </a:lnTo>
                  <a:lnTo>
                    <a:pt x="251" y="483"/>
                  </a:lnTo>
                  <a:lnTo>
                    <a:pt x="253" y="483"/>
                  </a:lnTo>
                  <a:lnTo>
                    <a:pt x="253" y="485"/>
                  </a:lnTo>
                  <a:lnTo>
                    <a:pt x="253" y="485"/>
                  </a:lnTo>
                  <a:lnTo>
                    <a:pt x="253" y="485"/>
                  </a:lnTo>
                  <a:lnTo>
                    <a:pt x="255" y="487"/>
                  </a:lnTo>
                  <a:lnTo>
                    <a:pt x="255" y="487"/>
                  </a:lnTo>
                  <a:lnTo>
                    <a:pt x="255" y="487"/>
                  </a:lnTo>
                  <a:lnTo>
                    <a:pt x="257" y="487"/>
                  </a:lnTo>
                  <a:lnTo>
                    <a:pt x="259" y="487"/>
                  </a:lnTo>
                  <a:lnTo>
                    <a:pt x="261" y="487"/>
                  </a:lnTo>
                  <a:lnTo>
                    <a:pt x="263" y="487"/>
                  </a:lnTo>
                  <a:lnTo>
                    <a:pt x="263" y="489"/>
                  </a:lnTo>
                  <a:lnTo>
                    <a:pt x="265" y="489"/>
                  </a:lnTo>
                  <a:lnTo>
                    <a:pt x="267" y="491"/>
                  </a:lnTo>
                  <a:lnTo>
                    <a:pt x="267" y="493"/>
                  </a:lnTo>
                  <a:lnTo>
                    <a:pt x="267" y="493"/>
                  </a:lnTo>
                  <a:lnTo>
                    <a:pt x="265" y="497"/>
                  </a:lnTo>
                  <a:lnTo>
                    <a:pt x="265" y="497"/>
                  </a:lnTo>
                  <a:lnTo>
                    <a:pt x="265" y="497"/>
                  </a:lnTo>
                  <a:lnTo>
                    <a:pt x="265" y="497"/>
                  </a:lnTo>
                  <a:lnTo>
                    <a:pt x="265" y="495"/>
                  </a:lnTo>
                  <a:lnTo>
                    <a:pt x="265" y="495"/>
                  </a:lnTo>
                  <a:lnTo>
                    <a:pt x="263" y="493"/>
                  </a:lnTo>
                  <a:lnTo>
                    <a:pt x="263" y="493"/>
                  </a:lnTo>
                  <a:lnTo>
                    <a:pt x="261" y="493"/>
                  </a:lnTo>
                  <a:lnTo>
                    <a:pt x="257" y="493"/>
                  </a:lnTo>
                  <a:lnTo>
                    <a:pt x="257" y="493"/>
                  </a:lnTo>
                  <a:lnTo>
                    <a:pt x="257" y="491"/>
                  </a:lnTo>
                  <a:lnTo>
                    <a:pt x="257" y="491"/>
                  </a:lnTo>
                  <a:lnTo>
                    <a:pt x="255" y="491"/>
                  </a:lnTo>
                  <a:lnTo>
                    <a:pt x="253" y="491"/>
                  </a:lnTo>
                  <a:lnTo>
                    <a:pt x="253" y="493"/>
                  </a:lnTo>
                  <a:lnTo>
                    <a:pt x="253" y="493"/>
                  </a:lnTo>
                  <a:lnTo>
                    <a:pt x="253" y="493"/>
                  </a:lnTo>
                  <a:lnTo>
                    <a:pt x="251" y="493"/>
                  </a:lnTo>
                  <a:lnTo>
                    <a:pt x="251" y="493"/>
                  </a:lnTo>
                  <a:lnTo>
                    <a:pt x="251" y="493"/>
                  </a:lnTo>
                  <a:lnTo>
                    <a:pt x="253" y="493"/>
                  </a:lnTo>
                  <a:lnTo>
                    <a:pt x="253" y="495"/>
                  </a:lnTo>
                  <a:lnTo>
                    <a:pt x="253" y="495"/>
                  </a:lnTo>
                  <a:lnTo>
                    <a:pt x="253" y="495"/>
                  </a:lnTo>
                  <a:lnTo>
                    <a:pt x="251" y="495"/>
                  </a:lnTo>
                  <a:lnTo>
                    <a:pt x="251" y="495"/>
                  </a:lnTo>
                  <a:lnTo>
                    <a:pt x="251" y="49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57" y="501"/>
                  </a:lnTo>
                  <a:lnTo>
                    <a:pt x="259" y="501"/>
                  </a:lnTo>
                  <a:lnTo>
                    <a:pt x="261" y="501"/>
                  </a:lnTo>
                  <a:lnTo>
                    <a:pt x="261" y="501"/>
                  </a:lnTo>
                  <a:lnTo>
                    <a:pt x="261" y="499"/>
                  </a:lnTo>
                  <a:lnTo>
                    <a:pt x="261" y="499"/>
                  </a:lnTo>
                  <a:lnTo>
                    <a:pt x="263" y="501"/>
                  </a:lnTo>
                  <a:lnTo>
                    <a:pt x="265" y="503"/>
                  </a:lnTo>
                  <a:lnTo>
                    <a:pt x="265" y="503"/>
                  </a:lnTo>
                  <a:lnTo>
                    <a:pt x="265" y="505"/>
                  </a:lnTo>
                  <a:lnTo>
                    <a:pt x="263" y="507"/>
                  </a:lnTo>
                  <a:lnTo>
                    <a:pt x="261" y="511"/>
                  </a:lnTo>
                  <a:lnTo>
                    <a:pt x="261" y="513"/>
                  </a:lnTo>
                  <a:lnTo>
                    <a:pt x="259" y="509"/>
                  </a:lnTo>
                  <a:lnTo>
                    <a:pt x="259" y="507"/>
                  </a:lnTo>
                  <a:lnTo>
                    <a:pt x="257" y="507"/>
                  </a:lnTo>
                  <a:lnTo>
                    <a:pt x="257" y="507"/>
                  </a:lnTo>
                  <a:lnTo>
                    <a:pt x="257" y="509"/>
                  </a:lnTo>
                  <a:lnTo>
                    <a:pt x="259" y="513"/>
                  </a:lnTo>
                  <a:lnTo>
                    <a:pt x="259" y="515"/>
                  </a:lnTo>
                  <a:lnTo>
                    <a:pt x="255" y="516"/>
                  </a:lnTo>
                  <a:lnTo>
                    <a:pt x="255" y="518"/>
                  </a:lnTo>
                  <a:lnTo>
                    <a:pt x="255" y="518"/>
                  </a:lnTo>
                  <a:lnTo>
                    <a:pt x="255" y="520"/>
                  </a:lnTo>
                  <a:lnTo>
                    <a:pt x="257" y="520"/>
                  </a:lnTo>
                  <a:lnTo>
                    <a:pt x="257" y="520"/>
                  </a:lnTo>
                  <a:lnTo>
                    <a:pt x="257" y="518"/>
                  </a:lnTo>
                  <a:lnTo>
                    <a:pt x="257" y="518"/>
                  </a:lnTo>
                  <a:lnTo>
                    <a:pt x="257" y="518"/>
                  </a:lnTo>
                  <a:lnTo>
                    <a:pt x="259" y="518"/>
                  </a:lnTo>
                  <a:lnTo>
                    <a:pt x="259" y="518"/>
                  </a:lnTo>
                  <a:lnTo>
                    <a:pt x="259" y="516"/>
                  </a:lnTo>
                  <a:lnTo>
                    <a:pt x="259" y="516"/>
                  </a:lnTo>
                  <a:lnTo>
                    <a:pt x="259" y="518"/>
                  </a:lnTo>
                  <a:lnTo>
                    <a:pt x="259" y="518"/>
                  </a:lnTo>
                  <a:lnTo>
                    <a:pt x="261" y="518"/>
                  </a:lnTo>
                  <a:lnTo>
                    <a:pt x="259" y="520"/>
                  </a:lnTo>
                  <a:lnTo>
                    <a:pt x="255" y="532"/>
                  </a:lnTo>
                  <a:lnTo>
                    <a:pt x="255" y="540"/>
                  </a:lnTo>
                  <a:lnTo>
                    <a:pt x="255" y="548"/>
                  </a:lnTo>
                  <a:lnTo>
                    <a:pt x="255" y="556"/>
                  </a:lnTo>
                  <a:lnTo>
                    <a:pt x="257" y="564"/>
                  </a:lnTo>
                  <a:lnTo>
                    <a:pt x="261" y="579"/>
                  </a:lnTo>
                  <a:lnTo>
                    <a:pt x="261" y="583"/>
                  </a:lnTo>
                  <a:lnTo>
                    <a:pt x="263" y="589"/>
                  </a:lnTo>
                  <a:lnTo>
                    <a:pt x="265" y="591"/>
                  </a:lnTo>
                  <a:lnTo>
                    <a:pt x="267" y="593"/>
                  </a:lnTo>
                  <a:lnTo>
                    <a:pt x="271" y="599"/>
                  </a:lnTo>
                  <a:lnTo>
                    <a:pt x="275" y="601"/>
                  </a:lnTo>
                  <a:lnTo>
                    <a:pt x="279" y="601"/>
                  </a:lnTo>
                  <a:lnTo>
                    <a:pt x="283" y="603"/>
                  </a:lnTo>
                  <a:lnTo>
                    <a:pt x="287" y="601"/>
                  </a:lnTo>
                  <a:lnTo>
                    <a:pt x="291" y="601"/>
                  </a:lnTo>
                  <a:lnTo>
                    <a:pt x="293" y="599"/>
                  </a:lnTo>
                  <a:lnTo>
                    <a:pt x="295" y="601"/>
                  </a:lnTo>
                  <a:lnTo>
                    <a:pt x="295" y="603"/>
                  </a:lnTo>
                  <a:lnTo>
                    <a:pt x="295" y="605"/>
                  </a:lnTo>
                  <a:lnTo>
                    <a:pt x="293" y="609"/>
                  </a:lnTo>
                  <a:lnTo>
                    <a:pt x="295" y="609"/>
                  </a:lnTo>
                  <a:lnTo>
                    <a:pt x="295" y="607"/>
                  </a:lnTo>
                  <a:lnTo>
                    <a:pt x="295" y="607"/>
                  </a:lnTo>
                  <a:lnTo>
                    <a:pt x="295" y="607"/>
                  </a:lnTo>
                  <a:lnTo>
                    <a:pt x="297" y="599"/>
                  </a:lnTo>
                  <a:lnTo>
                    <a:pt x="295" y="597"/>
                  </a:lnTo>
                  <a:lnTo>
                    <a:pt x="293" y="593"/>
                  </a:lnTo>
                  <a:lnTo>
                    <a:pt x="291" y="591"/>
                  </a:lnTo>
                  <a:lnTo>
                    <a:pt x="291" y="589"/>
                  </a:lnTo>
                  <a:lnTo>
                    <a:pt x="291" y="587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93" y="583"/>
                  </a:lnTo>
                  <a:lnTo>
                    <a:pt x="295" y="583"/>
                  </a:lnTo>
                  <a:lnTo>
                    <a:pt x="295" y="581"/>
                  </a:lnTo>
                  <a:lnTo>
                    <a:pt x="295" y="581"/>
                  </a:lnTo>
                  <a:lnTo>
                    <a:pt x="295" y="581"/>
                  </a:lnTo>
                  <a:lnTo>
                    <a:pt x="295" y="581"/>
                  </a:lnTo>
                  <a:lnTo>
                    <a:pt x="297" y="581"/>
                  </a:lnTo>
                  <a:lnTo>
                    <a:pt x="297" y="581"/>
                  </a:lnTo>
                  <a:lnTo>
                    <a:pt x="299" y="581"/>
                  </a:lnTo>
                  <a:lnTo>
                    <a:pt x="299" y="581"/>
                  </a:lnTo>
                  <a:lnTo>
                    <a:pt x="299" y="581"/>
                  </a:lnTo>
                  <a:lnTo>
                    <a:pt x="301" y="581"/>
                  </a:lnTo>
                  <a:lnTo>
                    <a:pt x="301" y="581"/>
                  </a:lnTo>
                  <a:lnTo>
                    <a:pt x="302" y="581"/>
                  </a:lnTo>
                  <a:lnTo>
                    <a:pt x="302" y="581"/>
                  </a:lnTo>
                  <a:lnTo>
                    <a:pt x="302" y="581"/>
                  </a:lnTo>
                  <a:lnTo>
                    <a:pt x="312" y="583"/>
                  </a:lnTo>
                  <a:lnTo>
                    <a:pt x="316" y="581"/>
                  </a:lnTo>
                  <a:lnTo>
                    <a:pt x="320" y="579"/>
                  </a:lnTo>
                  <a:lnTo>
                    <a:pt x="320" y="581"/>
                  </a:lnTo>
                  <a:lnTo>
                    <a:pt x="324" y="581"/>
                  </a:lnTo>
                  <a:lnTo>
                    <a:pt x="324" y="581"/>
                  </a:lnTo>
                  <a:lnTo>
                    <a:pt x="328" y="585"/>
                  </a:lnTo>
                  <a:lnTo>
                    <a:pt x="328" y="587"/>
                  </a:lnTo>
                  <a:lnTo>
                    <a:pt x="328" y="589"/>
                  </a:lnTo>
                  <a:lnTo>
                    <a:pt x="328" y="591"/>
                  </a:lnTo>
                  <a:lnTo>
                    <a:pt x="330" y="593"/>
                  </a:lnTo>
                  <a:lnTo>
                    <a:pt x="330" y="595"/>
                  </a:lnTo>
                  <a:lnTo>
                    <a:pt x="330" y="595"/>
                  </a:lnTo>
                  <a:lnTo>
                    <a:pt x="330" y="597"/>
                  </a:lnTo>
                  <a:lnTo>
                    <a:pt x="328" y="599"/>
                  </a:lnTo>
                  <a:lnTo>
                    <a:pt x="330" y="601"/>
                  </a:lnTo>
                  <a:lnTo>
                    <a:pt x="330" y="603"/>
                  </a:lnTo>
                  <a:lnTo>
                    <a:pt x="330" y="605"/>
                  </a:lnTo>
                  <a:lnTo>
                    <a:pt x="330" y="607"/>
                  </a:lnTo>
                  <a:lnTo>
                    <a:pt x="326" y="611"/>
                  </a:lnTo>
                  <a:lnTo>
                    <a:pt x="326" y="615"/>
                  </a:lnTo>
                  <a:lnTo>
                    <a:pt x="324" y="619"/>
                  </a:lnTo>
                  <a:lnTo>
                    <a:pt x="324" y="621"/>
                  </a:lnTo>
                  <a:lnTo>
                    <a:pt x="326" y="623"/>
                  </a:lnTo>
                  <a:lnTo>
                    <a:pt x="328" y="628"/>
                  </a:lnTo>
                  <a:lnTo>
                    <a:pt x="332" y="632"/>
                  </a:lnTo>
                  <a:lnTo>
                    <a:pt x="332" y="634"/>
                  </a:lnTo>
                  <a:lnTo>
                    <a:pt x="336" y="638"/>
                  </a:lnTo>
                  <a:lnTo>
                    <a:pt x="340" y="640"/>
                  </a:lnTo>
                  <a:lnTo>
                    <a:pt x="340" y="642"/>
                  </a:lnTo>
                  <a:lnTo>
                    <a:pt x="342" y="646"/>
                  </a:lnTo>
                  <a:lnTo>
                    <a:pt x="342" y="648"/>
                  </a:lnTo>
                  <a:lnTo>
                    <a:pt x="342" y="650"/>
                  </a:lnTo>
                  <a:lnTo>
                    <a:pt x="346" y="654"/>
                  </a:lnTo>
                  <a:lnTo>
                    <a:pt x="346" y="658"/>
                  </a:lnTo>
                  <a:lnTo>
                    <a:pt x="350" y="662"/>
                  </a:lnTo>
                  <a:lnTo>
                    <a:pt x="351" y="662"/>
                  </a:lnTo>
                  <a:lnTo>
                    <a:pt x="355" y="662"/>
                  </a:lnTo>
                  <a:lnTo>
                    <a:pt x="355" y="662"/>
                  </a:lnTo>
                  <a:lnTo>
                    <a:pt x="357" y="662"/>
                  </a:lnTo>
                  <a:lnTo>
                    <a:pt x="357" y="662"/>
                  </a:lnTo>
                  <a:lnTo>
                    <a:pt x="359" y="658"/>
                  </a:lnTo>
                  <a:lnTo>
                    <a:pt x="359" y="656"/>
                  </a:lnTo>
                  <a:lnTo>
                    <a:pt x="359" y="656"/>
                  </a:lnTo>
                  <a:lnTo>
                    <a:pt x="363" y="656"/>
                  </a:lnTo>
                  <a:lnTo>
                    <a:pt x="365" y="654"/>
                  </a:lnTo>
                  <a:lnTo>
                    <a:pt x="365" y="652"/>
                  </a:lnTo>
                  <a:lnTo>
                    <a:pt x="367" y="652"/>
                  </a:lnTo>
                  <a:lnTo>
                    <a:pt x="367" y="654"/>
                  </a:lnTo>
                  <a:lnTo>
                    <a:pt x="367" y="654"/>
                  </a:lnTo>
                  <a:lnTo>
                    <a:pt x="369" y="654"/>
                  </a:lnTo>
                  <a:lnTo>
                    <a:pt x="371" y="654"/>
                  </a:lnTo>
                  <a:lnTo>
                    <a:pt x="371" y="656"/>
                  </a:lnTo>
                  <a:lnTo>
                    <a:pt x="371" y="658"/>
                  </a:lnTo>
                  <a:lnTo>
                    <a:pt x="371" y="660"/>
                  </a:lnTo>
                  <a:lnTo>
                    <a:pt x="373" y="662"/>
                  </a:lnTo>
                  <a:lnTo>
                    <a:pt x="375" y="664"/>
                  </a:lnTo>
                  <a:lnTo>
                    <a:pt x="375" y="664"/>
                  </a:lnTo>
                  <a:lnTo>
                    <a:pt x="375" y="666"/>
                  </a:lnTo>
                  <a:lnTo>
                    <a:pt x="377" y="668"/>
                  </a:lnTo>
                  <a:lnTo>
                    <a:pt x="379" y="668"/>
                  </a:lnTo>
                  <a:lnTo>
                    <a:pt x="379" y="670"/>
                  </a:lnTo>
                  <a:lnTo>
                    <a:pt x="379" y="670"/>
                  </a:lnTo>
                  <a:lnTo>
                    <a:pt x="379" y="670"/>
                  </a:lnTo>
                  <a:lnTo>
                    <a:pt x="379" y="670"/>
                  </a:lnTo>
                  <a:lnTo>
                    <a:pt x="379" y="672"/>
                  </a:lnTo>
                  <a:lnTo>
                    <a:pt x="379" y="672"/>
                  </a:lnTo>
                  <a:lnTo>
                    <a:pt x="381" y="672"/>
                  </a:lnTo>
                  <a:lnTo>
                    <a:pt x="381" y="672"/>
                  </a:lnTo>
                  <a:lnTo>
                    <a:pt x="383" y="674"/>
                  </a:lnTo>
                  <a:lnTo>
                    <a:pt x="387" y="676"/>
                  </a:lnTo>
                  <a:lnTo>
                    <a:pt x="387" y="676"/>
                  </a:lnTo>
                  <a:lnTo>
                    <a:pt x="387" y="678"/>
                  </a:lnTo>
                  <a:lnTo>
                    <a:pt x="389" y="678"/>
                  </a:lnTo>
                  <a:lnTo>
                    <a:pt x="389" y="679"/>
                  </a:lnTo>
                  <a:lnTo>
                    <a:pt x="389" y="681"/>
                  </a:lnTo>
                  <a:lnTo>
                    <a:pt x="393" y="683"/>
                  </a:lnTo>
                  <a:lnTo>
                    <a:pt x="393" y="685"/>
                  </a:lnTo>
                  <a:lnTo>
                    <a:pt x="393" y="685"/>
                  </a:lnTo>
                  <a:lnTo>
                    <a:pt x="395" y="687"/>
                  </a:lnTo>
                  <a:lnTo>
                    <a:pt x="393" y="689"/>
                  </a:lnTo>
                  <a:lnTo>
                    <a:pt x="393" y="691"/>
                  </a:lnTo>
                  <a:lnTo>
                    <a:pt x="391" y="693"/>
                  </a:lnTo>
                  <a:lnTo>
                    <a:pt x="391" y="695"/>
                  </a:lnTo>
                  <a:lnTo>
                    <a:pt x="389" y="697"/>
                  </a:lnTo>
                  <a:lnTo>
                    <a:pt x="389" y="697"/>
                  </a:lnTo>
                  <a:lnTo>
                    <a:pt x="389" y="697"/>
                  </a:lnTo>
                  <a:lnTo>
                    <a:pt x="389" y="699"/>
                  </a:lnTo>
                  <a:lnTo>
                    <a:pt x="389" y="699"/>
                  </a:lnTo>
                  <a:lnTo>
                    <a:pt x="389" y="701"/>
                  </a:lnTo>
                  <a:lnTo>
                    <a:pt x="389" y="701"/>
                  </a:lnTo>
                  <a:lnTo>
                    <a:pt x="389" y="703"/>
                  </a:lnTo>
                  <a:lnTo>
                    <a:pt x="389" y="705"/>
                  </a:lnTo>
                  <a:lnTo>
                    <a:pt x="391" y="705"/>
                  </a:lnTo>
                  <a:lnTo>
                    <a:pt x="389" y="707"/>
                  </a:lnTo>
                  <a:lnTo>
                    <a:pt x="385" y="707"/>
                  </a:lnTo>
                  <a:lnTo>
                    <a:pt x="383" y="707"/>
                  </a:lnTo>
                  <a:lnTo>
                    <a:pt x="381" y="707"/>
                  </a:lnTo>
                  <a:lnTo>
                    <a:pt x="379" y="707"/>
                  </a:lnTo>
                  <a:lnTo>
                    <a:pt x="377" y="707"/>
                  </a:lnTo>
                  <a:lnTo>
                    <a:pt x="375" y="705"/>
                  </a:lnTo>
                  <a:lnTo>
                    <a:pt x="373" y="703"/>
                  </a:lnTo>
                  <a:lnTo>
                    <a:pt x="369" y="703"/>
                  </a:lnTo>
                  <a:lnTo>
                    <a:pt x="365" y="701"/>
                  </a:lnTo>
                  <a:lnTo>
                    <a:pt x="363" y="701"/>
                  </a:lnTo>
                  <a:lnTo>
                    <a:pt x="363" y="703"/>
                  </a:lnTo>
                  <a:lnTo>
                    <a:pt x="363" y="701"/>
                  </a:lnTo>
                  <a:lnTo>
                    <a:pt x="363" y="701"/>
                  </a:lnTo>
                  <a:lnTo>
                    <a:pt x="365" y="699"/>
                  </a:lnTo>
                  <a:lnTo>
                    <a:pt x="365" y="697"/>
                  </a:lnTo>
                  <a:lnTo>
                    <a:pt x="367" y="695"/>
                  </a:lnTo>
                  <a:lnTo>
                    <a:pt x="367" y="695"/>
                  </a:lnTo>
                  <a:lnTo>
                    <a:pt x="365" y="693"/>
                  </a:lnTo>
                  <a:lnTo>
                    <a:pt x="365" y="691"/>
                  </a:lnTo>
                  <a:lnTo>
                    <a:pt x="365" y="689"/>
                  </a:lnTo>
                  <a:lnTo>
                    <a:pt x="367" y="689"/>
                  </a:lnTo>
                  <a:lnTo>
                    <a:pt x="369" y="685"/>
                  </a:lnTo>
                  <a:lnTo>
                    <a:pt x="371" y="683"/>
                  </a:lnTo>
                  <a:lnTo>
                    <a:pt x="369" y="681"/>
                  </a:lnTo>
                  <a:lnTo>
                    <a:pt x="371" y="678"/>
                  </a:lnTo>
                  <a:lnTo>
                    <a:pt x="373" y="676"/>
                  </a:lnTo>
                  <a:lnTo>
                    <a:pt x="373" y="674"/>
                  </a:lnTo>
                  <a:lnTo>
                    <a:pt x="373" y="672"/>
                  </a:lnTo>
                  <a:lnTo>
                    <a:pt x="371" y="670"/>
                  </a:lnTo>
                  <a:lnTo>
                    <a:pt x="369" y="672"/>
                  </a:lnTo>
                  <a:lnTo>
                    <a:pt x="367" y="672"/>
                  </a:lnTo>
                  <a:lnTo>
                    <a:pt x="365" y="672"/>
                  </a:lnTo>
                  <a:lnTo>
                    <a:pt x="367" y="676"/>
                  </a:lnTo>
                  <a:lnTo>
                    <a:pt x="367" y="679"/>
                  </a:lnTo>
                  <a:lnTo>
                    <a:pt x="367" y="681"/>
                  </a:lnTo>
                  <a:lnTo>
                    <a:pt x="363" y="681"/>
                  </a:lnTo>
                  <a:lnTo>
                    <a:pt x="359" y="681"/>
                  </a:lnTo>
                  <a:lnTo>
                    <a:pt x="357" y="681"/>
                  </a:lnTo>
                  <a:lnTo>
                    <a:pt x="355" y="683"/>
                  </a:lnTo>
                  <a:lnTo>
                    <a:pt x="357" y="687"/>
                  </a:lnTo>
                  <a:lnTo>
                    <a:pt x="355" y="689"/>
                  </a:lnTo>
                  <a:lnTo>
                    <a:pt x="353" y="689"/>
                  </a:lnTo>
                  <a:lnTo>
                    <a:pt x="353" y="689"/>
                  </a:lnTo>
                  <a:lnTo>
                    <a:pt x="353" y="689"/>
                  </a:lnTo>
                  <a:lnTo>
                    <a:pt x="351" y="689"/>
                  </a:lnTo>
                  <a:lnTo>
                    <a:pt x="351" y="689"/>
                  </a:lnTo>
                  <a:lnTo>
                    <a:pt x="351" y="691"/>
                  </a:lnTo>
                  <a:lnTo>
                    <a:pt x="351" y="691"/>
                  </a:lnTo>
                  <a:lnTo>
                    <a:pt x="351" y="693"/>
                  </a:lnTo>
                  <a:lnTo>
                    <a:pt x="351" y="693"/>
                  </a:lnTo>
                  <a:lnTo>
                    <a:pt x="351" y="693"/>
                  </a:lnTo>
                  <a:lnTo>
                    <a:pt x="351" y="695"/>
                  </a:lnTo>
                  <a:lnTo>
                    <a:pt x="351" y="695"/>
                  </a:lnTo>
                  <a:lnTo>
                    <a:pt x="351" y="697"/>
                  </a:lnTo>
                  <a:lnTo>
                    <a:pt x="355" y="697"/>
                  </a:lnTo>
                  <a:lnTo>
                    <a:pt x="357" y="697"/>
                  </a:lnTo>
                  <a:lnTo>
                    <a:pt x="359" y="697"/>
                  </a:lnTo>
                  <a:lnTo>
                    <a:pt x="359" y="699"/>
                  </a:lnTo>
                  <a:lnTo>
                    <a:pt x="363" y="699"/>
                  </a:lnTo>
                  <a:lnTo>
                    <a:pt x="361" y="699"/>
                  </a:lnTo>
                  <a:lnTo>
                    <a:pt x="361" y="701"/>
                  </a:lnTo>
                  <a:lnTo>
                    <a:pt x="361" y="701"/>
                  </a:lnTo>
                  <a:lnTo>
                    <a:pt x="361" y="703"/>
                  </a:lnTo>
                  <a:lnTo>
                    <a:pt x="359" y="703"/>
                  </a:lnTo>
                  <a:lnTo>
                    <a:pt x="359" y="703"/>
                  </a:lnTo>
                  <a:lnTo>
                    <a:pt x="361" y="705"/>
                  </a:lnTo>
                  <a:lnTo>
                    <a:pt x="359" y="707"/>
                  </a:lnTo>
                  <a:lnTo>
                    <a:pt x="359" y="707"/>
                  </a:lnTo>
                  <a:lnTo>
                    <a:pt x="357" y="709"/>
                  </a:lnTo>
                  <a:lnTo>
                    <a:pt x="355" y="713"/>
                  </a:lnTo>
                  <a:lnTo>
                    <a:pt x="351" y="717"/>
                  </a:lnTo>
                  <a:lnTo>
                    <a:pt x="351" y="719"/>
                  </a:lnTo>
                  <a:lnTo>
                    <a:pt x="351" y="719"/>
                  </a:lnTo>
                  <a:lnTo>
                    <a:pt x="351" y="721"/>
                  </a:lnTo>
                  <a:lnTo>
                    <a:pt x="351" y="723"/>
                  </a:lnTo>
                  <a:lnTo>
                    <a:pt x="351" y="725"/>
                  </a:lnTo>
                  <a:lnTo>
                    <a:pt x="351" y="727"/>
                  </a:lnTo>
                  <a:lnTo>
                    <a:pt x="351" y="727"/>
                  </a:lnTo>
                  <a:lnTo>
                    <a:pt x="351" y="727"/>
                  </a:lnTo>
                  <a:lnTo>
                    <a:pt x="353" y="727"/>
                  </a:lnTo>
                  <a:lnTo>
                    <a:pt x="353" y="729"/>
                  </a:lnTo>
                  <a:lnTo>
                    <a:pt x="353" y="732"/>
                  </a:lnTo>
                  <a:lnTo>
                    <a:pt x="355" y="734"/>
                  </a:lnTo>
                  <a:lnTo>
                    <a:pt x="353" y="738"/>
                  </a:lnTo>
                  <a:lnTo>
                    <a:pt x="355" y="742"/>
                  </a:lnTo>
                  <a:lnTo>
                    <a:pt x="355" y="744"/>
                  </a:lnTo>
                  <a:lnTo>
                    <a:pt x="357" y="746"/>
                  </a:lnTo>
                  <a:lnTo>
                    <a:pt x="357" y="750"/>
                  </a:lnTo>
                  <a:lnTo>
                    <a:pt x="357" y="754"/>
                  </a:lnTo>
                  <a:lnTo>
                    <a:pt x="357" y="758"/>
                  </a:lnTo>
                  <a:lnTo>
                    <a:pt x="359" y="760"/>
                  </a:lnTo>
                  <a:lnTo>
                    <a:pt x="359" y="762"/>
                  </a:lnTo>
                  <a:lnTo>
                    <a:pt x="361" y="766"/>
                  </a:lnTo>
                  <a:lnTo>
                    <a:pt x="363" y="770"/>
                  </a:lnTo>
                  <a:lnTo>
                    <a:pt x="363" y="772"/>
                  </a:lnTo>
                  <a:lnTo>
                    <a:pt x="367" y="778"/>
                  </a:lnTo>
                  <a:lnTo>
                    <a:pt x="369" y="780"/>
                  </a:lnTo>
                  <a:lnTo>
                    <a:pt x="371" y="782"/>
                  </a:lnTo>
                  <a:lnTo>
                    <a:pt x="371" y="784"/>
                  </a:lnTo>
                  <a:lnTo>
                    <a:pt x="375" y="787"/>
                  </a:lnTo>
                  <a:lnTo>
                    <a:pt x="377" y="789"/>
                  </a:lnTo>
                  <a:lnTo>
                    <a:pt x="381" y="793"/>
                  </a:lnTo>
                  <a:lnTo>
                    <a:pt x="385" y="795"/>
                  </a:lnTo>
                  <a:lnTo>
                    <a:pt x="387" y="795"/>
                  </a:lnTo>
                  <a:lnTo>
                    <a:pt x="389" y="795"/>
                  </a:lnTo>
                  <a:lnTo>
                    <a:pt x="391" y="797"/>
                  </a:lnTo>
                  <a:lnTo>
                    <a:pt x="397" y="799"/>
                  </a:lnTo>
                  <a:lnTo>
                    <a:pt x="397" y="801"/>
                  </a:lnTo>
                  <a:lnTo>
                    <a:pt x="399" y="801"/>
                  </a:lnTo>
                  <a:lnTo>
                    <a:pt x="402" y="803"/>
                  </a:lnTo>
                  <a:lnTo>
                    <a:pt x="404" y="803"/>
                  </a:lnTo>
                  <a:lnTo>
                    <a:pt x="404" y="803"/>
                  </a:lnTo>
                  <a:lnTo>
                    <a:pt x="404" y="805"/>
                  </a:lnTo>
                  <a:lnTo>
                    <a:pt x="404" y="805"/>
                  </a:lnTo>
                  <a:lnTo>
                    <a:pt x="404" y="807"/>
                  </a:lnTo>
                  <a:lnTo>
                    <a:pt x="404" y="807"/>
                  </a:lnTo>
                  <a:lnTo>
                    <a:pt x="404" y="809"/>
                  </a:lnTo>
                  <a:lnTo>
                    <a:pt x="406" y="809"/>
                  </a:lnTo>
                  <a:lnTo>
                    <a:pt x="406" y="811"/>
                  </a:lnTo>
                  <a:lnTo>
                    <a:pt x="406" y="811"/>
                  </a:lnTo>
                  <a:lnTo>
                    <a:pt x="406" y="813"/>
                  </a:lnTo>
                  <a:lnTo>
                    <a:pt x="406" y="813"/>
                  </a:lnTo>
                  <a:lnTo>
                    <a:pt x="404" y="815"/>
                  </a:lnTo>
                  <a:lnTo>
                    <a:pt x="404" y="815"/>
                  </a:lnTo>
                  <a:lnTo>
                    <a:pt x="404" y="817"/>
                  </a:lnTo>
                  <a:lnTo>
                    <a:pt x="404" y="817"/>
                  </a:lnTo>
                  <a:lnTo>
                    <a:pt x="404" y="819"/>
                  </a:lnTo>
                  <a:lnTo>
                    <a:pt x="404" y="819"/>
                  </a:lnTo>
                  <a:lnTo>
                    <a:pt x="404" y="821"/>
                  </a:lnTo>
                  <a:lnTo>
                    <a:pt x="404" y="821"/>
                  </a:lnTo>
                  <a:lnTo>
                    <a:pt x="404" y="823"/>
                  </a:lnTo>
                  <a:lnTo>
                    <a:pt x="404" y="823"/>
                  </a:lnTo>
                  <a:lnTo>
                    <a:pt x="402" y="825"/>
                  </a:lnTo>
                  <a:lnTo>
                    <a:pt x="402" y="827"/>
                  </a:lnTo>
                  <a:lnTo>
                    <a:pt x="402" y="827"/>
                  </a:lnTo>
                  <a:lnTo>
                    <a:pt x="402" y="829"/>
                  </a:lnTo>
                  <a:lnTo>
                    <a:pt x="402" y="831"/>
                  </a:lnTo>
                  <a:lnTo>
                    <a:pt x="402" y="833"/>
                  </a:lnTo>
                  <a:lnTo>
                    <a:pt x="402" y="835"/>
                  </a:lnTo>
                  <a:lnTo>
                    <a:pt x="402" y="837"/>
                  </a:lnTo>
                  <a:lnTo>
                    <a:pt x="401" y="837"/>
                  </a:lnTo>
                  <a:lnTo>
                    <a:pt x="401" y="837"/>
                  </a:lnTo>
                  <a:lnTo>
                    <a:pt x="399" y="839"/>
                  </a:lnTo>
                  <a:lnTo>
                    <a:pt x="399" y="837"/>
                  </a:lnTo>
                  <a:lnTo>
                    <a:pt x="397" y="837"/>
                  </a:lnTo>
                  <a:lnTo>
                    <a:pt x="397" y="839"/>
                  </a:lnTo>
                  <a:lnTo>
                    <a:pt x="391" y="842"/>
                  </a:lnTo>
                  <a:lnTo>
                    <a:pt x="389" y="846"/>
                  </a:lnTo>
                  <a:lnTo>
                    <a:pt x="387" y="848"/>
                  </a:lnTo>
                  <a:lnTo>
                    <a:pt x="385" y="848"/>
                  </a:lnTo>
                  <a:lnTo>
                    <a:pt x="385" y="846"/>
                  </a:lnTo>
                  <a:lnTo>
                    <a:pt x="383" y="846"/>
                  </a:lnTo>
                  <a:lnTo>
                    <a:pt x="381" y="846"/>
                  </a:lnTo>
                  <a:lnTo>
                    <a:pt x="381" y="846"/>
                  </a:lnTo>
                  <a:lnTo>
                    <a:pt x="379" y="844"/>
                  </a:lnTo>
                  <a:lnTo>
                    <a:pt x="379" y="844"/>
                  </a:lnTo>
                  <a:lnTo>
                    <a:pt x="375" y="844"/>
                  </a:lnTo>
                  <a:lnTo>
                    <a:pt x="373" y="846"/>
                  </a:lnTo>
                  <a:lnTo>
                    <a:pt x="367" y="852"/>
                  </a:lnTo>
                  <a:lnTo>
                    <a:pt x="363" y="858"/>
                  </a:lnTo>
                  <a:lnTo>
                    <a:pt x="363" y="858"/>
                  </a:lnTo>
                  <a:lnTo>
                    <a:pt x="363" y="858"/>
                  </a:lnTo>
                  <a:lnTo>
                    <a:pt x="357" y="870"/>
                  </a:lnTo>
                  <a:lnTo>
                    <a:pt x="357" y="872"/>
                  </a:lnTo>
                  <a:lnTo>
                    <a:pt x="357" y="876"/>
                  </a:lnTo>
                  <a:lnTo>
                    <a:pt x="355" y="882"/>
                  </a:lnTo>
                  <a:lnTo>
                    <a:pt x="355" y="886"/>
                  </a:lnTo>
                  <a:lnTo>
                    <a:pt x="355" y="888"/>
                  </a:lnTo>
                  <a:lnTo>
                    <a:pt x="355" y="888"/>
                  </a:lnTo>
                  <a:lnTo>
                    <a:pt x="353" y="890"/>
                  </a:lnTo>
                  <a:lnTo>
                    <a:pt x="351" y="892"/>
                  </a:lnTo>
                  <a:lnTo>
                    <a:pt x="351" y="893"/>
                  </a:lnTo>
                  <a:lnTo>
                    <a:pt x="350" y="897"/>
                  </a:lnTo>
                  <a:lnTo>
                    <a:pt x="350" y="901"/>
                  </a:lnTo>
                  <a:lnTo>
                    <a:pt x="351" y="903"/>
                  </a:lnTo>
                  <a:lnTo>
                    <a:pt x="351" y="907"/>
                  </a:lnTo>
                  <a:lnTo>
                    <a:pt x="351" y="911"/>
                  </a:lnTo>
                  <a:lnTo>
                    <a:pt x="351" y="913"/>
                  </a:lnTo>
                  <a:lnTo>
                    <a:pt x="357" y="927"/>
                  </a:lnTo>
                  <a:lnTo>
                    <a:pt x="359" y="931"/>
                  </a:lnTo>
                  <a:lnTo>
                    <a:pt x="361" y="933"/>
                  </a:lnTo>
                  <a:lnTo>
                    <a:pt x="361" y="935"/>
                  </a:lnTo>
                  <a:lnTo>
                    <a:pt x="361" y="935"/>
                  </a:lnTo>
                  <a:lnTo>
                    <a:pt x="361" y="937"/>
                  </a:lnTo>
                  <a:lnTo>
                    <a:pt x="363" y="937"/>
                  </a:lnTo>
                  <a:lnTo>
                    <a:pt x="365" y="937"/>
                  </a:lnTo>
                  <a:lnTo>
                    <a:pt x="367" y="939"/>
                  </a:lnTo>
                  <a:lnTo>
                    <a:pt x="367" y="939"/>
                  </a:lnTo>
                  <a:lnTo>
                    <a:pt x="367" y="939"/>
                  </a:lnTo>
                  <a:lnTo>
                    <a:pt x="365" y="937"/>
                  </a:lnTo>
                  <a:lnTo>
                    <a:pt x="365" y="937"/>
                  </a:lnTo>
                  <a:lnTo>
                    <a:pt x="363" y="935"/>
                  </a:lnTo>
                  <a:lnTo>
                    <a:pt x="363" y="935"/>
                  </a:lnTo>
                  <a:lnTo>
                    <a:pt x="367" y="935"/>
                  </a:lnTo>
                  <a:lnTo>
                    <a:pt x="371" y="939"/>
                  </a:lnTo>
                  <a:lnTo>
                    <a:pt x="371" y="941"/>
                  </a:lnTo>
                  <a:lnTo>
                    <a:pt x="373" y="945"/>
                  </a:lnTo>
                  <a:lnTo>
                    <a:pt x="373" y="947"/>
                  </a:lnTo>
                  <a:lnTo>
                    <a:pt x="373" y="947"/>
                  </a:lnTo>
                  <a:lnTo>
                    <a:pt x="371" y="947"/>
                  </a:lnTo>
                  <a:lnTo>
                    <a:pt x="367" y="947"/>
                  </a:lnTo>
                  <a:lnTo>
                    <a:pt x="367" y="945"/>
                  </a:lnTo>
                  <a:lnTo>
                    <a:pt x="365" y="947"/>
                  </a:lnTo>
                  <a:lnTo>
                    <a:pt x="365" y="947"/>
                  </a:lnTo>
                  <a:lnTo>
                    <a:pt x="365" y="947"/>
                  </a:lnTo>
                  <a:lnTo>
                    <a:pt x="365" y="947"/>
                  </a:lnTo>
                  <a:lnTo>
                    <a:pt x="367" y="947"/>
                  </a:lnTo>
                  <a:lnTo>
                    <a:pt x="367" y="948"/>
                  </a:lnTo>
                  <a:lnTo>
                    <a:pt x="367" y="948"/>
                  </a:lnTo>
                  <a:lnTo>
                    <a:pt x="367" y="948"/>
                  </a:lnTo>
                  <a:lnTo>
                    <a:pt x="367" y="948"/>
                  </a:lnTo>
                  <a:lnTo>
                    <a:pt x="369" y="948"/>
                  </a:lnTo>
                  <a:lnTo>
                    <a:pt x="369" y="948"/>
                  </a:lnTo>
                  <a:lnTo>
                    <a:pt x="371" y="948"/>
                  </a:lnTo>
                  <a:lnTo>
                    <a:pt x="371" y="948"/>
                  </a:lnTo>
                  <a:lnTo>
                    <a:pt x="371" y="950"/>
                  </a:lnTo>
                  <a:lnTo>
                    <a:pt x="371" y="950"/>
                  </a:lnTo>
                  <a:lnTo>
                    <a:pt x="373" y="952"/>
                  </a:lnTo>
                  <a:lnTo>
                    <a:pt x="373" y="952"/>
                  </a:lnTo>
                  <a:lnTo>
                    <a:pt x="373" y="952"/>
                  </a:lnTo>
                  <a:lnTo>
                    <a:pt x="375" y="952"/>
                  </a:lnTo>
                  <a:lnTo>
                    <a:pt x="375" y="952"/>
                  </a:lnTo>
                  <a:lnTo>
                    <a:pt x="375" y="952"/>
                  </a:lnTo>
                  <a:lnTo>
                    <a:pt x="377" y="952"/>
                  </a:lnTo>
                  <a:lnTo>
                    <a:pt x="377" y="954"/>
                  </a:lnTo>
                  <a:lnTo>
                    <a:pt x="377" y="954"/>
                  </a:lnTo>
                  <a:lnTo>
                    <a:pt x="379" y="956"/>
                  </a:lnTo>
                  <a:lnTo>
                    <a:pt x="379" y="956"/>
                  </a:lnTo>
                  <a:lnTo>
                    <a:pt x="379" y="954"/>
                  </a:lnTo>
                  <a:lnTo>
                    <a:pt x="381" y="954"/>
                  </a:lnTo>
                  <a:lnTo>
                    <a:pt x="381" y="956"/>
                  </a:lnTo>
                  <a:lnTo>
                    <a:pt x="381" y="958"/>
                  </a:lnTo>
                  <a:lnTo>
                    <a:pt x="381" y="958"/>
                  </a:lnTo>
                  <a:lnTo>
                    <a:pt x="381" y="960"/>
                  </a:lnTo>
                  <a:lnTo>
                    <a:pt x="381" y="960"/>
                  </a:lnTo>
                  <a:lnTo>
                    <a:pt x="381" y="962"/>
                  </a:lnTo>
                  <a:lnTo>
                    <a:pt x="385" y="962"/>
                  </a:lnTo>
                  <a:lnTo>
                    <a:pt x="383" y="960"/>
                  </a:lnTo>
                  <a:lnTo>
                    <a:pt x="383" y="960"/>
                  </a:lnTo>
                  <a:lnTo>
                    <a:pt x="383" y="958"/>
                  </a:lnTo>
                  <a:lnTo>
                    <a:pt x="385" y="958"/>
                  </a:lnTo>
                  <a:lnTo>
                    <a:pt x="385" y="960"/>
                  </a:lnTo>
                  <a:lnTo>
                    <a:pt x="387" y="962"/>
                  </a:lnTo>
                  <a:lnTo>
                    <a:pt x="387" y="962"/>
                  </a:lnTo>
                  <a:lnTo>
                    <a:pt x="387" y="962"/>
                  </a:lnTo>
                  <a:lnTo>
                    <a:pt x="389" y="962"/>
                  </a:lnTo>
                  <a:lnTo>
                    <a:pt x="389" y="964"/>
                  </a:lnTo>
                  <a:lnTo>
                    <a:pt x="391" y="964"/>
                  </a:lnTo>
                  <a:lnTo>
                    <a:pt x="391" y="966"/>
                  </a:lnTo>
                  <a:lnTo>
                    <a:pt x="391" y="968"/>
                  </a:lnTo>
                  <a:lnTo>
                    <a:pt x="393" y="968"/>
                  </a:lnTo>
                  <a:lnTo>
                    <a:pt x="391" y="968"/>
                  </a:lnTo>
                  <a:lnTo>
                    <a:pt x="391" y="968"/>
                  </a:lnTo>
                  <a:lnTo>
                    <a:pt x="389" y="970"/>
                  </a:lnTo>
                  <a:lnTo>
                    <a:pt x="389" y="970"/>
                  </a:lnTo>
                  <a:lnTo>
                    <a:pt x="389" y="970"/>
                  </a:lnTo>
                  <a:lnTo>
                    <a:pt x="389" y="970"/>
                  </a:lnTo>
                  <a:lnTo>
                    <a:pt x="389" y="970"/>
                  </a:lnTo>
                  <a:lnTo>
                    <a:pt x="387" y="968"/>
                  </a:lnTo>
                  <a:lnTo>
                    <a:pt x="387" y="968"/>
                  </a:lnTo>
                  <a:lnTo>
                    <a:pt x="385" y="968"/>
                  </a:lnTo>
                  <a:lnTo>
                    <a:pt x="379" y="968"/>
                  </a:lnTo>
                  <a:lnTo>
                    <a:pt x="377" y="968"/>
                  </a:lnTo>
                  <a:lnTo>
                    <a:pt x="375" y="968"/>
                  </a:lnTo>
                  <a:lnTo>
                    <a:pt x="375" y="966"/>
                  </a:lnTo>
                  <a:lnTo>
                    <a:pt x="375" y="964"/>
                  </a:lnTo>
                  <a:lnTo>
                    <a:pt x="377" y="962"/>
                  </a:lnTo>
                  <a:lnTo>
                    <a:pt x="377" y="962"/>
                  </a:lnTo>
                  <a:lnTo>
                    <a:pt x="375" y="964"/>
                  </a:lnTo>
                  <a:lnTo>
                    <a:pt x="375" y="964"/>
                  </a:lnTo>
                  <a:lnTo>
                    <a:pt x="375" y="966"/>
                  </a:lnTo>
                  <a:lnTo>
                    <a:pt x="373" y="968"/>
                  </a:lnTo>
                  <a:lnTo>
                    <a:pt x="373" y="968"/>
                  </a:lnTo>
                  <a:lnTo>
                    <a:pt x="371" y="968"/>
                  </a:lnTo>
                  <a:lnTo>
                    <a:pt x="369" y="968"/>
                  </a:lnTo>
                  <a:lnTo>
                    <a:pt x="369" y="970"/>
                  </a:lnTo>
                  <a:lnTo>
                    <a:pt x="365" y="974"/>
                  </a:lnTo>
                  <a:lnTo>
                    <a:pt x="365" y="974"/>
                  </a:lnTo>
                  <a:lnTo>
                    <a:pt x="363" y="976"/>
                  </a:lnTo>
                  <a:lnTo>
                    <a:pt x="363" y="978"/>
                  </a:lnTo>
                  <a:lnTo>
                    <a:pt x="363" y="980"/>
                  </a:lnTo>
                  <a:lnTo>
                    <a:pt x="361" y="980"/>
                  </a:lnTo>
                  <a:lnTo>
                    <a:pt x="361" y="980"/>
                  </a:lnTo>
                  <a:lnTo>
                    <a:pt x="359" y="982"/>
                  </a:lnTo>
                  <a:lnTo>
                    <a:pt x="359" y="982"/>
                  </a:lnTo>
                  <a:lnTo>
                    <a:pt x="359" y="984"/>
                  </a:lnTo>
                  <a:lnTo>
                    <a:pt x="357" y="986"/>
                  </a:lnTo>
                  <a:lnTo>
                    <a:pt x="357" y="986"/>
                  </a:lnTo>
                  <a:lnTo>
                    <a:pt x="355" y="988"/>
                  </a:lnTo>
                  <a:lnTo>
                    <a:pt x="351" y="994"/>
                  </a:lnTo>
                  <a:lnTo>
                    <a:pt x="350" y="1003"/>
                  </a:lnTo>
                  <a:lnTo>
                    <a:pt x="348" y="1011"/>
                  </a:lnTo>
                  <a:lnTo>
                    <a:pt x="348" y="1013"/>
                  </a:lnTo>
                  <a:lnTo>
                    <a:pt x="346" y="1013"/>
                  </a:lnTo>
                  <a:lnTo>
                    <a:pt x="344" y="1011"/>
                  </a:lnTo>
                  <a:lnTo>
                    <a:pt x="344" y="1011"/>
                  </a:lnTo>
                  <a:lnTo>
                    <a:pt x="342" y="1009"/>
                  </a:lnTo>
                  <a:lnTo>
                    <a:pt x="342" y="1007"/>
                  </a:lnTo>
                  <a:lnTo>
                    <a:pt x="342" y="1007"/>
                  </a:lnTo>
                  <a:lnTo>
                    <a:pt x="338" y="1005"/>
                  </a:lnTo>
                  <a:lnTo>
                    <a:pt x="336" y="1005"/>
                  </a:lnTo>
                  <a:lnTo>
                    <a:pt x="336" y="1005"/>
                  </a:lnTo>
                  <a:lnTo>
                    <a:pt x="334" y="1005"/>
                  </a:lnTo>
                  <a:lnTo>
                    <a:pt x="334" y="1005"/>
                  </a:lnTo>
                  <a:lnTo>
                    <a:pt x="334" y="1005"/>
                  </a:lnTo>
                  <a:lnTo>
                    <a:pt x="334" y="1007"/>
                  </a:lnTo>
                  <a:lnTo>
                    <a:pt x="334" y="1007"/>
                  </a:lnTo>
                  <a:lnTo>
                    <a:pt x="332" y="1009"/>
                  </a:lnTo>
                  <a:lnTo>
                    <a:pt x="332" y="1009"/>
                  </a:lnTo>
                  <a:lnTo>
                    <a:pt x="332" y="1011"/>
                  </a:lnTo>
                  <a:lnTo>
                    <a:pt x="332" y="1011"/>
                  </a:lnTo>
                  <a:lnTo>
                    <a:pt x="332" y="1013"/>
                  </a:lnTo>
                  <a:lnTo>
                    <a:pt x="332" y="1013"/>
                  </a:lnTo>
                  <a:lnTo>
                    <a:pt x="332" y="1013"/>
                  </a:lnTo>
                  <a:lnTo>
                    <a:pt x="334" y="1013"/>
                  </a:lnTo>
                  <a:lnTo>
                    <a:pt x="334" y="1013"/>
                  </a:lnTo>
                  <a:lnTo>
                    <a:pt x="334" y="1015"/>
                  </a:lnTo>
                  <a:lnTo>
                    <a:pt x="334" y="1017"/>
                  </a:lnTo>
                  <a:lnTo>
                    <a:pt x="336" y="1017"/>
                  </a:lnTo>
                  <a:lnTo>
                    <a:pt x="338" y="1017"/>
                  </a:lnTo>
                  <a:lnTo>
                    <a:pt x="338" y="1017"/>
                  </a:lnTo>
                  <a:lnTo>
                    <a:pt x="340" y="1017"/>
                  </a:lnTo>
                  <a:lnTo>
                    <a:pt x="340" y="1015"/>
                  </a:lnTo>
                  <a:lnTo>
                    <a:pt x="338" y="1015"/>
                  </a:lnTo>
                  <a:lnTo>
                    <a:pt x="336" y="1015"/>
                  </a:lnTo>
                  <a:lnTo>
                    <a:pt x="338" y="1015"/>
                  </a:lnTo>
                  <a:lnTo>
                    <a:pt x="338" y="1013"/>
                  </a:lnTo>
                  <a:lnTo>
                    <a:pt x="340" y="1013"/>
                  </a:lnTo>
                  <a:lnTo>
                    <a:pt x="340" y="1013"/>
                  </a:lnTo>
                  <a:lnTo>
                    <a:pt x="342" y="1013"/>
                  </a:lnTo>
                  <a:lnTo>
                    <a:pt x="342" y="1013"/>
                  </a:lnTo>
                  <a:lnTo>
                    <a:pt x="344" y="1013"/>
                  </a:lnTo>
                  <a:lnTo>
                    <a:pt x="344" y="1015"/>
                  </a:lnTo>
                  <a:lnTo>
                    <a:pt x="344" y="1015"/>
                  </a:lnTo>
                  <a:lnTo>
                    <a:pt x="344" y="1015"/>
                  </a:lnTo>
                  <a:lnTo>
                    <a:pt x="344" y="1017"/>
                  </a:lnTo>
                  <a:lnTo>
                    <a:pt x="344" y="1017"/>
                  </a:lnTo>
                  <a:lnTo>
                    <a:pt x="346" y="1017"/>
                  </a:lnTo>
                  <a:lnTo>
                    <a:pt x="346" y="1017"/>
                  </a:lnTo>
                  <a:lnTo>
                    <a:pt x="346" y="1019"/>
                  </a:lnTo>
                  <a:lnTo>
                    <a:pt x="346" y="1019"/>
                  </a:lnTo>
                  <a:lnTo>
                    <a:pt x="346" y="1021"/>
                  </a:lnTo>
                  <a:lnTo>
                    <a:pt x="344" y="1021"/>
                  </a:lnTo>
                  <a:lnTo>
                    <a:pt x="344" y="1021"/>
                  </a:lnTo>
                  <a:lnTo>
                    <a:pt x="344" y="1021"/>
                  </a:lnTo>
                  <a:lnTo>
                    <a:pt x="346" y="1023"/>
                  </a:lnTo>
                  <a:lnTo>
                    <a:pt x="346" y="1023"/>
                  </a:lnTo>
                  <a:lnTo>
                    <a:pt x="346" y="1023"/>
                  </a:lnTo>
                  <a:lnTo>
                    <a:pt x="344" y="1025"/>
                  </a:lnTo>
                  <a:lnTo>
                    <a:pt x="344" y="1025"/>
                  </a:lnTo>
                  <a:lnTo>
                    <a:pt x="344" y="1027"/>
                  </a:lnTo>
                  <a:lnTo>
                    <a:pt x="346" y="1027"/>
                  </a:lnTo>
                  <a:lnTo>
                    <a:pt x="346" y="1027"/>
                  </a:lnTo>
                  <a:lnTo>
                    <a:pt x="348" y="1027"/>
                  </a:lnTo>
                  <a:lnTo>
                    <a:pt x="348" y="1027"/>
                  </a:lnTo>
                  <a:lnTo>
                    <a:pt x="350" y="1027"/>
                  </a:lnTo>
                  <a:lnTo>
                    <a:pt x="350" y="1027"/>
                  </a:lnTo>
                  <a:lnTo>
                    <a:pt x="350" y="1029"/>
                  </a:lnTo>
                  <a:lnTo>
                    <a:pt x="350" y="1029"/>
                  </a:lnTo>
                  <a:lnTo>
                    <a:pt x="350" y="1029"/>
                  </a:lnTo>
                  <a:lnTo>
                    <a:pt x="350" y="1031"/>
                  </a:lnTo>
                  <a:lnTo>
                    <a:pt x="350" y="1031"/>
                  </a:lnTo>
                  <a:lnTo>
                    <a:pt x="351" y="1033"/>
                  </a:lnTo>
                  <a:lnTo>
                    <a:pt x="351" y="1035"/>
                  </a:lnTo>
                  <a:lnTo>
                    <a:pt x="350" y="1035"/>
                  </a:lnTo>
                  <a:lnTo>
                    <a:pt x="350" y="1037"/>
                  </a:lnTo>
                  <a:lnTo>
                    <a:pt x="348" y="1037"/>
                  </a:lnTo>
                  <a:lnTo>
                    <a:pt x="346" y="1035"/>
                  </a:lnTo>
                  <a:lnTo>
                    <a:pt x="344" y="1035"/>
                  </a:lnTo>
                  <a:lnTo>
                    <a:pt x="346" y="1037"/>
                  </a:lnTo>
                  <a:lnTo>
                    <a:pt x="346" y="1037"/>
                  </a:lnTo>
                  <a:lnTo>
                    <a:pt x="346" y="1037"/>
                  </a:lnTo>
                  <a:lnTo>
                    <a:pt x="348" y="1037"/>
                  </a:lnTo>
                  <a:lnTo>
                    <a:pt x="348" y="1039"/>
                  </a:lnTo>
                  <a:lnTo>
                    <a:pt x="348" y="1039"/>
                  </a:lnTo>
                  <a:lnTo>
                    <a:pt x="350" y="1041"/>
                  </a:lnTo>
                  <a:lnTo>
                    <a:pt x="351" y="1039"/>
                  </a:lnTo>
                  <a:lnTo>
                    <a:pt x="351" y="1039"/>
                  </a:lnTo>
                  <a:lnTo>
                    <a:pt x="351" y="1039"/>
                  </a:lnTo>
                  <a:lnTo>
                    <a:pt x="353" y="1041"/>
                  </a:lnTo>
                  <a:lnTo>
                    <a:pt x="353" y="1041"/>
                  </a:lnTo>
                  <a:lnTo>
                    <a:pt x="353" y="1043"/>
                  </a:lnTo>
                  <a:lnTo>
                    <a:pt x="353" y="1043"/>
                  </a:lnTo>
                  <a:lnTo>
                    <a:pt x="353" y="1043"/>
                  </a:lnTo>
                  <a:lnTo>
                    <a:pt x="353" y="1045"/>
                  </a:lnTo>
                  <a:lnTo>
                    <a:pt x="355" y="1045"/>
                  </a:lnTo>
                  <a:lnTo>
                    <a:pt x="355" y="1045"/>
                  </a:lnTo>
                  <a:lnTo>
                    <a:pt x="355" y="1045"/>
                  </a:lnTo>
                  <a:lnTo>
                    <a:pt x="353" y="1047"/>
                  </a:lnTo>
                  <a:lnTo>
                    <a:pt x="353" y="1047"/>
                  </a:lnTo>
                  <a:lnTo>
                    <a:pt x="353" y="1049"/>
                  </a:lnTo>
                  <a:lnTo>
                    <a:pt x="355" y="1049"/>
                  </a:lnTo>
                  <a:lnTo>
                    <a:pt x="355" y="1049"/>
                  </a:lnTo>
                  <a:lnTo>
                    <a:pt x="355" y="1051"/>
                  </a:lnTo>
                  <a:lnTo>
                    <a:pt x="353" y="1051"/>
                  </a:lnTo>
                  <a:lnTo>
                    <a:pt x="353" y="1053"/>
                  </a:lnTo>
                  <a:lnTo>
                    <a:pt x="355" y="1053"/>
                  </a:lnTo>
                  <a:lnTo>
                    <a:pt x="355" y="1051"/>
                  </a:lnTo>
                  <a:lnTo>
                    <a:pt x="355" y="1049"/>
                  </a:lnTo>
                  <a:lnTo>
                    <a:pt x="357" y="1049"/>
                  </a:lnTo>
                  <a:lnTo>
                    <a:pt x="357" y="1049"/>
                  </a:lnTo>
                  <a:lnTo>
                    <a:pt x="359" y="1049"/>
                  </a:lnTo>
                  <a:lnTo>
                    <a:pt x="361" y="1049"/>
                  </a:lnTo>
                  <a:lnTo>
                    <a:pt x="359" y="1051"/>
                  </a:lnTo>
                  <a:lnTo>
                    <a:pt x="359" y="1053"/>
                  </a:lnTo>
                  <a:lnTo>
                    <a:pt x="359" y="1053"/>
                  </a:lnTo>
                  <a:lnTo>
                    <a:pt x="359" y="1054"/>
                  </a:lnTo>
                  <a:lnTo>
                    <a:pt x="361" y="1054"/>
                  </a:lnTo>
                  <a:lnTo>
                    <a:pt x="361" y="1054"/>
                  </a:lnTo>
                  <a:lnTo>
                    <a:pt x="361" y="1054"/>
                  </a:lnTo>
                  <a:lnTo>
                    <a:pt x="363" y="1054"/>
                  </a:lnTo>
                  <a:lnTo>
                    <a:pt x="363" y="1054"/>
                  </a:lnTo>
                  <a:lnTo>
                    <a:pt x="363" y="1056"/>
                  </a:lnTo>
                  <a:lnTo>
                    <a:pt x="363" y="1056"/>
                  </a:lnTo>
                  <a:lnTo>
                    <a:pt x="363" y="1056"/>
                  </a:lnTo>
                  <a:lnTo>
                    <a:pt x="363" y="1058"/>
                  </a:lnTo>
                  <a:lnTo>
                    <a:pt x="361" y="1060"/>
                  </a:lnTo>
                  <a:lnTo>
                    <a:pt x="359" y="1060"/>
                  </a:lnTo>
                  <a:lnTo>
                    <a:pt x="361" y="1062"/>
                  </a:lnTo>
                  <a:lnTo>
                    <a:pt x="361" y="1064"/>
                  </a:lnTo>
                  <a:lnTo>
                    <a:pt x="359" y="1064"/>
                  </a:lnTo>
                  <a:lnTo>
                    <a:pt x="359" y="1066"/>
                  </a:lnTo>
                  <a:lnTo>
                    <a:pt x="361" y="1066"/>
                  </a:lnTo>
                  <a:lnTo>
                    <a:pt x="361" y="1066"/>
                  </a:lnTo>
                  <a:lnTo>
                    <a:pt x="363" y="1066"/>
                  </a:lnTo>
                  <a:lnTo>
                    <a:pt x="363" y="1068"/>
                  </a:lnTo>
                  <a:lnTo>
                    <a:pt x="363" y="1068"/>
                  </a:lnTo>
                  <a:lnTo>
                    <a:pt x="363" y="1070"/>
                  </a:lnTo>
                  <a:lnTo>
                    <a:pt x="363" y="1070"/>
                  </a:lnTo>
                  <a:lnTo>
                    <a:pt x="363" y="1072"/>
                  </a:lnTo>
                  <a:lnTo>
                    <a:pt x="361" y="1072"/>
                  </a:lnTo>
                  <a:lnTo>
                    <a:pt x="361" y="1072"/>
                  </a:lnTo>
                  <a:lnTo>
                    <a:pt x="361" y="1072"/>
                  </a:lnTo>
                  <a:lnTo>
                    <a:pt x="361" y="1074"/>
                  </a:lnTo>
                  <a:lnTo>
                    <a:pt x="361" y="1074"/>
                  </a:lnTo>
                  <a:lnTo>
                    <a:pt x="361" y="1074"/>
                  </a:lnTo>
                  <a:lnTo>
                    <a:pt x="363" y="1076"/>
                  </a:lnTo>
                  <a:lnTo>
                    <a:pt x="363" y="1076"/>
                  </a:lnTo>
                  <a:lnTo>
                    <a:pt x="363" y="1076"/>
                  </a:lnTo>
                  <a:lnTo>
                    <a:pt x="363" y="1078"/>
                  </a:lnTo>
                  <a:lnTo>
                    <a:pt x="363" y="1078"/>
                  </a:lnTo>
                  <a:lnTo>
                    <a:pt x="363" y="1080"/>
                  </a:lnTo>
                  <a:lnTo>
                    <a:pt x="363" y="1080"/>
                  </a:lnTo>
                  <a:lnTo>
                    <a:pt x="363" y="1082"/>
                  </a:lnTo>
                  <a:lnTo>
                    <a:pt x="365" y="1084"/>
                  </a:lnTo>
                  <a:lnTo>
                    <a:pt x="365" y="1086"/>
                  </a:lnTo>
                  <a:lnTo>
                    <a:pt x="365" y="1086"/>
                  </a:lnTo>
                  <a:lnTo>
                    <a:pt x="363" y="1088"/>
                  </a:lnTo>
                  <a:lnTo>
                    <a:pt x="365" y="1090"/>
                  </a:lnTo>
                  <a:lnTo>
                    <a:pt x="363" y="1090"/>
                  </a:lnTo>
                  <a:lnTo>
                    <a:pt x="363" y="1096"/>
                  </a:lnTo>
                  <a:lnTo>
                    <a:pt x="363" y="1096"/>
                  </a:lnTo>
                  <a:lnTo>
                    <a:pt x="363" y="1098"/>
                  </a:lnTo>
                  <a:lnTo>
                    <a:pt x="363" y="1098"/>
                  </a:lnTo>
                  <a:lnTo>
                    <a:pt x="361" y="1102"/>
                  </a:lnTo>
                  <a:lnTo>
                    <a:pt x="361" y="1104"/>
                  </a:lnTo>
                  <a:lnTo>
                    <a:pt x="363" y="1106"/>
                  </a:lnTo>
                  <a:lnTo>
                    <a:pt x="363" y="1106"/>
                  </a:lnTo>
                  <a:lnTo>
                    <a:pt x="363" y="1108"/>
                  </a:lnTo>
                  <a:lnTo>
                    <a:pt x="361" y="1108"/>
                  </a:lnTo>
                  <a:lnTo>
                    <a:pt x="361" y="1109"/>
                  </a:lnTo>
                  <a:lnTo>
                    <a:pt x="363" y="1111"/>
                  </a:lnTo>
                  <a:lnTo>
                    <a:pt x="361" y="1113"/>
                  </a:lnTo>
                  <a:lnTo>
                    <a:pt x="361" y="1113"/>
                  </a:lnTo>
                  <a:lnTo>
                    <a:pt x="363" y="1113"/>
                  </a:lnTo>
                  <a:lnTo>
                    <a:pt x="363" y="1115"/>
                  </a:lnTo>
                  <a:lnTo>
                    <a:pt x="361" y="1115"/>
                  </a:lnTo>
                  <a:lnTo>
                    <a:pt x="361" y="1117"/>
                  </a:lnTo>
                  <a:lnTo>
                    <a:pt x="361" y="1119"/>
                  </a:lnTo>
                  <a:lnTo>
                    <a:pt x="359" y="1119"/>
                  </a:lnTo>
                  <a:lnTo>
                    <a:pt x="359" y="1123"/>
                  </a:lnTo>
                  <a:lnTo>
                    <a:pt x="357" y="1125"/>
                  </a:lnTo>
                  <a:lnTo>
                    <a:pt x="357" y="1125"/>
                  </a:lnTo>
                  <a:lnTo>
                    <a:pt x="353" y="1129"/>
                  </a:lnTo>
                  <a:lnTo>
                    <a:pt x="353" y="1133"/>
                  </a:lnTo>
                  <a:lnTo>
                    <a:pt x="353" y="1137"/>
                  </a:lnTo>
                  <a:lnTo>
                    <a:pt x="353" y="1139"/>
                  </a:lnTo>
                  <a:lnTo>
                    <a:pt x="353" y="1141"/>
                  </a:lnTo>
                  <a:lnTo>
                    <a:pt x="355" y="1143"/>
                  </a:lnTo>
                  <a:lnTo>
                    <a:pt x="353" y="1145"/>
                  </a:lnTo>
                  <a:lnTo>
                    <a:pt x="351" y="1145"/>
                  </a:lnTo>
                  <a:lnTo>
                    <a:pt x="351" y="1147"/>
                  </a:lnTo>
                  <a:lnTo>
                    <a:pt x="351" y="1151"/>
                  </a:lnTo>
                  <a:lnTo>
                    <a:pt x="350" y="1153"/>
                  </a:lnTo>
                  <a:lnTo>
                    <a:pt x="351" y="1155"/>
                  </a:lnTo>
                  <a:lnTo>
                    <a:pt x="351" y="1155"/>
                  </a:lnTo>
                  <a:lnTo>
                    <a:pt x="350" y="1159"/>
                  </a:lnTo>
                  <a:lnTo>
                    <a:pt x="348" y="1162"/>
                  </a:lnTo>
                  <a:lnTo>
                    <a:pt x="348" y="1164"/>
                  </a:lnTo>
                  <a:lnTo>
                    <a:pt x="346" y="1168"/>
                  </a:lnTo>
                  <a:lnTo>
                    <a:pt x="346" y="1172"/>
                  </a:lnTo>
                  <a:lnTo>
                    <a:pt x="344" y="1176"/>
                  </a:lnTo>
                  <a:lnTo>
                    <a:pt x="344" y="1178"/>
                  </a:lnTo>
                  <a:lnTo>
                    <a:pt x="344" y="1180"/>
                  </a:lnTo>
                  <a:lnTo>
                    <a:pt x="344" y="1182"/>
                  </a:lnTo>
                  <a:lnTo>
                    <a:pt x="342" y="1182"/>
                  </a:lnTo>
                  <a:lnTo>
                    <a:pt x="342" y="1184"/>
                  </a:lnTo>
                  <a:lnTo>
                    <a:pt x="342" y="1186"/>
                  </a:lnTo>
                  <a:lnTo>
                    <a:pt x="342" y="1188"/>
                  </a:lnTo>
                  <a:lnTo>
                    <a:pt x="342" y="1190"/>
                  </a:lnTo>
                  <a:lnTo>
                    <a:pt x="340" y="1194"/>
                  </a:lnTo>
                  <a:lnTo>
                    <a:pt x="340" y="1192"/>
                  </a:lnTo>
                  <a:lnTo>
                    <a:pt x="340" y="1190"/>
                  </a:lnTo>
                  <a:lnTo>
                    <a:pt x="340" y="1184"/>
                  </a:lnTo>
                  <a:lnTo>
                    <a:pt x="338" y="1180"/>
                  </a:lnTo>
                  <a:lnTo>
                    <a:pt x="338" y="1180"/>
                  </a:lnTo>
                  <a:lnTo>
                    <a:pt x="338" y="1178"/>
                  </a:lnTo>
                  <a:lnTo>
                    <a:pt x="336" y="1178"/>
                  </a:lnTo>
                  <a:lnTo>
                    <a:pt x="336" y="1176"/>
                  </a:lnTo>
                  <a:lnTo>
                    <a:pt x="334" y="1178"/>
                  </a:lnTo>
                  <a:lnTo>
                    <a:pt x="334" y="1176"/>
                  </a:lnTo>
                  <a:lnTo>
                    <a:pt x="332" y="1176"/>
                  </a:lnTo>
                  <a:lnTo>
                    <a:pt x="332" y="1172"/>
                  </a:lnTo>
                  <a:lnTo>
                    <a:pt x="330" y="1170"/>
                  </a:lnTo>
                  <a:lnTo>
                    <a:pt x="328" y="1170"/>
                  </a:lnTo>
                  <a:lnTo>
                    <a:pt x="326" y="1168"/>
                  </a:lnTo>
                  <a:lnTo>
                    <a:pt x="324" y="1168"/>
                  </a:lnTo>
                  <a:lnTo>
                    <a:pt x="322" y="1168"/>
                  </a:lnTo>
                  <a:lnTo>
                    <a:pt x="322" y="1168"/>
                  </a:lnTo>
                  <a:lnTo>
                    <a:pt x="320" y="1168"/>
                  </a:lnTo>
                  <a:lnTo>
                    <a:pt x="320" y="1168"/>
                  </a:lnTo>
                  <a:lnTo>
                    <a:pt x="320" y="1168"/>
                  </a:lnTo>
                  <a:lnTo>
                    <a:pt x="318" y="1168"/>
                  </a:lnTo>
                  <a:lnTo>
                    <a:pt x="316" y="1166"/>
                  </a:lnTo>
                  <a:lnTo>
                    <a:pt x="314" y="1161"/>
                  </a:lnTo>
                  <a:lnTo>
                    <a:pt x="314" y="1161"/>
                  </a:lnTo>
                  <a:lnTo>
                    <a:pt x="312" y="1161"/>
                  </a:lnTo>
                  <a:lnTo>
                    <a:pt x="312" y="1159"/>
                  </a:lnTo>
                  <a:lnTo>
                    <a:pt x="312" y="1159"/>
                  </a:lnTo>
                  <a:lnTo>
                    <a:pt x="312" y="1159"/>
                  </a:lnTo>
                  <a:lnTo>
                    <a:pt x="312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7"/>
                  </a:lnTo>
                  <a:lnTo>
                    <a:pt x="308" y="1155"/>
                  </a:lnTo>
                  <a:lnTo>
                    <a:pt x="306" y="1153"/>
                  </a:lnTo>
                  <a:lnTo>
                    <a:pt x="306" y="1151"/>
                  </a:lnTo>
                  <a:lnTo>
                    <a:pt x="306" y="1149"/>
                  </a:lnTo>
                  <a:lnTo>
                    <a:pt x="306" y="1149"/>
                  </a:lnTo>
                  <a:lnTo>
                    <a:pt x="306" y="1149"/>
                  </a:lnTo>
                  <a:lnTo>
                    <a:pt x="304" y="1147"/>
                  </a:lnTo>
                  <a:lnTo>
                    <a:pt x="304" y="1147"/>
                  </a:lnTo>
                  <a:lnTo>
                    <a:pt x="301" y="1137"/>
                  </a:lnTo>
                  <a:lnTo>
                    <a:pt x="293" y="1125"/>
                  </a:lnTo>
                  <a:lnTo>
                    <a:pt x="281" y="1109"/>
                  </a:lnTo>
                  <a:lnTo>
                    <a:pt x="271" y="1100"/>
                  </a:lnTo>
                  <a:lnTo>
                    <a:pt x="269" y="1098"/>
                  </a:lnTo>
                  <a:lnTo>
                    <a:pt x="269" y="1098"/>
                  </a:lnTo>
                  <a:lnTo>
                    <a:pt x="265" y="1096"/>
                  </a:lnTo>
                  <a:lnTo>
                    <a:pt x="265" y="1096"/>
                  </a:lnTo>
                  <a:lnTo>
                    <a:pt x="263" y="1092"/>
                  </a:lnTo>
                  <a:lnTo>
                    <a:pt x="263" y="1092"/>
                  </a:lnTo>
                  <a:lnTo>
                    <a:pt x="265" y="1092"/>
                  </a:lnTo>
                  <a:lnTo>
                    <a:pt x="265" y="1092"/>
                  </a:lnTo>
                  <a:lnTo>
                    <a:pt x="265" y="1094"/>
                  </a:lnTo>
                  <a:lnTo>
                    <a:pt x="267" y="1094"/>
                  </a:lnTo>
                  <a:lnTo>
                    <a:pt x="267" y="1094"/>
                  </a:lnTo>
                  <a:lnTo>
                    <a:pt x="267" y="1094"/>
                  </a:lnTo>
                  <a:lnTo>
                    <a:pt x="267" y="1094"/>
                  </a:lnTo>
                  <a:lnTo>
                    <a:pt x="267" y="1094"/>
                  </a:lnTo>
                  <a:lnTo>
                    <a:pt x="269" y="1094"/>
                  </a:lnTo>
                  <a:lnTo>
                    <a:pt x="269" y="1094"/>
                  </a:lnTo>
                  <a:lnTo>
                    <a:pt x="269" y="1096"/>
                  </a:lnTo>
                  <a:lnTo>
                    <a:pt x="271" y="1096"/>
                  </a:lnTo>
                  <a:lnTo>
                    <a:pt x="271" y="1096"/>
                  </a:lnTo>
                  <a:lnTo>
                    <a:pt x="271" y="1094"/>
                  </a:lnTo>
                  <a:lnTo>
                    <a:pt x="271" y="1092"/>
                  </a:lnTo>
                  <a:lnTo>
                    <a:pt x="271" y="1090"/>
                  </a:lnTo>
                  <a:lnTo>
                    <a:pt x="269" y="1090"/>
                  </a:lnTo>
                  <a:lnTo>
                    <a:pt x="267" y="1092"/>
                  </a:lnTo>
                  <a:lnTo>
                    <a:pt x="265" y="1092"/>
                  </a:lnTo>
                  <a:lnTo>
                    <a:pt x="263" y="1090"/>
                  </a:lnTo>
                  <a:lnTo>
                    <a:pt x="261" y="1090"/>
                  </a:lnTo>
                  <a:lnTo>
                    <a:pt x="259" y="1088"/>
                  </a:lnTo>
                  <a:lnTo>
                    <a:pt x="259" y="1086"/>
                  </a:lnTo>
                  <a:lnTo>
                    <a:pt x="257" y="1084"/>
                  </a:lnTo>
                  <a:lnTo>
                    <a:pt x="250" y="1078"/>
                  </a:lnTo>
                  <a:lnTo>
                    <a:pt x="242" y="1070"/>
                  </a:lnTo>
                  <a:lnTo>
                    <a:pt x="238" y="1062"/>
                  </a:lnTo>
                  <a:lnTo>
                    <a:pt x="230" y="1053"/>
                  </a:lnTo>
                  <a:lnTo>
                    <a:pt x="226" y="1047"/>
                  </a:lnTo>
                  <a:lnTo>
                    <a:pt x="222" y="1043"/>
                  </a:lnTo>
                  <a:lnTo>
                    <a:pt x="212" y="1029"/>
                  </a:lnTo>
                  <a:lnTo>
                    <a:pt x="210" y="1025"/>
                  </a:lnTo>
                  <a:lnTo>
                    <a:pt x="208" y="1025"/>
                  </a:lnTo>
                  <a:lnTo>
                    <a:pt x="206" y="1019"/>
                  </a:lnTo>
                  <a:lnTo>
                    <a:pt x="206" y="1019"/>
                  </a:lnTo>
                  <a:lnTo>
                    <a:pt x="204" y="1015"/>
                  </a:lnTo>
                  <a:lnTo>
                    <a:pt x="200" y="1013"/>
                  </a:lnTo>
                  <a:lnTo>
                    <a:pt x="200" y="1011"/>
                  </a:lnTo>
                  <a:lnTo>
                    <a:pt x="199" y="1009"/>
                  </a:lnTo>
                  <a:lnTo>
                    <a:pt x="195" y="1005"/>
                  </a:lnTo>
                  <a:lnTo>
                    <a:pt x="193" y="1003"/>
                  </a:lnTo>
                  <a:lnTo>
                    <a:pt x="193" y="1001"/>
                  </a:lnTo>
                  <a:lnTo>
                    <a:pt x="191" y="1000"/>
                  </a:lnTo>
                  <a:lnTo>
                    <a:pt x="183" y="992"/>
                  </a:lnTo>
                  <a:lnTo>
                    <a:pt x="171" y="978"/>
                  </a:lnTo>
                  <a:lnTo>
                    <a:pt x="155" y="956"/>
                  </a:lnTo>
                  <a:lnTo>
                    <a:pt x="153" y="954"/>
                  </a:lnTo>
                  <a:lnTo>
                    <a:pt x="153" y="954"/>
                  </a:lnTo>
                  <a:lnTo>
                    <a:pt x="153" y="952"/>
                  </a:lnTo>
                  <a:lnTo>
                    <a:pt x="149" y="950"/>
                  </a:lnTo>
                  <a:lnTo>
                    <a:pt x="149" y="948"/>
                  </a:lnTo>
                  <a:lnTo>
                    <a:pt x="132" y="923"/>
                  </a:lnTo>
                  <a:lnTo>
                    <a:pt x="130" y="917"/>
                  </a:lnTo>
                  <a:lnTo>
                    <a:pt x="128" y="913"/>
                  </a:lnTo>
                  <a:lnTo>
                    <a:pt x="124" y="905"/>
                  </a:lnTo>
                  <a:lnTo>
                    <a:pt x="122" y="901"/>
                  </a:lnTo>
                  <a:lnTo>
                    <a:pt x="122" y="897"/>
                  </a:lnTo>
                  <a:lnTo>
                    <a:pt x="112" y="878"/>
                  </a:lnTo>
                  <a:lnTo>
                    <a:pt x="110" y="874"/>
                  </a:lnTo>
                  <a:lnTo>
                    <a:pt x="110" y="872"/>
                  </a:lnTo>
                  <a:lnTo>
                    <a:pt x="110" y="870"/>
                  </a:lnTo>
                  <a:lnTo>
                    <a:pt x="108" y="870"/>
                  </a:lnTo>
                  <a:lnTo>
                    <a:pt x="108" y="868"/>
                  </a:lnTo>
                  <a:lnTo>
                    <a:pt x="108" y="868"/>
                  </a:lnTo>
                  <a:lnTo>
                    <a:pt x="108" y="864"/>
                  </a:lnTo>
                  <a:lnTo>
                    <a:pt x="108" y="864"/>
                  </a:lnTo>
                  <a:lnTo>
                    <a:pt x="108" y="864"/>
                  </a:lnTo>
                  <a:lnTo>
                    <a:pt x="108" y="862"/>
                  </a:lnTo>
                  <a:lnTo>
                    <a:pt x="108" y="862"/>
                  </a:lnTo>
                  <a:lnTo>
                    <a:pt x="108" y="860"/>
                  </a:lnTo>
                  <a:lnTo>
                    <a:pt x="108" y="860"/>
                  </a:lnTo>
                  <a:lnTo>
                    <a:pt x="106" y="860"/>
                  </a:lnTo>
                  <a:lnTo>
                    <a:pt x="106" y="858"/>
                  </a:lnTo>
                  <a:lnTo>
                    <a:pt x="106" y="858"/>
                  </a:lnTo>
                  <a:lnTo>
                    <a:pt x="104" y="852"/>
                  </a:lnTo>
                  <a:lnTo>
                    <a:pt x="104" y="848"/>
                  </a:lnTo>
                  <a:lnTo>
                    <a:pt x="97" y="825"/>
                  </a:lnTo>
                  <a:lnTo>
                    <a:pt x="97" y="825"/>
                  </a:lnTo>
                  <a:lnTo>
                    <a:pt x="97" y="823"/>
                  </a:lnTo>
                  <a:lnTo>
                    <a:pt x="97" y="819"/>
                  </a:lnTo>
                  <a:lnTo>
                    <a:pt x="97" y="815"/>
                  </a:lnTo>
                  <a:lnTo>
                    <a:pt x="95" y="811"/>
                  </a:lnTo>
                  <a:lnTo>
                    <a:pt x="95" y="803"/>
                  </a:lnTo>
                  <a:lnTo>
                    <a:pt x="97" y="803"/>
                  </a:lnTo>
                  <a:lnTo>
                    <a:pt x="97" y="801"/>
                  </a:lnTo>
                  <a:lnTo>
                    <a:pt x="97" y="803"/>
                  </a:lnTo>
                  <a:lnTo>
                    <a:pt x="97" y="809"/>
                  </a:lnTo>
                  <a:lnTo>
                    <a:pt x="97" y="811"/>
                  </a:lnTo>
                  <a:lnTo>
                    <a:pt x="97" y="813"/>
                  </a:lnTo>
                  <a:lnTo>
                    <a:pt x="97" y="811"/>
                  </a:lnTo>
                  <a:lnTo>
                    <a:pt x="97" y="807"/>
                  </a:lnTo>
                  <a:lnTo>
                    <a:pt x="98" y="807"/>
                  </a:lnTo>
                  <a:lnTo>
                    <a:pt x="98" y="803"/>
                  </a:lnTo>
                  <a:lnTo>
                    <a:pt x="98" y="803"/>
                  </a:lnTo>
                  <a:lnTo>
                    <a:pt x="98" y="801"/>
                  </a:lnTo>
                  <a:lnTo>
                    <a:pt x="98" y="801"/>
                  </a:lnTo>
                  <a:lnTo>
                    <a:pt x="98" y="801"/>
                  </a:lnTo>
                  <a:lnTo>
                    <a:pt x="98" y="799"/>
                  </a:lnTo>
                  <a:lnTo>
                    <a:pt x="100" y="797"/>
                  </a:lnTo>
                  <a:lnTo>
                    <a:pt x="100" y="795"/>
                  </a:lnTo>
                  <a:lnTo>
                    <a:pt x="102" y="793"/>
                  </a:lnTo>
                  <a:lnTo>
                    <a:pt x="102" y="791"/>
                  </a:lnTo>
                  <a:lnTo>
                    <a:pt x="104" y="789"/>
                  </a:lnTo>
                  <a:lnTo>
                    <a:pt x="104" y="787"/>
                  </a:lnTo>
                  <a:lnTo>
                    <a:pt x="104" y="784"/>
                  </a:lnTo>
                  <a:lnTo>
                    <a:pt x="104" y="782"/>
                  </a:lnTo>
                  <a:lnTo>
                    <a:pt x="102" y="780"/>
                  </a:lnTo>
                  <a:lnTo>
                    <a:pt x="100" y="778"/>
                  </a:lnTo>
                  <a:lnTo>
                    <a:pt x="100" y="776"/>
                  </a:lnTo>
                  <a:lnTo>
                    <a:pt x="102" y="776"/>
                  </a:lnTo>
                  <a:lnTo>
                    <a:pt x="102" y="776"/>
                  </a:lnTo>
                  <a:lnTo>
                    <a:pt x="104" y="776"/>
                  </a:lnTo>
                  <a:lnTo>
                    <a:pt x="104" y="776"/>
                  </a:lnTo>
                  <a:lnTo>
                    <a:pt x="106" y="776"/>
                  </a:lnTo>
                  <a:lnTo>
                    <a:pt x="108" y="778"/>
                  </a:lnTo>
                  <a:lnTo>
                    <a:pt x="108" y="778"/>
                  </a:lnTo>
                  <a:lnTo>
                    <a:pt x="108" y="778"/>
                  </a:lnTo>
                  <a:lnTo>
                    <a:pt x="108" y="774"/>
                  </a:lnTo>
                  <a:lnTo>
                    <a:pt x="108" y="774"/>
                  </a:lnTo>
                  <a:lnTo>
                    <a:pt x="108" y="772"/>
                  </a:lnTo>
                  <a:lnTo>
                    <a:pt x="108" y="772"/>
                  </a:lnTo>
                  <a:lnTo>
                    <a:pt x="108" y="770"/>
                  </a:lnTo>
                  <a:lnTo>
                    <a:pt x="108" y="768"/>
                  </a:lnTo>
                  <a:lnTo>
                    <a:pt x="108" y="762"/>
                  </a:lnTo>
                  <a:lnTo>
                    <a:pt x="106" y="758"/>
                  </a:lnTo>
                  <a:lnTo>
                    <a:pt x="106" y="752"/>
                  </a:lnTo>
                  <a:lnTo>
                    <a:pt x="106" y="746"/>
                  </a:lnTo>
                  <a:lnTo>
                    <a:pt x="106" y="744"/>
                  </a:lnTo>
                  <a:lnTo>
                    <a:pt x="104" y="742"/>
                  </a:lnTo>
                  <a:lnTo>
                    <a:pt x="100" y="736"/>
                  </a:lnTo>
                  <a:lnTo>
                    <a:pt x="97" y="732"/>
                  </a:lnTo>
                  <a:lnTo>
                    <a:pt x="95" y="731"/>
                  </a:lnTo>
                  <a:lnTo>
                    <a:pt x="95" y="729"/>
                  </a:lnTo>
                  <a:lnTo>
                    <a:pt x="89" y="727"/>
                  </a:lnTo>
                  <a:lnTo>
                    <a:pt x="87" y="727"/>
                  </a:lnTo>
                  <a:lnTo>
                    <a:pt x="85" y="727"/>
                  </a:lnTo>
                  <a:lnTo>
                    <a:pt x="85" y="729"/>
                  </a:lnTo>
                  <a:lnTo>
                    <a:pt x="85" y="723"/>
                  </a:lnTo>
                  <a:lnTo>
                    <a:pt x="87" y="715"/>
                  </a:lnTo>
                  <a:lnTo>
                    <a:pt x="89" y="713"/>
                  </a:lnTo>
                  <a:lnTo>
                    <a:pt x="89" y="715"/>
                  </a:lnTo>
                  <a:lnTo>
                    <a:pt x="91" y="717"/>
                  </a:lnTo>
                  <a:lnTo>
                    <a:pt x="93" y="717"/>
                  </a:lnTo>
                  <a:lnTo>
                    <a:pt x="100" y="715"/>
                  </a:lnTo>
                  <a:lnTo>
                    <a:pt x="104" y="713"/>
                  </a:lnTo>
                  <a:lnTo>
                    <a:pt x="106" y="711"/>
                  </a:lnTo>
                  <a:lnTo>
                    <a:pt x="108" y="707"/>
                  </a:lnTo>
                  <a:lnTo>
                    <a:pt x="108" y="703"/>
                  </a:lnTo>
                  <a:lnTo>
                    <a:pt x="108" y="701"/>
                  </a:lnTo>
                  <a:lnTo>
                    <a:pt x="108" y="699"/>
                  </a:lnTo>
                  <a:lnTo>
                    <a:pt x="108" y="699"/>
                  </a:lnTo>
                  <a:lnTo>
                    <a:pt x="106" y="697"/>
                  </a:lnTo>
                  <a:lnTo>
                    <a:pt x="106" y="697"/>
                  </a:lnTo>
                  <a:lnTo>
                    <a:pt x="106" y="695"/>
                  </a:lnTo>
                  <a:lnTo>
                    <a:pt x="106" y="691"/>
                  </a:lnTo>
                  <a:lnTo>
                    <a:pt x="106" y="689"/>
                  </a:lnTo>
                  <a:lnTo>
                    <a:pt x="106" y="689"/>
                  </a:lnTo>
                  <a:lnTo>
                    <a:pt x="106" y="689"/>
                  </a:lnTo>
                  <a:lnTo>
                    <a:pt x="106" y="687"/>
                  </a:lnTo>
                  <a:lnTo>
                    <a:pt x="108" y="687"/>
                  </a:lnTo>
                  <a:lnTo>
                    <a:pt x="108" y="687"/>
                  </a:lnTo>
                  <a:lnTo>
                    <a:pt x="110" y="687"/>
                  </a:lnTo>
                  <a:lnTo>
                    <a:pt x="112" y="687"/>
                  </a:lnTo>
                  <a:lnTo>
                    <a:pt x="118" y="685"/>
                  </a:lnTo>
                  <a:lnTo>
                    <a:pt x="122" y="681"/>
                  </a:lnTo>
                  <a:lnTo>
                    <a:pt x="126" y="678"/>
                  </a:lnTo>
                  <a:lnTo>
                    <a:pt x="128" y="676"/>
                  </a:lnTo>
                  <a:lnTo>
                    <a:pt x="130" y="676"/>
                  </a:lnTo>
                  <a:lnTo>
                    <a:pt x="132" y="678"/>
                  </a:lnTo>
                  <a:lnTo>
                    <a:pt x="134" y="679"/>
                  </a:lnTo>
                  <a:lnTo>
                    <a:pt x="134" y="678"/>
                  </a:lnTo>
                  <a:lnTo>
                    <a:pt x="134" y="678"/>
                  </a:lnTo>
                  <a:lnTo>
                    <a:pt x="134" y="676"/>
                  </a:lnTo>
                  <a:lnTo>
                    <a:pt x="130" y="676"/>
                  </a:lnTo>
                  <a:lnTo>
                    <a:pt x="130" y="674"/>
                  </a:lnTo>
                  <a:lnTo>
                    <a:pt x="130" y="674"/>
                  </a:lnTo>
                  <a:lnTo>
                    <a:pt x="128" y="674"/>
                  </a:lnTo>
                  <a:lnTo>
                    <a:pt x="128" y="676"/>
                  </a:lnTo>
                  <a:lnTo>
                    <a:pt x="128" y="674"/>
                  </a:lnTo>
                  <a:lnTo>
                    <a:pt x="128" y="670"/>
                  </a:lnTo>
                  <a:lnTo>
                    <a:pt x="130" y="670"/>
                  </a:lnTo>
                  <a:lnTo>
                    <a:pt x="130" y="664"/>
                  </a:lnTo>
                  <a:lnTo>
                    <a:pt x="132" y="656"/>
                  </a:lnTo>
                  <a:lnTo>
                    <a:pt x="134" y="650"/>
                  </a:lnTo>
                  <a:lnTo>
                    <a:pt x="136" y="644"/>
                  </a:lnTo>
                  <a:lnTo>
                    <a:pt x="138" y="640"/>
                  </a:lnTo>
                  <a:lnTo>
                    <a:pt x="138" y="638"/>
                  </a:lnTo>
                  <a:lnTo>
                    <a:pt x="140" y="634"/>
                  </a:lnTo>
                  <a:lnTo>
                    <a:pt x="142" y="630"/>
                  </a:lnTo>
                  <a:lnTo>
                    <a:pt x="142" y="624"/>
                  </a:lnTo>
                  <a:lnTo>
                    <a:pt x="142" y="624"/>
                  </a:lnTo>
                  <a:lnTo>
                    <a:pt x="142" y="623"/>
                  </a:lnTo>
                  <a:lnTo>
                    <a:pt x="142" y="623"/>
                  </a:lnTo>
                  <a:lnTo>
                    <a:pt x="142" y="623"/>
                  </a:lnTo>
                  <a:lnTo>
                    <a:pt x="142" y="621"/>
                  </a:lnTo>
                  <a:lnTo>
                    <a:pt x="144" y="621"/>
                  </a:lnTo>
                  <a:lnTo>
                    <a:pt x="144" y="623"/>
                  </a:lnTo>
                  <a:lnTo>
                    <a:pt x="146" y="623"/>
                  </a:lnTo>
                  <a:lnTo>
                    <a:pt x="146" y="623"/>
                  </a:lnTo>
                  <a:lnTo>
                    <a:pt x="146" y="623"/>
                  </a:lnTo>
                  <a:lnTo>
                    <a:pt x="148" y="623"/>
                  </a:lnTo>
                  <a:lnTo>
                    <a:pt x="148" y="623"/>
                  </a:lnTo>
                  <a:lnTo>
                    <a:pt x="146" y="621"/>
                  </a:lnTo>
                  <a:lnTo>
                    <a:pt x="146" y="621"/>
                  </a:lnTo>
                  <a:lnTo>
                    <a:pt x="144" y="621"/>
                  </a:lnTo>
                  <a:lnTo>
                    <a:pt x="144" y="621"/>
                  </a:lnTo>
                  <a:lnTo>
                    <a:pt x="142" y="621"/>
                  </a:lnTo>
                  <a:lnTo>
                    <a:pt x="142" y="619"/>
                  </a:lnTo>
                  <a:lnTo>
                    <a:pt x="144" y="607"/>
                  </a:lnTo>
                  <a:lnTo>
                    <a:pt x="144" y="605"/>
                  </a:lnTo>
                  <a:lnTo>
                    <a:pt x="144" y="605"/>
                  </a:lnTo>
                  <a:lnTo>
                    <a:pt x="146" y="603"/>
                  </a:lnTo>
                  <a:lnTo>
                    <a:pt x="148" y="601"/>
                  </a:lnTo>
                  <a:lnTo>
                    <a:pt x="148" y="601"/>
                  </a:lnTo>
                  <a:lnTo>
                    <a:pt x="148" y="601"/>
                  </a:lnTo>
                  <a:lnTo>
                    <a:pt x="148" y="601"/>
                  </a:lnTo>
                  <a:lnTo>
                    <a:pt x="146" y="599"/>
                  </a:lnTo>
                  <a:lnTo>
                    <a:pt x="146" y="599"/>
                  </a:lnTo>
                  <a:lnTo>
                    <a:pt x="146" y="599"/>
                  </a:lnTo>
                  <a:lnTo>
                    <a:pt x="148" y="597"/>
                  </a:lnTo>
                  <a:lnTo>
                    <a:pt x="148" y="595"/>
                  </a:lnTo>
                  <a:lnTo>
                    <a:pt x="148" y="593"/>
                  </a:lnTo>
                  <a:lnTo>
                    <a:pt x="148" y="591"/>
                  </a:lnTo>
                  <a:lnTo>
                    <a:pt x="148" y="591"/>
                  </a:lnTo>
                  <a:lnTo>
                    <a:pt x="146" y="591"/>
                  </a:lnTo>
                  <a:lnTo>
                    <a:pt x="146" y="589"/>
                  </a:lnTo>
                  <a:lnTo>
                    <a:pt x="146" y="589"/>
                  </a:lnTo>
                  <a:lnTo>
                    <a:pt x="146" y="587"/>
                  </a:lnTo>
                  <a:lnTo>
                    <a:pt x="148" y="587"/>
                  </a:lnTo>
                  <a:lnTo>
                    <a:pt x="148" y="585"/>
                  </a:lnTo>
                  <a:lnTo>
                    <a:pt x="148" y="585"/>
                  </a:lnTo>
                  <a:lnTo>
                    <a:pt x="148" y="583"/>
                  </a:lnTo>
                  <a:lnTo>
                    <a:pt x="148" y="581"/>
                  </a:lnTo>
                  <a:lnTo>
                    <a:pt x="148" y="579"/>
                  </a:lnTo>
                  <a:lnTo>
                    <a:pt x="146" y="577"/>
                  </a:lnTo>
                  <a:lnTo>
                    <a:pt x="146" y="575"/>
                  </a:lnTo>
                  <a:lnTo>
                    <a:pt x="144" y="575"/>
                  </a:lnTo>
                  <a:lnTo>
                    <a:pt x="144" y="575"/>
                  </a:lnTo>
                  <a:lnTo>
                    <a:pt x="142" y="573"/>
                  </a:lnTo>
                  <a:lnTo>
                    <a:pt x="142" y="571"/>
                  </a:lnTo>
                  <a:lnTo>
                    <a:pt x="142" y="570"/>
                  </a:lnTo>
                  <a:lnTo>
                    <a:pt x="142" y="568"/>
                  </a:lnTo>
                  <a:lnTo>
                    <a:pt x="142" y="566"/>
                  </a:lnTo>
                  <a:lnTo>
                    <a:pt x="142" y="562"/>
                  </a:lnTo>
                  <a:lnTo>
                    <a:pt x="146" y="544"/>
                  </a:lnTo>
                  <a:lnTo>
                    <a:pt x="146" y="542"/>
                  </a:lnTo>
                  <a:lnTo>
                    <a:pt x="146" y="540"/>
                  </a:lnTo>
                  <a:lnTo>
                    <a:pt x="146" y="540"/>
                  </a:lnTo>
                  <a:lnTo>
                    <a:pt x="148" y="540"/>
                  </a:lnTo>
                  <a:lnTo>
                    <a:pt x="148" y="538"/>
                  </a:lnTo>
                  <a:lnTo>
                    <a:pt x="149" y="538"/>
                  </a:lnTo>
                  <a:lnTo>
                    <a:pt x="149" y="536"/>
                  </a:lnTo>
                  <a:lnTo>
                    <a:pt x="149" y="526"/>
                  </a:lnTo>
                  <a:lnTo>
                    <a:pt x="149" y="526"/>
                  </a:lnTo>
                  <a:lnTo>
                    <a:pt x="148" y="524"/>
                  </a:lnTo>
                  <a:lnTo>
                    <a:pt x="148" y="522"/>
                  </a:lnTo>
                  <a:lnTo>
                    <a:pt x="148" y="520"/>
                  </a:lnTo>
                  <a:lnTo>
                    <a:pt x="148" y="518"/>
                  </a:lnTo>
                  <a:lnTo>
                    <a:pt x="148" y="518"/>
                  </a:lnTo>
                  <a:lnTo>
                    <a:pt x="149" y="516"/>
                  </a:lnTo>
                  <a:lnTo>
                    <a:pt x="149" y="516"/>
                  </a:lnTo>
                  <a:lnTo>
                    <a:pt x="151" y="515"/>
                  </a:lnTo>
                  <a:lnTo>
                    <a:pt x="151" y="513"/>
                  </a:lnTo>
                  <a:lnTo>
                    <a:pt x="155" y="509"/>
                  </a:lnTo>
                  <a:lnTo>
                    <a:pt x="157" y="507"/>
                  </a:lnTo>
                  <a:lnTo>
                    <a:pt x="157" y="505"/>
                  </a:lnTo>
                  <a:lnTo>
                    <a:pt x="157" y="501"/>
                  </a:lnTo>
                  <a:lnTo>
                    <a:pt x="157" y="499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5"/>
                  </a:lnTo>
                  <a:lnTo>
                    <a:pt x="159" y="495"/>
                  </a:lnTo>
                  <a:lnTo>
                    <a:pt x="159" y="493"/>
                  </a:lnTo>
                  <a:lnTo>
                    <a:pt x="159" y="493"/>
                  </a:lnTo>
                  <a:lnTo>
                    <a:pt x="159" y="493"/>
                  </a:lnTo>
                  <a:lnTo>
                    <a:pt x="159" y="491"/>
                  </a:lnTo>
                  <a:lnTo>
                    <a:pt x="159" y="491"/>
                  </a:lnTo>
                  <a:lnTo>
                    <a:pt x="161" y="485"/>
                  </a:lnTo>
                  <a:lnTo>
                    <a:pt x="161" y="479"/>
                  </a:lnTo>
                  <a:lnTo>
                    <a:pt x="161" y="473"/>
                  </a:lnTo>
                  <a:lnTo>
                    <a:pt x="161" y="469"/>
                  </a:lnTo>
                  <a:lnTo>
                    <a:pt x="161" y="463"/>
                  </a:lnTo>
                  <a:lnTo>
                    <a:pt x="163" y="460"/>
                  </a:lnTo>
                  <a:lnTo>
                    <a:pt x="163" y="460"/>
                  </a:lnTo>
                  <a:lnTo>
                    <a:pt x="163" y="458"/>
                  </a:lnTo>
                  <a:lnTo>
                    <a:pt x="163" y="458"/>
                  </a:lnTo>
                  <a:lnTo>
                    <a:pt x="165" y="456"/>
                  </a:lnTo>
                  <a:lnTo>
                    <a:pt x="167" y="452"/>
                  </a:lnTo>
                  <a:lnTo>
                    <a:pt x="167" y="452"/>
                  </a:lnTo>
                  <a:lnTo>
                    <a:pt x="167" y="450"/>
                  </a:lnTo>
                  <a:lnTo>
                    <a:pt x="169" y="442"/>
                  </a:lnTo>
                  <a:lnTo>
                    <a:pt x="169" y="440"/>
                  </a:lnTo>
                  <a:lnTo>
                    <a:pt x="169" y="436"/>
                  </a:lnTo>
                  <a:lnTo>
                    <a:pt x="167" y="434"/>
                  </a:lnTo>
                  <a:lnTo>
                    <a:pt x="167" y="434"/>
                  </a:lnTo>
                  <a:lnTo>
                    <a:pt x="165" y="434"/>
                  </a:lnTo>
                  <a:lnTo>
                    <a:pt x="165" y="436"/>
                  </a:lnTo>
                  <a:lnTo>
                    <a:pt x="165" y="436"/>
                  </a:lnTo>
                  <a:lnTo>
                    <a:pt x="165" y="434"/>
                  </a:lnTo>
                  <a:lnTo>
                    <a:pt x="163" y="432"/>
                  </a:lnTo>
                  <a:lnTo>
                    <a:pt x="163" y="430"/>
                  </a:lnTo>
                  <a:lnTo>
                    <a:pt x="161" y="428"/>
                  </a:lnTo>
                  <a:lnTo>
                    <a:pt x="161" y="426"/>
                  </a:lnTo>
                  <a:lnTo>
                    <a:pt x="163" y="424"/>
                  </a:lnTo>
                  <a:lnTo>
                    <a:pt x="165" y="418"/>
                  </a:lnTo>
                  <a:lnTo>
                    <a:pt x="165" y="414"/>
                  </a:lnTo>
                  <a:lnTo>
                    <a:pt x="165" y="414"/>
                  </a:lnTo>
                  <a:lnTo>
                    <a:pt x="165" y="412"/>
                  </a:lnTo>
                  <a:lnTo>
                    <a:pt x="169" y="408"/>
                  </a:lnTo>
                  <a:lnTo>
                    <a:pt x="171" y="407"/>
                  </a:lnTo>
                  <a:lnTo>
                    <a:pt x="171" y="407"/>
                  </a:lnTo>
                  <a:lnTo>
                    <a:pt x="171" y="405"/>
                  </a:lnTo>
                  <a:lnTo>
                    <a:pt x="173" y="403"/>
                  </a:lnTo>
                  <a:lnTo>
                    <a:pt x="173" y="401"/>
                  </a:lnTo>
                  <a:lnTo>
                    <a:pt x="173" y="399"/>
                  </a:lnTo>
                  <a:lnTo>
                    <a:pt x="173" y="399"/>
                  </a:lnTo>
                  <a:lnTo>
                    <a:pt x="175" y="399"/>
                  </a:lnTo>
                  <a:lnTo>
                    <a:pt x="177" y="399"/>
                  </a:lnTo>
                  <a:lnTo>
                    <a:pt x="177" y="397"/>
                  </a:lnTo>
                  <a:lnTo>
                    <a:pt x="177" y="397"/>
                  </a:lnTo>
                  <a:lnTo>
                    <a:pt x="179" y="395"/>
                  </a:lnTo>
                  <a:lnTo>
                    <a:pt x="179" y="393"/>
                  </a:lnTo>
                  <a:lnTo>
                    <a:pt x="181" y="393"/>
                  </a:lnTo>
                  <a:lnTo>
                    <a:pt x="181" y="391"/>
                  </a:lnTo>
                  <a:lnTo>
                    <a:pt x="181" y="389"/>
                  </a:lnTo>
                  <a:lnTo>
                    <a:pt x="181" y="385"/>
                  </a:lnTo>
                  <a:lnTo>
                    <a:pt x="181" y="383"/>
                  </a:lnTo>
                  <a:lnTo>
                    <a:pt x="181" y="383"/>
                  </a:lnTo>
                  <a:lnTo>
                    <a:pt x="181" y="381"/>
                  </a:lnTo>
                  <a:lnTo>
                    <a:pt x="181" y="381"/>
                  </a:lnTo>
                  <a:lnTo>
                    <a:pt x="183" y="379"/>
                  </a:lnTo>
                  <a:lnTo>
                    <a:pt x="183" y="377"/>
                  </a:lnTo>
                  <a:lnTo>
                    <a:pt x="185" y="377"/>
                  </a:lnTo>
                  <a:lnTo>
                    <a:pt x="187" y="377"/>
                  </a:lnTo>
                  <a:lnTo>
                    <a:pt x="187" y="375"/>
                  </a:lnTo>
                  <a:lnTo>
                    <a:pt x="187" y="375"/>
                  </a:lnTo>
                  <a:lnTo>
                    <a:pt x="187" y="375"/>
                  </a:lnTo>
                  <a:lnTo>
                    <a:pt x="189" y="373"/>
                  </a:lnTo>
                  <a:lnTo>
                    <a:pt x="189" y="373"/>
                  </a:lnTo>
                  <a:lnTo>
                    <a:pt x="189" y="371"/>
                  </a:lnTo>
                  <a:lnTo>
                    <a:pt x="189" y="371"/>
                  </a:lnTo>
                  <a:lnTo>
                    <a:pt x="191" y="371"/>
                  </a:lnTo>
                  <a:lnTo>
                    <a:pt x="191" y="369"/>
                  </a:lnTo>
                  <a:lnTo>
                    <a:pt x="193" y="369"/>
                  </a:lnTo>
                  <a:lnTo>
                    <a:pt x="195" y="369"/>
                  </a:lnTo>
                  <a:lnTo>
                    <a:pt x="195" y="369"/>
                  </a:lnTo>
                  <a:lnTo>
                    <a:pt x="195" y="373"/>
                  </a:lnTo>
                  <a:lnTo>
                    <a:pt x="195" y="375"/>
                  </a:lnTo>
                  <a:lnTo>
                    <a:pt x="197" y="375"/>
                  </a:lnTo>
                  <a:lnTo>
                    <a:pt x="197" y="373"/>
                  </a:lnTo>
                  <a:lnTo>
                    <a:pt x="197" y="371"/>
                  </a:lnTo>
                  <a:lnTo>
                    <a:pt x="197" y="369"/>
                  </a:lnTo>
                  <a:lnTo>
                    <a:pt x="195" y="367"/>
                  </a:lnTo>
                  <a:lnTo>
                    <a:pt x="195" y="365"/>
                  </a:lnTo>
                  <a:lnTo>
                    <a:pt x="195" y="365"/>
                  </a:lnTo>
                  <a:lnTo>
                    <a:pt x="197" y="363"/>
                  </a:lnTo>
                  <a:lnTo>
                    <a:pt x="197" y="363"/>
                  </a:lnTo>
                  <a:lnTo>
                    <a:pt x="197" y="361"/>
                  </a:lnTo>
                  <a:lnTo>
                    <a:pt x="199" y="359"/>
                  </a:lnTo>
                  <a:lnTo>
                    <a:pt x="199" y="357"/>
                  </a:lnTo>
                  <a:lnTo>
                    <a:pt x="200" y="357"/>
                  </a:lnTo>
                  <a:lnTo>
                    <a:pt x="202" y="357"/>
                  </a:lnTo>
                  <a:lnTo>
                    <a:pt x="204" y="357"/>
                  </a:lnTo>
                  <a:lnTo>
                    <a:pt x="204" y="355"/>
                  </a:lnTo>
                  <a:lnTo>
                    <a:pt x="204" y="354"/>
                  </a:lnTo>
                  <a:lnTo>
                    <a:pt x="204" y="352"/>
                  </a:lnTo>
                  <a:lnTo>
                    <a:pt x="204" y="350"/>
                  </a:lnTo>
                  <a:lnTo>
                    <a:pt x="202" y="350"/>
                  </a:lnTo>
                  <a:lnTo>
                    <a:pt x="200" y="350"/>
                  </a:lnTo>
                  <a:lnTo>
                    <a:pt x="199" y="350"/>
                  </a:lnTo>
                  <a:lnTo>
                    <a:pt x="197" y="352"/>
                  </a:lnTo>
                  <a:lnTo>
                    <a:pt x="193" y="350"/>
                  </a:lnTo>
                  <a:lnTo>
                    <a:pt x="191" y="350"/>
                  </a:lnTo>
                  <a:lnTo>
                    <a:pt x="191" y="352"/>
                  </a:lnTo>
                  <a:lnTo>
                    <a:pt x="191" y="348"/>
                  </a:lnTo>
                  <a:lnTo>
                    <a:pt x="191" y="346"/>
                  </a:lnTo>
                  <a:lnTo>
                    <a:pt x="193" y="344"/>
                  </a:lnTo>
                  <a:lnTo>
                    <a:pt x="191" y="342"/>
                  </a:lnTo>
                  <a:lnTo>
                    <a:pt x="189" y="340"/>
                  </a:lnTo>
                  <a:lnTo>
                    <a:pt x="189" y="340"/>
                  </a:lnTo>
                  <a:lnTo>
                    <a:pt x="189" y="338"/>
                  </a:lnTo>
                  <a:lnTo>
                    <a:pt x="189" y="336"/>
                  </a:lnTo>
                  <a:lnTo>
                    <a:pt x="191" y="332"/>
                  </a:lnTo>
                  <a:lnTo>
                    <a:pt x="195" y="326"/>
                  </a:lnTo>
                  <a:lnTo>
                    <a:pt x="195" y="324"/>
                  </a:lnTo>
                  <a:lnTo>
                    <a:pt x="195" y="324"/>
                  </a:lnTo>
                  <a:lnTo>
                    <a:pt x="195" y="322"/>
                  </a:lnTo>
                  <a:lnTo>
                    <a:pt x="195" y="322"/>
                  </a:lnTo>
                  <a:lnTo>
                    <a:pt x="193" y="320"/>
                  </a:lnTo>
                  <a:lnTo>
                    <a:pt x="193" y="318"/>
                  </a:lnTo>
                  <a:lnTo>
                    <a:pt x="193" y="316"/>
                  </a:lnTo>
                  <a:lnTo>
                    <a:pt x="193" y="314"/>
                  </a:lnTo>
                  <a:lnTo>
                    <a:pt x="191" y="312"/>
                  </a:lnTo>
                  <a:lnTo>
                    <a:pt x="187" y="310"/>
                  </a:lnTo>
                  <a:lnTo>
                    <a:pt x="187" y="310"/>
                  </a:lnTo>
                  <a:lnTo>
                    <a:pt x="183" y="310"/>
                  </a:lnTo>
                  <a:lnTo>
                    <a:pt x="181" y="310"/>
                  </a:lnTo>
                  <a:lnTo>
                    <a:pt x="181" y="310"/>
                  </a:lnTo>
                  <a:lnTo>
                    <a:pt x="181" y="312"/>
                  </a:lnTo>
                  <a:lnTo>
                    <a:pt x="181" y="314"/>
                  </a:lnTo>
                  <a:lnTo>
                    <a:pt x="181" y="314"/>
                  </a:lnTo>
                  <a:lnTo>
                    <a:pt x="179" y="314"/>
                  </a:lnTo>
                  <a:lnTo>
                    <a:pt x="179" y="312"/>
                  </a:lnTo>
                  <a:lnTo>
                    <a:pt x="177" y="310"/>
                  </a:lnTo>
                  <a:lnTo>
                    <a:pt x="177" y="306"/>
                  </a:lnTo>
                  <a:lnTo>
                    <a:pt x="177" y="302"/>
                  </a:lnTo>
                  <a:lnTo>
                    <a:pt x="175" y="301"/>
                  </a:lnTo>
                  <a:lnTo>
                    <a:pt x="175" y="301"/>
                  </a:lnTo>
                  <a:lnTo>
                    <a:pt x="175" y="299"/>
                  </a:lnTo>
                  <a:lnTo>
                    <a:pt x="173" y="297"/>
                  </a:lnTo>
                  <a:lnTo>
                    <a:pt x="175" y="295"/>
                  </a:lnTo>
                  <a:lnTo>
                    <a:pt x="175" y="293"/>
                  </a:lnTo>
                  <a:lnTo>
                    <a:pt x="177" y="293"/>
                  </a:lnTo>
                  <a:lnTo>
                    <a:pt x="177" y="291"/>
                  </a:lnTo>
                  <a:lnTo>
                    <a:pt x="179" y="289"/>
                  </a:lnTo>
                  <a:lnTo>
                    <a:pt x="177" y="287"/>
                  </a:lnTo>
                  <a:lnTo>
                    <a:pt x="175" y="285"/>
                  </a:lnTo>
                  <a:lnTo>
                    <a:pt x="175" y="281"/>
                  </a:lnTo>
                  <a:lnTo>
                    <a:pt x="173" y="281"/>
                  </a:lnTo>
                  <a:lnTo>
                    <a:pt x="173" y="279"/>
                  </a:lnTo>
                  <a:lnTo>
                    <a:pt x="171" y="279"/>
                  </a:lnTo>
                  <a:lnTo>
                    <a:pt x="171" y="279"/>
                  </a:lnTo>
                  <a:lnTo>
                    <a:pt x="171" y="277"/>
                  </a:lnTo>
                  <a:lnTo>
                    <a:pt x="171" y="277"/>
                  </a:lnTo>
                  <a:lnTo>
                    <a:pt x="171" y="275"/>
                  </a:lnTo>
                  <a:lnTo>
                    <a:pt x="169" y="273"/>
                  </a:lnTo>
                  <a:lnTo>
                    <a:pt x="169" y="271"/>
                  </a:lnTo>
                  <a:lnTo>
                    <a:pt x="167" y="269"/>
                  </a:lnTo>
                  <a:lnTo>
                    <a:pt x="167" y="267"/>
                  </a:lnTo>
                  <a:lnTo>
                    <a:pt x="165" y="267"/>
                  </a:lnTo>
                  <a:lnTo>
                    <a:pt x="165" y="267"/>
                  </a:lnTo>
                  <a:lnTo>
                    <a:pt x="165" y="265"/>
                  </a:lnTo>
                  <a:lnTo>
                    <a:pt x="165" y="265"/>
                  </a:lnTo>
                  <a:lnTo>
                    <a:pt x="165" y="263"/>
                  </a:lnTo>
                  <a:lnTo>
                    <a:pt x="163" y="263"/>
                  </a:lnTo>
                  <a:lnTo>
                    <a:pt x="163" y="261"/>
                  </a:lnTo>
                  <a:lnTo>
                    <a:pt x="163" y="261"/>
                  </a:lnTo>
                  <a:lnTo>
                    <a:pt x="161" y="259"/>
                  </a:lnTo>
                  <a:lnTo>
                    <a:pt x="161" y="259"/>
                  </a:lnTo>
                  <a:lnTo>
                    <a:pt x="159" y="259"/>
                  </a:lnTo>
                  <a:lnTo>
                    <a:pt x="161" y="257"/>
                  </a:lnTo>
                  <a:lnTo>
                    <a:pt x="161" y="255"/>
                  </a:lnTo>
                  <a:lnTo>
                    <a:pt x="159" y="255"/>
                  </a:lnTo>
                  <a:lnTo>
                    <a:pt x="159" y="253"/>
                  </a:lnTo>
                  <a:lnTo>
                    <a:pt x="157" y="253"/>
                  </a:lnTo>
                  <a:lnTo>
                    <a:pt x="157" y="251"/>
                  </a:lnTo>
                  <a:lnTo>
                    <a:pt x="157" y="249"/>
                  </a:lnTo>
                  <a:lnTo>
                    <a:pt x="155" y="247"/>
                  </a:lnTo>
                  <a:lnTo>
                    <a:pt x="155" y="247"/>
                  </a:lnTo>
                  <a:lnTo>
                    <a:pt x="155" y="247"/>
                  </a:lnTo>
                  <a:lnTo>
                    <a:pt x="153" y="246"/>
                  </a:lnTo>
                  <a:lnTo>
                    <a:pt x="155" y="246"/>
                  </a:lnTo>
                  <a:lnTo>
                    <a:pt x="153" y="244"/>
                  </a:lnTo>
                  <a:lnTo>
                    <a:pt x="155" y="242"/>
                  </a:lnTo>
                  <a:lnTo>
                    <a:pt x="155" y="240"/>
                  </a:lnTo>
                  <a:lnTo>
                    <a:pt x="155" y="238"/>
                  </a:lnTo>
                  <a:lnTo>
                    <a:pt x="155" y="238"/>
                  </a:lnTo>
                  <a:lnTo>
                    <a:pt x="157" y="236"/>
                  </a:lnTo>
                  <a:lnTo>
                    <a:pt x="159" y="234"/>
                  </a:lnTo>
                  <a:lnTo>
                    <a:pt x="159" y="230"/>
                  </a:lnTo>
                  <a:lnTo>
                    <a:pt x="159" y="228"/>
                  </a:lnTo>
                  <a:lnTo>
                    <a:pt x="159" y="226"/>
                  </a:lnTo>
                  <a:lnTo>
                    <a:pt x="159" y="226"/>
                  </a:lnTo>
                  <a:lnTo>
                    <a:pt x="159" y="224"/>
                  </a:lnTo>
                  <a:lnTo>
                    <a:pt x="161" y="222"/>
                  </a:lnTo>
                  <a:lnTo>
                    <a:pt x="161" y="220"/>
                  </a:lnTo>
                  <a:lnTo>
                    <a:pt x="165" y="218"/>
                  </a:lnTo>
                  <a:lnTo>
                    <a:pt x="171" y="218"/>
                  </a:lnTo>
                  <a:lnTo>
                    <a:pt x="173" y="218"/>
                  </a:lnTo>
                  <a:lnTo>
                    <a:pt x="175" y="218"/>
                  </a:lnTo>
                  <a:lnTo>
                    <a:pt x="177" y="216"/>
                  </a:lnTo>
                  <a:lnTo>
                    <a:pt x="179" y="216"/>
                  </a:lnTo>
                  <a:lnTo>
                    <a:pt x="181" y="214"/>
                  </a:lnTo>
                  <a:lnTo>
                    <a:pt x="185" y="214"/>
                  </a:lnTo>
                  <a:lnTo>
                    <a:pt x="185" y="212"/>
                  </a:lnTo>
                  <a:lnTo>
                    <a:pt x="187" y="214"/>
                  </a:lnTo>
                  <a:lnTo>
                    <a:pt x="189" y="216"/>
                  </a:lnTo>
                  <a:lnTo>
                    <a:pt x="191" y="216"/>
                  </a:lnTo>
                  <a:lnTo>
                    <a:pt x="191" y="216"/>
                  </a:lnTo>
                  <a:lnTo>
                    <a:pt x="191" y="216"/>
                  </a:lnTo>
                  <a:lnTo>
                    <a:pt x="191" y="214"/>
                  </a:lnTo>
                  <a:lnTo>
                    <a:pt x="189" y="214"/>
                  </a:lnTo>
                  <a:lnTo>
                    <a:pt x="189" y="212"/>
                  </a:lnTo>
                  <a:lnTo>
                    <a:pt x="185" y="212"/>
                  </a:lnTo>
                  <a:lnTo>
                    <a:pt x="183" y="212"/>
                  </a:lnTo>
                  <a:lnTo>
                    <a:pt x="179" y="212"/>
                  </a:lnTo>
                  <a:lnTo>
                    <a:pt x="179" y="210"/>
                  </a:lnTo>
                  <a:lnTo>
                    <a:pt x="181" y="208"/>
                  </a:lnTo>
                  <a:lnTo>
                    <a:pt x="183" y="206"/>
                  </a:lnTo>
                  <a:lnTo>
                    <a:pt x="187" y="204"/>
                  </a:lnTo>
                  <a:lnTo>
                    <a:pt x="191" y="202"/>
                  </a:lnTo>
                  <a:lnTo>
                    <a:pt x="195" y="200"/>
                  </a:lnTo>
                  <a:lnTo>
                    <a:pt x="197" y="200"/>
                  </a:lnTo>
                  <a:lnTo>
                    <a:pt x="197" y="198"/>
                  </a:lnTo>
                  <a:lnTo>
                    <a:pt x="197" y="198"/>
                  </a:lnTo>
                  <a:lnTo>
                    <a:pt x="189" y="202"/>
                  </a:lnTo>
                  <a:lnTo>
                    <a:pt x="185" y="202"/>
                  </a:lnTo>
                  <a:lnTo>
                    <a:pt x="177" y="208"/>
                  </a:lnTo>
                  <a:lnTo>
                    <a:pt x="171" y="208"/>
                  </a:lnTo>
                  <a:lnTo>
                    <a:pt x="169" y="208"/>
                  </a:lnTo>
                  <a:lnTo>
                    <a:pt x="165" y="210"/>
                  </a:lnTo>
                  <a:lnTo>
                    <a:pt x="161" y="210"/>
                  </a:lnTo>
                  <a:lnTo>
                    <a:pt x="159" y="210"/>
                  </a:lnTo>
                  <a:lnTo>
                    <a:pt x="155" y="206"/>
                  </a:lnTo>
                  <a:lnTo>
                    <a:pt x="153" y="206"/>
                  </a:lnTo>
                  <a:lnTo>
                    <a:pt x="153" y="206"/>
                  </a:lnTo>
                  <a:lnTo>
                    <a:pt x="151" y="206"/>
                  </a:lnTo>
                  <a:lnTo>
                    <a:pt x="151" y="206"/>
                  </a:lnTo>
                  <a:lnTo>
                    <a:pt x="148" y="206"/>
                  </a:lnTo>
                  <a:lnTo>
                    <a:pt x="146" y="208"/>
                  </a:lnTo>
                  <a:lnTo>
                    <a:pt x="142" y="208"/>
                  </a:lnTo>
                  <a:lnTo>
                    <a:pt x="142" y="212"/>
                  </a:lnTo>
                  <a:lnTo>
                    <a:pt x="140" y="214"/>
                  </a:lnTo>
                  <a:lnTo>
                    <a:pt x="136" y="218"/>
                  </a:lnTo>
                  <a:lnTo>
                    <a:pt x="134" y="218"/>
                  </a:lnTo>
                  <a:lnTo>
                    <a:pt x="132" y="222"/>
                  </a:lnTo>
                  <a:lnTo>
                    <a:pt x="132" y="224"/>
                  </a:lnTo>
                  <a:lnTo>
                    <a:pt x="132" y="226"/>
                  </a:lnTo>
                  <a:lnTo>
                    <a:pt x="132" y="228"/>
                  </a:lnTo>
                  <a:lnTo>
                    <a:pt x="130" y="226"/>
                  </a:lnTo>
                  <a:lnTo>
                    <a:pt x="126" y="228"/>
                  </a:lnTo>
                  <a:lnTo>
                    <a:pt x="126" y="230"/>
                  </a:lnTo>
                  <a:lnTo>
                    <a:pt x="124" y="232"/>
                  </a:lnTo>
                  <a:lnTo>
                    <a:pt x="122" y="232"/>
                  </a:lnTo>
                  <a:lnTo>
                    <a:pt x="122" y="234"/>
                  </a:lnTo>
                  <a:lnTo>
                    <a:pt x="120" y="238"/>
                  </a:lnTo>
                  <a:lnTo>
                    <a:pt x="118" y="240"/>
                  </a:lnTo>
                  <a:lnTo>
                    <a:pt x="116" y="238"/>
                  </a:lnTo>
                  <a:lnTo>
                    <a:pt x="114" y="238"/>
                  </a:lnTo>
                  <a:lnTo>
                    <a:pt x="116" y="242"/>
                  </a:lnTo>
                  <a:lnTo>
                    <a:pt x="114" y="242"/>
                  </a:lnTo>
                  <a:lnTo>
                    <a:pt x="112" y="246"/>
                  </a:lnTo>
                  <a:lnTo>
                    <a:pt x="112" y="247"/>
                  </a:lnTo>
                  <a:lnTo>
                    <a:pt x="114" y="247"/>
                  </a:lnTo>
                  <a:lnTo>
                    <a:pt x="116" y="249"/>
                  </a:lnTo>
                  <a:lnTo>
                    <a:pt x="116" y="251"/>
                  </a:lnTo>
                  <a:lnTo>
                    <a:pt x="114" y="251"/>
                  </a:lnTo>
                  <a:lnTo>
                    <a:pt x="114" y="253"/>
                  </a:lnTo>
                  <a:lnTo>
                    <a:pt x="114" y="253"/>
                  </a:lnTo>
                  <a:lnTo>
                    <a:pt x="114" y="255"/>
                  </a:lnTo>
                  <a:lnTo>
                    <a:pt x="116" y="253"/>
                  </a:lnTo>
                  <a:lnTo>
                    <a:pt x="116" y="253"/>
                  </a:lnTo>
                  <a:lnTo>
                    <a:pt x="116" y="255"/>
                  </a:lnTo>
                  <a:lnTo>
                    <a:pt x="118" y="255"/>
                  </a:lnTo>
                  <a:lnTo>
                    <a:pt x="120" y="255"/>
                  </a:lnTo>
                  <a:lnTo>
                    <a:pt x="120" y="255"/>
                  </a:lnTo>
                  <a:lnTo>
                    <a:pt x="122" y="255"/>
                  </a:lnTo>
                  <a:lnTo>
                    <a:pt x="124" y="255"/>
                  </a:lnTo>
                  <a:lnTo>
                    <a:pt x="124" y="257"/>
                  </a:lnTo>
                  <a:lnTo>
                    <a:pt x="126" y="257"/>
                  </a:lnTo>
                  <a:lnTo>
                    <a:pt x="124" y="257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2" y="261"/>
                  </a:lnTo>
                  <a:lnTo>
                    <a:pt x="122" y="261"/>
                  </a:lnTo>
                  <a:lnTo>
                    <a:pt x="122" y="263"/>
                  </a:lnTo>
                  <a:lnTo>
                    <a:pt x="122" y="263"/>
                  </a:lnTo>
                  <a:lnTo>
                    <a:pt x="122" y="265"/>
                  </a:lnTo>
                  <a:lnTo>
                    <a:pt x="122" y="265"/>
                  </a:lnTo>
                  <a:lnTo>
                    <a:pt x="122" y="265"/>
                  </a:lnTo>
                  <a:lnTo>
                    <a:pt x="120" y="267"/>
                  </a:lnTo>
                  <a:lnTo>
                    <a:pt x="120" y="271"/>
                  </a:lnTo>
                  <a:lnTo>
                    <a:pt x="120" y="271"/>
                  </a:lnTo>
                  <a:lnTo>
                    <a:pt x="122" y="273"/>
                  </a:lnTo>
                  <a:lnTo>
                    <a:pt x="124" y="275"/>
                  </a:lnTo>
                  <a:lnTo>
                    <a:pt x="124" y="275"/>
                  </a:lnTo>
                  <a:lnTo>
                    <a:pt x="126" y="277"/>
                  </a:lnTo>
                  <a:lnTo>
                    <a:pt x="126" y="277"/>
                  </a:lnTo>
                  <a:lnTo>
                    <a:pt x="128" y="277"/>
                  </a:lnTo>
                  <a:lnTo>
                    <a:pt x="128" y="277"/>
                  </a:lnTo>
                  <a:lnTo>
                    <a:pt x="128" y="279"/>
                  </a:lnTo>
                  <a:lnTo>
                    <a:pt x="128" y="279"/>
                  </a:lnTo>
                  <a:lnTo>
                    <a:pt x="128" y="281"/>
                  </a:lnTo>
                  <a:lnTo>
                    <a:pt x="128" y="281"/>
                  </a:lnTo>
                  <a:lnTo>
                    <a:pt x="128" y="281"/>
                  </a:lnTo>
                  <a:lnTo>
                    <a:pt x="130" y="281"/>
                  </a:lnTo>
                  <a:lnTo>
                    <a:pt x="132" y="281"/>
                  </a:lnTo>
                  <a:lnTo>
                    <a:pt x="132" y="281"/>
                  </a:lnTo>
                  <a:lnTo>
                    <a:pt x="132" y="283"/>
                  </a:lnTo>
                  <a:lnTo>
                    <a:pt x="132" y="283"/>
                  </a:lnTo>
                  <a:lnTo>
                    <a:pt x="132" y="285"/>
                  </a:lnTo>
                  <a:lnTo>
                    <a:pt x="132" y="285"/>
                  </a:lnTo>
                  <a:lnTo>
                    <a:pt x="132" y="287"/>
                  </a:lnTo>
                  <a:lnTo>
                    <a:pt x="132" y="287"/>
                  </a:lnTo>
                  <a:lnTo>
                    <a:pt x="132" y="289"/>
                  </a:lnTo>
                  <a:lnTo>
                    <a:pt x="132" y="291"/>
                  </a:lnTo>
                  <a:lnTo>
                    <a:pt x="132" y="291"/>
                  </a:lnTo>
                  <a:lnTo>
                    <a:pt x="134" y="293"/>
                  </a:lnTo>
                  <a:lnTo>
                    <a:pt x="132" y="293"/>
                  </a:lnTo>
                  <a:lnTo>
                    <a:pt x="132" y="295"/>
                  </a:lnTo>
                  <a:lnTo>
                    <a:pt x="134" y="295"/>
                  </a:lnTo>
                  <a:lnTo>
                    <a:pt x="134" y="295"/>
                  </a:lnTo>
                  <a:lnTo>
                    <a:pt x="134" y="295"/>
                  </a:lnTo>
                  <a:lnTo>
                    <a:pt x="134" y="299"/>
                  </a:lnTo>
                  <a:lnTo>
                    <a:pt x="136" y="299"/>
                  </a:lnTo>
                  <a:lnTo>
                    <a:pt x="136" y="301"/>
                  </a:lnTo>
                  <a:lnTo>
                    <a:pt x="136" y="302"/>
                  </a:lnTo>
                  <a:lnTo>
                    <a:pt x="136" y="304"/>
                  </a:lnTo>
                  <a:lnTo>
                    <a:pt x="136" y="304"/>
                  </a:lnTo>
                  <a:lnTo>
                    <a:pt x="138" y="304"/>
                  </a:lnTo>
                  <a:lnTo>
                    <a:pt x="140" y="304"/>
                  </a:lnTo>
                  <a:lnTo>
                    <a:pt x="142" y="304"/>
                  </a:lnTo>
                  <a:lnTo>
                    <a:pt x="144" y="304"/>
                  </a:lnTo>
                  <a:lnTo>
                    <a:pt x="144" y="304"/>
                  </a:lnTo>
                  <a:lnTo>
                    <a:pt x="148" y="302"/>
                  </a:lnTo>
                  <a:lnTo>
                    <a:pt x="151" y="302"/>
                  </a:lnTo>
                  <a:lnTo>
                    <a:pt x="151" y="302"/>
                  </a:lnTo>
                  <a:lnTo>
                    <a:pt x="153" y="302"/>
                  </a:lnTo>
                  <a:lnTo>
                    <a:pt x="153" y="304"/>
                  </a:lnTo>
                  <a:lnTo>
                    <a:pt x="153" y="306"/>
                  </a:lnTo>
                  <a:lnTo>
                    <a:pt x="155" y="306"/>
                  </a:lnTo>
                  <a:lnTo>
                    <a:pt x="153" y="308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1" y="312"/>
                  </a:lnTo>
                  <a:lnTo>
                    <a:pt x="153" y="312"/>
                  </a:lnTo>
                  <a:lnTo>
                    <a:pt x="153" y="312"/>
                  </a:lnTo>
                  <a:lnTo>
                    <a:pt x="151" y="312"/>
                  </a:lnTo>
                  <a:lnTo>
                    <a:pt x="151" y="312"/>
                  </a:lnTo>
                  <a:lnTo>
                    <a:pt x="149" y="312"/>
                  </a:lnTo>
                  <a:lnTo>
                    <a:pt x="149" y="314"/>
                  </a:lnTo>
                  <a:lnTo>
                    <a:pt x="149" y="314"/>
                  </a:lnTo>
                  <a:lnTo>
                    <a:pt x="149" y="316"/>
                  </a:lnTo>
                  <a:lnTo>
                    <a:pt x="149" y="318"/>
                  </a:lnTo>
                  <a:lnTo>
                    <a:pt x="149" y="318"/>
                  </a:lnTo>
                  <a:lnTo>
                    <a:pt x="151" y="318"/>
                  </a:lnTo>
                  <a:lnTo>
                    <a:pt x="151" y="318"/>
                  </a:lnTo>
                  <a:lnTo>
                    <a:pt x="151" y="320"/>
                  </a:lnTo>
                  <a:lnTo>
                    <a:pt x="151" y="324"/>
                  </a:lnTo>
                  <a:lnTo>
                    <a:pt x="149" y="324"/>
                  </a:lnTo>
                  <a:lnTo>
                    <a:pt x="148" y="324"/>
                  </a:lnTo>
                  <a:lnTo>
                    <a:pt x="146" y="320"/>
                  </a:lnTo>
                  <a:lnTo>
                    <a:pt x="146" y="320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2" y="320"/>
                  </a:lnTo>
                  <a:lnTo>
                    <a:pt x="142" y="320"/>
                  </a:lnTo>
                  <a:lnTo>
                    <a:pt x="142" y="320"/>
                  </a:lnTo>
                  <a:lnTo>
                    <a:pt x="142" y="320"/>
                  </a:lnTo>
                  <a:lnTo>
                    <a:pt x="140" y="320"/>
                  </a:lnTo>
                  <a:lnTo>
                    <a:pt x="140" y="318"/>
                  </a:lnTo>
                  <a:lnTo>
                    <a:pt x="142" y="318"/>
                  </a:lnTo>
                  <a:lnTo>
                    <a:pt x="142" y="316"/>
                  </a:lnTo>
                  <a:lnTo>
                    <a:pt x="142" y="316"/>
                  </a:lnTo>
                  <a:lnTo>
                    <a:pt x="140" y="314"/>
                  </a:lnTo>
                  <a:lnTo>
                    <a:pt x="140" y="314"/>
                  </a:lnTo>
                  <a:lnTo>
                    <a:pt x="138" y="314"/>
                  </a:lnTo>
                  <a:lnTo>
                    <a:pt x="136" y="314"/>
                  </a:lnTo>
                  <a:lnTo>
                    <a:pt x="134" y="314"/>
                  </a:lnTo>
                  <a:lnTo>
                    <a:pt x="134" y="316"/>
                  </a:lnTo>
                  <a:lnTo>
                    <a:pt x="132" y="318"/>
                  </a:lnTo>
                  <a:lnTo>
                    <a:pt x="130" y="322"/>
                  </a:lnTo>
                  <a:lnTo>
                    <a:pt x="132" y="324"/>
                  </a:lnTo>
                  <a:lnTo>
                    <a:pt x="134" y="324"/>
                  </a:lnTo>
                  <a:lnTo>
                    <a:pt x="136" y="322"/>
                  </a:lnTo>
                  <a:lnTo>
                    <a:pt x="138" y="322"/>
                  </a:lnTo>
                  <a:lnTo>
                    <a:pt x="138" y="324"/>
                  </a:lnTo>
                  <a:lnTo>
                    <a:pt x="134" y="324"/>
                  </a:lnTo>
                  <a:lnTo>
                    <a:pt x="132" y="324"/>
                  </a:lnTo>
                  <a:lnTo>
                    <a:pt x="128" y="324"/>
                  </a:lnTo>
                  <a:lnTo>
                    <a:pt x="126" y="324"/>
                  </a:lnTo>
                  <a:lnTo>
                    <a:pt x="122" y="322"/>
                  </a:lnTo>
                  <a:lnTo>
                    <a:pt x="122" y="322"/>
                  </a:lnTo>
                  <a:lnTo>
                    <a:pt x="122" y="320"/>
                  </a:lnTo>
                  <a:lnTo>
                    <a:pt x="122" y="320"/>
                  </a:lnTo>
                  <a:lnTo>
                    <a:pt x="122" y="318"/>
                  </a:lnTo>
                  <a:lnTo>
                    <a:pt x="122" y="318"/>
                  </a:lnTo>
                  <a:lnTo>
                    <a:pt x="120" y="318"/>
                  </a:lnTo>
                  <a:lnTo>
                    <a:pt x="120" y="318"/>
                  </a:lnTo>
                  <a:lnTo>
                    <a:pt x="118" y="318"/>
                  </a:lnTo>
                  <a:lnTo>
                    <a:pt x="118" y="318"/>
                  </a:lnTo>
                  <a:lnTo>
                    <a:pt x="118" y="318"/>
                  </a:lnTo>
                  <a:lnTo>
                    <a:pt x="118" y="318"/>
                  </a:lnTo>
                  <a:lnTo>
                    <a:pt x="118" y="316"/>
                  </a:lnTo>
                  <a:lnTo>
                    <a:pt x="118" y="314"/>
                  </a:lnTo>
                  <a:lnTo>
                    <a:pt x="118" y="314"/>
                  </a:lnTo>
                  <a:lnTo>
                    <a:pt x="118" y="314"/>
                  </a:lnTo>
                  <a:lnTo>
                    <a:pt x="118" y="312"/>
                  </a:lnTo>
                  <a:lnTo>
                    <a:pt x="116" y="312"/>
                  </a:lnTo>
                  <a:lnTo>
                    <a:pt x="114" y="312"/>
                  </a:lnTo>
                  <a:lnTo>
                    <a:pt x="112" y="312"/>
                  </a:lnTo>
                  <a:lnTo>
                    <a:pt x="112" y="312"/>
                  </a:lnTo>
                  <a:lnTo>
                    <a:pt x="112" y="312"/>
                  </a:lnTo>
                  <a:lnTo>
                    <a:pt x="112" y="310"/>
                  </a:lnTo>
                  <a:lnTo>
                    <a:pt x="110" y="310"/>
                  </a:lnTo>
                  <a:lnTo>
                    <a:pt x="110" y="310"/>
                  </a:lnTo>
                  <a:lnTo>
                    <a:pt x="110" y="310"/>
                  </a:lnTo>
                  <a:lnTo>
                    <a:pt x="108" y="308"/>
                  </a:lnTo>
                  <a:lnTo>
                    <a:pt x="106" y="308"/>
                  </a:lnTo>
                  <a:lnTo>
                    <a:pt x="106" y="308"/>
                  </a:lnTo>
                  <a:lnTo>
                    <a:pt x="106" y="308"/>
                  </a:lnTo>
                  <a:lnTo>
                    <a:pt x="106" y="306"/>
                  </a:lnTo>
                  <a:lnTo>
                    <a:pt x="106" y="306"/>
                  </a:lnTo>
                  <a:lnTo>
                    <a:pt x="106" y="306"/>
                  </a:lnTo>
                  <a:lnTo>
                    <a:pt x="106" y="304"/>
                  </a:lnTo>
                  <a:lnTo>
                    <a:pt x="112" y="302"/>
                  </a:lnTo>
                  <a:lnTo>
                    <a:pt x="112" y="302"/>
                  </a:lnTo>
                  <a:lnTo>
                    <a:pt x="112" y="302"/>
                  </a:lnTo>
                  <a:lnTo>
                    <a:pt x="112" y="302"/>
                  </a:lnTo>
                  <a:lnTo>
                    <a:pt x="112" y="301"/>
                  </a:lnTo>
                  <a:lnTo>
                    <a:pt x="112" y="301"/>
                  </a:lnTo>
                  <a:lnTo>
                    <a:pt x="112" y="299"/>
                  </a:lnTo>
                  <a:lnTo>
                    <a:pt x="112" y="299"/>
                  </a:lnTo>
                  <a:lnTo>
                    <a:pt x="110" y="299"/>
                  </a:lnTo>
                  <a:lnTo>
                    <a:pt x="110" y="299"/>
                  </a:lnTo>
                  <a:lnTo>
                    <a:pt x="110" y="299"/>
                  </a:lnTo>
                  <a:lnTo>
                    <a:pt x="110" y="297"/>
                  </a:lnTo>
                  <a:lnTo>
                    <a:pt x="110" y="297"/>
                  </a:lnTo>
                  <a:lnTo>
                    <a:pt x="110" y="297"/>
                  </a:lnTo>
                  <a:lnTo>
                    <a:pt x="108" y="293"/>
                  </a:lnTo>
                  <a:lnTo>
                    <a:pt x="108" y="293"/>
                  </a:lnTo>
                  <a:lnTo>
                    <a:pt x="106" y="293"/>
                  </a:lnTo>
                  <a:lnTo>
                    <a:pt x="106" y="293"/>
                  </a:lnTo>
                  <a:lnTo>
                    <a:pt x="102" y="295"/>
                  </a:lnTo>
                  <a:lnTo>
                    <a:pt x="102" y="295"/>
                  </a:lnTo>
                  <a:lnTo>
                    <a:pt x="100" y="293"/>
                  </a:lnTo>
                  <a:lnTo>
                    <a:pt x="100" y="295"/>
                  </a:lnTo>
                  <a:lnTo>
                    <a:pt x="98" y="295"/>
                  </a:lnTo>
                  <a:lnTo>
                    <a:pt x="98" y="295"/>
                  </a:lnTo>
                  <a:lnTo>
                    <a:pt x="97" y="295"/>
                  </a:lnTo>
                  <a:lnTo>
                    <a:pt x="97" y="295"/>
                  </a:lnTo>
                  <a:lnTo>
                    <a:pt x="95" y="295"/>
                  </a:lnTo>
                  <a:lnTo>
                    <a:pt x="93" y="295"/>
                  </a:lnTo>
                  <a:lnTo>
                    <a:pt x="93" y="295"/>
                  </a:lnTo>
                  <a:lnTo>
                    <a:pt x="91" y="295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89"/>
                  </a:lnTo>
                  <a:lnTo>
                    <a:pt x="93" y="289"/>
                  </a:lnTo>
                  <a:lnTo>
                    <a:pt x="93" y="289"/>
                  </a:lnTo>
                  <a:lnTo>
                    <a:pt x="95" y="289"/>
                  </a:lnTo>
                  <a:lnTo>
                    <a:pt x="95" y="289"/>
                  </a:lnTo>
                  <a:lnTo>
                    <a:pt x="95" y="289"/>
                  </a:lnTo>
                  <a:lnTo>
                    <a:pt x="95" y="289"/>
                  </a:lnTo>
                  <a:lnTo>
                    <a:pt x="95" y="289"/>
                  </a:lnTo>
                  <a:lnTo>
                    <a:pt x="95" y="285"/>
                  </a:lnTo>
                  <a:lnTo>
                    <a:pt x="97" y="283"/>
                  </a:lnTo>
                  <a:lnTo>
                    <a:pt x="97" y="283"/>
                  </a:lnTo>
                  <a:lnTo>
                    <a:pt x="98" y="281"/>
                  </a:lnTo>
                  <a:lnTo>
                    <a:pt x="98" y="281"/>
                  </a:lnTo>
                  <a:lnTo>
                    <a:pt x="100" y="281"/>
                  </a:lnTo>
                  <a:lnTo>
                    <a:pt x="100" y="281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7"/>
                  </a:lnTo>
                  <a:lnTo>
                    <a:pt x="100" y="277"/>
                  </a:lnTo>
                  <a:lnTo>
                    <a:pt x="100" y="277"/>
                  </a:lnTo>
                  <a:lnTo>
                    <a:pt x="100" y="277"/>
                  </a:lnTo>
                  <a:lnTo>
                    <a:pt x="102" y="277"/>
                  </a:lnTo>
                  <a:lnTo>
                    <a:pt x="102" y="277"/>
                  </a:lnTo>
                  <a:lnTo>
                    <a:pt x="102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4" y="273"/>
                  </a:lnTo>
                  <a:lnTo>
                    <a:pt x="104" y="273"/>
                  </a:lnTo>
                  <a:lnTo>
                    <a:pt x="104" y="273"/>
                  </a:lnTo>
                  <a:lnTo>
                    <a:pt x="104" y="271"/>
                  </a:lnTo>
                  <a:lnTo>
                    <a:pt x="104" y="271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102" y="269"/>
                  </a:lnTo>
                  <a:lnTo>
                    <a:pt x="102" y="269"/>
                  </a:lnTo>
                  <a:lnTo>
                    <a:pt x="102" y="267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98" y="263"/>
                  </a:lnTo>
                  <a:lnTo>
                    <a:pt x="98" y="261"/>
                  </a:lnTo>
                  <a:lnTo>
                    <a:pt x="98" y="261"/>
                  </a:lnTo>
                  <a:lnTo>
                    <a:pt x="98" y="257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5" y="255"/>
                  </a:lnTo>
                  <a:lnTo>
                    <a:pt x="93" y="255"/>
                  </a:lnTo>
                  <a:lnTo>
                    <a:pt x="93" y="255"/>
                  </a:lnTo>
                  <a:lnTo>
                    <a:pt x="93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1" y="251"/>
                  </a:lnTo>
                  <a:lnTo>
                    <a:pt x="91" y="251"/>
                  </a:lnTo>
                  <a:lnTo>
                    <a:pt x="91" y="251"/>
                  </a:lnTo>
                  <a:lnTo>
                    <a:pt x="91" y="246"/>
                  </a:lnTo>
                  <a:lnTo>
                    <a:pt x="91" y="246"/>
                  </a:lnTo>
                  <a:lnTo>
                    <a:pt x="91" y="246"/>
                  </a:lnTo>
                  <a:lnTo>
                    <a:pt x="91" y="244"/>
                  </a:lnTo>
                  <a:lnTo>
                    <a:pt x="91" y="242"/>
                  </a:lnTo>
                  <a:lnTo>
                    <a:pt x="89" y="242"/>
                  </a:lnTo>
                  <a:lnTo>
                    <a:pt x="89" y="240"/>
                  </a:lnTo>
                  <a:lnTo>
                    <a:pt x="89" y="242"/>
                  </a:lnTo>
                  <a:lnTo>
                    <a:pt x="89" y="242"/>
                  </a:lnTo>
                  <a:lnTo>
                    <a:pt x="87" y="242"/>
                  </a:lnTo>
                  <a:lnTo>
                    <a:pt x="85" y="244"/>
                  </a:lnTo>
                  <a:lnTo>
                    <a:pt x="85" y="244"/>
                  </a:lnTo>
                  <a:lnTo>
                    <a:pt x="85" y="244"/>
                  </a:lnTo>
                  <a:lnTo>
                    <a:pt x="85" y="244"/>
                  </a:lnTo>
                  <a:lnTo>
                    <a:pt x="85" y="244"/>
                  </a:lnTo>
                  <a:lnTo>
                    <a:pt x="81" y="242"/>
                  </a:lnTo>
                  <a:lnTo>
                    <a:pt x="79" y="242"/>
                  </a:lnTo>
                  <a:lnTo>
                    <a:pt x="79" y="242"/>
                  </a:lnTo>
                  <a:lnTo>
                    <a:pt x="79" y="240"/>
                  </a:lnTo>
                  <a:lnTo>
                    <a:pt x="79" y="240"/>
                  </a:lnTo>
                  <a:lnTo>
                    <a:pt x="77" y="238"/>
                  </a:lnTo>
                  <a:lnTo>
                    <a:pt x="77" y="238"/>
                  </a:lnTo>
                  <a:lnTo>
                    <a:pt x="77" y="238"/>
                  </a:lnTo>
                  <a:lnTo>
                    <a:pt x="75" y="238"/>
                  </a:lnTo>
                  <a:lnTo>
                    <a:pt x="73" y="236"/>
                  </a:lnTo>
                  <a:lnTo>
                    <a:pt x="73" y="236"/>
                  </a:lnTo>
                  <a:lnTo>
                    <a:pt x="71" y="238"/>
                  </a:lnTo>
                  <a:lnTo>
                    <a:pt x="69" y="236"/>
                  </a:lnTo>
                  <a:lnTo>
                    <a:pt x="63" y="238"/>
                  </a:lnTo>
                  <a:lnTo>
                    <a:pt x="61" y="238"/>
                  </a:lnTo>
                  <a:lnTo>
                    <a:pt x="61" y="238"/>
                  </a:lnTo>
                  <a:lnTo>
                    <a:pt x="61" y="236"/>
                  </a:lnTo>
                  <a:lnTo>
                    <a:pt x="61" y="236"/>
                  </a:lnTo>
                  <a:lnTo>
                    <a:pt x="59" y="236"/>
                  </a:lnTo>
                  <a:lnTo>
                    <a:pt x="59" y="234"/>
                  </a:lnTo>
                  <a:lnTo>
                    <a:pt x="59" y="232"/>
                  </a:lnTo>
                  <a:lnTo>
                    <a:pt x="57" y="230"/>
                  </a:lnTo>
                  <a:lnTo>
                    <a:pt x="57" y="230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57" y="226"/>
                  </a:lnTo>
                  <a:lnTo>
                    <a:pt x="57" y="226"/>
                  </a:lnTo>
                  <a:lnTo>
                    <a:pt x="55" y="226"/>
                  </a:lnTo>
                  <a:lnTo>
                    <a:pt x="55" y="226"/>
                  </a:lnTo>
                  <a:lnTo>
                    <a:pt x="55" y="226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55" y="220"/>
                  </a:lnTo>
                  <a:lnTo>
                    <a:pt x="55" y="220"/>
                  </a:lnTo>
                  <a:lnTo>
                    <a:pt x="55" y="220"/>
                  </a:lnTo>
                  <a:lnTo>
                    <a:pt x="55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9" y="216"/>
                  </a:lnTo>
                  <a:lnTo>
                    <a:pt x="59" y="216"/>
                  </a:lnTo>
                  <a:lnTo>
                    <a:pt x="61" y="216"/>
                  </a:lnTo>
                  <a:lnTo>
                    <a:pt x="61" y="214"/>
                  </a:lnTo>
                  <a:lnTo>
                    <a:pt x="61" y="214"/>
                  </a:lnTo>
                  <a:lnTo>
                    <a:pt x="61" y="214"/>
                  </a:lnTo>
                  <a:lnTo>
                    <a:pt x="61" y="214"/>
                  </a:lnTo>
                  <a:lnTo>
                    <a:pt x="61" y="214"/>
                  </a:lnTo>
                  <a:lnTo>
                    <a:pt x="61" y="212"/>
                  </a:lnTo>
                  <a:lnTo>
                    <a:pt x="59" y="212"/>
                  </a:lnTo>
                  <a:lnTo>
                    <a:pt x="59" y="212"/>
                  </a:lnTo>
                  <a:lnTo>
                    <a:pt x="59" y="212"/>
                  </a:lnTo>
                  <a:lnTo>
                    <a:pt x="59" y="210"/>
                  </a:lnTo>
                  <a:lnTo>
                    <a:pt x="61" y="210"/>
                  </a:lnTo>
                  <a:lnTo>
                    <a:pt x="61" y="208"/>
                  </a:lnTo>
                  <a:lnTo>
                    <a:pt x="65" y="208"/>
                  </a:lnTo>
                  <a:lnTo>
                    <a:pt x="65" y="206"/>
                  </a:lnTo>
                  <a:lnTo>
                    <a:pt x="65" y="206"/>
                  </a:lnTo>
                  <a:lnTo>
                    <a:pt x="63" y="204"/>
                  </a:lnTo>
                  <a:lnTo>
                    <a:pt x="63" y="202"/>
                  </a:lnTo>
                  <a:lnTo>
                    <a:pt x="63" y="202"/>
                  </a:lnTo>
                  <a:lnTo>
                    <a:pt x="63" y="202"/>
                  </a:lnTo>
                  <a:lnTo>
                    <a:pt x="63" y="200"/>
                  </a:lnTo>
                  <a:lnTo>
                    <a:pt x="63" y="200"/>
                  </a:lnTo>
                  <a:lnTo>
                    <a:pt x="61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198"/>
                  </a:lnTo>
                  <a:lnTo>
                    <a:pt x="59" y="198"/>
                  </a:lnTo>
                  <a:lnTo>
                    <a:pt x="59" y="198"/>
                  </a:lnTo>
                  <a:lnTo>
                    <a:pt x="59" y="198"/>
                  </a:lnTo>
                  <a:lnTo>
                    <a:pt x="57" y="196"/>
                  </a:lnTo>
                  <a:lnTo>
                    <a:pt x="57" y="196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3" y="194"/>
                  </a:lnTo>
                  <a:lnTo>
                    <a:pt x="53" y="194"/>
                  </a:lnTo>
                  <a:lnTo>
                    <a:pt x="53" y="194"/>
                  </a:lnTo>
                  <a:lnTo>
                    <a:pt x="53" y="194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5" y="193"/>
                  </a:lnTo>
                  <a:lnTo>
                    <a:pt x="55" y="191"/>
                  </a:lnTo>
                  <a:lnTo>
                    <a:pt x="55" y="191"/>
                  </a:lnTo>
                  <a:lnTo>
                    <a:pt x="55" y="191"/>
                  </a:lnTo>
                  <a:lnTo>
                    <a:pt x="55" y="189"/>
                  </a:lnTo>
                  <a:lnTo>
                    <a:pt x="55" y="189"/>
                  </a:lnTo>
                  <a:lnTo>
                    <a:pt x="55" y="189"/>
                  </a:lnTo>
                  <a:lnTo>
                    <a:pt x="55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7" y="187"/>
                  </a:lnTo>
                  <a:lnTo>
                    <a:pt x="57" y="187"/>
                  </a:lnTo>
                  <a:lnTo>
                    <a:pt x="57" y="185"/>
                  </a:lnTo>
                  <a:lnTo>
                    <a:pt x="57" y="181"/>
                  </a:lnTo>
                  <a:lnTo>
                    <a:pt x="57" y="179"/>
                  </a:lnTo>
                  <a:lnTo>
                    <a:pt x="57" y="179"/>
                  </a:lnTo>
                  <a:lnTo>
                    <a:pt x="57" y="179"/>
                  </a:lnTo>
                  <a:lnTo>
                    <a:pt x="57" y="179"/>
                  </a:lnTo>
                  <a:lnTo>
                    <a:pt x="55" y="177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3" y="171"/>
                  </a:lnTo>
                  <a:lnTo>
                    <a:pt x="53" y="171"/>
                  </a:lnTo>
                  <a:lnTo>
                    <a:pt x="51" y="169"/>
                  </a:lnTo>
                  <a:lnTo>
                    <a:pt x="51" y="169"/>
                  </a:lnTo>
                  <a:lnTo>
                    <a:pt x="51" y="169"/>
                  </a:lnTo>
                  <a:lnTo>
                    <a:pt x="51" y="169"/>
                  </a:lnTo>
                  <a:lnTo>
                    <a:pt x="51" y="169"/>
                  </a:lnTo>
                  <a:lnTo>
                    <a:pt x="48" y="169"/>
                  </a:lnTo>
                  <a:lnTo>
                    <a:pt x="48" y="169"/>
                  </a:lnTo>
                  <a:lnTo>
                    <a:pt x="46" y="169"/>
                  </a:lnTo>
                  <a:lnTo>
                    <a:pt x="46" y="169"/>
                  </a:lnTo>
                  <a:lnTo>
                    <a:pt x="46" y="167"/>
                  </a:lnTo>
                  <a:lnTo>
                    <a:pt x="44" y="165"/>
                  </a:lnTo>
                  <a:lnTo>
                    <a:pt x="44" y="165"/>
                  </a:lnTo>
                  <a:lnTo>
                    <a:pt x="44" y="165"/>
                  </a:lnTo>
                  <a:lnTo>
                    <a:pt x="42" y="165"/>
                  </a:lnTo>
                  <a:lnTo>
                    <a:pt x="40" y="165"/>
                  </a:lnTo>
                  <a:lnTo>
                    <a:pt x="40" y="165"/>
                  </a:lnTo>
                  <a:lnTo>
                    <a:pt x="40" y="165"/>
                  </a:lnTo>
                  <a:lnTo>
                    <a:pt x="38" y="165"/>
                  </a:lnTo>
                  <a:lnTo>
                    <a:pt x="38" y="165"/>
                  </a:lnTo>
                  <a:lnTo>
                    <a:pt x="36" y="163"/>
                  </a:lnTo>
                  <a:lnTo>
                    <a:pt x="36" y="163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4" y="159"/>
                  </a:lnTo>
                  <a:lnTo>
                    <a:pt x="34" y="159"/>
                  </a:lnTo>
                  <a:lnTo>
                    <a:pt x="34" y="159"/>
                  </a:lnTo>
                  <a:lnTo>
                    <a:pt x="34" y="159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34" y="155"/>
                  </a:lnTo>
                  <a:lnTo>
                    <a:pt x="34" y="153"/>
                  </a:lnTo>
                  <a:lnTo>
                    <a:pt x="34" y="153"/>
                  </a:lnTo>
                  <a:lnTo>
                    <a:pt x="36" y="153"/>
                  </a:lnTo>
                  <a:lnTo>
                    <a:pt x="36" y="153"/>
                  </a:lnTo>
                  <a:lnTo>
                    <a:pt x="38" y="153"/>
                  </a:lnTo>
                  <a:lnTo>
                    <a:pt x="38" y="151"/>
                  </a:lnTo>
                  <a:lnTo>
                    <a:pt x="38" y="151"/>
                  </a:lnTo>
                  <a:lnTo>
                    <a:pt x="36" y="151"/>
                  </a:lnTo>
                  <a:lnTo>
                    <a:pt x="36" y="151"/>
                  </a:lnTo>
                  <a:lnTo>
                    <a:pt x="36" y="151"/>
                  </a:lnTo>
                  <a:lnTo>
                    <a:pt x="36" y="149"/>
                  </a:lnTo>
                  <a:lnTo>
                    <a:pt x="36" y="149"/>
                  </a:lnTo>
                  <a:lnTo>
                    <a:pt x="36" y="147"/>
                  </a:lnTo>
                  <a:lnTo>
                    <a:pt x="36" y="147"/>
                  </a:lnTo>
                  <a:lnTo>
                    <a:pt x="36" y="145"/>
                  </a:lnTo>
                  <a:lnTo>
                    <a:pt x="36" y="145"/>
                  </a:lnTo>
                  <a:lnTo>
                    <a:pt x="34" y="145"/>
                  </a:lnTo>
                  <a:lnTo>
                    <a:pt x="34" y="145"/>
                  </a:lnTo>
                  <a:lnTo>
                    <a:pt x="34" y="143"/>
                  </a:lnTo>
                  <a:lnTo>
                    <a:pt x="34" y="143"/>
                  </a:lnTo>
                  <a:lnTo>
                    <a:pt x="32" y="143"/>
                  </a:lnTo>
                  <a:lnTo>
                    <a:pt x="32" y="141"/>
                  </a:lnTo>
                  <a:lnTo>
                    <a:pt x="32" y="141"/>
                  </a:lnTo>
                  <a:lnTo>
                    <a:pt x="32" y="141"/>
                  </a:lnTo>
                  <a:lnTo>
                    <a:pt x="32" y="141"/>
                  </a:lnTo>
                  <a:lnTo>
                    <a:pt x="30" y="141"/>
                  </a:lnTo>
                  <a:lnTo>
                    <a:pt x="30" y="141"/>
                  </a:lnTo>
                  <a:lnTo>
                    <a:pt x="30" y="143"/>
                  </a:lnTo>
                  <a:lnTo>
                    <a:pt x="30" y="143"/>
                  </a:lnTo>
                  <a:lnTo>
                    <a:pt x="28" y="143"/>
                  </a:lnTo>
                  <a:lnTo>
                    <a:pt x="28" y="143"/>
                  </a:lnTo>
                  <a:lnTo>
                    <a:pt x="28" y="141"/>
                  </a:lnTo>
                  <a:lnTo>
                    <a:pt x="28" y="141"/>
                  </a:lnTo>
                  <a:lnTo>
                    <a:pt x="26" y="139"/>
                  </a:lnTo>
                  <a:lnTo>
                    <a:pt x="26" y="139"/>
                  </a:lnTo>
                  <a:lnTo>
                    <a:pt x="26" y="138"/>
                  </a:lnTo>
                  <a:lnTo>
                    <a:pt x="26" y="138"/>
                  </a:lnTo>
                  <a:lnTo>
                    <a:pt x="22" y="136"/>
                  </a:lnTo>
                  <a:lnTo>
                    <a:pt x="22" y="136"/>
                  </a:lnTo>
                  <a:lnTo>
                    <a:pt x="22" y="136"/>
                  </a:lnTo>
                  <a:lnTo>
                    <a:pt x="22" y="134"/>
                  </a:lnTo>
                  <a:lnTo>
                    <a:pt x="22" y="134"/>
                  </a:lnTo>
                  <a:lnTo>
                    <a:pt x="22" y="130"/>
                  </a:lnTo>
                  <a:lnTo>
                    <a:pt x="22" y="128"/>
                  </a:lnTo>
                  <a:lnTo>
                    <a:pt x="24" y="128"/>
                  </a:lnTo>
                  <a:lnTo>
                    <a:pt x="26" y="126"/>
                  </a:lnTo>
                  <a:lnTo>
                    <a:pt x="30" y="124"/>
                  </a:lnTo>
                  <a:lnTo>
                    <a:pt x="30" y="124"/>
                  </a:lnTo>
                  <a:lnTo>
                    <a:pt x="32" y="124"/>
                  </a:lnTo>
                  <a:lnTo>
                    <a:pt x="32" y="124"/>
                  </a:lnTo>
                  <a:lnTo>
                    <a:pt x="32" y="124"/>
                  </a:lnTo>
                  <a:lnTo>
                    <a:pt x="32" y="124"/>
                  </a:lnTo>
                  <a:lnTo>
                    <a:pt x="32" y="124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2" y="120"/>
                  </a:lnTo>
                  <a:lnTo>
                    <a:pt x="30" y="120"/>
                  </a:lnTo>
                  <a:lnTo>
                    <a:pt x="30" y="120"/>
                  </a:lnTo>
                  <a:lnTo>
                    <a:pt x="30" y="118"/>
                  </a:lnTo>
                  <a:lnTo>
                    <a:pt x="30" y="118"/>
                  </a:lnTo>
                  <a:lnTo>
                    <a:pt x="28" y="112"/>
                  </a:lnTo>
                  <a:lnTo>
                    <a:pt x="28" y="112"/>
                  </a:lnTo>
                  <a:lnTo>
                    <a:pt x="28" y="112"/>
                  </a:lnTo>
                  <a:lnTo>
                    <a:pt x="28" y="112"/>
                  </a:lnTo>
                  <a:lnTo>
                    <a:pt x="28" y="110"/>
                  </a:lnTo>
                  <a:lnTo>
                    <a:pt x="30" y="110"/>
                  </a:lnTo>
                  <a:lnTo>
                    <a:pt x="30" y="110"/>
                  </a:lnTo>
                  <a:lnTo>
                    <a:pt x="30" y="110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4"/>
                  </a:lnTo>
                  <a:lnTo>
                    <a:pt x="32" y="104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28" y="100"/>
                  </a:lnTo>
                  <a:lnTo>
                    <a:pt x="28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2" y="98"/>
                  </a:lnTo>
                  <a:lnTo>
                    <a:pt x="20" y="98"/>
                  </a:lnTo>
                  <a:lnTo>
                    <a:pt x="18" y="98"/>
                  </a:lnTo>
                  <a:lnTo>
                    <a:pt x="18" y="98"/>
                  </a:lnTo>
                  <a:lnTo>
                    <a:pt x="14" y="96"/>
                  </a:lnTo>
                  <a:lnTo>
                    <a:pt x="14" y="96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4" y="92"/>
                  </a:lnTo>
                  <a:lnTo>
                    <a:pt x="14" y="92"/>
                  </a:lnTo>
                  <a:lnTo>
                    <a:pt x="14" y="92"/>
                  </a:lnTo>
                  <a:lnTo>
                    <a:pt x="12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0" y="88"/>
                  </a:lnTo>
                  <a:lnTo>
                    <a:pt x="10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6" y="81"/>
                  </a:lnTo>
                  <a:lnTo>
                    <a:pt x="6" y="81"/>
                  </a:lnTo>
                  <a:lnTo>
                    <a:pt x="6" y="81"/>
                  </a:lnTo>
                  <a:lnTo>
                    <a:pt x="4" y="81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9"/>
                  </a:lnTo>
                  <a:lnTo>
                    <a:pt x="2" y="79"/>
                  </a:lnTo>
                  <a:lnTo>
                    <a:pt x="2" y="7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3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8" y="59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6" y="59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20" y="57"/>
                  </a:lnTo>
                  <a:lnTo>
                    <a:pt x="20" y="57"/>
                  </a:lnTo>
                  <a:lnTo>
                    <a:pt x="20" y="57"/>
                  </a:lnTo>
                  <a:lnTo>
                    <a:pt x="22" y="57"/>
                  </a:lnTo>
                  <a:lnTo>
                    <a:pt x="22" y="57"/>
                  </a:lnTo>
                  <a:lnTo>
                    <a:pt x="24" y="55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28" y="53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0" y="49"/>
                  </a:lnTo>
                  <a:lnTo>
                    <a:pt x="30" y="49"/>
                  </a:lnTo>
                  <a:lnTo>
                    <a:pt x="30" y="49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30" y="45"/>
                  </a:lnTo>
                  <a:lnTo>
                    <a:pt x="30" y="45"/>
                  </a:lnTo>
                  <a:lnTo>
                    <a:pt x="30" y="45"/>
                  </a:lnTo>
                  <a:lnTo>
                    <a:pt x="30" y="45"/>
                  </a:lnTo>
                  <a:lnTo>
                    <a:pt x="42" y="43"/>
                  </a:lnTo>
                  <a:lnTo>
                    <a:pt x="42" y="43"/>
                  </a:lnTo>
                  <a:lnTo>
                    <a:pt x="42" y="43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5"/>
                  </a:lnTo>
                  <a:lnTo>
                    <a:pt x="48" y="45"/>
                  </a:lnTo>
                  <a:lnTo>
                    <a:pt x="48" y="45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9" y="45"/>
                  </a:lnTo>
                  <a:lnTo>
                    <a:pt x="59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9"/>
                  </a:lnTo>
                  <a:lnTo>
                    <a:pt x="61" y="49"/>
                  </a:lnTo>
                  <a:lnTo>
                    <a:pt x="61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3" y="49"/>
                  </a:lnTo>
                  <a:lnTo>
                    <a:pt x="65" y="49"/>
                  </a:lnTo>
                  <a:lnTo>
                    <a:pt x="67" y="47"/>
                  </a:lnTo>
                  <a:lnTo>
                    <a:pt x="67" y="45"/>
                  </a:lnTo>
                  <a:lnTo>
                    <a:pt x="67" y="45"/>
                  </a:lnTo>
                  <a:lnTo>
                    <a:pt x="67" y="45"/>
                  </a:lnTo>
                  <a:lnTo>
                    <a:pt x="67" y="45"/>
                  </a:lnTo>
                  <a:lnTo>
                    <a:pt x="67" y="43"/>
                  </a:lnTo>
                  <a:lnTo>
                    <a:pt x="67" y="43"/>
                  </a:lnTo>
                  <a:lnTo>
                    <a:pt x="67" y="43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3" y="41"/>
                  </a:lnTo>
                  <a:lnTo>
                    <a:pt x="63" y="41"/>
                  </a:lnTo>
                  <a:lnTo>
                    <a:pt x="63" y="39"/>
                  </a:lnTo>
                  <a:lnTo>
                    <a:pt x="63" y="39"/>
                  </a:lnTo>
                  <a:lnTo>
                    <a:pt x="63" y="37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5"/>
                  </a:lnTo>
                  <a:lnTo>
                    <a:pt x="61" y="35"/>
                  </a:lnTo>
                  <a:lnTo>
                    <a:pt x="61" y="35"/>
                  </a:lnTo>
                  <a:lnTo>
                    <a:pt x="61" y="35"/>
                  </a:lnTo>
                  <a:lnTo>
                    <a:pt x="61" y="33"/>
                  </a:lnTo>
                  <a:lnTo>
                    <a:pt x="63" y="32"/>
                  </a:lnTo>
                  <a:lnTo>
                    <a:pt x="69" y="30"/>
                  </a:lnTo>
                  <a:lnTo>
                    <a:pt x="69" y="30"/>
                  </a:lnTo>
                  <a:lnTo>
                    <a:pt x="73" y="32"/>
                  </a:lnTo>
                  <a:lnTo>
                    <a:pt x="73" y="32"/>
                  </a:lnTo>
                  <a:lnTo>
                    <a:pt x="73" y="32"/>
                  </a:lnTo>
                  <a:lnTo>
                    <a:pt x="73" y="32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5" y="33"/>
                  </a:lnTo>
                  <a:lnTo>
                    <a:pt x="75" y="33"/>
                  </a:lnTo>
                  <a:lnTo>
                    <a:pt x="75" y="33"/>
                  </a:lnTo>
                  <a:lnTo>
                    <a:pt x="75" y="33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79" y="33"/>
                  </a:lnTo>
                  <a:lnTo>
                    <a:pt x="79" y="33"/>
                  </a:lnTo>
                  <a:lnTo>
                    <a:pt x="79" y="33"/>
                  </a:lnTo>
                  <a:lnTo>
                    <a:pt x="79" y="33"/>
                  </a:lnTo>
                  <a:lnTo>
                    <a:pt x="81" y="33"/>
                  </a:lnTo>
                  <a:lnTo>
                    <a:pt x="81" y="33"/>
                  </a:lnTo>
                  <a:lnTo>
                    <a:pt x="81" y="32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5" y="28"/>
                  </a:lnTo>
                  <a:lnTo>
                    <a:pt x="85" y="28"/>
                  </a:lnTo>
                  <a:lnTo>
                    <a:pt x="87" y="28"/>
                  </a:lnTo>
                  <a:lnTo>
                    <a:pt x="87" y="28"/>
                  </a:lnTo>
                  <a:lnTo>
                    <a:pt x="89" y="30"/>
                  </a:lnTo>
                  <a:lnTo>
                    <a:pt x="91" y="30"/>
                  </a:lnTo>
                  <a:lnTo>
                    <a:pt x="91" y="30"/>
                  </a:lnTo>
                  <a:lnTo>
                    <a:pt x="91" y="30"/>
                  </a:lnTo>
                  <a:lnTo>
                    <a:pt x="91" y="32"/>
                  </a:lnTo>
                  <a:lnTo>
                    <a:pt x="91" y="32"/>
                  </a:lnTo>
                  <a:lnTo>
                    <a:pt x="93" y="32"/>
                  </a:lnTo>
                  <a:lnTo>
                    <a:pt x="93" y="32"/>
                  </a:lnTo>
                  <a:lnTo>
                    <a:pt x="97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98" y="37"/>
                  </a:lnTo>
                  <a:lnTo>
                    <a:pt x="98" y="37"/>
                  </a:lnTo>
                  <a:lnTo>
                    <a:pt x="100" y="37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2" y="39"/>
                  </a:lnTo>
                  <a:lnTo>
                    <a:pt x="104" y="37"/>
                  </a:lnTo>
                  <a:lnTo>
                    <a:pt x="108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2"/>
                  </a:lnTo>
                  <a:lnTo>
                    <a:pt x="108" y="32"/>
                  </a:lnTo>
                  <a:lnTo>
                    <a:pt x="108" y="32"/>
                  </a:lnTo>
                  <a:lnTo>
                    <a:pt x="110" y="32"/>
                  </a:lnTo>
                  <a:lnTo>
                    <a:pt x="110" y="30"/>
                  </a:lnTo>
                  <a:lnTo>
                    <a:pt x="110" y="30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10" y="28"/>
                  </a:lnTo>
                  <a:lnTo>
                    <a:pt x="110" y="28"/>
                  </a:lnTo>
                  <a:lnTo>
                    <a:pt x="114" y="28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8" y="24"/>
                  </a:lnTo>
                  <a:lnTo>
                    <a:pt x="126" y="24"/>
                  </a:lnTo>
                  <a:lnTo>
                    <a:pt x="130" y="20"/>
                  </a:lnTo>
                  <a:lnTo>
                    <a:pt x="130" y="20"/>
                  </a:lnTo>
                  <a:lnTo>
                    <a:pt x="132" y="20"/>
                  </a:lnTo>
                  <a:lnTo>
                    <a:pt x="132" y="22"/>
                  </a:lnTo>
                  <a:lnTo>
                    <a:pt x="134" y="20"/>
                  </a:lnTo>
                  <a:lnTo>
                    <a:pt x="134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40" y="16"/>
                  </a:lnTo>
                  <a:lnTo>
                    <a:pt x="140" y="14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40" y="10"/>
                  </a:lnTo>
                  <a:lnTo>
                    <a:pt x="140" y="10"/>
                  </a:lnTo>
                  <a:lnTo>
                    <a:pt x="140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40" y="6"/>
                  </a:lnTo>
                  <a:lnTo>
                    <a:pt x="144" y="4"/>
                  </a:lnTo>
                  <a:lnTo>
                    <a:pt x="144" y="4"/>
                  </a:lnTo>
                  <a:lnTo>
                    <a:pt x="144" y="4"/>
                  </a:lnTo>
                  <a:lnTo>
                    <a:pt x="144" y="4"/>
                  </a:lnTo>
                  <a:lnTo>
                    <a:pt x="144" y="6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8" y="6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9" y="8"/>
                  </a:lnTo>
                  <a:lnTo>
                    <a:pt x="149" y="8"/>
                  </a:lnTo>
                  <a:lnTo>
                    <a:pt x="149" y="8"/>
                  </a:lnTo>
                  <a:lnTo>
                    <a:pt x="149" y="8"/>
                  </a:lnTo>
                  <a:lnTo>
                    <a:pt x="151" y="8"/>
                  </a:lnTo>
                  <a:lnTo>
                    <a:pt x="151" y="10"/>
                  </a:lnTo>
                  <a:lnTo>
                    <a:pt x="153" y="10"/>
                  </a:lnTo>
                  <a:lnTo>
                    <a:pt x="153" y="10"/>
                  </a:lnTo>
                  <a:lnTo>
                    <a:pt x="153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59" y="10"/>
                  </a:lnTo>
                  <a:lnTo>
                    <a:pt x="161" y="10"/>
                  </a:lnTo>
                  <a:lnTo>
                    <a:pt x="163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7" y="14"/>
                  </a:lnTo>
                  <a:lnTo>
                    <a:pt x="167" y="14"/>
                  </a:lnTo>
                  <a:lnTo>
                    <a:pt x="167" y="14"/>
                  </a:lnTo>
                  <a:lnTo>
                    <a:pt x="167" y="14"/>
                  </a:lnTo>
                  <a:lnTo>
                    <a:pt x="169" y="14"/>
                  </a:lnTo>
                  <a:lnTo>
                    <a:pt x="169" y="14"/>
                  </a:lnTo>
                  <a:lnTo>
                    <a:pt x="169" y="14"/>
                  </a:lnTo>
                  <a:lnTo>
                    <a:pt x="171" y="16"/>
                  </a:lnTo>
                  <a:lnTo>
                    <a:pt x="171" y="16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3" y="14"/>
                  </a:lnTo>
                  <a:lnTo>
                    <a:pt x="175" y="14"/>
                  </a:lnTo>
                  <a:lnTo>
                    <a:pt x="175" y="12"/>
                  </a:lnTo>
                  <a:lnTo>
                    <a:pt x="175" y="12"/>
                  </a:lnTo>
                  <a:lnTo>
                    <a:pt x="175" y="12"/>
                  </a:lnTo>
                  <a:lnTo>
                    <a:pt x="177" y="12"/>
                  </a:lnTo>
                  <a:lnTo>
                    <a:pt x="177" y="14"/>
                  </a:lnTo>
                  <a:lnTo>
                    <a:pt x="179" y="14"/>
                  </a:lnTo>
                  <a:lnTo>
                    <a:pt x="185" y="12"/>
                  </a:lnTo>
                  <a:lnTo>
                    <a:pt x="187" y="10"/>
                  </a:lnTo>
                  <a:lnTo>
                    <a:pt x="189" y="10"/>
                  </a:lnTo>
                  <a:lnTo>
                    <a:pt x="189" y="10"/>
                  </a:lnTo>
                  <a:lnTo>
                    <a:pt x="189" y="10"/>
                  </a:lnTo>
                  <a:lnTo>
                    <a:pt x="189" y="8"/>
                  </a:lnTo>
                  <a:lnTo>
                    <a:pt x="189" y="8"/>
                  </a:lnTo>
                  <a:lnTo>
                    <a:pt x="189" y="8"/>
                  </a:lnTo>
                  <a:lnTo>
                    <a:pt x="189" y="8"/>
                  </a:lnTo>
                  <a:lnTo>
                    <a:pt x="189" y="6"/>
                  </a:lnTo>
                  <a:lnTo>
                    <a:pt x="189" y="6"/>
                  </a:lnTo>
                  <a:lnTo>
                    <a:pt x="189" y="6"/>
                  </a:lnTo>
                  <a:lnTo>
                    <a:pt x="189" y="4"/>
                  </a:lnTo>
                  <a:lnTo>
                    <a:pt x="189" y="4"/>
                  </a:lnTo>
                  <a:lnTo>
                    <a:pt x="189" y="4"/>
                  </a:lnTo>
                  <a:lnTo>
                    <a:pt x="189" y="4"/>
                  </a:lnTo>
                  <a:lnTo>
                    <a:pt x="191" y="2"/>
                  </a:lnTo>
                  <a:lnTo>
                    <a:pt x="191" y="2"/>
                  </a:lnTo>
                  <a:lnTo>
                    <a:pt x="193" y="2"/>
                  </a:lnTo>
                  <a:lnTo>
                    <a:pt x="195" y="2"/>
                  </a:lnTo>
                  <a:lnTo>
                    <a:pt x="195" y="2"/>
                  </a:lnTo>
                  <a:lnTo>
                    <a:pt x="195" y="0"/>
                  </a:lnTo>
                  <a:lnTo>
                    <a:pt x="197" y="0"/>
                  </a:lnTo>
                  <a:lnTo>
                    <a:pt x="19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3687763" y="3992563"/>
              <a:ext cx="128588" cy="85725"/>
            </a:xfrm>
            <a:custGeom>
              <a:avLst/>
              <a:gdLst>
                <a:gd name="T0" fmla="*/ 125 w 162"/>
                <a:gd name="T1" fmla="*/ 3 h 108"/>
                <a:gd name="T2" fmla="*/ 135 w 162"/>
                <a:gd name="T3" fmla="*/ 7 h 108"/>
                <a:gd name="T4" fmla="*/ 149 w 162"/>
                <a:gd name="T5" fmla="*/ 17 h 108"/>
                <a:gd name="T6" fmla="*/ 156 w 162"/>
                <a:gd name="T7" fmla="*/ 19 h 108"/>
                <a:gd name="T8" fmla="*/ 160 w 162"/>
                <a:gd name="T9" fmla="*/ 23 h 108"/>
                <a:gd name="T10" fmla="*/ 158 w 162"/>
                <a:gd name="T11" fmla="*/ 33 h 108"/>
                <a:gd name="T12" fmla="*/ 152 w 162"/>
                <a:gd name="T13" fmla="*/ 41 h 108"/>
                <a:gd name="T14" fmla="*/ 139 w 162"/>
                <a:gd name="T15" fmla="*/ 43 h 108"/>
                <a:gd name="T16" fmla="*/ 139 w 162"/>
                <a:gd name="T17" fmla="*/ 49 h 108"/>
                <a:gd name="T18" fmla="*/ 137 w 162"/>
                <a:gd name="T19" fmla="*/ 55 h 108"/>
                <a:gd name="T20" fmla="*/ 143 w 162"/>
                <a:gd name="T21" fmla="*/ 58 h 108"/>
                <a:gd name="T22" fmla="*/ 158 w 162"/>
                <a:gd name="T23" fmla="*/ 58 h 108"/>
                <a:gd name="T24" fmla="*/ 158 w 162"/>
                <a:gd name="T25" fmla="*/ 68 h 108"/>
                <a:gd name="T26" fmla="*/ 152 w 162"/>
                <a:gd name="T27" fmla="*/ 76 h 108"/>
                <a:gd name="T28" fmla="*/ 127 w 162"/>
                <a:gd name="T29" fmla="*/ 86 h 108"/>
                <a:gd name="T30" fmla="*/ 113 w 162"/>
                <a:gd name="T31" fmla="*/ 88 h 108"/>
                <a:gd name="T32" fmla="*/ 88 w 162"/>
                <a:gd name="T33" fmla="*/ 96 h 108"/>
                <a:gd name="T34" fmla="*/ 80 w 162"/>
                <a:gd name="T35" fmla="*/ 102 h 108"/>
                <a:gd name="T36" fmla="*/ 66 w 162"/>
                <a:gd name="T37" fmla="*/ 94 h 108"/>
                <a:gd name="T38" fmla="*/ 64 w 162"/>
                <a:gd name="T39" fmla="*/ 96 h 108"/>
                <a:gd name="T40" fmla="*/ 62 w 162"/>
                <a:gd name="T41" fmla="*/ 100 h 108"/>
                <a:gd name="T42" fmla="*/ 60 w 162"/>
                <a:gd name="T43" fmla="*/ 104 h 108"/>
                <a:gd name="T44" fmla="*/ 52 w 162"/>
                <a:gd name="T45" fmla="*/ 106 h 108"/>
                <a:gd name="T46" fmla="*/ 49 w 162"/>
                <a:gd name="T47" fmla="*/ 98 h 108"/>
                <a:gd name="T48" fmla="*/ 49 w 162"/>
                <a:gd name="T49" fmla="*/ 96 h 108"/>
                <a:gd name="T50" fmla="*/ 39 w 162"/>
                <a:gd name="T51" fmla="*/ 96 h 108"/>
                <a:gd name="T52" fmla="*/ 39 w 162"/>
                <a:gd name="T53" fmla="*/ 96 h 108"/>
                <a:gd name="T54" fmla="*/ 37 w 162"/>
                <a:gd name="T55" fmla="*/ 98 h 108"/>
                <a:gd name="T56" fmla="*/ 29 w 162"/>
                <a:gd name="T57" fmla="*/ 100 h 108"/>
                <a:gd name="T58" fmla="*/ 23 w 162"/>
                <a:gd name="T59" fmla="*/ 100 h 108"/>
                <a:gd name="T60" fmla="*/ 19 w 162"/>
                <a:gd name="T61" fmla="*/ 92 h 108"/>
                <a:gd name="T62" fmla="*/ 19 w 162"/>
                <a:gd name="T63" fmla="*/ 88 h 108"/>
                <a:gd name="T64" fmla="*/ 11 w 162"/>
                <a:gd name="T65" fmla="*/ 86 h 108"/>
                <a:gd name="T66" fmla="*/ 7 w 162"/>
                <a:gd name="T67" fmla="*/ 88 h 108"/>
                <a:gd name="T68" fmla="*/ 3 w 162"/>
                <a:gd name="T69" fmla="*/ 84 h 108"/>
                <a:gd name="T70" fmla="*/ 0 w 162"/>
                <a:gd name="T71" fmla="*/ 80 h 108"/>
                <a:gd name="T72" fmla="*/ 1 w 162"/>
                <a:gd name="T73" fmla="*/ 76 h 108"/>
                <a:gd name="T74" fmla="*/ 11 w 162"/>
                <a:gd name="T75" fmla="*/ 58 h 108"/>
                <a:gd name="T76" fmla="*/ 25 w 162"/>
                <a:gd name="T77" fmla="*/ 55 h 108"/>
                <a:gd name="T78" fmla="*/ 27 w 162"/>
                <a:gd name="T79" fmla="*/ 58 h 108"/>
                <a:gd name="T80" fmla="*/ 29 w 162"/>
                <a:gd name="T81" fmla="*/ 70 h 108"/>
                <a:gd name="T82" fmla="*/ 39 w 162"/>
                <a:gd name="T83" fmla="*/ 66 h 108"/>
                <a:gd name="T84" fmla="*/ 54 w 162"/>
                <a:gd name="T85" fmla="*/ 57 h 108"/>
                <a:gd name="T86" fmla="*/ 66 w 162"/>
                <a:gd name="T87" fmla="*/ 57 h 108"/>
                <a:gd name="T88" fmla="*/ 66 w 162"/>
                <a:gd name="T89" fmla="*/ 55 h 108"/>
                <a:gd name="T90" fmla="*/ 66 w 162"/>
                <a:gd name="T91" fmla="*/ 49 h 108"/>
                <a:gd name="T92" fmla="*/ 62 w 162"/>
                <a:gd name="T93" fmla="*/ 45 h 108"/>
                <a:gd name="T94" fmla="*/ 66 w 162"/>
                <a:gd name="T95" fmla="*/ 39 h 108"/>
                <a:gd name="T96" fmla="*/ 68 w 162"/>
                <a:gd name="T97" fmla="*/ 35 h 108"/>
                <a:gd name="T98" fmla="*/ 74 w 162"/>
                <a:gd name="T99" fmla="*/ 29 h 108"/>
                <a:gd name="T100" fmla="*/ 78 w 162"/>
                <a:gd name="T101" fmla="*/ 29 h 108"/>
                <a:gd name="T102" fmla="*/ 82 w 162"/>
                <a:gd name="T103" fmla="*/ 31 h 108"/>
                <a:gd name="T104" fmla="*/ 82 w 162"/>
                <a:gd name="T105" fmla="*/ 35 h 108"/>
                <a:gd name="T106" fmla="*/ 90 w 162"/>
                <a:gd name="T107" fmla="*/ 33 h 108"/>
                <a:gd name="T108" fmla="*/ 100 w 162"/>
                <a:gd name="T109" fmla="*/ 15 h 108"/>
                <a:gd name="T110" fmla="*/ 111 w 162"/>
                <a:gd name="T111" fmla="*/ 2 h 108"/>
                <a:gd name="T112" fmla="*/ 117 w 162"/>
                <a:gd name="T1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2" h="108">
                  <a:moveTo>
                    <a:pt x="119" y="0"/>
                  </a:moveTo>
                  <a:lnTo>
                    <a:pt x="119" y="0"/>
                  </a:lnTo>
                  <a:lnTo>
                    <a:pt x="119" y="0"/>
                  </a:lnTo>
                  <a:lnTo>
                    <a:pt x="121" y="0"/>
                  </a:lnTo>
                  <a:lnTo>
                    <a:pt x="121" y="2"/>
                  </a:lnTo>
                  <a:lnTo>
                    <a:pt x="123" y="3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1" y="3"/>
                  </a:lnTo>
                  <a:lnTo>
                    <a:pt x="135" y="7"/>
                  </a:lnTo>
                  <a:lnTo>
                    <a:pt x="135" y="7"/>
                  </a:lnTo>
                  <a:lnTo>
                    <a:pt x="147" y="13"/>
                  </a:lnTo>
                  <a:lnTo>
                    <a:pt x="147" y="13"/>
                  </a:lnTo>
                  <a:lnTo>
                    <a:pt x="147" y="15"/>
                  </a:lnTo>
                  <a:lnTo>
                    <a:pt x="149" y="15"/>
                  </a:lnTo>
                  <a:lnTo>
                    <a:pt x="149" y="17"/>
                  </a:lnTo>
                  <a:lnTo>
                    <a:pt x="149" y="17"/>
                  </a:lnTo>
                  <a:lnTo>
                    <a:pt x="149" y="17"/>
                  </a:lnTo>
                  <a:lnTo>
                    <a:pt x="149" y="19"/>
                  </a:lnTo>
                  <a:lnTo>
                    <a:pt x="151" y="19"/>
                  </a:lnTo>
                  <a:lnTo>
                    <a:pt x="152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6" y="17"/>
                  </a:lnTo>
                  <a:lnTo>
                    <a:pt x="158" y="17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0" y="23"/>
                  </a:lnTo>
                  <a:lnTo>
                    <a:pt x="160" y="23"/>
                  </a:lnTo>
                  <a:lnTo>
                    <a:pt x="160" y="27"/>
                  </a:lnTo>
                  <a:lnTo>
                    <a:pt x="160" y="27"/>
                  </a:lnTo>
                  <a:lnTo>
                    <a:pt x="160" y="29"/>
                  </a:lnTo>
                  <a:lnTo>
                    <a:pt x="160" y="29"/>
                  </a:lnTo>
                  <a:lnTo>
                    <a:pt x="158" y="29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3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5"/>
                  </a:lnTo>
                  <a:lnTo>
                    <a:pt x="154" y="35"/>
                  </a:lnTo>
                  <a:lnTo>
                    <a:pt x="154" y="37"/>
                  </a:lnTo>
                  <a:lnTo>
                    <a:pt x="154" y="39"/>
                  </a:lnTo>
                  <a:lnTo>
                    <a:pt x="152" y="39"/>
                  </a:lnTo>
                  <a:lnTo>
                    <a:pt x="152" y="41"/>
                  </a:lnTo>
                  <a:lnTo>
                    <a:pt x="151" y="41"/>
                  </a:lnTo>
                  <a:lnTo>
                    <a:pt x="149" y="45"/>
                  </a:lnTo>
                  <a:lnTo>
                    <a:pt x="149" y="47"/>
                  </a:lnTo>
                  <a:lnTo>
                    <a:pt x="149" y="45"/>
                  </a:lnTo>
                  <a:lnTo>
                    <a:pt x="141" y="41"/>
                  </a:lnTo>
                  <a:lnTo>
                    <a:pt x="141" y="41"/>
                  </a:lnTo>
                  <a:lnTo>
                    <a:pt x="139" y="43"/>
                  </a:lnTo>
                  <a:lnTo>
                    <a:pt x="139" y="43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7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9" y="49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1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7"/>
                  </a:lnTo>
                  <a:lnTo>
                    <a:pt x="137" y="57"/>
                  </a:lnTo>
                  <a:lnTo>
                    <a:pt x="139" y="57"/>
                  </a:lnTo>
                  <a:lnTo>
                    <a:pt x="139" y="57"/>
                  </a:lnTo>
                  <a:lnTo>
                    <a:pt x="141" y="57"/>
                  </a:lnTo>
                  <a:lnTo>
                    <a:pt x="143" y="58"/>
                  </a:lnTo>
                  <a:lnTo>
                    <a:pt x="145" y="58"/>
                  </a:lnTo>
                  <a:lnTo>
                    <a:pt x="145" y="57"/>
                  </a:lnTo>
                  <a:lnTo>
                    <a:pt x="147" y="57"/>
                  </a:lnTo>
                  <a:lnTo>
                    <a:pt x="151" y="57"/>
                  </a:lnTo>
                  <a:lnTo>
                    <a:pt x="152" y="57"/>
                  </a:lnTo>
                  <a:lnTo>
                    <a:pt x="154" y="57"/>
                  </a:lnTo>
                  <a:lnTo>
                    <a:pt x="156" y="57"/>
                  </a:lnTo>
                  <a:lnTo>
                    <a:pt x="158" y="58"/>
                  </a:lnTo>
                  <a:lnTo>
                    <a:pt x="160" y="58"/>
                  </a:lnTo>
                  <a:lnTo>
                    <a:pt x="160" y="58"/>
                  </a:lnTo>
                  <a:lnTo>
                    <a:pt x="160" y="60"/>
                  </a:lnTo>
                  <a:lnTo>
                    <a:pt x="162" y="66"/>
                  </a:lnTo>
                  <a:lnTo>
                    <a:pt x="162" y="70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68"/>
                  </a:lnTo>
                  <a:lnTo>
                    <a:pt x="158" y="70"/>
                  </a:lnTo>
                  <a:lnTo>
                    <a:pt x="158" y="70"/>
                  </a:lnTo>
                  <a:lnTo>
                    <a:pt x="156" y="72"/>
                  </a:lnTo>
                  <a:lnTo>
                    <a:pt x="156" y="74"/>
                  </a:lnTo>
                  <a:lnTo>
                    <a:pt x="154" y="76"/>
                  </a:lnTo>
                  <a:lnTo>
                    <a:pt x="154" y="76"/>
                  </a:lnTo>
                  <a:lnTo>
                    <a:pt x="152" y="76"/>
                  </a:lnTo>
                  <a:lnTo>
                    <a:pt x="151" y="76"/>
                  </a:lnTo>
                  <a:lnTo>
                    <a:pt x="149" y="76"/>
                  </a:lnTo>
                  <a:lnTo>
                    <a:pt x="133" y="82"/>
                  </a:lnTo>
                  <a:lnTo>
                    <a:pt x="131" y="82"/>
                  </a:lnTo>
                  <a:lnTo>
                    <a:pt x="131" y="84"/>
                  </a:lnTo>
                  <a:lnTo>
                    <a:pt x="129" y="86"/>
                  </a:lnTo>
                  <a:lnTo>
                    <a:pt x="129" y="86"/>
                  </a:lnTo>
                  <a:lnTo>
                    <a:pt x="127" y="86"/>
                  </a:lnTo>
                  <a:lnTo>
                    <a:pt x="125" y="86"/>
                  </a:lnTo>
                  <a:lnTo>
                    <a:pt x="121" y="88"/>
                  </a:lnTo>
                  <a:lnTo>
                    <a:pt x="119" y="88"/>
                  </a:lnTo>
                  <a:lnTo>
                    <a:pt x="117" y="88"/>
                  </a:lnTo>
                  <a:lnTo>
                    <a:pt x="117" y="88"/>
                  </a:lnTo>
                  <a:lnTo>
                    <a:pt x="115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3" y="88"/>
                  </a:lnTo>
                  <a:lnTo>
                    <a:pt x="111" y="88"/>
                  </a:lnTo>
                  <a:lnTo>
                    <a:pt x="111" y="90"/>
                  </a:lnTo>
                  <a:lnTo>
                    <a:pt x="109" y="92"/>
                  </a:lnTo>
                  <a:lnTo>
                    <a:pt x="107" y="92"/>
                  </a:lnTo>
                  <a:lnTo>
                    <a:pt x="105" y="94"/>
                  </a:lnTo>
                  <a:lnTo>
                    <a:pt x="101" y="94"/>
                  </a:lnTo>
                  <a:lnTo>
                    <a:pt x="88" y="96"/>
                  </a:lnTo>
                  <a:lnTo>
                    <a:pt x="86" y="98"/>
                  </a:lnTo>
                  <a:lnTo>
                    <a:pt x="84" y="100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0" y="102"/>
                  </a:lnTo>
                  <a:lnTo>
                    <a:pt x="80" y="102"/>
                  </a:lnTo>
                  <a:lnTo>
                    <a:pt x="80" y="102"/>
                  </a:lnTo>
                  <a:lnTo>
                    <a:pt x="72" y="96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6" y="94"/>
                  </a:lnTo>
                  <a:lnTo>
                    <a:pt x="66" y="94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4" y="96"/>
                  </a:lnTo>
                  <a:lnTo>
                    <a:pt x="64" y="96"/>
                  </a:lnTo>
                  <a:lnTo>
                    <a:pt x="64" y="96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100"/>
                  </a:lnTo>
                  <a:lnTo>
                    <a:pt x="62" y="102"/>
                  </a:lnTo>
                  <a:lnTo>
                    <a:pt x="64" y="102"/>
                  </a:lnTo>
                  <a:lnTo>
                    <a:pt x="62" y="104"/>
                  </a:lnTo>
                  <a:lnTo>
                    <a:pt x="62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0" y="106"/>
                  </a:lnTo>
                  <a:lnTo>
                    <a:pt x="58" y="106"/>
                  </a:lnTo>
                  <a:lnTo>
                    <a:pt x="54" y="108"/>
                  </a:lnTo>
                  <a:lnTo>
                    <a:pt x="52" y="108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2"/>
                  </a:lnTo>
                  <a:lnTo>
                    <a:pt x="51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51" y="96"/>
                  </a:lnTo>
                  <a:lnTo>
                    <a:pt x="49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1" y="96"/>
                  </a:lnTo>
                  <a:lnTo>
                    <a:pt x="39" y="96"/>
                  </a:lnTo>
                  <a:lnTo>
                    <a:pt x="39" y="94"/>
                  </a:lnTo>
                  <a:lnTo>
                    <a:pt x="39" y="94"/>
                  </a:lnTo>
                  <a:lnTo>
                    <a:pt x="37" y="94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7" y="98"/>
                  </a:lnTo>
                  <a:lnTo>
                    <a:pt x="33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5" y="100"/>
                  </a:lnTo>
                  <a:lnTo>
                    <a:pt x="25" y="102"/>
                  </a:lnTo>
                  <a:lnTo>
                    <a:pt x="25" y="100"/>
                  </a:lnTo>
                  <a:lnTo>
                    <a:pt x="23" y="100"/>
                  </a:lnTo>
                  <a:lnTo>
                    <a:pt x="23" y="100"/>
                  </a:lnTo>
                  <a:lnTo>
                    <a:pt x="23" y="100"/>
                  </a:lnTo>
                  <a:lnTo>
                    <a:pt x="21" y="98"/>
                  </a:lnTo>
                  <a:lnTo>
                    <a:pt x="19" y="98"/>
                  </a:lnTo>
                  <a:lnTo>
                    <a:pt x="19" y="98"/>
                  </a:lnTo>
                  <a:lnTo>
                    <a:pt x="19" y="96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21" y="92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7" y="88"/>
                  </a:lnTo>
                  <a:lnTo>
                    <a:pt x="15" y="88"/>
                  </a:lnTo>
                  <a:lnTo>
                    <a:pt x="13" y="88"/>
                  </a:lnTo>
                  <a:lnTo>
                    <a:pt x="13" y="88"/>
                  </a:lnTo>
                  <a:lnTo>
                    <a:pt x="13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1" y="88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7" y="88"/>
                  </a:lnTo>
                  <a:lnTo>
                    <a:pt x="5" y="88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4"/>
                  </a:lnTo>
                  <a:lnTo>
                    <a:pt x="3" y="84"/>
                  </a:lnTo>
                  <a:lnTo>
                    <a:pt x="3" y="84"/>
                  </a:lnTo>
                  <a:lnTo>
                    <a:pt x="1" y="84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1" y="74"/>
                  </a:lnTo>
                  <a:lnTo>
                    <a:pt x="1" y="74"/>
                  </a:lnTo>
                  <a:lnTo>
                    <a:pt x="7" y="66"/>
                  </a:lnTo>
                  <a:lnTo>
                    <a:pt x="9" y="64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3" y="57"/>
                  </a:lnTo>
                  <a:lnTo>
                    <a:pt x="15" y="57"/>
                  </a:lnTo>
                  <a:lnTo>
                    <a:pt x="15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21" y="57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27" y="62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29" y="70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7" y="70"/>
                  </a:lnTo>
                  <a:lnTo>
                    <a:pt x="39" y="66"/>
                  </a:lnTo>
                  <a:lnTo>
                    <a:pt x="41" y="64"/>
                  </a:lnTo>
                  <a:lnTo>
                    <a:pt x="43" y="60"/>
                  </a:lnTo>
                  <a:lnTo>
                    <a:pt x="49" y="55"/>
                  </a:lnTo>
                  <a:lnTo>
                    <a:pt x="51" y="55"/>
                  </a:lnTo>
                  <a:lnTo>
                    <a:pt x="52" y="55"/>
                  </a:lnTo>
                  <a:lnTo>
                    <a:pt x="52" y="55"/>
                  </a:lnTo>
                  <a:lnTo>
                    <a:pt x="54" y="55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56" y="57"/>
                  </a:lnTo>
                  <a:lnTo>
                    <a:pt x="58" y="57"/>
                  </a:lnTo>
                  <a:lnTo>
                    <a:pt x="60" y="57"/>
                  </a:lnTo>
                  <a:lnTo>
                    <a:pt x="62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6" y="55"/>
                  </a:lnTo>
                  <a:lnTo>
                    <a:pt x="66" y="55"/>
                  </a:lnTo>
                  <a:lnTo>
                    <a:pt x="66" y="55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43"/>
                  </a:lnTo>
                  <a:lnTo>
                    <a:pt x="64" y="43"/>
                  </a:lnTo>
                  <a:lnTo>
                    <a:pt x="64" y="41"/>
                  </a:lnTo>
                  <a:lnTo>
                    <a:pt x="64" y="41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39"/>
                  </a:lnTo>
                  <a:lnTo>
                    <a:pt x="66" y="37"/>
                  </a:lnTo>
                  <a:lnTo>
                    <a:pt x="66" y="37"/>
                  </a:lnTo>
                  <a:lnTo>
                    <a:pt x="68" y="37"/>
                  </a:lnTo>
                  <a:lnTo>
                    <a:pt x="66" y="37"/>
                  </a:lnTo>
                  <a:lnTo>
                    <a:pt x="66" y="35"/>
                  </a:lnTo>
                  <a:lnTo>
                    <a:pt x="68" y="35"/>
                  </a:lnTo>
                  <a:lnTo>
                    <a:pt x="68" y="35"/>
                  </a:lnTo>
                  <a:lnTo>
                    <a:pt x="68" y="35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74" y="29"/>
                  </a:lnTo>
                  <a:lnTo>
                    <a:pt x="74" y="29"/>
                  </a:lnTo>
                  <a:lnTo>
                    <a:pt x="76" y="29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8" y="31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92" y="33"/>
                  </a:lnTo>
                  <a:lnTo>
                    <a:pt x="92" y="29"/>
                  </a:lnTo>
                  <a:lnTo>
                    <a:pt x="92" y="27"/>
                  </a:lnTo>
                  <a:lnTo>
                    <a:pt x="92" y="25"/>
                  </a:lnTo>
                  <a:lnTo>
                    <a:pt x="92" y="23"/>
                  </a:lnTo>
                  <a:lnTo>
                    <a:pt x="94" y="23"/>
                  </a:lnTo>
                  <a:lnTo>
                    <a:pt x="98" y="15"/>
                  </a:lnTo>
                  <a:lnTo>
                    <a:pt x="100" y="15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1" y="11"/>
                  </a:lnTo>
                  <a:lnTo>
                    <a:pt x="101" y="11"/>
                  </a:lnTo>
                  <a:lnTo>
                    <a:pt x="107" y="5"/>
                  </a:lnTo>
                  <a:lnTo>
                    <a:pt x="109" y="2"/>
                  </a:lnTo>
                  <a:lnTo>
                    <a:pt x="111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15" y="3"/>
                  </a:lnTo>
                  <a:lnTo>
                    <a:pt x="115" y="2"/>
                  </a:lnTo>
                  <a:lnTo>
                    <a:pt x="117" y="2"/>
                  </a:lnTo>
                  <a:lnTo>
                    <a:pt x="11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3"/>
            <p:cNvSpPr>
              <a:spLocks noEditPoints="1"/>
            </p:cNvSpPr>
            <p:nvPr/>
          </p:nvSpPr>
          <p:spPr bwMode="auto">
            <a:xfrm>
              <a:off x="1525588" y="2697163"/>
              <a:ext cx="642938" cy="280988"/>
            </a:xfrm>
            <a:custGeom>
              <a:avLst/>
              <a:gdLst>
                <a:gd name="T0" fmla="*/ 397 w 810"/>
                <a:gd name="T1" fmla="*/ 167 h 353"/>
                <a:gd name="T2" fmla="*/ 297 w 810"/>
                <a:gd name="T3" fmla="*/ 124 h 353"/>
                <a:gd name="T4" fmla="*/ 446 w 810"/>
                <a:gd name="T5" fmla="*/ 118 h 353"/>
                <a:gd name="T6" fmla="*/ 589 w 810"/>
                <a:gd name="T7" fmla="*/ 110 h 353"/>
                <a:gd name="T8" fmla="*/ 259 w 810"/>
                <a:gd name="T9" fmla="*/ 74 h 353"/>
                <a:gd name="T10" fmla="*/ 53 w 810"/>
                <a:gd name="T11" fmla="*/ 20 h 353"/>
                <a:gd name="T12" fmla="*/ 128 w 810"/>
                <a:gd name="T13" fmla="*/ 88 h 353"/>
                <a:gd name="T14" fmla="*/ 134 w 810"/>
                <a:gd name="T15" fmla="*/ 124 h 353"/>
                <a:gd name="T16" fmla="*/ 69 w 810"/>
                <a:gd name="T17" fmla="*/ 135 h 353"/>
                <a:gd name="T18" fmla="*/ 77 w 810"/>
                <a:gd name="T19" fmla="*/ 212 h 353"/>
                <a:gd name="T20" fmla="*/ 134 w 810"/>
                <a:gd name="T21" fmla="*/ 228 h 353"/>
                <a:gd name="T22" fmla="*/ 161 w 810"/>
                <a:gd name="T23" fmla="*/ 184 h 353"/>
                <a:gd name="T24" fmla="*/ 198 w 810"/>
                <a:gd name="T25" fmla="*/ 167 h 353"/>
                <a:gd name="T26" fmla="*/ 204 w 810"/>
                <a:gd name="T27" fmla="*/ 155 h 353"/>
                <a:gd name="T28" fmla="*/ 287 w 810"/>
                <a:gd name="T29" fmla="*/ 128 h 353"/>
                <a:gd name="T30" fmla="*/ 336 w 810"/>
                <a:gd name="T31" fmla="*/ 128 h 353"/>
                <a:gd name="T32" fmla="*/ 344 w 810"/>
                <a:gd name="T33" fmla="*/ 147 h 353"/>
                <a:gd name="T34" fmla="*/ 357 w 810"/>
                <a:gd name="T35" fmla="*/ 120 h 353"/>
                <a:gd name="T36" fmla="*/ 434 w 810"/>
                <a:gd name="T37" fmla="*/ 108 h 353"/>
                <a:gd name="T38" fmla="*/ 404 w 810"/>
                <a:gd name="T39" fmla="*/ 122 h 353"/>
                <a:gd name="T40" fmla="*/ 391 w 810"/>
                <a:gd name="T41" fmla="*/ 157 h 353"/>
                <a:gd name="T42" fmla="*/ 391 w 810"/>
                <a:gd name="T43" fmla="*/ 173 h 353"/>
                <a:gd name="T44" fmla="*/ 428 w 810"/>
                <a:gd name="T45" fmla="*/ 175 h 353"/>
                <a:gd name="T46" fmla="*/ 481 w 810"/>
                <a:gd name="T47" fmla="*/ 157 h 353"/>
                <a:gd name="T48" fmla="*/ 550 w 810"/>
                <a:gd name="T49" fmla="*/ 151 h 353"/>
                <a:gd name="T50" fmla="*/ 559 w 810"/>
                <a:gd name="T51" fmla="*/ 157 h 353"/>
                <a:gd name="T52" fmla="*/ 589 w 810"/>
                <a:gd name="T53" fmla="*/ 155 h 353"/>
                <a:gd name="T54" fmla="*/ 577 w 810"/>
                <a:gd name="T55" fmla="*/ 200 h 353"/>
                <a:gd name="T56" fmla="*/ 648 w 810"/>
                <a:gd name="T57" fmla="*/ 171 h 353"/>
                <a:gd name="T58" fmla="*/ 646 w 810"/>
                <a:gd name="T59" fmla="*/ 147 h 353"/>
                <a:gd name="T60" fmla="*/ 640 w 810"/>
                <a:gd name="T61" fmla="*/ 98 h 353"/>
                <a:gd name="T62" fmla="*/ 679 w 810"/>
                <a:gd name="T63" fmla="*/ 78 h 353"/>
                <a:gd name="T64" fmla="*/ 795 w 810"/>
                <a:gd name="T65" fmla="*/ 161 h 353"/>
                <a:gd name="T66" fmla="*/ 799 w 810"/>
                <a:gd name="T67" fmla="*/ 171 h 353"/>
                <a:gd name="T68" fmla="*/ 779 w 810"/>
                <a:gd name="T69" fmla="*/ 194 h 353"/>
                <a:gd name="T70" fmla="*/ 793 w 810"/>
                <a:gd name="T71" fmla="*/ 206 h 353"/>
                <a:gd name="T72" fmla="*/ 804 w 810"/>
                <a:gd name="T73" fmla="*/ 222 h 353"/>
                <a:gd name="T74" fmla="*/ 808 w 810"/>
                <a:gd name="T75" fmla="*/ 243 h 353"/>
                <a:gd name="T76" fmla="*/ 765 w 810"/>
                <a:gd name="T77" fmla="*/ 255 h 353"/>
                <a:gd name="T78" fmla="*/ 753 w 810"/>
                <a:gd name="T79" fmla="*/ 269 h 353"/>
                <a:gd name="T80" fmla="*/ 738 w 810"/>
                <a:gd name="T81" fmla="*/ 289 h 353"/>
                <a:gd name="T82" fmla="*/ 703 w 810"/>
                <a:gd name="T83" fmla="*/ 304 h 353"/>
                <a:gd name="T84" fmla="*/ 646 w 810"/>
                <a:gd name="T85" fmla="*/ 347 h 353"/>
                <a:gd name="T86" fmla="*/ 534 w 810"/>
                <a:gd name="T87" fmla="*/ 332 h 353"/>
                <a:gd name="T88" fmla="*/ 279 w 810"/>
                <a:gd name="T89" fmla="*/ 269 h 353"/>
                <a:gd name="T90" fmla="*/ 130 w 810"/>
                <a:gd name="T91" fmla="*/ 300 h 353"/>
                <a:gd name="T92" fmla="*/ 85 w 810"/>
                <a:gd name="T93" fmla="*/ 314 h 353"/>
                <a:gd name="T94" fmla="*/ 20 w 810"/>
                <a:gd name="T95" fmla="*/ 208 h 353"/>
                <a:gd name="T96" fmla="*/ 24 w 810"/>
                <a:gd name="T97" fmla="*/ 165 h 353"/>
                <a:gd name="T98" fmla="*/ 38 w 810"/>
                <a:gd name="T99" fmla="*/ 114 h 353"/>
                <a:gd name="T100" fmla="*/ 47 w 810"/>
                <a:gd name="T101" fmla="*/ 92 h 353"/>
                <a:gd name="T102" fmla="*/ 61 w 810"/>
                <a:gd name="T103" fmla="*/ 55 h 353"/>
                <a:gd name="T104" fmla="*/ 640 w 810"/>
                <a:gd name="T105" fmla="*/ 41 h 353"/>
                <a:gd name="T106" fmla="*/ 657 w 810"/>
                <a:gd name="T107" fmla="*/ 80 h 353"/>
                <a:gd name="T108" fmla="*/ 624 w 810"/>
                <a:gd name="T109" fmla="*/ 76 h 353"/>
                <a:gd name="T110" fmla="*/ 608 w 810"/>
                <a:gd name="T111" fmla="*/ 59 h 353"/>
                <a:gd name="T112" fmla="*/ 599 w 810"/>
                <a:gd name="T113" fmla="*/ 23 h 353"/>
                <a:gd name="T114" fmla="*/ 612 w 810"/>
                <a:gd name="T115" fmla="*/ 6 h 353"/>
                <a:gd name="T116" fmla="*/ 285 w 810"/>
                <a:gd name="T117" fmla="*/ 59 h 353"/>
                <a:gd name="T118" fmla="*/ 232 w 810"/>
                <a:gd name="T119" fmla="*/ 73 h 353"/>
                <a:gd name="T120" fmla="*/ 218 w 810"/>
                <a:gd name="T121" fmla="*/ 49 h 353"/>
                <a:gd name="T122" fmla="*/ 228 w 810"/>
                <a:gd name="T123" fmla="*/ 2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10" h="353">
                  <a:moveTo>
                    <a:pt x="410" y="167"/>
                  </a:moveTo>
                  <a:lnTo>
                    <a:pt x="410" y="167"/>
                  </a:lnTo>
                  <a:lnTo>
                    <a:pt x="408" y="167"/>
                  </a:lnTo>
                  <a:lnTo>
                    <a:pt x="408" y="169"/>
                  </a:lnTo>
                  <a:lnTo>
                    <a:pt x="408" y="169"/>
                  </a:lnTo>
                  <a:lnTo>
                    <a:pt x="408" y="169"/>
                  </a:lnTo>
                  <a:lnTo>
                    <a:pt x="408" y="169"/>
                  </a:lnTo>
                  <a:lnTo>
                    <a:pt x="408" y="169"/>
                  </a:lnTo>
                  <a:lnTo>
                    <a:pt x="408" y="169"/>
                  </a:lnTo>
                  <a:lnTo>
                    <a:pt x="408" y="171"/>
                  </a:lnTo>
                  <a:lnTo>
                    <a:pt x="408" y="173"/>
                  </a:lnTo>
                  <a:lnTo>
                    <a:pt x="408" y="173"/>
                  </a:lnTo>
                  <a:lnTo>
                    <a:pt x="406" y="173"/>
                  </a:lnTo>
                  <a:lnTo>
                    <a:pt x="404" y="175"/>
                  </a:lnTo>
                  <a:lnTo>
                    <a:pt x="402" y="173"/>
                  </a:lnTo>
                  <a:lnTo>
                    <a:pt x="402" y="173"/>
                  </a:lnTo>
                  <a:lnTo>
                    <a:pt x="402" y="173"/>
                  </a:lnTo>
                  <a:lnTo>
                    <a:pt x="402" y="171"/>
                  </a:lnTo>
                  <a:lnTo>
                    <a:pt x="404" y="171"/>
                  </a:lnTo>
                  <a:lnTo>
                    <a:pt x="404" y="171"/>
                  </a:lnTo>
                  <a:lnTo>
                    <a:pt x="404" y="169"/>
                  </a:lnTo>
                  <a:lnTo>
                    <a:pt x="406" y="169"/>
                  </a:lnTo>
                  <a:lnTo>
                    <a:pt x="408" y="167"/>
                  </a:lnTo>
                  <a:lnTo>
                    <a:pt x="410" y="167"/>
                  </a:lnTo>
                  <a:close/>
                  <a:moveTo>
                    <a:pt x="397" y="159"/>
                  </a:moveTo>
                  <a:lnTo>
                    <a:pt x="399" y="161"/>
                  </a:lnTo>
                  <a:lnTo>
                    <a:pt x="399" y="163"/>
                  </a:lnTo>
                  <a:lnTo>
                    <a:pt x="397" y="165"/>
                  </a:lnTo>
                  <a:lnTo>
                    <a:pt x="397" y="167"/>
                  </a:lnTo>
                  <a:lnTo>
                    <a:pt x="395" y="167"/>
                  </a:lnTo>
                  <a:lnTo>
                    <a:pt x="393" y="165"/>
                  </a:lnTo>
                  <a:lnTo>
                    <a:pt x="393" y="165"/>
                  </a:lnTo>
                  <a:lnTo>
                    <a:pt x="393" y="163"/>
                  </a:lnTo>
                  <a:lnTo>
                    <a:pt x="393" y="163"/>
                  </a:lnTo>
                  <a:lnTo>
                    <a:pt x="393" y="161"/>
                  </a:lnTo>
                  <a:lnTo>
                    <a:pt x="393" y="161"/>
                  </a:lnTo>
                  <a:lnTo>
                    <a:pt x="395" y="161"/>
                  </a:lnTo>
                  <a:lnTo>
                    <a:pt x="395" y="161"/>
                  </a:lnTo>
                  <a:lnTo>
                    <a:pt x="397" y="159"/>
                  </a:lnTo>
                  <a:close/>
                  <a:moveTo>
                    <a:pt x="418" y="120"/>
                  </a:moveTo>
                  <a:lnTo>
                    <a:pt x="418" y="120"/>
                  </a:lnTo>
                  <a:lnTo>
                    <a:pt x="420" y="120"/>
                  </a:lnTo>
                  <a:lnTo>
                    <a:pt x="424" y="124"/>
                  </a:lnTo>
                  <a:lnTo>
                    <a:pt x="424" y="126"/>
                  </a:lnTo>
                  <a:lnTo>
                    <a:pt x="424" y="126"/>
                  </a:lnTo>
                  <a:lnTo>
                    <a:pt x="418" y="122"/>
                  </a:lnTo>
                  <a:lnTo>
                    <a:pt x="418" y="122"/>
                  </a:lnTo>
                  <a:lnTo>
                    <a:pt x="418" y="120"/>
                  </a:lnTo>
                  <a:lnTo>
                    <a:pt x="418" y="120"/>
                  </a:lnTo>
                  <a:lnTo>
                    <a:pt x="418" y="120"/>
                  </a:lnTo>
                  <a:lnTo>
                    <a:pt x="418" y="120"/>
                  </a:lnTo>
                  <a:close/>
                  <a:moveTo>
                    <a:pt x="306" y="120"/>
                  </a:moveTo>
                  <a:lnTo>
                    <a:pt x="310" y="122"/>
                  </a:lnTo>
                  <a:lnTo>
                    <a:pt x="316" y="124"/>
                  </a:lnTo>
                  <a:lnTo>
                    <a:pt x="314" y="124"/>
                  </a:lnTo>
                  <a:lnTo>
                    <a:pt x="304" y="124"/>
                  </a:lnTo>
                  <a:lnTo>
                    <a:pt x="300" y="126"/>
                  </a:lnTo>
                  <a:lnTo>
                    <a:pt x="297" y="124"/>
                  </a:lnTo>
                  <a:lnTo>
                    <a:pt x="295" y="126"/>
                  </a:lnTo>
                  <a:lnTo>
                    <a:pt x="293" y="126"/>
                  </a:lnTo>
                  <a:lnTo>
                    <a:pt x="293" y="126"/>
                  </a:lnTo>
                  <a:lnTo>
                    <a:pt x="291" y="126"/>
                  </a:lnTo>
                  <a:lnTo>
                    <a:pt x="291" y="126"/>
                  </a:lnTo>
                  <a:lnTo>
                    <a:pt x="289" y="126"/>
                  </a:lnTo>
                  <a:lnTo>
                    <a:pt x="289" y="126"/>
                  </a:lnTo>
                  <a:lnTo>
                    <a:pt x="291" y="126"/>
                  </a:lnTo>
                  <a:lnTo>
                    <a:pt x="291" y="124"/>
                  </a:lnTo>
                  <a:lnTo>
                    <a:pt x="293" y="122"/>
                  </a:lnTo>
                  <a:lnTo>
                    <a:pt x="306" y="120"/>
                  </a:lnTo>
                  <a:close/>
                  <a:moveTo>
                    <a:pt x="461" y="118"/>
                  </a:moveTo>
                  <a:lnTo>
                    <a:pt x="461" y="118"/>
                  </a:lnTo>
                  <a:lnTo>
                    <a:pt x="463" y="120"/>
                  </a:lnTo>
                  <a:lnTo>
                    <a:pt x="465" y="122"/>
                  </a:lnTo>
                  <a:lnTo>
                    <a:pt x="465" y="124"/>
                  </a:lnTo>
                  <a:lnTo>
                    <a:pt x="461" y="120"/>
                  </a:lnTo>
                  <a:lnTo>
                    <a:pt x="457" y="120"/>
                  </a:lnTo>
                  <a:lnTo>
                    <a:pt x="455" y="120"/>
                  </a:lnTo>
                  <a:lnTo>
                    <a:pt x="457" y="120"/>
                  </a:lnTo>
                  <a:lnTo>
                    <a:pt x="457" y="120"/>
                  </a:lnTo>
                  <a:lnTo>
                    <a:pt x="461" y="118"/>
                  </a:lnTo>
                  <a:close/>
                  <a:moveTo>
                    <a:pt x="446" y="116"/>
                  </a:moveTo>
                  <a:lnTo>
                    <a:pt x="448" y="116"/>
                  </a:lnTo>
                  <a:lnTo>
                    <a:pt x="450" y="116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48" y="118"/>
                  </a:lnTo>
                  <a:lnTo>
                    <a:pt x="446" y="118"/>
                  </a:lnTo>
                  <a:lnTo>
                    <a:pt x="446" y="116"/>
                  </a:lnTo>
                  <a:lnTo>
                    <a:pt x="446" y="116"/>
                  </a:lnTo>
                  <a:lnTo>
                    <a:pt x="446" y="116"/>
                  </a:lnTo>
                  <a:lnTo>
                    <a:pt x="446" y="116"/>
                  </a:lnTo>
                  <a:close/>
                  <a:moveTo>
                    <a:pt x="589" y="110"/>
                  </a:moveTo>
                  <a:lnTo>
                    <a:pt x="589" y="112"/>
                  </a:lnTo>
                  <a:lnTo>
                    <a:pt x="599" y="122"/>
                  </a:lnTo>
                  <a:lnTo>
                    <a:pt x="601" y="126"/>
                  </a:lnTo>
                  <a:lnTo>
                    <a:pt x="599" y="126"/>
                  </a:lnTo>
                  <a:lnTo>
                    <a:pt x="599" y="126"/>
                  </a:lnTo>
                  <a:lnTo>
                    <a:pt x="599" y="126"/>
                  </a:lnTo>
                  <a:lnTo>
                    <a:pt x="599" y="128"/>
                  </a:lnTo>
                  <a:lnTo>
                    <a:pt x="601" y="129"/>
                  </a:lnTo>
                  <a:lnTo>
                    <a:pt x="601" y="129"/>
                  </a:lnTo>
                  <a:lnTo>
                    <a:pt x="599" y="131"/>
                  </a:lnTo>
                  <a:lnTo>
                    <a:pt x="599" y="133"/>
                  </a:lnTo>
                  <a:lnTo>
                    <a:pt x="599" y="133"/>
                  </a:lnTo>
                  <a:lnTo>
                    <a:pt x="599" y="131"/>
                  </a:lnTo>
                  <a:lnTo>
                    <a:pt x="599" y="131"/>
                  </a:lnTo>
                  <a:lnTo>
                    <a:pt x="599" y="131"/>
                  </a:lnTo>
                  <a:lnTo>
                    <a:pt x="597" y="129"/>
                  </a:lnTo>
                  <a:lnTo>
                    <a:pt x="597" y="129"/>
                  </a:lnTo>
                  <a:lnTo>
                    <a:pt x="597" y="128"/>
                  </a:lnTo>
                  <a:lnTo>
                    <a:pt x="597" y="128"/>
                  </a:lnTo>
                  <a:lnTo>
                    <a:pt x="597" y="124"/>
                  </a:lnTo>
                  <a:lnTo>
                    <a:pt x="595" y="122"/>
                  </a:lnTo>
                  <a:lnTo>
                    <a:pt x="587" y="112"/>
                  </a:lnTo>
                  <a:lnTo>
                    <a:pt x="587" y="110"/>
                  </a:lnTo>
                  <a:lnTo>
                    <a:pt x="589" y="110"/>
                  </a:lnTo>
                  <a:close/>
                  <a:moveTo>
                    <a:pt x="438" y="106"/>
                  </a:moveTo>
                  <a:lnTo>
                    <a:pt x="440" y="106"/>
                  </a:lnTo>
                  <a:lnTo>
                    <a:pt x="440" y="106"/>
                  </a:lnTo>
                  <a:lnTo>
                    <a:pt x="440" y="108"/>
                  </a:lnTo>
                  <a:lnTo>
                    <a:pt x="440" y="108"/>
                  </a:lnTo>
                  <a:lnTo>
                    <a:pt x="438" y="110"/>
                  </a:lnTo>
                  <a:lnTo>
                    <a:pt x="438" y="110"/>
                  </a:lnTo>
                  <a:lnTo>
                    <a:pt x="436" y="110"/>
                  </a:lnTo>
                  <a:lnTo>
                    <a:pt x="436" y="110"/>
                  </a:lnTo>
                  <a:lnTo>
                    <a:pt x="434" y="110"/>
                  </a:lnTo>
                  <a:lnTo>
                    <a:pt x="434" y="110"/>
                  </a:lnTo>
                  <a:lnTo>
                    <a:pt x="436" y="108"/>
                  </a:lnTo>
                  <a:lnTo>
                    <a:pt x="436" y="108"/>
                  </a:lnTo>
                  <a:lnTo>
                    <a:pt x="438" y="106"/>
                  </a:lnTo>
                  <a:lnTo>
                    <a:pt x="438" y="106"/>
                  </a:lnTo>
                  <a:lnTo>
                    <a:pt x="438" y="106"/>
                  </a:lnTo>
                  <a:close/>
                  <a:moveTo>
                    <a:pt x="230" y="74"/>
                  </a:moveTo>
                  <a:lnTo>
                    <a:pt x="230" y="74"/>
                  </a:lnTo>
                  <a:lnTo>
                    <a:pt x="238" y="80"/>
                  </a:lnTo>
                  <a:lnTo>
                    <a:pt x="240" y="80"/>
                  </a:lnTo>
                  <a:lnTo>
                    <a:pt x="240" y="80"/>
                  </a:lnTo>
                  <a:lnTo>
                    <a:pt x="240" y="82"/>
                  </a:lnTo>
                  <a:lnTo>
                    <a:pt x="230" y="74"/>
                  </a:lnTo>
                  <a:lnTo>
                    <a:pt x="230" y="74"/>
                  </a:lnTo>
                  <a:close/>
                  <a:moveTo>
                    <a:pt x="261" y="73"/>
                  </a:moveTo>
                  <a:lnTo>
                    <a:pt x="261" y="73"/>
                  </a:lnTo>
                  <a:lnTo>
                    <a:pt x="261" y="73"/>
                  </a:lnTo>
                  <a:lnTo>
                    <a:pt x="261" y="73"/>
                  </a:lnTo>
                  <a:lnTo>
                    <a:pt x="259" y="74"/>
                  </a:lnTo>
                  <a:lnTo>
                    <a:pt x="257" y="74"/>
                  </a:lnTo>
                  <a:lnTo>
                    <a:pt x="257" y="74"/>
                  </a:lnTo>
                  <a:lnTo>
                    <a:pt x="259" y="73"/>
                  </a:lnTo>
                  <a:lnTo>
                    <a:pt x="259" y="73"/>
                  </a:lnTo>
                  <a:lnTo>
                    <a:pt x="261" y="73"/>
                  </a:lnTo>
                  <a:close/>
                  <a:moveTo>
                    <a:pt x="271" y="67"/>
                  </a:moveTo>
                  <a:lnTo>
                    <a:pt x="271" y="67"/>
                  </a:lnTo>
                  <a:lnTo>
                    <a:pt x="269" y="69"/>
                  </a:lnTo>
                  <a:lnTo>
                    <a:pt x="269" y="69"/>
                  </a:lnTo>
                  <a:lnTo>
                    <a:pt x="267" y="69"/>
                  </a:lnTo>
                  <a:lnTo>
                    <a:pt x="269" y="69"/>
                  </a:lnTo>
                  <a:lnTo>
                    <a:pt x="269" y="69"/>
                  </a:lnTo>
                  <a:lnTo>
                    <a:pt x="271" y="67"/>
                  </a:lnTo>
                  <a:lnTo>
                    <a:pt x="271" y="67"/>
                  </a:lnTo>
                  <a:lnTo>
                    <a:pt x="271" y="67"/>
                  </a:lnTo>
                  <a:close/>
                  <a:moveTo>
                    <a:pt x="283" y="65"/>
                  </a:moveTo>
                  <a:lnTo>
                    <a:pt x="283" y="65"/>
                  </a:lnTo>
                  <a:lnTo>
                    <a:pt x="283" y="65"/>
                  </a:lnTo>
                  <a:lnTo>
                    <a:pt x="281" y="67"/>
                  </a:lnTo>
                  <a:lnTo>
                    <a:pt x="279" y="67"/>
                  </a:lnTo>
                  <a:lnTo>
                    <a:pt x="279" y="67"/>
                  </a:lnTo>
                  <a:lnTo>
                    <a:pt x="281" y="65"/>
                  </a:lnTo>
                  <a:lnTo>
                    <a:pt x="281" y="65"/>
                  </a:lnTo>
                  <a:lnTo>
                    <a:pt x="281" y="65"/>
                  </a:lnTo>
                  <a:lnTo>
                    <a:pt x="283" y="65"/>
                  </a:lnTo>
                  <a:close/>
                  <a:moveTo>
                    <a:pt x="44" y="14"/>
                  </a:moveTo>
                  <a:lnTo>
                    <a:pt x="45" y="14"/>
                  </a:lnTo>
                  <a:lnTo>
                    <a:pt x="49" y="16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5" y="21"/>
                  </a:lnTo>
                  <a:lnTo>
                    <a:pt x="57" y="23"/>
                  </a:lnTo>
                  <a:lnTo>
                    <a:pt x="57" y="25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9" y="27"/>
                  </a:lnTo>
                  <a:lnTo>
                    <a:pt x="63" y="31"/>
                  </a:lnTo>
                  <a:lnTo>
                    <a:pt x="71" y="37"/>
                  </a:lnTo>
                  <a:lnTo>
                    <a:pt x="81" y="39"/>
                  </a:lnTo>
                  <a:lnTo>
                    <a:pt x="96" y="43"/>
                  </a:lnTo>
                  <a:lnTo>
                    <a:pt x="106" y="49"/>
                  </a:lnTo>
                  <a:lnTo>
                    <a:pt x="116" y="55"/>
                  </a:lnTo>
                  <a:lnTo>
                    <a:pt x="124" y="65"/>
                  </a:lnTo>
                  <a:lnTo>
                    <a:pt x="126" y="65"/>
                  </a:lnTo>
                  <a:lnTo>
                    <a:pt x="126" y="67"/>
                  </a:lnTo>
                  <a:lnTo>
                    <a:pt x="126" y="69"/>
                  </a:lnTo>
                  <a:lnTo>
                    <a:pt x="124" y="71"/>
                  </a:lnTo>
                  <a:lnTo>
                    <a:pt x="124" y="71"/>
                  </a:lnTo>
                  <a:lnTo>
                    <a:pt x="124" y="73"/>
                  </a:lnTo>
                  <a:lnTo>
                    <a:pt x="126" y="73"/>
                  </a:lnTo>
                  <a:lnTo>
                    <a:pt x="126" y="74"/>
                  </a:lnTo>
                  <a:lnTo>
                    <a:pt x="126" y="74"/>
                  </a:lnTo>
                  <a:lnTo>
                    <a:pt x="124" y="76"/>
                  </a:lnTo>
                  <a:lnTo>
                    <a:pt x="124" y="78"/>
                  </a:lnTo>
                  <a:lnTo>
                    <a:pt x="126" y="78"/>
                  </a:lnTo>
                  <a:lnTo>
                    <a:pt x="126" y="80"/>
                  </a:lnTo>
                  <a:lnTo>
                    <a:pt x="128" y="84"/>
                  </a:lnTo>
                  <a:lnTo>
                    <a:pt x="128" y="88"/>
                  </a:lnTo>
                  <a:lnTo>
                    <a:pt x="130" y="90"/>
                  </a:lnTo>
                  <a:lnTo>
                    <a:pt x="130" y="92"/>
                  </a:lnTo>
                  <a:lnTo>
                    <a:pt x="132" y="92"/>
                  </a:lnTo>
                  <a:lnTo>
                    <a:pt x="132" y="92"/>
                  </a:lnTo>
                  <a:lnTo>
                    <a:pt x="134" y="94"/>
                  </a:lnTo>
                  <a:lnTo>
                    <a:pt x="134" y="94"/>
                  </a:lnTo>
                  <a:lnTo>
                    <a:pt x="134" y="96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4" y="102"/>
                  </a:lnTo>
                  <a:lnTo>
                    <a:pt x="132" y="102"/>
                  </a:lnTo>
                  <a:lnTo>
                    <a:pt x="136" y="102"/>
                  </a:lnTo>
                  <a:lnTo>
                    <a:pt x="136" y="104"/>
                  </a:lnTo>
                  <a:lnTo>
                    <a:pt x="136" y="104"/>
                  </a:lnTo>
                  <a:lnTo>
                    <a:pt x="136" y="106"/>
                  </a:lnTo>
                  <a:lnTo>
                    <a:pt x="134" y="106"/>
                  </a:lnTo>
                  <a:lnTo>
                    <a:pt x="134" y="106"/>
                  </a:lnTo>
                  <a:lnTo>
                    <a:pt x="134" y="110"/>
                  </a:lnTo>
                  <a:lnTo>
                    <a:pt x="134" y="110"/>
                  </a:lnTo>
                  <a:lnTo>
                    <a:pt x="132" y="112"/>
                  </a:lnTo>
                  <a:lnTo>
                    <a:pt x="134" y="114"/>
                  </a:lnTo>
                  <a:lnTo>
                    <a:pt x="134" y="116"/>
                  </a:lnTo>
                  <a:lnTo>
                    <a:pt x="134" y="116"/>
                  </a:lnTo>
                  <a:lnTo>
                    <a:pt x="134" y="118"/>
                  </a:lnTo>
                  <a:lnTo>
                    <a:pt x="134" y="118"/>
                  </a:lnTo>
                  <a:lnTo>
                    <a:pt x="134" y="120"/>
                  </a:lnTo>
                  <a:lnTo>
                    <a:pt x="134" y="120"/>
                  </a:lnTo>
                  <a:lnTo>
                    <a:pt x="134" y="122"/>
                  </a:lnTo>
                  <a:lnTo>
                    <a:pt x="134" y="124"/>
                  </a:lnTo>
                  <a:lnTo>
                    <a:pt x="134" y="126"/>
                  </a:lnTo>
                  <a:lnTo>
                    <a:pt x="134" y="126"/>
                  </a:lnTo>
                  <a:lnTo>
                    <a:pt x="134" y="128"/>
                  </a:lnTo>
                  <a:lnTo>
                    <a:pt x="134" y="129"/>
                  </a:lnTo>
                  <a:lnTo>
                    <a:pt x="132" y="131"/>
                  </a:lnTo>
                  <a:lnTo>
                    <a:pt x="130" y="133"/>
                  </a:lnTo>
                  <a:lnTo>
                    <a:pt x="126" y="131"/>
                  </a:lnTo>
                  <a:lnTo>
                    <a:pt x="124" y="129"/>
                  </a:lnTo>
                  <a:lnTo>
                    <a:pt x="124" y="129"/>
                  </a:lnTo>
                  <a:lnTo>
                    <a:pt x="122" y="129"/>
                  </a:lnTo>
                  <a:lnTo>
                    <a:pt x="120" y="128"/>
                  </a:lnTo>
                  <a:lnTo>
                    <a:pt x="114" y="128"/>
                  </a:lnTo>
                  <a:lnTo>
                    <a:pt x="106" y="128"/>
                  </a:lnTo>
                  <a:lnTo>
                    <a:pt x="93" y="126"/>
                  </a:lnTo>
                  <a:lnTo>
                    <a:pt x="85" y="126"/>
                  </a:lnTo>
                  <a:lnTo>
                    <a:pt x="83" y="124"/>
                  </a:lnTo>
                  <a:lnTo>
                    <a:pt x="81" y="126"/>
                  </a:lnTo>
                  <a:lnTo>
                    <a:pt x="79" y="126"/>
                  </a:lnTo>
                  <a:lnTo>
                    <a:pt x="81" y="128"/>
                  </a:lnTo>
                  <a:lnTo>
                    <a:pt x="81" y="128"/>
                  </a:lnTo>
                  <a:lnTo>
                    <a:pt x="81" y="128"/>
                  </a:lnTo>
                  <a:lnTo>
                    <a:pt x="81" y="129"/>
                  </a:lnTo>
                  <a:lnTo>
                    <a:pt x="79" y="131"/>
                  </a:lnTo>
                  <a:lnTo>
                    <a:pt x="79" y="133"/>
                  </a:lnTo>
                  <a:lnTo>
                    <a:pt x="79" y="133"/>
                  </a:lnTo>
                  <a:lnTo>
                    <a:pt x="77" y="135"/>
                  </a:lnTo>
                  <a:lnTo>
                    <a:pt x="75" y="135"/>
                  </a:lnTo>
                  <a:lnTo>
                    <a:pt x="71" y="135"/>
                  </a:lnTo>
                  <a:lnTo>
                    <a:pt x="69" y="135"/>
                  </a:lnTo>
                  <a:lnTo>
                    <a:pt x="65" y="137"/>
                  </a:lnTo>
                  <a:lnTo>
                    <a:pt x="61" y="141"/>
                  </a:lnTo>
                  <a:lnTo>
                    <a:pt x="57" y="145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57" y="149"/>
                  </a:lnTo>
                  <a:lnTo>
                    <a:pt x="55" y="151"/>
                  </a:lnTo>
                  <a:lnTo>
                    <a:pt x="55" y="153"/>
                  </a:lnTo>
                  <a:lnTo>
                    <a:pt x="55" y="155"/>
                  </a:lnTo>
                  <a:lnTo>
                    <a:pt x="57" y="161"/>
                  </a:lnTo>
                  <a:lnTo>
                    <a:pt x="61" y="165"/>
                  </a:lnTo>
                  <a:lnTo>
                    <a:pt x="61" y="167"/>
                  </a:lnTo>
                  <a:lnTo>
                    <a:pt x="65" y="171"/>
                  </a:lnTo>
                  <a:lnTo>
                    <a:pt x="67" y="173"/>
                  </a:lnTo>
                  <a:lnTo>
                    <a:pt x="71" y="175"/>
                  </a:lnTo>
                  <a:lnTo>
                    <a:pt x="73" y="179"/>
                  </a:lnTo>
                  <a:lnTo>
                    <a:pt x="73" y="182"/>
                  </a:lnTo>
                  <a:lnTo>
                    <a:pt x="71" y="186"/>
                  </a:lnTo>
                  <a:lnTo>
                    <a:pt x="71" y="188"/>
                  </a:lnTo>
                  <a:lnTo>
                    <a:pt x="73" y="198"/>
                  </a:lnTo>
                  <a:lnTo>
                    <a:pt x="73" y="200"/>
                  </a:lnTo>
                  <a:lnTo>
                    <a:pt x="73" y="202"/>
                  </a:lnTo>
                  <a:lnTo>
                    <a:pt x="73" y="204"/>
                  </a:lnTo>
                  <a:lnTo>
                    <a:pt x="73" y="206"/>
                  </a:lnTo>
                  <a:lnTo>
                    <a:pt x="77" y="208"/>
                  </a:lnTo>
                  <a:lnTo>
                    <a:pt x="77" y="210"/>
                  </a:lnTo>
                  <a:lnTo>
                    <a:pt x="77" y="212"/>
                  </a:lnTo>
                  <a:lnTo>
                    <a:pt x="77" y="212"/>
                  </a:lnTo>
                  <a:lnTo>
                    <a:pt x="77" y="212"/>
                  </a:lnTo>
                  <a:lnTo>
                    <a:pt x="87" y="216"/>
                  </a:lnTo>
                  <a:lnTo>
                    <a:pt x="95" y="214"/>
                  </a:lnTo>
                  <a:lnTo>
                    <a:pt x="96" y="214"/>
                  </a:lnTo>
                  <a:lnTo>
                    <a:pt x="98" y="216"/>
                  </a:lnTo>
                  <a:lnTo>
                    <a:pt x="98" y="218"/>
                  </a:lnTo>
                  <a:lnTo>
                    <a:pt x="98" y="220"/>
                  </a:lnTo>
                  <a:lnTo>
                    <a:pt x="96" y="220"/>
                  </a:lnTo>
                  <a:lnTo>
                    <a:pt x="96" y="220"/>
                  </a:lnTo>
                  <a:lnTo>
                    <a:pt x="95" y="220"/>
                  </a:lnTo>
                  <a:lnTo>
                    <a:pt x="93" y="222"/>
                  </a:lnTo>
                  <a:lnTo>
                    <a:pt x="93" y="222"/>
                  </a:lnTo>
                  <a:lnTo>
                    <a:pt x="89" y="224"/>
                  </a:lnTo>
                  <a:lnTo>
                    <a:pt x="87" y="224"/>
                  </a:lnTo>
                  <a:lnTo>
                    <a:pt x="89" y="226"/>
                  </a:lnTo>
                  <a:lnTo>
                    <a:pt x="91" y="224"/>
                  </a:lnTo>
                  <a:lnTo>
                    <a:pt x="93" y="224"/>
                  </a:lnTo>
                  <a:lnTo>
                    <a:pt x="95" y="222"/>
                  </a:lnTo>
                  <a:lnTo>
                    <a:pt x="96" y="222"/>
                  </a:lnTo>
                  <a:lnTo>
                    <a:pt x="106" y="222"/>
                  </a:lnTo>
                  <a:lnTo>
                    <a:pt x="110" y="222"/>
                  </a:lnTo>
                  <a:lnTo>
                    <a:pt x="112" y="222"/>
                  </a:lnTo>
                  <a:lnTo>
                    <a:pt x="112" y="222"/>
                  </a:lnTo>
                  <a:lnTo>
                    <a:pt x="128" y="220"/>
                  </a:lnTo>
                  <a:lnTo>
                    <a:pt x="130" y="222"/>
                  </a:lnTo>
                  <a:lnTo>
                    <a:pt x="134" y="224"/>
                  </a:lnTo>
                  <a:lnTo>
                    <a:pt x="134" y="226"/>
                  </a:lnTo>
                  <a:lnTo>
                    <a:pt x="132" y="228"/>
                  </a:lnTo>
                  <a:lnTo>
                    <a:pt x="134" y="228"/>
                  </a:lnTo>
                  <a:lnTo>
                    <a:pt x="134" y="228"/>
                  </a:lnTo>
                  <a:lnTo>
                    <a:pt x="134" y="226"/>
                  </a:lnTo>
                  <a:lnTo>
                    <a:pt x="134" y="226"/>
                  </a:lnTo>
                  <a:lnTo>
                    <a:pt x="136" y="224"/>
                  </a:lnTo>
                  <a:lnTo>
                    <a:pt x="136" y="222"/>
                  </a:lnTo>
                  <a:lnTo>
                    <a:pt x="136" y="222"/>
                  </a:lnTo>
                  <a:lnTo>
                    <a:pt x="138" y="220"/>
                  </a:lnTo>
                  <a:lnTo>
                    <a:pt x="140" y="220"/>
                  </a:lnTo>
                  <a:lnTo>
                    <a:pt x="140" y="218"/>
                  </a:lnTo>
                  <a:lnTo>
                    <a:pt x="142" y="218"/>
                  </a:lnTo>
                  <a:lnTo>
                    <a:pt x="144" y="216"/>
                  </a:lnTo>
                  <a:lnTo>
                    <a:pt x="146" y="212"/>
                  </a:lnTo>
                  <a:lnTo>
                    <a:pt x="146" y="208"/>
                  </a:lnTo>
                  <a:lnTo>
                    <a:pt x="147" y="206"/>
                  </a:lnTo>
                  <a:lnTo>
                    <a:pt x="147" y="206"/>
                  </a:lnTo>
                  <a:lnTo>
                    <a:pt x="146" y="202"/>
                  </a:lnTo>
                  <a:lnTo>
                    <a:pt x="146" y="202"/>
                  </a:lnTo>
                  <a:lnTo>
                    <a:pt x="147" y="200"/>
                  </a:lnTo>
                  <a:lnTo>
                    <a:pt x="147" y="200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94"/>
                  </a:lnTo>
                  <a:lnTo>
                    <a:pt x="151" y="194"/>
                  </a:lnTo>
                  <a:lnTo>
                    <a:pt x="153" y="192"/>
                  </a:lnTo>
                  <a:lnTo>
                    <a:pt x="153" y="192"/>
                  </a:lnTo>
                  <a:lnTo>
                    <a:pt x="153" y="190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5" y="186"/>
                  </a:lnTo>
                  <a:lnTo>
                    <a:pt x="161" y="184"/>
                  </a:lnTo>
                  <a:lnTo>
                    <a:pt x="161" y="182"/>
                  </a:lnTo>
                  <a:lnTo>
                    <a:pt x="163" y="181"/>
                  </a:lnTo>
                  <a:lnTo>
                    <a:pt x="163" y="179"/>
                  </a:lnTo>
                  <a:lnTo>
                    <a:pt x="163" y="177"/>
                  </a:lnTo>
                  <a:lnTo>
                    <a:pt x="163" y="169"/>
                  </a:lnTo>
                  <a:lnTo>
                    <a:pt x="163" y="167"/>
                  </a:lnTo>
                  <a:lnTo>
                    <a:pt x="165" y="165"/>
                  </a:lnTo>
                  <a:lnTo>
                    <a:pt x="171" y="163"/>
                  </a:lnTo>
                  <a:lnTo>
                    <a:pt x="173" y="163"/>
                  </a:lnTo>
                  <a:lnTo>
                    <a:pt x="175" y="165"/>
                  </a:lnTo>
                  <a:lnTo>
                    <a:pt x="173" y="165"/>
                  </a:lnTo>
                  <a:lnTo>
                    <a:pt x="173" y="167"/>
                  </a:lnTo>
                  <a:lnTo>
                    <a:pt x="173" y="167"/>
                  </a:lnTo>
                  <a:lnTo>
                    <a:pt x="171" y="169"/>
                  </a:lnTo>
                  <a:lnTo>
                    <a:pt x="173" y="169"/>
                  </a:lnTo>
                  <a:lnTo>
                    <a:pt x="173" y="169"/>
                  </a:lnTo>
                  <a:lnTo>
                    <a:pt x="175" y="167"/>
                  </a:lnTo>
                  <a:lnTo>
                    <a:pt x="179" y="165"/>
                  </a:lnTo>
                  <a:lnTo>
                    <a:pt x="179" y="165"/>
                  </a:lnTo>
                  <a:lnTo>
                    <a:pt x="181" y="163"/>
                  </a:lnTo>
                  <a:lnTo>
                    <a:pt x="183" y="163"/>
                  </a:lnTo>
                  <a:lnTo>
                    <a:pt x="185" y="163"/>
                  </a:lnTo>
                  <a:lnTo>
                    <a:pt x="187" y="167"/>
                  </a:lnTo>
                  <a:lnTo>
                    <a:pt x="189" y="167"/>
                  </a:lnTo>
                  <a:lnTo>
                    <a:pt x="191" y="167"/>
                  </a:lnTo>
                  <a:lnTo>
                    <a:pt x="197" y="165"/>
                  </a:lnTo>
                  <a:lnTo>
                    <a:pt x="197" y="165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7" y="167"/>
                  </a:lnTo>
                  <a:lnTo>
                    <a:pt x="197" y="167"/>
                  </a:lnTo>
                  <a:lnTo>
                    <a:pt x="204" y="169"/>
                  </a:lnTo>
                  <a:lnTo>
                    <a:pt x="206" y="173"/>
                  </a:lnTo>
                  <a:lnTo>
                    <a:pt x="204" y="173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8" y="177"/>
                  </a:lnTo>
                  <a:lnTo>
                    <a:pt x="208" y="177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3"/>
                  </a:lnTo>
                  <a:lnTo>
                    <a:pt x="208" y="173"/>
                  </a:lnTo>
                  <a:lnTo>
                    <a:pt x="206" y="169"/>
                  </a:lnTo>
                  <a:lnTo>
                    <a:pt x="204" y="169"/>
                  </a:lnTo>
                  <a:lnTo>
                    <a:pt x="204" y="169"/>
                  </a:lnTo>
                  <a:lnTo>
                    <a:pt x="204" y="165"/>
                  </a:lnTo>
                  <a:lnTo>
                    <a:pt x="204" y="165"/>
                  </a:lnTo>
                  <a:lnTo>
                    <a:pt x="200" y="165"/>
                  </a:lnTo>
                  <a:lnTo>
                    <a:pt x="200" y="165"/>
                  </a:lnTo>
                  <a:lnTo>
                    <a:pt x="200" y="163"/>
                  </a:lnTo>
                  <a:lnTo>
                    <a:pt x="200" y="163"/>
                  </a:lnTo>
                  <a:lnTo>
                    <a:pt x="202" y="161"/>
                  </a:lnTo>
                  <a:lnTo>
                    <a:pt x="202" y="161"/>
                  </a:lnTo>
                  <a:lnTo>
                    <a:pt x="202" y="159"/>
                  </a:lnTo>
                  <a:lnTo>
                    <a:pt x="204" y="155"/>
                  </a:lnTo>
                  <a:lnTo>
                    <a:pt x="200" y="143"/>
                  </a:lnTo>
                  <a:lnTo>
                    <a:pt x="202" y="143"/>
                  </a:lnTo>
                  <a:lnTo>
                    <a:pt x="202" y="143"/>
                  </a:lnTo>
                  <a:lnTo>
                    <a:pt x="206" y="151"/>
                  </a:lnTo>
                  <a:lnTo>
                    <a:pt x="206" y="153"/>
                  </a:lnTo>
                  <a:lnTo>
                    <a:pt x="210" y="155"/>
                  </a:lnTo>
                  <a:lnTo>
                    <a:pt x="216" y="155"/>
                  </a:lnTo>
                  <a:lnTo>
                    <a:pt x="218" y="155"/>
                  </a:lnTo>
                  <a:lnTo>
                    <a:pt x="224" y="155"/>
                  </a:lnTo>
                  <a:lnTo>
                    <a:pt x="232" y="151"/>
                  </a:lnTo>
                  <a:lnTo>
                    <a:pt x="238" y="151"/>
                  </a:lnTo>
                  <a:lnTo>
                    <a:pt x="246" y="147"/>
                  </a:lnTo>
                  <a:lnTo>
                    <a:pt x="251" y="145"/>
                  </a:lnTo>
                  <a:lnTo>
                    <a:pt x="253" y="145"/>
                  </a:lnTo>
                  <a:lnTo>
                    <a:pt x="251" y="147"/>
                  </a:lnTo>
                  <a:lnTo>
                    <a:pt x="248" y="147"/>
                  </a:lnTo>
                  <a:lnTo>
                    <a:pt x="246" y="149"/>
                  </a:lnTo>
                  <a:lnTo>
                    <a:pt x="251" y="147"/>
                  </a:lnTo>
                  <a:lnTo>
                    <a:pt x="255" y="145"/>
                  </a:lnTo>
                  <a:lnTo>
                    <a:pt x="255" y="143"/>
                  </a:lnTo>
                  <a:lnTo>
                    <a:pt x="257" y="143"/>
                  </a:lnTo>
                  <a:lnTo>
                    <a:pt x="263" y="139"/>
                  </a:lnTo>
                  <a:lnTo>
                    <a:pt x="265" y="139"/>
                  </a:lnTo>
                  <a:lnTo>
                    <a:pt x="269" y="137"/>
                  </a:lnTo>
                  <a:lnTo>
                    <a:pt x="271" y="137"/>
                  </a:lnTo>
                  <a:lnTo>
                    <a:pt x="281" y="131"/>
                  </a:lnTo>
                  <a:lnTo>
                    <a:pt x="285" y="129"/>
                  </a:lnTo>
                  <a:lnTo>
                    <a:pt x="285" y="129"/>
                  </a:lnTo>
                  <a:lnTo>
                    <a:pt x="287" y="128"/>
                  </a:lnTo>
                  <a:lnTo>
                    <a:pt x="289" y="126"/>
                  </a:lnTo>
                  <a:lnTo>
                    <a:pt x="289" y="126"/>
                  </a:lnTo>
                  <a:lnTo>
                    <a:pt x="291" y="129"/>
                  </a:lnTo>
                  <a:lnTo>
                    <a:pt x="291" y="131"/>
                  </a:lnTo>
                  <a:lnTo>
                    <a:pt x="293" y="131"/>
                  </a:lnTo>
                  <a:lnTo>
                    <a:pt x="297" y="131"/>
                  </a:lnTo>
                  <a:lnTo>
                    <a:pt x="298" y="131"/>
                  </a:lnTo>
                  <a:lnTo>
                    <a:pt x="300" y="129"/>
                  </a:lnTo>
                  <a:lnTo>
                    <a:pt x="300" y="129"/>
                  </a:lnTo>
                  <a:lnTo>
                    <a:pt x="302" y="129"/>
                  </a:lnTo>
                  <a:lnTo>
                    <a:pt x="308" y="129"/>
                  </a:lnTo>
                  <a:lnTo>
                    <a:pt x="312" y="128"/>
                  </a:lnTo>
                  <a:lnTo>
                    <a:pt x="312" y="128"/>
                  </a:lnTo>
                  <a:lnTo>
                    <a:pt x="314" y="129"/>
                  </a:lnTo>
                  <a:lnTo>
                    <a:pt x="314" y="129"/>
                  </a:lnTo>
                  <a:lnTo>
                    <a:pt x="318" y="129"/>
                  </a:lnTo>
                  <a:lnTo>
                    <a:pt x="318" y="128"/>
                  </a:lnTo>
                  <a:lnTo>
                    <a:pt x="318" y="128"/>
                  </a:lnTo>
                  <a:lnTo>
                    <a:pt x="316" y="128"/>
                  </a:lnTo>
                  <a:lnTo>
                    <a:pt x="318" y="126"/>
                  </a:lnTo>
                  <a:lnTo>
                    <a:pt x="320" y="124"/>
                  </a:lnTo>
                  <a:lnTo>
                    <a:pt x="324" y="126"/>
                  </a:lnTo>
                  <a:lnTo>
                    <a:pt x="338" y="124"/>
                  </a:lnTo>
                  <a:lnTo>
                    <a:pt x="342" y="122"/>
                  </a:lnTo>
                  <a:lnTo>
                    <a:pt x="344" y="122"/>
                  </a:lnTo>
                  <a:lnTo>
                    <a:pt x="342" y="124"/>
                  </a:lnTo>
                  <a:lnTo>
                    <a:pt x="342" y="126"/>
                  </a:lnTo>
                  <a:lnTo>
                    <a:pt x="340" y="128"/>
                  </a:lnTo>
                  <a:lnTo>
                    <a:pt x="336" y="128"/>
                  </a:lnTo>
                  <a:lnTo>
                    <a:pt x="336" y="128"/>
                  </a:lnTo>
                  <a:lnTo>
                    <a:pt x="336" y="128"/>
                  </a:lnTo>
                  <a:lnTo>
                    <a:pt x="336" y="129"/>
                  </a:lnTo>
                  <a:lnTo>
                    <a:pt x="336" y="129"/>
                  </a:lnTo>
                  <a:lnTo>
                    <a:pt x="336" y="129"/>
                  </a:lnTo>
                  <a:lnTo>
                    <a:pt x="338" y="129"/>
                  </a:lnTo>
                  <a:lnTo>
                    <a:pt x="340" y="129"/>
                  </a:lnTo>
                  <a:lnTo>
                    <a:pt x="344" y="131"/>
                  </a:lnTo>
                  <a:lnTo>
                    <a:pt x="346" y="131"/>
                  </a:lnTo>
                  <a:lnTo>
                    <a:pt x="346" y="133"/>
                  </a:lnTo>
                  <a:lnTo>
                    <a:pt x="346" y="133"/>
                  </a:lnTo>
                  <a:lnTo>
                    <a:pt x="344" y="133"/>
                  </a:lnTo>
                  <a:lnTo>
                    <a:pt x="344" y="133"/>
                  </a:lnTo>
                  <a:lnTo>
                    <a:pt x="342" y="133"/>
                  </a:lnTo>
                  <a:lnTo>
                    <a:pt x="342" y="135"/>
                  </a:lnTo>
                  <a:lnTo>
                    <a:pt x="342" y="135"/>
                  </a:lnTo>
                  <a:lnTo>
                    <a:pt x="342" y="137"/>
                  </a:lnTo>
                  <a:lnTo>
                    <a:pt x="342" y="137"/>
                  </a:lnTo>
                  <a:lnTo>
                    <a:pt x="340" y="139"/>
                  </a:lnTo>
                  <a:lnTo>
                    <a:pt x="336" y="139"/>
                  </a:lnTo>
                  <a:lnTo>
                    <a:pt x="336" y="141"/>
                  </a:lnTo>
                  <a:lnTo>
                    <a:pt x="336" y="141"/>
                  </a:lnTo>
                  <a:lnTo>
                    <a:pt x="338" y="147"/>
                  </a:lnTo>
                  <a:lnTo>
                    <a:pt x="338" y="147"/>
                  </a:lnTo>
                  <a:lnTo>
                    <a:pt x="340" y="147"/>
                  </a:lnTo>
                  <a:lnTo>
                    <a:pt x="340" y="147"/>
                  </a:lnTo>
                  <a:lnTo>
                    <a:pt x="342" y="147"/>
                  </a:lnTo>
                  <a:lnTo>
                    <a:pt x="344" y="147"/>
                  </a:lnTo>
                  <a:lnTo>
                    <a:pt x="344" y="147"/>
                  </a:lnTo>
                  <a:lnTo>
                    <a:pt x="346" y="145"/>
                  </a:lnTo>
                  <a:lnTo>
                    <a:pt x="346" y="145"/>
                  </a:lnTo>
                  <a:lnTo>
                    <a:pt x="351" y="141"/>
                  </a:lnTo>
                  <a:lnTo>
                    <a:pt x="351" y="141"/>
                  </a:lnTo>
                  <a:lnTo>
                    <a:pt x="355" y="141"/>
                  </a:lnTo>
                  <a:lnTo>
                    <a:pt x="357" y="141"/>
                  </a:lnTo>
                  <a:lnTo>
                    <a:pt x="357" y="139"/>
                  </a:lnTo>
                  <a:lnTo>
                    <a:pt x="357" y="137"/>
                  </a:lnTo>
                  <a:lnTo>
                    <a:pt x="359" y="135"/>
                  </a:lnTo>
                  <a:lnTo>
                    <a:pt x="357" y="135"/>
                  </a:lnTo>
                  <a:lnTo>
                    <a:pt x="357" y="133"/>
                  </a:lnTo>
                  <a:lnTo>
                    <a:pt x="355" y="131"/>
                  </a:lnTo>
                  <a:lnTo>
                    <a:pt x="353" y="129"/>
                  </a:lnTo>
                  <a:lnTo>
                    <a:pt x="353" y="129"/>
                  </a:lnTo>
                  <a:lnTo>
                    <a:pt x="353" y="129"/>
                  </a:lnTo>
                  <a:lnTo>
                    <a:pt x="353" y="128"/>
                  </a:lnTo>
                  <a:lnTo>
                    <a:pt x="353" y="128"/>
                  </a:lnTo>
                  <a:lnTo>
                    <a:pt x="353" y="126"/>
                  </a:lnTo>
                  <a:lnTo>
                    <a:pt x="353" y="124"/>
                  </a:lnTo>
                  <a:lnTo>
                    <a:pt x="353" y="124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22"/>
                  </a:lnTo>
                  <a:lnTo>
                    <a:pt x="359" y="122"/>
                  </a:lnTo>
                  <a:lnTo>
                    <a:pt x="359" y="122"/>
                  </a:lnTo>
                  <a:lnTo>
                    <a:pt x="359" y="120"/>
                  </a:lnTo>
                  <a:lnTo>
                    <a:pt x="359" y="120"/>
                  </a:lnTo>
                  <a:lnTo>
                    <a:pt x="359" y="120"/>
                  </a:lnTo>
                  <a:lnTo>
                    <a:pt x="357" y="120"/>
                  </a:lnTo>
                  <a:lnTo>
                    <a:pt x="355" y="120"/>
                  </a:lnTo>
                  <a:lnTo>
                    <a:pt x="355" y="120"/>
                  </a:lnTo>
                  <a:lnTo>
                    <a:pt x="353" y="120"/>
                  </a:lnTo>
                  <a:lnTo>
                    <a:pt x="351" y="122"/>
                  </a:lnTo>
                  <a:lnTo>
                    <a:pt x="351" y="124"/>
                  </a:lnTo>
                  <a:lnTo>
                    <a:pt x="349" y="124"/>
                  </a:lnTo>
                  <a:lnTo>
                    <a:pt x="348" y="122"/>
                  </a:lnTo>
                  <a:lnTo>
                    <a:pt x="346" y="122"/>
                  </a:lnTo>
                  <a:lnTo>
                    <a:pt x="348" y="120"/>
                  </a:lnTo>
                  <a:lnTo>
                    <a:pt x="349" y="118"/>
                  </a:lnTo>
                  <a:lnTo>
                    <a:pt x="351" y="118"/>
                  </a:lnTo>
                  <a:lnTo>
                    <a:pt x="353" y="118"/>
                  </a:lnTo>
                  <a:lnTo>
                    <a:pt x="369" y="110"/>
                  </a:lnTo>
                  <a:lnTo>
                    <a:pt x="375" y="110"/>
                  </a:lnTo>
                  <a:lnTo>
                    <a:pt x="381" y="108"/>
                  </a:lnTo>
                  <a:lnTo>
                    <a:pt x="383" y="106"/>
                  </a:lnTo>
                  <a:lnTo>
                    <a:pt x="387" y="104"/>
                  </a:lnTo>
                  <a:lnTo>
                    <a:pt x="391" y="104"/>
                  </a:lnTo>
                  <a:lnTo>
                    <a:pt x="395" y="102"/>
                  </a:lnTo>
                  <a:lnTo>
                    <a:pt x="410" y="102"/>
                  </a:lnTo>
                  <a:lnTo>
                    <a:pt x="420" y="102"/>
                  </a:lnTo>
                  <a:lnTo>
                    <a:pt x="426" y="104"/>
                  </a:lnTo>
                  <a:lnTo>
                    <a:pt x="428" y="102"/>
                  </a:lnTo>
                  <a:lnTo>
                    <a:pt x="434" y="104"/>
                  </a:lnTo>
                  <a:lnTo>
                    <a:pt x="436" y="106"/>
                  </a:lnTo>
                  <a:lnTo>
                    <a:pt x="436" y="106"/>
                  </a:lnTo>
                  <a:lnTo>
                    <a:pt x="436" y="106"/>
                  </a:lnTo>
                  <a:lnTo>
                    <a:pt x="434" y="106"/>
                  </a:lnTo>
                  <a:lnTo>
                    <a:pt x="434" y="108"/>
                  </a:lnTo>
                  <a:lnTo>
                    <a:pt x="434" y="108"/>
                  </a:lnTo>
                  <a:lnTo>
                    <a:pt x="434" y="108"/>
                  </a:lnTo>
                  <a:lnTo>
                    <a:pt x="434" y="108"/>
                  </a:lnTo>
                  <a:lnTo>
                    <a:pt x="432" y="106"/>
                  </a:lnTo>
                  <a:lnTo>
                    <a:pt x="430" y="106"/>
                  </a:lnTo>
                  <a:lnTo>
                    <a:pt x="428" y="108"/>
                  </a:lnTo>
                  <a:lnTo>
                    <a:pt x="414" y="106"/>
                  </a:lnTo>
                  <a:lnTo>
                    <a:pt x="400" y="104"/>
                  </a:lnTo>
                  <a:lnTo>
                    <a:pt x="400" y="106"/>
                  </a:lnTo>
                  <a:lnTo>
                    <a:pt x="400" y="106"/>
                  </a:lnTo>
                  <a:lnTo>
                    <a:pt x="400" y="106"/>
                  </a:lnTo>
                  <a:lnTo>
                    <a:pt x="400" y="108"/>
                  </a:lnTo>
                  <a:lnTo>
                    <a:pt x="400" y="110"/>
                  </a:lnTo>
                  <a:lnTo>
                    <a:pt x="402" y="110"/>
                  </a:lnTo>
                  <a:lnTo>
                    <a:pt x="402" y="110"/>
                  </a:lnTo>
                  <a:lnTo>
                    <a:pt x="402" y="110"/>
                  </a:lnTo>
                  <a:lnTo>
                    <a:pt x="402" y="110"/>
                  </a:lnTo>
                  <a:lnTo>
                    <a:pt x="402" y="108"/>
                  </a:lnTo>
                  <a:lnTo>
                    <a:pt x="402" y="108"/>
                  </a:lnTo>
                  <a:lnTo>
                    <a:pt x="404" y="108"/>
                  </a:lnTo>
                  <a:lnTo>
                    <a:pt x="410" y="112"/>
                  </a:lnTo>
                  <a:lnTo>
                    <a:pt x="412" y="114"/>
                  </a:lnTo>
                  <a:lnTo>
                    <a:pt x="412" y="116"/>
                  </a:lnTo>
                  <a:lnTo>
                    <a:pt x="410" y="118"/>
                  </a:lnTo>
                  <a:lnTo>
                    <a:pt x="408" y="118"/>
                  </a:lnTo>
                  <a:lnTo>
                    <a:pt x="408" y="118"/>
                  </a:lnTo>
                  <a:lnTo>
                    <a:pt x="406" y="118"/>
                  </a:lnTo>
                  <a:lnTo>
                    <a:pt x="406" y="118"/>
                  </a:lnTo>
                  <a:lnTo>
                    <a:pt x="404" y="122"/>
                  </a:lnTo>
                  <a:lnTo>
                    <a:pt x="404" y="122"/>
                  </a:lnTo>
                  <a:lnTo>
                    <a:pt x="404" y="122"/>
                  </a:lnTo>
                  <a:lnTo>
                    <a:pt x="404" y="124"/>
                  </a:lnTo>
                  <a:lnTo>
                    <a:pt x="402" y="126"/>
                  </a:lnTo>
                  <a:lnTo>
                    <a:pt x="400" y="128"/>
                  </a:lnTo>
                  <a:lnTo>
                    <a:pt x="400" y="129"/>
                  </a:lnTo>
                  <a:lnTo>
                    <a:pt x="399" y="129"/>
                  </a:lnTo>
                  <a:lnTo>
                    <a:pt x="397" y="129"/>
                  </a:lnTo>
                  <a:lnTo>
                    <a:pt x="397" y="131"/>
                  </a:lnTo>
                  <a:lnTo>
                    <a:pt x="397" y="135"/>
                  </a:lnTo>
                  <a:lnTo>
                    <a:pt x="399" y="137"/>
                  </a:lnTo>
                  <a:lnTo>
                    <a:pt x="399" y="139"/>
                  </a:lnTo>
                  <a:lnTo>
                    <a:pt x="399" y="143"/>
                  </a:lnTo>
                  <a:lnTo>
                    <a:pt x="399" y="145"/>
                  </a:lnTo>
                  <a:lnTo>
                    <a:pt x="400" y="145"/>
                  </a:lnTo>
                  <a:lnTo>
                    <a:pt x="399" y="147"/>
                  </a:lnTo>
                  <a:lnTo>
                    <a:pt x="399" y="149"/>
                  </a:lnTo>
                  <a:lnTo>
                    <a:pt x="399" y="153"/>
                  </a:lnTo>
                  <a:lnTo>
                    <a:pt x="399" y="153"/>
                  </a:lnTo>
                  <a:lnTo>
                    <a:pt x="399" y="155"/>
                  </a:lnTo>
                  <a:lnTo>
                    <a:pt x="399" y="155"/>
                  </a:lnTo>
                  <a:lnTo>
                    <a:pt x="397" y="157"/>
                  </a:lnTo>
                  <a:lnTo>
                    <a:pt x="397" y="157"/>
                  </a:lnTo>
                  <a:lnTo>
                    <a:pt x="395" y="157"/>
                  </a:lnTo>
                  <a:lnTo>
                    <a:pt x="395" y="157"/>
                  </a:lnTo>
                  <a:lnTo>
                    <a:pt x="393" y="161"/>
                  </a:lnTo>
                  <a:lnTo>
                    <a:pt x="393" y="161"/>
                  </a:lnTo>
                  <a:lnTo>
                    <a:pt x="391" y="159"/>
                  </a:lnTo>
                  <a:lnTo>
                    <a:pt x="391" y="157"/>
                  </a:lnTo>
                  <a:lnTo>
                    <a:pt x="389" y="153"/>
                  </a:lnTo>
                  <a:lnTo>
                    <a:pt x="387" y="151"/>
                  </a:lnTo>
                  <a:lnTo>
                    <a:pt x="385" y="153"/>
                  </a:lnTo>
                  <a:lnTo>
                    <a:pt x="387" y="155"/>
                  </a:lnTo>
                  <a:lnTo>
                    <a:pt x="387" y="155"/>
                  </a:lnTo>
                  <a:lnTo>
                    <a:pt x="387" y="157"/>
                  </a:lnTo>
                  <a:lnTo>
                    <a:pt x="387" y="157"/>
                  </a:lnTo>
                  <a:lnTo>
                    <a:pt x="389" y="159"/>
                  </a:lnTo>
                  <a:lnTo>
                    <a:pt x="387" y="161"/>
                  </a:lnTo>
                  <a:lnTo>
                    <a:pt x="385" y="159"/>
                  </a:lnTo>
                  <a:lnTo>
                    <a:pt x="383" y="157"/>
                  </a:lnTo>
                  <a:lnTo>
                    <a:pt x="381" y="155"/>
                  </a:lnTo>
                  <a:lnTo>
                    <a:pt x="379" y="155"/>
                  </a:lnTo>
                  <a:lnTo>
                    <a:pt x="379" y="155"/>
                  </a:lnTo>
                  <a:lnTo>
                    <a:pt x="377" y="157"/>
                  </a:lnTo>
                  <a:lnTo>
                    <a:pt x="377" y="157"/>
                  </a:lnTo>
                  <a:lnTo>
                    <a:pt x="375" y="155"/>
                  </a:lnTo>
                  <a:lnTo>
                    <a:pt x="375" y="155"/>
                  </a:lnTo>
                  <a:lnTo>
                    <a:pt x="375" y="155"/>
                  </a:lnTo>
                  <a:lnTo>
                    <a:pt x="373" y="157"/>
                  </a:lnTo>
                  <a:lnTo>
                    <a:pt x="371" y="159"/>
                  </a:lnTo>
                  <a:lnTo>
                    <a:pt x="369" y="161"/>
                  </a:lnTo>
                  <a:lnTo>
                    <a:pt x="369" y="163"/>
                  </a:lnTo>
                  <a:lnTo>
                    <a:pt x="373" y="165"/>
                  </a:lnTo>
                  <a:lnTo>
                    <a:pt x="375" y="165"/>
                  </a:lnTo>
                  <a:lnTo>
                    <a:pt x="379" y="165"/>
                  </a:lnTo>
                  <a:lnTo>
                    <a:pt x="389" y="169"/>
                  </a:lnTo>
                  <a:lnTo>
                    <a:pt x="391" y="171"/>
                  </a:lnTo>
                  <a:lnTo>
                    <a:pt x="391" y="173"/>
                  </a:lnTo>
                  <a:lnTo>
                    <a:pt x="391" y="173"/>
                  </a:lnTo>
                  <a:lnTo>
                    <a:pt x="395" y="175"/>
                  </a:lnTo>
                  <a:lnTo>
                    <a:pt x="397" y="173"/>
                  </a:lnTo>
                  <a:lnTo>
                    <a:pt x="399" y="173"/>
                  </a:lnTo>
                  <a:lnTo>
                    <a:pt x="402" y="169"/>
                  </a:lnTo>
                  <a:lnTo>
                    <a:pt x="404" y="167"/>
                  </a:lnTo>
                  <a:lnTo>
                    <a:pt x="404" y="167"/>
                  </a:lnTo>
                  <a:lnTo>
                    <a:pt x="402" y="171"/>
                  </a:lnTo>
                  <a:lnTo>
                    <a:pt x="402" y="173"/>
                  </a:lnTo>
                  <a:lnTo>
                    <a:pt x="402" y="175"/>
                  </a:lnTo>
                  <a:lnTo>
                    <a:pt x="402" y="177"/>
                  </a:lnTo>
                  <a:lnTo>
                    <a:pt x="402" y="177"/>
                  </a:lnTo>
                  <a:lnTo>
                    <a:pt x="414" y="171"/>
                  </a:lnTo>
                  <a:lnTo>
                    <a:pt x="414" y="171"/>
                  </a:lnTo>
                  <a:lnTo>
                    <a:pt x="416" y="171"/>
                  </a:lnTo>
                  <a:lnTo>
                    <a:pt x="416" y="173"/>
                  </a:lnTo>
                  <a:lnTo>
                    <a:pt x="416" y="182"/>
                  </a:lnTo>
                  <a:lnTo>
                    <a:pt x="418" y="184"/>
                  </a:lnTo>
                  <a:lnTo>
                    <a:pt x="420" y="186"/>
                  </a:lnTo>
                  <a:lnTo>
                    <a:pt x="422" y="186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26" y="184"/>
                  </a:lnTo>
                  <a:lnTo>
                    <a:pt x="426" y="182"/>
                  </a:lnTo>
                  <a:lnTo>
                    <a:pt x="426" y="182"/>
                  </a:lnTo>
                  <a:lnTo>
                    <a:pt x="428" y="181"/>
                  </a:lnTo>
                  <a:lnTo>
                    <a:pt x="428" y="181"/>
                  </a:lnTo>
                  <a:lnTo>
                    <a:pt x="428" y="177"/>
                  </a:lnTo>
                  <a:lnTo>
                    <a:pt x="428" y="175"/>
                  </a:lnTo>
                  <a:lnTo>
                    <a:pt x="428" y="175"/>
                  </a:lnTo>
                  <a:lnTo>
                    <a:pt x="428" y="173"/>
                  </a:lnTo>
                  <a:lnTo>
                    <a:pt x="430" y="173"/>
                  </a:lnTo>
                  <a:lnTo>
                    <a:pt x="430" y="173"/>
                  </a:lnTo>
                  <a:lnTo>
                    <a:pt x="430" y="171"/>
                  </a:lnTo>
                  <a:lnTo>
                    <a:pt x="432" y="169"/>
                  </a:lnTo>
                  <a:lnTo>
                    <a:pt x="432" y="167"/>
                  </a:lnTo>
                  <a:lnTo>
                    <a:pt x="432" y="167"/>
                  </a:lnTo>
                  <a:lnTo>
                    <a:pt x="436" y="163"/>
                  </a:lnTo>
                  <a:lnTo>
                    <a:pt x="436" y="163"/>
                  </a:lnTo>
                  <a:lnTo>
                    <a:pt x="438" y="163"/>
                  </a:lnTo>
                  <a:lnTo>
                    <a:pt x="438" y="163"/>
                  </a:lnTo>
                  <a:lnTo>
                    <a:pt x="440" y="161"/>
                  </a:lnTo>
                  <a:lnTo>
                    <a:pt x="440" y="161"/>
                  </a:lnTo>
                  <a:lnTo>
                    <a:pt x="444" y="161"/>
                  </a:lnTo>
                  <a:lnTo>
                    <a:pt x="444" y="159"/>
                  </a:lnTo>
                  <a:lnTo>
                    <a:pt x="446" y="159"/>
                  </a:lnTo>
                  <a:lnTo>
                    <a:pt x="446" y="157"/>
                  </a:lnTo>
                  <a:lnTo>
                    <a:pt x="446" y="157"/>
                  </a:lnTo>
                  <a:lnTo>
                    <a:pt x="446" y="157"/>
                  </a:lnTo>
                  <a:lnTo>
                    <a:pt x="451" y="155"/>
                  </a:lnTo>
                  <a:lnTo>
                    <a:pt x="455" y="155"/>
                  </a:lnTo>
                  <a:lnTo>
                    <a:pt x="459" y="157"/>
                  </a:lnTo>
                  <a:lnTo>
                    <a:pt x="463" y="157"/>
                  </a:lnTo>
                  <a:lnTo>
                    <a:pt x="467" y="155"/>
                  </a:lnTo>
                  <a:lnTo>
                    <a:pt x="473" y="151"/>
                  </a:lnTo>
                  <a:lnTo>
                    <a:pt x="475" y="151"/>
                  </a:lnTo>
                  <a:lnTo>
                    <a:pt x="477" y="153"/>
                  </a:lnTo>
                  <a:lnTo>
                    <a:pt x="481" y="157"/>
                  </a:lnTo>
                  <a:lnTo>
                    <a:pt x="481" y="157"/>
                  </a:lnTo>
                  <a:lnTo>
                    <a:pt x="493" y="159"/>
                  </a:lnTo>
                  <a:lnTo>
                    <a:pt x="493" y="161"/>
                  </a:lnTo>
                  <a:lnTo>
                    <a:pt x="491" y="163"/>
                  </a:lnTo>
                  <a:lnTo>
                    <a:pt x="493" y="163"/>
                  </a:lnTo>
                  <a:lnTo>
                    <a:pt x="495" y="159"/>
                  </a:lnTo>
                  <a:lnTo>
                    <a:pt x="497" y="159"/>
                  </a:lnTo>
                  <a:lnTo>
                    <a:pt x="497" y="159"/>
                  </a:lnTo>
                  <a:lnTo>
                    <a:pt x="499" y="159"/>
                  </a:lnTo>
                  <a:lnTo>
                    <a:pt x="499" y="161"/>
                  </a:lnTo>
                  <a:lnTo>
                    <a:pt x="502" y="167"/>
                  </a:lnTo>
                  <a:lnTo>
                    <a:pt x="510" y="173"/>
                  </a:lnTo>
                  <a:lnTo>
                    <a:pt x="520" y="173"/>
                  </a:lnTo>
                  <a:lnTo>
                    <a:pt x="522" y="173"/>
                  </a:lnTo>
                  <a:lnTo>
                    <a:pt x="524" y="171"/>
                  </a:lnTo>
                  <a:lnTo>
                    <a:pt x="526" y="167"/>
                  </a:lnTo>
                  <a:lnTo>
                    <a:pt x="526" y="165"/>
                  </a:lnTo>
                  <a:lnTo>
                    <a:pt x="530" y="163"/>
                  </a:lnTo>
                  <a:lnTo>
                    <a:pt x="530" y="161"/>
                  </a:lnTo>
                  <a:lnTo>
                    <a:pt x="532" y="159"/>
                  </a:lnTo>
                  <a:lnTo>
                    <a:pt x="534" y="159"/>
                  </a:lnTo>
                  <a:lnTo>
                    <a:pt x="546" y="161"/>
                  </a:lnTo>
                  <a:lnTo>
                    <a:pt x="548" y="157"/>
                  </a:lnTo>
                  <a:lnTo>
                    <a:pt x="548" y="155"/>
                  </a:lnTo>
                  <a:lnTo>
                    <a:pt x="548" y="155"/>
                  </a:lnTo>
                  <a:lnTo>
                    <a:pt x="548" y="153"/>
                  </a:lnTo>
                  <a:lnTo>
                    <a:pt x="548" y="153"/>
                  </a:lnTo>
                  <a:lnTo>
                    <a:pt x="548" y="151"/>
                  </a:lnTo>
                  <a:lnTo>
                    <a:pt x="550" y="151"/>
                  </a:lnTo>
                  <a:lnTo>
                    <a:pt x="555" y="149"/>
                  </a:lnTo>
                  <a:lnTo>
                    <a:pt x="557" y="149"/>
                  </a:lnTo>
                  <a:lnTo>
                    <a:pt x="559" y="149"/>
                  </a:lnTo>
                  <a:lnTo>
                    <a:pt x="559" y="151"/>
                  </a:lnTo>
                  <a:lnTo>
                    <a:pt x="557" y="153"/>
                  </a:lnTo>
                  <a:lnTo>
                    <a:pt x="555" y="155"/>
                  </a:lnTo>
                  <a:lnTo>
                    <a:pt x="555" y="155"/>
                  </a:lnTo>
                  <a:lnTo>
                    <a:pt x="555" y="155"/>
                  </a:lnTo>
                  <a:lnTo>
                    <a:pt x="557" y="157"/>
                  </a:lnTo>
                  <a:lnTo>
                    <a:pt x="557" y="159"/>
                  </a:lnTo>
                  <a:lnTo>
                    <a:pt x="557" y="161"/>
                  </a:lnTo>
                  <a:lnTo>
                    <a:pt x="557" y="161"/>
                  </a:lnTo>
                  <a:lnTo>
                    <a:pt x="559" y="161"/>
                  </a:lnTo>
                  <a:lnTo>
                    <a:pt x="561" y="163"/>
                  </a:lnTo>
                  <a:lnTo>
                    <a:pt x="559" y="165"/>
                  </a:lnTo>
                  <a:lnTo>
                    <a:pt x="561" y="165"/>
                  </a:lnTo>
                  <a:lnTo>
                    <a:pt x="561" y="165"/>
                  </a:lnTo>
                  <a:lnTo>
                    <a:pt x="563" y="163"/>
                  </a:lnTo>
                  <a:lnTo>
                    <a:pt x="561" y="163"/>
                  </a:lnTo>
                  <a:lnTo>
                    <a:pt x="561" y="161"/>
                  </a:lnTo>
                  <a:lnTo>
                    <a:pt x="561" y="161"/>
                  </a:lnTo>
                  <a:lnTo>
                    <a:pt x="559" y="161"/>
                  </a:lnTo>
                  <a:lnTo>
                    <a:pt x="559" y="159"/>
                  </a:lnTo>
                  <a:lnTo>
                    <a:pt x="557" y="159"/>
                  </a:lnTo>
                  <a:lnTo>
                    <a:pt x="557" y="157"/>
                  </a:lnTo>
                  <a:lnTo>
                    <a:pt x="559" y="157"/>
                  </a:lnTo>
                  <a:lnTo>
                    <a:pt x="559" y="157"/>
                  </a:lnTo>
                  <a:lnTo>
                    <a:pt x="559" y="157"/>
                  </a:lnTo>
                  <a:lnTo>
                    <a:pt x="559" y="157"/>
                  </a:lnTo>
                  <a:lnTo>
                    <a:pt x="559" y="155"/>
                  </a:lnTo>
                  <a:lnTo>
                    <a:pt x="559" y="155"/>
                  </a:lnTo>
                  <a:lnTo>
                    <a:pt x="559" y="155"/>
                  </a:lnTo>
                  <a:lnTo>
                    <a:pt x="557" y="155"/>
                  </a:lnTo>
                  <a:lnTo>
                    <a:pt x="557" y="155"/>
                  </a:lnTo>
                  <a:lnTo>
                    <a:pt x="559" y="153"/>
                  </a:lnTo>
                  <a:lnTo>
                    <a:pt x="559" y="153"/>
                  </a:lnTo>
                  <a:lnTo>
                    <a:pt x="559" y="153"/>
                  </a:lnTo>
                  <a:lnTo>
                    <a:pt x="559" y="153"/>
                  </a:lnTo>
                  <a:lnTo>
                    <a:pt x="559" y="153"/>
                  </a:lnTo>
                  <a:lnTo>
                    <a:pt x="559" y="151"/>
                  </a:lnTo>
                  <a:lnTo>
                    <a:pt x="559" y="149"/>
                  </a:lnTo>
                  <a:lnTo>
                    <a:pt x="559" y="149"/>
                  </a:lnTo>
                  <a:lnTo>
                    <a:pt x="561" y="149"/>
                  </a:lnTo>
                  <a:lnTo>
                    <a:pt x="561" y="147"/>
                  </a:lnTo>
                  <a:lnTo>
                    <a:pt x="573" y="145"/>
                  </a:lnTo>
                  <a:lnTo>
                    <a:pt x="583" y="143"/>
                  </a:lnTo>
                  <a:lnTo>
                    <a:pt x="595" y="147"/>
                  </a:lnTo>
                  <a:lnTo>
                    <a:pt x="595" y="147"/>
                  </a:lnTo>
                  <a:lnTo>
                    <a:pt x="595" y="149"/>
                  </a:lnTo>
                  <a:lnTo>
                    <a:pt x="595" y="149"/>
                  </a:lnTo>
                  <a:lnTo>
                    <a:pt x="593" y="147"/>
                  </a:lnTo>
                  <a:lnTo>
                    <a:pt x="593" y="147"/>
                  </a:lnTo>
                  <a:lnTo>
                    <a:pt x="591" y="149"/>
                  </a:lnTo>
                  <a:lnTo>
                    <a:pt x="585" y="149"/>
                  </a:lnTo>
                  <a:lnTo>
                    <a:pt x="583" y="149"/>
                  </a:lnTo>
                  <a:lnTo>
                    <a:pt x="583" y="151"/>
                  </a:lnTo>
                  <a:lnTo>
                    <a:pt x="585" y="151"/>
                  </a:lnTo>
                  <a:lnTo>
                    <a:pt x="589" y="155"/>
                  </a:lnTo>
                  <a:lnTo>
                    <a:pt x="597" y="171"/>
                  </a:lnTo>
                  <a:lnTo>
                    <a:pt x="597" y="173"/>
                  </a:lnTo>
                  <a:lnTo>
                    <a:pt x="595" y="177"/>
                  </a:lnTo>
                  <a:lnTo>
                    <a:pt x="595" y="177"/>
                  </a:lnTo>
                  <a:lnTo>
                    <a:pt x="593" y="177"/>
                  </a:lnTo>
                  <a:lnTo>
                    <a:pt x="591" y="175"/>
                  </a:lnTo>
                  <a:lnTo>
                    <a:pt x="589" y="175"/>
                  </a:lnTo>
                  <a:lnTo>
                    <a:pt x="587" y="175"/>
                  </a:lnTo>
                  <a:lnTo>
                    <a:pt x="587" y="177"/>
                  </a:lnTo>
                  <a:lnTo>
                    <a:pt x="585" y="179"/>
                  </a:lnTo>
                  <a:lnTo>
                    <a:pt x="583" y="181"/>
                  </a:lnTo>
                  <a:lnTo>
                    <a:pt x="583" y="181"/>
                  </a:lnTo>
                  <a:lnTo>
                    <a:pt x="583" y="181"/>
                  </a:lnTo>
                  <a:lnTo>
                    <a:pt x="581" y="182"/>
                  </a:lnTo>
                  <a:lnTo>
                    <a:pt x="581" y="182"/>
                  </a:lnTo>
                  <a:lnTo>
                    <a:pt x="581" y="182"/>
                  </a:lnTo>
                  <a:lnTo>
                    <a:pt x="581" y="184"/>
                  </a:lnTo>
                  <a:lnTo>
                    <a:pt x="581" y="186"/>
                  </a:lnTo>
                  <a:lnTo>
                    <a:pt x="581" y="186"/>
                  </a:lnTo>
                  <a:lnTo>
                    <a:pt x="581" y="188"/>
                  </a:lnTo>
                  <a:lnTo>
                    <a:pt x="581" y="188"/>
                  </a:lnTo>
                  <a:lnTo>
                    <a:pt x="581" y="190"/>
                  </a:lnTo>
                  <a:lnTo>
                    <a:pt x="581" y="190"/>
                  </a:lnTo>
                  <a:lnTo>
                    <a:pt x="581" y="192"/>
                  </a:lnTo>
                  <a:lnTo>
                    <a:pt x="581" y="192"/>
                  </a:lnTo>
                  <a:lnTo>
                    <a:pt x="579" y="194"/>
                  </a:lnTo>
                  <a:lnTo>
                    <a:pt x="579" y="196"/>
                  </a:lnTo>
                  <a:lnTo>
                    <a:pt x="577" y="198"/>
                  </a:lnTo>
                  <a:lnTo>
                    <a:pt x="577" y="200"/>
                  </a:lnTo>
                  <a:lnTo>
                    <a:pt x="577" y="202"/>
                  </a:lnTo>
                  <a:lnTo>
                    <a:pt x="577" y="202"/>
                  </a:lnTo>
                  <a:lnTo>
                    <a:pt x="587" y="208"/>
                  </a:lnTo>
                  <a:lnTo>
                    <a:pt x="597" y="214"/>
                  </a:lnTo>
                  <a:lnTo>
                    <a:pt x="602" y="212"/>
                  </a:lnTo>
                  <a:lnTo>
                    <a:pt x="604" y="210"/>
                  </a:lnTo>
                  <a:lnTo>
                    <a:pt x="608" y="204"/>
                  </a:lnTo>
                  <a:lnTo>
                    <a:pt x="608" y="204"/>
                  </a:lnTo>
                  <a:lnTo>
                    <a:pt x="608" y="204"/>
                  </a:lnTo>
                  <a:lnTo>
                    <a:pt x="610" y="200"/>
                  </a:lnTo>
                  <a:lnTo>
                    <a:pt x="608" y="198"/>
                  </a:lnTo>
                  <a:lnTo>
                    <a:pt x="608" y="192"/>
                  </a:lnTo>
                  <a:lnTo>
                    <a:pt x="606" y="190"/>
                  </a:lnTo>
                  <a:lnTo>
                    <a:pt x="606" y="188"/>
                  </a:lnTo>
                  <a:lnTo>
                    <a:pt x="606" y="188"/>
                  </a:lnTo>
                  <a:lnTo>
                    <a:pt x="606" y="186"/>
                  </a:lnTo>
                  <a:lnTo>
                    <a:pt x="606" y="184"/>
                  </a:lnTo>
                  <a:lnTo>
                    <a:pt x="608" y="182"/>
                  </a:lnTo>
                  <a:lnTo>
                    <a:pt x="612" y="181"/>
                  </a:lnTo>
                  <a:lnTo>
                    <a:pt x="614" y="181"/>
                  </a:lnTo>
                  <a:lnTo>
                    <a:pt x="616" y="182"/>
                  </a:lnTo>
                  <a:lnTo>
                    <a:pt x="618" y="184"/>
                  </a:lnTo>
                  <a:lnTo>
                    <a:pt x="632" y="184"/>
                  </a:lnTo>
                  <a:lnTo>
                    <a:pt x="636" y="182"/>
                  </a:lnTo>
                  <a:lnTo>
                    <a:pt x="642" y="177"/>
                  </a:lnTo>
                  <a:lnTo>
                    <a:pt x="644" y="177"/>
                  </a:lnTo>
                  <a:lnTo>
                    <a:pt x="646" y="173"/>
                  </a:lnTo>
                  <a:lnTo>
                    <a:pt x="646" y="171"/>
                  </a:lnTo>
                  <a:lnTo>
                    <a:pt x="648" y="171"/>
                  </a:lnTo>
                  <a:lnTo>
                    <a:pt x="650" y="169"/>
                  </a:lnTo>
                  <a:lnTo>
                    <a:pt x="653" y="171"/>
                  </a:lnTo>
                  <a:lnTo>
                    <a:pt x="653" y="169"/>
                  </a:lnTo>
                  <a:lnTo>
                    <a:pt x="653" y="169"/>
                  </a:lnTo>
                  <a:lnTo>
                    <a:pt x="652" y="169"/>
                  </a:lnTo>
                  <a:lnTo>
                    <a:pt x="652" y="167"/>
                  </a:lnTo>
                  <a:lnTo>
                    <a:pt x="653" y="167"/>
                  </a:lnTo>
                  <a:lnTo>
                    <a:pt x="653" y="165"/>
                  </a:lnTo>
                  <a:lnTo>
                    <a:pt x="653" y="163"/>
                  </a:lnTo>
                  <a:lnTo>
                    <a:pt x="655" y="161"/>
                  </a:lnTo>
                  <a:lnTo>
                    <a:pt x="655" y="159"/>
                  </a:lnTo>
                  <a:lnTo>
                    <a:pt x="655" y="159"/>
                  </a:lnTo>
                  <a:lnTo>
                    <a:pt x="655" y="157"/>
                  </a:lnTo>
                  <a:lnTo>
                    <a:pt x="655" y="155"/>
                  </a:lnTo>
                  <a:lnTo>
                    <a:pt x="655" y="153"/>
                  </a:lnTo>
                  <a:lnTo>
                    <a:pt x="655" y="149"/>
                  </a:lnTo>
                  <a:lnTo>
                    <a:pt x="655" y="145"/>
                  </a:lnTo>
                  <a:lnTo>
                    <a:pt x="653" y="143"/>
                  </a:lnTo>
                  <a:lnTo>
                    <a:pt x="652" y="143"/>
                  </a:lnTo>
                  <a:lnTo>
                    <a:pt x="652" y="143"/>
                  </a:lnTo>
                  <a:lnTo>
                    <a:pt x="652" y="145"/>
                  </a:lnTo>
                  <a:lnTo>
                    <a:pt x="650" y="145"/>
                  </a:lnTo>
                  <a:lnTo>
                    <a:pt x="650" y="147"/>
                  </a:lnTo>
                  <a:lnTo>
                    <a:pt x="650" y="147"/>
                  </a:lnTo>
                  <a:lnTo>
                    <a:pt x="650" y="147"/>
                  </a:lnTo>
                  <a:lnTo>
                    <a:pt x="650" y="147"/>
                  </a:lnTo>
                  <a:lnTo>
                    <a:pt x="650" y="149"/>
                  </a:lnTo>
                  <a:lnTo>
                    <a:pt x="648" y="149"/>
                  </a:lnTo>
                  <a:lnTo>
                    <a:pt x="646" y="147"/>
                  </a:lnTo>
                  <a:lnTo>
                    <a:pt x="646" y="145"/>
                  </a:lnTo>
                  <a:lnTo>
                    <a:pt x="646" y="143"/>
                  </a:lnTo>
                  <a:lnTo>
                    <a:pt x="646" y="141"/>
                  </a:lnTo>
                  <a:lnTo>
                    <a:pt x="646" y="141"/>
                  </a:lnTo>
                  <a:lnTo>
                    <a:pt x="648" y="135"/>
                  </a:lnTo>
                  <a:lnTo>
                    <a:pt x="648" y="133"/>
                  </a:lnTo>
                  <a:lnTo>
                    <a:pt x="648" y="131"/>
                  </a:lnTo>
                  <a:lnTo>
                    <a:pt x="648" y="129"/>
                  </a:lnTo>
                  <a:lnTo>
                    <a:pt x="648" y="128"/>
                  </a:lnTo>
                  <a:lnTo>
                    <a:pt x="648" y="126"/>
                  </a:lnTo>
                  <a:lnTo>
                    <a:pt x="646" y="124"/>
                  </a:lnTo>
                  <a:lnTo>
                    <a:pt x="646" y="122"/>
                  </a:lnTo>
                  <a:lnTo>
                    <a:pt x="646" y="122"/>
                  </a:lnTo>
                  <a:lnTo>
                    <a:pt x="646" y="122"/>
                  </a:lnTo>
                  <a:lnTo>
                    <a:pt x="646" y="120"/>
                  </a:lnTo>
                  <a:lnTo>
                    <a:pt x="646" y="118"/>
                  </a:lnTo>
                  <a:lnTo>
                    <a:pt x="646" y="118"/>
                  </a:lnTo>
                  <a:lnTo>
                    <a:pt x="644" y="114"/>
                  </a:lnTo>
                  <a:lnTo>
                    <a:pt x="644" y="112"/>
                  </a:lnTo>
                  <a:lnTo>
                    <a:pt x="642" y="108"/>
                  </a:lnTo>
                  <a:lnTo>
                    <a:pt x="642" y="104"/>
                  </a:lnTo>
                  <a:lnTo>
                    <a:pt x="642" y="104"/>
                  </a:lnTo>
                  <a:lnTo>
                    <a:pt x="642" y="104"/>
                  </a:lnTo>
                  <a:lnTo>
                    <a:pt x="642" y="102"/>
                  </a:lnTo>
                  <a:lnTo>
                    <a:pt x="642" y="102"/>
                  </a:lnTo>
                  <a:lnTo>
                    <a:pt x="642" y="102"/>
                  </a:lnTo>
                  <a:lnTo>
                    <a:pt x="642" y="100"/>
                  </a:lnTo>
                  <a:lnTo>
                    <a:pt x="640" y="100"/>
                  </a:lnTo>
                  <a:lnTo>
                    <a:pt x="640" y="98"/>
                  </a:lnTo>
                  <a:lnTo>
                    <a:pt x="642" y="96"/>
                  </a:lnTo>
                  <a:lnTo>
                    <a:pt x="642" y="96"/>
                  </a:lnTo>
                  <a:lnTo>
                    <a:pt x="642" y="94"/>
                  </a:lnTo>
                  <a:lnTo>
                    <a:pt x="644" y="92"/>
                  </a:lnTo>
                  <a:lnTo>
                    <a:pt x="646" y="90"/>
                  </a:lnTo>
                  <a:lnTo>
                    <a:pt x="659" y="94"/>
                  </a:lnTo>
                  <a:lnTo>
                    <a:pt x="659" y="92"/>
                  </a:lnTo>
                  <a:lnTo>
                    <a:pt x="661" y="92"/>
                  </a:lnTo>
                  <a:lnTo>
                    <a:pt x="661" y="90"/>
                  </a:lnTo>
                  <a:lnTo>
                    <a:pt x="659" y="88"/>
                  </a:lnTo>
                  <a:lnTo>
                    <a:pt x="659" y="88"/>
                  </a:lnTo>
                  <a:lnTo>
                    <a:pt x="661" y="86"/>
                  </a:lnTo>
                  <a:lnTo>
                    <a:pt x="661" y="88"/>
                  </a:lnTo>
                  <a:lnTo>
                    <a:pt x="661" y="88"/>
                  </a:lnTo>
                  <a:lnTo>
                    <a:pt x="663" y="88"/>
                  </a:lnTo>
                  <a:lnTo>
                    <a:pt x="663" y="86"/>
                  </a:lnTo>
                  <a:lnTo>
                    <a:pt x="663" y="86"/>
                  </a:lnTo>
                  <a:lnTo>
                    <a:pt x="663" y="84"/>
                  </a:lnTo>
                  <a:lnTo>
                    <a:pt x="663" y="82"/>
                  </a:lnTo>
                  <a:lnTo>
                    <a:pt x="663" y="80"/>
                  </a:lnTo>
                  <a:lnTo>
                    <a:pt x="665" y="78"/>
                  </a:lnTo>
                  <a:lnTo>
                    <a:pt x="665" y="78"/>
                  </a:lnTo>
                  <a:lnTo>
                    <a:pt x="667" y="76"/>
                  </a:lnTo>
                  <a:lnTo>
                    <a:pt x="673" y="76"/>
                  </a:lnTo>
                  <a:lnTo>
                    <a:pt x="675" y="76"/>
                  </a:lnTo>
                  <a:lnTo>
                    <a:pt x="677" y="78"/>
                  </a:lnTo>
                  <a:lnTo>
                    <a:pt x="677" y="78"/>
                  </a:lnTo>
                  <a:lnTo>
                    <a:pt x="677" y="78"/>
                  </a:lnTo>
                  <a:lnTo>
                    <a:pt x="679" y="78"/>
                  </a:lnTo>
                  <a:lnTo>
                    <a:pt x="679" y="78"/>
                  </a:lnTo>
                  <a:lnTo>
                    <a:pt x="679" y="78"/>
                  </a:lnTo>
                  <a:lnTo>
                    <a:pt x="679" y="80"/>
                  </a:lnTo>
                  <a:lnTo>
                    <a:pt x="679" y="80"/>
                  </a:lnTo>
                  <a:lnTo>
                    <a:pt x="681" y="82"/>
                  </a:lnTo>
                  <a:lnTo>
                    <a:pt x="685" y="82"/>
                  </a:lnTo>
                  <a:lnTo>
                    <a:pt x="687" y="84"/>
                  </a:lnTo>
                  <a:lnTo>
                    <a:pt x="687" y="86"/>
                  </a:lnTo>
                  <a:lnTo>
                    <a:pt x="689" y="88"/>
                  </a:lnTo>
                  <a:lnTo>
                    <a:pt x="701" y="92"/>
                  </a:lnTo>
                  <a:lnTo>
                    <a:pt x="712" y="98"/>
                  </a:lnTo>
                  <a:lnTo>
                    <a:pt x="728" y="102"/>
                  </a:lnTo>
                  <a:lnTo>
                    <a:pt x="738" y="106"/>
                  </a:lnTo>
                  <a:lnTo>
                    <a:pt x="748" y="112"/>
                  </a:lnTo>
                  <a:lnTo>
                    <a:pt x="753" y="114"/>
                  </a:lnTo>
                  <a:lnTo>
                    <a:pt x="759" y="118"/>
                  </a:lnTo>
                  <a:lnTo>
                    <a:pt x="765" y="126"/>
                  </a:lnTo>
                  <a:lnTo>
                    <a:pt x="775" y="131"/>
                  </a:lnTo>
                  <a:lnTo>
                    <a:pt x="783" y="139"/>
                  </a:lnTo>
                  <a:lnTo>
                    <a:pt x="789" y="143"/>
                  </a:lnTo>
                  <a:lnTo>
                    <a:pt x="793" y="151"/>
                  </a:lnTo>
                  <a:lnTo>
                    <a:pt x="799" y="157"/>
                  </a:lnTo>
                  <a:lnTo>
                    <a:pt x="801" y="161"/>
                  </a:lnTo>
                  <a:lnTo>
                    <a:pt x="801" y="163"/>
                  </a:lnTo>
                  <a:lnTo>
                    <a:pt x="799" y="163"/>
                  </a:lnTo>
                  <a:lnTo>
                    <a:pt x="799" y="163"/>
                  </a:lnTo>
                  <a:lnTo>
                    <a:pt x="799" y="163"/>
                  </a:lnTo>
                  <a:lnTo>
                    <a:pt x="797" y="161"/>
                  </a:lnTo>
                  <a:lnTo>
                    <a:pt x="795" y="161"/>
                  </a:lnTo>
                  <a:lnTo>
                    <a:pt x="795" y="163"/>
                  </a:lnTo>
                  <a:lnTo>
                    <a:pt x="795" y="163"/>
                  </a:lnTo>
                  <a:lnTo>
                    <a:pt x="793" y="165"/>
                  </a:lnTo>
                  <a:lnTo>
                    <a:pt x="793" y="167"/>
                  </a:lnTo>
                  <a:lnTo>
                    <a:pt x="793" y="167"/>
                  </a:lnTo>
                  <a:lnTo>
                    <a:pt x="793" y="169"/>
                  </a:lnTo>
                  <a:lnTo>
                    <a:pt x="791" y="171"/>
                  </a:lnTo>
                  <a:lnTo>
                    <a:pt x="791" y="173"/>
                  </a:lnTo>
                  <a:lnTo>
                    <a:pt x="791" y="175"/>
                  </a:lnTo>
                  <a:lnTo>
                    <a:pt x="791" y="175"/>
                  </a:lnTo>
                  <a:lnTo>
                    <a:pt x="793" y="175"/>
                  </a:lnTo>
                  <a:lnTo>
                    <a:pt x="795" y="173"/>
                  </a:lnTo>
                  <a:lnTo>
                    <a:pt x="797" y="171"/>
                  </a:lnTo>
                  <a:lnTo>
                    <a:pt x="797" y="171"/>
                  </a:lnTo>
                  <a:lnTo>
                    <a:pt x="797" y="171"/>
                  </a:lnTo>
                  <a:lnTo>
                    <a:pt x="797" y="169"/>
                  </a:lnTo>
                  <a:lnTo>
                    <a:pt x="797" y="167"/>
                  </a:lnTo>
                  <a:lnTo>
                    <a:pt x="797" y="167"/>
                  </a:lnTo>
                  <a:lnTo>
                    <a:pt x="797" y="167"/>
                  </a:lnTo>
                  <a:lnTo>
                    <a:pt x="799" y="165"/>
                  </a:lnTo>
                  <a:lnTo>
                    <a:pt x="799" y="165"/>
                  </a:lnTo>
                  <a:lnTo>
                    <a:pt x="803" y="165"/>
                  </a:lnTo>
                  <a:lnTo>
                    <a:pt x="803" y="165"/>
                  </a:lnTo>
                  <a:lnTo>
                    <a:pt x="803" y="165"/>
                  </a:lnTo>
                  <a:lnTo>
                    <a:pt x="801" y="167"/>
                  </a:lnTo>
                  <a:lnTo>
                    <a:pt x="801" y="169"/>
                  </a:lnTo>
                  <a:lnTo>
                    <a:pt x="799" y="171"/>
                  </a:lnTo>
                  <a:lnTo>
                    <a:pt x="799" y="171"/>
                  </a:lnTo>
                  <a:lnTo>
                    <a:pt x="799" y="171"/>
                  </a:lnTo>
                  <a:lnTo>
                    <a:pt x="799" y="171"/>
                  </a:lnTo>
                  <a:lnTo>
                    <a:pt x="797" y="173"/>
                  </a:lnTo>
                  <a:lnTo>
                    <a:pt x="793" y="175"/>
                  </a:lnTo>
                  <a:lnTo>
                    <a:pt x="791" y="177"/>
                  </a:lnTo>
                  <a:lnTo>
                    <a:pt x="791" y="177"/>
                  </a:lnTo>
                  <a:lnTo>
                    <a:pt x="791" y="177"/>
                  </a:lnTo>
                  <a:lnTo>
                    <a:pt x="789" y="177"/>
                  </a:lnTo>
                  <a:lnTo>
                    <a:pt x="789" y="177"/>
                  </a:lnTo>
                  <a:lnTo>
                    <a:pt x="789" y="177"/>
                  </a:lnTo>
                  <a:lnTo>
                    <a:pt x="787" y="181"/>
                  </a:lnTo>
                  <a:lnTo>
                    <a:pt x="783" y="184"/>
                  </a:lnTo>
                  <a:lnTo>
                    <a:pt x="781" y="184"/>
                  </a:lnTo>
                  <a:lnTo>
                    <a:pt x="779" y="184"/>
                  </a:lnTo>
                  <a:lnTo>
                    <a:pt x="779" y="184"/>
                  </a:lnTo>
                  <a:lnTo>
                    <a:pt x="779" y="186"/>
                  </a:lnTo>
                  <a:lnTo>
                    <a:pt x="779" y="186"/>
                  </a:lnTo>
                  <a:lnTo>
                    <a:pt x="779" y="186"/>
                  </a:lnTo>
                  <a:lnTo>
                    <a:pt x="779" y="186"/>
                  </a:lnTo>
                  <a:lnTo>
                    <a:pt x="779" y="186"/>
                  </a:lnTo>
                  <a:lnTo>
                    <a:pt x="779" y="186"/>
                  </a:lnTo>
                  <a:lnTo>
                    <a:pt x="779" y="188"/>
                  </a:lnTo>
                  <a:lnTo>
                    <a:pt x="779" y="188"/>
                  </a:lnTo>
                  <a:lnTo>
                    <a:pt x="779" y="190"/>
                  </a:lnTo>
                  <a:lnTo>
                    <a:pt x="779" y="192"/>
                  </a:lnTo>
                  <a:lnTo>
                    <a:pt x="779" y="192"/>
                  </a:lnTo>
                  <a:lnTo>
                    <a:pt x="779" y="192"/>
                  </a:lnTo>
                  <a:lnTo>
                    <a:pt x="779" y="194"/>
                  </a:lnTo>
                  <a:lnTo>
                    <a:pt x="779" y="194"/>
                  </a:lnTo>
                  <a:lnTo>
                    <a:pt x="779" y="194"/>
                  </a:lnTo>
                  <a:lnTo>
                    <a:pt x="777" y="196"/>
                  </a:lnTo>
                  <a:lnTo>
                    <a:pt x="777" y="196"/>
                  </a:lnTo>
                  <a:lnTo>
                    <a:pt x="777" y="196"/>
                  </a:lnTo>
                  <a:lnTo>
                    <a:pt x="777" y="198"/>
                  </a:lnTo>
                  <a:lnTo>
                    <a:pt x="777" y="200"/>
                  </a:lnTo>
                  <a:lnTo>
                    <a:pt x="779" y="200"/>
                  </a:lnTo>
                  <a:lnTo>
                    <a:pt x="779" y="202"/>
                  </a:lnTo>
                  <a:lnTo>
                    <a:pt x="781" y="202"/>
                  </a:lnTo>
                  <a:lnTo>
                    <a:pt x="783" y="202"/>
                  </a:lnTo>
                  <a:lnTo>
                    <a:pt x="783" y="202"/>
                  </a:lnTo>
                  <a:lnTo>
                    <a:pt x="785" y="202"/>
                  </a:lnTo>
                  <a:lnTo>
                    <a:pt x="785" y="202"/>
                  </a:lnTo>
                  <a:lnTo>
                    <a:pt x="785" y="202"/>
                  </a:lnTo>
                  <a:lnTo>
                    <a:pt x="785" y="200"/>
                  </a:lnTo>
                  <a:lnTo>
                    <a:pt x="785" y="200"/>
                  </a:lnTo>
                  <a:lnTo>
                    <a:pt x="785" y="200"/>
                  </a:lnTo>
                  <a:lnTo>
                    <a:pt x="785" y="200"/>
                  </a:lnTo>
                  <a:lnTo>
                    <a:pt x="785" y="200"/>
                  </a:lnTo>
                  <a:lnTo>
                    <a:pt x="787" y="200"/>
                  </a:lnTo>
                  <a:lnTo>
                    <a:pt x="787" y="200"/>
                  </a:lnTo>
                  <a:lnTo>
                    <a:pt x="787" y="202"/>
                  </a:lnTo>
                  <a:lnTo>
                    <a:pt x="789" y="202"/>
                  </a:lnTo>
                  <a:lnTo>
                    <a:pt x="789" y="202"/>
                  </a:lnTo>
                  <a:lnTo>
                    <a:pt x="789" y="202"/>
                  </a:lnTo>
                  <a:lnTo>
                    <a:pt x="789" y="202"/>
                  </a:lnTo>
                  <a:lnTo>
                    <a:pt x="791" y="202"/>
                  </a:lnTo>
                  <a:lnTo>
                    <a:pt x="791" y="204"/>
                  </a:lnTo>
                  <a:lnTo>
                    <a:pt x="793" y="206"/>
                  </a:lnTo>
                  <a:lnTo>
                    <a:pt x="793" y="206"/>
                  </a:lnTo>
                  <a:lnTo>
                    <a:pt x="793" y="206"/>
                  </a:lnTo>
                  <a:lnTo>
                    <a:pt x="795" y="210"/>
                  </a:lnTo>
                  <a:lnTo>
                    <a:pt x="795" y="210"/>
                  </a:lnTo>
                  <a:lnTo>
                    <a:pt x="795" y="210"/>
                  </a:lnTo>
                  <a:lnTo>
                    <a:pt x="797" y="210"/>
                  </a:lnTo>
                  <a:lnTo>
                    <a:pt x="799" y="210"/>
                  </a:lnTo>
                  <a:lnTo>
                    <a:pt x="799" y="210"/>
                  </a:lnTo>
                  <a:lnTo>
                    <a:pt x="801" y="210"/>
                  </a:lnTo>
                  <a:lnTo>
                    <a:pt x="801" y="212"/>
                  </a:lnTo>
                  <a:lnTo>
                    <a:pt x="803" y="212"/>
                  </a:lnTo>
                  <a:lnTo>
                    <a:pt x="803" y="212"/>
                  </a:lnTo>
                  <a:lnTo>
                    <a:pt x="803" y="212"/>
                  </a:lnTo>
                  <a:lnTo>
                    <a:pt x="803" y="214"/>
                  </a:lnTo>
                  <a:lnTo>
                    <a:pt x="803" y="214"/>
                  </a:lnTo>
                  <a:lnTo>
                    <a:pt x="803" y="214"/>
                  </a:lnTo>
                  <a:lnTo>
                    <a:pt x="803" y="218"/>
                  </a:lnTo>
                  <a:lnTo>
                    <a:pt x="803" y="218"/>
                  </a:lnTo>
                  <a:lnTo>
                    <a:pt x="803" y="218"/>
                  </a:lnTo>
                  <a:lnTo>
                    <a:pt x="803" y="220"/>
                  </a:lnTo>
                  <a:lnTo>
                    <a:pt x="803" y="220"/>
                  </a:lnTo>
                  <a:lnTo>
                    <a:pt x="803" y="220"/>
                  </a:lnTo>
                  <a:lnTo>
                    <a:pt x="803" y="220"/>
                  </a:lnTo>
                  <a:lnTo>
                    <a:pt x="804" y="220"/>
                  </a:lnTo>
                  <a:lnTo>
                    <a:pt x="804" y="220"/>
                  </a:lnTo>
                  <a:lnTo>
                    <a:pt x="804" y="220"/>
                  </a:lnTo>
                  <a:lnTo>
                    <a:pt x="804" y="220"/>
                  </a:lnTo>
                  <a:lnTo>
                    <a:pt x="804" y="222"/>
                  </a:lnTo>
                  <a:lnTo>
                    <a:pt x="804" y="222"/>
                  </a:lnTo>
                  <a:lnTo>
                    <a:pt x="804" y="222"/>
                  </a:lnTo>
                  <a:lnTo>
                    <a:pt x="803" y="224"/>
                  </a:lnTo>
                  <a:lnTo>
                    <a:pt x="803" y="224"/>
                  </a:lnTo>
                  <a:lnTo>
                    <a:pt x="803" y="224"/>
                  </a:lnTo>
                  <a:lnTo>
                    <a:pt x="803" y="224"/>
                  </a:lnTo>
                  <a:lnTo>
                    <a:pt x="803" y="226"/>
                  </a:lnTo>
                  <a:lnTo>
                    <a:pt x="803" y="226"/>
                  </a:lnTo>
                  <a:lnTo>
                    <a:pt x="804" y="228"/>
                  </a:lnTo>
                  <a:lnTo>
                    <a:pt x="804" y="228"/>
                  </a:lnTo>
                  <a:lnTo>
                    <a:pt x="804" y="228"/>
                  </a:lnTo>
                  <a:lnTo>
                    <a:pt x="804" y="228"/>
                  </a:lnTo>
                  <a:lnTo>
                    <a:pt x="804" y="232"/>
                  </a:lnTo>
                  <a:lnTo>
                    <a:pt x="806" y="234"/>
                  </a:lnTo>
                  <a:lnTo>
                    <a:pt x="806" y="234"/>
                  </a:lnTo>
                  <a:lnTo>
                    <a:pt x="806" y="234"/>
                  </a:lnTo>
                  <a:lnTo>
                    <a:pt x="806" y="234"/>
                  </a:lnTo>
                  <a:lnTo>
                    <a:pt x="806" y="235"/>
                  </a:lnTo>
                  <a:lnTo>
                    <a:pt x="806" y="235"/>
                  </a:lnTo>
                  <a:lnTo>
                    <a:pt x="808" y="235"/>
                  </a:lnTo>
                  <a:lnTo>
                    <a:pt x="808" y="235"/>
                  </a:lnTo>
                  <a:lnTo>
                    <a:pt x="810" y="237"/>
                  </a:lnTo>
                  <a:lnTo>
                    <a:pt x="810" y="237"/>
                  </a:lnTo>
                  <a:lnTo>
                    <a:pt x="810" y="237"/>
                  </a:lnTo>
                  <a:lnTo>
                    <a:pt x="810" y="239"/>
                  </a:lnTo>
                  <a:lnTo>
                    <a:pt x="810" y="239"/>
                  </a:lnTo>
                  <a:lnTo>
                    <a:pt x="808" y="239"/>
                  </a:lnTo>
                  <a:lnTo>
                    <a:pt x="808" y="241"/>
                  </a:lnTo>
                  <a:lnTo>
                    <a:pt x="808" y="241"/>
                  </a:lnTo>
                  <a:lnTo>
                    <a:pt x="808" y="243"/>
                  </a:lnTo>
                  <a:lnTo>
                    <a:pt x="808" y="243"/>
                  </a:lnTo>
                  <a:lnTo>
                    <a:pt x="806" y="243"/>
                  </a:lnTo>
                  <a:lnTo>
                    <a:pt x="806" y="245"/>
                  </a:lnTo>
                  <a:lnTo>
                    <a:pt x="804" y="247"/>
                  </a:lnTo>
                  <a:lnTo>
                    <a:pt x="803" y="247"/>
                  </a:lnTo>
                  <a:lnTo>
                    <a:pt x="803" y="249"/>
                  </a:lnTo>
                  <a:lnTo>
                    <a:pt x="799" y="249"/>
                  </a:lnTo>
                  <a:lnTo>
                    <a:pt x="795" y="249"/>
                  </a:lnTo>
                  <a:lnTo>
                    <a:pt x="785" y="247"/>
                  </a:lnTo>
                  <a:lnTo>
                    <a:pt x="785" y="249"/>
                  </a:lnTo>
                  <a:lnTo>
                    <a:pt x="785" y="249"/>
                  </a:lnTo>
                  <a:lnTo>
                    <a:pt x="785" y="249"/>
                  </a:lnTo>
                  <a:lnTo>
                    <a:pt x="785" y="249"/>
                  </a:lnTo>
                  <a:lnTo>
                    <a:pt x="781" y="247"/>
                  </a:lnTo>
                  <a:lnTo>
                    <a:pt x="779" y="247"/>
                  </a:lnTo>
                  <a:lnTo>
                    <a:pt x="779" y="247"/>
                  </a:lnTo>
                  <a:lnTo>
                    <a:pt x="777" y="247"/>
                  </a:lnTo>
                  <a:lnTo>
                    <a:pt x="777" y="247"/>
                  </a:lnTo>
                  <a:lnTo>
                    <a:pt x="775" y="245"/>
                  </a:lnTo>
                  <a:lnTo>
                    <a:pt x="775" y="247"/>
                  </a:lnTo>
                  <a:lnTo>
                    <a:pt x="773" y="247"/>
                  </a:lnTo>
                  <a:lnTo>
                    <a:pt x="771" y="247"/>
                  </a:lnTo>
                  <a:lnTo>
                    <a:pt x="767" y="249"/>
                  </a:lnTo>
                  <a:lnTo>
                    <a:pt x="767" y="249"/>
                  </a:lnTo>
                  <a:lnTo>
                    <a:pt x="767" y="251"/>
                  </a:lnTo>
                  <a:lnTo>
                    <a:pt x="765" y="251"/>
                  </a:lnTo>
                  <a:lnTo>
                    <a:pt x="765" y="253"/>
                  </a:lnTo>
                  <a:lnTo>
                    <a:pt x="765" y="253"/>
                  </a:lnTo>
                  <a:lnTo>
                    <a:pt x="765" y="253"/>
                  </a:lnTo>
                  <a:lnTo>
                    <a:pt x="765" y="255"/>
                  </a:lnTo>
                  <a:lnTo>
                    <a:pt x="765" y="255"/>
                  </a:lnTo>
                  <a:lnTo>
                    <a:pt x="765" y="255"/>
                  </a:lnTo>
                  <a:lnTo>
                    <a:pt x="765" y="257"/>
                  </a:lnTo>
                  <a:lnTo>
                    <a:pt x="765" y="257"/>
                  </a:lnTo>
                  <a:lnTo>
                    <a:pt x="765" y="259"/>
                  </a:lnTo>
                  <a:lnTo>
                    <a:pt x="765" y="259"/>
                  </a:lnTo>
                  <a:lnTo>
                    <a:pt x="765" y="259"/>
                  </a:lnTo>
                  <a:lnTo>
                    <a:pt x="765" y="259"/>
                  </a:lnTo>
                  <a:lnTo>
                    <a:pt x="765" y="261"/>
                  </a:lnTo>
                  <a:lnTo>
                    <a:pt x="765" y="263"/>
                  </a:lnTo>
                  <a:lnTo>
                    <a:pt x="765" y="263"/>
                  </a:lnTo>
                  <a:lnTo>
                    <a:pt x="765" y="263"/>
                  </a:lnTo>
                  <a:lnTo>
                    <a:pt x="763" y="263"/>
                  </a:lnTo>
                  <a:lnTo>
                    <a:pt x="763" y="265"/>
                  </a:lnTo>
                  <a:lnTo>
                    <a:pt x="763" y="265"/>
                  </a:lnTo>
                  <a:lnTo>
                    <a:pt x="763" y="265"/>
                  </a:lnTo>
                  <a:lnTo>
                    <a:pt x="763" y="265"/>
                  </a:lnTo>
                  <a:lnTo>
                    <a:pt x="761" y="263"/>
                  </a:lnTo>
                  <a:lnTo>
                    <a:pt x="761" y="263"/>
                  </a:lnTo>
                  <a:lnTo>
                    <a:pt x="759" y="263"/>
                  </a:lnTo>
                  <a:lnTo>
                    <a:pt x="757" y="265"/>
                  </a:lnTo>
                  <a:lnTo>
                    <a:pt x="757" y="265"/>
                  </a:lnTo>
                  <a:lnTo>
                    <a:pt x="757" y="267"/>
                  </a:lnTo>
                  <a:lnTo>
                    <a:pt x="757" y="267"/>
                  </a:lnTo>
                  <a:lnTo>
                    <a:pt x="757" y="267"/>
                  </a:lnTo>
                  <a:lnTo>
                    <a:pt x="755" y="269"/>
                  </a:lnTo>
                  <a:lnTo>
                    <a:pt x="755" y="269"/>
                  </a:lnTo>
                  <a:lnTo>
                    <a:pt x="755" y="269"/>
                  </a:lnTo>
                  <a:lnTo>
                    <a:pt x="753" y="269"/>
                  </a:lnTo>
                  <a:lnTo>
                    <a:pt x="753" y="269"/>
                  </a:lnTo>
                  <a:lnTo>
                    <a:pt x="746" y="271"/>
                  </a:lnTo>
                  <a:lnTo>
                    <a:pt x="746" y="273"/>
                  </a:lnTo>
                  <a:lnTo>
                    <a:pt x="744" y="273"/>
                  </a:lnTo>
                  <a:lnTo>
                    <a:pt x="740" y="275"/>
                  </a:lnTo>
                  <a:lnTo>
                    <a:pt x="738" y="275"/>
                  </a:lnTo>
                  <a:lnTo>
                    <a:pt x="736" y="275"/>
                  </a:lnTo>
                  <a:lnTo>
                    <a:pt x="736" y="275"/>
                  </a:lnTo>
                  <a:lnTo>
                    <a:pt x="736" y="277"/>
                  </a:lnTo>
                  <a:lnTo>
                    <a:pt x="736" y="277"/>
                  </a:lnTo>
                  <a:lnTo>
                    <a:pt x="736" y="277"/>
                  </a:lnTo>
                  <a:lnTo>
                    <a:pt x="736" y="277"/>
                  </a:lnTo>
                  <a:lnTo>
                    <a:pt x="736" y="279"/>
                  </a:lnTo>
                  <a:lnTo>
                    <a:pt x="736" y="279"/>
                  </a:lnTo>
                  <a:lnTo>
                    <a:pt x="738" y="283"/>
                  </a:lnTo>
                  <a:lnTo>
                    <a:pt x="738" y="283"/>
                  </a:lnTo>
                  <a:lnTo>
                    <a:pt x="738" y="283"/>
                  </a:lnTo>
                  <a:lnTo>
                    <a:pt x="738" y="283"/>
                  </a:lnTo>
                  <a:lnTo>
                    <a:pt x="738" y="285"/>
                  </a:lnTo>
                  <a:lnTo>
                    <a:pt x="738" y="285"/>
                  </a:lnTo>
                  <a:lnTo>
                    <a:pt x="738" y="285"/>
                  </a:lnTo>
                  <a:lnTo>
                    <a:pt x="738" y="285"/>
                  </a:lnTo>
                  <a:lnTo>
                    <a:pt x="738" y="285"/>
                  </a:lnTo>
                  <a:lnTo>
                    <a:pt x="736" y="287"/>
                  </a:lnTo>
                  <a:lnTo>
                    <a:pt x="736" y="287"/>
                  </a:lnTo>
                  <a:lnTo>
                    <a:pt x="738" y="287"/>
                  </a:lnTo>
                  <a:lnTo>
                    <a:pt x="738" y="289"/>
                  </a:lnTo>
                  <a:lnTo>
                    <a:pt x="738" y="289"/>
                  </a:lnTo>
                  <a:lnTo>
                    <a:pt x="738" y="289"/>
                  </a:lnTo>
                  <a:lnTo>
                    <a:pt x="738" y="289"/>
                  </a:lnTo>
                  <a:lnTo>
                    <a:pt x="738" y="290"/>
                  </a:lnTo>
                  <a:lnTo>
                    <a:pt x="738" y="290"/>
                  </a:lnTo>
                  <a:lnTo>
                    <a:pt x="736" y="292"/>
                  </a:lnTo>
                  <a:lnTo>
                    <a:pt x="734" y="294"/>
                  </a:lnTo>
                  <a:lnTo>
                    <a:pt x="734" y="294"/>
                  </a:lnTo>
                  <a:lnTo>
                    <a:pt x="732" y="294"/>
                  </a:lnTo>
                  <a:lnTo>
                    <a:pt x="730" y="294"/>
                  </a:lnTo>
                  <a:lnTo>
                    <a:pt x="728" y="294"/>
                  </a:lnTo>
                  <a:lnTo>
                    <a:pt x="728" y="296"/>
                  </a:lnTo>
                  <a:lnTo>
                    <a:pt x="726" y="296"/>
                  </a:lnTo>
                  <a:lnTo>
                    <a:pt x="726" y="296"/>
                  </a:lnTo>
                  <a:lnTo>
                    <a:pt x="726" y="298"/>
                  </a:lnTo>
                  <a:lnTo>
                    <a:pt x="726" y="298"/>
                  </a:lnTo>
                  <a:lnTo>
                    <a:pt x="726" y="298"/>
                  </a:lnTo>
                  <a:lnTo>
                    <a:pt x="726" y="298"/>
                  </a:lnTo>
                  <a:lnTo>
                    <a:pt x="726" y="300"/>
                  </a:lnTo>
                  <a:lnTo>
                    <a:pt x="726" y="300"/>
                  </a:lnTo>
                  <a:lnTo>
                    <a:pt x="726" y="300"/>
                  </a:lnTo>
                  <a:lnTo>
                    <a:pt x="716" y="296"/>
                  </a:lnTo>
                  <a:lnTo>
                    <a:pt x="716" y="298"/>
                  </a:lnTo>
                  <a:lnTo>
                    <a:pt x="712" y="298"/>
                  </a:lnTo>
                  <a:lnTo>
                    <a:pt x="712" y="300"/>
                  </a:lnTo>
                  <a:lnTo>
                    <a:pt x="710" y="300"/>
                  </a:lnTo>
                  <a:lnTo>
                    <a:pt x="710" y="300"/>
                  </a:lnTo>
                  <a:lnTo>
                    <a:pt x="710" y="300"/>
                  </a:lnTo>
                  <a:lnTo>
                    <a:pt x="710" y="300"/>
                  </a:lnTo>
                  <a:lnTo>
                    <a:pt x="706" y="302"/>
                  </a:lnTo>
                  <a:lnTo>
                    <a:pt x="703" y="304"/>
                  </a:lnTo>
                  <a:lnTo>
                    <a:pt x="703" y="304"/>
                  </a:lnTo>
                  <a:lnTo>
                    <a:pt x="703" y="306"/>
                  </a:lnTo>
                  <a:lnTo>
                    <a:pt x="695" y="310"/>
                  </a:lnTo>
                  <a:lnTo>
                    <a:pt x="693" y="310"/>
                  </a:lnTo>
                  <a:lnTo>
                    <a:pt x="693" y="310"/>
                  </a:lnTo>
                  <a:lnTo>
                    <a:pt x="693" y="310"/>
                  </a:lnTo>
                  <a:lnTo>
                    <a:pt x="693" y="312"/>
                  </a:lnTo>
                  <a:lnTo>
                    <a:pt x="693" y="312"/>
                  </a:lnTo>
                  <a:lnTo>
                    <a:pt x="693" y="312"/>
                  </a:lnTo>
                  <a:lnTo>
                    <a:pt x="693" y="312"/>
                  </a:lnTo>
                  <a:lnTo>
                    <a:pt x="693" y="314"/>
                  </a:lnTo>
                  <a:lnTo>
                    <a:pt x="693" y="316"/>
                  </a:lnTo>
                  <a:lnTo>
                    <a:pt x="691" y="316"/>
                  </a:lnTo>
                  <a:lnTo>
                    <a:pt x="691" y="318"/>
                  </a:lnTo>
                  <a:lnTo>
                    <a:pt x="691" y="318"/>
                  </a:lnTo>
                  <a:lnTo>
                    <a:pt x="691" y="320"/>
                  </a:lnTo>
                  <a:lnTo>
                    <a:pt x="691" y="322"/>
                  </a:lnTo>
                  <a:lnTo>
                    <a:pt x="691" y="322"/>
                  </a:lnTo>
                  <a:lnTo>
                    <a:pt x="691" y="322"/>
                  </a:lnTo>
                  <a:lnTo>
                    <a:pt x="689" y="324"/>
                  </a:lnTo>
                  <a:lnTo>
                    <a:pt x="689" y="324"/>
                  </a:lnTo>
                  <a:lnTo>
                    <a:pt x="689" y="326"/>
                  </a:lnTo>
                  <a:lnTo>
                    <a:pt x="689" y="328"/>
                  </a:lnTo>
                  <a:lnTo>
                    <a:pt x="689" y="328"/>
                  </a:lnTo>
                  <a:lnTo>
                    <a:pt x="687" y="328"/>
                  </a:lnTo>
                  <a:lnTo>
                    <a:pt x="648" y="345"/>
                  </a:lnTo>
                  <a:lnTo>
                    <a:pt x="648" y="345"/>
                  </a:lnTo>
                  <a:lnTo>
                    <a:pt x="646" y="345"/>
                  </a:lnTo>
                  <a:lnTo>
                    <a:pt x="646" y="347"/>
                  </a:lnTo>
                  <a:lnTo>
                    <a:pt x="642" y="347"/>
                  </a:lnTo>
                  <a:lnTo>
                    <a:pt x="642" y="349"/>
                  </a:lnTo>
                  <a:lnTo>
                    <a:pt x="642" y="349"/>
                  </a:lnTo>
                  <a:lnTo>
                    <a:pt x="642" y="349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0" y="351"/>
                  </a:lnTo>
                  <a:lnTo>
                    <a:pt x="640" y="353"/>
                  </a:lnTo>
                  <a:lnTo>
                    <a:pt x="640" y="353"/>
                  </a:lnTo>
                  <a:lnTo>
                    <a:pt x="640" y="353"/>
                  </a:lnTo>
                  <a:lnTo>
                    <a:pt x="638" y="353"/>
                  </a:lnTo>
                  <a:lnTo>
                    <a:pt x="638" y="353"/>
                  </a:lnTo>
                  <a:lnTo>
                    <a:pt x="634" y="353"/>
                  </a:lnTo>
                  <a:lnTo>
                    <a:pt x="632" y="353"/>
                  </a:lnTo>
                  <a:lnTo>
                    <a:pt x="632" y="353"/>
                  </a:lnTo>
                  <a:lnTo>
                    <a:pt x="630" y="353"/>
                  </a:lnTo>
                  <a:lnTo>
                    <a:pt x="630" y="353"/>
                  </a:lnTo>
                  <a:lnTo>
                    <a:pt x="630" y="353"/>
                  </a:lnTo>
                  <a:lnTo>
                    <a:pt x="581" y="343"/>
                  </a:lnTo>
                  <a:lnTo>
                    <a:pt x="575" y="345"/>
                  </a:lnTo>
                  <a:lnTo>
                    <a:pt x="575" y="345"/>
                  </a:lnTo>
                  <a:lnTo>
                    <a:pt x="573" y="345"/>
                  </a:lnTo>
                  <a:lnTo>
                    <a:pt x="573" y="345"/>
                  </a:lnTo>
                  <a:lnTo>
                    <a:pt x="573" y="343"/>
                  </a:lnTo>
                  <a:lnTo>
                    <a:pt x="573" y="343"/>
                  </a:lnTo>
                  <a:lnTo>
                    <a:pt x="573" y="343"/>
                  </a:lnTo>
                  <a:lnTo>
                    <a:pt x="575" y="342"/>
                  </a:lnTo>
                  <a:lnTo>
                    <a:pt x="575" y="342"/>
                  </a:lnTo>
                  <a:lnTo>
                    <a:pt x="534" y="332"/>
                  </a:lnTo>
                  <a:lnTo>
                    <a:pt x="355" y="285"/>
                  </a:lnTo>
                  <a:lnTo>
                    <a:pt x="304" y="261"/>
                  </a:lnTo>
                  <a:lnTo>
                    <a:pt x="300" y="259"/>
                  </a:lnTo>
                  <a:lnTo>
                    <a:pt x="297" y="261"/>
                  </a:lnTo>
                  <a:lnTo>
                    <a:pt x="297" y="261"/>
                  </a:lnTo>
                  <a:lnTo>
                    <a:pt x="295" y="263"/>
                  </a:lnTo>
                  <a:lnTo>
                    <a:pt x="295" y="263"/>
                  </a:lnTo>
                  <a:lnTo>
                    <a:pt x="295" y="263"/>
                  </a:lnTo>
                  <a:lnTo>
                    <a:pt x="291" y="263"/>
                  </a:lnTo>
                  <a:lnTo>
                    <a:pt x="291" y="263"/>
                  </a:lnTo>
                  <a:lnTo>
                    <a:pt x="291" y="265"/>
                  </a:lnTo>
                  <a:lnTo>
                    <a:pt x="289" y="265"/>
                  </a:lnTo>
                  <a:lnTo>
                    <a:pt x="287" y="263"/>
                  </a:lnTo>
                  <a:lnTo>
                    <a:pt x="287" y="265"/>
                  </a:lnTo>
                  <a:lnTo>
                    <a:pt x="287" y="265"/>
                  </a:lnTo>
                  <a:lnTo>
                    <a:pt x="287" y="265"/>
                  </a:lnTo>
                  <a:lnTo>
                    <a:pt x="287" y="265"/>
                  </a:lnTo>
                  <a:lnTo>
                    <a:pt x="287" y="267"/>
                  </a:lnTo>
                  <a:lnTo>
                    <a:pt x="285" y="267"/>
                  </a:lnTo>
                  <a:lnTo>
                    <a:pt x="285" y="267"/>
                  </a:lnTo>
                  <a:lnTo>
                    <a:pt x="285" y="267"/>
                  </a:lnTo>
                  <a:lnTo>
                    <a:pt x="285" y="267"/>
                  </a:lnTo>
                  <a:lnTo>
                    <a:pt x="285" y="269"/>
                  </a:lnTo>
                  <a:lnTo>
                    <a:pt x="283" y="267"/>
                  </a:lnTo>
                  <a:lnTo>
                    <a:pt x="283" y="267"/>
                  </a:lnTo>
                  <a:lnTo>
                    <a:pt x="283" y="269"/>
                  </a:lnTo>
                  <a:lnTo>
                    <a:pt x="281" y="269"/>
                  </a:lnTo>
                  <a:lnTo>
                    <a:pt x="281" y="269"/>
                  </a:lnTo>
                  <a:lnTo>
                    <a:pt x="279" y="269"/>
                  </a:lnTo>
                  <a:lnTo>
                    <a:pt x="279" y="269"/>
                  </a:lnTo>
                  <a:lnTo>
                    <a:pt x="277" y="267"/>
                  </a:lnTo>
                  <a:lnTo>
                    <a:pt x="275" y="267"/>
                  </a:lnTo>
                  <a:lnTo>
                    <a:pt x="275" y="267"/>
                  </a:lnTo>
                  <a:lnTo>
                    <a:pt x="273" y="267"/>
                  </a:lnTo>
                  <a:lnTo>
                    <a:pt x="273" y="267"/>
                  </a:lnTo>
                  <a:lnTo>
                    <a:pt x="273" y="269"/>
                  </a:lnTo>
                  <a:lnTo>
                    <a:pt x="273" y="269"/>
                  </a:lnTo>
                  <a:lnTo>
                    <a:pt x="271" y="269"/>
                  </a:lnTo>
                  <a:lnTo>
                    <a:pt x="271" y="269"/>
                  </a:lnTo>
                  <a:lnTo>
                    <a:pt x="271" y="271"/>
                  </a:lnTo>
                  <a:lnTo>
                    <a:pt x="271" y="271"/>
                  </a:lnTo>
                  <a:lnTo>
                    <a:pt x="271" y="271"/>
                  </a:lnTo>
                  <a:lnTo>
                    <a:pt x="271" y="273"/>
                  </a:lnTo>
                  <a:lnTo>
                    <a:pt x="271" y="273"/>
                  </a:lnTo>
                  <a:lnTo>
                    <a:pt x="271" y="273"/>
                  </a:lnTo>
                  <a:lnTo>
                    <a:pt x="271" y="273"/>
                  </a:lnTo>
                  <a:lnTo>
                    <a:pt x="269" y="275"/>
                  </a:lnTo>
                  <a:lnTo>
                    <a:pt x="269" y="275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71" y="279"/>
                  </a:lnTo>
                  <a:lnTo>
                    <a:pt x="271" y="279"/>
                  </a:lnTo>
                  <a:lnTo>
                    <a:pt x="269" y="281"/>
                  </a:lnTo>
                  <a:lnTo>
                    <a:pt x="161" y="312"/>
                  </a:lnTo>
                  <a:lnTo>
                    <a:pt x="132" y="300"/>
                  </a:lnTo>
                  <a:lnTo>
                    <a:pt x="130" y="300"/>
                  </a:lnTo>
                  <a:lnTo>
                    <a:pt x="130" y="300"/>
                  </a:lnTo>
                  <a:lnTo>
                    <a:pt x="130" y="300"/>
                  </a:lnTo>
                  <a:lnTo>
                    <a:pt x="128" y="302"/>
                  </a:lnTo>
                  <a:lnTo>
                    <a:pt x="128" y="304"/>
                  </a:lnTo>
                  <a:lnTo>
                    <a:pt x="126" y="304"/>
                  </a:lnTo>
                  <a:lnTo>
                    <a:pt x="126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0" y="306"/>
                  </a:lnTo>
                  <a:lnTo>
                    <a:pt x="112" y="312"/>
                  </a:lnTo>
                  <a:lnTo>
                    <a:pt x="110" y="314"/>
                  </a:lnTo>
                  <a:lnTo>
                    <a:pt x="110" y="314"/>
                  </a:lnTo>
                  <a:lnTo>
                    <a:pt x="110" y="314"/>
                  </a:lnTo>
                  <a:lnTo>
                    <a:pt x="110" y="314"/>
                  </a:lnTo>
                  <a:lnTo>
                    <a:pt x="110" y="318"/>
                  </a:lnTo>
                  <a:lnTo>
                    <a:pt x="110" y="320"/>
                  </a:lnTo>
                  <a:lnTo>
                    <a:pt x="110" y="320"/>
                  </a:lnTo>
                  <a:lnTo>
                    <a:pt x="108" y="320"/>
                  </a:lnTo>
                  <a:lnTo>
                    <a:pt x="108" y="320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6" y="322"/>
                  </a:lnTo>
                  <a:lnTo>
                    <a:pt x="106" y="322"/>
                  </a:lnTo>
                  <a:lnTo>
                    <a:pt x="104" y="322"/>
                  </a:lnTo>
                  <a:lnTo>
                    <a:pt x="96" y="318"/>
                  </a:lnTo>
                  <a:lnTo>
                    <a:pt x="87" y="316"/>
                  </a:lnTo>
                  <a:lnTo>
                    <a:pt x="85" y="314"/>
                  </a:lnTo>
                  <a:lnTo>
                    <a:pt x="63" y="287"/>
                  </a:lnTo>
                  <a:lnTo>
                    <a:pt x="47" y="277"/>
                  </a:lnTo>
                  <a:lnTo>
                    <a:pt x="47" y="275"/>
                  </a:lnTo>
                  <a:lnTo>
                    <a:pt x="44" y="277"/>
                  </a:lnTo>
                  <a:lnTo>
                    <a:pt x="20" y="251"/>
                  </a:lnTo>
                  <a:lnTo>
                    <a:pt x="18" y="251"/>
                  </a:lnTo>
                  <a:lnTo>
                    <a:pt x="18" y="251"/>
                  </a:lnTo>
                  <a:lnTo>
                    <a:pt x="10" y="241"/>
                  </a:lnTo>
                  <a:lnTo>
                    <a:pt x="8" y="234"/>
                  </a:lnTo>
                  <a:lnTo>
                    <a:pt x="8" y="234"/>
                  </a:lnTo>
                  <a:lnTo>
                    <a:pt x="4" y="230"/>
                  </a:lnTo>
                  <a:lnTo>
                    <a:pt x="4" y="228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" y="224"/>
                  </a:lnTo>
                  <a:lnTo>
                    <a:pt x="2" y="224"/>
                  </a:lnTo>
                  <a:lnTo>
                    <a:pt x="8" y="222"/>
                  </a:lnTo>
                  <a:lnTo>
                    <a:pt x="8" y="220"/>
                  </a:lnTo>
                  <a:lnTo>
                    <a:pt x="10" y="220"/>
                  </a:lnTo>
                  <a:lnTo>
                    <a:pt x="10" y="218"/>
                  </a:lnTo>
                  <a:lnTo>
                    <a:pt x="12" y="212"/>
                  </a:lnTo>
                  <a:lnTo>
                    <a:pt x="14" y="210"/>
                  </a:lnTo>
                  <a:lnTo>
                    <a:pt x="16" y="210"/>
                  </a:lnTo>
                  <a:lnTo>
                    <a:pt x="18" y="208"/>
                  </a:lnTo>
                  <a:lnTo>
                    <a:pt x="20" y="210"/>
                  </a:lnTo>
                  <a:lnTo>
                    <a:pt x="20" y="208"/>
                  </a:lnTo>
                  <a:lnTo>
                    <a:pt x="20" y="208"/>
                  </a:lnTo>
                  <a:lnTo>
                    <a:pt x="20" y="208"/>
                  </a:lnTo>
                  <a:lnTo>
                    <a:pt x="18" y="208"/>
                  </a:lnTo>
                  <a:lnTo>
                    <a:pt x="18" y="206"/>
                  </a:lnTo>
                  <a:lnTo>
                    <a:pt x="18" y="204"/>
                  </a:lnTo>
                  <a:lnTo>
                    <a:pt x="18" y="202"/>
                  </a:lnTo>
                  <a:lnTo>
                    <a:pt x="18" y="198"/>
                  </a:lnTo>
                  <a:lnTo>
                    <a:pt x="18" y="196"/>
                  </a:lnTo>
                  <a:lnTo>
                    <a:pt x="18" y="194"/>
                  </a:lnTo>
                  <a:lnTo>
                    <a:pt x="22" y="194"/>
                  </a:lnTo>
                  <a:lnTo>
                    <a:pt x="24" y="192"/>
                  </a:lnTo>
                  <a:lnTo>
                    <a:pt x="26" y="188"/>
                  </a:lnTo>
                  <a:lnTo>
                    <a:pt x="26" y="186"/>
                  </a:lnTo>
                  <a:lnTo>
                    <a:pt x="28" y="186"/>
                  </a:lnTo>
                  <a:lnTo>
                    <a:pt x="28" y="186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28" y="182"/>
                  </a:lnTo>
                  <a:lnTo>
                    <a:pt x="26" y="179"/>
                  </a:lnTo>
                  <a:lnTo>
                    <a:pt x="26" y="179"/>
                  </a:lnTo>
                  <a:lnTo>
                    <a:pt x="26" y="177"/>
                  </a:lnTo>
                  <a:lnTo>
                    <a:pt x="26" y="175"/>
                  </a:lnTo>
                  <a:lnTo>
                    <a:pt x="24" y="171"/>
                  </a:lnTo>
                  <a:lnTo>
                    <a:pt x="26" y="171"/>
                  </a:lnTo>
                  <a:lnTo>
                    <a:pt x="26" y="169"/>
                  </a:lnTo>
                  <a:lnTo>
                    <a:pt x="28" y="169"/>
                  </a:lnTo>
                  <a:lnTo>
                    <a:pt x="28" y="169"/>
                  </a:lnTo>
                  <a:lnTo>
                    <a:pt x="24" y="169"/>
                  </a:lnTo>
                  <a:lnTo>
                    <a:pt x="24" y="167"/>
                  </a:lnTo>
                  <a:lnTo>
                    <a:pt x="24" y="167"/>
                  </a:lnTo>
                  <a:lnTo>
                    <a:pt x="24" y="165"/>
                  </a:lnTo>
                  <a:lnTo>
                    <a:pt x="22" y="163"/>
                  </a:lnTo>
                  <a:lnTo>
                    <a:pt x="22" y="161"/>
                  </a:lnTo>
                  <a:lnTo>
                    <a:pt x="20" y="159"/>
                  </a:lnTo>
                  <a:lnTo>
                    <a:pt x="18" y="159"/>
                  </a:lnTo>
                  <a:lnTo>
                    <a:pt x="16" y="157"/>
                  </a:lnTo>
                  <a:lnTo>
                    <a:pt x="16" y="157"/>
                  </a:lnTo>
                  <a:lnTo>
                    <a:pt x="14" y="157"/>
                  </a:lnTo>
                  <a:lnTo>
                    <a:pt x="12" y="155"/>
                  </a:lnTo>
                  <a:lnTo>
                    <a:pt x="12" y="155"/>
                  </a:lnTo>
                  <a:lnTo>
                    <a:pt x="10" y="151"/>
                  </a:lnTo>
                  <a:lnTo>
                    <a:pt x="10" y="149"/>
                  </a:lnTo>
                  <a:lnTo>
                    <a:pt x="12" y="149"/>
                  </a:lnTo>
                  <a:lnTo>
                    <a:pt x="12" y="145"/>
                  </a:lnTo>
                  <a:lnTo>
                    <a:pt x="16" y="139"/>
                  </a:lnTo>
                  <a:lnTo>
                    <a:pt x="22" y="133"/>
                  </a:lnTo>
                  <a:lnTo>
                    <a:pt x="32" y="122"/>
                  </a:lnTo>
                  <a:lnTo>
                    <a:pt x="34" y="118"/>
                  </a:lnTo>
                  <a:lnTo>
                    <a:pt x="34" y="118"/>
                  </a:lnTo>
                  <a:lnTo>
                    <a:pt x="34" y="116"/>
                  </a:lnTo>
                  <a:lnTo>
                    <a:pt x="34" y="114"/>
                  </a:lnTo>
                  <a:lnTo>
                    <a:pt x="36" y="114"/>
                  </a:lnTo>
                  <a:lnTo>
                    <a:pt x="36" y="112"/>
                  </a:lnTo>
                  <a:lnTo>
                    <a:pt x="36" y="112"/>
                  </a:lnTo>
                  <a:lnTo>
                    <a:pt x="38" y="112"/>
                  </a:lnTo>
                  <a:lnTo>
                    <a:pt x="38" y="112"/>
                  </a:lnTo>
                  <a:lnTo>
                    <a:pt x="38" y="112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40" y="114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0" y="110"/>
                  </a:lnTo>
                  <a:lnTo>
                    <a:pt x="38" y="110"/>
                  </a:lnTo>
                  <a:lnTo>
                    <a:pt x="38" y="110"/>
                  </a:lnTo>
                  <a:lnTo>
                    <a:pt x="40" y="108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2" y="104"/>
                  </a:lnTo>
                  <a:lnTo>
                    <a:pt x="44" y="104"/>
                  </a:lnTo>
                  <a:lnTo>
                    <a:pt x="44" y="102"/>
                  </a:lnTo>
                  <a:lnTo>
                    <a:pt x="44" y="100"/>
                  </a:lnTo>
                  <a:lnTo>
                    <a:pt x="44" y="100"/>
                  </a:lnTo>
                  <a:lnTo>
                    <a:pt x="44" y="98"/>
                  </a:lnTo>
                  <a:lnTo>
                    <a:pt x="44" y="98"/>
                  </a:lnTo>
                  <a:lnTo>
                    <a:pt x="44" y="98"/>
                  </a:lnTo>
                  <a:lnTo>
                    <a:pt x="44" y="96"/>
                  </a:lnTo>
                  <a:lnTo>
                    <a:pt x="44" y="94"/>
                  </a:lnTo>
                  <a:lnTo>
                    <a:pt x="45" y="94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9" y="94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51" y="90"/>
                  </a:lnTo>
                  <a:lnTo>
                    <a:pt x="47" y="92"/>
                  </a:lnTo>
                  <a:lnTo>
                    <a:pt x="47" y="9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49" y="86"/>
                  </a:lnTo>
                  <a:lnTo>
                    <a:pt x="49" y="84"/>
                  </a:lnTo>
                  <a:lnTo>
                    <a:pt x="51" y="84"/>
                  </a:lnTo>
                  <a:lnTo>
                    <a:pt x="59" y="82"/>
                  </a:lnTo>
                  <a:lnTo>
                    <a:pt x="61" y="82"/>
                  </a:lnTo>
                  <a:lnTo>
                    <a:pt x="61" y="82"/>
                  </a:lnTo>
                  <a:lnTo>
                    <a:pt x="59" y="80"/>
                  </a:lnTo>
                  <a:lnTo>
                    <a:pt x="57" y="80"/>
                  </a:lnTo>
                  <a:lnTo>
                    <a:pt x="55" y="80"/>
                  </a:lnTo>
                  <a:lnTo>
                    <a:pt x="53" y="82"/>
                  </a:lnTo>
                  <a:lnTo>
                    <a:pt x="51" y="82"/>
                  </a:lnTo>
                  <a:lnTo>
                    <a:pt x="53" y="80"/>
                  </a:lnTo>
                  <a:lnTo>
                    <a:pt x="53" y="76"/>
                  </a:lnTo>
                  <a:lnTo>
                    <a:pt x="55" y="74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57" y="71"/>
                  </a:lnTo>
                  <a:lnTo>
                    <a:pt x="57" y="69"/>
                  </a:lnTo>
                  <a:lnTo>
                    <a:pt x="61" y="65"/>
                  </a:lnTo>
                  <a:lnTo>
                    <a:pt x="61" y="63"/>
                  </a:lnTo>
                  <a:lnTo>
                    <a:pt x="63" y="61"/>
                  </a:lnTo>
                  <a:lnTo>
                    <a:pt x="63" y="59"/>
                  </a:lnTo>
                  <a:lnTo>
                    <a:pt x="61" y="55"/>
                  </a:lnTo>
                  <a:lnTo>
                    <a:pt x="51" y="35"/>
                  </a:lnTo>
                  <a:lnTo>
                    <a:pt x="44" y="18"/>
                  </a:lnTo>
                  <a:lnTo>
                    <a:pt x="44" y="16"/>
                  </a:lnTo>
                  <a:lnTo>
                    <a:pt x="44" y="14"/>
                  </a:lnTo>
                  <a:lnTo>
                    <a:pt x="44" y="14"/>
                  </a:lnTo>
                  <a:close/>
                  <a:moveTo>
                    <a:pt x="624" y="0"/>
                  </a:moveTo>
                  <a:lnTo>
                    <a:pt x="624" y="2"/>
                  </a:lnTo>
                  <a:lnTo>
                    <a:pt x="624" y="4"/>
                  </a:lnTo>
                  <a:lnTo>
                    <a:pt x="624" y="4"/>
                  </a:lnTo>
                  <a:lnTo>
                    <a:pt x="624" y="6"/>
                  </a:lnTo>
                  <a:lnTo>
                    <a:pt x="626" y="6"/>
                  </a:lnTo>
                  <a:lnTo>
                    <a:pt x="630" y="14"/>
                  </a:lnTo>
                  <a:lnTo>
                    <a:pt x="632" y="16"/>
                  </a:lnTo>
                  <a:lnTo>
                    <a:pt x="632" y="23"/>
                  </a:lnTo>
                  <a:lnTo>
                    <a:pt x="634" y="23"/>
                  </a:lnTo>
                  <a:lnTo>
                    <a:pt x="634" y="25"/>
                  </a:lnTo>
                  <a:lnTo>
                    <a:pt x="636" y="25"/>
                  </a:lnTo>
                  <a:lnTo>
                    <a:pt x="636" y="27"/>
                  </a:lnTo>
                  <a:lnTo>
                    <a:pt x="634" y="31"/>
                  </a:lnTo>
                  <a:lnTo>
                    <a:pt x="634" y="31"/>
                  </a:lnTo>
                  <a:lnTo>
                    <a:pt x="634" y="33"/>
                  </a:lnTo>
                  <a:lnTo>
                    <a:pt x="638" y="33"/>
                  </a:lnTo>
                  <a:lnTo>
                    <a:pt x="640" y="35"/>
                  </a:lnTo>
                  <a:lnTo>
                    <a:pt x="640" y="37"/>
                  </a:lnTo>
                  <a:lnTo>
                    <a:pt x="640" y="37"/>
                  </a:lnTo>
                  <a:lnTo>
                    <a:pt x="642" y="37"/>
                  </a:lnTo>
                  <a:lnTo>
                    <a:pt x="642" y="37"/>
                  </a:lnTo>
                  <a:lnTo>
                    <a:pt x="640" y="39"/>
                  </a:lnTo>
                  <a:lnTo>
                    <a:pt x="640" y="41"/>
                  </a:lnTo>
                  <a:lnTo>
                    <a:pt x="642" y="41"/>
                  </a:lnTo>
                  <a:lnTo>
                    <a:pt x="642" y="41"/>
                  </a:lnTo>
                  <a:lnTo>
                    <a:pt x="644" y="45"/>
                  </a:lnTo>
                  <a:lnTo>
                    <a:pt x="646" y="45"/>
                  </a:lnTo>
                  <a:lnTo>
                    <a:pt x="648" y="45"/>
                  </a:lnTo>
                  <a:lnTo>
                    <a:pt x="648" y="47"/>
                  </a:lnTo>
                  <a:lnTo>
                    <a:pt x="648" y="49"/>
                  </a:lnTo>
                  <a:lnTo>
                    <a:pt x="650" y="49"/>
                  </a:lnTo>
                  <a:lnTo>
                    <a:pt x="650" y="51"/>
                  </a:lnTo>
                  <a:lnTo>
                    <a:pt x="655" y="61"/>
                  </a:lnTo>
                  <a:lnTo>
                    <a:pt x="655" y="63"/>
                  </a:lnTo>
                  <a:lnTo>
                    <a:pt x="657" y="63"/>
                  </a:lnTo>
                  <a:lnTo>
                    <a:pt x="657" y="65"/>
                  </a:lnTo>
                  <a:lnTo>
                    <a:pt x="659" y="67"/>
                  </a:lnTo>
                  <a:lnTo>
                    <a:pt x="659" y="69"/>
                  </a:lnTo>
                  <a:lnTo>
                    <a:pt x="657" y="71"/>
                  </a:lnTo>
                  <a:lnTo>
                    <a:pt x="657" y="71"/>
                  </a:lnTo>
                  <a:lnTo>
                    <a:pt x="657" y="73"/>
                  </a:lnTo>
                  <a:lnTo>
                    <a:pt x="657" y="73"/>
                  </a:lnTo>
                  <a:lnTo>
                    <a:pt x="659" y="74"/>
                  </a:lnTo>
                  <a:lnTo>
                    <a:pt x="659" y="74"/>
                  </a:lnTo>
                  <a:lnTo>
                    <a:pt x="659" y="76"/>
                  </a:lnTo>
                  <a:lnTo>
                    <a:pt x="659" y="76"/>
                  </a:lnTo>
                  <a:lnTo>
                    <a:pt x="659" y="78"/>
                  </a:lnTo>
                  <a:lnTo>
                    <a:pt x="659" y="78"/>
                  </a:lnTo>
                  <a:lnTo>
                    <a:pt x="659" y="78"/>
                  </a:lnTo>
                  <a:lnTo>
                    <a:pt x="659" y="78"/>
                  </a:lnTo>
                  <a:lnTo>
                    <a:pt x="659" y="80"/>
                  </a:lnTo>
                  <a:lnTo>
                    <a:pt x="657" y="80"/>
                  </a:lnTo>
                  <a:lnTo>
                    <a:pt x="657" y="80"/>
                  </a:lnTo>
                  <a:lnTo>
                    <a:pt x="657" y="80"/>
                  </a:lnTo>
                  <a:lnTo>
                    <a:pt x="655" y="80"/>
                  </a:lnTo>
                  <a:lnTo>
                    <a:pt x="655" y="82"/>
                  </a:lnTo>
                  <a:lnTo>
                    <a:pt x="653" y="84"/>
                  </a:lnTo>
                  <a:lnTo>
                    <a:pt x="653" y="86"/>
                  </a:lnTo>
                  <a:lnTo>
                    <a:pt x="655" y="86"/>
                  </a:lnTo>
                  <a:lnTo>
                    <a:pt x="652" y="86"/>
                  </a:lnTo>
                  <a:lnTo>
                    <a:pt x="650" y="86"/>
                  </a:lnTo>
                  <a:lnTo>
                    <a:pt x="650" y="86"/>
                  </a:lnTo>
                  <a:lnTo>
                    <a:pt x="646" y="88"/>
                  </a:lnTo>
                  <a:lnTo>
                    <a:pt x="644" y="88"/>
                  </a:lnTo>
                  <a:lnTo>
                    <a:pt x="642" y="84"/>
                  </a:lnTo>
                  <a:lnTo>
                    <a:pt x="640" y="84"/>
                  </a:lnTo>
                  <a:lnTo>
                    <a:pt x="638" y="84"/>
                  </a:lnTo>
                  <a:lnTo>
                    <a:pt x="638" y="84"/>
                  </a:lnTo>
                  <a:lnTo>
                    <a:pt x="636" y="86"/>
                  </a:lnTo>
                  <a:lnTo>
                    <a:pt x="636" y="86"/>
                  </a:lnTo>
                  <a:lnTo>
                    <a:pt x="636" y="88"/>
                  </a:lnTo>
                  <a:lnTo>
                    <a:pt x="634" y="88"/>
                  </a:lnTo>
                  <a:lnTo>
                    <a:pt x="634" y="86"/>
                  </a:lnTo>
                  <a:lnTo>
                    <a:pt x="634" y="86"/>
                  </a:lnTo>
                  <a:lnTo>
                    <a:pt x="634" y="84"/>
                  </a:lnTo>
                  <a:lnTo>
                    <a:pt x="634" y="84"/>
                  </a:lnTo>
                  <a:lnTo>
                    <a:pt x="630" y="84"/>
                  </a:lnTo>
                  <a:lnTo>
                    <a:pt x="624" y="80"/>
                  </a:lnTo>
                  <a:lnTo>
                    <a:pt x="624" y="78"/>
                  </a:lnTo>
                  <a:lnTo>
                    <a:pt x="624" y="78"/>
                  </a:lnTo>
                  <a:lnTo>
                    <a:pt x="624" y="76"/>
                  </a:lnTo>
                  <a:lnTo>
                    <a:pt x="624" y="76"/>
                  </a:lnTo>
                  <a:lnTo>
                    <a:pt x="624" y="74"/>
                  </a:lnTo>
                  <a:lnTo>
                    <a:pt x="626" y="74"/>
                  </a:lnTo>
                  <a:lnTo>
                    <a:pt x="626" y="74"/>
                  </a:lnTo>
                  <a:lnTo>
                    <a:pt x="628" y="74"/>
                  </a:lnTo>
                  <a:lnTo>
                    <a:pt x="628" y="73"/>
                  </a:lnTo>
                  <a:lnTo>
                    <a:pt x="628" y="71"/>
                  </a:lnTo>
                  <a:lnTo>
                    <a:pt x="624" y="65"/>
                  </a:lnTo>
                  <a:lnTo>
                    <a:pt x="622" y="63"/>
                  </a:lnTo>
                  <a:lnTo>
                    <a:pt x="622" y="61"/>
                  </a:lnTo>
                  <a:lnTo>
                    <a:pt x="620" y="61"/>
                  </a:lnTo>
                  <a:lnTo>
                    <a:pt x="618" y="63"/>
                  </a:lnTo>
                  <a:lnTo>
                    <a:pt x="618" y="61"/>
                  </a:lnTo>
                  <a:lnTo>
                    <a:pt x="616" y="61"/>
                  </a:lnTo>
                  <a:lnTo>
                    <a:pt x="616" y="59"/>
                  </a:lnTo>
                  <a:lnTo>
                    <a:pt x="614" y="57"/>
                  </a:lnTo>
                  <a:lnTo>
                    <a:pt x="612" y="57"/>
                  </a:lnTo>
                  <a:lnTo>
                    <a:pt x="608" y="53"/>
                  </a:lnTo>
                  <a:lnTo>
                    <a:pt x="608" y="55"/>
                  </a:lnTo>
                  <a:lnTo>
                    <a:pt x="608" y="55"/>
                  </a:lnTo>
                  <a:lnTo>
                    <a:pt x="608" y="57"/>
                  </a:lnTo>
                  <a:lnTo>
                    <a:pt x="610" y="59"/>
                  </a:lnTo>
                  <a:lnTo>
                    <a:pt x="612" y="61"/>
                  </a:lnTo>
                  <a:lnTo>
                    <a:pt x="612" y="63"/>
                  </a:lnTo>
                  <a:lnTo>
                    <a:pt x="610" y="63"/>
                  </a:lnTo>
                  <a:lnTo>
                    <a:pt x="608" y="63"/>
                  </a:lnTo>
                  <a:lnTo>
                    <a:pt x="608" y="61"/>
                  </a:lnTo>
                  <a:lnTo>
                    <a:pt x="608" y="61"/>
                  </a:lnTo>
                  <a:lnTo>
                    <a:pt x="608" y="59"/>
                  </a:lnTo>
                  <a:lnTo>
                    <a:pt x="606" y="59"/>
                  </a:lnTo>
                  <a:lnTo>
                    <a:pt x="606" y="59"/>
                  </a:lnTo>
                  <a:lnTo>
                    <a:pt x="606" y="57"/>
                  </a:lnTo>
                  <a:lnTo>
                    <a:pt x="606" y="55"/>
                  </a:lnTo>
                  <a:lnTo>
                    <a:pt x="601" y="45"/>
                  </a:lnTo>
                  <a:lnTo>
                    <a:pt x="599" y="37"/>
                  </a:lnTo>
                  <a:lnTo>
                    <a:pt x="601" y="33"/>
                  </a:lnTo>
                  <a:lnTo>
                    <a:pt x="601" y="33"/>
                  </a:lnTo>
                  <a:lnTo>
                    <a:pt x="599" y="31"/>
                  </a:lnTo>
                  <a:lnTo>
                    <a:pt x="599" y="31"/>
                  </a:lnTo>
                  <a:lnTo>
                    <a:pt x="601" y="31"/>
                  </a:lnTo>
                  <a:lnTo>
                    <a:pt x="601" y="31"/>
                  </a:lnTo>
                  <a:lnTo>
                    <a:pt x="601" y="29"/>
                  </a:lnTo>
                  <a:lnTo>
                    <a:pt x="601" y="29"/>
                  </a:lnTo>
                  <a:lnTo>
                    <a:pt x="601" y="29"/>
                  </a:lnTo>
                  <a:lnTo>
                    <a:pt x="601" y="29"/>
                  </a:lnTo>
                  <a:lnTo>
                    <a:pt x="601" y="29"/>
                  </a:lnTo>
                  <a:lnTo>
                    <a:pt x="601" y="27"/>
                  </a:lnTo>
                  <a:lnTo>
                    <a:pt x="602" y="27"/>
                  </a:lnTo>
                  <a:lnTo>
                    <a:pt x="601" y="25"/>
                  </a:lnTo>
                  <a:lnTo>
                    <a:pt x="601" y="25"/>
                  </a:lnTo>
                  <a:lnTo>
                    <a:pt x="601" y="27"/>
                  </a:lnTo>
                  <a:lnTo>
                    <a:pt x="599" y="27"/>
                  </a:lnTo>
                  <a:lnTo>
                    <a:pt x="599" y="27"/>
                  </a:lnTo>
                  <a:lnTo>
                    <a:pt x="599" y="25"/>
                  </a:lnTo>
                  <a:lnTo>
                    <a:pt x="599" y="25"/>
                  </a:lnTo>
                  <a:lnTo>
                    <a:pt x="599" y="25"/>
                  </a:lnTo>
                  <a:lnTo>
                    <a:pt x="597" y="23"/>
                  </a:lnTo>
                  <a:lnTo>
                    <a:pt x="599" y="23"/>
                  </a:lnTo>
                  <a:lnTo>
                    <a:pt x="599" y="21"/>
                  </a:lnTo>
                  <a:lnTo>
                    <a:pt x="601" y="21"/>
                  </a:lnTo>
                  <a:lnTo>
                    <a:pt x="599" y="20"/>
                  </a:lnTo>
                  <a:lnTo>
                    <a:pt x="599" y="20"/>
                  </a:lnTo>
                  <a:lnTo>
                    <a:pt x="597" y="20"/>
                  </a:lnTo>
                  <a:lnTo>
                    <a:pt x="597" y="18"/>
                  </a:lnTo>
                  <a:lnTo>
                    <a:pt x="599" y="16"/>
                  </a:lnTo>
                  <a:lnTo>
                    <a:pt x="601" y="18"/>
                  </a:lnTo>
                  <a:lnTo>
                    <a:pt x="610" y="25"/>
                  </a:lnTo>
                  <a:lnTo>
                    <a:pt x="610" y="23"/>
                  </a:lnTo>
                  <a:lnTo>
                    <a:pt x="610" y="21"/>
                  </a:lnTo>
                  <a:lnTo>
                    <a:pt x="610" y="21"/>
                  </a:lnTo>
                  <a:lnTo>
                    <a:pt x="610" y="20"/>
                  </a:lnTo>
                  <a:lnTo>
                    <a:pt x="608" y="18"/>
                  </a:lnTo>
                  <a:lnTo>
                    <a:pt x="606" y="16"/>
                  </a:lnTo>
                  <a:lnTo>
                    <a:pt x="606" y="16"/>
                  </a:lnTo>
                  <a:lnTo>
                    <a:pt x="602" y="12"/>
                  </a:lnTo>
                  <a:lnTo>
                    <a:pt x="602" y="12"/>
                  </a:lnTo>
                  <a:lnTo>
                    <a:pt x="602" y="10"/>
                  </a:lnTo>
                  <a:lnTo>
                    <a:pt x="604" y="10"/>
                  </a:lnTo>
                  <a:lnTo>
                    <a:pt x="606" y="12"/>
                  </a:lnTo>
                  <a:lnTo>
                    <a:pt x="606" y="10"/>
                  </a:lnTo>
                  <a:lnTo>
                    <a:pt x="608" y="10"/>
                  </a:lnTo>
                  <a:lnTo>
                    <a:pt x="608" y="10"/>
                  </a:lnTo>
                  <a:lnTo>
                    <a:pt x="610" y="10"/>
                  </a:lnTo>
                  <a:lnTo>
                    <a:pt x="610" y="10"/>
                  </a:lnTo>
                  <a:lnTo>
                    <a:pt x="610" y="8"/>
                  </a:lnTo>
                  <a:lnTo>
                    <a:pt x="612" y="8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2" y="4"/>
                  </a:lnTo>
                  <a:lnTo>
                    <a:pt x="612" y="4"/>
                  </a:lnTo>
                  <a:lnTo>
                    <a:pt x="612" y="4"/>
                  </a:lnTo>
                  <a:lnTo>
                    <a:pt x="612" y="4"/>
                  </a:lnTo>
                  <a:lnTo>
                    <a:pt x="612" y="4"/>
                  </a:lnTo>
                  <a:lnTo>
                    <a:pt x="614" y="4"/>
                  </a:lnTo>
                  <a:lnTo>
                    <a:pt x="618" y="4"/>
                  </a:lnTo>
                  <a:lnTo>
                    <a:pt x="618" y="4"/>
                  </a:lnTo>
                  <a:lnTo>
                    <a:pt x="622" y="2"/>
                  </a:lnTo>
                  <a:lnTo>
                    <a:pt x="624" y="0"/>
                  </a:lnTo>
                  <a:close/>
                  <a:moveTo>
                    <a:pt x="259" y="0"/>
                  </a:moveTo>
                  <a:lnTo>
                    <a:pt x="265" y="0"/>
                  </a:lnTo>
                  <a:lnTo>
                    <a:pt x="271" y="4"/>
                  </a:lnTo>
                  <a:lnTo>
                    <a:pt x="281" y="20"/>
                  </a:lnTo>
                  <a:lnTo>
                    <a:pt x="291" y="31"/>
                  </a:lnTo>
                  <a:lnTo>
                    <a:pt x="293" y="37"/>
                  </a:lnTo>
                  <a:lnTo>
                    <a:pt x="295" y="41"/>
                  </a:lnTo>
                  <a:lnTo>
                    <a:pt x="295" y="45"/>
                  </a:lnTo>
                  <a:lnTo>
                    <a:pt x="295" y="49"/>
                  </a:lnTo>
                  <a:lnTo>
                    <a:pt x="295" y="53"/>
                  </a:lnTo>
                  <a:lnTo>
                    <a:pt x="291" y="57"/>
                  </a:lnTo>
                  <a:lnTo>
                    <a:pt x="287" y="61"/>
                  </a:lnTo>
                  <a:lnTo>
                    <a:pt x="283" y="61"/>
                  </a:lnTo>
                  <a:lnTo>
                    <a:pt x="285" y="61"/>
                  </a:lnTo>
                  <a:lnTo>
                    <a:pt x="285" y="61"/>
                  </a:lnTo>
                  <a:lnTo>
                    <a:pt x="285" y="59"/>
                  </a:lnTo>
                  <a:lnTo>
                    <a:pt x="285" y="57"/>
                  </a:lnTo>
                  <a:lnTo>
                    <a:pt x="287" y="55"/>
                  </a:lnTo>
                  <a:lnTo>
                    <a:pt x="289" y="51"/>
                  </a:lnTo>
                  <a:lnTo>
                    <a:pt x="293" y="49"/>
                  </a:lnTo>
                  <a:lnTo>
                    <a:pt x="293" y="47"/>
                  </a:lnTo>
                  <a:lnTo>
                    <a:pt x="293" y="47"/>
                  </a:lnTo>
                  <a:lnTo>
                    <a:pt x="291" y="47"/>
                  </a:lnTo>
                  <a:lnTo>
                    <a:pt x="289" y="47"/>
                  </a:lnTo>
                  <a:lnTo>
                    <a:pt x="283" y="51"/>
                  </a:lnTo>
                  <a:lnTo>
                    <a:pt x="283" y="51"/>
                  </a:lnTo>
                  <a:lnTo>
                    <a:pt x="281" y="53"/>
                  </a:lnTo>
                  <a:lnTo>
                    <a:pt x="277" y="55"/>
                  </a:lnTo>
                  <a:lnTo>
                    <a:pt x="275" y="57"/>
                  </a:lnTo>
                  <a:lnTo>
                    <a:pt x="277" y="57"/>
                  </a:lnTo>
                  <a:lnTo>
                    <a:pt x="277" y="57"/>
                  </a:lnTo>
                  <a:lnTo>
                    <a:pt x="277" y="59"/>
                  </a:lnTo>
                  <a:lnTo>
                    <a:pt x="275" y="61"/>
                  </a:lnTo>
                  <a:lnTo>
                    <a:pt x="273" y="61"/>
                  </a:lnTo>
                  <a:lnTo>
                    <a:pt x="267" y="67"/>
                  </a:lnTo>
                  <a:lnTo>
                    <a:pt x="265" y="67"/>
                  </a:lnTo>
                  <a:lnTo>
                    <a:pt x="265" y="67"/>
                  </a:lnTo>
                  <a:lnTo>
                    <a:pt x="263" y="69"/>
                  </a:lnTo>
                  <a:lnTo>
                    <a:pt x="259" y="71"/>
                  </a:lnTo>
                  <a:lnTo>
                    <a:pt x="255" y="71"/>
                  </a:lnTo>
                  <a:lnTo>
                    <a:pt x="251" y="71"/>
                  </a:lnTo>
                  <a:lnTo>
                    <a:pt x="251" y="71"/>
                  </a:lnTo>
                  <a:lnTo>
                    <a:pt x="251" y="71"/>
                  </a:lnTo>
                  <a:lnTo>
                    <a:pt x="248" y="73"/>
                  </a:lnTo>
                  <a:lnTo>
                    <a:pt x="232" y="73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30" y="69"/>
                  </a:lnTo>
                  <a:lnTo>
                    <a:pt x="230" y="69"/>
                  </a:lnTo>
                  <a:lnTo>
                    <a:pt x="230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4" y="69"/>
                  </a:lnTo>
                  <a:lnTo>
                    <a:pt x="224" y="69"/>
                  </a:lnTo>
                  <a:lnTo>
                    <a:pt x="222" y="65"/>
                  </a:lnTo>
                  <a:lnTo>
                    <a:pt x="220" y="61"/>
                  </a:lnTo>
                  <a:lnTo>
                    <a:pt x="220" y="59"/>
                  </a:lnTo>
                  <a:lnTo>
                    <a:pt x="220" y="59"/>
                  </a:lnTo>
                  <a:lnTo>
                    <a:pt x="220" y="57"/>
                  </a:lnTo>
                  <a:lnTo>
                    <a:pt x="220" y="57"/>
                  </a:lnTo>
                  <a:lnTo>
                    <a:pt x="218" y="55"/>
                  </a:lnTo>
                  <a:lnTo>
                    <a:pt x="218" y="53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20" y="51"/>
                  </a:lnTo>
                  <a:lnTo>
                    <a:pt x="220" y="51"/>
                  </a:lnTo>
                  <a:lnTo>
                    <a:pt x="218" y="51"/>
                  </a:lnTo>
                  <a:lnTo>
                    <a:pt x="218" y="51"/>
                  </a:lnTo>
                  <a:lnTo>
                    <a:pt x="218" y="51"/>
                  </a:lnTo>
                  <a:lnTo>
                    <a:pt x="216" y="51"/>
                  </a:lnTo>
                  <a:lnTo>
                    <a:pt x="216" y="49"/>
                  </a:lnTo>
                  <a:lnTo>
                    <a:pt x="218" y="49"/>
                  </a:lnTo>
                  <a:lnTo>
                    <a:pt x="218" y="47"/>
                  </a:lnTo>
                  <a:lnTo>
                    <a:pt x="218" y="45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2" y="37"/>
                  </a:lnTo>
                  <a:lnTo>
                    <a:pt x="222" y="35"/>
                  </a:lnTo>
                  <a:lnTo>
                    <a:pt x="222" y="35"/>
                  </a:lnTo>
                  <a:lnTo>
                    <a:pt x="222" y="33"/>
                  </a:lnTo>
                  <a:lnTo>
                    <a:pt x="222" y="33"/>
                  </a:lnTo>
                  <a:lnTo>
                    <a:pt x="222" y="33"/>
                  </a:lnTo>
                  <a:lnTo>
                    <a:pt x="224" y="31"/>
                  </a:lnTo>
                  <a:lnTo>
                    <a:pt x="226" y="29"/>
                  </a:lnTo>
                  <a:lnTo>
                    <a:pt x="226" y="27"/>
                  </a:lnTo>
                  <a:lnTo>
                    <a:pt x="226" y="27"/>
                  </a:lnTo>
                  <a:lnTo>
                    <a:pt x="226" y="25"/>
                  </a:lnTo>
                  <a:lnTo>
                    <a:pt x="228" y="23"/>
                  </a:lnTo>
                  <a:lnTo>
                    <a:pt x="228" y="21"/>
                  </a:lnTo>
                  <a:lnTo>
                    <a:pt x="228" y="20"/>
                  </a:lnTo>
                  <a:lnTo>
                    <a:pt x="230" y="18"/>
                  </a:lnTo>
                  <a:lnTo>
                    <a:pt x="232" y="16"/>
                  </a:lnTo>
                  <a:lnTo>
                    <a:pt x="234" y="14"/>
                  </a:lnTo>
                  <a:lnTo>
                    <a:pt x="236" y="10"/>
                  </a:lnTo>
                  <a:lnTo>
                    <a:pt x="238" y="8"/>
                  </a:lnTo>
                  <a:lnTo>
                    <a:pt x="240" y="8"/>
                  </a:lnTo>
                  <a:lnTo>
                    <a:pt x="242" y="6"/>
                  </a:lnTo>
                  <a:lnTo>
                    <a:pt x="246" y="4"/>
                  </a:lnTo>
                  <a:lnTo>
                    <a:pt x="255" y="0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1128713" y="1646238"/>
              <a:ext cx="685800" cy="1196975"/>
            </a:xfrm>
            <a:custGeom>
              <a:avLst/>
              <a:gdLst>
                <a:gd name="T0" fmla="*/ 126 w 865"/>
                <a:gd name="T1" fmla="*/ 1381 h 1508"/>
                <a:gd name="T2" fmla="*/ 122 w 865"/>
                <a:gd name="T3" fmla="*/ 1320 h 1508"/>
                <a:gd name="T4" fmla="*/ 267 w 865"/>
                <a:gd name="T5" fmla="*/ 1145 h 1508"/>
                <a:gd name="T6" fmla="*/ 196 w 865"/>
                <a:gd name="T7" fmla="*/ 1078 h 1508"/>
                <a:gd name="T8" fmla="*/ 210 w 865"/>
                <a:gd name="T9" fmla="*/ 1084 h 1508"/>
                <a:gd name="T10" fmla="*/ 222 w 865"/>
                <a:gd name="T11" fmla="*/ 1080 h 1508"/>
                <a:gd name="T12" fmla="*/ 226 w 865"/>
                <a:gd name="T13" fmla="*/ 1061 h 1508"/>
                <a:gd name="T14" fmla="*/ 251 w 865"/>
                <a:gd name="T15" fmla="*/ 1098 h 1508"/>
                <a:gd name="T16" fmla="*/ 228 w 865"/>
                <a:gd name="T17" fmla="*/ 1098 h 1508"/>
                <a:gd name="T18" fmla="*/ 222 w 865"/>
                <a:gd name="T19" fmla="*/ 1084 h 1508"/>
                <a:gd name="T20" fmla="*/ 218 w 865"/>
                <a:gd name="T21" fmla="*/ 1100 h 1508"/>
                <a:gd name="T22" fmla="*/ 218 w 865"/>
                <a:gd name="T23" fmla="*/ 1114 h 1508"/>
                <a:gd name="T24" fmla="*/ 224 w 865"/>
                <a:gd name="T25" fmla="*/ 1114 h 1508"/>
                <a:gd name="T26" fmla="*/ 238 w 865"/>
                <a:gd name="T27" fmla="*/ 1122 h 1508"/>
                <a:gd name="T28" fmla="*/ 234 w 865"/>
                <a:gd name="T29" fmla="*/ 1129 h 1508"/>
                <a:gd name="T30" fmla="*/ 249 w 865"/>
                <a:gd name="T31" fmla="*/ 1139 h 1508"/>
                <a:gd name="T32" fmla="*/ 242 w 865"/>
                <a:gd name="T33" fmla="*/ 1151 h 1508"/>
                <a:gd name="T34" fmla="*/ 218 w 865"/>
                <a:gd name="T35" fmla="*/ 1169 h 1508"/>
                <a:gd name="T36" fmla="*/ 247 w 865"/>
                <a:gd name="T37" fmla="*/ 1151 h 1508"/>
                <a:gd name="T38" fmla="*/ 257 w 865"/>
                <a:gd name="T39" fmla="*/ 1147 h 1508"/>
                <a:gd name="T40" fmla="*/ 293 w 865"/>
                <a:gd name="T41" fmla="*/ 1173 h 1508"/>
                <a:gd name="T42" fmla="*/ 296 w 865"/>
                <a:gd name="T43" fmla="*/ 1181 h 1508"/>
                <a:gd name="T44" fmla="*/ 322 w 865"/>
                <a:gd name="T45" fmla="*/ 1198 h 1508"/>
                <a:gd name="T46" fmla="*/ 343 w 865"/>
                <a:gd name="T47" fmla="*/ 1234 h 1508"/>
                <a:gd name="T48" fmla="*/ 355 w 865"/>
                <a:gd name="T49" fmla="*/ 1255 h 1508"/>
                <a:gd name="T50" fmla="*/ 367 w 865"/>
                <a:gd name="T51" fmla="*/ 1287 h 1508"/>
                <a:gd name="T52" fmla="*/ 371 w 865"/>
                <a:gd name="T53" fmla="*/ 1302 h 1508"/>
                <a:gd name="T54" fmla="*/ 385 w 865"/>
                <a:gd name="T55" fmla="*/ 1310 h 1508"/>
                <a:gd name="T56" fmla="*/ 408 w 865"/>
                <a:gd name="T57" fmla="*/ 1347 h 1508"/>
                <a:gd name="T58" fmla="*/ 410 w 865"/>
                <a:gd name="T59" fmla="*/ 1353 h 1508"/>
                <a:gd name="T60" fmla="*/ 416 w 865"/>
                <a:gd name="T61" fmla="*/ 1373 h 1508"/>
                <a:gd name="T62" fmla="*/ 426 w 865"/>
                <a:gd name="T63" fmla="*/ 1385 h 1508"/>
                <a:gd name="T64" fmla="*/ 428 w 865"/>
                <a:gd name="T65" fmla="*/ 1410 h 1508"/>
                <a:gd name="T66" fmla="*/ 424 w 865"/>
                <a:gd name="T67" fmla="*/ 1442 h 1508"/>
                <a:gd name="T68" fmla="*/ 422 w 865"/>
                <a:gd name="T69" fmla="*/ 1457 h 1508"/>
                <a:gd name="T70" fmla="*/ 393 w 865"/>
                <a:gd name="T71" fmla="*/ 1485 h 1508"/>
                <a:gd name="T72" fmla="*/ 369 w 865"/>
                <a:gd name="T73" fmla="*/ 1501 h 1508"/>
                <a:gd name="T74" fmla="*/ 271 w 865"/>
                <a:gd name="T75" fmla="*/ 1493 h 1508"/>
                <a:gd name="T76" fmla="*/ 194 w 865"/>
                <a:gd name="T77" fmla="*/ 1426 h 1508"/>
                <a:gd name="T78" fmla="*/ 173 w 865"/>
                <a:gd name="T79" fmla="*/ 1395 h 1508"/>
                <a:gd name="T80" fmla="*/ 165 w 865"/>
                <a:gd name="T81" fmla="*/ 1383 h 1508"/>
                <a:gd name="T82" fmla="*/ 159 w 865"/>
                <a:gd name="T83" fmla="*/ 1383 h 1508"/>
                <a:gd name="T84" fmla="*/ 151 w 865"/>
                <a:gd name="T85" fmla="*/ 1367 h 1508"/>
                <a:gd name="T86" fmla="*/ 145 w 865"/>
                <a:gd name="T87" fmla="*/ 1371 h 1508"/>
                <a:gd name="T88" fmla="*/ 136 w 865"/>
                <a:gd name="T89" fmla="*/ 1332 h 1508"/>
                <a:gd name="T90" fmla="*/ 110 w 865"/>
                <a:gd name="T91" fmla="*/ 1312 h 1508"/>
                <a:gd name="T92" fmla="*/ 116 w 865"/>
                <a:gd name="T93" fmla="*/ 1324 h 1508"/>
                <a:gd name="T94" fmla="*/ 116 w 865"/>
                <a:gd name="T95" fmla="*/ 1340 h 1508"/>
                <a:gd name="T96" fmla="*/ 118 w 865"/>
                <a:gd name="T97" fmla="*/ 1359 h 1508"/>
                <a:gd name="T98" fmla="*/ 116 w 865"/>
                <a:gd name="T99" fmla="*/ 1373 h 1508"/>
                <a:gd name="T100" fmla="*/ 102 w 865"/>
                <a:gd name="T101" fmla="*/ 1377 h 1508"/>
                <a:gd name="T102" fmla="*/ 73 w 865"/>
                <a:gd name="T103" fmla="*/ 1377 h 1508"/>
                <a:gd name="T104" fmla="*/ 77 w 865"/>
                <a:gd name="T105" fmla="*/ 1363 h 1508"/>
                <a:gd name="T106" fmla="*/ 0 w 865"/>
                <a:gd name="T107" fmla="*/ 1290 h 1508"/>
                <a:gd name="T108" fmla="*/ 67 w 865"/>
                <a:gd name="T109" fmla="*/ 1234 h 1508"/>
                <a:gd name="T110" fmla="*/ 73 w 865"/>
                <a:gd name="T111" fmla="*/ 1120 h 1508"/>
                <a:gd name="T112" fmla="*/ 104 w 865"/>
                <a:gd name="T113" fmla="*/ 1096 h 1508"/>
                <a:gd name="T114" fmla="*/ 136 w 865"/>
                <a:gd name="T115" fmla="*/ 1086 h 1508"/>
                <a:gd name="T116" fmla="*/ 155 w 865"/>
                <a:gd name="T117" fmla="*/ 1067 h 1508"/>
                <a:gd name="T118" fmla="*/ 183 w 865"/>
                <a:gd name="T119" fmla="*/ 1069 h 1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5" h="1508">
                  <a:moveTo>
                    <a:pt x="130" y="1377"/>
                  </a:moveTo>
                  <a:lnTo>
                    <a:pt x="130" y="1377"/>
                  </a:lnTo>
                  <a:lnTo>
                    <a:pt x="136" y="1381"/>
                  </a:lnTo>
                  <a:lnTo>
                    <a:pt x="136" y="1383"/>
                  </a:lnTo>
                  <a:lnTo>
                    <a:pt x="136" y="1385"/>
                  </a:lnTo>
                  <a:lnTo>
                    <a:pt x="136" y="1385"/>
                  </a:lnTo>
                  <a:lnTo>
                    <a:pt x="136" y="1387"/>
                  </a:lnTo>
                  <a:lnTo>
                    <a:pt x="136" y="1387"/>
                  </a:lnTo>
                  <a:lnTo>
                    <a:pt x="138" y="1389"/>
                  </a:lnTo>
                  <a:lnTo>
                    <a:pt x="136" y="1389"/>
                  </a:lnTo>
                  <a:lnTo>
                    <a:pt x="126" y="1379"/>
                  </a:lnTo>
                  <a:lnTo>
                    <a:pt x="126" y="1379"/>
                  </a:lnTo>
                  <a:lnTo>
                    <a:pt x="126" y="1379"/>
                  </a:lnTo>
                  <a:lnTo>
                    <a:pt x="126" y="1379"/>
                  </a:lnTo>
                  <a:lnTo>
                    <a:pt x="126" y="1381"/>
                  </a:lnTo>
                  <a:lnTo>
                    <a:pt x="126" y="1381"/>
                  </a:lnTo>
                  <a:lnTo>
                    <a:pt x="126" y="1381"/>
                  </a:lnTo>
                  <a:lnTo>
                    <a:pt x="126" y="1381"/>
                  </a:lnTo>
                  <a:lnTo>
                    <a:pt x="122" y="1379"/>
                  </a:lnTo>
                  <a:lnTo>
                    <a:pt x="122" y="1377"/>
                  </a:lnTo>
                  <a:lnTo>
                    <a:pt x="122" y="1377"/>
                  </a:lnTo>
                  <a:lnTo>
                    <a:pt x="124" y="1379"/>
                  </a:lnTo>
                  <a:lnTo>
                    <a:pt x="124" y="1377"/>
                  </a:lnTo>
                  <a:lnTo>
                    <a:pt x="124" y="1377"/>
                  </a:lnTo>
                  <a:lnTo>
                    <a:pt x="126" y="1377"/>
                  </a:lnTo>
                  <a:lnTo>
                    <a:pt x="128" y="1377"/>
                  </a:lnTo>
                  <a:lnTo>
                    <a:pt x="128" y="1377"/>
                  </a:lnTo>
                  <a:lnTo>
                    <a:pt x="128" y="1377"/>
                  </a:lnTo>
                  <a:lnTo>
                    <a:pt x="128" y="1377"/>
                  </a:lnTo>
                  <a:lnTo>
                    <a:pt x="130" y="1377"/>
                  </a:lnTo>
                  <a:lnTo>
                    <a:pt x="130" y="1377"/>
                  </a:lnTo>
                  <a:lnTo>
                    <a:pt x="130" y="1377"/>
                  </a:lnTo>
                  <a:close/>
                  <a:moveTo>
                    <a:pt x="122" y="1318"/>
                  </a:moveTo>
                  <a:lnTo>
                    <a:pt x="122" y="1318"/>
                  </a:lnTo>
                  <a:lnTo>
                    <a:pt x="122" y="1320"/>
                  </a:lnTo>
                  <a:lnTo>
                    <a:pt x="122" y="1320"/>
                  </a:lnTo>
                  <a:lnTo>
                    <a:pt x="122" y="1322"/>
                  </a:lnTo>
                  <a:lnTo>
                    <a:pt x="120" y="1322"/>
                  </a:lnTo>
                  <a:lnTo>
                    <a:pt x="120" y="1320"/>
                  </a:lnTo>
                  <a:lnTo>
                    <a:pt x="120" y="1320"/>
                  </a:lnTo>
                  <a:lnTo>
                    <a:pt x="120" y="1320"/>
                  </a:lnTo>
                  <a:lnTo>
                    <a:pt x="120" y="1320"/>
                  </a:lnTo>
                  <a:lnTo>
                    <a:pt x="120" y="1318"/>
                  </a:lnTo>
                  <a:lnTo>
                    <a:pt x="122" y="1318"/>
                  </a:lnTo>
                  <a:close/>
                  <a:moveTo>
                    <a:pt x="267" y="1145"/>
                  </a:moveTo>
                  <a:lnTo>
                    <a:pt x="271" y="1145"/>
                  </a:lnTo>
                  <a:lnTo>
                    <a:pt x="275" y="1145"/>
                  </a:lnTo>
                  <a:lnTo>
                    <a:pt x="279" y="1153"/>
                  </a:lnTo>
                  <a:lnTo>
                    <a:pt x="277" y="1155"/>
                  </a:lnTo>
                  <a:lnTo>
                    <a:pt x="267" y="1149"/>
                  </a:lnTo>
                  <a:lnTo>
                    <a:pt x="265" y="1147"/>
                  </a:lnTo>
                  <a:lnTo>
                    <a:pt x="265" y="1145"/>
                  </a:lnTo>
                  <a:lnTo>
                    <a:pt x="265" y="1145"/>
                  </a:lnTo>
                  <a:lnTo>
                    <a:pt x="267" y="1145"/>
                  </a:lnTo>
                  <a:lnTo>
                    <a:pt x="267" y="1145"/>
                  </a:lnTo>
                  <a:close/>
                  <a:moveTo>
                    <a:pt x="185" y="1059"/>
                  </a:moveTo>
                  <a:lnTo>
                    <a:pt x="189" y="1065"/>
                  </a:lnTo>
                  <a:lnTo>
                    <a:pt x="192" y="1067"/>
                  </a:lnTo>
                  <a:lnTo>
                    <a:pt x="192" y="1069"/>
                  </a:lnTo>
                  <a:lnTo>
                    <a:pt x="194" y="1069"/>
                  </a:lnTo>
                  <a:lnTo>
                    <a:pt x="194" y="1071"/>
                  </a:lnTo>
                  <a:lnTo>
                    <a:pt x="194" y="1071"/>
                  </a:lnTo>
                  <a:lnTo>
                    <a:pt x="196" y="1071"/>
                  </a:lnTo>
                  <a:lnTo>
                    <a:pt x="196" y="1071"/>
                  </a:lnTo>
                  <a:lnTo>
                    <a:pt x="196" y="1071"/>
                  </a:lnTo>
                  <a:lnTo>
                    <a:pt x="196" y="1071"/>
                  </a:lnTo>
                  <a:lnTo>
                    <a:pt x="198" y="1075"/>
                  </a:lnTo>
                  <a:lnTo>
                    <a:pt x="198" y="1075"/>
                  </a:lnTo>
                  <a:lnTo>
                    <a:pt x="198" y="1075"/>
                  </a:lnTo>
                  <a:lnTo>
                    <a:pt x="198" y="1076"/>
                  </a:lnTo>
                  <a:lnTo>
                    <a:pt x="198" y="1078"/>
                  </a:lnTo>
                  <a:lnTo>
                    <a:pt x="196" y="1078"/>
                  </a:lnTo>
                  <a:lnTo>
                    <a:pt x="196" y="1078"/>
                  </a:lnTo>
                  <a:lnTo>
                    <a:pt x="196" y="1080"/>
                  </a:lnTo>
                  <a:lnTo>
                    <a:pt x="196" y="1080"/>
                  </a:lnTo>
                  <a:lnTo>
                    <a:pt x="194" y="1080"/>
                  </a:lnTo>
                  <a:lnTo>
                    <a:pt x="194" y="1080"/>
                  </a:lnTo>
                  <a:lnTo>
                    <a:pt x="194" y="1080"/>
                  </a:lnTo>
                  <a:lnTo>
                    <a:pt x="194" y="1082"/>
                  </a:lnTo>
                  <a:lnTo>
                    <a:pt x="192" y="1082"/>
                  </a:lnTo>
                  <a:lnTo>
                    <a:pt x="191" y="1084"/>
                  </a:lnTo>
                  <a:lnTo>
                    <a:pt x="191" y="1084"/>
                  </a:lnTo>
                  <a:lnTo>
                    <a:pt x="192" y="1084"/>
                  </a:lnTo>
                  <a:lnTo>
                    <a:pt x="198" y="1078"/>
                  </a:lnTo>
                  <a:lnTo>
                    <a:pt x="200" y="1078"/>
                  </a:lnTo>
                  <a:lnTo>
                    <a:pt x="200" y="1080"/>
                  </a:lnTo>
                  <a:lnTo>
                    <a:pt x="202" y="1080"/>
                  </a:lnTo>
                  <a:lnTo>
                    <a:pt x="202" y="1080"/>
                  </a:lnTo>
                  <a:lnTo>
                    <a:pt x="202" y="1080"/>
                  </a:lnTo>
                  <a:lnTo>
                    <a:pt x="210" y="1084"/>
                  </a:lnTo>
                  <a:lnTo>
                    <a:pt x="210" y="1082"/>
                  </a:lnTo>
                  <a:lnTo>
                    <a:pt x="210" y="1082"/>
                  </a:lnTo>
                  <a:lnTo>
                    <a:pt x="208" y="1080"/>
                  </a:lnTo>
                  <a:lnTo>
                    <a:pt x="208" y="1078"/>
                  </a:lnTo>
                  <a:lnTo>
                    <a:pt x="208" y="1078"/>
                  </a:lnTo>
                  <a:lnTo>
                    <a:pt x="210" y="1076"/>
                  </a:lnTo>
                  <a:lnTo>
                    <a:pt x="212" y="1075"/>
                  </a:lnTo>
                  <a:lnTo>
                    <a:pt x="212" y="1073"/>
                  </a:lnTo>
                  <a:lnTo>
                    <a:pt x="212" y="1071"/>
                  </a:lnTo>
                  <a:lnTo>
                    <a:pt x="214" y="1069"/>
                  </a:lnTo>
                  <a:lnTo>
                    <a:pt x="216" y="1069"/>
                  </a:lnTo>
                  <a:lnTo>
                    <a:pt x="218" y="1071"/>
                  </a:lnTo>
                  <a:lnTo>
                    <a:pt x="218" y="1071"/>
                  </a:lnTo>
                  <a:lnTo>
                    <a:pt x="220" y="1073"/>
                  </a:lnTo>
                  <a:lnTo>
                    <a:pt x="220" y="1075"/>
                  </a:lnTo>
                  <a:lnTo>
                    <a:pt x="220" y="1080"/>
                  </a:lnTo>
                  <a:lnTo>
                    <a:pt x="222" y="1080"/>
                  </a:lnTo>
                  <a:lnTo>
                    <a:pt x="222" y="1080"/>
                  </a:lnTo>
                  <a:lnTo>
                    <a:pt x="222" y="1080"/>
                  </a:lnTo>
                  <a:lnTo>
                    <a:pt x="222" y="1080"/>
                  </a:lnTo>
                  <a:lnTo>
                    <a:pt x="224" y="1080"/>
                  </a:lnTo>
                  <a:lnTo>
                    <a:pt x="224" y="1080"/>
                  </a:lnTo>
                  <a:lnTo>
                    <a:pt x="224" y="1078"/>
                  </a:lnTo>
                  <a:lnTo>
                    <a:pt x="224" y="1078"/>
                  </a:lnTo>
                  <a:lnTo>
                    <a:pt x="224" y="1078"/>
                  </a:lnTo>
                  <a:lnTo>
                    <a:pt x="224" y="1075"/>
                  </a:lnTo>
                  <a:lnTo>
                    <a:pt x="224" y="1073"/>
                  </a:lnTo>
                  <a:lnTo>
                    <a:pt x="224" y="1071"/>
                  </a:lnTo>
                  <a:lnTo>
                    <a:pt x="224" y="1071"/>
                  </a:lnTo>
                  <a:lnTo>
                    <a:pt x="224" y="1069"/>
                  </a:lnTo>
                  <a:lnTo>
                    <a:pt x="224" y="1069"/>
                  </a:lnTo>
                  <a:lnTo>
                    <a:pt x="224" y="1069"/>
                  </a:lnTo>
                  <a:lnTo>
                    <a:pt x="224" y="1065"/>
                  </a:lnTo>
                  <a:lnTo>
                    <a:pt x="224" y="1065"/>
                  </a:lnTo>
                  <a:lnTo>
                    <a:pt x="226" y="1063"/>
                  </a:lnTo>
                  <a:lnTo>
                    <a:pt x="226" y="1061"/>
                  </a:lnTo>
                  <a:lnTo>
                    <a:pt x="228" y="1061"/>
                  </a:lnTo>
                  <a:lnTo>
                    <a:pt x="228" y="1061"/>
                  </a:lnTo>
                  <a:lnTo>
                    <a:pt x="230" y="1063"/>
                  </a:lnTo>
                  <a:lnTo>
                    <a:pt x="232" y="1075"/>
                  </a:lnTo>
                  <a:lnTo>
                    <a:pt x="232" y="1075"/>
                  </a:lnTo>
                  <a:lnTo>
                    <a:pt x="236" y="1076"/>
                  </a:lnTo>
                  <a:lnTo>
                    <a:pt x="236" y="1076"/>
                  </a:lnTo>
                  <a:lnTo>
                    <a:pt x="238" y="1080"/>
                  </a:lnTo>
                  <a:lnTo>
                    <a:pt x="240" y="1082"/>
                  </a:lnTo>
                  <a:lnTo>
                    <a:pt x="238" y="1082"/>
                  </a:lnTo>
                  <a:lnTo>
                    <a:pt x="238" y="1084"/>
                  </a:lnTo>
                  <a:lnTo>
                    <a:pt x="238" y="1084"/>
                  </a:lnTo>
                  <a:lnTo>
                    <a:pt x="240" y="1088"/>
                  </a:lnTo>
                  <a:lnTo>
                    <a:pt x="243" y="1088"/>
                  </a:lnTo>
                  <a:lnTo>
                    <a:pt x="249" y="1092"/>
                  </a:lnTo>
                  <a:lnTo>
                    <a:pt x="251" y="1096"/>
                  </a:lnTo>
                  <a:lnTo>
                    <a:pt x="251" y="1098"/>
                  </a:lnTo>
                  <a:lnTo>
                    <a:pt x="251" y="1098"/>
                  </a:lnTo>
                  <a:lnTo>
                    <a:pt x="253" y="1098"/>
                  </a:lnTo>
                  <a:lnTo>
                    <a:pt x="253" y="1098"/>
                  </a:lnTo>
                  <a:lnTo>
                    <a:pt x="253" y="1100"/>
                  </a:lnTo>
                  <a:lnTo>
                    <a:pt x="253" y="1100"/>
                  </a:lnTo>
                  <a:lnTo>
                    <a:pt x="253" y="1102"/>
                  </a:lnTo>
                  <a:lnTo>
                    <a:pt x="251" y="1104"/>
                  </a:lnTo>
                  <a:lnTo>
                    <a:pt x="251" y="1104"/>
                  </a:lnTo>
                  <a:lnTo>
                    <a:pt x="251" y="1106"/>
                  </a:lnTo>
                  <a:lnTo>
                    <a:pt x="251" y="1106"/>
                  </a:lnTo>
                  <a:lnTo>
                    <a:pt x="249" y="1106"/>
                  </a:lnTo>
                  <a:lnTo>
                    <a:pt x="249" y="1106"/>
                  </a:lnTo>
                  <a:lnTo>
                    <a:pt x="249" y="1108"/>
                  </a:lnTo>
                  <a:lnTo>
                    <a:pt x="249" y="1108"/>
                  </a:lnTo>
                  <a:lnTo>
                    <a:pt x="247" y="1110"/>
                  </a:lnTo>
                  <a:lnTo>
                    <a:pt x="245" y="1110"/>
                  </a:lnTo>
                  <a:lnTo>
                    <a:pt x="240" y="1110"/>
                  </a:lnTo>
                  <a:lnTo>
                    <a:pt x="230" y="1100"/>
                  </a:lnTo>
                  <a:lnTo>
                    <a:pt x="228" y="1098"/>
                  </a:lnTo>
                  <a:lnTo>
                    <a:pt x="228" y="1098"/>
                  </a:lnTo>
                  <a:lnTo>
                    <a:pt x="226" y="1098"/>
                  </a:lnTo>
                  <a:lnTo>
                    <a:pt x="222" y="1094"/>
                  </a:lnTo>
                  <a:lnTo>
                    <a:pt x="220" y="1094"/>
                  </a:lnTo>
                  <a:lnTo>
                    <a:pt x="220" y="1094"/>
                  </a:lnTo>
                  <a:lnTo>
                    <a:pt x="220" y="1092"/>
                  </a:lnTo>
                  <a:lnTo>
                    <a:pt x="220" y="1092"/>
                  </a:lnTo>
                  <a:lnTo>
                    <a:pt x="220" y="1092"/>
                  </a:lnTo>
                  <a:lnTo>
                    <a:pt x="220" y="1092"/>
                  </a:lnTo>
                  <a:lnTo>
                    <a:pt x="222" y="1090"/>
                  </a:lnTo>
                  <a:lnTo>
                    <a:pt x="222" y="1090"/>
                  </a:lnTo>
                  <a:lnTo>
                    <a:pt x="222" y="1088"/>
                  </a:lnTo>
                  <a:lnTo>
                    <a:pt x="222" y="1088"/>
                  </a:lnTo>
                  <a:lnTo>
                    <a:pt x="224" y="1086"/>
                  </a:lnTo>
                  <a:lnTo>
                    <a:pt x="224" y="1084"/>
                  </a:lnTo>
                  <a:lnTo>
                    <a:pt x="224" y="1084"/>
                  </a:lnTo>
                  <a:lnTo>
                    <a:pt x="224" y="1084"/>
                  </a:lnTo>
                  <a:lnTo>
                    <a:pt x="222" y="1084"/>
                  </a:lnTo>
                  <a:lnTo>
                    <a:pt x="222" y="1084"/>
                  </a:lnTo>
                  <a:lnTo>
                    <a:pt x="222" y="1084"/>
                  </a:lnTo>
                  <a:lnTo>
                    <a:pt x="222" y="1086"/>
                  </a:lnTo>
                  <a:lnTo>
                    <a:pt x="220" y="1088"/>
                  </a:lnTo>
                  <a:lnTo>
                    <a:pt x="218" y="1090"/>
                  </a:lnTo>
                  <a:lnTo>
                    <a:pt x="216" y="1092"/>
                  </a:lnTo>
                  <a:lnTo>
                    <a:pt x="214" y="1090"/>
                  </a:lnTo>
                  <a:lnTo>
                    <a:pt x="214" y="1092"/>
                  </a:lnTo>
                  <a:lnTo>
                    <a:pt x="214" y="1092"/>
                  </a:lnTo>
                  <a:lnTo>
                    <a:pt x="216" y="1094"/>
                  </a:lnTo>
                  <a:lnTo>
                    <a:pt x="214" y="1094"/>
                  </a:lnTo>
                  <a:lnTo>
                    <a:pt x="214" y="1096"/>
                  </a:lnTo>
                  <a:lnTo>
                    <a:pt x="212" y="1096"/>
                  </a:lnTo>
                  <a:lnTo>
                    <a:pt x="212" y="1098"/>
                  </a:lnTo>
                  <a:lnTo>
                    <a:pt x="210" y="1100"/>
                  </a:lnTo>
                  <a:lnTo>
                    <a:pt x="214" y="1098"/>
                  </a:lnTo>
                  <a:lnTo>
                    <a:pt x="216" y="1098"/>
                  </a:lnTo>
                  <a:lnTo>
                    <a:pt x="218" y="1100"/>
                  </a:lnTo>
                  <a:lnTo>
                    <a:pt x="220" y="1102"/>
                  </a:lnTo>
                  <a:lnTo>
                    <a:pt x="220" y="1102"/>
                  </a:lnTo>
                  <a:lnTo>
                    <a:pt x="224" y="1102"/>
                  </a:lnTo>
                  <a:lnTo>
                    <a:pt x="224" y="1104"/>
                  </a:lnTo>
                  <a:lnTo>
                    <a:pt x="224" y="1104"/>
                  </a:lnTo>
                  <a:lnTo>
                    <a:pt x="224" y="1104"/>
                  </a:lnTo>
                  <a:lnTo>
                    <a:pt x="224" y="1106"/>
                  </a:lnTo>
                  <a:lnTo>
                    <a:pt x="224" y="1106"/>
                  </a:lnTo>
                  <a:lnTo>
                    <a:pt x="222" y="1106"/>
                  </a:lnTo>
                  <a:lnTo>
                    <a:pt x="222" y="1108"/>
                  </a:lnTo>
                  <a:lnTo>
                    <a:pt x="222" y="1108"/>
                  </a:lnTo>
                  <a:lnTo>
                    <a:pt x="224" y="1110"/>
                  </a:lnTo>
                  <a:lnTo>
                    <a:pt x="224" y="1112"/>
                  </a:lnTo>
                  <a:lnTo>
                    <a:pt x="222" y="1112"/>
                  </a:lnTo>
                  <a:lnTo>
                    <a:pt x="222" y="1112"/>
                  </a:lnTo>
                  <a:lnTo>
                    <a:pt x="222" y="1112"/>
                  </a:lnTo>
                  <a:lnTo>
                    <a:pt x="220" y="1112"/>
                  </a:lnTo>
                  <a:lnTo>
                    <a:pt x="218" y="1114"/>
                  </a:lnTo>
                  <a:lnTo>
                    <a:pt x="218" y="1114"/>
                  </a:lnTo>
                  <a:lnTo>
                    <a:pt x="216" y="1114"/>
                  </a:lnTo>
                  <a:lnTo>
                    <a:pt x="212" y="1114"/>
                  </a:lnTo>
                  <a:lnTo>
                    <a:pt x="212" y="1114"/>
                  </a:lnTo>
                  <a:lnTo>
                    <a:pt x="212" y="1116"/>
                  </a:lnTo>
                  <a:lnTo>
                    <a:pt x="214" y="1116"/>
                  </a:lnTo>
                  <a:lnTo>
                    <a:pt x="218" y="1114"/>
                  </a:lnTo>
                  <a:lnTo>
                    <a:pt x="218" y="1114"/>
                  </a:lnTo>
                  <a:lnTo>
                    <a:pt x="220" y="1114"/>
                  </a:lnTo>
                  <a:lnTo>
                    <a:pt x="220" y="1114"/>
                  </a:lnTo>
                  <a:lnTo>
                    <a:pt x="220" y="1114"/>
                  </a:lnTo>
                  <a:lnTo>
                    <a:pt x="222" y="1112"/>
                  </a:lnTo>
                  <a:lnTo>
                    <a:pt x="222" y="1112"/>
                  </a:lnTo>
                  <a:lnTo>
                    <a:pt x="222" y="1112"/>
                  </a:lnTo>
                  <a:lnTo>
                    <a:pt x="224" y="1114"/>
                  </a:lnTo>
                  <a:lnTo>
                    <a:pt x="224" y="1114"/>
                  </a:lnTo>
                  <a:lnTo>
                    <a:pt x="224" y="1114"/>
                  </a:lnTo>
                  <a:lnTo>
                    <a:pt x="224" y="1114"/>
                  </a:lnTo>
                  <a:lnTo>
                    <a:pt x="224" y="1114"/>
                  </a:lnTo>
                  <a:lnTo>
                    <a:pt x="226" y="1112"/>
                  </a:lnTo>
                  <a:lnTo>
                    <a:pt x="226" y="1112"/>
                  </a:lnTo>
                  <a:lnTo>
                    <a:pt x="226" y="1112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8" y="1114"/>
                  </a:lnTo>
                  <a:lnTo>
                    <a:pt x="230" y="1114"/>
                  </a:lnTo>
                  <a:lnTo>
                    <a:pt x="230" y="1116"/>
                  </a:lnTo>
                  <a:lnTo>
                    <a:pt x="232" y="1118"/>
                  </a:lnTo>
                  <a:lnTo>
                    <a:pt x="234" y="1118"/>
                  </a:lnTo>
                  <a:lnTo>
                    <a:pt x="236" y="1120"/>
                  </a:lnTo>
                  <a:lnTo>
                    <a:pt x="236" y="1120"/>
                  </a:lnTo>
                  <a:lnTo>
                    <a:pt x="232" y="1122"/>
                  </a:lnTo>
                  <a:lnTo>
                    <a:pt x="230" y="1122"/>
                  </a:lnTo>
                  <a:lnTo>
                    <a:pt x="228" y="1124"/>
                  </a:lnTo>
                  <a:lnTo>
                    <a:pt x="234" y="1122"/>
                  </a:lnTo>
                  <a:lnTo>
                    <a:pt x="238" y="1122"/>
                  </a:lnTo>
                  <a:lnTo>
                    <a:pt x="242" y="1124"/>
                  </a:lnTo>
                  <a:lnTo>
                    <a:pt x="230" y="1129"/>
                  </a:lnTo>
                  <a:lnTo>
                    <a:pt x="228" y="1133"/>
                  </a:lnTo>
                  <a:lnTo>
                    <a:pt x="226" y="1133"/>
                  </a:lnTo>
                  <a:lnTo>
                    <a:pt x="226" y="1135"/>
                  </a:lnTo>
                  <a:lnTo>
                    <a:pt x="226" y="1135"/>
                  </a:lnTo>
                  <a:lnTo>
                    <a:pt x="226" y="1135"/>
                  </a:lnTo>
                  <a:lnTo>
                    <a:pt x="226" y="1135"/>
                  </a:lnTo>
                  <a:lnTo>
                    <a:pt x="228" y="1135"/>
                  </a:lnTo>
                  <a:lnTo>
                    <a:pt x="228" y="1135"/>
                  </a:lnTo>
                  <a:lnTo>
                    <a:pt x="228" y="1135"/>
                  </a:lnTo>
                  <a:lnTo>
                    <a:pt x="228" y="1135"/>
                  </a:lnTo>
                  <a:lnTo>
                    <a:pt x="228" y="1135"/>
                  </a:lnTo>
                  <a:lnTo>
                    <a:pt x="228" y="1135"/>
                  </a:lnTo>
                  <a:lnTo>
                    <a:pt x="230" y="1133"/>
                  </a:lnTo>
                  <a:lnTo>
                    <a:pt x="232" y="1131"/>
                  </a:lnTo>
                  <a:lnTo>
                    <a:pt x="234" y="1129"/>
                  </a:lnTo>
                  <a:lnTo>
                    <a:pt x="234" y="1129"/>
                  </a:lnTo>
                  <a:lnTo>
                    <a:pt x="236" y="1129"/>
                  </a:lnTo>
                  <a:lnTo>
                    <a:pt x="247" y="1129"/>
                  </a:lnTo>
                  <a:lnTo>
                    <a:pt x="247" y="1129"/>
                  </a:lnTo>
                  <a:lnTo>
                    <a:pt x="247" y="1129"/>
                  </a:lnTo>
                  <a:lnTo>
                    <a:pt x="247" y="1131"/>
                  </a:lnTo>
                  <a:lnTo>
                    <a:pt x="247" y="1131"/>
                  </a:lnTo>
                  <a:lnTo>
                    <a:pt x="249" y="1131"/>
                  </a:lnTo>
                  <a:lnTo>
                    <a:pt x="251" y="1131"/>
                  </a:lnTo>
                  <a:lnTo>
                    <a:pt x="251" y="1131"/>
                  </a:lnTo>
                  <a:lnTo>
                    <a:pt x="253" y="1133"/>
                  </a:lnTo>
                  <a:lnTo>
                    <a:pt x="253" y="1133"/>
                  </a:lnTo>
                  <a:lnTo>
                    <a:pt x="251" y="1135"/>
                  </a:lnTo>
                  <a:lnTo>
                    <a:pt x="249" y="1137"/>
                  </a:lnTo>
                  <a:lnTo>
                    <a:pt x="249" y="1137"/>
                  </a:lnTo>
                  <a:lnTo>
                    <a:pt x="247" y="1137"/>
                  </a:lnTo>
                  <a:lnTo>
                    <a:pt x="247" y="1137"/>
                  </a:lnTo>
                  <a:lnTo>
                    <a:pt x="249" y="1137"/>
                  </a:lnTo>
                  <a:lnTo>
                    <a:pt x="249" y="1139"/>
                  </a:lnTo>
                  <a:lnTo>
                    <a:pt x="245" y="1141"/>
                  </a:lnTo>
                  <a:lnTo>
                    <a:pt x="243" y="1143"/>
                  </a:lnTo>
                  <a:lnTo>
                    <a:pt x="242" y="1143"/>
                  </a:lnTo>
                  <a:lnTo>
                    <a:pt x="240" y="1143"/>
                  </a:lnTo>
                  <a:lnTo>
                    <a:pt x="238" y="1143"/>
                  </a:lnTo>
                  <a:lnTo>
                    <a:pt x="238" y="1145"/>
                  </a:lnTo>
                  <a:lnTo>
                    <a:pt x="240" y="1145"/>
                  </a:lnTo>
                  <a:lnTo>
                    <a:pt x="240" y="1145"/>
                  </a:lnTo>
                  <a:lnTo>
                    <a:pt x="240" y="1143"/>
                  </a:lnTo>
                  <a:lnTo>
                    <a:pt x="243" y="1145"/>
                  </a:lnTo>
                  <a:lnTo>
                    <a:pt x="245" y="1145"/>
                  </a:lnTo>
                  <a:lnTo>
                    <a:pt x="245" y="1147"/>
                  </a:lnTo>
                  <a:lnTo>
                    <a:pt x="242" y="1149"/>
                  </a:lnTo>
                  <a:lnTo>
                    <a:pt x="240" y="1147"/>
                  </a:lnTo>
                  <a:lnTo>
                    <a:pt x="240" y="1147"/>
                  </a:lnTo>
                  <a:lnTo>
                    <a:pt x="238" y="1149"/>
                  </a:lnTo>
                  <a:lnTo>
                    <a:pt x="240" y="1149"/>
                  </a:lnTo>
                  <a:lnTo>
                    <a:pt x="242" y="1151"/>
                  </a:lnTo>
                  <a:lnTo>
                    <a:pt x="240" y="1153"/>
                  </a:lnTo>
                  <a:lnTo>
                    <a:pt x="242" y="1153"/>
                  </a:lnTo>
                  <a:lnTo>
                    <a:pt x="243" y="1151"/>
                  </a:lnTo>
                  <a:lnTo>
                    <a:pt x="243" y="1153"/>
                  </a:lnTo>
                  <a:lnTo>
                    <a:pt x="245" y="1155"/>
                  </a:lnTo>
                  <a:lnTo>
                    <a:pt x="243" y="1155"/>
                  </a:lnTo>
                  <a:lnTo>
                    <a:pt x="238" y="1157"/>
                  </a:lnTo>
                  <a:lnTo>
                    <a:pt x="234" y="1159"/>
                  </a:lnTo>
                  <a:lnTo>
                    <a:pt x="232" y="1159"/>
                  </a:lnTo>
                  <a:lnTo>
                    <a:pt x="230" y="1159"/>
                  </a:lnTo>
                  <a:lnTo>
                    <a:pt x="228" y="1159"/>
                  </a:lnTo>
                  <a:lnTo>
                    <a:pt x="226" y="1159"/>
                  </a:lnTo>
                  <a:lnTo>
                    <a:pt x="224" y="1159"/>
                  </a:lnTo>
                  <a:lnTo>
                    <a:pt x="222" y="1161"/>
                  </a:lnTo>
                  <a:lnTo>
                    <a:pt x="220" y="1161"/>
                  </a:lnTo>
                  <a:lnTo>
                    <a:pt x="220" y="1165"/>
                  </a:lnTo>
                  <a:lnTo>
                    <a:pt x="218" y="1167"/>
                  </a:lnTo>
                  <a:lnTo>
                    <a:pt x="218" y="1169"/>
                  </a:lnTo>
                  <a:lnTo>
                    <a:pt x="218" y="1167"/>
                  </a:lnTo>
                  <a:lnTo>
                    <a:pt x="222" y="1163"/>
                  </a:lnTo>
                  <a:lnTo>
                    <a:pt x="224" y="1161"/>
                  </a:lnTo>
                  <a:lnTo>
                    <a:pt x="226" y="1159"/>
                  </a:lnTo>
                  <a:lnTo>
                    <a:pt x="230" y="1161"/>
                  </a:lnTo>
                  <a:lnTo>
                    <a:pt x="234" y="1161"/>
                  </a:lnTo>
                  <a:lnTo>
                    <a:pt x="236" y="1161"/>
                  </a:lnTo>
                  <a:lnTo>
                    <a:pt x="238" y="1161"/>
                  </a:lnTo>
                  <a:lnTo>
                    <a:pt x="238" y="1159"/>
                  </a:lnTo>
                  <a:lnTo>
                    <a:pt x="240" y="1159"/>
                  </a:lnTo>
                  <a:lnTo>
                    <a:pt x="240" y="1159"/>
                  </a:lnTo>
                  <a:lnTo>
                    <a:pt x="243" y="1157"/>
                  </a:lnTo>
                  <a:lnTo>
                    <a:pt x="245" y="1157"/>
                  </a:lnTo>
                  <a:lnTo>
                    <a:pt x="245" y="1155"/>
                  </a:lnTo>
                  <a:lnTo>
                    <a:pt x="245" y="1155"/>
                  </a:lnTo>
                  <a:lnTo>
                    <a:pt x="247" y="1151"/>
                  </a:lnTo>
                  <a:lnTo>
                    <a:pt x="247" y="1151"/>
                  </a:lnTo>
                  <a:lnTo>
                    <a:pt x="247" y="1151"/>
                  </a:lnTo>
                  <a:lnTo>
                    <a:pt x="247" y="1151"/>
                  </a:lnTo>
                  <a:lnTo>
                    <a:pt x="247" y="1149"/>
                  </a:lnTo>
                  <a:lnTo>
                    <a:pt x="247" y="1149"/>
                  </a:lnTo>
                  <a:lnTo>
                    <a:pt x="247" y="1149"/>
                  </a:lnTo>
                  <a:lnTo>
                    <a:pt x="247" y="1149"/>
                  </a:lnTo>
                  <a:lnTo>
                    <a:pt x="249" y="1147"/>
                  </a:lnTo>
                  <a:lnTo>
                    <a:pt x="249" y="1147"/>
                  </a:lnTo>
                  <a:lnTo>
                    <a:pt x="249" y="1145"/>
                  </a:lnTo>
                  <a:lnTo>
                    <a:pt x="251" y="1145"/>
                  </a:lnTo>
                  <a:lnTo>
                    <a:pt x="251" y="1145"/>
                  </a:lnTo>
                  <a:lnTo>
                    <a:pt x="255" y="1145"/>
                  </a:lnTo>
                  <a:lnTo>
                    <a:pt x="255" y="1145"/>
                  </a:lnTo>
                  <a:lnTo>
                    <a:pt x="255" y="1147"/>
                  </a:lnTo>
                  <a:lnTo>
                    <a:pt x="255" y="1147"/>
                  </a:lnTo>
                  <a:lnTo>
                    <a:pt x="255" y="1147"/>
                  </a:lnTo>
                  <a:lnTo>
                    <a:pt x="255" y="1149"/>
                  </a:lnTo>
                  <a:lnTo>
                    <a:pt x="255" y="1149"/>
                  </a:lnTo>
                  <a:lnTo>
                    <a:pt x="257" y="1147"/>
                  </a:lnTo>
                  <a:lnTo>
                    <a:pt x="257" y="1149"/>
                  </a:lnTo>
                  <a:lnTo>
                    <a:pt x="257" y="1149"/>
                  </a:lnTo>
                  <a:lnTo>
                    <a:pt x="257" y="1149"/>
                  </a:lnTo>
                  <a:lnTo>
                    <a:pt x="259" y="1149"/>
                  </a:lnTo>
                  <a:lnTo>
                    <a:pt x="259" y="1149"/>
                  </a:lnTo>
                  <a:lnTo>
                    <a:pt x="259" y="1149"/>
                  </a:lnTo>
                  <a:lnTo>
                    <a:pt x="259" y="1149"/>
                  </a:lnTo>
                  <a:lnTo>
                    <a:pt x="259" y="1147"/>
                  </a:lnTo>
                  <a:lnTo>
                    <a:pt x="269" y="1153"/>
                  </a:lnTo>
                  <a:lnTo>
                    <a:pt x="277" y="1157"/>
                  </a:lnTo>
                  <a:lnTo>
                    <a:pt x="277" y="1159"/>
                  </a:lnTo>
                  <a:lnTo>
                    <a:pt x="277" y="1161"/>
                  </a:lnTo>
                  <a:lnTo>
                    <a:pt x="279" y="1163"/>
                  </a:lnTo>
                  <a:lnTo>
                    <a:pt x="281" y="1163"/>
                  </a:lnTo>
                  <a:lnTo>
                    <a:pt x="281" y="1165"/>
                  </a:lnTo>
                  <a:lnTo>
                    <a:pt x="283" y="1167"/>
                  </a:lnTo>
                  <a:lnTo>
                    <a:pt x="283" y="1167"/>
                  </a:lnTo>
                  <a:lnTo>
                    <a:pt x="293" y="1173"/>
                  </a:lnTo>
                  <a:lnTo>
                    <a:pt x="291" y="1175"/>
                  </a:lnTo>
                  <a:lnTo>
                    <a:pt x="291" y="1175"/>
                  </a:lnTo>
                  <a:lnTo>
                    <a:pt x="289" y="1177"/>
                  </a:lnTo>
                  <a:lnTo>
                    <a:pt x="291" y="1177"/>
                  </a:lnTo>
                  <a:lnTo>
                    <a:pt x="291" y="1177"/>
                  </a:lnTo>
                  <a:lnTo>
                    <a:pt x="293" y="1175"/>
                  </a:lnTo>
                  <a:lnTo>
                    <a:pt x="293" y="1175"/>
                  </a:lnTo>
                  <a:lnTo>
                    <a:pt x="294" y="1175"/>
                  </a:lnTo>
                  <a:lnTo>
                    <a:pt x="296" y="1177"/>
                  </a:lnTo>
                  <a:lnTo>
                    <a:pt x="296" y="1177"/>
                  </a:lnTo>
                  <a:lnTo>
                    <a:pt x="296" y="1179"/>
                  </a:lnTo>
                  <a:lnTo>
                    <a:pt x="296" y="1179"/>
                  </a:lnTo>
                  <a:lnTo>
                    <a:pt x="296" y="1179"/>
                  </a:lnTo>
                  <a:lnTo>
                    <a:pt x="296" y="1179"/>
                  </a:lnTo>
                  <a:lnTo>
                    <a:pt x="296" y="1181"/>
                  </a:lnTo>
                  <a:lnTo>
                    <a:pt x="296" y="1181"/>
                  </a:lnTo>
                  <a:lnTo>
                    <a:pt x="296" y="1181"/>
                  </a:lnTo>
                  <a:lnTo>
                    <a:pt x="296" y="1181"/>
                  </a:lnTo>
                  <a:lnTo>
                    <a:pt x="298" y="1181"/>
                  </a:lnTo>
                  <a:lnTo>
                    <a:pt x="298" y="1179"/>
                  </a:lnTo>
                  <a:lnTo>
                    <a:pt x="300" y="1179"/>
                  </a:lnTo>
                  <a:lnTo>
                    <a:pt x="300" y="1179"/>
                  </a:lnTo>
                  <a:lnTo>
                    <a:pt x="300" y="1177"/>
                  </a:lnTo>
                  <a:lnTo>
                    <a:pt x="298" y="1173"/>
                  </a:lnTo>
                  <a:lnTo>
                    <a:pt x="298" y="1173"/>
                  </a:lnTo>
                  <a:lnTo>
                    <a:pt x="300" y="1171"/>
                  </a:lnTo>
                  <a:lnTo>
                    <a:pt x="302" y="1175"/>
                  </a:lnTo>
                  <a:lnTo>
                    <a:pt x="304" y="1175"/>
                  </a:lnTo>
                  <a:lnTo>
                    <a:pt x="318" y="1188"/>
                  </a:lnTo>
                  <a:lnTo>
                    <a:pt x="320" y="1188"/>
                  </a:lnTo>
                  <a:lnTo>
                    <a:pt x="320" y="1190"/>
                  </a:lnTo>
                  <a:lnTo>
                    <a:pt x="322" y="1192"/>
                  </a:lnTo>
                  <a:lnTo>
                    <a:pt x="322" y="1194"/>
                  </a:lnTo>
                  <a:lnTo>
                    <a:pt x="322" y="1194"/>
                  </a:lnTo>
                  <a:lnTo>
                    <a:pt x="322" y="1196"/>
                  </a:lnTo>
                  <a:lnTo>
                    <a:pt x="322" y="1198"/>
                  </a:lnTo>
                  <a:lnTo>
                    <a:pt x="322" y="1198"/>
                  </a:lnTo>
                  <a:lnTo>
                    <a:pt x="324" y="1198"/>
                  </a:lnTo>
                  <a:lnTo>
                    <a:pt x="328" y="1202"/>
                  </a:lnTo>
                  <a:lnTo>
                    <a:pt x="328" y="1204"/>
                  </a:lnTo>
                  <a:lnTo>
                    <a:pt x="328" y="1206"/>
                  </a:lnTo>
                  <a:lnTo>
                    <a:pt x="328" y="1208"/>
                  </a:lnTo>
                  <a:lnTo>
                    <a:pt x="334" y="1214"/>
                  </a:lnTo>
                  <a:lnTo>
                    <a:pt x="338" y="1220"/>
                  </a:lnTo>
                  <a:lnTo>
                    <a:pt x="338" y="1220"/>
                  </a:lnTo>
                  <a:lnTo>
                    <a:pt x="338" y="1220"/>
                  </a:lnTo>
                  <a:lnTo>
                    <a:pt x="338" y="1222"/>
                  </a:lnTo>
                  <a:lnTo>
                    <a:pt x="338" y="1222"/>
                  </a:lnTo>
                  <a:lnTo>
                    <a:pt x="338" y="1224"/>
                  </a:lnTo>
                  <a:lnTo>
                    <a:pt x="338" y="1224"/>
                  </a:lnTo>
                  <a:lnTo>
                    <a:pt x="338" y="1224"/>
                  </a:lnTo>
                  <a:lnTo>
                    <a:pt x="340" y="1224"/>
                  </a:lnTo>
                  <a:lnTo>
                    <a:pt x="342" y="1226"/>
                  </a:lnTo>
                  <a:lnTo>
                    <a:pt x="343" y="1234"/>
                  </a:lnTo>
                  <a:lnTo>
                    <a:pt x="343" y="1234"/>
                  </a:lnTo>
                  <a:lnTo>
                    <a:pt x="345" y="1236"/>
                  </a:lnTo>
                  <a:lnTo>
                    <a:pt x="345" y="1237"/>
                  </a:lnTo>
                  <a:lnTo>
                    <a:pt x="349" y="1239"/>
                  </a:lnTo>
                  <a:lnTo>
                    <a:pt x="349" y="1239"/>
                  </a:lnTo>
                  <a:lnTo>
                    <a:pt x="349" y="1241"/>
                  </a:lnTo>
                  <a:lnTo>
                    <a:pt x="349" y="1243"/>
                  </a:lnTo>
                  <a:lnTo>
                    <a:pt x="349" y="1243"/>
                  </a:lnTo>
                  <a:lnTo>
                    <a:pt x="349" y="1245"/>
                  </a:lnTo>
                  <a:lnTo>
                    <a:pt x="351" y="1245"/>
                  </a:lnTo>
                  <a:lnTo>
                    <a:pt x="351" y="1247"/>
                  </a:lnTo>
                  <a:lnTo>
                    <a:pt x="351" y="1247"/>
                  </a:lnTo>
                  <a:lnTo>
                    <a:pt x="351" y="1251"/>
                  </a:lnTo>
                  <a:lnTo>
                    <a:pt x="353" y="1251"/>
                  </a:lnTo>
                  <a:lnTo>
                    <a:pt x="353" y="1253"/>
                  </a:lnTo>
                  <a:lnTo>
                    <a:pt x="353" y="1253"/>
                  </a:lnTo>
                  <a:lnTo>
                    <a:pt x="355" y="1253"/>
                  </a:lnTo>
                  <a:lnTo>
                    <a:pt x="355" y="1255"/>
                  </a:lnTo>
                  <a:lnTo>
                    <a:pt x="357" y="1255"/>
                  </a:lnTo>
                  <a:lnTo>
                    <a:pt x="357" y="1255"/>
                  </a:lnTo>
                  <a:lnTo>
                    <a:pt x="357" y="1257"/>
                  </a:lnTo>
                  <a:lnTo>
                    <a:pt x="359" y="1259"/>
                  </a:lnTo>
                  <a:lnTo>
                    <a:pt x="359" y="1259"/>
                  </a:lnTo>
                  <a:lnTo>
                    <a:pt x="359" y="1261"/>
                  </a:lnTo>
                  <a:lnTo>
                    <a:pt x="361" y="1265"/>
                  </a:lnTo>
                  <a:lnTo>
                    <a:pt x="363" y="1273"/>
                  </a:lnTo>
                  <a:lnTo>
                    <a:pt x="363" y="1275"/>
                  </a:lnTo>
                  <a:lnTo>
                    <a:pt x="365" y="1277"/>
                  </a:lnTo>
                  <a:lnTo>
                    <a:pt x="365" y="1279"/>
                  </a:lnTo>
                  <a:lnTo>
                    <a:pt x="365" y="1279"/>
                  </a:lnTo>
                  <a:lnTo>
                    <a:pt x="365" y="1281"/>
                  </a:lnTo>
                  <a:lnTo>
                    <a:pt x="365" y="1283"/>
                  </a:lnTo>
                  <a:lnTo>
                    <a:pt x="365" y="1283"/>
                  </a:lnTo>
                  <a:lnTo>
                    <a:pt x="367" y="1285"/>
                  </a:lnTo>
                  <a:lnTo>
                    <a:pt x="367" y="1285"/>
                  </a:lnTo>
                  <a:lnTo>
                    <a:pt x="367" y="1287"/>
                  </a:lnTo>
                  <a:lnTo>
                    <a:pt x="367" y="1287"/>
                  </a:lnTo>
                  <a:lnTo>
                    <a:pt x="367" y="1287"/>
                  </a:lnTo>
                  <a:lnTo>
                    <a:pt x="367" y="1289"/>
                  </a:lnTo>
                  <a:lnTo>
                    <a:pt x="367" y="1289"/>
                  </a:lnTo>
                  <a:lnTo>
                    <a:pt x="367" y="1289"/>
                  </a:lnTo>
                  <a:lnTo>
                    <a:pt x="371" y="1290"/>
                  </a:lnTo>
                  <a:lnTo>
                    <a:pt x="371" y="1292"/>
                  </a:lnTo>
                  <a:lnTo>
                    <a:pt x="371" y="1294"/>
                  </a:lnTo>
                  <a:lnTo>
                    <a:pt x="371" y="1296"/>
                  </a:lnTo>
                  <a:lnTo>
                    <a:pt x="369" y="1302"/>
                  </a:lnTo>
                  <a:lnTo>
                    <a:pt x="369" y="1302"/>
                  </a:lnTo>
                  <a:lnTo>
                    <a:pt x="369" y="1302"/>
                  </a:lnTo>
                  <a:lnTo>
                    <a:pt x="371" y="1302"/>
                  </a:lnTo>
                  <a:lnTo>
                    <a:pt x="371" y="1300"/>
                  </a:lnTo>
                  <a:lnTo>
                    <a:pt x="371" y="1300"/>
                  </a:lnTo>
                  <a:lnTo>
                    <a:pt x="371" y="1302"/>
                  </a:lnTo>
                  <a:lnTo>
                    <a:pt x="371" y="1302"/>
                  </a:lnTo>
                  <a:lnTo>
                    <a:pt x="371" y="1302"/>
                  </a:lnTo>
                  <a:lnTo>
                    <a:pt x="373" y="1302"/>
                  </a:lnTo>
                  <a:lnTo>
                    <a:pt x="377" y="1310"/>
                  </a:lnTo>
                  <a:lnTo>
                    <a:pt x="379" y="1312"/>
                  </a:lnTo>
                  <a:lnTo>
                    <a:pt x="379" y="1308"/>
                  </a:lnTo>
                  <a:lnTo>
                    <a:pt x="375" y="1306"/>
                  </a:lnTo>
                  <a:lnTo>
                    <a:pt x="373" y="1302"/>
                  </a:lnTo>
                  <a:lnTo>
                    <a:pt x="373" y="1302"/>
                  </a:lnTo>
                  <a:lnTo>
                    <a:pt x="375" y="1300"/>
                  </a:lnTo>
                  <a:lnTo>
                    <a:pt x="375" y="1300"/>
                  </a:lnTo>
                  <a:lnTo>
                    <a:pt x="377" y="1302"/>
                  </a:lnTo>
                  <a:lnTo>
                    <a:pt x="377" y="1302"/>
                  </a:lnTo>
                  <a:lnTo>
                    <a:pt x="377" y="1300"/>
                  </a:lnTo>
                  <a:lnTo>
                    <a:pt x="377" y="1300"/>
                  </a:lnTo>
                  <a:lnTo>
                    <a:pt x="379" y="1302"/>
                  </a:lnTo>
                  <a:lnTo>
                    <a:pt x="379" y="1302"/>
                  </a:lnTo>
                  <a:lnTo>
                    <a:pt x="381" y="1308"/>
                  </a:lnTo>
                  <a:lnTo>
                    <a:pt x="381" y="1308"/>
                  </a:lnTo>
                  <a:lnTo>
                    <a:pt x="385" y="1310"/>
                  </a:lnTo>
                  <a:lnTo>
                    <a:pt x="385" y="1312"/>
                  </a:lnTo>
                  <a:lnTo>
                    <a:pt x="385" y="1314"/>
                  </a:lnTo>
                  <a:lnTo>
                    <a:pt x="385" y="1314"/>
                  </a:lnTo>
                  <a:lnTo>
                    <a:pt x="385" y="1316"/>
                  </a:lnTo>
                  <a:lnTo>
                    <a:pt x="385" y="1316"/>
                  </a:lnTo>
                  <a:lnTo>
                    <a:pt x="387" y="1318"/>
                  </a:lnTo>
                  <a:lnTo>
                    <a:pt x="391" y="1330"/>
                  </a:lnTo>
                  <a:lnTo>
                    <a:pt x="394" y="1332"/>
                  </a:lnTo>
                  <a:lnTo>
                    <a:pt x="396" y="1342"/>
                  </a:lnTo>
                  <a:lnTo>
                    <a:pt x="398" y="1344"/>
                  </a:lnTo>
                  <a:lnTo>
                    <a:pt x="402" y="1345"/>
                  </a:lnTo>
                  <a:lnTo>
                    <a:pt x="402" y="1347"/>
                  </a:lnTo>
                  <a:lnTo>
                    <a:pt x="404" y="1347"/>
                  </a:lnTo>
                  <a:lnTo>
                    <a:pt x="406" y="1347"/>
                  </a:lnTo>
                  <a:lnTo>
                    <a:pt x="406" y="1349"/>
                  </a:lnTo>
                  <a:lnTo>
                    <a:pt x="406" y="1349"/>
                  </a:lnTo>
                  <a:lnTo>
                    <a:pt x="406" y="1349"/>
                  </a:lnTo>
                  <a:lnTo>
                    <a:pt x="408" y="1347"/>
                  </a:lnTo>
                  <a:lnTo>
                    <a:pt x="406" y="1347"/>
                  </a:lnTo>
                  <a:lnTo>
                    <a:pt x="406" y="1345"/>
                  </a:lnTo>
                  <a:lnTo>
                    <a:pt x="406" y="1342"/>
                  </a:lnTo>
                  <a:lnTo>
                    <a:pt x="406" y="1340"/>
                  </a:lnTo>
                  <a:lnTo>
                    <a:pt x="406" y="1336"/>
                  </a:lnTo>
                  <a:lnTo>
                    <a:pt x="406" y="1336"/>
                  </a:lnTo>
                  <a:lnTo>
                    <a:pt x="406" y="1336"/>
                  </a:lnTo>
                  <a:lnTo>
                    <a:pt x="408" y="1336"/>
                  </a:lnTo>
                  <a:lnTo>
                    <a:pt x="408" y="1338"/>
                  </a:lnTo>
                  <a:lnTo>
                    <a:pt x="410" y="1342"/>
                  </a:lnTo>
                  <a:lnTo>
                    <a:pt x="412" y="1342"/>
                  </a:lnTo>
                  <a:lnTo>
                    <a:pt x="412" y="1344"/>
                  </a:lnTo>
                  <a:lnTo>
                    <a:pt x="410" y="1344"/>
                  </a:lnTo>
                  <a:lnTo>
                    <a:pt x="410" y="1345"/>
                  </a:lnTo>
                  <a:lnTo>
                    <a:pt x="410" y="1347"/>
                  </a:lnTo>
                  <a:lnTo>
                    <a:pt x="410" y="1351"/>
                  </a:lnTo>
                  <a:lnTo>
                    <a:pt x="410" y="1353"/>
                  </a:lnTo>
                  <a:lnTo>
                    <a:pt x="410" y="1353"/>
                  </a:lnTo>
                  <a:lnTo>
                    <a:pt x="412" y="1353"/>
                  </a:lnTo>
                  <a:lnTo>
                    <a:pt x="412" y="1355"/>
                  </a:lnTo>
                  <a:lnTo>
                    <a:pt x="412" y="1355"/>
                  </a:lnTo>
                  <a:lnTo>
                    <a:pt x="412" y="1359"/>
                  </a:lnTo>
                  <a:lnTo>
                    <a:pt x="414" y="1361"/>
                  </a:lnTo>
                  <a:lnTo>
                    <a:pt x="416" y="1367"/>
                  </a:lnTo>
                  <a:lnTo>
                    <a:pt x="416" y="1367"/>
                  </a:lnTo>
                  <a:lnTo>
                    <a:pt x="416" y="1367"/>
                  </a:lnTo>
                  <a:lnTo>
                    <a:pt x="416" y="1367"/>
                  </a:lnTo>
                  <a:lnTo>
                    <a:pt x="418" y="1367"/>
                  </a:lnTo>
                  <a:lnTo>
                    <a:pt x="418" y="1367"/>
                  </a:lnTo>
                  <a:lnTo>
                    <a:pt x="418" y="1367"/>
                  </a:lnTo>
                  <a:lnTo>
                    <a:pt x="418" y="1369"/>
                  </a:lnTo>
                  <a:lnTo>
                    <a:pt x="420" y="1371"/>
                  </a:lnTo>
                  <a:lnTo>
                    <a:pt x="420" y="1373"/>
                  </a:lnTo>
                  <a:lnTo>
                    <a:pt x="418" y="1373"/>
                  </a:lnTo>
                  <a:lnTo>
                    <a:pt x="416" y="1373"/>
                  </a:lnTo>
                  <a:lnTo>
                    <a:pt x="416" y="1373"/>
                  </a:lnTo>
                  <a:lnTo>
                    <a:pt x="414" y="1373"/>
                  </a:lnTo>
                  <a:lnTo>
                    <a:pt x="416" y="1377"/>
                  </a:lnTo>
                  <a:lnTo>
                    <a:pt x="416" y="1383"/>
                  </a:lnTo>
                  <a:lnTo>
                    <a:pt x="418" y="1383"/>
                  </a:lnTo>
                  <a:lnTo>
                    <a:pt x="420" y="1385"/>
                  </a:lnTo>
                  <a:lnTo>
                    <a:pt x="422" y="1381"/>
                  </a:lnTo>
                  <a:lnTo>
                    <a:pt x="422" y="1381"/>
                  </a:lnTo>
                  <a:lnTo>
                    <a:pt x="422" y="1381"/>
                  </a:lnTo>
                  <a:lnTo>
                    <a:pt x="422" y="1381"/>
                  </a:lnTo>
                  <a:lnTo>
                    <a:pt x="422" y="1379"/>
                  </a:lnTo>
                  <a:lnTo>
                    <a:pt x="422" y="1379"/>
                  </a:lnTo>
                  <a:lnTo>
                    <a:pt x="422" y="1379"/>
                  </a:lnTo>
                  <a:lnTo>
                    <a:pt x="424" y="1379"/>
                  </a:lnTo>
                  <a:lnTo>
                    <a:pt x="426" y="1381"/>
                  </a:lnTo>
                  <a:lnTo>
                    <a:pt x="426" y="1381"/>
                  </a:lnTo>
                  <a:lnTo>
                    <a:pt x="426" y="1383"/>
                  </a:lnTo>
                  <a:lnTo>
                    <a:pt x="426" y="1383"/>
                  </a:lnTo>
                  <a:lnTo>
                    <a:pt x="426" y="1385"/>
                  </a:lnTo>
                  <a:lnTo>
                    <a:pt x="426" y="1385"/>
                  </a:lnTo>
                  <a:lnTo>
                    <a:pt x="428" y="1391"/>
                  </a:lnTo>
                  <a:lnTo>
                    <a:pt x="428" y="1391"/>
                  </a:lnTo>
                  <a:lnTo>
                    <a:pt x="432" y="1391"/>
                  </a:lnTo>
                  <a:lnTo>
                    <a:pt x="432" y="1393"/>
                  </a:lnTo>
                  <a:lnTo>
                    <a:pt x="434" y="1395"/>
                  </a:lnTo>
                  <a:lnTo>
                    <a:pt x="434" y="1397"/>
                  </a:lnTo>
                  <a:lnTo>
                    <a:pt x="434" y="1400"/>
                  </a:lnTo>
                  <a:lnTo>
                    <a:pt x="432" y="1402"/>
                  </a:lnTo>
                  <a:lnTo>
                    <a:pt x="430" y="1404"/>
                  </a:lnTo>
                  <a:lnTo>
                    <a:pt x="430" y="1406"/>
                  </a:lnTo>
                  <a:lnTo>
                    <a:pt x="428" y="1406"/>
                  </a:lnTo>
                  <a:lnTo>
                    <a:pt x="428" y="1408"/>
                  </a:lnTo>
                  <a:lnTo>
                    <a:pt x="428" y="1408"/>
                  </a:lnTo>
                  <a:lnTo>
                    <a:pt x="428" y="1410"/>
                  </a:lnTo>
                  <a:lnTo>
                    <a:pt x="428" y="1410"/>
                  </a:lnTo>
                  <a:lnTo>
                    <a:pt x="428" y="1410"/>
                  </a:lnTo>
                  <a:lnTo>
                    <a:pt x="428" y="1410"/>
                  </a:lnTo>
                  <a:lnTo>
                    <a:pt x="426" y="1412"/>
                  </a:lnTo>
                  <a:lnTo>
                    <a:pt x="426" y="1414"/>
                  </a:lnTo>
                  <a:lnTo>
                    <a:pt x="426" y="1414"/>
                  </a:lnTo>
                  <a:lnTo>
                    <a:pt x="424" y="1416"/>
                  </a:lnTo>
                  <a:lnTo>
                    <a:pt x="426" y="1416"/>
                  </a:lnTo>
                  <a:lnTo>
                    <a:pt x="428" y="1418"/>
                  </a:lnTo>
                  <a:lnTo>
                    <a:pt x="428" y="1418"/>
                  </a:lnTo>
                  <a:lnTo>
                    <a:pt x="428" y="1422"/>
                  </a:lnTo>
                  <a:lnTo>
                    <a:pt x="428" y="1422"/>
                  </a:lnTo>
                  <a:lnTo>
                    <a:pt x="428" y="1422"/>
                  </a:lnTo>
                  <a:lnTo>
                    <a:pt x="428" y="1424"/>
                  </a:lnTo>
                  <a:lnTo>
                    <a:pt x="426" y="1424"/>
                  </a:lnTo>
                  <a:lnTo>
                    <a:pt x="424" y="1430"/>
                  </a:lnTo>
                  <a:lnTo>
                    <a:pt x="424" y="1432"/>
                  </a:lnTo>
                  <a:lnTo>
                    <a:pt x="422" y="1434"/>
                  </a:lnTo>
                  <a:lnTo>
                    <a:pt x="422" y="1436"/>
                  </a:lnTo>
                  <a:lnTo>
                    <a:pt x="422" y="1438"/>
                  </a:lnTo>
                  <a:lnTo>
                    <a:pt x="424" y="1442"/>
                  </a:lnTo>
                  <a:lnTo>
                    <a:pt x="426" y="1442"/>
                  </a:lnTo>
                  <a:lnTo>
                    <a:pt x="426" y="1440"/>
                  </a:lnTo>
                  <a:lnTo>
                    <a:pt x="428" y="1440"/>
                  </a:lnTo>
                  <a:lnTo>
                    <a:pt x="428" y="1442"/>
                  </a:lnTo>
                  <a:lnTo>
                    <a:pt x="428" y="1442"/>
                  </a:lnTo>
                  <a:lnTo>
                    <a:pt x="428" y="1444"/>
                  </a:lnTo>
                  <a:lnTo>
                    <a:pt x="428" y="1444"/>
                  </a:lnTo>
                  <a:lnTo>
                    <a:pt x="428" y="1446"/>
                  </a:lnTo>
                  <a:lnTo>
                    <a:pt x="426" y="1446"/>
                  </a:lnTo>
                  <a:lnTo>
                    <a:pt x="426" y="1448"/>
                  </a:lnTo>
                  <a:lnTo>
                    <a:pt x="426" y="1448"/>
                  </a:lnTo>
                  <a:lnTo>
                    <a:pt x="426" y="1450"/>
                  </a:lnTo>
                  <a:lnTo>
                    <a:pt x="426" y="1452"/>
                  </a:lnTo>
                  <a:lnTo>
                    <a:pt x="426" y="1452"/>
                  </a:lnTo>
                  <a:lnTo>
                    <a:pt x="424" y="1453"/>
                  </a:lnTo>
                  <a:lnTo>
                    <a:pt x="424" y="1453"/>
                  </a:lnTo>
                  <a:lnTo>
                    <a:pt x="424" y="1453"/>
                  </a:lnTo>
                  <a:lnTo>
                    <a:pt x="422" y="1457"/>
                  </a:lnTo>
                  <a:lnTo>
                    <a:pt x="422" y="1459"/>
                  </a:lnTo>
                  <a:lnTo>
                    <a:pt x="422" y="1459"/>
                  </a:lnTo>
                  <a:lnTo>
                    <a:pt x="422" y="1461"/>
                  </a:lnTo>
                  <a:lnTo>
                    <a:pt x="420" y="1461"/>
                  </a:lnTo>
                  <a:lnTo>
                    <a:pt x="420" y="1461"/>
                  </a:lnTo>
                  <a:lnTo>
                    <a:pt x="420" y="1461"/>
                  </a:lnTo>
                  <a:lnTo>
                    <a:pt x="418" y="1461"/>
                  </a:lnTo>
                  <a:lnTo>
                    <a:pt x="418" y="1461"/>
                  </a:lnTo>
                  <a:lnTo>
                    <a:pt x="418" y="1461"/>
                  </a:lnTo>
                  <a:lnTo>
                    <a:pt x="418" y="1463"/>
                  </a:lnTo>
                  <a:lnTo>
                    <a:pt x="418" y="1465"/>
                  </a:lnTo>
                  <a:lnTo>
                    <a:pt x="418" y="1465"/>
                  </a:lnTo>
                  <a:lnTo>
                    <a:pt x="414" y="1469"/>
                  </a:lnTo>
                  <a:lnTo>
                    <a:pt x="408" y="1477"/>
                  </a:lnTo>
                  <a:lnTo>
                    <a:pt x="406" y="1477"/>
                  </a:lnTo>
                  <a:lnTo>
                    <a:pt x="400" y="1479"/>
                  </a:lnTo>
                  <a:lnTo>
                    <a:pt x="394" y="1485"/>
                  </a:lnTo>
                  <a:lnTo>
                    <a:pt x="393" y="1485"/>
                  </a:lnTo>
                  <a:lnTo>
                    <a:pt x="391" y="1487"/>
                  </a:lnTo>
                  <a:lnTo>
                    <a:pt x="389" y="1487"/>
                  </a:lnTo>
                  <a:lnTo>
                    <a:pt x="389" y="1489"/>
                  </a:lnTo>
                  <a:lnTo>
                    <a:pt x="387" y="1489"/>
                  </a:lnTo>
                  <a:lnTo>
                    <a:pt x="387" y="1489"/>
                  </a:lnTo>
                  <a:lnTo>
                    <a:pt x="385" y="1489"/>
                  </a:lnTo>
                  <a:lnTo>
                    <a:pt x="385" y="1491"/>
                  </a:lnTo>
                  <a:lnTo>
                    <a:pt x="383" y="1493"/>
                  </a:lnTo>
                  <a:lnTo>
                    <a:pt x="383" y="1493"/>
                  </a:lnTo>
                  <a:lnTo>
                    <a:pt x="383" y="1493"/>
                  </a:lnTo>
                  <a:lnTo>
                    <a:pt x="383" y="1495"/>
                  </a:lnTo>
                  <a:lnTo>
                    <a:pt x="381" y="1495"/>
                  </a:lnTo>
                  <a:lnTo>
                    <a:pt x="379" y="1495"/>
                  </a:lnTo>
                  <a:lnTo>
                    <a:pt x="377" y="1495"/>
                  </a:lnTo>
                  <a:lnTo>
                    <a:pt x="375" y="1499"/>
                  </a:lnTo>
                  <a:lnTo>
                    <a:pt x="375" y="1499"/>
                  </a:lnTo>
                  <a:lnTo>
                    <a:pt x="373" y="1499"/>
                  </a:lnTo>
                  <a:lnTo>
                    <a:pt x="369" y="1501"/>
                  </a:lnTo>
                  <a:lnTo>
                    <a:pt x="367" y="1503"/>
                  </a:lnTo>
                  <a:lnTo>
                    <a:pt x="363" y="1501"/>
                  </a:lnTo>
                  <a:lnTo>
                    <a:pt x="355" y="1505"/>
                  </a:lnTo>
                  <a:lnTo>
                    <a:pt x="351" y="1506"/>
                  </a:lnTo>
                  <a:lnTo>
                    <a:pt x="343" y="1506"/>
                  </a:lnTo>
                  <a:lnTo>
                    <a:pt x="342" y="1508"/>
                  </a:lnTo>
                  <a:lnTo>
                    <a:pt x="340" y="1508"/>
                  </a:lnTo>
                  <a:lnTo>
                    <a:pt x="336" y="1508"/>
                  </a:lnTo>
                  <a:lnTo>
                    <a:pt x="328" y="1506"/>
                  </a:lnTo>
                  <a:lnTo>
                    <a:pt x="322" y="1508"/>
                  </a:lnTo>
                  <a:lnTo>
                    <a:pt x="322" y="1508"/>
                  </a:lnTo>
                  <a:lnTo>
                    <a:pt x="310" y="1508"/>
                  </a:lnTo>
                  <a:lnTo>
                    <a:pt x="308" y="1506"/>
                  </a:lnTo>
                  <a:lnTo>
                    <a:pt x="306" y="1506"/>
                  </a:lnTo>
                  <a:lnTo>
                    <a:pt x="306" y="1506"/>
                  </a:lnTo>
                  <a:lnTo>
                    <a:pt x="291" y="1505"/>
                  </a:lnTo>
                  <a:lnTo>
                    <a:pt x="281" y="1499"/>
                  </a:lnTo>
                  <a:lnTo>
                    <a:pt x="271" y="1493"/>
                  </a:lnTo>
                  <a:lnTo>
                    <a:pt x="267" y="1489"/>
                  </a:lnTo>
                  <a:lnTo>
                    <a:pt x="263" y="1485"/>
                  </a:lnTo>
                  <a:lnTo>
                    <a:pt x="259" y="1483"/>
                  </a:lnTo>
                  <a:lnTo>
                    <a:pt x="257" y="1477"/>
                  </a:lnTo>
                  <a:lnTo>
                    <a:pt x="255" y="1475"/>
                  </a:lnTo>
                  <a:lnTo>
                    <a:pt x="253" y="1471"/>
                  </a:lnTo>
                  <a:lnTo>
                    <a:pt x="242" y="1461"/>
                  </a:lnTo>
                  <a:lnTo>
                    <a:pt x="240" y="1459"/>
                  </a:lnTo>
                  <a:lnTo>
                    <a:pt x="238" y="1457"/>
                  </a:lnTo>
                  <a:lnTo>
                    <a:pt x="234" y="1457"/>
                  </a:lnTo>
                  <a:lnTo>
                    <a:pt x="230" y="1453"/>
                  </a:lnTo>
                  <a:lnTo>
                    <a:pt x="226" y="1453"/>
                  </a:lnTo>
                  <a:lnTo>
                    <a:pt x="222" y="1448"/>
                  </a:lnTo>
                  <a:lnTo>
                    <a:pt x="214" y="1444"/>
                  </a:lnTo>
                  <a:lnTo>
                    <a:pt x="206" y="1438"/>
                  </a:lnTo>
                  <a:lnTo>
                    <a:pt x="204" y="1434"/>
                  </a:lnTo>
                  <a:lnTo>
                    <a:pt x="200" y="1432"/>
                  </a:lnTo>
                  <a:lnTo>
                    <a:pt x="194" y="1426"/>
                  </a:lnTo>
                  <a:lnTo>
                    <a:pt x="194" y="1422"/>
                  </a:lnTo>
                  <a:lnTo>
                    <a:pt x="191" y="1420"/>
                  </a:lnTo>
                  <a:lnTo>
                    <a:pt x="191" y="1418"/>
                  </a:lnTo>
                  <a:lnTo>
                    <a:pt x="185" y="1404"/>
                  </a:lnTo>
                  <a:lnTo>
                    <a:pt x="183" y="1400"/>
                  </a:lnTo>
                  <a:lnTo>
                    <a:pt x="179" y="1402"/>
                  </a:lnTo>
                  <a:lnTo>
                    <a:pt x="175" y="1402"/>
                  </a:lnTo>
                  <a:lnTo>
                    <a:pt x="171" y="1404"/>
                  </a:lnTo>
                  <a:lnTo>
                    <a:pt x="171" y="1404"/>
                  </a:lnTo>
                  <a:lnTo>
                    <a:pt x="169" y="1402"/>
                  </a:lnTo>
                  <a:lnTo>
                    <a:pt x="167" y="1400"/>
                  </a:lnTo>
                  <a:lnTo>
                    <a:pt x="169" y="1397"/>
                  </a:lnTo>
                  <a:lnTo>
                    <a:pt x="167" y="1395"/>
                  </a:lnTo>
                  <a:lnTo>
                    <a:pt x="169" y="1393"/>
                  </a:lnTo>
                  <a:lnTo>
                    <a:pt x="171" y="1393"/>
                  </a:lnTo>
                  <a:lnTo>
                    <a:pt x="171" y="1393"/>
                  </a:lnTo>
                  <a:lnTo>
                    <a:pt x="173" y="1395"/>
                  </a:lnTo>
                  <a:lnTo>
                    <a:pt x="173" y="1395"/>
                  </a:lnTo>
                  <a:lnTo>
                    <a:pt x="175" y="1395"/>
                  </a:lnTo>
                  <a:lnTo>
                    <a:pt x="175" y="1393"/>
                  </a:lnTo>
                  <a:lnTo>
                    <a:pt x="175" y="1393"/>
                  </a:lnTo>
                  <a:lnTo>
                    <a:pt x="173" y="1393"/>
                  </a:lnTo>
                  <a:lnTo>
                    <a:pt x="173" y="1393"/>
                  </a:lnTo>
                  <a:lnTo>
                    <a:pt x="173" y="1393"/>
                  </a:lnTo>
                  <a:lnTo>
                    <a:pt x="167" y="1389"/>
                  </a:lnTo>
                  <a:lnTo>
                    <a:pt x="165" y="1387"/>
                  </a:lnTo>
                  <a:lnTo>
                    <a:pt x="165" y="1387"/>
                  </a:lnTo>
                  <a:lnTo>
                    <a:pt x="165" y="1385"/>
                  </a:lnTo>
                  <a:lnTo>
                    <a:pt x="165" y="1385"/>
                  </a:lnTo>
                  <a:lnTo>
                    <a:pt x="163" y="1385"/>
                  </a:lnTo>
                  <a:lnTo>
                    <a:pt x="163" y="1387"/>
                  </a:lnTo>
                  <a:lnTo>
                    <a:pt x="161" y="1387"/>
                  </a:lnTo>
                  <a:lnTo>
                    <a:pt x="161" y="1387"/>
                  </a:lnTo>
                  <a:lnTo>
                    <a:pt x="161" y="1385"/>
                  </a:lnTo>
                  <a:lnTo>
                    <a:pt x="163" y="1383"/>
                  </a:lnTo>
                  <a:lnTo>
                    <a:pt x="165" y="1383"/>
                  </a:lnTo>
                  <a:lnTo>
                    <a:pt x="165" y="1381"/>
                  </a:lnTo>
                  <a:lnTo>
                    <a:pt x="165" y="1381"/>
                  </a:lnTo>
                  <a:lnTo>
                    <a:pt x="167" y="1379"/>
                  </a:lnTo>
                  <a:lnTo>
                    <a:pt x="167" y="1379"/>
                  </a:lnTo>
                  <a:lnTo>
                    <a:pt x="167" y="1379"/>
                  </a:lnTo>
                  <a:lnTo>
                    <a:pt x="167" y="1377"/>
                  </a:lnTo>
                  <a:lnTo>
                    <a:pt x="167" y="1377"/>
                  </a:lnTo>
                  <a:lnTo>
                    <a:pt x="165" y="1379"/>
                  </a:lnTo>
                  <a:lnTo>
                    <a:pt x="165" y="1379"/>
                  </a:lnTo>
                  <a:lnTo>
                    <a:pt x="163" y="1381"/>
                  </a:lnTo>
                  <a:lnTo>
                    <a:pt x="163" y="1381"/>
                  </a:lnTo>
                  <a:lnTo>
                    <a:pt x="161" y="1383"/>
                  </a:lnTo>
                  <a:lnTo>
                    <a:pt x="159" y="1383"/>
                  </a:lnTo>
                  <a:lnTo>
                    <a:pt x="159" y="1383"/>
                  </a:lnTo>
                  <a:lnTo>
                    <a:pt x="159" y="1383"/>
                  </a:lnTo>
                  <a:lnTo>
                    <a:pt x="159" y="1381"/>
                  </a:lnTo>
                  <a:lnTo>
                    <a:pt x="159" y="1383"/>
                  </a:lnTo>
                  <a:lnTo>
                    <a:pt x="159" y="1383"/>
                  </a:lnTo>
                  <a:lnTo>
                    <a:pt x="159" y="1383"/>
                  </a:lnTo>
                  <a:lnTo>
                    <a:pt x="157" y="1383"/>
                  </a:lnTo>
                  <a:lnTo>
                    <a:pt x="155" y="1381"/>
                  </a:lnTo>
                  <a:lnTo>
                    <a:pt x="155" y="1381"/>
                  </a:lnTo>
                  <a:lnTo>
                    <a:pt x="155" y="1379"/>
                  </a:lnTo>
                  <a:lnTo>
                    <a:pt x="155" y="1379"/>
                  </a:lnTo>
                  <a:lnTo>
                    <a:pt x="155" y="1379"/>
                  </a:lnTo>
                  <a:lnTo>
                    <a:pt x="155" y="1379"/>
                  </a:lnTo>
                  <a:lnTo>
                    <a:pt x="155" y="1379"/>
                  </a:lnTo>
                  <a:lnTo>
                    <a:pt x="153" y="1379"/>
                  </a:lnTo>
                  <a:lnTo>
                    <a:pt x="153" y="1379"/>
                  </a:lnTo>
                  <a:lnTo>
                    <a:pt x="153" y="1377"/>
                  </a:lnTo>
                  <a:lnTo>
                    <a:pt x="153" y="1373"/>
                  </a:lnTo>
                  <a:lnTo>
                    <a:pt x="153" y="1373"/>
                  </a:lnTo>
                  <a:lnTo>
                    <a:pt x="153" y="1369"/>
                  </a:lnTo>
                  <a:lnTo>
                    <a:pt x="151" y="1367"/>
                  </a:lnTo>
                  <a:lnTo>
                    <a:pt x="151" y="1367"/>
                  </a:lnTo>
                  <a:lnTo>
                    <a:pt x="151" y="1367"/>
                  </a:lnTo>
                  <a:lnTo>
                    <a:pt x="151" y="1367"/>
                  </a:lnTo>
                  <a:lnTo>
                    <a:pt x="151" y="1365"/>
                  </a:lnTo>
                  <a:lnTo>
                    <a:pt x="149" y="1363"/>
                  </a:lnTo>
                  <a:lnTo>
                    <a:pt x="149" y="1365"/>
                  </a:lnTo>
                  <a:lnTo>
                    <a:pt x="149" y="1365"/>
                  </a:lnTo>
                  <a:lnTo>
                    <a:pt x="149" y="1367"/>
                  </a:lnTo>
                  <a:lnTo>
                    <a:pt x="147" y="1365"/>
                  </a:lnTo>
                  <a:lnTo>
                    <a:pt x="147" y="1365"/>
                  </a:lnTo>
                  <a:lnTo>
                    <a:pt x="147" y="1363"/>
                  </a:lnTo>
                  <a:lnTo>
                    <a:pt x="147" y="1365"/>
                  </a:lnTo>
                  <a:lnTo>
                    <a:pt x="147" y="1367"/>
                  </a:lnTo>
                  <a:lnTo>
                    <a:pt x="147" y="1371"/>
                  </a:lnTo>
                  <a:lnTo>
                    <a:pt x="147" y="1371"/>
                  </a:lnTo>
                  <a:lnTo>
                    <a:pt x="147" y="1367"/>
                  </a:lnTo>
                  <a:lnTo>
                    <a:pt x="145" y="1367"/>
                  </a:lnTo>
                  <a:lnTo>
                    <a:pt x="145" y="1369"/>
                  </a:lnTo>
                  <a:lnTo>
                    <a:pt x="145" y="1369"/>
                  </a:lnTo>
                  <a:lnTo>
                    <a:pt x="145" y="1371"/>
                  </a:lnTo>
                  <a:lnTo>
                    <a:pt x="145" y="1371"/>
                  </a:lnTo>
                  <a:lnTo>
                    <a:pt x="145" y="1371"/>
                  </a:lnTo>
                  <a:lnTo>
                    <a:pt x="145" y="1371"/>
                  </a:lnTo>
                  <a:lnTo>
                    <a:pt x="145" y="1369"/>
                  </a:lnTo>
                  <a:lnTo>
                    <a:pt x="143" y="1367"/>
                  </a:lnTo>
                  <a:lnTo>
                    <a:pt x="143" y="1369"/>
                  </a:lnTo>
                  <a:lnTo>
                    <a:pt x="145" y="1371"/>
                  </a:lnTo>
                  <a:lnTo>
                    <a:pt x="145" y="1373"/>
                  </a:lnTo>
                  <a:lnTo>
                    <a:pt x="143" y="1371"/>
                  </a:lnTo>
                  <a:lnTo>
                    <a:pt x="143" y="1371"/>
                  </a:lnTo>
                  <a:lnTo>
                    <a:pt x="136" y="1353"/>
                  </a:lnTo>
                  <a:lnTo>
                    <a:pt x="132" y="1340"/>
                  </a:lnTo>
                  <a:lnTo>
                    <a:pt x="130" y="1338"/>
                  </a:lnTo>
                  <a:lnTo>
                    <a:pt x="132" y="1336"/>
                  </a:lnTo>
                  <a:lnTo>
                    <a:pt x="132" y="1334"/>
                  </a:lnTo>
                  <a:lnTo>
                    <a:pt x="132" y="1334"/>
                  </a:lnTo>
                  <a:lnTo>
                    <a:pt x="134" y="1332"/>
                  </a:lnTo>
                  <a:lnTo>
                    <a:pt x="136" y="1332"/>
                  </a:lnTo>
                  <a:lnTo>
                    <a:pt x="138" y="1332"/>
                  </a:lnTo>
                  <a:lnTo>
                    <a:pt x="140" y="1332"/>
                  </a:lnTo>
                  <a:lnTo>
                    <a:pt x="140" y="1330"/>
                  </a:lnTo>
                  <a:lnTo>
                    <a:pt x="134" y="1330"/>
                  </a:lnTo>
                  <a:lnTo>
                    <a:pt x="134" y="1328"/>
                  </a:lnTo>
                  <a:lnTo>
                    <a:pt x="132" y="1328"/>
                  </a:lnTo>
                  <a:lnTo>
                    <a:pt x="130" y="1324"/>
                  </a:lnTo>
                  <a:lnTo>
                    <a:pt x="124" y="1320"/>
                  </a:lnTo>
                  <a:lnTo>
                    <a:pt x="124" y="1320"/>
                  </a:lnTo>
                  <a:lnTo>
                    <a:pt x="124" y="1318"/>
                  </a:lnTo>
                  <a:lnTo>
                    <a:pt x="122" y="1316"/>
                  </a:lnTo>
                  <a:lnTo>
                    <a:pt x="120" y="1316"/>
                  </a:lnTo>
                  <a:lnTo>
                    <a:pt x="120" y="1316"/>
                  </a:lnTo>
                  <a:lnTo>
                    <a:pt x="118" y="1316"/>
                  </a:lnTo>
                  <a:lnTo>
                    <a:pt x="118" y="1316"/>
                  </a:lnTo>
                  <a:lnTo>
                    <a:pt x="116" y="1314"/>
                  </a:lnTo>
                  <a:lnTo>
                    <a:pt x="112" y="1314"/>
                  </a:lnTo>
                  <a:lnTo>
                    <a:pt x="110" y="1312"/>
                  </a:lnTo>
                  <a:lnTo>
                    <a:pt x="108" y="1310"/>
                  </a:lnTo>
                  <a:lnTo>
                    <a:pt x="108" y="1308"/>
                  </a:lnTo>
                  <a:lnTo>
                    <a:pt x="106" y="1308"/>
                  </a:lnTo>
                  <a:lnTo>
                    <a:pt x="104" y="1308"/>
                  </a:lnTo>
                  <a:lnTo>
                    <a:pt x="108" y="1310"/>
                  </a:lnTo>
                  <a:lnTo>
                    <a:pt x="106" y="1310"/>
                  </a:lnTo>
                  <a:lnTo>
                    <a:pt x="106" y="1312"/>
                  </a:lnTo>
                  <a:lnTo>
                    <a:pt x="112" y="1316"/>
                  </a:lnTo>
                  <a:lnTo>
                    <a:pt x="116" y="1316"/>
                  </a:lnTo>
                  <a:lnTo>
                    <a:pt x="116" y="1316"/>
                  </a:lnTo>
                  <a:lnTo>
                    <a:pt x="118" y="1318"/>
                  </a:lnTo>
                  <a:lnTo>
                    <a:pt x="118" y="1322"/>
                  </a:lnTo>
                  <a:lnTo>
                    <a:pt x="118" y="1322"/>
                  </a:lnTo>
                  <a:lnTo>
                    <a:pt x="118" y="1324"/>
                  </a:lnTo>
                  <a:lnTo>
                    <a:pt x="118" y="1324"/>
                  </a:lnTo>
                  <a:lnTo>
                    <a:pt x="118" y="1324"/>
                  </a:lnTo>
                  <a:lnTo>
                    <a:pt x="116" y="1322"/>
                  </a:lnTo>
                  <a:lnTo>
                    <a:pt x="116" y="1324"/>
                  </a:lnTo>
                  <a:lnTo>
                    <a:pt x="118" y="1326"/>
                  </a:lnTo>
                  <a:lnTo>
                    <a:pt x="118" y="1326"/>
                  </a:lnTo>
                  <a:lnTo>
                    <a:pt x="120" y="1326"/>
                  </a:lnTo>
                  <a:lnTo>
                    <a:pt x="122" y="1330"/>
                  </a:lnTo>
                  <a:lnTo>
                    <a:pt x="122" y="1332"/>
                  </a:lnTo>
                  <a:lnTo>
                    <a:pt x="122" y="1334"/>
                  </a:lnTo>
                  <a:lnTo>
                    <a:pt x="122" y="1334"/>
                  </a:lnTo>
                  <a:lnTo>
                    <a:pt x="122" y="1336"/>
                  </a:lnTo>
                  <a:lnTo>
                    <a:pt x="120" y="1336"/>
                  </a:lnTo>
                  <a:lnTo>
                    <a:pt x="118" y="1338"/>
                  </a:lnTo>
                  <a:lnTo>
                    <a:pt x="116" y="1336"/>
                  </a:lnTo>
                  <a:lnTo>
                    <a:pt x="114" y="1334"/>
                  </a:lnTo>
                  <a:lnTo>
                    <a:pt x="116" y="1336"/>
                  </a:lnTo>
                  <a:lnTo>
                    <a:pt x="118" y="1338"/>
                  </a:lnTo>
                  <a:lnTo>
                    <a:pt x="118" y="1338"/>
                  </a:lnTo>
                  <a:lnTo>
                    <a:pt x="116" y="1338"/>
                  </a:lnTo>
                  <a:lnTo>
                    <a:pt x="116" y="1338"/>
                  </a:lnTo>
                  <a:lnTo>
                    <a:pt x="116" y="1340"/>
                  </a:lnTo>
                  <a:lnTo>
                    <a:pt x="114" y="1340"/>
                  </a:lnTo>
                  <a:lnTo>
                    <a:pt x="114" y="1340"/>
                  </a:lnTo>
                  <a:lnTo>
                    <a:pt x="112" y="1342"/>
                  </a:lnTo>
                  <a:lnTo>
                    <a:pt x="116" y="1344"/>
                  </a:lnTo>
                  <a:lnTo>
                    <a:pt x="118" y="1344"/>
                  </a:lnTo>
                  <a:lnTo>
                    <a:pt x="118" y="1345"/>
                  </a:lnTo>
                  <a:lnTo>
                    <a:pt x="120" y="1347"/>
                  </a:lnTo>
                  <a:lnTo>
                    <a:pt x="120" y="1349"/>
                  </a:lnTo>
                  <a:lnTo>
                    <a:pt x="118" y="1351"/>
                  </a:lnTo>
                  <a:lnTo>
                    <a:pt x="118" y="1353"/>
                  </a:lnTo>
                  <a:lnTo>
                    <a:pt x="124" y="1357"/>
                  </a:lnTo>
                  <a:lnTo>
                    <a:pt x="126" y="1357"/>
                  </a:lnTo>
                  <a:lnTo>
                    <a:pt x="126" y="1359"/>
                  </a:lnTo>
                  <a:lnTo>
                    <a:pt x="124" y="1361"/>
                  </a:lnTo>
                  <a:lnTo>
                    <a:pt x="124" y="1361"/>
                  </a:lnTo>
                  <a:lnTo>
                    <a:pt x="124" y="1361"/>
                  </a:lnTo>
                  <a:lnTo>
                    <a:pt x="120" y="1359"/>
                  </a:lnTo>
                  <a:lnTo>
                    <a:pt x="118" y="1359"/>
                  </a:lnTo>
                  <a:lnTo>
                    <a:pt x="124" y="1367"/>
                  </a:lnTo>
                  <a:lnTo>
                    <a:pt x="132" y="1369"/>
                  </a:lnTo>
                  <a:lnTo>
                    <a:pt x="134" y="1375"/>
                  </a:lnTo>
                  <a:lnTo>
                    <a:pt x="134" y="1375"/>
                  </a:lnTo>
                  <a:lnTo>
                    <a:pt x="134" y="1377"/>
                  </a:lnTo>
                  <a:lnTo>
                    <a:pt x="132" y="1377"/>
                  </a:lnTo>
                  <a:lnTo>
                    <a:pt x="130" y="1375"/>
                  </a:lnTo>
                  <a:lnTo>
                    <a:pt x="128" y="1373"/>
                  </a:lnTo>
                  <a:lnTo>
                    <a:pt x="128" y="1373"/>
                  </a:lnTo>
                  <a:lnTo>
                    <a:pt x="126" y="1373"/>
                  </a:lnTo>
                  <a:lnTo>
                    <a:pt x="124" y="1375"/>
                  </a:lnTo>
                  <a:lnTo>
                    <a:pt x="124" y="1375"/>
                  </a:lnTo>
                  <a:lnTo>
                    <a:pt x="122" y="1375"/>
                  </a:lnTo>
                  <a:lnTo>
                    <a:pt x="122" y="1375"/>
                  </a:lnTo>
                  <a:lnTo>
                    <a:pt x="120" y="1373"/>
                  </a:lnTo>
                  <a:lnTo>
                    <a:pt x="120" y="1373"/>
                  </a:lnTo>
                  <a:lnTo>
                    <a:pt x="116" y="1373"/>
                  </a:lnTo>
                  <a:lnTo>
                    <a:pt x="116" y="1373"/>
                  </a:lnTo>
                  <a:lnTo>
                    <a:pt x="116" y="1373"/>
                  </a:lnTo>
                  <a:lnTo>
                    <a:pt x="116" y="1373"/>
                  </a:lnTo>
                  <a:lnTo>
                    <a:pt x="106" y="1369"/>
                  </a:lnTo>
                  <a:lnTo>
                    <a:pt x="106" y="1369"/>
                  </a:lnTo>
                  <a:lnTo>
                    <a:pt x="106" y="1369"/>
                  </a:lnTo>
                  <a:lnTo>
                    <a:pt x="104" y="1371"/>
                  </a:lnTo>
                  <a:lnTo>
                    <a:pt x="104" y="1371"/>
                  </a:lnTo>
                  <a:lnTo>
                    <a:pt x="104" y="1371"/>
                  </a:lnTo>
                  <a:lnTo>
                    <a:pt x="104" y="1371"/>
                  </a:lnTo>
                  <a:lnTo>
                    <a:pt x="104" y="1373"/>
                  </a:lnTo>
                  <a:lnTo>
                    <a:pt x="104" y="1373"/>
                  </a:lnTo>
                  <a:lnTo>
                    <a:pt x="104" y="1373"/>
                  </a:lnTo>
                  <a:lnTo>
                    <a:pt x="102" y="1373"/>
                  </a:lnTo>
                  <a:lnTo>
                    <a:pt x="102" y="1375"/>
                  </a:lnTo>
                  <a:lnTo>
                    <a:pt x="102" y="1375"/>
                  </a:lnTo>
                  <a:lnTo>
                    <a:pt x="102" y="1375"/>
                  </a:lnTo>
                  <a:lnTo>
                    <a:pt x="102" y="1375"/>
                  </a:lnTo>
                  <a:lnTo>
                    <a:pt x="102" y="1377"/>
                  </a:lnTo>
                  <a:lnTo>
                    <a:pt x="100" y="1377"/>
                  </a:lnTo>
                  <a:lnTo>
                    <a:pt x="100" y="1377"/>
                  </a:lnTo>
                  <a:lnTo>
                    <a:pt x="94" y="1375"/>
                  </a:lnTo>
                  <a:lnTo>
                    <a:pt x="94" y="1375"/>
                  </a:lnTo>
                  <a:lnTo>
                    <a:pt x="94" y="1375"/>
                  </a:lnTo>
                  <a:lnTo>
                    <a:pt x="94" y="1377"/>
                  </a:lnTo>
                  <a:lnTo>
                    <a:pt x="94" y="1377"/>
                  </a:lnTo>
                  <a:lnTo>
                    <a:pt x="92" y="1379"/>
                  </a:lnTo>
                  <a:lnTo>
                    <a:pt x="92" y="1381"/>
                  </a:lnTo>
                  <a:lnTo>
                    <a:pt x="92" y="1381"/>
                  </a:lnTo>
                  <a:lnTo>
                    <a:pt x="90" y="1381"/>
                  </a:lnTo>
                  <a:lnTo>
                    <a:pt x="90" y="1383"/>
                  </a:lnTo>
                  <a:lnTo>
                    <a:pt x="90" y="1383"/>
                  </a:lnTo>
                  <a:lnTo>
                    <a:pt x="90" y="1383"/>
                  </a:lnTo>
                  <a:lnTo>
                    <a:pt x="89" y="1385"/>
                  </a:lnTo>
                  <a:lnTo>
                    <a:pt x="89" y="1385"/>
                  </a:lnTo>
                  <a:lnTo>
                    <a:pt x="75" y="1377"/>
                  </a:lnTo>
                  <a:lnTo>
                    <a:pt x="73" y="1377"/>
                  </a:lnTo>
                  <a:lnTo>
                    <a:pt x="73" y="1377"/>
                  </a:lnTo>
                  <a:lnTo>
                    <a:pt x="73" y="1375"/>
                  </a:lnTo>
                  <a:lnTo>
                    <a:pt x="73" y="1375"/>
                  </a:lnTo>
                  <a:lnTo>
                    <a:pt x="73" y="1375"/>
                  </a:lnTo>
                  <a:lnTo>
                    <a:pt x="73" y="1373"/>
                  </a:lnTo>
                  <a:lnTo>
                    <a:pt x="73" y="1373"/>
                  </a:lnTo>
                  <a:lnTo>
                    <a:pt x="75" y="1371"/>
                  </a:lnTo>
                  <a:lnTo>
                    <a:pt x="75" y="1371"/>
                  </a:lnTo>
                  <a:lnTo>
                    <a:pt x="75" y="1371"/>
                  </a:lnTo>
                  <a:lnTo>
                    <a:pt x="75" y="1369"/>
                  </a:lnTo>
                  <a:lnTo>
                    <a:pt x="75" y="1367"/>
                  </a:lnTo>
                  <a:lnTo>
                    <a:pt x="77" y="1367"/>
                  </a:lnTo>
                  <a:lnTo>
                    <a:pt x="77" y="1367"/>
                  </a:lnTo>
                  <a:lnTo>
                    <a:pt x="77" y="1365"/>
                  </a:lnTo>
                  <a:lnTo>
                    <a:pt x="77" y="1365"/>
                  </a:lnTo>
                  <a:lnTo>
                    <a:pt x="77" y="1365"/>
                  </a:lnTo>
                  <a:lnTo>
                    <a:pt x="77" y="1365"/>
                  </a:lnTo>
                  <a:lnTo>
                    <a:pt x="77" y="1363"/>
                  </a:lnTo>
                  <a:lnTo>
                    <a:pt x="77" y="1363"/>
                  </a:lnTo>
                  <a:lnTo>
                    <a:pt x="77" y="1363"/>
                  </a:lnTo>
                  <a:lnTo>
                    <a:pt x="73" y="1359"/>
                  </a:lnTo>
                  <a:lnTo>
                    <a:pt x="73" y="1355"/>
                  </a:lnTo>
                  <a:lnTo>
                    <a:pt x="73" y="1353"/>
                  </a:lnTo>
                  <a:lnTo>
                    <a:pt x="75" y="1351"/>
                  </a:lnTo>
                  <a:lnTo>
                    <a:pt x="75" y="1351"/>
                  </a:lnTo>
                  <a:lnTo>
                    <a:pt x="75" y="1349"/>
                  </a:lnTo>
                  <a:lnTo>
                    <a:pt x="75" y="1349"/>
                  </a:lnTo>
                  <a:lnTo>
                    <a:pt x="75" y="1347"/>
                  </a:lnTo>
                  <a:lnTo>
                    <a:pt x="75" y="1347"/>
                  </a:lnTo>
                  <a:lnTo>
                    <a:pt x="75" y="1347"/>
                  </a:lnTo>
                  <a:lnTo>
                    <a:pt x="61" y="1338"/>
                  </a:lnTo>
                  <a:lnTo>
                    <a:pt x="59" y="1336"/>
                  </a:lnTo>
                  <a:lnTo>
                    <a:pt x="0" y="1314"/>
                  </a:lnTo>
                  <a:lnTo>
                    <a:pt x="0" y="1314"/>
                  </a:lnTo>
                  <a:lnTo>
                    <a:pt x="0" y="1308"/>
                  </a:lnTo>
                  <a:lnTo>
                    <a:pt x="0" y="1290"/>
                  </a:lnTo>
                  <a:lnTo>
                    <a:pt x="2" y="1285"/>
                  </a:lnTo>
                  <a:lnTo>
                    <a:pt x="6" y="1279"/>
                  </a:lnTo>
                  <a:lnTo>
                    <a:pt x="6" y="1279"/>
                  </a:lnTo>
                  <a:lnTo>
                    <a:pt x="6" y="1279"/>
                  </a:lnTo>
                  <a:lnTo>
                    <a:pt x="28" y="1263"/>
                  </a:lnTo>
                  <a:lnTo>
                    <a:pt x="32" y="1261"/>
                  </a:lnTo>
                  <a:lnTo>
                    <a:pt x="32" y="1261"/>
                  </a:lnTo>
                  <a:lnTo>
                    <a:pt x="32" y="1261"/>
                  </a:lnTo>
                  <a:lnTo>
                    <a:pt x="34" y="1259"/>
                  </a:lnTo>
                  <a:lnTo>
                    <a:pt x="34" y="1259"/>
                  </a:lnTo>
                  <a:lnTo>
                    <a:pt x="55" y="1247"/>
                  </a:lnTo>
                  <a:lnTo>
                    <a:pt x="57" y="1245"/>
                  </a:lnTo>
                  <a:lnTo>
                    <a:pt x="59" y="1243"/>
                  </a:lnTo>
                  <a:lnTo>
                    <a:pt x="61" y="1241"/>
                  </a:lnTo>
                  <a:lnTo>
                    <a:pt x="63" y="1236"/>
                  </a:lnTo>
                  <a:lnTo>
                    <a:pt x="65" y="1236"/>
                  </a:lnTo>
                  <a:lnTo>
                    <a:pt x="65" y="1236"/>
                  </a:lnTo>
                  <a:lnTo>
                    <a:pt x="67" y="1234"/>
                  </a:lnTo>
                  <a:lnTo>
                    <a:pt x="61" y="1220"/>
                  </a:lnTo>
                  <a:lnTo>
                    <a:pt x="61" y="1216"/>
                  </a:lnTo>
                  <a:lnTo>
                    <a:pt x="61" y="1202"/>
                  </a:lnTo>
                  <a:lnTo>
                    <a:pt x="61" y="1198"/>
                  </a:lnTo>
                  <a:lnTo>
                    <a:pt x="61" y="1190"/>
                  </a:lnTo>
                  <a:lnTo>
                    <a:pt x="61" y="1190"/>
                  </a:lnTo>
                  <a:lnTo>
                    <a:pt x="61" y="1188"/>
                  </a:lnTo>
                  <a:lnTo>
                    <a:pt x="53" y="1179"/>
                  </a:lnTo>
                  <a:lnTo>
                    <a:pt x="45" y="1171"/>
                  </a:lnTo>
                  <a:lnTo>
                    <a:pt x="45" y="1169"/>
                  </a:lnTo>
                  <a:lnTo>
                    <a:pt x="45" y="1167"/>
                  </a:lnTo>
                  <a:lnTo>
                    <a:pt x="51" y="1141"/>
                  </a:lnTo>
                  <a:lnTo>
                    <a:pt x="51" y="1139"/>
                  </a:lnTo>
                  <a:lnTo>
                    <a:pt x="51" y="1137"/>
                  </a:lnTo>
                  <a:lnTo>
                    <a:pt x="53" y="1135"/>
                  </a:lnTo>
                  <a:lnTo>
                    <a:pt x="53" y="1135"/>
                  </a:lnTo>
                  <a:lnTo>
                    <a:pt x="69" y="1122"/>
                  </a:lnTo>
                  <a:lnTo>
                    <a:pt x="73" y="1120"/>
                  </a:lnTo>
                  <a:lnTo>
                    <a:pt x="77" y="1114"/>
                  </a:lnTo>
                  <a:lnTo>
                    <a:pt x="77" y="1110"/>
                  </a:lnTo>
                  <a:lnTo>
                    <a:pt x="75" y="1108"/>
                  </a:lnTo>
                  <a:lnTo>
                    <a:pt x="67" y="1106"/>
                  </a:lnTo>
                  <a:lnTo>
                    <a:pt x="67" y="1106"/>
                  </a:lnTo>
                  <a:lnTo>
                    <a:pt x="67" y="1104"/>
                  </a:lnTo>
                  <a:lnTo>
                    <a:pt x="67" y="1102"/>
                  </a:lnTo>
                  <a:lnTo>
                    <a:pt x="69" y="1104"/>
                  </a:lnTo>
                  <a:lnTo>
                    <a:pt x="81" y="1102"/>
                  </a:lnTo>
                  <a:lnTo>
                    <a:pt x="85" y="1102"/>
                  </a:lnTo>
                  <a:lnTo>
                    <a:pt x="90" y="1100"/>
                  </a:lnTo>
                  <a:lnTo>
                    <a:pt x="92" y="1100"/>
                  </a:lnTo>
                  <a:lnTo>
                    <a:pt x="92" y="1100"/>
                  </a:lnTo>
                  <a:lnTo>
                    <a:pt x="94" y="1100"/>
                  </a:lnTo>
                  <a:lnTo>
                    <a:pt x="96" y="1100"/>
                  </a:lnTo>
                  <a:lnTo>
                    <a:pt x="100" y="1100"/>
                  </a:lnTo>
                  <a:lnTo>
                    <a:pt x="102" y="1098"/>
                  </a:lnTo>
                  <a:lnTo>
                    <a:pt x="104" y="1096"/>
                  </a:lnTo>
                  <a:lnTo>
                    <a:pt x="104" y="1096"/>
                  </a:lnTo>
                  <a:lnTo>
                    <a:pt x="106" y="1092"/>
                  </a:lnTo>
                  <a:lnTo>
                    <a:pt x="108" y="1092"/>
                  </a:lnTo>
                  <a:lnTo>
                    <a:pt x="108" y="1090"/>
                  </a:lnTo>
                  <a:lnTo>
                    <a:pt x="110" y="1090"/>
                  </a:lnTo>
                  <a:lnTo>
                    <a:pt x="110" y="1088"/>
                  </a:lnTo>
                  <a:lnTo>
                    <a:pt x="110" y="1088"/>
                  </a:lnTo>
                  <a:lnTo>
                    <a:pt x="110" y="1088"/>
                  </a:lnTo>
                  <a:lnTo>
                    <a:pt x="112" y="1086"/>
                  </a:lnTo>
                  <a:lnTo>
                    <a:pt x="112" y="1084"/>
                  </a:lnTo>
                  <a:lnTo>
                    <a:pt x="114" y="1084"/>
                  </a:lnTo>
                  <a:lnTo>
                    <a:pt x="116" y="1082"/>
                  </a:lnTo>
                  <a:lnTo>
                    <a:pt x="118" y="1082"/>
                  </a:lnTo>
                  <a:lnTo>
                    <a:pt x="124" y="1084"/>
                  </a:lnTo>
                  <a:lnTo>
                    <a:pt x="126" y="1084"/>
                  </a:lnTo>
                  <a:lnTo>
                    <a:pt x="130" y="1082"/>
                  </a:lnTo>
                  <a:lnTo>
                    <a:pt x="130" y="1082"/>
                  </a:lnTo>
                  <a:lnTo>
                    <a:pt x="136" y="1086"/>
                  </a:lnTo>
                  <a:lnTo>
                    <a:pt x="138" y="1086"/>
                  </a:lnTo>
                  <a:lnTo>
                    <a:pt x="138" y="1084"/>
                  </a:lnTo>
                  <a:lnTo>
                    <a:pt x="140" y="1084"/>
                  </a:lnTo>
                  <a:lnTo>
                    <a:pt x="145" y="1080"/>
                  </a:lnTo>
                  <a:lnTo>
                    <a:pt x="147" y="1080"/>
                  </a:lnTo>
                  <a:lnTo>
                    <a:pt x="147" y="1080"/>
                  </a:lnTo>
                  <a:lnTo>
                    <a:pt x="147" y="1078"/>
                  </a:lnTo>
                  <a:lnTo>
                    <a:pt x="149" y="1076"/>
                  </a:lnTo>
                  <a:lnTo>
                    <a:pt x="149" y="1076"/>
                  </a:lnTo>
                  <a:lnTo>
                    <a:pt x="151" y="1076"/>
                  </a:lnTo>
                  <a:lnTo>
                    <a:pt x="151" y="1075"/>
                  </a:lnTo>
                  <a:lnTo>
                    <a:pt x="153" y="1075"/>
                  </a:lnTo>
                  <a:lnTo>
                    <a:pt x="153" y="1075"/>
                  </a:lnTo>
                  <a:lnTo>
                    <a:pt x="155" y="1073"/>
                  </a:lnTo>
                  <a:lnTo>
                    <a:pt x="155" y="1071"/>
                  </a:lnTo>
                  <a:lnTo>
                    <a:pt x="155" y="1069"/>
                  </a:lnTo>
                  <a:lnTo>
                    <a:pt x="155" y="1067"/>
                  </a:lnTo>
                  <a:lnTo>
                    <a:pt x="155" y="1067"/>
                  </a:lnTo>
                  <a:lnTo>
                    <a:pt x="155" y="1065"/>
                  </a:lnTo>
                  <a:lnTo>
                    <a:pt x="155" y="1065"/>
                  </a:lnTo>
                  <a:lnTo>
                    <a:pt x="155" y="1065"/>
                  </a:lnTo>
                  <a:lnTo>
                    <a:pt x="157" y="1065"/>
                  </a:lnTo>
                  <a:lnTo>
                    <a:pt x="157" y="1065"/>
                  </a:lnTo>
                  <a:lnTo>
                    <a:pt x="159" y="1069"/>
                  </a:lnTo>
                  <a:lnTo>
                    <a:pt x="161" y="1078"/>
                  </a:lnTo>
                  <a:lnTo>
                    <a:pt x="163" y="1078"/>
                  </a:lnTo>
                  <a:lnTo>
                    <a:pt x="169" y="1084"/>
                  </a:lnTo>
                  <a:lnTo>
                    <a:pt x="173" y="1084"/>
                  </a:lnTo>
                  <a:lnTo>
                    <a:pt x="175" y="1084"/>
                  </a:lnTo>
                  <a:lnTo>
                    <a:pt x="177" y="1082"/>
                  </a:lnTo>
                  <a:lnTo>
                    <a:pt x="179" y="1080"/>
                  </a:lnTo>
                  <a:lnTo>
                    <a:pt x="181" y="1073"/>
                  </a:lnTo>
                  <a:lnTo>
                    <a:pt x="181" y="1071"/>
                  </a:lnTo>
                  <a:lnTo>
                    <a:pt x="181" y="1069"/>
                  </a:lnTo>
                  <a:lnTo>
                    <a:pt x="181" y="1069"/>
                  </a:lnTo>
                  <a:lnTo>
                    <a:pt x="183" y="1069"/>
                  </a:lnTo>
                  <a:lnTo>
                    <a:pt x="183" y="1067"/>
                  </a:lnTo>
                  <a:lnTo>
                    <a:pt x="183" y="1065"/>
                  </a:lnTo>
                  <a:lnTo>
                    <a:pt x="183" y="1063"/>
                  </a:lnTo>
                  <a:lnTo>
                    <a:pt x="185" y="1059"/>
                  </a:lnTo>
                  <a:close/>
                  <a:moveTo>
                    <a:pt x="863" y="0"/>
                  </a:moveTo>
                  <a:lnTo>
                    <a:pt x="865" y="4"/>
                  </a:lnTo>
                  <a:lnTo>
                    <a:pt x="865" y="6"/>
                  </a:lnTo>
                  <a:lnTo>
                    <a:pt x="863" y="6"/>
                  </a:lnTo>
                  <a:lnTo>
                    <a:pt x="861" y="4"/>
                  </a:lnTo>
                  <a:lnTo>
                    <a:pt x="861" y="4"/>
                  </a:lnTo>
                  <a:lnTo>
                    <a:pt x="861" y="2"/>
                  </a:lnTo>
                  <a:lnTo>
                    <a:pt x="859" y="2"/>
                  </a:lnTo>
                  <a:lnTo>
                    <a:pt x="86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5"/>
            <p:cNvSpPr>
              <a:spLocks noEditPoints="1"/>
            </p:cNvSpPr>
            <p:nvPr/>
          </p:nvSpPr>
          <p:spPr bwMode="auto">
            <a:xfrm>
              <a:off x="957263" y="2689225"/>
              <a:ext cx="312738" cy="436563"/>
            </a:xfrm>
            <a:custGeom>
              <a:avLst/>
              <a:gdLst>
                <a:gd name="T0" fmla="*/ 380 w 394"/>
                <a:gd name="T1" fmla="*/ 236 h 550"/>
                <a:gd name="T2" fmla="*/ 386 w 394"/>
                <a:gd name="T3" fmla="*/ 226 h 550"/>
                <a:gd name="T4" fmla="*/ 386 w 394"/>
                <a:gd name="T5" fmla="*/ 232 h 550"/>
                <a:gd name="T6" fmla="*/ 376 w 394"/>
                <a:gd name="T7" fmla="*/ 224 h 550"/>
                <a:gd name="T8" fmla="*/ 376 w 394"/>
                <a:gd name="T9" fmla="*/ 236 h 550"/>
                <a:gd name="T10" fmla="*/ 366 w 394"/>
                <a:gd name="T11" fmla="*/ 232 h 550"/>
                <a:gd name="T12" fmla="*/ 288 w 394"/>
                <a:gd name="T13" fmla="*/ 41 h 550"/>
                <a:gd name="T14" fmla="*/ 288 w 394"/>
                <a:gd name="T15" fmla="*/ 61 h 550"/>
                <a:gd name="T16" fmla="*/ 309 w 394"/>
                <a:gd name="T17" fmla="*/ 61 h 550"/>
                <a:gd name="T18" fmla="*/ 321 w 394"/>
                <a:gd name="T19" fmla="*/ 55 h 550"/>
                <a:gd name="T20" fmla="*/ 339 w 394"/>
                <a:gd name="T21" fmla="*/ 69 h 550"/>
                <a:gd name="T22" fmla="*/ 351 w 394"/>
                <a:gd name="T23" fmla="*/ 81 h 550"/>
                <a:gd name="T24" fmla="*/ 347 w 394"/>
                <a:gd name="T25" fmla="*/ 92 h 550"/>
                <a:gd name="T26" fmla="*/ 360 w 394"/>
                <a:gd name="T27" fmla="*/ 110 h 550"/>
                <a:gd name="T28" fmla="*/ 370 w 394"/>
                <a:gd name="T29" fmla="*/ 136 h 550"/>
                <a:gd name="T30" fmla="*/ 370 w 394"/>
                <a:gd name="T31" fmla="*/ 147 h 550"/>
                <a:gd name="T32" fmla="*/ 368 w 394"/>
                <a:gd name="T33" fmla="*/ 161 h 550"/>
                <a:gd name="T34" fmla="*/ 360 w 394"/>
                <a:gd name="T35" fmla="*/ 163 h 550"/>
                <a:gd name="T36" fmla="*/ 351 w 394"/>
                <a:gd name="T37" fmla="*/ 183 h 550"/>
                <a:gd name="T38" fmla="*/ 337 w 394"/>
                <a:gd name="T39" fmla="*/ 183 h 550"/>
                <a:gd name="T40" fmla="*/ 339 w 394"/>
                <a:gd name="T41" fmla="*/ 200 h 550"/>
                <a:gd name="T42" fmla="*/ 339 w 394"/>
                <a:gd name="T43" fmla="*/ 218 h 550"/>
                <a:gd name="T44" fmla="*/ 335 w 394"/>
                <a:gd name="T45" fmla="*/ 234 h 550"/>
                <a:gd name="T46" fmla="*/ 335 w 394"/>
                <a:gd name="T47" fmla="*/ 245 h 550"/>
                <a:gd name="T48" fmla="*/ 317 w 394"/>
                <a:gd name="T49" fmla="*/ 259 h 550"/>
                <a:gd name="T50" fmla="*/ 331 w 394"/>
                <a:gd name="T51" fmla="*/ 283 h 550"/>
                <a:gd name="T52" fmla="*/ 349 w 394"/>
                <a:gd name="T53" fmla="*/ 293 h 550"/>
                <a:gd name="T54" fmla="*/ 355 w 394"/>
                <a:gd name="T55" fmla="*/ 318 h 550"/>
                <a:gd name="T56" fmla="*/ 358 w 394"/>
                <a:gd name="T57" fmla="*/ 336 h 550"/>
                <a:gd name="T58" fmla="*/ 353 w 394"/>
                <a:gd name="T59" fmla="*/ 353 h 550"/>
                <a:gd name="T60" fmla="*/ 329 w 394"/>
                <a:gd name="T61" fmla="*/ 375 h 550"/>
                <a:gd name="T62" fmla="*/ 329 w 394"/>
                <a:gd name="T63" fmla="*/ 395 h 550"/>
                <a:gd name="T64" fmla="*/ 317 w 394"/>
                <a:gd name="T65" fmla="*/ 410 h 550"/>
                <a:gd name="T66" fmla="*/ 349 w 394"/>
                <a:gd name="T67" fmla="*/ 454 h 550"/>
                <a:gd name="T68" fmla="*/ 345 w 394"/>
                <a:gd name="T69" fmla="*/ 477 h 550"/>
                <a:gd name="T70" fmla="*/ 335 w 394"/>
                <a:gd name="T71" fmla="*/ 487 h 550"/>
                <a:gd name="T72" fmla="*/ 343 w 394"/>
                <a:gd name="T73" fmla="*/ 503 h 550"/>
                <a:gd name="T74" fmla="*/ 341 w 394"/>
                <a:gd name="T75" fmla="*/ 522 h 550"/>
                <a:gd name="T76" fmla="*/ 331 w 394"/>
                <a:gd name="T77" fmla="*/ 538 h 550"/>
                <a:gd name="T78" fmla="*/ 296 w 394"/>
                <a:gd name="T79" fmla="*/ 532 h 550"/>
                <a:gd name="T80" fmla="*/ 229 w 394"/>
                <a:gd name="T81" fmla="*/ 542 h 550"/>
                <a:gd name="T82" fmla="*/ 219 w 394"/>
                <a:gd name="T83" fmla="*/ 530 h 550"/>
                <a:gd name="T84" fmla="*/ 188 w 394"/>
                <a:gd name="T85" fmla="*/ 520 h 550"/>
                <a:gd name="T86" fmla="*/ 182 w 394"/>
                <a:gd name="T87" fmla="*/ 522 h 550"/>
                <a:gd name="T88" fmla="*/ 149 w 394"/>
                <a:gd name="T89" fmla="*/ 511 h 550"/>
                <a:gd name="T90" fmla="*/ 160 w 394"/>
                <a:gd name="T91" fmla="*/ 518 h 550"/>
                <a:gd name="T92" fmla="*/ 145 w 394"/>
                <a:gd name="T93" fmla="*/ 522 h 550"/>
                <a:gd name="T94" fmla="*/ 139 w 394"/>
                <a:gd name="T95" fmla="*/ 524 h 550"/>
                <a:gd name="T96" fmla="*/ 127 w 394"/>
                <a:gd name="T97" fmla="*/ 530 h 550"/>
                <a:gd name="T98" fmla="*/ 102 w 394"/>
                <a:gd name="T99" fmla="*/ 534 h 550"/>
                <a:gd name="T100" fmla="*/ 2 w 394"/>
                <a:gd name="T101" fmla="*/ 422 h 550"/>
                <a:gd name="T102" fmla="*/ 80 w 394"/>
                <a:gd name="T103" fmla="*/ 381 h 550"/>
                <a:gd name="T104" fmla="*/ 117 w 394"/>
                <a:gd name="T105" fmla="*/ 365 h 550"/>
                <a:gd name="T106" fmla="*/ 141 w 394"/>
                <a:gd name="T107" fmla="*/ 320 h 550"/>
                <a:gd name="T108" fmla="*/ 121 w 394"/>
                <a:gd name="T109" fmla="*/ 245 h 550"/>
                <a:gd name="T110" fmla="*/ 156 w 394"/>
                <a:gd name="T111" fmla="*/ 212 h 550"/>
                <a:gd name="T112" fmla="*/ 151 w 394"/>
                <a:gd name="T113" fmla="*/ 183 h 550"/>
                <a:gd name="T114" fmla="*/ 162 w 394"/>
                <a:gd name="T115" fmla="*/ 169 h 550"/>
                <a:gd name="T116" fmla="*/ 168 w 394"/>
                <a:gd name="T117" fmla="*/ 134 h 550"/>
                <a:gd name="T118" fmla="*/ 180 w 394"/>
                <a:gd name="T119" fmla="*/ 100 h 550"/>
                <a:gd name="T120" fmla="*/ 207 w 394"/>
                <a:gd name="T121" fmla="*/ 69 h 550"/>
                <a:gd name="T122" fmla="*/ 215 w 394"/>
                <a:gd name="T123" fmla="*/ 2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4" h="550">
                  <a:moveTo>
                    <a:pt x="353" y="289"/>
                  </a:moveTo>
                  <a:lnTo>
                    <a:pt x="355" y="289"/>
                  </a:lnTo>
                  <a:lnTo>
                    <a:pt x="355" y="291"/>
                  </a:lnTo>
                  <a:lnTo>
                    <a:pt x="355" y="291"/>
                  </a:lnTo>
                  <a:lnTo>
                    <a:pt x="356" y="295"/>
                  </a:lnTo>
                  <a:lnTo>
                    <a:pt x="356" y="295"/>
                  </a:lnTo>
                  <a:lnTo>
                    <a:pt x="356" y="297"/>
                  </a:lnTo>
                  <a:lnTo>
                    <a:pt x="355" y="297"/>
                  </a:lnTo>
                  <a:lnTo>
                    <a:pt x="355" y="297"/>
                  </a:lnTo>
                  <a:lnTo>
                    <a:pt x="353" y="295"/>
                  </a:lnTo>
                  <a:lnTo>
                    <a:pt x="353" y="293"/>
                  </a:lnTo>
                  <a:lnTo>
                    <a:pt x="353" y="291"/>
                  </a:lnTo>
                  <a:lnTo>
                    <a:pt x="351" y="291"/>
                  </a:lnTo>
                  <a:lnTo>
                    <a:pt x="353" y="289"/>
                  </a:lnTo>
                  <a:lnTo>
                    <a:pt x="353" y="289"/>
                  </a:lnTo>
                  <a:close/>
                  <a:moveTo>
                    <a:pt x="378" y="236"/>
                  </a:moveTo>
                  <a:lnTo>
                    <a:pt x="380" y="236"/>
                  </a:lnTo>
                  <a:lnTo>
                    <a:pt x="380" y="236"/>
                  </a:lnTo>
                  <a:lnTo>
                    <a:pt x="380" y="236"/>
                  </a:lnTo>
                  <a:lnTo>
                    <a:pt x="380" y="238"/>
                  </a:lnTo>
                  <a:lnTo>
                    <a:pt x="380" y="238"/>
                  </a:lnTo>
                  <a:lnTo>
                    <a:pt x="380" y="238"/>
                  </a:lnTo>
                  <a:lnTo>
                    <a:pt x="382" y="238"/>
                  </a:lnTo>
                  <a:lnTo>
                    <a:pt x="380" y="240"/>
                  </a:lnTo>
                  <a:lnTo>
                    <a:pt x="380" y="240"/>
                  </a:lnTo>
                  <a:lnTo>
                    <a:pt x="380" y="240"/>
                  </a:lnTo>
                  <a:lnTo>
                    <a:pt x="378" y="240"/>
                  </a:lnTo>
                  <a:lnTo>
                    <a:pt x="376" y="240"/>
                  </a:lnTo>
                  <a:lnTo>
                    <a:pt x="376" y="238"/>
                  </a:lnTo>
                  <a:lnTo>
                    <a:pt x="376" y="238"/>
                  </a:lnTo>
                  <a:lnTo>
                    <a:pt x="376" y="238"/>
                  </a:lnTo>
                  <a:lnTo>
                    <a:pt x="376" y="236"/>
                  </a:lnTo>
                  <a:lnTo>
                    <a:pt x="376" y="236"/>
                  </a:lnTo>
                  <a:lnTo>
                    <a:pt x="378" y="236"/>
                  </a:lnTo>
                  <a:close/>
                  <a:moveTo>
                    <a:pt x="384" y="226"/>
                  </a:moveTo>
                  <a:lnTo>
                    <a:pt x="386" y="226"/>
                  </a:lnTo>
                  <a:lnTo>
                    <a:pt x="386" y="226"/>
                  </a:lnTo>
                  <a:lnTo>
                    <a:pt x="386" y="226"/>
                  </a:lnTo>
                  <a:lnTo>
                    <a:pt x="386" y="226"/>
                  </a:lnTo>
                  <a:lnTo>
                    <a:pt x="386" y="226"/>
                  </a:lnTo>
                  <a:lnTo>
                    <a:pt x="386" y="228"/>
                  </a:lnTo>
                  <a:lnTo>
                    <a:pt x="386" y="228"/>
                  </a:lnTo>
                  <a:lnTo>
                    <a:pt x="386" y="228"/>
                  </a:lnTo>
                  <a:lnTo>
                    <a:pt x="386" y="230"/>
                  </a:lnTo>
                  <a:lnTo>
                    <a:pt x="386" y="230"/>
                  </a:lnTo>
                  <a:lnTo>
                    <a:pt x="386" y="230"/>
                  </a:lnTo>
                  <a:lnTo>
                    <a:pt x="392" y="232"/>
                  </a:lnTo>
                  <a:lnTo>
                    <a:pt x="392" y="232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2" y="234"/>
                  </a:lnTo>
                  <a:lnTo>
                    <a:pt x="390" y="234"/>
                  </a:lnTo>
                  <a:lnTo>
                    <a:pt x="388" y="232"/>
                  </a:lnTo>
                  <a:lnTo>
                    <a:pt x="386" y="232"/>
                  </a:lnTo>
                  <a:lnTo>
                    <a:pt x="386" y="232"/>
                  </a:lnTo>
                  <a:lnTo>
                    <a:pt x="386" y="232"/>
                  </a:lnTo>
                  <a:lnTo>
                    <a:pt x="386" y="232"/>
                  </a:lnTo>
                  <a:lnTo>
                    <a:pt x="384" y="232"/>
                  </a:lnTo>
                  <a:lnTo>
                    <a:pt x="384" y="232"/>
                  </a:lnTo>
                  <a:lnTo>
                    <a:pt x="384" y="232"/>
                  </a:lnTo>
                  <a:lnTo>
                    <a:pt x="382" y="228"/>
                  </a:lnTo>
                  <a:lnTo>
                    <a:pt x="382" y="228"/>
                  </a:lnTo>
                  <a:lnTo>
                    <a:pt x="382" y="226"/>
                  </a:lnTo>
                  <a:lnTo>
                    <a:pt x="384" y="226"/>
                  </a:lnTo>
                  <a:lnTo>
                    <a:pt x="384" y="226"/>
                  </a:lnTo>
                  <a:close/>
                  <a:moveTo>
                    <a:pt x="366" y="222"/>
                  </a:moveTo>
                  <a:lnTo>
                    <a:pt x="368" y="222"/>
                  </a:lnTo>
                  <a:lnTo>
                    <a:pt x="370" y="222"/>
                  </a:lnTo>
                  <a:lnTo>
                    <a:pt x="372" y="224"/>
                  </a:lnTo>
                  <a:lnTo>
                    <a:pt x="372" y="222"/>
                  </a:lnTo>
                  <a:lnTo>
                    <a:pt x="374" y="222"/>
                  </a:lnTo>
                  <a:lnTo>
                    <a:pt x="376" y="224"/>
                  </a:lnTo>
                  <a:lnTo>
                    <a:pt x="378" y="224"/>
                  </a:lnTo>
                  <a:lnTo>
                    <a:pt x="378" y="226"/>
                  </a:lnTo>
                  <a:lnTo>
                    <a:pt x="378" y="228"/>
                  </a:lnTo>
                  <a:lnTo>
                    <a:pt x="376" y="234"/>
                  </a:lnTo>
                  <a:lnTo>
                    <a:pt x="376" y="234"/>
                  </a:lnTo>
                  <a:lnTo>
                    <a:pt x="376" y="234"/>
                  </a:lnTo>
                  <a:lnTo>
                    <a:pt x="376" y="234"/>
                  </a:lnTo>
                  <a:lnTo>
                    <a:pt x="376" y="232"/>
                  </a:lnTo>
                  <a:lnTo>
                    <a:pt x="376" y="232"/>
                  </a:lnTo>
                  <a:lnTo>
                    <a:pt x="376" y="230"/>
                  </a:lnTo>
                  <a:lnTo>
                    <a:pt x="376" y="230"/>
                  </a:lnTo>
                  <a:lnTo>
                    <a:pt x="374" y="230"/>
                  </a:lnTo>
                  <a:lnTo>
                    <a:pt x="374" y="232"/>
                  </a:lnTo>
                  <a:lnTo>
                    <a:pt x="374" y="232"/>
                  </a:lnTo>
                  <a:lnTo>
                    <a:pt x="374" y="232"/>
                  </a:lnTo>
                  <a:lnTo>
                    <a:pt x="374" y="234"/>
                  </a:lnTo>
                  <a:lnTo>
                    <a:pt x="374" y="236"/>
                  </a:lnTo>
                  <a:lnTo>
                    <a:pt x="376" y="236"/>
                  </a:lnTo>
                  <a:lnTo>
                    <a:pt x="376" y="238"/>
                  </a:lnTo>
                  <a:lnTo>
                    <a:pt x="374" y="238"/>
                  </a:lnTo>
                  <a:lnTo>
                    <a:pt x="374" y="240"/>
                  </a:lnTo>
                  <a:lnTo>
                    <a:pt x="374" y="240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70" y="240"/>
                  </a:lnTo>
                  <a:lnTo>
                    <a:pt x="368" y="242"/>
                  </a:lnTo>
                  <a:lnTo>
                    <a:pt x="368" y="242"/>
                  </a:lnTo>
                  <a:lnTo>
                    <a:pt x="368" y="240"/>
                  </a:lnTo>
                  <a:lnTo>
                    <a:pt x="368" y="240"/>
                  </a:lnTo>
                  <a:lnTo>
                    <a:pt x="368" y="238"/>
                  </a:lnTo>
                  <a:lnTo>
                    <a:pt x="370" y="236"/>
                  </a:lnTo>
                  <a:lnTo>
                    <a:pt x="370" y="236"/>
                  </a:lnTo>
                  <a:lnTo>
                    <a:pt x="370" y="236"/>
                  </a:lnTo>
                  <a:lnTo>
                    <a:pt x="368" y="234"/>
                  </a:lnTo>
                  <a:lnTo>
                    <a:pt x="368" y="234"/>
                  </a:lnTo>
                  <a:lnTo>
                    <a:pt x="366" y="232"/>
                  </a:lnTo>
                  <a:lnTo>
                    <a:pt x="364" y="230"/>
                  </a:lnTo>
                  <a:lnTo>
                    <a:pt x="364" y="228"/>
                  </a:lnTo>
                  <a:lnTo>
                    <a:pt x="364" y="226"/>
                  </a:lnTo>
                  <a:lnTo>
                    <a:pt x="366" y="224"/>
                  </a:lnTo>
                  <a:lnTo>
                    <a:pt x="366" y="222"/>
                  </a:lnTo>
                  <a:close/>
                  <a:moveTo>
                    <a:pt x="215" y="0"/>
                  </a:moveTo>
                  <a:lnTo>
                    <a:pt x="215" y="0"/>
                  </a:lnTo>
                  <a:lnTo>
                    <a:pt x="274" y="22"/>
                  </a:lnTo>
                  <a:lnTo>
                    <a:pt x="276" y="24"/>
                  </a:lnTo>
                  <a:lnTo>
                    <a:pt x="290" y="33"/>
                  </a:lnTo>
                  <a:lnTo>
                    <a:pt x="290" y="33"/>
                  </a:lnTo>
                  <a:lnTo>
                    <a:pt x="290" y="33"/>
                  </a:lnTo>
                  <a:lnTo>
                    <a:pt x="290" y="35"/>
                  </a:lnTo>
                  <a:lnTo>
                    <a:pt x="290" y="35"/>
                  </a:lnTo>
                  <a:lnTo>
                    <a:pt x="290" y="37"/>
                  </a:lnTo>
                  <a:lnTo>
                    <a:pt x="290" y="37"/>
                  </a:lnTo>
                  <a:lnTo>
                    <a:pt x="288" y="39"/>
                  </a:lnTo>
                  <a:lnTo>
                    <a:pt x="288" y="41"/>
                  </a:lnTo>
                  <a:lnTo>
                    <a:pt x="288" y="45"/>
                  </a:lnTo>
                  <a:lnTo>
                    <a:pt x="292" y="49"/>
                  </a:lnTo>
                  <a:lnTo>
                    <a:pt x="292" y="49"/>
                  </a:lnTo>
                  <a:lnTo>
                    <a:pt x="292" y="49"/>
                  </a:lnTo>
                  <a:lnTo>
                    <a:pt x="292" y="51"/>
                  </a:lnTo>
                  <a:lnTo>
                    <a:pt x="292" y="51"/>
                  </a:lnTo>
                  <a:lnTo>
                    <a:pt x="292" y="51"/>
                  </a:lnTo>
                  <a:lnTo>
                    <a:pt x="292" y="51"/>
                  </a:lnTo>
                  <a:lnTo>
                    <a:pt x="292" y="53"/>
                  </a:lnTo>
                  <a:lnTo>
                    <a:pt x="292" y="53"/>
                  </a:lnTo>
                  <a:lnTo>
                    <a:pt x="290" y="53"/>
                  </a:lnTo>
                  <a:lnTo>
                    <a:pt x="290" y="55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9"/>
                  </a:lnTo>
                  <a:lnTo>
                    <a:pt x="288" y="59"/>
                  </a:lnTo>
                  <a:lnTo>
                    <a:pt x="288" y="61"/>
                  </a:lnTo>
                  <a:lnTo>
                    <a:pt x="288" y="61"/>
                  </a:lnTo>
                  <a:lnTo>
                    <a:pt x="288" y="61"/>
                  </a:lnTo>
                  <a:lnTo>
                    <a:pt x="288" y="63"/>
                  </a:lnTo>
                  <a:lnTo>
                    <a:pt x="288" y="63"/>
                  </a:lnTo>
                  <a:lnTo>
                    <a:pt x="290" y="63"/>
                  </a:lnTo>
                  <a:lnTo>
                    <a:pt x="304" y="71"/>
                  </a:lnTo>
                  <a:lnTo>
                    <a:pt x="304" y="71"/>
                  </a:lnTo>
                  <a:lnTo>
                    <a:pt x="305" y="69"/>
                  </a:lnTo>
                  <a:lnTo>
                    <a:pt x="305" y="69"/>
                  </a:lnTo>
                  <a:lnTo>
                    <a:pt x="305" y="69"/>
                  </a:lnTo>
                  <a:lnTo>
                    <a:pt x="305" y="67"/>
                  </a:lnTo>
                  <a:lnTo>
                    <a:pt x="307" y="67"/>
                  </a:lnTo>
                  <a:lnTo>
                    <a:pt x="307" y="67"/>
                  </a:lnTo>
                  <a:lnTo>
                    <a:pt x="307" y="65"/>
                  </a:lnTo>
                  <a:lnTo>
                    <a:pt x="309" y="63"/>
                  </a:lnTo>
                  <a:lnTo>
                    <a:pt x="309" y="63"/>
                  </a:lnTo>
                  <a:lnTo>
                    <a:pt x="309" y="61"/>
                  </a:lnTo>
                  <a:lnTo>
                    <a:pt x="309" y="61"/>
                  </a:lnTo>
                  <a:lnTo>
                    <a:pt x="309" y="61"/>
                  </a:lnTo>
                  <a:lnTo>
                    <a:pt x="315" y="63"/>
                  </a:lnTo>
                  <a:lnTo>
                    <a:pt x="315" y="63"/>
                  </a:lnTo>
                  <a:lnTo>
                    <a:pt x="317" y="63"/>
                  </a:lnTo>
                  <a:lnTo>
                    <a:pt x="317" y="61"/>
                  </a:lnTo>
                  <a:lnTo>
                    <a:pt x="317" y="61"/>
                  </a:lnTo>
                  <a:lnTo>
                    <a:pt x="317" y="61"/>
                  </a:lnTo>
                  <a:lnTo>
                    <a:pt x="317" y="61"/>
                  </a:lnTo>
                  <a:lnTo>
                    <a:pt x="317" y="59"/>
                  </a:lnTo>
                  <a:lnTo>
                    <a:pt x="319" y="59"/>
                  </a:lnTo>
                  <a:lnTo>
                    <a:pt x="319" y="59"/>
                  </a:lnTo>
                  <a:lnTo>
                    <a:pt x="319" y="59"/>
                  </a:lnTo>
                  <a:lnTo>
                    <a:pt x="319" y="57"/>
                  </a:lnTo>
                  <a:lnTo>
                    <a:pt x="319" y="57"/>
                  </a:lnTo>
                  <a:lnTo>
                    <a:pt x="319" y="57"/>
                  </a:lnTo>
                  <a:lnTo>
                    <a:pt x="319" y="57"/>
                  </a:lnTo>
                  <a:lnTo>
                    <a:pt x="321" y="55"/>
                  </a:lnTo>
                  <a:lnTo>
                    <a:pt x="321" y="55"/>
                  </a:lnTo>
                  <a:lnTo>
                    <a:pt x="321" y="55"/>
                  </a:lnTo>
                  <a:lnTo>
                    <a:pt x="331" y="59"/>
                  </a:lnTo>
                  <a:lnTo>
                    <a:pt x="331" y="59"/>
                  </a:lnTo>
                  <a:lnTo>
                    <a:pt x="331" y="59"/>
                  </a:lnTo>
                  <a:lnTo>
                    <a:pt x="331" y="61"/>
                  </a:lnTo>
                  <a:lnTo>
                    <a:pt x="337" y="63"/>
                  </a:lnTo>
                  <a:lnTo>
                    <a:pt x="337" y="63"/>
                  </a:lnTo>
                  <a:lnTo>
                    <a:pt x="337" y="65"/>
                  </a:lnTo>
                  <a:lnTo>
                    <a:pt x="341" y="67"/>
                  </a:lnTo>
                  <a:lnTo>
                    <a:pt x="339" y="67"/>
                  </a:lnTo>
                  <a:lnTo>
                    <a:pt x="337" y="65"/>
                  </a:lnTo>
                  <a:lnTo>
                    <a:pt x="335" y="65"/>
                  </a:lnTo>
                  <a:lnTo>
                    <a:pt x="333" y="65"/>
                  </a:lnTo>
                  <a:lnTo>
                    <a:pt x="331" y="65"/>
                  </a:lnTo>
                  <a:lnTo>
                    <a:pt x="333" y="67"/>
                  </a:lnTo>
                  <a:lnTo>
                    <a:pt x="333" y="69"/>
                  </a:lnTo>
                  <a:lnTo>
                    <a:pt x="337" y="69"/>
                  </a:lnTo>
                  <a:lnTo>
                    <a:pt x="339" y="69"/>
                  </a:lnTo>
                  <a:lnTo>
                    <a:pt x="341" y="69"/>
                  </a:lnTo>
                  <a:lnTo>
                    <a:pt x="341" y="69"/>
                  </a:lnTo>
                  <a:lnTo>
                    <a:pt x="343" y="71"/>
                  </a:lnTo>
                  <a:lnTo>
                    <a:pt x="343" y="73"/>
                  </a:lnTo>
                  <a:lnTo>
                    <a:pt x="343" y="73"/>
                  </a:lnTo>
                  <a:lnTo>
                    <a:pt x="343" y="73"/>
                  </a:lnTo>
                  <a:lnTo>
                    <a:pt x="343" y="73"/>
                  </a:lnTo>
                  <a:lnTo>
                    <a:pt x="343" y="75"/>
                  </a:lnTo>
                  <a:lnTo>
                    <a:pt x="343" y="75"/>
                  </a:lnTo>
                  <a:lnTo>
                    <a:pt x="343" y="77"/>
                  </a:lnTo>
                  <a:lnTo>
                    <a:pt x="349" y="81"/>
                  </a:lnTo>
                  <a:lnTo>
                    <a:pt x="349" y="81"/>
                  </a:lnTo>
                  <a:lnTo>
                    <a:pt x="351" y="79"/>
                  </a:lnTo>
                  <a:lnTo>
                    <a:pt x="353" y="79"/>
                  </a:lnTo>
                  <a:lnTo>
                    <a:pt x="353" y="79"/>
                  </a:lnTo>
                  <a:lnTo>
                    <a:pt x="353" y="81"/>
                  </a:lnTo>
                  <a:lnTo>
                    <a:pt x="353" y="81"/>
                  </a:lnTo>
                  <a:lnTo>
                    <a:pt x="351" y="81"/>
                  </a:lnTo>
                  <a:lnTo>
                    <a:pt x="351" y="81"/>
                  </a:lnTo>
                  <a:lnTo>
                    <a:pt x="351" y="83"/>
                  </a:lnTo>
                  <a:lnTo>
                    <a:pt x="355" y="84"/>
                  </a:lnTo>
                  <a:lnTo>
                    <a:pt x="355" y="86"/>
                  </a:lnTo>
                  <a:lnTo>
                    <a:pt x="353" y="86"/>
                  </a:lnTo>
                  <a:lnTo>
                    <a:pt x="349" y="84"/>
                  </a:lnTo>
                  <a:lnTo>
                    <a:pt x="347" y="84"/>
                  </a:lnTo>
                  <a:lnTo>
                    <a:pt x="347" y="86"/>
                  </a:lnTo>
                  <a:lnTo>
                    <a:pt x="349" y="88"/>
                  </a:lnTo>
                  <a:lnTo>
                    <a:pt x="349" y="92"/>
                  </a:lnTo>
                  <a:lnTo>
                    <a:pt x="347" y="92"/>
                  </a:lnTo>
                  <a:lnTo>
                    <a:pt x="343" y="88"/>
                  </a:lnTo>
                  <a:lnTo>
                    <a:pt x="339" y="88"/>
                  </a:lnTo>
                  <a:lnTo>
                    <a:pt x="337" y="88"/>
                  </a:lnTo>
                  <a:lnTo>
                    <a:pt x="335" y="88"/>
                  </a:lnTo>
                  <a:lnTo>
                    <a:pt x="341" y="92"/>
                  </a:lnTo>
                  <a:lnTo>
                    <a:pt x="347" y="92"/>
                  </a:lnTo>
                  <a:lnTo>
                    <a:pt x="347" y="92"/>
                  </a:lnTo>
                  <a:lnTo>
                    <a:pt x="347" y="94"/>
                  </a:lnTo>
                  <a:lnTo>
                    <a:pt x="347" y="94"/>
                  </a:lnTo>
                  <a:lnTo>
                    <a:pt x="345" y="94"/>
                  </a:lnTo>
                  <a:lnTo>
                    <a:pt x="353" y="102"/>
                  </a:lnTo>
                  <a:lnTo>
                    <a:pt x="353" y="104"/>
                  </a:lnTo>
                  <a:lnTo>
                    <a:pt x="353" y="104"/>
                  </a:lnTo>
                  <a:lnTo>
                    <a:pt x="353" y="104"/>
                  </a:lnTo>
                  <a:lnTo>
                    <a:pt x="353" y="104"/>
                  </a:lnTo>
                  <a:lnTo>
                    <a:pt x="353" y="106"/>
                  </a:lnTo>
                  <a:lnTo>
                    <a:pt x="353" y="106"/>
                  </a:lnTo>
                  <a:lnTo>
                    <a:pt x="355" y="106"/>
                  </a:lnTo>
                  <a:lnTo>
                    <a:pt x="355" y="104"/>
                  </a:lnTo>
                  <a:lnTo>
                    <a:pt x="355" y="106"/>
                  </a:lnTo>
                  <a:lnTo>
                    <a:pt x="358" y="108"/>
                  </a:lnTo>
                  <a:lnTo>
                    <a:pt x="360" y="108"/>
                  </a:lnTo>
                  <a:lnTo>
                    <a:pt x="360" y="108"/>
                  </a:lnTo>
                  <a:lnTo>
                    <a:pt x="360" y="110"/>
                  </a:lnTo>
                  <a:lnTo>
                    <a:pt x="360" y="110"/>
                  </a:lnTo>
                  <a:lnTo>
                    <a:pt x="360" y="112"/>
                  </a:lnTo>
                  <a:lnTo>
                    <a:pt x="360" y="112"/>
                  </a:lnTo>
                  <a:lnTo>
                    <a:pt x="358" y="112"/>
                  </a:lnTo>
                  <a:lnTo>
                    <a:pt x="358" y="114"/>
                  </a:lnTo>
                  <a:lnTo>
                    <a:pt x="358" y="114"/>
                  </a:lnTo>
                  <a:lnTo>
                    <a:pt x="360" y="116"/>
                  </a:lnTo>
                  <a:lnTo>
                    <a:pt x="362" y="116"/>
                  </a:lnTo>
                  <a:lnTo>
                    <a:pt x="362" y="118"/>
                  </a:lnTo>
                  <a:lnTo>
                    <a:pt x="364" y="118"/>
                  </a:lnTo>
                  <a:lnTo>
                    <a:pt x="368" y="126"/>
                  </a:lnTo>
                  <a:lnTo>
                    <a:pt x="368" y="128"/>
                  </a:lnTo>
                  <a:lnTo>
                    <a:pt x="368" y="126"/>
                  </a:lnTo>
                  <a:lnTo>
                    <a:pt x="368" y="128"/>
                  </a:lnTo>
                  <a:lnTo>
                    <a:pt x="368" y="130"/>
                  </a:lnTo>
                  <a:lnTo>
                    <a:pt x="370" y="132"/>
                  </a:lnTo>
                  <a:lnTo>
                    <a:pt x="370" y="134"/>
                  </a:lnTo>
                  <a:lnTo>
                    <a:pt x="370" y="134"/>
                  </a:lnTo>
                  <a:lnTo>
                    <a:pt x="370" y="136"/>
                  </a:lnTo>
                  <a:lnTo>
                    <a:pt x="370" y="138"/>
                  </a:lnTo>
                  <a:lnTo>
                    <a:pt x="370" y="139"/>
                  </a:lnTo>
                  <a:lnTo>
                    <a:pt x="370" y="139"/>
                  </a:lnTo>
                  <a:lnTo>
                    <a:pt x="370" y="141"/>
                  </a:lnTo>
                  <a:lnTo>
                    <a:pt x="368" y="141"/>
                  </a:lnTo>
                  <a:lnTo>
                    <a:pt x="368" y="141"/>
                  </a:lnTo>
                  <a:lnTo>
                    <a:pt x="368" y="143"/>
                  </a:lnTo>
                  <a:lnTo>
                    <a:pt x="368" y="143"/>
                  </a:lnTo>
                  <a:lnTo>
                    <a:pt x="368" y="143"/>
                  </a:lnTo>
                  <a:lnTo>
                    <a:pt x="368" y="145"/>
                  </a:lnTo>
                  <a:lnTo>
                    <a:pt x="366" y="145"/>
                  </a:lnTo>
                  <a:lnTo>
                    <a:pt x="366" y="145"/>
                  </a:lnTo>
                  <a:lnTo>
                    <a:pt x="368" y="145"/>
                  </a:lnTo>
                  <a:lnTo>
                    <a:pt x="370" y="145"/>
                  </a:lnTo>
                  <a:lnTo>
                    <a:pt x="370" y="145"/>
                  </a:lnTo>
                  <a:lnTo>
                    <a:pt x="370" y="145"/>
                  </a:lnTo>
                  <a:lnTo>
                    <a:pt x="370" y="147"/>
                  </a:lnTo>
                  <a:lnTo>
                    <a:pt x="370" y="147"/>
                  </a:lnTo>
                  <a:lnTo>
                    <a:pt x="372" y="147"/>
                  </a:lnTo>
                  <a:lnTo>
                    <a:pt x="372" y="147"/>
                  </a:lnTo>
                  <a:lnTo>
                    <a:pt x="372" y="149"/>
                  </a:lnTo>
                  <a:lnTo>
                    <a:pt x="372" y="149"/>
                  </a:lnTo>
                  <a:lnTo>
                    <a:pt x="372" y="151"/>
                  </a:lnTo>
                  <a:lnTo>
                    <a:pt x="370" y="151"/>
                  </a:lnTo>
                  <a:lnTo>
                    <a:pt x="368" y="153"/>
                  </a:lnTo>
                  <a:lnTo>
                    <a:pt x="368" y="155"/>
                  </a:lnTo>
                  <a:lnTo>
                    <a:pt x="370" y="155"/>
                  </a:lnTo>
                  <a:lnTo>
                    <a:pt x="370" y="155"/>
                  </a:lnTo>
                  <a:lnTo>
                    <a:pt x="370" y="155"/>
                  </a:lnTo>
                  <a:lnTo>
                    <a:pt x="370" y="157"/>
                  </a:lnTo>
                  <a:lnTo>
                    <a:pt x="370" y="157"/>
                  </a:lnTo>
                  <a:lnTo>
                    <a:pt x="368" y="159"/>
                  </a:lnTo>
                  <a:lnTo>
                    <a:pt x="368" y="159"/>
                  </a:lnTo>
                  <a:lnTo>
                    <a:pt x="368" y="159"/>
                  </a:lnTo>
                  <a:lnTo>
                    <a:pt x="368" y="161"/>
                  </a:lnTo>
                  <a:lnTo>
                    <a:pt x="368" y="161"/>
                  </a:lnTo>
                  <a:lnTo>
                    <a:pt x="368" y="163"/>
                  </a:lnTo>
                  <a:lnTo>
                    <a:pt x="370" y="165"/>
                  </a:lnTo>
                  <a:lnTo>
                    <a:pt x="368" y="165"/>
                  </a:lnTo>
                  <a:lnTo>
                    <a:pt x="368" y="167"/>
                  </a:lnTo>
                  <a:lnTo>
                    <a:pt x="366" y="167"/>
                  </a:lnTo>
                  <a:lnTo>
                    <a:pt x="366" y="165"/>
                  </a:lnTo>
                  <a:lnTo>
                    <a:pt x="364" y="157"/>
                  </a:lnTo>
                  <a:lnTo>
                    <a:pt x="362" y="155"/>
                  </a:lnTo>
                  <a:lnTo>
                    <a:pt x="362" y="153"/>
                  </a:lnTo>
                  <a:lnTo>
                    <a:pt x="362" y="155"/>
                  </a:lnTo>
                  <a:lnTo>
                    <a:pt x="360" y="157"/>
                  </a:lnTo>
                  <a:lnTo>
                    <a:pt x="360" y="157"/>
                  </a:lnTo>
                  <a:lnTo>
                    <a:pt x="360" y="161"/>
                  </a:lnTo>
                  <a:lnTo>
                    <a:pt x="360" y="161"/>
                  </a:lnTo>
                  <a:lnTo>
                    <a:pt x="360" y="161"/>
                  </a:lnTo>
                  <a:lnTo>
                    <a:pt x="362" y="161"/>
                  </a:lnTo>
                  <a:lnTo>
                    <a:pt x="362" y="163"/>
                  </a:lnTo>
                  <a:lnTo>
                    <a:pt x="360" y="163"/>
                  </a:lnTo>
                  <a:lnTo>
                    <a:pt x="360" y="165"/>
                  </a:lnTo>
                  <a:lnTo>
                    <a:pt x="358" y="165"/>
                  </a:lnTo>
                  <a:lnTo>
                    <a:pt x="358" y="165"/>
                  </a:lnTo>
                  <a:lnTo>
                    <a:pt x="358" y="167"/>
                  </a:lnTo>
                  <a:lnTo>
                    <a:pt x="358" y="167"/>
                  </a:lnTo>
                  <a:lnTo>
                    <a:pt x="358" y="167"/>
                  </a:lnTo>
                  <a:lnTo>
                    <a:pt x="358" y="169"/>
                  </a:lnTo>
                  <a:lnTo>
                    <a:pt x="358" y="171"/>
                  </a:lnTo>
                  <a:lnTo>
                    <a:pt x="358" y="173"/>
                  </a:lnTo>
                  <a:lnTo>
                    <a:pt x="356" y="173"/>
                  </a:lnTo>
                  <a:lnTo>
                    <a:pt x="356" y="173"/>
                  </a:lnTo>
                  <a:lnTo>
                    <a:pt x="355" y="177"/>
                  </a:lnTo>
                  <a:lnTo>
                    <a:pt x="353" y="179"/>
                  </a:lnTo>
                  <a:lnTo>
                    <a:pt x="351" y="179"/>
                  </a:lnTo>
                  <a:lnTo>
                    <a:pt x="349" y="181"/>
                  </a:lnTo>
                  <a:lnTo>
                    <a:pt x="349" y="181"/>
                  </a:lnTo>
                  <a:lnTo>
                    <a:pt x="351" y="181"/>
                  </a:lnTo>
                  <a:lnTo>
                    <a:pt x="351" y="183"/>
                  </a:lnTo>
                  <a:lnTo>
                    <a:pt x="349" y="183"/>
                  </a:lnTo>
                  <a:lnTo>
                    <a:pt x="349" y="185"/>
                  </a:lnTo>
                  <a:lnTo>
                    <a:pt x="347" y="183"/>
                  </a:lnTo>
                  <a:lnTo>
                    <a:pt x="345" y="181"/>
                  </a:lnTo>
                  <a:lnTo>
                    <a:pt x="343" y="181"/>
                  </a:lnTo>
                  <a:lnTo>
                    <a:pt x="343" y="181"/>
                  </a:lnTo>
                  <a:lnTo>
                    <a:pt x="343" y="185"/>
                  </a:lnTo>
                  <a:lnTo>
                    <a:pt x="341" y="185"/>
                  </a:lnTo>
                  <a:lnTo>
                    <a:pt x="341" y="185"/>
                  </a:lnTo>
                  <a:lnTo>
                    <a:pt x="339" y="183"/>
                  </a:lnTo>
                  <a:lnTo>
                    <a:pt x="339" y="183"/>
                  </a:lnTo>
                  <a:lnTo>
                    <a:pt x="339" y="183"/>
                  </a:lnTo>
                  <a:lnTo>
                    <a:pt x="339" y="183"/>
                  </a:lnTo>
                  <a:lnTo>
                    <a:pt x="337" y="183"/>
                  </a:lnTo>
                  <a:lnTo>
                    <a:pt x="337" y="181"/>
                  </a:lnTo>
                  <a:lnTo>
                    <a:pt x="337" y="183"/>
                  </a:lnTo>
                  <a:lnTo>
                    <a:pt x="337" y="183"/>
                  </a:lnTo>
                  <a:lnTo>
                    <a:pt x="337" y="183"/>
                  </a:lnTo>
                  <a:lnTo>
                    <a:pt x="337" y="183"/>
                  </a:lnTo>
                  <a:lnTo>
                    <a:pt x="335" y="183"/>
                  </a:lnTo>
                  <a:lnTo>
                    <a:pt x="333" y="183"/>
                  </a:lnTo>
                  <a:lnTo>
                    <a:pt x="339" y="187"/>
                  </a:lnTo>
                  <a:lnTo>
                    <a:pt x="339" y="187"/>
                  </a:lnTo>
                  <a:lnTo>
                    <a:pt x="339" y="189"/>
                  </a:lnTo>
                  <a:lnTo>
                    <a:pt x="337" y="191"/>
                  </a:lnTo>
                  <a:lnTo>
                    <a:pt x="337" y="191"/>
                  </a:lnTo>
                  <a:lnTo>
                    <a:pt x="337" y="194"/>
                  </a:lnTo>
                  <a:lnTo>
                    <a:pt x="337" y="194"/>
                  </a:lnTo>
                  <a:lnTo>
                    <a:pt x="337" y="194"/>
                  </a:lnTo>
                  <a:lnTo>
                    <a:pt x="337" y="196"/>
                  </a:lnTo>
                  <a:lnTo>
                    <a:pt x="337" y="196"/>
                  </a:lnTo>
                  <a:lnTo>
                    <a:pt x="337" y="196"/>
                  </a:lnTo>
                  <a:lnTo>
                    <a:pt x="337" y="198"/>
                  </a:lnTo>
                  <a:lnTo>
                    <a:pt x="339" y="198"/>
                  </a:lnTo>
                  <a:lnTo>
                    <a:pt x="341" y="200"/>
                  </a:lnTo>
                  <a:lnTo>
                    <a:pt x="339" y="200"/>
                  </a:lnTo>
                  <a:lnTo>
                    <a:pt x="339" y="202"/>
                  </a:lnTo>
                  <a:lnTo>
                    <a:pt x="339" y="202"/>
                  </a:lnTo>
                  <a:lnTo>
                    <a:pt x="339" y="204"/>
                  </a:lnTo>
                  <a:lnTo>
                    <a:pt x="341" y="204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7" y="206"/>
                  </a:lnTo>
                  <a:lnTo>
                    <a:pt x="337" y="206"/>
                  </a:lnTo>
                  <a:lnTo>
                    <a:pt x="337" y="208"/>
                  </a:lnTo>
                  <a:lnTo>
                    <a:pt x="337" y="210"/>
                  </a:lnTo>
                  <a:lnTo>
                    <a:pt x="337" y="212"/>
                  </a:lnTo>
                  <a:lnTo>
                    <a:pt x="339" y="214"/>
                  </a:lnTo>
                  <a:lnTo>
                    <a:pt x="339" y="214"/>
                  </a:lnTo>
                  <a:lnTo>
                    <a:pt x="339" y="216"/>
                  </a:lnTo>
                  <a:lnTo>
                    <a:pt x="337" y="216"/>
                  </a:lnTo>
                  <a:lnTo>
                    <a:pt x="337" y="218"/>
                  </a:lnTo>
                  <a:lnTo>
                    <a:pt x="339" y="218"/>
                  </a:lnTo>
                  <a:lnTo>
                    <a:pt x="339" y="220"/>
                  </a:lnTo>
                  <a:lnTo>
                    <a:pt x="337" y="222"/>
                  </a:lnTo>
                  <a:lnTo>
                    <a:pt x="337" y="222"/>
                  </a:lnTo>
                  <a:lnTo>
                    <a:pt x="335" y="222"/>
                  </a:lnTo>
                  <a:lnTo>
                    <a:pt x="333" y="222"/>
                  </a:lnTo>
                  <a:lnTo>
                    <a:pt x="333" y="224"/>
                  </a:lnTo>
                  <a:lnTo>
                    <a:pt x="333" y="224"/>
                  </a:lnTo>
                  <a:lnTo>
                    <a:pt x="335" y="226"/>
                  </a:lnTo>
                  <a:lnTo>
                    <a:pt x="335" y="228"/>
                  </a:lnTo>
                  <a:lnTo>
                    <a:pt x="335" y="230"/>
                  </a:lnTo>
                  <a:lnTo>
                    <a:pt x="335" y="230"/>
                  </a:lnTo>
                  <a:lnTo>
                    <a:pt x="335" y="230"/>
                  </a:lnTo>
                  <a:lnTo>
                    <a:pt x="335" y="230"/>
                  </a:lnTo>
                  <a:lnTo>
                    <a:pt x="337" y="232"/>
                  </a:lnTo>
                  <a:lnTo>
                    <a:pt x="337" y="232"/>
                  </a:lnTo>
                  <a:lnTo>
                    <a:pt x="335" y="232"/>
                  </a:lnTo>
                  <a:lnTo>
                    <a:pt x="335" y="232"/>
                  </a:lnTo>
                  <a:lnTo>
                    <a:pt x="335" y="234"/>
                  </a:lnTo>
                  <a:lnTo>
                    <a:pt x="335" y="234"/>
                  </a:lnTo>
                  <a:lnTo>
                    <a:pt x="335" y="236"/>
                  </a:lnTo>
                  <a:lnTo>
                    <a:pt x="335" y="236"/>
                  </a:lnTo>
                  <a:lnTo>
                    <a:pt x="335" y="236"/>
                  </a:lnTo>
                  <a:lnTo>
                    <a:pt x="337" y="238"/>
                  </a:lnTo>
                  <a:lnTo>
                    <a:pt x="335" y="238"/>
                  </a:lnTo>
                  <a:lnTo>
                    <a:pt x="335" y="240"/>
                  </a:lnTo>
                  <a:lnTo>
                    <a:pt x="331" y="240"/>
                  </a:lnTo>
                  <a:lnTo>
                    <a:pt x="331" y="242"/>
                  </a:lnTo>
                  <a:lnTo>
                    <a:pt x="327" y="240"/>
                  </a:lnTo>
                  <a:lnTo>
                    <a:pt x="327" y="242"/>
                  </a:lnTo>
                  <a:lnTo>
                    <a:pt x="327" y="244"/>
                  </a:lnTo>
                  <a:lnTo>
                    <a:pt x="327" y="244"/>
                  </a:lnTo>
                  <a:lnTo>
                    <a:pt x="329" y="244"/>
                  </a:lnTo>
                  <a:lnTo>
                    <a:pt x="331" y="244"/>
                  </a:lnTo>
                  <a:lnTo>
                    <a:pt x="333" y="244"/>
                  </a:lnTo>
                  <a:lnTo>
                    <a:pt x="333" y="244"/>
                  </a:lnTo>
                  <a:lnTo>
                    <a:pt x="335" y="245"/>
                  </a:lnTo>
                  <a:lnTo>
                    <a:pt x="335" y="247"/>
                  </a:lnTo>
                  <a:lnTo>
                    <a:pt x="333" y="247"/>
                  </a:lnTo>
                  <a:lnTo>
                    <a:pt x="331" y="247"/>
                  </a:lnTo>
                  <a:lnTo>
                    <a:pt x="329" y="247"/>
                  </a:lnTo>
                  <a:lnTo>
                    <a:pt x="327" y="247"/>
                  </a:lnTo>
                  <a:lnTo>
                    <a:pt x="327" y="247"/>
                  </a:lnTo>
                  <a:lnTo>
                    <a:pt x="327" y="247"/>
                  </a:lnTo>
                  <a:lnTo>
                    <a:pt x="329" y="253"/>
                  </a:lnTo>
                  <a:lnTo>
                    <a:pt x="327" y="255"/>
                  </a:lnTo>
                  <a:lnTo>
                    <a:pt x="329" y="257"/>
                  </a:lnTo>
                  <a:lnTo>
                    <a:pt x="329" y="257"/>
                  </a:lnTo>
                  <a:lnTo>
                    <a:pt x="325" y="259"/>
                  </a:lnTo>
                  <a:lnTo>
                    <a:pt x="325" y="259"/>
                  </a:lnTo>
                  <a:lnTo>
                    <a:pt x="321" y="259"/>
                  </a:lnTo>
                  <a:lnTo>
                    <a:pt x="321" y="259"/>
                  </a:lnTo>
                  <a:lnTo>
                    <a:pt x="321" y="259"/>
                  </a:lnTo>
                  <a:lnTo>
                    <a:pt x="319" y="259"/>
                  </a:lnTo>
                  <a:lnTo>
                    <a:pt x="317" y="259"/>
                  </a:lnTo>
                  <a:lnTo>
                    <a:pt x="319" y="259"/>
                  </a:lnTo>
                  <a:lnTo>
                    <a:pt x="319" y="259"/>
                  </a:lnTo>
                  <a:lnTo>
                    <a:pt x="319" y="261"/>
                  </a:lnTo>
                  <a:lnTo>
                    <a:pt x="321" y="261"/>
                  </a:lnTo>
                  <a:lnTo>
                    <a:pt x="321" y="263"/>
                  </a:lnTo>
                  <a:lnTo>
                    <a:pt x="323" y="263"/>
                  </a:lnTo>
                  <a:lnTo>
                    <a:pt x="323" y="263"/>
                  </a:lnTo>
                  <a:lnTo>
                    <a:pt x="325" y="267"/>
                  </a:lnTo>
                  <a:lnTo>
                    <a:pt x="325" y="267"/>
                  </a:lnTo>
                  <a:lnTo>
                    <a:pt x="323" y="269"/>
                  </a:lnTo>
                  <a:lnTo>
                    <a:pt x="321" y="271"/>
                  </a:lnTo>
                  <a:lnTo>
                    <a:pt x="323" y="273"/>
                  </a:lnTo>
                  <a:lnTo>
                    <a:pt x="323" y="275"/>
                  </a:lnTo>
                  <a:lnTo>
                    <a:pt x="325" y="277"/>
                  </a:lnTo>
                  <a:lnTo>
                    <a:pt x="325" y="279"/>
                  </a:lnTo>
                  <a:lnTo>
                    <a:pt x="327" y="279"/>
                  </a:lnTo>
                  <a:lnTo>
                    <a:pt x="331" y="283"/>
                  </a:lnTo>
                  <a:lnTo>
                    <a:pt x="331" y="283"/>
                  </a:lnTo>
                  <a:lnTo>
                    <a:pt x="331" y="283"/>
                  </a:lnTo>
                  <a:lnTo>
                    <a:pt x="331" y="285"/>
                  </a:lnTo>
                  <a:lnTo>
                    <a:pt x="331" y="287"/>
                  </a:lnTo>
                  <a:lnTo>
                    <a:pt x="329" y="287"/>
                  </a:lnTo>
                  <a:lnTo>
                    <a:pt x="331" y="289"/>
                  </a:lnTo>
                  <a:lnTo>
                    <a:pt x="331" y="291"/>
                  </a:lnTo>
                  <a:lnTo>
                    <a:pt x="335" y="291"/>
                  </a:lnTo>
                  <a:lnTo>
                    <a:pt x="337" y="291"/>
                  </a:lnTo>
                  <a:lnTo>
                    <a:pt x="339" y="291"/>
                  </a:lnTo>
                  <a:lnTo>
                    <a:pt x="341" y="291"/>
                  </a:lnTo>
                  <a:lnTo>
                    <a:pt x="341" y="287"/>
                  </a:lnTo>
                  <a:lnTo>
                    <a:pt x="341" y="287"/>
                  </a:lnTo>
                  <a:lnTo>
                    <a:pt x="341" y="285"/>
                  </a:lnTo>
                  <a:lnTo>
                    <a:pt x="341" y="285"/>
                  </a:lnTo>
                  <a:lnTo>
                    <a:pt x="343" y="283"/>
                  </a:lnTo>
                  <a:lnTo>
                    <a:pt x="343" y="287"/>
                  </a:lnTo>
                  <a:lnTo>
                    <a:pt x="347" y="291"/>
                  </a:lnTo>
                  <a:lnTo>
                    <a:pt x="349" y="293"/>
                  </a:lnTo>
                  <a:lnTo>
                    <a:pt x="349" y="295"/>
                  </a:lnTo>
                  <a:lnTo>
                    <a:pt x="349" y="299"/>
                  </a:lnTo>
                  <a:lnTo>
                    <a:pt x="349" y="300"/>
                  </a:lnTo>
                  <a:lnTo>
                    <a:pt x="349" y="300"/>
                  </a:lnTo>
                  <a:lnTo>
                    <a:pt x="349" y="302"/>
                  </a:lnTo>
                  <a:lnTo>
                    <a:pt x="349" y="304"/>
                  </a:lnTo>
                  <a:lnTo>
                    <a:pt x="349" y="304"/>
                  </a:lnTo>
                  <a:lnTo>
                    <a:pt x="349" y="306"/>
                  </a:lnTo>
                  <a:lnTo>
                    <a:pt x="349" y="306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3" y="306"/>
                  </a:lnTo>
                  <a:lnTo>
                    <a:pt x="353" y="308"/>
                  </a:lnTo>
                  <a:lnTo>
                    <a:pt x="355" y="310"/>
                  </a:lnTo>
                  <a:lnTo>
                    <a:pt x="355" y="312"/>
                  </a:lnTo>
                  <a:lnTo>
                    <a:pt x="355" y="314"/>
                  </a:lnTo>
                  <a:lnTo>
                    <a:pt x="356" y="316"/>
                  </a:lnTo>
                  <a:lnTo>
                    <a:pt x="355" y="318"/>
                  </a:lnTo>
                  <a:lnTo>
                    <a:pt x="355" y="318"/>
                  </a:lnTo>
                  <a:lnTo>
                    <a:pt x="355" y="318"/>
                  </a:lnTo>
                  <a:lnTo>
                    <a:pt x="353" y="322"/>
                  </a:lnTo>
                  <a:lnTo>
                    <a:pt x="355" y="322"/>
                  </a:lnTo>
                  <a:lnTo>
                    <a:pt x="355" y="324"/>
                  </a:lnTo>
                  <a:lnTo>
                    <a:pt x="355" y="326"/>
                  </a:lnTo>
                  <a:lnTo>
                    <a:pt x="353" y="326"/>
                  </a:lnTo>
                  <a:lnTo>
                    <a:pt x="353" y="328"/>
                  </a:lnTo>
                  <a:lnTo>
                    <a:pt x="356" y="330"/>
                  </a:lnTo>
                  <a:lnTo>
                    <a:pt x="358" y="330"/>
                  </a:lnTo>
                  <a:lnTo>
                    <a:pt x="358" y="332"/>
                  </a:lnTo>
                  <a:lnTo>
                    <a:pt x="358" y="334"/>
                  </a:lnTo>
                  <a:lnTo>
                    <a:pt x="360" y="334"/>
                  </a:lnTo>
                  <a:lnTo>
                    <a:pt x="360" y="334"/>
                  </a:lnTo>
                  <a:lnTo>
                    <a:pt x="360" y="334"/>
                  </a:lnTo>
                  <a:lnTo>
                    <a:pt x="360" y="334"/>
                  </a:lnTo>
                  <a:lnTo>
                    <a:pt x="358" y="336"/>
                  </a:lnTo>
                  <a:lnTo>
                    <a:pt x="358" y="336"/>
                  </a:lnTo>
                  <a:lnTo>
                    <a:pt x="358" y="336"/>
                  </a:lnTo>
                  <a:lnTo>
                    <a:pt x="358" y="338"/>
                  </a:lnTo>
                  <a:lnTo>
                    <a:pt x="358" y="338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6" y="342"/>
                  </a:lnTo>
                  <a:lnTo>
                    <a:pt x="356" y="346"/>
                  </a:lnTo>
                  <a:lnTo>
                    <a:pt x="355" y="348"/>
                  </a:lnTo>
                  <a:lnTo>
                    <a:pt x="355" y="348"/>
                  </a:lnTo>
                  <a:lnTo>
                    <a:pt x="355" y="348"/>
                  </a:lnTo>
                  <a:lnTo>
                    <a:pt x="355" y="350"/>
                  </a:lnTo>
                  <a:lnTo>
                    <a:pt x="355" y="350"/>
                  </a:lnTo>
                  <a:lnTo>
                    <a:pt x="355" y="350"/>
                  </a:lnTo>
                  <a:lnTo>
                    <a:pt x="355" y="350"/>
                  </a:lnTo>
                  <a:lnTo>
                    <a:pt x="355" y="352"/>
                  </a:lnTo>
                  <a:lnTo>
                    <a:pt x="355" y="352"/>
                  </a:lnTo>
                  <a:lnTo>
                    <a:pt x="355" y="352"/>
                  </a:lnTo>
                  <a:lnTo>
                    <a:pt x="353" y="353"/>
                  </a:lnTo>
                  <a:lnTo>
                    <a:pt x="351" y="355"/>
                  </a:lnTo>
                  <a:lnTo>
                    <a:pt x="349" y="357"/>
                  </a:lnTo>
                  <a:lnTo>
                    <a:pt x="349" y="357"/>
                  </a:lnTo>
                  <a:lnTo>
                    <a:pt x="347" y="357"/>
                  </a:lnTo>
                  <a:lnTo>
                    <a:pt x="345" y="359"/>
                  </a:lnTo>
                  <a:lnTo>
                    <a:pt x="343" y="359"/>
                  </a:lnTo>
                  <a:lnTo>
                    <a:pt x="327" y="353"/>
                  </a:lnTo>
                  <a:lnTo>
                    <a:pt x="323" y="353"/>
                  </a:lnTo>
                  <a:lnTo>
                    <a:pt x="323" y="353"/>
                  </a:lnTo>
                  <a:lnTo>
                    <a:pt x="323" y="355"/>
                  </a:lnTo>
                  <a:lnTo>
                    <a:pt x="323" y="355"/>
                  </a:lnTo>
                  <a:lnTo>
                    <a:pt x="323" y="357"/>
                  </a:lnTo>
                  <a:lnTo>
                    <a:pt x="325" y="365"/>
                  </a:lnTo>
                  <a:lnTo>
                    <a:pt x="325" y="367"/>
                  </a:lnTo>
                  <a:lnTo>
                    <a:pt x="325" y="369"/>
                  </a:lnTo>
                  <a:lnTo>
                    <a:pt x="329" y="373"/>
                  </a:lnTo>
                  <a:lnTo>
                    <a:pt x="329" y="375"/>
                  </a:lnTo>
                  <a:lnTo>
                    <a:pt x="329" y="375"/>
                  </a:lnTo>
                  <a:lnTo>
                    <a:pt x="329" y="375"/>
                  </a:lnTo>
                  <a:lnTo>
                    <a:pt x="329" y="377"/>
                  </a:lnTo>
                  <a:lnTo>
                    <a:pt x="329" y="379"/>
                  </a:lnTo>
                  <a:lnTo>
                    <a:pt x="329" y="381"/>
                  </a:lnTo>
                  <a:lnTo>
                    <a:pt x="327" y="383"/>
                  </a:lnTo>
                  <a:lnTo>
                    <a:pt x="327" y="383"/>
                  </a:lnTo>
                  <a:lnTo>
                    <a:pt x="327" y="385"/>
                  </a:lnTo>
                  <a:lnTo>
                    <a:pt x="327" y="385"/>
                  </a:lnTo>
                  <a:lnTo>
                    <a:pt x="327" y="387"/>
                  </a:lnTo>
                  <a:lnTo>
                    <a:pt x="325" y="391"/>
                  </a:lnTo>
                  <a:lnTo>
                    <a:pt x="325" y="391"/>
                  </a:lnTo>
                  <a:lnTo>
                    <a:pt x="325" y="393"/>
                  </a:lnTo>
                  <a:lnTo>
                    <a:pt x="329" y="393"/>
                  </a:lnTo>
                  <a:lnTo>
                    <a:pt x="329" y="395"/>
                  </a:lnTo>
                  <a:lnTo>
                    <a:pt x="329" y="395"/>
                  </a:lnTo>
                  <a:lnTo>
                    <a:pt x="329" y="395"/>
                  </a:lnTo>
                  <a:lnTo>
                    <a:pt x="329" y="395"/>
                  </a:lnTo>
                  <a:lnTo>
                    <a:pt x="329" y="395"/>
                  </a:lnTo>
                  <a:lnTo>
                    <a:pt x="329" y="397"/>
                  </a:lnTo>
                  <a:lnTo>
                    <a:pt x="327" y="397"/>
                  </a:lnTo>
                  <a:lnTo>
                    <a:pt x="325" y="397"/>
                  </a:lnTo>
                  <a:lnTo>
                    <a:pt x="323" y="397"/>
                  </a:lnTo>
                  <a:lnTo>
                    <a:pt x="323" y="399"/>
                  </a:lnTo>
                  <a:lnTo>
                    <a:pt x="323" y="399"/>
                  </a:lnTo>
                  <a:lnTo>
                    <a:pt x="323" y="401"/>
                  </a:lnTo>
                  <a:lnTo>
                    <a:pt x="323" y="401"/>
                  </a:lnTo>
                  <a:lnTo>
                    <a:pt x="319" y="405"/>
                  </a:lnTo>
                  <a:lnTo>
                    <a:pt x="319" y="405"/>
                  </a:lnTo>
                  <a:lnTo>
                    <a:pt x="319" y="405"/>
                  </a:lnTo>
                  <a:lnTo>
                    <a:pt x="317" y="405"/>
                  </a:lnTo>
                  <a:lnTo>
                    <a:pt x="317" y="407"/>
                  </a:lnTo>
                  <a:lnTo>
                    <a:pt x="317" y="407"/>
                  </a:lnTo>
                  <a:lnTo>
                    <a:pt x="317" y="407"/>
                  </a:lnTo>
                  <a:lnTo>
                    <a:pt x="317" y="408"/>
                  </a:lnTo>
                  <a:lnTo>
                    <a:pt x="317" y="408"/>
                  </a:lnTo>
                  <a:lnTo>
                    <a:pt x="317" y="410"/>
                  </a:lnTo>
                  <a:lnTo>
                    <a:pt x="319" y="420"/>
                  </a:lnTo>
                  <a:lnTo>
                    <a:pt x="319" y="426"/>
                  </a:lnTo>
                  <a:lnTo>
                    <a:pt x="323" y="434"/>
                  </a:lnTo>
                  <a:lnTo>
                    <a:pt x="323" y="436"/>
                  </a:lnTo>
                  <a:lnTo>
                    <a:pt x="325" y="440"/>
                  </a:lnTo>
                  <a:lnTo>
                    <a:pt x="335" y="450"/>
                  </a:lnTo>
                  <a:lnTo>
                    <a:pt x="335" y="450"/>
                  </a:lnTo>
                  <a:lnTo>
                    <a:pt x="335" y="450"/>
                  </a:lnTo>
                  <a:lnTo>
                    <a:pt x="337" y="452"/>
                  </a:lnTo>
                  <a:lnTo>
                    <a:pt x="337" y="452"/>
                  </a:lnTo>
                  <a:lnTo>
                    <a:pt x="339" y="452"/>
                  </a:lnTo>
                  <a:lnTo>
                    <a:pt x="339" y="452"/>
                  </a:lnTo>
                  <a:lnTo>
                    <a:pt x="341" y="450"/>
                  </a:lnTo>
                  <a:lnTo>
                    <a:pt x="341" y="450"/>
                  </a:lnTo>
                  <a:lnTo>
                    <a:pt x="341" y="450"/>
                  </a:lnTo>
                  <a:lnTo>
                    <a:pt x="347" y="452"/>
                  </a:lnTo>
                  <a:lnTo>
                    <a:pt x="347" y="454"/>
                  </a:lnTo>
                  <a:lnTo>
                    <a:pt x="349" y="454"/>
                  </a:lnTo>
                  <a:lnTo>
                    <a:pt x="351" y="458"/>
                  </a:lnTo>
                  <a:lnTo>
                    <a:pt x="351" y="458"/>
                  </a:lnTo>
                  <a:lnTo>
                    <a:pt x="351" y="460"/>
                  </a:lnTo>
                  <a:lnTo>
                    <a:pt x="349" y="461"/>
                  </a:lnTo>
                  <a:lnTo>
                    <a:pt x="349" y="463"/>
                  </a:lnTo>
                  <a:lnTo>
                    <a:pt x="349" y="463"/>
                  </a:lnTo>
                  <a:lnTo>
                    <a:pt x="349" y="465"/>
                  </a:lnTo>
                  <a:lnTo>
                    <a:pt x="347" y="467"/>
                  </a:lnTo>
                  <a:lnTo>
                    <a:pt x="347" y="467"/>
                  </a:lnTo>
                  <a:lnTo>
                    <a:pt x="347" y="469"/>
                  </a:lnTo>
                  <a:lnTo>
                    <a:pt x="347" y="471"/>
                  </a:lnTo>
                  <a:lnTo>
                    <a:pt x="347" y="471"/>
                  </a:lnTo>
                  <a:lnTo>
                    <a:pt x="347" y="471"/>
                  </a:lnTo>
                  <a:lnTo>
                    <a:pt x="347" y="473"/>
                  </a:lnTo>
                  <a:lnTo>
                    <a:pt x="347" y="473"/>
                  </a:lnTo>
                  <a:lnTo>
                    <a:pt x="347" y="475"/>
                  </a:lnTo>
                  <a:lnTo>
                    <a:pt x="347" y="475"/>
                  </a:lnTo>
                  <a:lnTo>
                    <a:pt x="345" y="477"/>
                  </a:lnTo>
                  <a:lnTo>
                    <a:pt x="345" y="477"/>
                  </a:lnTo>
                  <a:lnTo>
                    <a:pt x="343" y="479"/>
                  </a:lnTo>
                  <a:lnTo>
                    <a:pt x="343" y="481"/>
                  </a:lnTo>
                  <a:lnTo>
                    <a:pt x="343" y="481"/>
                  </a:lnTo>
                  <a:lnTo>
                    <a:pt x="343" y="481"/>
                  </a:lnTo>
                  <a:lnTo>
                    <a:pt x="341" y="483"/>
                  </a:lnTo>
                  <a:lnTo>
                    <a:pt x="341" y="483"/>
                  </a:lnTo>
                  <a:lnTo>
                    <a:pt x="339" y="483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37" y="485"/>
                  </a:lnTo>
                  <a:lnTo>
                    <a:pt x="337" y="485"/>
                  </a:lnTo>
                  <a:lnTo>
                    <a:pt x="337" y="485"/>
                  </a:lnTo>
                  <a:lnTo>
                    <a:pt x="337" y="485"/>
                  </a:lnTo>
                  <a:lnTo>
                    <a:pt x="335" y="485"/>
                  </a:lnTo>
                  <a:lnTo>
                    <a:pt x="335" y="487"/>
                  </a:lnTo>
                  <a:lnTo>
                    <a:pt x="335" y="487"/>
                  </a:lnTo>
                  <a:lnTo>
                    <a:pt x="333" y="487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33" y="491"/>
                  </a:lnTo>
                  <a:lnTo>
                    <a:pt x="333" y="491"/>
                  </a:lnTo>
                  <a:lnTo>
                    <a:pt x="333" y="491"/>
                  </a:lnTo>
                  <a:lnTo>
                    <a:pt x="333" y="491"/>
                  </a:lnTo>
                  <a:lnTo>
                    <a:pt x="333" y="491"/>
                  </a:lnTo>
                  <a:lnTo>
                    <a:pt x="335" y="491"/>
                  </a:lnTo>
                  <a:lnTo>
                    <a:pt x="335" y="491"/>
                  </a:lnTo>
                  <a:lnTo>
                    <a:pt x="343" y="495"/>
                  </a:lnTo>
                  <a:lnTo>
                    <a:pt x="343" y="497"/>
                  </a:lnTo>
                  <a:lnTo>
                    <a:pt x="343" y="497"/>
                  </a:lnTo>
                  <a:lnTo>
                    <a:pt x="343" y="497"/>
                  </a:lnTo>
                  <a:lnTo>
                    <a:pt x="343" y="501"/>
                  </a:lnTo>
                  <a:lnTo>
                    <a:pt x="343" y="501"/>
                  </a:lnTo>
                  <a:lnTo>
                    <a:pt x="343" y="503"/>
                  </a:lnTo>
                  <a:lnTo>
                    <a:pt x="343" y="503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07"/>
                  </a:lnTo>
                  <a:lnTo>
                    <a:pt x="341" y="509"/>
                  </a:lnTo>
                  <a:lnTo>
                    <a:pt x="341" y="511"/>
                  </a:lnTo>
                  <a:lnTo>
                    <a:pt x="339" y="513"/>
                  </a:lnTo>
                  <a:lnTo>
                    <a:pt x="339" y="513"/>
                  </a:lnTo>
                  <a:lnTo>
                    <a:pt x="341" y="515"/>
                  </a:lnTo>
                  <a:lnTo>
                    <a:pt x="343" y="518"/>
                  </a:lnTo>
                  <a:lnTo>
                    <a:pt x="343" y="518"/>
                  </a:lnTo>
                  <a:lnTo>
                    <a:pt x="343" y="518"/>
                  </a:lnTo>
                  <a:lnTo>
                    <a:pt x="341" y="520"/>
                  </a:lnTo>
                  <a:lnTo>
                    <a:pt x="341" y="520"/>
                  </a:lnTo>
                  <a:lnTo>
                    <a:pt x="341" y="520"/>
                  </a:lnTo>
                  <a:lnTo>
                    <a:pt x="341" y="520"/>
                  </a:lnTo>
                  <a:lnTo>
                    <a:pt x="341" y="522"/>
                  </a:lnTo>
                  <a:lnTo>
                    <a:pt x="341" y="522"/>
                  </a:lnTo>
                  <a:lnTo>
                    <a:pt x="341" y="522"/>
                  </a:lnTo>
                  <a:lnTo>
                    <a:pt x="341" y="524"/>
                  </a:lnTo>
                  <a:lnTo>
                    <a:pt x="341" y="524"/>
                  </a:lnTo>
                  <a:lnTo>
                    <a:pt x="339" y="524"/>
                  </a:lnTo>
                  <a:lnTo>
                    <a:pt x="339" y="526"/>
                  </a:lnTo>
                  <a:lnTo>
                    <a:pt x="339" y="526"/>
                  </a:lnTo>
                  <a:lnTo>
                    <a:pt x="335" y="530"/>
                  </a:lnTo>
                  <a:lnTo>
                    <a:pt x="335" y="532"/>
                  </a:lnTo>
                  <a:lnTo>
                    <a:pt x="333" y="534"/>
                  </a:lnTo>
                  <a:lnTo>
                    <a:pt x="333" y="534"/>
                  </a:lnTo>
                  <a:lnTo>
                    <a:pt x="333" y="536"/>
                  </a:lnTo>
                  <a:lnTo>
                    <a:pt x="333" y="536"/>
                  </a:lnTo>
                  <a:lnTo>
                    <a:pt x="333" y="536"/>
                  </a:lnTo>
                  <a:lnTo>
                    <a:pt x="333" y="536"/>
                  </a:lnTo>
                  <a:lnTo>
                    <a:pt x="333" y="538"/>
                  </a:lnTo>
                  <a:lnTo>
                    <a:pt x="331" y="538"/>
                  </a:lnTo>
                  <a:lnTo>
                    <a:pt x="331" y="538"/>
                  </a:lnTo>
                  <a:lnTo>
                    <a:pt x="327" y="538"/>
                  </a:lnTo>
                  <a:lnTo>
                    <a:pt x="327" y="538"/>
                  </a:lnTo>
                  <a:lnTo>
                    <a:pt x="327" y="540"/>
                  </a:lnTo>
                  <a:lnTo>
                    <a:pt x="327" y="540"/>
                  </a:lnTo>
                  <a:lnTo>
                    <a:pt x="325" y="540"/>
                  </a:lnTo>
                  <a:lnTo>
                    <a:pt x="325" y="544"/>
                  </a:lnTo>
                  <a:lnTo>
                    <a:pt x="323" y="550"/>
                  </a:lnTo>
                  <a:lnTo>
                    <a:pt x="304" y="544"/>
                  </a:lnTo>
                  <a:lnTo>
                    <a:pt x="304" y="544"/>
                  </a:lnTo>
                  <a:lnTo>
                    <a:pt x="304" y="542"/>
                  </a:lnTo>
                  <a:lnTo>
                    <a:pt x="304" y="542"/>
                  </a:lnTo>
                  <a:lnTo>
                    <a:pt x="304" y="540"/>
                  </a:lnTo>
                  <a:lnTo>
                    <a:pt x="304" y="540"/>
                  </a:lnTo>
                  <a:lnTo>
                    <a:pt x="304" y="540"/>
                  </a:lnTo>
                  <a:lnTo>
                    <a:pt x="302" y="540"/>
                  </a:lnTo>
                  <a:lnTo>
                    <a:pt x="302" y="538"/>
                  </a:lnTo>
                  <a:lnTo>
                    <a:pt x="300" y="538"/>
                  </a:lnTo>
                  <a:lnTo>
                    <a:pt x="296" y="532"/>
                  </a:lnTo>
                  <a:lnTo>
                    <a:pt x="296" y="532"/>
                  </a:lnTo>
                  <a:lnTo>
                    <a:pt x="294" y="532"/>
                  </a:lnTo>
                  <a:lnTo>
                    <a:pt x="290" y="534"/>
                  </a:lnTo>
                  <a:lnTo>
                    <a:pt x="288" y="534"/>
                  </a:lnTo>
                  <a:lnTo>
                    <a:pt x="288" y="534"/>
                  </a:lnTo>
                  <a:lnTo>
                    <a:pt x="282" y="530"/>
                  </a:lnTo>
                  <a:lnTo>
                    <a:pt x="280" y="530"/>
                  </a:lnTo>
                  <a:lnTo>
                    <a:pt x="280" y="530"/>
                  </a:lnTo>
                  <a:lnTo>
                    <a:pt x="280" y="530"/>
                  </a:lnTo>
                  <a:lnTo>
                    <a:pt x="278" y="530"/>
                  </a:lnTo>
                  <a:lnTo>
                    <a:pt x="278" y="530"/>
                  </a:lnTo>
                  <a:lnTo>
                    <a:pt x="272" y="536"/>
                  </a:lnTo>
                  <a:lnTo>
                    <a:pt x="272" y="536"/>
                  </a:lnTo>
                  <a:lnTo>
                    <a:pt x="270" y="538"/>
                  </a:lnTo>
                  <a:lnTo>
                    <a:pt x="270" y="538"/>
                  </a:lnTo>
                  <a:lnTo>
                    <a:pt x="268" y="538"/>
                  </a:lnTo>
                  <a:lnTo>
                    <a:pt x="229" y="542"/>
                  </a:lnTo>
                  <a:lnTo>
                    <a:pt x="229" y="542"/>
                  </a:lnTo>
                  <a:lnTo>
                    <a:pt x="223" y="540"/>
                  </a:lnTo>
                  <a:lnTo>
                    <a:pt x="221" y="540"/>
                  </a:lnTo>
                  <a:lnTo>
                    <a:pt x="219" y="538"/>
                  </a:lnTo>
                  <a:lnTo>
                    <a:pt x="219" y="536"/>
                  </a:lnTo>
                  <a:lnTo>
                    <a:pt x="219" y="536"/>
                  </a:lnTo>
                  <a:lnTo>
                    <a:pt x="221" y="536"/>
                  </a:lnTo>
                  <a:lnTo>
                    <a:pt x="221" y="534"/>
                  </a:lnTo>
                  <a:lnTo>
                    <a:pt x="223" y="532"/>
                  </a:lnTo>
                  <a:lnTo>
                    <a:pt x="223" y="530"/>
                  </a:lnTo>
                  <a:lnTo>
                    <a:pt x="223" y="530"/>
                  </a:lnTo>
                  <a:lnTo>
                    <a:pt x="223" y="530"/>
                  </a:lnTo>
                  <a:lnTo>
                    <a:pt x="223" y="528"/>
                  </a:lnTo>
                  <a:lnTo>
                    <a:pt x="223" y="528"/>
                  </a:lnTo>
                  <a:lnTo>
                    <a:pt x="223" y="528"/>
                  </a:lnTo>
                  <a:lnTo>
                    <a:pt x="221" y="530"/>
                  </a:lnTo>
                  <a:lnTo>
                    <a:pt x="219" y="530"/>
                  </a:lnTo>
                  <a:lnTo>
                    <a:pt x="219" y="530"/>
                  </a:lnTo>
                  <a:lnTo>
                    <a:pt x="219" y="530"/>
                  </a:lnTo>
                  <a:lnTo>
                    <a:pt x="204" y="520"/>
                  </a:lnTo>
                  <a:lnTo>
                    <a:pt x="204" y="520"/>
                  </a:lnTo>
                  <a:lnTo>
                    <a:pt x="204" y="520"/>
                  </a:lnTo>
                  <a:lnTo>
                    <a:pt x="202" y="518"/>
                  </a:lnTo>
                  <a:lnTo>
                    <a:pt x="202" y="516"/>
                  </a:lnTo>
                  <a:lnTo>
                    <a:pt x="202" y="516"/>
                  </a:lnTo>
                  <a:lnTo>
                    <a:pt x="202" y="516"/>
                  </a:lnTo>
                  <a:lnTo>
                    <a:pt x="198" y="518"/>
                  </a:lnTo>
                  <a:lnTo>
                    <a:pt x="198" y="518"/>
                  </a:lnTo>
                  <a:lnTo>
                    <a:pt x="198" y="518"/>
                  </a:lnTo>
                  <a:lnTo>
                    <a:pt x="194" y="516"/>
                  </a:lnTo>
                  <a:lnTo>
                    <a:pt x="192" y="516"/>
                  </a:lnTo>
                  <a:lnTo>
                    <a:pt x="188" y="518"/>
                  </a:lnTo>
                  <a:lnTo>
                    <a:pt x="188" y="520"/>
                  </a:lnTo>
                  <a:lnTo>
                    <a:pt x="188" y="520"/>
                  </a:lnTo>
                  <a:lnTo>
                    <a:pt x="188" y="520"/>
                  </a:lnTo>
                  <a:lnTo>
                    <a:pt x="188" y="520"/>
                  </a:lnTo>
                  <a:lnTo>
                    <a:pt x="188" y="520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88" y="522"/>
                  </a:lnTo>
                  <a:lnTo>
                    <a:pt x="186" y="522"/>
                  </a:lnTo>
                  <a:lnTo>
                    <a:pt x="186" y="524"/>
                  </a:lnTo>
                  <a:lnTo>
                    <a:pt x="186" y="524"/>
                  </a:lnTo>
                  <a:lnTo>
                    <a:pt x="186" y="524"/>
                  </a:lnTo>
                  <a:lnTo>
                    <a:pt x="186" y="524"/>
                  </a:lnTo>
                  <a:lnTo>
                    <a:pt x="184" y="524"/>
                  </a:lnTo>
                  <a:lnTo>
                    <a:pt x="184" y="524"/>
                  </a:lnTo>
                  <a:lnTo>
                    <a:pt x="184" y="524"/>
                  </a:lnTo>
                  <a:lnTo>
                    <a:pt x="184" y="524"/>
                  </a:lnTo>
                  <a:lnTo>
                    <a:pt x="184" y="524"/>
                  </a:lnTo>
                  <a:lnTo>
                    <a:pt x="184" y="522"/>
                  </a:lnTo>
                  <a:lnTo>
                    <a:pt x="182" y="522"/>
                  </a:lnTo>
                  <a:lnTo>
                    <a:pt x="182" y="522"/>
                  </a:lnTo>
                  <a:lnTo>
                    <a:pt x="184" y="520"/>
                  </a:lnTo>
                  <a:lnTo>
                    <a:pt x="184" y="518"/>
                  </a:lnTo>
                  <a:lnTo>
                    <a:pt x="184" y="518"/>
                  </a:lnTo>
                  <a:lnTo>
                    <a:pt x="182" y="516"/>
                  </a:lnTo>
                  <a:lnTo>
                    <a:pt x="182" y="516"/>
                  </a:lnTo>
                  <a:lnTo>
                    <a:pt x="182" y="515"/>
                  </a:lnTo>
                  <a:lnTo>
                    <a:pt x="180" y="515"/>
                  </a:lnTo>
                  <a:lnTo>
                    <a:pt x="180" y="515"/>
                  </a:lnTo>
                  <a:lnTo>
                    <a:pt x="170" y="511"/>
                  </a:lnTo>
                  <a:lnTo>
                    <a:pt x="154" y="505"/>
                  </a:lnTo>
                  <a:lnTo>
                    <a:pt x="149" y="507"/>
                  </a:lnTo>
                  <a:lnTo>
                    <a:pt x="149" y="507"/>
                  </a:lnTo>
                  <a:lnTo>
                    <a:pt x="149" y="507"/>
                  </a:lnTo>
                  <a:lnTo>
                    <a:pt x="149" y="509"/>
                  </a:lnTo>
                  <a:lnTo>
                    <a:pt x="149" y="509"/>
                  </a:lnTo>
                  <a:lnTo>
                    <a:pt x="147" y="509"/>
                  </a:lnTo>
                  <a:lnTo>
                    <a:pt x="149" y="511"/>
                  </a:lnTo>
                  <a:lnTo>
                    <a:pt x="149" y="511"/>
                  </a:lnTo>
                  <a:lnTo>
                    <a:pt x="149" y="511"/>
                  </a:lnTo>
                  <a:lnTo>
                    <a:pt x="149" y="513"/>
                  </a:lnTo>
                  <a:lnTo>
                    <a:pt x="149" y="513"/>
                  </a:lnTo>
                  <a:lnTo>
                    <a:pt x="151" y="515"/>
                  </a:lnTo>
                  <a:lnTo>
                    <a:pt x="151" y="516"/>
                  </a:lnTo>
                  <a:lnTo>
                    <a:pt x="151" y="516"/>
                  </a:lnTo>
                  <a:lnTo>
                    <a:pt x="153" y="516"/>
                  </a:lnTo>
                  <a:lnTo>
                    <a:pt x="153" y="516"/>
                  </a:lnTo>
                  <a:lnTo>
                    <a:pt x="153" y="516"/>
                  </a:lnTo>
                  <a:lnTo>
                    <a:pt x="153" y="516"/>
                  </a:lnTo>
                  <a:lnTo>
                    <a:pt x="154" y="515"/>
                  </a:lnTo>
                  <a:lnTo>
                    <a:pt x="154" y="515"/>
                  </a:lnTo>
                  <a:lnTo>
                    <a:pt x="154" y="515"/>
                  </a:lnTo>
                  <a:lnTo>
                    <a:pt x="156" y="515"/>
                  </a:lnTo>
                  <a:lnTo>
                    <a:pt x="156" y="515"/>
                  </a:lnTo>
                  <a:lnTo>
                    <a:pt x="158" y="515"/>
                  </a:lnTo>
                  <a:lnTo>
                    <a:pt x="160" y="516"/>
                  </a:lnTo>
                  <a:lnTo>
                    <a:pt x="160" y="518"/>
                  </a:lnTo>
                  <a:lnTo>
                    <a:pt x="162" y="518"/>
                  </a:lnTo>
                  <a:lnTo>
                    <a:pt x="162" y="520"/>
                  </a:lnTo>
                  <a:lnTo>
                    <a:pt x="162" y="520"/>
                  </a:lnTo>
                  <a:lnTo>
                    <a:pt x="160" y="520"/>
                  </a:lnTo>
                  <a:lnTo>
                    <a:pt x="160" y="520"/>
                  </a:lnTo>
                  <a:lnTo>
                    <a:pt x="160" y="522"/>
                  </a:lnTo>
                  <a:lnTo>
                    <a:pt x="160" y="522"/>
                  </a:lnTo>
                  <a:lnTo>
                    <a:pt x="158" y="524"/>
                  </a:lnTo>
                  <a:lnTo>
                    <a:pt x="158" y="524"/>
                  </a:lnTo>
                  <a:lnTo>
                    <a:pt x="156" y="526"/>
                  </a:lnTo>
                  <a:lnTo>
                    <a:pt x="156" y="526"/>
                  </a:lnTo>
                  <a:lnTo>
                    <a:pt x="156" y="526"/>
                  </a:lnTo>
                  <a:lnTo>
                    <a:pt x="154" y="526"/>
                  </a:lnTo>
                  <a:lnTo>
                    <a:pt x="153" y="528"/>
                  </a:lnTo>
                  <a:lnTo>
                    <a:pt x="153" y="528"/>
                  </a:lnTo>
                  <a:lnTo>
                    <a:pt x="147" y="524"/>
                  </a:lnTo>
                  <a:lnTo>
                    <a:pt x="145" y="522"/>
                  </a:lnTo>
                  <a:lnTo>
                    <a:pt x="145" y="522"/>
                  </a:lnTo>
                  <a:lnTo>
                    <a:pt x="145" y="522"/>
                  </a:lnTo>
                  <a:lnTo>
                    <a:pt x="145" y="520"/>
                  </a:lnTo>
                  <a:lnTo>
                    <a:pt x="145" y="520"/>
                  </a:lnTo>
                  <a:lnTo>
                    <a:pt x="143" y="518"/>
                  </a:lnTo>
                  <a:lnTo>
                    <a:pt x="143" y="518"/>
                  </a:lnTo>
                  <a:lnTo>
                    <a:pt x="143" y="518"/>
                  </a:lnTo>
                  <a:lnTo>
                    <a:pt x="141" y="518"/>
                  </a:lnTo>
                  <a:lnTo>
                    <a:pt x="141" y="518"/>
                  </a:lnTo>
                  <a:lnTo>
                    <a:pt x="141" y="518"/>
                  </a:lnTo>
                  <a:lnTo>
                    <a:pt x="141" y="520"/>
                  </a:lnTo>
                  <a:lnTo>
                    <a:pt x="141" y="520"/>
                  </a:lnTo>
                  <a:lnTo>
                    <a:pt x="141" y="520"/>
                  </a:lnTo>
                  <a:lnTo>
                    <a:pt x="141" y="520"/>
                  </a:lnTo>
                  <a:lnTo>
                    <a:pt x="141" y="520"/>
                  </a:lnTo>
                  <a:lnTo>
                    <a:pt x="139" y="522"/>
                  </a:lnTo>
                  <a:lnTo>
                    <a:pt x="139" y="524"/>
                  </a:lnTo>
                  <a:lnTo>
                    <a:pt x="139" y="524"/>
                  </a:lnTo>
                  <a:lnTo>
                    <a:pt x="139" y="524"/>
                  </a:lnTo>
                  <a:lnTo>
                    <a:pt x="139" y="524"/>
                  </a:lnTo>
                  <a:lnTo>
                    <a:pt x="131" y="524"/>
                  </a:lnTo>
                  <a:lnTo>
                    <a:pt x="131" y="524"/>
                  </a:lnTo>
                  <a:lnTo>
                    <a:pt x="131" y="524"/>
                  </a:lnTo>
                  <a:lnTo>
                    <a:pt x="131" y="524"/>
                  </a:lnTo>
                  <a:lnTo>
                    <a:pt x="131" y="524"/>
                  </a:lnTo>
                  <a:lnTo>
                    <a:pt x="129" y="524"/>
                  </a:lnTo>
                  <a:lnTo>
                    <a:pt x="129" y="526"/>
                  </a:lnTo>
                  <a:lnTo>
                    <a:pt x="127" y="526"/>
                  </a:lnTo>
                  <a:lnTo>
                    <a:pt x="127" y="526"/>
                  </a:lnTo>
                  <a:lnTo>
                    <a:pt x="127" y="526"/>
                  </a:lnTo>
                  <a:lnTo>
                    <a:pt x="125" y="526"/>
                  </a:lnTo>
                  <a:lnTo>
                    <a:pt x="125" y="528"/>
                  </a:lnTo>
                  <a:lnTo>
                    <a:pt x="125" y="528"/>
                  </a:lnTo>
                  <a:lnTo>
                    <a:pt x="125" y="528"/>
                  </a:lnTo>
                  <a:lnTo>
                    <a:pt x="127" y="528"/>
                  </a:lnTo>
                  <a:lnTo>
                    <a:pt x="127" y="530"/>
                  </a:lnTo>
                  <a:lnTo>
                    <a:pt x="127" y="530"/>
                  </a:lnTo>
                  <a:lnTo>
                    <a:pt x="127" y="530"/>
                  </a:lnTo>
                  <a:lnTo>
                    <a:pt x="123" y="530"/>
                  </a:lnTo>
                  <a:lnTo>
                    <a:pt x="123" y="530"/>
                  </a:lnTo>
                  <a:lnTo>
                    <a:pt x="123" y="530"/>
                  </a:lnTo>
                  <a:lnTo>
                    <a:pt x="123" y="532"/>
                  </a:lnTo>
                  <a:lnTo>
                    <a:pt x="123" y="532"/>
                  </a:lnTo>
                  <a:lnTo>
                    <a:pt x="121" y="532"/>
                  </a:lnTo>
                  <a:lnTo>
                    <a:pt x="121" y="532"/>
                  </a:lnTo>
                  <a:lnTo>
                    <a:pt x="119" y="532"/>
                  </a:lnTo>
                  <a:lnTo>
                    <a:pt x="113" y="530"/>
                  </a:lnTo>
                  <a:lnTo>
                    <a:pt x="113" y="532"/>
                  </a:lnTo>
                  <a:lnTo>
                    <a:pt x="111" y="532"/>
                  </a:lnTo>
                  <a:lnTo>
                    <a:pt x="111" y="532"/>
                  </a:lnTo>
                  <a:lnTo>
                    <a:pt x="111" y="532"/>
                  </a:lnTo>
                  <a:lnTo>
                    <a:pt x="107" y="534"/>
                  </a:lnTo>
                  <a:lnTo>
                    <a:pt x="105" y="534"/>
                  </a:lnTo>
                  <a:lnTo>
                    <a:pt x="103" y="534"/>
                  </a:lnTo>
                  <a:lnTo>
                    <a:pt x="102" y="534"/>
                  </a:lnTo>
                  <a:lnTo>
                    <a:pt x="17" y="442"/>
                  </a:lnTo>
                  <a:lnTo>
                    <a:pt x="5" y="438"/>
                  </a:lnTo>
                  <a:lnTo>
                    <a:pt x="5" y="436"/>
                  </a:lnTo>
                  <a:lnTo>
                    <a:pt x="5" y="436"/>
                  </a:lnTo>
                  <a:lnTo>
                    <a:pt x="5" y="436"/>
                  </a:lnTo>
                  <a:lnTo>
                    <a:pt x="5" y="434"/>
                  </a:lnTo>
                  <a:lnTo>
                    <a:pt x="5" y="432"/>
                  </a:lnTo>
                  <a:lnTo>
                    <a:pt x="5" y="432"/>
                  </a:lnTo>
                  <a:lnTo>
                    <a:pt x="5" y="430"/>
                  </a:lnTo>
                  <a:lnTo>
                    <a:pt x="3" y="428"/>
                  </a:lnTo>
                  <a:lnTo>
                    <a:pt x="3" y="428"/>
                  </a:lnTo>
                  <a:lnTo>
                    <a:pt x="3" y="426"/>
                  </a:lnTo>
                  <a:lnTo>
                    <a:pt x="3" y="426"/>
                  </a:lnTo>
                  <a:lnTo>
                    <a:pt x="3" y="426"/>
                  </a:lnTo>
                  <a:lnTo>
                    <a:pt x="3" y="424"/>
                  </a:lnTo>
                  <a:lnTo>
                    <a:pt x="0" y="422"/>
                  </a:lnTo>
                  <a:lnTo>
                    <a:pt x="0" y="422"/>
                  </a:lnTo>
                  <a:lnTo>
                    <a:pt x="2" y="422"/>
                  </a:lnTo>
                  <a:lnTo>
                    <a:pt x="3" y="420"/>
                  </a:lnTo>
                  <a:lnTo>
                    <a:pt x="11" y="416"/>
                  </a:lnTo>
                  <a:lnTo>
                    <a:pt x="13" y="416"/>
                  </a:lnTo>
                  <a:lnTo>
                    <a:pt x="13" y="414"/>
                  </a:lnTo>
                  <a:lnTo>
                    <a:pt x="15" y="412"/>
                  </a:lnTo>
                  <a:lnTo>
                    <a:pt x="17" y="412"/>
                  </a:lnTo>
                  <a:lnTo>
                    <a:pt x="19" y="412"/>
                  </a:lnTo>
                  <a:lnTo>
                    <a:pt x="21" y="412"/>
                  </a:lnTo>
                  <a:lnTo>
                    <a:pt x="29" y="408"/>
                  </a:lnTo>
                  <a:lnTo>
                    <a:pt x="31" y="408"/>
                  </a:lnTo>
                  <a:lnTo>
                    <a:pt x="33" y="407"/>
                  </a:lnTo>
                  <a:lnTo>
                    <a:pt x="35" y="405"/>
                  </a:lnTo>
                  <a:lnTo>
                    <a:pt x="41" y="403"/>
                  </a:lnTo>
                  <a:lnTo>
                    <a:pt x="53" y="397"/>
                  </a:lnTo>
                  <a:lnTo>
                    <a:pt x="64" y="389"/>
                  </a:lnTo>
                  <a:lnTo>
                    <a:pt x="64" y="389"/>
                  </a:lnTo>
                  <a:lnTo>
                    <a:pt x="72" y="385"/>
                  </a:lnTo>
                  <a:lnTo>
                    <a:pt x="80" y="381"/>
                  </a:lnTo>
                  <a:lnTo>
                    <a:pt x="82" y="377"/>
                  </a:lnTo>
                  <a:lnTo>
                    <a:pt x="84" y="377"/>
                  </a:lnTo>
                  <a:lnTo>
                    <a:pt x="84" y="377"/>
                  </a:lnTo>
                  <a:lnTo>
                    <a:pt x="86" y="377"/>
                  </a:lnTo>
                  <a:lnTo>
                    <a:pt x="92" y="377"/>
                  </a:lnTo>
                  <a:lnTo>
                    <a:pt x="98" y="375"/>
                  </a:lnTo>
                  <a:lnTo>
                    <a:pt x="98" y="375"/>
                  </a:lnTo>
                  <a:lnTo>
                    <a:pt x="100" y="3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109" y="367"/>
                  </a:lnTo>
                  <a:lnTo>
                    <a:pt x="111" y="367"/>
                  </a:lnTo>
                  <a:lnTo>
                    <a:pt x="111" y="365"/>
                  </a:lnTo>
                  <a:lnTo>
                    <a:pt x="113" y="365"/>
                  </a:lnTo>
                  <a:lnTo>
                    <a:pt x="115" y="365"/>
                  </a:lnTo>
                  <a:lnTo>
                    <a:pt x="115" y="365"/>
                  </a:lnTo>
                  <a:lnTo>
                    <a:pt x="115" y="365"/>
                  </a:lnTo>
                  <a:lnTo>
                    <a:pt x="117" y="365"/>
                  </a:lnTo>
                  <a:lnTo>
                    <a:pt x="119" y="363"/>
                  </a:lnTo>
                  <a:lnTo>
                    <a:pt x="121" y="359"/>
                  </a:lnTo>
                  <a:lnTo>
                    <a:pt x="123" y="359"/>
                  </a:lnTo>
                  <a:lnTo>
                    <a:pt x="125" y="357"/>
                  </a:lnTo>
                  <a:lnTo>
                    <a:pt x="127" y="355"/>
                  </a:lnTo>
                  <a:lnTo>
                    <a:pt x="133" y="348"/>
                  </a:lnTo>
                  <a:lnTo>
                    <a:pt x="135" y="346"/>
                  </a:lnTo>
                  <a:lnTo>
                    <a:pt x="137" y="344"/>
                  </a:lnTo>
                  <a:lnTo>
                    <a:pt x="145" y="338"/>
                  </a:lnTo>
                  <a:lnTo>
                    <a:pt x="143" y="338"/>
                  </a:lnTo>
                  <a:lnTo>
                    <a:pt x="143" y="336"/>
                  </a:lnTo>
                  <a:lnTo>
                    <a:pt x="145" y="332"/>
                  </a:lnTo>
                  <a:lnTo>
                    <a:pt x="143" y="330"/>
                  </a:lnTo>
                  <a:lnTo>
                    <a:pt x="143" y="330"/>
                  </a:lnTo>
                  <a:lnTo>
                    <a:pt x="143" y="330"/>
                  </a:lnTo>
                  <a:lnTo>
                    <a:pt x="143" y="324"/>
                  </a:lnTo>
                  <a:lnTo>
                    <a:pt x="143" y="322"/>
                  </a:lnTo>
                  <a:lnTo>
                    <a:pt x="141" y="320"/>
                  </a:lnTo>
                  <a:lnTo>
                    <a:pt x="141" y="318"/>
                  </a:lnTo>
                  <a:lnTo>
                    <a:pt x="141" y="316"/>
                  </a:lnTo>
                  <a:lnTo>
                    <a:pt x="141" y="314"/>
                  </a:lnTo>
                  <a:lnTo>
                    <a:pt x="141" y="312"/>
                  </a:lnTo>
                  <a:lnTo>
                    <a:pt x="143" y="312"/>
                  </a:lnTo>
                  <a:lnTo>
                    <a:pt x="143" y="310"/>
                  </a:lnTo>
                  <a:lnTo>
                    <a:pt x="143" y="308"/>
                  </a:lnTo>
                  <a:lnTo>
                    <a:pt x="143" y="306"/>
                  </a:lnTo>
                  <a:lnTo>
                    <a:pt x="137" y="299"/>
                  </a:lnTo>
                  <a:lnTo>
                    <a:pt x="135" y="289"/>
                  </a:lnTo>
                  <a:lnTo>
                    <a:pt x="127" y="277"/>
                  </a:lnTo>
                  <a:lnTo>
                    <a:pt x="125" y="275"/>
                  </a:lnTo>
                  <a:lnTo>
                    <a:pt x="125" y="273"/>
                  </a:lnTo>
                  <a:lnTo>
                    <a:pt x="125" y="269"/>
                  </a:lnTo>
                  <a:lnTo>
                    <a:pt x="123" y="263"/>
                  </a:lnTo>
                  <a:lnTo>
                    <a:pt x="119" y="247"/>
                  </a:lnTo>
                  <a:lnTo>
                    <a:pt x="119" y="245"/>
                  </a:lnTo>
                  <a:lnTo>
                    <a:pt x="121" y="245"/>
                  </a:lnTo>
                  <a:lnTo>
                    <a:pt x="123" y="245"/>
                  </a:lnTo>
                  <a:lnTo>
                    <a:pt x="129" y="245"/>
                  </a:lnTo>
                  <a:lnTo>
                    <a:pt x="133" y="244"/>
                  </a:lnTo>
                  <a:lnTo>
                    <a:pt x="137" y="240"/>
                  </a:lnTo>
                  <a:lnTo>
                    <a:pt x="149" y="234"/>
                  </a:lnTo>
                  <a:lnTo>
                    <a:pt x="149" y="234"/>
                  </a:lnTo>
                  <a:lnTo>
                    <a:pt x="151" y="232"/>
                  </a:lnTo>
                  <a:lnTo>
                    <a:pt x="153" y="232"/>
                  </a:lnTo>
                  <a:lnTo>
                    <a:pt x="154" y="228"/>
                  </a:lnTo>
                  <a:lnTo>
                    <a:pt x="154" y="224"/>
                  </a:lnTo>
                  <a:lnTo>
                    <a:pt x="154" y="222"/>
                  </a:lnTo>
                  <a:lnTo>
                    <a:pt x="154" y="222"/>
                  </a:lnTo>
                  <a:lnTo>
                    <a:pt x="156" y="220"/>
                  </a:lnTo>
                  <a:lnTo>
                    <a:pt x="156" y="218"/>
                  </a:lnTo>
                  <a:lnTo>
                    <a:pt x="158" y="216"/>
                  </a:lnTo>
                  <a:lnTo>
                    <a:pt x="158" y="216"/>
                  </a:lnTo>
                  <a:lnTo>
                    <a:pt x="158" y="214"/>
                  </a:lnTo>
                  <a:lnTo>
                    <a:pt x="156" y="212"/>
                  </a:lnTo>
                  <a:lnTo>
                    <a:pt x="154" y="210"/>
                  </a:lnTo>
                  <a:lnTo>
                    <a:pt x="154" y="208"/>
                  </a:lnTo>
                  <a:lnTo>
                    <a:pt x="154" y="206"/>
                  </a:lnTo>
                  <a:lnTo>
                    <a:pt x="154" y="204"/>
                  </a:lnTo>
                  <a:lnTo>
                    <a:pt x="149" y="200"/>
                  </a:lnTo>
                  <a:lnTo>
                    <a:pt x="149" y="198"/>
                  </a:lnTo>
                  <a:lnTo>
                    <a:pt x="147" y="196"/>
                  </a:lnTo>
                  <a:lnTo>
                    <a:pt x="147" y="194"/>
                  </a:lnTo>
                  <a:lnTo>
                    <a:pt x="149" y="192"/>
                  </a:lnTo>
                  <a:lnTo>
                    <a:pt x="151" y="191"/>
                  </a:lnTo>
                  <a:lnTo>
                    <a:pt x="151" y="189"/>
                  </a:lnTo>
                  <a:lnTo>
                    <a:pt x="151" y="187"/>
                  </a:lnTo>
                  <a:lnTo>
                    <a:pt x="151" y="185"/>
                  </a:lnTo>
                  <a:lnTo>
                    <a:pt x="151" y="185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51" y="181"/>
                  </a:lnTo>
                  <a:lnTo>
                    <a:pt x="151" y="181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53" y="179"/>
                  </a:lnTo>
                  <a:lnTo>
                    <a:pt x="153" y="179"/>
                  </a:lnTo>
                  <a:lnTo>
                    <a:pt x="158" y="179"/>
                  </a:lnTo>
                  <a:lnTo>
                    <a:pt x="160" y="177"/>
                  </a:lnTo>
                  <a:lnTo>
                    <a:pt x="162" y="177"/>
                  </a:lnTo>
                  <a:lnTo>
                    <a:pt x="162" y="175"/>
                  </a:lnTo>
                  <a:lnTo>
                    <a:pt x="162" y="173"/>
                  </a:lnTo>
                  <a:lnTo>
                    <a:pt x="162" y="171"/>
                  </a:lnTo>
                  <a:lnTo>
                    <a:pt x="162" y="171"/>
                  </a:lnTo>
                  <a:lnTo>
                    <a:pt x="162" y="169"/>
                  </a:lnTo>
                  <a:lnTo>
                    <a:pt x="162" y="169"/>
                  </a:lnTo>
                  <a:lnTo>
                    <a:pt x="162" y="167"/>
                  </a:lnTo>
                  <a:lnTo>
                    <a:pt x="164" y="167"/>
                  </a:lnTo>
                  <a:lnTo>
                    <a:pt x="164" y="167"/>
                  </a:lnTo>
                  <a:lnTo>
                    <a:pt x="164" y="165"/>
                  </a:lnTo>
                  <a:lnTo>
                    <a:pt x="164" y="165"/>
                  </a:lnTo>
                  <a:lnTo>
                    <a:pt x="164" y="165"/>
                  </a:lnTo>
                  <a:lnTo>
                    <a:pt x="164" y="163"/>
                  </a:lnTo>
                  <a:lnTo>
                    <a:pt x="156" y="159"/>
                  </a:lnTo>
                  <a:lnTo>
                    <a:pt x="154" y="157"/>
                  </a:lnTo>
                  <a:lnTo>
                    <a:pt x="153" y="151"/>
                  </a:lnTo>
                  <a:lnTo>
                    <a:pt x="154" y="145"/>
                  </a:lnTo>
                  <a:lnTo>
                    <a:pt x="156" y="138"/>
                  </a:lnTo>
                  <a:lnTo>
                    <a:pt x="158" y="136"/>
                  </a:lnTo>
                  <a:lnTo>
                    <a:pt x="160" y="134"/>
                  </a:lnTo>
                  <a:lnTo>
                    <a:pt x="162" y="132"/>
                  </a:lnTo>
                  <a:lnTo>
                    <a:pt x="168" y="134"/>
                  </a:lnTo>
                  <a:lnTo>
                    <a:pt x="168" y="134"/>
                  </a:lnTo>
                  <a:lnTo>
                    <a:pt x="170" y="132"/>
                  </a:lnTo>
                  <a:lnTo>
                    <a:pt x="170" y="132"/>
                  </a:lnTo>
                  <a:lnTo>
                    <a:pt x="168" y="132"/>
                  </a:lnTo>
                  <a:lnTo>
                    <a:pt x="168" y="130"/>
                  </a:lnTo>
                  <a:lnTo>
                    <a:pt x="170" y="130"/>
                  </a:lnTo>
                  <a:lnTo>
                    <a:pt x="170" y="130"/>
                  </a:lnTo>
                  <a:lnTo>
                    <a:pt x="170" y="128"/>
                  </a:lnTo>
                  <a:lnTo>
                    <a:pt x="172" y="128"/>
                  </a:lnTo>
                  <a:lnTo>
                    <a:pt x="172" y="126"/>
                  </a:lnTo>
                  <a:lnTo>
                    <a:pt x="170" y="122"/>
                  </a:lnTo>
                  <a:lnTo>
                    <a:pt x="166" y="120"/>
                  </a:lnTo>
                  <a:lnTo>
                    <a:pt x="164" y="118"/>
                  </a:lnTo>
                  <a:lnTo>
                    <a:pt x="168" y="116"/>
                  </a:lnTo>
                  <a:lnTo>
                    <a:pt x="174" y="112"/>
                  </a:lnTo>
                  <a:lnTo>
                    <a:pt x="176" y="110"/>
                  </a:lnTo>
                  <a:lnTo>
                    <a:pt x="178" y="102"/>
                  </a:lnTo>
                  <a:lnTo>
                    <a:pt x="180" y="100"/>
                  </a:lnTo>
                  <a:lnTo>
                    <a:pt x="180" y="100"/>
                  </a:lnTo>
                  <a:lnTo>
                    <a:pt x="180" y="98"/>
                  </a:lnTo>
                  <a:lnTo>
                    <a:pt x="182" y="98"/>
                  </a:lnTo>
                  <a:lnTo>
                    <a:pt x="186" y="96"/>
                  </a:lnTo>
                  <a:lnTo>
                    <a:pt x="188" y="96"/>
                  </a:lnTo>
                  <a:lnTo>
                    <a:pt x="188" y="92"/>
                  </a:lnTo>
                  <a:lnTo>
                    <a:pt x="186" y="90"/>
                  </a:lnTo>
                  <a:lnTo>
                    <a:pt x="186" y="88"/>
                  </a:lnTo>
                  <a:lnTo>
                    <a:pt x="188" y="86"/>
                  </a:lnTo>
                  <a:lnTo>
                    <a:pt x="198" y="88"/>
                  </a:lnTo>
                  <a:lnTo>
                    <a:pt x="200" y="90"/>
                  </a:lnTo>
                  <a:lnTo>
                    <a:pt x="200" y="92"/>
                  </a:lnTo>
                  <a:lnTo>
                    <a:pt x="202" y="92"/>
                  </a:lnTo>
                  <a:lnTo>
                    <a:pt x="202" y="90"/>
                  </a:lnTo>
                  <a:lnTo>
                    <a:pt x="204" y="88"/>
                  </a:lnTo>
                  <a:lnTo>
                    <a:pt x="205" y="81"/>
                  </a:lnTo>
                  <a:lnTo>
                    <a:pt x="205" y="79"/>
                  </a:lnTo>
                  <a:lnTo>
                    <a:pt x="205" y="75"/>
                  </a:lnTo>
                  <a:lnTo>
                    <a:pt x="207" y="69"/>
                  </a:lnTo>
                  <a:lnTo>
                    <a:pt x="207" y="67"/>
                  </a:lnTo>
                  <a:lnTo>
                    <a:pt x="207" y="63"/>
                  </a:lnTo>
                  <a:lnTo>
                    <a:pt x="209" y="63"/>
                  </a:lnTo>
                  <a:lnTo>
                    <a:pt x="211" y="55"/>
                  </a:lnTo>
                  <a:lnTo>
                    <a:pt x="211" y="51"/>
                  </a:lnTo>
                  <a:lnTo>
                    <a:pt x="211" y="49"/>
                  </a:lnTo>
                  <a:lnTo>
                    <a:pt x="211" y="43"/>
                  </a:lnTo>
                  <a:lnTo>
                    <a:pt x="211" y="31"/>
                  </a:lnTo>
                  <a:lnTo>
                    <a:pt x="211" y="26"/>
                  </a:lnTo>
                  <a:lnTo>
                    <a:pt x="211" y="24"/>
                  </a:lnTo>
                  <a:lnTo>
                    <a:pt x="213" y="20"/>
                  </a:lnTo>
                  <a:lnTo>
                    <a:pt x="213" y="18"/>
                  </a:lnTo>
                  <a:lnTo>
                    <a:pt x="215" y="16"/>
                  </a:lnTo>
                  <a:lnTo>
                    <a:pt x="215" y="14"/>
                  </a:lnTo>
                  <a:lnTo>
                    <a:pt x="215" y="4"/>
                  </a:lnTo>
                  <a:lnTo>
                    <a:pt x="215" y="4"/>
                  </a:lnTo>
                  <a:lnTo>
                    <a:pt x="215" y="4"/>
                  </a:lnTo>
                  <a:lnTo>
                    <a:pt x="215" y="2"/>
                  </a:lnTo>
                  <a:lnTo>
                    <a:pt x="215" y="2"/>
                  </a:lnTo>
                  <a:lnTo>
                    <a:pt x="215" y="0"/>
                  </a:lnTo>
                  <a:lnTo>
                    <a:pt x="21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6"/>
            <p:cNvSpPr>
              <a:spLocks noEditPoints="1"/>
            </p:cNvSpPr>
            <p:nvPr/>
          </p:nvSpPr>
          <p:spPr bwMode="auto">
            <a:xfrm>
              <a:off x="925513" y="3090863"/>
              <a:ext cx="30163" cy="52388"/>
            </a:xfrm>
            <a:custGeom>
              <a:avLst/>
              <a:gdLst>
                <a:gd name="T0" fmla="*/ 6 w 38"/>
                <a:gd name="T1" fmla="*/ 17 h 64"/>
                <a:gd name="T2" fmla="*/ 10 w 38"/>
                <a:gd name="T3" fmla="*/ 23 h 64"/>
                <a:gd name="T4" fmla="*/ 10 w 38"/>
                <a:gd name="T5" fmla="*/ 23 h 64"/>
                <a:gd name="T6" fmla="*/ 10 w 38"/>
                <a:gd name="T7" fmla="*/ 23 h 64"/>
                <a:gd name="T8" fmla="*/ 8 w 38"/>
                <a:gd name="T9" fmla="*/ 25 h 64"/>
                <a:gd name="T10" fmla="*/ 8 w 38"/>
                <a:gd name="T11" fmla="*/ 21 h 64"/>
                <a:gd name="T12" fmla="*/ 6 w 38"/>
                <a:gd name="T13" fmla="*/ 19 h 64"/>
                <a:gd name="T14" fmla="*/ 12 w 38"/>
                <a:gd name="T15" fmla="*/ 0 h 64"/>
                <a:gd name="T16" fmla="*/ 30 w 38"/>
                <a:gd name="T17" fmla="*/ 19 h 64"/>
                <a:gd name="T18" fmla="*/ 36 w 38"/>
                <a:gd name="T19" fmla="*/ 21 h 64"/>
                <a:gd name="T20" fmla="*/ 36 w 38"/>
                <a:gd name="T21" fmla="*/ 25 h 64"/>
                <a:gd name="T22" fmla="*/ 34 w 38"/>
                <a:gd name="T23" fmla="*/ 31 h 64"/>
                <a:gd name="T24" fmla="*/ 36 w 38"/>
                <a:gd name="T25" fmla="*/ 39 h 64"/>
                <a:gd name="T26" fmla="*/ 32 w 38"/>
                <a:gd name="T27" fmla="*/ 47 h 64"/>
                <a:gd name="T28" fmla="*/ 38 w 38"/>
                <a:gd name="T29" fmla="*/ 57 h 64"/>
                <a:gd name="T30" fmla="*/ 32 w 38"/>
                <a:gd name="T31" fmla="*/ 62 h 64"/>
                <a:gd name="T32" fmla="*/ 28 w 38"/>
                <a:gd name="T33" fmla="*/ 61 h 64"/>
                <a:gd name="T34" fmla="*/ 22 w 38"/>
                <a:gd name="T35" fmla="*/ 64 h 64"/>
                <a:gd name="T36" fmla="*/ 14 w 38"/>
                <a:gd name="T37" fmla="*/ 61 h 64"/>
                <a:gd name="T38" fmla="*/ 12 w 38"/>
                <a:gd name="T39" fmla="*/ 59 h 64"/>
                <a:gd name="T40" fmla="*/ 8 w 38"/>
                <a:gd name="T41" fmla="*/ 47 h 64"/>
                <a:gd name="T42" fmla="*/ 8 w 38"/>
                <a:gd name="T43" fmla="*/ 43 h 64"/>
                <a:gd name="T44" fmla="*/ 6 w 38"/>
                <a:gd name="T45" fmla="*/ 37 h 64"/>
                <a:gd name="T46" fmla="*/ 4 w 38"/>
                <a:gd name="T47" fmla="*/ 35 h 64"/>
                <a:gd name="T48" fmla="*/ 0 w 38"/>
                <a:gd name="T49" fmla="*/ 31 h 64"/>
                <a:gd name="T50" fmla="*/ 8 w 38"/>
                <a:gd name="T51" fmla="*/ 27 h 64"/>
                <a:gd name="T52" fmla="*/ 18 w 38"/>
                <a:gd name="T53" fmla="*/ 39 h 64"/>
                <a:gd name="T54" fmla="*/ 20 w 38"/>
                <a:gd name="T55" fmla="*/ 39 h 64"/>
                <a:gd name="T56" fmla="*/ 24 w 38"/>
                <a:gd name="T57" fmla="*/ 35 h 64"/>
                <a:gd name="T58" fmla="*/ 24 w 38"/>
                <a:gd name="T59" fmla="*/ 33 h 64"/>
                <a:gd name="T60" fmla="*/ 26 w 38"/>
                <a:gd name="T61" fmla="*/ 33 h 64"/>
                <a:gd name="T62" fmla="*/ 26 w 38"/>
                <a:gd name="T63" fmla="*/ 31 h 64"/>
                <a:gd name="T64" fmla="*/ 18 w 38"/>
                <a:gd name="T65" fmla="*/ 23 h 64"/>
                <a:gd name="T66" fmla="*/ 18 w 38"/>
                <a:gd name="T67" fmla="*/ 19 h 64"/>
                <a:gd name="T68" fmla="*/ 18 w 38"/>
                <a:gd name="T69" fmla="*/ 17 h 64"/>
                <a:gd name="T70" fmla="*/ 18 w 38"/>
                <a:gd name="T71" fmla="*/ 15 h 64"/>
                <a:gd name="T72" fmla="*/ 20 w 38"/>
                <a:gd name="T73" fmla="*/ 15 h 64"/>
                <a:gd name="T74" fmla="*/ 18 w 38"/>
                <a:gd name="T75" fmla="*/ 11 h 64"/>
                <a:gd name="T76" fmla="*/ 8 w 38"/>
                <a:gd name="T77" fmla="*/ 4 h 64"/>
                <a:gd name="T78" fmla="*/ 2 w 38"/>
                <a:gd name="T79" fmla="*/ 4 h 64"/>
                <a:gd name="T80" fmla="*/ 4 w 38"/>
                <a:gd name="T81" fmla="*/ 0 h 64"/>
                <a:gd name="T82" fmla="*/ 12 w 38"/>
                <a:gd name="T8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" h="64">
                  <a:moveTo>
                    <a:pt x="6" y="17"/>
                  </a:moveTo>
                  <a:lnTo>
                    <a:pt x="6" y="17"/>
                  </a:lnTo>
                  <a:lnTo>
                    <a:pt x="8" y="19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0" y="25"/>
                  </a:lnTo>
                  <a:lnTo>
                    <a:pt x="8" y="25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6" y="19"/>
                  </a:lnTo>
                  <a:lnTo>
                    <a:pt x="6" y="17"/>
                  </a:lnTo>
                  <a:close/>
                  <a:moveTo>
                    <a:pt x="12" y="0"/>
                  </a:moveTo>
                  <a:lnTo>
                    <a:pt x="14" y="0"/>
                  </a:lnTo>
                  <a:lnTo>
                    <a:pt x="30" y="19"/>
                  </a:lnTo>
                  <a:lnTo>
                    <a:pt x="32" y="21"/>
                  </a:lnTo>
                  <a:lnTo>
                    <a:pt x="36" y="21"/>
                  </a:lnTo>
                  <a:lnTo>
                    <a:pt x="38" y="25"/>
                  </a:lnTo>
                  <a:lnTo>
                    <a:pt x="36" y="25"/>
                  </a:lnTo>
                  <a:lnTo>
                    <a:pt x="34" y="29"/>
                  </a:lnTo>
                  <a:lnTo>
                    <a:pt x="34" y="31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4" y="41"/>
                  </a:lnTo>
                  <a:lnTo>
                    <a:pt x="32" y="47"/>
                  </a:lnTo>
                  <a:lnTo>
                    <a:pt x="34" y="51"/>
                  </a:lnTo>
                  <a:lnTo>
                    <a:pt x="38" y="57"/>
                  </a:lnTo>
                  <a:lnTo>
                    <a:pt x="36" y="61"/>
                  </a:lnTo>
                  <a:lnTo>
                    <a:pt x="32" y="62"/>
                  </a:lnTo>
                  <a:lnTo>
                    <a:pt x="30" y="61"/>
                  </a:lnTo>
                  <a:lnTo>
                    <a:pt x="28" y="61"/>
                  </a:lnTo>
                  <a:lnTo>
                    <a:pt x="24" y="62"/>
                  </a:lnTo>
                  <a:lnTo>
                    <a:pt x="22" y="64"/>
                  </a:lnTo>
                  <a:lnTo>
                    <a:pt x="18" y="62"/>
                  </a:lnTo>
                  <a:lnTo>
                    <a:pt x="14" y="61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0" y="55"/>
                  </a:lnTo>
                  <a:lnTo>
                    <a:pt x="8" y="47"/>
                  </a:lnTo>
                  <a:lnTo>
                    <a:pt x="8" y="45"/>
                  </a:lnTo>
                  <a:lnTo>
                    <a:pt x="8" y="43"/>
                  </a:lnTo>
                  <a:lnTo>
                    <a:pt x="6" y="41"/>
                  </a:lnTo>
                  <a:lnTo>
                    <a:pt x="6" y="37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2" y="33"/>
                  </a:lnTo>
                  <a:lnTo>
                    <a:pt x="0" y="31"/>
                  </a:lnTo>
                  <a:lnTo>
                    <a:pt x="4" y="25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8" y="39"/>
                  </a:lnTo>
                  <a:lnTo>
                    <a:pt x="20" y="39"/>
                  </a:lnTo>
                  <a:lnTo>
                    <a:pt x="20" y="39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18" y="25"/>
                  </a:lnTo>
                  <a:lnTo>
                    <a:pt x="18" y="23"/>
                  </a:lnTo>
                  <a:lnTo>
                    <a:pt x="18" y="21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18" y="11"/>
                  </a:lnTo>
                  <a:lnTo>
                    <a:pt x="14" y="6"/>
                  </a:lnTo>
                  <a:lnTo>
                    <a:pt x="8" y="4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7"/>
            <p:cNvSpPr>
              <a:spLocks noEditPoints="1"/>
            </p:cNvSpPr>
            <p:nvPr/>
          </p:nvSpPr>
          <p:spPr bwMode="auto">
            <a:xfrm>
              <a:off x="841375" y="3024188"/>
              <a:ext cx="298450" cy="211138"/>
            </a:xfrm>
            <a:custGeom>
              <a:avLst/>
              <a:gdLst>
                <a:gd name="T0" fmla="*/ 85 w 377"/>
                <a:gd name="T1" fmla="*/ 59 h 265"/>
                <a:gd name="T2" fmla="*/ 83 w 377"/>
                <a:gd name="T3" fmla="*/ 59 h 265"/>
                <a:gd name="T4" fmla="*/ 79 w 377"/>
                <a:gd name="T5" fmla="*/ 57 h 265"/>
                <a:gd name="T6" fmla="*/ 12 w 377"/>
                <a:gd name="T7" fmla="*/ 53 h 265"/>
                <a:gd name="T8" fmla="*/ 151 w 377"/>
                <a:gd name="T9" fmla="*/ 14 h 265"/>
                <a:gd name="T10" fmla="*/ 273 w 377"/>
                <a:gd name="T11" fmla="*/ 108 h 265"/>
                <a:gd name="T12" fmla="*/ 285 w 377"/>
                <a:gd name="T13" fmla="*/ 102 h 265"/>
                <a:gd name="T14" fmla="*/ 299 w 377"/>
                <a:gd name="T15" fmla="*/ 106 h 265"/>
                <a:gd name="T16" fmla="*/ 300 w 377"/>
                <a:gd name="T17" fmla="*/ 93 h 265"/>
                <a:gd name="T18" fmla="*/ 295 w 377"/>
                <a:gd name="T19" fmla="*/ 85 h 265"/>
                <a:gd name="T20" fmla="*/ 332 w 377"/>
                <a:gd name="T21" fmla="*/ 102 h 265"/>
                <a:gd name="T22" fmla="*/ 348 w 377"/>
                <a:gd name="T23" fmla="*/ 94 h 265"/>
                <a:gd name="T24" fmla="*/ 365 w 377"/>
                <a:gd name="T25" fmla="*/ 114 h 265"/>
                <a:gd name="T26" fmla="*/ 367 w 377"/>
                <a:gd name="T27" fmla="*/ 132 h 265"/>
                <a:gd name="T28" fmla="*/ 344 w 377"/>
                <a:gd name="T29" fmla="*/ 144 h 265"/>
                <a:gd name="T30" fmla="*/ 334 w 377"/>
                <a:gd name="T31" fmla="*/ 177 h 265"/>
                <a:gd name="T32" fmla="*/ 322 w 377"/>
                <a:gd name="T33" fmla="*/ 199 h 265"/>
                <a:gd name="T34" fmla="*/ 324 w 377"/>
                <a:gd name="T35" fmla="*/ 208 h 265"/>
                <a:gd name="T36" fmla="*/ 318 w 377"/>
                <a:gd name="T37" fmla="*/ 228 h 265"/>
                <a:gd name="T38" fmla="*/ 324 w 377"/>
                <a:gd name="T39" fmla="*/ 238 h 265"/>
                <a:gd name="T40" fmla="*/ 314 w 377"/>
                <a:gd name="T41" fmla="*/ 244 h 265"/>
                <a:gd name="T42" fmla="*/ 306 w 377"/>
                <a:gd name="T43" fmla="*/ 244 h 265"/>
                <a:gd name="T44" fmla="*/ 306 w 377"/>
                <a:gd name="T45" fmla="*/ 255 h 265"/>
                <a:gd name="T46" fmla="*/ 295 w 377"/>
                <a:gd name="T47" fmla="*/ 259 h 265"/>
                <a:gd name="T48" fmla="*/ 275 w 377"/>
                <a:gd name="T49" fmla="*/ 263 h 265"/>
                <a:gd name="T50" fmla="*/ 261 w 377"/>
                <a:gd name="T51" fmla="*/ 254 h 265"/>
                <a:gd name="T52" fmla="*/ 249 w 377"/>
                <a:gd name="T53" fmla="*/ 250 h 265"/>
                <a:gd name="T54" fmla="*/ 242 w 377"/>
                <a:gd name="T55" fmla="*/ 240 h 265"/>
                <a:gd name="T56" fmla="*/ 230 w 377"/>
                <a:gd name="T57" fmla="*/ 218 h 265"/>
                <a:gd name="T58" fmla="*/ 218 w 377"/>
                <a:gd name="T59" fmla="*/ 208 h 265"/>
                <a:gd name="T60" fmla="*/ 200 w 377"/>
                <a:gd name="T61" fmla="*/ 216 h 265"/>
                <a:gd name="T62" fmla="*/ 189 w 377"/>
                <a:gd name="T63" fmla="*/ 216 h 265"/>
                <a:gd name="T64" fmla="*/ 185 w 377"/>
                <a:gd name="T65" fmla="*/ 208 h 265"/>
                <a:gd name="T66" fmla="*/ 183 w 377"/>
                <a:gd name="T67" fmla="*/ 197 h 265"/>
                <a:gd name="T68" fmla="*/ 167 w 377"/>
                <a:gd name="T69" fmla="*/ 197 h 265"/>
                <a:gd name="T70" fmla="*/ 155 w 377"/>
                <a:gd name="T71" fmla="*/ 193 h 265"/>
                <a:gd name="T72" fmla="*/ 151 w 377"/>
                <a:gd name="T73" fmla="*/ 199 h 265"/>
                <a:gd name="T74" fmla="*/ 138 w 377"/>
                <a:gd name="T75" fmla="*/ 210 h 265"/>
                <a:gd name="T76" fmla="*/ 130 w 377"/>
                <a:gd name="T77" fmla="*/ 199 h 265"/>
                <a:gd name="T78" fmla="*/ 106 w 377"/>
                <a:gd name="T79" fmla="*/ 214 h 265"/>
                <a:gd name="T80" fmla="*/ 89 w 377"/>
                <a:gd name="T81" fmla="*/ 210 h 265"/>
                <a:gd name="T82" fmla="*/ 79 w 377"/>
                <a:gd name="T83" fmla="*/ 212 h 265"/>
                <a:gd name="T84" fmla="*/ 75 w 377"/>
                <a:gd name="T85" fmla="*/ 222 h 265"/>
                <a:gd name="T86" fmla="*/ 57 w 377"/>
                <a:gd name="T87" fmla="*/ 220 h 265"/>
                <a:gd name="T88" fmla="*/ 53 w 377"/>
                <a:gd name="T89" fmla="*/ 212 h 265"/>
                <a:gd name="T90" fmla="*/ 47 w 377"/>
                <a:gd name="T91" fmla="*/ 199 h 265"/>
                <a:gd name="T92" fmla="*/ 42 w 377"/>
                <a:gd name="T93" fmla="*/ 181 h 265"/>
                <a:gd name="T94" fmla="*/ 16 w 377"/>
                <a:gd name="T95" fmla="*/ 149 h 265"/>
                <a:gd name="T96" fmla="*/ 16 w 377"/>
                <a:gd name="T97" fmla="*/ 128 h 265"/>
                <a:gd name="T98" fmla="*/ 30 w 377"/>
                <a:gd name="T99" fmla="*/ 114 h 265"/>
                <a:gd name="T100" fmla="*/ 51 w 377"/>
                <a:gd name="T101" fmla="*/ 106 h 265"/>
                <a:gd name="T102" fmla="*/ 69 w 377"/>
                <a:gd name="T103" fmla="*/ 104 h 265"/>
                <a:gd name="T104" fmla="*/ 87 w 377"/>
                <a:gd name="T105" fmla="*/ 98 h 265"/>
                <a:gd name="T106" fmla="*/ 124 w 377"/>
                <a:gd name="T107" fmla="*/ 147 h 265"/>
                <a:gd name="T108" fmla="*/ 120 w 377"/>
                <a:gd name="T109" fmla="*/ 85 h 265"/>
                <a:gd name="T110" fmla="*/ 93 w 377"/>
                <a:gd name="T111" fmla="*/ 63 h 265"/>
                <a:gd name="T112" fmla="*/ 89 w 377"/>
                <a:gd name="T113" fmla="*/ 45 h 265"/>
                <a:gd name="T114" fmla="*/ 100 w 377"/>
                <a:gd name="T115" fmla="*/ 38 h 265"/>
                <a:gd name="T116" fmla="*/ 85 w 377"/>
                <a:gd name="T117" fmla="*/ 34 h 265"/>
                <a:gd name="T118" fmla="*/ 75 w 377"/>
                <a:gd name="T119" fmla="*/ 38 h 265"/>
                <a:gd name="T120" fmla="*/ 85 w 377"/>
                <a:gd name="T121" fmla="*/ 20 h 265"/>
                <a:gd name="T122" fmla="*/ 146 w 377"/>
                <a:gd name="T12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77" h="265">
                  <a:moveTo>
                    <a:pt x="44" y="69"/>
                  </a:moveTo>
                  <a:lnTo>
                    <a:pt x="46" y="69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46" y="73"/>
                  </a:lnTo>
                  <a:lnTo>
                    <a:pt x="46" y="73"/>
                  </a:lnTo>
                  <a:lnTo>
                    <a:pt x="42" y="71"/>
                  </a:lnTo>
                  <a:lnTo>
                    <a:pt x="42" y="71"/>
                  </a:lnTo>
                  <a:lnTo>
                    <a:pt x="42" y="71"/>
                  </a:lnTo>
                  <a:lnTo>
                    <a:pt x="44" y="69"/>
                  </a:lnTo>
                  <a:lnTo>
                    <a:pt x="44" y="69"/>
                  </a:lnTo>
                  <a:lnTo>
                    <a:pt x="44" y="69"/>
                  </a:lnTo>
                  <a:close/>
                  <a:moveTo>
                    <a:pt x="83" y="59"/>
                  </a:moveTo>
                  <a:lnTo>
                    <a:pt x="83" y="59"/>
                  </a:lnTo>
                  <a:lnTo>
                    <a:pt x="83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61"/>
                  </a:lnTo>
                  <a:lnTo>
                    <a:pt x="85" y="61"/>
                  </a:lnTo>
                  <a:lnTo>
                    <a:pt x="87" y="65"/>
                  </a:lnTo>
                  <a:lnTo>
                    <a:pt x="87" y="65"/>
                  </a:lnTo>
                  <a:lnTo>
                    <a:pt x="87" y="65"/>
                  </a:lnTo>
                  <a:lnTo>
                    <a:pt x="87" y="67"/>
                  </a:lnTo>
                  <a:lnTo>
                    <a:pt x="87" y="67"/>
                  </a:lnTo>
                  <a:lnTo>
                    <a:pt x="87" y="67"/>
                  </a:lnTo>
                  <a:lnTo>
                    <a:pt x="85" y="67"/>
                  </a:lnTo>
                  <a:lnTo>
                    <a:pt x="85" y="67"/>
                  </a:lnTo>
                  <a:lnTo>
                    <a:pt x="85" y="67"/>
                  </a:lnTo>
                  <a:lnTo>
                    <a:pt x="85" y="67"/>
                  </a:lnTo>
                  <a:lnTo>
                    <a:pt x="85" y="67"/>
                  </a:lnTo>
                  <a:lnTo>
                    <a:pt x="83" y="67"/>
                  </a:lnTo>
                  <a:lnTo>
                    <a:pt x="83" y="65"/>
                  </a:lnTo>
                  <a:lnTo>
                    <a:pt x="81" y="63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close/>
                  <a:moveTo>
                    <a:pt x="79" y="55"/>
                  </a:moveTo>
                  <a:lnTo>
                    <a:pt x="81" y="55"/>
                  </a:lnTo>
                  <a:lnTo>
                    <a:pt x="81" y="55"/>
                  </a:lnTo>
                  <a:lnTo>
                    <a:pt x="81" y="57"/>
                  </a:lnTo>
                  <a:lnTo>
                    <a:pt x="81" y="57"/>
                  </a:lnTo>
                  <a:lnTo>
                    <a:pt x="81" y="57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5"/>
                  </a:lnTo>
                  <a:lnTo>
                    <a:pt x="79" y="55"/>
                  </a:lnTo>
                  <a:close/>
                  <a:moveTo>
                    <a:pt x="14" y="47"/>
                  </a:moveTo>
                  <a:lnTo>
                    <a:pt x="14" y="47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49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4" y="47"/>
                  </a:lnTo>
                  <a:lnTo>
                    <a:pt x="14" y="47"/>
                  </a:lnTo>
                  <a:close/>
                  <a:moveTo>
                    <a:pt x="146" y="0"/>
                  </a:moveTo>
                  <a:lnTo>
                    <a:pt x="146" y="0"/>
                  </a:lnTo>
                  <a:lnTo>
                    <a:pt x="149" y="2"/>
                  </a:lnTo>
                  <a:lnTo>
                    <a:pt x="149" y="4"/>
                  </a:lnTo>
                  <a:lnTo>
                    <a:pt x="149" y="4"/>
                  </a:lnTo>
                  <a:lnTo>
                    <a:pt x="149" y="4"/>
                  </a:lnTo>
                  <a:lnTo>
                    <a:pt x="149" y="6"/>
                  </a:lnTo>
                  <a:lnTo>
                    <a:pt x="149" y="6"/>
                  </a:lnTo>
                  <a:lnTo>
                    <a:pt x="151" y="8"/>
                  </a:lnTo>
                  <a:lnTo>
                    <a:pt x="151" y="10"/>
                  </a:lnTo>
                  <a:lnTo>
                    <a:pt x="151" y="10"/>
                  </a:lnTo>
                  <a:lnTo>
                    <a:pt x="151" y="1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6"/>
                  </a:lnTo>
                  <a:lnTo>
                    <a:pt x="163" y="20"/>
                  </a:lnTo>
                  <a:lnTo>
                    <a:pt x="248" y="112"/>
                  </a:lnTo>
                  <a:lnTo>
                    <a:pt x="249" y="112"/>
                  </a:lnTo>
                  <a:lnTo>
                    <a:pt x="251" y="112"/>
                  </a:lnTo>
                  <a:lnTo>
                    <a:pt x="253" y="112"/>
                  </a:lnTo>
                  <a:lnTo>
                    <a:pt x="257" y="110"/>
                  </a:lnTo>
                  <a:lnTo>
                    <a:pt x="257" y="110"/>
                  </a:lnTo>
                  <a:lnTo>
                    <a:pt x="257" y="110"/>
                  </a:lnTo>
                  <a:lnTo>
                    <a:pt x="259" y="110"/>
                  </a:lnTo>
                  <a:lnTo>
                    <a:pt x="259" y="108"/>
                  </a:lnTo>
                  <a:lnTo>
                    <a:pt x="265" y="110"/>
                  </a:lnTo>
                  <a:lnTo>
                    <a:pt x="267" y="110"/>
                  </a:lnTo>
                  <a:lnTo>
                    <a:pt x="267" y="110"/>
                  </a:lnTo>
                  <a:lnTo>
                    <a:pt x="269" y="110"/>
                  </a:lnTo>
                  <a:lnTo>
                    <a:pt x="269" y="110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73" y="108"/>
                  </a:lnTo>
                  <a:lnTo>
                    <a:pt x="273" y="108"/>
                  </a:lnTo>
                  <a:lnTo>
                    <a:pt x="273" y="108"/>
                  </a:lnTo>
                  <a:lnTo>
                    <a:pt x="273" y="106"/>
                  </a:lnTo>
                  <a:lnTo>
                    <a:pt x="271" y="106"/>
                  </a:lnTo>
                  <a:lnTo>
                    <a:pt x="271" y="106"/>
                  </a:lnTo>
                  <a:lnTo>
                    <a:pt x="271" y="106"/>
                  </a:lnTo>
                  <a:lnTo>
                    <a:pt x="271" y="104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5" y="104"/>
                  </a:lnTo>
                  <a:lnTo>
                    <a:pt x="275" y="102"/>
                  </a:lnTo>
                  <a:lnTo>
                    <a:pt x="277" y="102"/>
                  </a:lnTo>
                  <a:lnTo>
                    <a:pt x="277" y="102"/>
                  </a:lnTo>
                  <a:lnTo>
                    <a:pt x="277" y="102"/>
                  </a:lnTo>
                  <a:lnTo>
                    <a:pt x="277" y="102"/>
                  </a:lnTo>
                  <a:lnTo>
                    <a:pt x="277" y="102"/>
                  </a:lnTo>
                  <a:lnTo>
                    <a:pt x="285" y="102"/>
                  </a:lnTo>
                  <a:lnTo>
                    <a:pt x="285" y="102"/>
                  </a:lnTo>
                  <a:lnTo>
                    <a:pt x="285" y="102"/>
                  </a:lnTo>
                  <a:lnTo>
                    <a:pt x="285" y="102"/>
                  </a:lnTo>
                  <a:lnTo>
                    <a:pt x="285" y="100"/>
                  </a:lnTo>
                  <a:lnTo>
                    <a:pt x="287" y="98"/>
                  </a:lnTo>
                  <a:lnTo>
                    <a:pt x="287" y="98"/>
                  </a:lnTo>
                  <a:lnTo>
                    <a:pt x="287" y="98"/>
                  </a:lnTo>
                  <a:lnTo>
                    <a:pt x="287" y="98"/>
                  </a:lnTo>
                  <a:lnTo>
                    <a:pt x="287" y="98"/>
                  </a:lnTo>
                  <a:lnTo>
                    <a:pt x="287" y="96"/>
                  </a:lnTo>
                  <a:lnTo>
                    <a:pt x="287" y="96"/>
                  </a:lnTo>
                  <a:lnTo>
                    <a:pt x="287" y="96"/>
                  </a:lnTo>
                  <a:lnTo>
                    <a:pt x="289" y="96"/>
                  </a:lnTo>
                  <a:lnTo>
                    <a:pt x="289" y="96"/>
                  </a:lnTo>
                  <a:lnTo>
                    <a:pt x="289" y="96"/>
                  </a:lnTo>
                  <a:lnTo>
                    <a:pt x="291" y="98"/>
                  </a:lnTo>
                  <a:lnTo>
                    <a:pt x="291" y="98"/>
                  </a:lnTo>
                  <a:lnTo>
                    <a:pt x="291" y="100"/>
                  </a:lnTo>
                  <a:lnTo>
                    <a:pt x="291" y="100"/>
                  </a:lnTo>
                  <a:lnTo>
                    <a:pt x="291" y="100"/>
                  </a:lnTo>
                  <a:lnTo>
                    <a:pt x="293" y="102"/>
                  </a:lnTo>
                  <a:lnTo>
                    <a:pt x="299" y="106"/>
                  </a:lnTo>
                  <a:lnTo>
                    <a:pt x="299" y="106"/>
                  </a:lnTo>
                  <a:lnTo>
                    <a:pt x="300" y="104"/>
                  </a:lnTo>
                  <a:lnTo>
                    <a:pt x="302" y="104"/>
                  </a:lnTo>
                  <a:lnTo>
                    <a:pt x="302" y="104"/>
                  </a:lnTo>
                  <a:lnTo>
                    <a:pt x="302" y="104"/>
                  </a:lnTo>
                  <a:lnTo>
                    <a:pt x="304" y="102"/>
                  </a:lnTo>
                  <a:lnTo>
                    <a:pt x="304" y="102"/>
                  </a:lnTo>
                  <a:lnTo>
                    <a:pt x="306" y="100"/>
                  </a:lnTo>
                  <a:lnTo>
                    <a:pt x="306" y="100"/>
                  </a:lnTo>
                  <a:lnTo>
                    <a:pt x="306" y="98"/>
                  </a:lnTo>
                  <a:lnTo>
                    <a:pt x="306" y="98"/>
                  </a:lnTo>
                  <a:lnTo>
                    <a:pt x="308" y="98"/>
                  </a:lnTo>
                  <a:lnTo>
                    <a:pt x="308" y="98"/>
                  </a:lnTo>
                  <a:lnTo>
                    <a:pt x="308" y="96"/>
                  </a:lnTo>
                  <a:lnTo>
                    <a:pt x="306" y="96"/>
                  </a:lnTo>
                  <a:lnTo>
                    <a:pt x="306" y="94"/>
                  </a:lnTo>
                  <a:lnTo>
                    <a:pt x="304" y="93"/>
                  </a:lnTo>
                  <a:lnTo>
                    <a:pt x="302" y="93"/>
                  </a:lnTo>
                  <a:lnTo>
                    <a:pt x="302" y="93"/>
                  </a:lnTo>
                  <a:lnTo>
                    <a:pt x="300" y="93"/>
                  </a:lnTo>
                  <a:lnTo>
                    <a:pt x="300" y="93"/>
                  </a:lnTo>
                  <a:lnTo>
                    <a:pt x="300" y="93"/>
                  </a:lnTo>
                  <a:lnTo>
                    <a:pt x="299" y="94"/>
                  </a:lnTo>
                  <a:lnTo>
                    <a:pt x="299" y="94"/>
                  </a:lnTo>
                  <a:lnTo>
                    <a:pt x="299" y="94"/>
                  </a:lnTo>
                  <a:lnTo>
                    <a:pt x="299" y="94"/>
                  </a:lnTo>
                  <a:lnTo>
                    <a:pt x="297" y="94"/>
                  </a:lnTo>
                  <a:lnTo>
                    <a:pt x="297" y="94"/>
                  </a:lnTo>
                  <a:lnTo>
                    <a:pt x="297" y="93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3" y="87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5" y="85"/>
                  </a:lnTo>
                  <a:lnTo>
                    <a:pt x="295" y="85"/>
                  </a:lnTo>
                  <a:lnTo>
                    <a:pt x="295" y="85"/>
                  </a:lnTo>
                  <a:lnTo>
                    <a:pt x="300" y="83"/>
                  </a:lnTo>
                  <a:lnTo>
                    <a:pt x="316" y="89"/>
                  </a:lnTo>
                  <a:lnTo>
                    <a:pt x="326" y="93"/>
                  </a:lnTo>
                  <a:lnTo>
                    <a:pt x="326" y="93"/>
                  </a:lnTo>
                  <a:lnTo>
                    <a:pt x="328" y="93"/>
                  </a:lnTo>
                  <a:lnTo>
                    <a:pt x="328" y="94"/>
                  </a:lnTo>
                  <a:lnTo>
                    <a:pt x="328" y="94"/>
                  </a:lnTo>
                  <a:lnTo>
                    <a:pt x="330" y="96"/>
                  </a:lnTo>
                  <a:lnTo>
                    <a:pt x="330" y="96"/>
                  </a:lnTo>
                  <a:lnTo>
                    <a:pt x="330" y="98"/>
                  </a:lnTo>
                  <a:lnTo>
                    <a:pt x="328" y="100"/>
                  </a:lnTo>
                  <a:lnTo>
                    <a:pt x="328" y="100"/>
                  </a:lnTo>
                  <a:lnTo>
                    <a:pt x="330" y="100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2" y="102"/>
                  </a:lnTo>
                  <a:lnTo>
                    <a:pt x="332" y="102"/>
                  </a:lnTo>
                  <a:lnTo>
                    <a:pt x="332" y="102"/>
                  </a:lnTo>
                  <a:lnTo>
                    <a:pt x="332" y="102"/>
                  </a:lnTo>
                  <a:lnTo>
                    <a:pt x="332" y="100"/>
                  </a:lnTo>
                  <a:lnTo>
                    <a:pt x="334" y="100"/>
                  </a:lnTo>
                  <a:lnTo>
                    <a:pt x="334" y="100"/>
                  </a:lnTo>
                  <a:lnTo>
                    <a:pt x="334" y="100"/>
                  </a:lnTo>
                  <a:lnTo>
                    <a:pt x="334" y="100"/>
                  </a:lnTo>
                  <a:lnTo>
                    <a:pt x="334" y="100"/>
                  </a:lnTo>
                  <a:lnTo>
                    <a:pt x="334" y="98"/>
                  </a:lnTo>
                  <a:lnTo>
                    <a:pt x="334" y="98"/>
                  </a:lnTo>
                  <a:lnTo>
                    <a:pt x="334" y="98"/>
                  </a:lnTo>
                  <a:lnTo>
                    <a:pt x="334" y="98"/>
                  </a:lnTo>
                  <a:lnTo>
                    <a:pt x="334" y="98"/>
                  </a:lnTo>
                  <a:lnTo>
                    <a:pt x="334" y="96"/>
                  </a:lnTo>
                  <a:lnTo>
                    <a:pt x="338" y="94"/>
                  </a:lnTo>
                  <a:lnTo>
                    <a:pt x="340" y="94"/>
                  </a:lnTo>
                  <a:lnTo>
                    <a:pt x="344" y="96"/>
                  </a:lnTo>
                  <a:lnTo>
                    <a:pt x="344" y="96"/>
                  </a:lnTo>
                  <a:lnTo>
                    <a:pt x="344" y="96"/>
                  </a:lnTo>
                  <a:lnTo>
                    <a:pt x="348" y="94"/>
                  </a:lnTo>
                  <a:lnTo>
                    <a:pt x="348" y="94"/>
                  </a:lnTo>
                  <a:lnTo>
                    <a:pt x="348" y="94"/>
                  </a:lnTo>
                  <a:lnTo>
                    <a:pt x="348" y="96"/>
                  </a:lnTo>
                  <a:lnTo>
                    <a:pt x="350" y="98"/>
                  </a:lnTo>
                  <a:lnTo>
                    <a:pt x="350" y="98"/>
                  </a:lnTo>
                  <a:lnTo>
                    <a:pt x="350" y="98"/>
                  </a:lnTo>
                  <a:lnTo>
                    <a:pt x="365" y="108"/>
                  </a:lnTo>
                  <a:lnTo>
                    <a:pt x="365" y="108"/>
                  </a:lnTo>
                  <a:lnTo>
                    <a:pt x="365" y="108"/>
                  </a:lnTo>
                  <a:lnTo>
                    <a:pt x="367" y="108"/>
                  </a:lnTo>
                  <a:lnTo>
                    <a:pt x="369" y="106"/>
                  </a:lnTo>
                  <a:lnTo>
                    <a:pt x="369" y="106"/>
                  </a:lnTo>
                  <a:lnTo>
                    <a:pt x="369" y="106"/>
                  </a:lnTo>
                  <a:lnTo>
                    <a:pt x="369" y="108"/>
                  </a:lnTo>
                  <a:lnTo>
                    <a:pt x="369" y="108"/>
                  </a:lnTo>
                  <a:lnTo>
                    <a:pt x="369" y="108"/>
                  </a:lnTo>
                  <a:lnTo>
                    <a:pt x="369" y="110"/>
                  </a:lnTo>
                  <a:lnTo>
                    <a:pt x="367" y="112"/>
                  </a:lnTo>
                  <a:lnTo>
                    <a:pt x="367" y="114"/>
                  </a:lnTo>
                  <a:lnTo>
                    <a:pt x="365" y="114"/>
                  </a:lnTo>
                  <a:lnTo>
                    <a:pt x="365" y="114"/>
                  </a:lnTo>
                  <a:lnTo>
                    <a:pt x="365" y="116"/>
                  </a:lnTo>
                  <a:lnTo>
                    <a:pt x="367" y="118"/>
                  </a:lnTo>
                  <a:lnTo>
                    <a:pt x="369" y="118"/>
                  </a:lnTo>
                  <a:lnTo>
                    <a:pt x="375" y="120"/>
                  </a:lnTo>
                  <a:lnTo>
                    <a:pt x="375" y="120"/>
                  </a:lnTo>
                  <a:lnTo>
                    <a:pt x="375" y="120"/>
                  </a:lnTo>
                  <a:lnTo>
                    <a:pt x="377" y="120"/>
                  </a:lnTo>
                  <a:lnTo>
                    <a:pt x="377" y="124"/>
                  </a:lnTo>
                  <a:lnTo>
                    <a:pt x="377" y="124"/>
                  </a:lnTo>
                  <a:lnTo>
                    <a:pt x="377" y="126"/>
                  </a:lnTo>
                  <a:lnTo>
                    <a:pt x="377" y="126"/>
                  </a:lnTo>
                  <a:lnTo>
                    <a:pt x="375" y="126"/>
                  </a:lnTo>
                  <a:lnTo>
                    <a:pt x="375" y="128"/>
                  </a:lnTo>
                  <a:lnTo>
                    <a:pt x="373" y="128"/>
                  </a:lnTo>
                  <a:lnTo>
                    <a:pt x="373" y="128"/>
                  </a:lnTo>
                  <a:lnTo>
                    <a:pt x="373" y="130"/>
                  </a:lnTo>
                  <a:lnTo>
                    <a:pt x="373" y="130"/>
                  </a:lnTo>
                  <a:lnTo>
                    <a:pt x="367" y="132"/>
                  </a:lnTo>
                  <a:lnTo>
                    <a:pt x="367" y="132"/>
                  </a:lnTo>
                  <a:lnTo>
                    <a:pt x="365" y="134"/>
                  </a:lnTo>
                  <a:lnTo>
                    <a:pt x="365" y="134"/>
                  </a:lnTo>
                  <a:lnTo>
                    <a:pt x="365" y="134"/>
                  </a:lnTo>
                  <a:lnTo>
                    <a:pt x="363" y="134"/>
                  </a:lnTo>
                  <a:lnTo>
                    <a:pt x="363" y="136"/>
                  </a:lnTo>
                  <a:lnTo>
                    <a:pt x="363" y="136"/>
                  </a:lnTo>
                  <a:lnTo>
                    <a:pt x="363" y="138"/>
                  </a:lnTo>
                  <a:lnTo>
                    <a:pt x="363" y="138"/>
                  </a:lnTo>
                  <a:lnTo>
                    <a:pt x="359" y="142"/>
                  </a:lnTo>
                  <a:lnTo>
                    <a:pt x="359" y="142"/>
                  </a:lnTo>
                  <a:lnTo>
                    <a:pt x="359" y="142"/>
                  </a:lnTo>
                  <a:lnTo>
                    <a:pt x="351" y="140"/>
                  </a:lnTo>
                  <a:lnTo>
                    <a:pt x="350" y="140"/>
                  </a:lnTo>
                  <a:lnTo>
                    <a:pt x="350" y="140"/>
                  </a:lnTo>
                  <a:lnTo>
                    <a:pt x="350" y="142"/>
                  </a:lnTo>
                  <a:lnTo>
                    <a:pt x="348" y="142"/>
                  </a:lnTo>
                  <a:lnTo>
                    <a:pt x="348" y="142"/>
                  </a:lnTo>
                  <a:lnTo>
                    <a:pt x="346" y="144"/>
                  </a:lnTo>
                  <a:lnTo>
                    <a:pt x="346" y="144"/>
                  </a:lnTo>
                  <a:lnTo>
                    <a:pt x="344" y="144"/>
                  </a:lnTo>
                  <a:lnTo>
                    <a:pt x="344" y="144"/>
                  </a:lnTo>
                  <a:lnTo>
                    <a:pt x="344" y="146"/>
                  </a:lnTo>
                  <a:lnTo>
                    <a:pt x="344" y="146"/>
                  </a:lnTo>
                  <a:lnTo>
                    <a:pt x="344" y="146"/>
                  </a:lnTo>
                  <a:lnTo>
                    <a:pt x="346" y="147"/>
                  </a:lnTo>
                  <a:lnTo>
                    <a:pt x="346" y="147"/>
                  </a:lnTo>
                  <a:lnTo>
                    <a:pt x="346" y="149"/>
                  </a:lnTo>
                  <a:lnTo>
                    <a:pt x="344" y="149"/>
                  </a:lnTo>
                  <a:lnTo>
                    <a:pt x="344" y="151"/>
                  </a:lnTo>
                  <a:lnTo>
                    <a:pt x="344" y="151"/>
                  </a:lnTo>
                  <a:lnTo>
                    <a:pt x="344" y="151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2" y="159"/>
                  </a:lnTo>
                  <a:lnTo>
                    <a:pt x="342" y="159"/>
                  </a:lnTo>
                  <a:lnTo>
                    <a:pt x="338" y="167"/>
                  </a:lnTo>
                  <a:lnTo>
                    <a:pt x="338" y="169"/>
                  </a:lnTo>
                  <a:lnTo>
                    <a:pt x="338" y="171"/>
                  </a:lnTo>
                  <a:lnTo>
                    <a:pt x="334" y="175"/>
                  </a:lnTo>
                  <a:lnTo>
                    <a:pt x="334" y="177"/>
                  </a:lnTo>
                  <a:lnTo>
                    <a:pt x="334" y="179"/>
                  </a:lnTo>
                  <a:lnTo>
                    <a:pt x="332" y="179"/>
                  </a:lnTo>
                  <a:lnTo>
                    <a:pt x="332" y="179"/>
                  </a:lnTo>
                  <a:lnTo>
                    <a:pt x="330" y="181"/>
                  </a:lnTo>
                  <a:lnTo>
                    <a:pt x="330" y="181"/>
                  </a:lnTo>
                  <a:lnTo>
                    <a:pt x="328" y="183"/>
                  </a:lnTo>
                  <a:lnTo>
                    <a:pt x="326" y="185"/>
                  </a:lnTo>
                  <a:lnTo>
                    <a:pt x="326" y="187"/>
                  </a:lnTo>
                  <a:lnTo>
                    <a:pt x="324" y="191"/>
                  </a:lnTo>
                  <a:lnTo>
                    <a:pt x="322" y="193"/>
                  </a:lnTo>
                  <a:lnTo>
                    <a:pt x="322" y="193"/>
                  </a:lnTo>
                  <a:lnTo>
                    <a:pt x="322" y="195"/>
                  </a:lnTo>
                  <a:lnTo>
                    <a:pt x="322" y="195"/>
                  </a:lnTo>
                  <a:lnTo>
                    <a:pt x="322" y="195"/>
                  </a:lnTo>
                  <a:lnTo>
                    <a:pt x="322" y="195"/>
                  </a:lnTo>
                  <a:lnTo>
                    <a:pt x="322" y="197"/>
                  </a:lnTo>
                  <a:lnTo>
                    <a:pt x="322" y="197"/>
                  </a:lnTo>
                  <a:lnTo>
                    <a:pt x="322" y="197"/>
                  </a:lnTo>
                  <a:lnTo>
                    <a:pt x="322" y="197"/>
                  </a:lnTo>
                  <a:lnTo>
                    <a:pt x="322" y="199"/>
                  </a:lnTo>
                  <a:lnTo>
                    <a:pt x="320" y="199"/>
                  </a:lnTo>
                  <a:lnTo>
                    <a:pt x="318" y="199"/>
                  </a:lnTo>
                  <a:lnTo>
                    <a:pt x="318" y="199"/>
                  </a:lnTo>
                  <a:lnTo>
                    <a:pt x="318" y="199"/>
                  </a:lnTo>
                  <a:lnTo>
                    <a:pt x="316" y="199"/>
                  </a:lnTo>
                  <a:lnTo>
                    <a:pt x="316" y="200"/>
                  </a:lnTo>
                  <a:lnTo>
                    <a:pt x="316" y="200"/>
                  </a:lnTo>
                  <a:lnTo>
                    <a:pt x="316" y="200"/>
                  </a:lnTo>
                  <a:lnTo>
                    <a:pt x="316" y="200"/>
                  </a:lnTo>
                  <a:lnTo>
                    <a:pt x="318" y="202"/>
                  </a:lnTo>
                  <a:lnTo>
                    <a:pt x="320" y="204"/>
                  </a:lnTo>
                  <a:lnTo>
                    <a:pt x="320" y="204"/>
                  </a:lnTo>
                  <a:lnTo>
                    <a:pt x="320" y="204"/>
                  </a:lnTo>
                  <a:lnTo>
                    <a:pt x="320" y="204"/>
                  </a:lnTo>
                  <a:lnTo>
                    <a:pt x="320" y="204"/>
                  </a:lnTo>
                  <a:lnTo>
                    <a:pt x="320" y="206"/>
                  </a:lnTo>
                  <a:lnTo>
                    <a:pt x="324" y="206"/>
                  </a:lnTo>
                  <a:lnTo>
                    <a:pt x="324" y="206"/>
                  </a:lnTo>
                  <a:lnTo>
                    <a:pt x="324" y="206"/>
                  </a:lnTo>
                  <a:lnTo>
                    <a:pt x="324" y="208"/>
                  </a:lnTo>
                  <a:lnTo>
                    <a:pt x="324" y="208"/>
                  </a:lnTo>
                  <a:lnTo>
                    <a:pt x="328" y="208"/>
                  </a:lnTo>
                  <a:lnTo>
                    <a:pt x="328" y="210"/>
                  </a:lnTo>
                  <a:lnTo>
                    <a:pt x="328" y="210"/>
                  </a:lnTo>
                  <a:lnTo>
                    <a:pt x="328" y="212"/>
                  </a:lnTo>
                  <a:lnTo>
                    <a:pt x="328" y="214"/>
                  </a:lnTo>
                  <a:lnTo>
                    <a:pt x="328" y="214"/>
                  </a:lnTo>
                  <a:lnTo>
                    <a:pt x="326" y="214"/>
                  </a:lnTo>
                  <a:lnTo>
                    <a:pt x="326" y="214"/>
                  </a:lnTo>
                  <a:lnTo>
                    <a:pt x="324" y="214"/>
                  </a:lnTo>
                  <a:lnTo>
                    <a:pt x="324" y="214"/>
                  </a:lnTo>
                  <a:lnTo>
                    <a:pt x="324" y="216"/>
                  </a:lnTo>
                  <a:lnTo>
                    <a:pt x="324" y="216"/>
                  </a:lnTo>
                  <a:lnTo>
                    <a:pt x="322" y="216"/>
                  </a:lnTo>
                  <a:lnTo>
                    <a:pt x="322" y="216"/>
                  </a:lnTo>
                  <a:lnTo>
                    <a:pt x="322" y="218"/>
                  </a:lnTo>
                  <a:lnTo>
                    <a:pt x="320" y="222"/>
                  </a:lnTo>
                  <a:lnTo>
                    <a:pt x="318" y="228"/>
                  </a:lnTo>
                  <a:lnTo>
                    <a:pt x="318" y="228"/>
                  </a:lnTo>
                  <a:lnTo>
                    <a:pt x="318" y="228"/>
                  </a:lnTo>
                  <a:lnTo>
                    <a:pt x="318" y="230"/>
                  </a:lnTo>
                  <a:lnTo>
                    <a:pt x="318" y="230"/>
                  </a:lnTo>
                  <a:lnTo>
                    <a:pt x="318" y="230"/>
                  </a:lnTo>
                  <a:lnTo>
                    <a:pt x="318" y="230"/>
                  </a:lnTo>
                  <a:lnTo>
                    <a:pt x="318" y="230"/>
                  </a:lnTo>
                  <a:lnTo>
                    <a:pt x="320" y="232"/>
                  </a:lnTo>
                  <a:lnTo>
                    <a:pt x="322" y="232"/>
                  </a:lnTo>
                  <a:lnTo>
                    <a:pt x="324" y="232"/>
                  </a:lnTo>
                  <a:lnTo>
                    <a:pt x="326" y="232"/>
                  </a:lnTo>
                  <a:lnTo>
                    <a:pt x="326" y="232"/>
                  </a:lnTo>
                  <a:lnTo>
                    <a:pt x="326" y="234"/>
                  </a:lnTo>
                  <a:lnTo>
                    <a:pt x="326" y="234"/>
                  </a:lnTo>
                  <a:lnTo>
                    <a:pt x="326" y="234"/>
                  </a:lnTo>
                  <a:lnTo>
                    <a:pt x="326" y="234"/>
                  </a:lnTo>
                  <a:lnTo>
                    <a:pt x="326" y="236"/>
                  </a:lnTo>
                  <a:lnTo>
                    <a:pt x="326" y="236"/>
                  </a:lnTo>
                  <a:lnTo>
                    <a:pt x="326" y="238"/>
                  </a:lnTo>
                  <a:lnTo>
                    <a:pt x="324" y="238"/>
                  </a:lnTo>
                  <a:lnTo>
                    <a:pt x="324" y="238"/>
                  </a:lnTo>
                  <a:lnTo>
                    <a:pt x="324" y="238"/>
                  </a:lnTo>
                  <a:lnTo>
                    <a:pt x="324" y="240"/>
                  </a:lnTo>
                  <a:lnTo>
                    <a:pt x="324" y="240"/>
                  </a:lnTo>
                  <a:lnTo>
                    <a:pt x="322" y="240"/>
                  </a:lnTo>
                  <a:lnTo>
                    <a:pt x="322" y="240"/>
                  </a:lnTo>
                  <a:lnTo>
                    <a:pt x="322" y="240"/>
                  </a:lnTo>
                  <a:lnTo>
                    <a:pt x="322" y="238"/>
                  </a:lnTo>
                  <a:lnTo>
                    <a:pt x="322" y="238"/>
                  </a:lnTo>
                  <a:lnTo>
                    <a:pt x="320" y="236"/>
                  </a:lnTo>
                  <a:lnTo>
                    <a:pt x="320" y="236"/>
                  </a:lnTo>
                  <a:lnTo>
                    <a:pt x="320" y="236"/>
                  </a:lnTo>
                  <a:lnTo>
                    <a:pt x="320" y="236"/>
                  </a:lnTo>
                  <a:lnTo>
                    <a:pt x="320" y="236"/>
                  </a:lnTo>
                  <a:lnTo>
                    <a:pt x="320" y="236"/>
                  </a:lnTo>
                  <a:lnTo>
                    <a:pt x="318" y="238"/>
                  </a:lnTo>
                  <a:lnTo>
                    <a:pt x="318" y="238"/>
                  </a:lnTo>
                  <a:lnTo>
                    <a:pt x="316" y="242"/>
                  </a:lnTo>
                  <a:lnTo>
                    <a:pt x="316" y="244"/>
                  </a:lnTo>
                  <a:lnTo>
                    <a:pt x="316" y="244"/>
                  </a:lnTo>
                  <a:lnTo>
                    <a:pt x="316" y="244"/>
                  </a:lnTo>
                  <a:lnTo>
                    <a:pt x="314" y="244"/>
                  </a:lnTo>
                  <a:lnTo>
                    <a:pt x="314" y="244"/>
                  </a:lnTo>
                  <a:lnTo>
                    <a:pt x="314" y="244"/>
                  </a:lnTo>
                  <a:lnTo>
                    <a:pt x="312" y="244"/>
                  </a:lnTo>
                  <a:lnTo>
                    <a:pt x="312" y="244"/>
                  </a:lnTo>
                  <a:lnTo>
                    <a:pt x="314" y="244"/>
                  </a:lnTo>
                  <a:lnTo>
                    <a:pt x="314" y="246"/>
                  </a:lnTo>
                  <a:lnTo>
                    <a:pt x="314" y="246"/>
                  </a:lnTo>
                  <a:lnTo>
                    <a:pt x="314" y="246"/>
                  </a:lnTo>
                  <a:lnTo>
                    <a:pt x="314" y="246"/>
                  </a:lnTo>
                  <a:lnTo>
                    <a:pt x="314" y="246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312" y="248"/>
                  </a:lnTo>
                  <a:lnTo>
                    <a:pt x="312" y="248"/>
                  </a:lnTo>
                  <a:lnTo>
                    <a:pt x="308" y="244"/>
                  </a:lnTo>
                  <a:lnTo>
                    <a:pt x="308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8" y="246"/>
                  </a:lnTo>
                  <a:lnTo>
                    <a:pt x="308" y="248"/>
                  </a:lnTo>
                  <a:lnTo>
                    <a:pt x="308" y="248"/>
                  </a:lnTo>
                  <a:lnTo>
                    <a:pt x="308" y="248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10" y="250"/>
                  </a:lnTo>
                  <a:lnTo>
                    <a:pt x="310" y="252"/>
                  </a:lnTo>
                  <a:lnTo>
                    <a:pt x="310" y="252"/>
                  </a:lnTo>
                  <a:lnTo>
                    <a:pt x="310" y="254"/>
                  </a:lnTo>
                  <a:lnTo>
                    <a:pt x="308" y="254"/>
                  </a:lnTo>
                  <a:lnTo>
                    <a:pt x="306" y="255"/>
                  </a:lnTo>
                  <a:lnTo>
                    <a:pt x="306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2" y="255"/>
                  </a:lnTo>
                  <a:lnTo>
                    <a:pt x="302" y="255"/>
                  </a:lnTo>
                  <a:lnTo>
                    <a:pt x="302" y="255"/>
                  </a:lnTo>
                  <a:lnTo>
                    <a:pt x="302" y="255"/>
                  </a:lnTo>
                  <a:lnTo>
                    <a:pt x="302" y="257"/>
                  </a:lnTo>
                  <a:lnTo>
                    <a:pt x="302" y="257"/>
                  </a:lnTo>
                  <a:lnTo>
                    <a:pt x="302" y="257"/>
                  </a:lnTo>
                  <a:lnTo>
                    <a:pt x="304" y="259"/>
                  </a:lnTo>
                  <a:lnTo>
                    <a:pt x="304" y="259"/>
                  </a:lnTo>
                  <a:lnTo>
                    <a:pt x="304" y="259"/>
                  </a:lnTo>
                  <a:lnTo>
                    <a:pt x="304" y="259"/>
                  </a:lnTo>
                  <a:lnTo>
                    <a:pt x="304" y="259"/>
                  </a:lnTo>
                  <a:lnTo>
                    <a:pt x="302" y="259"/>
                  </a:lnTo>
                  <a:lnTo>
                    <a:pt x="300" y="257"/>
                  </a:lnTo>
                  <a:lnTo>
                    <a:pt x="299" y="257"/>
                  </a:lnTo>
                  <a:lnTo>
                    <a:pt x="297" y="257"/>
                  </a:lnTo>
                  <a:lnTo>
                    <a:pt x="295" y="259"/>
                  </a:lnTo>
                  <a:lnTo>
                    <a:pt x="295" y="259"/>
                  </a:lnTo>
                  <a:lnTo>
                    <a:pt x="293" y="259"/>
                  </a:lnTo>
                  <a:lnTo>
                    <a:pt x="291" y="259"/>
                  </a:lnTo>
                  <a:lnTo>
                    <a:pt x="289" y="257"/>
                  </a:lnTo>
                  <a:lnTo>
                    <a:pt x="289" y="257"/>
                  </a:lnTo>
                  <a:lnTo>
                    <a:pt x="285" y="257"/>
                  </a:lnTo>
                  <a:lnTo>
                    <a:pt x="285" y="257"/>
                  </a:lnTo>
                  <a:lnTo>
                    <a:pt x="285" y="257"/>
                  </a:lnTo>
                  <a:lnTo>
                    <a:pt x="285" y="257"/>
                  </a:lnTo>
                  <a:lnTo>
                    <a:pt x="285" y="257"/>
                  </a:lnTo>
                  <a:lnTo>
                    <a:pt x="285" y="255"/>
                  </a:lnTo>
                  <a:lnTo>
                    <a:pt x="285" y="255"/>
                  </a:lnTo>
                  <a:lnTo>
                    <a:pt x="283" y="255"/>
                  </a:lnTo>
                  <a:lnTo>
                    <a:pt x="283" y="255"/>
                  </a:lnTo>
                  <a:lnTo>
                    <a:pt x="281" y="257"/>
                  </a:lnTo>
                  <a:lnTo>
                    <a:pt x="279" y="259"/>
                  </a:lnTo>
                  <a:lnTo>
                    <a:pt x="279" y="259"/>
                  </a:lnTo>
                  <a:lnTo>
                    <a:pt x="277" y="261"/>
                  </a:lnTo>
                  <a:lnTo>
                    <a:pt x="275" y="261"/>
                  </a:lnTo>
                  <a:lnTo>
                    <a:pt x="275" y="263"/>
                  </a:lnTo>
                  <a:lnTo>
                    <a:pt x="275" y="263"/>
                  </a:lnTo>
                  <a:lnTo>
                    <a:pt x="275" y="263"/>
                  </a:lnTo>
                  <a:lnTo>
                    <a:pt x="275" y="265"/>
                  </a:lnTo>
                  <a:lnTo>
                    <a:pt x="275" y="265"/>
                  </a:lnTo>
                  <a:lnTo>
                    <a:pt x="273" y="263"/>
                  </a:lnTo>
                  <a:lnTo>
                    <a:pt x="271" y="263"/>
                  </a:lnTo>
                  <a:lnTo>
                    <a:pt x="269" y="261"/>
                  </a:lnTo>
                  <a:lnTo>
                    <a:pt x="265" y="259"/>
                  </a:lnTo>
                  <a:lnTo>
                    <a:pt x="265" y="259"/>
                  </a:lnTo>
                  <a:lnTo>
                    <a:pt x="265" y="259"/>
                  </a:lnTo>
                  <a:lnTo>
                    <a:pt x="265" y="259"/>
                  </a:lnTo>
                  <a:lnTo>
                    <a:pt x="265" y="257"/>
                  </a:lnTo>
                  <a:lnTo>
                    <a:pt x="265" y="257"/>
                  </a:lnTo>
                  <a:lnTo>
                    <a:pt x="263" y="257"/>
                  </a:lnTo>
                  <a:lnTo>
                    <a:pt x="263" y="257"/>
                  </a:lnTo>
                  <a:lnTo>
                    <a:pt x="261" y="255"/>
                  </a:lnTo>
                  <a:lnTo>
                    <a:pt x="261" y="255"/>
                  </a:lnTo>
                  <a:lnTo>
                    <a:pt x="261" y="254"/>
                  </a:lnTo>
                  <a:lnTo>
                    <a:pt x="261" y="254"/>
                  </a:lnTo>
                  <a:lnTo>
                    <a:pt x="261" y="254"/>
                  </a:lnTo>
                  <a:lnTo>
                    <a:pt x="261" y="252"/>
                  </a:lnTo>
                  <a:lnTo>
                    <a:pt x="257" y="250"/>
                  </a:lnTo>
                  <a:lnTo>
                    <a:pt x="257" y="250"/>
                  </a:lnTo>
                  <a:lnTo>
                    <a:pt x="257" y="248"/>
                  </a:lnTo>
                  <a:lnTo>
                    <a:pt x="257" y="248"/>
                  </a:lnTo>
                  <a:lnTo>
                    <a:pt x="257" y="248"/>
                  </a:lnTo>
                  <a:lnTo>
                    <a:pt x="257" y="248"/>
                  </a:lnTo>
                  <a:lnTo>
                    <a:pt x="255" y="248"/>
                  </a:lnTo>
                  <a:lnTo>
                    <a:pt x="255" y="250"/>
                  </a:lnTo>
                  <a:lnTo>
                    <a:pt x="253" y="250"/>
                  </a:lnTo>
                  <a:lnTo>
                    <a:pt x="253" y="250"/>
                  </a:lnTo>
                  <a:lnTo>
                    <a:pt x="251" y="248"/>
                  </a:lnTo>
                  <a:lnTo>
                    <a:pt x="251" y="248"/>
                  </a:lnTo>
                  <a:lnTo>
                    <a:pt x="251" y="248"/>
                  </a:lnTo>
                  <a:lnTo>
                    <a:pt x="249" y="248"/>
                  </a:lnTo>
                  <a:lnTo>
                    <a:pt x="249" y="248"/>
                  </a:lnTo>
                  <a:lnTo>
                    <a:pt x="249" y="250"/>
                  </a:lnTo>
                  <a:lnTo>
                    <a:pt x="249" y="250"/>
                  </a:lnTo>
                  <a:lnTo>
                    <a:pt x="249" y="250"/>
                  </a:lnTo>
                  <a:lnTo>
                    <a:pt x="249" y="250"/>
                  </a:lnTo>
                  <a:lnTo>
                    <a:pt x="249" y="250"/>
                  </a:lnTo>
                  <a:lnTo>
                    <a:pt x="248" y="248"/>
                  </a:lnTo>
                  <a:lnTo>
                    <a:pt x="248" y="248"/>
                  </a:lnTo>
                  <a:lnTo>
                    <a:pt x="246" y="248"/>
                  </a:lnTo>
                  <a:lnTo>
                    <a:pt x="244" y="246"/>
                  </a:lnTo>
                  <a:lnTo>
                    <a:pt x="244" y="246"/>
                  </a:lnTo>
                  <a:lnTo>
                    <a:pt x="244" y="246"/>
                  </a:lnTo>
                  <a:lnTo>
                    <a:pt x="244" y="244"/>
                  </a:lnTo>
                  <a:lnTo>
                    <a:pt x="244" y="244"/>
                  </a:lnTo>
                  <a:lnTo>
                    <a:pt x="244" y="242"/>
                  </a:lnTo>
                  <a:lnTo>
                    <a:pt x="244" y="242"/>
                  </a:lnTo>
                  <a:lnTo>
                    <a:pt x="244" y="242"/>
                  </a:lnTo>
                  <a:lnTo>
                    <a:pt x="244" y="242"/>
                  </a:lnTo>
                  <a:lnTo>
                    <a:pt x="244" y="240"/>
                  </a:lnTo>
                  <a:lnTo>
                    <a:pt x="244" y="240"/>
                  </a:lnTo>
                  <a:lnTo>
                    <a:pt x="242" y="242"/>
                  </a:lnTo>
                  <a:lnTo>
                    <a:pt x="242" y="242"/>
                  </a:lnTo>
                  <a:lnTo>
                    <a:pt x="242" y="242"/>
                  </a:lnTo>
                  <a:lnTo>
                    <a:pt x="242" y="242"/>
                  </a:lnTo>
                  <a:lnTo>
                    <a:pt x="242" y="240"/>
                  </a:lnTo>
                  <a:lnTo>
                    <a:pt x="242" y="240"/>
                  </a:lnTo>
                  <a:lnTo>
                    <a:pt x="242" y="238"/>
                  </a:lnTo>
                  <a:lnTo>
                    <a:pt x="242" y="238"/>
                  </a:lnTo>
                  <a:lnTo>
                    <a:pt x="242" y="238"/>
                  </a:lnTo>
                  <a:lnTo>
                    <a:pt x="240" y="236"/>
                  </a:lnTo>
                  <a:lnTo>
                    <a:pt x="240" y="234"/>
                  </a:lnTo>
                  <a:lnTo>
                    <a:pt x="240" y="234"/>
                  </a:lnTo>
                  <a:lnTo>
                    <a:pt x="240" y="232"/>
                  </a:lnTo>
                  <a:lnTo>
                    <a:pt x="240" y="232"/>
                  </a:lnTo>
                  <a:lnTo>
                    <a:pt x="240" y="230"/>
                  </a:lnTo>
                  <a:lnTo>
                    <a:pt x="240" y="230"/>
                  </a:lnTo>
                  <a:lnTo>
                    <a:pt x="238" y="230"/>
                  </a:lnTo>
                  <a:lnTo>
                    <a:pt x="238" y="228"/>
                  </a:lnTo>
                  <a:lnTo>
                    <a:pt x="238" y="228"/>
                  </a:lnTo>
                  <a:lnTo>
                    <a:pt x="238" y="228"/>
                  </a:lnTo>
                  <a:lnTo>
                    <a:pt x="238" y="226"/>
                  </a:lnTo>
                  <a:lnTo>
                    <a:pt x="236" y="224"/>
                  </a:lnTo>
                  <a:lnTo>
                    <a:pt x="236" y="222"/>
                  </a:lnTo>
                  <a:lnTo>
                    <a:pt x="234" y="222"/>
                  </a:lnTo>
                  <a:lnTo>
                    <a:pt x="230" y="218"/>
                  </a:lnTo>
                  <a:lnTo>
                    <a:pt x="228" y="218"/>
                  </a:lnTo>
                  <a:lnTo>
                    <a:pt x="228" y="218"/>
                  </a:lnTo>
                  <a:lnTo>
                    <a:pt x="228" y="220"/>
                  </a:lnTo>
                  <a:lnTo>
                    <a:pt x="228" y="220"/>
                  </a:lnTo>
                  <a:lnTo>
                    <a:pt x="228" y="220"/>
                  </a:lnTo>
                  <a:lnTo>
                    <a:pt x="226" y="222"/>
                  </a:lnTo>
                  <a:lnTo>
                    <a:pt x="226" y="222"/>
                  </a:lnTo>
                  <a:lnTo>
                    <a:pt x="226" y="222"/>
                  </a:lnTo>
                  <a:lnTo>
                    <a:pt x="226" y="222"/>
                  </a:lnTo>
                  <a:lnTo>
                    <a:pt x="224" y="222"/>
                  </a:lnTo>
                  <a:lnTo>
                    <a:pt x="222" y="220"/>
                  </a:lnTo>
                  <a:lnTo>
                    <a:pt x="222" y="220"/>
                  </a:lnTo>
                  <a:lnTo>
                    <a:pt x="222" y="220"/>
                  </a:lnTo>
                  <a:lnTo>
                    <a:pt x="222" y="218"/>
                  </a:lnTo>
                  <a:lnTo>
                    <a:pt x="220" y="216"/>
                  </a:lnTo>
                  <a:lnTo>
                    <a:pt x="218" y="214"/>
                  </a:lnTo>
                  <a:lnTo>
                    <a:pt x="218" y="214"/>
                  </a:lnTo>
                  <a:lnTo>
                    <a:pt x="218" y="212"/>
                  </a:lnTo>
                  <a:lnTo>
                    <a:pt x="218" y="212"/>
                  </a:lnTo>
                  <a:lnTo>
                    <a:pt x="218" y="208"/>
                  </a:lnTo>
                  <a:lnTo>
                    <a:pt x="216" y="208"/>
                  </a:lnTo>
                  <a:lnTo>
                    <a:pt x="216" y="208"/>
                  </a:lnTo>
                  <a:lnTo>
                    <a:pt x="216" y="208"/>
                  </a:lnTo>
                  <a:lnTo>
                    <a:pt x="214" y="208"/>
                  </a:lnTo>
                  <a:lnTo>
                    <a:pt x="214" y="208"/>
                  </a:lnTo>
                  <a:lnTo>
                    <a:pt x="214" y="208"/>
                  </a:lnTo>
                  <a:lnTo>
                    <a:pt x="214" y="210"/>
                  </a:lnTo>
                  <a:lnTo>
                    <a:pt x="214" y="210"/>
                  </a:lnTo>
                  <a:lnTo>
                    <a:pt x="212" y="210"/>
                  </a:lnTo>
                  <a:lnTo>
                    <a:pt x="212" y="210"/>
                  </a:lnTo>
                  <a:lnTo>
                    <a:pt x="210" y="212"/>
                  </a:lnTo>
                  <a:lnTo>
                    <a:pt x="210" y="212"/>
                  </a:lnTo>
                  <a:lnTo>
                    <a:pt x="208" y="212"/>
                  </a:lnTo>
                  <a:lnTo>
                    <a:pt x="208" y="212"/>
                  </a:lnTo>
                  <a:lnTo>
                    <a:pt x="204" y="214"/>
                  </a:lnTo>
                  <a:lnTo>
                    <a:pt x="202" y="216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00" y="216"/>
                  </a:lnTo>
                  <a:lnTo>
                    <a:pt x="200" y="218"/>
                  </a:lnTo>
                  <a:lnTo>
                    <a:pt x="200" y="218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200" y="222"/>
                  </a:lnTo>
                  <a:lnTo>
                    <a:pt x="199" y="222"/>
                  </a:lnTo>
                  <a:lnTo>
                    <a:pt x="195" y="224"/>
                  </a:lnTo>
                  <a:lnTo>
                    <a:pt x="195" y="226"/>
                  </a:lnTo>
                  <a:lnTo>
                    <a:pt x="193" y="226"/>
                  </a:lnTo>
                  <a:lnTo>
                    <a:pt x="193" y="224"/>
                  </a:lnTo>
                  <a:lnTo>
                    <a:pt x="193" y="222"/>
                  </a:lnTo>
                  <a:lnTo>
                    <a:pt x="193" y="222"/>
                  </a:lnTo>
                  <a:lnTo>
                    <a:pt x="193" y="220"/>
                  </a:lnTo>
                  <a:lnTo>
                    <a:pt x="193" y="220"/>
                  </a:lnTo>
                  <a:lnTo>
                    <a:pt x="191" y="218"/>
                  </a:lnTo>
                  <a:lnTo>
                    <a:pt x="189" y="218"/>
                  </a:lnTo>
                  <a:lnTo>
                    <a:pt x="189" y="216"/>
                  </a:lnTo>
                  <a:lnTo>
                    <a:pt x="189" y="216"/>
                  </a:lnTo>
                  <a:lnTo>
                    <a:pt x="187" y="216"/>
                  </a:lnTo>
                  <a:lnTo>
                    <a:pt x="187" y="216"/>
                  </a:lnTo>
                  <a:lnTo>
                    <a:pt x="187" y="214"/>
                  </a:lnTo>
                  <a:lnTo>
                    <a:pt x="185" y="214"/>
                  </a:lnTo>
                  <a:lnTo>
                    <a:pt x="183" y="212"/>
                  </a:lnTo>
                  <a:lnTo>
                    <a:pt x="183" y="212"/>
                  </a:lnTo>
                  <a:lnTo>
                    <a:pt x="183" y="214"/>
                  </a:lnTo>
                  <a:lnTo>
                    <a:pt x="183" y="214"/>
                  </a:lnTo>
                  <a:lnTo>
                    <a:pt x="183" y="214"/>
                  </a:lnTo>
                  <a:lnTo>
                    <a:pt x="183" y="214"/>
                  </a:lnTo>
                  <a:lnTo>
                    <a:pt x="183" y="212"/>
                  </a:lnTo>
                  <a:lnTo>
                    <a:pt x="183" y="212"/>
                  </a:lnTo>
                  <a:lnTo>
                    <a:pt x="183" y="212"/>
                  </a:lnTo>
                  <a:lnTo>
                    <a:pt x="183" y="212"/>
                  </a:lnTo>
                  <a:lnTo>
                    <a:pt x="183" y="210"/>
                  </a:lnTo>
                  <a:lnTo>
                    <a:pt x="183" y="210"/>
                  </a:lnTo>
                  <a:lnTo>
                    <a:pt x="185" y="210"/>
                  </a:lnTo>
                  <a:lnTo>
                    <a:pt x="185" y="210"/>
                  </a:lnTo>
                  <a:lnTo>
                    <a:pt x="185" y="210"/>
                  </a:lnTo>
                  <a:lnTo>
                    <a:pt x="185" y="208"/>
                  </a:lnTo>
                  <a:lnTo>
                    <a:pt x="185" y="208"/>
                  </a:lnTo>
                  <a:lnTo>
                    <a:pt x="185" y="208"/>
                  </a:lnTo>
                  <a:lnTo>
                    <a:pt x="185" y="206"/>
                  </a:lnTo>
                  <a:lnTo>
                    <a:pt x="185" y="206"/>
                  </a:lnTo>
                  <a:lnTo>
                    <a:pt x="183" y="206"/>
                  </a:lnTo>
                  <a:lnTo>
                    <a:pt x="183" y="206"/>
                  </a:lnTo>
                  <a:lnTo>
                    <a:pt x="183" y="204"/>
                  </a:lnTo>
                  <a:lnTo>
                    <a:pt x="183" y="204"/>
                  </a:lnTo>
                  <a:lnTo>
                    <a:pt x="183" y="204"/>
                  </a:lnTo>
                  <a:lnTo>
                    <a:pt x="183" y="204"/>
                  </a:lnTo>
                  <a:lnTo>
                    <a:pt x="183" y="204"/>
                  </a:lnTo>
                  <a:lnTo>
                    <a:pt x="183" y="202"/>
                  </a:lnTo>
                  <a:lnTo>
                    <a:pt x="183" y="202"/>
                  </a:lnTo>
                  <a:lnTo>
                    <a:pt x="183" y="202"/>
                  </a:lnTo>
                  <a:lnTo>
                    <a:pt x="183" y="202"/>
                  </a:lnTo>
                  <a:lnTo>
                    <a:pt x="183" y="200"/>
                  </a:lnTo>
                  <a:lnTo>
                    <a:pt x="183" y="199"/>
                  </a:lnTo>
                  <a:lnTo>
                    <a:pt x="183" y="199"/>
                  </a:lnTo>
                  <a:lnTo>
                    <a:pt x="183" y="199"/>
                  </a:lnTo>
                  <a:lnTo>
                    <a:pt x="183" y="197"/>
                  </a:lnTo>
                  <a:lnTo>
                    <a:pt x="183" y="197"/>
                  </a:lnTo>
                  <a:lnTo>
                    <a:pt x="183" y="197"/>
                  </a:lnTo>
                  <a:lnTo>
                    <a:pt x="183" y="195"/>
                  </a:lnTo>
                  <a:lnTo>
                    <a:pt x="181" y="195"/>
                  </a:lnTo>
                  <a:lnTo>
                    <a:pt x="181" y="197"/>
                  </a:lnTo>
                  <a:lnTo>
                    <a:pt x="179" y="197"/>
                  </a:lnTo>
                  <a:lnTo>
                    <a:pt x="177" y="195"/>
                  </a:lnTo>
                  <a:lnTo>
                    <a:pt x="177" y="195"/>
                  </a:lnTo>
                  <a:lnTo>
                    <a:pt x="177" y="195"/>
                  </a:lnTo>
                  <a:lnTo>
                    <a:pt x="175" y="195"/>
                  </a:lnTo>
                  <a:lnTo>
                    <a:pt x="175" y="193"/>
                  </a:lnTo>
                  <a:lnTo>
                    <a:pt x="175" y="193"/>
                  </a:lnTo>
                  <a:lnTo>
                    <a:pt x="175" y="193"/>
                  </a:lnTo>
                  <a:lnTo>
                    <a:pt x="175" y="193"/>
                  </a:lnTo>
                  <a:lnTo>
                    <a:pt x="173" y="193"/>
                  </a:lnTo>
                  <a:lnTo>
                    <a:pt x="173" y="193"/>
                  </a:lnTo>
                  <a:lnTo>
                    <a:pt x="169" y="195"/>
                  </a:lnTo>
                  <a:lnTo>
                    <a:pt x="169" y="195"/>
                  </a:lnTo>
                  <a:lnTo>
                    <a:pt x="169" y="197"/>
                  </a:lnTo>
                  <a:lnTo>
                    <a:pt x="167" y="197"/>
                  </a:lnTo>
                  <a:lnTo>
                    <a:pt x="167" y="197"/>
                  </a:lnTo>
                  <a:lnTo>
                    <a:pt x="167" y="197"/>
                  </a:lnTo>
                  <a:lnTo>
                    <a:pt x="165" y="195"/>
                  </a:lnTo>
                  <a:lnTo>
                    <a:pt x="165" y="193"/>
                  </a:lnTo>
                  <a:lnTo>
                    <a:pt x="163" y="193"/>
                  </a:lnTo>
                  <a:lnTo>
                    <a:pt x="163" y="191"/>
                  </a:lnTo>
                  <a:lnTo>
                    <a:pt x="161" y="189"/>
                  </a:lnTo>
                  <a:lnTo>
                    <a:pt x="161" y="189"/>
                  </a:lnTo>
                  <a:lnTo>
                    <a:pt x="159" y="187"/>
                  </a:lnTo>
                  <a:lnTo>
                    <a:pt x="159" y="187"/>
                  </a:lnTo>
                  <a:lnTo>
                    <a:pt x="159" y="187"/>
                  </a:lnTo>
                  <a:lnTo>
                    <a:pt x="159" y="187"/>
                  </a:lnTo>
                  <a:lnTo>
                    <a:pt x="157" y="189"/>
                  </a:lnTo>
                  <a:lnTo>
                    <a:pt x="157" y="189"/>
                  </a:lnTo>
                  <a:lnTo>
                    <a:pt x="157" y="189"/>
                  </a:lnTo>
                  <a:lnTo>
                    <a:pt x="157" y="191"/>
                  </a:lnTo>
                  <a:lnTo>
                    <a:pt x="157" y="191"/>
                  </a:lnTo>
                  <a:lnTo>
                    <a:pt x="157" y="191"/>
                  </a:lnTo>
                  <a:lnTo>
                    <a:pt x="157" y="193"/>
                  </a:lnTo>
                  <a:lnTo>
                    <a:pt x="155" y="193"/>
                  </a:lnTo>
                  <a:lnTo>
                    <a:pt x="155" y="193"/>
                  </a:lnTo>
                  <a:lnTo>
                    <a:pt x="155" y="193"/>
                  </a:lnTo>
                  <a:lnTo>
                    <a:pt x="155" y="195"/>
                  </a:lnTo>
                  <a:lnTo>
                    <a:pt x="155" y="195"/>
                  </a:lnTo>
                  <a:lnTo>
                    <a:pt x="155" y="195"/>
                  </a:lnTo>
                  <a:lnTo>
                    <a:pt x="155" y="195"/>
                  </a:lnTo>
                  <a:lnTo>
                    <a:pt x="155" y="197"/>
                  </a:lnTo>
                  <a:lnTo>
                    <a:pt x="155" y="197"/>
                  </a:lnTo>
                  <a:lnTo>
                    <a:pt x="155" y="197"/>
                  </a:lnTo>
                  <a:lnTo>
                    <a:pt x="155" y="197"/>
                  </a:lnTo>
                  <a:lnTo>
                    <a:pt x="155" y="199"/>
                  </a:lnTo>
                  <a:lnTo>
                    <a:pt x="155" y="199"/>
                  </a:lnTo>
                  <a:lnTo>
                    <a:pt x="153" y="199"/>
                  </a:lnTo>
                  <a:lnTo>
                    <a:pt x="153" y="199"/>
                  </a:lnTo>
                  <a:lnTo>
                    <a:pt x="153" y="199"/>
                  </a:lnTo>
                  <a:lnTo>
                    <a:pt x="153" y="199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49" y="200"/>
                  </a:lnTo>
                  <a:lnTo>
                    <a:pt x="149" y="200"/>
                  </a:lnTo>
                  <a:lnTo>
                    <a:pt x="149" y="202"/>
                  </a:lnTo>
                  <a:lnTo>
                    <a:pt x="149" y="202"/>
                  </a:lnTo>
                  <a:lnTo>
                    <a:pt x="149" y="202"/>
                  </a:lnTo>
                  <a:lnTo>
                    <a:pt x="149" y="202"/>
                  </a:lnTo>
                  <a:lnTo>
                    <a:pt x="148" y="204"/>
                  </a:lnTo>
                  <a:lnTo>
                    <a:pt x="148" y="204"/>
                  </a:lnTo>
                  <a:lnTo>
                    <a:pt x="146" y="204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06"/>
                  </a:lnTo>
                  <a:lnTo>
                    <a:pt x="142" y="206"/>
                  </a:lnTo>
                  <a:lnTo>
                    <a:pt x="142" y="206"/>
                  </a:lnTo>
                  <a:lnTo>
                    <a:pt x="142" y="206"/>
                  </a:lnTo>
                  <a:lnTo>
                    <a:pt x="140" y="208"/>
                  </a:lnTo>
                  <a:lnTo>
                    <a:pt x="138" y="208"/>
                  </a:lnTo>
                  <a:lnTo>
                    <a:pt x="138" y="208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6" y="210"/>
                  </a:lnTo>
                  <a:lnTo>
                    <a:pt x="134" y="210"/>
                  </a:lnTo>
                  <a:lnTo>
                    <a:pt x="134" y="206"/>
                  </a:lnTo>
                  <a:lnTo>
                    <a:pt x="134" y="202"/>
                  </a:lnTo>
                  <a:lnTo>
                    <a:pt x="134" y="202"/>
                  </a:lnTo>
                  <a:lnTo>
                    <a:pt x="134" y="202"/>
                  </a:lnTo>
                  <a:lnTo>
                    <a:pt x="134" y="202"/>
                  </a:lnTo>
                  <a:lnTo>
                    <a:pt x="134" y="200"/>
                  </a:lnTo>
                  <a:lnTo>
                    <a:pt x="134" y="200"/>
                  </a:lnTo>
                  <a:lnTo>
                    <a:pt x="132" y="200"/>
                  </a:lnTo>
                  <a:lnTo>
                    <a:pt x="132" y="200"/>
                  </a:lnTo>
                  <a:lnTo>
                    <a:pt x="132" y="200"/>
                  </a:lnTo>
                  <a:lnTo>
                    <a:pt x="132" y="199"/>
                  </a:lnTo>
                  <a:lnTo>
                    <a:pt x="130" y="199"/>
                  </a:lnTo>
                  <a:lnTo>
                    <a:pt x="130" y="199"/>
                  </a:lnTo>
                  <a:lnTo>
                    <a:pt x="130" y="199"/>
                  </a:lnTo>
                  <a:lnTo>
                    <a:pt x="128" y="199"/>
                  </a:lnTo>
                  <a:lnTo>
                    <a:pt x="126" y="199"/>
                  </a:lnTo>
                  <a:lnTo>
                    <a:pt x="126" y="202"/>
                  </a:lnTo>
                  <a:lnTo>
                    <a:pt x="126" y="202"/>
                  </a:lnTo>
                  <a:lnTo>
                    <a:pt x="126" y="202"/>
                  </a:lnTo>
                  <a:lnTo>
                    <a:pt x="124" y="202"/>
                  </a:lnTo>
                  <a:lnTo>
                    <a:pt x="124" y="204"/>
                  </a:lnTo>
                  <a:lnTo>
                    <a:pt x="124" y="204"/>
                  </a:lnTo>
                  <a:lnTo>
                    <a:pt x="124" y="204"/>
                  </a:lnTo>
                  <a:lnTo>
                    <a:pt x="124" y="204"/>
                  </a:lnTo>
                  <a:lnTo>
                    <a:pt x="124" y="204"/>
                  </a:lnTo>
                  <a:lnTo>
                    <a:pt x="120" y="208"/>
                  </a:lnTo>
                  <a:lnTo>
                    <a:pt x="110" y="210"/>
                  </a:lnTo>
                  <a:lnTo>
                    <a:pt x="108" y="212"/>
                  </a:lnTo>
                  <a:lnTo>
                    <a:pt x="108" y="212"/>
                  </a:lnTo>
                  <a:lnTo>
                    <a:pt x="108" y="212"/>
                  </a:lnTo>
                  <a:lnTo>
                    <a:pt x="108" y="212"/>
                  </a:lnTo>
                  <a:lnTo>
                    <a:pt x="108" y="214"/>
                  </a:lnTo>
                  <a:lnTo>
                    <a:pt x="106" y="214"/>
                  </a:lnTo>
                  <a:lnTo>
                    <a:pt x="106" y="216"/>
                  </a:lnTo>
                  <a:lnTo>
                    <a:pt x="106" y="216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0" y="216"/>
                  </a:lnTo>
                  <a:lnTo>
                    <a:pt x="100" y="216"/>
                  </a:lnTo>
                  <a:lnTo>
                    <a:pt x="98" y="214"/>
                  </a:lnTo>
                  <a:lnTo>
                    <a:pt x="97" y="214"/>
                  </a:lnTo>
                  <a:lnTo>
                    <a:pt x="95" y="214"/>
                  </a:lnTo>
                  <a:lnTo>
                    <a:pt x="95" y="214"/>
                  </a:lnTo>
                  <a:lnTo>
                    <a:pt x="93" y="214"/>
                  </a:lnTo>
                  <a:lnTo>
                    <a:pt x="93" y="214"/>
                  </a:lnTo>
                  <a:lnTo>
                    <a:pt x="91" y="214"/>
                  </a:lnTo>
                  <a:lnTo>
                    <a:pt x="91" y="214"/>
                  </a:lnTo>
                  <a:lnTo>
                    <a:pt x="91" y="212"/>
                  </a:lnTo>
                  <a:lnTo>
                    <a:pt x="91" y="212"/>
                  </a:lnTo>
                  <a:lnTo>
                    <a:pt x="91" y="212"/>
                  </a:lnTo>
                  <a:lnTo>
                    <a:pt x="91" y="210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89" y="208"/>
                  </a:lnTo>
                  <a:lnTo>
                    <a:pt x="89" y="208"/>
                  </a:lnTo>
                  <a:lnTo>
                    <a:pt x="89" y="208"/>
                  </a:lnTo>
                  <a:lnTo>
                    <a:pt x="89" y="208"/>
                  </a:lnTo>
                  <a:lnTo>
                    <a:pt x="87" y="208"/>
                  </a:lnTo>
                  <a:lnTo>
                    <a:pt x="87" y="206"/>
                  </a:lnTo>
                  <a:lnTo>
                    <a:pt x="85" y="206"/>
                  </a:lnTo>
                  <a:lnTo>
                    <a:pt x="85" y="206"/>
                  </a:lnTo>
                  <a:lnTo>
                    <a:pt x="85" y="206"/>
                  </a:lnTo>
                  <a:lnTo>
                    <a:pt x="83" y="206"/>
                  </a:lnTo>
                  <a:lnTo>
                    <a:pt x="81" y="206"/>
                  </a:lnTo>
                  <a:lnTo>
                    <a:pt x="81" y="208"/>
                  </a:lnTo>
                  <a:lnTo>
                    <a:pt x="81" y="208"/>
                  </a:lnTo>
                  <a:lnTo>
                    <a:pt x="81" y="208"/>
                  </a:lnTo>
                  <a:lnTo>
                    <a:pt x="81" y="210"/>
                  </a:lnTo>
                  <a:lnTo>
                    <a:pt x="81" y="210"/>
                  </a:lnTo>
                  <a:lnTo>
                    <a:pt x="81" y="210"/>
                  </a:lnTo>
                  <a:lnTo>
                    <a:pt x="79" y="212"/>
                  </a:lnTo>
                  <a:lnTo>
                    <a:pt x="79" y="212"/>
                  </a:lnTo>
                  <a:lnTo>
                    <a:pt x="79" y="212"/>
                  </a:lnTo>
                  <a:lnTo>
                    <a:pt x="79" y="212"/>
                  </a:lnTo>
                  <a:lnTo>
                    <a:pt x="77" y="214"/>
                  </a:lnTo>
                  <a:lnTo>
                    <a:pt x="77" y="214"/>
                  </a:lnTo>
                  <a:lnTo>
                    <a:pt x="77" y="214"/>
                  </a:lnTo>
                  <a:lnTo>
                    <a:pt x="77" y="216"/>
                  </a:lnTo>
                  <a:lnTo>
                    <a:pt x="77" y="216"/>
                  </a:lnTo>
                  <a:lnTo>
                    <a:pt x="77" y="216"/>
                  </a:lnTo>
                  <a:lnTo>
                    <a:pt x="77" y="216"/>
                  </a:lnTo>
                  <a:lnTo>
                    <a:pt x="77" y="218"/>
                  </a:lnTo>
                  <a:lnTo>
                    <a:pt x="77" y="220"/>
                  </a:lnTo>
                  <a:lnTo>
                    <a:pt x="77" y="222"/>
                  </a:lnTo>
                  <a:lnTo>
                    <a:pt x="77" y="222"/>
                  </a:lnTo>
                  <a:lnTo>
                    <a:pt x="77" y="222"/>
                  </a:lnTo>
                  <a:lnTo>
                    <a:pt x="77" y="222"/>
                  </a:lnTo>
                  <a:lnTo>
                    <a:pt x="77" y="222"/>
                  </a:lnTo>
                  <a:lnTo>
                    <a:pt x="77" y="222"/>
                  </a:lnTo>
                  <a:lnTo>
                    <a:pt x="75" y="222"/>
                  </a:lnTo>
                  <a:lnTo>
                    <a:pt x="75" y="222"/>
                  </a:lnTo>
                  <a:lnTo>
                    <a:pt x="75" y="222"/>
                  </a:lnTo>
                  <a:lnTo>
                    <a:pt x="75" y="224"/>
                  </a:lnTo>
                  <a:lnTo>
                    <a:pt x="73" y="224"/>
                  </a:lnTo>
                  <a:lnTo>
                    <a:pt x="73" y="224"/>
                  </a:lnTo>
                  <a:lnTo>
                    <a:pt x="73" y="224"/>
                  </a:lnTo>
                  <a:lnTo>
                    <a:pt x="75" y="224"/>
                  </a:lnTo>
                  <a:lnTo>
                    <a:pt x="75" y="224"/>
                  </a:lnTo>
                  <a:lnTo>
                    <a:pt x="75" y="224"/>
                  </a:lnTo>
                  <a:lnTo>
                    <a:pt x="73" y="226"/>
                  </a:lnTo>
                  <a:lnTo>
                    <a:pt x="73" y="226"/>
                  </a:lnTo>
                  <a:lnTo>
                    <a:pt x="73" y="226"/>
                  </a:lnTo>
                  <a:lnTo>
                    <a:pt x="71" y="226"/>
                  </a:lnTo>
                  <a:lnTo>
                    <a:pt x="71" y="226"/>
                  </a:lnTo>
                  <a:lnTo>
                    <a:pt x="69" y="228"/>
                  </a:lnTo>
                  <a:lnTo>
                    <a:pt x="67" y="226"/>
                  </a:lnTo>
                  <a:lnTo>
                    <a:pt x="67" y="226"/>
                  </a:lnTo>
                  <a:lnTo>
                    <a:pt x="63" y="224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57" y="220"/>
                  </a:lnTo>
                  <a:lnTo>
                    <a:pt x="55" y="220"/>
                  </a:lnTo>
                  <a:lnTo>
                    <a:pt x="55" y="220"/>
                  </a:lnTo>
                  <a:lnTo>
                    <a:pt x="53" y="218"/>
                  </a:lnTo>
                  <a:lnTo>
                    <a:pt x="51" y="216"/>
                  </a:lnTo>
                  <a:lnTo>
                    <a:pt x="51" y="216"/>
                  </a:lnTo>
                  <a:lnTo>
                    <a:pt x="51" y="216"/>
                  </a:lnTo>
                  <a:lnTo>
                    <a:pt x="51" y="214"/>
                  </a:lnTo>
                  <a:lnTo>
                    <a:pt x="51" y="214"/>
                  </a:lnTo>
                  <a:lnTo>
                    <a:pt x="51" y="214"/>
                  </a:lnTo>
                  <a:lnTo>
                    <a:pt x="51" y="214"/>
                  </a:lnTo>
                  <a:lnTo>
                    <a:pt x="51" y="214"/>
                  </a:lnTo>
                  <a:lnTo>
                    <a:pt x="51" y="214"/>
                  </a:lnTo>
                  <a:lnTo>
                    <a:pt x="51" y="212"/>
                  </a:lnTo>
                  <a:lnTo>
                    <a:pt x="51" y="212"/>
                  </a:lnTo>
                  <a:lnTo>
                    <a:pt x="51" y="212"/>
                  </a:lnTo>
                  <a:lnTo>
                    <a:pt x="53" y="212"/>
                  </a:lnTo>
                  <a:lnTo>
                    <a:pt x="53" y="212"/>
                  </a:lnTo>
                  <a:lnTo>
                    <a:pt x="53" y="212"/>
                  </a:lnTo>
                  <a:lnTo>
                    <a:pt x="53" y="212"/>
                  </a:lnTo>
                  <a:lnTo>
                    <a:pt x="53" y="212"/>
                  </a:lnTo>
                  <a:lnTo>
                    <a:pt x="53" y="210"/>
                  </a:lnTo>
                  <a:lnTo>
                    <a:pt x="53" y="210"/>
                  </a:lnTo>
                  <a:lnTo>
                    <a:pt x="51" y="210"/>
                  </a:lnTo>
                  <a:lnTo>
                    <a:pt x="51" y="210"/>
                  </a:lnTo>
                  <a:lnTo>
                    <a:pt x="51" y="210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6"/>
                  </a:lnTo>
                  <a:lnTo>
                    <a:pt x="51" y="206"/>
                  </a:lnTo>
                  <a:lnTo>
                    <a:pt x="51" y="204"/>
                  </a:lnTo>
                  <a:lnTo>
                    <a:pt x="51" y="204"/>
                  </a:lnTo>
                  <a:lnTo>
                    <a:pt x="46" y="199"/>
                  </a:lnTo>
                  <a:lnTo>
                    <a:pt x="46" y="199"/>
                  </a:lnTo>
                  <a:lnTo>
                    <a:pt x="46" y="199"/>
                  </a:lnTo>
                  <a:lnTo>
                    <a:pt x="46" y="199"/>
                  </a:lnTo>
                  <a:lnTo>
                    <a:pt x="46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7" y="197"/>
                  </a:lnTo>
                  <a:lnTo>
                    <a:pt x="47" y="197"/>
                  </a:lnTo>
                  <a:lnTo>
                    <a:pt x="47" y="197"/>
                  </a:lnTo>
                  <a:lnTo>
                    <a:pt x="47" y="195"/>
                  </a:lnTo>
                  <a:lnTo>
                    <a:pt x="47" y="193"/>
                  </a:lnTo>
                  <a:lnTo>
                    <a:pt x="47" y="193"/>
                  </a:lnTo>
                  <a:lnTo>
                    <a:pt x="44" y="189"/>
                  </a:lnTo>
                  <a:lnTo>
                    <a:pt x="44" y="189"/>
                  </a:lnTo>
                  <a:lnTo>
                    <a:pt x="44" y="187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3"/>
                  </a:lnTo>
                  <a:lnTo>
                    <a:pt x="40" y="183"/>
                  </a:lnTo>
                  <a:lnTo>
                    <a:pt x="40" y="183"/>
                  </a:lnTo>
                  <a:lnTo>
                    <a:pt x="40" y="181"/>
                  </a:lnTo>
                  <a:lnTo>
                    <a:pt x="42" y="181"/>
                  </a:lnTo>
                  <a:lnTo>
                    <a:pt x="42" y="181"/>
                  </a:lnTo>
                  <a:lnTo>
                    <a:pt x="42" y="181"/>
                  </a:lnTo>
                  <a:lnTo>
                    <a:pt x="42" y="179"/>
                  </a:lnTo>
                  <a:lnTo>
                    <a:pt x="36" y="175"/>
                  </a:lnTo>
                  <a:lnTo>
                    <a:pt x="34" y="175"/>
                  </a:lnTo>
                  <a:lnTo>
                    <a:pt x="28" y="167"/>
                  </a:lnTo>
                  <a:lnTo>
                    <a:pt x="26" y="167"/>
                  </a:lnTo>
                  <a:lnTo>
                    <a:pt x="22" y="165"/>
                  </a:lnTo>
                  <a:lnTo>
                    <a:pt x="18" y="163"/>
                  </a:lnTo>
                  <a:lnTo>
                    <a:pt x="18" y="163"/>
                  </a:lnTo>
                  <a:lnTo>
                    <a:pt x="16" y="163"/>
                  </a:lnTo>
                  <a:lnTo>
                    <a:pt x="16" y="163"/>
                  </a:lnTo>
                  <a:lnTo>
                    <a:pt x="16" y="161"/>
                  </a:lnTo>
                  <a:lnTo>
                    <a:pt x="16" y="159"/>
                  </a:lnTo>
                  <a:lnTo>
                    <a:pt x="16" y="157"/>
                  </a:lnTo>
                  <a:lnTo>
                    <a:pt x="16" y="157"/>
                  </a:lnTo>
                  <a:lnTo>
                    <a:pt x="16" y="153"/>
                  </a:lnTo>
                  <a:lnTo>
                    <a:pt x="16" y="153"/>
                  </a:lnTo>
                  <a:lnTo>
                    <a:pt x="16" y="151"/>
                  </a:lnTo>
                  <a:lnTo>
                    <a:pt x="16" y="151"/>
                  </a:lnTo>
                  <a:lnTo>
                    <a:pt x="16" y="149"/>
                  </a:lnTo>
                  <a:lnTo>
                    <a:pt x="16" y="149"/>
                  </a:lnTo>
                  <a:lnTo>
                    <a:pt x="14" y="149"/>
                  </a:lnTo>
                  <a:lnTo>
                    <a:pt x="14" y="149"/>
                  </a:lnTo>
                  <a:lnTo>
                    <a:pt x="10" y="147"/>
                  </a:lnTo>
                  <a:lnTo>
                    <a:pt x="10" y="147"/>
                  </a:lnTo>
                  <a:lnTo>
                    <a:pt x="10" y="147"/>
                  </a:lnTo>
                  <a:lnTo>
                    <a:pt x="10" y="147"/>
                  </a:lnTo>
                  <a:lnTo>
                    <a:pt x="8" y="147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8" y="144"/>
                  </a:lnTo>
                  <a:lnTo>
                    <a:pt x="8" y="144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42"/>
                  </a:lnTo>
                  <a:lnTo>
                    <a:pt x="2" y="142"/>
                  </a:lnTo>
                  <a:lnTo>
                    <a:pt x="4" y="140"/>
                  </a:lnTo>
                  <a:lnTo>
                    <a:pt x="6" y="138"/>
                  </a:lnTo>
                  <a:lnTo>
                    <a:pt x="12" y="132"/>
                  </a:lnTo>
                  <a:lnTo>
                    <a:pt x="16" y="128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24"/>
                  </a:lnTo>
                  <a:lnTo>
                    <a:pt x="22" y="124"/>
                  </a:lnTo>
                  <a:lnTo>
                    <a:pt x="26" y="126"/>
                  </a:lnTo>
                  <a:lnTo>
                    <a:pt x="28" y="126"/>
                  </a:lnTo>
                  <a:lnTo>
                    <a:pt x="26" y="126"/>
                  </a:lnTo>
                  <a:lnTo>
                    <a:pt x="24" y="124"/>
                  </a:lnTo>
                  <a:lnTo>
                    <a:pt x="26" y="124"/>
                  </a:lnTo>
                  <a:lnTo>
                    <a:pt x="30" y="124"/>
                  </a:lnTo>
                  <a:lnTo>
                    <a:pt x="32" y="124"/>
                  </a:lnTo>
                  <a:lnTo>
                    <a:pt x="32" y="126"/>
                  </a:lnTo>
                  <a:lnTo>
                    <a:pt x="34" y="124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32" y="118"/>
                  </a:lnTo>
                  <a:lnTo>
                    <a:pt x="32" y="116"/>
                  </a:lnTo>
                  <a:lnTo>
                    <a:pt x="30" y="114"/>
                  </a:lnTo>
                  <a:lnTo>
                    <a:pt x="30" y="112"/>
                  </a:lnTo>
                  <a:lnTo>
                    <a:pt x="34" y="110"/>
                  </a:lnTo>
                  <a:lnTo>
                    <a:pt x="36" y="106"/>
                  </a:lnTo>
                  <a:lnTo>
                    <a:pt x="38" y="102"/>
                  </a:lnTo>
                  <a:lnTo>
                    <a:pt x="38" y="100"/>
                  </a:lnTo>
                  <a:lnTo>
                    <a:pt x="38" y="98"/>
                  </a:lnTo>
                  <a:lnTo>
                    <a:pt x="38" y="96"/>
                  </a:lnTo>
                  <a:lnTo>
                    <a:pt x="38" y="94"/>
                  </a:lnTo>
                  <a:lnTo>
                    <a:pt x="40" y="93"/>
                  </a:lnTo>
                  <a:lnTo>
                    <a:pt x="40" y="93"/>
                  </a:lnTo>
                  <a:lnTo>
                    <a:pt x="44" y="91"/>
                  </a:lnTo>
                  <a:lnTo>
                    <a:pt x="46" y="91"/>
                  </a:lnTo>
                  <a:lnTo>
                    <a:pt x="46" y="93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7" y="96"/>
                  </a:lnTo>
                  <a:lnTo>
                    <a:pt x="46" y="98"/>
                  </a:lnTo>
                  <a:lnTo>
                    <a:pt x="46" y="100"/>
                  </a:lnTo>
                  <a:lnTo>
                    <a:pt x="49" y="104"/>
                  </a:lnTo>
                  <a:lnTo>
                    <a:pt x="51" y="106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5" y="102"/>
                  </a:lnTo>
                  <a:lnTo>
                    <a:pt x="57" y="98"/>
                  </a:lnTo>
                  <a:lnTo>
                    <a:pt x="59" y="96"/>
                  </a:lnTo>
                  <a:lnTo>
                    <a:pt x="59" y="94"/>
                  </a:lnTo>
                  <a:lnTo>
                    <a:pt x="61" y="94"/>
                  </a:lnTo>
                  <a:lnTo>
                    <a:pt x="63" y="94"/>
                  </a:lnTo>
                  <a:lnTo>
                    <a:pt x="63" y="94"/>
                  </a:lnTo>
                  <a:lnTo>
                    <a:pt x="63" y="94"/>
                  </a:lnTo>
                  <a:lnTo>
                    <a:pt x="65" y="94"/>
                  </a:lnTo>
                  <a:lnTo>
                    <a:pt x="65" y="96"/>
                  </a:lnTo>
                  <a:lnTo>
                    <a:pt x="65" y="98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2"/>
                  </a:lnTo>
                  <a:lnTo>
                    <a:pt x="67" y="102"/>
                  </a:lnTo>
                  <a:lnTo>
                    <a:pt x="69" y="104"/>
                  </a:lnTo>
                  <a:lnTo>
                    <a:pt x="69" y="104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73" y="106"/>
                  </a:lnTo>
                  <a:lnTo>
                    <a:pt x="73" y="106"/>
                  </a:lnTo>
                  <a:lnTo>
                    <a:pt x="75" y="104"/>
                  </a:lnTo>
                  <a:lnTo>
                    <a:pt x="77" y="104"/>
                  </a:lnTo>
                  <a:lnTo>
                    <a:pt x="77" y="104"/>
                  </a:lnTo>
                  <a:lnTo>
                    <a:pt x="77" y="104"/>
                  </a:lnTo>
                  <a:lnTo>
                    <a:pt x="79" y="104"/>
                  </a:lnTo>
                  <a:lnTo>
                    <a:pt x="79" y="104"/>
                  </a:lnTo>
                  <a:lnTo>
                    <a:pt x="79" y="104"/>
                  </a:lnTo>
                  <a:lnTo>
                    <a:pt x="81" y="104"/>
                  </a:lnTo>
                  <a:lnTo>
                    <a:pt x="83" y="102"/>
                  </a:lnTo>
                  <a:lnTo>
                    <a:pt x="85" y="100"/>
                  </a:lnTo>
                  <a:lnTo>
                    <a:pt x="83" y="98"/>
                  </a:lnTo>
                  <a:lnTo>
                    <a:pt x="85" y="98"/>
                  </a:lnTo>
                  <a:lnTo>
                    <a:pt x="85" y="98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98"/>
                  </a:lnTo>
                  <a:lnTo>
                    <a:pt x="104" y="104"/>
                  </a:lnTo>
                  <a:lnTo>
                    <a:pt x="110" y="110"/>
                  </a:lnTo>
                  <a:lnTo>
                    <a:pt x="106" y="116"/>
                  </a:lnTo>
                  <a:lnTo>
                    <a:pt x="108" y="118"/>
                  </a:lnTo>
                  <a:lnTo>
                    <a:pt x="110" y="120"/>
                  </a:lnTo>
                  <a:lnTo>
                    <a:pt x="110" y="122"/>
                  </a:lnTo>
                  <a:lnTo>
                    <a:pt x="112" y="122"/>
                  </a:lnTo>
                  <a:lnTo>
                    <a:pt x="112" y="126"/>
                  </a:lnTo>
                  <a:lnTo>
                    <a:pt x="114" y="128"/>
                  </a:lnTo>
                  <a:lnTo>
                    <a:pt x="114" y="130"/>
                  </a:lnTo>
                  <a:lnTo>
                    <a:pt x="114" y="132"/>
                  </a:lnTo>
                  <a:lnTo>
                    <a:pt x="116" y="140"/>
                  </a:lnTo>
                  <a:lnTo>
                    <a:pt x="118" y="144"/>
                  </a:lnTo>
                  <a:lnTo>
                    <a:pt x="118" y="144"/>
                  </a:lnTo>
                  <a:lnTo>
                    <a:pt x="120" y="146"/>
                  </a:lnTo>
                  <a:lnTo>
                    <a:pt x="124" y="147"/>
                  </a:lnTo>
                  <a:lnTo>
                    <a:pt x="128" y="149"/>
                  </a:lnTo>
                  <a:lnTo>
                    <a:pt x="130" y="147"/>
                  </a:lnTo>
                  <a:lnTo>
                    <a:pt x="134" y="146"/>
                  </a:lnTo>
                  <a:lnTo>
                    <a:pt x="136" y="146"/>
                  </a:lnTo>
                  <a:lnTo>
                    <a:pt x="138" y="147"/>
                  </a:lnTo>
                  <a:lnTo>
                    <a:pt x="142" y="146"/>
                  </a:lnTo>
                  <a:lnTo>
                    <a:pt x="144" y="142"/>
                  </a:lnTo>
                  <a:lnTo>
                    <a:pt x="140" y="136"/>
                  </a:lnTo>
                  <a:lnTo>
                    <a:pt x="138" y="132"/>
                  </a:lnTo>
                  <a:lnTo>
                    <a:pt x="140" y="126"/>
                  </a:lnTo>
                  <a:lnTo>
                    <a:pt x="142" y="124"/>
                  </a:lnTo>
                  <a:lnTo>
                    <a:pt x="142" y="122"/>
                  </a:lnTo>
                  <a:lnTo>
                    <a:pt x="140" y="116"/>
                  </a:lnTo>
                  <a:lnTo>
                    <a:pt x="140" y="114"/>
                  </a:lnTo>
                  <a:lnTo>
                    <a:pt x="142" y="110"/>
                  </a:lnTo>
                  <a:lnTo>
                    <a:pt x="144" y="110"/>
                  </a:lnTo>
                  <a:lnTo>
                    <a:pt x="142" y="106"/>
                  </a:lnTo>
                  <a:lnTo>
                    <a:pt x="138" y="106"/>
                  </a:lnTo>
                  <a:lnTo>
                    <a:pt x="136" y="104"/>
                  </a:lnTo>
                  <a:lnTo>
                    <a:pt x="120" y="85"/>
                  </a:lnTo>
                  <a:lnTo>
                    <a:pt x="118" y="85"/>
                  </a:lnTo>
                  <a:lnTo>
                    <a:pt x="114" y="85"/>
                  </a:lnTo>
                  <a:lnTo>
                    <a:pt x="110" y="85"/>
                  </a:lnTo>
                  <a:lnTo>
                    <a:pt x="108" y="87"/>
                  </a:lnTo>
                  <a:lnTo>
                    <a:pt x="108" y="89"/>
                  </a:lnTo>
                  <a:lnTo>
                    <a:pt x="108" y="89"/>
                  </a:lnTo>
                  <a:lnTo>
                    <a:pt x="102" y="85"/>
                  </a:lnTo>
                  <a:lnTo>
                    <a:pt x="97" y="81"/>
                  </a:lnTo>
                  <a:lnTo>
                    <a:pt x="95" y="81"/>
                  </a:lnTo>
                  <a:lnTo>
                    <a:pt x="95" y="79"/>
                  </a:lnTo>
                  <a:lnTo>
                    <a:pt x="95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3" y="67"/>
                  </a:lnTo>
                  <a:lnTo>
                    <a:pt x="93" y="65"/>
                  </a:lnTo>
                  <a:lnTo>
                    <a:pt x="93" y="63"/>
                  </a:lnTo>
                  <a:lnTo>
                    <a:pt x="93" y="61"/>
                  </a:lnTo>
                  <a:lnTo>
                    <a:pt x="93" y="63"/>
                  </a:lnTo>
                  <a:lnTo>
                    <a:pt x="93" y="63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89" y="61"/>
                  </a:lnTo>
                  <a:lnTo>
                    <a:pt x="89" y="61"/>
                  </a:lnTo>
                  <a:lnTo>
                    <a:pt x="89" y="61"/>
                  </a:lnTo>
                  <a:lnTo>
                    <a:pt x="87" y="57"/>
                  </a:lnTo>
                  <a:lnTo>
                    <a:pt x="87" y="57"/>
                  </a:lnTo>
                  <a:lnTo>
                    <a:pt x="87" y="57"/>
                  </a:lnTo>
                  <a:lnTo>
                    <a:pt x="87" y="47"/>
                  </a:lnTo>
                  <a:lnTo>
                    <a:pt x="87" y="41"/>
                  </a:lnTo>
                  <a:lnTo>
                    <a:pt x="87" y="41"/>
                  </a:lnTo>
                  <a:lnTo>
                    <a:pt x="89" y="39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3"/>
                  </a:lnTo>
                  <a:lnTo>
                    <a:pt x="89" y="43"/>
                  </a:lnTo>
                  <a:lnTo>
                    <a:pt x="89" y="45"/>
                  </a:lnTo>
                  <a:lnTo>
                    <a:pt x="89" y="45"/>
                  </a:lnTo>
                  <a:lnTo>
                    <a:pt x="91" y="49"/>
                  </a:lnTo>
                  <a:lnTo>
                    <a:pt x="91" y="51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51"/>
                  </a:lnTo>
                  <a:lnTo>
                    <a:pt x="95" y="49"/>
                  </a:lnTo>
                  <a:lnTo>
                    <a:pt x="95" y="47"/>
                  </a:lnTo>
                  <a:lnTo>
                    <a:pt x="95" y="47"/>
                  </a:lnTo>
                  <a:lnTo>
                    <a:pt x="95" y="45"/>
                  </a:lnTo>
                  <a:lnTo>
                    <a:pt x="97" y="43"/>
                  </a:lnTo>
                  <a:lnTo>
                    <a:pt x="97" y="41"/>
                  </a:lnTo>
                  <a:lnTo>
                    <a:pt x="97" y="41"/>
                  </a:lnTo>
                  <a:lnTo>
                    <a:pt x="98" y="41"/>
                  </a:lnTo>
                  <a:lnTo>
                    <a:pt x="98" y="39"/>
                  </a:lnTo>
                  <a:lnTo>
                    <a:pt x="98" y="38"/>
                  </a:lnTo>
                  <a:lnTo>
                    <a:pt x="98" y="36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100" y="38"/>
                  </a:lnTo>
                  <a:lnTo>
                    <a:pt x="100" y="38"/>
                  </a:lnTo>
                  <a:lnTo>
                    <a:pt x="102" y="36"/>
                  </a:lnTo>
                  <a:lnTo>
                    <a:pt x="104" y="34"/>
                  </a:lnTo>
                  <a:lnTo>
                    <a:pt x="102" y="32"/>
                  </a:lnTo>
                  <a:lnTo>
                    <a:pt x="100" y="32"/>
                  </a:lnTo>
                  <a:lnTo>
                    <a:pt x="100" y="32"/>
                  </a:lnTo>
                  <a:lnTo>
                    <a:pt x="98" y="34"/>
                  </a:lnTo>
                  <a:lnTo>
                    <a:pt x="97" y="34"/>
                  </a:lnTo>
                  <a:lnTo>
                    <a:pt x="97" y="34"/>
                  </a:lnTo>
                  <a:lnTo>
                    <a:pt x="95" y="34"/>
                  </a:lnTo>
                  <a:lnTo>
                    <a:pt x="95" y="34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91" y="32"/>
                  </a:lnTo>
                  <a:lnTo>
                    <a:pt x="89" y="32"/>
                  </a:lnTo>
                  <a:lnTo>
                    <a:pt x="89" y="34"/>
                  </a:lnTo>
                  <a:lnTo>
                    <a:pt x="87" y="36"/>
                  </a:lnTo>
                  <a:lnTo>
                    <a:pt x="87" y="34"/>
                  </a:lnTo>
                  <a:lnTo>
                    <a:pt x="87" y="34"/>
                  </a:lnTo>
                  <a:lnTo>
                    <a:pt x="85" y="34"/>
                  </a:lnTo>
                  <a:lnTo>
                    <a:pt x="85" y="34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3" y="36"/>
                  </a:lnTo>
                  <a:lnTo>
                    <a:pt x="83" y="36"/>
                  </a:lnTo>
                  <a:lnTo>
                    <a:pt x="83" y="36"/>
                  </a:lnTo>
                  <a:lnTo>
                    <a:pt x="83" y="36"/>
                  </a:lnTo>
                  <a:lnTo>
                    <a:pt x="81" y="36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77" y="38"/>
                  </a:lnTo>
                  <a:lnTo>
                    <a:pt x="77" y="36"/>
                  </a:lnTo>
                  <a:lnTo>
                    <a:pt x="77" y="36"/>
                  </a:lnTo>
                  <a:lnTo>
                    <a:pt x="77" y="36"/>
                  </a:lnTo>
                  <a:lnTo>
                    <a:pt x="75" y="36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3" y="36"/>
                  </a:lnTo>
                  <a:lnTo>
                    <a:pt x="73" y="36"/>
                  </a:lnTo>
                  <a:lnTo>
                    <a:pt x="73" y="36"/>
                  </a:lnTo>
                  <a:lnTo>
                    <a:pt x="71" y="36"/>
                  </a:lnTo>
                  <a:lnTo>
                    <a:pt x="71" y="36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3" y="32"/>
                  </a:lnTo>
                  <a:lnTo>
                    <a:pt x="63" y="30"/>
                  </a:lnTo>
                  <a:lnTo>
                    <a:pt x="63" y="30"/>
                  </a:lnTo>
                  <a:lnTo>
                    <a:pt x="63" y="30"/>
                  </a:lnTo>
                  <a:lnTo>
                    <a:pt x="69" y="28"/>
                  </a:lnTo>
                  <a:lnTo>
                    <a:pt x="73" y="26"/>
                  </a:lnTo>
                  <a:lnTo>
                    <a:pt x="75" y="24"/>
                  </a:lnTo>
                  <a:lnTo>
                    <a:pt x="85" y="20"/>
                  </a:lnTo>
                  <a:lnTo>
                    <a:pt x="89" y="20"/>
                  </a:lnTo>
                  <a:lnTo>
                    <a:pt x="95" y="16"/>
                  </a:lnTo>
                  <a:lnTo>
                    <a:pt x="102" y="14"/>
                  </a:lnTo>
                  <a:lnTo>
                    <a:pt x="104" y="12"/>
                  </a:lnTo>
                  <a:lnTo>
                    <a:pt x="108" y="14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0"/>
                  </a:lnTo>
                  <a:lnTo>
                    <a:pt x="114" y="10"/>
                  </a:lnTo>
                  <a:lnTo>
                    <a:pt x="118" y="8"/>
                  </a:lnTo>
                  <a:lnTo>
                    <a:pt x="120" y="8"/>
                  </a:lnTo>
                  <a:lnTo>
                    <a:pt x="120" y="6"/>
                  </a:lnTo>
                  <a:lnTo>
                    <a:pt x="124" y="6"/>
                  </a:lnTo>
                  <a:lnTo>
                    <a:pt x="128" y="6"/>
                  </a:lnTo>
                  <a:lnTo>
                    <a:pt x="130" y="4"/>
                  </a:lnTo>
                  <a:lnTo>
                    <a:pt x="138" y="4"/>
                  </a:lnTo>
                  <a:lnTo>
                    <a:pt x="142" y="2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8"/>
            <p:cNvSpPr>
              <a:spLocks noEditPoints="1"/>
            </p:cNvSpPr>
            <p:nvPr/>
          </p:nvSpPr>
          <p:spPr bwMode="auto">
            <a:xfrm>
              <a:off x="1060450" y="4173538"/>
              <a:ext cx="120650" cy="227013"/>
            </a:xfrm>
            <a:custGeom>
              <a:avLst/>
              <a:gdLst>
                <a:gd name="T0" fmla="*/ 141 w 151"/>
                <a:gd name="T1" fmla="*/ 102 h 287"/>
                <a:gd name="T2" fmla="*/ 80 w 151"/>
                <a:gd name="T3" fmla="*/ 2 h 287"/>
                <a:gd name="T4" fmla="*/ 116 w 151"/>
                <a:gd name="T5" fmla="*/ 32 h 287"/>
                <a:gd name="T6" fmla="*/ 122 w 151"/>
                <a:gd name="T7" fmla="*/ 32 h 287"/>
                <a:gd name="T8" fmla="*/ 112 w 151"/>
                <a:gd name="T9" fmla="*/ 40 h 287"/>
                <a:gd name="T10" fmla="*/ 106 w 151"/>
                <a:gd name="T11" fmla="*/ 47 h 287"/>
                <a:gd name="T12" fmla="*/ 118 w 151"/>
                <a:gd name="T13" fmla="*/ 65 h 287"/>
                <a:gd name="T14" fmla="*/ 124 w 151"/>
                <a:gd name="T15" fmla="*/ 75 h 287"/>
                <a:gd name="T16" fmla="*/ 127 w 151"/>
                <a:gd name="T17" fmla="*/ 100 h 287"/>
                <a:gd name="T18" fmla="*/ 127 w 151"/>
                <a:gd name="T19" fmla="*/ 110 h 287"/>
                <a:gd name="T20" fmla="*/ 120 w 151"/>
                <a:gd name="T21" fmla="*/ 118 h 287"/>
                <a:gd name="T22" fmla="*/ 118 w 151"/>
                <a:gd name="T23" fmla="*/ 126 h 287"/>
                <a:gd name="T24" fmla="*/ 127 w 151"/>
                <a:gd name="T25" fmla="*/ 112 h 287"/>
                <a:gd name="T26" fmla="*/ 139 w 151"/>
                <a:gd name="T27" fmla="*/ 106 h 287"/>
                <a:gd name="T28" fmla="*/ 118 w 151"/>
                <a:gd name="T29" fmla="*/ 142 h 287"/>
                <a:gd name="T30" fmla="*/ 116 w 151"/>
                <a:gd name="T31" fmla="*/ 146 h 287"/>
                <a:gd name="T32" fmla="*/ 110 w 151"/>
                <a:gd name="T33" fmla="*/ 153 h 287"/>
                <a:gd name="T34" fmla="*/ 116 w 151"/>
                <a:gd name="T35" fmla="*/ 177 h 287"/>
                <a:gd name="T36" fmla="*/ 122 w 151"/>
                <a:gd name="T37" fmla="*/ 208 h 287"/>
                <a:gd name="T38" fmla="*/ 131 w 151"/>
                <a:gd name="T39" fmla="*/ 250 h 287"/>
                <a:gd name="T40" fmla="*/ 116 w 151"/>
                <a:gd name="T41" fmla="*/ 271 h 287"/>
                <a:gd name="T42" fmla="*/ 92 w 151"/>
                <a:gd name="T43" fmla="*/ 281 h 287"/>
                <a:gd name="T44" fmla="*/ 80 w 151"/>
                <a:gd name="T45" fmla="*/ 283 h 287"/>
                <a:gd name="T46" fmla="*/ 61 w 151"/>
                <a:gd name="T47" fmla="*/ 269 h 287"/>
                <a:gd name="T48" fmla="*/ 61 w 151"/>
                <a:gd name="T49" fmla="*/ 256 h 287"/>
                <a:gd name="T50" fmla="*/ 55 w 151"/>
                <a:gd name="T51" fmla="*/ 244 h 287"/>
                <a:gd name="T52" fmla="*/ 47 w 151"/>
                <a:gd name="T53" fmla="*/ 228 h 287"/>
                <a:gd name="T54" fmla="*/ 37 w 151"/>
                <a:gd name="T55" fmla="*/ 226 h 287"/>
                <a:gd name="T56" fmla="*/ 25 w 151"/>
                <a:gd name="T57" fmla="*/ 208 h 287"/>
                <a:gd name="T58" fmla="*/ 18 w 151"/>
                <a:gd name="T59" fmla="*/ 203 h 287"/>
                <a:gd name="T60" fmla="*/ 10 w 151"/>
                <a:gd name="T61" fmla="*/ 195 h 287"/>
                <a:gd name="T62" fmla="*/ 18 w 151"/>
                <a:gd name="T63" fmla="*/ 167 h 287"/>
                <a:gd name="T64" fmla="*/ 27 w 151"/>
                <a:gd name="T65" fmla="*/ 161 h 287"/>
                <a:gd name="T66" fmla="*/ 31 w 151"/>
                <a:gd name="T67" fmla="*/ 157 h 287"/>
                <a:gd name="T68" fmla="*/ 41 w 151"/>
                <a:gd name="T69" fmla="*/ 155 h 287"/>
                <a:gd name="T70" fmla="*/ 39 w 151"/>
                <a:gd name="T71" fmla="*/ 150 h 287"/>
                <a:gd name="T72" fmla="*/ 47 w 151"/>
                <a:gd name="T73" fmla="*/ 150 h 287"/>
                <a:gd name="T74" fmla="*/ 53 w 151"/>
                <a:gd name="T75" fmla="*/ 152 h 287"/>
                <a:gd name="T76" fmla="*/ 63 w 151"/>
                <a:gd name="T77" fmla="*/ 148 h 287"/>
                <a:gd name="T78" fmla="*/ 63 w 151"/>
                <a:gd name="T79" fmla="*/ 144 h 287"/>
                <a:gd name="T80" fmla="*/ 65 w 151"/>
                <a:gd name="T81" fmla="*/ 140 h 287"/>
                <a:gd name="T82" fmla="*/ 61 w 151"/>
                <a:gd name="T83" fmla="*/ 134 h 287"/>
                <a:gd name="T84" fmla="*/ 63 w 151"/>
                <a:gd name="T85" fmla="*/ 130 h 287"/>
                <a:gd name="T86" fmla="*/ 63 w 151"/>
                <a:gd name="T87" fmla="*/ 118 h 287"/>
                <a:gd name="T88" fmla="*/ 63 w 151"/>
                <a:gd name="T89" fmla="*/ 112 h 287"/>
                <a:gd name="T90" fmla="*/ 76 w 151"/>
                <a:gd name="T91" fmla="*/ 100 h 287"/>
                <a:gd name="T92" fmla="*/ 88 w 151"/>
                <a:gd name="T93" fmla="*/ 93 h 287"/>
                <a:gd name="T94" fmla="*/ 80 w 151"/>
                <a:gd name="T95" fmla="*/ 87 h 287"/>
                <a:gd name="T96" fmla="*/ 76 w 151"/>
                <a:gd name="T97" fmla="*/ 77 h 287"/>
                <a:gd name="T98" fmla="*/ 69 w 151"/>
                <a:gd name="T99" fmla="*/ 81 h 287"/>
                <a:gd name="T100" fmla="*/ 61 w 151"/>
                <a:gd name="T101" fmla="*/ 83 h 287"/>
                <a:gd name="T102" fmla="*/ 59 w 151"/>
                <a:gd name="T103" fmla="*/ 77 h 287"/>
                <a:gd name="T104" fmla="*/ 51 w 151"/>
                <a:gd name="T105" fmla="*/ 69 h 287"/>
                <a:gd name="T106" fmla="*/ 39 w 151"/>
                <a:gd name="T107" fmla="*/ 63 h 287"/>
                <a:gd name="T108" fmla="*/ 33 w 151"/>
                <a:gd name="T109" fmla="*/ 45 h 287"/>
                <a:gd name="T110" fmla="*/ 23 w 151"/>
                <a:gd name="T111" fmla="*/ 42 h 287"/>
                <a:gd name="T112" fmla="*/ 43 w 151"/>
                <a:gd name="T113" fmla="*/ 36 h 287"/>
                <a:gd name="T114" fmla="*/ 35 w 151"/>
                <a:gd name="T115" fmla="*/ 26 h 287"/>
                <a:gd name="T116" fmla="*/ 39 w 151"/>
                <a:gd name="T117" fmla="*/ 18 h 287"/>
                <a:gd name="T118" fmla="*/ 47 w 151"/>
                <a:gd name="T119" fmla="*/ 20 h 287"/>
                <a:gd name="T120" fmla="*/ 69 w 151"/>
                <a:gd name="T121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1" h="287">
                  <a:moveTo>
                    <a:pt x="141" y="99"/>
                  </a:moveTo>
                  <a:lnTo>
                    <a:pt x="147" y="100"/>
                  </a:lnTo>
                  <a:lnTo>
                    <a:pt x="147" y="100"/>
                  </a:lnTo>
                  <a:lnTo>
                    <a:pt x="149" y="100"/>
                  </a:lnTo>
                  <a:lnTo>
                    <a:pt x="149" y="100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2"/>
                  </a:lnTo>
                  <a:lnTo>
                    <a:pt x="143" y="104"/>
                  </a:lnTo>
                  <a:lnTo>
                    <a:pt x="143" y="104"/>
                  </a:lnTo>
                  <a:lnTo>
                    <a:pt x="141" y="102"/>
                  </a:lnTo>
                  <a:lnTo>
                    <a:pt x="141" y="102"/>
                  </a:lnTo>
                  <a:lnTo>
                    <a:pt x="141" y="102"/>
                  </a:lnTo>
                  <a:lnTo>
                    <a:pt x="141" y="100"/>
                  </a:lnTo>
                  <a:lnTo>
                    <a:pt x="139" y="100"/>
                  </a:lnTo>
                  <a:lnTo>
                    <a:pt x="139" y="100"/>
                  </a:lnTo>
                  <a:lnTo>
                    <a:pt x="139" y="100"/>
                  </a:lnTo>
                  <a:lnTo>
                    <a:pt x="137" y="100"/>
                  </a:lnTo>
                  <a:lnTo>
                    <a:pt x="137" y="99"/>
                  </a:lnTo>
                  <a:lnTo>
                    <a:pt x="139" y="99"/>
                  </a:lnTo>
                  <a:lnTo>
                    <a:pt x="141" y="99"/>
                  </a:lnTo>
                  <a:close/>
                  <a:moveTo>
                    <a:pt x="69" y="0"/>
                  </a:moveTo>
                  <a:lnTo>
                    <a:pt x="7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4" y="4"/>
                  </a:lnTo>
                  <a:lnTo>
                    <a:pt x="86" y="6"/>
                  </a:lnTo>
                  <a:lnTo>
                    <a:pt x="88" y="6"/>
                  </a:lnTo>
                  <a:lnTo>
                    <a:pt x="92" y="8"/>
                  </a:lnTo>
                  <a:lnTo>
                    <a:pt x="104" y="14"/>
                  </a:lnTo>
                  <a:lnTo>
                    <a:pt x="110" y="20"/>
                  </a:lnTo>
                  <a:lnTo>
                    <a:pt x="116" y="28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6" y="32"/>
                  </a:lnTo>
                  <a:lnTo>
                    <a:pt x="116" y="32"/>
                  </a:lnTo>
                  <a:lnTo>
                    <a:pt x="116" y="32"/>
                  </a:lnTo>
                  <a:lnTo>
                    <a:pt x="116" y="32"/>
                  </a:lnTo>
                  <a:lnTo>
                    <a:pt x="118" y="32"/>
                  </a:lnTo>
                  <a:lnTo>
                    <a:pt x="118" y="32"/>
                  </a:lnTo>
                  <a:lnTo>
                    <a:pt x="118" y="32"/>
                  </a:lnTo>
                  <a:lnTo>
                    <a:pt x="120" y="32"/>
                  </a:lnTo>
                  <a:lnTo>
                    <a:pt x="120" y="32"/>
                  </a:lnTo>
                  <a:lnTo>
                    <a:pt x="120" y="32"/>
                  </a:lnTo>
                  <a:lnTo>
                    <a:pt x="122" y="32"/>
                  </a:lnTo>
                  <a:lnTo>
                    <a:pt x="122" y="32"/>
                  </a:lnTo>
                  <a:lnTo>
                    <a:pt x="122" y="32"/>
                  </a:lnTo>
                  <a:lnTo>
                    <a:pt x="122" y="34"/>
                  </a:lnTo>
                  <a:lnTo>
                    <a:pt x="122" y="34"/>
                  </a:lnTo>
                  <a:lnTo>
                    <a:pt x="122" y="34"/>
                  </a:lnTo>
                  <a:lnTo>
                    <a:pt x="120" y="34"/>
                  </a:lnTo>
                  <a:lnTo>
                    <a:pt x="120" y="34"/>
                  </a:lnTo>
                  <a:lnTo>
                    <a:pt x="120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6" y="38"/>
                  </a:lnTo>
                  <a:lnTo>
                    <a:pt x="116" y="36"/>
                  </a:lnTo>
                  <a:lnTo>
                    <a:pt x="114" y="38"/>
                  </a:lnTo>
                  <a:lnTo>
                    <a:pt x="112" y="40"/>
                  </a:lnTo>
                  <a:lnTo>
                    <a:pt x="110" y="38"/>
                  </a:lnTo>
                  <a:lnTo>
                    <a:pt x="110" y="40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45"/>
                  </a:lnTo>
                  <a:lnTo>
                    <a:pt x="108" y="45"/>
                  </a:lnTo>
                  <a:lnTo>
                    <a:pt x="108" y="45"/>
                  </a:lnTo>
                  <a:lnTo>
                    <a:pt x="108" y="45"/>
                  </a:lnTo>
                  <a:lnTo>
                    <a:pt x="106" y="45"/>
                  </a:lnTo>
                  <a:lnTo>
                    <a:pt x="106" y="45"/>
                  </a:lnTo>
                  <a:lnTo>
                    <a:pt x="106" y="45"/>
                  </a:lnTo>
                  <a:lnTo>
                    <a:pt x="106" y="47"/>
                  </a:lnTo>
                  <a:lnTo>
                    <a:pt x="104" y="51"/>
                  </a:lnTo>
                  <a:lnTo>
                    <a:pt x="104" y="51"/>
                  </a:lnTo>
                  <a:lnTo>
                    <a:pt x="104" y="53"/>
                  </a:lnTo>
                  <a:lnTo>
                    <a:pt x="106" y="55"/>
                  </a:lnTo>
                  <a:lnTo>
                    <a:pt x="106" y="55"/>
                  </a:lnTo>
                  <a:lnTo>
                    <a:pt x="106" y="57"/>
                  </a:lnTo>
                  <a:lnTo>
                    <a:pt x="110" y="57"/>
                  </a:lnTo>
                  <a:lnTo>
                    <a:pt x="110" y="57"/>
                  </a:lnTo>
                  <a:lnTo>
                    <a:pt x="110" y="57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8" y="65"/>
                  </a:lnTo>
                  <a:lnTo>
                    <a:pt x="120" y="65"/>
                  </a:lnTo>
                  <a:lnTo>
                    <a:pt x="118" y="69"/>
                  </a:lnTo>
                  <a:lnTo>
                    <a:pt x="118" y="71"/>
                  </a:lnTo>
                  <a:lnTo>
                    <a:pt x="118" y="71"/>
                  </a:lnTo>
                  <a:lnTo>
                    <a:pt x="120" y="73"/>
                  </a:lnTo>
                  <a:lnTo>
                    <a:pt x="120" y="73"/>
                  </a:lnTo>
                  <a:lnTo>
                    <a:pt x="120" y="75"/>
                  </a:lnTo>
                  <a:lnTo>
                    <a:pt x="120" y="75"/>
                  </a:lnTo>
                  <a:lnTo>
                    <a:pt x="122" y="75"/>
                  </a:lnTo>
                  <a:lnTo>
                    <a:pt x="122" y="77"/>
                  </a:lnTo>
                  <a:lnTo>
                    <a:pt x="122" y="75"/>
                  </a:lnTo>
                  <a:lnTo>
                    <a:pt x="124" y="75"/>
                  </a:lnTo>
                  <a:lnTo>
                    <a:pt x="125" y="75"/>
                  </a:lnTo>
                  <a:lnTo>
                    <a:pt x="125" y="77"/>
                  </a:lnTo>
                  <a:lnTo>
                    <a:pt x="125" y="79"/>
                  </a:lnTo>
                  <a:lnTo>
                    <a:pt x="125" y="85"/>
                  </a:lnTo>
                  <a:lnTo>
                    <a:pt x="125" y="89"/>
                  </a:lnTo>
                  <a:lnTo>
                    <a:pt x="125" y="89"/>
                  </a:lnTo>
                  <a:lnTo>
                    <a:pt x="125" y="91"/>
                  </a:lnTo>
                  <a:lnTo>
                    <a:pt x="125" y="91"/>
                  </a:lnTo>
                  <a:lnTo>
                    <a:pt x="125" y="97"/>
                  </a:lnTo>
                  <a:lnTo>
                    <a:pt x="127" y="99"/>
                  </a:lnTo>
                  <a:lnTo>
                    <a:pt x="127" y="100"/>
                  </a:lnTo>
                  <a:lnTo>
                    <a:pt x="127" y="100"/>
                  </a:lnTo>
                  <a:lnTo>
                    <a:pt x="127" y="102"/>
                  </a:lnTo>
                  <a:lnTo>
                    <a:pt x="127" y="102"/>
                  </a:lnTo>
                  <a:lnTo>
                    <a:pt x="127" y="104"/>
                  </a:lnTo>
                  <a:lnTo>
                    <a:pt x="127" y="104"/>
                  </a:lnTo>
                  <a:lnTo>
                    <a:pt x="125" y="104"/>
                  </a:lnTo>
                  <a:lnTo>
                    <a:pt x="125" y="106"/>
                  </a:lnTo>
                  <a:lnTo>
                    <a:pt x="125" y="106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7" y="110"/>
                  </a:lnTo>
                  <a:lnTo>
                    <a:pt x="127" y="110"/>
                  </a:lnTo>
                  <a:lnTo>
                    <a:pt x="127" y="110"/>
                  </a:lnTo>
                  <a:lnTo>
                    <a:pt x="125" y="110"/>
                  </a:lnTo>
                  <a:lnTo>
                    <a:pt x="125" y="110"/>
                  </a:lnTo>
                  <a:lnTo>
                    <a:pt x="125" y="110"/>
                  </a:lnTo>
                  <a:lnTo>
                    <a:pt x="124" y="112"/>
                  </a:lnTo>
                  <a:lnTo>
                    <a:pt x="124" y="112"/>
                  </a:lnTo>
                  <a:lnTo>
                    <a:pt x="124" y="114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2" y="116"/>
                  </a:lnTo>
                  <a:lnTo>
                    <a:pt x="122" y="116"/>
                  </a:lnTo>
                  <a:lnTo>
                    <a:pt x="120" y="118"/>
                  </a:lnTo>
                  <a:lnTo>
                    <a:pt x="120" y="120"/>
                  </a:lnTo>
                  <a:lnTo>
                    <a:pt x="118" y="118"/>
                  </a:lnTo>
                  <a:lnTo>
                    <a:pt x="118" y="118"/>
                  </a:lnTo>
                  <a:lnTo>
                    <a:pt x="118" y="118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18" y="122"/>
                  </a:lnTo>
                  <a:lnTo>
                    <a:pt x="118" y="124"/>
                  </a:lnTo>
                  <a:lnTo>
                    <a:pt x="118" y="124"/>
                  </a:lnTo>
                  <a:lnTo>
                    <a:pt x="118" y="124"/>
                  </a:lnTo>
                  <a:lnTo>
                    <a:pt x="118" y="126"/>
                  </a:lnTo>
                  <a:lnTo>
                    <a:pt x="118" y="126"/>
                  </a:lnTo>
                  <a:lnTo>
                    <a:pt x="120" y="126"/>
                  </a:lnTo>
                  <a:lnTo>
                    <a:pt x="122" y="124"/>
                  </a:lnTo>
                  <a:lnTo>
                    <a:pt x="122" y="122"/>
                  </a:lnTo>
                  <a:lnTo>
                    <a:pt x="124" y="120"/>
                  </a:lnTo>
                  <a:lnTo>
                    <a:pt x="124" y="118"/>
                  </a:lnTo>
                  <a:lnTo>
                    <a:pt x="124" y="118"/>
                  </a:lnTo>
                  <a:lnTo>
                    <a:pt x="125" y="118"/>
                  </a:lnTo>
                  <a:lnTo>
                    <a:pt x="125" y="116"/>
                  </a:lnTo>
                  <a:lnTo>
                    <a:pt x="125" y="116"/>
                  </a:lnTo>
                  <a:lnTo>
                    <a:pt x="125" y="114"/>
                  </a:lnTo>
                  <a:lnTo>
                    <a:pt x="127" y="114"/>
                  </a:lnTo>
                  <a:lnTo>
                    <a:pt x="127" y="112"/>
                  </a:lnTo>
                  <a:lnTo>
                    <a:pt x="129" y="110"/>
                  </a:lnTo>
                  <a:lnTo>
                    <a:pt x="129" y="108"/>
                  </a:lnTo>
                  <a:lnTo>
                    <a:pt x="131" y="106"/>
                  </a:lnTo>
                  <a:lnTo>
                    <a:pt x="131" y="104"/>
                  </a:lnTo>
                  <a:lnTo>
                    <a:pt x="131" y="104"/>
                  </a:lnTo>
                  <a:lnTo>
                    <a:pt x="133" y="104"/>
                  </a:lnTo>
                  <a:lnTo>
                    <a:pt x="135" y="102"/>
                  </a:lnTo>
                  <a:lnTo>
                    <a:pt x="135" y="102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9" y="104"/>
                  </a:lnTo>
                  <a:lnTo>
                    <a:pt x="139" y="106"/>
                  </a:lnTo>
                  <a:lnTo>
                    <a:pt x="135" y="108"/>
                  </a:lnTo>
                  <a:lnTo>
                    <a:pt x="133" y="112"/>
                  </a:lnTo>
                  <a:lnTo>
                    <a:pt x="125" y="120"/>
                  </a:lnTo>
                  <a:lnTo>
                    <a:pt x="124" y="128"/>
                  </a:lnTo>
                  <a:lnTo>
                    <a:pt x="120" y="130"/>
                  </a:lnTo>
                  <a:lnTo>
                    <a:pt x="120" y="134"/>
                  </a:lnTo>
                  <a:lnTo>
                    <a:pt x="118" y="136"/>
                  </a:lnTo>
                  <a:lnTo>
                    <a:pt x="118" y="138"/>
                  </a:lnTo>
                  <a:lnTo>
                    <a:pt x="118" y="140"/>
                  </a:lnTo>
                  <a:lnTo>
                    <a:pt x="116" y="140"/>
                  </a:lnTo>
                  <a:lnTo>
                    <a:pt x="116" y="142"/>
                  </a:lnTo>
                  <a:lnTo>
                    <a:pt x="118" y="142"/>
                  </a:lnTo>
                  <a:lnTo>
                    <a:pt x="120" y="142"/>
                  </a:lnTo>
                  <a:lnTo>
                    <a:pt x="120" y="142"/>
                  </a:lnTo>
                  <a:lnTo>
                    <a:pt x="122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2" y="144"/>
                  </a:lnTo>
                  <a:lnTo>
                    <a:pt x="122" y="144"/>
                  </a:lnTo>
                  <a:lnTo>
                    <a:pt x="120" y="144"/>
                  </a:lnTo>
                  <a:lnTo>
                    <a:pt x="120" y="146"/>
                  </a:lnTo>
                  <a:lnTo>
                    <a:pt x="118" y="146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14" y="148"/>
                  </a:lnTo>
                  <a:lnTo>
                    <a:pt x="114" y="148"/>
                  </a:lnTo>
                  <a:lnTo>
                    <a:pt x="114" y="150"/>
                  </a:lnTo>
                  <a:lnTo>
                    <a:pt x="114" y="150"/>
                  </a:lnTo>
                  <a:lnTo>
                    <a:pt x="114" y="152"/>
                  </a:lnTo>
                  <a:lnTo>
                    <a:pt x="112" y="152"/>
                  </a:lnTo>
                  <a:lnTo>
                    <a:pt x="112" y="152"/>
                  </a:lnTo>
                  <a:lnTo>
                    <a:pt x="112" y="153"/>
                  </a:lnTo>
                  <a:lnTo>
                    <a:pt x="112" y="153"/>
                  </a:lnTo>
                  <a:lnTo>
                    <a:pt x="110" y="153"/>
                  </a:lnTo>
                  <a:lnTo>
                    <a:pt x="110" y="153"/>
                  </a:lnTo>
                  <a:lnTo>
                    <a:pt x="110" y="155"/>
                  </a:lnTo>
                  <a:lnTo>
                    <a:pt x="110" y="159"/>
                  </a:lnTo>
                  <a:lnTo>
                    <a:pt x="112" y="165"/>
                  </a:lnTo>
                  <a:lnTo>
                    <a:pt x="114" y="167"/>
                  </a:lnTo>
                  <a:lnTo>
                    <a:pt x="114" y="167"/>
                  </a:lnTo>
                  <a:lnTo>
                    <a:pt x="114" y="169"/>
                  </a:lnTo>
                  <a:lnTo>
                    <a:pt x="114" y="169"/>
                  </a:lnTo>
                  <a:lnTo>
                    <a:pt x="118" y="173"/>
                  </a:lnTo>
                  <a:lnTo>
                    <a:pt x="118" y="175"/>
                  </a:lnTo>
                  <a:lnTo>
                    <a:pt x="118" y="175"/>
                  </a:lnTo>
                  <a:lnTo>
                    <a:pt x="118" y="177"/>
                  </a:lnTo>
                  <a:lnTo>
                    <a:pt x="116" y="177"/>
                  </a:lnTo>
                  <a:lnTo>
                    <a:pt x="116" y="181"/>
                  </a:lnTo>
                  <a:lnTo>
                    <a:pt x="116" y="181"/>
                  </a:lnTo>
                  <a:lnTo>
                    <a:pt x="116" y="181"/>
                  </a:lnTo>
                  <a:lnTo>
                    <a:pt x="116" y="183"/>
                  </a:lnTo>
                  <a:lnTo>
                    <a:pt x="116" y="183"/>
                  </a:lnTo>
                  <a:lnTo>
                    <a:pt x="114" y="185"/>
                  </a:lnTo>
                  <a:lnTo>
                    <a:pt x="114" y="187"/>
                  </a:lnTo>
                  <a:lnTo>
                    <a:pt x="114" y="191"/>
                  </a:lnTo>
                  <a:lnTo>
                    <a:pt x="118" y="193"/>
                  </a:lnTo>
                  <a:lnTo>
                    <a:pt x="120" y="195"/>
                  </a:lnTo>
                  <a:lnTo>
                    <a:pt x="120" y="203"/>
                  </a:lnTo>
                  <a:lnTo>
                    <a:pt x="122" y="208"/>
                  </a:lnTo>
                  <a:lnTo>
                    <a:pt x="122" y="210"/>
                  </a:lnTo>
                  <a:lnTo>
                    <a:pt x="124" y="214"/>
                  </a:lnTo>
                  <a:lnTo>
                    <a:pt x="125" y="214"/>
                  </a:lnTo>
                  <a:lnTo>
                    <a:pt x="127" y="228"/>
                  </a:lnTo>
                  <a:lnTo>
                    <a:pt x="127" y="230"/>
                  </a:lnTo>
                  <a:lnTo>
                    <a:pt x="129" y="232"/>
                  </a:lnTo>
                  <a:lnTo>
                    <a:pt x="129" y="234"/>
                  </a:lnTo>
                  <a:lnTo>
                    <a:pt x="129" y="236"/>
                  </a:lnTo>
                  <a:lnTo>
                    <a:pt x="129" y="238"/>
                  </a:lnTo>
                  <a:lnTo>
                    <a:pt x="129" y="240"/>
                  </a:lnTo>
                  <a:lnTo>
                    <a:pt x="129" y="248"/>
                  </a:lnTo>
                  <a:lnTo>
                    <a:pt x="131" y="250"/>
                  </a:lnTo>
                  <a:lnTo>
                    <a:pt x="133" y="250"/>
                  </a:lnTo>
                  <a:lnTo>
                    <a:pt x="135" y="252"/>
                  </a:lnTo>
                  <a:lnTo>
                    <a:pt x="137" y="254"/>
                  </a:lnTo>
                  <a:lnTo>
                    <a:pt x="137" y="256"/>
                  </a:lnTo>
                  <a:lnTo>
                    <a:pt x="137" y="256"/>
                  </a:lnTo>
                  <a:lnTo>
                    <a:pt x="133" y="260"/>
                  </a:lnTo>
                  <a:lnTo>
                    <a:pt x="129" y="261"/>
                  </a:lnTo>
                  <a:lnTo>
                    <a:pt x="129" y="263"/>
                  </a:lnTo>
                  <a:lnTo>
                    <a:pt x="125" y="267"/>
                  </a:lnTo>
                  <a:lnTo>
                    <a:pt x="124" y="269"/>
                  </a:lnTo>
                  <a:lnTo>
                    <a:pt x="122" y="269"/>
                  </a:lnTo>
                  <a:lnTo>
                    <a:pt x="116" y="271"/>
                  </a:lnTo>
                  <a:lnTo>
                    <a:pt x="114" y="273"/>
                  </a:lnTo>
                  <a:lnTo>
                    <a:pt x="112" y="273"/>
                  </a:lnTo>
                  <a:lnTo>
                    <a:pt x="106" y="273"/>
                  </a:lnTo>
                  <a:lnTo>
                    <a:pt x="104" y="273"/>
                  </a:lnTo>
                  <a:lnTo>
                    <a:pt x="102" y="275"/>
                  </a:lnTo>
                  <a:lnTo>
                    <a:pt x="98" y="279"/>
                  </a:lnTo>
                  <a:lnTo>
                    <a:pt x="98" y="279"/>
                  </a:lnTo>
                  <a:lnTo>
                    <a:pt x="96" y="277"/>
                  </a:lnTo>
                  <a:lnTo>
                    <a:pt x="96" y="279"/>
                  </a:lnTo>
                  <a:lnTo>
                    <a:pt x="94" y="279"/>
                  </a:lnTo>
                  <a:lnTo>
                    <a:pt x="94" y="281"/>
                  </a:lnTo>
                  <a:lnTo>
                    <a:pt x="92" y="281"/>
                  </a:lnTo>
                  <a:lnTo>
                    <a:pt x="92" y="281"/>
                  </a:lnTo>
                  <a:lnTo>
                    <a:pt x="92" y="281"/>
                  </a:lnTo>
                  <a:lnTo>
                    <a:pt x="90" y="283"/>
                  </a:lnTo>
                  <a:lnTo>
                    <a:pt x="90" y="285"/>
                  </a:lnTo>
                  <a:lnTo>
                    <a:pt x="90" y="285"/>
                  </a:lnTo>
                  <a:lnTo>
                    <a:pt x="90" y="287"/>
                  </a:lnTo>
                  <a:lnTo>
                    <a:pt x="88" y="287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2" y="285"/>
                  </a:lnTo>
                  <a:lnTo>
                    <a:pt x="80" y="285"/>
                  </a:lnTo>
                  <a:lnTo>
                    <a:pt x="80" y="283"/>
                  </a:lnTo>
                  <a:lnTo>
                    <a:pt x="78" y="281"/>
                  </a:lnTo>
                  <a:lnTo>
                    <a:pt x="76" y="281"/>
                  </a:lnTo>
                  <a:lnTo>
                    <a:pt x="76" y="281"/>
                  </a:lnTo>
                  <a:lnTo>
                    <a:pt x="74" y="281"/>
                  </a:lnTo>
                  <a:lnTo>
                    <a:pt x="73" y="281"/>
                  </a:lnTo>
                  <a:lnTo>
                    <a:pt x="73" y="281"/>
                  </a:lnTo>
                  <a:lnTo>
                    <a:pt x="71" y="277"/>
                  </a:lnTo>
                  <a:lnTo>
                    <a:pt x="71" y="277"/>
                  </a:lnTo>
                  <a:lnTo>
                    <a:pt x="65" y="275"/>
                  </a:lnTo>
                  <a:lnTo>
                    <a:pt x="65" y="275"/>
                  </a:lnTo>
                  <a:lnTo>
                    <a:pt x="65" y="273"/>
                  </a:lnTo>
                  <a:lnTo>
                    <a:pt x="61" y="269"/>
                  </a:lnTo>
                  <a:lnTo>
                    <a:pt x="61" y="269"/>
                  </a:lnTo>
                  <a:lnTo>
                    <a:pt x="61" y="267"/>
                  </a:lnTo>
                  <a:lnTo>
                    <a:pt x="61" y="263"/>
                  </a:lnTo>
                  <a:lnTo>
                    <a:pt x="63" y="261"/>
                  </a:lnTo>
                  <a:lnTo>
                    <a:pt x="63" y="261"/>
                  </a:lnTo>
                  <a:lnTo>
                    <a:pt x="61" y="260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4"/>
                  </a:lnTo>
                  <a:lnTo>
                    <a:pt x="61" y="254"/>
                  </a:lnTo>
                  <a:lnTo>
                    <a:pt x="61" y="252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7" y="250"/>
                  </a:lnTo>
                  <a:lnTo>
                    <a:pt x="55" y="250"/>
                  </a:lnTo>
                  <a:lnTo>
                    <a:pt x="55" y="250"/>
                  </a:lnTo>
                  <a:lnTo>
                    <a:pt x="55" y="248"/>
                  </a:lnTo>
                  <a:lnTo>
                    <a:pt x="55" y="246"/>
                  </a:lnTo>
                  <a:lnTo>
                    <a:pt x="55" y="244"/>
                  </a:lnTo>
                  <a:lnTo>
                    <a:pt x="53" y="240"/>
                  </a:lnTo>
                  <a:lnTo>
                    <a:pt x="51" y="240"/>
                  </a:lnTo>
                  <a:lnTo>
                    <a:pt x="51" y="238"/>
                  </a:lnTo>
                  <a:lnTo>
                    <a:pt x="53" y="238"/>
                  </a:lnTo>
                  <a:lnTo>
                    <a:pt x="53" y="238"/>
                  </a:lnTo>
                  <a:lnTo>
                    <a:pt x="51" y="236"/>
                  </a:lnTo>
                  <a:lnTo>
                    <a:pt x="51" y="236"/>
                  </a:lnTo>
                  <a:lnTo>
                    <a:pt x="49" y="236"/>
                  </a:lnTo>
                  <a:lnTo>
                    <a:pt x="49" y="234"/>
                  </a:lnTo>
                  <a:lnTo>
                    <a:pt x="47" y="230"/>
                  </a:lnTo>
                  <a:lnTo>
                    <a:pt x="47" y="230"/>
                  </a:lnTo>
                  <a:lnTo>
                    <a:pt x="47" y="228"/>
                  </a:lnTo>
                  <a:lnTo>
                    <a:pt x="47" y="226"/>
                  </a:lnTo>
                  <a:lnTo>
                    <a:pt x="47" y="224"/>
                  </a:lnTo>
                  <a:lnTo>
                    <a:pt x="47" y="224"/>
                  </a:lnTo>
                  <a:lnTo>
                    <a:pt x="45" y="226"/>
                  </a:lnTo>
                  <a:lnTo>
                    <a:pt x="45" y="226"/>
                  </a:lnTo>
                  <a:lnTo>
                    <a:pt x="45" y="226"/>
                  </a:lnTo>
                  <a:lnTo>
                    <a:pt x="43" y="226"/>
                  </a:lnTo>
                  <a:lnTo>
                    <a:pt x="41" y="226"/>
                  </a:lnTo>
                  <a:lnTo>
                    <a:pt x="39" y="226"/>
                  </a:lnTo>
                  <a:lnTo>
                    <a:pt x="37" y="226"/>
                  </a:lnTo>
                  <a:lnTo>
                    <a:pt x="37" y="226"/>
                  </a:lnTo>
                  <a:lnTo>
                    <a:pt x="37" y="226"/>
                  </a:lnTo>
                  <a:lnTo>
                    <a:pt x="37" y="224"/>
                  </a:lnTo>
                  <a:lnTo>
                    <a:pt x="37" y="222"/>
                  </a:lnTo>
                  <a:lnTo>
                    <a:pt x="37" y="220"/>
                  </a:lnTo>
                  <a:lnTo>
                    <a:pt x="37" y="220"/>
                  </a:lnTo>
                  <a:lnTo>
                    <a:pt x="35" y="218"/>
                  </a:lnTo>
                  <a:lnTo>
                    <a:pt x="33" y="218"/>
                  </a:lnTo>
                  <a:lnTo>
                    <a:pt x="33" y="216"/>
                  </a:lnTo>
                  <a:lnTo>
                    <a:pt x="31" y="214"/>
                  </a:lnTo>
                  <a:lnTo>
                    <a:pt x="31" y="214"/>
                  </a:lnTo>
                  <a:lnTo>
                    <a:pt x="27" y="212"/>
                  </a:lnTo>
                  <a:lnTo>
                    <a:pt x="27" y="212"/>
                  </a:lnTo>
                  <a:lnTo>
                    <a:pt x="25" y="208"/>
                  </a:lnTo>
                  <a:lnTo>
                    <a:pt x="25" y="206"/>
                  </a:lnTo>
                  <a:lnTo>
                    <a:pt x="25" y="206"/>
                  </a:lnTo>
                  <a:lnTo>
                    <a:pt x="23" y="206"/>
                  </a:lnTo>
                  <a:lnTo>
                    <a:pt x="23" y="206"/>
                  </a:lnTo>
                  <a:lnTo>
                    <a:pt x="23" y="206"/>
                  </a:lnTo>
                  <a:lnTo>
                    <a:pt x="23" y="206"/>
                  </a:lnTo>
                  <a:lnTo>
                    <a:pt x="20" y="206"/>
                  </a:lnTo>
                  <a:lnTo>
                    <a:pt x="18" y="205"/>
                  </a:lnTo>
                  <a:lnTo>
                    <a:pt x="18" y="205"/>
                  </a:lnTo>
                  <a:lnTo>
                    <a:pt x="18" y="203"/>
                  </a:lnTo>
                  <a:lnTo>
                    <a:pt x="18" y="203"/>
                  </a:lnTo>
                  <a:lnTo>
                    <a:pt x="18" y="203"/>
                  </a:lnTo>
                  <a:lnTo>
                    <a:pt x="16" y="203"/>
                  </a:lnTo>
                  <a:lnTo>
                    <a:pt x="16" y="203"/>
                  </a:lnTo>
                  <a:lnTo>
                    <a:pt x="16" y="201"/>
                  </a:lnTo>
                  <a:lnTo>
                    <a:pt x="14" y="201"/>
                  </a:lnTo>
                  <a:lnTo>
                    <a:pt x="14" y="201"/>
                  </a:lnTo>
                  <a:lnTo>
                    <a:pt x="14" y="201"/>
                  </a:lnTo>
                  <a:lnTo>
                    <a:pt x="14" y="201"/>
                  </a:lnTo>
                  <a:lnTo>
                    <a:pt x="12" y="201"/>
                  </a:lnTo>
                  <a:lnTo>
                    <a:pt x="12" y="199"/>
                  </a:lnTo>
                  <a:lnTo>
                    <a:pt x="12" y="199"/>
                  </a:lnTo>
                  <a:lnTo>
                    <a:pt x="12" y="195"/>
                  </a:lnTo>
                  <a:lnTo>
                    <a:pt x="10" y="195"/>
                  </a:lnTo>
                  <a:lnTo>
                    <a:pt x="8" y="191"/>
                  </a:lnTo>
                  <a:lnTo>
                    <a:pt x="4" y="187"/>
                  </a:lnTo>
                  <a:lnTo>
                    <a:pt x="2" y="185"/>
                  </a:lnTo>
                  <a:lnTo>
                    <a:pt x="0" y="183"/>
                  </a:lnTo>
                  <a:lnTo>
                    <a:pt x="0" y="181"/>
                  </a:lnTo>
                  <a:lnTo>
                    <a:pt x="12" y="169"/>
                  </a:lnTo>
                  <a:lnTo>
                    <a:pt x="12" y="167"/>
                  </a:lnTo>
                  <a:lnTo>
                    <a:pt x="14" y="167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20" y="165"/>
                  </a:lnTo>
                  <a:lnTo>
                    <a:pt x="23" y="163"/>
                  </a:lnTo>
                  <a:lnTo>
                    <a:pt x="25" y="163"/>
                  </a:lnTo>
                  <a:lnTo>
                    <a:pt x="25" y="163"/>
                  </a:lnTo>
                  <a:lnTo>
                    <a:pt x="25" y="163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27" y="161"/>
                  </a:lnTo>
                  <a:lnTo>
                    <a:pt x="27" y="161"/>
                  </a:lnTo>
                  <a:lnTo>
                    <a:pt x="27" y="161"/>
                  </a:lnTo>
                  <a:lnTo>
                    <a:pt x="27" y="161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9" y="163"/>
                  </a:lnTo>
                  <a:lnTo>
                    <a:pt x="29" y="163"/>
                  </a:lnTo>
                  <a:lnTo>
                    <a:pt x="29" y="163"/>
                  </a:lnTo>
                  <a:lnTo>
                    <a:pt x="29" y="159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7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7" y="157"/>
                  </a:lnTo>
                  <a:lnTo>
                    <a:pt x="37" y="157"/>
                  </a:lnTo>
                  <a:lnTo>
                    <a:pt x="39" y="157"/>
                  </a:lnTo>
                  <a:lnTo>
                    <a:pt x="39" y="157"/>
                  </a:lnTo>
                  <a:lnTo>
                    <a:pt x="39" y="157"/>
                  </a:lnTo>
                  <a:lnTo>
                    <a:pt x="39" y="157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41" y="155"/>
                  </a:lnTo>
                  <a:lnTo>
                    <a:pt x="41" y="153"/>
                  </a:lnTo>
                  <a:lnTo>
                    <a:pt x="41" y="153"/>
                  </a:lnTo>
                  <a:lnTo>
                    <a:pt x="41" y="153"/>
                  </a:lnTo>
                  <a:lnTo>
                    <a:pt x="41" y="153"/>
                  </a:lnTo>
                  <a:lnTo>
                    <a:pt x="39" y="152"/>
                  </a:lnTo>
                  <a:lnTo>
                    <a:pt x="39" y="152"/>
                  </a:lnTo>
                  <a:lnTo>
                    <a:pt x="39" y="152"/>
                  </a:lnTo>
                  <a:lnTo>
                    <a:pt x="39" y="152"/>
                  </a:lnTo>
                  <a:lnTo>
                    <a:pt x="39" y="150"/>
                  </a:lnTo>
                  <a:lnTo>
                    <a:pt x="39" y="150"/>
                  </a:lnTo>
                  <a:lnTo>
                    <a:pt x="39" y="150"/>
                  </a:lnTo>
                  <a:lnTo>
                    <a:pt x="39" y="150"/>
                  </a:lnTo>
                  <a:lnTo>
                    <a:pt x="39" y="150"/>
                  </a:lnTo>
                  <a:lnTo>
                    <a:pt x="41" y="148"/>
                  </a:lnTo>
                  <a:lnTo>
                    <a:pt x="43" y="148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5" y="148"/>
                  </a:lnTo>
                  <a:lnTo>
                    <a:pt x="45" y="148"/>
                  </a:lnTo>
                  <a:lnTo>
                    <a:pt x="45" y="148"/>
                  </a:lnTo>
                  <a:lnTo>
                    <a:pt x="47" y="148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53" y="150"/>
                  </a:lnTo>
                  <a:lnTo>
                    <a:pt x="53" y="152"/>
                  </a:lnTo>
                  <a:lnTo>
                    <a:pt x="55" y="152"/>
                  </a:lnTo>
                  <a:lnTo>
                    <a:pt x="55" y="152"/>
                  </a:lnTo>
                  <a:lnTo>
                    <a:pt x="57" y="152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61" y="150"/>
                  </a:lnTo>
                  <a:lnTo>
                    <a:pt x="63" y="150"/>
                  </a:lnTo>
                  <a:lnTo>
                    <a:pt x="63" y="150"/>
                  </a:lnTo>
                  <a:lnTo>
                    <a:pt x="63" y="150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1" y="148"/>
                  </a:lnTo>
                  <a:lnTo>
                    <a:pt x="61" y="148"/>
                  </a:lnTo>
                  <a:lnTo>
                    <a:pt x="61" y="146"/>
                  </a:lnTo>
                  <a:lnTo>
                    <a:pt x="61" y="146"/>
                  </a:lnTo>
                  <a:lnTo>
                    <a:pt x="61" y="146"/>
                  </a:lnTo>
                  <a:lnTo>
                    <a:pt x="61" y="146"/>
                  </a:lnTo>
                  <a:lnTo>
                    <a:pt x="61" y="144"/>
                  </a:lnTo>
                  <a:lnTo>
                    <a:pt x="61" y="144"/>
                  </a:lnTo>
                  <a:lnTo>
                    <a:pt x="61" y="144"/>
                  </a:lnTo>
                  <a:lnTo>
                    <a:pt x="63" y="144"/>
                  </a:lnTo>
                  <a:lnTo>
                    <a:pt x="63" y="144"/>
                  </a:lnTo>
                  <a:lnTo>
                    <a:pt x="63" y="144"/>
                  </a:lnTo>
                  <a:lnTo>
                    <a:pt x="63" y="144"/>
                  </a:lnTo>
                  <a:lnTo>
                    <a:pt x="63" y="144"/>
                  </a:lnTo>
                  <a:lnTo>
                    <a:pt x="63" y="144"/>
                  </a:lnTo>
                  <a:lnTo>
                    <a:pt x="65" y="142"/>
                  </a:lnTo>
                  <a:lnTo>
                    <a:pt x="65" y="142"/>
                  </a:lnTo>
                  <a:lnTo>
                    <a:pt x="65" y="142"/>
                  </a:lnTo>
                  <a:lnTo>
                    <a:pt x="65" y="142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1" y="140"/>
                  </a:lnTo>
                  <a:lnTo>
                    <a:pt x="61" y="140"/>
                  </a:lnTo>
                  <a:lnTo>
                    <a:pt x="61" y="138"/>
                  </a:lnTo>
                  <a:lnTo>
                    <a:pt x="59" y="136"/>
                  </a:lnTo>
                  <a:lnTo>
                    <a:pt x="59" y="136"/>
                  </a:lnTo>
                  <a:lnTo>
                    <a:pt x="59" y="136"/>
                  </a:lnTo>
                  <a:lnTo>
                    <a:pt x="59" y="136"/>
                  </a:lnTo>
                  <a:lnTo>
                    <a:pt x="59" y="134"/>
                  </a:lnTo>
                  <a:lnTo>
                    <a:pt x="61" y="134"/>
                  </a:lnTo>
                  <a:lnTo>
                    <a:pt x="61" y="134"/>
                  </a:lnTo>
                  <a:lnTo>
                    <a:pt x="61" y="134"/>
                  </a:lnTo>
                  <a:lnTo>
                    <a:pt x="61" y="134"/>
                  </a:lnTo>
                  <a:lnTo>
                    <a:pt x="63" y="134"/>
                  </a:lnTo>
                  <a:lnTo>
                    <a:pt x="63" y="134"/>
                  </a:lnTo>
                  <a:lnTo>
                    <a:pt x="63" y="134"/>
                  </a:lnTo>
                  <a:lnTo>
                    <a:pt x="63" y="134"/>
                  </a:lnTo>
                  <a:lnTo>
                    <a:pt x="63" y="132"/>
                  </a:lnTo>
                  <a:lnTo>
                    <a:pt x="63" y="132"/>
                  </a:lnTo>
                  <a:lnTo>
                    <a:pt x="63" y="132"/>
                  </a:lnTo>
                  <a:lnTo>
                    <a:pt x="63" y="130"/>
                  </a:lnTo>
                  <a:lnTo>
                    <a:pt x="63" y="130"/>
                  </a:lnTo>
                  <a:lnTo>
                    <a:pt x="63" y="130"/>
                  </a:lnTo>
                  <a:lnTo>
                    <a:pt x="63" y="130"/>
                  </a:lnTo>
                  <a:lnTo>
                    <a:pt x="65" y="126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4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5" y="120"/>
                  </a:lnTo>
                  <a:lnTo>
                    <a:pt x="63" y="120"/>
                  </a:lnTo>
                  <a:lnTo>
                    <a:pt x="63" y="118"/>
                  </a:lnTo>
                  <a:lnTo>
                    <a:pt x="63" y="118"/>
                  </a:lnTo>
                  <a:lnTo>
                    <a:pt x="63" y="118"/>
                  </a:lnTo>
                  <a:lnTo>
                    <a:pt x="63" y="118"/>
                  </a:lnTo>
                  <a:lnTo>
                    <a:pt x="65" y="118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5" y="116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4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65" y="112"/>
                  </a:lnTo>
                  <a:lnTo>
                    <a:pt x="65" y="112"/>
                  </a:lnTo>
                  <a:lnTo>
                    <a:pt x="67" y="112"/>
                  </a:lnTo>
                  <a:lnTo>
                    <a:pt x="69" y="110"/>
                  </a:lnTo>
                  <a:lnTo>
                    <a:pt x="69" y="110"/>
                  </a:lnTo>
                  <a:lnTo>
                    <a:pt x="71" y="108"/>
                  </a:lnTo>
                  <a:lnTo>
                    <a:pt x="73" y="106"/>
                  </a:lnTo>
                  <a:lnTo>
                    <a:pt x="73" y="106"/>
                  </a:lnTo>
                  <a:lnTo>
                    <a:pt x="73" y="104"/>
                  </a:lnTo>
                  <a:lnTo>
                    <a:pt x="73" y="104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78" y="99"/>
                  </a:lnTo>
                  <a:lnTo>
                    <a:pt x="78" y="99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5"/>
                  </a:lnTo>
                  <a:lnTo>
                    <a:pt x="86" y="95"/>
                  </a:lnTo>
                  <a:lnTo>
                    <a:pt x="86" y="95"/>
                  </a:lnTo>
                  <a:lnTo>
                    <a:pt x="88" y="95"/>
                  </a:lnTo>
                  <a:lnTo>
                    <a:pt x="88" y="95"/>
                  </a:lnTo>
                  <a:lnTo>
                    <a:pt x="88" y="93"/>
                  </a:lnTo>
                  <a:lnTo>
                    <a:pt x="86" y="93"/>
                  </a:lnTo>
                  <a:lnTo>
                    <a:pt x="86" y="93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86" y="89"/>
                  </a:lnTo>
                  <a:lnTo>
                    <a:pt x="84" y="89"/>
                  </a:lnTo>
                  <a:lnTo>
                    <a:pt x="84" y="89"/>
                  </a:lnTo>
                  <a:lnTo>
                    <a:pt x="82" y="89"/>
                  </a:lnTo>
                  <a:lnTo>
                    <a:pt x="82" y="89"/>
                  </a:lnTo>
                  <a:lnTo>
                    <a:pt x="82" y="87"/>
                  </a:lnTo>
                  <a:lnTo>
                    <a:pt x="80" y="87"/>
                  </a:lnTo>
                  <a:lnTo>
                    <a:pt x="80" y="85"/>
                  </a:lnTo>
                  <a:lnTo>
                    <a:pt x="80" y="85"/>
                  </a:lnTo>
                  <a:lnTo>
                    <a:pt x="80" y="85"/>
                  </a:lnTo>
                  <a:lnTo>
                    <a:pt x="82" y="81"/>
                  </a:lnTo>
                  <a:lnTo>
                    <a:pt x="82" y="81"/>
                  </a:lnTo>
                  <a:lnTo>
                    <a:pt x="82" y="81"/>
                  </a:lnTo>
                  <a:lnTo>
                    <a:pt x="82" y="81"/>
                  </a:lnTo>
                  <a:lnTo>
                    <a:pt x="82" y="79"/>
                  </a:lnTo>
                  <a:lnTo>
                    <a:pt x="82" y="79"/>
                  </a:lnTo>
                  <a:lnTo>
                    <a:pt x="80" y="77"/>
                  </a:lnTo>
                  <a:lnTo>
                    <a:pt x="80" y="77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9"/>
                  </a:lnTo>
                  <a:lnTo>
                    <a:pt x="73" y="77"/>
                  </a:lnTo>
                  <a:lnTo>
                    <a:pt x="71" y="79"/>
                  </a:lnTo>
                  <a:lnTo>
                    <a:pt x="71" y="79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9" y="81"/>
                  </a:lnTo>
                  <a:lnTo>
                    <a:pt x="69" y="83"/>
                  </a:lnTo>
                  <a:lnTo>
                    <a:pt x="67" y="83"/>
                  </a:lnTo>
                  <a:lnTo>
                    <a:pt x="67" y="83"/>
                  </a:lnTo>
                  <a:lnTo>
                    <a:pt x="67" y="83"/>
                  </a:lnTo>
                  <a:lnTo>
                    <a:pt x="63" y="81"/>
                  </a:lnTo>
                  <a:lnTo>
                    <a:pt x="63" y="81"/>
                  </a:lnTo>
                  <a:lnTo>
                    <a:pt x="61" y="81"/>
                  </a:lnTo>
                  <a:lnTo>
                    <a:pt x="61" y="81"/>
                  </a:lnTo>
                  <a:lnTo>
                    <a:pt x="61" y="81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59" y="83"/>
                  </a:lnTo>
                  <a:lnTo>
                    <a:pt x="59" y="83"/>
                  </a:lnTo>
                  <a:lnTo>
                    <a:pt x="59" y="83"/>
                  </a:lnTo>
                  <a:lnTo>
                    <a:pt x="59" y="83"/>
                  </a:lnTo>
                  <a:lnTo>
                    <a:pt x="59" y="83"/>
                  </a:lnTo>
                  <a:lnTo>
                    <a:pt x="59" y="81"/>
                  </a:lnTo>
                  <a:lnTo>
                    <a:pt x="59" y="79"/>
                  </a:lnTo>
                  <a:lnTo>
                    <a:pt x="59" y="79"/>
                  </a:lnTo>
                  <a:lnTo>
                    <a:pt x="59" y="79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1" y="77"/>
                  </a:lnTo>
                  <a:lnTo>
                    <a:pt x="61" y="75"/>
                  </a:lnTo>
                  <a:lnTo>
                    <a:pt x="61" y="75"/>
                  </a:lnTo>
                  <a:lnTo>
                    <a:pt x="61" y="75"/>
                  </a:lnTo>
                  <a:lnTo>
                    <a:pt x="57" y="71"/>
                  </a:lnTo>
                  <a:lnTo>
                    <a:pt x="55" y="69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47" y="69"/>
                  </a:lnTo>
                  <a:lnTo>
                    <a:pt x="45" y="6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3" y="65"/>
                  </a:lnTo>
                  <a:lnTo>
                    <a:pt x="39" y="63"/>
                  </a:lnTo>
                  <a:lnTo>
                    <a:pt x="39" y="63"/>
                  </a:lnTo>
                  <a:lnTo>
                    <a:pt x="37" y="61"/>
                  </a:lnTo>
                  <a:lnTo>
                    <a:pt x="39" y="55"/>
                  </a:lnTo>
                  <a:lnTo>
                    <a:pt x="39" y="53"/>
                  </a:lnTo>
                  <a:lnTo>
                    <a:pt x="41" y="53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41" y="49"/>
                  </a:lnTo>
                  <a:lnTo>
                    <a:pt x="41" y="49"/>
                  </a:lnTo>
                  <a:lnTo>
                    <a:pt x="41" y="49"/>
                  </a:lnTo>
                  <a:lnTo>
                    <a:pt x="41" y="49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29" y="45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2"/>
                  </a:lnTo>
                  <a:lnTo>
                    <a:pt x="23" y="42"/>
                  </a:lnTo>
                  <a:lnTo>
                    <a:pt x="22" y="42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5" y="38"/>
                  </a:lnTo>
                  <a:lnTo>
                    <a:pt x="27" y="38"/>
                  </a:lnTo>
                  <a:lnTo>
                    <a:pt x="31" y="38"/>
                  </a:lnTo>
                  <a:lnTo>
                    <a:pt x="37" y="40"/>
                  </a:lnTo>
                  <a:lnTo>
                    <a:pt x="39" y="40"/>
                  </a:lnTo>
                  <a:lnTo>
                    <a:pt x="39" y="40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4"/>
                  </a:lnTo>
                  <a:lnTo>
                    <a:pt x="43" y="34"/>
                  </a:lnTo>
                  <a:lnTo>
                    <a:pt x="43" y="34"/>
                  </a:lnTo>
                  <a:lnTo>
                    <a:pt x="43" y="34"/>
                  </a:lnTo>
                  <a:lnTo>
                    <a:pt x="43" y="32"/>
                  </a:lnTo>
                  <a:lnTo>
                    <a:pt x="43" y="30"/>
                  </a:lnTo>
                  <a:lnTo>
                    <a:pt x="43" y="30"/>
                  </a:lnTo>
                  <a:lnTo>
                    <a:pt x="41" y="30"/>
                  </a:lnTo>
                  <a:lnTo>
                    <a:pt x="35" y="26"/>
                  </a:lnTo>
                  <a:lnTo>
                    <a:pt x="35" y="26"/>
                  </a:lnTo>
                  <a:lnTo>
                    <a:pt x="35" y="26"/>
                  </a:lnTo>
                  <a:lnTo>
                    <a:pt x="35" y="26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22"/>
                  </a:lnTo>
                  <a:lnTo>
                    <a:pt x="39" y="22"/>
                  </a:lnTo>
                  <a:lnTo>
                    <a:pt x="39" y="22"/>
                  </a:lnTo>
                  <a:lnTo>
                    <a:pt x="39" y="20"/>
                  </a:lnTo>
                  <a:lnTo>
                    <a:pt x="37" y="20"/>
                  </a:lnTo>
                  <a:lnTo>
                    <a:pt x="39" y="20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3" y="20"/>
                  </a:lnTo>
                  <a:lnTo>
                    <a:pt x="43" y="20"/>
                  </a:lnTo>
                  <a:lnTo>
                    <a:pt x="43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47" y="20"/>
                  </a:lnTo>
                  <a:lnTo>
                    <a:pt x="61" y="12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2"/>
                  </a:lnTo>
                  <a:lnTo>
                    <a:pt x="65" y="2"/>
                  </a:lnTo>
                  <a:lnTo>
                    <a:pt x="65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auto">
            <a:xfrm>
              <a:off x="985838" y="3978275"/>
              <a:ext cx="220663" cy="222250"/>
            </a:xfrm>
            <a:custGeom>
              <a:avLst/>
              <a:gdLst>
                <a:gd name="T0" fmla="*/ 182 w 276"/>
                <a:gd name="T1" fmla="*/ 2 h 281"/>
                <a:gd name="T2" fmla="*/ 186 w 276"/>
                <a:gd name="T3" fmla="*/ 8 h 281"/>
                <a:gd name="T4" fmla="*/ 186 w 276"/>
                <a:gd name="T5" fmla="*/ 18 h 281"/>
                <a:gd name="T6" fmla="*/ 204 w 276"/>
                <a:gd name="T7" fmla="*/ 18 h 281"/>
                <a:gd name="T8" fmla="*/ 212 w 276"/>
                <a:gd name="T9" fmla="*/ 20 h 281"/>
                <a:gd name="T10" fmla="*/ 235 w 276"/>
                <a:gd name="T11" fmla="*/ 37 h 281"/>
                <a:gd name="T12" fmla="*/ 233 w 276"/>
                <a:gd name="T13" fmla="*/ 45 h 281"/>
                <a:gd name="T14" fmla="*/ 235 w 276"/>
                <a:gd name="T15" fmla="*/ 61 h 281"/>
                <a:gd name="T16" fmla="*/ 253 w 276"/>
                <a:gd name="T17" fmla="*/ 88 h 281"/>
                <a:gd name="T18" fmla="*/ 259 w 276"/>
                <a:gd name="T19" fmla="*/ 92 h 281"/>
                <a:gd name="T20" fmla="*/ 261 w 276"/>
                <a:gd name="T21" fmla="*/ 112 h 281"/>
                <a:gd name="T22" fmla="*/ 267 w 276"/>
                <a:gd name="T23" fmla="*/ 129 h 281"/>
                <a:gd name="T24" fmla="*/ 276 w 276"/>
                <a:gd name="T25" fmla="*/ 147 h 281"/>
                <a:gd name="T26" fmla="*/ 259 w 276"/>
                <a:gd name="T27" fmla="*/ 159 h 281"/>
                <a:gd name="T28" fmla="*/ 231 w 276"/>
                <a:gd name="T29" fmla="*/ 169 h 281"/>
                <a:gd name="T30" fmla="*/ 255 w 276"/>
                <a:gd name="T31" fmla="*/ 190 h 281"/>
                <a:gd name="T32" fmla="*/ 253 w 276"/>
                <a:gd name="T33" fmla="*/ 198 h 281"/>
                <a:gd name="T34" fmla="*/ 235 w 276"/>
                <a:gd name="T35" fmla="*/ 224 h 281"/>
                <a:gd name="T36" fmla="*/ 259 w 276"/>
                <a:gd name="T37" fmla="*/ 224 h 281"/>
                <a:gd name="T38" fmla="*/ 263 w 276"/>
                <a:gd name="T39" fmla="*/ 232 h 281"/>
                <a:gd name="T40" fmla="*/ 259 w 276"/>
                <a:gd name="T41" fmla="*/ 241 h 281"/>
                <a:gd name="T42" fmla="*/ 255 w 276"/>
                <a:gd name="T43" fmla="*/ 247 h 281"/>
                <a:gd name="T44" fmla="*/ 245 w 276"/>
                <a:gd name="T45" fmla="*/ 257 h 281"/>
                <a:gd name="T46" fmla="*/ 231 w 276"/>
                <a:gd name="T47" fmla="*/ 271 h 281"/>
                <a:gd name="T48" fmla="*/ 223 w 276"/>
                <a:gd name="T49" fmla="*/ 275 h 281"/>
                <a:gd name="T50" fmla="*/ 218 w 276"/>
                <a:gd name="T51" fmla="*/ 279 h 281"/>
                <a:gd name="T52" fmla="*/ 214 w 276"/>
                <a:gd name="T53" fmla="*/ 277 h 281"/>
                <a:gd name="T54" fmla="*/ 210 w 276"/>
                <a:gd name="T55" fmla="*/ 273 h 281"/>
                <a:gd name="T56" fmla="*/ 165 w 276"/>
                <a:gd name="T57" fmla="*/ 243 h 281"/>
                <a:gd name="T58" fmla="*/ 110 w 276"/>
                <a:gd name="T59" fmla="*/ 181 h 281"/>
                <a:gd name="T60" fmla="*/ 106 w 276"/>
                <a:gd name="T61" fmla="*/ 159 h 281"/>
                <a:gd name="T62" fmla="*/ 94 w 276"/>
                <a:gd name="T63" fmla="*/ 143 h 281"/>
                <a:gd name="T64" fmla="*/ 65 w 276"/>
                <a:gd name="T65" fmla="*/ 116 h 281"/>
                <a:gd name="T66" fmla="*/ 59 w 276"/>
                <a:gd name="T67" fmla="*/ 116 h 281"/>
                <a:gd name="T68" fmla="*/ 39 w 276"/>
                <a:gd name="T69" fmla="*/ 122 h 281"/>
                <a:gd name="T70" fmla="*/ 33 w 276"/>
                <a:gd name="T71" fmla="*/ 110 h 281"/>
                <a:gd name="T72" fmla="*/ 21 w 276"/>
                <a:gd name="T73" fmla="*/ 114 h 281"/>
                <a:gd name="T74" fmla="*/ 17 w 276"/>
                <a:gd name="T75" fmla="*/ 118 h 281"/>
                <a:gd name="T76" fmla="*/ 0 w 276"/>
                <a:gd name="T77" fmla="*/ 100 h 281"/>
                <a:gd name="T78" fmla="*/ 6 w 276"/>
                <a:gd name="T79" fmla="*/ 92 h 281"/>
                <a:gd name="T80" fmla="*/ 10 w 276"/>
                <a:gd name="T81" fmla="*/ 98 h 281"/>
                <a:gd name="T82" fmla="*/ 16 w 276"/>
                <a:gd name="T83" fmla="*/ 96 h 281"/>
                <a:gd name="T84" fmla="*/ 31 w 276"/>
                <a:gd name="T85" fmla="*/ 88 h 281"/>
                <a:gd name="T86" fmla="*/ 29 w 276"/>
                <a:gd name="T87" fmla="*/ 76 h 281"/>
                <a:gd name="T88" fmla="*/ 47 w 276"/>
                <a:gd name="T89" fmla="*/ 86 h 281"/>
                <a:gd name="T90" fmla="*/ 59 w 276"/>
                <a:gd name="T91" fmla="*/ 98 h 281"/>
                <a:gd name="T92" fmla="*/ 82 w 276"/>
                <a:gd name="T93" fmla="*/ 124 h 281"/>
                <a:gd name="T94" fmla="*/ 104 w 276"/>
                <a:gd name="T95" fmla="*/ 120 h 281"/>
                <a:gd name="T96" fmla="*/ 110 w 276"/>
                <a:gd name="T97" fmla="*/ 118 h 281"/>
                <a:gd name="T98" fmla="*/ 114 w 276"/>
                <a:gd name="T99" fmla="*/ 124 h 281"/>
                <a:gd name="T100" fmla="*/ 117 w 276"/>
                <a:gd name="T101" fmla="*/ 110 h 281"/>
                <a:gd name="T102" fmla="*/ 117 w 276"/>
                <a:gd name="T103" fmla="*/ 102 h 281"/>
                <a:gd name="T104" fmla="*/ 131 w 276"/>
                <a:gd name="T105" fmla="*/ 92 h 281"/>
                <a:gd name="T106" fmla="*/ 159 w 276"/>
                <a:gd name="T107" fmla="*/ 51 h 281"/>
                <a:gd name="T108" fmla="*/ 149 w 276"/>
                <a:gd name="T109" fmla="*/ 53 h 281"/>
                <a:gd name="T110" fmla="*/ 137 w 276"/>
                <a:gd name="T111" fmla="*/ 59 h 281"/>
                <a:gd name="T112" fmla="*/ 131 w 276"/>
                <a:gd name="T113" fmla="*/ 51 h 281"/>
                <a:gd name="T114" fmla="*/ 137 w 276"/>
                <a:gd name="T115" fmla="*/ 27 h 281"/>
                <a:gd name="T116" fmla="*/ 149 w 276"/>
                <a:gd name="T117" fmla="*/ 27 h 281"/>
                <a:gd name="T118" fmla="*/ 172 w 276"/>
                <a:gd name="T119" fmla="*/ 27 h 281"/>
                <a:gd name="T120" fmla="*/ 178 w 276"/>
                <a:gd name="T121" fmla="*/ 16 h 281"/>
                <a:gd name="T122" fmla="*/ 178 w 276"/>
                <a:gd name="T1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1">
                  <a:moveTo>
                    <a:pt x="178" y="0"/>
                  </a:moveTo>
                  <a:lnTo>
                    <a:pt x="178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4" y="4"/>
                  </a:lnTo>
                  <a:lnTo>
                    <a:pt x="186" y="6"/>
                  </a:lnTo>
                  <a:lnTo>
                    <a:pt x="186" y="6"/>
                  </a:lnTo>
                  <a:lnTo>
                    <a:pt x="186" y="6"/>
                  </a:lnTo>
                  <a:lnTo>
                    <a:pt x="186" y="6"/>
                  </a:lnTo>
                  <a:lnTo>
                    <a:pt x="186" y="8"/>
                  </a:lnTo>
                  <a:lnTo>
                    <a:pt x="186" y="8"/>
                  </a:lnTo>
                  <a:lnTo>
                    <a:pt x="186" y="10"/>
                  </a:lnTo>
                  <a:lnTo>
                    <a:pt x="186" y="12"/>
                  </a:lnTo>
                  <a:lnTo>
                    <a:pt x="186" y="14"/>
                  </a:lnTo>
                  <a:lnTo>
                    <a:pt x="184" y="14"/>
                  </a:lnTo>
                  <a:lnTo>
                    <a:pt x="184" y="16"/>
                  </a:lnTo>
                  <a:lnTo>
                    <a:pt x="184" y="16"/>
                  </a:lnTo>
                  <a:lnTo>
                    <a:pt x="184" y="16"/>
                  </a:lnTo>
                  <a:lnTo>
                    <a:pt x="184" y="18"/>
                  </a:lnTo>
                  <a:lnTo>
                    <a:pt x="184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8" y="18"/>
                  </a:lnTo>
                  <a:lnTo>
                    <a:pt x="188" y="16"/>
                  </a:lnTo>
                  <a:lnTo>
                    <a:pt x="188" y="16"/>
                  </a:lnTo>
                  <a:lnTo>
                    <a:pt x="190" y="16"/>
                  </a:lnTo>
                  <a:lnTo>
                    <a:pt x="190" y="16"/>
                  </a:lnTo>
                  <a:lnTo>
                    <a:pt x="194" y="20"/>
                  </a:lnTo>
                  <a:lnTo>
                    <a:pt x="194" y="20"/>
                  </a:lnTo>
                  <a:lnTo>
                    <a:pt x="196" y="21"/>
                  </a:lnTo>
                  <a:lnTo>
                    <a:pt x="198" y="20"/>
                  </a:lnTo>
                  <a:lnTo>
                    <a:pt x="200" y="20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4" y="16"/>
                  </a:lnTo>
                  <a:lnTo>
                    <a:pt x="204" y="14"/>
                  </a:lnTo>
                  <a:lnTo>
                    <a:pt x="206" y="14"/>
                  </a:lnTo>
                  <a:lnTo>
                    <a:pt x="206" y="14"/>
                  </a:lnTo>
                  <a:lnTo>
                    <a:pt x="206" y="14"/>
                  </a:lnTo>
                  <a:lnTo>
                    <a:pt x="206" y="14"/>
                  </a:lnTo>
                  <a:lnTo>
                    <a:pt x="212" y="20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2" y="23"/>
                  </a:lnTo>
                  <a:lnTo>
                    <a:pt x="219" y="25"/>
                  </a:lnTo>
                  <a:lnTo>
                    <a:pt x="223" y="27"/>
                  </a:lnTo>
                  <a:lnTo>
                    <a:pt x="223" y="29"/>
                  </a:lnTo>
                  <a:lnTo>
                    <a:pt x="227" y="37"/>
                  </a:lnTo>
                  <a:lnTo>
                    <a:pt x="229" y="37"/>
                  </a:lnTo>
                  <a:lnTo>
                    <a:pt x="229" y="37"/>
                  </a:lnTo>
                  <a:lnTo>
                    <a:pt x="235" y="37"/>
                  </a:lnTo>
                  <a:lnTo>
                    <a:pt x="235" y="37"/>
                  </a:lnTo>
                  <a:lnTo>
                    <a:pt x="237" y="37"/>
                  </a:lnTo>
                  <a:lnTo>
                    <a:pt x="237" y="37"/>
                  </a:lnTo>
                  <a:lnTo>
                    <a:pt x="237" y="37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41"/>
                  </a:lnTo>
                  <a:lnTo>
                    <a:pt x="235" y="43"/>
                  </a:lnTo>
                  <a:lnTo>
                    <a:pt x="235" y="43"/>
                  </a:lnTo>
                  <a:lnTo>
                    <a:pt x="233" y="43"/>
                  </a:lnTo>
                  <a:lnTo>
                    <a:pt x="233" y="45"/>
                  </a:lnTo>
                  <a:lnTo>
                    <a:pt x="233" y="45"/>
                  </a:lnTo>
                  <a:lnTo>
                    <a:pt x="233" y="47"/>
                  </a:lnTo>
                  <a:lnTo>
                    <a:pt x="233" y="47"/>
                  </a:lnTo>
                  <a:lnTo>
                    <a:pt x="233" y="51"/>
                  </a:lnTo>
                  <a:lnTo>
                    <a:pt x="233" y="53"/>
                  </a:lnTo>
                  <a:lnTo>
                    <a:pt x="233" y="53"/>
                  </a:lnTo>
                  <a:lnTo>
                    <a:pt x="235" y="53"/>
                  </a:lnTo>
                  <a:lnTo>
                    <a:pt x="235" y="55"/>
                  </a:lnTo>
                  <a:lnTo>
                    <a:pt x="235" y="55"/>
                  </a:lnTo>
                  <a:lnTo>
                    <a:pt x="235" y="59"/>
                  </a:lnTo>
                  <a:lnTo>
                    <a:pt x="235" y="59"/>
                  </a:lnTo>
                  <a:lnTo>
                    <a:pt x="235" y="61"/>
                  </a:lnTo>
                  <a:lnTo>
                    <a:pt x="235" y="61"/>
                  </a:lnTo>
                  <a:lnTo>
                    <a:pt x="235" y="61"/>
                  </a:lnTo>
                  <a:lnTo>
                    <a:pt x="237" y="63"/>
                  </a:lnTo>
                  <a:lnTo>
                    <a:pt x="237" y="63"/>
                  </a:lnTo>
                  <a:lnTo>
                    <a:pt x="237" y="67"/>
                  </a:lnTo>
                  <a:lnTo>
                    <a:pt x="237" y="71"/>
                  </a:lnTo>
                  <a:lnTo>
                    <a:pt x="243" y="80"/>
                  </a:lnTo>
                  <a:lnTo>
                    <a:pt x="249" y="88"/>
                  </a:lnTo>
                  <a:lnTo>
                    <a:pt x="251" y="88"/>
                  </a:lnTo>
                  <a:lnTo>
                    <a:pt x="251" y="88"/>
                  </a:lnTo>
                  <a:lnTo>
                    <a:pt x="251" y="88"/>
                  </a:lnTo>
                  <a:lnTo>
                    <a:pt x="253" y="88"/>
                  </a:lnTo>
                  <a:lnTo>
                    <a:pt x="257" y="88"/>
                  </a:lnTo>
                  <a:lnTo>
                    <a:pt x="268" y="80"/>
                  </a:lnTo>
                  <a:lnTo>
                    <a:pt x="270" y="80"/>
                  </a:lnTo>
                  <a:lnTo>
                    <a:pt x="270" y="80"/>
                  </a:lnTo>
                  <a:lnTo>
                    <a:pt x="272" y="80"/>
                  </a:lnTo>
                  <a:lnTo>
                    <a:pt x="272" y="82"/>
                  </a:lnTo>
                  <a:lnTo>
                    <a:pt x="274" y="82"/>
                  </a:lnTo>
                  <a:lnTo>
                    <a:pt x="276" y="86"/>
                  </a:lnTo>
                  <a:lnTo>
                    <a:pt x="274" y="88"/>
                  </a:lnTo>
                  <a:lnTo>
                    <a:pt x="261" y="92"/>
                  </a:lnTo>
                  <a:lnTo>
                    <a:pt x="259" y="92"/>
                  </a:lnTo>
                  <a:lnTo>
                    <a:pt x="259" y="92"/>
                  </a:lnTo>
                  <a:lnTo>
                    <a:pt x="259" y="92"/>
                  </a:lnTo>
                  <a:lnTo>
                    <a:pt x="259" y="92"/>
                  </a:lnTo>
                  <a:lnTo>
                    <a:pt x="259" y="92"/>
                  </a:lnTo>
                  <a:lnTo>
                    <a:pt x="259" y="94"/>
                  </a:lnTo>
                  <a:lnTo>
                    <a:pt x="259" y="94"/>
                  </a:lnTo>
                  <a:lnTo>
                    <a:pt x="259" y="94"/>
                  </a:lnTo>
                  <a:lnTo>
                    <a:pt x="259" y="96"/>
                  </a:lnTo>
                  <a:lnTo>
                    <a:pt x="259" y="100"/>
                  </a:lnTo>
                  <a:lnTo>
                    <a:pt x="259" y="102"/>
                  </a:lnTo>
                  <a:lnTo>
                    <a:pt x="259" y="104"/>
                  </a:lnTo>
                  <a:lnTo>
                    <a:pt x="261" y="110"/>
                  </a:lnTo>
                  <a:lnTo>
                    <a:pt x="261" y="112"/>
                  </a:lnTo>
                  <a:lnTo>
                    <a:pt x="261" y="118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3" y="122"/>
                  </a:lnTo>
                  <a:lnTo>
                    <a:pt x="263" y="124"/>
                  </a:lnTo>
                  <a:lnTo>
                    <a:pt x="263" y="124"/>
                  </a:lnTo>
                  <a:lnTo>
                    <a:pt x="263" y="124"/>
                  </a:lnTo>
                  <a:lnTo>
                    <a:pt x="263" y="126"/>
                  </a:lnTo>
                  <a:lnTo>
                    <a:pt x="263" y="126"/>
                  </a:lnTo>
                  <a:lnTo>
                    <a:pt x="265" y="128"/>
                  </a:lnTo>
                  <a:lnTo>
                    <a:pt x="267" y="129"/>
                  </a:lnTo>
                  <a:lnTo>
                    <a:pt x="268" y="129"/>
                  </a:lnTo>
                  <a:lnTo>
                    <a:pt x="268" y="129"/>
                  </a:lnTo>
                  <a:lnTo>
                    <a:pt x="268" y="137"/>
                  </a:lnTo>
                  <a:lnTo>
                    <a:pt x="268" y="139"/>
                  </a:lnTo>
                  <a:lnTo>
                    <a:pt x="268" y="139"/>
                  </a:lnTo>
                  <a:lnTo>
                    <a:pt x="272" y="139"/>
                  </a:lnTo>
                  <a:lnTo>
                    <a:pt x="274" y="141"/>
                  </a:lnTo>
                  <a:lnTo>
                    <a:pt x="274" y="141"/>
                  </a:lnTo>
                  <a:lnTo>
                    <a:pt x="274" y="143"/>
                  </a:lnTo>
                  <a:lnTo>
                    <a:pt x="274" y="143"/>
                  </a:lnTo>
                  <a:lnTo>
                    <a:pt x="274" y="147"/>
                  </a:lnTo>
                  <a:lnTo>
                    <a:pt x="276" y="147"/>
                  </a:lnTo>
                  <a:lnTo>
                    <a:pt x="276" y="149"/>
                  </a:lnTo>
                  <a:lnTo>
                    <a:pt x="276" y="149"/>
                  </a:lnTo>
                  <a:lnTo>
                    <a:pt x="274" y="151"/>
                  </a:lnTo>
                  <a:lnTo>
                    <a:pt x="274" y="151"/>
                  </a:lnTo>
                  <a:lnTo>
                    <a:pt x="272" y="151"/>
                  </a:lnTo>
                  <a:lnTo>
                    <a:pt x="270" y="153"/>
                  </a:lnTo>
                  <a:lnTo>
                    <a:pt x="265" y="155"/>
                  </a:lnTo>
                  <a:lnTo>
                    <a:pt x="263" y="155"/>
                  </a:lnTo>
                  <a:lnTo>
                    <a:pt x="261" y="157"/>
                  </a:lnTo>
                  <a:lnTo>
                    <a:pt x="259" y="157"/>
                  </a:lnTo>
                  <a:lnTo>
                    <a:pt x="259" y="159"/>
                  </a:lnTo>
                  <a:lnTo>
                    <a:pt x="259" y="159"/>
                  </a:lnTo>
                  <a:lnTo>
                    <a:pt x="259" y="161"/>
                  </a:lnTo>
                  <a:lnTo>
                    <a:pt x="257" y="165"/>
                  </a:lnTo>
                  <a:lnTo>
                    <a:pt x="257" y="167"/>
                  </a:lnTo>
                  <a:lnTo>
                    <a:pt x="257" y="167"/>
                  </a:lnTo>
                  <a:lnTo>
                    <a:pt x="255" y="167"/>
                  </a:lnTo>
                  <a:lnTo>
                    <a:pt x="247" y="163"/>
                  </a:lnTo>
                  <a:lnTo>
                    <a:pt x="245" y="163"/>
                  </a:lnTo>
                  <a:lnTo>
                    <a:pt x="243" y="163"/>
                  </a:lnTo>
                  <a:lnTo>
                    <a:pt x="239" y="163"/>
                  </a:lnTo>
                  <a:lnTo>
                    <a:pt x="239" y="163"/>
                  </a:lnTo>
                  <a:lnTo>
                    <a:pt x="235" y="167"/>
                  </a:lnTo>
                  <a:lnTo>
                    <a:pt x="231" y="169"/>
                  </a:lnTo>
                  <a:lnTo>
                    <a:pt x="231" y="171"/>
                  </a:lnTo>
                  <a:lnTo>
                    <a:pt x="231" y="171"/>
                  </a:lnTo>
                  <a:lnTo>
                    <a:pt x="247" y="179"/>
                  </a:lnTo>
                  <a:lnTo>
                    <a:pt x="247" y="179"/>
                  </a:lnTo>
                  <a:lnTo>
                    <a:pt x="249" y="179"/>
                  </a:lnTo>
                  <a:lnTo>
                    <a:pt x="245" y="184"/>
                  </a:lnTo>
                  <a:lnTo>
                    <a:pt x="243" y="188"/>
                  </a:lnTo>
                  <a:lnTo>
                    <a:pt x="243" y="188"/>
                  </a:lnTo>
                  <a:lnTo>
                    <a:pt x="243" y="188"/>
                  </a:lnTo>
                  <a:lnTo>
                    <a:pt x="243" y="188"/>
                  </a:lnTo>
                  <a:lnTo>
                    <a:pt x="243" y="188"/>
                  </a:lnTo>
                  <a:lnTo>
                    <a:pt x="255" y="190"/>
                  </a:lnTo>
                  <a:lnTo>
                    <a:pt x="259" y="190"/>
                  </a:lnTo>
                  <a:lnTo>
                    <a:pt x="259" y="192"/>
                  </a:lnTo>
                  <a:lnTo>
                    <a:pt x="259" y="192"/>
                  </a:lnTo>
                  <a:lnTo>
                    <a:pt x="259" y="192"/>
                  </a:lnTo>
                  <a:lnTo>
                    <a:pt x="259" y="192"/>
                  </a:lnTo>
                  <a:lnTo>
                    <a:pt x="259" y="194"/>
                  </a:lnTo>
                  <a:lnTo>
                    <a:pt x="259" y="194"/>
                  </a:lnTo>
                  <a:lnTo>
                    <a:pt x="259" y="194"/>
                  </a:lnTo>
                  <a:lnTo>
                    <a:pt x="259" y="194"/>
                  </a:lnTo>
                  <a:lnTo>
                    <a:pt x="255" y="198"/>
                  </a:lnTo>
                  <a:lnTo>
                    <a:pt x="253" y="198"/>
                  </a:lnTo>
                  <a:lnTo>
                    <a:pt x="253" y="198"/>
                  </a:lnTo>
                  <a:lnTo>
                    <a:pt x="253" y="198"/>
                  </a:lnTo>
                  <a:lnTo>
                    <a:pt x="253" y="198"/>
                  </a:lnTo>
                  <a:lnTo>
                    <a:pt x="253" y="198"/>
                  </a:lnTo>
                  <a:lnTo>
                    <a:pt x="253" y="198"/>
                  </a:lnTo>
                  <a:lnTo>
                    <a:pt x="251" y="198"/>
                  </a:lnTo>
                  <a:lnTo>
                    <a:pt x="251" y="198"/>
                  </a:lnTo>
                  <a:lnTo>
                    <a:pt x="251" y="198"/>
                  </a:lnTo>
                  <a:lnTo>
                    <a:pt x="251" y="200"/>
                  </a:lnTo>
                  <a:lnTo>
                    <a:pt x="249" y="200"/>
                  </a:lnTo>
                  <a:lnTo>
                    <a:pt x="235" y="220"/>
                  </a:lnTo>
                  <a:lnTo>
                    <a:pt x="233" y="224"/>
                  </a:lnTo>
                  <a:lnTo>
                    <a:pt x="235" y="224"/>
                  </a:lnTo>
                  <a:lnTo>
                    <a:pt x="247" y="226"/>
                  </a:lnTo>
                  <a:lnTo>
                    <a:pt x="253" y="226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5" y="226"/>
                  </a:lnTo>
                  <a:lnTo>
                    <a:pt x="257" y="224"/>
                  </a:lnTo>
                  <a:lnTo>
                    <a:pt x="257" y="224"/>
                  </a:lnTo>
                  <a:lnTo>
                    <a:pt x="259" y="224"/>
                  </a:lnTo>
                  <a:lnTo>
                    <a:pt x="259" y="224"/>
                  </a:lnTo>
                  <a:lnTo>
                    <a:pt x="259" y="224"/>
                  </a:lnTo>
                  <a:lnTo>
                    <a:pt x="259" y="224"/>
                  </a:lnTo>
                  <a:lnTo>
                    <a:pt x="259" y="226"/>
                  </a:lnTo>
                  <a:lnTo>
                    <a:pt x="261" y="226"/>
                  </a:lnTo>
                  <a:lnTo>
                    <a:pt x="261" y="226"/>
                  </a:lnTo>
                  <a:lnTo>
                    <a:pt x="261" y="228"/>
                  </a:lnTo>
                  <a:lnTo>
                    <a:pt x="263" y="228"/>
                  </a:lnTo>
                  <a:lnTo>
                    <a:pt x="263" y="230"/>
                  </a:lnTo>
                  <a:lnTo>
                    <a:pt x="263" y="230"/>
                  </a:lnTo>
                  <a:lnTo>
                    <a:pt x="263" y="230"/>
                  </a:lnTo>
                  <a:lnTo>
                    <a:pt x="263" y="232"/>
                  </a:lnTo>
                  <a:lnTo>
                    <a:pt x="263" y="232"/>
                  </a:lnTo>
                  <a:lnTo>
                    <a:pt x="263" y="232"/>
                  </a:lnTo>
                  <a:lnTo>
                    <a:pt x="261" y="234"/>
                  </a:lnTo>
                  <a:lnTo>
                    <a:pt x="261" y="234"/>
                  </a:lnTo>
                  <a:lnTo>
                    <a:pt x="263" y="234"/>
                  </a:lnTo>
                  <a:lnTo>
                    <a:pt x="263" y="234"/>
                  </a:lnTo>
                  <a:lnTo>
                    <a:pt x="263" y="236"/>
                  </a:lnTo>
                  <a:lnTo>
                    <a:pt x="263" y="237"/>
                  </a:lnTo>
                  <a:lnTo>
                    <a:pt x="263" y="239"/>
                  </a:lnTo>
                  <a:lnTo>
                    <a:pt x="263" y="239"/>
                  </a:lnTo>
                  <a:lnTo>
                    <a:pt x="263" y="239"/>
                  </a:lnTo>
                  <a:lnTo>
                    <a:pt x="261" y="239"/>
                  </a:lnTo>
                  <a:lnTo>
                    <a:pt x="261" y="241"/>
                  </a:lnTo>
                  <a:lnTo>
                    <a:pt x="259" y="241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5" y="243"/>
                  </a:lnTo>
                  <a:lnTo>
                    <a:pt x="255" y="243"/>
                  </a:lnTo>
                  <a:lnTo>
                    <a:pt x="253" y="243"/>
                  </a:lnTo>
                  <a:lnTo>
                    <a:pt x="253" y="243"/>
                  </a:lnTo>
                  <a:lnTo>
                    <a:pt x="257" y="245"/>
                  </a:lnTo>
                  <a:lnTo>
                    <a:pt x="257" y="245"/>
                  </a:lnTo>
                  <a:lnTo>
                    <a:pt x="257" y="245"/>
                  </a:lnTo>
                  <a:lnTo>
                    <a:pt x="257" y="245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1" y="249"/>
                  </a:lnTo>
                  <a:lnTo>
                    <a:pt x="251" y="251"/>
                  </a:lnTo>
                  <a:lnTo>
                    <a:pt x="251" y="251"/>
                  </a:lnTo>
                  <a:lnTo>
                    <a:pt x="249" y="257"/>
                  </a:lnTo>
                  <a:lnTo>
                    <a:pt x="247" y="257"/>
                  </a:lnTo>
                  <a:lnTo>
                    <a:pt x="247" y="257"/>
                  </a:lnTo>
                  <a:lnTo>
                    <a:pt x="247" y="257"/>
                  </a:lnTo>
                  <a:lnTo>
                    <a:pt x="245" y="257"/>
                  </a:lnTo>
                  <a:lnTo>
                    <a:pt x="243" y="257"/>
                  </a:lnTo>
                  <a:lnTo>
                    <a:pt x="243" y="257"/>
                  </a:lnTo>
                  <a:lnTo>
                    <a:pt x="241" y="261"/>
                  </a:lnTo>
                  <a:lnTo>
                    <a:pt x="239" y="263"/>
                  </a:lnTo>
                  <a:lnTo>
                    <a:pt x="239" y="265"/>
                  </a:lnTo>
                  <a:lnTo>
                    <a:pt x="237" y="267"/>
                  </a:lnTo>
                  <a:lnTo>
                    <a:pt x="235" y="269"/>
                  </a:lnTo>
                  <a:lnTo>
                    <a:pt x="235" y="269"/>
                  </a:lnTo>
                  <a:lnTo>
                    <a:pt x="233" y="269"/>
                  </a:lnTo>
                  <a:lnTo>
                    <a:pt x="233" y="269"/>
                  </a:lnTo>
                  <a:lnTo>
                    <a:pt x="231" y="271"/>
                  </a:lnTo>
                  <a:lnTo>
                    <a:pt x="231" y="271"/>
                  </a:lnTo>
                  <a:lnTo>
                    <a:pt x="231" y="271"/>
                  </a:lnTo>
                  <a:lnTo>
                    <a:pt x="231" y="271"/>
                  </a:lnTo>
                  <a:lnTo>
                    <a:pt x="229" y="269"/>
                  </a:lnTo>
                  <a:lnTo>
                    <a:pt x="229" y="269"/>
                  </a:lnTo>
                  <a:lnTo>
                    <a:pt x="229" y="269"/>
                  </a:lnTo>
                  <a:lnTo>
                    <a:pt x="227" y="275"/>
                  </a:lnTo>
                  <a:lnTo>
                    <a:pt x="225" y="279"/>
                  </a:lnTo>
                  <a:lnTo>
                    <a:pt x="225" y="279"/>
                  </a:lnTo>
                  <a:lnTo>
                    <a:pt x="223" y="281"/>
                  </a:lnTo>
                  <a:lnTo>
                    <a:pt x="223" y="281"/>
                  </a:lnTo>
                  <a:lnTo>
                    <a:pt x="223" y="279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1"/>
                  </a:lnTo>
                  <a:lnTo>
                    <a:pt x="223" y="271"/>
                  </a:lnTo>
                  <a:lnTo>
                    <a:pt x="223" y="271"/>
                  </a:lnTo>
                  <a:lnTo>
                    <a:pt x="221" y="271"/>
                  </a:lnTo>
                  <a:lnTo>
                    <a:pt x="221" y="273"/>
                  </a:lnTo>
                  <a:lnTo>
                    <a:pt x="221" y="275"/>
                  </a:lnTo>
                  <a:lnTo>
                    <a:pt x="221" y="277"/>
                  </a:lnTo>
                  <a:lnTo>
                    <a:pt x="221" y="277"/>
                  </a:lnTo>
                  <a:lnTo>
                    <a:pt x="219" y="279"/>
                  </a:lnTo>
                  <a:lnTo>
                    <a:pt x="218" y="281"/>
                  </a:lnTo>
                  <a:lnTo>
                    <a:pt x="218" y="279"/>
                  </a:lnTo>
                  <a:lnTo>
                    <a:pt x="218" y="279"/>
                  </a:lnTo>
                  <a:lnTo>
                    <a:pt x="214" y="279"/>
                  </a:lnTo>
                  <a:lnTo>
                    <a:pt x="214" y="279"/>
                  </a:lnTo>
                  <a:lnTo>
                    <a:pt x="214" y="279"/>
                  </a:lnTo>
                  <a:lnTo>
                    <a:pt x="216" y="279"/>
                  </a:lnTo>
                  <a:lnTo>
                    <a:pt x="216" y="279"/>
                  </a:lnTo>
                  <a:lnTo>
                    <a:pt x="216" y="279"/>
                  </a:lnTo>
                  <a:lnTo>
                    <a:pt x="216" y="277"/>
                  </a:lnTo>
                  <a:lnTo>
                    <a:pt x="216" y="277"/>
                  </a:lnTo>
                  <a:lnTo>
                    <a:pt x="216" y="277"/>
                  </a:lnTo>
                  <a:lnTo>
                    <a:pt x="214" y="277"/>
                  </a:lnTo>
                  <a:lnTo>
                    <a:pt x="214" y="277"/>
                  </a:lnTo>
                  <a:lnTo>
                    <a:pt x="214" y="277"/>
                  </a:lnTo>
                  <a:lnTo>
                    <a:pt x="212" y="277"/>
                  </a:lnTo>
                  <a:lnTo>
                    <a:pt x="212" y="277"/>
                  </a:lnTo>
                  <a:lnTo>
                    <a:pt x="212" y="277"/>
                  </a:lnTo>
                  <a:lnTo>
                    <a:pt x="210" y="277"/>
                  </a:lnTo>
                  <a:lnTo>
                    <a:pt x="210" y="277"/>
                  </a:lnTo>
                  <a:lnTo>
                    <a:pt x="210" y="277"/>
                  </a:lnTo>
                  <a:lnTo>
                    <a:pt x="210" y="277"/>
                  </a:lnTo>
                  <a:lnTo>
                    <a:pt x="210" y="275"/>
                  </a:lnTo>
                  <a:lnTo>
                    <a:pt x="210" y="275"/>
                  </a:lnTo>
                  <a:lnTo>
                    <a:pt x="210" y="275"/>
                  </a:lnTo>
                  <a:lnTo>
                    <a:pt x="210" y="273"/>
                  </a:lnTo>
                  <a:lnTo>
                    <a:pt x="204" y="265"/>
                  </a:lnTo>
                  <a:lnTo>
                    <a:pt x="198" y="259"/>
                  </a:lnTo>
                  <a:lnTo>
                    <a:pt x="186" y="253"/>
                  </a:lnTo>
                  <a:lnTo>
                    <a:pt x="182" y="251"/>
                  </a:lnTo>
                  <a:lnTo>
                    <a:pt x="180" y="251"/>
                  </a:lnTo>
                  <a:lnTo>
                    <a:pt x="178" y="249"/>
                  </a:lnTo>
                  <a:lnTo>
                    <a:pt x="174" y="247"/>
                  </a:lnTo>
                  <a:lnTo>
                    <a:pt x="174" y="247"/>
                  </a:lnTo>
                  <a:lnTo>
                    <a:pt x="170" y="245"/>
                  </a:lnTo>
                  <a:lnTo>
                    <a:pt x="163" y="245"/>
                  </a:lnTo>
                  <a:lnTo>
                    <a:pt x="163" y="245"/>
                  </a:lnTo>
                  <a:lnTo>
                    <a:pt x="165" y="243"/>
                  </a:lnTo>
                  <a:lnTo>
                    <a:pt x="165" y="241"/>
                  </a:lnTo>
                  <a:lnTo>
                    <a:pt x="163" y="234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63" y="230"/>
                  </a:lnTo>
                  <a:lnTo>
                    <a:pt x="153" y="222"/>
                  </a:lnTo>
                  <a:lnTo>
                    <a:pt x="133" y="198"/>
                  </a:lnTo>
                  <a:lnTo>
                    <a:pt x="129" y="194"/>
                  </a:lnTo>
                  <a:lnTo>
                    <a:pt x="129" y="192"/>
                  </a:lnTo>
                  <a:lnTo>
                    <a:pt x="121" y="190"/>
                  </a:lnTo>
                  <a:lnTo>
                    <a:pt x="116" y="186"/>
                  </a:lnTo>
                  <a:lnTo>
                    <a:pt x="110" y="181"/>
                  </a:lnTo>
                  <a:lnTo>
                    <a:pt x="108" y="177"/>
                  </a:lnTo>
                  <a:lnTo>
                    <a:pt x="108" y="175"/>
                  </a:lnTo>
                  <a:lnTo>
                    <a:pt x="106" y="173"/>
                  </a:lnTo>
                  <a:lnTo>
                    <a:pt x="106" y="173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63"/>
                  </a:lnTo>
                  <a:lnTo>
                    <a:pt x="106" y="159"/>
                  </a:lnTo>
                  <a:lnTo>
                    <a:pt x="104" y="155"/>
                  </a:lnTo>
                  <a:lnTo>
                    <a:pt x="104" y="155"/>
                  </a:lnTo>
                  <a:lnTo>
                    <a:pt x="104" y="153"/>
                  </a:lnTo>
                  <a:lnTo>
                    <a:pt x="102" y="153"/>
                  </a:lnTo>
                  <a:lnTo>
                    <a:pt x="102" y="151"/>
                  </a:lnTo>
                  <a:lnTo>
                    <a:pt x="102" y="151"/>
                  </a:lnTo>
                  <a:lnTo>
                    <a:pt x="102" y="151"/>
                  </a:lnTo>
                  <a:lnTo>
                    <a:pt x="102" y="149"/>
                  </a:lnTo>
                  <a:lnTo>
                    <a:pt x="100" y="149"/>
                  </a:lnTo>
                  <a:lnTo>
                    <a:pt x="100" y="149"/>
                  </a:lnTo>
                  <a:lnTo>
                    <a:pt x="98" y="145"/>
                  </a:lnTo>
                  <a:lnTo>
                    <a:pt x="94" y="143"/>
                  </a:lnTo>
                  <a:lnTo>
                    <a:pt x="86" y="141"/>
                  </a:lnTo>
                  <a:lnTo>
                    <a:pt x="80" y="135"/>
                  </a:lnTo>
                  <a:lnTo>
                    <a:pt x="78" y="133"/>
                  </a:lnTo>
                  <a:lnTo>
                    <a:pt x="78" y="133"/>
                  </a:lnTo>
                  <a:lnTo>
                    <a:pt x="76" y="129"/>
                  </a:lnTo>
                  <a:lnTo>
                    <a:pt x="76" y="129"/>
                  </a:lnTo>
                  <a:lnTo>
                    <a:pt x="76" y="128"/>
                  </a:lnTo>
                  <a:lnTo>
                    <a:pt x="74" y="126"/>
                  </a:lnTo>
                  <a:lnTo>
                    <a:pt x="72" y="124"/>
                  </a:lnTo>
                  <a:lnTo>
                    <a:pt x="65" y="118"/>
                  </a:lnTo>
                  <a:lnTo>
                    <a:pt x="65" y="118"/>
                  </a:lnTo>
                  <a:lnTo>
                    <a:pt x="65" y="116"/>
                  </a:lnTo>
                  <a:lnTo>
                    <a:pt x="63" y="114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7" y="116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49" y="118"/>
                  </a:lnTo>
                  <a:lnTo>
                    <a:pt x="47" y="118"/>
                  </a:lnTo>
                  <a:lnTo>
                    <a:pt x="47" y="118"/>
                  </a:lnTo>
                  <a:lnTo>
                    <a:pt x="47" y="118"/>
                  </a:lnTo>
                  <a:lnTo>
                    <a:pt x="39" y="122"/>
                  </a:lnTo>
                  <a:lnTo>
                    <a:pt x="37" y="122"/>
                  </a:lnTo>
                  <a:lnTo>
                    <a:pt x="37" y="122"/>
                  </a:lnTo>
                  <a:lnTo>
                    <a:pt x="37" y="122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31" y="116"/>
                  </a:lnTo>
                  <a:lnTo>
                    <a:pt x="31" y="114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1" y="110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10"/>
                  </a:lnTo>
                  <a:lnTo>
                    <a:pt x="23" y="110"/>
                  </a:lnTo>
                  <a:lnTo>
                    <a:pt x="23" y="112"/>
                  </a:lnTo>
                  <a:lnTo>
                    <a:pt x="23" y="112"/>
                  </a:lnTo>
                  <a:lnTo>
                    <a:pt x="23" y="112"/>
                  </a:lnTo>
                  <a:lnTo>
                    <a:pt x="21" y="112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7" y="118"/>
                  </a:lnTo>
                  <a:lnTo>
                    <a:pt x="16" y="116"/>
                  </a:lnTo>
                  <a:lnTo>
                    <a:pt x="16" y="116"/>
                  </a:lnTo>
                  <a:lnTo>
                    <a:pt x="0" y="108"/>
                  </a:lnTo>
                  <a:lnTo>
                    <a:pt x="2" y="106"/>
                  </a:lnTo>
                  <a:lnTo>
                    <a:pt x="2" y="106"/>
                  </a:lnTo>
                  <a:lnTo>
                    <a:pt x="2" y="106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2" y="102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2" y="98"/>
                  </a:lnTo>
                  <a:lnTo>
                    <a:pt x="2" y="98"/>
                  </a:lnTo>
                  <a:lnTo>
                    <a:pt x="2" y="98"/>
                  </a:lnTo>
                  <a:lnTo>
                    <a:pt x="2" y="98"/>
                  </a:lnTo>
                  <a:lnTo>
                    <a:pt x="2" y="98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4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2" y="98"/>
                  </a:lnTo>
                  <a:lnTo>
                    <a:pt x="12" y="98"/>
                  </a:lnTo>
                  <a:lnTo>
                    <a:pt x="14" y="98"/>
                  </a:lnTo>
                  <a:lnTo>
                    <a:pt x="14" y="98"/>
                  </a:lnTo>
                  <a:lnTo>
                    <a:pt x="14" y="98"/>
                  </a:lnTo>
                  <a:lnTo>
                    <a:pt x="16" y="98"/>
                  </a:lnTo>
                  <a:lnTo>
                    <a:pt x="16" y="98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9" y="94"/>
                  </a:lnTo>
                  <a:lnTo>
                    <a:pt x="19" y="94"/>
                  </a:lnTo>
                  <a:lnTo>
                    <a:pt x="19" y="92"/>
                  </a:lnTo>
                  <a:lnTo>
                    <a:pt x="21" y="92"/>
                  </a:lnTo>
                  <a:lnTo>
                    <a:pt x="29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0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29" y="84"/>
                  </a:lnTo>
                  <a:lnTo>
                    <a:pt x="29" y="82"/>
                  </a:lnTo>
                  <a:lnTo>
                    <a:pt x="29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9" y="75"/>
                  </a:lnTo>
                  <a:lnTo>
                    <a:pt x="31" y="75"/>
                  </a:lnTo>
                  <a:lnTo>
                    <a:pt x="31" y="76"/>
                  </a:lnTo>
                  <a:lnTo>
                    <a:pt x="37" y="76"/>
                  </a:lnTo>
                  <a:lnTo>
                    <a:pt x="37" y="76"/>
                  </a:lnTo>
                  <a:lnTo>
                    <a:pt x="47" y="84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7" y="86"/>
                  </a:lnTo>
                  <a:lnTo>
                    <a:pt x="47" y="88"/>
                  </a:lnTo>
                  <a:lnTo>
                    <a:pt x="47" y="88"/>
                  </a:lnTo>
                  <a:lnTo>
                    <a:pt x="49" y="90"/>
                  </a:lnTo>
                  <a:lnTo>
                    <a:pt x="51" y="90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53" y="92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6"/>
                  </a:lnTo>
                  <a:lnTo>
                    <a:pt x="59" y="98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8" y="98"/>
                  </a:lnTo>
                  <a:lnTo>
                    <a:pt x="68" y="100"/>
                  </a:lnTo>
                  <a:lnTo>
                    <a:pt x="70" y="100"/>
                  </a:lnTo>
                  <a:lnTo>
                    <a:pt x="74" y="106"/>
                  </a:lnTo>
                  <a:lnTo>
                    <a:pt x="76" y="114"/>
                  </a:lnTo>
                  <a:lnTo>
                    <a:pt x="78" y="118"/>
                  </a:lnTo>
                  <a:lnTo>
                    <a:pt x="80" y="122"/>
                  </a:lnTo>
                  <a:lnTo>
                    <a:pt x="80" y="124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8" y="128"/>
                  </a:lnTo>
                  <a:lnTo>
                    <a:pt x="90" y="128"/>
                  </a:lnTo>
                  <a:lnTo>
                    <a:pt x="92" y="128"/>
                  </a:lnTo>
                  <a:lnTo>
                    <a:pt x="94" y="128"/>
                  </a:lnTo>
                  <a:lnTo>
                    <a:pt x="96" y="128"/>
                  </a:lnTo>
                  <a:lnTo>
                    <a:pt x="96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8" y="124"/>
                  </a:lnTo>
                  <a:lnTo>
                    <a:pt x="100" y="124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04" y="118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6" y="116"/>
                  </a:lnTo>
                  <a:lnTo>
                    <a:pt x="106" y="116"/>
                  </a:lnTo>
                  <a:lnTo>
                    <a:pt x="106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10" y="118"/>
                  </a:lnTo>
                  <a:lnTo>
                    <a:pt x="110" y="118"/>
                  </a:lnTo>
                  <a:lnTo>
                    <a:pt x="110" y="120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24"/>
                  </a:lnTo>
                  <a:lnTo>
                    <a:pt x="108" y="126"/>
                  </a:lnTo>
                  <a:lnTo>
                    <a:pt x="110" y="126"/>
                  </a:lnTo>
                  <a:lnTo>
                    <a:pt x="110" y="126"/>
                  </a:lnTo>
                  <a:lnTo>
                    <a:pt x="110" y="124"/>
                  </a:lnTo>
                  <a:lnTo>
                    <a:pt x="112" y="124"/>
                  </a:lnTo>
                  <a:lnTo>
                    <a:pt x="114" y="124"/>
                  </a:lnTo>
                  <a:lnTo>
                    <a:pt x="114" y="124"/>
                  </a:lnTo>
                  <a:lnTo>
                    <a:pt x="116" y="124"/>
                  </a:lnTo>
                  <a:lnTo>
                    <a:pt x="116" y="122"/>
                  </a:lnTo>
                  <a:lnTo>
                    <a:pt x="116" y="122"/>
                  </a:lnTo>
                  <a:lnTo>
                    <a:pt x="116" y="122"/>
                  </a:lnTo>
                  <a:lnTo>
                    <a:pt x="114" y="120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4" y="116"/>
                  </a:lnTo>
                  <a:lnTo>
                    <a:pt x="117" y="110"/>
                  </a:lnTo>
                  <a:lnTo>
                    <a:pt x="117" y="110"/>
                  </a:lnTo>
                  <a:lnTo>
                    <a:pt x="117" y="110"/>
                  </a:lnTo>
                  <a:lnTo>
                    <a:pt x="117" y="110"/>
                  </a:lnTo>
                  <a:lnTo>
                    <a:pt x="117" y="108"/>
                  </a:lnTo>
                  <a:lnTo>
                    <a:pt x="116" y="108"/>
                  </a:lnTo>
                  <a:lnTo>
                    <a:pt x="114" y="106"/>
                  </a:lnTo>
                  <a:lnTo>
                    <a:pt x="114" y="106"/>
                  </a:lnTo>
                  <a:lnTo>
                    <a:pt x="114" y="106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6" y="104"/>
                  </a:lnTo>
                  <a:lnTo>
                    <a:pt x="116" y="102"/>
                  </a:lnTo>
                  <a:lnTo>
                    <a:pt x="117" y="102"/>
                  </a:lnTo>
                  <a:lnTo>
                    <a:pt x="117" y="102"/>
                  </a:lnTo>
                  <a:lnTo>
                    <a:pt x="119" y="100"/>
                  </a:lnTo>
                  <a:lnTo>
                    <a:pt x="119" y="100"/>
                  </a:lnTo>
                  <a:lnTo>
                    <a:pt x="121" y="98"/>
                  </a:lnTo>
                  <a:lnTo>
                    <a:pt x="121" y="98"/>
                  </a:lnTo>
                  <a:lnTo>
                    <a:pt x="121" y="96"/>
                  </a:lnTo>
                  <a:lnTo>
                    <a:pt x="127" y="94"/>
                  </a:lnTo>
                  <a:lnTo>
                    <a:pt x="129" y="94"/>
                  </a:lnTo>
                  <a:lnTo>
                    <a:pt x="129" y="94"/>
                  </a:lnTo>
                  <a:lnTo>
                    <a:pt x="131" y="92"/>
                  </a:lnTo>
                  <a:lnTo>
                    <a:pt x="131" y="92"/>
                  </a:lnTo>
                  <a:lnTo>
                    <a:pt x="131" y="92"/>
                  </a:lnTo>
                  <a:lnTo>
                    <a:pt x="131" y="92"/>
                  </a:lnTo>
                  <a:lnTo>
                    <a:pt x="133" y="92"/>
                  </a:lnTo>
                  <a:lnTo>
                    <a:pt x="135" y="94"/>
                  </a:lnTo>
                  <a:lnTo>
                    <a:pt x="137" y="94"/>
                  </a:lnTo>
                  <a:lnTo>
                    <a:pt x="141" y="90"/>
                  </a:lnTo>
                  <a:lnTo>
                    <a:pt x="151" y="78"/>
                  </a:lnTo>
                  <a:lnTo>
                    <a:pt x="157" y="57"/>
                  </a:lnTo>
                  <a:lnTo>
                    <a:pt x="159" y="55"/>
                  </a:lnTo>
                  <a:lnTo>
                    <a:pt x="159" y="53"/>
                  </a:lnTo>
                  <a:lnTo>
                    <a:pt x="159" y="53"/>
                  </a:lnTo>
                  <a:lnTo>
                    <a:pt x="159" y="53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7" y="49"/>
                  </a:lnTo>
                  <a:lnTo>
                    <a:pt x="157" y="49"/>
                  </a:lnTo>
                  <a:lnTo>
                    <a:pt x="157" y="49"/>
                  </a:lnTo>
                  <a:lnTo>
                    <a:pt x="157" y="49"/>
                  </a:lnTo>
                  <a:lnTo>
                    <a:pt x="157" y="45"/>
                  </a:lnTo>
                  <a:lnTo>
                    <a:pt x="157" y="45"/>
                  </a:lnTo>
                  <a:lnTo>
                    <a:pt x="157" y="45"/>
                  </a:lnTo>
                  <a:lnTo>
                    <a:pt x="151" y="45"/>
                  </a:lnTo>
                  <a:lnTo>
                    <a:pt x="151" y="45"/>
                  </a:lnTo>
                  <a:lnTo>
                    <a:pt x="151" y="45"/>
                  </a:lnTo>
                  <a:lnTo>
                    <a:pt x="151" y="45"/>
                  </a:lnTo>
                  <a:lnTo>
                    <a:pt x="149" y="53"/>
                  </a:lnTo>
                  <a:lnTo>
                    <a:pt x="149" y="53"/>
                  </a:lnTo>
                  <a:lnTo>
                    <a:pt x="147" y="53"/>
                  </a:lnTo>
                  <a:lnTo>
                    <a:pt x="143" y="51"/>
                  </a:lnTo>
                  <a:lnTo>
                    <a:pt x="143" y="51"/>
                  </a:lnTo>
                  <a:lnTo>
                    <a:pt x="143" y="51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9" y="53"/>
                  </a:lnTo>
                  <a:lnTo>
                    <a:pt x="139" y="53"/>
                  </a:lnTo>
                  <a:lnTo>
                    <a:pt x="139" y="55"/>
                  </a:lnTo>
                  <a:lnTo>
                    <a:pt x="137" y="59"/>
                  </a:lnTo>
                  <a:lnTo>
                    <a:pt x="137" y="61"/>
                  </a:lnTo>
                  <a:lnTo>
                    <a:pt x="135" y="61"/>
                  </a:lnTo>
                  <a:lnTo>
                    <a:pt x="135" y="61"/>
                  </a:lnTo>
                  <a:lnTo>
                    <a:pt x="135" y="61"/>
                  </a:lnTo>
                  <a:lnTo>
                    <a:pt x="129" y="57"/>
                  </a:lnTo>
                  <a:lnTo>
                    <a:pt x="129" y="57"/>
                  </a:lnTo>
                  <a:lnTo>
                    <a:pt x="129" y="57"/>
                  </a:lnTo>
                  <a:lnTo>
                    <a:pt x="129" y="55"/>
                  </a:lnTo>
                  <a:lnTo>
                    <a:pt x="131" y="55"/>
                  </a:lnTo>
                  <a:lnTo>
                    <a:pt x="131" y="53"/>
                  </a:lnTo>
                  <a:lnTo>
                    <a:pt x="131" y="51"/>
                  </a:lnTo>
                  <a:lnTo>
                    <a:pt x="131" y="51"/>
                  </a:lnTo>
                  <a:lnTo>
                    <a:pt x="133" y="49"/>
                  </a:lnTo>
                  <a:lnTo>
                    <a:pt x="131" y="45"/>
                  </a:lnTo>
                  <a:lnTo>
                    <a:pt x="131" y="43"/>
                  </a:lnTo>
                  <a:lnTo>
                    <a:pt x="129" y="37"/>
                  </a:lnTo>
                  <a:lnTo>
                    <a:pt x="129" y="35"/>
                  </a:lnTo>
                  <a:lnTo>
                    <a:pt x="129" y="33"/>
                  </a:lnTo>
                  <a:lnTo>
                    <a:pt x="129" y="33"/>
                  </a:lnTo>
                  <a:lnTo>
                    <a:pt x="131" y="33"/>
                  </a:lnTo>
                  <a:lnTo>
                    <a:pt x="135" y="27"/>
                  </a:lnTo>
                  <a:lnTo>
                    <a:pt x="135" y="27"/>
                  </a:lnTo>
                  <a:lnTo>
                    <a:pt x="137" y="27"/>
                  </a:lnTo>
                  <a:lnTo>
                    <a:pt x="137" y="27"/>
                  </a:lnTo>
                  <a:lnTo>
                    <a:pt x="141" y="25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45" y="25"/>
                  </a:lnTo>
                  <a:lnTo>
                    <a:pt x="147" y="25"/>
                  </a:lnTo>
                  <a:lnTo>
                    <a:pt x="147" y="25"/>
                  </a:lnTo>
                  <a:lnTo>
                    <a:pt x="147" y="27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51" y="27"/>
                  </a:lnTo>
                  <a:lnTo>
                    <a:pt x="153" y="25"/>
                  </a:lnTo>
                  <a:lnTo>
                    <a:pt x="155" y="25"/>
                  </a:lnTo>
                  <a:lnTo>
                    <a:pt x="155" y="23"/>
                  </a:lnTo>
                  <a:lnTo>
                    <a:pt x="155" y="23"/>
                  </a:lnTo>
                  <a:lnTo>
                    <a:pt x="155" y="21"/>
                  </a:lnTo>
                  <a:lnTo>
                    <a:pt x="155" y="21"/>
                  </a:lnTo>
                  <a:lnTo>
                    <a:pt x="155" y="21"/>
                  </a:lnTo>
                  <a:lnTo>
                    <a:pt x="157" y="20"/>
                  </a:lnTo>
                  <a:lnTo>
                    <a:pt x="159" y="20"/>
                  </a:lnTo>
                  <a:lnTo>
                    <a:pt x="159" y="20"/>
                  </a:lnTo>
                  <a:lnTo>
                    <a:pt x="172" y="27"/>
                  </a:lnTo>
                  <a:lnTo>
                    <a:pt x="172" y="23"/>
                  </a:lnTo>
                  <a:lnTo>
                    <a:pt x="172" y="23"/>
                  </a:lnTo>
                  <a:lnTo>
                    <a:pt x="174" y="23"/>
                  </a:lnTo>
                  <a:lnTo>
                    <a:pt x="176" y="21"/>
                  </a:lnTo>
                  <a:lnTo>
                    <a:pt x="178" y="21"/>
                  </a:lnTo>
                  <a:lnTo>
                    <a:pt x="178" y="20"/>
                  </a:lnTo>
                  <a:lnTo>
                    <a:pt x="178" y="20"/>
                  </a:lnTo>
                  <a:lnTo>
                    <a:pt x="180" y="18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78" y="16"/>
                  </a:lnTo>
                  <a:lnTo>
                    <a:pt x="174" y="14"/>
                  </a:lnTo>
                  <a:lnTo>
                    <a:pt x="174" y="14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74" y="10"/>
                  </a:lnTo>
                  <a:lnTo>
                    <a:pt x="176" y="2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78" y="0"/>
                  </a:lnTo>
                  <a:lnTo>
                    <a:pt x="17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90"/>
            <p:cNvSpPr>
              <a:spLocks noEditPoints="1"/>
            </p:cNvSpPr>
            <p:nvPr/>
          </p:nvSpPr>
          <p:spPr bwMode="auto">
            <a:xfrm>
              <a:off x="1152525" y="3965575"/>
              <a:ext cx="122238" cy="212725"/>
            </a:xfrm>
            <a:custGeom>
              <a:avLst/>
              <a:gdLst>
                <a:gd name="T0" fmla="*/ 74 w 153"/>
                <a:gd name="T1" fmla="*/ 265 h 267"/>
                <a:gd name="T2" fmla="*/ 72 w 153"/>
                <a:gd name="T3" fmla="*/ 253 h 267"/>
                <a:gd name="T4" fmla="*/ 74 w 153"/>
                <a:gd name="T5" fmla="*/ 10 h 267"/>
                <a:gd name="T6" fmla="*/ 96 w 153"/>
                <a:gd name="T7" fmla="*/ 59 h 267"/>
                <a:gd name="T8" fmla="*/ 94 w 153"/>
                <a:gd name="T9" fmla="*/ 67 h 267"/>
                <a:gd name="T10" fmla="*/ 88 w 153"/>
                <a:gd name="T11" fmla="*/ 85 h 267"/>
                <a:gd name="T12" fmla="*/ 94 w 153"/>
                <a:gd name="T13" fmla="*/ 104 h 267"/>
                <a:gd name="T14" fmla="*/ 137 w 153"/>
                <a:gd name="T15" fmla="*/ 132 h 267"/>
                <a:gd name="T16" fmla="*/ 145 w 153"/>
                <a:gd name="T17" fmla="*/ 195 h 267"/>
                <a:gd name="T18" fmla="*/ 123 w 153"/>
                <a:gd name="T19" fmla="*/ 193 h 267"/>
                <a:gd name="T20" fmla="*/ 135 w 153"/>
                <a:gd name="T21" fmla="*/ 208 h 267"/>
                <a:gd name="T22" fmla="*/ 153 w 153"/>
                <a:gd name="T23" fmla="*/ 232 h 267"/>
                <a:gd name="T24" fmla="*/ 143 w 153"/>
                <a:gd name="T25" fmla="*/ 226 h 267"/>
                <a:gd name="T26" fmla="*/ 141 w 153"/>
                <a:gd name="T27" fmla="*/ 232 h 267"/>
                <a:gd name="T28" fmla="*/ 133 w 153"/>
                <a:gd name="T29" fmla="*/ 238 h 267"/>
                <a:gd name="T30" fmla="*/ 129 w 153"/>
                <a:gd name="T31" fmla="*/ 232 h 267"/>
                <a:gd name="T32" fmla="*/ 127 w 153"/>
                <a:gd name="T33" fmla="*/ 236 h 267"/>
                <a:gd name="T34" fmla="*/ 121 w 153"/>
                <a:gd name="T35" fmla="*/ 232 h 267"/>
                <a:gd name="T36" fmla="*/ 121 w 153"/>
                <a:gd name="T37" fmla="*/ 240 h 267"/>
                <a:gd name="T38" fmla="*/ 119 w 153"/>
                <a:gd name="T39" fmla="*/ 242 h 267"/>
                <a:gd name="T40" fmla="*/ 119 w 153"/>
                <a:gd name="T41" fmla="*/ 252 h 267"/>
                <a:gd name="T42" fmla="*/ 115 w 153"/>
                <a:gd name="T43" fmla="*/ 246 h 267"/>
                <a:gd name="T44" fmla="*/ 109 w 153"/>
                <a:gd name="T45" fmla="*/ 242 h 267"/>
                <a:gd name="T46" fmla="*/ 100 w 153"/>
                <a:gd name="T47" fmla="*/ 246 h 267"/>
                <a:gd name="T48" fmla="*/ 92 w 153"/>
                <a:gd name="T49" fmla="*/ 248 h 267"/>
                <a:gd name="T50" fmla="*/ 84 w 153"/>
                <a:gd name="T51" fmla="*/ 248 h 267"/>
                <a:gd name="T52" fmla="*/ 78 w 153"/>
                <a:gd name="T53" fmla="*/ 248 h 267"/>
                <a:gd name="T54" fmla="*/ 72 w 153"/>
                <a:gd name="T55" fmla="*/ 246 h 267"/>
                <a:gd name="T56" fmla="*/ 68 w 153"/>
                <a:gd name="T57" fmla="*/ 248 h 267"/>
                <a:gd name="T58" fmla="*/ 62 w 153"/>
                <a:gd name="T59" fmla="*/ 244 h 267"/>
                <a:gd name="T60" fmla="*/ 58 w 153"/>
                <a:gd name="T61" fmla="*/ 240 h 267"/>
                <a:gd name="T62" fmla="*/ 60 w 153"/>
                <a:gd name="T63" fmla="*/ 246 h 267"/>
                <a:gd name="T64" fmla="*/ 58 w 153"/>
                <a:gd name="T65" fmla="*/ 253 h 267"/>
                <a:gd name="T66" fmla="*/ 53 w 153"/>
                <a:gd name="T67" fmla="*/ 240 h 267"/>
                <a:gd name="T68" fmla="*/ 51 w 153"/>
                <a:gd name="T69" fmla="*/ 240 h 267"/>
                <a:gd name="T70" fmla="*/ 57 w 153"/>
                <a:gd name="T71" fmla="*/ 246 h 267"/>
                <a:gd name="T72" fmla="*/ 53 w 153"/>
                <a:gd name="T73" fmla="*/ 252 h 267"/>
                <a:gd name="T74" fmla="*/ 53 w 153"/>
                <a:gd name="T75" fmla="*/ 246 h 267"/>
                <a:gd name="T76" fmla="*/ 47 w 153"/>
                <a:gd name="T77" fmla="*/ 240 h 267"/>
                <a:gd name="T78" fmla="*/ 39 w 153"/>
                <a:gd name="T79" fmla="*/ 216 h 267"/>
                <a:gd name="T80" fmla="*/ 49 w 153"/>
                <a:gd name="T81" fmla="*/ 210 h 267"/>
                <a:gd name="T82" fmla="*/ 33 w 153"/>
                <a:gd name="T83" fmla="*/ 204 h 267"/>
                <a:gd name="T84" fmla="*/ 29 w 153"/>
                <a:gd name="T85" fmla="*/ 179 h 267"/>
                <a:gd name="T86" fmla="*/ 51 w 153"/>
                <a:gd name="T87" fmla="*/ 173 h 267"/>
                <a:gd name="T88" fmla="*/ 64 w 153"/>
                <a:gd name="T89" fmla="*/ 159 h 267"/>
                <a:gd name="T90" fmla="*/ 53 w 153"/>
                <a:gd name="T91" fmla="*/ 142 h 267"/>
                <a:gd name="T92" fmla="*/ 49 w 153"/>
                <a:gd name="T93" fmla="*/ 118 h 267"/>
                <a:gd name="T94" fmla="*/ 64 w 153"/>
                <a:gd name="T95" fmla="*/ 104 h 267"/>
                <a:gd name="T96" fmla="*/ 41 w 153"/>
                <a:gd name="T97" fmla="*/ 104 h 267"/>
                <a:gd name="T98" fmla="*/ 25 w 153"/>
                <a:gd name="T99" fmla="*/ 71 h 267"/>
                <a:gd name="T100" fmla="*/ 25 w 153"/>
                <a:gd name="T101" fmla="*/ 59 h 267"/>
                <a:gd name="T102" fmla="*/ 17 w 153"/>
                <a:gd name="T103" fmla="*/ 53 h 267"/>
                <a:gd name="T104" fmla="*/ 6 w 153"/>
                <a:gd name="T105" fmla="*/ 34 h 267"/>
                <a:gd name="T106" fmla="*/ 0 w 153"/>
                <a:gd name="T107" fmla="*/ 24 h 267"/>
                <a:gd name="T108" fmla="*/ 6 w 153"/>
                <a:gd name="T109" fmla="*/ 18 h 267"/>
                <a:gd name="T110" fmla="*/ 13 w 153"/>
                <a:gd name="T111" fmla="*/ 14 h 267"/>
                <a:gd name="T112" fmla="*/ 19 w 153"/>
                <a:gd name="T113" fmla="*/ 20 h 267"/>
                <a:gd name="T114" fmla="*/ 21 w 153"/>
                <a:gd name="T115" fmla="*/ 16 h 267"/>
                <a:gd name="T116" fmla="*/ 15 w 153"/>
                <a:gd name="T117" fmla="*/ 14 h 267"/>
                <a:gd name="T118" fmla="*/ 19 w 153"/>
                <a:gd name="T119" fmla="*/ 10 h 267"/>
                <a:gd name="T120" fmla="*/ 35 w 153"/>
                <a:gd name="T121" fmla="*/ 14 h 267"/>
                <a:gd name="T122" fmla="*/ 51 w 153"/>
                <a:gd name="T123" fmla="*/ 8 h 267"/>
                <a:gd name="T124" fmla="*/ 60 w 153"/>
                <a:gd name="T12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67">
                  <a:moveTo>
                    <a:pt x="76" y="252"/>
                  </a:moveTo>
                  <a:lnTo>
                    <a:pt x="76" y="253"/>
                  </a:lnTo>
                  <a:lnTo>
                    <a:pt x="76" y="253"/>
                  </a:lnTo>
                  <a:lnTo>
                    <a:pt x="76" y="255"/>
                  </a:lnTo>
                  <a:lnTo>
                    <a:pt x="76" y="257"/>
                  </a:lnTo>
                  <a:lnTo>
                    <a:pt x="74" y="257"/>
                  </a:lnTo>
                  <a:lnTo>
                    <a:pt x="74" y="259"/>
                  </a:lnTo>
                  <a:lnTo>
                    <a:pt x="74" y="259"/>
                  </a:lnTo>
                  <a:lnTo>
                    <a:pt x="74" y="261"/>
                  </a:lnTo>
                  <a:lnTo>
                    <a:pt x="74" y="265"/>
                  </a:lnTo>
                  <a:lnTo>
                    <a:pt x="74" y="265"/>
                  </a:lnTo>
                  <a:lnTo>
                    <a:pt x="74" y="265"/>
                  </a:lnTo>
                  <a:lnTo>
                    <a:pt x="72" y="267"/>
                  </a:lnTo>
                  <a:lnTo>
                    <a:pt x="72" y="265"/>
                  </a:lnTo>
                  <a:lnTo>
                    <a:pt x="72" y="265"/>
                  </a:lnTo>
                  <a:lnTo>
                    <a:pt x="72" y="265"/>
                  </a:lnTo>
                  <a:lnTo>
                    <a:pt x="72" y="263"/>
                  </a:lnTo>
                  <a:lnTo>
                    <a:pt x="72" y="261"/>
                  </a:lnTo>
                  <a:lnTo>
                    <a:pt x="72" y="259"/>
                  </a:lnTo>
                  <a:lnTo>
                    <a:pt x="72" y="257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72" y="253"/>
                  </a:lnTo>
                  <a:lnTo>
                    <a:pt x="72" y="253"/>
                  </a:lnTo>
                  <a:lnTo>
                    <a:pt x="74" y="253"/>
                  </a:lnTo>
                  <a:lnTo>
                    <a:pt x="74" y="253"/>
                  </a:lnTo>
                  <a:lnTo>
                    <a:pt x="74" y="253"/>
                  </a:lnTo>
                  <a:lnTo>
                    <a:pt x="76" y="252"/>
                  </a:lnTo>
                  <a:lnTo>
                    <a:pt x="76" y="252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62" y="2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4" y="8"/>
                  </a:lnTo>
                  <a:lnTo>
                    <a:pt x="74" y="10"/>
                  </a:lnTo>
                  <a:lnTo>
                    <a:pt x="74" y="10"/>
                  </a:lnTo>
                  <a:lnTo>
                    <a:pt x="78" y="16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70" y="39"/>
                  </a:lnTo>
                  <a:lnTo>
                    <a:pt x="70" y="39"/>
                  </a:lnTo>
                  <a:lnTo>
                    <a:pt x="70" y="39"/>
                  </a:lnTo>
                  <a:lnTo>
                    <a:pt x="70" y="39"/>
                  </a:lnTo>
                  <a:lnTo>
                    <a:pt x="70" y="39"/>
                  </a:lnTo>
                  <a:lnTo>
                    <a:pt x="80" y="47"/>
                  </a:lnTo>
                  <a:lnTo>
                    <a:pt x="92" y="55"/>
                  </a:lnTo>
                  <a:lnTo>
                    <a:pt x="96" y="59"/>
                  </a:lnTo>
                  <a:lnTo>
                    <a:pt x="96" y="59"/>
                  </a:lnTo>
                  <a:lnTo>
                    <a:pt x="96" y="61"/>
                  </a:lnTo>
                  <a:lnTo>
                    <a:pt x="96" y="61"/>
                  </a:lnTo>
                  <a:lnTo>
                    <a:pt x="96" y="61"/>
                  </a:lnTo>
                  <a:lnTo>
                    <a:pt x="96" y="63"/>
                  </a:lnTo>
                  <a:lnTo>
                    <a:pt x="94" y="63"/>
                  </a:lnTo>
                  <a:lnTo>
                    <a:pt x="94" y="63"/>
                  </a:lnTo>
                  <a:lnTo>
                    <a:pt x="94" y="63"/>
                  </a:lnTo>
                  <a:lnTo>
                    <a:pt x="94" y="65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94" y="69"/>
                  </a:lnTo>
                  <a:lnTo>
                    <a:pt x="92" y="69"/>
                  </a:lnTo>
                  <a:lnTo>
                    <a:pt x="92" y="71"/>
                  </a:lnTo>
                  <a:lnTo>
                    <a:pt x="92" y="73"/>
                  </a:lnTo>
                  <a:lnTo>
                    <a:pt x="96" y="73"/>
                  </a:lnTo>
                  <a:lnTo>
                    <a:pt x="96" y="75"/>
                  </a:lnTo>
                  <a:lnTo>
                    <a:pt x="94" y="75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6" y="79"/>
                  </a:lnTo>
                  <a:lnTo>
                    <a:pt x="86" y="79"/>
                  </a:lnTo>
                  <a:lnTo>
                    <a:pt x="88" y="85"/>
                  </a:lnTo>
                  <a:lnTo>
                    <a:pt x="90" y="87"/>
                  </a:lnTo>
                  <a:lnTo>
                    <a:pt x="90" y="89"/>
                  </a:lnTo>
                  <a:lnTo>
                    <a:pt x="90" y="89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8" y="94"/>
                  </a:lnTo>
                  <a:lnTo>
                    <a:pt x="94" y="104"/>
                  </a:lnTo>
                  <a:lnTo>
                    <a:pt x="96" y="104"/>
                  </a:lnTo>
                  <a:lnTo>
                    <a:pt x="96" y="102"/>
                  </a:lnTo>
                  <a:lnTo>
                    <a:pt x="98" y="100"/>
                  </a:lnTo>
                  <a:lnTo>
                    <a:pt x="98" y="96"/>
                  </a:lnTo>
                  <a:lnTo>
                    <a:pt x="100" y="94"/>
                  </a:lnTo>
                  <a:lnTo>
                    <a:pt x="100" y="94"/>
                  </a:lnTo>
                  <a:lnTo>
                    <a:pt x="102" y="94"/>
                  </a:lnTo>
                  <a:lnTo>
                    <a:pt x="109" y="102"/>
                  </a:lnTo>
                  <a:lnTo>
                    <a:pt x="127" y="108"/>
                  </a:lnTo>
                  <a:lnTo>
                    <a:pt x="131" y="110"/>
                  </a:lnTo>
                  <a:lnTo>
                    <a:pt x="133" y="114"/>
                  </a:lnTo>
                  <a:lnTo>
                    <a:pt x="137" y="132"/>
                  </a:lnTo>
                  <a:lnTo>
                    <a:pt x="137" y="132"/>
                  </a:lnTo>
                  <a:lnTo>
                    <a:pt x="137" y="136"/>
                  </a:lnTo>
                  <a:lnTo>
                    <a:pt x="139" y="138"/>
                  </a:lnTo>
                  <a:lnTo>
                    <a:pt x="141" y="140"/>
                  </a:lnTo>
                  <a:lnTo>
                    <a:pt x="141" y="140"/>
                  </a:lnTo>
                  <a:lnTo>
                    <a:pt x="143" y="142"/>
                  </a:lnTo>
                  <a:lnTo>
                    <a:pt x="143" y="142"/>
                  </a:lnTo>
                  <a:lnTo>
                    <a:pt x="143" y="144"/>
                  </a:lnTo>
                  <a:lnTo>
                    <a:pt x="143" y="165"/>
                  </a:lnTo>
                  <a:lnTo>
                    <a:pt x="151" y="193"/>
                  </a:lnTo>
                  <a:lnTo>
                    <a:pt x="147" y="195"/>
                  </a:lnTo>
                  <a:lnTo>
                    <a:pt x="145" y="195"/>
                  </a:lnTo>
                  <a:lnTo>
                    <a:pt x="137" y="195"/>
                  </a:lnTo>
                  <a:lnTo>
                    <a:pt x="137" y="193"/>
                  </a:lnTo>
                  <a:lnTo>
                    <a:pt x="135" y="191"/>
                  </a:lnTo>
                  <a:lnTo>
                    <a:pt x="135" y="189"/>
                  </a:lnTo>
                  <a:lnTo>
                    <a:pt x="135" y="189"/>
                  </a:lnTo>
                  <a:lnTo>
                    <a:pt x="133" y="187"/>
                  </a:lnTo>
                  <a:lnTo>
                    <a:pt x="129" y="185"/>
                  </a:lnTo>
                  <a:lnTo>
                    <a:pt x="125" y="187"/>
                  </a:lnTo>
                  <a:lnTo>
                    <a:pt x="123" y="191"/>
                  </a:lnTo>
                  <a:lnTo>
                    <a:pt x="121" y="191"/>
                  </a:lnTo>
                  <a:lnTo>
                    <a:pt x="123" y="191"/>
                  </a:lnTo>
                  <a:lnTo>
                    <a:pt x="123" y="193"/>
                  </a:lnTo>
                  <a:lnTo>
                    <a:pt x="125" y="195"/>
                  </a:lnTo>
                  <a:lnTo>
                    <a:pt x="125" y="195"/>
                  </a:lnTo>
                  <a:lnTo>
                    <a:pt x="125" y="197"/>
                  </a:lnTo>
                  <a:lnTo>
                    <a:pt x="125" y="197"/>
                  </a:lnTo>
                  <a:lnTo>
                    <a:pt x="125" y="197"/>
                  </a:lnTo>
                  <a:lnTo>
                    <a:pt x="123" y="198"/>
                  </a:lnTo>
                  <a:lnTo>
                    <a:pt x="125" y="200"/>
                  </a:lnTo>
                  <a:lnTo>
                    <a:pt x="129" y="200"/>
                  </a:lnTo>
                  <a:lnTo>
                    <a:pt x="131" y="202"/>
                  </a:lnTo>
                  <a:lnTo>
                    <a:pt x="133" y="204"/>
                  </a:lnTo>
                  <a:lnTo>
                    <a:pt x="133" y="206"/>
                  </a:lnTo>
                  <a:lnTo>
                    <a:pt x="135" y="208"/>
                  </a:lnTo>
                  <a:lnTo>
                    <a:pt x="137" y="210"/>
                  </a:lnTo>
                  <a:lnTo>
                    <a:pt x="137" y="210"/>
                  </a:lnTo>
                  <a:lnTo>
                    <a:pt x="139" y="210"/>
                  </a:lnTo>
                  <a:lnTo>
                    <a:pt x="139" y="210"/>
                  </a:lnTo>
                  <a:lnTo>
                    <a:pt x="141" y="214"/>
                  </a:lnTo>
                  <a:lnTo>
                    <a:pt x="143" y="218"/>
                  </a:lnTo>
                  <a:lnTo>
                    <a:pt x="151" y="226"/>
                  </a:lnTo>
                  <a:lnTo>
                    <a:pt x="153" y="228"/>
                  </a:lnTo>
                  <a:lnTo>
                    <a:pt x="153" y="230"/>
                  </a:lnTo>
                  <a:lnTo>
                    <a:pt x="153" y="232"/>
                  </a:lnTo>
                  <a:lnTo>
                    <a:pt x="153" y="232"/>
                  </a:lnTo>
                  <a:lnTo>
                    <a:pt x="153" y="232"/>
                  </a:lnTo>
                  <a:lnTo>
                    <a:pt x="151" y="232"/>
                  </a:lnTo>
                  <a:lnTo>
                    <a:pt x="151" y="230"/>
                  </a:lnTo>
                  <a:lnTo>
                    <a:pt x="151" y="230"/>
                  </a:lnTo>
                  <a:lnTo>
                    <a:pt x="149" y="228"/>
                  </a:lnTo>
                  <a:lnTo>
                    <a:pt x="147" y="228"/>
                  </a:lnTo>
                  <a:lnTo>
                    <a:pt x="147" y="226"/>
                  </a:lnTo>
                  <a:lnTo>
                    <a:pt x="149" y="224"/>
                  </a:lnTo>
                  <a:lnTo>
                    <a:pt x="147" y="224"/>
                  </a:lnTo>
                  <a:lnTo>
                    <a:pt x="147" y="224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3" y="226"/>
                  </a:lnTo>
                  <a:lnTo>
                    <a:pt x="143" y="228"/>
                  </a:lnTo>
                  <a:lnTo>
                    <a:pt x="143" y="228"/>
                  </a:lnTo>
                  <a:lnTo>
                    <a:pt x="143" y="228"/>
                  </a:lnTo>
                  <a:lnTo>
                    <a:pt x="141" y="228"/>
                  </a:lnTo>
                  <a:lnTo>
                    <a:pt x="143" y="228"/>
                  </a:lnTo>
                  <a:lnTo>
                    <a:pt x="143" y="230"/>
                  </a:lnTo>
                  <a:lnTo>
                    <a:pt x="143" y="232"/>
                  </a:lnTo>
                  <a:lnTo>
                    <a:pt x="143" y="236"/>
                  </a:lnTo>
                  <a:lnTo>
                    <a:pt x="143" y="236"/>
                  </a:lnTo>
                  <a:lnTo>
                    <a:pt x="141" y="236"/>
                  </a:lnTo>
                  <a:lnTo>
                    <a:pt x="141" y="234"/>
                  </a:lnTo>
                  <a:lnTo>
                    <a:pt x="141" y="232"/>
                  </a:lnTo>
                  <a:lnTo>
                    <a:pt x="141" y="232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37" y="232"/>
                  </a:lnTo>
                  <a:lnTo>
                    <a:pt x="135" y="234"/>
                  </a:lnTo>
                  <a:lnTo>
                    <a:pt x="133" y="234"/>
                  </a:lnTo>
                  <a:lnTo>
                    <a:pt x="133" y="234"/>
                  </a:lnTo>
                  <a:lnTo>
                    <a:pt x="133" y="236"/>
                  </a:lnTo>
                  <a:lnTo>
                    <a:pt x="133" y="236"/>
                  </a:lnTo>
                  <a:lnTo>
                    <a:pt x="133" y="238"/>
                  </a:lnTo>
                  <a:lnTo>
                    <a:pt x="133" y="238"/>
                  </a:lnTo>
                  <a:lnTo>
                    <a:pt x="131" y="238"/>
                  </a:lnTo>
                  <a:lnTo>
                    <a:pt x="131" y="238"/>
                  </a:lnTo>
                  <a:lnTo>
                    <a:pt x="131" y="236"/>
                  </a:lnTo>
                  <a:lnTo>
                    <a:pt x="131" y="234"/>
                  </a:lnTo>
                  <a:lnTo>
                    <a:pt x="131" y="234"/>
                  </a:lnTo>
                  <a:lnTo>
                    <a:pt x="131" y="232"/>
                  </a:lnTo>
                  <a:lnTo>
                    <a:pt x="131" y="234"/>
                  </a:lnTo>
                  <a:lnTo>
                    <a:pt x="131" y="234"/>
                  </a:lnTo>
                  <a:lnTo>
                    <a:pt x="131" y="236"/>
                  </a:lnTo>
                  <a:lnTo>
                    <a:pt x="129" y="234"/>
                  </a:lnTo>
                  <a:lnTo>
                    <a:pt x="129" y="232"/>
                  </a:lnTo>
                  <a:lnTo>
                    <a:pt x="129" y="232"/>
                  </a:lnTo>
                  <a:lnTo>
                    <a:pt x="129" y="232"/>
                  </a:lnTo>
                  <a:lnTo>
                    <a:pt x="129" y="234"/>
                  </a:lnTo>
                  <a:lnTo>
                    <a:pt x="129" y="236"/>
                  </a:lnTo>
                  <a:lnTo>
                    <a:pt x="129" y="238"/>
                  </a:lnTo>
                  <a:lnTo>
                    <a:pt x="127" y="238"/>
                  </a:lnTo>
                  <a:lnTo>
                    <a:pt x="127" y="236"/>
                  </a:lnTo>
                  <a:lnTo>
                    <a:pt x="127" y="234"/>
                  </a:lnTo>
                  <a:lnTo>
                    <a:pt x="127" y="234"/>
                  </a:lnTo>
                  <a:lnTo>
                    <a:pt x="125" y="232"/>
                  </a:lnTo>
                  <a:lnTo>
                    <a:pt x="127" y="234"/>
                  </a:lnTo>
                  <a:lnTo>
                    <a:pt x="127" y="236"/>
                  </a:lnTo>
                  <a:lnTo>
                    <a:pt x="127" y="238"/>
                  </a:lnTo>
                  <a:lnTo>
                    <a:pt x="125" y="238"/>
                  </a:lnTo>
                  <a:lnTo>
                    <a:pt x="125" y="238"/>
                  </a:lnTo>
                  <a:lnTo>
                    <a:pt x="125" y="238"/>
                  </a:lnTo>
                  <a:lnTo>
                    <a:pt x="125" y="236"/>
                  </a:lnTo>
                  <a:lnTo>
                    <a:pt x="125" y="234"/>
                  </a:lnTo>
                  <a:lnTo>
                    <a:pt x="123" y="232"/>
                  </a:lnTo>
                  <a:lnTo>
                    <a:pt x="123" y="232"/>
                  </a:lnTo>
                  <a:lnTo>
                    <a:pt x="121" y="232"/>
                  </a:lnTo>
                  <a:lnTo>
                    <a:pt x="121" y="232"/>
                  </a:lnTo>
                  <a:lnTo>
                    <a:pt x="121" y="232"/>
                  </a:lnTo>
                  <a:lnTo>
                    <a:pt x="121" y="232"/>
                  </a:lnTo>
                  <a:lnTo>
                    <a:pt x="119" y="232"/>
                  </a:lnTo>
                  <a:lnTo>
                    <a:pt x="119" y="232"/>
                  </a:lnTo>
                  <a:lnTo>
                    <a:pt x="119" y="232"/>
                  </a:lnTo>
                  <a:lnTo>
                    <a:pt x="119" y="234"/>
                  </a:lnTo>
                  <a:lnTo>
                    <a:pt x="119" y="234"/>
                  </a:lnTo>
                  <a:lnTo>
                    <a:pt x="117" y="232"/>
                  </a:lnTo>
                  <a:lnTo>
                    <a:pt x="117" y="234"/>
                  </a:lnTo>
                  <a:lnTo>
                    <a:pt x="119" y="234"/>
                  </a:lnTo>
                  <a:lnTo>
                    <a:pt x="119" y="236"/>
                  </a:lnTo>
                  <a:lnTo>
                    <a:pt x="121" y="238"/>
                  </a:lnTo>
                  <a:lnTo>
                    <a:pt x="121" y="238"/>
                  </a:lnTo>
                  <a:lnTo>
                    <a:pt x="121" y="240"/>
                  </a:lnTo>
                  <a:lnTo>
                    <a:pt x="119" y="240"/>
                  </a:lnTo>
                  <a:lnTo>
                    <a:pt x="119" y="240"/>
                  </a:lnTo>
                  <a:lnTo>
                    <a:pt x="119" y="240"/>
                  </a:lnTo>
                  <a:lnTo>
                    <a:pt x="117" y="240"/>
                  </a:lnTo>
                  <a:lnTo>
                    <a:pt x="117" y="240"/>
                  </a:lnTo>
                  <a:lnTo>
                    <a:pt x="115" y="242"/>
                  </a:lnTo>
                  <a:lnTo>
                    <a:pt x="115" y="242"/>
                  </a:lnTo>
                  <a:lnTo>
                    <a:pt x="115" y="242"/>
                  </a:lnTo>
                  <a:lnTo>
                    <a:pt x="115" y="242"/>
                  </a:lnTo>
                  <a:lnTo>
                    <a:pt x="117" y="242"/>
                  </a:lnTo>
                  <a:lnTo>
                    <a:pt x="117" y="242"/>
                  </a:lnTo>
                  <a:lnTo>
                    <a:pt x="119" y="242"/>
                  </a:lnTo>
                  <a:lnTo>
                    <a:pt x="121" y="244"/>
                  </a:lnTo>
                  <a:lnTo>
                    <a:pt x="121" y="244"/>
                  </a:lnTo>
                  <a:lnTo>
                    <a:pt x="119" y="246"/>
                  </a:lnTo>
                  <a:lnTo>
                    <a:pt x="119" y="246"/>
                  </a:lnTo>
                  <a:lnTo>
                    <a:pt x="119" y="246"/>
                  </a:lnTo>
                  <a:lnTo>
                    <a:pt x="119" y="248"/>
                  </a:lnTo>
                  <a:lnTo>
                    <a:pt x="119" y="248"/>
                  </a:lnTo>
                  <a:lnTo>
                    <a:pt x="119" y="248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7" y="252"/>
                  </a:lnTo>
                  <a:lnTo>
                    <a:pt x="115" y="252"/>
                  </a:lnTo>
                  <a:lnTo>
                    <a:pt x="115" y="252"/>
                  </a:lnTo>
                  <a:lnTo>
                    <a:pt x="115" y="253"/>
                  </a:lnTo>
                  <a:lnTo>
                    <a:pt x="115" y="252"/>
                  </a:lnTo>
                  <a:lnTo>
                    <a:pt x="115" y="250"/>
                  </a:lnTo>
                  <a:lnTo>
                    <a:pt x="115" y="250"/>
                  </a:lnTo>
                  <a:lnTo>
                    <a:pt x="117" y="248"/>
                  </a:lnTo>
                  <a:lnTo>
                    <a:pt x="115" y="248"/>
                  </a:lnTo>
                  <a:lnTo>
                    <a:pt x="115" y="248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3" y="246"/>
                  </a:lnTo>
                  <a:lnTo>
                    <a:pt x="113" y="246"/>
                  </a:lnTo>
                  <a:lnTo>
                    <a:pt x="113" y="246"/>
                  </a:lnTo>
                  <a:lnTo>
                    <a:pt x="113" y="246"/>
                  </a:lnTo>
                  <a:lnTo>
                    <a:pt x="113" y="244"/>
                  </a:lnTo>
                  <a:lnTo>
                    <a:pt x="113" y="244"/>
                  </a:lnTo>
                  <a:lnTo>
                    <a:pt x="113" y="242"/>
                  </a:lnTo>
                  <a:lnTo>
                    <a:pt x="111" y="240"/>
                  </a:lnTo>
                  <a:lnTo>
                    <a:pt x="111" y="240"/>
                  </a:lnTo>
                  <a:lnTo>
                    <a:pt x="109" y="240"/>
                  </a:lnTo>
                  <a:lnTo>
                    <a:pt x="109" y="240"/>
                  </a:lnTo>
                  <a:lnTo>
                    <a:pt x="109" y="242"/>
                  </a:lnTo>
                  <a:lnTo>
                    <a:pt x="108" y="242"/>
                  </a:lnTo>
                  <a:lnTo>
                    <a:pt x="108" y="240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4" y="242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0" y="244"/>
                  </a:lnTo>
                  <a:lnTo>
                    <a:pt x="100" y="244"/>
                  </a:lnTo>
                  <a:lnTo>
                    <a:pt x="100" y="244"/>
                  </a:lnTo>
                  <a:lnTo>
                    <a:pt x="100" y="246"/>
                  </a:lnTo>
                  <a:lnTo>
                    <a:pt x="102" y="246"/>
                  </a:lnTo>
                  <a:lnTo>
                    <a:pt x="102" y="246"/>
                  </a:lnTo>
                  <a:lnTo>
                    <a:pt x="102" y="246"/>
                  </a:lnTo>
                  <a:lnTo>
                    <a:pt x="96" y="244"/>
                  </a:lnTo>
                  <a:lnTo>
                    <a:pt x="96" y="244"/>
                  </a:lnTo>
                  <a:lnTo>
                    <a:pt x="96" y="246"/>
                  </a:lnTo>
                  <a:lnTo>
                    <a:pt x="96" y="246"/>
                  </a:lnTo>
                  <a:lnTo>
                    <a:pt x="94" y="248"/>
                  </a:lnTo>
                  <a:lnTo>
                    <a:pt x="94" y="248"/>
                  </a:lnTo>
                  <a:lnTo>
                    <a:pt x="94" y="248"/>
                  </a:lnTo>
                  <a:lnTo>
                    <a:pt x="92" y="248"/>
                  </a:lnTo>
                  <a:lnTo>
                    <a:pt x="92" y="248"/>
                  </a:lnTo>
                  <a:lnTo>
                    <a:pt x="92" y="248"/>
                  </a:lnTo>
                  <a:lnTo>
                    <a:pt x="92" y="248"/>
                  </a:lnTo>
                  <a:lnTo>
                    <a:pt x="90" y="250"/>
                  </a:lnTo>
                  <a:lnTo>
                    <a:pt x="90" y="250"/>
                  </a:lnTo>
                  <a:lnTo>
                    <a:pt x="92" y="252"/>
                  </a:lnTo>
                  <a:lnTo>
                    <a:pt x="92" y="252"/>
                  </a:lnTo>
                  <a:lnTo>
                    <a:pt x="90" y="252"/>
                  </a:lnTo>
                  <a:lnTo>
                    <a:pt x="90" y="252"/>
                  </a:lnTo>
                  <a:lnTo>
                    <a:pt x="88" y="250"/>
                  </a:lnTo>
                  <a:lnTo>
                    <a:pt x="88" y="250"/>
                  </a:lnTo>
                  <a:lnTo>
                    <a:pt x="86" y="250"/>
                  </a:lnTo>
                  <a:lnTo>
                    <a:pt x="84" y="248"/>
                  </a:lnTo>
                  <a:lnTo>
                    <a:pt x="84" y="248"/>
                  </a:lnTo>
                  <a:lnTo>
                    <a:pt x="84" y="248"/>
                  </a:lnTo>
                  <a:lnTo>
                    <a:pt x="82" y="248"/>
                  </a:lnTo>
                  <a:lnTo>
                    <a:pt x="80" y="248"/>
                  </a:lnTo>
                  <a:lnTo>
                    <a:pt x="80" y="248"/>
                  </a:lnTo>
                  <a:lnTo>
                    <a:pt x="80" y="250"/>
                  </a:lnTo>
                  <a:lnTo>
                    <a:pt x="80" y="250"/>
                  </a:lnTo>
                  <a:lnTo>
                    <a:pt x="80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78" y="246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76" y="248"/>
                  </a:lnTo>
                  <a:lnTo>
                    <a:pt x="76" y="248"/>
                  </a:lnTo>
                  <a:lnTo>
                    <a:pt x="74" y="248"/>
                  </a:lnTo>
                  <a:lnTo>
                    <a:pt x="74" y="248"/>
                  </a:lnTo>
                  <a:lnTo>
                    <a:pt x="74" y="248"/>
                  </a:lnTo>
                  <a:lnTo>
                    <a:pt x="74" y="246"/>
                  </a:lnTo>
                  <a:lnTo>
                    <a:pt x="72" y="246"/>
                  </a:lnTo>
                  <a:lnTo>
                    <a:pt x="72" y="246"/>
                  </a:lnTo>
                  <a:lnTo>
                    <a:pt x="72" y="246"/>
                  </a:lnTo>
                  <a:lnTo>
                    <a:pt x="70" y="248"/>
                  </a:lnTo>
                  <a:lnTo>
                    <a:pt x="70" y="250"/>
                  </a:lnTo>
                  <a:lnTo>
                    <a:pt x="70" y="250"/>
                  </a:lnTo>
                  <a:lnTo>
                    <a:pt x="70" y="252"/>
                  </a:lnTo>
                  <a:lnTo>
                    <a:pt x="70" y="252"/>
                  </a:lnTo>
                  <a:lnTo>
                    <a:pt x="70" y="252"/>
                  </a:lnTo>
                  <a:lnTo>
                    <a:pt x="68" y="252"/>
                  </a:lnTo>
                  <a:lnTo>
                    <a:pt x="68" y="253"/>
                  </a:lnTo>
                  <a:lnTo>
                    <a:pt x="66" y="250"/>
                  </a:lnTo>
                  <a:lnTo>
                    <a:pt x="66" y="248"/>
                  </a:lnTo>
                  <a:lnTo>
                    <a:pt x="68" y="248"/>
                  </a:lnTo>
                  <a:lnTo>
                    <a:pt x="66" y="246"/>
                  </a:lnTo>
                  <a:lnTo>
                    <a:pt x="66" y="246"/>
                  </a:lnTo>
                  <a:lnTo>
                    <a:pt x="66" y="246"/>
                  </a:lnTo>
                  <a:lnTo>
                    <a:pt x="66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4" y="244"/>
                  </a:lnTo>
                  <a:lnTo>
                    <a:pt x="62" y="244"/>
                  </a:lnTo>
                  <a:lnTo>
                    <a:pt x="62" y="244"/>
                  </a:lnTo>
                  <a:lnTo>
                    <a:pt x="62" y="242"/>
                  </a:lnTo>
                  <a:lnTo>
                    <a:pt x="62" y="242"/>
                  </a:lnTo>
                  <a:lnTo>
                    <a:pt x="62" y="242"/>
                  </a:lnTo>
                  <a:lnTo>
                    <a:pt x="62" y="240"/>
                  </a:lnTo>
                  <a:lnTo>
                    <a:pt x="62" y="240"/>
                  </a:lnTo>
                  <a:lnTo>
                    <a:pt x="62" y="238"/>
                  </a:lnTo>
                  <a:lnTo>
                    <a:pt x="60" y="238"/>
                  </a:lnTo>
                  <a:lnTo>
                    <a:pt x="60" y="238"/>
                  </a:lnTo>
                  <a:lnTo>
                    <a:pt x="58" y="238"/>
                  </a:lnTo>
                  <a:lnTo>
                    <a:pt x="58" y="240"/>
                  </a:lnTo>
                  <a:lnTo>
                    <a:pt x="58" y="240"/>
                  </a:lnTo>
                  <a:lnTo>
                    <a:pt x="60" y="240"/>
                  </a:lnTo>
                  <a:lnTo>
                    <a:pt x="60" y="240"/>
                  </a:lnTo>
                  <a:lnTo>
                    <a:pt x="60" y="240"/>
                  </a:lnTo>
                  <a:lnTo>
                    <a:pt x="60" y="242"/>
                  </a:lnTo>
                  <a:lnTo>
                    <a:pt x="60" y="242"/>
                  </a:lnTo>
                  <a:lnTo>
                    <a:pt x="60" y="242"/>
                  </a:lnTo>
                  <a:lnTo>
                    <a:pt x="60" y="242"/>
                  </a:lnTo>
                  <a:lnTo>
                    <a:pt x="62" y="244"/>
                  </a:lnTo>
                  <a:lnTo>
                    <a:pt x="60" y="244"/>
                  </a:lnTo>
                  <a:lnTo>
                    <a:pt x="60" y="244"/>
                  </a:lnTo>
                  <a:lnTo>
                    <a:pt x="60" y="246"/>
                  </a:lnTo>
                  <a:lnTo>
                    <a:pt x="60" y="246"/>
                  </a:lnTo>
                  <a:lnTo>
                    <a:pt x="60" y="246"/>
                  </a:lnTo>
                  <a:lnTo>
                    <a:pt x="60" y="246"/>
                  </a:lnTo>
                  <a:lnTo>
                    <a:pt x="58" y="246"/>
                  </a:lnTo>
                  <a:lnTo>
                    <a:pt x="60" y="246"/>
                  </a:lnTo>
                  <a:lnTo>
                    <a:pt x="60" y="246"/>
                  </a:lnTo>
                  <a:lnTo>
                    <a:pt x="58" y="248"/>
                  </a:lnTo>
                  <a:lnTo>
                    <a:pt x="60" y="248"/>
                  </a:lnTo>
                  <a:lnTo>
                    <a:pt x="60" y="250"/>
                  </a:lnTo>
                  <a:lnTo>
                    <a:pt x="60" y="252"/>
                  </a:lnTo>
                  <a:lnTo>
                    <a:pt x="58" y="252"/>
                  </a:lnTo>
                  <a:lnTo>
                    <a:pt x="58" y="253"/>
                  </a:lnTo>
                  <a:lnTo>
                    <a:pt x="58" y="253"/>
                  </a:lnTo>
                  <a:lnTo>
                    <a:pt x="58" y="252"/>
                  </a:lnTo>
                  <a:lnTo>
                    <a:pt x="58" y="250"/>
                  </a:lnTo>
                  <a:lnTo>
                    <a:pt x="58" y="248"/>
                  </a:lnTo>
                  <a:lnTo>
                    <a:pt x="57" y="244"/>
                  </a:lnTo>
                  <a:lnTo>
                    <a:pt x="57" y="244"/>
                  </a:lnTo>
                  <a:lnTo>
                    <a:pt x="55" y="244"/>
                  </a:lnTo>
                  <a:lnTo>
                    <a:pt x="53" y="244"/>
                  </a:lnTo>
                  <a:lnTo>
                    <a:pt x="53" y="242"/>
                  </a:lnTo>
                  <a:lnTo>
                    <a:pt x="53" y="240"/>
                  </a:lnTo>
                  <a:lnTo>
                    <a:pt x="53" y="240"/>
                  </a:lnTo>
                  <a:lnTo>
                    <a:pt x="53" y="240"/>
                  </a:lnTo>
                  <a:lnTo>
                    <a:pt x="53" y="240"/>
                  </a:lnTo>
                  <a:lnTo>
                    <a:pt x="55" y="240"/>
                  </a:lnTo>
                  <a:lnTo>
                    <a:pt x="57" y="240"/>
                  </a:lnTo>
                  <a:lnTo>
                    <a:pt x="55" y="240"/>
                  </a:lnTo>
                  <a:lnTo>
                    <a:pt x="53" y="238"/>
                  </a:lnTo>
                  <a:lnTo>
                    <a:pt x="53" y="236"/>
                  </a:lnTo>
                  <a:lnTo>
                    <a:pt x="53" y="236"/>
                  </a:lnTo>
                  <a:lnTo>
                    <a:pt x="51" y="236"/>
                  </a:lnTo>
                  <a:lnTo>
                    <a:pt x="51" y="236"/>
                  </a:lnTo>
                  <a:lnTo>
                    <a:pt x="51" y="236"/>
                  </a:lnTo>
                  <a:lnTo>
                    <a:pt x="51" y="238"/>
                  </a:lnTo>
                  <a:lnTo>
                    <a:pt x="51" y="240"/>
                  </a:lnTo>
                  <a:lnTo>
                    <a:pt x="51" y="240"/>
                  </a:lnTo>
                  <a:lnTo>
                    <a:pt x="51" y="240"/>
                  </a:lnTo>
                  <a:lnTo>
                    <a:pt x="51" y="240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3" y="242"/>
                  </a:lnTo>
                  <a:lnTo>
                    <a:pt x="53" y="242"/>
                  </a:lnTo>
                  <a:lnTo>
                    <a:pt x="53" y="242"/>
                  </a:lnTo>
                  <a:lnTo>
                    <a:pt x="53" y="244"/>
                  </a:lnTo>
                  <a:lnTo>
                    <a:pt x="53" y="244"/>
                  </a:lnTo>
                  <a:lnTo>
                    <a:pt x="55" y="246"/>
                  </a:lnTo>
                  <a:lnTo>
                    <a:pt x="57" y="246"/>
                  </a:lnTo>
                  <a:lnTo>
                    <a:pt x="57" y="248"/>
                  </a:lnTo>
                  <a:lnTo>
                    <a:pt x="57" y="248"/>
                  </a:lnTo>
                  <a:lnTo>
                    <a:pt x="57" y="248"/>
                  </a:lnTo>
                  <a:lnTo>
                    <a:pt x="57" y="250"/>
                  </a:lnTo>
                  <a:lnTo>
                    <a:pt x="57" y="252"/>
                  </a:lnTo>
                  <a:lnTo>
                    <a:pt x="57" y="252"/>
                  </a:lnTo>
                  <a:lnTo>
                    <a:pt x="55" y="252"/>
                  </a:lnTo>
                  <a:lnTo>
                    <a:pt x="55" y="252"/>
                  </a:lnTo>
                  <a:lnTo>
                    <a:pt x="55" y="253"/>
                  </a:lnTo>
                  <a:lnTo>
                    <a:pt x="55" y="253"/>
                  </a:lnTo>
                  <a:lnTo>
                    <a:pt x="53" y="253"/>
                  </a:lnTo>
                  <a:lnTo>
                    <a:pt x="53" y="252"/>
                  </a:lnTo>
                  <a:lnTo>
                    <a:pt x="53" y="250"/>
                  </a:lnTo>
                  <a:lnTo>
                    <a:pt x="53" y="250"/>
                  </a:lnTo>
                  <a:lnTo>
                    <a:pt x="53" y="250"/>
                  </a:lnTo>
                  <a:lnTo>
                    <a:pt x="53" y="250"/>
                  </a:lnTo>
                  <a:lnTo>
                    <a:pt x="53" y="250"/>
                  </a:lnTo>
                  <a:lnTo>
                    <a:pt x="53" y="250"/>
                  </a:lnTo>
                  <a:lnTo>
                    <a:pt x="51" y="250"/>
                  </a:lnTo>
                  <a:lnTo>
                    <a:pt x="51" y="250"/>
                  </a:lnTo>
                  <a:lnTo>
                    <a:pt x="53" y="248"/>
                  </a:lnTo>
                  <a:lnTo>
                    <a:pt x="53" y="248"/>
                  </a:lnTo>
                  <a:lnTo>
                    <a:pt x="53" y="248"/>
                  </a:lnTo>
                  <a:lnTo>
                    <a:pt x="53" y="246"/>
                  </a:lnTo>
                  <a:lnTo>
                    <a:pt x="53" y="246"/>
                  </a:lnTo>
                  <a:lnTo>
                    <a:pt x="53" y="246"/>
                  </a:lnTo>
                  <a:lnTo>
                    <a:pt x="53" y="244"/>
                  </a:lnTo>
                  <a:lnTo>
                    <a:pt x="51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49" y="242"/>
                  </a:lnTo>
                  <a:lnTo>
                    <a:pt x="49" y="240"/>
                  </a:lnTo>
                  <a:lnTo>
                    <a:pt x="49" y="240"/>
                  </a:lnTo>
                  <a:lnTo>
                    <a:pt x="49" y="240"/>
                  </a:lnTo>
                  <a:lnTo>
                    <a:pt x="49" y="240"/>
                  </a:lnTo>
                  <a:lnTo>
                    <a:pt x="47" y="240"/>
                  </a:lnTo>
                  <a:lnTo>
                    <a:pt x="47" y="240"/>
                  </a:lnTo>
                  <a:lnTo>
                    <a:pt x="45" y="242"/>
                  </a:lnTo>
                  <a:lnTo>
                    <a:pt x="45" y="242"/>
                  </a:lnTo>
                  <a:lnTo>
                    <a:pt x="45" y="242"/>
                  </a:lnTo>
                  <a:lnTo>
                    <a:pt x="45" y="242"/>
                  </a:lnTo>
                  <a:lnTo>
                    <a:pt x="45" y="242"/>
                  </a:lnTo>
                  <a:lnTo>
                    <a:pt x="43" y="242"/>
                  </a:lnTo>
                  <a:lnTo>
                    <a:pt x="37" y="242"/>
                  </a:lnTo>
                  <a:lnTo>
                    <a:pt x="25" y="240"/>
                  </a:lnTo>
                  <a:lnTo>
                    <a:pt x="23" y="240"/>
                  </a:lnTo>
                  <a:lnTo>
                    <a:pt x="25" y="236"/>
                  </a:lnTo>
                  <a:lnTo>
                    <a:pt x="39" y="216"/>
                  </a:lnTo>
                  <a:lnTo>
                    <a:pt x="41" y="216"/>
                  </a:lnTo>
                  <a:lnTo>
                    <a:pt x="41" y="214"/>
                  </a:lnTo>
                  <a:lnTo>
                    <a:pt x="41" y="214"/>
                  </a:lnTo>
                  <a:lnTo>
                    <a:pt x="41" y="214"/>
                  </a:lnTo>
                  <a:lnTo>
                    <a:pt x="43" y="214"/>
                  </a:lnTo>
                  <a:lnTo>
                    <a:pt x="43" y="214"/>
                  </a:lnTo>
                  <a:lnTo>
                    <a:pt x="43" y="214"/>
                  </a:lnTo>
                  <a:lnTo>
                    <a:pt x="43" y="214"/>
                  </a:lnTo>
                  <a:lnTo>
                    <a:pt x="43" y="214"/>
                  </a:lnTo>
                  <a:lnTo>
                    <a:pt x="43" y="214"/>
                  </a:lnTo>
                  <a:lnTo>
                    <a:pt x="45" y="214"/>
                  </a:lnTo>
                  <a:lnTo>
                    <a:pt x="49" y="210"/>
                  </a:lnTo>
                  <a:lnTo>
                    <a:pt x="49" y="210"/>
                  </a:lnTo>
                  <a:lnTo>
                    <a:pt x="49" y="210"/>
                  </a:lnTo>
                  <a:lnTo>
                    <a:pt x="49" y="210"/>
                  </a:lnTo>
                  <a:lnTo>
                    <a:pt x="49" y="208"/>
                  </a:lnTo>
                  <a:lnTo>
                    <a:pt x="49" y="208"/>
                  </a:lnTo>
                  <a:lnTo>
                    <a:pt x="49" y="208"/>
                  </a:lnTo>
                  <a:lnTo>
                    <a:pt x="49" y="208"/>
                  </a:lnTo>
                  <a:lnTo>
                    <a:pt x="49" y="206"/>
                  </a:lnTo>
                  <a:lnTo>
                    <a:pt x="45" y="206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35" y="200"/>
                  </a:lnTo>
                  <a:lnTo>
                    <a:pt x="39" y="195"/>
                  </a:lnTo>
                  <a:lnTo>
                    <a:pt x="37" y="195"/>
                  </a:lnTo>
                  <a:lnTo>
                    <a:pt x="37" y="195"/>
                  </a:lnTo>
                  <a:lnTo>
                    <a:pt x="21" y="187"/>
                  </a:lnTo>
                  <a:lnTo>
                    <a:pt x="21" y="187"/>
                  </a:lnTo>
                  <a:lnTo>
                    <a:pt x="21" y="185"/>
                  </a:lnTo>
                  <a:lnTo>
                    <a:pt x="25" y="183"/>
                  </a:lnTo>
                  <a:lnTo>
                    <a:pt x="29" y="179"/>
                  </a:lnTo>
                  <a:lnTo>
                    <a:pt x="29" y="179"/>
                  </a:lnTo>
                  <a:lnTo>
                    <a:pt x="33" y="179"/>
                  </a:lnTo>
                  <a:lnTo>
                    <a:pt x="35" y="179"/>
                  </a:lnTo>
                  <a:lnTo>
                    <a:pt x="37" y="179"/>
                  </a:lnTo>
                  <a:lnTo>
                    <a:pt x="45" y="183"/>
                  </a:lnTo>
                  <a:lnTo>
                    <a:pt x="47" y="183"/>
                  </a:lnTo>
                  <a:lnTo>
                    <a:pt x="47" y="183"/>
                  </a:lnTo>
                  <a:lnTo>
                    <a:pt x="47" y="181"/>
                  </a:lnTo>
                  <a:lnTo>
                    <a:pt x="49" y="177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49" y="173"/>
                  </a:lnTo>
                  <a:lnTo>
                    <a:pt x="51" y="173"/>
                  </a:lnTo>
                  <a:lnTo>
                    <a:pt x="53" y="171"/>
                  </a:lnTo>
                  <a:lnTo>
                    <a:pt x="55" y="171"/>
                  </a:lnTo>
                  <a:lnTo>
                    <a:pt x="60" y="169"/>
                  </a:lnTo>
                  <a:lnTo>
                    <a:pt x="62" y="167"/>
                  </a:lnTo>
                  <a:lnTo>
                    <a:pt x="64" y="167"/>
                  </a:lnTo>
                  <a:lnTo>
                    <a:pt x="64" y="167"/>
                  </a:lnTo>
                  <a:lnTo>
                    <a:pt x="66" y="165"/>
                  </a:lnTo>
                  <a:lnTo>
                    <a:pt x="66" y="165"/>
                  </a:lnTo>
                  <a:lnTo>
                    <a:pt x="66" y="163"/>
                  </a:lnTo>
                  <a:lnTo>
                    <a:pt x="64" y="163"/>
                  </a:lnTo>
                  <a:lnTo>
                    <a:pt x="64" y="159"/>
                  </a:lnTo>
                  <a:lnTo>
                    <a:pt x="64" y="159"/>
                  </a:lnTo>
                  <a:lnTo>
                    <a:pt x="64" y="157"/>
                  </a:lnTo>
                  <a:lnTo>
                    <a:pt x="64" y="157"/>
                  </a:lnTo>
                  <a:lnTo>
                    <a:pt x="62" y="155"/>
                  </a:lnTo>
                  <a:lnTo>
                    <a:pt x="58" y="155"/>
                  </a:lnTo>
                  <a:lnTo>
                    <a:pt x="58" y="155"/>
                  </a:lnTo>
                  <a:lnTo>
                    <a:pt x="58" y="153"/>
                  </a:lnTo>
                  <a:lnTo>
                    <a:pt x="58" y="145"/>
                  </a:lnTo>
                  <a:lnTo>
                    <a:pt x="58" y="145"/>
                  </a:lnTo>
                  <a:lnTo>
                    <a:pt x="57" y="145"/>
                  </a:lnTo>
                  <a:lnTo>
                    <a:pt x="55" y="144"/>
                  </a:lnTo>
                  <a:lnTo>
                    <a:pt x="53" y="142"/>
                  </a:lnTo>
                  <a:lnTo>
                    <a:pt x="53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53" y="138"/>
                  </a:lnTo>
                  <a:lnTo>
                    <a:pt x="51" y="136"/>
                  </a:lnTo>
                  <a:lnTo>
                    <a:pt x="51" y="136"/>
                  </a:lnTo>
                  <a:lnTo>
                    <a:pt x="51" y="136"/>
                  </a:lnTo>
                  <a:lnTo>
                    <a:pt x="51" y="134"/>
                  </a:lnTo>
                  <a:lnTo>
                    <a:pt x="51" y="128"/>
                  </a:lnTo>
                  <a:lnTo>
                    <a:pt x="51" y="126"/>
                  </a:lnTo>
                  <a:lnTo>
                    <a:pt x="49" y="120"/>
                  </a:lnTo>
                  <a:lnTo>
                    <a:pt x="49" y="118"/>
                  </a:lnTo>
                  <a:lnTo>
                    <a:pt x="49" y="116"/>
                  </a:lnTo>
                  <a:lnTo>
                    <a:pt x="49" y="112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10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51" y="108"/>
                  </a:lnTo>
                  <a:lnTo>
                    <a:pt x="64" y="104"/>
                  </a:lnTo>
                  <a:lnTo>
                    <a:pt x="66" y="102"/>
                  </a:lnTo>
                  <a:lnTo>
                    <a:pt x="64" y="98"/>
                  </a:lnTo>
                  <a:lnTo>
                    <a:pt x="62" y="98"/>
                  </a:lnTo>
                  <a:lnTo>
                    <a:pt x="62" y="96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58" y="96"/>
                  </a:lnTo>
                  <a:lnTo>
                    <a:pt x="47" y="104"/>
                  </a:lnTo>
                  <a:lnTo>
                    <a:pt x="43" y="104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39" y="104"/>
                  </a:lnTo>
                  <a:lnTo>
                    <a:pt x="33" y="96"/>
                  </a:lnTo>
                  <a:lnTo>
                    <a:pt x="27" y="87"/>
                  </a:lnTo>
                  <a:lnTo>
                    <a:pt x="27" y="83"/>
                  </a:lnTo>
                  <a:lnTo>
                    <a:pt x="27" y="79"/>
                  </a:lnTo>
                  <a:lnTo>
                    <a:pt x="27" y="79"/>
                  </a:lnTo>
                  <a:lnTo>
                    <a:pt x="25" y="77"/>
                  </a:lnTo>
                  <a:lnTo>
                    <a:pt x="25" y="77"/>
                  </a:lnTo>
                  <a:lnTo>
                    <a:pt x="25" y="7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5" y="71"/>
                  </a:lnTo>
                  <a:lnTo>
                    <a:pt x="25" y="71"/>
                  </a:lnTo>
                  <a:lnTo>
                    <a:pt x="25" y="69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3" y="67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3" y="59"/>
                  </a:lnTo>
                  <a:lnTo>
                    <a:pt x="25" y="59"/>
                  </a:lnTo>
                  <a:lnTo>
                    <a:pt x="25" y="59"/>
                  </a:lnTo>
                  <a:lnTo>
                    <a:pt x="27" y="57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7" y="53"/>
                  </a:lnTo>
                  <a:lnTo>
                    <a:pt x="27" y="53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19" y="53"/>
                  </a:lnTo>
                  <a:lnTo>
                    <a:pt x="19" y="53"/>
                  </a:lnTo>
                  <a:lnTo>
                    <a:pt x="17" y="53"/>
                  </a:lnTo>
                  <a:lnTo>
                    <a:pt x="13" y="45"/>
                  </a:lnTo>
                  <a:lnTo>
                    <a:pt x="13" y="43"/>
                  </a:lnTo>
                  <a:lnTo>
                    <a:pt x="9" y="4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17" y="18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4"/>
                  </a:lnTo>
                  <a:lnTo>
                    <a:pt x="19" y="14"/>
                  </a:lnTo>
                  <a:lnTo>
                    <a:pt x="19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5" y="10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10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5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31" y="12"/>
                  </a:lnTo>
                  <a:lnTo>
                    <a:pt x="33" y="12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9" y="12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5" y="10"/>
                  </a:lnTo>
                  <a:lnTo>
                    <a:pt x="51" y="8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7" y="2"/>
                  </a:lnTo>
                  <a:lnTo>
                    <a:pt x="57" y="2"/>
                  </a:lnTo>
                  <a:lnTo>
                    <a:pt x="57" y="2"/>
                  </a:lnTo>
                  <a:lnTo>
                    <a:pt x="57" y="2"/>
                  </a:lnTo>
                  <a:lnTo>
                    <a:pt x="58" y="2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91"/>
            <p:cNvSpPr>
              <a:spLocks noEditPoints="1"/>
            </p:cNvSpPr>
            <p:nvPr/>
          </p:nvSpPr>
          <p:spPr bwMode="auto">
            <a:xfrm>
              <a:off x="2166938" y="3608388"/>
              <a:ext cx="214313" cy="331788"/>
            </a:xfrm>
            <a:custGeom>
              <a:avLst/>
              <a:gdLst>
                <a:gd name="T0" fmla="*/ 24 w 271"/>
                <a:gd name="T1" fmla="*/ 202 h 418"/>
                <a:gd name="T2" fmla="*/ 61 w 271"/>
                <a:gd name="T3" fmla="*/ 1 h 418"/>
                <a:gd name="T4" fmla="*/ 73 w 271"/>
                <a:gd name="T5" fmla="*/ 15 h 418"/>
                <a:gd name="T6" fmla="*/ 67 w 271"/>
                <a:gd name="T7" fmla="*/ 39 h 418"/>
                <a:gd name="T8" fmla="*/ 136 w 271"/>
                <a:gd name="T9" fmla="*/ 55 h 418"/>
                <a:gd name="T10" fmla="*/ 212 w 271"/>
                <a:gd name="T11" fmla="*/ 39 h 418"/>
                <a:gd name="T12" fmla="*/ 228 w 271"/>
                <a:gd name="T13" fmla="*/ 27 h 418"/>
                <a:gd name="T14" fmla="*/ 249 w 271"/>
                <a:gd name="T15" fmla="*/ 76 h 418"/>
                <a:gd name="T16" fmla="*/ 269 w 271"/>
                <a:gd name="T17" fmla="*/ 149 h 418"/>
                <a:gd name="T18" fmla="*/ 269 w 271"/>
                <a:gd name="T19" fmla="*/ 174 h 418"/>
                <a:gd name="T20" fmla="*/ 257 w 271"/>
                <a:gd name="T21" fmla="*/ 186 h 418"/>
                <a:gd name="T22" fmla="*/ 251 w 271"/>
                <a:gd name="T23" fmla="*/ 194 h 418"/>
                <a:gd name="T24" fmla="*/ 261 w 271"/>
                <a:gd name="T25" fmla="*/ 198 h 418"/>
                <a:gd name="T26" fmla="*/ 267 w 271"/>
                <a:gd name="T27" fmla="*/ 214 h 418"/>
                <a:gd name="T28" fmla="*/ 257 w 271"/>
                <a:gd name="T29" fmla="*/ 217 h 418"/>
                <a:gd name="T30" fmla="*/ 240 w 271"/>
                <a:gd name="T31" fmla="*/ 223 h 418"/>
                <a:gd name="T32" fmla="*/ 222 w 271"/>
                <a:gd name="T33" fmla="*/ 241 h 418"/>
                <a:gd name="T34" fmla="*/ 210 w 271"/>
                <a:gd name="T35" fmla="*/ 245 h 418"/>
                <a:gd name="T36" fmla="*/ 212 w 271"/>
                <a:gd name="T37" fmla="*/ 261 h 418"/>
                <a:gd name="T38" fmla="*/ 206 w 271"/>
                <a:gd name="T39" fmla="*/ 274 h 418"/>
                <a:gd name="T40" fmla="*/ 212 w 271"/>
                <a:gd name="T41" fmla="*/ 284 h 418"/>
                <a:gd name="T42" fmla="*/ 216 w 271"/>
                <a:gd name="T43" fmla="*/ 300 h 418"/>
                <a:gd name="T44" fmla="*/ 222 w 271"/>
                <a:gd name="T45" fmla="*/ 314 h 418"/>
                <a:gd name="T46" fmla="*/ 226 w 271"/>
                <a:gd name="T47" fmla="*/ 322 h 418"/>
                <a:gd name="T48" fmla="*/ 232 w 271"/>
                <a:gd name="T49" fmla="*/ 331 h 418"/>
                <a:gd name="T50" fmla="*/ 222 w 271"/>
                <a:gd name="T51" fmla="*/ 375 h 418"/>
                <a:gd name="T52" fmla="*/ 177 w 271"/>
                <a:gd name="T53" fmla="*/ 394 h 418"/>
                <a:gd name="T54" fmla="*/ 159 w 271"/>
                <a:gd name="T55" fmla="*/ 416 h 418"/>
                <a:gd name="T56" fmla="*/ 144 w 271"/>
                <a:gd name="T57" fmla="*/ 408 h 418"/>
                <a:gd name="T58" fmla="*/ 124 w 271"/>
                <a:gd name="T59" fmla="*/ 404 h 418"/>
                <a:gd name="T60" fmla="*/ 110 w 271"/>
                <a:gd name="T61" fmla="*/ 412 h 418"/>
                <a:gd name="T62" fmla="*/ 128 w 271"/>
                <a:gd name="T63" fmla="*/ 384 h 418"/>
                <a:gd name="T64" fmla="*/ 124 w 271"/>
                <a:gd name="T65" fmla="*/ 375 h 418"/>
                <a:gd name="T66" fmla="*/ 100 w 271"/>
                <a:gd name="T67" fmla="*/ 367 h 418"/>
                <a:gd name="T68" fmla="*/ 85 w 271"/>
                <a:gd name="T69" fmla="*/ 365 h 418"/>
                <a:gd name="T70" fmla="*/ 73 w 271"/>
                <a:gd name="T71" fmla="*/ 363 h 418"/>
                <a:gd name="T72" fmla="*/ 79 w 271"/>
                <a:gd name="T73" fmla="*/ 355 h 418"/>
                <a:gd name="T74" fmla="*/ 63 w 271"/>
                <a:gd name="T75" fmla="*/ 339 h 418"/>
                <a:gd name="T76" fmla="*/ 59 w 271"/>
                <a:gd name="T77" fmla="*/ 351 h 418"/>
                <a:gd name="T78" fmla="*/ 38 w 271"/>
                <a:gd name="T79" fmla="*/ 351 h 418"/>
                <a:gd name="T80" fmla="*/ 16 w 271"/>
                <a:gd name="T81" fmla="*/ 345 h 418"/>
                <a:gd name="T82" fmla="*/ 22 w 271"/>
                <a:gd name="T83" fmla="*/ 333 h 418"/>
                <a:gd name="T84" fmla="*/ 28 w 271"/>
                <a:gd name="T85" fmla="*/ 310 h 418"/>
                <a:gd name="T86" fmla="*/ 18 w 271"/>
                <a:gd name="T87" fmla="*/ 286 h 418"/>
                <a:gd name="T88" fmla="*/ 16 w 271"/>
                <a:gd name="T89" fmla="*/ 257 h 418"/>
                <a:gd name="T90" fmla="*/ 2 w 271"/>
                <a:gd name="T91" fmla="*/ 247 h 418"/>
                <a:gd name="T92" fmla="*/ 16 w 271"/>
                <a:gd name="T93" fmla="*/ 229 h 418"/>
                <a:gd name="T94" fmla="*/ 12 w 271"/>
                <a:gd name="T95" fmla="*/ 216 h 418"/>
                <a:gd name="T96" fmla="*/ 10 w 271"/>
                <a:gd name="T97" fmla="*/ 212 h 418"/>
                <a:gd name="T98" fmla="*/ 30 w 271"/>
                <a:gd name="T99" fmla="*/ 192 h 418"/>
                <a:gd name="T100" fmla="*/ 30 w 271"/>
                <a:gd name="T101" fmla="*/ 182 h 418"/>
                <a:gd name="T102" fmla="*/ 34 w 271"/>
                <a:gd name="T103" fmla="*/ 174 h 418"/>
                <a:gd name="T104" fmla="*/ 30 w 271"/>
                <a:gd name="T105" fmla="*/ 163 h 418"/>
                <a:gd name="T106" fmla="*/ 51 w 271"/>
                <a:gd name="T107" fmla="*/ 151 h 418"/>
                <a:gd name="T108" fmla="*/ 61 w 271"/>
                <a:gd name="T109" fmla="*/ 149 h 418"/>
                <a:gd name="T110" fmla="*/ 61 w 271"/>
                <a:gd name="T111" fmla="*/ 121 h 418"/>
                <a:gd name="T112" fmla="*/ 53 w 271"/>
                <a:gd name="T113" fmla="*/ 104 h 418"/>
                <a:gd name="T114" fmla="*/ 40 w 271"/>
                <a:gd name="T115" fmla="*/ 98 h 418"/>
                <a:gd name="T116" fmla="*/ 30 w 271"/>
                <a:gd name="T117" fmla="*/ 106 h 418"/>
                <a:gd name="T118" fmla="*/ 28 w 271"/>
                <a:gd name="T119" fmla="*/ 100 h 418"/>
                <a:gd name="T120" fmla="*/ 38 w 271"/>
                <a:gd name="T121" fmla="*/ 76 h 418"/>
                <a:gd name="T122" fmla="*/ 32 w 271"/>
                <a:gd name="T123" fmla="*/ 64 h 418"/>
                <a:gd name="T124" fmla="*/ 30 w 271"/>
                <a:gd name="T125" fmla="*/ 4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1" h="418">
                  <a:moveTo>
                    <a:pt x="20" y="204"/>
                  </a:moveTo>
                  <a:lnTo>
                    <a:pt x="20" y="204"/>
                  </a:lnTo>
                  <a:lnTo>
                    <a:pt x="22" y="204"/>
                  </a:lnTo>
                  <a:lnTo>
                    <a:pt x="22" y="204"/>
                  </a:lnTo>
                  <a:lnTo>
                    <a:pt x="22" y="204"/>
                  </a:lnTo>
                  <a:lnTo>
                    <a:pt x="22" y="206"/>
                  </a:lnTo>
                  <a:lnTo>
                    <a:pt x="22" y="206"/>
                  </a:lnTo>
                  <a:lnTo>
                    <a:pt x="20" y="206"/>
                  </a:lnTo>
                  <a:lnTo>
                    <a:pt x="20" y="204"/>
                  </a:lnTo>
                  <a:lnTo>
                    <a:pt x="20" y="204"/>
                  </a:lnTo>
                  <a:lnTo>
                    <a:pt x="20" y="204"/>
                  </a:lnTo>
                  <a:lnTo>
                    <a:pt x="20" y="204"/>
                  </a:lnTo>
                  <a:close/>
                  <a:moveTo>
                    <a:pt x="24" y="198"/>
                  </a:move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4" y="202"/>
                  </a:lnTo>
                  <a:lnTo>
                    <a:pt x="24" y="202"/>
                  </a:lnTo>
                  <a:lnTo>
                    <a:pt x="22" y="202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198"/>
                  </a:lnTo>
                  <a:lnTo>
                    <a:pt x="24" y="198"/>
                  </a:lnTo>
                  <a:lnTo>
                    <a:pt x="24" y="198"/>
                  </a:lnTo>
                  <a:close/>
                  <a:moveTo>
                    <a:pt x="57" y="0"/>
                  </a:moveTo>
                  <a:lnTo>
                    <a:pt x="59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3" y="1"/>
                  </a:lnTo>
                  <a:lnTo>
                    <a:pt x="65" y="1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67" y="9"/>
                  </a:lnTo>
                  <a:lnTo>
                    <a:pt x="67" y="9"/>
                  </a:lnTo>
                  <a:lnTo>
                    <a:pt x="67" y="9"/>
                  </a:lnTo>
                  <a:lnTo>
                    <a:pt x="69" y="9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73" y="15"/>
                  </a:lnTo>
                  <a:lnTo>
                    <a:pt x="73" y="15"/>
                  </a:lnTo>
                  <a:lnTo>
                    <a:pt x="73" y="15"/>
                  </a:lnTo>
                  <a:lnTo>
                    <a:pt x="73" y="15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5"/>
                  </a:lnTo>
                  <a:lnTo>
                    <a:pt x="67" y="35"/>
                  </a:lnTo>
                  <a:lnTo>
                    <a:pt x="67" y="35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7" y="39"/>
                  </a:lnTo>
                  <a:lnTo>
                    <a:pt x="67" y="39"/>
                  </a:lnTo>
                  <a:lnTo>
                    <a:pt x="67" y="39"/>
                  </a:lnTo>
                  <a:lnTo>
                    <a:pt x="69" y="39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7" y="41"/>
                  </a:lnTo>
                  <a:lnTo>
                    <a:pt x="77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98" y="41"/>
                  </a:lnTo>
                  <a:lnTo>
                    <a:pt x="98" y="41"/>
                  </a:lnTo>
                  <a:lnTo>
                    <a:pt x="100" y="41"/>
                  </a:lnTo>
                  <a:lnTo>
                    <a:pt x="102" y="43"/>
                  </a:lnTo>
                  <a:lnTo>
                    <a:pt x="102" y="45"/>
                  </a:lnTo>
                  <a:lnTo>
                    <a:pt x="104" y="47"/>
                  </a:lnTo>
                  <a:lnTo>
                    <a:pt x="104" y="49"/>
                  </a:lnTo>
                  <a:lnTo>
                    <a:pt x="104" y="49"/>
                  </a:lnTo>
                  <a:lnTo>
                    <a:pt x="118" y="51"/>
                  </a:lnTo>
                  <a:lnTo>
                    <a:pt x="120" y="53"/>
                  </a:lnTo>
                  <a:lnTo>
                    <a:pt x="136" y="55"/>
                  </a:lnTo>
                  <a:lnTo>
                    <a:pt x="136" y="55"/>
                  </a:lnTo>
                  <a:lnTo>
                    <a:pt x="138" y="53"/>
                  </a:lnTo>
                  <a:lnTo>
                    <a:pt x="138" y="53"/>
                  </a:lnTo>
                  <a:lnTo>
                    <a:pt x="140" y="51"/>
                  </a:lnTo>
                  <a:lnTo>
                    <a:pt x="140" y="51"/>
                  </a:lnTo>
                  <a:lnTo>
                    <a:pt x="140" y="49"/>
                  </a:lnTo>
                  <a:lnTo>
                    <a:pt x="140" y="49"/>
                  </a:lnTo>
                  <a:lnTo>
                    <a:pt x="142" y="47"/>
                  </a:lnTo>
                  <a:lnTo>
                    <a:pt x="146" y="45"/>
                  </a:lnTo>
                  <a:lnTo>
                    <a:pt x="146" y="45"/>
                  </a:lnTo>
                  <a:lnTo>
                    <a:pt x="193" y="53"/>
                  </a:lnTo>
                  <a:lnTo>
                    <a:pt x="206" y="43"/>
                  </a:lnTo>
                  <a:lnTo>
                    <a:pt x="210" y="41"/>
                  </a:lnTo>
                  <a:lnTo>
                    <a:pt x="212" y="41"/>
                  </a:lnTo>
                  <a:lnTo>
                    <a:pt x="212" y="41"/>
                  </a:lnTo>
                  <a:lnTo>
                    <a:pt x="212" y="41"/>
                  </a:lnTo>
                  <a:lnTo>
                    <a:pt x="212" y="39"/>
                  </a:lnTo>
                  <a:lnTo>
                    <a:pt x="212" y="39"/>
                  </a:lnTo>
                  <a:lnTo>
                    <a:pt x="212" y="39"/>
                  </a:lnTo>
                  <a:lnTo>
                    <a:pt x="214" y="37"/>
                  </a:lnTo>
                  <a:lnTo>
                    <a:pt x="216" y="37"/>
                  </a:lnTo>
                  <a:lnTo>
                    <a:pt x="222" y="31"/>
                  </a:lnTo>
                  <a:lnTo>
                    <a:pt x="222" y="31"/>
                  </a:lnTo>
                  <a:lnTo>
                    <a:pt x="224" y="31"/>
                  </a:lnTo>
                  <a:lnTo>
                    <a:pt x="224" y="31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29"/>
                  </a:lnTo>
                  <a:lnTo>
                    <a:pt x="226" y="29"/>
                  </a:lnTo>
                  <a:lnTo>
                    <a:pt x="226" y="29"/>
                  </a:lnTo>
                  <a:lnTo>
                    <a:pt x="226" y="29"/>
                  </a:lnTo>
                  <a:lnTo>
                    <a:pt x="226" y="27"/>
                  </a:lnTo>
                  <a:lnTo>
                    <a:pt x="226" y="27"/>
                  </a:lnTo>
                  <a:lnTo>
                    <a:pt x="228" y="27"/>
                  </a:lnTo>
                  <a:lnTo>
                    <a:pt x="228" y="27"/>
                  </a:lnTo>
                  <a:lnTo>
                    <a:pt x="228" y="25"/>
                  </a:lnTo>
                  <a:lnTo>
                    <a:pt x="236" y="19"/>
                  </a:lnTo>
                  <a:lnTo>
                    <a:pt x="244" y="29"/>
                  </a:lnTo>
                  <a:lnTo>
                    <a:pt x="244" y="31"/>
                  </a:lnTo>
                  <a:lnTo>
                    <a:pt x="232" y="39"/>
                  </a:lnTo>
                  <a:lnTo>
                    <a:pt x="232" y="39"/>
                  </a:lnTo>
                  <a:lnTo>
                    <a:pt x="232" y="41"/>
                  </a:lnTo>
                  <a:lnTo>
                    <a:pt x="236" y="47"/>
                  </a:lnTo>
                  <a:lnTo>
                    <a:pt x="238" y="49"/>
                  </a:lnTo>
                  <a:lnTo>
                    <a:pt x="238" y="51"/>
                  </a:lnTo>
                  <a:lnTo>
                    <a:pt x="236" y="51"/>
                  </a:lnTo>
                  <a:lnTo>
                    <a:pt x="232" y="56"/>
                  </a:lnTo>
                  <a:lnTo>
                    <a:pt x="232" y="56"/>
                  </a:lnTo>
                  <a:lnTo>
                    <a:pt x="230" y="56"/>
                  </a:lnTo>
                  <a:lnTo>
                    <a:pt x="232" y="58"/>
                  </a:lnTo>
                  <a:lnTo>
                    <a:pt x="249" y="74"/>
                  </a:lnTo>
                  <a:lnTo>
                    <a:pt x="249" y="74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8" y="96"/>
                  </a:lnTo>
                  <a:lnTo>
                    <a:pt x="248" y="96"/>
                  </a:lnTo>
                  <a:lnTo>
                    <a:pt x="248" y="98"/>
                  </a:lnTo>
                  <a:lnTo>
                    <a:pt x="249" y="98"/>
                  </a:lnTo>
                  <a:lnTo>
                    <a:pt x="251" y="98"/>
                  </a:lnTo>
                  <a:lnTo>
                    <a:pt x="253" y="102"/>
                  </a:lnTo>
                  <a:lnTo>
                    <a:pt x="257" y="119"/>
                  </a:lnTo>
                  <a:lnTo>
                    <a:pt x="261" y="119"/>
                  </a:lnTo>
                  <a:lnTo>
                    <a:pt x="263" y="121"/>
                  </a:lnTo>
                  <a:lnTo>
                    <a:pt x="265" y="127"/>
                  </a:lnTo>
                  <a:lnTo>
                    <a:pt x="265" y="127"/>
                  </a:lnTo>
                  <a:lnTo>
                    <a:pt x="265" y="129"/>
                  </a:lnTo>
                  <a:lnTo>
                    <a:pt x="267" y="129"/>
                  </a:lnTo>
                  <a:lnTo>
                    <a:pt x="267" y="131"/>
                  </a:lnTo>
                  <a:lnTo>
                    <a:pt x="267" y="135"/>
                  </a:lnTo>
                  <a:lnTo>
                    <a:pt x="267" y="135"/>
                  </a:lnTo>
                  <a:lnTo>
                    <a:pt x="269" y="149"/>
                  </a:lnTo>
                  <a:lnTo>
                    <a:pt x="269" y="151"/>
                  </a:lnTo>
                  <a:lnTo>
                    <a:pt x="269" y="153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69" y="157"/>
                  </a:lnTo>
                  <a:lnTo>
                    <a:pt x="269" y="157"/>
                  </a:lnTo>
                  <a:lnTo>
                    <a:pt x="271" y="159"/>
                  </a:lnTo>
                  <a:lnTo>
                    <a:pt x="271" y="159"/>
                  </a:lnTo>
                  <a:lnTo>
                    <a:pt x="271" y="159"/>
                  </a:lnTo>
                  <a:lnTo>
                    <a:pt x="269" y="161"/>
                  </a:lnTo>
                  <a:lnTo>
                    <a:pt x="269" y="163"/>
                  </a:lnTo>
                  <a:lnTo>
                    <a:pt x="269" y="163"/>
                  </a:lnTo>
                  <a:lnTo>
                    <a:pt x="271" y="164"/>
                  </a:lnTo>
                  <a:lnTo>
                    <a:pt x="269" y="172"/>
                  </a:lnTo>
                  <a:lnTo>
                    <a:pt x="271" y="172"/>
                  </a:lnTo>
                  <a:lnTo>
                    <a:pt x="271" y="174"/>
                  </a:lnTo>
                  <a:lnTo>
                    <a:pt x="271" y="174"/>
                  </a:lnTo>
                  <a:lnTo>
                    <a:pt x="269" y="174"/>
                  </a:lnTo>
                  <a:lnTo>
                    <a:pt x="267" y="176"/>
                  </a:lnTo>
                  <a:lnTo>
                    <a:pt x="265" y="178"/>
                  </a:lnTo>
                  <a:lnTo>
                    <a:pt x="265" y="178"/>
                  </a:lnTo>
                  <a:lnTo>
                    <a:pt x="265" y="178"/>
                  </a:lnTo>
                  <a:lnTo>
                    <a:pt x="263" y="180"/>
                  </a:lnTo>
                  <a:lnTo>
                    <a:pt x="263" y="180"/>
                  </a:lnTo>
                  <a:lnTo>
                    <a:pt x="263" y="180"/>
                  </a:lnTo>
                  <a:lnTo>
                    <a:pt x="261" y="182"/>
                  </a:lnTo>
                  <a:lnTo>
                    <a:pt x="259" y="180"/>
                  </a:lnTo>
                  <a:lnTo>
                    <a:pt x="259" y="182"/>
                  </a:lnTo>
                  <a:lnTo>
                    <a:pt x="259" y="182"/>
                  </a:lnTo>
                  <a:lnTo>
                    <a:pt x="259" y="182"/>
                  </a:lnTo>
                  <a:lnTo>
                    <a:pt x="259" y="182"/>
                  </a:lnTo>
                  <a:lnTo>
                    <a:pt x="259" y="182"/>
                  </a:lnTo>
                  <a:lnTo>
                    <a:pt x="257" y="184"/>
                  </a:lnTo>
                  <a:lnTo>
                    <a:pt x="257" y="184"/>
                  </a:lnTo>
                  <a:lnTo>
                    <a:pt x="257" y="184"/>
                  </a:lnTo>
                  <a:lnTo>
                    <a:pt x="257" y="186"/>
                  </a:lnTo>
                  <a:lnTo>
                    <a:pt x="257" y="186"/>
                  </a:lnTo>
                  <a:lnTo>
                    <a:pt x="257" y="186"/>
                  </a:lnTo>
                  <a:lnTo>
                    <a:pt x="257" y="186"/>
                  </a:lnTo>
                  <a:lnTo>
                    <a:pt x="255" y="188"/>
                  </a:lnTo>
                  <a:lnTo>
                    <a:pt x="251" y="190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49" y="190"/>
                  </a:lnTo>
                  <a:lnTo>
                    <a:pt x="249" y="192"/>
                  </a:lnTo>
                  <a:lnTo>
                    <a:pt x="249" y="194"/>
                  </a:lnTo>
                  <a:lnTo>
                    <a:pt x="249" y="194"/>
                  </a:lnTo>
                  <a:lnTo>
                    <a:pt x="249" y="194"/>
                  </a:lnTo>
                  <a:lnTo>
                    <a:pt x="249" y="194"/>
                  </a:lnTo>
                  <a:lnTo>
                    <a:pt x="251" y="194"/>
                  </a:lnTo>
                  <a:lnTo>
                    <a:pt x="251" y="194"/>
                  </a:lnTo>
                  <a:lnTo>
                    <a:pt x="251" y="192"/>
                  </a:lnTo>
                  <a:lnTo>
                    <a:pt x="253" y="192"/>
                  </a:lnTo>
                  <a:lnTo>
                    <a:pt x="253" y="192"/>
                  </a:lnTo>
                  <a:lnTo>
                    <a:pt x="253" y="192"/>
                  </a:lnTo>
                  <a:lnTo>
                    <a:pt x="253" y="192"/>
                  </a:lnTo>
                  <a:lnTo>
                    <a:pt x="255" y="194"/>
                  </a:lnTo>
                  <a:lnTo>
                    <a:pt x="255" y="194"/>
                  </a:lnTo>
                  <a:lnTo>
                    <a:pt x="257" y="194"/>
                  </a:lnTo>
                  <a:lnTo>
                    <a:pt x="257" y="192"/>
                  </a:lnTo>
                  <a:lnTo>
                    <a:pt x="257" y="192"/>
                  </a:lnTo>
                  <a:lnTo>
                    <a:pt x="259" y="192"/>
                  </a:lnTo>
                  <a:lnTo>
                    <a:pt x="259" y="194"/>
                  </a:lnTo>
                  <a:lnTo>
                    <a:pt x="259" y="194"/>
                  </a:lnTo>
                  <a:lnTo>
                    <a:pt x="261" y="196"/>
                  </a:lnTo>
                  <a:lnTo>
                    <a:pt x="261" y="196"/>
                  </a:lnTo>
                  <a:lnTo>
                    <a:pt x="261" y="196"/>
                  </a:lnTo>
                  <a:lnTo>
                    <a:pt x="261" y="196"/>
                  </a:lnTo>
                  <a:lnTo>
                    <a:pt x="261" y="198"/>
                  </a:lnTo>
                  <a:lnTo>
                    <a:pt x="261" y="198"/>
                  </a:lnTo>
                  <a:lnTo>
                    <a:pt x="259" y="198"/>
                  </a:lnTo>
                  <a:lnTo>
                    <a:pt x="259" y="198"/>
                  </a:lnTo>
                  <a:lnTo>
                    <a:pt x="259" y="198"/>
                  </a:lnTo>
                  <a:lnTo>
                    <a:pt x="259" y="198"/>
                  </a:lnTo>
                  <a:lnTo>
                    <a:pt x="259" y="198"/>
                  </a:lnTo>
                  <a:lnTo>
                    <a:pt x="259" y="200"/>
                  </a:lnTo>
                  <a:lnTo>
                    <a:pt x="259" y="204"/>
                  </a:lnTo>
                  <a:lnTo>
                    <a:pt x="259" y="206"/>
                  </a:lnTo>
                  <a:lnTo>
                    <a:pt x="259" y="206"/>
                  </a:lnTo>
                  <a:lnTo>
                    <a:pt x="259" y="206"/>
                  </a:lnTo>
                  <a:lnTo>
                    <a:pt x="261" y="208"/>
                  </a:lnTo>
                  <a:lnTo>
                    <a:pt x="263" y="208"/>
                  </a:lnTo>
                  <a:lnTo>
                    <a:pt x="263" y="208"/>
                  </a:lnTo>
                  <a:lnTo>
                    <a:pt x="263" y="210"/>
                  </a:lnTo>
                  <a:lnTo>
                    <a:pt x="263" y="210"/>
                  </a:lnTo>
                  <a:lnTo>
                    <a:pt x="265" y="212"/>
                  </a:lnTo>
                  <a:lnTo>
                    <a:pt x="267" y="214"/>
                  </a:lnTo>
                  <a:lnTo>
                    <a:pt x="267" y="214"/>
                  </a:lnTo>
                  <a:lnTo>
                    <a:pt x="267" y="214"/>
                  </a:lnTo>
                  <a:lnTo>
                    <a:pt x="267" y="216"/>
                  </a:lnTo>
                  <a:lnTo>
                    <a:pt x="267" y="217"/>
                  </a:lnTo>
                  <a:lnTo>
                    <a:pt x="267" y="217"/>
                  </a:lnTo>
                  <a:lnTo>
                    <a:pt x="265" y="217"/>
                  </a:lnTo>
                  <a:lnTo>
                    <a:pt x="263" y="217"/>
                  </a:lnTo>
                  <a:lnTo>
                    <a:pt x="263" y="217"/>
                  </a:lnTo>
                  <a:lnTo>
                    <a:pt x="261" y="219"/>
                  </a:lnTo>
                  <a:lnTo>
                    <a:pt x="261" y="219"/>
                  </a:lnTo>
                  <a:lnTo>
                    <a:pt x="259" y="219"/>
                  </a:lnTo>
                  <a:lnTo>
                    <a:pt x="259" y="217"/>
                  </a:lnTo>
                  <a:lnTo>
                    <a:pt x="259" y="217"/>
                  </a:lnTo>
                  <a:lnTo>
                    <a:pt x="259" y="217"/>
                  </a:lnTo>
                  <a:lnTo>
                    <a:pt x="259" y="217"/>
                  </a:lnTo>
                  <a:lnTo>
                    <a:pt x="259" y="217"/>
                  </a:lnTo>
                  <a:lnTo>
                    <a:pt x="257" y="217"/>
                  </a:lnTo>
                  <a:lnTo>
                    <a:pt x="257" y="217"/>
                  </a:lnTo>
                  <a:lnTo>
                    <a:pt x="253" y="216"/>
                  </a:lnTo>
                  <a:lnTo>
                    <a:pt x="253" y="216"/>
                  </a:lnTo>
                  <a:lnTo>
                    <a:pt x="253" y="216"/>
                  </a:lnTo>
                  <a:lnTo>
                    <a:pt x="253" y="217"/>
                  </a:lnTo>
                  <a:lnTo>
                    <a:pt x="251" y="217"/>
                  </a:lnTo>
                  <a:lnTo>
                    <a:pt x="251" y="219"/>
                  </a:lnTo>
                  <a:lnTo>
                    <a:pt x="251" y="219"/>
                  </a:lnTo>
                  <a:lnTo>
                    <a:pt x="251" y="219"/>
                  </a:lnTo>
                  <a:lnTo>
                    <a:pt x="249" y="219"/>
                  </a:lnTo>
                  <a:lnTo>
                    <a:pt x="244" y="217"/>
                  </a:lnTo>
                  <a:lnTo>
                    <a:pt x="242" y="217"/>
                  </a:lnTo>
                  <a:lnTo>
                    <a:pt x="242" y="217"/>
                  </a:lnTo>
                  <a:lnTo>
                    <a:pt x="242" y="219"/>
                  </a:lnTo>
                  <a:lnTo>
                    <a:pt x="240" y="219"/>
                  </a:lnTo>
                  <a:lnTo>
                    <a:pt x="240" y="221"/>
                  </a:lnTo>
                  <a:lnTo>
                    <a:pt x="240" y="223"/>
                  </a:lnTo>
                  <a:lnTo>
                    <a:pt x="240" y="223"/>
                  </a:lnTo>
                  <a:lnTo>
                    <a:pt x="240" y="223"/>
                  </a:lnTo>
                  <a:lnTo>
                    <a:pt x="234" y="223"/>
                  </a:lnTo>
                  <a:lnTo>
                    <a:pt x="232" y="223"/>
                  </a:lnTo>
                  <a:lnTo>
                    <a:pt x="232" y="223"/>
                  </a:lnTo>
                  <a:lnTo>
                    <a:pt x="232" y="225"/>
                  </a:lnTo>
                  <a:lnTo>
                    <a:pt x="232" y="225"/>
                  </a:lnTo>
                  <a:lnTo>
                    <a:pt x="230" y="227"/>
                  </a:lnTo>
                  <a:lnTo>
                    <a:pt x="230" y="227"/>
                  </a:lnTo>
                  <a:lnTo>
                    <a:pt x="220" y="235"/>
                  </a:lnTo>
                  <a:lnTo>
                    <a:pt x="220" y="235"/>
                  </a:lnTo>
                  <a:lnTo>
                    <a:pt x="220" y="237"/>
                  </a:lnTo>
                  <a:lnTo>
                    <a:pt x="220" y="237"/>
                  </a:lnTo>
                  <a:lnTo>
                    <a:pt x="220" y="237"/>
                  </a:lnTo>
                  <a:lnTo>
                    <a:pt x="220" y="239"/>
                  </a:lnTo>
                  <a:lnTo>
                    <a:pt x="220" y="239"/>
                  </a:lnTo>
                  <a:lnTo>
                    <a:pt x="220" y="239"/>
                  </a:lnTo>
                  <a:lnTo>
                    <a:pt x="220" y="239"/>
                  </a:lnTo>
                  <a:lnTo>
                    <a:pt x="220" y="241"/>
                  </a:lnTo>
                  <a:lnTo>
                    <a:pt x="222" y="241"/>
                  </a:lnTo>
                  <a:lnTo>
                    <a:pt x="222" y="241"/>
                  </a:lnTo>
                  <a:lnTo>
                    <a:pt x="222" y="241"/>
                  </a:lnTo>
                  <a:lnTo>
                    <a:pt x="222" y="241"/>
                  </a:lnTo>
                  <a:lnTo>
                    <a:pt x="222" y="243"/>
                  </a:lnTo>
                  <a:lnTo>
                    <a:pt x="222" y="243"/>
                  </a:lnTo>
                  <a:lnTo>
                    <a:pt x="222" y="245"/>
                  </a:lnTo>
                  <a:lnTo>
                    <a:pt x="222" y="245"/>
                  </a:lnTo>
                  <a:lnTo>
                    <a:pt x="220" y="245"/>
                  </a:lnTo>
                  <a:lnTo>
                    <a:pt x="216" y="247"/>
                  </a:lnTo>
                  <a:lnTo>
                    <a:pt x="214" y="247"/>
                  </a:lnTo>
                  <a:lnTo>
                    <a:pt x="214" y="247"/>
                  </a:lnTo>
                  <a:lnTo>
                    <a:pt x="212" y="243"/>
                  </a:lnTo>
                  <a:lnTo>
                    <a:pt x="210" y="243"/>
                  </a:lnTo>
                  <a:lnTo>
                    <a:pt x="210" y="243"/>
                  </a:lnTo>
                  <a:lnTo>
                    <a:pt x="210" y="243"/>
                  </a:lnTo>
                  <a:lnTo>
                    <a:pt x="210" y="245"/>
                  </a:lnTo>
                  <a:lnTo>
                    <a:pt x="210" y="245"/>
                  </a:lnTo>
                  <a:lnTo>
                    <a:pt x="210" y="245"/>
                  </a:lnTo>
                  <a:lnTo>
                    <a:pt x="210" y="245"/>
                  </a:lnTo>
                  <a:lnTo>
                    <a:pt x="210" y="247"/>
                  </a:lnTo>
                  <a:lnTo>
                    <a:pt x="210" y="247"/>
                  </a:lnTo>
                  <a:lnTo>
                    <a:pt x="212" y="247"/>
                  </a:lnTo>
                  <a:lnTo>
                    <a:pt x="212" y="249"/>
                  </a:lnTo>
                  <a:lnTo>
                    <a:pt x="210" y="249"/>
                  </a:lnTo>
                  <a:lnTo>
                    <a:pt x="210" y="249"/>
                  </a:lnTo>
                  <a:lnTo>
                    <a:pt x="214" y="253"/>
                  </a:lnTo>
                  <a:lnTo>
                    <a:pt x="214" y="253"/>
                  </a:lnTo>
                  <a:lnTo>
                    <a:pt x="214" y="253"/>
                  </a:lnTo>
                  <a:lnTo>
                    <a:pt x="214" y="253"/>
                  </a:lnTo>
                  <a:lnTo>
                    <a:pt x="214" y="253"/>
                  </a:lnTo>
                  <a:lnTo>
                    <a:pt x="210" y="257"/>
                  </a:lnTo>
                  <a:lnTo>
                    <a:pt x="210" y="257"/>
                  </a:lnTo>
                  <a:lnTo>
                    <a:pt x="210" y="257"/>
                  </a:lnTo>
                  <a:lnTo>
                    <a:pt x="212" y="259"/>
                  </a:lnTo>
                  <a:lnTo>
                    <a:pt x="212" y="261"/>
                  </a:lnTo>
                  <a:lnTo>
                    <a:pt x="212" y="261"/>
                  </a:lnTo>
                  <a:lnTo>
                    <a:pt x="216" y="261"/>
                  </a:lnTo>
                  <a:lnTo>
                    <a:pt x="216" y="261"/>
                  </a:lnTo>
                  <a:lnTo>
                    <a:pt x="218" y="261"/>
                  </a:lnTo>
                  <a:lnTo>
                    <a:pt x="218" y="263"/>
                  </a:lnTo>
                  <a:lnTo>
                    <a:pt x="218" y="263"/>
                  </a:lnTo>
                  <a:lnTo>
                    <a:pt x="218" y="265"/>
                  </a:lnTo>
                  <a:lnTo>
                    <a:pt x="218" y="265"/>
                  </a:lnTo>
                  <a:lnTo>
                    <a:pt x="216" y="267"/>
                  </a:lnTo>
                  <a:lnTo>
                    <a:pt x="216" y="267"/>
                  </a:lnTo>
                  <a:lnTo>
                    <a:pt x="212" y="269"/>
                  </a:lnTo>
                  <a:lnTo>
                    <a:pt x="210" y="269"/>
                  </a:lnTo>
                  <a:lnTo>
                    <a:pt x="210" y="269"/>
                  </a:lnTo>
                  <a:lnTo>
                    <a:pt x="210" y="269"/>
                  </a:lnTo>
                  <a:lnTo>
                    <a:pt x="210" y="270"/>
                  </a:lnTo>
                  <a:lnTo>
                    <a:pt x="210" y="270"/>
                  </a:lnTo>
                  <a:lnTo>
                    <a:pt x="210" y="270"/>
                  </a:lnTo>
                  <a:lnTo>
                    <a:pt x="206" y="272"/>
                  </a:lnTo>
                  <a:lnTo>
                    <a:pt x="206" y="274"/>
                  </a:lnTo>
                  <a:lnTo>
                    <a:pt x="206" y="274"/>
                  </a:lnTo>
                  <a:lnTo>
                    <a:pt x="208" y="276"/>
                  </a:lnTo>
                  <a:lnTo>
                    <a:pt x="208" y="276"/>
                  </a:lnTo>
                  <a:lnTo>
                    <a:pt x="208" y="276"/>
                  </a:lnTo>
                  <a:lnTo>
                    <a:pt x="208" y="278"/>
                  </a:lnTo>
                  <a:lnTo>
                    <a:pt x="210" y="278"/>
                  </a:lnTo>
                  <a:lnTo>
                    <a:pt x="210" y="278"/>
                  </a:lnTo>
                  <a:lnTo>
                    <a:pt x="210" y="280"/>
                  </a:lnTo>
                  <a:lnTo>
                    <a:pt x="210" y="280"/>
                  </a:lnTo>
                  <a:lnTo>
                    <a:pt x="210" y="282"/>
                  </a:lnTo>
                  <a:lnTo>
                    <a:pt x="210" y="282"/>
                  </a:lnTo>
                  <a:lnTo>
                    <a:pt x="210" y="282"/>
                  </a:lnTo>
                  <a:lnTo>
                    <a:pt x="212" y="282"/>
                  </a:lnTo>
                  <a:lnTo>
                    <a:pt x="212" y="282"/>
                  </a:lnTo>
                  <a:lnTo>
                    <a:pt x="212" y="284"/>
                  </a:lnTo>
                  <a:lnTo>
                    <a:pt x="212" y="284"/>
                  </a:lnTo>
                  <a:lnTo>
                    <a:pt x="212" y="284"/>
                  </a:lnTo>
                  <a:lnTo>
                    <a:pt x="212" y="284"/>
                  </a:lnTo>
                  <a:lnTo>
                    <a:pt x="212" y="288"/>
                  </a:lnTo>
                  <a:lnTo>
                    <a:pt x="212" y="288"/>
                  </a:lnTo>
                  <a:lnTo>
                    <a:pt x="212" y="290"/>
                  </a:lnTo>
                  <a:lnTo>
                    <a:pt x="212" y="290"/>
                  </a:lnTo>
                  <a:lnTo>
                    <a:pt x="212" y="290"/>
                  </a:lnTo>
                  <a:lnTo>
                    <a:pt x="212" y="292"/>
                  </a:lnTo>
                  <a:lnTo>
                    <a:pt x="212" y="294"/>
                  </a:lnTo>
                  <a:lnTo>
                    <a:pt x="212" y="294"/>
                  </a:lnTo>
                  <a:lnTo>
                    <a:pt x="212" y="294"/>
                  </a:lnTo>
                  <a:lnTo>
                    <a:pt x="212" y="296"/>
                  </a:lnTo>
                  <a:lnTo>
                    <a:pt x="212" y="296"/>
                  </a:lnTo>
                  <a:lnTo>
                    <a:pt x="214" y="296"/>
                  </a:lnTo>
                  <a:lnTo>
                    <a:pt x="214" y="296"/>
                  </a:lnTo>
                  <a:lnTo>
                    <a:pt x="212" y="298"/>
                  </a:lnTo>
                  <a:lnTo>
                    <a:pt x="212" y="298"/>
                  </a:lnTo>
                  <a:lnTo>
                    <a:pt x="214" y="298"/>
                  </a:lnTo>
                  <a:lnTo>
                    <a:pt x="214" y="298"/>
                  </a:lnTo>
                  <a:lnTo>
                    <a:pt x="216" y="300"/>
                  </a:lnTo>
                  <a:lnTo>
                    <a:pt x="216" y="300"/>
                  </a:lnTo>
                  <a:lnTo>
                    <a:pt x="216" y="300"/>
                  </a:lnTo>
                  <a:lnTo>
                    <a:pt x="216" y="300"/>
                  </a:lnTo>
                  <a:lnTo>
                    <a:pt x="216" y="302"/>
                  </a:lnTo>
                  <a:lnTo>
                    <a:pt x="216" y="304"/>
                  </a:lnTo>
                  <a:lnTo>
                    <a:pt x="216" y="306"/>
                  </a:lnTo>
                  <a:lnTo>
                    <a:pt x="214" y="310"/>
                  </a:lnTo>
                  <a:lnTo>
                    <a:pt x="212" y="310"/>
                  </a:lnTo>
                  <a:lnTo>
                    <a:pt x="212" y="310"/>
                  </a:lnTo>
                  <a:lnTo>
                    <a:pt x="212" y="310"/>
                  </a:lnTo>
                  <a:lnTo>
                    <a:pt x="212" y="312"/>
                  </a:lnTo>
                  <a:lnTo>
                    <a:pt x="214" y="312"/>
                  </a:lnTo>
                  <a:lnTo>
                    <a:pt x="214" y="312"/>
                  </a:lnTo>
                  <a:lnTo>
                    <a:pt x="214" y="312"/>
                  </a:lnTo>
                  <a:lnTo>
                    <a:pt x="218" y="312"/>
                  </a:lnTo>
                  <a:lnTo>
                    <a:pt x="218" y="312"/>
                  </a:lnTo>
                  <a:lnTo>
                    <a:pt x="220" y="312"/>
                  </a:lnTo>
                  <a:lnTo>
                    <a:pt x="222" y="314"/>
                  </a:lnTo>
                  <a:lnTo>
                    <a:pt x="222" y="314"/>
                  </a:lnTo>
                  <a:lnTo>
                    <a:pt x="222" y="314"/>
                  </a:lnTo>
                  <a:lnTo>
                    <a:pt x="222" y="314"/>
                  </a:lnTo>
                  <a:lnTo>
                    <a:pt x="222" y="314"/>
                  </a:lnTo>
                  <a:lnTo>
                    <a:pt x="220" y="316"/>
                  </a:lnTo>
                  <a:lnTo>
                    <a:pt x="220" y="316"/>
                  </a:lnTo>
                  <a:lnTo>
                    <a:pt x="220" y="316"/>
                  </a:lnTo>
                  <a:lnTo>
                    <a:pt x="220" y="318"/>
                  </a:lnTo>
                  <a:lnTo>
                    <a:pt x="220" y="318"/>
                  </a:lnTo>
                  <a:lnTo>
                    <a:pt x="220" y="318"/>
                  </a:lnTo>
                  <a:lnTo>
                    <a:pt x="220" y="318"/>
                  </a:lnTo>
                  <a:lnTo>
                    <a:pt x="220" y="318"/>
                  </a:lnTo>
                  <a:lnTo>
                    <a:pt x="220" y="320"/>
                  </a:lnTo>
                  <a:lnTo>
                    <a:pt x="222" y="320"/>
                  </a:lnTo>
                  <a:lnTo>
                    <a:pt x="222" y="320"/>
                  </a:lnTo>
                  <a:lnTo>
                    <a:pt x="222" y="320"/>
                  </a:lnTo>
                  <a:lnTo>
                    <a:pt x="226" y="322"/>
                  </a:lnTo>
                  <a:lnTo>
                    <a:pt x="226" y="322"/>
                  </a:lnTo>
                  <a:lnTo>
                    <a:pt x="226" y="322"/>
                  </a:lnTo>
                  <a:lnTo>
                    <a:pt x="226" y="324"/>
                  </a:lnTo>
                  <a:lnTo>
                    <a:pt x="228" y="324"/>
                  </a:lnTo>
                  <a:lnTo>
                    <a:pt x="228" y="325"/>
                  </a:lnTo>
                  <a:lnTo>
                    <a:pt x="228" y="325"/>
                  </a:lnTo>
                  <a:lnTo>
                    <a:pt x="228" y="329"/>
                  </a:lnTo>
                  <a:lnTo>
                    <a:pt x="228" y="329"/>
                  </a:lnTo>
                  <a:lnTo>
                    <a:pt x="228" y="329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0" y="331"/>
                  </a:lnTo>
                  <a:lnTo>
                    <a:pt x="230" y="329"/>
                  </a:lnTo>
                  <a:lnTo>
                    <a:pt x="230" y="329"/>
                  </a:lnTo>
                  <a:lnTo>
                    <a:pt x="230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31"/>
                  </a:lnTo>
                  <a:lnTo>
                    <a:pt x="232" y="331"/>
                  </a:lnTo>
                  <a:lnTo>
                    <a:pt x="232" y="331"/>
                  </a:lnTo>
                  <a:lnTo>
                    <a:pt x="232" y="331"/>
                  </a:lnTo>
                  <a:lnTo>
                    <a:pt x="232" y="333"/>
                  </a:lnTo>
                  <a:lnTo>
                    <a:pt x="232" y="333"/>
                  </a:lnTo>
                  <a:lnTo>
                    <a:pt x="232" y="335"/>
                  </a:lnTo>
                  <a:lnTo>
                    <a:pt x="232" y="337"/>
                  </a:lnTo>
                  <a:lnTo>
                    <a:pt x="232" y="337"/>
                  </a:lnTo>
                  <a:lnTo>
                    <a:pt x="232" y="337"/>
                  </a:lnTo>
                  <a:lnTo>
                    <a:pt x="232" y="339"/>
                  </a:lnTo>
                  <a:lnTo>
                    <a:pt x="232" y="341"/>
                  </a:lnTo>
                  <a:lnTo>
                    <a:pt x="230" y="341"/>
                  </a:lnTo>
                  <a:lnTo>
                    <a:pt x="230" y="341"/>
                  </a:lnTo>
                  <a:lnTo>
                    <a:pt x="226" y="341"/>
                  </a:lnTo>
                  <a:lnTo>
                    <a:pt x="226" y="343"/>
                  </a:lnTo>
                  <a:lnTo>
                    <a:pt x="226" y="343"/>
                  </a:lnTo>
                  <a:lnTo>
                    <a:pt x="224" y="347"/>
                  </a:lnTo>
                  <a:lnTo>
                    <a:pt x="222" y="375"/>
                  </a:lnTo>
                  <a:lnTo>
                    <a:pt x="222" y="375"/>
                  </a:lnTo>
                  <a:lnTo>
                    <a:pt x="220" y="377"/>
                  </a:lnTo>
                  <a:lnTo>
                    <a:pt x="218" y="377"/>
                  </a:lnTo>
                  <a:lnTo>
                    <a:pt x="214" y="375"/>
                  </a:lnTo>
                  <a:lnTo>
                    <a:pt x="212" y="375"/>
                  </a:lnTo>
                  <a:lnTo>
                    <a:pt x="210" y="375"/>
                  </a:lnTo>
                  <a:lnTo>
                    <a:pt x="206" y="377"/>
                  </a:lnTo>
                  <a:lnTo>
                    <a:pt x="210" y="382"/>
                  </a:lnTo>
                  <a:lnTo>
                    <a:pt x="202" y="388"/>
                  </a:lnTo>
                  <a:lnTo>
                    <a:pt x="197" y="390"/>
                  </a:lnTo>
                  <a:lnTo>
                    <a:pt x="189" y="394"/>
                  </a:lnTo>
                  <a:lnTo>
                    <a:pt x="189" y="394"/>
                  </a:lnTo>
                  <a:lnTo>
                    <a:pt x="185" y="392"/>
                  </a:lnTo>
                  <a:lnTo>
                    <a:pt x="183" y="392"/>
                  </a:lnTo>
                  <a:lnTo>
                    <a:pt x="179" y="392"/>
                  </a:lnTo>
                  <a:lnTo>
                    <a:pt x="179" y="392"/>
                  </a:lnTo>
                  <a:lnTo>
                    <a:pt x="177" y="392"/>
                  </a:lnTo>
                  <a:lnTo>
                    <a:pt x="177" y="394"/>
                  </a:lnTo>
                  <a:lnTo>
                    <a:pt x="177" y="396"/>
                  </a:lnTo>
                  <a:lnTo>
                    <a:pt x="177" y="396"/>
                  </a:lnTo>
                  <a:lnTo>
                    <a:pt x="175" y="396"/>
                  </a:lnTo>
                  <a:lnTo>
                    <a:pt x="173" y="396"/>
                  </a:lnTo>
                  <a:lnTo>
                    <a:pt x="173" y="396"/>
                  </a:lnTo>
                  <a:lnTo>
                    <a:pt x="173" y="398"/>
                  </a:lnTo>
                  <a:lnTo>
                    <a:pt x="171" y="398"/>
                  </a:lnTo>
                  <a:lnTo>
                    <a:pt x="171" y="402"/>
                  </a:lnTo>
                  <a:lnTo>
                    <a:pt x="169" y="402"/>
                  </a:lnTo>
                  <a:lnTo>
                    <a:pt x="163" y="402"/>
                  </a:lnTo>
                  <a:lnTo>
                    <a:pt x="161" y="402"/>
                  </a:lnTo>
                  <a:lnTo>
                    <a:pt x="161" y="404"/>
                  </a:lnTo>
                  <a:lnTo>
                    <a:pt x="161" y="408"/>
                  </a:lnTo>
                  <a:lnTo>
                    <a:pt x="161" y="408"/>
                  </a:lnTo>
                  <a:lnTo>
                    <a:pt x="161" y="408"/>
                  </a:lnTo>
                  <a:lnTo>
                    <a:pt x="161" y="410"/>
                  </a:lnTo>
                  <a:lnTo>
                    <a:pt x="161" y="410"/>
                  </a:lnTo>
                  <a:lnTo>
                    <a:pt x="159" y="416"/>
                  </a:lnTo>
                  <a:lnTo>
                    <a:pt x="157" y="418"/>
                  </a:lnTo>
                  <a:lnTo>
                    <a:pt x="155" y="418"/>
                  </a:lnTo>
                  <a:lnTo>
                    <a:pt x="153" y="416"/>
                  </a:lnTo>
                  <a:lnTo>
                    <a:pt x="153" y="416"/>
                  </a:lnTo>
                  <a:lnTo>
                    <a:pt x="153" y="416"/>
                  </a:lnTo>
                  <a:lnTo>
                    <a:pt x="153" y="414"/>
                  </a:lnTo>
                  <a:lnTo>
                    <a:pt x="153" y="412"/>
                  </a:lnTo>
                  <a:lnTo>
                    <a:pt x="153" y="410"/>
                  </a:lnTo>
                  <a:lnTo>
                    <a:pt x="151" y="410"/>
                  </a:lnTo>
                  <a:lnTo>
                    <a:pt x="151" y="408"/>
                  </a:lnTo>
                  <a:lnTo>
                    <a:pt x="151" y="408"/>
                  </a:lnTo>
                  <a:lnTo>
                    <a:pt x="151" y="406"/>
                  </a:lnTo>
                  <a:lnTo>
                    <a:pt x="151" y="406"/>
                  </a:lnTo>
                  <a:lnTo>
                    <a:pt x="148" y="406"/>
                  </a:lnTo>
                  <a:lnTo>
                    <a:pt x="148" y="406"/>
                  </a:lnTo>
                  <a:lnTo>
                    <a:pt x="146" y="408"/>
                  </a:lnTo>
                  <a:lnTo>
                    <a:pt x="146" y="408"/>
                  </a:lnTo>
                  <a:lnTo>
                    <a:pt x="144" y="408"/>
                  </a:lnTo>
                  <a:lnTo>
                    <a:pt x="144" y="408"/>
                  </a:lnTo>
                  <a:lnTo>
                    <a:pt x="144" y="406"/>
                  </a:lnTo>
                  <a:lnTo>
                    <a:pt x="144" y="404"/>
                  </a:lnTo>
                  <a:lnTo>
                    <a:pt x="144" y="404"/>
                  </a:lnTo>
                  <a:lnTo>
                    <a:pt x="144" y="404"/>
                  </a:lnTo>
                  <a:lnTo>
                    <a:pt x="140" y="402"/>
                  </a:lnTo>
                  <a:lnTo>
                    <a:pt x="140" y="402"/>
                  </a:lnTo>
                  <a:lnTo>
                    <a:pt x="138" y="402"/>
                  </a:lnTo>
                  <a:lnTo>
                    <a:pt x="136" y="402"/>
                  </a:lnTo>
                  <a:lnTo>
                    <a:pt x="132" y="404"/>
                  </a:lnTo>
                  <a:lnTo>
                    <a:pt x="132" y="404"/>
                  </a:lnTo>
                  <a:lnTo>
                    <a:pt x="130" y="404"/>
                  </a:lnTo>
                  <a:lnTo>
                    <a:pt x="130" y="402"/>
                  </a:lnTo>
                  <a:lnTo>
                    <a:pt x="126" y="402"/>
                  </a:lnTo>
                  <a:lnTo>
                    <a:pt x="126" y="402"/>
                  </a:lnTo>
                  <a:lnTo>
                    <a:pt x="126" y="402"/>
                  </a:lnTo>
                  <a:lnTo>
                    <a:pt x="126" y="404"/>
                  </a:lnTo>
                  <a:lnTo>
                    <a:pt x="124" y="404"/>
                  </a:lnTo>
                  <a:lnTo>
                    <a:pt x="124" y="406"/>
                  </a:lnTo>
                  <a:lnTo>
                    <a:pt x="124" y="406"/>
                  </a:lnTo>
                  <a:lnTo>
                    <a:pt x="124" y="406"/>
                  </a:lnTo>
                  <a:lnTo>
                    <a:pt x="124" y="406"/>
                  </a:lnTo>
                  <a:lnTo>
                    <a:pt x="122" y="406"/>
                  </a:lnTo>
                  <a:lnTo>
                    <a:pt x="122" y="406"/>
                  </a:lnTo>
                  <a:lnTo>
                    <a:pt x="122" y="406"/>
                  </a:lnTo>
                  <a:lnTo>
                    <a:pt x="122" y="408"/>
                  </a:lnTo>
                  <a:lnTo>
                    <a:pt x="120" y="408"/>
                  </a:lnTo>
                  <a:lnTo>
                    <a:pt x="120" y="410"/>
                  </a:lnTo>
                  <a:lnTo>
                    <a:pt x="120" y="410"/>
                  </a:lnTo>
                  <a:lnTo>
                    <a:pt x="118" y="410"/>
                  </a:lnTo>
                  <a:lnTo>
                    <a:pt x="118" y="410"/>
                  </a:lnTo>
                  <a:lnTo>
                    <a:pt x="118" y="410"/>
                  </a:lnTo>
                  <a:lnTo>
                    <a:pt x="114" y="414"/>
                  </a:lnTo>
                  <a:lnTo>
                    <a:pt x="114" y="414"/>
                  </a:lnTo>
                  <a:lnTo>
                    <a:pt x="112" y="414"/>
                  </a:lnTo>
                  <a:lnTo>
                    <a:pt x="110" y="412"/>
                  </a:lnTo>
                  <a:lnTo>
                    <a:pt x="112" y="408"/>
                  </a:lnTo>
                  <a:lnTo>
                    <a:pt x="106" y="402"/>
                  </a:lnTo>
                  <a:lnTo>
                    <a:pt x="108" y="400"/>
                  </a:lnTo>
                  <a:lnTo>
                    <a:pt x="106" y="398"/>
                  </a:lnTo>
                  <a:lnTo>
                    <a:pt x="106" y="398"/>
                  </a:lnTo>
                  <a:lnTo>
                    <a:pt x="106" y="396"/>
                  </a:lnTo>
                  <a:lnTo>
                    <a:pt x="108" y="394"/>
                  </a:lnTo>
                  <a:lnTo>
                    <a:pt x="108" y="394"/>
                  </a:lnTo>
                  <a:lnTo>
                    <a:pt x="110" y="394"/>
                  </a:lnTo>
                  <a:lnTo>
                    <a:pt x="112" y="388"/>
                  </a:lnTo>
                  <a:lnTo>
                    <a:pt x="114" y="386"/>
                  </a:lnTo>
                  <a:lnTo>
                    <a:pt x="118" y="386"/>
                  </a:lnTo>
                  <a:lnTo>
                    <a:pt x="116" y="384"/>
                  </a:lnTo>
                  <a:lnTo>
                    <a:pt x="116" y="382"/>
                  </a:lnTo>
                  <a:lnTo>
                    <a:pt x="118" y="382"/>
                  </a:lnTo>
                  <a:lnTo>
                    <a:pt x="120" y="380"/>
                  </a:lnTo>
                  <a:lnTo>
                    <a:pt x="120" y="380"/>
                  </a:lnTo>
                  <a:lnTo>
                    <a:pt x="128" y="384"/>
                  </a:lnTo>
                  <a:lnTo>
                    <a:pt x="128" y="382"/>
                  </a:lnTo>
                  <a:lnTo>
                    <a:pt x="130" y="382"/>
                  </a:lnTo>
                  <a:lnTo>
                    <a:pt x="130" y="380"/>
                  </a:lnTo>
                  <a:lnTo>
                    <a:pt x="134" y="369"/>
                  </a:lnTo>
                  <a:lnTo>
                    <a:pt x="132" y="369"/>
                  </a:lnTo>
                  <a:lnTo>
                    <a:pt x="132" y="369"/>
                  </a:lnTo>
                  <a:lnTo>
                    <a:pt x="132" y="367"/>
                  </a:lnTo>
                  <a:lnTo>
                    <a:pt x="132" y="367"/>
                  </a:lnTo>
                  <a:lnTo>
                    <a:pt x="130" y="367"/>
                  </a:lnTo>
                  <a:lnTo>
                    <a:pt x="128" y="367"/>
                  </a:lnTo>
                  <a:lnTo>
                    <a:pt x="128" y="367"/>
                  </a:lnTo>
                  <a:lnTo>
                    <a:pt x="128" y="369"/>
                  </a:lnTo>
                  <a:lnTo>
                    <a:pt x="128" y="369"/>
                  </a:lnTo>
                  <a:lnTo>
                    <a:pt x="128" y="371"/>
                  </a:lnTo>
                  <a:lnTo>
                    <a:pt x="126" y="371"/>
                  </a:lnTo>
                  <a:lnTo>
                    <a:pt x="124" y="371"/>
                  </a:lnTo>
                  <a:lnTo>
                    <a:pt x="124" y="373"/>
                  </a:lnTo>
                  <a:lnTo>
                    <a:pt x="124" y="375"/>
                  </a:lnTo>
                  <a:lnTo>
                    <a:pt x="122" y="375"/>
                  </a:lnTo>
                  <a:lnTo>
                    <a:pt x="122" y="377"/>
                  </a:lnTo>
                  <a:lnTo>
                    <a:pt x="122" y="377"/>
                  </a:lnTo>
                  <a:lnTo>
                    <a:pt x="120" y="377"/>
                  </a:lnTo>
                  <a:lnTo>
                    <a:pt x="120" y="375"/>
                  </a:lnTo>
                  <a:lnTo>
                    <a:pt x="120" y="375"/>
                  </a:lnTo>
                  <a:lnTo>
                    <a:pt x="118" y="373"/>
                  </a:lnTo>
                  <a:lnTo>
                    <a:pt x="118" y="373"/>
                  </a:lnTo>
                  <a:lnTo>
                    <a:pt x="116" y="373"/>
                  </a:lnTo>
                  <a:lnTo>
                    <a:pt x="116" y="375"/>
                  </a:lnTo>
                  <a:lnTo>
                    <a:pt x="116" y="375"/>
                  </a:lnTo>
                  <a:lnTo>
                    <a:pt x="116" y="377"/>
                  </a:lnTo>
                  <a:lnTo>
                    <a:pt x="116" y="377"/>
                  </a:lnTo>
                  <a:lnTo>
                    <a:pt x="108" y="3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102" y="367"/>
                  </a:lnTo>
                  <a:lnTo>
                    <a:pt x="100" y="367"/>
                  </a:lnTo>
                  <a:lnTo>
                    <a:pt x="98" y="365"/>
                  </a:lnTo>
                  <a:lnTo>
                    <a:pt x="100" y="363"/>
                  </a:lnTo>
                  <a:lnTo>
                    <a:pt x="100" y="361"/>
                  </a:lnTo>
                  <a:lnTo>
                    <a:pt x="98" y="359"/>
                  </a:lnTo>
                  <a:lnTo>
                    <a:pt x="98" y="359"/>
                  </a:lnTo>
                  <a:lnTo>
                    <a:pt x="97" y="359"/>
                  </a:lnTo>
                  <a:lnTo>
                    <a:pt x="91" y="357"/>
                  </a:lnTo>
                  <a:lnTo>
                    <a:pt x="85" y="357"/>
                  </a:lnTo>
                  <a:lnTo>
                    <a:pt x="83" y="357"/>
                  </a:lnTo>
                  <a:lnTo>
                    <a:pt x="79" y="359"/>
                  </a:lnTo>
                  <a:lnTo>
                    <a:pt x="79" y="359"/>
                  </a:lnTo>
                  <a:lnTo>
                    <a:pt x="79" y="361"/>
                  </a:lnTo>
                  <a:lnTo>
                    <a:pt x="79" y="363"/>
                  </a:lnTo>
                  <a:lnTo>
                    <a:pt x="79" y="363"/>
                  </a:lnTo>
                  <a:lnTo>
                    <a:pt x="83" y="363"/>
                  </a:lnTo>
                  <a:lnTo>
                    <a:pt x="85" y="363"/>
                  </a:lnTo>
                  <a:lnTo>
                    <a:pt x="85" y="363"/>
                  </a:lnTo>
                  <a:lnTo>
                    <a:pt x="85" y="365"/>
                  </a:lnTo>
                  <a:lnTo>
                    <a:pt x="87" y="367"/>
                  </a:lnTo>
                  <a:lnTo>
                    <a:pt x="87" y="371"/>
                  </a:lnTo>
                  <a:lnTo>
                    <a:pt x="85" y="371"/>
                  </a:lnTo>
                  <a:lnTo>
                    <a:pt x="81" y="369"/>
                  </a:lnTo>
                  <a:lnTo>
                    <a:pt x="81" y="369"/>
                  </a:lnTo>
                  <a:lnTo>
                    <a:pt x="79" y="369"/>
                  </a:lnTo>
                  <a:lnTo>
                    <a:pt x="77" y="371"/>
                  </a:lnTo>
                  <a:lnTo>
                    <a:pt x="75" y="373"/>
                  </a:lnTo>
                  <a:lnTo>
                    <a:pt x="75" y="373"/>
                  </a:lnTo>
                  <a:lnTo>
                    <a:pt x="73" y="373"/>
                  </a:lnTo>
                  <a:lnTo>
                    <a:pt x="71" y="373"/>
                  </a:lnTo>
                  <a:lnTo>
                    <a:pt x="71" y="371"/>
                  </a:lnTo>
                  <a:lnTo>
                    <a:pt x="71" y="371"/>
                  </a:lnTo>
                  <a:lnTo>
                    <a:pt x="71" y="369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5" y="365"/>
                  </a:lnTo>
                  <a:lnTo>
                    <a:pt x="73" y="363"/>
                  </a:lnTo>
                  <a:lnTo>
                    <a:pt x="73" y="363"/>
                  </a:lnTo>
                  <a:lnTo>
                    <a:pt x="73" y="361"/>
                  </a:lnTo>
                  <a:lnTo>
                    <a:pt x="71" y="359"/>
                  </a:lnTo>
                  <a:lnTo>
                    <a:pt x="71" y="359"/>
                  </a:lnTo>
                  <a:lnTo>
                    <a:pt x="73" y="359"/>
                  </a:lnTo>
                  <a:lnTo>
                    <a:pt x="73" y="357"/>
                  </a:lnTo>
                  <a:lnTo>
                    <a:pt x="73" y="359"/>
                  </a:lnTo>
                  <a:lnTo>
                    <a:pt x="75" y="359"/>
                  </a:lnTo>
                  <a:lnTo>
                    <a:pt x="75" y="359"/>
                  </a:lnTo>
                  <a:lnTo>
                    <a:pt x="75" y="357"/>
                  </a:lnTo>
                  <a:lnTo>
                    <a:pt x="75" y="357"/>
                  </a:lnTo>
                  <a:lnTo>
                    <a:pt x="77" y="357"/>
                  </a:lnTo>
                  <a:lnTo>
                    <a:pt x="77" y="357"/>
                  </a:lnTo>
                  <a:lnTo>
                    <a:pt x="77" y="357"/>
                  </a:lnTo>
                  <a:lnTo>
                    <a:pt x="77" y="357"/>
                  </a:lnTo>
                  <a:lnTo>
                    <a:pt x="79" y="357"/>
                  </a:lnTo>
                  <a:lnTo>
                    <a:pt x="79" y="355"/>
                  </a:lnTo>
                  <a:lnTo>
                    <a:pt x="79" y="355"/>
                  </a:lnTo>
                  <a:lnTo>
                    <a:pt x="75" y="353"/>
                  </a:lnTo>
                  <a:lnTo>
                    <a:pt x="71" y="351"/>
                  </a:lnTo>
                  <a:lnTo>
                    <a:pt x="73" y="347"/>
                  </a:lnTo>
                  <a:lnTo>
                    <a:pt x="73" y="347"/>
                  </a:lnTo>
                  <a:lnTo>
                    <a:pt x="73" y="345"/>
                  </a:lnTo>
                  <a:lnTo>
                    <a:pt x="71" y="345"/>
                  </a:lnTo>
                  <a:lnTo>
                    <a:pt x="69" y="343"/>
                  </a:lnTo>
                  <a:lnTo>
                    <a:pt x="69" y="341"/>
                  </a:lnTo>
                  <a:lnTo>
                    <a:pt x="69" y="339"/>
                  </a:lnTo>
                  <a:lnTo>
                    <a:pt x="67" y="337"/>
                  </a:lnTo>
                  <a:lnTo>
                    <a:pt x="65" y="335"/>
                  </a:lnTo>
                  <a:lnTo>
                    <a:pt x="61" y="333"/>
                  </a:lnTo>
                  <a:lnTo>
                    <a:pt x="59" y="335"/>
                  </a:lnTo>
                  <a:lnTo>
                    <a:pt x="59" y="335"/>
                  </a:lnTo>
                  <a:lnTo>
                    <a:pt x="61" y="337"/>
                  </a:lnTo>
                  <a:lnTo>
                    <a:pt x="61" y="337"/>
                  </a:lnTo>
                  <a:lnTo>
                    <a:pt x="63" y="339"/>
                  </a:lnTo>
                  <a:lnTo>
                    <a:pt x="63" y="339"/>
                  </a:lnTo>
                  <a:lnTo>
                    <a:pt x="63" y="341"/>
                  </a:lnTo>
                  <a:lnTo>
                    <a:pt x="61" y="343"/>
                  </a:lnTo>
                  <a:lnTo>
                    <a:pt x="61" y="343"/>
                  </a:lnTo>
                  <a:lnTo>
                    <a:pt x="61" y="343"/>
                  </a:lnTo>
                  <a:lnTo>
                    <a:pt x="61" y="345"/>
                  </a:lnTo>
                  <a:lnTo>
                    <a:pt x="61" y="345"/>
                  </a:lnTo>
                  <a:lnTo>
                    <a:pt x="61" y="347"/>
                  </a:lnTo>
                  <a:lnTo>
                    <a:pt x="61" y="347"/>
                  </a:lnTo>
                  <a:lnTo>
                    <a:pt x="63" y="347"/>
                  </a:lnTo>
                  <a:lnTo>
                    <a:pt x="63" y="349"/>
                  </a:lnTo>
                  <a:lnTo>
                    <a:pt x="65" y="349"/>
                  </a:lnTo>
                  <a:lnTo>
                    <a:pt x="65" y="351"/>
                  </a:lnTo>
                  <a:lnTo>
                    <a:pt x="65" y="353"/>
                  </a:lnTo>
                  <a:lnTo>
                    <a:pt x="65" y="353"/>
                  </a:lnTo>
                  <a:lnTo>
                    <a:pt x="63" y="355"/>
                  </a:lnTo>
                  <a:lnTo>
                    <a:pt x="61" y="355"/>
                  </a:lnTo>
                  <a:lnTo>
                    <a:pt x="61" y="353"/>
                  </a:lnTo>
                  <a:lnTo>
                    <a:pt x="59" y="351"/>
                  </a:lnTo>
                  <a:lnTo>
                    <a:pt x="57" y="347"/>
                  </a:lnTo>
                  <a:lnTo>
                    <a:pt x="57" y="345"/>
                  </a:lnTo>
                  <a:lnTo>
                    <a:pt x="57" y="345"/>
                  </a:lnTo>
                  <a:lnTo>
                    <a:pt x="55" y="345"/>
                  </a:lnTo>
                  <a:lnTo>
                    <a:pt x="47" y="343"/>
                  </a:lnTo>
                  <a:lnTo>
                    <a:pt x="46" y="343"/>
                  </a:lnTo>
                  <a:lnTo>
                    <a:pt x="46" y="343"/>
                  </a:lnTo>
                  <a:lnTo>
                    <a:pt x="46" y="345"/>
                  </a:lnTo>
                  <a:lnTo>
                    <a:pt x="44" y="347"/>
                  </a:lnTo>
                  <a:lnTo>
                    <a:pt x="44" y="349"/>
                  </a:lnTo>
                  <a:lnTo>
                    <a:pt x="44" y="351"/>
                  </a:lnTo>
                  <a:lnTo>
                    <a:pt x="42" y="351"/>
                  </a:lnTo>
                  <a:lnTo>
                    <a:pt x="40" y="353"/>
                  </a:lnTo>
                  <a:lnTo>
                    <a:pt x="40" y="353"/>
                  </a:lnTo>
                  <a:lnTo>
                    <a:pt x="40" y="353"/>
                  </a:lnTo>
                  <a:lnTo>
                    <a:pt x="38" y="351"/>
                  </a:lnTo>
                  <a:lnTo>
                    <a:pt x="38" y="351"/>
                  </a:lnTo>
                  <a:lnTo>
                    <a:pt x="38" y="351"/>
                  </a:lnTo>
                  <a:lnTo>
                    <a:pt x="36" y="351"/>
                  </a:lnTo>
                  <a:lnTo>
                    <a:pt x="34" y="351"/>
                  </a:lnTo>
                  <a:lnTo>
                    <a:pt x="34" y="351"/>
                  </a:lnTo>
                  <a:lnTo>
                    <a:pt x="34" y="347"/>
                  </a:lnTo>
                  <a:lnTo>
                    <a:pt x="34" y="347"/>
                  </a:lnTo>
                  <a:lnTo>
                    <a:pt x="32" y="345"/>
                  </a:lnTo>
                  <a:lnTo>
                    <a:pt x="32" y="345"/>
                  </a:lnTo>
                  <a:lnTo>
                    <a:pt x="30" y="345"/>
                  </a:lnTo>
                  <a:lnTo>
                    <a:pt x="30" y="345"/>
                  </a:lnTo>
                  <a:lnTo>
                    <a:pt x="28" y="343"/>
                  </a:lnTo>
                  <a:lnTo>
                    <a:pt x="26" y="343"/>
                  </a:lnTo>
                  <a:lnTo>
                    <a:pt x="26" y="343"/>
                  </a:lnTo>
                  <a:lnTo>
                    <a:pt x="22" y="347"/>
                  </a:lnTo>
                  <a:lnTo>
                    <a:pt x="22" y="349"/>
                  </a:lnTo>
                  <a:lnTo>
                    <a:pt x="20" y="349"/>
                  </a:lnTo>
                  <a:lnTo>
                    <a:pt x="18" y="349"/>
                  </a:lnTo>
                  <a:lnTo>
                    <a:pt x="18" y="349"/>
                  </a:lnTo>
                  <a:lnTo>
                    <a:pt x="16" y="345"/>
                  </a:lnTo>
                  <a:lnTo>
                    <a:pt x="16" y="345"/>
                  </a:lnTo>
                  <a:lnTo>
                    <a:pt x="16" y="343"/>
                  </a:lnTo>
                  <a:lnTo>
                    <a:pt x="14" y="343"/>
                  </a:lnTo>
                  <a:lnTo>
                    <a:pt x="14" y="341"/>
                  </a:lnTo>
                  <a:lnTo>
                    <a:pt x="16" y="339"/>
                  </a:lnTo>
                  <a:lnTo>
                    <a:pt x="16" y="337"/>
                  </a:lnTo>
                  <a:lnTo>
                    <a:pt x="16" y="337"/>
                  </a:lnTo>
                  <a:lnTo>
                    <a:pt x="14" y="335"/>
                  </a:lnTo>
                  <a:lnTo>
                    <a:pt x="12" y="335"/>
                  </a:lnTo>
                  <a:lnTo>
                    <a:pt x="12" y="333"/>
                  </a:lnTo>
                  <a:lnTo>
                    <a:pt x="12" y="331"/>
                  </a:lnTo>
                  <a:lnTo>
                    <a:pt x="14" y="331"/>
                  </a:lnTo>
                  <a:lnTo>
                    <a:pt x="16" y="331"/>
                  </a:lnTo>
                  <a:lnTo>
                    <a:pt x="16" y="331"/>
                  </a:lnTo>
                  <a:lnTo>
                    <a:pt x="18" y="333"/>
                  </a:lnTo>
                  <a:lnTo>
                    <a:pt x="18" y="333"/>
                  </a:lnTo>
                  <a:lnTo>
                    <a:pt x="20" y="333"/>
                  </a:lnTo>
                  <a:lnTo>
                    <a:pt x="22" y="333"/>
                  </a:lnTo>
                  <a:lnTo>
                    <a:pt x="22" y="329"/>
                  </a:lnTo>
                  <a:lnTo>
                    <a:pt x="24" y="329"/>
                  </a:lnTo>
                  <a:lnTo>
                    <a:pt x="24" y="327"/>
                  </a:lnTo>
                  <a:lnTo>
                    <a:pt x="24" y="327"/>
                  </a:lnTo>
                  <a:lnTo>
                    <a:pt x="24" y="327"/>
                  </a:lnTo>
                  <a:lnTo>
                    <a:pt x="22" y="325"/>
                  </a:lnTo>
                  <a:lnTo>
                    <a:pt x="22" y="325"/>
                  </a:lnTo>
                  <a:lnTo>
                    <a:pt x="22" y="325"/>
                  </a:lnTo>
                  <a:lnTo>
                    <a:pt x="22" y="324"/>
                  </a:lnTo>
                  <a:lnTo>
                    <a:pt x="22" y="322"/>
                  </a:lnTo>
                  <a:lnTo>
                    <a:pt x="22" y="322"/>
                  </a:lnTo>
                  <a:lnTo>
                    <a:pt x="22" y="322"/>
                  </a:lnTo>
                  <a:lnTo>
                    <a:pt x="22" y="320"/>
                  </a:lnTo>
                  <a:lnTo>
                    <a:pt x="22" y="320"/>
                  </a:lnTo>
                  <a:lnTo>
                    <a:pt x="22" y="314"/>
                  </a:lnTo>
                  <a:lnTo>
                    <a:pt x="24" y="312"/>
                  </a:lnTo>
                  <a:lnTo>
                    <a:pt x="26" y="312"/>
                  </a:lnTo>
                  <a:lnTo>
                    <a:pt x="28" y="310"/>
                  </a:lnTo>
                  <a:lnTo>
                    <a:pt x="28" y="310"/>
                  </a:lnTo>
                  <a:lnTo>
                    <a:pt x="30" y="310"/>
                  </a:lnTo>
                  <a:lnTo>
                    <a:pt x="30" y="308"/>
                  </a:lnTo>
                  <a:lnTo>
                    <a:pt x="30" y="306"/>
                  </a:lnTo>
                  <a:lnTo>
                    <a:pt x="28" y="304"/>
                  </a:lnTo>
                  <a:lnTo>
                    <a:pt x="28" y="302"/>
                  </a:lnTo>
                  <a:lnTo>
                    <a:pt x="26" y="302"/>
                  </a:lnTo>
                  <a:lnTo>
                    <a:pt x="24" y="302"/>
                  </a:lnTo>
                  <a:lnTo>
                    <a:pt x="22" y="300"/>
                  </a:lnTo>
                  <a:lnTo>
                    <a:pt x="20" y="300"/>
                  </a:lnTo>
                  <a:lnTo>
                    <a:pt x="20" y="298"/>
                  </a:lnTo>
                  <a:lnTo>
                    <a:pt x="18" y="294"/>
                  </a:lnTo>
                  <a:lnTo>
                    <a:pt x="20" y="292"/>
                  </a:lnTo>
                  <a:lnTo>
                    <a:pt x="20" y="292"/>
                  </a:lnTo>
                  <a:lnTo>
                    <a:pt x="18" y="290"/>
                  </a:lnTo>
                  <a:lnTo>
                    <a:pt x="18" y="288"/>
                  </a:lnTo>
                  <a:lnTo>
                    <a:pt x="18" y="286"/>
                  </a:lnTo>
                  <a:lnTo>
                    <a:pt x="18" y="286"/>
                  </a:lnTo>
                  <a:lnTo>
                    <a:pt x="20" y="284"/>
                  </a:lnTo>
                  <a:lnTo>
                    <a:pt x="20" y="284"/>
                  </a:lnTo>
                  <a:lnTo>
                    <a:pt x="20" y="282"/>
                  </a:lnTo>
                  <a:lnTo>
                    <a:pt x="20" y="280"/>
                  </a:lnTo>
                  <a:lnTo>
                    <a:pt x="20" y="278"/>
                  </a:lnTo>
                  <a:lnTo>
                    <a:pt x="20" y="278"/>
                  </a:lnTo>
                  <a:lnTo>
                    <a:pt x="20" y="276"/>
                  </a:lnTo>
                  <a:lnTo>
                    <a:pt x="20" y="276"/>
                  </a:lnTo>
                  <a:lnTo>
                    <a:pt x="20" y="276"/>
                  </a:lnTo>
                  <a:lnTo>
                    <a:pt x="20" y="276"/>
                  </a:lnTo>
                  <a:lnTo>
                    <a:pt x="22" y="274"/>
                  </a:lnTo>
                  <a:lnTo>
                    <a:pt x="22" y="274"/>
                  </a:lnTo>
                  <a:lnTo>
                    <a:pt x="20" y="270"/>
                  </a:lnTo>
                  <a:lnTo>
                    <a:pt x="18" y="265"/>
                  </a:lnTo>
                  <a:lnTo>
                    <a:pt x="14" y="261"/>
                  </a:lnTo>
                  <a:lnTo>
                    <a:pt x="14" y="259"/>
                  </a:lnTo>
                  <a:lnTo>
                    <a:pt x="14" y="259"/>
                  </a:lnTo>
                  <a:lnTo>
                    <a:pt x="16" y="257"/>
                  </a:lnTo>
                  <a:lnTo>
                    <a:pt x="16" y="257"/>
                  </a:lnTo>
                  <a:lnTo>
                    <a:pt x="14" y="255"/>
                  </a:lnTo>
                  <a:lnTo>
                    <a:pt x="12" y="253"/>
                  </a:lnTo>
                  <a:lnTo>
                    <a:pt x="10" y="253"/>
                  </a:lnTo>
                  <a:lnTo>
                    <a:pt x="8" y="255"/>
                  </a:lnTo>
                  <a:lnTo>
                    <a:pt x="6" y="255"/>
                  </a:lnTo>
                  <a:lnTo>
                    <a:pt x="6" y="257"/>
                  </a:lnTo>
                  <a:lnTo>
                    <a:pt x="4" y="257"/>
                  </a:lnTo>
                  <a:lnTo>
                    <a:pt x="4" y="257"/>
                  </a:lnTo>
                  <a:lnTo>
                    <a:pt x="0" y="255"/>
                  </a:lnTo>
                  <a:lnTo>
                    <a:pt x="0" y="255"/>
                  </a:lnTo>
                  <a:lnTo>
                    <a:pt x="0" y="253"/>
                  </a:lnTo>
                  <a:lnTo>
                    <a:pt x="2" y="251"/>
                  </a:lnTo>
                  <a:lnTo>
                    <a:pt x="4" y="249"/>
                  </a:lnTo>
                  <a:lnTo>
                    <a:pt x="2" y="249"/>
                  </a:lnTo>
                  <a:lnTo>
                    <a:pt x="2" y="249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2" y="245"/>
                  </a:lnTo>
                  <a:lnTo>
                    <a:pt x="2" y="245"/>
                  </a:lnTo>
                  <a:lnTo>
                    <a:pt x="2" y="245"/>
                  </a:lnTo>
                  <a:lnTo>
                    <a:pt x="2" y="243"/>
                  </a:lnTo>
                  <a:lnTo>
                    <a:pt x="2" y="243"/>
                  </a:lnTo>
                  <a:lnTo>
                    <a:pt x="4" y="243"/>
                  </a:lnTo>
                  <a:lnTo>
                    <a:pt x="6" y="239"/>
                  </a:lnTo>
                  <a:lnTo>
                    <a:pt x="6" y="239"/>
                  </a:lnTo>
                  <a:lnTo>
                    <a:pt x="8" y="239"/>
                  </a:lnTo>
                  <a:lnTo>
                    <a:pt x="12" y="239"/>
                  </a:lnTo>
                  <a:lnTo>
                    <a:pt x="14" y="239"/>
                  </a:lnTo>
                  <a:lnTo>
                    <a:pt x="14" y="237"/>
                  </a:lnTo>
                  <a:lnTo>
                    <a:pt x="14" y="237"/>
                  </a:lnTo>
                  <a:lnTo>
                    <a:pt x="16" y="235"/>
                  </a:lnTo>
                  <a:lnTo>
                    <a:pt x="16" y="233"/>
                  </a:lnTo>
                  <a:lnTo>
                    <a:pt x="16" y="231"/>
                  </a:lnTo>
                  <a:lnTo>
                    <a:pt x="16" y="229"/>
                  </a:lnTo>
                  <a:lnTo>
                    <a:pt x="16" y="229"/>
                  </a:lnTo>
                  <a:lnTo>
                    <a:pt x="14" y="229"/>
                  </a:lnTo>
                  <a:lnTo>
                    <a:pt x="14" y="229"/>
                  </a:lnTo>
                  <a:lnTo>
                    <a:pt x="12" y="229"/>
                  </a:lnTo>
                  <a:lnTo>
                    <a:pt x="12" y="227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8" y="223"/>
                  </a:lnTo>
                  <a:lnTo>
                    <a:pt x="10" y="223"/>
                  </a:lnTo>
                  <a:lnTo>
                    <a:pt x="10" y="221"/>
                  </a:lnTo>
                  <a:lnTo>
                    <a:pt x="10" y="221"/>
                  </a:lnTo>
                  <a:lnTo>
                    <a:pt x="10" y="221"/>
                  </a:lnTo>
                  <a:lnTo>
                    <a:pt x="12" y="219"/>
                  </a:lnTo>
                  <a:lnTo>
                    <a:pt x="12" y="217"/>
                  </a:lnTo>
                  <a:lnTo>
                    <a:pt x="12" y="217"/>
                  </a:lnTo>
                  <a:lnTo>
                    <a:pt x="12" y="217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4" y="214"/>
                  </a:lnTo>
                  <a:lnTo>
                    <a:pt x="14" y="214"/>
                  </a:lnTo>
                  <a:lnTo>
                    <a:pt x="14" y="214"/>
                  </a:lnTo>
                  <a:lnTo>
                    <a:pt x="16" y="214"/>
                  </a:lnTo>
                  <a:lnTo>
                    <a:pt x="16" y="216"/>
                  </a:lnTo>
                  <a:lnTo>
                    <a:pt x="16" y="216"/>
                  </a:lnTo>
                  <a:lnTo>
                    <a:pt x="16" y="216"/>
                  </a:lnTo>
                  <a:lnTo>
                    <a:pt x="18" y="214"/>
                  </a:lnTo>
                  <a:lnTo>
                    <a:pt x="20" y="214"/>
                  </a:lnTo>
                  <a:lnTo>
                    <a:pt x="20" y="214"/>
                  </a:lnTo>
                  <a:lnTo>
                    <a:pt x="20" y="212"/>
                  </a:lnTo>
                  <a:lnTo>
                    <a:pt x="20" y="212"/>
                  </a:lnTo>
                  <a:lnTo>
                    <a:pt x="18" y="212"/>
                  </a:lnTo>
                  <a:lnTo>
                    <a:pt x="14" y="212"/>
                  </a:lnTo>
                  <a:lnTo>
                    <a:pt x="12" y="212"/>
                  </a:lnTo>
                  <a:lnTo>
                    <a:pt x="10" y="212"/>
                  </a:lnTo>
                  <a:lnTo>
                    <a:pt x="10" y="212"/>
                  </a:lnTo>
                  <a:lnTo>
                    <a:pt x="8" y="210"/>
                  </a:lnTo>
                  <a:lnTo>
                    <a:pt x="8" y="208"/>
                  </a:lnTo>
                  <a:lnTo>
                    <a:pt x="8" y="208"/>
                  </a:lnTo>
                  <a:lnTo>
                    <a:pt x="10" y="208"/>
                  </a:lnTo>
                  <a:lnTo>
                    <a:pt x="10" y="208"/>
                  </a:lnTo>
                  <a:lnTo>
                    <a:pt x="20" y="208"/>
                  </a:lnTo>
                  <a:lnTo>
                    <a:pt x="22" y="208"/>
                  </a:lnTo>
                  <a:lnTo>
                    <a:pt x="24" y="208"/>
                  </a:lnTo>
                  <a:lnTo>
                    <a:pt x="24" y="208"/>
                  </a:lnTo>
                  <a:lnTo>
                    <a:pt x="26" y="204"/>
                  </a:lnTo>
                  <a:lnTo>
                    <a:pt x="26" y="204"/>
                  </a:lnTo>
                  <a:lnTo>
                    <a:pt x="26" y="202"/>
                  </a:lnTo>
                  <a:lnTo>
                    <a:pt x="26" y="202"/>
                  </a:lnTo>
                  <a:lnTo>
                    <a:pt x="28" y="200"/>
                  </a:lnTo>
                  <a:lnTo>
                    <a:pt x="28" y="198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28" y="190"/>
                  </a:lnTo>
                  <a:lnTo>
                    <a:pt x="28" y="190"/>
                  </a:lnTo>
                  <a:lnTo>
                    <a:pt x="28" y="188"/>
                  </a:lnTo>
                  <a:lnTo>
                    <a:pt x="28" y="188"/>
                  </a:lnTo>
                  <a:lnTo>
                    <a:pt x="28" y="188"/>
                  </a:lnTo>
                  <a:lnTo>
                    <a:pt x="26" y="188"/>
                  </a:lnTo>
                  <a:lnTo>
                    <a:pt x="26" y="186"/>
                  </a:lnTo>
                  <a:lnTo>
                    <a:pt x="28" y="186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0" y="182"/>
                  </a:lnTo>
                  <a:lnTo>
                    <a:pt x="30" y="182"/>
                  </a:lnTo>
                  <a:lnTo>
                    <a:pt x="30" y="182"/>
                  </a:lnTo>
                  <a:lnTo>
                    <a:pt x="28" y="182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6" y="178"/>
                  </a:lnTo>
                  <a:lnTo>
                    <a:pt x="26" y="178"/>
                  </a:lnTo>
                  <a:lnTo>
                    <a:pt x="26" y="178"/>
                  </a:lnTo>
                  <a:lnTo>
                    <a:pt x="30" y="176"/>
                  </a:lnTo>
                  <a:lnTo>
                    <a:pt x="30" y="174"/>
                  </a:lnTo>
                  <a:lnTo>
                    <a:pt x="30" y="174"/>
                  </a:lnTo>
                  <a:lnTo>
                    <a:pt x="32" y="174"/>
                  </a:lnTo>
                  <a:lnTo>
                    <a:pt x="34" y="174"/>
                  </a:lnTo>
                  <a:lnTo>
                    <a:pt x="34" y="174"/>
                  </a:lnTo>
                  <a:lnTo>
                    <a:pt x="34" y="174"/>
                  </a:lnTo>
                  <a:lnTo>
                    <a:pt x="34" y="174"/>
                  </a:lnTo>
                  <a:lnTo>
                    <a:pt x="34" y="172"/>
                  </a:lnTo>
                  <a:lnTo>
                    <a:pt x="34" y="172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4" y="168"/>
                  </a:lnTo>
                  <a:lnTo>
                    <a:pt x="34" y="168"/>
                  </a:lnTo>
                  <a:lnTo>
                    <a:pt x="34" y="168"/>
                  </a:lnTo>
                  <a:lnTo>
                    <a:pt x="34" y="168"/>
                  </a:lnTo>
                  <a:lnTo>
                    <a:pt x="32" y="166"/>
                  </a:lnTo>
                  <a:lnTo>
                    <a:pt x="32" y="166"/>
                  </a:lnTo>
                  <a:lnTo>
                    <a:pt x="32" y="166"/>
                  </a:lnTo>
                  <a:lnTo>
                    <a:pt x="30" y="166"/>
                  </a:lnTo>
                  <a:lnTo>
                    <a:pt x="28" y="166"/>
                  </a:lnTo>
                  <a:lnTo>
                    <a:pt x="28" y="164"/>
                  </a:lnTo>
                  <a:lnTo>
                    <a:pt x="28" y="164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32" y="163"/>
                  </a:lnTo>
                  <a:lnTo>
                    <a:pt x="32" y="163"/>
                  </a:lnTo>
                  <a:lnTo>
                    <a:pt x="36" y="163"/>
                  </a:lnTo>
                  <a:lnTo>
                    <a:pt x="38" y="163"/>
                  </a:lnTo>
                  <a:lnTo>
                    <a:pt x="40" y="161"/>
                  </a:lnTo>
                  <a:lnTo>
                    <a:pt x="42" y="161"/>
                  </a:lnTo>
                  <a:lnTo>
                    <a:pt x="44" y="159"/>
                  </a:lnTo>
                  <a:lnTo>
                    <a:pt x="44" y="155"/>
                  </a:lnTo>
                  <a:lnTo>
                    <a:pt x="46" y="153"/>
                  </a:lnTo>
                  <a:lnTo>
                    <a:pt x="44" y="151"/>
                  </a:lnTo>
                  <a:lnTo>
                    <a:pt x="44" y="149"/>
                  </a:lnTo>
                  <a:lnTo>
                    <a:pt x="44" y="149"/>
                  </a:lnTo>
                  <a:lnTo>
                    <a:pt x="44" y="147"/>
                  </a:lnTo>
                  <a:lnTo>
                    <a:pt x="44" y="147"/>
                  </a:lnTo>
                  <a:lnTo>
                    <a:pt x="47" y="151"/>
                  </a:lnTo>
                  <a:lnTo>
                    <a:pt x="47" y="151"/>
                  </a:lnTo>
                  <a:lnTo>
                    <a:pt x="51" y="151"/>
                  </a:lnTo>
                  <a:lnTo>
                    <a:pt x="55" y="151"/>
                  </a:lnTo>
                  <a:lnTo>
                    <a:pt x="55" y="153"/>
                  </a:lnTo>
                  <a:lnTo>
                    <a:pt x="55" y="153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9" y="149"/>
                  </a:lnTo>
                  <a:lnTo>
                    <a:pt x="59" y="147"/>
                  </a:lnTo>
                  <a:lnTo>
                    <a:pt x="59" y="147"/>
                  </a:lnTo>
                  <a:lnTo>
                    <a:pt x="59" y="147"/>
                  </a:lnTo>
                  <a:lnTo>
                    <a:pt x="59" y="149"/>
                  </a:lnTo>
                  <a:lnTo>
                    <a:pt x="61" y="149"/>
                  </a:lnTo>
                  <a:lnTo>
                    <a:pt x="61" y="149"/>
                  </a:lnTo>
                  <a:lnTo>
                    <a:pt x="65" y="149"/>
                  </a:lnTo>
                  <a:lnTo>
                    <a:pt x="65" y="149"/>
                  </a:lnTo>
                  <a:lnTo>
                    <a:pt x="67" y="147"/>
                  </a:lnTo>
                  <a:lnTo>
                    <a:pt x="67" y="145"/>
                  </a:lnTo>
                  <a:lnTo>
                    <a:pt x="67" y="143"/>
                  </a:lnTo>
                  <a:lnTo>
                    <a:pt x="67" y="143"/>
                  </a:lnTo>
                  <a:lnTo>
                    <a:pt x="69" y="143"/>
                  </a:lnTo>
                  <a:lnTo>
                    <a:pt x="71" y="141"/>
                  </a:lnTo>
                  <a:lnTo>
                    <a:pt x="71" y="141"/>
                  </a:lnTo>
                  <a:lnTo>
                    <a:pt x="71" y="141"/>
                  </a:lnTo>
                  <a:lnTo>
                    <a:pt x="71" y="139"/>
                  </a:lnTo>
                  <a:lnTo>
                    <a:pt x="71" y="135"/>
                  </a:lnTo>
                  <a:lnTo>
                    <a:pt x="71" y="135"/>
                  </a:lnTo>
                  <a:lnTo>
                    <a:pt x="71" y="133"/>
                  </a:lnTo>
                  <a:lnTo>
                    <a:pt x="71" y="131"/>
                  </a:lnTo>
                  <a:lnTo>
                    <a:pt x="69" y="129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57" y="109"/>
                  </a:lnTo>
                  <a:lnTo>
                    <a:pt x="57" y="109"/>
                  </a:lnTo>
                  <a:lnTo>
                    <a:pt x="55" y="109"/>
                  </a:lnTo>
                  <a:lnTo>
                    <a:pt x="55" y="109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1" y="108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3" y="106"/>
                  </a:lnTo>
                  <a:lnTo>
                    <a:pt x="53" y="106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3" y="102"/>
                  </a:lnTo>
                  <a:lnTo>
                    <a:pt x="53" y="102"/>
                  </a:lnTo>
                  <a:lnTo>
                    <a:pt x="53" y="102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1" y="100"/>
                  </a:lnTo>
                  <a:lnTo>
                    <a:pt x="53" y="98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49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6" y="96"/>
                  </a:lnTo>
                  <a:lnTo>
                    <a:pt x="42" y="96"/>
                  </a:lnTo>
                  <a:lnTo>
                    <a:pt x="40" y="98"/>
                  </a:lnTo>
                  <a:lnTo>
                    <a:pt x="38" y="100"/>
                  </a:lnTo>
                  <a:lnTo>
                    <a:pt x="38" y="100"/>
                  </a:lnTo>
                  <a:lnTo>
                    <a:pt x="38" y="100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38" y="102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6"/>
                  </a:lnTo>
                  <a:lnTo>
                    <a:pt x="38" y="106"/>
                  </a:lnTo>
                  <a:lnTo>
                    <a:pt x="36" y="106"/>
                  </a:lnTo>
                  <a:lnTo>
                    <a:pt x="36" y="106"/>
                  </a:lnTo>
                  <a:lnTo>
                    <a:pt x="36" y="108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2" y="104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32" y="100"/>
                  </a:lnTo>
                  <a:lnTo>
                    <a:pt x="32" y="100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6" y="98"/>
                  </a:lnTo>
                  <a:lnTo>
                    <a:pt x="26" y="96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34" y="82"/>
                  </a:lnTo>
                  <a:lnTo>
                    <a:pt x="36" y="80"/>
                  </a:lnTo>
                  <a:lnTo>
                    <a:pt x="38" y="80"/>
                  </a:lnTo>
                  <a:lnTo>
                    <a:pt x="38" y="80"/>
                  </a:lnTo>
                  <a:lnTo>
                    <a:pt x="38" y="80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8" y="74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34" y="74"/>
                  </a:lnTo>
                  <a:lnTo>
                    <a:pt x="34" y="74"/>
                  </a:lnTo>
                  <a:lnTo>
                    <a:pt x="34" y="74"/>
                  </a:lnTo>
                  <a:lnTo>
                    <a:pt x="34" y="74"/>
                  </a:lnTo>
                  <a:lnTo>
                    <a:pt x="34" y="74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2" y="62"/>
                  </a:lnTo>
                  <a:lnTo>
                    <a:pt x="32" y="60"/>
                  </a:lnTo>
                  <a:lnTo>
                    <a:pt x="32" y="60"/>
                  </a:lnTo>
                  <a:lnTo>
                    <a:pt x="30" y="58"/>
                  </a:lnTo>
                  <a:lnTo>
                    <a:pt x="30" y="58"/>
                  </a:lnTo>
                  <a:lnTo>
                    <a:pt x="30" y="58"/>
                  </a:lnTo>
                  <a:lnTo>
                    <a:pt x="30" y="58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30" y="51"/>
                  </a:lnTo>
                  <a:lnTo>
                    <a:pt x="30" y="51"/>
                  </a:lnTo>
                  <a:lnTo>
                    <a:pt x="30" y="49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2" y="45"/>
                  </a:lnTo>
                  <a:lnTo>
                    <a:pt x="32" y="45"/>
                  </a:lnTo>
                  <a:lnTo>
                    <a:pt x="32" y="45"/>
                  </a:lnTo>
                  <a:lnTo>
                    <a:pt x="34" y="43"/>
                  </a:lnTo>
                  <a:lnTo>
                    <a:pt x="46" y="19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92"/>
            <p:cNvSpPr>
              <a:spLocks noEditPoints="1"/>
            </p:cNvSpPr>
            <p:nvPr/>
          </p:nvSpPr>
          <p:spPr bwMode="auto">
            <a:xfrm>
              <a:off x="4470400" y="3930650"/>
              <a:ext cx="252413" cy="430213"/>
            </a:xfrm>
            <a:custGeom>
              <a:avLst/>
              <a:gdLst>
                <a:gd name="T0" fmla="*/ 88 w 318"/>
                <a:gd name="T1" fmla="*/ 475 h 542"/>
                <a:gd name="T2" fmla="*/ 263 w 318"/>
                <a:gd name="T3" fmla="*/ 0 h 542"/>
                <a:gd name="T4" fmla="*/ 273 w 318"/>
                <a:gd name="T5" fmla="*/ 10 h 542"/>
                <a:gd name="T6" fmla="*/ 282 w 318"/>
                <a:gd name="T7" fmla="*/ 12 h 542"/>
                <a:gd name="T8" fmla="*/ 284 w 318"/>
                <a:gd name="T9" fmla="*/ 26 h 542"/>
                <a:gd name="T10" fmla="*/ 294 w 318"/>
                <a:gd name="T11" fmla="*/ 37 h 542"/>
                <a:gd name="T12" fmla="*/ 294 w 318"/>
                <a:gd name="T13" fmla="*/ 53 h 542"/>
                <a:gd name="T14" fmla="*/ 308 w 318"/>
                <a:gd name="T15" fmla="*/ 57 h 542"/>
                <a:gd name="T16" fmla="*/ 306 w 318"/>
                <a:gd name="T17" fmla="*/ 104 h 542"/>
                <a:gd name="T18" fmla="*/ 300 w 318"/>
                <a:gd name="T19" fmla="*/ 173 h 542"/>
                <a:gd name="T20" fmla="*/ 269 w 318"/>
                <a:gd name="T21" fmla="*/ 259 h 542"/>
                <a:gd name="T22" fmla="*/ 261 w 318"/>
                <a:gd name="T23" fmla="*/ 281 h 542"/>
                <a:gd name="T24" fmla="*/ 257 w 318"/>
                <a:gd name="T25" fmla="*/ 306 h 542"/>
                <a:gd name="T26" fmla="*/ 241 w 318"/>
                <a:gd name="T27" fmla="*/ 338 h 542"/>
                <a:gd name="T28" fmla="*/ 241 w 318"/>
                <a:gd name="T29" fmla="*/ 357 h 542"/>
                <a:gd name="T30" fmla="*/ 231 w 318"/>
                <a:gd name="T31" fmla="*/ 371 h 542"/>
                <a:gd name="T32" fmla="*/ 231 w 318"/>
                <a:gd name="T33" fmla="*/ 389 h 542"/>
                <a:gd name="T34" fmla="*/ 202 w 318"/>
                <a:gd name="T35" fmla="*/ 426 h 542"/>
                <a:gd name="T36" fmla="*/ 180 w 318"/>
                <a:gd name="T37" fmla="*/ 456 h 542"/>
                <a:gd name="T38" fmla="*/ 157 w 318"/>
                <a:gd name="T39" fmla="*/ 471 h 542"/>
                <a:gd name="T40" fmla="*/ 139 w 318"/>
                <a:gd name="T41" fmla="*/ 475 h 542"/>
                <a:gd name="T42" fmla="*/ 120 w 318"/>
                <a:gd name="T43" fmla="*/ 475 h 542"/>
                <a:gd name="T44" fmla="*/ 108 w 318"/>
                <a:gd name="T45" fmla="*/ 475 h 542"/>
                <a:gd name="T46" fmla="*/ 102 w 318"/>
                <a:gd name="T47" fmla="*/ 454 h 542"/>
                <a:gd name="T48" fmla="*/ 84 w 318"/>
                <a:gd name="T49" fmla="*/ 469 h 542"/>
                <a:gd name="T50" fmla="*/ 80 w 318"/>
                <a:gd name="T51" fmla="*/ 454 h 542"/>
                <a:gd name="T52" fmla="*/ 73 w 318"/>
                <a:gd name="T53" fmla="*/ 467 h 542"/>
                <a:gd name="T54" fmla="*/ 63 w 318"/>
                <a:gd name="T55" fmla="*/ 489 h 542"/>
                <a:gd name="T56" fmla="*/ 63 w 318"/>
                <a:gd name="T57" fmla="*/ 509 h 542"/>
                <a:gd name="T58" fmla="*/ 59 w 318"/>
                <a:gd name="T59" fmla="*/ 514 h 542"/>
                <a:gd name="T60" fmla="*/ 39 w 318"/>
                <a:gd name="T61" fmla="*/ 516 h 542"/>
                <a:gd name="T62" fmla="*/ 47 w 318"/>
                <a:gd name="T63" fmla="*/ 524 h 542"/>
                <a:gd name="T64" fmla="*/ 33 w 318"/>
                <a:gd name="T65" fmla="*/ 534 h 542"/>
                <a:gd name="T66" fmla="*/ 39 w 318"/>
                <a:gd name="T67" fmla="*/ 503 h 542"/>
                <a:gd name="T68" fmla="*/ 47 w 318"/>
                <a:gd name="T69" fmla="*/ 471 h 542"/>
                <a:gd name="T70" fmla="*/ 33 w 318"/>
                <a:gd name="T71" fmla="*/ 436 h 542"/>
                <a:gd name="T72" fmla="*/ 6 w 318"/>
                <a:gd name="T73" fmla="*/ 359 h 542"/>
                <a:gd name="T74" fmla="*/ 31 w 318"/>
                <a:gd name="T75" fmla="*/ 320 h 542"/>
                <a:gd name="T76" fmla="*/ 92 w 318"/>
                <a:gd name="T77" fmla="*/ 296 h 542"/>
                <a:gd name="T78" fmla="*/ 100 w 318"/>
                <a:gd name="T79" fmla="*/ 263 h 542"/>
                <a:gd name="T80" fmla="*/ 104 w 318"/>
                <a:gd name="T81" fmla="*/ 240 h 542"/>
                <a:gd name="T82" fmla="*/ 106 w 318"/>
                <a:gd name="T83" fmla="*/ 220 h 542"/>
                <a:gd name="T84" fmla="*/ 108 w 318"/>
                <a:gd name="T85" fmla="*/ 194 h 542"/>
                <a:gd name="T86" fmla="*/ 122 w 318"/>
                <a:gd name="T87" fmla="*/ 179 h 542"/>
                <a:gd name="T88" fmla="*/ 122 w 318"/>
                <a:gd name="T89" fmla="*/ 161 h 542"/>
                <a:gd name="T90" fmla="*/ 137 w 318"/>
                <a:gd name="T91" fmla="*/ 147 h 542"/>
                <a:gd name="T92" fmla="*/ 153 w 318"/>
                <a:gd name="T93" fmla="*/ 141 h 542"/>
                <a:gd name="T94" fmla="*/ 161 w 318"/>
                <a:gd name="T95" fmla="*/ 149 h 542"/>
                <a:gd name="T96" fmla="*/ 171 w 318"/>
                <a:gd name="T97" fmla="*/ 149 h 542"/>
                <a:gd name="T98" fmla="*/ 184 w 318"/>
                <a:gd name="T99" fmla="*/ 153 h 542"/>
                <a:gd name="T100" fmla="*/ 212 w 318"/>
                <a:gd name="T101" fmla="*/ 147 h 542"/>
                <a:gd name="T102" fmla="*/ 228 w 318"/>
                <a:gd name="T103" fmla="*/ 132 h 542"/>
                <a:gd name="T104" fmla="*/ 229 w 318"/>
                <a:gd name="T105" fmla="*/ 116 h 542"/>
                <a:gd name="T106" fmla="*/ 237 w 318"/>
                <a:gd name="T107" fmla="*/ 102 h 542"/>
                <a:gd name="T108" fmla="*/ 251 w 318"/>
                <a:gd name="T109" fmla="*/ 98 h 542"/>
                <a:gd name="T110" fmla="*/ 265 w 318"/>
                <a:gd name="T111" fmla="*/ 80 h 542"/>
                <a:gd name="T112" fmla="*/ 271 w 318"/>
                <a:gd name="T113" fmla="*/ 69 h 542"/>
                <a:gd name="T114" fmla="*/ 263 w 318"/>
                <a:gd name="T115" fmla="*/ 59 h 542"/>
                <a:gd name="T116" fmla="*/ 243 w 318"/>
                <a:gd name="T117" fmla="*/ 57 h 542"/>
                <a:gd name="T118" fmla="*/ 239 w 318"/>
                <a:gd name="T119" fmla="*/ 51 h 542"/>
                <a:gd name="T120" fmla="*/ 222 w 318"/>
                <a:gd name="T121" fmla="*/ 43 h 542"/>
                <a:gd name="T122" fmla="*/ 241 w 318"/>
                <a:gd name="T123" fmla="*/ 26 h 542"/>
                <a:gd name="T124" fmla="*/ 257 w 318"/>
                <a:gd name="T125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8" h="542">
                  <a:moveTo>
                    <a:pt x="116" y="473"/>
                  </a:moveTo>
                  <a:lnTo>
                    <a:pt x="116" y="473"/>
                  </a:lnTo>
                  <a:lnTo>
                    <a:pt x="116" y="475"/>
                  </a:lnTo>
                  <a:lnTo>
                    <a:pt x="118" y="475"/>
                  </a:lnTo>
                  <a:lnTo>
                    <a:pt x="118" y="477"/>
                  </a:lnTo>
                  <a:lnTo>
                    <a:pt x="118" y="477"/>
                  </a:lnTo>
                  <a:lnTo>
                    <a:pt x="120" y="479"/>
                  </a:lnTo>
                  <a:lnTo>
                    <a:pt x="120" y="479"/>
                  </a:lnTo>
                  <a:lnTo>
                    <a:pt x="120" y="479"/>
                  </a:lnTo>
                  <a:lnTo>
                    <a:pt x="120" y="479"/>
                  </a:lnTo>
                  <a:lnTo>
                    <a:pt x="118" y="479"/>
                  </a:lnTo>
                  <a:lnTo>
                    <a:pt x="118" y="479"/>
                  </a:lnTo>
                  <a:lnTo>
                    <a:pt x="118" y="479"/>
                  </a:lnTo>
                  <a:lnTo>
                    <a:pt x="118" y="479"/>
                  </a:lnTo>
                  <a:lnTo>
                    <a:pt x="116" y="479"/>
                  </a:lnTo>
                  <a:lnTo>
                    <a:pt x="116" y="479"/>
                  </a:lnTo>
                  <a:lnTo>
                    <a:pt x="116" y="479"/>
                  </a:lnTo>
                  <a:lnTo>
                    <a:pt x="116" y="479"/>
                  </a:lnTo>
                  <a:lnTo>
                    <a:pt x="114" y="477"/>
                  </a:lnTo>
                  <a:lnTo>
                    <a:pt x="114" y="477"/>
                  </a:lnTo>
                  <a:lnTo>
                    <a:pt x="114" y="477"/>
                  </a:lnTo>
                  <a:lnTo>
                    <a:pt x="116" y="477"/>
                  </a:lnTo>
                  <a:lnTo>
                    <a:pt x="116" y="475"/>
                  </a:lnTo>
                  <a:lnTo>
                    <a:pt x="116" y="473"/>
                  </a:lnTo>
                  <a:close/>
                  <a:moveTo>
                    <a:pt x="82" y="471"/>
                  </a:moveTo>
                  <a:lnTo>
                    <a:pt x="84" y="473"/>
                  </a:lnTo>
                  <a:lnTo>
                    <a:pt x="86" y="473"/>
                  </a:lnTo>
                  <a:lnTo>
                    <a:pt x="86" y="473"/>
                  </a:lnTo>
                  <a:lnTo>
                    <a:pt x="88" y="473"/>
                  </a:lnTo>
                  <a:lnTo>
                    <a:pt x="88" y="475"/>
                  </a:lnTo>
                  <a:lnTo>
                    <a:pt x="88" y="475"/>
                  </a:lnTo>
                  <a:lnTo>
                    <a:pt x="88" y="475"/>
                  </a:lnTo>
                  <a:lnTo>
                    <a:pt x="88" y="477"/>
                  </a:lnTo>
                  <a:lnTo>
                    <a:pt x="86" y="479"/>
                  </a:lnTo>
                  <a:lnTo>
                    <a:pt x="84" y="479"/>
                  </a:lnTo>
                  <a:lnTo>
                    <a:pt x="82" y="479"/>
                  </a:lnTo>
                  <a:lnTo>
                    <a:pt x="80" y="479"/>
                  </a:lnTo>
                  <a:lnTo>
                    <a:pt x="82" y="477"/>
                  </a:lnTo>
                  <a:lnTo>
                    <a:pt x="80" y="477"/>
                  </a:lnTo>
                  <a:lnTo>
                    <a:pt x="80" y="477"/>
                  </a:lnTo>
                  <a:lnTo>
                    <a:pt x="80" y="477"/>
                  </a:lnTo>
                  <a:lnTo>
                    <a:pt x="80" y="477"/>
                  </a:lnTo>
                  <a:lnTo>
                    <a:pt x="80" y="475"/>
                  </a:lnTo>
                  <a:lnTo>
                    <a:pt x="80" y="475"/>
                  </a:lnTo>
                  <a:lnTo>
                    <a:pt x="80" y="475"/>
                  </a:lnTo>
                  <a:lnTo>
                    <a:pt x="80" y="475"/>
                  </a:lnTo>
                  <a:lnTo>
                    <a:pt x="80" y="473"/>
                  </a:lnTo>
                  <a:lnTo>
                    <a:pt x="82" y="473"/>
                  </a:lnTo>
                  <a:lnTo>
                    <a:pt x="82" y="473"/>
                  </a:lnTo>
                  <a:lnTo>
                    <a:pt x="84" y="473"/>
                  </a:lnTo>
                  <a:lnTo>
                    <a:pt x="84" y="473"/>
                  </a:lnTo>
                  <a:lnTo>
                    <a:pt x="82" y="473"/>
                  </a:lnTo>
                  <a:lnTo>
                    <a:pt x="82" y="471"/>
                  </a:lnTo>
                  <a:close/>
                  <a:moveTo>
                    <a:pt x="261" y="0"/>
                  </a:moveTo>
                  <a:lnTo>
                    <a:pt x="263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2"/>
                  </a:lnTo>
                  <a:lnTo>
                    <a:pt x="267" y="2"/>
                  </a:lnTo>
                  <a:lnTo>
                    <a:pt x="267" y="2"/>
                  </a:lnTo>
                  <a:lnTo>
                    <a:pt x="267" y="2"/>
                  </a:lnTo>
                  <a:lnTo>
                    <a:pt x="269" y="2"/>
                  </a:lnTo>
                  <a:lnTo>
                    <a:pt x="269" y="4"/>
                  </a:lnTo>
                  <a:lnTo>
                    <a:pt x="269" y="4"/>
                  </a:lnTo>
                  <a:lnTo>
                    <a:pt x="269" y="4"/>
                  </a:lnTo>
                  <a:lnTo>
                    <a:pt x="269" y="4"/>
                  </a:lnTo>
                  <a:lnTo>
                    <a:pt x="269" y="4"/>
                  </a:lnTo>
                  <a:lnTo>
                    <a:pt x="269" y="6"/>
                  </a:lnTo>
                  <a:lnTo>
                    <a:pt x="269" y="6"/>
                  </a:lnTo>
                  <a:lnTo>
                    <a:pt x="269" y="8"/>
                  </a:lnTo>
                  <a:lnTo>
                    <a:pt x="269" y="8"/>
                  </a:lnTo>
                  <a:lnTo>
                    <a:pt x="269" y="8"/>
                  </a:lnTo>
                  <a:lnTo>
                    <a:pt x="269" y="8"/>
                  </a:lnTo>
                  <a:lnTo>
                    <a:pt x="269" y="8"/>
                  </a:lnTo>
                  <a:lnTo>
                    <a:pt x="271" y="8"/>
                  </a:lnTo>
                  <a:lnTo>
                    <a:pt x="271" y="10"/>
                  </a:lnTo>
                  <a:lnTo>
                    <a:pt x="271" y="10"/>
                  </a:lnTo>
                  <a:lnTo>
                    <a:pt x="271" y="8"/>
                  </a:lnTo>
                  <a:lnTo>
                    <a:pt x="271" y="8"/>
                  </a:lnTo>
                  <a:lnTo>
                    <a:pt x="273" y="10"/>
                  </a:lnTo>
                  <a:lnTo>
                    <a:pt x="273" y="10"/>
                  </a:lnTo>
                  <a:lnTo>
                    <a:pt x="273" y="10"/>
                  </a:lnTo>
                  <a:lnTo>
                    <a:pt x="273" y="10"/>
                  </a:lnTo>
                  <a:lnTo>
                    <a:pt x="273" y="12"/>
                  </a:lnTo>
                  <a:lnTo>
                    <a:pt x="273" y="12"/>
                  </a:lnTo>
                  <a:lnTo>
                    <a:pt x="273" y="12"/>
                  </a:lnTo>
                  <a:lnTo>
                    <a:pt x="273" y="12"/>
                  </a:lnTo>
                  <a:lnTo>
                    <a:pt x="273" y="12"/>
                  </a:lnTo>
                  <a:lnTo>
                    <a:pt x="273" y="14"/>
                  </a:lnTo>
                  <a:lnTo>
                    <a:pt x="273" y="14"/>
                  </a:lnTo>
                  <a:lnTo>
                    <a:pt x="275" y="14"/>
                  </a:lnTo>
                  <a:lnTo>
                    <a:pt x="275" y="14"/>
                  </a:lnTo>
                  <a:lnTo>
                    <a:pt x="275" y="14"/>
                  </a:lnTo>
                  <a:lnTo>
                    <a:pt x="275" y="14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8" y="14"/>
                  </a:lnTo>
                  <a:lnTo>
                    <a:pt x="278" y="12"/>
                  </a:lnTo>
                  <a:lnTo>
                    <a:pt x="278" y="12"/>
                  </a:lnTo>
                  <a:lnTo>
                    <a:pt x="278" y="12"/>
                  </a:lnTo>
                  <a:lnTo>
                    <a:pt x="280" y="12"/>
                  </a:lnTo>
                  <a:lnTo>
                    <a:pt x="280" y="12"/>
                  </a:lnTo>
                  <a:lnTo>
                    <a:pt x="280" y="12"/>
                  </a:lnTo>
                  <a:lnTo>
                    <a:pt x="280" y="10"/>
                  </a:lnTo>
                  <a:lnTo>
                    <a:pt x="280" y="10"/>
                  </a:lnTo>
                  <a:lnTo>
                    <a:pt x="280" y="10"/>
                  </a:lnTo>
                  <a:lnTo>
                    <a:pt x="280" y="10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4"/>
                  </a:lnTo>
                  <a:lnTo>
                    <a:pt x="282" y="14"/>
                  </a:lnTo>
                  <a:lnTo>
                    <a:pt x="284" y="14"/>
                  </a:lnTo>
                  <a:lnTo>
                    <a:pt x="284" y="14"/>
                  </a:lnTo>
                  <a:lnTo>
                    <a:pt x="284" y="14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0" y="16"/>
                  </a:lnTo>
                  <a:lnTo>
                    <a:pt x="280" y="18"/>
                  </a:lnTo>
                  <a:lnTo>
                    <a:pt x="280" y="18"/>
                  </a:lnTo>
                  <a:lnTo>
                    <a:pt x="280" y="18"/>
                  </a:lnTo>
                  <a:lnTo>
                    <a:pt x="280" y="18"/>
                  </a:lnTo>
                  <a:lnTo>
                    <a:pt x="280" y="18"/>
                  </a:lnTo>
                  <a:lnTo>
                    <a:pt x="280" y="20"/>
                  </a:lnTo>
                  <a:lnTo>
                    <a:pt x="280" y="20"/>
                  </a:lnTo>
                  <a:lnTo>
                    <a:pt x="280" y="22"/>
                  </a:lnTo>
                  <a:lnTo>
                    <a:pt x="280" y="24"/>
                  </a:lnTo>
                  <a:lnTo>
                    <a:pt x="280" y="24"/>
                  </a:lnTo>
                  <a:lnTo>
                    <a:pt x="280" y="24"/>
                  </a:lnTo>
                  <a:lnTo>
                    <a:pt x="280" y="26"/>
                  </a:lnTo>
                  <a:lnTo>
                    <a:pt x="280" y="26"/>
                  </a:lnTo>
                  <a:lnTo>
                    <a:pt x="282" y="26"/>
                  </a:lnTo>
                  <a:lnTo>
                    <a:pt x="282" y="26"/>
                  </a:lnTo>
                  <a:lnTo>
                    <a:pt x="282" y="26"/>
                  </a:lnTo>
                  <a:lnTo>
                    <a:pt x="284" y="26"/>
                  </a:lnTo>
                  <a:lnTo>
                    <a:pt x="284" y="26"/>
                  </a:lnTo>
                  <a:lnTo>
                    <a:pt x="286" y="26"/>
                  </a:lnTo>
                  <a:lnTo>
                    <a:pt x="286" y="27"/>
                  </a:lnTo>
                  <a:lnTo>
                    <a:pt x="286" y="27"/>
                  </a:lnTo>
                  <a:lnTo>
                    <a:pt x="288" y="27"/>
                  </a:lnTo>
                  <a:lnTo>
                    <a:pt x="288" y="27"/>
                  </a:lnTo>
                  <a:lnTo>
                    <a:pt x="292" y="31"/>
                  </a:lnTo>
                  <a:lnTo>
                    <a:pt x="294" y="31"/>
                  </a:lnTo>
                  <a:lnTo>
                    <a:pt x="294" y="31"/>
                  </a:lnTo>
                  <a:lnTo>
                    <a:pt x="294" y="31"/>
                  </a:lnTo>
                  <a:lnTo>
                    <a:pt x="294" y="31"/>
                  </a:lnTo>
                  <a:lnTo>
                    <a:pt x="294" y="31"/>
                  </a:lnTo>
                  <a:lnTo>
                    <a:pt x="296" y="31"/>
                  </a:lnTo>
                  <a:lnTo>
                    <a:pt x="296" y="31"/>
                  </a:lnTo>
                  <a:lnTo>
                    <a:pt x="296" y="31"/>
                  </a:lnTo>
                  <a:lnTo>
                    <a:pt x="296" y="33"/>
                  </a:lnTo>
                  <a:lnTo>
                    <a:pt x="296" y="33"/>
                  </a:lnTo>
                  <a:lnTo>
                    <a:pt x="296" y="33"/>
                  </a:lnTo>
                  <a:lnTo>
                    <a:pt x="296" y="33"/>
                  </a:lnTo>
                  <a:lnTo>
                    <a:pt x="296" y="35"/>
                  </a:lnTo>
                  <a:lnTo>
                    <a:pt x="296" y="35"/>
                  </a:lnTo>
                  <a:lnTo>
                    <a:pt x="296" y="35"/>
                  </a:lnTo>
                  <a:lnTo>
                    <a:pt x="296" y="35"/>
                  </a:lnTo>
                  <a:lnTo>
                    <a:pt x="298" y="35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6" y="37"/>
                  </a:lnTo>
                  <a:lnTo>
                    <a:pt x="294" y="37"/>
                  </a:lnTo>
                  <a:lnTo>
                    <a:pt x="294" y="39"/>
                  </a:lnTo>
                  <a:lnTo>
                    <a:pt x="294" y="39"/>
                  </a:lnTo>
                  <a:lnTo>
                    <a:pt x="294" y="41"/>
                  </a:lnTo>
                  <a:lnTo>
                    <a:pt x="294" y="41"/>
                  </a:lnTo>
                  <a:lnTo>
                    <a:pt x="294" y="41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0" y="43"/>
                  </a:lnTo>
                  <a:lnTo>
                    <a:pt x="290" y="43"/>
                  </a:lnTo>
                  <a:lnTo>
                    <a:pt x="288" y="45"/>
                  </a:lnTo>
                  <a:lnTo>
                    <a:pt x="288" y="45"/>
                  </a:lnTo>
                  <a:lnTo>
                    <a:pt x="288" y="45"/>
                  </a:lnTo>
                  <a:lnTo>
                    <a:pt x="288" y="47"/>
                  </a:lnTo>
                  <a:lnTo>
                    <a:pt x="288" y="47"/>
                  </a:lnTo>
                  <a:lnTo>
                    <a:pt x="286" y="47"/>
                  </a:lnTo>
                  <a:lnTo>
                    <a:pt x="286" y="49"/>
                  </a:lnTo>
                  <a:lnTo>
                    <a:pt x="286" y="49"/>
                  </a:lnTo>
                  <a:lnTo>
                    <a:pt x="286" y="51"/>
                  </a:lnTo>
                  <a:lnTo>
                    <a:pt x="286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90" y="51"/>
                  </a:lnTo>
                  <a:lnTo>
                    <a:pt x="290" y="51"/>
                  </a:lnTo>
                  <a:lnTo>
                    <a:pt x="292" y="51"/>
                  </a:lnTo>
                  <a:lnTo>
                    <a:pt x="292" y="51"/>
                  </a:lnTo>
                  <a:lnTo>
                    <a:pt x="292" y="51"/>
                  </a:lnTo>
                  <a:lnTo>
                    <a:pt x="294" y="51"/>
                  </a:lnTo>
                  <a:lnTo>
                    <a:pt x="294" y="51"/>
                  </a:lnTo>
                  <a:lnTo>
                    <a:pt x="294" y="53"/>
                  </a:lnTo>
                  <a:lnTo>
                    <a:pt x="294" y="53"/>
                  </a:lnTo>
                  <a:lnTo>
                    <a:pt x="294" y="57"/>
                  </a:lnTo>
                  <a:lnTo>
                    <a:pt x="294" y="57"/>
                  </a:lnTo>
                  <a:lnTo>
                    <a:pt x="294" y="57"/>
                  </a:lnTo>
                  <a:lnTo>
                    <a:pt x="294" y="57"/>
                  </a:lnTo>
                  <a:lnTo>
                    <a:pt x="296" y="57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4" y="61"/>
                  </a:lnTo>
                  <a:lnTo>
                    <a:pt x="292" y="61"/>
                  </a:lnTo>
                  <a:lnTo>
                    <a:pt x="292" y="61"/>
                  </a:lnTo>
                  <a:lnTo>
                    <a:pt x="294" y="63"/>
                  </a:lnTo>
                  <a:lnTo>
                    <a:pt x="294" y="63"/>
                  </a:lnTo>
                  <a:lnTo>
                    <a:pt x="294" y="61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6" y="63"/>
                  </a:lnTo>
                  <a:lnTo>
                    <a:pt x="296" y="63"/>
                  </a:lnTo>
                  <a:lnTo>
                    <a:pt x="298" y="63"/>
                  </a:lnTo>
                  <a:lnTo>
                    <a:pt x="302" y="61"/>
                  </a:lnTo>
                  <a:lnTo>
                    <a:pt x="302" y="61"/>
                  </a:lnTo>
                  <a:lnTo>
                    <a:pt x="304" y="61"/>
                  </a:lnTo>
                  <a:lnTo>
                    <a:pt x="304" y="61"/>
                  </a:lnTo>
                  <a:lnTo>
                    <a:pt x="304" y="61"/>
                  </a:lnTo>
                  <a:lnTo>
                    <a:pt x="304" y="59"/>
                  </a:lnTo>
                  <a:lnTo>
                    <a:pt x="304" y="59"/>
                  </a:lnTo>
                  <a:lnTo>
                    <a:pt x="306" y="57"/>
                  </a:lnTo>
                  <a:lnTo>
                    <a:pt x="308" y="57"/>
                  </a:lnTo>
                  <a:lnTo>
                    <a:pt x="308" y="57"/>
                  </a:lnTo>
                  <a:lnTo>
                    <a:pt x="308" y="57"/>
                  </a:lnTo>
                  <a:lnTo>
                    <a:pt x="310" y="57"/>
                  </a:lnTo>
                  <a:lnTo>
                    <a:pt x="314" y="59"/>
                  </a:lnTo>
                  <a:lnTo>
                    <a:pt x="314" y="59"/>
                  </a:lnTo>
                  <a:lnTo>
                    <a:pt x="314" y="61"/>
                  </a:lnTo>
                  <a:lnTo>
                    <a:pt x="316" y="61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6" y="61"/>
                  </a:lnTo>
                  <a:lnTo>
                    <a:pt x="316" y="61"/>
                  </a:lnTo>
                  <a:lnTo>
                    <a:pt x="316" y="63"/>
                  </a:lnTo>
                  <a:lnTo>
                    <a:pt x="316" y="63"/>
                  </a:lnTo>
                  <a:lnTo>
                    <a:pt x="316" y="65"/>
                  </a:lnTo>
                  <a:lnTo>
                    <a:pt x="316" y="65"/>
                  </a:lnTo>
                  <a:lnTo>
                    <a:pt x="316" y="65"/>
                  </a:lnTo>
                  <a:lnTo>
                    <a:pt x="316" y="65"/>
                  </a:lnTo>
                  <a:lnTo>
                    <a:pt x="314" y="67"/>
                  </a:lnTo>
                  <a:lnTo>
                    <a:pt x="314" y="67"/>
                  </a:lnTo>
                  <a:lnTo>
                    <a:pt x="314" y="67"/>
                  </a:lnTo>
                  <a:lnTo>
                    <a:pt x="314" y="67"/>
                  </a:lnTo>
                  <a:lnTo>
                    <a:pt x="308" y="84"/>
                  </a:lnTo>
                  <a:lnTo>
                    <a:pt x="306" y="86"/>
                  </a:lnTo>
                  <a:lnTo>
                    <a:pt x="306" y="88"/>
                  </a:lnTo>
                  <a:lnTo>
                    <a:pt x="306" y="92"/>
                  </a:lnTo>
                  <a:lnTo>
                    <a:pt x="306" y="94"/>
                  </a:lnTo>
                  <a:lnTo>
                    <a:pt x="306" y="98"/>
                  </a:lnTo>
                  <a:lnTo>
                    <a:pt x="306" y="102"/>
                  </a:lnTo>
                  <a:lnTo>
                    <a:pt x="306" y="104"/>
                  </a:lnTo>
                  <a:lnTo>
                    <a:pt x="308" y="104"/>
                  </a:lnTo>
                  <a:lnTo>
                    <a:pt x="306" y="104"/>
                  </a:lnTo>
                  <a:lnTo>
                    <a:pt x="306" y="104"/>
                  </a:lnTo>
                  <a:lnTo>
                    <a:pt x="306" y="112"/>
                  </a:lnTo>
                  <a:lnTo>
                    <a:pt x="304" y="114"/>
                  </a:lnTo>
                  <a:lnTo>
                    <a:pt x="306" y="118"/>
                  </a:lnTo>
                  <a:lnTo>
                    <a:pt x="306" y="120"/>
                  </a:lnTo>
                  <a:lnTo>
                    <a:pt x="306" y="120"/>
                  </a:lnTo>
                  <a:lnTo>
                    <a:pt x="306" y="122"/>
                  </a:lnTo>
                  <a:lnTo>
                    <a:pt x="308" y="126"/>
                  </a:lnTo>
                  <a:lnTo>
                    <a:pt x="308" y="128"/>
                  </a:lnTo>
                  <a:lnTo>
                    <a:pt x="308" y="130"/>
                  </a:lnTo>
                  <a:lnTo>
                    <a:pt x="304" y="134"/>
                  </a:lnTo>
                  <a:lnTo>
                    <a:pt x="304" y="137"/>
                  </a:lnTo>
                  <a:lnTo>
                    <a:pt x="304" y="149"/>
                  </a:lnTo>
                  <a:lnTo>
                    <a:pt x="304" y="153"/>
                  </a:lnTo>
                  <a:lnTo>
                    <a:pt x="306" y="153"/>
                  </a:lnTo>
                  <a:lnTo>
                    <a:pt x="304" y="159"/>
                  </a:lnTo>
                  <a:lnTo>
                    <a:pt x="304" y="161"/>
                  </a:lnTo>
                  <a:lnTo>
                    <a:pt x="302" y="163"/>
                  </a:lnTo>
                  <a:lnTo>
                    <a:pt x="302" y="163"/>
                  </a:lnTo>
                  <a:lnTo>
                    <a:pt x="302" y="163"/>
                  </a:lnTo>
                  <a:lnTo>
                    <a:pt x="302" y="165"/>
                  </a:lnTo>
                  <a:lnTo>
                    <a:pt x="300" y="165"/>
                  </a:lnTo>
                  <a:lnTo>
                    <a:pt x="300" y="165"/>
                  </a:lnTo>
                  <a:lnTo>
                    <a:pt x="302" y="167"/>
                  </a:lnTo>
                  <a:lnTo>
                    <a:pt x="302" y="167"/>
                  </a:lnTo>
                  <a:lnTo>
                    <a:pt x="302" y="169"/>
                  </a:lnTo>
                  <a:lnTo>
                    <a:pt x="300" y="171"/>
                  </a:lnTo>
                  <a:lnTo>
                    <a:pt x="300" y="173"/>
                  </a:lnTo>
                  <a:lnTo>
                    <a:pt x="298" y="179"/>
                  </a:lnTo>
                  <a:lnTo>
                    <a:pt x="298" y="181"/>
                  </a:lnTo>
                  <a:lnTo>
                    <a:pt x="298" y="183"/>
                  </a:lnTo>
                  <a:lnTo>
                    <a:pt x="296" y="187"/>
                  </a:lnTo>
                  <a:lnTo>
                    <a:pt x="296" y="188"/>
                  </a:lnTo>
                  <a:lnTo>
                    <a:pt x="296" y="190"/>
                  </a:lnTo>
                  <a:lnTo>
                    <a:pt x="294" y="192"/>
                  </a:lnTo>
                  <a:lnTo>
                    <a:pt x="292" y="200"/>
                  </a:lnTo>
                  <a:lnTo>
                    <a:pt x="290" y="202"/>
                  </a:lnTo>
                  <a:lnTo>
                    <a:pt x="288" y="206"/>
                  </a:lnTo>
                  <a:lnTo>
                    <a:pt x="286" y="212"/>
                  </a:lnTo>
                  <a:lnTo>
                    <a:pt x="284" y="218"/>
                  </a:lnTo>
                  <a:lnTo>
                    <a:pt x="284" y="220"/>
                  </a:lnTo>
                  <a:lnTo>
                    <a:pt x="284" y="220"/>
                  </a:lnTo>
                  <a:lnTo>
                    <a:pt x="284" y="220"/>
                  </a:lnTo>
                  <a:lnTo>
                    <a:pt x="282" y="228"/>
                  </a:lnTo>
                  <a:lnTo>
                    <a:pt x="280" y="230"/>
                  </a:lnTo>
                  <a:lnTo>
                    <a:pt x="280" y="230"/>
                  </a:lnTo>
                  <a:lnTo>
                    <a:pt x="280" y="230"/>
                  </a:lnTo>
                  <a:lnTo>
                    <a:pt x="275" y="240"/>
                  </a:lnTo>
                  <a:lnTo>
                    <a:pt x="271" y="245"/>
                  </a:lnTo>
                  <a:lnTo>
                    <a:pt x="271" y="245"/>
                  </a:lnTo>
                  <a:lnTo>
                    <a:pt x="271" y="247"/>
                  </a:lnTo>
                  <a:lnTo>
                    <a:pt x="271" y="251"/>
                  </a:lnTo>
                  <a:lnTo>
                    <a:pt x="271" y="251"/>
                  </a:lnTo>
                  <a:lnTo>
                    <a:pt x="271" y="253"/>
                  </a:lnTo>
                  <a:lnTo>
                    <a:pt x="271" y="255"/>
                  </a:lnTo>
                  <a:lnTo>
                    <a:pt x="269" y="257"/>
                  </a:lnTo>
                  <a:lnTo>
                    <a:pt x="269" y="257"/>
                  </a:lnTo>
                  <a:lnTo>
                    <a:pt x="269" y="259"/>
                  </a:lnTo>
                  <a:lnTo>
                    <a:pt x="269" y="259"/>
                  </a:lnTo>
                  <a:lnTo>
                    <a:pt x="269" y="259"/>
                  </a:lnTo>
                  <a:lnTo>
                    <a:pt x="269" y="259"/>
                  </a:lnTo>
                  <a:lnTo>
                    <a:pt x="269" y="259"/>
                  </a:lnTo>
                  <a:lnTo>
                    <a:pt x="267" y="259"/>
                  </a:lnTo>
                  <a:lnTo>
                    <a:pt x="267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5" y="267"/>
                  </a:lnTo>
                  <a:lnTo>
                    <a:pt x="265" y="269"/>
                  </a:lnTo>
                  <a:lnTo>
                    <a:pt x="265" y="269"/>
                  </a:lnTo>
                  <a:lnTo>
                    <a:pt x="267" y="269"/>
                  </a:lnTo>
                  <a:lnTo>
                    <a:pt x="267" y="269"/>
                  </a:lnTo>
                  <a:lnTo>
                    <a:pt x="267" y="271"/>
                  </a:lnTo>
                  <a:lnTo>
                    <a:pt x="265" y="273"/>
                  </a:lnTo>
                  <a:lnTo>
                    <a:pt x="265" y="273"/>
                  </a:lnTo>
                  <a:lnTo>
                    <a:pt x="265" y="275"/>
                  </a:lnTo>
                  <a:lnTo>
                    <a:pt x="265" y="275"/>
                  </a:lnTo>
                  <a:lnTo>
                    <a:pt x="265" y="275"/>
                  </a:lnTo>
                  <a:lnTo>
                    <a:pt x="263" y="275"/>
                  </a:lnTo>
                  <a:lnTo>
                    <a:pt x="263" y="277"/>
                  </a:lnTo>
                  <a:lnTo>
                    <a:pt x="263" y="277"/>
                  </a:lnTo>
                  <a:lnTo>
                    <a:pt x="263" y="277"/>
                  </a:lnTo>
                  <a:lnTo>
                    <a:pt x="263" y="279"/>
                  </a:lnTo>
                  <a:lnTo>
                    <a:pt x="263" y="281"/>
                  </a:lnTo>
                  <a:lnTo>
                    <a:pt x="263" y="281"/>
                  </a:lnTo>
                  <a:lnTo>
                    <a:pt x="261" y="281"/>
                  </a:lnTo>
                  <a:lnTo>
                    <a:pt x="259" y="281"/>
                  </a:lnTo>
                  <a:lnTo>
                    <a:pt x="259" y="281"/>
                  </a:lnTo>
                  <a:lnTo>
                    <a:pt x="259" y="281"/>
                  </a:lnTo>
                  <a:lnTo>
                    <a:pt x="259" y="283"/>
                  </a:lnTo>
                  <a:lnTo>
                    <a:pt x="259" y="283"/>
                  </a:lnTo>
                  <a:lnTo>
                    <a:pt x="259" y="285"/>
                  </a:lnTo>
                  <a:lnTo>
                    <a:pt x="259" y="285"/>
                  </a:lnTo>
                  <a:lnTo>
                    <a:pt x="259" y="285"/>
                  </a:lnTo>
                  <a:lnTo>
                    <a:pt x="259" y="285"/>
                  </a:lnTo>
                  <a:lnTo>
                    <a:pt x="259" y="285"/>
                  </a:lnTo>
                  <a:lnTo>
                    <a:pt x="259" y="287"/>
                  </a:lnTo>
                  <a:lnTo>
                    <a:pt x="261" y="287"/>
                  </a:lnTo>
                  <a:lnTo>
                    <a:pt x="261" y="287"/>
                  </a:lnTo>
                  <a:lnTo>
                    <a:pt x="261" y="287"/>
                  </a:lnTo>
                  <a:lnTo>
                    <a:pt x="259" y="287"/>
                  </a:lnTo>
                  <a:lnTo>
                    <a:pt x="259" y="289"/>
                  </a:lnTo>
                  <a:lnTo>
                    <a:pt x="259" y="289"/>
                  </a:lnTo>
                  <a:lnTo>
                    <a:pt x="257" y="291"/>
                  </a:lnTo>
                  <a:lnTo>
                    <a:pt x="257" y="293"/>
                  </a:lnTo>
                  <a:lnTo>
                    <a:pt x="257" y="295"/>
                  </a:lnTo>
                  <a:lnTo>
                    <a:pt x="259" y="296"/>
                  </a:lnTo>
                  <a:lnTo>
                    <a:pt x="259" y="298"/>
                  </a:lnTo>
                  <a:lnTo>
                    <a:pt x="259" y="298"/>
                  </a:lnTo>
                  <a:lnTo>
                    <a:pt x="259" y="298"/>
                  </a:lnTo>
                  <a:lnTo>
                    <a:pt x="257" y="298"/>
                  </a:lnTo>
                  <a:lnTo>
                    <a:pt x="259" y="300"/>
                  </a:lnTo>
                  <a:lnTo>
                    <a:pt x="259" y="302"/>
                  </a:lnTo>
                  <a:lnTo>
                    <a:pt x="259" y="302"/>
                  </a:lnTo>
                  <a:lnTo>
                    <a:pt x="257" y="304"/>
                  </a:lnTo>
                  <a:lnTo>
                    <a:pt x="257" y="306"/>
                  </a:lnTo>
                  <a:lnTo>
                    <a:pt x="253" y="308"/>
                  </a:lnTo>
                  <a:lnTo>
                    <a:pt x="253" y="308"/>
                  </a:lnTo>
                  <a:lnTo>
                    <a:pt x="251" y="308"/>
                  </a:lnTo>
                  <a:lnTo>
                    <a:pt x="251" y="310"/>
                  </a:lnTo>
                  <a:lnTo>
                    <a:pt x="251" y="310"/>
                  </a:lnTo>
                  <a:lnTo>
                    <a:pt x="251" y="310"/>
                  </a:lnTo>
                  <a:lnTo>
                    <a:pt x="251" y="310"/>
                  </a:lnTo>
                  <a:lnTo>
                    <a:pt x="249" y="312"/>
                  </a:lnTo>
                  <a:lnTo>
                    <a:pt x="247" y="314"/>
                  </a:lnTo>
                  <a:lnTo>
                    <a:pt x="247" y="314"/>
                  </a:lnTo>
                  <a:lnTo>
                    <a:pt x="247" y="316"/>
                  </a:lnTo>
                  <a:lnTo>
                    <a:pt x="247" y="316"/>
                  </a:lnTo>
                  <a:lnTo>
                    <a:pt x="247" y="318"/>
                  </a:lnTo>
                  <a:lnTo>
                    <a:pt x="245" y="318"/>
                  </a:lnTo>
                  <a:lnTo>
                    <a:pt x="245" y="320"/>
                  </a:lnTo>
                  <a:lnTo>
                    <a:pt x="247" y="320"/>
                  </a:lnTo>
                  <a:lnTo>
                    <a:pt x="247" y="322"/>
                  </a:lnTo>
                  <a:lnTo>
                    <a:pt x="245" y="324"/>
                  </a:lnTo>
                  <a:lnTo>
                    <a:pt x="245" y="326"/>
                  </a:lnTo>
                  <a:lnTo>
                    <a:pt x="245" y="328"/>
                  </a:lnTo>
                  <a:lnTo>
                    <a:pt x="243" y="328"/>
                  </a:lnTo>
                  <a:lnTo>
                    <a:pt x="243" y="328"/>
                  </a:lnTo>
                  <a:lnTo>
                    <a:pt x="243" y="330"/>
                  </a:lnTo>
                  <a:lnTo>
                    <a:pt x="243" y="332"/>
                  </a:lnTo>
                  <a:lnTo>
                    <a:pt x="243" y="332"/>
                  </a:lnTo>
                  <a:lnTo>
                    <a:pt x="241" y="334"/>
                  </a:lnTo>
                  <a:lnTo>
                    <a:pt x="241" y="334"/>
                  </a:lnTo>
                  <a:lnTo>
                    <a:pt x="241" y="336"/>
                  </a:lnTo>
                  <a:lnTo>
                    <a:pt x="241" y="336"/>
                  </a:lnTo>
                  <a:lnTo>
                    <a:pt x="241" y="338"/>
                  </a:lnTo>
                  <a:lnTo>
                    <a:pt x="243" y="338"/>
                  </a:lnTo>
                  <a:lnTo>
                    <a:pt x="243" y="338"/>
                  </a:lnTo>
                  <a:lnTo>
                    <a:pt x="243" y="338"/>
                  </a:lnTo>
                  <a:lnTo>
                    <a:pt x="243" y="340"/>
                  </a:lnTo>
                  <a:lnTo>
                    <a:pt x="243" y="342"/>
                  </a:lnTo>
                  <a:lnTo>
                    <a:pt x="243" y="344"/>
                  </a:lnTo>
                  <a:lnTo>
                    <a:pt x="243" y="344"/>
                  </a:lnTo>
                  <a:lnTo>
                    <a:pt x="241" y="346"/>
                  </a:lnTo>
                  <a:lnTo>
                    <a:pt x="241" y="346"/>
                  </a:lnTo>
                  <a:lnTo>
                    <a:pt x="239" y="348"/>
                  </a:lnTo>
                  <a:lnTo>
                    <a:pt x="239" y="349"/>
                  </a:lnTo>
                  <a:lnTo>
                    <a:pt x="241" y="349"/>
                  </a:lnTo>
                  <a:lnTo>
                    <a:pt x="241" y="349"/>
                  </a:lnTo>
                  <a:lnTo>
                    <a:pt x="241" y="351"/>
                  </a:lnTo>
                  <a:lnTo>
                    <a:pt x="239" y="351"/>
                  </a:lnTo>
                  <a:lnTo>
                    <a:pt x="239" y="351"/>
                  </a:lnTo>
                  <a:lnTo>
                    <a:pt x="241" y="353"/>
                  </a:lnTo>
                  <a:lnTo>
                    <a:pt x="239" y="353"/>
                  </a:lnTo>
                  <a:lnTo>
                    <a:pt x="239" y="351"/>
                  </a:lnTo>
                  <a:lnTo>
                    <a:pt x="237" y="351"/>
                  </a:lnTo>
                  <a:lnTo>
                    <a:pt x="237" y="351"/>
                  </a:lnTo>
                  <a:lnTo>
                    <a:pt x="237" y="353"/>
                  </a:lnTo>
                  <a:lnTo>
                    <a:pt x="237" y="353"/>
                  </a:lnTo>
                  <a:lnTo>
                    <a:pt x="239" y="355"/>
                  </a:lnTo>
                  <a:lnTo>
                    <a:pt x="239" y="355"/>
                  </a:lnTo>
                  <a:lnTo>
                    <a:pt x="239" y="355"/>
                  </a:lnTo>
                  <a:lnTo>
                    <a:pt x="239" y="355"/>
                  </a:lnTo>
                  <a:lnTo>
                    <a:pt x="239" y="355"/>
                  </a:lnTo>
                  <a:lnTo>
                    <a:pt x="239" y="357"/>
                  </a:lnTo>
                  <a:lnTo>
                    <a:pt x="241" y="357"/>
                  </a:lnTo>
                  <a:lnTo>
                    <a:pt x="241" y="355"/>
                  </a:lnTo>
                  <a:lnTo>
                    <a:pt x="241" y="355"/>
                  </a:lnTo>
                  <a:lnTo>
                    <a:pt x="241" y="359"/>
                  </a:lnTo>
                  <a:lnTo>
                    <a:pt x="241" y="361"/>
                  </a:lnTo>
                  <a:lnTo>
                    <a:pt x="241" y="361"/>
                  </a:lnTo>
                  <a:lnTo>
                    <a:pt x="239" y="365"/>
                  </a:lnTo>
                  <a:lnTo>
                    <a:pt x="239" y="365"/>
                  </a:lnTo>
                  <a:lnTo>
                    <a:pt x="239" y="365"/>
                  </a:lnTo>
                  <a:lnTo>
                    <a:pt x="239" y="365"/>
                  </a:lnTo>
                  <a:lnTo>
                    <a:pt x="239" y="367"/>
                  </a:lnTo>
                  <a:lnTo>
                    <a:pt x="237" y="367"/>
                  </a:lnTo>
                  <a:lnTo>
                    <a:pt x="237" y="367"/>
                  </a:lnTo>
                  <a:lnTo>
                    <a:pt x="237" y="369"/>
                  </a:lnTo>
                  <a:lnTo>
                    <a:pt x="237" y="369"/>
                  </a:lnTo>
                  <a:lnTo>
                    <a:pt x="237" y="369"/>
                  </a:lnTo>
                  <a:lnTo>
                    <a:pt x="237" y="369"/>
                  </a:lnTo>
                  <a:lnTo>
                    <a:pt x="237" y="371"/>
                  </a:lnTo>
                  <a:lnTo>
                    <a:pt x="235" y="371"/>
                  </a:lnTo>
                  <a:lnTo>
                    <a:pt x="235" y="371"/>
                  </a:lnTo>
                  <a:lnTo>
                    <a:pt x="235" y="371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3"/>
                  </a:lnTo>
                  <a:lnTo>
                    <a:pt x="233" y="373"/>
                  </a:lnTo>
                  <a:lnTo>
                    <a:pt x="233" y="371"/>
                  </a:lnTo>
                  <a:lnTo>
                    <a:pt x="233" y="371"/>
                  </a:lnTo>
                  <a:lnTo>
                    <a:pt x="231" y="371"/>
                  </a:lnTo>
                  <a:lnTo>
                    <a:pt x="231" y="371"/>
                  </a:lnTo>
                  <a:lnTo>
                    <a:pt x="231" y="371"/>
                  </a:lnTo>
                  <a:lnTo>
                    <a:pt x="231" y="371"/>
                  </a:lnTo>
                  <a:lnTo>
                    <a:pt x="231" y="373"/>
                  </a:lnTo>
                  <a:lnTo>
                    <a:pt x="229" y="373"/>
                  </a:lnTo>
                  <a:lnTo>
                    <a:pt x="229" y="373"/>
                  </a:lnTo>
                  <a:lnTo>
                    <a:pt x="231" y="373"/>
                  </a:lnTo>
                  <a:lnTo>
                    <a:pt x="231" y="373"/>
                  </a:lnTo>
                  <a:lnTo>
                    <a:pt x="231" y="373"/>
                  </a:lnTo>
                  <a:lnTo>
                    <a:pt x="233" y="375"/>
                  </a:lnTo>
                  <a:lnTo>
                    <a:pt x="231" y="375"/>
                  </a:lnTo>
                  <a:lnTo>
                    <a:pt x="233" y="375"/>
                  </a:lnTo>
                  <a:lnTo>
                    <a:pt x="233" y="377"/>
                  </a:lnTo>
                  <a:lnTo>
                    <a:pt x="233" y="377"/>
                  </a:lnTo>
                  <a:lnTo>
                    <a:pt x="233" y="377"/>
                  </a:lnTo>
                  <a:lnTo>
                    <a:pt x="233" y="379"/>
                  </a:lnTo>
                  <a:lnTo>
                    <a:pt x="231" y="379"/>
                  </a:lnTo>
                  <a:lnTo>
                    <a:pt x="231" y="381"/>
                  </a:lnTo>
                  <a:lnTo>
                    <a:pt x="231" y="381"/>
                  </a:lnTo>
                  <a:lnTo>
                    <a:pt x="231" y="383"/>
                  </a:lnTo>
                  <a:lnTo>
                    <a:pt x="231" y="383"/>
                  </a:lnTo>
                  <a:lnTo>
                    <a:pt x="231" y="385"/>
                  </a:lnTo>
                  <a:lnTo>
                    <a:pt x="231" y="385"/>
                  </a:lnTo>
                  <a:lnTo>
                    <a:pt x="231" y="385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7"/>
                  </a:lnTo>
                  <a:lnTo>
                    <a:pt x="231" y="389"/>
                  </a:lnTo>
                  <a:lnTo>
                    <a:pt x="231" y="389"/>
                  </a:lnTo>
                  <a:lnTo>
                    <a:pt x="229" y="391"/>
                  </a:lnTo>
                  <a:lnTo>
                    <a:pt x="226" y="393"/>
                  </a:lnTo>
                  <a:lnTo>
                    <a:pt x="226" y="395"/>
                  </a:lnTo>
                  <a:lnTo>
                    <a:pt x="226" y="395"/>
                  </a:lnTo>
                  <a:lnTo>
                    <a:pt x="226" y="397"/>
                  </a:lnTo>
                  <a:lnTo>
                    <a:pt x="224" y="399"/>
                  </a:lnTo>
                  <a:lnTo>
                    <a:pt x="222" y="399"/>
                  </a:lnTo>
                  <a:lnTo>
                    <a:pt x="222" y="401"/>
                  </a:lnTo>
                  <a:lnTo>
                    <a:pt x="220" y="406"/>
                  </a:lnTo>
                  <a:lnTo>
                    <a:pt x="218" y="408"/>
                  </a:lnTo>
                  <a:lnTo>
                    <a:pt x="218" y="406"/>
                  </a:lnTo>
                  <a:lnTo>
                    <a:pt x="216" y="408"/>
                  </a:lnTo>
                  <a:lnTo>
                    <a:pt x="216" y="410"/>
                  </a:lnTo>
                  <a:lnTo>
                    <a:pt x="216" y="410"/>
                  </a:lnTo>
                  <a:lnTo>
                    <a:pt x="214" y="412"/>
                  </a:lnTo>
                  <a:lnTo>
                    <a:pt x="214" y="412"/>
                  </a:lnTo>
                  <a:lnTo>
                    <a:pt x="214" y="412"/>
                  </a:lnTo>
                  <a:lnTo>
                    <a:pt x="214" y="414"/>
                  </a:lnTo>
                  <a:lnTo>
                    <a:pt x="212" y="414"/>
                  </a:lnTo>
                  <a:lnTo>
                    <a:pt x="212" y="416"/>
                  </a:lnTo>
                  <a:lnTo>
                    <a:pt x="210" y="416"/>
                  </a:lnTo>
                  <a:lnTo>
                    <a:pt x="210" y="416"/>
                  </a:lnTo>
                  <a:lnTo>
                    <a:pt x="208" y="420"/>
                  </a:lnTo>
                  <a:lnTo>
                    <a:pt x="206" y="422"/>
                  </a:lnTo>
                  <a:lnTo>
                    <a:pt x="206" y="424"/>
                  </a:lnTo>
                  <a:lnTo>
                    <a:pt x="204" y="424"/>
                  </a:lnTo>
                  <a:lnTo>
                    <a:pt x="204" y="426"/>
                  </a:lnTo>
                  <a:lnTo>
                    <a:pt x="204" y="426"/>
                  </a:lnTo>
                  <a:lnTo>
                    <a:pt x="202" y="426"/>
                  </a:lnTo>
                  <a:lnTo>
                    <a:pt x="202" y="426"/>
                  </a:lnTo>
                  <a:lnTo>
                    <a:pt x="202" y="426"/>
                  </a:lnTo>
                  <a:lnTo>
                    <a:pt x="202" y="428"/>
                  </a:lnTo>
                  <a:lnTo>
                    <a:pt x="200" y="430"/>
                  </a:lnTo>
                  <a:lnTo>
                    <a:pt x="198" y="430"/>
                  </a:lnTo>
                  <a:lnTo>
                    <a:pt x="198" y="430"/>
                  </a:lnTo>
                  <a:lnTo>
                    <a:pt x="198" y="432"/>
                  </a:lnTo>
                  <a:lnTo>
                    <a:pt x="196" y="432"/>
                  </a:lnTo>
                  <a:lnTo>
                    <a:pt x="196" y="432"/>
                  </a:lnTo>
                  <a:lnTo>
                    <a:pt x="196" y="434"/>
                  </a:lnTo>
                  <a:lnTo>
                    <a:pt x="196" y="434"/>
                  </a:lnTo>
                  <a:lnTo>
                    <a:pt x="196" y="434"/>
                  </a:lnTo>
                  <a:lnTo>
                    <a:pt x="196" y="434"/>
                  </a:lnTo>
                  <a:lnTo>
                    <a:pt x="196" y="436"/>
                  </a:lnTo>
                  <a:lnTo>
                    <a:pt x="194" y="436"/>
                  </a:lnTo>
                  <a:lnTo>
                    <a:pt x="194" y="436"/>
                  </a:lnTo>
                  <a:lnTo>
                    <a:pt x="194" y="438"/>
                  </a:lnTo>
                  <a:lnTo>
                    <a:pt x="194" y="440"/>
                  </a:lnTo>
                  <a:lnTo>
                    <a:pt x="192" y="440"/>
                  </a:lnTo>
                  <a:lnTo>
                    <a:pt x="192" y="442"/>
                  </a:lnTo>
                  <a:lnTo>
                    <a:pt x="188" y="450"/>
                  </a:lnTo>
                  <a:lnTo>
                    <a:pt x="188" y="450"/>
                  </a:lnTo>
                  <a:lnTo>
                    <a:pt x="186" y="450"/>
                  </a:lnTo>
                  <a:lnTo>
                    <a:pt x="184" y="450"/>
                  </a:lnTo>
                  <a:lnTo>
                    <a:pt x="184" y="450"/>
                  </a:lnTo>
                  <a:lnTo>
                    <a:pt x="184" y="450"/>
                  </a:lnTo>
                  <a:lnTo>
                    <a:pt x="184" y="450"/>
                  </a:lnTo>
                  <a:lnTo>
                    <a:pt x="182" y="452"/>
                  </a:lnTo>
                  <a:lnTo>
                    <a:pt x="182" y="452"/>
                  </a:lnTo>
                  <a:lnTo>
                    <a:pt x="180" y="456"/>
                  </a:lnTo>
                  <a:lnTo>
                    <a:pt x="180" y="457"/>
                  </a:lnTo>
                  <a:lnTo>
                    <a:pt x="180" y="457"/>
                  </a:lnTo>
                  <a:lnTo>
                    <a:pt x="178" y="457"/>
                  </a:lnTo>
                  <a:lnTo>
                    <a:pt x="177" y="456"/>
                  </a:lnTo>
                  <a:lnTo>
                    <a:pt x="177" y="456"/>
                  </a:lnTo>
                  <a:lnTo>
                    <a:pt x="175" y="456"/>
                  </a:lnTo>
                  <a:lnTo>
                    <a:pt x="175" y="457"/>
                  </a:lnTo>
                  <a:lnTo>
                    <a:pt x="175" y="457"/>
                  </a:lnTo>
                  <a:lnTo>
                    <a:pt x="173" y="457"/>
                  </a:lnTo>
                  <a:lnTo>
                    <a:pt x="173" y="457"/>
                  </a:lnTo>
                  <a:lnTo>
                    <a:pt x="173" y="457"/>
                  </a:lnTo>
                  <a:lnTo>
                    <a:pt x="173" y="459"/>
                  </a:lnTo>
                  <a:lnTo>
                    <a:pt x="173" y="459"/>
                  </a:lnTo>
                  <a:lnTo>
                    <a:pt x="173" y="459"/>
                  </a:lnTo>
                  <a:lnTo>
                    <a:pt x="171" y="459"/>
                  </a:lnTo>
                  <a:lnTo>
                    <a:pt x="171" y="459"/>
                  </a:lnTo>
                  <a:lnTo>
                    <a:pt x="171" y="459"/>
                  </a:lnTo>
                  <a:lnTo>
                    <a:pt x="169" y="461"/>
                  </a:lnTo>
                  <a:lnTo>
                    <a:pt x="169" y="461"/>
                  </a:lnTo>
                  <a:lnTo>
                    <a:pt x="169" y="461"/>
                  </a:lnTo>
                  <a:lnTo>
                    <a:pt x="169" y="461"/>
                  </a:lnTo>
                  <a:lnTo>
                    <a:pt x="169" y="463"/>
                  </a:lnTo>
                  <a:lnTo>
                    <a:pt x="169" y="463"/>
                  </a:lnTo>
                  <a:lnTo>
                    <a:pt x="167" y="465"/>
                  </a:lnTo>
                  <a:lnTo>
                    <a:pt x="167" y="465"/>
                  </a:lnTo>
                  <a:lnTo>
                    <a:pt x="165" y="467"/>
                  </a:lnTo>
                  <a:lnTo>
                    <a:pt x="161" y="467"/>
                  </a:lnTo>
                  <a:lnTo>
                    <a:pt x="161" y="467"/>
                  </a:lnTo>
                  <a:lnTo>
                    <a:pt x="157" y="471"/>
                  </a:lnTo>
                  <a:lnTo>
                    <a:pt x="157" y="471"/>
                  </a:lnTo>
                  <a:lnTo>
                    <a:pt x="157" y="473"/>
                  </a:lnTo>
                  <a:lnTo>
                    <a:pt x="157" y="475"/>
                  </a:lnTo>
                  <a:lnTo>
                    <a:pt x="155" y="475"/>
                  </a:lnTo>
                  <a:lnTo>
                    <a:pt x="151" y="477"/>
                  </a:lnTo>
                  <a:lnTo>
                    <a:pt x="149" y="477"/>
                  </a:lnTo>
                  <a:lnTo>
                    <a:pt x="149" y="477"/>
                  </a:lnTo>
                  <a:lnTo>
                    <a:pt x="147" y="477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9" y="473"/>
                  </a:lnTo>
                  <a:lnTo>
                    <a:pt x="149" y="473"/>
                  </a:lnTo>
                  <a:lnTo>
                    <a:pt x="149" y="473"/>
                  </a:lnTo>
                  <a:lnTo>
                    <a:pt x="151" y="473"/>
                  </a:lnTo>
                  <a:lnTo>
                    <a:pt x="149" y="473"/>
                  </a:lnTo>
                  <a:lnTo>
                    <a:pt x="149" y="471"/>
                  </a:lnTo>
                  <a:lnTo>
                    <a:pt x="147" y="471"/>
                  </a:lnTo>
                  <a:lnTo>
                    <a:pt x="145" y="471"/>
                  </a:lnTo>
                  <a:lnTo>
                    <a:pt x="145" y="469"/>
                  </a:lnTo>
                  <a:lnTo>
                    <a:pt x="145" y="469"/>
                  </a:lnTo>
                  <a:lnTo>
                    <a:pt x="143" y="469"/>
                  </a:lnTo>
                  <a:lnTo>
                    <a:pt x="143" y="469"/>
                  </a:lnTo>
                  <a:lnTo>
                    <a:pt x="141" y="471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3"/>
                  </a:lnTo>
                  <a:lnTo>
                    <a:pt x="139" y="473"/>
                  </a:lnTo>
                  <a:lnTo>
                    <a:pt x="141" y="473"/>
                  </a:lnTo>
                  <a:lnTo>
                    <a:pt x="141" y="475"/>
                  </a:lnTo>
                  <a:lnTo>
                    <a:pt x="139" y="475"/>
                  </a:lnTo>
                  <a:lnTo>
                    <a:pt x="139" y="477"/>
                  </a:lnTo>
                  <a:lnTo>
                    <a:pt x="139" y="477"/>
                  </a:lnTo>
                  <a:lnTo>
                    <a:pt x="137" y="477"/>
                  </a:lnTo>
                  <a:lnTo>
                    <a:pt x="137" y="477"/>
                  </a:lnTo>
                  <a:lnTo>
                    <a:pt x="135" y="477"/>
                  </a:lnTo>
                  <a:lnTo>
                    <a:pt x="135" y="475"/>
                  </a:lnTo>
                  <a:lnTo>
                    <a:pt x="135" y="473"/>
                  </a:lnTo>
                  <a:lnTo>
                    <a:pt x="133" y="473"/>
                  </a:lnTo>
                  <a:lnTo>
                    <a:pt x="133" y="473"/>
                  </a:lnTo>
                  <a:lnTo>
                    <a:pt x="133" y="473"/>
                  </a:lnTo>
                  <a:lnTo>
                    <a:pt x="133" y="471"/>
                  </a:lnTo>
                  <a:lnTo>
                    <a:pt x="131" y="469"/>
                  </a:lnTo>
                  <a:lnTo>
                    <a:pt x="131" y="467"/>
                  </a:lnTo>
                  <a:lnTo>
                    <a:pt x="131" y="467"/>
                  </a:lnTo>
                  <a:lnTo>
                    <a:pt x="129" y="467"/>
                  </a:lnTo>
                  <a:lnTo>
                    <a:pt x="129" y="471"/>
                  </a:lnTo>
                  <a:lnTo>
                    <a:pt x="127" y="471"/>
                  </a:lnTo>
                  <a:lnTo>
                    <a:pt x="127" y="471"/>
                  </a:lnTo>
                  <a:lnTo>
                    <a:pt x="129" y="471"/>
                  </a:lnTo>
                  <a:lnTo>
                    <a:pt x="129" y="471"/>
                  </a:lnTo>
                  <a:lnTo>
                    <a:pt x="127" y="473"/>
                  </a:lnTo>
                  <a:lnTo>
                    <a:pt x="126" y="473"/>
                  </a:lnTo>
                  <a:lnTo>
                    <a:pt x="126" y="473"/>
                  </a:lnTo>
                  <a:lnTo>
                    <a:pt x="126" y="473"/>
                  </a:lnTo>
                  <a:lnTo>
                    <a:pt x="124" y="473"/>
                  </a:lnTo>
                  <a:lnTo>
                    <a:pt x="124" y="475"/>
                  </a:lnTo>
                  <a:lnTo>
                    <a:pt x="124" y="475"/>
                  </a:lnTo>
                  <a:lnTo>
                    <a:pt x="124" y="475"/>
                  </a:lnTo>
                  <a:lnTo>
                    <a:pt x="122" y="475"/>
                  </a:lnTo>
                  <a:lnTo>
                    <a:pt x="120" y="475"/>
                  </a:lnTo>
                  <a:lnTo>
                    <a:pt x="120" y="473"/>
                  </a:lnTo>
                  <a:lnTo>
                    <a:pt x="120" y="473"/>
                  </a:lnTo>
                  <a:lnTo>
                    <a:pt x="118" y="473"/>
                  </a:lnTo>
                  <a:lnTo>
                    <a:pt x="118" y="471"/>
                  </a:lnTo>
                  <a:lnTo>
                    <a:pt x="118" y="471"/>
                  </a:lnTo>
                  <a:lnTo>
                    <a:pt x="118" y="471"/>
                  </a:lnTo>
                  <a:lnTo>
                    <a:pt x="114" y="471"/>
                  </a:lnTo>
                  <a:lnTo>
                    <a:pt x="114" y="471"/>
                  </a:lnTo>
                  <a:lnTo>
                    <a:pt x="112" y="471"/>
                  </a:lnTo>
                  <a:lnTo>
                    <a:pt x="112" y="471"/>
                  </a:lnTo>
                  <a:lnTo>
                    <a:pt x="112" y="471"/>
                  </a:lnTo>
                  <a:lnTo>
                    <a:pt x="112" y="473"/>
                  </a:lnTo>
                  <a:lnTo>
                    <a:pt x="112" y="473"/>
                  </a:lnTo>
                  <a:lnTo>
                    <a:pt x="112" y="473"/>
                  </a:lnTo>
                  <a:lnTo>
                    <a:pt x="112" y="473"/>
                  </a:lnTo>
                  <a:lnTo>
                    <a:pt x="110" y="475"/>
                  </a:lnTo>
                  <a:lnTo>
                    <a:pt x="112" y="475"/>
                  </a:lnTo>
                  <a:lnTo>
                    <a:pt x="112" y="475"/>
                  </a:lnTo>
                  <a:lnTo>
                    <a:pt x="112" y="475"/>
                  </a:lnTo>
                  <a:lnTo>
                    <a:pt x="112" y="477"/>
                  </a:lnTo>
                  <a:lnTo>
                    <a:pt x="112" y="477"/>
                  </a:lnTo>
                  <a:lnTo>
                    <a:pt x="112" y="477"/>
                  </a:lnTo>
                  <a:lnTo>
                    <a:pt x="112" y="477"/>
                  </a:lnTo>
                  <a:lnTo>
                    <a:pt x="112" y="477"/>
                  </a:lnTo>
                  <a:lnTo>
                    <a:pt x="112" y="479"/>
                  </a:lnTo>
                  <a:lnTo>
                    <a:pt x="110" y="479"/>
                  </a:lnTo>
                  <a:lnTo>
                    <a:pt x="110" y="479"/>
                  </a:lnTo>
                  <a:lnTo>
                    <a:pt x="108" y="477"/>
                  </a:lnTo>
                  <a:lnTo>
                    <a:pt x="108" y="477"/>
                  </a:lnTo>
                  <a:lnTo>
                    <a:pt x="108" y="475"/>
                  </a:lnTo>
                  <a:lnTo>
                    <a:pt x="108" y="475"/>
                  </a:lnTo>
                  <a:lnTo>
                    <a:pt x="108" y="473"/>
                  </a:lnTo>
                  <a:lnTo>
                    <a:pt x="106" y="469"/>
                  </a:lnTo>
                  <a:lnTo>
                    <a:pt x="106" y="467"/>
                  </a:lnTo>
                  <a:lnTo>
                    <a:pt x="104" y="465"/>
                  </a:lnTo>
                  <a:lnTo>
                    <a:pt x="106" y="465"/>
                  </a:lnTo>
                  <a:lnTo>
                    <a:pt x="106" y="465"/>
                  </a:lnTo>
                  <a:lnTo>
                    <a:pt x="104" y="463"/>
                  </a:lnTo>
                  <a:lnTo>
                    <a:pt x="104" y="463"/>
                  </a:lnTo>
                  <a:lnTo>
                    <a:pt x="104" y="463"/>
                  </a:lnTo>
                  <a:lnTo>
                    <a:pt x="106" y="461"/>
                  </a:lnTo>
                  <a:lnTo>
                    <a:pt x="106" y="461"/>
                  </a:lnTo>
                  <a:lnTo>
                    <a:pt x="104" y="461"/>
                  </a:lnTo>
                  <a:lnTo>
                    <a:pt x="104" y="459"/>
                  </a:lnTo>
                  <a:lnTo>
                    <a:pt x="106" y="459"/>
                  </a:lnTo>
                  <a:lnTo>
                    <a:pt x="106" y="459"/>
                  </a:lnTo>
                  <a:lnTo>
                    <a:pt x="104" y="459"/>
                  </a:lnTo>
                  <a:lnTo>
                    <a:pt x="104" y="459"/>
                  </a:lnTo>
                  <a:lnTo>
                    <a:pt x="104" y="459"/>
                  </a:lnTo>
                  <a:lnTo>
                    <a:pt x="104" y="457"/>
                  </a:lnTo>
                  <a:lnTo>
                    <a:pt x="104" y="457"/>
                  </a:lnTo>
                  <a:lnTo>
                    <a:pt x="104" y="457"/>
                  </a:lnTo>
                  <a:lnTo>
                    <a:pt x="104" y="457"/>
                  </a:lnTo>
                  <a:lnTo>
                    <a:pt x="106" y="457"/>
                  </a:lnTo>
                  <a:lnTo>
                    <a:pt x="106" y="456"/>
                  </a:lnTo>
                  <a:lnTo>
                    <a:pt x="106" y="456"/>
                  </a:lnTo>
                  <a:lnTo>
                    <a:pt x="106" y="454"/>
                  </a:lnTo>
                  <a:lnTo>
                    <a:pt x="104" y="454"/>
                  </a:lnTo>
                  <a:lnTo>
                    <a:pt x="102" y="454"/>
                  </a:lnTo>
                  <a:lnTo>
                    <a:pt x="102" y="454"/>
                  </a:lnTo>
                  <a:lnTo>
                    <a:pt x="102" y="452"/>
                  </a:lnTo>
                  <a:lnTo>
                    <a:pt x="102" y="452"/>
                  </a:lnTo>
                  <a:lnTo>
                    <a:pt x="102" y="452"/>
                  </a:lnTo>
                  <a:lnTo>
                    <a:pt x="102" y="450"/>
                  </a:lnTo>
                  <a:lnTo>
                    <a:pt x="102" y="450"/>
                  </a:lnTo>
                  <a:lnTo>
                    <a:pt x="102" y="450"/>
                  </a:lnTo>
                  <a:lnTo>
                    <a:pt x="102" y="450"/>
                  </a:lnTo>
                  <a:lnTo>
                    <a:pt x="102" y="448"/>
                  </a:lnTo>
                  <a:lnTo>
                    <a:pt x="100" y="448"/>
                  </a:lnTo>
                  <a:lnTo>
                    <a:pt x="100" y="448"/>
                  </a:lnTo>
                  <a:lnTo>
                    <a:pt x="98" y="448"/>
                  </a:lnTo>
                  <a:lnTo>
                    <a:pt x="100" y="452"/>
                  </a:lnTo>
                  <a:lnTo>
                    <a:pt x="98" y="452"/>
                  </a:lnTo>
                  <a:lnTo>
                    <a:pt x="98" y="452"/>
                  </a:lnTo>
                  <a:lnTo>
                    <a:pt x="98" y="454"/>
                  </a:lnTo>
                  <a:lnTo>
                    <a:pt x="98" y="454"/>
                  </a:lnTo>
                  <a:lnTo>
                    <a:pt x="98" y="456"/>
                  </a:lnTo>
                  <a:lnTo>
                    <a:pt x="94" y="459"/>
                  </a:lnTo>
                  <a:lnTo>
                    <a:pt x="92" y="459"/>
                  </a:lnTo>
                  <a:lnTo>
                    <a:pt x="92" y="459"/>
                  </a:lnTo>
                  <a:lnTo>
                    <a:pt x="92" y="461"/>
                  </a:lnTo>
                  <a:lnTo>
                    <a:pt x="90" y="465"/>
                  </a:lnTo>
                  <a:lnTo>
                    <a:pt x="90" y="465"/>
                  </a:lnTo>
                  <a:lnTo>
                    <a:pt x="88" y="467"/>
                  </a:lnTo>
                  <a:lnTo>
                    <a:pt x="88" y="469"/>
                  </a:lnTo>
                  <a:lnTo>
                    <a:pt x="88" y="469"/>
                  </a:lnTo>
                  <a:lnTo>
                    <a:pt x="86" y="471"/>
                  </a:lnTo>
                  <a:lnTo>
                    <a:pt x="86" y="471"/>
                  </a:lnTo>
                  <a:lnTo>
                    <a:pt x="84" y="469"/>
                  </a:lnTo>
                  <a:lnTo>
                    <a:pt x="84" y="469"/>
                  </a:lnTo>
                  <a:lnTo>
                    <a:pt x="84" y="469"/>
                  </a:lnTo>
                  <a:lnTo>
                    <a:pt x="84" y="467"/>
                  </a:lnTo>
                  <a:lnTo>
                    <a:pt x="84" y="467"/>
                  </a:lnTo>
                  <a:lnTo>
                    <a:pt x="82" y="469"/>
                  </a:lnTo>
                  <a:lnTo>
                    <a:pt x="82" y="471"/>
                  </a:lnTo>
                  <a:lnTo>
                    <a:pt x="82" y="471"/>
                  </a:lnTo>
                  <a:lnTo>
                    <a:pt x="82" y="469"/>
                  </a:lnTo>
                  <a:lnTo>
                    <a:pt x="82" y="467"/>
                  </a:lnTo>
                  <a:lnTo>
                    <a:pt x="82" y="463"/>
                  </a:lnTo>
                  <a:lnTo>
                    <a:pt x="82" y="461"/>
                  </a:lnTo>
                  <a:lnTo>
                    <a:pt x="82" y="461"/>
                  </a:lnTo>
                  <a:lnTo>
                    <a:pt x="84" y="459"/>
                  </a:lnTo>
                  <a:lnTo>
                    <a:pt x="86" y="459"/>
                  </a:lnTo>
                  <a:lnTo>
                    <a:pt x="86" y="457"/>
                  </a:lnTo>
                  <a:lnTo>
                    <a:pt x="86" y="457"/>
                  </a:lnTo>
                  <a:lnTo>
                    <a:pt x="86" y="457"/>
                  </a:lnTo>
                  <a:lnTo>
                    <a:pt x="86" y="456"/>
                  </a:lnTo>
                  <a:lnTo>
                    <a:pt x="88" y="454"/>
                  </a:lnTo>
                  <a:lnTo>
                    <a:pt x="88" y="454"/>
                  </a:lnTo>
                  <a:lnTo>
                    <a:pt x="86" y="452"/>
                  </a:lnTo>
                  <a:lnTo>
                    <a:pt x="86" y="452"/>
                  </a:lnTo>
                  <a:lnTo>
                    <a:pt x="86" y="452"/>
                  </a:lnTo>
                  <a:lnTo>
                    <a:pt x="86" y="454"/>
                  </a:lnTo>
                  <a:lnTo>
                    <a:pt x="84" y="454"/>
                  </a:lnTo>
                  <a:lnTo>
                    <a:pt x="86" y="456"/>
                  </a:lnTo>
                  <a:lnTo>
                    <a:pt x="84" y="456"/>
                  </a:lnTo>
                  <a:lnTo>
                    <a:pt x="84" y="456"/>
                  </a:lnTo>
                  <a:lnTo>
                    <a:pt x="84" y="456"/>
                  </a:lnTo>
                  <a:lnTo>
                    <a:pt x="82" y="454"/>
                  </a:lnTo>
                  <a:lnTo>
                    <a:pt x="80" y="454"/>
                  </a:lnTo>
                  <a:lnTo>
                    <a:pt x="78" y="456"/>
                  </a:lnTo>
                  <a:lnTo>
                    <a:pt x="78" y="456"/>
                  </a:lnTo>
                  <a:lnTo>
                    <a:pt x="76" y="456"/>
                  </a:lnTo>
                  <a:lnTo>
                    <a:pt x="76" y="456"/>
                  </a:lnTo>
                  <a:lnTo>
                    <a:pt x="76" y="456"/>
                  </a:lnTo>
                  <a:lnTo>
                    <a:pt x="76" y="456"/>
                  </a:lnTo>
                  <a:lnTo>
                    <a:pt x="76" y="454"/>
                  </a:lnTo>
                  <a:lnTo>
                    <a:pt x="76" y="454"/>
                  </a:lnTo>
                  <a:lnTo>
                    <a:pt x="75" y="454"/>
                  </a:lnTo>
                  <a:lnTo>
                    <a:pt x="75" y="456"/>
                  </a:lnTo>
                  <a:lnTo>
                    <a:pt x="75" y="456"/>
                  </a:lnTo>
                  <a:lnTo>
                    <a:pt x="75" y="456"/>
                  </a:lnTo>
                  <a:lnTo>
                    <a:pt x="75" y="457"/>
                  </a:lnTo>
                  <a:lnTo>
                    <a:pt x="75" y="457"/>
                  </a:lnTo>
                  <a:lnTo>
                    <a:pt x="75" y="459"/>
                  </a:lnTo>
                  <a:lnTo>
                    <a:pt x="75" y="461"/>
                  </a:lnTo>
                  <a:lnTo>
                    <a:pt x="75" y="463"/>
                  </a:lnTo>
                  <a:lnTo>
                    <a:pt x="73" y="465"/>
                  </a:lnTo>
                  <a:lnTo>
                    <a:pt x="75" y="465"/>
                  </a:lnTo>
                  <a:lnTo>
                    <a:pt x="75" y="465"/>
                  </a:lnTo>
                  <a:lnTo>
                    <a:pt x="76" y="465"/>
                  </a:lnTo>
                  <a:lnTo>
                    <a:pt x="76" y="465"/>
                  </a:lnTo>
                  <a:lnTo>
                    <a:pt x="76" y="465"/>
                  </a:lnTo>
                  <a:lnTo>
                    <a:pt x="75" y="467"/>
                  </a:lnTo>
                  <a:lnTo>
                    <a:pt x="75" y="465"/>
                  </a:lnTo>
                  <a:lnTo>
                    <a:pt x="73" y="465"/>
                  </a:lnTo>
                  <a:lnTo>
                    <a:pt x="73" y="465"/>
                  </a:lnTo>
                  <a:lnTo>
                    <a:pt x="73" y="465"/>
                  </a:lnTo>
                  <a:lnTo>
                    <a:pt x="73" y="465"/>
                  </a:lnTo>
                  <a:lnTo>
                    <a:pt x="73" y="467"/>
                  </a:lnTo>
                  <a:lnTo>
                    <a:pt x="73" y="467"/>
                  </a:lnTo>
                  <a:lnTo>
                    <a:pt x="71" y="467"/>
                  </a:lnTo>
                  <a:lnTo>
                    <a:pt x="71" y="469"/>
                  </a:lnTo>
                  <a:lnTo>
                    <a:pt x="71" y="469"/>
                  </a:lnTo>
                  <a:lnTo>
                    <a:pt x="73" y="469"/>
                  </a:lnTo>
                  <a:lnTo>
                    <a:pt x="73" y="467"/>
                  </a:lnTo>
                  <a:lnTo>
                    <a:pt x="73" y="467"/>
                  </a:lnTo>
                  <a:lnTo>
                    <a:pt x="73" y="469"/>
                  </a:lnTo>
                  <a:lnTo>
                    <a:pt x="73" y="471"/>
                  </a:lnTo>
                  <a:lnTo>
                    <a:pt x="71" y="477"/>
                  </a:lnTo>
                  <a:lnTo>
                    <a:pt x="69" y="479"/>
                  </a:lnTo>
                  <a:lnTo>
                    <a:pt x="71" y="479"/>
                  </a:lnTo>
                  <a:lnTo>
                    <a:pt x="71" y="481"/>
                  </a:lnTo>
                  <a:lnTo>
                    <a:pt x="71" y="481"/>
                  </a:lnTo>
                  <a:lnTo>
                    <a:pt x="71" y="481"/>
                  </a:lnTo>
                  <a:lnTo>
                    <a:pt x="69" y="481"/>
                  </a:lnTo>
                  <a:lnTo>
                    <a:pt x="69" y="481"/>
                  </a:lnTo>
                  <a:lnTo>
                    <a:pt x="67" y="481"/>
                  </a:lnTo>
                  <a:lnTo>
                    <a:pt x="67" y="483"/>
                  </a:lnTo>
                  <a:lnTo>
                    <a:pt x="67" y="485"/>
                  </a:lnTo>
                  <a:lnTo>
                    <a:pt x="69" y="485"/>
                  </a:lnTo>
                  <a:lnTo>
                    <a:pt x="69" y="485"/>
                  </a:lnTo>
                  <a:lnTo>
                    <a:pt x="69" y="485"/>
                  </a:lnTo>
                  <a:lnTo>
                    <a:pt x="67" y="487"/>
                  </a:lnTo>
                  <a:lnTo>
                    <a:pt x="67" y="487"/>
                  </a:lnTo>
                  <a:lnTo>
                    <a:pt x="65" y="487"/>
                  </a:lnTo>
                  <a:lnTo>
                    <a:pt x="65" y="487"/>
                  </a:lnTo>
                  <a:lnTo>
                    <a:pt x="63" y="487"/>
                  </a:lnTo>
                  <a:lnTo>
                    <a:pt x="63" y="487"/>
                  </a:lnTo>
                  <a:lnTo>
                    <a:pt x="63" y="489"/>
                  </a:lnTo>
                  <a:lnTo>
                    <a:pt x="63" y="489"/>
                  </a:lnTo>
                  <a:lnTo>
                    <a:pt x="65" y="489"/>
                  </a:lnTo>
                  <a:lnTo>
                    <a:pt x="65" y="491"/>
                  </a:lnTo>
                  <a:lnTo>
                    <a:pt x="65" y="493"/>
                  </a:lnTo>
                  <a:lnTo>
                    <a:pt x="69" y="491"/>
                  </a:lnTo>
                  <a:lnTo>
                    <a:pt x="69" y="491"/>
                  </a:lnTo>
                  <a:lnTo>
                    <a:pt x="69" y="491"/>
                  </a:lnTo>
                  <a:lnTo>
                    <a:pt x="69" y="491"/>
                  </a:lnTo>
                  <a:lnTo>
                    <a:pt x="67" y="493"/>
                  </a:lnTo>
                  <a:lnTo>
                    <a:pt x="67" y="495"/>
                  </a:lnTo>
                  <a:lnTo>
                    <a:pt x="65" y="495"/>
                  </a:lnTo>
                  <a:lnTo>
                    <a:pt x="65" y="497"/>
                  </a:lnTo>
                  <a:lnTo>
                    <a:pt x="65" y="497"/>
                  </a:lnTo>
                  <a:lnTo>
                    <a:pt x="65" y="499"/>
                  </a:lnTo>
                  <a:lnTo>
                    <a:pt x="65" y="499"/>
                  </a:lnTo>
                  <a:lnTo>
                    <a:pt x="65" y="499"/>
                  </a:lnTo>
                  <a:lnTo>
                    <a:pt x="63" y="499"/>
                  </a:lnTo>
                  <a:lnTo>
                    <a:pt x="61" y="501"/>
                  </a:lnTo>
                  <a:lnTo>
                    <a:pt x="61" y="503"/>
                  </a:lnTo>
                  <a:lnTo>
                    <a:pt x="61" y="505"/>
                  </a:lnTo>
                  <a:lnTo>
                    <a:pt x="61" y="507"/>
                  </a:lnTo>
                  <a:lnTo>
                    <a:pt x="61" y="507"/>
                  </a:lnTo>
                  <a:lnTo>
                    <a:pt x="63" y="507"/>
                  </a:lnTo>
                  <a:lnTo>
                    <a:pt x="63" y="507"/>
                  </a:lnTo>
                  <a:lnTo>
                    <a:pt x="63" y="507"/>
                  </a:lnTo>
                  <a:lnTo>
                    <a:pt x="63" y="507"/>
                  </a:lnTo>
                  <a:lnTo>
                    <a:pt x="63" y="507"/>
                  </a:lnTo>
                  <a:lnTo>
                    <a:pt x="63" y="509"/>
                  </a:lnTo>
                  <a:lnTo>
                    <a:pt x="63" y="509"/>
                  </a:lnTo>
                  <a:lnTo>
                    <a:pt x="63" y="509"/>
                  </a:lnTo>
                  <a:lnTo>
                    <a:pt x="61" y="509"/>
                  </a:lnTo>
                  <a:lnTo>
                    <a:pt x="61" y="509"/>
                  </a:lnTo>
                  <a:lnTo>
                    <a:pt x="61" y="510"/>
                  </a:lnTo>
                  <a:lnTo>
                    <a:pt x="61" y="510"/>
                  </a:lnTo>
                  <a:lnTo>
                    <a:pt x="61" y="512"/>
                  </a:lnTo>
                  <a:lnTo>
                    <a:pt x="61" y="512"/>
                  </a:lnTo>
                  <a:lnTo>
                    <a:pt x="61" y="512"/>
                  </a:lnTo>
                  <a:lnTo>
                    <a:pt x="61" y="512"/>
                  </a:lnTo>
                  <a:lnTo>
                    <a:pt x="63" y="512"/>
                  </a:lnTo>
                  <a:lnTo>
                    <a:pt x="63" y="512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6"/>
                  </a:lnTo>
                  <a:lnTo>
                    <a:pt x="63" y="516"/>
                  </a:lnTo>
                  <a:lnTo>
                    <a:pt x="63" y="516"/>
                  </a:lnTo>
                  <a:lnTo>
                    <a:pt x="63" y="516"/>
                  </a:lnTo>
                  <a:lnTo>
                    <a:pt x="61" y="516"/>
                  </a:lnTo>
                  <a:lnTo>
                    <a:pt x="61" y="516"/>
                  </a:lnTo>
                  <a:lnTo>
                    <a:pt x="61" y="516"/>
                  </a:lnTo>
                  <a:lnTo>
                    <a:pt x="61" y="516"/>
                  </a:lnTo>
                  <a:lnTo>
                    <a:pt x="61" y="514"/>
                  </a:lnTo>
                  <a:lnTo>
                    <a:pt x="61" y="514"/>
                  </a:lnTo>
                  <a:lnTo>
                    <a:pt x="61" y="514"/>
                  </a:lnTo>
                  <a:lnTo>
                    <a:pt x="61" y="514"/>
                  </a:lnTo>
                  <a:lnTo>
                    <a:pt x="59" y="514"/>
                  </a:lnTo>
                  <a:lnTo>
                    <a:pt x="59" y="514"/>
                  </a:lnTo>
                  <a:lnTo>
                    <a:pt x="57" y="514"/>
                  </a:lnTo>
                  <a:lnTo>
                    <a:pt x="57" y="512"/>
                  </a:lnTo>
                  <a:lnTo>
                    <a:pt x="55" y="510"/>
                  </a:lnTo>
                  <a:lnTo>
                    <a:pt x="55" y="510"/>
                  </a:lnTo>
                  <a:lnTo>
                    <a:pt x="55" y="512"/>
                  </a:lnTo>
                  <a:lnTo>
                    <a:pt x="55" y="512"/>
                  </a:lnTo>
                  <a:lnTo>
                    <a:pt x="55" y="512"/>
                  </a:lnTo>
                  <a:lnTo>
                    <a:pt x="53" y="512"/>
                  </a:lnTo>
                  <a:lnTo>
                    <a:pt x="51" y="514"/>
                  </a:lnTo>
                  <a:lnTo>
                    <a:pt x="49" y="516"/>
                  </a:lnTo>
                  <a:lnTo>
                    <a:pt x="47" y="516"/>
                  </a:lnTo>
                  <a:lnTo>
                    <a:pt x="47" y="518"/>
                  </a:lnTo>
                  <a:lnTo>
                    <a:pt x="45" y="518"/>
                  </a:lnTo>
                  <a:lnTo>
                    <a:pt x="45" y="518"/>
                  </a:lnTo>
                  <a:lnTo>
                    <a:pt x="43" y="518"/>
                  </a:lnTo>
                  <a:lnTo>
                    <a:pt x="41" y="516"/>
                  </a:lnTo>
                  <a:lnTo>
                    <a:pt x="43" y="516"/>
                  </a:lnTo>
                  <a:lnTo>
                    <a:pt x="43" y="516"/>
                  </a:lnTo>
                  <a:lnTo>
                    <a:pt x="45" y="516"/>
                  </a:lnTo>
                  <a:lnTo>
                    <a:pt x="47" y="516"/>
                  </a:lnTo>
                  <a:lnTo>
                    <a:pt x="47" y="516"/>
                  </a:lnTo>
                  <a:lnTo>
                    <a:pt x="47" y="516"/>
                  </a:lnTo>
                  <a:lnTo>
                    <a:pt x="47" y="514"/>
                  </a:lnTo>
                  <a:lnTo>
                    <a:pt x="47" y="514"/>
                  </a:lnTo>
                  <a:lnTo>
                    <a:pt x="45" y="514"/>
                  </a:lnTo>
                  <a:lnTo>
                    <a:pt x="45" y="514"/>
                  </a:lnTo>
                  <a:lnTo>
                    <a:pt x="43" y="514"/>
                  </a:lnTo>
                  <a:lnTo>
                    <a:pt x="41" y="516"/>
                  </a:lnTo>
                  <a:lnTo>
                    <a:pt x="39" y="516"/>
                  </a:lnTo>
                  <a:lnTo>
                    <a:pt x="39" y="516"/>
                  </a:lnTo>
                  <a:lnTo>
                    <a:pt x="41" y="514"/>
                  </a:lnTo>
                  <a:lnTo>
                    <a:pt x="41" y="512"/>
                  </a:lnTo>
                  <a:lnTo>
                    <a:pt x="41" y="512"/>
                  </a:lnTo>
                  <a:lnTo>
                    <a:pt x="39" y="512"/>
                  </a:lnTo>
                  <a:lnTo>
                    <a:pt x="39" y="514"/>
                  </a:lnTo>
                  <a:lnTo>
                    <a:pt x="39" y="514"/>
                  </a:lnTo>
                  <a:lnTo>
                    <a:pt x="37" y="514"/>
                  </a:lnTo>
                  <a:lnTo>
                    <a:pt x="37" y="514"/>
                  </a:lnTo>
                  <a:lnTo>
                    <a:pt x="35" y="514"/>
                  </a:lnTo>
                  <a:lnTo>
                    <a:pt x="35" y="516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5" y="518"/>
                  </a:lnTo>
                  <a:lnTo>
                    <a:pt x="37" y="520"/>
                  </a:lnTo>
                  <a:lnTo>
                    <a:pt x="39" y="520"/>
                  </a:lnTo>
                  <a:lnTo>
                    <a:pt x="39" y="522"/>
                  </a:lnTo>
                  <a:lnTo>
                    <a:pt x="39" y="520"/>
                  </a:lnTo>
                  <a:lnTo>
                    <a:pt x="39" y="520"/>
                  </a:lnTo>
                  <a:lnTo>
                    <a:pt x="41" y="520"/>
                  </a:lnTo>
                  <a:lnTo>
                    <a:pt x="41" y="520"/>
                  </a:lnTo>
                  <a:lnTo>
                    <a:pt x="41" y="520"/>
                  </a:lnTo>
                  <a:lnTo>
                    <a:pt x="41" y="522"/>
                  </a:lnTo>
                  <a:lnTo>
                    <a:pt x="45" y="522"/>
                  </a:lnTo>
                  <a:lnTo>
                    <a:pt x="45" y="522"/>
                  </a:lnTo>
                  <a:lnTo>
                    <a:pt x="45" y="522"/>
                  </a:lnTo>
                  <a:lnTo>
                    <a:pt x="47" y="522"/>
                  </a:lnTo>
                  <a:lnTo>
                    <a:pt x="47" y="524"/>
                  </a:lnTo>
                  <a:lnTo>
                    <a:pt x="47" y="524"/>
                  </a:lnTo>
                  <a:lnTo>
                    <a:pt x="47" y="524"/>
                  </a:lnTo>
                  <a:lnTo>
                    <a:pt x="47" y="524"/>
                  </a:lnTo>
                  <a:lnTo>
                    <a:pt x="45" y="524"/>
                  </a:lnTo>
                  <a:lnTo>
                    <a:pt x="45" y="524"/>
                  </a:lnTo>
                  <a:lnTo>
                    <a:pt x="45" y="524"/>
                  </a:lnTo>
                  <a:lnTo>
                    <a:pt x="45" y="524"/>
                  </a:lnTo>
                  <a:lnTo>
                    <a:pt x="45" y="526"/>
                  </a:lnTo>
                  <a:lnTo>
                    <a:pt x="45" y="526"/>
                  </a:lnTo>
                  <a:lnTo>
                    <a:pt x="45" y="526"/>
                  </a:lnTo>
                  <a:lnTo>
                    <a:pt x="47" y="526"/>
                  </a:lnTo>
                  <a:lnTo>
                    <a:pt x="47" y="528"/>
                  </a:lnTo>
                  <a:lnTo>
                    <a:pt x="45" y="528"/>
                  </a:lnTo>
                  <a:lnTo>
                    <a:pt x="45" y="528"/>
                  </a:lnTo>
                  <a:lnTo>
                    <a:pt x="43" y="530"/>
                  </a:lnTo>
                  <a:lnTo>
                    <a:pt x="43" y="530"/>
                  </a:lnTo>
                  <a:lnTo>
                    <a:pt x="43" y="534"/>
                  </a:lnTo>
                  <a:lnTo>
                    <a:pt x="43" y="536"/>
                  </a:lnTo>
                  <a:lnTo>
                    <a:pt x="43" y="538"/>
                  </a:lnTo>
                  <a:lnTo>
                    <a:pt x="43" y="538"/>
                  </a:lnTo>
                  <a:lnTo>
                    <a:pt x="43" y="542"/>
                  </a:lnTo>
                  <a:lnTo>
                    <a:pt x="43" y="542"/>
                  </a:lnTo>
                  <a:lnTo>
                    <a:pt x="41" y="542"/>
                  </a:lnTo>
                  <a:lnTo>
                    <a:pt x="41" y="540"/>
                  </a:lnTo>
                  <a:lnTo>
                    <a:pt x="41" y="540"/>
                  </a:lnTo>
                  <a:lnTo>
                    <a:pt x="39" y="538"/>
                  </a:lnTo>
                  <a:lnTo>
                    <a:pt x="39" y="536"/>
                  </a:lnTo>
                  <a:lnTo>
                    <a:pt x="37" y="536"/>
                  </a:lnTo>
                  <a:lnTo>
                    <a:pt x="37" y="534"/>
                  </a:lnTo>
                  <a:lnTo>
                    <a:pt x="35" y="534"/>
                  </a:lnTo>
                  <a:lnTo>
                    <a:pt x="35" y="534"/>
                  </a:lnTo>
                  <a:lnTo>
                    <a:pt x="33" y="534"/>
                  </a:lnTo>
                  <a:lnTo>
                    <a:pt x="31" y="532"/>
                  </a:lnTo>
                  <a:lnTo>
                    <a:pt x="31" y="532"/>
                  </a:lnTo>
                  <a:lnTo>
                    <a:pt x="31" y="532"/>
                  </a:lnTo>
                  <a:lnTo>
                    <a:pt x="31" y="530"/>
                  </a:lnTo>
                  <a:lnTo>
                    <a:pt x="31" y="530"/>
                  </a:lnTo>
                  <a:lnTo>
                    <a:pt x="31" y="530"/>
                  </a:lnTo>
                  <a:lnTo>
                    <a:pt x="29" y="528"/>
                  </a:lnTo>
                  <a:lnTo>
                    <a:pt x="31" y="526"/>
                  </a:lnTo>
                  <a:lnTo>
                    <a:pt x="31" y="526"/>
                  </a:lnTo>
                  <a:lnTo>
                    <a:pt x="31" y="524"/>
                  </a:lnTo>
                  <a:lnTo>
                    <a:pt x="29" y="522"/>
                  </a:lnTo>
                  <a:lnTo>
                    <a:pt x="27" y="520"/>
                  </a:lnTo>
                  <a:lnTo>
                    <a:pt x="27" y="520"/>
                  </a:lnTo>
                  <a:lnTo>
                    <a:pt x="26" y="520"/>
                  </a:lnTo>
                  <a:lnTo>
                    <a:pt x="24" y="520"/>
                  </a:lnTo>
                  <a:lnTo>
                    <a:pt x="22" y="520"/>
                  </a:lnTo>
                  <a:lnTo>
                    <a:pt x="20" y="520"/>
                  </a:lnTo>
                  <a:lnTo>
                    <a:pt x="20" y="520"/>
                  </a:lnTo>
                  <a:lnTo>
                    <a:pt x="20" y="516"/>
                  </a:lnTo>
                  <a:lnTo>
                    <a:pt x="22" y="512"/>
                  </a:lnTo>
                  <a:lnTo>
                    <a:pt x="26" y="509"/>
                  </a:lnTo>
                  <a:lnTo>
                    <a:pt x="29" y="507"/>
                  </a:lnTo>
                  <a:lnTo>
                    <a:pt x="33" y="507"/>
                  </a:lnTo>
                  <a:lnTo>
                    <a:pt x="33" y="507"/>
                  </a:lnTo>
                  <a:lnTo>
                    <a:pt x="33" y="505"/>
                  </a:lnTo>
                  <a:lnTo>
                    <a:pt x="33" y="505"/>
                  </a:lnTo>
                  <a:lnTo>
                    <a:pt x="33" y="503"/>
                  </a:lnTo>
                  <a:lnTo>
                    <a:pt x="35" y="503"/>
                  </a:lnTo>
                  <a:lnTo>
                    <a:pt x="37" y="503"/>
                  </a:lnTo>
                  <a:lnTo>
                    <a:pt x="39" y="503"/>
                  </a:lnTo>
                  <a:lnTo>
                    <a:pt x="45" y="501"/>
                  </a:lnTo>
                  <a:lnTo>
                    <a:pt x="45" y="499"/>
                  </a:lnTo>
                  <a:lnTo>
                    <a:pt x="45" y="499"/>
                  </a:lnTo>
                  <a:lnTo>
                    <a:pt x="45" y="497"/>
                  </a:lnTo>
                  <a:lnTo>
                    <a:pt x="47" y="497"/>
                  </a:lnTo>
                  <a:lnTo>
                    <a:pt x="47" y="497"/>
                  </a:lnTo>
                  <a:lnTo>
                    <a:pt x="49" y="495"/>
                  </a:lnTo>
                  <a:lnTo>
                    <a:pt x="49" y="495"/>
                  </a:lnTo>
                  <a:lnTo>
                    <a:pt x="49" y="493"/>
                  </a:lnTo>
                  <a:lnTo>
                    <a:pt x="47" y="491"/>
                  </a:lnTo>
                  <a:lnTo>
                    <a:pt x="47" y="489"/>
                  </a:lnTo>
                  <a:lnTo>
                    <a:pt x="45" y="487"/>
                  </a:lnTo>
                  <a:lnTo>
                    <a:pt x="45" y="487"/>
                  </a:lnTo>
                  <a:lnTo>
                    <a:pt x="45" y="485"/>
                  </a:lnTo>
                  <a:lnTo>
                    <a:pt x="47" y="485"/>
                  </a:lnTo>
                  <a:lnTo>
                    <a:pt x="47" y="485"/>
                  </a:lnTo>
                  <a:lnTo>
                    <a:pt x="47" y="485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47" y="481"/>
                  </a:lnTo>
                  <a:lnTo>
                    <a:pt x="49" y="481"/>
                  </a:lnTo>
                  <a:lnTo>
                    <a:pt x="49" y="479"/>
                  </a:lnTo>
                  <a:lnTo>
                    <a:pt x="49" y="477"/>
                  </a:lnTo>
                  <a:lnTo>
                    <a:pt x="49" y="477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3"/>
                  </a:lnTo>
                  <a:lnTo>
                    <a:pt x="47" y="473"/>
                  </a:lnTo>
                  <a:lnTo>
                    <a:pt x="47" y="471"/>
                  </a:lnTo>
                  <a:lnTo>
                    <a:pt x="49" y="469"/>
                  </a:lnTo>
                  <a:lnTo>
                    <a:pt x="49" y="469"/>
                  </a:lnTo>
                  <a:lnTo>
                    <a:pt x="49" y="467"/>
                  </a:lnTo>
                  <a:lnTo>
                    <a:pt x="47" y="465"/>
                  </a:lnTo>
                  <a:lnTo>
                    <a:pt x="47" y="463"/>
                  </a:lnTo>
                  <a:lnTo>
                    <a:pt x="47" y="461"/>
                  </a:lnTo>
                  <a:lnTo>
                    <a:pt x="47" y="461"/>
                  </a:lnTo>
                  <a:lnTo>
                    <a:pt x="49" y="459"/>
                  </a:lnTo>
                  <a:lnTo>
                    <a:pt x="47" y="459"/>
                  </a:lnTo>
                  <a:lnTo>
                    <a:pt x="47" y="456"/>
                  </a:lnTo>
                  <a:lnTo>
                    <a:pt x="47" y="456"/>
                  </a:lnTo>
                  <a:lnTo>
                    <a:pt x="45" y="456"/>
                  </a:lnTo>
                  <a:lnTo>
                    <a:pt x="45" y="456"/>
                  </a:lnTo>
                  <a:lnTo>
                    <a:pt x="39" y="452"/>
                  </a:lnTo>
                  <a:lnTo>
                    <a:pt x="39" y="452"/>
                  </a:lnTo>
                  <a:lnTo>
                    <a:pt x="39" y="452"/>
                  </a:lnTo>
                  <a:lnTo>
                    <a:pt x="39" y="448"/>
                  </a:lnTo>
                  <a:lnTo>
                    <a:pt x="39" y="448"/>
                  </a:lnTo>
                  <a:lnTo>
                    <a:pt x="39" y="448"/>
                  </a:lnTo>
                  <a:lnTo>
                    <a:pt x="39" y="446"/>
                  </a:lnTo>
                  <a:lnTo>
                    <a:pt x="37" y="446"/>
                  </a:lnTo>
                  <a:lnTo>
                    <a:pt x="37" y="446"/>
                  </a:lnTo>
                  <a:lnTo>
                    <a:pt x="37" y="444"/>
                  </a:lnTo>
                  <a:lnTo>
                    <a:pt x="37" y="444"/>
                  </a:lnTo>
                  <a:lnTo>
                    <a:pt x="37" y="442"/>
                  </a:lnTo>
                  <a:lnTo>
                    <a:pt x="37" y="442"/>
                  </a:lnTo>
                  <a:lnTo>
                    <a:pt x="35" y="440"/>
                  </a:lnTo>
                  <a:lnTo>
                    <a:pt x="35" y="440"/>
                  </a:lnTo>
                  <a:lnTo>
                    <a:pt x="35" y="438"/>
                  </a:lnTo>
                  <a:lnTo>
                    <a:pt x="33" y="436"/>
                  </a:lnTo>
                  <a:lnTo>
                    <a:pt x="33" y="434"/>
                  </a:lnTo>
                  <a:lnTo>
                    <a:pt x="33" y="430"/>
                  </a:lnTo>
                  <a:lnTo>
                    <a:pt x="33" y="426"/>
                  </a:lnTo>
                  <a:lnTo>
                    <a:pt x="33" y="424"/>
                  </a:lnTo>
                  <a:lnTo>
                    <a:pt x="31" y="422"/>
                  </a:lnTo>
                  <a:lnTo>
                    <a:pt x="31" y="422"/>
                  </a:lnTo>
                  <a:lnTo>
                    <a:pt x="31" y="420"/>
                  </a:lnTo>
                  <a:lnTo>
                    <a:pt x="31" y="418"/>
                  </a:lnTo>
                  <a:lnTo>
                    <a:pt x="31" y="418"/>
                  </a:lnTo>
                  <a:lnTo>
                    <a:pt x="31" y="416"/>
                  </a:lnTo>
                  <a:lnTo>
                    <a:pt x="31" y="416"/>
                  </a:lnTo>
                  <a:lnTo>
                    <a:pt x="33" y="416"/>
                  </a:lnTo>
                  <a:lnTo>
                    <a:pt x="33" y="414"/>
                  </a:lnTo>
                  <a:lnTo>
                    <a:pt x="22" y="395"/>
                  </a:lnTo>
                  <a:lnTo>
                    <a:pt x="10" y="375"/>
                  </a:lnTo>
                  <a:lnTo>
                    <a:pt x="6" y="373"/>
                  </a:lnTo>
                  <a:lnTo>
                    <a:pt x="4" y="371"/>
                  </a:lnTo>
                  <a:lnTo>
                    <a:pt x="2" y="371"/>
                  </a:lnTo>
                  <a:lnTo>
                    <a:pt x="0" y="369"/>
                  </a:lnTo>
                  <a:lnTo>
                    <a:pt x="0" y="367"/>
                  </a:lnTo>
                  <a:lnTo>
                    <a:pt x="2" y="365"/>
                  </a:lnTo>
                  <a:lnTo>
                    <a:pt x="2" y="365"/>
                  </a:lnTo>
                  <a:lnTo>
                    <a:pt x="2" y="365"/>
                  </a:lnTo>
                  <a:lnTo>
                    <a:pt x="4" y="365"/>
                  </a:lnTo>
                  <a:lnTo>
                    <a:pt x="4" y="363"/>
                  </a:lnTo>
                  <a:lnTo>
                    <a:pt x="4" y="363"/>
                  </a:lnTo>
                  <a:lnTo>
                    <a:pt x="4" y="361"/>
                  </a:lnTo>
                  <a:lnTo>
                    <a:pt x="4" y="361"/>
                  </a:lnTo>
                  <a:lnTo>
                    <a:pt x="4" y="361"/>
                  </a:lnTo>
                  <a:lnTo>
                    <a:pt x="6" y="359"/>
                  </a:lnTo>
                  <a:lnTo>
                    <a:pt x="6" y="359"/>
                  </a:lnTo>
                  <a:lnTo>
                    <a:pt x="8" y="359"/>
                  </a:lnTo>
                  <a:lnTo>
                    <a:pt x="8" y="359"/>
                  </a:lnTo>
                  <a:lnTo>
                    <a:pt x="10" y="359"/>
                  </a:lnTo>
                  <a:lnTo>
                    <a:pt x="10" y="359"/>
                  </a:lnTo>
                  <a:lnTo>
                    <a:pt x="12" y="357"/>
                  </a:lnTo>
                  <a:lnTo>
                    <a:pt x="14" y="355"/>
                  </a:lnTo>
                  <a:lnTo>
                    <a:pt x="14" y="353"/>
                  </a:lnTo>
                  <a:lnTo>
                    <a:pt x="16" y="353"/>
                  </a:lnTo>
                  <a:lnTo>
                    <a:pt x="16" y="353"/>
                  </a:lnTo>
                  <a:lnTo>
                    <a:pt x="16" y="351"/>
                  </a:lnTo>
                  <a:lnTo>
                    <a:pt x="20" y="351"/>
                  </a:lnTo>
                  <a:lnTo>
                    <a:pt x="22" y="351"/>
                  </a:lnTo>
                  <a:lnTo>
                    <a:pt x="22" y="351"/>
                  </a:lnTo>
                  <a:lnTo>
                    <a:pt x="22" y="349"/>
                  </a:lnTo>
                  <a:lnTo>
                    <a:pt x="22" y="349"/>
                  </a:lnTo>
                  <a:lnTo>
                    <a:pt x="22" y="348"/>
                  </a:lnTo>
                  <a:lnTo>
                    <a:pt x="26" y="340"/>
                  </a:lnTo>
                  <a:lnTo>
                    <a:pt x="27" y="340"/>
                  </a:lnTo>
                  <a:lnTo>
                    <a:pt x="26" y="338"/>
                  </a:lnTo>
                  <a:lnTo>
                    <a:pt x="26" y="336"/>
                  </a:lnTo>
                  <a:lnTo>
                    <a:pt x="24" y="336"/>
                  </a:lnTo>
                  <a:lnTo>
                    <a:pt x="26" y="334"/>
                  </a:lnTo>
                  <a:lnTo>
                    <a:pt x="26" y="332"/>
                  </a:lnTo>
                  <a:lnTo>
                    <a:pt x="26" y="332"/>
                  </a:lnTo>
                  <a:lnTo>
                    <a:pt x="26" y="332"/>
                  </a:lnTo>
                  <a:lnTo>
                    <a:pt x="29" y="330"/>
                  </a:lnTo>
                  <a:lnTo>
                    <a:pt x="29" y="330"/>
                  </a:lnTo>
                  <a:lnTo>
                    <a:pt x="29" y="322"/>
                  </a:lnTo>
                  <a:lnTo>
                    <a:pt x="31" y="320"/>
                  </a:lnTo>
                  <a:lnTo>
                    <a:pt x="33" y="320"/>
                  </a:lnTo>
                  <a:lnTo>
                    <a:pt x="33" y="320"/>
                  </a:lnTo>
                  <a:lnTo>
                    <a:pt x="35" y="320"/>
                  </a:lnTo>
                  <a:lnTo>
                    <a:pt x="35" y="322"/>
                  </a:lnTo>
                  <a:lnTo>
                    <a:pt x="35" y="322"/>
                  </a:lnTo>
                  <a:lnTo>
                    <a:pt x="37" y="324"/>
                  </a:lnTo>
                  <a:lnTo>
                    <a:pt x="37" y="324"/>
                  </a:lnTo>
                  <a:lnTo>
                    <a:pt x="39" y="324"/>
                  </a:lnTo>
                  <a:lnTo>
                    <a:pt x="41" y="324"/>
                  </a:lnTo>
                  <a:lnTo>
                    <a:pt x="41" y="324"/>
                  </a:lnTo>
                  <a:lnTo>
                    <a:pt x="63" y="324"/>
                  </a:lnTo>
                  <a:lnTo>
                    <a:pt x="86" y="322"/>
                  </a:lnTo>
                  <a:lnTo>
                    <a:pt x="90" y="324"/>
                  </a:lnTo>
                  <a:lnTo>
                    <a:pt x="92" y="322"/>
                  </a:lnTo>
                  <a:lnTo>
                    <a:pt x="92" y="322"/>
                  </a:lnTo>
                  <a:lnTo>
                    <a:pt x="94" y="320"/>
                  </a:lnTo>
                  <a:lnTo>
                    <a:pt x="94" y="320"/>
                  </a:lnTo>
                  <a:lnTo>
                    <a:pt x="96" y="318"/>
                  </a:lnTo>
                  <a:lnTo>
                    <a:pt x="96" y="316"/>
                  </a:lnTo>
                  <a:lnTo>
                    <a:pt x="96" y="314"/>
                  </a:lnTo>
                  <a:lnTo>
                    <a:pt x="98" y="314"/>
                  </a:lnTo>
                  <a:lnTo>
                    <a:pt x="98" y="312"/>
                  </a:lnTo>
                  <a:lnTo>
                    <a:pt x="98" y="312"/>
                  </a:lnTo>
                  <a:lnTo>
                    <a:pt x="98" y="310"/>
                  </a:lnTo>
                  <a:lnTo>
                    <a:pt x="96" y="310"/>
                  </a:lnTo>
                  <a:lnTo>
                    <a:pt x="94" y="308"/>
                  </a:lnTo>
                  <a:lnTo>
                    <a:pt x="94" y="306"/>
                  </a:lnTo>
                  <a:lnTo>
                    <a:pt x="94" y="304"/>
                  </a:lnTo>
                  <a:lnTo>
                    <a:pt x="92" y="302"/>
                  </a:lnTo>
                  <a:lnTo>
                    <a:pt x="92" y="296"/>
                  </a:lnTo>
                  <a:lnTo>
                    <a:pt x="92" y="295"/>
                  </a:lnTo>
                  <a:lnTo>
                    <a:pt x="92" y="293"/>
                  </a:lnTo>
                  <a:lnTo>
                    <a:pt x="92" y="293"/>
                  </a:lnTo>
                  <a:lnTo>
                    <a:pt x="92" y="287"/>
                  </a:lnTo>
                  <a:lnTo>
                    <a:pt x="92" y="287"/>
                  </a:lnTo>
                  <a:lnTo>
                    <a:pt x="92" y="287"/>
                  </a:lnTo>
                  <a:lnTo>
                    <a:pt x="94" y="285"/>
                  </a:lnTo>
                  <a:lnTo>
                    <a:pt x="96" y="283"/>
                  </a:lnTo>
                  <a:lnTo>
                    <a:pt x="96" y="283"/>
                  </a:lnTo>
                  <a:lnTo>
                    <a:pt x="98" y="281"/>
                  </a:lnTo>
                  <a:lnTo>
                    <a:pt x="98" y="279"/>
                  </a:lnTo>
                  <a:lnTo>
                    <a:pt x="100" y="279"/>
                  </a:lnTo>
                  <a:lnTo>
                    <a:pt x="102" y="279"/>
                  </a:lnTo>
                  <a:lnTo>
                    <a:pt x="102" y="277"/>
                  </a:lnTo>
                  <a:lnTo>
                    <a:pt x="100" y="277"/>
                  </a:lnTo>
                  <a:lnTo>
                    <a:pt x="100" y="275"/>
                  </a:lnTo>
                  <a:lnTo>
                    <a:pt x="102" y="275"/>
                  </a:lnTo>
                  <a:lnTo>
                    <a:pt x="102" y="275"/>
                  </a:lnTo>
                  <a:lnTo>
                    <a:pt x="104" y="273"/>
                  </a:lnTo>
                  <a:lnTo>
                    <a:pt x="102" y="273"/>
                  </a:lnTo>
                  <a:lnTo>
                    <a:pt x="102" y="273"/>
                  </a:lnTo>
                  <a:lnTo>
                    <a:pt x="102" y="273"/>
                  </a:lnTo>
                  <a:lnTo>
                    <a:pt x="102" y="271"/>
                  </a:lnTo>
                  <a:lnTo>
                    <a:pt x="102" y="271"/>
                  </a:lnTo>
                  <a:lnTo>
                    <a:pt x="102" y="269"/>
                  </a:lnTo>
                  <a:lnTo>
                    <a:pt x="102" y="269"/>
                  </a:lnTo>
                  <a:lnTo>
                    <a:pt x="100" y="269"/>
                  </a:lnTo>
                  <a:lnTo>
                    <a:pt x="100" y="269"/>
                  </a:lnTo>
                  <a:lnTo>
                    <a:pt x="100" y="267"/>
                  </a:lnTo>
                  <a:lnTo>
                    <a:pt x="100" y="263"/>
                  </a:lnTo>
                  <a:lnTo>
                    <a:pt x="102" y="263"/>
                  </a:lnTo>
                  <a:lnTo>
                    <a:pt x="100" y="263"/>
                  </a:lnTo>
                  <a:lnTo>
                    <a:pt x="100" y="261"/>
                  </a:lnTo>
                  <a:lnTo>
                    <a:pt x="98" y="261"/>
                  </a:lnTo>
                  <a:lnTo>
                    <a:pt x="98" y="261"/>
                  </a:lnTo>
                  <a:lnTo>
                    <a:pt x="98" y="259"/>
                  </a:lnTo>
                  <a:lnTo>
                    <a:pt x="98" y="259"/>
                  </a:lnTo>
                  <a:lnTo>
                    <a:pt x="100" y="259"/>
                  </a:lnTo>
                  <a:lnTo>
                    <a:pt x="98" y="257"/>
                  </a:lnTo>
                  <a:lnTo>
                    <a:pt x="98" y="255"/>
                  </a:lnTo>
                  <a:lnTo>
                    <a:pt x="100" y="255"/>
                  </a:lnTo>
                  <a:lnTo>
                    <a:pt x="100" y="255"/>
                  </a:lnTo>
                  <a:lnTo>
                    <a:pt x="100" y="255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2" y="251"/>
                  </a:lnTo>
                  <a:lnTo>
                    <a:pt x="102" y="251"/>
                  </a:lnTo>
                  <a:lnTo>
                    <a:pt x="102" y="251"/>
                  </a:lnTo>
                  <a:lnTo>
                    <a:pt x="102" y="249"/>
                  </a:lnTo>
                  <a:lnTo>
                    <a:pt x="104" y="251"/>
                  </a:lnTo>
                  <a:lnTo>
                    <a:pt x="104" y="249"/>
                  </a:lnTo>
                  <a:lnTo>
                    <a:pt x="104" y="243"/>
                  </a:lnTo>
                  <a:lnTo>
                    <a:pt x="104" y="240"/>
                  </a:lnTo>
                  <a:lnTo>
                    <a:pt x="104" y="240"/>
                  </a:lnTo>
                  <a:lnTo>
                    <a:pt x="102" y="238"/>
                  </a:lnTo>
                  <a:lnTo>
                    <a:pt x="100" y="236"/>
                  </a:lnTo>
                  <a:lnTo>
                    <a:pt x="102" y="236"/>
                  </a:lnTo>
                  <a:lnTo>
                    <a:pt x="102" y="234"/>
                  </a:lnTo>
                  <a:lnTo>
                    <a:pt x="104" y="234"/>
                  </a:lnTo>
                  <a:lnTo>
                    <a:pt x="104" y="232"/>
                  </a:lnTo>
                  <a:lnTo>
                    <a:pt x="104" y="232"/>
                  </a:lnTo>
                  <a:lnTo>
                    <a:pt x="104" y="230"/>
                  </a:lnTo>
                  <a:lnTo>
                    <a:pt x="104" y="230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6" y="228"/>
                  </a:lnTo>
                  <a:lnTo>
                    <a:pt x="106" y="230"/>
                  </a:lnTo>
                  <a:lnTo>
                    <a:pt x="106" y="230"/>
                  </a:lnTo>
                  <a:lnTo>
                    <a:pt x="106" y="230"/>
                  </a:lnTo>
                  <a:lnTo>
                    <a:pt x="106" y="228"/>
                  </a:lnTo>
                  <a:lnTo>
                    <a:pt x="108" y="228"/>
                  </a:lnTo>
                  <a:lnTo>
                    <a:pt x="106" y="226"/>
                  </a:lnTo>
                  <a:lnTo>
                    <a:pt x="108" y="226"/>
                  </a:lnTo>
                  <a:lnTo>
                    <a:pt x="108" y="224"/>
                  </a:lnTo>
                  <a:lnTo>
                    <a:pt x="108" y="22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06" y="222"/>
                  </a:lnTo>
                  <a:lnTo>
                    <a:pt x="108" y="220"/>
                  </a:lnTo>
                  <a:lnTo>
                    <a:pt x="108" y="220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4" y="220"/>
                  </a:lnTo>
                  <a:lnTo>
                    <a:pt x="106" y="218"/>
                  </a:lnTo>
                  <a:lnTo>
                    <a:pt x="106" y="216"/>
                  </a:lnTo>
                  <a:lnTo>
                    <a:pt x="106" y="214"/>
                  </a:lnTo>
                  <a:lnTo>
                    <a:pt x="106" y="214"/>
                  </a:lnTo>
                  <a:lnTo>
                    <a:pt x="104" y="212"/>
                  </a:lnTo>
                  <a:lnTo>
                    <a:pt x="104" y="212"/>
                  </a:lnTo>
                  <a:lnTo>
                    <a:pt x="102" y="212"/>
                  </a:lnTo>
                  <a:lnTo>
                    <a:pt x="102" y="212"/>
                  </a:lnTo>
                  <a:lnTo>
                    <a:pt x="102" y="212"/>
                  </a:lnTo>
                  <a:lnTo>
                    <a:pt x="100" y="212"/>
                  </a:lnTo>
                  <a:lnTo>
                    <a:pt x="100" y="210"/>
                  </a:lnTo>
                  <a:lnTo>
                    <a:pt x="100" y="210"/>
                  </a:lnTo>
                  <a:lnTo>
                    <a:pt x="102" y="206"/>
                  </a:lnTo>
                  <a:lnTo>
                    <a:pt x="102" y="204"/>
                  </a:lnTo>
                  <a:lnTo>
                    <a:pt x="100" y="204"/>
                  </a:lnTo>
                  <a:lnTo>
                    <a:pt x="100" y="202"/>
                  </a:lnTo>
                  <a:lnTo>
                    <a:pt x="102" y="200"/>
                  </a:lnTo>
                  <a:lnTo>
                    <a:pt x="102" y="198"/>
                  </a:lnTo>
                  <a:lnTo>
                    <a:pt x="104" y="198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6" y="196"/>
                  </a:lnTo>
                  <a:lnTo>
                    <a:pt x="106" y="196"/>
                  </a:lnTo>
                  <a:lnTo>
                    <a:pt x="106" y="196"/>
                  </a:lnTo>
                  <a:lnTo>
                    <a:pt x="108" y="194"/>
                  </a:lnTo>
                  <a:lnTo>
                    <a:pt x="108" y="194"/>
                  </a:lnTo>
                  <a:lnTo>
                    <a:pt x="108" y="194"/>
                  </a:lnTo>
                  <a:lnTo>
                    <a:pt x="114" y="192"/>
                  </a:lnTo>
                  <a:lnTo>
                    <a:pt x="114" y="192"/>
                  </a:lnTo>
                  <a:lnTo>
                    <a:pt x="114" y="192"/>
                  </a:lnTo>
                  <a:lnTo>
                    <a:pt x="114" y="192"/>
                  </a:lnTo>
                  <a:lnTo>
                    <a:pt x="116" y="190"/>
                  </a:lnTo>
                  <a:lnTo>
                    <a:pt x="116" y="190"/>
                  </a:lnTo>
                  <a:lnTo>
                    <a:pt x="116" y="190"/>
                  </a:lnTo>
                  <a:lnTo>
                    <a:pt x="116" y="190"/>
                  </a:lnTo>
                  <a:lnTo>
                    <a:pt x="118" y="190"/>
                  </a:lnTo>
                  <a:lnTo>
                    <a:pt x="118" y="190"/>
                  </a:lnTo>
                  <a:lnTo>
                    <a:pt x="118" y="190"/>
                  </a:lnTo>
                  <a:lnTo>
                    <a:pt x="120" y="188"/>
                  </a:lnTo>
                  <a:lnTo>
                    <a:pt x="120" y="188"/>
                  </a:lnTo>
                  <a:lnTo>
                    <a:pt x="120" y="188"/>
                  </a:lnTo>
                  <a:lnTo>
                    <a:pt x="122" y="187"/>
                  </a:lnTo>
                  <a:lnTo>
                    <a:pt x="122" y="187"/>
                  </a:lnTo>
                  <a:lnTo>
                    <a:pt x="124" y="187"/>
                  </a:lnTo>
                  <a:lnTo>
                    <a:pt x="124" y="185"/>
                  </a:lnTo>
                  <a:lnTo>
                    <a:pt x="124" y="183"/>
                  </a:lnTo>
                  <a:lnTo>
                    <a:pt x="124" y="183"/>
                  </a:lnTo>
                  <a:lnTo>
                    <a:pt x="122" y="183"/>
                  </a:lnTo>
                  <a:lnTo>
                    <a:pt x="122" y="183"/>
                  </a:lnTo>
                  <a:lnTo>
                    <a:pt x="122" y="181"/>
                  </a:lnTo>
                  <a:lnTo>
                    <a:pt x="122" y="181"/>
                  </a:lnTo>
                  <a:lnTo>
                    <a:pt x="122" y="181"/>
                  </a:lnTo>
                  <a:lnTo>
                    <a:pt x="122" y="179"/>
                  </a:lnTo>
                  <a:lnTo>
                    <a:pt x="122" y="179"/>
                  </a:lnTo>
                  <a:lnTo>
                    <a:pt x="122" y="179"/>
                  </a:lnTo>
                  <a:lnTo>
                    <a:pt x="122" y="179"/>
                  </a:lnTo>
                  <a:lnTo>
                    <a:pt x="122" y="179"/>
                  </a:lnTo>
                  <a:lnTo>
                    <a:pt x="120" y="179"/>
                  </a:lnTo>
                  <a:lnTo>
                    <a:pt x="120" y="177"/>
                  </a:lnTo>
                  <a:lnTo>
                    <a:pt x="120" y="177"/>
                  </a:lnTo>
                  <a:lnTo>
                    <a:pt x="118" y="175"/>
                  </a:lnTo>
                  <a:lnTo>
                    <a:pt x="118" y="175"/>
                  </a:lnTo>
                  <a:lnTo>
                    <a:pt x="118" y="173"/>
                  </a:lnTo>
                  <a:lnTo>
                    <a:pt x="118" y="173"/>
                  </a:lnTo>
                  <a:lnTo>
                    <a:pt x="118" y="171"/>
                  </a:lnTo>
                  <a:lnTo>
                    <a:pt x="118" y="171"/>
                  </a:lnTo>
                  <a:lnTo>
                    <a:pt x="118" y="169"/>
                  </a:lnTo>
                  <a:lnTo>
                    <a:pt x="118" y="169"/>
                  </a:lnTo>
                  <a:lnTo>
                    <a:pt x="118" y="169"/>
                  </a:lnTo>
                  <a:lnTo>
                    <a:pt x="118" y="169"/>
                  </a:lnTo>
                  <a:lnTo>
                    <a:pt x="118" y="169"/>
                  </a:lnTo>
                  <a:lnTo>
                    <a:pt x="118" y="167"/>
                  </a:lnTo>
                  <a:lnTo>
                    <a:pt x="118" y="167"/>
                  </a:lnTo>
                  <a:lnTo>
                    <a:pt x="120" y="167"/>
                  </a:lnTo>
                  <a:lnTo>
                    <a:pt x="120" y="167"/>
                  </a:lnTo>
                  <a:lnTo>
                    <a:pt x="120" y="167"/>
                  </a:lnTo>
                  <a:lnTo>
                    <a:pt x="120" y="167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65"/>
                  </a:lnTo>
                  <a:lnTo>
                    <a:pt x="122" y="165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22" y="161"/>
                  </a:lnTo>
                  <a:lnTo>
                    <a:pt x="122" y="161"/>
                  </a:lnTo>
                  <a:lnTo>
                    <a:pt x="122" y="161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7"/>
                  </a:lnTo>
                  <a:lnTo>
                    <a:pt x="124" y="155"/>
                  </a:lnTo>
                  <a:lnTo>
                    <a:pt x="124" y="155"/>
                  </a:lnTo>
                  <a:lnTo>
                    <a:pt x="124" y="155"/>
                  </a:lnTo>
                  <a:lnTo>
                    <a:pt x="124" y="153"/>
                  </a:lnTo>
                  <a:lnTo>
                    <a:pt x="126" y="153"/>
                  </a:lnTo>
                  <a:lnTo>
                    <a:pt x="126" y="151"/>
                  </a:lnTo>
                  <a:lnTo>
                    <a:pt x="127" y="151"/>
                  </a:lnTo>
                  <a:lnTo>
                    <a:pt x="127" y="151"/>
                  </a:lnTo>
                  <a:lnTo>
                    <a:pt x="129" y="151"/>
                  </a:lnTo>
                  <a:lnTo>
                    <a:pt x="129" y="149"/>
                  </a:lnTo>
                  <a:lnTo>
                    <a:pt x="129" y="149"/>
                  </a:lnTo>
                  <a:lnTo>
                    <a:pt x="131" y="147"/>
                  </a:lnTo>
                  <a:lnTo>
                    <a:pt x="131" y="147"/>
                  </a:lnTo>
                  <a:lnTo>
                    <a:pt x="131" y="147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35" y="147"/>
                  </a:lnTo>
                  <a:lnTo>
                    <a:pt x="135" y="147"/>
                  </a:lnTo>
                  <a:lnTo>
                    <a:pt x="135" y="147"/>
                  </a:lnTo>
                  <a:lnTo>
                    <a:pt x="135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7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5"/>
                  </a:lnTo>
                  <a:lnTo>
                    <a:pt x="139" y="145"/>
                  </a:lnTo>
                  <a:lnTo>
                    <a:pt x="139" y="143"/>
                  </a:lnTo>
                  <a:lnTo>
                    <a:pt x="139" y="143"/>
                  </a:lnTo>
                  <a:lnTo>
                    <a:pt x="139" y="143"/>
                  </a:lnTo>
                  <a:lnTo>
                    <a:pt x="139" y="143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1" y="141"/>
                  </a:lnTo>
                  <a:lnTo>
                    <a:pt x="145" y="141"/>
                  </a:lnTo>
                  <a:lnTo>
                    <a:pt x="147" y="141"/>
                  </a:lnTo>
                  <a:lnTo>
                    <a:pt x="147" y="141"/>
                  </a:lnTo>
                  <a:lnTo>
                    <a:pt x="149" y="141"/>
                  </a:lnTo>
                  <a:lnTo>
                    <a:pt x="149" y="141"/>
                  </a:lnTo>
                  <a:lnTo>
                    <a:pt x="149" y="141"/>
                  </a:lnTo>
                  <a:lnTo>
                    <a:pt x="153" y="141"/>
                  </a:lnTo>
                  <a:lnTo>
                    <a:pt x="153" y="141"/>
                  </a:lnTo>
                  <a:lnTo>
                    <a:pt x="153" y="141"/>
                  </a:lnTo>
                  <a:lnTo>
                    <a:pt x="153" y="141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3" y="143"/>
                  </a:lnTo>
                  <a:lnTo>
                    <a:pt x="155" y="143"/>
                  </a:lnTo>
                  <a:lnTo>
                    <a:pt x="155" y="143"/>
                  </a:lnTo>
                  <a:lnTo>
                    <a:pt x="157" y="143"/>
                  </a:lnTo>
                  <a:lnTo>
                    <a:pt x="157" y="143"/>
                  </a:lnTo>
                  <a:lnTo>
                    <a:pt x="157" y="145"/>
                  </a:lnTo>
                  <a:lnTo>
                    <a:pt x="157" y="145"/>
                  </a:lnTo>
                  <a:lnTo>
                    <a:pt x="157" y="145"/>
                  </a:lnTo>
                  <a:lnTo>
                    <a:pt x="157" y="145"/>
                  </a:lnTo>
                  <a:lnTo>
                    <a:pt x="159" y="145"/>
                  </a:lnTo>
                  <a:lnTo>
                    <a:pt x="159" y="145"/>
                  </a:lnTo>
                  <a:lnTo>
                    <a:pt x="161" y="145"/>
                  </a:lnTo>
                  <a:lnTo>
                    <a:pt x="161" y="145"/>
                  </a:lnTo>
                  <a:lnTo>
                    <a:pt x="161" y="145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7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49"/>
                  </a:lnTo>
                  <a:lnTo>
                    <a:pt x="161" y="151"/>
                  </a:lnTo>
                  <a:lnTo>
                    <a:pt x="161" y="151"/>
                  </a:lnTo>
                  <a:lnTo>
                    <a:pt x="161" y="151"/>
                  </a:lnTo>
                  <a:lnTo>
                    <a:pt x="161" y="151"/>
                  </a:lnTo>
                  <a:lnTo>
                    <a:pt x="161" y="153"/>
                  </a:lnTo>
                  <a:lnTo>
                    <a:pt x="159" y="153"/>
                  </a:lnTo>
                  <a:lnTo>
                    <a:pt x="159" y="153"/>
                  </a:lnTo>
                  <a:lnTo>
                    <a:pt x="159" y="153"/>
                  </a:lnTo>
                  <a:lnTo>
                    <a:pt x="159" y="153"/>
                  </a:lnTo>
                  <a:lnTo>
                    <a:pt x="161" y="155"/>
                  </a:lnTo>
                  <a:lnTo>
                    <a:pt x="161" y="155"/>
                  </a:lnTo>
                  <a:lnTo>
                    <a:pt x="161" y="155"/>
                  </a:lnTo>
                  <a:lnTo>
                    <a:pt x="161" y="155"/>
                  </a:lnTo>
                  <a:lnTo>
                    <a:pt x="163" y="155"/>
                  </a:lnTo>
                  <a:lnTo>
                    <a:pt x="163" y="155"/>
                  </a:lnTo>
                  <a:lnTo>
                    <a:pt x="165" y="153"/>
                  </a:lnTo>
                  <a:lnTo>
                    <a:pt x="165" y="153"/>
                  </a:lnTo>
                  <a:lnTo>
                    <a:pt x="165" y="153"/>
                  </a:lnTo>
                  <a:lnTo>
                    <a:pt x="165" y="153"/>
                  </a:lnTo>
                  <a:lnTo>
                    <a:pt x="167" y="151"/>
                  </a:lnTo>
                  <a:lnTo>
                    <a:pt x="167" y="151"/>
                  </a:lnTo>
                  <a:lnTo>
                    <a:pt x="167" y="151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69" y="149"/>
                  </a:lnTo>
                  <a:lnTo>
                    <a:pt x="169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1" y="149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75" y="147"/>
                  </a:lnTo>
                  <a:lnTo>
                    <a:pt x="175" y="147"/>
                  </a:lnTo>
                  <a:lnTo>
                    <a:pt x="178" y="147"/>
                  </a:lnTo>
                  <a:lnTo>
                    <a:pt x="178" y="147"/>
                  </a:lnTo>
                  <a:lnTo>
                    <a:pt x="178" y="147"/>
                  </a:lnTo>
                  <a:lnTo>
                    <a:pt x="178" y="147"/>
                  </a:lnTo>
                  <a:lnTo>
                    <a:pt x="178" y="147"/>
                  </a:lnTo>
                  <a:lnTo>
                    <a:pt x="178" y="147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80" y="149"/>
                  </a:lnTo>
                  <a:lnTo>
                    <a:pt x="180" y="149"/>
                  </a:lnTo>
                  <a:lnTo>
                    <a:pt x="182" y="151"/>
                  </a:lnTo>
                  <a:lnTo>
                    <a:pt x="182" y="151"/>
                  </a:lnTo>
                  <a:lnTo>
                    <a:pt x="182" y="151"/>
                  </a:lnTo>
                  <a:lnTo>
                    <a:pt x="182" y="153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6" y="153"/>
                  </a:lnTo>
                  <a:lnTo>
                    <a:pt x="186" y="153"/>
                  </a:lnTo>
                  <a:lnTo>
                    <a:pt x="188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0" y="153"/>
                  </a:lnTo>
                  <a:lnTo>
                    <a:pt x="192" y="153"/>
                  </a:lnTo>
                  <a:lnTo>
                    <a:pt x="192" y="151"/>
                  </a:lnTo>
                  <a:lnTo>
                    <a:pt x="194" y="151"/>
                  </a:lnTo>
                  <a:lnTo>
                    <a:pt x="194" y="151"/>
                  </a:lnTo>
                  <a:lnTo>
                    <a:pt x="194" y="149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6" y="147"/>
                  </a:lnTo>
                  <a:lnTo>
                    <a:pt x="198" y="147"/>
                  </a:lnTo>
                  <a:lnTo>
                    <a:pt x="198" y="149"/>
                  </a:lnTo>
                  <a:lnTo>
                    <a:pt x="198" y="149"/>
                  </a:lnTo>
                  <a:lnTo>
                    <a:pt x="200" y="149"/>
                  </a:lnTo>
                  <a:lnTo>
                    <a:pt x="200" y="149"/>
                  </a:lnTo>
                  <a:lnTo>
                    <a:pt x="200" y="149"/>
                  </a:lnTo>
                  <a:lnTo>
                    <a:pt x="200" y="149"/>
                  </a:lnTo>
                  <a:lnTo>
                    <a:pt x="202" y="149"/>
                  </a:lnTo>
                  <a:lnTo>
                    <a:pt x="204" y="149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10" y="149"/>
                  </a:lnTo>
                  <a:lnTo>
                    <a:pt x="212" y="147"/>
                  </a:lnTo>
                  <a:lnTo>
                    <a:pt x="212" y="147"/>
                  </a:lnTo>
                  <a:lnTo>
                    <a:pt x="212" y="147"/>
                  </a:lnTo>
                  <a:lnTo>
                    <a:pt x="212" y="145"/>
                  </a:lnTo>
                  <a:lnTo>
                    <a:pt x="212" y="145"/>
                  </a:lnTo>
                  <a:lnTo>
                    <a:pt x="212" y="145"/>
                  </a:lnTo>
                  <a:lnTo>
                    <a:pt x="214" y="145"/>
                  </a:lnTo>
                  <a:lnTo>
                    <a:pt x="214" y="143"/>
                  </a:lnTo>
                  <a:lnTo>
                    <a:pt x="214" y="143"/>
                  </a:lnTo>
                  <a:lnTo>
                    <a:pt x="214" y="143"/>
                  </a:lnTo>
                  <a:lnTo>
                    <a:pt x="216" y="143"/>
                  </a:lnTo>
                  <a:lnTo>
                    <a:pt x="216" y="143"/>
                  </a:lnTo>
                  <a:lnTo>
                    <a:pt x="216" y="143"/>
                  </a:lnTo>
                  <a:lnTo>
                    <a:pt x="216" y="143"/>
                  </a:lnTo>
                  <a:lnTo>
                    <a:pt x="218" y="143"/>
                  </a:lnTo>
                  <a:lnTo>
                    <a:pt x="218" y="143"/>
                  </a:lnTo>
                  <a:lnTo>
                    <a:pt x="218" y="143"/>
                  </a:lnTo>
                  <a:lnTo>
                    <a:pt x="218" y="143"/>
                  </a:lnTo>
                  <a:lnTo>
                    <a:pt x="220" y="143"/>
                  </a:lnTo>
                  <a:lnTo>
                    <a:pt x="220" y="143"/>
                  </a:lnTo>
                  <a:lnTo>
                    <a:pt x="220" y="143"/>
                  </a:lnTo>
                  <a:lnTo>
                    <a:pt x="222" y="143"/>
                  </a:lnTo>
                  <a:lnTo>
                    <a:pt x="222" y="143"/>
                  </a:lnTo>
                  <a:lnTo>
                    <a:pt x="224" y="139"/>
                  </a:lnTo>
                  <a:lnTo>
                    <a:pt x="226" y="137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6" y="134"/>
                  </a:lnTo>
                  <a:lnTo>
                    <a:pt x="228" y="132"/>
                  </a:lnTo>
                  <a:lnTo>
                    <a:pt x="228" y="130"/>
                  </a:lnTo>
                  <a:lnTo>
                    <a:pt x="228" y="130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31" y="128"/>
                  </a:lnTo>
                  <a:lnTo>
                    <a:pt x="231" y="126"/>
                  </a:lnTo>
                  <a:lnTo>
                    <a:pt x="231" y="126"/>
                  </a:lnTo>
                  <a:lnTo>
                    <a:pt x="231" y="124"/>
                  </a:lnTo>
                  <a:lnTo>
                    <a:pt x="231" y="122"/>
                  </a:lnTo>
                  <a:lnTo>
                    <a:pt x="231" y="122"/>
                  </a:lnTo>
                  <a:lnTo>
                    <a:pt x="233" y="122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1" y="120"/>
                  </a:lnTo>
                  <a:lnTo>
                    <a:pt x="231" y="120"/>
                  </a:lnTo>
                  <a:lnTo>
                    <a:pt x="229" y="120"/>
                  </a:lnTo>
                  <a:lnTo>
                    <a:pt x="229" y="118"/>
                  </a:lnTo>
                  <a:lnTo>
                    <a:pt x="229" y="118"/>
                  </a:lnTo>
                  <a:lnTo>
                    <a:pt x="229" y="118"/>
                  </a:lnTo>
                  <a:lnTo>
                    <a:pt x="229" y="118"/>
                  </a:lnTo>
                  <a:lnTo>
                    <a:pt x="229" y="118"/>
                  </a:lnTo>
                  <a:lnTo>
                    <a:pt x="229" y="118"/>
                  </a:lnTo>
                  <a:lnTo>
                    <a:pt x="229" y="116"/>
                  </a:lnTo>
                  <a:lnTo>
                    <a:pt x="229" y="116"/>
                  </a:lnTo>
                  <a:lnTo>
                    <a:pt x="229" y="114"/>
                  </a:lnTo>
                  <a:lnTo>
                    <a:pt x="229" y="114"/>
                  </a:lnTo>
                  <a:lnTo>
                    <a:pt x="229" y="114"/>
                  </a:lnTo>
                  <a:lnTo>
                    <a:pt x="229" y="112"/>
                  </a:lnTo>
                  <a:lnTo>
                    <a:pt x="228" y="112"/>
                  </a:lnTo>
                  <a:lnTo>
                    <a:pt x="228" y="112"/>
                  </a:lnTo>
                  <a:lnTo>
                    <a:pt x="228" y="112"/>
                  </a:lnTo>
                  <a:lnTo>
                    <a:pt x="228" y="112"/>
                  </a:lnTo>
                  <a:lnTo>
                    <a:pt x="229" y="110"/>
                  </a:lnTo>
                  <a:lnTo>
                    <a:pt x="229" y="110"/>
                  </a:lnTo>
                  <a:lnTo>
                    <a:pt x="229" y="108"/>
                  </a:lnTo>
                  <a:lnTo>
                    <a:pt x="229" y="108"/>
                  </a:lnTo>
                  <a:lnTo>
                    <a:pt x="229" y="106"/>
                  </a:lnTo>
                  <a:lnTo>
                    <a:pt x="229" y="106"/>
                  </a:lnTo>
                  <a:lnTo>
                    <a:pt x="229" y="106"/>
                  </a:lnTo>
                  <a:lnTo>
                    <a:pt x="229" y="100"/>
                  </a:lnTo>
                  <a:lnTo>
                    <a:pt x="229" y="100"/>
                  </a:lnTo>
                  <a:lnTo>
                    <a:pt x="229" y="100"/>
                  </a:lnTo>
                  <a:lnTo>
                    <a:pt x="229" y="100"/>
                  </a:lnTo>
                  <a:lnTo>
                    <a:pt x="231" y="100"/>
                  </a:lnTo>
                  <a:lnTo>
                    <a:pt x="231" y="100"/>
                  </a:lnTo>
                  <a:lnTo>
                    <a:pt x="233" y="100"/>
                  </a:lnTo>
                  <a:lnTo>
                    <a:pt x="233" y="100"/>
                  </a:lnTo>
                  <a:lnTo>
                    <a:pt x="235" y="100"/>
                  </a:lnTo>
                  <a:lnTo>
                    <a:pt x="235" y="100"/>
                  </a:lnTo>
                  <a:lnTo>
                    <a:pt x="235" y="100"/>
                  </a:lnTo>
                  <a:lnTo>
                    <a:pt x="237" y="100"/>
                  </a:lnTo>
                  <a:lnTo>
                    <a:pt x="237" y="100"/>
                  </a:lnTo>
                  <a:lnTo>
                    <a:pt x="237" y="102"/>
                  </a:lnTo>
                  <a:lnTo>
                    <a:pt x="237" y="100"/>
                  </a:lnTo>
                  <a:lnTo>
                    <a:pt x="237" y="100"/>
                  </a:lnTo>
                  <a:lnTo>
                    <a:pt x="237" y="100"/>
                  </a:lnTo>
                  <a:lnTo>
                    <a:pt x="239" y="98"/>
                  </a:lnTo>
                  <a:lnTo>
                    <a:pt x="239" y="98"/>
                  </a:lnTo>
                  <a:lnTo>
                    <a:pt x="239" y="98"/>
                  </a:lnTo>
                  <a:lnTo>
                    <a:pt x="239" y="98"/>
                  </a:lnTo>
                  <a:lnTo>
                    <a:pt x="239" y="98"/>
                  </a:lnTo>
                  <a:lnTo>
                    <a:pt x="241" y="98"/>
                  </a:lnTo>
                  <a:lnTo>
                    <a:pt x="241" y="98"/>
                  </a:lnTo>
                  <a:lnTo>
                    <a:pt x="241" y="100"/>
                  </a:lnTo>
                  <a:lnTo>
                    <a:pt x="241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0"/>
                  </a:lnTo>
                  <a:lnTo>
                    <a:pt x="243" y="102"/>
                  </a:lnTo>
                  <a:lnTo>
                    <a:pt x="245" y="102"/>
                  </a:lnTo>
                  <a:lnTo>
                    <a:pt x="245" y="102"/>
                  </a:lnTo>
                  <a:lnTo>
                    <a:pt x="247" y="102"/>
                  </a:lnTo>
                  <a:lnTo>
                    <a:pt x="247" y="102"/>
                  </a:lnTo>
                  <a:lnTo>
                    <a:pt x="251" y="100"/>
                  </a:lnTo>
                  <a:lnTo>
                    <a:pt x="251" y="100"/>
                  </a:lnTo>
                  <a:lnTo>
                    <a:pt x="251" y="100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3" y="96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5" y="92"/>
                  </a:lnTo>
                  <a:lnTo>
                    <a:pt x="255" y="92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9" y="86"/>
                  </a:lnTo>
                  <a:lnTo>
                    <a:pt x="259" y="86"/>
                  </a:lnTo>
                  <a:lnTo>
                    <a:pt x="259" y="84"/>
                  </a:lnTo>
                  <a:lnTo>
                    <a:pt x="259" y="86"/>
                  </a:lnTo>
                  <a:lnTo>
                    <a:pt x="259" y="86"/>
                  </a:lnTo>
                  <a:lnTo>
                    <a:pt x="261" y="86"/>
                  </a:lnTo>
                  <a:lnTo>
                    <a:pt x="261" y="86"/>
                  </a:lnTo>
                  <a:lnTo>
                    <a:pt x="261" y="86"/>
                  </a:lnTo>
                  <a:lnTo>
                    <a:pt x="261" y="84"/>
                  </a:lnTo>
                  <a:lnTo>
                    <a:pt x="261" y="84"/>
                  </a:lnTo>
                  <a:lnTo>
                    <a:pt x="261" y="84"/>
                  </a:lnTo>
                  <a:lnTo>
                    <a:pt x="263" y="82"/>
                  </a:lnTo>
                  <a:lnTo>
                    <a:pt x="263" y="82"/>
                  </a:lnTo>
                  <a:lnTo>
                    <a:pt x="263" y="82"/>
                  </a:lnTo>
                  <a:lnTo>
                    <a:pt x="263" y="82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79"/>
                  </a:lnTo>
                  <a:lnTo>
                    <a:pt x="265" y="79"/>
                  </a:lnTo>
                  <a:lnTo>
                    <a:pt x="265" y="79"/>
                  </a:lnTo>
                  <a:lnTo>
                    <a:pt x="265" y="77"/>
                  </a:lnTo>
                  <a:lnTo>
                    <a:pt x="265" y="77"/>
                  </a:lnTo>
                  <a:lnTo>
                    <a:pt x="265" y="77"/>
                  </a:lnTo>
                  <a:lnTo>
                    <a:pt x="265" y="77"/>
                  </a:lnTo>
                  <a:lnTo>
                    <a:pt x="265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9" y="75"/>
                  </a:lnTo>
                  <a:lnTo>
                    <a:pt x="269" y="75"/>
                  </a:lnTo>
                  <a:lnTo>
                    <a:pt x="269" y="75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9"/>
                  </a:lnTo>
                  <a:lnTo>
                    <a:pt x="271" y="67"/>
                  </a:lnTo>
                  <a:lnTo>
                    <a:pt x="271" y="67"/>
                  </a:lnTo>
                  <a:lnTo>
                    <a:pt x="271" y="67"/>
                  </a:lnTo>
                  <a:lnTo>
                    <a:pt x="271" y="67"/>
                  </a:lnTo>
                  <a:lnTo>
                    <a:pt x="271" y="65"/>
                  </a:lnTo>
                  <a:lnTo>
                    <a:pt x="269" y="65"/>
                  </a:lnTo>
                  <a:lnTo>
                    <a:pt x="269" y="63"/>
                  </a:lnTo>
                  <a:lnTo>
                    <a:pt x="269" y="63"/>
                  </a:lnTo>
                  <a:lnTo>
                    <a:pt x="269" y="63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5" y="65"/>
                  </a:lnTo>
                  <a:lnTo>
                    <a:pt x="265" y="65"/>
                  </a:lnTo>
                  <a:lnTo>
                    <a:pt x="265" y="65"/>
                  </a:lnTo>
                  <a:lnTo>
                    <a:pt x="265" y="65"/>
                  </a:lnTo>
                  <a:lnTo>
                    <a:pt x="265" y="65"/>
                  </a:lnTo>
                  <a:lnTo>
                    <a:pt x="265" y="65"/>
                  </a:lnTo>
                  <a:lnTo>
                    <a:pt x="263" y="65"/>
                  </a:lnTo>
                  <a:lnTo>
                    <a:pt x="263" y="63"/>
                  </a:lnTo>
                  <a:lnTo>
                    <a:pt x="263" y="63"/>
                  </a:lnTo>
                  <a:lnTo>
                    <a:pt x="263" y="63"/>
                  </a:lnTo>
                  <a:lnTo>
                    <a:pt x="265" y="57"/>
                  </a:lnTo>
                  <a:lnTo>
                    <a:pt x="265" y="57"/>
                  </a:lnTo>
                  <a:lnTo>
                    <a:pt x="265" y="57"/>
                  </a:lnTo>
                  <a:lnTo>
                    <a:pt x="265" y="5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61" y="57"/>
                  </a:lnTo>
                  <a:lnTo>
                    <a:pt x="259" y="57"/>
                  </a:lnTo>
                  <a:lnTo>
                    <a:pt x="259" y="57"/>
                  </a:lnTo>
                  <a:lnTo>
                    <a:pt x="257" y="57"/>
                  </a:lnTo>
                  <a:lnTo>
                    <a:pt x="257" y="57"/>
                  </a:lnTo>
                  <a:lnTo>
                    <a:pt x="257" y="57"/>
                  </a:lnTo>
                  <a:lnTo>
                    <a:pt x="257" y="57"/>
                  </a:lnTo>
                  <a:lnTo>
                    <a:pt x="257" y="57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3" y="59"/>
                  </a:lnTo>
                  <a:lnTo>
                    <a:pt x="253" y="59"/>
                  </a:lnTo>
                  <a:lnTo>
                    <a:pt x="253" y="59"/>
                  </a:lnTo>
                  <a:lnTo>
                    <a:pt x="253" y="61"/>
                  </a:lnTo>
                  <a:lnTo>
                    <a:pt x="253" y="61"/>
                  </a:lnTo>
                  <a:lnTo>
                    <a:pt x="253" y="61"/>
                  </a:lnTo>
                  <a:lnTo>
                    <a:pt x="249" y="59"/>
                  </a:lnTo>
                  <a:lnTo>
                    <a:pt x="249" y="59"/>
                  </a:lnTo>
                  <a:lnTo>
                    <a:pt x="249" y="59"/>
                  </a:lnTo>
                  <a:lnTo>
                    <a:pt x="247" y="59"/>
                  </a:lnTo>
                  <a:lnTo>
                    <a:pt x="247" y="59"/>
                  </a:lnTo>
                  <a:lnTo>
                    <a:pt x="247" y="59"/>
                  </a:lnTo>
                  <a:lnTo>
                    <a:pt x="245" y="59"/>
                  </a:lnTo>
                  <a:lnTo>
                    <a:pt x="243" y="59"/>
                  </a:lnTo>
                  <a:lnTo>
                    <a:pt x="243" y="59"/>
                  </a:lnTo>
                  <a:lnTo>
                    <a:pt x="243" y="57"/>
                  </a:lnTo>
                  <a:lnTo>
                    <a:pt x="241" y="57"/>
                  </a:lnTo>
                  <a:lnTo>
                    <a:pt x="241" y="57"/>
                  </a:lnTo>
                  <a:lnTo>
                    <a:pt x="239" y="59"/>
                  </a:lnTo>
                  <a:lnTo>
                    <a:pt x="239" y="59"/>
                  </a:lnTo>
                  <a:lnTo>
                    <a:pt x="235" y="61"/>
                  </a:lnTo>
                  <a:lnTo>
                    <a:pt x="235" y="61"/>
                  </a:lnTo>
                  <a:lnTo>
                    <a:pt x="235" y="61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3" y="59"/>
                  </a:lnTo>
                  <a:lnTo>
                    <a:pt x="233" y="59"/>
                  </a:lnTo>
                  <a:lnTo>
                    <a:pt x="233" y="59"/>
                  </a:lnTo>
                  <a:lnTo>
                    <a:pt x="235" y="57"/>
                  </a:lnTo>
                  <a:lnTo>
                    <a:pt x="235" y="57"/>
                  </a:lnTo>
                  <a:lnTo>
                    <a:pt x="235" y="57"/>
                  </a:lnTo>
                  <a:lnTo>
                    <a:pt x="235" y="57"/>
                  </a:lnTo>
                  <a:lnTo>
                    <a:pt x="235" y="57"/>
                  </a:lnTo>
                  <a:lnTo>
                    <a:pt x="235" y="57"/>
                  </a:lnTo>
                  <a:lnTo>
                    <a:pt x="235" y="55"/>
                  </a:lnTo>
                  <a:lnTo>
                    <a:pt x="235" y="55"/>
                  </a:lnTo>
                  <a:lnTo>
                    <a:pt x="235" y="55"/>
                  </a:lnTo>
                  <a:lnTo>
                    <a:pt x="235" y="55"/>
                  </a:lnTo>
                  <a:lnTo>
                    <a:pt x="237" y="53"/>
                  </a:lnTo>
                  <a:lnTo>
                    <a:pt x="237" y="53"/>
                  </a:lnTo>
                  <a:lnTo>
                    <a:pt x="237" y="53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1"/>
                  </a:lnTo>
                  <a:lnTo>
                    <a:pt x="239" y="51"/>
                  </a:lnTo>
                  <a:lnTo>
                    <a:pt x="239" y="51"/>
                  </a:lnTo>
                  <a:lnTo>
                    <a:pt x="239" y="49"/>
                  </a:lnTo>
                  <a:lnTo>
                    <a:pt x="239" y="49"/>
                  </a:lnTo>
                  <a:lnTo>
                    <a:pt x="239" y="49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5" y="49"/>
                  </a:lnTo>
                  <a:lnTo>
                    <a:pt x="235" y="47"/>
                  </a:lnTo>
                  <a:lnTo>
                    <a:pt x="233" y="47"/>
                  </a:lnTo>
                  <a:lnTo>
                    <a:pt x="233" y="47"/>
                  </a:lnTo>
                  <a:lnTo>
                    <a:pt x="231" y="47"/>
                  </a:lnTo>
                  <a:lnTo>
                    <a:pt x="231" y="47"/>
                  </a:lnTo>
                  <a:lnTo>
                    <a:pt x="229" y="47"/>
                  </a:lnTo>
                  <a:lnTo>
                    <a:pt x="229" y="47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8" y="45"/>
                  </a:lnTo>
                  <a:lnTo>
                    <a:pt x="228" y="45"/>
                  </a:lnTo>
                  <a:lnTo>
                    <a:pt x="226" y="45"/>
                  </a:lnTo>
                  <a:lnTo>
                    <a:pt x="226" y="45"/>
                  </a:lnTo>
                  <a:lnTo>
                    <a:pt x="222" y="45"/>
                  </a:lnTo>
                  <a:lnTo>
                    <a:pt x="222" y="45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1"/>
                  </a:lnTo>
                  <a:lnTo>
                    <a:pt x="222" y="41"/>
                  </a:lnTo>
                  <a:lnTo>
                    <a:pt x="222" y="39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4" y="35"/>
                  </a:lnTo>
                  <a:lnTo>
                    <a:pt x="224" y="33"/>
                  </a:lnTo>
                  <a:lnTo>
                    <a:pt x="224" y="33"/>
                  </a:lnTo>
                  <a:lnTo>
                    <a:pt x="224" y="33"/>
                  </a:lnTo>
                  <a:lnTo>
                    <a:pt x="224" y="33"/>
                  </a:lnTo>
                  <a:lnTo>
                    <a:pt x="224" y="31"/>
                  </a:lnTo>
                  <a:lnTo>
                    <a:pt x="228" y="31"/>
                  </a:lnTo>
                  <a:lnTo>
                    <a:pt x="228" y="31"/>
                  </a:lnTo>
                  <a:lnTo>
                    <a:pt x="228" y="29"/>
                  </a:lnTo>
                  <a:lnTo>
                    <a:pt x="229" y="29"/>
                  </a:lnTo>
                  <a:lnTo>
                    <a:pt x="229" y="27"/>
                  </a:lnTo>
                  <a:lnTo>
                    <a:pt x="231" y="27"/>
                  </a:lnTo>
                  <a:lnTo>
                    <a:pt x="233" y="26"/>
                  </a:lnTo>
                  <a:lnTo>
                    <a:pt x="235" y="26"/>
                  </a:lnTo>
                  <a:lnTo>
                    <a:pt x="235" y="27"/>
                  </a:lnTo>
                  <a:lnTo>
                    <a:pt x="237" y="27"/>
                  </a:lnTo>
                  <a:lnTo>
                    <a:pt x="239" y="26"/>
                  </a:lnTo>
                  <a:lnTo>
                    <a:pt x="239" y="26"/>
                  </a:lnTo>
                  <a:lnTo>
                    <a:pt x="239" y="26"/>
                  </a:lnTo>
                  <a:lnTo>
                    <a:pt x="241" y="26"/>
                  </a:lnTo>
                  <a:lnTo>
                    <a:pt x="241" y="26"/>
                  </a:lnTo>
                  <a:lnTo>
                    <a:pt x="243" y="24"/>
                  </a:lnTo>
                  <a:lnTo>
                    <a:pt x="245" y="22"/>
                  </a:lnTo>
                  <a:lnTo>
                    <a:pt x="245" y="20"/>
                  </a:lnTo>
                  <a:lnTo>
                    <a:pt x="245" y="20"/>
                  </a:lnTo>
                  <a:lnTo>
                    <a:pt x="245" y="20"/>
                  </a:lnTo>
                  <a:lnTo>
                    <a:pt x="245" y="20"/>
                  </a:lnTo>
                  <a:lnTo>
                    <a:pt x="245" y="18"/>
                  </a:lnTo>
                  <a:lnTo>
                    <a:pt x="247" y="16"/>
                  </a:lnTo>
                  <a:lnTo>
                    <a:pt x="247" y="16"/>
                  </a:lnTo>
                  <a:lnTo>
                    <a:pt x="247" y="16"/>
                  </a:lnTo>
                  <a:lnTo>
                    <a:pt x="249" y="16"/>
                  </a:lnTo>
                  <a:lnTo>
                    <a:pt x="251" y="14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55" y="10"/>
                  </a:lnTo>
                  <a:lnTo>
                    <a:pt x="255" y="10"/>
                  </a:lnTo>
                  <a:lnTo>
                    <a:pt x="253" y="10"/>
                  </a:lnTo>
                  <a:lnTo>
                    <a:pt x="253" y="8"/>
                  </a:lnTo>
                  <a:lnTo>
                    <a:pt x="253" y="8"/>
                  </a:lnTo>
                  <a:lnTo>
                    <a:pt x="253" y="8"/>
                  </a:lnTo>
                  <a:lnTo>
                    <a:pt x="253" y="8"/>
                  </a:lnTo>
                  <a:lnTo>
                    <a:pt x="253" y="6"/>
                  </a:lnTo>
                  <a:lnTo>
                    <a:pt x="253" y="6"/>
                  </a:lnTo>
                  <a:lnTo>
                    <a:pt x="253" y="4"/>
                  </a:lnTo>
                  <a:lnTo>
                    <a:pt x="255" y="4"/>
                  </a:lnTo>
                  <a:lnTo>
                    <a:pt x="255" y="4"/>
                  </a:lnTo>
                  <a:lnTo>
                    <a:pt x="255" y="4"/>
                  </a:lnTo>
                  <a:lnTo>
                    <a:pt x="255" y="2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93"/>
            <p:cNvSpPr>
              <a:spLocks noEditPoints="1"/>
            </p:cNvSpPr>
            <p:nvPr/>
          </p:nvSpPr>
          <p:spPr bwMode="auto">
            <a:xfrm>
              <a:off x="4241800" y="3048000"/>
              <a:ext cx="500063" cy="1039813"/>
            </a:xfrm>
            <a:custGeom>
              <a:avLst/>
              <a:gdLst>
                <a:gd name="T0" fmla="*/ 306 w 629"/>
                <a:gd name="T1" fmla="*/ 681 h 1309"/>
                <a:gd name="T2" fmla="*/ 327 w 629"/>
                <a:gd name="T3" fmla="*/ 667 h 1309"/>
                <a:gd name="T4" fmla="*/ 484 w 629"/>
                <a:gd name="T5" fmla="*/ 27 h 1309"/>
                <a:gd name="T6" fmla="*/ 508 w 629"/>
                <a:gd name="T7" fmla="*/ 84 h 1309"/>
                <a:gd name="T8" fmla="*/ 488 w 629"/>
                <a:gd name="T9" fmla="*/ 133 h 1309"/>
                <a:gd name="T10" fmla="*/ 565 w 629"/>
                <a:gd name="T11" fmla="*/ 143 h 1309"/>
                <a:gd name="T12" fmla="*/ 549 w 629"/>
                <a:gd name="T13" fmla="*/ 218 h 1309"/>
                <a:gd name="T14" fmla="*/ 370 w 629"/>
                <a:gd name="T15" fmla="*/ 386 h 1309"/>
                <a:gd name="T16" fmla="*/ 319 w 629"/>
                <a:gd name="T17" fmla="*/ 536 h 1309"/>
                <a:gd name="T18" fmla="*/ 272 w 629"/>
                <a:gd name="T19" fmla="*/ 642 h 1309"/>
                <a:gd name="T20" fmla="*/ 319 w 629"/>
                <a:gd name="T21" fmla="*/ 714 h 1309"/>
                <a:gd name="T22" fmla="*/ 347 w 629"/>
                <a:gd name="T23" fmla="*/ 718 h 1309"/>
                <a:gd name="T24" fmla="*/ 361 w 629"/>
                <a:gd name="T25" fmla="*/ 771 h 1309"/>
                <a:gd name="T26" fmla="*/ 453 w 629"/>
                <a:gd name="T27" fmla="*/ 685 h 1309"/>
                <a:gd name="T28" fmla="*/ 549 w 629"/>
                <a:gd name="T29" fmla="*/ 740 h 1309"/>
                <a:gd name="T30" fmla="*/ 582 w 629"/>
                <a:gd name="T31" fmla="*/ 797 h 1309"/>
                <a:gd name="T32" fmla="*/ 580 w 629"/>
                <a:gd name="T33" fmla="*/ 901 h 1309"/>
                <a:gd name="T34" fmla="*/ 614 w 629"/>
                <a:gd name="T35" fmla="*/ 1021 h 1309"/>
                <a:gd name="T36" fmla="*/ 623 w 629"/>
                <a:gd name="T37" fmla="*/ 1091 h 1309"/>
                <a:gd name="T38" fmla="*/ 582 w 629"/>
                <a:gd name="T39" fmla="*/ 1154 h 1309"/>
                <a:gd name="T40" fmla="*/ 559 w 629"/>
                <a:gd name="T41" fmla="*/ 1121 h 1309"/>
                <a:gd name="T42" fmla="*/ 516 w 629"/>
                <a:gd name="T43" fmla="*/ 1158 h 1309"/>
                <a:gd name="T44" fmla="*/ 555 w 629"/>
                <a:gd name="T45" fmla="*/ 1176 h 1309"/>
                <a:gd name="T46" fmla="*/ 525 w 629"/>
                <a:gd name="T47" fmla="*/ 1213 h 1309"/>
                <a:gd name="T48" fmla="*/ 488 w 629"/>
                <a:gd name="T49" fmla="*/ 1262 h 1309"/>
                <a:gd name="T50" fmla="*/ 445 w 629"/>
                <a:gd name="T51" fmla="*/ 1256 h 1309"/>
                <a:gd name="T52" fmla="*/ 410 w 629"/>
                <a:gd name="T53" fmla="*/ 1292 h 1309"/>
                <a:gd name="T54" fmla="*/ 400 w 629"/>
                <a:gd name="T55" fmla="*/ 1229 h 1309"/>
                <a:gd name="T56" fmla="*/ 370 w 629"/>
                <a:gd name="T57" fmla="*/ 1166 h 1309"/>
                <a:gd name="T58" fmla="*/ 304 w 629"/>
                <a:gd name="T59" fmla="*/ 1162 h 1309"/>
                <a:gd name="T60" fmla="*/ 237 w 629"/>
                <a:gd name="T61" fmla="*/ 1154 h 1309"/>
                <a:gd name="T62" fmla="*/ 202 w 629"/>
                <a:gd name="T63" fmla="*/ 1131 h 1309"/>
                <a:gd name="T64" fmla="*/ 172 w 629"/>
                <a:gd name="T65" fmla="*/ 1093 h 1309"/>
                <a:gd name="T66" fmla="*/ 145 w 629"/>
                <a:gd name="T67" fmla="*/ 1074 h 1309"/>
                <a:gd name="T68" fmla="*/ 161 w 629"/>
                <a:gd name="T69" fmla="*/ 1011 h 1309"/>
                <a:gd name="T70" fmla="*/ 198 w 629"/>
                <a:gd name="T71" fmla="*/ 962 h 1309"/>
                <a:gd name="T72" fmla="*/ 213 w 629"/>
                <a:gd name="T73" fmla="*/ 909 h 1309"/>
                <a:gd name="T74" fmla="*/ 278 w 629"/>
                <a:gd name="T75" fmla="*/ 881 h 1309"/>
                <a:gd name="T76" fmla="*/ 263 w 629"/>
                <a:gd name="T77" fmla="*/ 826 h 1309"/>
                <a:gd name="T78" fmla="*/ 217 w 629"/>
                <a:gd name="T79" fmla="*/ 834 h 1309"/>
                <a:gd name="T80" fmla="*/ 174 w 629"/>
                <a:gd name="T81" fmla="*/ 868 h 1309"/>
                <a:gd name="T82" fmla="*/ 115 w 629"/>
                <a:gd name="T83" fmla="*/ 868 h 1309"/>
                <a:gd name="T84" fmla="*/ 59 w 629"/>
                <a:gd name="T85" fmla="*/ 836 h 1309"/>
                <a:gd name="T86" fmla="*/ 100 w 629"/>
                <a:gd name="T87" fmla="*/ 762 h 1309"/>
                <a:gd name="T88" fmla="*/ 123 w 629"/>
                <a:gd name="T89" fmla="*/ 707 h 1309"/>
                <a:gd name="T90" fmla="*/ 37 w 629"/>
                <a:gd name="T91" fmla="*/ 707 h 1309"/>
                <a:gd name="T92" fmla="*/ 45 w 629"/>
                <a:gd name="T93" fmla="*/ 642 h 1309"/>
                <a:gd name="T94" fmla="*/ 43 w 629"/>
                <a:gd name="T95" fmla="*/ 612 h 1309"/>
                <a:gd name="T96" fmla="*/ 25 w 629"/>
                <a:gd name="T97" fmla="*/ 587 h 1309"/>
                <a:gd name="T98" fmla="*/ 17 w 629"/>
                <a:gd name="T99" fmla="*/ 532 h 1309"/>
                <a:gd name="T100" fmla="*/ 27 w 629"/>
                <a:gd name="T101" fmla="*/ 502 h 1309"/>
                <a:gd name="T102" fmla="*/ 33 w 629"/>
                <a:gd name="T103" fmla="*/ 430 h 1309"/>
                <a:gd name="T104" fmla="*/ 106 w 629"/>
                <a:gd name="T105" fmla="*/ 392 h 1309"/>
                <a:gd name="T106" fmla="*/ 153 w 629"/>
                <a:gd name="T107" fmla="*/ 355 h 1309"/>
                <a:gd name="T108" fmla="*/ 219 w 629"/>
                <a:gd name="T109" fmla="*/ 302 h 1309"/>
                <a:gd name="T110" fmla="*/ 208 w 629"/>
                <a:gd name="T111" fmla="*/ 243 h 1309"/>
                <a:gd name="T112" fmla="*/ 188 w 629"/>
                <a:gd name="T113" fmla="*/ 192 h 1309"/>
                <a:gd name="T114" fmla="*/ 223 w 629"/>
                <a:gd name="T115" fmla="*/ 133 h 1309"/>
                <a:gd name="T116" fmla="*/ 225 w 629"/>
                <a:gd name="T117" fmla="*/ 59 h 1309"/>
                <a:gd name="T118" fmla="*/ 276 w 629"/>
                <a:gd name="T119" fmla="*/ 57 h 1309"/>
                <a:gd name="T120" fmla="*/ 321 w 629"/>
                <a:gd name="T121" fmla="*/ 61 h 1309"/>
                <a:gd name="T122" fmla="*/ 361 w 629"/>
                <a:gd name="T123" fmla="*/ 45 h 1309"/>
                <a:gd name="T124" fmla="*/ 396 w 629"/>
                <a:gd name="T125" fmla="*/ 37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9" h="1309">
                  <a:moveTo>
                    <a:pt x="351" y="695"/>
                  </a:moveTo>
                  <a:lnTo>
                    <a:pt x="351" y="697"/>
                  </a:lnTo>
                  <a:lnTo>
                    <a:pt x="351" y="699"/>
                  </a:lnTo>
                  <a:lnTo>
                    <a:pt x="353" y="699"/>
                  </a:lnTo>
                  <a:lnTo>
                    <a:pt x="353" y="699"/>
                  </a:lnTo>
                  <a:lnTo>
                    <a:pt x="353" y="701"/>
                  </a:lnTo>
                  <a:lnTo>
                    <a:pt x="353" y="701"/>
                  </a:lnTo>
                  <a:lnTo>
                    <a:pt x="353" y="701"/>
                  </a:lnTo>
                  <a:lnTo>
                    <a:pt x="353" y="701"/>
                  </a:lnTo>
                  <a:lnTo>
                    <a:pt x="353" y="703"/>
                  </a:lnTo>
                  <a:lnTo>
                    <a:pt x="353" y="703"/>
                  </a:lnTo>
                  <a:lnTo>
                    <a:pt x="353" y="705"/>
                  </a:lnTo>
                  <a:lnTo>
                    <a:pt x="353" y="705"/>
                  </a:lnTo>
                  <a:lnTo>
                    <a:pt x="353" y="707"/>
                  </a:lnTo>
                  <a:lnTo>
                    <a:pt x="355" y="707"/>
                  </a:lnTo>
                  <a:lnTo>
                    <a:pt x="355" y="707"/>
                  </a:lnTo>
                  <a:lnTo>
                    <a:pt x="355" y="707"/>
                  </a:lnTo>
                  <a:lnTo>
                    <a:pt x="353" y="708"/>
                  </a:lnTo>
                  <a:lnTo>
                    <a:pt x="353" y="708"/>
                  </a:lnTo>
                  <a:lnTo>
                    <a:pt x="351" y="708"/>
                  </a:lnTo>
                  <a:lnTo>
                    <a:pt x="351" y="707"/>
                  </a:lnTo>
                  <a:lnTo>
                    <a:pt x="351" y="705"/>
                  </a:lnTo>
                  <a:lnTo>
                    <a:pt x="349" y="703"/>
                  </a:lnTo>
                  <a:lnTo>
                    <a:pt x="349" y="701"/>
                  </a:lnTo>
                  <a:lnTo>
                    <a:pt x="349" y="701"/>
                  </a:lnTo>
                  <a:lnTo>
                    <a:pt x="349" y="701"/>
                  </a:lnTo>
                  <a:lnTo>
                    <a:pt x="349" y="701"/>
                  </a:lnTo>
                  <a:lnTo>
                    <a:pt x="349" y="701"/>
                  </a:lnTo>
                  <a:lnTo>
                    <a:pt x="349" y="699"/>
                  </a:lnTo>
                  <a:lnTo>
                    <a:pt x="349" y="697"/>
                  </a:lnTo>
                  <a:lnTo>
                    <a:pt x="349" y="697"/>
                  </a:lnTo>
                  <a:lnTo>
                    <a:pt x="351" y="695"/>
                  </a:lnTo>
                  <a:close/>
                  <a:moveTo>
                    <a:pt x="364" y="695"/>
                  </a:moveTo>
                  <a:lnTo>
                    <a:pt x="364" y="697"/>
                  </a:lnTo>
                  <a:lnTo>
                    <a:pt x="364" y="697"/>
                  </a:lnTo>
                  <a:lnTo>
                    <a:pt x="364" y="699"/>
                  </a:lnTo>
                  <a:lnTo>
                    <a:pt x="364" y="699"/>
                  </a:lnTo>
                  <a:lnTo>
                    <a:pt x="363" y="701"/>
                  </a:lnTo>
                  <a:lnTo>
                    <a:pt x="363" y="701"/>
                  </a:lnTo>
                  <a:lnTo>
                    <a:pt x="364" y="705"/>
                  </a:lnTo>
                  <a:lnTo>
                    <a:pt x="363" y="707"/>
                  </a:lnTo>
                  <a:lnTo>
                    <a:pt x="363" y="707"/>
                  </a:lnTo>
                  <a:lnTo>
                    <a:pt x="361" y="708"/>
                  </a:lnTo>
                  <a:lnTo>
                    <a:pt x="359" y="708"/>
                  </a:lnTo>
                  <a:lnTo>
                    <a:pt x="359" y="707"/>
                  </a:lnTo>
                  <a:lnTo>
                    <a:pt x="359" y="707"/>
                  </a:lnTo>
                  <a:lnTo>
                    <a:pt x="359" y="707"/>
                  </a:lnTo>
                  <a:lnTo>
                    <a:pt x="361" y="707"/>
                  </a:lnTo>
                  <a:lnTo>
                    <a:pt x="361" y="707"/>
                  </a:lnTo>
                  <a:lnTo>
                    <a:pt x="361" y="703"/>
                  </a:lnTo>
                  <a:lnTo>
                    <a:pt x="361" y="701"/>
                  </a:lnTo>
                  <a:lnTo>
                    <a:pt x="361" y="701"/>
                  </a:lnTo>
                  <a:lnTo>
                    <a:pt x="361" y="699"/>
                  </a:lnTo>
                  <a:lnTo>
                    <a:pt x="363" y="697"/>
                  </a:lnTo>
                  <a:lnTo>
                    <a:pt x="363" y="697"/>
                  </a:lnTo>
                  <a:lnTo>
                    <a:pt x="364" y="695"/>
                  </a:lnTo>
                  <a:close/>
                  <a:moveTo>
                    <a:pt x="372" y="675"/>
                  </a:moveTo>
                  <a:lnTo>
                    <a:pt x="372" y="675"/>
                  </a:lnTo>
                  <a:lnTo>
                    <a:pt x="370" y="677"/>
                  </a:lnTo>
                  <a:lnTo>
                    <a:pt x="370" y="677"/>
                  </a:lnTo>
                  <a:lnTo>
                    <a:pt x="370" y="677"/>
                  </a:lnTo>
                  <a:lnTo>
                    <a:pt x="368" y="675"/>
                  </a:lnTo>
                  <a:lnTo>
                    <a:pt x="370" y="675"/>
                  </a:lnTo>
                  <a:lnTo>
                    <a:pt x="370" y="675"/>
                  </a:lnTo>
                  <a:lnTo>
                    <a:pt x="372" y="675"/>
                  </a:lnTo>
                  <a:close/>
                  <a:moveTo>
                    <a:pt x="417" y="665"/>
                  </a:moveTo>
                  <a:lnTo>
                    <a:pt x="417" y="665"/>
                  </a:lnTo>
                  <a:lnTo>
                    <a:pt x="417" y="667"/>
                  </a:lnTo>
                  <a:lnTo>
                    <a:pt x="417" y="667"/>
                  </a:lnTo>
                  <a:lnTo>
                    <a:pt x="417" y="669"/>
                  </a:lnTo>
                  <a:lnTo>
                    <a:pt x="415" y="669"/>
                  </a:lnTo>
                  <a:lnTo>
                    <a:pt x="417" y="667"/>
                  </a:lnTo>
                  <a:lnTo>
                    <a:pt x="417" y="667"/>
                  </a:lnTo>
                  <a:lnTo>
                    <a:pt x="417" y="667"/>
                  </a:lnTo>
                  <a:lnTo>
                    <a:pt x="417" y="665"/>
                  </a:lnTo>
                  <a:lnTo>
                    <a:pt x="417" y="665"/>
                  </a:lnTo>
                  <a:close/>
                  <a:moveTo>
                    <a:pt x="315" y="663"/>
                  </a:moveTo>
                  <a:lnTo>
                    <a:pt x="315" y="663"/>
                  </a:lnTo>
                  <a:lnTo>
                    <a:pt x="317" y="663"/>
                  </a:lnTo>
                  <a:lnTo>
                    <a:pt x="317" y="665"/>
                  </a:lnTo>
                  <a:lnTo>
                    <a:pt x="315" y="671"/>
                  </a:lnTo>
                  <a:lnTo>
                    <a:pt x="315" y="671"/>
                  </a:lnTo>
                  <a:lnTo>
                    <a:pt x="315" y="673"/>
                  </a:lnTo>
                  <a:lnTo>
                    <a:pt x="315" y="673"/>
                  </a:lnTo>
                  <a:lnTo>
                    <a:pt x="315" y="675"/>
                  </a:lnTo>
                  <a:lnTo>
                    <a:pt x="317" y="675"/>
                  </a:lnTo>
                  <a:lnTo>
                    <a:pt x="317" y="675"/>
                  </a:lnTo>
                  <a:lnTo>
                    <a:pt x="317" y="677"/>
                  </a:lnTo>
                  <a:lnTo>
                    <a:pt x="315" y="679"/>
                  </a:lnTo>
                  <a:lnTo>
                    <a:pt x="315" y="679"/>
                  </a:lnTo>
                  <a:lnTo>
                    <a:pt x="312" y="681"/>
                  </a:lnTo>
                  <a:lnTo>
                    <a:pt x="312" y="681"/>
                  </a:lnTo>
                  <a:lnTo>
                    <a:pt x="312" y="681"/>
                  </a:lnTo>
                  <a:lnTo>
                    <a:pt x="310" y="679"/>
                  </a:lnTo>
                  <a:lnTo>
                    <a:pt x="310" y="679"/>
                  </a:lnTo>
                  <a:lnTo>
                    <a:pt x="310" y="679"/>
                  </a:lnTo>
                  <a:lnTo>
                    <a:pt x="310" y="679"/>
                  </a:lnTo>
                  <a:lnTo>
                    <a:pt x="308" y="681"/>
                  </a:lnTo>
                  <a:lnTo>
                    <a:pt x="306" y="681"/>
                  </a:lnTo>
                  <a:lnTo>
                    <a:pt x="306" y="681"/>
                  </a:lnTo>
                  <a:lnTo>
                    <a:pt x="306" y="681"/>
                  </a:lnTo>
                  <a:lnTo>
                    <a:pt x="306" y="683"/>
                  </a:lnTo>
                  <a:lnTo>
                    <a:pt x="306" y="683"/>
                  </a:lnTo>
                  <a:lnTo>
                    <a:pt x="304" y="683"/>
                  </a:lnTo>
                  <a:lnTo>
                    <a:pt x="304" y="683"/>
                  </a:lnTo>
                  <a:lnTo>
                    <a:pt x="304" y="685"/>
                  </a:lnTo>
                  <a:lnTo>
                    <a:pt x="304" y="685"/>
                  </a:lnTo>
                  <a:lnTo>
                    <a:pt x="306" y="685"/>
                  </a:lnTo>
                  <a:lnTo>
                    <a:pt x="304" y="687"/>
                  </a:lnTo>
                  <a:lnTo>
                    <a:pt x="304" y="687"/>
                  </a:lnTo>
                  <a:lnTo>
                    <a:pt x="302" y="687"/>
                  </a:lnTo>
                  <a:lnTo>
                    <a:pt x="300" y="687"/>
                  </a:lnTo>
                  <a:lnTo>
                    <a:pt x="300" y="685"/>
                  </a:lnTo>
                  <a:lnTo>
                    <a:pt x="302" y="685"/>
                  </a:lnTo>
                  <a:lnTo>
                    <a:pt x="302" y="685"/>
                  </a:lnTo>
                  <a:lnTo>
                    <a:pt x="300" y="683"/>
                  </a:lnTo>
                  <a:lnTo>
                    <a:pt x="300" y="683"/>
                  </a:lnTo>
                  <a:lnTo>
                    <a:pt x="300" y="681"/>
                  </a:lnTo>
                  <a:lnTo>
                    <a:pt x="300" y="681"/>
                  </a:lnTo>
                  <a:lnTo>
                    <a:pt x="302" y="679"/>
                  </a:lnTo>
                  <a:lnTo>
                    <a:pt x="302" y="679"/>
                  </a:lnTo>
                  <a:lnTo>
                    <a:pt x="304" y="677"/>
                  </a:lnTo>
                  <a:lnTo>
                    <a:pt x="304" y="675"/>
                  </a:lnTo>
                  <a:lnTo>
                    <a:pt x="304" y="675"/>
                  </a:lnTo>
                  <a:lnTo>
                    <a:pt x="306" y="675"/>
                  </a:lnTo>
                  <a:lnTo>
                    <a:pt x="310" y="667"/>
                  </a:lnTo>
                  <a:lnTo>
                    <a:pt x="312" y="665"/>
                  </a:lnTo>
                  <a:lnTo>
                    <a:pt x="314" y="667"/>
                  </a:lnTo>
                  <a:lnTo>
                    <a:pt x="314" y="665"/>
                  </a:lnTo>
                  <a:lnTo>
                    <a:pt x="314" y="663"/>
                  </a:lnTo>
                  <a:lnTo>
                    <a:pt x="315" y="663"/>
                  </a:lnTo>
                  <a:close/>
                  <a:moveTo>
                    <a:pt x="347" y="648"/>
                  </a:moveTo>
                  <a:lnTo>
                    <a:pt x="347" y="648"/>
                  </a:lnTo>
                  <a:lnTo>
                    <a:pt x="349" y="650"/>
                  </a:lnTo>
                  <a:lnTo>
                    <a:pt x="349" y="650"/>
                  </a:lnTo>
                  <a:lnTo>
                    <a:pt x="349" y="652"/>
                  </a:lnTo>
                  <a:lnTo>
                    <a:pt x="351" y="652"/>
                  </a:lnTo>
                  <a:lnTo>
                    <a:pt x="351" y="654"/>
                  </a:lnTo>
                  <a:lnTo>
                    <a:pt x="349" y="657"/>
                  </a:lnTo>
                  <a:lnTo>
                    <a:pt x="349" y="659"/>
                  </a:lnTo>
                  <a:lnTo>
                    <a:pt x="353" y="654"/>
                  </a:lnTo>
                  <a:lnTo>
                    <a:pt x="355" y="654"/>
                  </a:lnTo>
                  <a:lnTo>
                    <a:pt x="359" y="652"/>
                  </a:lnTo>
                  <a:lnTo>
                    <a:pt x="361" y="652"/>
                  </a:lnTo>
                  <a:lnTo>
                    <a:pt x="363" y="652"/>
                  </a:lnTo>
                  <a:lnTo>
                    <a:pt x="361" y="654"/>
                  </a:lnTo>
                  <a:lnTo>
                    <a:pt x="359" y="655"/>
                  </a:lnTo>
                  <a:lnTo>
                    <a:pt x="359" y="655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3"/>
                  </a:lnTo>
                  <a:lnTo>
                    <a:pt x="357" y="663"/>
                  </a:lnTo>
                  <a:lnTo>
                    <a:pt x="357" y="665"/>
                  </a:lnTo>
                  <a:lnTo>
                    <a:pt x="357" y="665"/>
                  </a:lnTo>
                  <a:lnTo>
                    <a:pt x="357" y="667"/>
                  </a:lnTo>
                  <a:lnTo>
                    <a:pt x="357" y="667"/>
                  </a:lnTo>
                  <a:lnTo>
                    <a:pt x="357" y="669"/>
                  </a:lnTo>
                  <a:lnTo>
                    <a:pt x="359" y="669"/>
                  </a:lnTo>
                  <a:lnTo>
                    <a:pt x="359" y="671"/>
                  </a:lnTo>
                  <a:lnTo>
                    <a:pt x="359" y="673"/>
                  </a:lnTo>
                  <a:lnTo>
                    <a:pt x="355" y="677"/>
                  </a:lnTo>
                  <a:lnTo>
                    <a:pt x="355" y="679"/>
                  </a:lnTo>
                  <a:lnTo>
                    <a:pt x="355" y="681"/>
                  </a:lnTo>
                  <a:lnTo>
                    <a:pt x="355" y="681"/>
                  </a:lnTo>
                  <a:lnTo>
                    <a:pt x="353" y="685"/>
                  </a:lnTo>
                  <a:lnTo>
                    <a:pt x="353" y="687"/>
                  </a:lnTo>
                  <a:lnTo>
                    <a:pt x="353" y="687"/>
                  </a:lnTo>
                  <a:lnTo>
                    <a:pt x="353" y="687"/>
                  </a:lnTo>
                  <a:lnTo>
                    <a:pt x="353" y="687"/>
                  </a:lnTo>
                  <a:lnTo>
                    <a:pt x="353" y="689"/>
                  </a:lnTo>
                  <a:lnTo>
                    <a:pt x="353" y="689"/>
                  </a:lnTo>
                  <a:lnTo>
                    <a:pt x="353" y="689"/>
                  </a:lnTo>
                  <a:lnTo>
                    <a:pt x="353" y="691"/>
                  </a:lnTo>
                  <a:lnTo>
                    <a:pt x="353" y="691"/>
                  </a:lnTo>
                  <a:lnTo>
                    <a:pt x="351" y="689"/>
                  </a:lnTo>
                  <a:lnTo>
                    <a:pt x="349" y="689"/>
                  </a:lnTo>
                  <a:lnTo>
                    <a:pt x="349" y="689"/>
                  </a:lnTo>
                  <a:lnTo>
                    <a:pt x="343" y="683"/>
                  </a:lnTo>
                  <a:lnTo>
                    <a:pt x="343" y="683"/>
                  </a:lnTo>
                  <a:lnTo>
                    <a:pt x="343" y="683"/>
                  </a:lnTo>
                  <a:lnTo>
                    <a:pt x="341" y="681"/>
                  </a:lnTo>
                  <a:lnTo>
                    <a:pt x="341" y="681"/>
                  </a:lnTo>
                  <a:lnTo>
                    <a:pt x="339" y="679"/>
                  </a:lnTo>
                  <a:lnTo>
                    <a:pt x="339" y="677"/>
                  </a:lnTo>
                  <a:lnTo>
                    <a:pt x="337" y="677"/>
                  </a:lnTo>
                  <a:lnTo>
                    <a:pt x="335" y="675"/>
                  </a:lnTo>
                  <a:lnTo>
                    <a:pt x="333" y="677"/>
                  </a:lnTo>
                  <a:lnTo>
                    <a:pt x="333" y="679"/>
                  </a:lnTo>
                  <a:lnTo>
                    <a:pt x="329" y="685"/>
                  </a:lnTo>
                  <a:lnTo>
                    <a:pt x="329" y="685"/>
                  </a:lnTo>
                  <a:lnTo>
                    <a:pt x="327" y="687"/>
                  </a:lnTo>
                  <a:lnTo>
                    <a:pt x="327" y="685"/>
                  </a:lnTo>
                  <a:lnTo>
                    <a:pt x="327" y="685"/>
                  </a:lnTo>
                  <a:lnTo>
                    <a:pt x="327" y="683"/>
                  </a:lnTo>
                  <a:lnTo>
                    <a:pt x="327" y="681"/>
                  </a:lnTo>
                  <a:lnTo>
                    <a:pt x="327" y="679"/>
                  </a:lnTo>
                  <a:lnTo>
                    <a:pt x="327" y="677"/>
                  </a:lnTo>
                  <a:lnTo>
                    <a:pt x="327" y="675"/>
                  </a:lnTo>
                  <a:lnTo>
                    <a:pt x="327" y="673"/>
                  </a:lnTo>
                  <a:lnTo>
                    <a:pt x="327" y="671"/>
                  </a:lnTo>
                  <a:lnTo>
                    <a:pt x="327" y="669"/>
                  </a:lnTo>
                  <a:lnTo>
                    <a:pt x="327" y="667"/>
                  </a:lnTo>
                  <a:lnTo>
                    <a:pt x="329" y="667"/>
                  </a:lnTo>
                  <a:lnTo>
                    <a:pt x="329" y="665"/>
                  </a:lnTo>
                  <a:lnTo>
                    <a:pt x="331" y="665"/>
                  </a:lnTo>
                  <a:lnTo>
                    <a:pt x="331" y="663"/>
                  </a:lnTo>
                  <a:lnTo>
                    <a:pt x="331" y="661"/>
                  </a:lnTo>
                  <a:lnTo>
                    <a:pt x="329" y="659"/>
                  </a:lnTo>
                  <a:lnTo>
                    <a:pt x="329" y="657"/>
                  </a:lnTo>
                  <a:lnTo>
                    <a:pt x="329" y="655"/>
                  </a:lnTo>
                  <a:lnTo>
                    <a:pt x="329" y="652"/>
                  </a:lnTo>
                  <a:lnTo>
                    <a:pt x="331" y="652"/>
                  </a:lnTo>
                  <a:lnTo>
                    <a:pt x="331" y="650"/>
                  </a:lnTo>
                  <a:lnTo>
                    <a:pt x="333" y="650"/>
                  </a:lnTo>
                  <a:lnTo>
                    <a:pt x="337" y="652"/>
                  </a:lnTo>
                  <a:lnTo>
                    <a:pt x="337" y="652"/>
                  </a:lnTo>
                  <a:lnTo>
                    <a:pt x="339" y="652"/>
                  </a:lnTo>
                  <a:lnTo>
                    <a:pt x="339" y="652"/>
                  </a:lnTo>
                  <a:lnTo>
                    <a:pt x="341" y="652"/>
                  </a:lnTo>
                  <a:lnTo>
                    <a:pt x="341" y="652"/>
                  </a:lnTo>
                  <a:lnTo>
                    <a:pt x="345" y="652"/>
                  </a:lnTo>
                  <a:lnTo>
                    <a:pt x="345" y="650"/>
                  </a:lnTo>
                  <a:lnTo>
                    <a:pt x="345" y="650"/>
                  </a:lnTo>
                  <a:lnTo>
                    <a:pt x="347" y="648"/>
                  </a:lnTo>
                  <a:close/>
                  <a:moveTo>
                    <a:pt x="435" y="0"/>
                  </a:moveTo>
                  <a:lnTo>
                    <a:pt x="435" y="0"/>
                  </a:lnTo>
                  <a:lnTo>
                    <a:pt x="437" y="0"/>
                  </a:lnTo>
                  <a:lnTo>
                    <a:pt x="437" y="2"/>
                  </a:lnTo>
                  <a:lnTo>
                    <a:pt x="439" y="2"/>
                  </a:lnTo>
                  <a:lnTo>
                    <a:pt x="439" y="2"/>
                  </a:lnTo>
                  <a:lnTo>
                    <a:pt x="439" y="2"/>
                  </a:lnTo>
                  <a:lnTo>
                    <a:pt x="439" y="2"/>
                  </a:lnTo>
                  <a:lnTo>
                    <a:pt x="439" y="2"/>
                  </a:lnTo>
                  <a:lnTo>
                    <a:pt x="441" y="0"/>
                  </a:lnTo>
                  <a:lnTo>
                    <a:pt x="441" y="0"/>
                  </a:lnTo>
                  <a:lnTo>
                    <a:pt x="441" y="0"/>
                  </a:lnTo>
                  <a:lnTo>
                    <a:pt x="445" y="0"/>
                  </a:lnTo>
                  <a:lnTo>
                    <a:pt x="447" y="0"/>
                  </a:lnTo>
                  <a:lnTo>
                    <a:pt x="447" y="2"/>
                  </a:lnTo>
                  <a:lnTo>
                    <a:pt x="447" y="2"/>
                  </a:lnTo>
                  <a:lnTo>
                    <a:pt x="447" y="2"/>
                  </a:lnTo>
                  <a:lnTo>
                    <a:pt x="447" y="2"/>
                  </a:lnTo>
                  <a:lnTo>
                    <a:pt x="449" y="2"/>
                  </a:lnTo>
                  <a:lnTo>
                    <a:pt x="449" y="4"/>
                  </a:lnTo>
                  <a:lnTo>
                    <a:pt x="449" y="4"/>
                  </a:lnTo>
                  <a:lnTo>
                    <a:pt x="451" y="4"/>
                  </a:lnTo>
                  <a:lnTo>
                    <a:pt x="451" y="2"/>
                  </a:lnTo>
                  <a:lnTo>
                    <a:pt x="453" y="2"/>
                  </a:lnTo>
                  <a:lnTo>
                    <a:pt x="455" y="2"/>
                  </a:lnTo>
                  <a:lnTo>
                    <a:pt x="455" y="2"/>
                  </a:lnTo>
                  <a:lnTo>
                    <a:pt x="455" y="4"/>
                  </a:lnTo>
                  <a:lnTo>
                    <a:pt x="455" y="4"/>
                  </a:lnTo>
                  <a:lnTo>
                    <a:pt x="457" y="4"/>
                  </a:lnTo>
                  <a:lnTo>
                    <a:pt x="457" y="4"/>
                  </a:lnTo>
                  <a:lnTo>
                    <a:pt x="457" y="4"/>
                  </a:lnTo>
                  <a:lnTo>
                    <a:pt x="457" y="4"/>
                  </a:lnTo>
                  <a:lnTo>
                    <a:pt x="459" y="4"/>
                  </a:lnTo>
                  <a:lnTo>
                    <a:pt x="459" y="4"/>
                  </a:lnTo>
                  <a:lnTo>
                    <a:pt x="459" y="4"/>
                  </a:lnTo>
                  <a:lnTo>
                    <a:pt x="459" y="4"/>
                  </a:lnTo>
                  <a:lnTo>
                    <a:pt x="461" y="4"/>
                  </a:lnTo>
                  <a:lnTo>
                    <a:pt x="461" y="6"/>
                  </a:lnTo>
                  <a:lnTo>
                    <a:pt x="461" y="6"/>
                  </a:lnTo>
                  <a:lnTo>
                    <a:pt x="461" y="6"/>
                  </a:lnTo>
                  <a:lnTo>
                    <a:pt x="461" y="6"/>
                  </a:lnTo>
                  <a:lnTo>
                    <a:pt x="463" y="6"/>
                  </a:lnTo>
                  <a:lnTo>
                    <a:pt x="463" y="6"/>
                  </a:lnTo>
                  <a:lnTo>
                    <a:pt x="465" y="8"/>
                  </a:lnTo>
                  <a:lnTo>
                    <a:pt x="466" y="8"/>
                  </a:lnTo>
                  <a:lnTo>
                    <a:pt x="466" y="8"/>
                  </a:lnTo>
                  <a:lnTo>
                    <a:pt x="466" y="8"/>
                  </a:lnTo>
                  <a:lnTo>
                    <a:pt x="466" y="9"/>
                  </a:lnTo>
                  <a:lnTo>
                    <a:pt x="466" y="9"/>
                  </a:lnTo>
                  <a:lnTo>
                    <a:pt x="468" y="9"/>
                  </a:lnTo>
                  <a:lnTo>
                    <a:pt x="468" y="11"/>
                  </a:lnTo>
                  <a:lnTo>
                    <a:pt x="468" y="11"/>
                  </a:lnTo>
                  <a:lnTo>
                    <a:pt x="468" y="11"/>
                  </a:lnTo>
                  <a:lnTo>
                    <a:pt x="468" y="11"/>
                  </a:lnTo>
                  <a:lnTo>
                    <a:pt x="470" y="11"/>
                  </a:lnTo>
                  <a:lnTo>
                    <a:pt x="470" y="11"/>
                  </a:lnTo>
                  <a:lnTo>
                    <a:pt x="472" y="13"/>
                  </a:lnTo>
                  <a:lnTo>
                    <a:pt x="472" y="13"/>
                  </a:lnTo>
                  <a:lnTo>
                    <a:pt x="472" y="13"/>
                  </a:lnTo>
                  <a:lnTo>
                    <a:pt x="472" y="13"/>
                  </a:lnTo>
                  <a:lnTo>
                    <a:pt x="474" y="15"/>
                  </a:lnTo>
                  <a:lnTo>
                    <a:pt x="474" y="15"/>
                  </a:lnTo>
                  <a:lnTo>
                    <a:pt x="478" y="17"/>
                  </a:lnTo>
                  <a:lnTo>
                    <a:pt x="478" y="17"/>
                  </a:lnTo>
                  <a:lnTo>
                    <a:pt x="478" y="17"/>
                  </a:lnTo>
                  <a:lnTo>
                    <a:pt x="480" y="17"/>
                  </a:lnTo>
                  <a:lnTo>
                    <a:pt x="480" y="17"/>
                  </a:lnTo>
                  <a:lnTo>
                    <a:pt x="480" y="17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19"/>
                  </a:lnTo>
                  <a:lnTo>
                    <a:pt x="482" y="19"/>
                  </a:lnTo>
                  <a:lnTo>
                    <a:pt x="482" y="19"/>
                  </a:lnTo>
                  <a:lnTo>
                    <a:pt x="482" y="21"/>
                  </a:lnTo>
                  <a:lnTo>
                    <a:pt x="482" y="21"/>
                  </a:lnTo>
                  <a:lnTo>
                    <a:pt x="484" y="23"/>
                  </a:lnTo>
                  <a:lnTo>
                    <a:pt x="484" y="23"/>
                  </a:lnTo>
                  <a:lnTo>
                    <a:pt x="484" y="25"/>
                  </a:lnTo>
                  <a:lnTo>
                    <a:pt x="484" y="27"/>
                  </a:lnTo>
                  <a:lnTo>
                    <a:pt x="486" y="27"/>
                  </a:lnTo>
                  <a:lnTo>
                    <a:pt x="488" y="29"/>
                  </a:lnTo>
                  <a:lnTo>
                    <a:pt x="488" y="29"/>
                  </a:lnTo>
                  <a:lnTo>
                    <a:pt x="488" y="29"/>
                  </a:lnTo>
                  <a:lnTo>
                    <a:pt x="488" y="29"/>
                  </a:lnTo>
                  <a:lnTo>
                    <a:pt x="488" y="29"/>
                  </a:lnTo>
                  <a:lnTo>
                    <a:pt x="488" y="31"/>
                  </a:lnTo>
                  <a:lnTo>
                    <a:pt x="488" y="31"/>
                  </a:lnTo>
                  <a:lnTo>
                    <a:pt x="488" y="31"/>
                  </a:lnTo>
                  <a:lnTo>
                    <a:pt x="490" y="33"/>
                  </a:lnTo>
                  <a:lnTo>
                    <a:pt x="490" y="33"/>
                  </a:lnTo>
                  <a:lnTo>
                    <a:pt x="490" y="33"/>
                  </a:lnTo>
                  <a:lnTo>
                    <a:pt x="490" y="33"/>
                  </a:lnTo>
                  <a:lnTo>
                    <a:pt x="492" y="35"/>
                  </a:lnTo>
                  <a:lnTo>
                    <a:pt x="492" y="35"/>
                  </a:lnTo>
                  <a:lnTo>
                    <a:pt x="492" y="33"/>
                  </a:lnTo>
                  <a:lnTo>
                    <a:pt x="496" y="33"/>
                  </a:lnTo>
                  <a:lnTo>
                    <a:pt x="496" y="33"/>
                  </a:lnTo>
                  <a:lnTo>
                    <a:pt x="496" y="33"/>
                  </a:lnTo>
                  <a:lnTo>
                    <a:pt x="496" y="33"/>
                  </a:lnTo>
                  <a:lnTo>
                    <a:pt x="496" y="33"/>
                  </a:lnTo>
                  <a:lnTo>
                    <a:pt x="496" y="35"/>
                  </a:lnTo>
                  <a:lnTo>
                    <a:pt x="496" y="35"/>
                  </a:lnTo>
                  <a:lnTo>
                    <a:pt x="496" y="37"/>
                  </a:lnTo>
                  <a:lnTo>
                    <a:pt x="496" y="37"/>
                  </a:lnTo>
                  <a:lnTo>
                    <a:pt x="496" y="39"/>
                  </a:lnTo>
                  <a:lnTo>
                    <a:pt x="496" y="41"/>
                  </a:lnTo>
                  <a:lnTo>
                    <a:pt x="496" y="41"/>
                  </a:lnTo>
                  <a:lnTo>
                    <a:pt x="496" y="41"/>
                  </a:lnTo>
                  <a:lnTo>
                    <a:pt x="496" y="41"/>
                  </a:lnTo>
                  <a:lnTo>
                    <a:pt x="498" y="43"/>
                  </a:lnTo>
                  <a:lnTo>
                    <a:pt x="498" y="45"/>
                  </a:lnTo>
                  <a:lnTo>
                    <a:pt x="498" y="45"/>
                  </a:lnTo>
                  <a:lnTo>
                    <a:pt x="500" y="45"/>
                  </a:lnTo>
                  <a:lnTo>
                    <a:pt x="502" y="47"/>
                  </a:lnTo>
                  <a:lnTo>
                    <a:pt x="502" y="47"/>
                  </a:lnTo>
                  <a:lnTo>
                    <a:pt x="502" y="47"/>
                  </a:lnTo>
                  <a:lnTo>
                    <a:pt x="502" y="49"/>
                  </a:lnTo>
                  <a:lnTo>
                    <a:pt x="504" y="49"/>
                  </a:lnTo>
                  <a:lnTo>
                    <a:pt x="504" y="51"/>
                  </a:lnTo>
                  <a:lnTo>
                    <a:pt x="504" y="51"/>
                  </a:lnTo>
                  <a:lnTo>
                    <a:pt x="504" y="53"/>
                  </a:lnTo>
                  <a:lnTo>
                    <a:pt x="506" y="55"/>
                  </a:lnTo>
                  <a:lnTo>
                    <a:pt x="506" y="57"/>
                  </a:lnTo>
                  <a:lnTo>
                    <a:pt x="506" y="59"/>
                  </a:lnTo>
                  <a:lnTo>
                    <a:pt x="504" y="59"/>
                  </a:lnTo>
                  <a:lnTo>
                    <a:pt x="504" y="59"/>
                  </a:lnTo>
                  <a:lnTo>
                    <a:pt x="504" y="59"/>
                  </a:lnTo>
                  <a:lnTo>
                    <a:pt x="504" y="61"/>
                  </a:lnTo>
                  <a:lnTo>
                    <a:pt x="504" y="61"/>
                  </a:lnTo>
                  <a:lnTo>
                    <a:pt x="504" y="61"/>
                  </a:lnTo>
                  <a:lnTo>
                    <a:pt x="506" y="61"/>
                  </a:lnTo>
                  <a:lnTo>
                    <a:pt x="506" y="61"/>
                  </a:lnTo>
                  <a:lnTo>
                    <a:pt x="506" y="61"/>
                  </a:lnTo>
                  <a:lnTo>
                    <a:pt x="506" y="63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08" y="64"/>
                  </a:lnTo>
                  <a:lnTo>
                    <a:pt x="510" y="64"/>
                  </a:lnTo>
                  <a:lnTo>
                    <a:pt x="510" y="66"/>
                  </a:lnTo>
                  <a:lnTo>
                    <a:pt x="510" y="68"/>
                  </a:lnTo>
                  <a:lnTo>
                    <a:pt x="510" y="68"/>
                  </a:lnTo>
                  <a:lnTo>
                    <a:pt x="510" y="68"/>
                  </a:lnTo>
                  <a:lnTo>
                    <a:pt x="510" y="68"/>
                  </a:lnTo>
                  <a:lnTo>
                    <a:pt x="510" y="68"/>
                  </a:lnTo>
                  <a:lnTo>
                    <a:pt x="510" y="70"/>
                  </a:lnTo>
                  <a:lnTo>
                    <a:pt x="508" y="70"/>
                  </a:lnTo>
                  <a:lnTo>
                    <a:pt x="506" y="70"/>
                  </a:lnTo>
                  <a:lnTo>
                    <a:pt x="504" y="70"/>
                  </a:lnTo>
                  <a:lnTo>
                    <a:pt x="504" y="70"/>
                  </a:lnTo>
                  <a:lnTo>
                    <a:pt x="504" y="70"/>
                  </a:lnTo>
                  <a:lnTo>
                    <a:pt x="504" y="72"/>
                  </a:lnTo>
                  <a:lnTo>
                    <a:pt x="504" y="72"/>
                  </a:lnTo>
                  <a:lnTo>
                    <a:pt x="502" y="72"/>
                  </a:lnTo>
                  <a:lnTo>
                    <a:pt x="502" y="74"/>
                  </a:lnTo>
                  <a:lnTo>
                    <a:pt x="502" y="74"/>
                  </a:lnTo>
                  <a:lnTo>
                    <a:pt x="502" y="74"/>
                  </a:lnTo>
                  <a:lnTo>
                    <a:pt x="504" y="76"/>
                  </a:lnTo>
                  <a:lnTo>
                    <a:pt x="504" y="76"/>
                  </a:lnTo>
                  <a:lnTo>
                    <a:pt x="504" y="78"/>
                  </a:lnTo>
                  <a:lnTo>
                    <a:pt x="506" y="78"/>
                  </a:lnTo>
                  <a:lnTo>
                    <a:pt x="506" y="80"/>
                  </a:lnTo>
                  <a:lnTo>
                    <a:pt x="506" y="80"/>
                  </a:lnTo>
                  <a:lnTo>
                    <a:pt x="506" y="80"/>
                  </a:lnTo>
                  <a:lnTo>
                    <a:pt x="506" y="80"/>
                  </a:lnTo>
                  <a:lnTo>
                    <a:pt x="506" y="82"/>
                  </a:lnTo>
                  <a:lnTo>
                    <a:pt x="506" y="82"/>
                  </a:lnTo>
                  <a:lnTo>
                    <a:pt x="506" y="84"/>
                  </a:lnTo>
                  <a:lnTo>
                    <a:pt x="506" y="84"/>
                  </a:lnTo>
                  <a:lnTo>
                    <a:pt x="506" y="84"/>
                  </a:lnTo>
                  <a:lnTo>
                    <a:pt x="508" y="84"/>
                  </a:lnTo>
                  <a:lnTo>
                    <a:pt x="508" y="84"/>
                  </a:lnTo>
                  <a:lnTo>
                    <a:pt x="508" y="86"/>
                  </a:lnTo>
                  <a:lnTo>
                    <a:pt x="508" y="86"/>
                  </a:lnTo>
                  <a:lnTo>
                    <a:pt x="508" y="86"/>
                  </a:lnTo>
                  <a:lnTo>
                    <a:pt x="508" y="86"/>
                  </a:lnTo>
                  <a:lnTo>
                    <a:pt x="508" y="88"/>
                  </a:lnTo>
                  <a:lnTo>
                    <a:pt x="508" y="88"/>
                  </a:lnTo>
                  <a:lnTo>
                    <a:pt x="508" y="88"/>
                  </a:lnTo>
                  <a:lnTo>
                    <a:pt x="508" y="88"/>
                  </a:lnTo>
                  <a:lnTo>
                    <a:pt x="510" y="88"/>
                  </a:lnTo>
                  <a:lnTo>
                    <a:pt x="510" y="90"/>
                  </a:lnTo>
                  <a:lnTo>
                    <a:pt x="510" y="90"/>
                  </a:lnTo>
                  <a:lnTo>
                    <a:pt x="510" y="90"/>
                  </a:lnTo>
                  <a:lnTo>
                    <a:pt x="510" y="90"/>
                  </a:lnTo>
                  <a:lnTo>
                    <a:pt x="510" y="92"/>
                  </a:lnTo>
                  <a:lnTo>
                    <a:pt x="510" y="94"/>
                  </a:lnTo>
                  <a:lnTo>
                    <a:pt x="510" y="94"/>
                  </a:lnTo>
                  <a:lnTo>
                    <a:pt x="510" y="96"/>
                  </a:lnTo>
                  <a:lnTo>
                    <a:pt x="508" y="96"/>
                  </a:lnTo>
                  <a:lnTo>
                    <a:pt x="508" y="96"/>
                  </a:lnTo>
                  <a:lnTo>
                    <a:pt x="508" y="96"/>
                  </a:lnTo>
                  <a:lnTo>
                    <a:pt x="506" y="98"/>
                  </a:lnTo>
                  <a:lnTo>
                    <a:pt x="506" y="98"/>
                  </a:lnTo>
                  <a:lnTo>
                    <a:pt x="506" y="98"/>
                  </a:lnTo>
                  <a:lnTo>
                    <a:pt x="504" y="96"/>
                  </a:lnTo>
                  <a:lnTo>
                    <a:pt x="502" y="96"/>
                  </a:lnTo>
                  <a:lnTo>
                    <a:pt x="502" y="96"/>
                  </a:lnTo>
                  <a:lnTo>
                    <a:pt x="500" y="96"/>
                  </a:lnTo>
                  <a:lnTo>
                    <a:pt x="500" y="96"/>
                  </a:lnTo>
                  <a:lnTo>
                    <a:pt x="500" y="96"/>
                  </a:lnTo>
                  <a:lnTo>
                    <a:pt x="500" y="96"/>
                  </a:lnTo>
                  <a:lnTo>
                    <a:pt x="500" y="96"/>
                  </a:lnTo>
                  <a:lnTo>
                    <a:pt x="498" y="96"/>
                  </a:lnTo>
                  <a:lnTo>
                    <a:pt x="498" y="96"/>
                  </a:lnTo>
                  <a:lnTo>
                    <a:pt x="498" y="94"/>
                  </a:lnTo>
                  <a:lnTo>
                    <a:pt x="498" y="94"/>
                  </a:lnTo>
                  <a:lnTo>
                    <a:pt x="498" y="94"/>
                  </a:lnTo>
                  <a:lnTo>
                    <a:pt x="496" y="94"/>
                  </a:lnTo>
                  <a:lnTo>
                    <a:pt x="496" y="96"/>
                  </a:lnTo>
                  <a:lnTo>
                    <a:pt x="494" y="96"/>
                  </a:lnTo>
                  <a:lnTo>
                    <a:pt x="494" y="96"/>
                  </a:lnTo>
                  <a:lnTo>
                    <a:pt x="494" y="96"/>
                  </a:lnTo>
                  <a:lnTo>
                    <a:pt x="494" y="98"/>
                  </a:lnTo>
                  <a:lnTo>
                    <a:pt x="494" y="98"/>
                  </a:lnTo>
                  <a:lnTo>
                    <a:pt x="494" y="98"/>
                  </a:lnTo>
                  <a:lnTo>
                    <a:pt x="494" y="100"/>
                  </a:lnTo>
                  <a:lnTo>
                    <a:pt x="494" y="100"/>
                  </a:lnTo>
                  <a:lnTo>
                    <a:pt x="492" y="104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0" y="108"/>
                  </a:lnTo>
                  <a:lnTo>
                    <a:pt x="490" y="108"/>
                  </a:lnTo>
                  <a:lnTo>
                    <a:pt x="490" y="110"/>
                  </a:lnTo>
                  <a:lnTo>
                    <a:pt x="490" y="110"/>
                  </a:lnTo>
                  <a:lnTo>
                    <a:pt x="490" y="110"/>
                  </a:lnTo>
                  <a:lnTo>
                    <a:pt x="490" y="112"/>
                  </a:lnTo>
                  <a:lnTo>
                    <a:pt x="490" y="112"/>
                  </a:lnTo>
                  <a:lnTo>
                    <a:pt x="488" y="112"/>
                  </a:lnTo>
                  <a:lnTo>
                    <a:pt x="488" y="112"/>
                  </a:lnTo>
                  <a:lnTo>
                    <a:pt x="488" y="112"/>
                  </a:lnTo>
                  <a:lnTo>
                    <a:pt x="486" y="112"/>
                  </a:lnTo>
                  <a:lnTo>
                    <a:pt x="486" y="112"/>
                  </a:lnTo>
                  <a:lnTo>
                    <a:pt x="486" y="112"/>
                  </a:lnTo>
                  <a:lnTo>
                    <a:pt x="486" y="112"/>
                  </a:lnTo>
                  <a:lnTo>
                    <a:pt x="486" y="114"/>
                  </a:lnTo>
                  <a:lnTo>
                    <a:pt x="484" y="116"/>
                  </a:lnTo>
                  <a:lnTo>
                    <a:pt x="484" y="116"/>
                  </a:lnTo>
                  <a:lnTo>
                    <a:pt x="484" y="117"/>
                  </a:lnTo>
                  <a:lnTo>
                    <a:pt x="484" y="117"/>
                  </a:lnTo>
                  <a:lnTo>
                    <a:pt x="484" y="117"/>
                  </a:lnTo>
                  <a:lnTo>
                    <a:pt x="484" y="117"/>
                  </a:lnTo>
                  <a:lnTo>
                    <a:pt x="484" y="119"/>
                  </a:lnTo>
                  <a:lnTo>
                    <a:pt x="484" y="119"/>
                  </a:lnTo>
                  <a:lnTo>
                    <a:pt x="484" y="119"/>
                  </a:lnTo>
                  <a:lnTo>
                    <a:pt x="484" y="121"/>
                  </a:lnTo>
                  <a:lnTo>
                    <a:pt x="482" y="121"/>
                  </a:lnTo>
                  <a:lnTo>
                    <a:pt x="482" y="123"/>
                  </a:lnTo>
                  <a:lnTo>
                    <a:pt x="482" y="123"/>
                  </a:lnTo>
                  <a:lnTo>
                    <a:pt x="482" y="125"/>
                  </a:lnTo>
                  <a:lnTo>
                    <a:pt x="482" y="125"/>
                  </a:lnTo>
                  <a:lnTo>
                    <a:pt x="482" y="127"/>
                  </a:lnTo>
                  <a:lnTo>
                    <a:pt x="482" y="127"/>
                  </a:lnTo>
                  <a:lnTo>
                    <a:pt x="484" y="127"/>
                  </a:lnTo>
                  <a:lnTo>
                    <a:pt x="484" y="129"/>
                  </a:lnTo>
                  <a:lnTo>
                    <a:pt x="484" y="129"/>
                  </a:lnTo>
                  <a:lnTo>
                    <a:pt x="484" y="129"/>
                  </a:lnTo>
                  <a:lnTo>
                    <a:pt x="484" y="129"/>
                  </a:lnTo>
                  <a:lnTo>
                    <a:pt x="486" y="129"/>
                  </a:lnTo>
                  <a:lnTo>
                    <a:pt x="486" y="129"/>
                  </a:lnTo>
                  <a:lnTo>
                    <a:pt x="488" y="129"/>
                  </a:lnTo>
                  <a:lnTo>
                    <a:pt x="488" y="129"/>
                  </a:lnTo>
                  <a:lnTo>
                    <a:pt x="490" y="129"/>
                  </a:lnTo>
                  <a:lnTo>
                    <a:pt x="490" y="131"/>
                  </a:lnTo>
                  <a:lnTo>
                    <a:pt x="490" y="131"/>
                  </a:lnTo>
                  <a:lnTo>
                    <a:pt x="490" y="131"/>
                  </a:lnTo>
                  <a:lnTo>
                    <a:pt x="490" y="131"/>
                  </a:lnTo>
                  <a:lnTo>
                    <a:pt x="490" y="133"/>
                  </a:lnTo>
                  <a:lnTo>
                    <a:pt x="490" y="133"/>
                  </a:lnTo>
                  <a:lnTo>
                    <a:pt x="488" y="133"/>
                  </a:lnTo>
                  <a:lnTo>
                    <a:pt x="488" y="133"/>
                  </a:lnTo>
                  <a:lnTo>
                    <a:pt x="488" y="135"/>
                  </a:lnTo>
                  <a:lnTo>
                    <a:pt x="488" y="135"/>
                  </a:lnTo>
                  <a:lnTo>
                    <a:pt x="488" y="135"/>
                  </a:lnTo>
                  <a:lnTo>
                    <a:pt x="490" y="135"/>
                  </a:lnTo>
                  <a:lnTo>
                    <a:pt x="490" y="137"/>
                  </a:lnTo>
                  <a:lnTo>
                    <a:pt x="492" y="137"/>
                  </a:lnTo>
                  <a:lnTo>
                    <a:pt x="498" y="141"/>
                  </a:lnTo>
                  <a:lnTo>
                    <a:pt x="498" y="141"/>
                  </a:lnTo>
                  <a:lnTo>
                    <a:pt x="500" y="141"/>
                  </a:lnTo>
                  <a:lnTo>
                    <a:pt x="500" y="141"/>
                  </a:lnTo>
                  <a:lnTo>
                    <a:pt x="500" y="141"/>
                  </a:lnTo>
                  <a:lnTo>
                    <a:pt x="502" y="141"/>
                  </a:lnTo>
                  <a:lnTo>
                    <a:pt x="502" y="141"/>
                  </a:lnTo>
                  <a:lnTo>
                    <a:pt x="504" y="141"/>
                  </a:lnTo>
                  <a:lnTo>
                    <a:pt x="504" y="141"/>
                  </a:lnTo>
                  <a:lnTo>
                    <a:pt x="504" y="141"/>
                  </a:lnTo>
                  <a:lnTo>
                    <a:pt x="504" y="141"/>
                  </a:lnTo>
                  <a:lnTo>
                    <a:pt x="504" y="139"/>
                  </a:lnTo>
                  <a:lnTo>
                    <a:pt x="504" y="139"/>
                  </a:lnTo>
                  <a:lnTo>
                    <a:pt x="504" y="139"/>
                  </a:lnTo>
                  <a:lnTo>
                    <a:pt x="514" y="135"/>
                  </a:lnTo>
                  <a:lnTo>
                    <a:pt x="516" y="131"/>
                  </a:lnTo>
                  <a:lnTo>
                    <a:pt x="516" y="129"/>
                  </a:lnTo>
                  <a:lnTo>
                    <a:pt x="517" y="129"/>
                  </a:lnTo>
                  <a:lnTo>
                    <a:pt x="519" y="129"/>
                  </a:lnTo>
                  <a:lnTo>
                    <a:pt x="519" y="129"/>
                  </a:lnTo>
                  <a:lnTo>
                    <a:pt x="519" y="127"/>
                  </a:lnTo>
                  <a:lnTo>
                    <a:pt x="521" y="127"/>
                  </a:lnTo>
                  <a:lnTo>
                    <a:pt x="521" y="127"/>
                  </a:lnTo>
                  <a:lnTo>
                    <a:pt x="521" y="125"/>
                  </a:lnTo>
                  <a:lnTo>
                    <a:pt x="521" y="127"/>
                  </a:lnTo>
                  <a:lnTo>
                    <a:pt x="523" y="127"/>
                  </a:lnTo>
                  <a:lnTo>
                    <a:pt x="523" y="129"/>
                  </a:lnTo>
                  <a:lnTo>
                    <a:pt x="523" y="129"/>
                  </a:lnTo>
                  <a:lnTo>
                    <a:pt x="525" y="129"/>
                  </a:lnTo>
                  <a:lnTo>
                    <a:pt x="527" y="131"/>
                  </a:lnTo>
                  <a:lnTo>
                    <a:pt x="527" y="131"/>
                  </a:lnTo>
                  <a:lnTo>
                    <a:pt x="527" y="131"/>
                  </a:lnTo>
                  <a:lnTo>
                    <a:pt x="529" y="133"/>
                  </a:lnTo>
                  <a:lnTo>
                    <a:pt x="529" y="133"/>
                  </a:lnTo>
                  <a:lnTo>
                    <a:pt x="529" y="133"/>
                  </a:lnTo>
                  <a:lnTo>
                    <a:pt x="529" y="133"/>
                  </a:lnTo>
                  <a:lnTo>
                    <a:pt x="529" y="135"/>
                  </a:lnTo>
                  <a:lnTo>
                    <a:pt x="529" y="135"/>
                  </a:lnTo>
                  <a:lnTo>
                    <a:pt x="529" y="135"/>
                  </a:lnTo>
                  <a:lnTo>
                    <a:pt x="529" y="135"/>
                  </a:lnTo>
                  <a:lnTo>
                    <a:pt x="529" y="135"/>
                  </a:lnTo>
                  <a:lnTo>
                    <a:pt x="531" y="135"/>
                  </a:lnTo>
                  <a:lnTo>
                    <a:pt x="531" y="135"/>
                  </a:lnTo>
                  <a:lnTo>
                    <a:pt x="531" y="133"/>
                  </a:lnTo>
                  <a:lnTo>
                    <a:pt x="531" y="135"/>
                  </a:lnTo>
                  <a:lnTo>
                    <a:pt x="531" y="135"/>
                  </a:lnTo>
                  <a:lnTo>
                    <a:pt x="533" y="135"/>
                  </a:lnTo>
                  <a:lnTo>
                    <a:pt x="533" y="135"/>
                  </a:lnTo>
                  <a:lnTo>
                    <a:pt x="533" y="135"/>
                  </a:lnTo>
                  <a:lnTo>
                    <a:pt x="533" y="135"/>
                  </a:lnTo>
                  <a:lnTo>
                    <a:pt x="533" y="135"/>
                  </a:lnTo>
                  <a:lnTo>
                    <a:pt x="533" y="135"/>
                  </a:lnTo>
                  <a:lnTo>
                    <a:pt x="533" y="133"/>
                  </a:lnTo>
                  <a:lnTo>
                    <a:pt x="535" y="133"/>
                  </a:lnTo>
                  <a:lnTo>
                    <a:pt x="535" y="133"/>
                  </a:lnTo>
                  <a:lnTo>
                    <a:pt x="535" y="133"/>
                  </a:lnTo>
                  <a:lnTo>
                    <a:pt x="535" y="133"/>
                  </a:lnTo>
                  <a:lnTo>
                    <a:pt x="537" y="133"/>
                  </a:lnTo>
                  <a:lnTo>
                    <a:pt x="539" y="133"/>
                  </a:lnTo>
                  <a:lnTo>
                    <a:pt x="539" y="133"/>
                  </a:lnTo>
                  <a:lnTo>
                    <a:pt x="539" y="135"/>
                  </a:lnTo>
                  <a:lnTo>
                    <a:pt x="541" y="137"/>
                  </a:lnTo>
                  <a:lnTo>
                    <a:pt x="541" y="137"/>
                  </a:lnTo>
                  <a:lnTo>
                    <a:pt x="541" y="139"/>
                  </a:lnTo>
                  <a:lnTo>
                    <a:pt x="541" y="139"/>
                  </a:lnTo>
                  <a:lnTo>
                    <a:pt x="541" y="141"/>
                  </a:lnTo>
                  <a:lnTo>
                    <a:pt x="541" y="141"/>
                  </a:lnTo>
                  <a:lnTo>
                    <a:pt x="541" y="143"/>
                  </a:lnTo>
                  <a:lnTo>
                    <a:pt x="541" y="143"/>
                  </a:lnTo>
                  <a:lnTo>
                    <a:pt x="541" y="143"/>
                  </a:lnTo>
                  <a:lnTo>
                    <a:pt x="541" y="143"/>
                  </a:lnTo>
                  <a:lnTo>
                    <a:pt x="541" y="143"/>
                  </a:lnTo>
                  <a:lnTo>
                    <a:pt x="543" y="143"/>
                  </a:lnTo>
                  <a:lnTo>
                    <a:pt x="545" y="143"/>
                  </a:lnTo>
                  <a:lnTo>
                    <a:pt x="547" y="143"/>
                  </a:lnTo>
                  <a:lnTo>
                    <a:pt x="547" y="145"/>
                  </a:lnTo>
                  <a:lnTo>
                    <a:pt x="549" y="147"/>
                  </a:lnTo>
                  <a:lnTo>
                    <a:pt x="549" y="147"/>
                  </a:lnTo>
                  <a:lnTo>
                    <a:pt x="551" y="147"/>
                  </a:lnTo>
                  <a:lnTo>
                    <a:pt x="551" y="147"/>
                  </a:lnTo>
                  <a:lnTo>
                    <a:pt x="551" y="147"/>
                  </a:lnTo>
                  <a:lnTo>
                    <a:pt x="553" y="143"/>
                  </a:lnTo>
                  <a:lnTo>
                    <a:pt x="557" y="139"/>
                  </a:lnTo>
                  <a:lnTo>
                    <a:pt x="557" y="139"/>
                  </a:lnTo>
                  <a:lnTo>
                    <a:pt x="557" y="139"/>
                  </a:lnTo>
                  <a:lnTo>
                    <a:pt x="557" y="139"/>
                  </a:lnTo>
                  <a:lnTo>
                    <a:pt x="559" y="139"/>
                  </a:lnTo>
                  <a:lnTo>
                    <a:pt x="559" y="141"/>
                  </a:lnTo>
                  <a:lnTo>
                    <a:pt x="559" y="141"/>
                  </a:lnTo>
                  <a:lnTo>
                    <a:pt x="561" y="143"/>
                  </a:lnTo>
                  <a:lnTo>
                    <a:pt x="561" y="143"/>
                  </a:lnTo>
                  <a:lnTo>
                    <a:pt x="563" y="143"/>
                  </a:lnTo>
                  <a:lnTo>
                    <a:pt x="563" y="143"/>
                  </a:lnTo>
                  <a:lnTo>
                    <a:pt x="563" y="143"/>
                  </a:lnTo>
                  <a:lnTo>
                    <a:pt x="565" y="143"/>
                  </a:lnTo>
                  <a:lnTo>
                    <a:pt x="565" y="143"/>
                  </a:lnTo>
                  <a:lnTo>
                    <a:pt x="565" y="145"/>
                  </a:lnTo>
                  <a:lnTo>
                    <a:pt x="565" y="145"/>
                  </a:lnTo>
                  <a:lnTo>
                    <a:pt x="565" y="145"/>
                  </a:lnTo>
                  <a:lnTo>
                    <a:pt x="565" y="145"/>
                  </a:lnTo>
                  <a:lnTo>
                    <a:pt x="566" y="145"/>
                  </a:lnTo>
                  <a:lnTo>
                    <a:pt x="566" y="147"/>
                  </a:lnTo>
                  <a:lnTo>
                    <a:pt x="565" y="147"/>
                  </a:lnTo>
                  <a:lnTo>
                    <a:pt x="565" y="149"/>
                  </a:lnTo>
                  <a:lnTo>
                    <a:pt x="565" y="149"/>
                  </a:lnTo>
                  <a:lnTo>
                    <a:pt x="566" y="149"/>
                  </a:lnTo>
                  <a:lnTo>
                    <a:pt x="566" y="149"/>
                  </a:lnTo>
                  <a:lnTo>
                    <a:pt x="566" y="149"/>
                  </a:lnTo>
                  <a:lnTo>
                    <a:pt x="566" y="149"/>
                  </a:lnTo>
                  <a:lnTo>
                    <a:pt x="568" y="151"/>
                  </a:lnTo>
                  <a:lnTo>
                    <a:pt x="568" y="151"/>
                  </a:lnTo>
                  <a:lnTo>
                    <a:pt x="568" y="151"/>
                  </a:lnTo>
                  <a:lnTo>
                    <a:pt x="568" y="151"/>
                  </a:lnTo>
                  <a:lnTo>
                    <a:pt x="568" y="153"/>
                  </a:lnTo>
                  <a:lnTo>
                    <a:pt x="568" y="153"/>
                  </a:lnTo>
                  <a:lnTo>
                    <a:pt x="568" y="153"/>
                  </a:lnTo>
                  <a:lnTo>
                    <a:pt x="568" y="155"/>
                  </a:lnTo>
                  <a:lnTo>
                    <a:pt x="568" y="157"/>
                  </a:lnTo>
                  <a:lnTo>
                    <a:pt x="568" y="157"/>
                  </a:lnTo>
                  <a:lnTo>
                    <a:pt x="568" y="157"/>
                  </a:lnTo>
                  <a:lnTo>
                    <a:pt x="568" y="157"/>
                  </a:lnTo>
                  <a:lnTo>
                    <a:pt x="568" y="159"/>
                  </a:lnTo>
                  <a:lnTo>
                    <a:pt x="570" y="159"/>
                  </a:lnTo>
                  <a:lnTo>
                    <a:pt x="572" y="159"/>
                  </a:lnTo>
                  <a:lnTo>
                    <a:pt x="572" y="159"/>
                  </a:lnTo>
                  <a:lnTo>
                    <a:pt x="572" y="161"/>
                  </a:lnTo>
                  <a:lnTo>
                    <a:pt x="574" y="161"/>
                  </a:lnTo>
                  <a:lnTo>
                    <a:pt x="572" y="163"/>
                  </a:lnTo>
                  <a:lnTo>
                    <a:pt x="574" y="163"/>
                  </a:lnTo>
                  <a:lnTo>
                    <a:pt x="574" y="165"/>
                  </a:lnTo>
                  <a:lnTo>
                    <a:pt x="574" y="165"/>
                  </a:lnTo>
                  <a:lnTo>
                    <a:pt x="574" y="165"/>
                  </a:lnTo>
                  <a:lnTo>
                    <a:pt x="574" y="165"/>
                  </a:lnTo>
                  <a:lnTo>
                    <a:pt x="574" y="165"/>
                  </a:lnTo>
                  <a:lnTo>
                    <a:pt x="574" y="167"/>
                  </a:lnTo>
                  <a:lnTo>
                    <a:pt x="574" y="167"/>
                  </a:lnTo>
                  <a:lnTo>
                    <a:pt x="574" y="169"/>
                  </a:lnTo>
                  <a:lnTo>
                    <a:pt x="574" y="169"/>
                  </a:lnTo>
                  <a:lnTo>
                    <a:pt x="576" y="169"/>
                  </a:lnTo>
                  <a:lnTo>
                    <a:pt x="576" y="169"/>
                  </a:lnTo>
                  <a:lnTo>
                    <a:pt x="576" y="170"/>
                  </a:lnTo>
                  <a:lnTo>
                    <a:pt x="576" y="170"/>
                  </a:lnTo>
                  <a:lnTo>
                    <a:pt x="576" y="170"/>
                  </a:lnTo>
                  <a:lnTo>
                    <a:pt x="576" y="170"/>
                  </a:lnTo>
                  <a:lnTo>
                    <a:pt x="576" y="172"/>
                  </a:lnTo>
                  <a:lnTo>
                    <a:pt x="576" y="172"/>
                  </a:lnTo>
                  <a:lnTo>
                    <a:pt x="576" y="174"/>
                  </a:lnTo>
                  <a:lnTo>
                    <a:pt x="576" y="174"/>
                  </a:lnTo>
                  <a:lnTo>
                    <a:pt x="576" y="174"/>
                  </a:lnTo>
                  <a:lnTo>
                    <a:pt x="578" y="174"/>
                  </a:lnTo>
                  <a:lnTo>
                    <a:pt x="578" y="176"/>
                  </a:lnTo>
                  <a:lnTo>
                    <a:pt x="578" y="176"/>
                  </a:lnTo>
                  <a:lnTo>
                    <a:pt x="578" y="176"/>
                  </a:lnTo>
                  <a:lnTo>
                    <a:pt x="578" y="178"/>
                  </a:lnTo>
                  <a:lnTo>
                    <a:pt x="578" y="178"/>
                  </a:lnTo>
                  <a:lnTo>
                    <a:pt x="576" y="180"/>
                  </a:lnTo>
                  <a:lnTo>
                    <a:pt x="574" y="182"/>
                  </a:lnTo>
                  <a:lnTo>
                    <a:pt x="574" y="182"/>
                  </a:lnTo>
                  <a:lnTo>
                    <a:pt x="572" y="182"/>
                  </a:lnTo>
                  <a:lnTo>
                    <a:pt x="572" y="182"/>
                  </a:lnTo>
                  <a:lnTo>
                    <a:pt x="572" y="184"/>
                  </a:lnTo>
                  <a:lnTo>
                    <a:pt x="572" y="186"/>
                  </a:lnTo>
                  <a:lnTo>
                    <a:pt x="572" y="186"/>
                  </a:lnTo>
                  <a:lnTo>
                    <a:pt x="566" y="188"/>
                  </a:lnTo>
                  <a:lnTo>
                    <a:pt x="565" y="186"/>
                  </a:lnTo>
                  <a:lnTo>
                    <a:pt x="565" y="186"/>
                  </a:lnTo>
                  <a:lnTo>
                    <a:pt x="565" y="186"/>
                  </a:lnTo>
                  <a:lnTo>
                    <a:pt x="563" y="186"/>
                  </a:lnTo>
                  <a:lnTo>
                    <a:pt x="563" y="184"/>
                  </a:lnTo>
                  <a:lnTo>
                    <a:pt x="561" y="184"/>
                  </a:lnTo>
                  <a:lnTo>
                    <a:pt x="559" y="184"/>
                  </a:lnTo>
                  <a:lnTo>
                    <a:pt x="557" y="184"/>
                  </a:lnTo>
                  <a:lnTo>
                    <a:pt x="555" y="184"/>
                  </a:lnTo>
                  <a:lnTo>
                    <a:pt x="555" y="184"/>
                  </a:lnTo>
                  <a:lnTo>
                    <a:pt x="553" y="186"/>
                  </a:lnTo>
                  <a:lnTo>
                    <a:pt x="551" y="190"/>
                  </a:lnTo>
                  <a:lnTo>
                    <a:pt x="549" y="192"/>
                  </a:lnTo>
                  <a:lnTo>
                    <a:pt x="551" y="196"/>
                  </a:lnTo>
                  <a:lnTo>
                    <a:pt x="553" y="198"/>
                  </a:lnTo>
                  <a:lnTo>
                    <a:pt x="553" y="200"/>
                  </a:lnTo>
                  <a:lnTo>
                    <a:pt x="553" y="202"/>
                  </a:lnTo>
                  <a:lnTo>
                    <a:pt x="555" y="202"/>
                  </a:lnTo>
                  <a:lnTo>
                    <a:pt x="555" y="204"/>
                  </a:lnTo>
                  <a:lnTo>
                    <a:pt x="555" y="204"/>
                  </a:lnTo>
                  <a:lnTo>
                    <a:pt x="555" y="206"/>
                  </a:lnTo>
                  <a:lnTo>
                    <a:pt x="557" y="206"/>
                  </a:lnTo>
                  <a:lnTo>
                    <a:pt x="559" y="206"/>
                  </a:lnTo>
                  <a:lnTo>
                    <a:pt x="557" y="208"/>
                  </a:lnTo>
                  <a:lnTo>
                    <a:pt x="557" y="210"/>
                  </a:lnTo>
                  <a:lnTo>
                    <a:pt x="555" y="210"/>
                  </a:lnTo>
                  <a:lnTo>
                    <a:pt x="553" y="210"/>
                  </a:lnTo>
                  <a:lnTo>
                    <a:pt x="553" y="210"/>
                  </a:lnTo>
                  <a:lnTo>
                    <a:pt x="551" y="212"/>
                  </a:lnTo>
                  <a:lnTo>
                    <a:pt x="551" y="214"/>
                  </a:lnTo>
                  <a:lnTo>
                    <a:pt x="549" y="214"/>
                  </a:lnTo>
                  <a:lnTo>
                    <a:pt x="549" y="218"/>
                  </a:lnTo>
                  <a:lnTo>
                    <a:pt x="545" y="218"/>
                  </a:lnTo>
                  <a:lnTo>
                    <a:pt x="545" y="218"/>
                  </a:lnTo>
                  <a:lnTo>
                    <a:pt x="545" y="216"/>
                  </a:lnTo>
                  <a:lnTo>
                    <a:pt x="543" y="216"/>
                  </a:lnTo>
                  <a:lnTo>
                    <a:pt x="541" y="214"/>
                  </a:lnTo>
                  <a:lnTo>
                    <a:pt x="541" y="214"/>
                  </a:lnTo>
                  <a:lnTo>
                    <a:pt x="537" y="214"/>
                  </a:lnTo>
                  <a:lnTo>
                    <a:pt x="537" y="214"/>
                  </a:lnTo>
                  <a:lnTo>
                    <a:pt x="537" y="214"/>
                  </a:lnTo>
                  <a:lnTo>
                    <a:pt x="535" y="212"/>
                  </a:lnTo>
                  <a:lnTo>
                    <a:pt x="535" y="212"/>
                  </a:lnTo>
                  <a:lnTo>
                    <a:pt x="535" y="210"/>
                  </a:lnTo>
                  <a:lnTo>
                    <a:pt x="535" y="208"/>
                  </a:lnTo>
                  <a:lnTo>
                    <a:pt x="535" y="206"/>
                  </a:lnTo>
                  <a:lnTo>
                    <a:pt x="535" y="204"/>
                  </a:lnTo>
                  <a:lnTo>
                    <a:pt x="537" y="202"/>
                  </a:lnTo>
                  <a:lnTo>
                    <a:pt x="537" y="202"/>
                  </a:lnTo>
                  <a:lnTo>
                    <a:pt x="537" y="200"/>
                  </a:lnTo>
                  <a:lnTo>
                    <a:pt x="535" y="198"/>
                  </a:lnTo>
                  <a:lnTo>
                    <a:pt x="533" y="200"/>
                  </a:lnTo>
                  <a:lnTo>
                    <a:pt x="531" y="200"/>
                  </a:lnTo>
                  <a:lnTo>
                    <a:pt x="529" y="200"/>
                  </a:lnTo>
                  <a:lnTo>
                    <a:pt x="531" y="202"/>
                  </a:lnTo>
                  <a:lnTo>
                    <a:pt x="531" y="204"/>
                  </a:lnTo>
                  <a:lnTo>
                    <a:pt x="529" y="204"/>
                  </a:lnTo>
                  <a:lnTo>
                    <a:pt x="527" y="204"/>
                  </a:lnTo>
                  <a:lnTo>
                    <a:pt x="525" y="204"/>
                  </a:lnTo>
                  <a:lnTo>
                    <a:pt x="523" y="202"/>
                  </a:lnTo>
                  <a:lnTo>
                    <a:pt x="523" y="202"/>
                  </a:lnTo>
                  <a:lnTo>
                    <a:pt x="523" y="204"/>
                  </a:lnTo>
                  <a:lnTo>
                    <a:pt x="521" y="204"/>
                  </a:lnTo>
                  <a:lnTo>
                    <a:pt x="521" y="204"/>
                  </a:lnTo>
                  <a:lnTo>
                    <a:pt x="519" y="206"/>
                  </a:lnTo>
                  <a:lnTo>
                    <a:pt x="516" y="208"/>
                  </a:lnTo>
                  <a:lnTo>
                    <a:pt x="514" y="210"/>
                  </a:lnTo>
                  <a:lnTo>
                    <a:pt x="512" y="210"/>
                  </a:lnTo>
                  <a:lnTo>
                    <a:pt x="512" y="210"/>
                  </a:lnTo>
                  <a:lnTo>
                    <a:pt x="510" y="210"/>
                  </a:lnTo>
                  <a:lnTo>
                    <a:pt x="508" y="212"/>
                  </a:lnTo>
                  <a:lnTo>
                    <a:pt x="504" y="214"/>
                  </a:lnTo>
                  <a:lnTo>
                    <a:pt x="500" y="218"/>
                  </a:lnTo>
                  <a:lnTo>
                    <a:pt x="490" y="222"/>
                  </a:lnTo>
                  <a:lnTo>
                    <a:pt x="492" y="222"/>
                  </a:lnTo>
                  <a:lnTo>
                    <a:pt x="492" y="222"/>
                  </a:lnTo>
                  <a:lnTo>
                    <a:pt x="492" y="220"/>
                  </a:lnTo>
                  <a:lnTo>
                    <a:pt x="492" y="220"/>
                  </a:lnTo>
                  <a:lnTo>
                    <a:pt x="484" y="224"/>
                  </a:lnTo>
                  <a:lnTo>
                    <a:pt x="486" y="224"/>
                  </a:lnTo>
                  <a:lnTo>
                    <a:pt x="486" y="224"/>
                  </a:lnTo>
                  <a:lnTo>
                    <a:pt x="488" y="224"/>
                  </a:lnTo>
                  <a:lnTo>
                    <a:pt x="478" y="227"/>
                  </a:lnTo>
                  <a:lnTo>
                    <a:pt x="476" y="227"/>
                  </a:lnTo>
                  <a:lnTo>
                    <a:pt x="476" y="227"/>
                  </a:lnTo>
                  <a:lnTo>
                    <a:pt x="478" y="227"/>
                  </a:lnTo>
                  <a:lnTo>
                    <a:pt x="478" y="227"/>
                  </a:lnTo>
                  <a:lnTo>
                    <a:pt x="478" y="225"/>
                  </a:lnTo>
                  <a:lnTo>
                    <a:pt x="476" y="225"/>
                  </a:lnTo>
                  <a:lnTo>
                    <a:pt x="474" y="225"/>
                  </a:lnTo>
                  <a:lnTo>
                    <a:pt x="474" y="227"/>
                  </a:lnTo>
                  <a:lnTo>
                    <a:pt x="472" y="229"/>
                  </a:lnTo>
                  <a:lnTo>
                    <a:pt x="472" y="229"/>
                  </a:lnTo>
                  <a:lnTo>
                    <a:pt x="466" y="231"/>
                  </a:lnTo>
                  <a:lnTo>
                    <a:pt x="459" y="233"/>
                  </a:lnTo>
                  <a:lnTo>
                    <a:pt x="457" y="233"/>
                  </a:lnTo>
                  <a:lnTo>
                    <a:pt x="455" y="235"/>
                  </a:lnTo>
                  <a:lnTo>
                    <a:pt x="447" y="245"/>
                  </a:lnTo>
                  <a:lnTo>
                    <a:pt x="443" y="247"/>
                  </a:lnTo>
                  <a:lnTo>
                    <a:pt x="441" y="249"/>
                  </a:lnTo>
                  <a:lnTo>
                    <a:pt x="437" y="249"/>
                  </a:lnTo>
                  <a:lnTo>
                    <a:pt x="435" y="247"/>
                  </a:lnTo>
                  <a:lnTo>
                    <a:pt x="433" y="249"/>
                  </a:lnTo>
                  <a:lnTo>
                    <a:pt x="431" y="247"/>
                  </a:lnTo>
                  <a:lnTo>
                    <a:pt x="429" y="249"/>
                  </a:lnTo>
                  <a:lnTo>
                    <a:pt x="429" y="251"/>
                  </a:lnTo>
                  <a:lnTo>
                    <a:pt x="429" y="251"/>
                  </a:lnTo>
                  <a:lnTo>
                    <a:pt x="429" y="251"/>
                  </a:lnTo>
                  <a:lnTo>
                    <a:pt x="421" y="259"/>
                  </a:lnTo>
                  <a:lnTo>
                    <a:pt x="412" y="271"/>
                  </a:lnTo>
                  <a:lnTo>
                    <a:pt x="402" y="282"/>
                  </a:lnTo>
                  <a:lnTo>
                    <a:pt x="400" y="290"/>
                  </a:lnTo>
                  <a:lnTo>
                    <a:pt x="398" y="292"/>
                  </a:lnTo>
                  <a:lnTo>
                    <a:pt x="398" y="294"/>
                  </a:lnTo>
                  <a:lnTo>
                    <a:pt x="396" y="296"/>
                  </a:lnTo>
                  <a:lnTo>
                    <a:pt x="396" y="302"/>
                  </a:lnTo>
                  <a:lnTo>
                    <a:pt x="396" y="318"/>
                  </a:lnTo>
                  <a:lnTo>
                    <a:pt x="394" y="326"/>
                  </a:lnTo>
                  <a:lnTo>
                    <a:pt x="392" y="332"/>
                  </a:lnTo>
                  <a:lnTo>
                    <a:pt x="386" y="341"/>
                  </a:lnTo>
                  <a:lnTo>
                    <a:pt x="384" y="349"/>
                  </a:lnTo>
                  <a:lnTo>
                    <a:pt x="382" y="351"/>
                  </a:lnTo>
                  <a:lnTo>
                    <a:pt x="378" y="351"/>
                  </a:lnTo>
                  <a:lnTo>
                    <a:pt x="378" y="351"/>
                  </a:lnTo>
                  <a:lnTo>
                    <a:pt x="374" y="357"/>
                  </a:lnTo>
                  <a:lnTo>
                    <a:pt x="374" y="359"/>
                  </a:lnTo>
                  <a:lnTo>
                    <a:pt x="374" y="359"/>
                  </a:lnTo>
                  <a:lnTo>
                    <a:pt x="372" y="361"/>
                  </a:lnTo>
                  <a:lnTo>
                    <a:pt x="372" y="361"/>
                  </a:lnTo>
                  <a:lnTo>
                    <a:pt x="370" y="373"/>
                  </a:lnTo>
                  <a:lnTo>
                    <a:pt x="368" y="375"/>
                  </a:lnTo>
                  <a:lnTo>
                    <a:pt x="368" y="379"/>
                  </a:lnTo>
                  <a:lnTo>
                    <a:pt x="370" y="386"/>
                  </a:lnTo>
                  <a:lnTo>
                    <a:pt x="370" y="400"/>
                  </a:lnTo>
                  <a:lnTo>
                    <a:pt x="372" y="402"/>
                  </a:lnTo>
                  <a:lnTo>
                    <a:pt x="372" y="406"/>
                  </a:lnTo>
                  <a:lnTo>
                    <a:pt x="372" y="408"/>
                  </a:lnTo>
                  <a:lnTo>
                    <a:pt x="372" y="410"/>
                  </a:lnTo>
                  <a:lnTo>
                    <a:pt x="370" y="410"/>
                  </a:lnTo>
                  <a:lnTo>
                    <a:pt x="370" y="412"/>
                  </a:lnTo>
                  <a:lnTo>
                    <a:pt x="368" y="414"/>
                  </a:lnTo>
                  <a:lnTo>
                    <a:pt x="368" y="418"/>
                  </a:lnTo>
                  <a:lnTo>
                    <a:pt x="368" y="418"/>
                  </a:lnTo>
                  <a:lnTo>
                    <a:pt x="366" y="418"/>
                  </a:lnTo>
                  <a:lnTo>
                    <a:pt x="366" y="418"/>
                  </a:lnTo>
                  <a:lnTo>
                    <a:pt x="364" y="418"/>
                  </a:lnTo>
                  <a:lnTo>
                    <a:pt x="364" y="420"/>
                  </a:lnTo>
                  <a:lnTo>
                    <a:pt x="363" y="420"/>
                  </a:lnTo>
                  <a:lnTo>
                    <a:pt x="361" y="422"/>
                  </a:lnTo>
                  <a:lnTo>
                    <a:pt x="359" y="424"/>
                  </a:lnTo>
                  <a:lnTo>
                    <a:pt x="359" y="424"/>
                  </a:lnTo>
                  <a:lnTo>
                    <a:pt x="359" y="426"/>
                  </a:lnTo>
                  <a:lnTo>
                    <a:pt x="359" y="428"/>
                  </a:lnTo>
                  <a:lnTo>
                    <a:pt x="357" y="428"/>
                  </a:lnTo>
                  <a:lnTo>
                    <a:pt x="357" y="432"/>
                  </a:lnTo>
                  <a:lnTo>
                    <a:pt x="355" y="438"/>
                  </a:lnTo>
                  <a:lnTo>
                    <a:pt x="355" y="443"/>
                  </a:lnTo>
                  <a:lnTo>
                    <a:pt x="355" y="447"/>
                  </a:lnTo>
                  <a:lnTo>
                    <a:pt x="353" y="447"/>
                  </a:lnTo>
                  <a:lnTo>
                    <a:pt x="351" y="449"/>
                  </a:lnTo>
                  <a:lnTo>
                    <a:pt x="349" y="451"/>
                  </a:lnTo>
                  <a:lnTo>
                    <a:pt x="349" y="453"/>
                  </a:lnTo>
                  <a:lnTo>
                    <a:pt x="349" y="457"/>
                  </a:lnTo>
                  <a:lnTo>
                    <a:pt x="349" y="459"/>
                  </a:lnTo>
                  <a:lnTo>
                    <a:pt x="349" y="461"/>
                  </a:lnTo>
                  <a:lnTo>
                    <a:pt x="347" y="463"/>
                  </a:lnTo>
                  <a:lnTo>
                    <a:pt x="347" y="465"/>
                  </a:lnTo>
                  <a:lnTo>
                    <a:pt x="347" y="467"/>
                  </a:lnTo>
                  <a:lnTo>
                    <a:pt x="345" y="465"/>
                  </a:lnTo>
                  <a:lnTo>
                    <a:pt x="345" y="467"/>
                  </a:lnTo>
                  <a:lnTo>
                    <a:pt x="343" y="467"/>
                  </a:lnTo>
                  <a:lnTo>
                    <a:pt x="343" y="469"/>
                  </a:lnTo>
                  <a:lnTo>
                    <a:pt x="341" y="469"/>
                  </a:lnTo>
                  <a:lnTo>
                    <a:pt x="341" y="471"/>
                  </a:lnTo>
                  <a:lnTo>
                    <a:pt x="337" y="471"/>
                  </a:lnTo>
                  <a:lnTo>
                    <a:pt x="337" y="473"/>
                  </a:lnTo>
                  <a:lnTo>
                    <a:pt x="335" y="477"/>
                  </a:lnTo>
                  <a:lnTo>
                    <a:pt x="335" y="479"/>
                  </a:lnTo>
                  <a:lnTo>
                    <a:pt x="335" y="483"/>
                  </a:lnTo>
                  <a:lnTo>
                    <a:pt x="335" y="485"/>
                  </a:lnTo>
                  <a:lnTo>
                    <a:pt x="335" y="485"/>
                  </a:lnTo>
                  <a:lnTo>
                    <a:pt x="333" y="485"/>
                  </a:lnTo>
                  <a:lnTo>
                    <a:pt x="333" y="485"/>
                  </a:lnTo>
                  <a:lnTo>
                    <a:pt x="331" y="485"/>
                  </a:lnTo>
                  <a:lnTo>
                    <a:pt x="331" y="487"/>
                  </a:lnTo>
                  <a:lnTo>
                    <a:pt x="331" y="487"/>
                  </a:lnTo>
                  <a:lnTo>
                    <a:pt x="331" y="489"/>
                  </a:lnTo>
                  <a:lnTo>
                    <a:pt x="333" y="489"/>
                  </a:lnTo>
                  <a:lnTo>
                    <a:pt x="333" y="493"/>
                  </a:lnTo>
                  <a:lnTo>
                    <a:pt x="333" y="494"/>
                  </a:lnTo>
                  <a:lnTo>
                    <a:pt x="333" y="496"/>
                  </a:lnTo>
                  <a:lnTo>
                    <a:pt x="331" y="496"/>
                  </a:lnTo>
                  <a:lnTo>
                    <a:pt x="329" y="496"/>
                  </a:lnTo>
                  <a:lnTo>
                    <a:pt x="329" y="496"/>
                  </a:lnTo>
                  <a:lnTo>
                    <a:pt x="329" y="496"/>
                  </a:lnTo>
                  <a:lnTo>
                    <a:pt x="329" y="496"/>
                  </a:lnTo>
                  <a:lnTo>
                    <a:pt x="329" y="498"/>
                  </a:lnTo>
                  <a:lnTo>
                    <a:pt x="327" y="498"/>
                  </a:lnTo>
                  <a:lnTo>
                    <a:pt x="327" y="500"/>
                  </a:lnTo>
                  <a:lnTo>
                    <a:pt x="325" y="500"/>
                  </a:lnTo>
                  <a:lnTo>
                    <a:pt x="325" y="502"/>
                  </a:lnTo>
                  <a:lnTo>
                    <a:pt x="323" y="504"/>
                  </a:lnTo>
                  <a:lnTo>
                    <a:pt x="323" y="506"/>
                  </a:lnTo>
                  <a:lnTo>
                    <a:pt x="323" y="508"/>
                  </a:lnTo>
                  <a:lnTo>
                    <a:pt x="323" y="510"/>
                  </a:lnTo>
                  <a:lnTo>
                    <a:pt x="325" y="514"/>
                  </a:lnTo>
                  <a:lnTo>
                    <a:pt x="325" y="516"/>
                  </a:lnTo>
                  <a:lnTo>
                    <a:pt x="327" y="518"/>
                  </a:lnTo>
                  <a:lnTo>
                    <a:pt x="327" y="518"/>
                  </a:lnTo>
                  <a:lnTo>
                    <a:pt x="325" y="518"/>
                  </a:lnTo>
                  <a:lnTo>
                    <a:pt x="325" y="516"/>
                  </a:lnTo>
                  <a:lnTo>
                    <a:pt x="323" y="512"/>
                  </a:lnTo>
                  <a:lnTo>
                    <a:pt x="323" y="514"/>
                  </a:lnTo>
                  <a:lnTo>
                    <a:pt x="321" y="514"/>
                  </a:lnTo>
                  <a:lnTo>
                    <a:pt x="319" y="516"/>
                  </a:lnTo>
                  <a:lnTo>
                    <a:pt x="321" y="518"/>
                  </a:lnTo>
                  <a:lnTo>
                    <a:pt x="321" y="520"/>
                  </a:lnTo>
                  <a:lnTo>
                    <a:pt x="321" y="520"/>
                  </a:lnTo>
                  <a:lnTo>
                    <a:pt x="321" y="520"/>
                  </a:lnTo>
                  <a:lnTo>
                    <a:pt x="321" y="522"/>
                  </a:lnTo>
                  <a:lnTo>
                    <a:pt x="321" y="522"/>
                  </a:lnTo>
                  <a:lnTo>
                    <a:pt x="321" y="524"/>
                  </a:lnTo>
                  <a:lnTo>
                    <a:pt x="321" y="524"/>
                  </a:lnTo>
                  <a:lnTo>
                    <a:pt x="321" y="524"/>
                  </a:lnTo>
                  <a:lnTo>
                    <a:pt x="321" y="526"/>
                  </a:lnTo>
                  <a:lnTo>
                    <a:pt x="319" y="526"/>
                  </a:lnTo>
                  <a:lnTo>
                    <a:pt x="319" y="528"/>
                  </a:lnTo>
                  <a:lnTo>
                    <a:pt x="317" y="530"/>
                  </a:lnTo>
                  <a:lnTo>
                    <a:pt x="317" y="530"/>
                  </a:lnTo>
                  <a:lnTo>
                    <a:pt x="317" y="532"/>
                  </a:lnTo>
                  <a:lnTo>
                    <a:pt x="317" y="532"/>
                  </a:lnTo>
                  <a:lnTo>
                    <a:pt x="317" y="534"/>
                  </a:lnTo>
                  <a:lnTo>
                    <a:pt x="319" y="534"/>
                  </a:lnTo>
                  <a:lnTo>
                    <a:pt x="319" y="536"/>
                  </a:lnTo>
                  <a:lnTo>
                    <a:pt x="317" y="536"/>
                  </a:lnTo>
                  <a:lnTo>
                    <a:pt x="317" y="536"/>
                  </a:lnTo>
                  <a:lnTo>
                    <a:pt x="317" y="536"/>
                  </a:lnTo>
                  <a:lnTo>
                    <a:pt x="315" y="538"/>
                  </a:lnTo>
                  <a:lnTo>
                    <a:pt x="315" y="538"/>
                  </a:lnTo>
                  <a:lnTo>
                    <a:pt x="314" y="540"/>
                  </a:lnTo>
                  <a:lnTo>
                    <a:pt x="314" y="542"/>
                  </a:lnTo>
                  <a:lnTo>
                    <a:pt x="315" y="542"/>
                  </a:lnTo>
                  <a:lnTo>
                    <a:pt x="315" y="544"/>
                  </a:lnTo>
                  <a:lnTo>
                    <a:pt x="315" y="544"/>
                  </a:lnTo>
                  <a:lnTo>
                    <a:pt x="315" y="546"/>
                  </a:lnTo>
                  <a:lnTo>
                    <a:pt x="317" y="546"/>
                  </a:lnTo>
                  <a:lnTo>
                    <a:pt x="319" y="547"/>
                  </a:lnTo>
                  <a:lnTo>
                    <a:pt x="319" y="547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3" y="546"/>
                  </a:lnTo>
                  <a:lnTo>
                    <a:pt x="323" y="546"/>
                  </a:lnTo>
                  <a:lnTo>
                    <a:pt x="323" y="547"/>
                  </a:lnTo>
                  <a:lnTo>
                    <a:pt x="323" y="549"/>
                  </a:lnTo>
                  <a:lnTo>
                    <a:pt x="323" y="549"/>
                  </a:lnTo>
                  <a:lnTo>
                    <a:pt x="321" y="549"/>
                  </a:lnTo>
                  <a:lnTo>
                    <a:pt x="319" y="549"/>
                  </a:lnTo>
                  <a:lnTo>
                    <a:pt x="319" y="549"/>
                  </a:lnTo>
                  <a:lnTo>
                    <a:pt x="317" y="551"/>
                  </a:lnTo>
                  <a:lnTo>
                    <a:pt x="315" y="551"/>
                  </a:lnTo>
                  <a:lnTo>
                    <a:pt x="315" y="553"/>
                  </a:lnTo>
                  <a:lnTo>
                    <a:pt x="315" y="553"/>
                  </a:lnTo>
                  <a:lnTo>
                    <a:pt x="317" y="553"/>
                  </a:lnTo>
                  <a:lnTo>
                    <a:pt x="317" y="555"/>
                  </a:lnTo>
                  <a:lnTo>
                    <a:pt x="315" y="557"/>
                  </a:lnTo>
                  <a:lnTo>
                    <a:pt x="314" y="557"/>
                  </a:lnTo>
                  <a:lnTo>
                    <a:pt x="314" y="559"/>
                  </a:lnTo>
                  <a:lnTo>
                    <a:pt x="312" y="559"/>
                  </a:lnTo>
                  <a:lnTo>
                    <a:pt x="312" y="561"/>
                  </a:lnTo>
                  <a:lnTo>
                    <a:pt x="312" y="563"/>
                  </a:lnTo>
                  <a:lnTo>
                    <a:pt x="312" y="565"/>
                  </a:lnTo>
                  <a:lnTo>
                    <a:pt x="312" y="567"/>
                  </a:lnTo>
                  <a:lnTo>
                    <a:pt x="312" y="571"/>
                  </a:lnTo>
                  <a:lnTo>
                    <a:pt x="312" y="571"/>
                  </a:lnTo>
                  <a:lnTo>
                    <a:pt x="310" y="573"/>
                  </a:lnTo>
                  <a:lnTo>
                    <a:pt x="310" y="575"/>
                  </a:lnTo>
                  <a:lnTo>
                    <a:pt x="312" y="575"/>
                  </a:lnTo>
                  <a:lnTo>
                    <a:pt x="310" y="577"/>
                  </a:lnTo>
                  <a:lnTo>
                    <a:pt x="310" y="577"/>
                  </a:lnTo>
                  <a:lnTo>
                    <a:pt x="310" y="579"/>
                  </a:lnTo>
                  <a:lnTo>
                    <a:pt x="310" y="579"/>
                  </a:lnTo>
                  <a:lnTo>
                    <a:pt x="310" y="581"/>
                  </a:lnTo>
                  <a:lnTo>
                    <a:pt x="306" y="583"/>
                  </a:lnTo>
                  <a:lnTo>
                    <a:pt x="306" y="583"/>
                  </a:lnTo>
                  <a:lnTo>
                    <a:pt x="304" y="589"/>
                  </a:lnTo>
                  <a:lnTo>
                    <a:pt x="304" y="589"/>
                  </a:lnTo>
                  <a:lnTo>
                    <a:pt x="302" y="589"/>
                  </a:lnTo>
                  <a:lnTo>
                    <a:pt x="302" y="591"/>
                  </a:lnTo>
                  <a:lnTo>
                    <a:pt x="302" y="591"/>
                  </a:lnTo>
                  <a:lnTo>
                    <a:pt x="302" y="593"/>
                  </a:lnTo>
                  <a:lnTo>
                    <a:pt x="302" y="595"/>
                  </a:lnTo>
                  <a:lnTo>
                    <a:pt x="302" y="595"/>
                  </a:lnTo>
                  <a:lnTo>
                    <a:pt x="302" y="597"/>
                  </a:lnTo>
                  <a:lnTo>
                    <a:pt x="302" y="597"/>
                  </a:lnTo>
                  <a:lnTo>
                    <a:pt x="302" y="597"/>
                  </a:lnTo>
                  <a:lnTo>
                    <a:pt x="302" y="599"/>
                  </a:lnTo>
                  <a:lnTo>
                    <a:pt x="302" y="599"/>
                  </a:lnTo>
                  <a:lnTo>
                    <a:pt x="302" y="599"/>
                  </a:lnTo>
                  <a:lnTo>
                    <a:pt x="300" y="599"/>
                  </a:lnTo>
                  <a:lnTo>
                    <a:pt x="300" y="599"/>
                  </a:lnTo>
                  <a:lnTo>
                    <a:pt x="298" y="599"/>
                  </a:lnTo>
                  <a:lnTo>
                    <a:pt x="296" y="602"/>
                  </a:lnTo>
                  <a:lnTo>
                    <a:pt x="296" y="602"/>
                  </a:lnTo>
                  <a:lnTo>
                    <a:pt x="296" y="604"/>
                  </a:lnTo>
                  <a:lnTo>
                    <a:pt x="296" y="606"/>
                  </a:lnTo>
                  <a:lnTo>
                    <a:pt x="294" y="606"/>
                  </a:lnTo>
                  <a:lnTo>
                    <a:pt x="294" y="608"/>
                  </a:lnTo>
                  <a:lnTo>
                    <a:pt x="292" y="614"/>
                  </a:lnTo>
                  <a:lnTo>
                    <a:pt x="292" y="614"/>
                  </a:lnTo>
                  <a:lnTo>
                    <a:pt x="292" y="614"/>
                  </a:lnTo>
                  <a:lnTo>
                    <a:pt x="292" y="616"/>
                  </a:lnTo>
                  <a:lnTo>
                    <a:pt x="290" y="616"/>
                  </a:lnTo>
                  <a:lnTo>
                    <a:pt x="290" y="616"/>
                  </a:lnTo>
                  <a:lnTo>
                    <a:pt x="288" y="616"/>
                  </a:lnTo>
                  <a:lnTo>
                    <a:pt x="286" y="618"/>
                  </a:lnTo>
                  <a:lnTo>
                    <a:pt x="286" y="622"/>
                  </a:lnTo>
                  <a:lnTo>
                    <a:pt x="286" y="622"/>
                  </a:lnTo>
                  <a:lnTo>
                    <a:pt x="286" y="624"/>
                  </a:lnTo>
                  <a:lnTo>
                    <a:pt x="286" y="624"/>
                  </a:lnTo>
                  <a:lnTo>
                    <a:pt x="284" y="628"/>
                  </a:lnTo>
                  <a:lnTo>
                    <a:pt x="284" y="630"/>
                  </a:lnTo>
                  <a:lnTo>
                    <a:pt x="284" y="630"/>
                  </a:lnTo>
                  <a:lnTo>
                    <a:pt x="282" y="630"/>
                  </a:lnTo>
                  <a:lnTo>
                    <a:pt x="280" y="632"/>
                  </a:lnTo>
                  <a:lnTo>
                    <a:pt x="280" y="634"/>
                  </a:lnTo>
                  <a:lnTo>
                    <a:pt x="278" y="636"/>
                  </a:lnTo>
                  <a:lnTo>
                    <a:pt x="278" y="636"/>
                  </a:lnTo>
                  <a:lnTo>
                    <a:pt x="276" y="636"/>
                  </a:lnTo>
                  <a:lnTo>
                    <a:pt x="276" y="636"/>
                  </a:lnTo>
                  <a:lnTo>
                    <a:pt x="276" y="638"/>
                  </a:lnTo>
                  <a:lnTo>
                    <a:pt x="276" y="638"/>
                  </a:lnTo>
                  <a:lnTo>
                    <a:pt x="276" y="640"/>
                  </a:lnTo>
                  <a:lnTo>
                    <a:pt x="274" y="640"/>
                  </a:lnTo>
                  <a:lnTo>
                    <a:pt x="274" y="640"/>
                  </a:lnTo>
                  <a:lnTo>
                    <a:pt x="272" y="642"/>
                  </a:lnTo>
                  <a:lnTo>
                    <a:pt x="272" y="642"/>
                  </a:lnTo>
                  <a:lnTo>
                    <a:pt x="272" y="646"/>
                  </a:lnTo>
                  <a:lnTo>
                    <a:pt x="270" y="648"/>
                  </a:lnTo>
                  <a:lnTo>
                    <a:pt x="270" y="650"/>
                  </a:lnTo>
                  <a:lnTo>
                    <a:pt x="270" y="652"/>
                  </a:lnTo>
                  <a:lnTo>
                    <a:pt x="272" y="654"/>
                  </a:lnTo>
                  <a:lnTo>
                    <a:pt x="270" y="655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68" y="661"/>
                  </a:lnTo>
                  <a:lnTo>
                    <a:pt x="268" y="661"/>
                  </a:lnTo>
                  <a:lnTo>
                    <a:pt x="268" y="663"/>
                  </a:lnTo>
                  <a:lnTo>
                    <a:pt x="268" y="663"/>
                  </a:lnTo>
                  <a:lnTo>
                    <a:pt x="268" y="665"/>
                  </a:lnTo>
                  <a:lnTo>
                    <a:pt x="266" y="665"/>
                  </a:lnTo>
                  <a:lnTo>
                    <a:pt x="266" y="665"/>
                  </a:lnTo>
                  <a:lnTo>
                    <a:pt x="266" y="667"/>
                  </a:lnTo>
                  <a:lnTo>
                    <a:pt x="264" y="669"/>
                  </a:lnTo>
                  <a:lnTo>
                    <a:pt x="264" y="671"/>
                  </a:lnTo>
                  <a:lnTo>
                    <a:pt x="263" y="671"/>
                  </a:lnTo>
                  <a:lnTo>
                    <a:pt x="263" y="673"/>
                  </a:lnTo>
                  <a:lnTo>
                    <a:pt x="261" y="675"/>
                  </a:lnTo>
                  <a:lnTo>
                    <a:pt x="261" y="675"/>
                  </a:lnTo>
                  <a:lnTo>
                    <a:pt x="261" y="677"/>
                  </a:lnTo>
                  <a:lnTo>
                    <a:pt x="261" y="679"/>
                  </a:lnTo>
                  <a:lnTo>
                    <a:pt x="259" y="679"/>
                  </a:lnTo>
                  <a:lnTo>
                    <a:pt x="257" y="681"/>
                  </a:lnTo>
                  <a:lnTo>
                    <a:pt x="257" y="683"/>
                  </a:lnTo>
                  <a:lnTo>
                    <a:pt x="255" y="685"/>
                  </a:lnTo>
                  <a:lnTo>
                    <a:pt x="253" y="685"/>
                  </a:lnTo>
                  <a:lnTo>
                    <a:pt x="251" y="689"/>
                  </a:lnTo>
                  <a:lnTo>
                    <a:pt x="249" y="691"/>
                  </a:lnTo>
                  <a:lnTo>
                    <a:pt x="247" y="693"/>
                  </a:lnTo>
                  <a:lnTo>
                    <a:pt x="247" y="697"/>
                  </a:lnTo>
                  <a:lnTo>
                    <a:pt x="245" y="699"/>
                  </a:lnTo>
                  <a:lnTo>
                    <a:pt x="243" y="701"/>
                  </a:lnTo>
                  <a:lnTo>
                    <a:pt x="241" y="707"/>
                  </a:lnTo>
                  <a:lnTo>
                    <a:pt x="241" y="708"/>
                  </a:lnTo>
                  <a:lnTo>
                    <a:pt x="241" y="712"/>
                  </a:lnTo>
                  <a:lnTo>
                    <a:pt x="239" y="712"/>
                  </a:lnTo>
                  <a:lnTo>
                    <a:pt x="241" y="716"/>
                  </a:lnTo>
                  <a:lnTo>
                    <a:pt x="247" y="722"/>
                  </a:lnTo>
                  <a:lnTo>
                    <a:pt x="247" y="722"/>
                  </a:lnTo>
                  <a:lnTo>
                    <a:pt x="247" y="722"/>
                  </a:lnTo>
                  <a:lnTo>
                    <a:pt x="245" y="722"/>
                  </a:lnTo>
                  <a:lnTo>
                    <a:pt x="247" y="722"/>
                  </a:lnTo>
                  <a:lnTo>
                    <a:pt x="247" y="722"/>
                  </a:lnTo>
                  <a:lnTo>
                    <a:pt x="247" y="722"/>
                  </a:lnTo>
                  <a:lnTo>
                    <a:pt x="251" y="720"/>
                  </a:lnTo>
                  <a:lnTo>
                    <a:pt x="264" y="720"/>
                  </a:lnTo>
                  <a:lnTo>
                    <a:pt x="264" y="720"/>
                  </a:lnTo>
                  <a:lnTo>
                    <a:pt x="266" y="720"/>
                  </a:lnTo>
                  <a:lnTo>
                    <a:pt x="266" y="722"/>
                  </a:lnTo>
                  <a:lnTo>
                    <a:pt x="268" y="724"/>
                  </a:lnTo>
                  <a:lnTo>
                    <a:pt x="268" y="724"/>
                  </a:lnTo>
                  <a:lnTo>
                    <a:pt x="270" y="724"/>
                  </a:lnTo>
                  <a:lnTo>
                    <a:pt x="270" y="724"/>
                  </a:lnTo>
                  <a:lnTo>
                    <a:pt x="276" y="722"/>
                  </a:lnTo>
                  <a:lnTo>
                    <a:pt x="280" y="720"/>
                  </a:lnTo>
                  <a:lnTo>
                    <a:pt x="286" y="716"/>
                  </a:lnTo>
                  <a:lnTo>
                    <a:pt x="288" y="714"/>
                  </a:lnTo>
                  <a:lnTo>
                    <a:pt x="290" y="714"/>
                  </a:lnTo>
                  <a:lnTo>
                    <a:pt x="292" y="714"/>
                  </a:lnTo>
                  <a:lnTo>
                    <a:pt x="292" y="714"/>
                  </a:lnTo>
                  <a:lnTo>
                    <a:pt x="292" y="714"/>
                  </a:lnTo>
                  <a:lnTo>
                    <a:pt x="294" y="712"/>
                  </a:lnTo>
                  <a:lnTo>
                    <a:pt x="304" y="710"/>
                  </a:lnTo>
                  <a:lnTo>
                    <a:pt x="304" y="710"/>
                  </a:lnTo>
                  <a:lnTo>
                    <a:pt x="306" y="708"/>
                  </a:lnTo>
                  <a:lnTo>
                    <a:pt x="306" y="705"/>
                  </a:lnTo>
                  <a:lnTo>
                    <a:pt x="306" y="703"/>
                  </a:lnTo>
                  <a:lnTo>
                    <a:pt x="308" y="703"/>
                  </a:lnTo>
                  <a:lnTo>
                    <a:pt x="308" y="705"/>
                  </a:lnTo>
                  <a:lnTo>
                    <a:pt x="308" y="705"/>
                  </a:lnTo>
                  <a:lnTo>
                    <a:pt x="308" y="707"/>
                  </a:lnTo>
                  <a:lnTo>
                    <a:pt x="308" y="707"/>
                  </a:lnTo>
                  <a:lnTo>
                    <a:pt x="310" y="707"/>
                  </a:lnTo>
                  <a:lnTo>
                    <a:pt x="310" y="707"/>
                  </a:lnTo>
                  <a:lnTo>
                    <a:pt x="312" y="707"/>
                  </a:lnTo>
                  <a:lnTo>
                    <a:pt x="312" y="707"/>
                  </a:lnTo>
                  <a:lnTo>
                    <a:pt x="312" y="705"/>
                  </a:lnTo>
                  <a:lnTo>
                    <a:pt x="312" y="705"/>
                  </a:lnTo>
                  <a:lnTo>
                    <a:pt x="312" y="703"/>
                  </a:lnTo>
                  <a:lnTo>
                    <a:pt x="314" y="703"/>
                  </a:lnTo>
                  <a:lnTo>
                    <a:pt x="314" y="703"/>
                  </a:lnTo>
                  <a:lnTo>
                    <a:pt x="314" y="703"/>
                  </a:lnTo>
                  <a:lnTo>
                    <a:pt x="315" y="703"/>
                  </a:lnTo>
                  <a:lnTo>
                    <a:pt x="314" y="705"/>
                  </a:lnTo>
                  <a:lnTo>
                    <a:pt x="315" y="705"/>
                  </a:lnTo>
                  <a:lnTo>
                    <a:pt x="315" y="705"/>
                  </a:lnTo>
                  <a:lnTo>
                    <a:pt x="317" y="707"/>
                  </a:lnTo>
                  <a:lnTo>
                    <a:pt x="317" y="707"/>
                  </a:lnTo>
                  <a:lnTo>
                    <a:pt x="317" y="707"/>
                  </a:lnTo>
                  <a:lnTo>
                    <a:pt x="317" y="708"/>
                  </a:lnTo>
                  <a:lnTo>
                    <a:pt x="317" y="710"/>
                  </a:lnTo>
                  <a:lnTo>
                    <a:pt x="317" y="712"/>
                  </a:lnTo>
                  <a:lnTo>
                    <a:pt x="317" y="712"/>
                  </a:lnTo>
                  <a:lnTo>
                    <a:pt x="317" y="712"/>
                  </a:lnTo>
                  <a:lnTo>
                    <a:pt x="319" y="714"/>
                  </a:lnTo>
                  <a:lnTo>
                    <a:pt x="319" y="714"/>
                  </a:lnTo>
                  <a:lnTo>
                    <a:pt x="319" y="714"/>
                  </a:lnTo>
                  <a:lnTo>
                    <a:pt x="319" y="716"/>
                  </a:lnTo>
                  <a:lnTo>
                    <a:pt x="319" y="716"/>
                  </a:lnTo>
                  <a:lnTo>
                    <a:pt x="321" y="718"/>
                  </a:lnTo>
                  <a:lnTo>
                    <a:pt x="319" y="718"/>
                  </a:lnTo>
                  <a:lnTo>
                    <a:pt x="319" y="718"/>
                  </a:lnTo>
                  <a:lnTo>
                    <a:pt x="317" y="718"/>
                  </a:lnTo>
                  <a:lnTo>
                    <a:pt x="317" y="718"/>
                  </a:lnTo>
                  <a:lnTo>
                    <a:pt x="317" y="720"/>
                  </a:lnTo>
                  <a:lnTo>
                    <a:pt x="317" y="720"/>
                  </a:lnTo>
                  <a:lnTo>
                    <a:pt x="317" y="722"/>
                  </a:lnTo>
                  <a:lnTo>
                    <a:pt x="317" y="722"/>
                  </a:lnTo>
                  <a:lnTo>
                    <a:pt x="319" y="722"/>
                  </a:lnTo>
                  <a:lnTo>
                    <a:pt x="319" y="724"/>
                  </a:lnTo>
                  <a:lnTo>
                    <a:pt x="319" y="724"/>
                  </a:lnTo>
                  <a:lnTo>
                    <a:pt x="321" y="726"/>
                  </a:lnTo>
                  <a:lnTo>
                    <a:pt x="323" y="726"/>
                  </a:lnTo>
                  <a:lnTo>
                    <a:pt x="323" y="728"/>
                  </a:lnTo>
                  <a:lnTo>
                    <a:pt x="321" y="728"/>
                  </a:lnTo>
                  <a:lnTo>
                    <a:pt x="321" y="728"/>
                  </a:lnTo>
                  <a:lnTo>
                    <a:pt x="321" y="728"/>
                  </a:lnTo>
                  <a:lnTo>
                    <a:pt x="321" y="730"/>
                  </a:lnTo>
                  <a:lnTo>
                    <a:pt x="321" y="730"/>
                  </a:lnTo>
                  <a:lnTo>
                    <a:pt x="323" y="732"/>
                  </a:lnTo>
                  <a:lnTo>
                    <a:pt x="325" y="732"/>
                  </a:lnTo>
                  <a:lnTo>
                    <a:pt x="323" y="732"/>
                  </a:lnTo>
                  <a:lnTo>
                    <a:pt x="323" y="734"/>
                  </a:lnTo>
                  <a:lnTo>
                    <a:pt x="323" y="734"/>
                  </a:lnTo>
                  <a:lnTo>
                    <a:pt x="323" y="736"/>
                  </a:lnTo>
                  <a:lnTo>
                    <a:pt x="325" y="736"/>
                  </a:lnTo>
                  <a:lnTo>
                    <a:pt x="325" y="736"/>
                  </a:lnTo>
                  <a:lnTo>
                    <a:pt x="327" y="738"/>
                  </a:lnTo>
                  <a:lnTo>
                    <a:pt x="327" y="738"/>
                  </a:lnTo>
                  <a:lnTo>
                    <a:pt x="327" y="740"/>
                  </a:lnTo>
                  <a:lnTo>
                    <a:pt x="327" y="742"/>
                  </a:lnTo>
                  <a:lnTo>
                    <a:pt x="327" y="744"/>
                  </a:lnTo>
                  <a:lnTo>
                    <a:pt x="327" y="746"/>
                  </a:lnTo>
                  <a:lnTo>
                    <a:pt x="327" y="748"/>
                  </a:lnTo>
                  <a:lnTo>
                    <a:pt x="325" y="750"/>
                  </a:lnTo>
                  <a:lnTo>
                    <a:pt x="325" y="752"/>
                  </a:lnTo>
                  <a:lnTo>
                    <a:pt x="327" y="754"/>
                  </a:lnTo>
                  <a:lnTo>
                    <a:pt x="327" y="754"/>
                  </a:lnTo>
                  <a:lnTo>
                    <a:pt x="327" y="756"/>
                  </a:lnTo>
                  <a:lnTo>
                    <a:pt x="327" y="758"/>
                  </a:lnTo>
                  <a:lnTo>
                    <a:pt x="327" y="758"/>
                  </a:lnTo>
                  <a:lnTo>
                    <a:pt x="329" y="763"/>
                  </a:lnTo>
                  <a:lnTo>
                    <a:pt x="331" y="765"/>
                  </a:lnTo>
                  <a:lnTo>
                    <a:pt x="331" y="765"/>
                  </a:lnTo>
                  <a:lnTo>
                    <a:pt x="331" y="765"/>
                  </a:lnTo>
                  <a:lnTo>
                    <a:pt x="333" y="765"/>
                  </a:lnTo>
                  <a:lnTo>
                    <a:pt x="335" y="767"/>
                  </a:lnTo>
                  <a:lnTo>
                    <a:pt x="335" y="767"/>
                  </a:lnTo>
                  <a:lnTo>
                    <a:pt x="337" y="765"/>
                  </a:lnTo>
                  <a:lnTo>
                    <a:pt x="337" y="765"/>
                  </a:lnTo>
                  <a:lnTo>
                    <a:pt x="337" y="765"/>
                  </a:lnTo>
                  <a:lnTo>
                    <a:pt x="337" y="763"/>
                  </a:lnTo>
                  <a:lnTo>
                    <a:pt x="337" y="763"/>
                  </a:lnTo>
                  <a:lnTo>
                    <a:pt x="337" y="762"/>
                  </a:lnTo>
                  <a:lnTo>
                    <a:pt x="337" y="762"/>
                  </a:lnTo>
                  <a:lnTo>
                    <a:pt x="339" y="760"/>
                  </a:lnTo>
                  <a:lnTo>
                    <a:pt x="339" y="760"/>
                  </a:lnTo>
                  <a:lnTo>
                    <a:pt x="341" y="758"/>
                  </a:lnTo>
                  <a:lnTo>
                    <a:pt x="341" y="758"/>
                  </a:lnTo>
                  <a:lnTo>
                    <a:pt x="343" y="758"/>
                  </a:lnTo>
                  <a:lnTo>
                    <a:pt x="343" y="758"/>
                  </a:lnTo>
                  <a:lnTo>
                    <a:pt x="345" y="758"/>
                  </a:lnTo>
                  <a:lnTo>
                    <a:pt x="345" y="758"/>
                  </a:lnTo>
                  <a:lnTo>
                    <a:pt x="347" y="758"/>
                  </a:lnTo>
                  <a:lnTo>
                    <a:pt x="349" y="760"/>
                  </a:lnTo>
                  <a:lnTo>
                    <a:pt x="351" y="758"/>
                  </a:lnTo>
                  <a:lnTo>
                    <a:pt x="351" y="756"/>
                  </a:lnTo>
                  <a:lnTo>
                    <a:pt x="351" y="754"/>
                  </a:lnTo>
                  <a:lnTo>
                    <a:pt x="351" y="748"/>
                  </a:lnTo>
                  <a:lnTo>
                    <a:pt x="351" y="746"/>
                  </a:lnTo>
                  <a:lnTo>
                    <a:pt x="351" y="744"/>
                  </a:lnTo>
                  <a:lnTo>
                    <a:pt x="351" y="740"/>
                  </a:lnTo>
                  <a:lnTo>
                    <a:pt x="351" y="740"/>
                  </a:lnTo>
                  <a:lnTo>
                    <a:pt x="351" y="740"/>
                  </a:lnTo>
                  <a:lnTo>
                    <a:pt x="351" y="740"/>
                  </a:lnTo>
                  <a:lnTo>
                    <a:pt x="351" y="738"/>
                  </a:lnTo>
                  <a:lnTo>
                    <a:pt x="351" y="738"/>
                  </a:lnTo>
                  <a:lnTo>
                    <a:pt x="349" y="738"/>
                  </a:lnTo>
                  <a:lnTo>
                    <a:pt x="349" y="740"/>
                  </a:lnTo>
                  <a:lnTo>
                    <a:pt x="347" y="740"/>
                  </a:lnTo>
                  <a:lnTo>
                    <a:pt x="345" y="742"/>
                  </a:lnTo>
                  <a:lnTo>
                    <a:pt x="343" y="740"/>
                  </a:lnTo>
                  <a:lnTo>
                    <a:pt x="343" y="738"/>
                  </a:lnTo>
                  <a:lnTo>
                    <a:pt x="337" y="736"/>
                  </a:lnTo>
                  <a:lnTo>
                    <a:pt x="339" y="734"/>
                  </a:lnTo>
                  <a:lnTo>
                    <a:pt x="341" y="728"/>
                  </a:lnTo>
                  <a:lnTo>
                    <a:pt x="343" y="728"/>
                  </a:lnTo>
                  <a:lnTo>
                    <a:pt x="343" y="726"/>
                  </a:lnTo>
                  <a:lnTo>
                    <a:pt x="345" y="726"/>
                  </a:lnTo>
                  <a:lnTo>
                    <a:pt x="345" y="724"/>
                  </a:lnTo>
                  <a:lnTo>
                    <a:pt x="345" y="724"/>
                  </a:lnTo>
                  <a:lnTo>
                    <a:pt x="345" y="722"/>
                  </a:lnTo>
                  <a:lnTo>
                    <a:pt x="345" y="722"/>
                  </a:lnTo>
                  <a:lnTo>
                    <a:pt x="347" y="720"/>
                  </a:lnTo>
                  <a:lnTo>
                    <a:pt x="347" y="720"/>
                  </a:lnTo>
                  <a:lnTo>
                    <a:pt x="347" y="718"/>
                  </a:lnTo>
                  <a:lnTo>
                    <a:pt x="347" y="718"/>
                  </a:lnTo>
                  <a:lnTo>
                    <a:pt x="347" y="718"/>
                  </a:lnTo>
                  <a:lnTo>
                    <a:pt x="349" y="718"/>
                  </a:lnTo>
                  <a:lnTo>
                    <a:pt x="349" y="716"/>
                  </a:lnTo>
                  <a:lnTo>
                    <a:pt x="349" y="716"/>
                  </a:lnTo>
                  <a:lnTo>
                    <a:pt x="351" y="716"/>
                  </a:lnTo>
                  <a:lnTo>
                    <a:pt x="355" y="716"/>
                  </a:lnTo>
                  <a:lnTo>
                    <a:pt x="359" y="714"/>
                  </a:lnTo>
                  <a:lnTo>
                    <a:pt x="359" y="714"/>
                  </a:lnTo>
                  <a:lnTo>
                    <a:pt x="359" y="712"/>
                  </a:lnTo>
                  <a:lnTo>
                    <a:pt x="361" y="710"/>
                  </a:lnTo>
                  <a:lnTo>
                    <a:pt x="363" y="712"/>
                  </a:lnTo>
                  <a:lnTo>
                    <a:pt x="363" y="712"/>
                  </a:lnTo>
                  <a:lnTo>
                    <a:pt x="363" y="714"/>
                  </a:lnTo>
                  <a:lnTo>
                    <a:pt x="361" y="716"/>
                  </a:lnTo>
                  <a:lnTo>
                    <a:pt x="359" y="722"/>
                  </a:lnTo>
                  <a:lnTo>
                    <a:pt x="359" y="724"/>
                  </a:lnTo>
                  <a:lnTo>
                    <a:pt x="359" y="726"/>
                  </a:lnTo>
                  <a:lnTo>
                    <a:pt x="357" y="726"/>
                  </a:lnTo>
                  <a:lnTo>
                    <a:pt x="357" y="728"/>
                  </a:lnTo>
                  <a:lnTo>
                    <a:pt x="357" y="730"/>
                  </a:lnTo>
                  <a:lnTo>
                    <a:pt x="357" y="732"/>
                  </a:lnTo>
                  <a:lnTo>
                    <a:pt x="357" y="732"/>
                  </a:lnTo>
                  <a:lnTo>
                    <a:pt x="357" y="732"/>
                  </a:lnTo>
                  <a:lnTo>
                    <a:pt x="357" y="734"/>
                  </a:lnTo>
                  <a:lnTo>
                    <a:pt x="357" y="732"/>
                  </a:lnTo>
                  <a:lnTo>
                    <a:pt x="355" y="732"/>
                  </a:lnTo>
                  <a:lnTo>
                    <a:pt x="355" y="732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30"/>
                  </a:lnTo>
                  <a:lnTo>
                    <a:pt x="355" y="728"/>
                  </a:lnTo>
                  <a:lnTo>
                    <a:pt x="353" y="730"/>
                  </a:lnTo>
                  <a:lnTo>
                    <a:pt x="353" y="730"/>
                  </a:lnTo>
                  <a:lnTo>
                    <a:pt x="351" y="732"/>
                  </a:lnTo>
                  <a:lnTo>
                    <a:pt x="349" y="732"/>
                  </a:lnTo>
                  <a:lnTo>
                    <a:pt x="349" y="734"/>
                  </a:lnTo>
                  <a:lnTo>
                    <a:pt x="349" y="734"/>
                  </a:lnTo>
                  <a:lnTo>
                    <a:pt x="349" y="734"/>
                  </a:lnTo>
                  <a:lnTo>
                    <a:pt x="349" y="736"/>
                  </a:lnTo>
                  <a:lnTo>
                    <a:pt x="349" y="736"/>
                  </a:lnTo>
                  <a:lnTo>
                    <a:pt x="351" y="736"/>
                  </a:lnTo>
                  <a:lnTo>
                    <a:pt x="351" y="738"/>
                  </a:lnTo>
                  <a:lnTo>
                    <a:pt x="351" y="738"/>
                  </a:lnTo>
                  <a:lnTo>
                    <a:pt x="353" y="738"/>
                  </a:lnTo>
                  <a:lnTo>
                    <a:pt x="355" y="736"/>
                  </a:lnTo>
                  <a:lnTo>
                    <a:pt x="357" y="736"/>
                  </a:lnTo>
                  <a:lnTo>
                    <a:pt x="357" y="736"/>
                  </a:lnTo>
                  <a:lnTo>
                    <a:pt x="363" y="740"/>
                  </a:lnTo>
                  <a:lnTo>
                    <a:pt x="364" y="740"/>
                  </a:lnTo>
                  <a:lnTo>
                    <a:pt x="364" y="740"/>
                  </a:lnTo>
                  <a:lnTo>
                    <a:pt x="366" y="740"/>
                  </a:lnTo>
                  <a:lnTo>
                    <a:pt x="366" y="740"/>
                  </a:lnTo>
                  <a:lnTo>
                    <a:pt x="366" y="740"/>
                  </a:lnTo>
                  <a:lnTo>
                    <a:pt x="366" y="738"/>
                  </a:lnTo>
                  <a:lnTo>
                    <a:pt x="368" y="738"/>
                  </a:lnTo>
                  <a:lnTo>
                    <a:pt x="370" y="738"/>
                  </a:lnTo>
                  <a:lnTo>
                    <a:pt x="372" y="738"/>
                  </a:lnTo>
                  <a:lnTo>
                    <a:pt x="372" y="738"/>
                  </a:lnTo>
                  <a:lnTo>
                    <a:pt x="374" y="738"/>
                  </a:lnTo>
                  <a:lnTo>
                    <a:pt x="374" y="736"/>
                  </a:lnTo>
                  <a:lnTo>
                    <a:pt x="376" y="736"/>
                  </a:lnTo>
                  <a:lnTo>
                    <a:pt x="376" y="736"/>
                  </a:lnTo>
                  <a:lnTo>
                    <a:pt x="376" y="740"/>
                  </a:lnTo>
                  <a:lnTo>
                    <a:pt x="374" y="742"/>
                  </a:lnTo>
                  <a:lnTo>
                    <a:pt x="370" y="744"/>
                  </a:lnTo>
                  <a:lnTo>
                    <a:pt x="370" y="746"/>
                  </a:lnTo>
                  <a:lnTo>
                    <a:pt x="370" y="746"/>
                  </a:lnTo>
                  <a:lnTo>
                    <a:pt x="370" y="748"/>
                  </a:lnTo>
                  <a:lnTo>
                    <a:pt x="370" y="748"/>
                  </a:lnTo>
                  <a:lnTo>
                    <a:pt x="370" y="748"/>
                  </a:lnTo>
                  <a:lnTo>
                    <a:pt x="370" y="748"/>
                  </a:lnTo>
                  <a:lnTo>
                    <a:pt x="370" y="748"/>
                  </a:lnTo>
                  <a:lnTo>
                    <a:pt x="370" y="750"/>
                  </a:lnTo>
                  <a:lnTo>
                    <a:pt x="368" y="750"/>
                  </a:lnTo>
                  <a:lnTo>
                    <a:pt x="370" y="750"/>
                  </a:lnTo>
                  <a:lnTo>
                    <a:pt x="370" y="752"/>
                  </a:lnTo>
                  <a:lnTo>
                    <a:pt x="370" y="752"/>
                  </a:lnTo>
                  <a:lnTo>
                    <a:pt x="370" y="754"/>
                  </a:lnTo>
                  <a:lnTo>
                    <a:pt x="370" y="754"/>
                  </a:lnTo>
                  <a:lnTo>
                    <a:pt x="370" y="756"/>
                  </a:lnTo>
                  <a:lnTo>
                    <a:pt x="370" y="756"/>
                  </a:lnTo>
                  <a:lnTo>
                    <a:pt x="370" y="756"/>
                  </a:lnTo>
                  <a:lnTo>
                    <a:pt x="370" y="758"/>
                  </a:lnTo>
                  <a:lnTo>
                    <a:pt x="370" y="758"/>
                  </a:lnTo>
                  <a:lnTo>
                    <a:pt x="370" y="760"/>
                  </a:lnTo>
                  <a:lnTo>
                    <a:pt x="368" y="760"/>
                  </a:lnTo>
                  <a:lnTo>
                    <a:pt x="368" y="760"/>
                  </a:lnTo>
                  <a:lnTo>
                    <a:pt x="368" y="762"/>
                  </a:lnTo>
                  <a:lnTo>
                    <a:pt x="368" y="762"/>
                  </a:lnTo>
                  <a:lnTo>
                    <a:pt x="368" y="763"/>
                  </a:lnTo>
                  <a:lnTo>
                    <a:pt x="364" y="763"/>
                  </a:lnTo>
                  <a:lnTo>
                    <a:pt x="363" y="765"/>
                  </a:lnTo>
                  <a:lnTo>
                    <a:pt x="363" y="767"/>
                  </a:lnTo>
                  <a:lnTo>
                    <a:pt x="363" y="767"/>
                  </a:lnTo>
                  <a:lnTo>
                    <a:pt x="363" y="769"/>
                  </a:lnTo>
                  <a:lnTo>
                    <a:pt x="361" y="769"/>
                  </a:lnTo>
                  <a:lnTo>
                    <a:pt x="361" y="771"/>
                  </a:lnTo>
                  <a:lnTo>
                    <a:pt x="361" y="771"/>
                  </a:lnTo>
                  <a:lnTo>
                    <a:pt x="361" y="771"/>
                  </a:lnTo>
                  <a:lnTo>
                    <a:pt x="359" y="771"/>
                  </a:lnTo>
                  <a:lnTo>
                    <a:pt x="359" y="773"/>
                  </a:lnTo>
                  <a:lnTo>
                    <a:pt x="361" y="773"/>
                  </a:lnTo>
                  <a:lnTo>
                    <a:pt x="363" y="775"/>
                  </a:lnTo>
                  <a:lnTo>
                    <a:pt x="366" y="775"/>
                  </a:lnTo>
                  <a:lnTo>
                    <a:pt x="368" y="775"/>
                  </a:lnTo>
                  <a:lnTo>
                    <a:pt x="370" y="773"/>
                  </a:lnTo>
                  <a:lnTo>
                    <a:pt x="380" y="767"/>
                  </a:lnTo>
                  <a:lnTo>
                    <a:pt x="390" y="762"/>
                  </a:lnTo>
                  <a:lnTo>
                    <a:pt x="394" y="756"/>
                  </a:lnTo>
                  <a:lnTo>
                    <a:pt x="398" y="752"/>
                  </a:lnTo>
                  <a:lnTo>
                    <a:pt x="398" y="750"/>
                  </a:lnTo>
                  <a:lnTo>
                    <a:pt x="400" y="748"/>
                  </a:lnTo>
                  <a:lnTo>
                    <a:pt x="400" y="746"/>
                  </a:lnTo>
                  <a:lnTo>
                    <a:pt x="402" y="744"/>
                  </a:lnTo>
                  <a:lnTo>
                    <a:pt x="402" y="744"/>
                  </a:lnTo>
                  <a:lnTo>
                    <a:pt x="400" y="734"/>
                  </a:lnTo>
                  <a:lnTo>
                    <a:pt x="400" y="732"/>
                  </a:lnTo>
                  <a:lnTo>
                    <a:pt x="400" y="730"/>
                  </a:lnTo>
                  <a:lnTo>
                    <a:pt x="400" y="730"/>
                  </a:lnTo>
                  <a:lnTo>
                    <a:pt x="404" y="726"/>
                  </a:lnTo>
                  <a:lnTo>
                    <a:pt x="406" y="722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06" y="722"/>
                  </a:lnTo>
                  <a:lnTo>
                    <a:pt x="408" y="722"/>
                  </a:lnTo>
                  <a:lnTo>
                    <a:pt x="408" y="726"/>
                  </a:lnTo>
                  <a:lnTo>
                    <a:pt x="408" y="726"/>
                  </a:lnTo>
                  <a:lnTo>
                    <a:pt x="410" y="730"/>
                  </a:lnTo>
                  <a:lnTo>
                    <a:pt x="412" y="734"/>
                  </a:lnTo>
                  <a:lnTo>
                    <a:pt x="410" y="738"/>
                  </a:lnTo>
                  <a:lnTo>
                    <a:pt x="406" y="748"/>
                  </a:lnTo>
                  <a:lnTo>
                    <a:pt x="406" y="750"/>
                  </a:lnTo>
                  <a:lnTo>
                    <a:pt x="406" y="752"/>
                  </a:lnTo>
                  <a:lnTo>
                    <a:pt x="408" y="752"/>
                  </a:lnTo>
                  <a:lnTo>
                    <a:pt x="408" y="752"/>
                  </a:lnTo>
                  <a:lnTo>
                    <a:pt x="408" y="754"/>
                  </a:lnTo>
                  <a:lnTo>
                    <a:pt x="406" y="756"/>
                  </a:lnTo>
                  <a:lnTo>
                    <a:pt x="404" y="756"/>
                  </a:lnTo>
                  <a:lnTo>
                    <a:pt x="404" y="758"/>
                  </a:lnTo>
                  <a:lnTo>
                    <a:pt x="404" y="758"/>
                  </a:lnTo>
                  <a:lnTo>
                    <a:pt x="406" y="760"/>
                  </a:lnTo>
                  <a:lnTo>
                    <a:pt x="406" y="762"/>
                  </a:lnTo>
                  <a:lnTo>
                    <a:pt x="404" y="763"/>
                  </a:lnTo>
                  <a:lnTo>
                    <a:pt x="406" y="763"/>
                  </a:lnTo>
                  <a:lnTo>
                    <a:pt x="406" y="763"/>
                  </a:lnTo>
                  <a:lnTo>
                    <a:pt x="406" y="760"/>
                  </a:lnTo>
                  <a:lnTo>
                    <a:pt x="408" y="760"/>
                  </a:lnTo>
                  <a:lnTo>
                    <a:pt x="412" y="760"/>
                  </a:lnTo>
                  <a:lnTo>
                    <a:pt x="414" y="758"/>
                  </a:lnTo>
                  <a:lnTo>
                    <a:pt x="415" y="758"/>
                  </a:lnTo>
                  <a:lnTo>
                    <a:pt x="415" y="756"/>
                  </a:lnTo>
                  <a:lnTo>
                    <a:pt x="415" y="754"/>
                  </a:lnTo>
                  <a:lnTo>
                    <a:pt x="415" y="752"/>
                  </a:lnTo>
                  <a:lnTo>
                    <a:pt x="417" y="740"/>
                  </a:lnTo>
                  <a:lnTo>
                    <a:pt x="415" y="732"/>
                  </a:lnTo>
                  <a:lnTo>
                    <a:pt x="415" y="730"/>
                  </a:lnTo>
                  <a:lnTo>
                    <a:pt x="415" y="730"/>
                  </a:lnTo>
                  <a:lnTo>
                    <a:pt x="414" y="728"/>
                  </a:lnTo>
                  <a:lnTo>
                    <a:pt x="414" y="726"/>
                  </a:lnTo>
                  <a:lnTo>
                    <a:pt x="414" y="722"/>
                  </a:lnTo>
                  <a:lnTo>
                    <a:pt x="414" y="720"/>
                  </a:lnTo>
                  <a:lnTo>
                    <a:pt x="414" y="716"/>
                  </a:lnTo>
                  <a:lnTo>
                    <a:pt x="414" y="714"/>
                  </a:lnTo>
                  <a:lnTo>
                    <a:pt x="412" y="710"/>
                  </a:lnTo>
                  <a:lnTo>
                    <a:pt x="408" y="714"/>
                  </a:lnTo>
                  <a:lnTo>
                    <a:pt x="408" y="714"/>
                  </a:lnTo>
                  <a:lnTo>
                    <a:pt x="408" y="712"/>
                  </a:lnTo>
                  <a:lnTo>
                    <a:pt x="408" y="708"/>
                  </a:lnTo>
                  <a:lnTo>
                    <a:pt x="408" y="707"/>
                  </a:lnTo>
                  <a:lnTo>
                    <a:pt x="408" y="707"/>
                  </a:lnTo>
                  <a:lnTo>
                    <a:pt x="408" y="707"/>
                  </a:lnTo>
                  <a:lnTo>
                    <a:pt x="408" y="705"/>
                  </a:lnTo>
                  <a:lnTo>
                    <a:pt x="408" y="705"/>
                  </a:lnTo>
                  <a:lnTo>
                    <a:pt x="408" y="705"/>
                  </a:lnTo>
                  <a:lnTo>
                    <a:pt x="406" y="705"/>
                  </a:lnTo>
                  <a:lnTo>
                    <a:pt x="406" y="703"/>
                  </a:lnTo>
                  <a:lnTo>
                    <a:pt x="406" y="703"/>
                  </a:lnTo>
                  <a:lnTo>
                    <a:pt x="406" y="701"/>
                  </a:lnTo>
                  <a:lnTo>
                    <a:pt x="406" y="699"/>
                  </a:lnTo>
                  <a:lnTo>
                    <a:pt x="404" y="699"/>
                  </a:lnTo>
                  <a:lnTo>
                    <a:pt x="400" y="699"/>
                  </a:lnTo>
                  <a:lnTo>
                    <a:pt x="402" y="697"/>
                  </a:lnTo>
                  <a:lnTo>
                    <a:pt x="404" y="697"/>
                  </a:lnTo>
                  <a:lnTo>
                    <a:pt x="404" y="695"/>
                  </a:lnTo>
                  <a:lnTo>
                    <a:pt x="414" y="697"/>
                  </a:lnTo>
                  <a:lnTo>
                    <a:pt x="421" y="697"/>
                  </a:lnTo>
                  <a:lnTo>
                    <a:pt x="425" y="697"/>
                  </a:lnTo>
                  <a:lnTo>
                    <a:pt x="431" y="695"/>
                  </a:lnTo>
                  <a:lnTo>
                    <a:pt x="433" y="695"/>
                  </a:lnTo>
                  <a:lnTo>
                    <a:pt x="443" y="685"/>
                  </a:lnTo>
                  <a:lnTo>
                    <a:pt x="445" y="681"/>
                  </a:lnTo>
                  <a:lnTo>
                    <a:pt x="447" y="679"/>
                  </a:lnTo>
                  <a:lnTo>
                    <a:pt x="447" y="679"/>
                  </a:lnTo>
                  <a:lnTo>
                    <a:pt x="449" y="679"/>
                  </a:lnTo>
                  <a:lnTo>
                    <a:pt x="449" y="681"/>
                  </a:lnTo>
                  <a:lnTo>
                    <a:pt x="451" y="681"/>
                  </a:lnTo>
                  <a:lnTo>
                    <a:pt x="451" y="683"/>
                  </a:lnTo>
                  <a:lnTo>
                    <a:pt x="451" y="685"/>
                  </a:lnTo>
                  <a:lnTo>
                    <a:pt x="453" y="685"/>
                  </a:lnTo>
                  <a:lnTo>
                    <a:pt x="455" y="685"/>
                  </a:lnTo>
                  <a:lnTo>
                    <a:pt x="457" y="685"/>
                  </a:lnTo>
                  <a:lnTo>
                    <a:pt x="457" y="685"/>
                  </a:lnTo>
                  <a:lnTo>
                    <a:pt x="457" y="685"/>
                  </a:lnTo>
                  <a:lnTo>
                    <a:pt x="457" y="685"/>
                  </a:lnTo>
                  <a:lnTo>
                    <a:pt x="457" y="685"/>
                  </a:lnTo>
                  <a:lnTo>
                    <a:pt x="457" y="687"/>
                  </a:lnTo>
                  <a:lnTo>
                    <a:pt x="463" y="689"/>
                  </a:lnTo>
                  <a:lnTo>
                    <a:pt x="463" y="689"/>
                  </a:lnTo>
                  <a:lnTo>
                    <a:pt x="465" y="689"/>
                  </a:lnTo>
                  <a:lnTo>
                    <a:pt x="474" y="689"/>
                  </a:lnTo>
                  <a:lnTo>
                    <a:pt x="474" y="691"/>
                  </a:lnTo>
                  <a:lnTo>
                    <a:pt x="474" y="691"/>
                  </a:lnTo>
                  <a:lnTo>
                    <a:pt x="474" y="691"/>
                  </a:lnTo>
                  <a:lnTo>
                    <a:pt x="474" y="693"/>
                  </a:lnTo>
                  <a:lnTo>
                    <a:pt x="476" y="693"/>
                  </a:lnTo>
                  <a:lnTo>
                    <a:pt x="476" y="693"/>
                  </a:lnTo>
                  <a:lnTo>
                    <a:pt x="478" y="695"/>
                  </a:lnTo>
                  <a:lnTo>
                    <a:pt x="480" y="695"/>
                  </a:lnTo>
                  <a:lnTo>
                    <a:pt x="480" y="693"/>
                  </a:lnTo>
                  <a:lnTo>
                    <a:pt x="480" y="693"/>
                  </a:lnTo>
                  <a:lnTo>
                    <a:pt x="480" y="695"/>
                  </a:lnTo>
                  <a:lnTo>
                    <a:pt x="480" y="695"/>
                  </a:lnTo>
                  <a:lnTo>
                    <a:pt x="480" y="697"/>
                  </a:lnTo>
                  <a:lnTo>
                    <a:pt x="480" y="699"/>
                  </a:lnTo>
                  <a:lnTo>
                    <a:pt x="480" y="701"/>
                  </a:lnTo>
                  <a:lnTo>
                    <a:pt x="480" y="703"/>
                  </a:lnTo>
                  <a:lnTo>
                    <a:pt x="486" y="707"/>
                  </a:lnTo>
                  <a:lnTo>
                    <a:pt x="488" y="707"/>
                  </a:lnTo>
                  <a:lnTo>
                    <a:pt x="490" y="707"/>
                  </a:lnTo>
                  <a:lnTo>
                    <a:pt x="496" y="708"/>
                  </a:lnTo>
                  <a:lnTo>
                    <a:pt x="496" y="708"/>
                  </a:lnTo>
                  <a:lnTo>
                    <a:pt x="496" y="708"/>
                  </a:lnTo>
                  <a:lnTo>
                    <a:pt x="496" y="708"/>
                  </a:lnTo>
                  <a:lnTo>
                    <a:pt x="498" y="708"/>
                  </a:lnTo>
                  <a:lnTo>
                    <a:pt x="498" y="708"/>
                  </a:lnTo>
                  <a:lnTo>
                    <a:pt x="498" y="710"/>
                  </a:lnTo>
                  <a:lnTo>
                    <a:pt x="498" y="710"/>
                  </a:lnTo>
                  <a:lnTo>
                    <a:pt x="498" y="712"/>
                  </a:lnTo>
                  <a:lnTo>
                    <a:pt x="500" y="712"/>
                  </a:lnTo>
                  <a:lnTo>
                    <a:pt x="502" y="712"/>
                  </a:lnTo>
                  <a:lnTo>
                    <a:pt x="504" y="712"/>
                  </a:lnTo>
                  <a:lnTo>
                    <a:pt x="508" y="714"/>
                  </a:lnTo>
                  <a:lnTo>
                    <a:pt x="523" y="716"/>
                  </a:lnTo>
                  <a:lnTo>
                    <a:pt x="527" y="716"/>
                  </a:lnTo>
                  <a:lnTo>
                    <a:pt x="527" y="716"/>
                  </a:lnTo>
                  <a:lnTo>
                    <a:pt x="525" y="716"/>
                  </a:lnTo>
                  <a:lnTo>
                    <a:pt x="523" y="716"/>
                  </a:lnTo>
                  <a:lnTo>
                    <a:pt x="521" y="716"/>
                  </a:lnTo>
                  <a:lnTo>
                    <a:pt x="521" y="718"/>
                  </a:lnTo>
                  <a:lnTo>
                    <a:pt x="521" y="718"/>
                  </a:lnTo>
                  <a:lnTo>
                    <a:pt x="521" y="720"/>
                  </a:lnTo>
                  <a:lnTo>
                    <a:pt x="521" y="720"/>
                  </a:lnTo>
                  <a:lnTo>
                    <a:pt x="521" y="722"/>
                  </a:lnTo>
                  <a:lnTo>
                    <a:pt x="521" y="722"/>
                  </a:lnTo>
                  <a:lnTo>
                    <a:pt x="523" y="720"/>
                  </a:lnTo>
                  <a:lnTo>
                    <a:pt x="523" y="720"/>
                  </a:lnTo>
                  <a:lnTo>
                    <a:pt x="523" y="720"/>
                  </a:lnTo>
                  <a:lnTo>
                    <a:pt x="523" y="720"/>
                  </a:lnTo>
                  <a:lnTo>
                    <a:pt x="525" y="720"/>
                  </a:lnTo>
                  <a:lnTo>
                    <a:pt x="525" y="720"/>
                  </a:lnTo>
                  <a:lnTo>
                    <a:pt x="525" y="720"/>
                  </a:lnTo>
                  <a:lnTo>
                    <a:pt x="527" y="722"/>
                  </a:lnTo>
                  <a:lnTo>
                    <a:pt x="529" y="720"/>
                  </a:lnTo>
                  <a:lnTo>
                    <a:pt x="531" y="720"/>
                  </a:lnTo>
                  <a:lnTo>
                    <a:pt x="531" y="722"/>
                  </a:lnTo>
                  <a:lnTo>
                    <a:pt x="533" y="722"/>
                  </a:lnTo>
                  <a:lnTo>
                    <a:pt x="533" y="724"/>
                  </a:lnTo>
                  <a:lnTo>
                    <a:pt x="535" y="724"/>
                  </a:lnTo>
                  <a:lnTo>
                    <a:pt x="537" y="724"/>
                  </a:lnTo>
                  <a:lnTo>
                    <a:pt x="537" y="724"/>
                  </a:lnTo>
                  <a:lnTo>
                    <a:pt x="539" y="724"/>
                  </a:lnTo>
                  <a:lnTo>
                    <a:pt x="545" y="722"/>
                  </a:lnTo>
                  <a:lnTo>
                    <a:pt x="545" y="722"/>
                  </a:lnTo>
                  <a:lnTo>
                    <a:pt x="547" y="722"/>
                  </a:lnTo>
                  <a:lnTo>
                    <a:pt x="547" y="724"/>
                  </a:lnTo>
                  <a:lnTo>
                    <a:pt x="547" y="726"/>
                  </a:lnTo>
                  <a:lnTo>
                    <a:pt x="547" y="728"/>
                  </a:lnTo>
                  <a:lnTo>
                    <a:pt x="545" y="728"/>
                  </a:lnTo>
                  <a:lnTo>
                    <a:pt x="545" y="730"/>
                  </a:lnTo>
                  <a:lnTo>
                    <a:pt x="547" y="730"/>
                  </a:lnTo>
                  <a:lnTo>
                    <a:pt x="547" y="728"/>
                  </a:lnTo>
                  <a:lnTo>
                    <a:pt x="547" y="728"/>
                  </a:lnTo>
                  <a:lnTo>
                    <a:pt x="549" y="728"/>
                  </a:lnTo>
                  <a:lnTo>
                    <a:pt x="549" y="728"/>
                  </a:lnTo>
                  <a:lnTo>
                    <a:pt x="549" y="728"/>
                  </a:lnTo>
                  <a:lnTo>
                    <a:pt x="549" y="730"/>
                  </a:lnTo>
                  <a:lnTo>
                    <a:pt x="549" y="730"/>
                  </a:lnTo>
                  <a:lnTo>
                    <a:pt x="551" y="732"/>
                  </a:lnTo>
                  <a:lnTo>
                    <a:pt x="551" y="732"/>
                  </a:lnTo>
                  <a:lnTo>
                    <a:pt x="551" y="732"/>
                  </a:lnTo>
                  <a:lnTo>
                    <a:pt x="551" y="732"/>
                  </a:lnTo>
                  <a:lnTo>
                    <a:pt x="551" y="734"/>
                  </a:lnTo>
                  <a:lnTo>
                    <a:pt x="549" y="734"/>
                  </a:lnTo>
                  <a:lnTo>
                    <a:pt x="549" y="736"/>
                  </a:lnTo>
                  <a:lnTo>
                    <a:pt x="549" y="738"/>
                  </a:lnTo>
                  <a:lnTo>
                    <a:pt x="551" y="738"/>
                  </a:lnTo>
                  <a:lnTo>
                    <a:pt x="551" y="738"/>
                  </a:lnTo>
                  <a:lnTo>
                    <a:pt x="551" y="740"/>
                  </a:lnTo>
                  <a:lnTo>
                    <a:pt x="551" y="740"/>
                  </a:lnTo>
                  <a:lnTo>
                    <a:pt x="549" y="740"/>
                  </a:lnTo>
                  <a:lnTo>
                    <a:pt x="547" y="740"/>
                  </a:lnTo>
                  <a:lnTo>
                    <a:pt x="547" y="740"/>
                  </a:lnTo>
                  <a:lnTo>
                    <a:pt x="545" y="740"/>
                  </a:lnTo>
                  <a:lnTo>
                    <a:pt x="545" y="742"/>
                  </a:lnTo>
                  <a:lnTo>
                    <a:pt x="545" y="744"/>
                  </a:lnTo>
                  <a:lnTo>
                    <a:pt x="543" y="744"/>
                  </a:lnTo>
                  <a:lnTo>
                    <a:pt x="543" y="744"/>
                  </a:lnTo>
                  <a:lnTo>
                    <a:pt x="545" y="744"/>
                  </a:lnTo>
                  <a:lnTo>
                    <a:pt x="545" y="744"/>
                  </a:lnTo>
                  <a:lnTo>
                    <a:pt x="547" y="744"/>
                  </a:lnTo>
                  <a:lnTo>
                    <a:pt x="547" y="746"/>
                  </a:lnTo>
                  <a:lnTo>
                    <a:pt x="547" y="748"/>
                  </a:lnTo>
                  <a:lnTo>
                    <a:pt x="545" y="748"/>
                  </a:lnTo>
                  <a:lnTo>
                    <a:pt x="545" y="750"/>
                  </a:lnTo>
                  <a:lnTo>
                    <a:pt x="545" y="750"/>
                  </a:lnTo>
                  <a:lnTo>
                    <a:pt x="543" y="750"/>
                  </a:lnTo>
                  <a:lnTo>
                    <a:pt x="535" y="748"/>
                  </a:lnTo>
                  <a:lnTo>
                    <a:pt x="535" y="748"/>
                  </a:lnTo>
                  <a:lnTo>
                    <a:pt x="533" y="748"/>
                  </a:lnTo>
                  <a:lnTo>
                    <a:pt x="533" y="748"/>
                  </a:lnTo>
                  <a:lnTo>
                    <a:pt x="531" y="748"/>
                  </a:lnTo>
                  <a:lnTo>
                    <a:pt x="529" y="748"/>
                  </a:lnTo>
                  <a:lnTo>
                    <a:pt x="529" y="746"/>
                  </a:lnTo>
                  <a:lnTo>
                    <a:pt x="527" y="746"/>
                  </a:lnTo>
                  <a:lnTo>
                    <a:pt x="523" y="746"/>
                  </a:lnTo>
                  <a:lnTo>
                    <a:pt x="521" y="746"/>
                  </a:lnTo>
                  <a:lnTo>
                    <a:pt x="521" y="748"/>
                  </a:lnTo>
                  <a:lnTo>
                    <a:pt x="525" y="748"/>
                  </a:lnTo>
                  <a:lnTo>
                    <a:pt x="527" y="750"/>
                  </a:lnTo>
                  <a:lnTo>
                    <a:pt x="529" y="750"/>
                  </a:lnTo>
                  <a:lnTo>
                    <a:pt x="531" y="750"/>
                  </a:lnTo>
                  <a:lnTo>
                    <a:pt x="533" y="750"/>
                  </a:lnTo>
                  <a:lnTo>
                    <a:pt x="533" y="750"/>
                  </a:lnTo>
                  <a:lnTo>
                    <a:pt x="535" y="752"/>
                  </a:lnTo>
                  <a:lnTo>
                    <a:pt x="535" y="752"/>
                  </a:lnTo>
                  <a:lnTo>
                    <a:pt x="535" y="754"/>
                  </a:lnTo>
                  <a:lnTo>
                    <a:pt x="537" y="754"/>
                  </a:lnTo>
                  <a:lnTo>
                    <a:pt x="537" y="756"/>
                  </a:lnTo>
                  <a:lnTo>
                    <a:pt x="537" y="756"/>
                  </a:lnTo>
                  <a:lnTo>
                    <a:pt x="537" y="756"/>
                  </a:lnTo>
                  <a:lnTo>
                    <a:pt x="539" y="756"/>
                  </a:lnTo>
                  <a:lnTo>
                    <a:pt x="539" y="756"/>
                  </a:lnTo>
                  <a:lnTo>
                    <a:pt x="539" y="756"/>
                  </a:lnTo>
                  <a:lnTo>
                    <a:pt x="541" y="756"/>
                  </a:lnTo>
                  <a:lnTo>
                    <a:pt x="541" y="756"/>
                  </a:lnTo>
                  <a:lnTo>
                    <a:pt x="541" y="756"/>
                  </a:lnTo>
                  <a:lnTo>
                    <a:pt x="543" y="756"/>
                  </a:lnTo>
                  <a:lnTo>
                    <a:pt x="543" y="758"/>
                  </a:lnTo>
                  <a:lnTo>
                    <a:pt x="543" y="758"/>
                  </a:lnTo>
                  <a:lnTo>
                    <a:pt x="543" y="758"/>
                  </a:lnTo>
                  <a:lnTo>
                    <a:pt x="545" y="758"/>
                  </a:lnTo>
                  <a:lnTo>
                    <a:pt x="547" y="758"/>
                  </a:lnTo>
                  <a:lnTo>
                    <a:pt x="547" y="758"/>
                  </a:lnTo>
                  <a:lnTo>
                    <a:pt x="549" y="758"/>
                  </a:lnTo>
                  <a:lnTo>
                    <a:pt x="549" y="758"/>
                  </a:lnTo>
                  <a:lnTo>
                    <a:pt x="551" y="758"/>
                  </a:lnTo>
                  <a:lnTo>
                    <a:pt x="553" y="758"/>
                  </a:lnTo>
                  <a:lnTo>
                    <a:pt x="553" y="758"/>
                  </a:lnTo>
                  <a:lnTo>
                    <a:pt x="553" y="762"/>
                  </a:lnTo>
                  <a:lnTo>
                    <a:pt x="553" y="763"/>
                  </a:lnTo>
                  <a:lnTo>
                    <a:pt x="553" y="763"/>
                  </a:lnTo>
                  <a:lnTo>
                    <a:pt x="553" y="763"/>
                  </a:lnTo>
                  <a:lnTo>
                    <a:pt x="555" y="763"/>
                  </a:lnTo>
                  <a:lnTo>
                    <a:pt x="557" y="765"/>
                  </a:lnTo>
                  <a:lnTo>
                    <a:pt x="557" y="765"/>
                  </a:lnTo>
                  <a:lnTo>
                    <a:pt x="559" y="767"/>
                  </a:lnTo>
                  <a:lnTo>
                    <a:pt x="559" y="767"/>
                  </a:lnTo>
                  <a:lnTo>
                    <a:pt x="559" y="769"/>
                  </a:lnTo>
                  <a:lnTo>
                    <a:pt x="561" y="769"/>
                  </a:lnTo>
                  <a:lnTo>
                    <a:pt x="561" y="769"/>
                  </a:lnTo>
                  <a:lnTo>
                    <a:pt x="561" y="771"/>
                  </a:lnTo>
                  <a:lnTo>
                    <a:pt x="561" y="773"/>
                  </a:lnTo>
                  <a:lnTo>
                    <a:pt x="561" y="773"/>
                  </a:lnTo>
                  <a:lnTo>
                    <a:pt x="561" y="775"/>
                  </a:lnTo>
                  <a:lnTo>
                    <a:pt x="561" y="775"/>
                  </a:lnTo>
                  <a:lnTo>
                    <a:pt x="561" y="777"/>
                  </a:lnTo>
                  <a:lnTo>
                    <a:pt x="561" y="781"/>
                  </a:lnTo>
                  <a:lnTo>
                    <a:pt x="561" y="781"/>
                  </a:lnTo>
                  <a:lnTo>
                    <a:pt x="559" y="785"/>
                  </a:lnTo>
                  <a:lnTo>
                    <a:pt x="559" y="787"/>
                  </a:lnTo>
                  <a:lnTo>
                    <a:pt x="559" y="789"/>
                  </a:lnTo>
                  <a:lnTo>
                    <a:pt x="563" y="793"/>
                  </a:lnTo>
                  <a:lnTo>
                    <a:pt x="565" y="793"/>
                  </a:lnTo>
                  <a:lnTo>
                    <a:pt x="566" y="793"/>
                  </a:lnTo>
                  <a:lnTo>
                    <a:pt x="568" y="795"/>
                  </a:lnTo>
                  <a:lnTo>
                    <a:pt x="568" y="795"/>
                  </a:lnTo>
                  <a:lnTo>
                    <a:pt x="568" y="795"/>
                  </a:lnTo>
                  <a:lnTo>
                    <a:pt x="572" y="797"/>
                  </a:lnTo>
                  <a:lnTo>
                    <a:pt x="574" y="797"/>
                  </a:lnTo>
                  <a:lnTo>
                    <a:pt x="574" y="797"/>
                  </a:lnTo>
                  <a:lnTo>
                    <a:pt x="576" y="799"/>
                  </a:lnTo>
                  <a:lnTo>
                    <a:pt x="576" y="799"/>
                  </a:lnTo>
                  <a:lnTo>
                    <a:pt x="576" y="799"/>
                  </a:lnTo>
                  <a:lnTo>
                    <a:pt x="580" y="799"/>
                  </a:lnTo>
                  <a:lnTo>
                    <a:pt x="580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2" y="797"/>
                  </a:lnTo>
                  <a:lnTo>
                    <a:pt x="584" y="799"/>
                  </a:lnTo>
                  <a:lnTo>
                    <a:pt x="584" y="799"/>
                  </a:lnTo>
                  <a:lnTo>
                    <a:pt x="584" y="799"/>
                  </a:lnTo>
                  <a:lnTo>
                    <a:pt x="584" y="799"/>
                  </a:lnTo>
                  <a:lnTo>
                    <a:pt x="584" y="799"/>
                  </a:lnTo>
                  <a:lnTo>
                    <a:pt x="584" y="801"/>
                  </a:lnTo>
                  <a:lnTo>
                    <a:pt x="586" y="801"/>
                  </a:lnTo>
                  <a:lnTo>
                    <a:pt x="584" y="801"/>
                  </a:lnTo>
                  <a:lnTo>
                    <a:pt x="582" y="801"/>
                  </a:lnTo>
                  <a:lnTo>
                    <a:pt x="582" y="801"/>
                  </a:lnTo>
                  <a:lnTo>
                    <a:pt x="582" y="801"/>
                  </a:lnTo>
                  <a:lnTo>
                    <a:pt x="582" y="801"/>
                  </a:lnTo>
                  <a:lnTo>
                    <a:pt x="578" y="805"/>
                  </a:lnTo>
                  <a:lnTo>
                    <a:pt x="578" y="805"/>
                  </a:lnTo>
                  <a:lnTo>
                    <a:pt x="578" y="807"/>
                  </a:lnTo>
                  <a:lnTo>
                    <a:pt x="578" y="807"/>
                  </a:lnTo>
                  <a:lnTo>
                    <a:pt x="578" y="809"/>
                  </a:lnTo>
                  <a:lnTo>
                    <a:pt x="578" y="809"/>
                  </a:lnTo>
                  <a:lnTo>
                    <a:pt x="578" y="811"/>
                  </a:lnTo>
                  <a:lnTo>
                    <a:pt x="578" y="813"/>
                  </a:lnTo>
                  <a:lnTo>
                    <a:pt x="578" y="815"/>
                  </a:lnTo>
                  <a:lnTo>
                    <a:pt x="578" y="815"/>
                  </a:lnTo>
                  <a:lnTo>
                    <a:pt x="580" y="816"/>
                  </a:lnTo>
                  <a:lnTo>
                    <a:pt x="582" y="816"/>
                  </a:lnTo>
                  <a:lnTo>
                    <a:pt x="582" y="816"/>
                  </a:lnTo>
                  <a:lnTo>
                    <a:pt x="586" y="816"/>
                  </a:lnTo>
                  <a:lnTo>
                    <a:pt x="586" y="818"/>
                  </a:lnTo>
                  <a:lnTo>
                    <a:pt x="586" y="818"/>
                  </a:lnTo>
                  <a:lnTo>
                    <a:pt x="586" y="820"/>
                  </a:lnTo>
                  <a:lnTo>
                    <a:pt x="584" y="820"/>
                  </a:lnTo>
                  <a:lnTo>
                    <a:pt x="584" y="822"/>
                  </a:lnTo>
                  <a:lnTo>
                    <a:pt x="584" y="822"/>
                  </a:lnTo>
                  <a:lnTo>
                    <a:pt x="582" y="824"/>
                  </a:lnTo>
                  <a:lnTo>
                    <a:pt x="580" y="826"/>
                  </a:lnTo>
                  <a:lnTo>
                    <a:pt x="580" y="830"/>
                  </a:lnTo>
                  <a:lnTo>
                    <a:pt x="580" y="832"/>
                  </a:lnTo>
                  <a:lnTo>
                    <a:pt x="580" y="834"/>
                  </a:lnTo>
                  <a:lnTo>
                    <a:pt x="580" y="836"/>
                  </a:lnTo>
                  <a:lnTo>
                    <a:pt x="580" y="838"/>
                  </a:lnTo>
                  <a:lnTo>
                    <a:pt x="580" y="840"/>
                  </a:lnTo>
                  <a:lnTo>
                    <a:pt x="580" y="840"/>
                  </a:lnTo>
                  <a:lnTo>
                    <a:pt x="580" y="842"/>
                  </a:lnTo>
                  <a:lnTo>
                    <a:pt x="574" y="846"/>
                  </a:lnTo>
                  <a:lnTo>
                    <a:pt x="574" y="848"/>
                  </a:lnTo>
                  <a:lnTo>
                    <a:pt x="572" y="848"/>
                  </a:lnTo>
                  <a:lnTo>
                    <a:pt x="572" y="850"/>
                  </a:lnTo>
                  <a:lnTo>
                    <a:pt x="572" y="852"/>
                  </a:lnTo>
                  <a:lnTo>
                    <a:pt x="574" y="854"/>
                  </a:lnTo>
                  <a:lnTo>
                    <a:pt x="576" y="858"/>
                  </a:lnTo>
                  <a:lnTo>
                    <a:pt x="576" y="858"/>
                  </a:lnTo>
                  <a:lnTo>
                    <a:pt x="576" y="860"/>
                  </a:lnTo>
                  <a:lnTo>
                    <a:pt x="576" y="860"/>
                  </a:lnTo>
                  <a:lnTo>
                    <a:pt x="576" y="860"/>
                  </a:lnTo>
                  <a:lnTo>
                    <a:pt x="574" y="860"/>
                  </a:lnTo>
                  <a:lnTo>
                    <a:pt x="574" y="860"/>
                  </a:lnTo>
                  <a:lnTo>
                    <a:pt x="574" y="860"/>
                  </a:lnTo>
                  <a:lnTo>
                    <a:pt x="572" y="860"/>
                  </a:lnTo>
                  <a:lnTo>
                    <a:pt x="572" y="862"/>
                  </a:lnTo>
                  <a:lnTo>
                    <a:pt x="572" y="864"/>
                  </a:lnTo>
                  <a:lnTo>
                    <a:pt x="574" y="864"/>
                  </a:lnTo>
                  <a:lnTo>
                    <a:pt x="574" y="866"/>
                  </a:lnTo>
                  <a:lnTo>
                    <a:pt x="574" y="866"/>
                  </a:lnTo>
                  <a:lnTo>
                    <a:pt x="576" y="864"/>
                  </a:lnTo>
                  <a:lnTo>
                    <a:pt x="576" y="864"/>
                  </a:lnTo>
                  <a:lnTo>
                    <a:pt x="578" y="864"/>
                  </a:lnTo>
                  <a:lnTo>
                    <a:pt x="578" y="864"/>
                  </a:lnTo>
                  <a:lnTo>
                    <a:pt x="578" y="866"/>
                  </a:lnTo>
                  <a:lnTo>
                    <a:pt x="578" y="866"/>
                  </a:lnTo>
                  <a:lnTo>
                    <a:pt x="578" y="868"/>
                  </a:lnTo>
                  <a:lnTo>
                    <a:pt x="578" y="868"/>
                  </a:lnTo>
                  <a:lnTo>
                    <a:pt x="578" y="870"/>
                  </a:lnTo>
                  <a:lnTo>
                    <a:pt x="576" y="870"/>
                  </a:lnTo>
                  <a:lnTo>
                    <a:pt x="574" y="871"/>
                  </a:lnTo>
                  <a:lnTo>
                    <a:pt x="572" y="873"/>
                  </a:lnTo>
                  <a:lnTo>
                    <a:pt x="572" y="875"/>
                  </a:lnTo>
                  <a:lnTo>
                    <a:pt x="572" y="877"/>
                  </a:lnTo>
                  <a:lnTo>
                    <a:pt x="574" y="877"/>
                  </a:lnTo>
                  <a:lnTo>
                    <a:pt x="574" y="877"/>
                  </a:lnTo>
                  <a:lnTo>
                    <a:pt x="574" y="877"/>
                  </a:lnTo>
                  <a:lnTo>
                    <a:pt x="574" y="879"/>
                  </a:lnTo>
                  <a:lnTo>
                    <a:pt x="572" y="879"/>
                  </a:lnTo>
                  <a:lnTo>
                    <a:pt x="572" y="881"/>
                  </a:lnTo>
                  <a:lnTo>
                    <a:pt x="574" y="881"/>
                  </a:lnTo>
                  <a:lnTo>
                    <a:pt x="574" y="881"/>
                  </a:lnTo>
                  <a:lnTo>
                    <a:pt x="574" y="883"/>
                  </a:lnTo>
                  <a:lnTo>
                    <a:pt x="574" y="883"/>
                  </a:lnTo>
                  <a:lnTo>
                    <a:pt x="576" y="887"/>
                  </a:lnTo>
                  <a:lnTo>
                    <a:pt x="576" y="887"/>
                  </a:lnTo>
                  <a:lnTo>
                    <a:pt x="578" y="889"/>
                  </a:lnTo>
                  <a:lnTo>
                    <a:pt x="578" y="889"/>
                  </a:lnTo>
                  <a:lnTo>
                    <a:pt x="580" y="891"/>
                  </a:lnTo>
                  <a:lnTo>
                    <a:pt x="580" y="893"/>
                  </a:lnTo>
                  <a:lnTo>
                    <a:pt x="580" y="895"/>
                  </a:lnTo>
                  <a:lnTo>
                    <a:pt x="580" y="895"/>
                  </a:lnTo>
                  <a:lnTo>
                    <a:pt x="580" y="895"/>
                  </a:lnTo>
                  <a:lnTo>
                    <a:pt x="580" y="897"/>
                  </a:lnTo>
                  <a:lnTo>
                    <a:pt x="580" y="897"/>
                  </a:lnTo>
                  <a:lnTo>
                    <a:pt x="582" y="899"/>
                  </a:lnTo>
                  <a:lnTo>
                    <a:pt x="582" y="901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78" y="903"/>
                  </a:lnTo>
                  <a:lnTo>
                    <a:pt x="578" y="903"/>
                  </a:lnTo>
                  <a:lnTo>
                    <a:pt x="578" y="907"/>
                  </a:lnTo>
                  <a:lnTo>
                    <a:pt x="578" y="909"/>
                  </a:lnTo>
                  <a:lnTo>
                    <a:pt x="578" y="909"/>
                  </a:lnTo>
                  <a:lnTo>
                    <a:pt x="580" y="911"/>
                  </a:lnTo>
                  <a:lnTo>
                    <a:pt x="580" y="911"/>
                  </a:lnTo>
                  <a:lnTo>
                    <a:pt x="580" y="911"/>
                  </a:lnTo>
                  <a:lnTo>
                    <a:pt x="580" y="913"/>
                  </a:lnTo>
                  <a:lnTo>
                    <a:pt x="580" y="913"/>
                  </a:lnTo>
                  <a:lnTo>
                    <a:pt x="578" y="917"/>
                  </a:lnTo>
                  <a:lnTo>
                    <a:pt x="578" y="917"/>
                  </a:lnTo>
                  <a:lnTo>
                    <a:pt x="578" y="919"/>
                  </a:lnTo>
                  <a:lnTo>
                    <a:pt x="578" y="919"/>
                  </a:lnTo>
                  <a:lnTo>
                    <a:pt x="580" y="919"/>
                  </a:lnTo>
                  <a:lnTo>
                    <a:pt x="578" y="921"/>
                  </a:lnTo>
                  <a:lnTo>
                    <a:pt x="580" y="921"/>
                  </a:lnTo>
                  <a:lnTo>
                    <a:pt x="580" y="921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4" y="926"/>
                  </a:lnTo>
                  <a:lnTo>
                    <a:pt x="584" y="926"/>
                  </a:lnTo>
                  <a:lnTo>
                    <a:pt x="582" y="926"/>
                  </a:lnTo>
                  <a:lnTo>
                    <a:pt x="582" y="928"/>
                  </a:lnTo>
                  <a:lnTo>
                    <a:pt x="582" y="932"/>
                  </a:lnTo>
                  <a:lnTo>
                    <a:pt x="584" y="932"/>
                  </a:lnTo>
                  <a:lnTo>
                    <a:pt x="584" y="934"/>
                  </a:lnTo>
                  <a:lnTo>
                    <a:pt x="588" y="936"/>
                  </a:lnTo>
                  <a:lnTo>
                    <a:pt x="588" y="938"/>
                  </a:lnTo>
                  <a:lnTo>
                    <a:pt x="590" y="938"/>
                  </a:lnTo>
                  <a:lnTo>
                    <a:pt x="590" y="938"/>
                  </a:lnTo>
                  <a:lnTo>
                    <a:pt x="590" y="940"/>
                  </a:lnTo>
                  <a:lnTo>
                    <a:pt x="590" y="940"/>
                  </a:lnTo>
                  <a:lnTo>
                    <a:pt x="592" y="942"/>
                  </a:lnTo>
                  <a:lnTo>
                    <a:pt x="594" y="944"/>
                  </a:lnTo>
                  <a:lnTo>
                    <a:pt x="594" y="944"/>
                  </a:lnTo>
                  <a:lnTo>
                    <a:pt x="592" y="946"/>
                  </a:lnTo>
                  <a:lnTo>
                    <a:pt x="594" y="948"/>
                  </a:lnTo>
                  <a:lnTo>
                    <a:pt x="594" y="948"/>
                  </a:lnTo>
                  <a:lnTo>
                    <a:pt x="594" y="950"/>
                  </a:lnTo>
                  <a:lnTo>
                    <a:pt x="596" y="952"/>
                  </a:lnTo>
                  <a:lnTo>
                    <a:pt x="596" y="954"/>
                  </a:lnTo>
                  <a:lnTo>
                    <a:pt x="596" y="954"/>
                  </a:lnTo>
                  <a:lnTo>
                    <a:pt x="596" y="956"/>
                  </a:lnTo>
                  <a:lnTo>
                    <a:pt x="598" y="958"/>
                  </a:lnTo>
                  <a:lnTo>
                    <a:pt x="598" y="958"/>
                  </a:lnTo>
                  <a:lnTo>
                    <a:pt x="600" y="960"/>
                  </a:lnTo>
                  <a:lnTo>
                    <a:pt x="602" y="962"/>
                  </a:lnTo>
                  <a:lnTo>
                    <a:pt x="604" y="962"/>
                  </a:lnTo>
                  <a:lnTo>
                    <a:pt x="604" y="962"/>
                  </a:lnTo>
                  <a:lnTo>
                    <a:pt x="604" y="960"/>
                  </a:lnTo>
                  <a:lnTo>
                    <a:pt x="604" y="960"/>
                  </a:lnTo>
                  <a:lnTo>
                    <a:pt x="606" y="958"/>
                  </a:lnTo>
                  <a:lnTo>
                    <a:pt x="606" y="958"/>
                  </a:lnTo>
                  <a:lnTo>
                    <a:pt x="608" y="960"/>
                  </a:lnTo>
                  <a:lnTo>
                    <a:pt x="606" y="962"/>
                  </a:lnTo>
                  <a:lnTo>
                    <a:pt x="604" y="966"/>
                  </a:lnTo>
                  <a:lnTo>
                    <a:pt x="602" y="968"/>
                  </a:lnTo>
                  <a:lnTo>
                    <a:pt x="602" y="968"/>
                  </a:lnTo>
                  <a:lnTo>
                    <a:pt x="600" y="970"/>
                  </a:lnTo>
                  <a:lnTo>
                    <a:pt x="600" y="970"/>
                  </a:lnTo>
                  <a:lnTo>
                    <a:pt x="600" y="972"/>
                  </a:lnTo>
                  <a:lnTo>
                    <a:pt x="602" y="972"/>
                  </a:lnTo>
                  <a:lnTo>
                    <a:pt x="600" y="974"/>
                  </a:lnTo>
                  <a:lnTo>
                    <a:pt x="600" y="976"/>
                  </a:lnTo>
                  <a:lnTo>
                    <a:pt x="602" y="977"/>
                  </a:lnTo>
                  <a:lnTo>
                    <a:pt x="600" y="977"/>
                  </a:lnTo>
                  <a:lnTo>
                    <a:pt x="600" y="977"/>
                  </a:lnTo>
                  <a:lnTo>
                    <a:pt x="600" y="979"/>
                  </a:lnTo>
                  <a:lnTo>
                    <a:pt x="604" y="983"/>
                  </a:lnTo>
                  <a:lnTo>
                    <a:pt x="606" y="983"/>
                  </a:lnTo>
                  <a:lnTo>
                    <a:pt x="606" y="983"/>
                  </a:lnTo>
                  <a:lnTo>
                    <a:pt x="608" y="983"/>
                  </a:lnTo>
                  <a:lnTo>
                    <a:pt x="608" y="983"/>
                  </a:lnTo>
                  <a:lnTo>
                    <a:pt x="610" y="983"/>
                  </a:lnTo>
                  <a:lnTo>
                    <a:pt x="610" y="985"/>
                  </a:lnTo>
                  <a:lnTo>
                    <a:pt x="610" y="989"/>
                  </a:lnTo>
                  <a:lnTo>
                    <a:pt x="610" y="989"/>
                  </a:lnTo>
                  <a:lnTo>
                    <a:pt x="610" y="989"/>
                  </a:lnTo>
                  <a:lnTo>
                    <a:pt x="612" y="991"/>
                  </a:lnTo>
                  <a:lnTo>
                    <a:pt x="612" y="993"/>
                  </a:lnTo>
                  <a:lnTo>
                    <a:pt x="614" y="993"/>
                  </a:lnTo>
                  <a:lnTo>
                    <a:pt x="614" y="995"/>
                  </a:lnTo>
                  <a:lnTo>
                    <a:pt x="616" y="997"/>
                  </a:lnTo>
                  <a:lnTo>
                    <a:pt x="616" y="997"/>
                  </a:lnTo>
                  <a:lnTo>
                    <a:pt x="616" y="1001"/>
                  </a:lnTo>
                  <a:lnTo>
                    <a:pt x="616" y="1001"/>
                  </a:lnTo>
                  <a:lnTo>
                    <a:pt x="616" y="1001"/>
                  </a:lnTo>
                  <a:lnTo>
                    <a:pt x="616" y="1003"/>
                  </a:lnTo>
                  <a:lnTo>
                    <a:pt x="616" y="1003"/>
                  </a:lnTo>
                  <a:lnTo>
                    <a:pt x="616" y="1003"/>
                  </a:lnTo>
                  <a:lnTo>
                    <a:pt x="616" y="1005"/>
                  </a:lnTo>
                  <a:lnTo>
                    <a:pt x="614" y="1007"/>
                  </a:lnTo>
                  <a:lnTo>
                    <a:pt x="616" y="1009"/>
                  </a:lnTo>
                  <a:lnTo>
                    <a:pt x="616" y="1013"/>
                  </a:lnTo>
                  <a:lnTo>
                    <a:pt x="617" y="1017"/>
                  </a:lnTo>
                  <a:lnTo>
                    <a:pt x="617" y="1017"/>
                  </a:lnTo>
                  <a:lnTo>
                    <a:pt x="614" y="1019"/>
                  </a:lnTo>
                  <a:lnTo>
                    <a:pt x="614" y="1021"/>
                  </a:lnTo>
                  <a:lnTo>
                    <a:pt x="614" y="1021"/>
                  </a:lnTo>
                  <a:lnTo>
                    <a:pt x="614" y="1021"/>
                  </a:lnTo>
                  <a:lnTo>
                    <a:pt x="616" y="1021"/>
                  </a:lnTo>
                  <a:lnTo>
                    <a:pt x="616" y="1019"/>
                  </a:lnTo>
                  <a:lnTo>
                    <a:pt x="616" y="1021"/>
                  </a:lnTo>
                  <a:lnTo>
                    <a:pt x="616" y="1021"/>
                  </a:lnTo>
                  <a:lnTo>
                    <a:pt x="616" y="1021"/>
                  </a:lnTo>
                  <a:lnTo>
                    <a:pt x="616" y="1021"/>
                  </a:lnTo>
                  <a:lnTo>
                    <a:pt x="616" y="1023"/>
                  </a:lnTo>
                  <a:lnTo>
                    <a:pt x="616" y="1025"/>
                  </a:lnTo>
                  <a:lnTo>
                    <a:pt x="616" y="1025"/>
                  </a:lnTo>
                  <a:lnTo>
                    <a:pt x="616" y="1025"/>
                  </a:lnTo>
                  <a:lnTo>
                    <a:pt x="616" y="1027"/>
                  </a:lnTo>
                  <a:lnTo>
                    <a:pt x="616" y="1025"/>
                  </a:lnTo>
                  <a:lnTo>
                    <a:pt x="617" y="1025"/>
                  </a:lnTo>
                  <a:lnTo>
                    <a:pt x="617" y="1025"/>
                  </a:lnTo>
                  <a:lnTo>
                    <a:pt x="617" y="1025"/>
                  </a:lnTo>
                  <a:lnTo>
                    <a:pt x="617" y="1025"/>
                  </a:lnTo>
                  <a:lnTo>
                    <a:pt x="617" y="1025"/>
                  </a:lnTo>
                  <a:lnTo>
                    <a:pt x="617" y="1025"/>
                  </a:lnTo>
                  <a:lnTo>
                    <a:pt x="617" y="1027"/>
                  </a:lnTo>
                  <a:lnTo>
                    <a:pt x="617" y="1027"/>
                  </a:lnTo>
                  <a:lnTo>
                    <a:pt x="617" y="1029"/>
                  </a:lnTo>
                  <a:lnTo>
                    <a:pt x="619" y="1029"/>
                  </a:lnTo>
                  <a:lnTo>
                    <a:pt x="619" y="1031"/>
                  </a:lnTo>
                  <a:lnTo>
                    <a:pt x="619" y="1031"/>
                  </a:lnTo>
                  <a:lnTo>
                    <a:pt x="619" y="1032"/>
                  </a:lnTo>
                  <a:lnTo>
                    <a:pt x="619" y="1032"/>
                  </a:lnTo>
                  <a:lnTo>
                    <a:pt x="617" y="1034"/>
                  </a:lnTo>
                  <a:lnTo>
                    <a:pt x="617" y="1034"/>
                  </a:lnTo>
                  <a:lnTo>
                    <a:pt x="617" y="1034"/>
                  </a:lnTo>
                  <a:lnTo>
                    <a:pt x="619" y="1034"/>
                  </a:lnTo>
                  <a:lnTo>
                    <a:pt x="619" y="1034"/>
                  </a:lnTo>
                  <a:lnTo>
                    <a:pt x="619" y="1036"/>
                  </a:lnTo>
                  <a:lnTo>
                    <a:pt x="619" y="1036"/>
                  </a:lnTo>
                  <a:lnTo>
                    <a:pt x="617" y="1038"/>
                  </a:lnTo>
                  <a:lnTo>
                    <a:pt x="616" y="1040"/>
                  </a:lnTo>
                  <a:lnTo>
                    <a:pt x="616" y="1040"/>
                  </a:lnTo>
                  <a:lnTo>
                    <a:pt x="616" y="1040"/>
                  </a:lnTo>
                  <a:lnTo>
                    <a:pt x="617" y="1040"/>
                  </a:lnTo>
                  <a:lnTo>
                    <a:pt x="617" y="1040"/>
                  </a:lnTo>
                  <a:lnTo>
                    <a:pt x="617" y="1040"/>
                  </a:lnTo>
                  <a:lnTo>
                    <a:pt x="617" y="1040"/>
                  </a:lnTo>
                  <a:lnTo>
                    <a:pt x="617" y="1042"/>
                  </a:lnTo>
                  <a:lnTo>
                    <a:pt x="617" y="1042"/>
                  </a:lnTo>
                  <a:lnTo>
                    <a:pt x="617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2"/>
                  </a:lnTo>
                  <a:lnTo>
                    <a:pt x="619" y="1040"/>
                  </a:lnTo>
                  <a:lnTo>
                    <a:pt x="619" y="1038"/>
                  </a:lnTo>
                  <a:lnTo>
                    <a:pt x="621" y="1038"/>
                  </a:lnTo>
                  <a:lnTo>
                    <a:pt x="621" y="1038"/>
                  </a:lnTo>
                  <a:lnTo>
                    <a:pt x="621" y="1038"/>
                  </a:lnTo>
                  <a:lnTo>
                    <a:pt x="621" y="1038"/>
                  </a:lnTo>
                  <a:lnTo>
                    <a:pt x="621" y="1038"/>
                  </a:lnTo>
                  <a:lnTo>
                    <a:pt x="623" y="1038"/>
                  </a:lnTo>
                  <a:lnTo>
                    <a:pt x="623" y="1038"/>
                  </a:lnTo>
                  <a:lnTo>
                    <a:pt x="623" y="1038"/>
                  </a:lnTo>
                  <a:lnTo>
                    <a:pt x="623" y="1038"/>
                  </a:lnTo>
                  <a:lnTo>
                    <a:pt x="623" y="1038"/>
                  </a:lnTo>
                  <a:lnTo>
                    <a:pt x="623" y="1042"/>
                  </a:lnTo>
                  <a:lnTo>
                    <a:pt x="623" y="1044"/>
                  </a:lnTo>
                  <a:lnTo>
                    <a:pt x="623" y="1046"/>
                  </a:lnTo>
                  <a:lnTo>
                    <a:pt x="623" y="1046"/>
                  </a:lnTo>
                  <a:lnTo>
                    <a:pt x="621" y="1050"/>
                  </a:lnTo>
                  <a:lnTo>
                    <a:pt x="621" y="1052"/>
                  </a:lnTo>
                  <a:lnTo>
                    <a:pt x="621" y="1052"/>
                  </a:lnTo>
                  <a:lnTo>
                    <a:pt x="621" y="1052"/>
                  </a:lnTo>
                  <a:lnTo>
                    <a:pt x="621" y="1054"/>
                  </a:lnTo>
                  <a:lnTo>
                    <a:pt x="621" y="1054"/>
                  </a:lnTo>
                  <a:lnTo>
                    <a:pt x="621" y="1056"/>
                  </a:lnTo>
                  <a:lnTo>
                    <a:pt x="621" y="1058"/>
                  </a:lnTo>
                  <a:lnTo>
                    <a:pt x="621" y="1060"/>
                  </a:lnTo>
                  <a:lnTo>
                    <a:pt x="623" y="1062"/>
                  </a:lnTo>
                  <a:lnTo>
                    <a:pt x="623" y="1066"/>
                  </a:lnTo>
                  <a:lnTo>
                    <a:pt x="625" y="1070"/>
                  </a:lnTo>
                  <a:lnTo>
                    <a:pt x="625" y="1070"/>
                  </a:lnTo>
                  <a:lnTo>
                    <a:pt x="625" y="1072"/>
                  </a:lnTo>
                  <a:lnTo>
                    <a:pt x="625" y="1072"/>
                  </a:lnTo>
                  <a:lnTo>
                    <a:pt x="627" y="1074"/>
                  </a:lnTo>
                  <a:lnTo>
                    <a:pt x="627" y="1074"/>
                  </a:lnTo>
                  <a:lnTo>
                    <a:pt x="627" y="1076"/>
                  </a:lnTo>
                  <a:lnTo>
                    <a:pt x="629" y="1078"/>
                  </a:lnTo>
                  <a:lnTo>
                    <a:pt x="629" y="1080"/>
                  </a:lnTo>
                  <a:lnTo>
                    <a:pt x="629" y="1080"/>
                  </a:lnTo>
                  <a:lnTo>
                    <a:pt x="627" y="1082"/>
                  </a:lnTo>
                  <a:lnTo>
                    <a:pt x="625" y="1084"/>
                  </a:lnTo>
                  <a:lnTo>
                    <a:pt x="625" y="1085"/>
                  </a:lnTo>
                  <a:lnTo>
                    <a:pt x="625" y="1085"/>
                  </a:lnTo>
                  <a:lnTo>
                    <a:pt x="625" y="1087"/>
                  </a:lnTo>
                  <a:lnTo>
                    <a:pt x="625" y="1087"/>
                  </a:lnTo>
                  <a:lnTo>
                    <a:pt x="625" y="1087"/>
                  </a:lnTo>
                  <a:lnTo>
                    <a:pt x="625" y="1089"/>
                  </a:lnTo>
                  <a:lnTo>
                    <a:pt x="625" y="1091"/>
                  </a:lnTo>
                  <a:lnTo>
                    <a:pt x="625" y="1091"/>
                  </a:lnTo>
                  <a:lnTo>
                    <a:pt x="623" y="1091"/>
                  </a:lnTo>
                  <a:lnTo>
                    <a:pt x="623" y="1093"/>
                  </a:lnTo>
                  <a:lnTo>
                    <a:pt x="617" y="1105"/>
                  </a:lnTo>
                  <a:lnTo>
                    <a:pt x="617" y="1105"/>
                  </a:lnTo>
                  <a:lnTo>
                    <a:pt x="617" y="1107"/>
                  </a:lnTo>
                  <a:lnTo>
                    <a:pt x="617" y="1107"/>
                  </a:lnTo>
                  <a:lnTo>
                    <a:pt x="617" y="1109"/>
                  </a:lnTo>
                  <a:lnTo>
                    <a:pt x="616" y="1113"/>
                  </a:lnTo>
                  <a:lnTo>
                    <a:pt x="616" y="1115"/>
                  </a:lnTo>
                  <a:lnTo>
                    <a:pt x="614" y="1121"/>
                  </a:lnTo>
                  <a:lnTo>
                    <a:pt x="612" y="1125"/>
                  </a:lnTo>
                  <a:lnTo>
                    <a:pt x="612" y="1125"/>
                  </a:lnTo>
                  <a:lnTo>
                    <a:pt x="612" y="1125"/>
                  </a:lnTo>
                  <a:lnTo>
                    <a:pt x="610" y="1129"/>
                  </a:lnTo>
                  <a:lnTo>
                    <a:pt x="608" y="1131"/>
                  </a:lnTo>
                  <a:lnTo>
                    <a:pt x="606" y="1140"/>
                  </a:lnTo>
                  <a:lnTo>
                    <a:pt x="606" y="1142"/>
                  </a:lnTo>
                  <a:lnTo>
                    <a:pt x="606" y="1144"/>
                  </a:lnTo>
                  <a:lnTo>
                    <a:pt x="606" y="1146"/>
                  </a:lnTo>
                  <a:lnTo>
                    <a:pt x="606" y="1148"/>
                  </a:lnTo>
                  <a:lnTo>
                    <a:pt x="606" y="1148"/>
                  </a:lnTo>
                  <a:lnTo>
                    <a:pt x="606" y="1150"/>
                  </a:lnTo>
                  <a:lnTo>
                    <a:pt x="606" y="1150"/>
                  </a:lnTo>
                  <a:lnTo>
                    <a:pt x="606" y="1152"/>
                  </a:lnTo>
                  <a:lnTo>
                    <a:pt x="606" y="1152"/>
                  </a:lnTo>
                  <a:lnTo>
                    <a:pt x="606" y="1154"/>
                  </a:lnTo>
                  <a:lnTo>
                    <a:pt x="606" y="1156"/>
                  </a:lnTo>
                  <a:lnTo>
                    <a:pt x="606" y="1156"/>
                  </a:lnTo>
                  <a:lnTo>
                    <a:pt x="604" y="1158"/>
                  </a:lnTo>
                  <a:lnTo>
                    <a:pt x="604" y="1162"/>
                  </a:lnTo>
                  <a:lnTo>
                    <a:pt x="604" y="1162"/>
                  </a:lnTo>
                  <a:lnTo>
                    <a:pt x="604" y="1164"/>
                  </a:lnTo>
                  <a:lnTo>
                    <a:pt x="604" y="1166"/>
                  </a:lnTo>
                  <a:lnTo>
                    <a:pt x="604" y="1168"/>
                  </a:lnTo>
                  <a:lnTo>
                    <a:pt x="606" y="1168"/>
                  </a:lnTo>
                  <a:lnTo>
                    <a:pt x="606" y="1170"/>
                  </a:lnTo>
                  <a:lnTo>
                    <a:pt x="606" y="1172"/>
                  </a:lnTo>
                  <a:lnTo>
                    <a:pt x="606" y="1172"/>
                  </a:lnTo>
                  <a:lnTo>
                    <a:pt x="606" y="1172"/>
                  </a:lnTo>
                  <a:lnTo>
                    <a:pt x="604" y="1174"/>
                  </a:lnTo>
                  <a:lnTo>
                    <a:pt x="602" y="1174"/>
                  </a:lnTo>
                  <a:lnTo>
                    <a:pt x="602" y="1172"/>
                  </a:lnTo>
                  <a:lnTo>
                    <a:pt x="602" y="1172"/>
                  </a:lnTo>
                  <a:lnTo>
                    <a:pt x="598" y="1170"/>
                  </a:lnTo>
                  <a:lnTo>
                    <a:pt x="596" y="1170"/>
                  </a:lnTo>
                  <a:lnTo>
                    <a:pt x="596" y="1170"/>
                  </a:lnTo>
                  <a:lnTo>
                    <a:pt x="596" y="1170"/>
                  </a:lnTo>
                  <a:lnTo>
                    <a:pt x="594" y="1170"/>
                  </a:lnTo>
                  <a:lnTo>
                    <a:pt x="592" y="1172"/>
                  </a:lnTo>
                  <a:lnTo>
                    <a:pt x="592" y="1172"/>
                  </a:lnTo>
                  <a:lnTo>
                    <a:pt x="592" y="1174"/>
                  </a:lnTo>
                  <a:lnTo>
                    <a:pt x="592" y="1174"/>
                  </a:lnTo>
                  <a:lnTo>
                    <a:pt x="592" y="1174"/>
                  </a:lnTo>
                  <a:lnTo>
                    <a:pt x="590" y="1174"/>
                  </a:lnTo>
                  <a:lnTo>
                    <a:pt x="590" y="1174"/>
                  </a:lnTo>
                  <a:lnTo>
                    <a:pt x="586" y="1176"/>
                  </a:lnTo>
                  <a:lnTo>
                    <a:pt x="584" y="1176"/>
                  </a:lnTo>
                  <a:lnTo>
                    <a:pt x="584" y="1176"/>
                  </a:lnTo>
                  <a:lnTo>
                    <a:pt x="584" y="1174"/>
                  </a:lnTo>
                  <a:lnTo>
                    <a:pt x="584" y="1174"/>
                  </a:lnTo>
                  <a:lnTo>
                    <a:pt x="584" y="1174"/>
                  </a:lnTo>
                  <a:lnTo>
                    <a:pt x="584" y="1174"/>
                  </a:lnTo>
                  <a:lnTo>
                    <a:pt x="582" y="1174"/>
                  </a:lnTo>
                  <a:lnTo>
                    <a:pt x="582" y="1176"/>
                  </a:lnTo>
                  <a:lnTo>
                    <a:pt x="582" y="1176"/>
                  </a:lnTo>
                  <a:lnTo>
                    <a:pt x="580" y="1174"/>
                  </a:lnTo>
                  <a:lnTo>
                    <a:pt x="580" y="1174"/>
                  </a:lnTo>
                  <a:lnTo>
                    <a:pt x="582" y="1174"/>
                  </a:lnTo>
                  <a:lnTo>
                    <a:pt x="584" y="1172"/>
                  </a:lnTo>
                  <a:lnTo>
                    <a:pt x="584" y="1172"/>
                  </a:lnTo>
                  <a:lnTo>
                    <a:pt x="584" y="1170"/>
                  </a:lnTo>
                  <a:lnTo>
                    <a:pt x="582" y="1170"/>
                  </a:lnTo>
                  <a:lnTo>
                    <a:pt x="582" y="1170"/>
                  </a:lnTo>
                  <a:lnTo>
                    <a:pt x="582" y="1170"/>
                  </a:lnTo>
                  <a:lnTo>
                    <a:pt x="582" y="1170"/>
                  </a:lnTo>
                  <a:lnTo>
                    <a:pt x="582" y="1166"/>
                  </a:lnTo>
                  <a:lnTo>
                    <a:pt x="582" y="1166"/>
                  </a:lnTo>
                  <a:lnTo>
                    <a:pt x="582" y="1164"/>
                  </a:lnTo>
                  <a:lnTo>
                    <a:pt x="582" y="1164"/>
                  </a:lnTo>
                  <a:lnTo>
                    <a:pt x="580" y="1164"/>
                  </a:lnTo>
                  <a:lnTo>
                    <a:pt x="580" y="1164"/>
                  </a:lnTo>
                  <a:lnTo>
                    <a:pt x="580" y="1164"/>
                  </a:lnTo>
                  <a:lnTo>
                    <a:pt x="578" y="1164"/>
                  </a:lnTo>
                  <a:lnTo>
                    <a:pt x="578" y="1164"/>
                  </a:lnTo>
                  <a:lnTo>
                    <a:pt x="576" y="1164"/>
                  </a:lnTo>
                  <a:lnTo>
                    <a:pt x="576" y="1164"/>
                  </a:lnTo>
                  <a:lnTo>
                    <a:pt x="576" y="1164"/>
                  </a:lnTo>
                  <a:lnTo>
                    <a:pt x="574" y="1164"/>
                  </a:lnTo>
                  <a:lnTo>
                    <a:pt x="574" y="1164"/>
                  </a:lnTo>
                  <a:lnTo>
                    <a:pt x="574" y="1162"/>
                  </a:lnTo>
                  <a:lnTo>
                    <a:pt x="574" y="1162"/>
                  </a:lnTo>
                  <a:lnTo>
                    <a:pt x="574" y="1160"/>
                  </a:lnTo>
                  <a:lnTo>
                    <a:pt x="576" y="1160"/>
                  </a:lnTo>
                  <a:lnTo>
                    <a:pt x="576" y="1160"/>
                  </a:lnTo>
                  <a:lnTo>
                    <a:pt x="576" y="1158"/>
                  </a:lnTo>
                  <a:lnTo>
                    <a:pt x="576" y="1158"/>
                  </a:lnTo>
                  <a:lnTo>
                    <a:pt x="576" y="1158"/>
                  </a:lnTo>
                  <a:lnTo>
                    <a:pt x="578" y="1156"/>
                  </a:lnTo>
                  <a:lnTo>
                    <a:pt x="578" y="1156"/>
                  </a:lnTo>
                  <a:lnTo>
                    <a:pt x="580" y="1156"/>
                  </a:lnTo>
                  <a:lnTo>
                    <a:pt x="580" y="1154"/>
                  </a:lnTo>
                  <a:lnTo>
                    <a:pt x="582" y="1154"/>
                  </a:lnTo>
                  <a:lnTo>
                    <a:pt x="582" y="1154"/>
                  </a:lnTo>
                  <a:lnTo>
                    <a:pt x="582" y="1154"/>
                  </a:lnTo>
                  <a:lnTo>
                    <a:pt x="582" y="1152"/>
                  </a:lnTo>
                  <a:lnTo>
                    <a:pt x="582" y="1152"/>
                  </a:lnTo>
                  <a:lnTo>
                    <a:pt x="582" y="1150"/>
                  </a:lnTo>
                  <a:lnTo>
                    <a:pt x="584" y="1150"/>
                  </a:lnTo>
                  <a:lnTo>
                    <a:pt x="586" y="1150"/>
                  </a:lnTo>
                  <a:lnTo>
                    <a:pt x="586" y="1150"/>
                  </a:lnTo>
                  <a:lnTo>
                    <a:pt x="586" y="1150"/>
                  </a:lnTo>
                  <a:lnTo>
                    <a:pt x="586" y="1150"/>
                  </a:lnTo>
                  <a:lnTo>
                    <a:pt x="586" y="1148"/>
                  </a:lnTo>
                  <a:lnTo>
                    <a:pt x="584" y="1148"/>
                  </a:lnTo>
                  <a:lnTo>
                    <a:pt x="584" y="1148"/>
                  </a:lnTo>
                  <a:lnTo>
                    <a:pt x="584" y="1148"/>
                  </a:lnTo>
                  <a:lnTo>
                    <a:pt x="584" y="1148"/>
                  </a:lnTo>
                  <a:lnTo>
                    <a:pt x="584" y="1146"/>
                  </a:lnTo>
                  <a:lnTo>
                    <a:pt x="584" y="1146"/>
                  </a:lnTo>
                  <a:lnTo>
                    <a:pt x="584" y="1146"/>
                  </a:lnTo>
                  <a:lnTo>
                    <a:pt x="584" y="1146"/>
                  </a:lnTo>
                  <a:lnTo>
                    <a:pt x="584" y="1144"/>
                  </a:lnTo>
                  <a:lnTo>
                    <a:pt x="584" y="1144"/>
                  </a:lnTo>
                  <a:lnTo>
                    <a:pt x="584" y="1144"/>
                  </a:lnTo>
                  <a:lnTo>
                    <a:pt x="582" y="1144"/>
                  </a:lnTo>
                  <a:lnTo>
                    <a:pt x="582" y="1144"/>
                  </a:lnTo>
                  <a:lnTo>
                    <a:pt x="582" y="1144"/>
                  </a:lnTo>
                  <a:lnTo>
                    <a:pt x="582" y="1144"/>
                  </a:lnTo>
                  <a:lnTo>
                    <a:pt x="582" y="1144"/>
                  </a:lnTo>
                  <a:lnTo>
                    <a:pt x="580" y="1144"/>
                  </a:lnTo>
                  <a:lnTo>
                    <a:pt x="576" y="1140"/>
                  </a:lnTo>
                  <a:lnTo>
                    <a:pt x="576" y="1140"/>
                  </a:lnTo>
                  <a:lnTo>
                    <a:pt x="574" y="1140"/>
                  </a:lnTo>
                  <a:lnTo>
                    <a:pt x="574" y="1140"/>
                  </a:lnTo>
                  <a:lnTo>
                    <a:pt x="574" y="1139"/>
                  </a:lnTo>
                  <a:lnTo>
                    <a:pt x="572" y="1139"/>
                  </a:lnTo>
                  <a:lnTo>
                    <a:pt x="572" y="1139"/>
                  </a:lnTo>
                  <a:lnTo>
                    <a:pt x="570" y="1139"/>
                  </a:lnTo>
                  <a:lnTo>
                    <a:pt x="570" y="1139"/>
                  </a:lnTo>
                  <a:lnTo>
                    <a:pt x="570" y="1139"/>
                  </a:lnTo>
                  <a:lnTo>
                    <a:pt x="568" y="1139"/>
                  </a:lnTo>
                  <a:lnTo>
                    <a:pt x="568" y="1139"/>
                  </a:lnTo>
                  <a:lnTo>
                    <a:pt x="568" y="1137"/>
                  </a:lnTo>
                  <a:lnTo>
                    <a:pt x="568" y="1137"/>
                  </a:lnTo>
                  <a:lnTo>
                    <a:pt x="568" y="1137"/>
                  </a:lnTo>
                  <a:lnTo>
                    <a:pt x="568" y="1135"/>
                  </a:lnTo>
                  <a:lnTo>
                    <a:pt x="568" y="1133"/>
                  </a:lnTo>
                  <a:lnTo>
                    <a:pt x="568" y="1133"/>
                  </a:lnTo>
                  <a:lnTo>
                    <a:pt x="568" y="1131"/>
                  </a:lnTo>
                  <a:lnTo>
                    <a:pt x="568" y="1131"/>
                  </a:lnTo>
                  <a:lnTo>
                    <a:pt x="568" y="1131"/>
                  </a:lnTo>
                  <a:lnTo>
                    <a:pt x="568" y="1131"/>
                  </a:lnTo>
                  <a:lnTo>
                    <a:pt x="568" y="1131"/>
                  </a:lnTo>
                  <a:lnTo>
                    <a:pt x="568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0" y="1129"/>
                  </a:lnTo>
                  <a:lnTo>
                    <a:pt x="572" y="1127"/>
                  </a:lnTo>
                  <a:lnTo>
                    <a:pt x="572" y="1127"/>
                  </a:lnTo>
                  <a:lnTo>
                    <a:pt x="572" y="1127"/>
                  </a:lnTo>
                  <a:lnTo>
                    <a:pt x="570" y="1127"/>
                  </a:lnTo>
                  <a:lnTo>
                    <a:pt x="570" y="1127"/>
                  </a:lnTo>
                  <a:lnTo>
                    <a:pt x="570" y="1125"/>
                  </a:lnTo>
                  <a:lnTo>
                    <a:pt x="570" y="1125"/>
                  </a:lnTo>
                  <a:lnTo>
                    <a:pt x="570" y="1125"/>
                  </a:lnTo>
                  <a:lnTo>
                    <a:pt x="570" y="1125"/>
                  </a:lnTo>
                  <a:lnTo>
                    <a:pt x="568" y="1123"/>
                  </a:lnTo>
                  <a:lnTo>
                    <a:pt x="568" y="1123"/>
                  </a:lnTo>
                  <a:lnTo>
                    <a:pt x="568" y="1123"/>
                  </a:lnTo>
                  <a:lnTo>
                    <a:pt x="568" y="1123"/>
                  </a:lnTo>
                  <a:lnTo>
                    <a:pt x="568" y="1125"/>
                  </a:lnTo>
                  <a:lnTo>
                    <a:pt x="568" y="1125"/>
                  </a:lnTo>
                  <a:lnTo>
                    <a:pt x="568" y="1125"/>
                  </a:lnTo>
                  <a:lnTo>
                    <a:pt x="566" y="1125"/>
                  </a:lnTo>
                  <a:lnTo>
                    <a:pt x="566" y="1125"/>
                  </a:lnTo>
                  <a:lnTo>
                    <a:pt x="566" y="1125"/>
                  </a:lnTo>
                  <a:lnTo>
                    <a:pt x="566" y="1127"/>
                  </a:lnTo>
                  <a:lnTo>
                    <a:pt x="565" y="1127"/>
                  </a:lnTo>
                  <a:lnTo>
                    <a:pt x="565" y="1127"/>
                  </a:lnTo>
                  <a:lnTo>
                    <a:pt x="563" y="1127"/>
                  </a:lnTo>
                  <a:lnTo>
                    <a:pt x="563" y="1127"/>
                  </a:lnTo>
                  <a:lnTo>
                    <a:pt x="563" y="1127"/>
                  </a:lnTo>
                  <a:lnTo>
                    <a:pt x="563" y="1127"/>
                  </a:lnTo>
                  <a:lnTo>
                    <a:pt x="561" y="1127"/>
                  </a:lnTo>
                  <a:lnTo>
                    <a:pt x="561" y="1127"/>
                  </a:lnTo>
                  <a:lnTo>
                    <a:pt x="561" y="1125"/>
                  </a:lnTo>
                  <a:lnTo>
                    <a:pt x="561" y="1125"/>
                  </a:lnTo>
                  <a:lnTo>
                    <a:pt x="561" y="1125"/>
                  </a:lnTo>
                  <a:lnTo>
                    <a:pt x="561" y="1125"/>
                  </a:lnTo>
                  <a:lnTo>
                    <a:pt x="561" y="1125"/>
                  </a:lnTo>
                  <a:lnTo>
                    <a:pt x="561" y="1123"/>
                  </a:lnTo>
                  <a:lnTo>
                    <a:pt x="561" y="1123"/>
                  </a:lnTo>
                  <a:lnTo>
                    <a:pt x="561" y="1123"/>
                  </a:lnTo>
                  <a:lnTo>
                    <a:pt x="561" y="1123"/>
                  </a:lnTo>
                  <a:lnTo>
                    <a:pt x="559" y="1121"/>
                  </a:lnTo>
                  <a:lnTo>
                    <a:pt x="559" y="1121"/>
                  </a:lnTo>
                  <a:lnTo>
                    <a:pt x="559" y="1123"/>
                  </a:lnTo>
                  <a:lnTo>
                    <a:pt x="559" y="1123"/>
                  </a:lnTo>
                  <a:lnTo>
                    <a:pt x="559" y="1121"/>
                  </a:lnTo>
                  <a:lnTo>
                    <a:pt x="557" y="1121"/>
                  </a:lnTo>
                  <a:lnTo>
                    <a:pt x="557" y="1121"/>
                  </a:lnTo>
                  <a:lnTo>
                    <a:pt x="557" y="1121"/>
                  </a:lnTo>
                  <a:lnTo>
                    <a:pt x="557" y="1121"/>
                  </a:lnTo>
                  <a:lnTo>
                    <a:pt x="557" y="1121"/>
                  </a:lnTo>
                  <a:lnTo>
                    <a:pt x="557" y="1119"/>
                  </a:lnTo>
                  <a:lnTo>
                    <a:pt x="557" y="1119"/>
                  </a:lnTo>
                  <a:lnTo>
                    <a:pt x="557" y="1117"/>
                  </a:lnTo>
                  <a:lnTo>
                    <a:pt x="557" y="1117"/>
                  </a:lnTo>
                  <a:lnTo>
                    <a:pt x="557" y="1117"/>
                  </a:lnTo>
                  <a:lnTo>
                    <a:pt x="557" y="1117"/>
                  </a:lnTo>
                  <a:lnTo>
                    <a:pt x="557" y="1117"/>
                  </a:lnTo>
                  <a:lnTo>
                    <a:pt x="557" y="1115"/>
                  </a:lnTo>
                  <a:lnTo>
                    <a:pt x="555" y="1115"/>
                  </a:lnTo>
                  <a:lnTo>
                    <a:pt x="555" y="1115"/>
                  </a:lnTo>
                  <a:lnTo>
                    <a:pt x="555" y="1115"/>
                  </a:lnTo>
                  <a:lnTo>
                    <a:pt x="555" y="1115"/>
                  </a:lnTo>
                  <a:lnTo>
                    <a:pt x="555" y="1113"/>
                  </a:lnTo>
                  <a:lnTo>
                    <a:pt x="555" y="1113"/>
                  </a:lnTo>
                  <a:lnTo>
                    <a:pt x="555" y="1113"/>
                  </a:lnTo>
                  <a:lnTo>
                    <a:pt x="553" y="1113"/>
                  </a:lnTo>
                  <a:lnTo>
                    <a:pt x="553" y="1113"/>
                  </a:lnTo>
                  <a:lnTo>
                    <a:pt x="553" y="1113"/>
                  </a:lnTo>
                  <a:lnTo>
                    <a:pt x="551" y="1113"/>
                  </a:lnTo>
                  <a:lnTo>
                    <a:pt x="551" y="1113"/>
                  </a:lnTo>
                  <a:lnTo>
                    <a:pt x="551" y="1113"/>
                  </a:lnTo>
                  <a:lnTo>
                    <a:pt x="551" y="1113"/>
                  </a:lnTo>
                  <a:lnTo>
                    <a:pt x="551" y="1113"/>
                  </a:lnTo>
                  <a:lnTo>
                    <a:pt x="551" y="1113"/>
                  </a:lnTo>
                  <a:lnTo>
                    <a:pt x="549" y="1113"/>
                  </a:lnTo>
                  <a:lnTo>
                    <a:pt x="547" y="1113"/>
                  </a:lnTo>
                  <a:lnTo>
                    <a:pt x="547" y="1113"/>
                  </a:lnTo>
                  <a:lnTo>
                    <a:pt x="547" y="1113"/>
                  </a:lnTo>
                  <a:lnTo>
                    <a:pt x="545" y="1113"/>
                  </a:lnTo>
                  <a:lnTo>
                    <a:pt x="545" y="1113"/>
                  </a:lnTo>
                  <a:lnTo>
                    <a:pt x="545" y="1113"/>
                  </a:lnTo>
                  <a:lnTo>
                    <a:pt x="543" y="1115"/>
                  </a:lnTo>
                  <a:lnTo>
                    <a:pt x="543" y="1117"/>
                  </a:lnTo>
                  <a:lnTo>
                    <a:pt x="543" y="1117"/>
                  </a:lnTo>
                  <a:lnTo>
                    <a:pt x="543" y="1117"/>
                  </a:lnTo>
                  <a:lnTo>
                    <a:pt x="541" y="1117"/>
                  </a:lnTo>
                  <a:lnTo>
                    <a:pt x="541" y="1119"/>
                  </a:lnTo>
                  <a:lnTo>
                    <a:pt x="541" y="1119"/>
                  </a:lnTo>
                  <a:lnTo>
                    <a:pt x="541" y="1121"/>
                  </a:lnTo>
                  <a:lnTo>
                    <a:pt x="541" y="1121"/>
                  </a:lnTo>
                  <a:lnTo>
                    <a:pt x="541" y="1121"/>
                  </a:lnTo>
                  <a:lnTo>
                    <a:pt x="541" y="1121"/>
                  </a:lnTo>
                  <a:lnTo>
                    <a:pt x="541" y="1123"/>
                  </a:lnTo>
                  <a:lnTo>
                    <a:pt x="543" y="1123"/>
                  </a:lnTo>
                  <a:lnTo>
                    <a:pt x="543" y="1123"/>
                  </a:lnTo>
                  <a:lnTo>
                    <a:pt x="541" y="1125"/>
                  </a:lnTo>
                  <a:lnTo>
                    <a:pt x="541" y="1125"/>
                  </a:lnTo>
                  <a:lnTo>
                    <a:pt x="539" y="1127"/>
                  </a:lnTo>
                  <a:lnTo>
                    <a:pt x="537" y="1129"/>
                  </a:lnTo>
                  <a:lnTo>
                    <a:pt x="535" y="1129"/>
                  </a:lnTo>
                  <a:lnTo>
                    <a:pt x="535" y="1129"/>
                  </a:lnTo>
                  <a:lnTo>
                    <a:pt x="535" y="1129"/>
                  </a:lnTo>
                  <a:lnTo>
                    <a:pt x="533" y="1131"/>
                  </a:lnTo>
                  <a:lnTo>
                    <a:pt x="533" y="1133"/>
                  </a:lnTo>
                  <a:lnTo>
                    <a:pt x="533" y="1133"/>
                  </a:lnTo>
                  <a:lnTo>
                    <a:pt x="533" y="1133"/>
                  </a:lnTo>
                  <a:lnTo>
                    <a:pt x="533" y="1133"/>
                  </a:lnTo>
                  <a:lnTo>
                    <a:pt x="533" y="1135"/>
                  </a:lnTo>
                  <a:lnTo>
                    <a:pt x="531" y="1137"/>
                  </a:lnTo>
                  <a:lnTo>
                    <a:pt x="529" y="1139"/>
                  </a:lnTo>
                  <a:lnTo>
                    <a:pt x="529" y="1139"/>
                  </a:lnTo>
                  <a:lnTo>
                    <a:pt x="527" y="1139"/>
                  </a:lnTo>
                  <a:lnTo>
                    <a:pt x="527" y="1139"/>
                  </a:lnTo>
                  <a:lnTo>
                    <a:pt x="527" y="1139"/>
                  </a:lnTo>
                  <a:lnTo>
                    <a:pt x="525" y="1140"/>
                  </a:lnTo>
                  <a:lnTo>
                    <a:pt x="523" y="1140"/>
                  </a:lnTo>
                  <a:lnTo>
                    <a:pt x="523" y="1139"/>
                  </a:lnTo>
                  <a:lnTo>
                    <a:pt x="521" y="1139"/>
                  </a:lnTo>
                  <a:lnTo>
                    <a:pt x="519" y="1140"/>
                  </a:lnTo>
                  <a:lnTo>
                    <a:pt x="517" y="1140"/>
                  </a:lnTo>
                  <a:lnTo>
                    <a:pt x="517" y="1142"/>
                  </a:lnTo>
                  <a:lnTo>
                    <a:pt x="516" y="1142"/>
                  </a:lnTo>
                  <a:lnTo>
                    <a:pt x="516" y="1144"/>
                  </a:lnTo>
                  <a:lnTo>
                    <a:pt x="516" y="1144"/>
                  </a:lnTo>
                  <a:lnTo>
                    <a:pt x="512" y="1144"/>
                  </a:lnTo>
                  <a:lnTo>
                    <a:pt x="512" y="1146"/>
                  </a:lnTo>
                  <a:lnTo>
                    <a:pt x="512" y="1146"/>
                  </a:lnTo>
                  <a:lnTo>
                    <a:pt x="512" y="1146"/>
                  </a:lnTo>
                  <a:lnTo>
                    <a:pt x="512" y="1146"/>
                  </a:lnTo>
                  <a:lnTo>
                    <a:pt x="512" y="1148"/>
                  </a:lnTo>
                  <a:lnTo>
                    <a:pt x="510" y="1150"/>
                  </a:lnTo>
                  <a:lnTo>
                    <a:pt x="510" y="1150"/>
                  </a:lnTo>
                  <a:lnTo>
                    <a:pt x="510" y="1150"/>
                  </a:lnTo>
                  <a:lnTo>
                    <a:pt x="510" y="1152"/>
                  </a:lnTo>
                  <a:lnTo>
                    <a:pt x="510" y="1154"/>
                  </a:lnTo>
                  <a:lnTo>
                    <a:pt x="510" y="1154"/>
                  </a:lnTo>
                  <a:lnTo>
                    <a:pt x="510" y="1156"/>
                  </a:lnTo>
                  <a:lnTo>
                    <a:pt x="510" y="1156"/>
                  </a:lnTo>
                  <a:lnTo>
                    <a:pt x="510" y="1156"/>
                  </a:lnTo>
                  <a:lnTo>
                    <a:pt x="510" y="1156"/>
                  </a:lnTo>
                  <a:lnTo>
                    <a:pt x="510" y="1156"/>
                  </a:lnTo>
                  <a:lnTo>
                    <a:pt x="510" y="1158"/>
                  </a:lnTo>
                  <a:lnTo>
                    <a:pt x="510" y="1158"/>
                  </a:lnTo>
                  <a:lnTo>
                    <a:pt x="514" y="1158"/>
                  </a:lnTo>
                  <a:lnTo>
                    <a:pt x="514" y="1158"/>
                  </a:lnTo>
                  <a:lnTo>
                    <a:pt x="516" y="1158"/>
                  </a:lnTo>
                  <a:lnTo>
                    <a:pt x="516" y="1158"/>
                  </a:lnTo>
                  <a:lnTo>
                    <a:pt x="516" y="1160"/>
                  </a:lnTo>
                  <a:lnTo>
                    <a:pt x="516" y="1160"/>
                  </a:lnTo>
                  <a:lnTo>
                    <a:pt x="516" y="1160"/>
                  </a:lnTo>
                  <a:lnTo>
                    <a:pt x="516" y="1160"/>
                  </a:lnTo>
                  <a:lnTo>
                    <a:pt x="516" y="1160"/>
                  </a:lnTo>
                  <a:lnTo>
                    <a:pt x="516" y="1160"/>
                  </a:lnTo>
                  <a:lnTo>
                    <a:pt x="517" y="1160"/>
                  </a:lnTo>
                  <a:lnTo>
                    <a:pt x="517" y="1160"/>
                  </a:lnTo>
                  <a:lnTo>
                    <a:pt x="519" y="1160"/>
                  </a:lnTo>
                  <a:lnTo>
                    <a:pt x="519" y="1160"/>
                  </a:lnTo>
                  <a:lnTo>
                    <a:pt x="521" y="1160"/>
                  </a:lnTo>
                  <a:lnTo>
                    <a:pt x="521" y="1160"/>
                  </a:lnTo>
                  <a:lnTo>
                    <a:pt x="523" y="1160"/>
                  </a:lnTo>
                  <a:lnTo>
                    <a:pt x="523" y="1162"/>
                  </a:lnTo>
                  <a:lnTo>
                    <a:pt x="525" y="1162"/>
                  </a:lnTo>
                  <a:lnTo>
                    <a:pt x="525" y="1162"/>
                  </a:lnTo>
                  <a:lnTo>
                    <a:pt x="525" y="1162"/>
                  </a:lnTo>
                  <a:lnTo>
                    <a:pt x="525" y="1162"/>
                  </a:lnTo>
                  <a:lnTo>
                    <a:pt x="527" y="1162"/>
                  </a:lnTo>
                  <a:lnTo>
                    <a:pt x="527" y="1162"/>
                  </a:lnTo>
                  <a:lnTo>
                    <a:pt x="527" y="1162"/>
                  </a:lnTo>
                  <a:lnTo>
                    <a:pt x="527" y="1164"/>
                  </a:lnTo>
                  <a:lnTo>
                    <a:pt x="527" y="1164"/>
                  </a:lnTo>
                  <a:lnTo>
                    <a:pt x="527" y="1164"/>
                  </a:lnTo>
                  <a:lnTo>
                    <a:pt x="527" y="1166"/>
                  </a:lnTo>
                  <a:lnTo>
                    <a:pt x="527" y="1166"/>
                  </a:lnTo>
                  <a:lnTo>
                    <a:pt x="527" y="1166"/>
                  </a:lnTo>
                  <a:lnTo>
                    <a:pt x="525" y="1166"/>
                  </a:lnTo>
                  <a:lnTo>
                    <a:pt x="525" y="1166"/>
                  </a:lnTo>
                  <a:lnTo>
                    <a:pt x="525" y="1166"/>
                  </a:lnTo>
                  <a:lnTo>
                    <a:pt x="523" y="1168"/>
                  </a:lnTo>
                  <a:lnTo>
                    <a:pt x="523" y="1168"/>
                  </a:lnTo>
                  <a:lnTo>
                    <a:pt x="523" y="1168"/>
                  </a:lnTo>
                  <a:lnTo>
                    <a:pt x="523" y="1168"/>
                  </a:lnTo>
                  <a:lnTo>
                    <a:pt x="523" y="1170"/>
                  </a:lnTo>
                  <a:lnTo>
                    <a:pt x="523" y="1170"/>
                  </a:lnTo>
                  <a:lnTo>
                    <a:pt x="523" y="1170"/>
                  </a:lnTo>
                  <a:lnTo>
                    <a:pt x="523" y="1170"/>
                  </a:lnTo>
                  <a:lnTo>
                    <a:pt x="523" y="1170"/>
                  </a:lnTo>
                  <a:lnTo>
                    <a:pt x="523" y="1170"/>
                  </a:lnTo>
                  <a:lnTo>
                    <a:pt x="521" y="1172"/>
                  </a:lnTo>
                  <a:lnTo>
                    <a:pt x="521" y="1172"/>
                  </a:lnTo>
                  <a:lnTo>
                    <a:pt x="521" y="1172"/>
                  </a:lnTo>
                  <a:lnTo>
                    <a:pt x="521" y="1174"/>
                  </a:lnTo>
                  <a:lnTo>
                    <a:pt x="521" y="1174"/>
                  </a:lnTo>
                  <a:lnTo>
                    <a:pt x="523" y="1174"/>
                  </a:lnTo>
                  <a:lnTo>
                    <a:pt x="523" y="1174"/>
                  </a:lnTo>
                  <a:lnTo>
                    <a:pt x="523" y="1174"/>
                  </a:lnTo>
                  <a:lnTo>
                    <a:pt x="527" y="1172"/>
                  </a:lnTo>
                  <a:lnTo>
                    <a:pt x="527" y="1172"/>
                  </a:lnTo>
                  <a:lnTo>
                    <a:pt x="529" y="1170"/>
                  </a:lnTo>
                  <a:lnTo>
                    <a:pt x="529" y="1170"/>
                  </a:lnTo>
                  <a:lnTo>
                    <a:pt x="531" y="1170"/>
                  </a:lnTo>
                  <a:lnTo>
                    <a:pt x="531" y="1172"/>
                  </a:lnTo>
                  <a:lnTo>
                    <a:pt x="531" y="1172"/>
                  </a:lnTo>
                  <a:lnTo>
                    <a:pt x="533" y="1172"/>
                  </a:lnTo>
                  <a:lnTo>
                    <a:pt x="535" y="1172"/>
                  </a:lnTo>
                  <a:lnTo>
                    <a:pt x="535" y="1172"/>
                  </a:lnTo>
                  <a:lnTo>
                    <a:pt x="535" y="1172"/>
                  </a:lnTo>
                  <a:lnTo>
                    <a:pt x="537" y="1172"/>
                  </a:lnTo>
                  <a:lnTo>
                    <a:pt x="537" y="1172"/>
                  </a:lnTo>
                  <a:lnTo>
                    <a:pt x="537" y="1172"/>
                  </a:lnTo>
                  <a:lnTo>
                    <a:pt x="541" y="1174"/>
                  </a:lnTo>
                  <a:lnTo>
                    <a:pt x="541" y="1174"/>
                  </a:lnTo>
                  <a:lnTo>
                    <a:pt x="541" y="1174"/>
                  </a:lnTo>
                  <a:lnTo>
                    <a:pt x="541" y="1172"/>
                  </a:lnTo>
                  <a:lnTo>
                    <a:pt x="541" y="1172"/>
                  </a:lnTo>
                  <a:lnTo>
                    <a:pt x="541" y="1172"/>
                  </a:lnTo>
                  <a:lnTo>
                    <a:pt x="543" y="1172"/>
                  </a:lnTo>
                  <a:lnTo>
                    <a:pt x="543" y="1172"/>
                  </a:lnTo>
                  <a:lnTo>
                    <a:pt x="543" y="1172"/>
                  </a:lnTo>
                  <a:lnTo>
                    <a:pt x="543" y="1172"/>
                  </a:lnTo>
                  <a:lnTo>
                    <a:pt x="545" y="1170"/>
                  </a:lnTo>
                  <a:lnTo>
                    <a:pt x="545" y="1170"/>
                  </a:lnTo>
                  <a:lnTo>
                    <a:pt x="545" y="1170"/>
                  </a:lnTo>
                  <a:lnTo>
                    <a:pt x="545" y="1170"/>
                  </a:lnTo>
                  <a:lnTo>
                    <a:pt x="545" y="1170"/>
                  </a:lnTo>
                  <a:lnTo>
                    <a:pt x="547" y="1170"/>
                  </a:lnTo>
                  <a:lnTo>
                    <a:pt x="547" y="1170"/>
                  </a:lnTo>
                  <a:lnTo>
                    <a:pt x="549" y="1170"/>
                  </a:lnTo>
                  <a:lnTo>
                    <a:pt x="551" y="1172"/>
                  </a:lnTo>
                  <a:lnTo>
                    <a:pt x="551" y="1172"/>
                  </a:lnTo>
                  <a:lnTo>
                    <a:pt x="551" y="1172"/>
                  </a:lnTo>
                  <a:lnTo>
                    <a:pt x="551" y="1172"/>
                  </a:lnTo>
                  <a:lnTo>
                    <a:pt x="551" y="1172"/>
                  </a:lnTo>
                  <a:lnTo>
                    <a:pt x="553" y="1170"/>
                  </a:lnTo>
                  <a:lnTo>
                    <a:pt x="553" y="1170"/>
                  </a:lnTo>
                  <a:lnTo>
                    <a:pt x="553" y="1170"/>
                  </a:lnTo>
                  <a:lnTo>
                    <a:pt x="553" y="1170"/>
                  </a:lnTo>
                  <a:lnTo>
                    <a:pt x="551" y="1176"/>
                  </a:lnTo>
                  <a:lnTo>
                    <a:pt x="551" y="1176"/>
                  </a:lnTo>
                  <a:lnTo>
                    <a:pt x="551" y="1176"/>
                  </a:lnTo>
                  <a:lnTo>
                    <a:pt x="551" y="1178"/>
                  </a:lnTo>
                  <a:lnTo>
                    <a:pt x="553" y="1178"/>
                  </a:lnTo>
                  <a:lnTo>
                    <a:pt x="553" y="1178"/>
                  </a:lnTo>
                  <a:lnTo>
                    <a:pt x="553" y="1178"/>
                  </a:lnTo>
                  <a:lnTo>
                    <a:pt x="553" y="1178"/>
                  </a:lnTo>
                  <a:lnTo>
                    <a:pt x="553" y="1178"/>
                  </a:lnTo>
                  <a:lnTo>
                    <a:pt x="553" y="1178"/>
                  </a:lnTo>
                  <a:lnTo>
                    <a:pt x="555" y="1176"/>
                  </a:lnTo>
                  <a:lnTo>
                    <a:pt x="555" y="1176"/>
                  </a:lnTo>
                  <a:lnTo>
                    <a:pt x="555" y="1176"/>
                  </a:lnTo>
                  <a:lnTo>
                    <a:pt x="555" y="1176"/>
                  </a:lnTo>
                  <a:lnTo>
                    <a:pt x="557" y="1176"/>
                  </a:lnTo>
                  <a:lnTo>
                    <a:pt x="557" y="1176"/>
                  </a:lnTo>
                  <a:lnTo>
                    <a:pt x="557" y="1176"/>
                  </a:lnTo>
                  <a:lnTo>
                    <a:pt x="557" y="1178"/>
                  </a:lnTo>
                  <a:lnTo>
                    <a:pt x="559" y="1178"/>
                  </a:lnTo>
                  <a:lnTo>
                    <a:pt x="559" y="1180"/>
                  </a:lnTo>
                  <a:lnTo>
                    <a:pt x="559" y="1180"/>
                  </a:lnTo>
                  <a:lnTo>
                    <a:pt x="559" y="1180"/>
                  </a:lnTo>
                  <a:lnTo>
                    <a:pt x="559" y="1180"/>
                  </a:lnTo>
                  <a:lnTo>
                    <a:pt x="559" y="1182"/>
                  </a:lnTo>
                  <a:lnTo>
                    <a:pt x="559" y="1182"/>
                  </a:lnTo>
                  <a:lnTo>
                    <a:pt x="559" y="1182"/>
                  </a:lnTo>
                  <a:lnTo>
                    <a:pt x="559" y="1182"/>
                  </a:lnTo>
                  <a:lnTo>
                    <a:pt x="559" y="1182"/>
                  </a:lnTo>
                  <a:lnTo>
                    <a:pt x="557" y="1184"/>
                  </a:lnTo>
                  <a:lnTo>
                    <a:pt x="557" y="1184"/>
                  </a:lnTo>
                  <a:lnTo>
                    <a:pt x="557" y="1184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57" y="1188"/>
                  </a:lnTo>
                  <a:lnTo>
                    <a:pt x="557" y="1188"/>
                  </a:lnTo>
                  <a:lnTo>
                    <a:pt x="557" y="1188"/>
                  </a:lnTo>
                  <a:lnTo>
                    <a:pt x="555" y="1186"/>
                  </a:lnTo>
                  <a:lnTo>
                    <a:pt x="555" y="1186"/>
                  </a:lnTo>
                  <a:lnTo>
                    <a:pt x="555" y="1186"/>
                  </a:lnTo>
                  <a:lnTo>
                    <a:pt x="555" y="1188"/>
                  </a:lnTo>
                  <a:lnTo>
                    <a:pt x="555" y="1188"/>
                  </a:lnTo>
                  <a:lnTo>
                    <a:pt x="555" y="1188"/>
                  </a:lnTo>
                  <a:lnTo>
                    <a:pt x="555" y="1188"/>
                  </a:lnTo>
                  <a:lnTo>
                    <a:pt x="553" y="1188"/>
                  </a:lnTo>
                  <a:lnTo>
                    <a:pt x="553" y="1190"/>
                  </a:lnTo>
                  <a:lnTo>
                    <a:pt x="553" y="1190"/>
                  </a:lnTo>
                  <a:lnTo>
                    <a:pt x="553" y="1190"/>
                  </a:lnTo>
                  <a:lnTo>
                    <a:pt x="553" y="1190"/>
                  </a:lnTo>
                  <a:lnTo>
                    <a:pt x="553" y="1192"/>
                  </a:lnTo>
                  <a:lnTo>
                    <a:pt x="553" y="1192"/>
                  </a:lnTo>
                  <a:lnTo>
                    <a:pt x="553" y="1192"/>
                  </a:lnTo>
                  <a:lnTo>
                    <a:pt x="553" y="1193"/>
                  </a:lnTo>
                  <a:lnTo>
                    <a:pt x="553" y="1193"/>
                  </a:lnTo>
                  <a:lnTo>
                    <a:pt x="553" y="1193"/>
                  </a:lnTo>
                  <a:lnTo>
                    <a:pt x="553" y="1193"/>
                  </a:lnTo>
                  <a:lnTo>
                    <a:pt x="551" y="1195"/>
                  </a:lnTo>
                  <a:lnTo>
                    <a:pt x="551" y="1195"/>
                  </a:lnTo>
                  <a:lnTo>
                    <a:pt x="551" y="1195"/>
                  </a:lnTo>
                  <a:lnTo>
                    <a:pt x="551" y="1195"/>
                  </a:lnTo>
                  <a:lnTo>
                    <a:pt x="549" y="1197"/>
                  </a:lnTo>
                  <a:lnTo>
                    <a:pt x="549" y="1197"/>
                  </a:lnTo>
                  <a:lnTo>
                    <a:pt x="549" y="1197"/>
                  </a:lnTo>
                  <a:lnTo>
                    <a:pt x="549" y="1199"/>
                  </a:lnTo>
                  <a:lnTo>
                    <a:pt x="549" y="1199"/>
                  </a:lnTo>
                  <a:lnTo>
                    <a:pt x="549" y="1199"/>
                  </a:lnTo>
                  <a:lnTo>
                    <a:pt x="547" y="1199"/>
                  </a:lnTo>
                  <a:lnTo>
                    <a:pt x="547" y="1199"/>
                  </a:lnTo>
                  <a:lnTo>
                    <a:pt x="547" y="1197"/>
                  </a:lnTo>
                  <a:lnTo>
                    <a:pt x="547" y="1199"/>
                  </a:lnTo>
                  <a:lnTo>
                    <a:pt x="547" y="1199"/>
                  </a:lnTo>
                  <a:lnTo>
                    <a:pt x="545" y="1201"/>
                  </a:lnTo>
                  <a:lnTo>
                    <a:pt x="545" y="1201"/>
                  </a:lnTo>
                  <a:lnTo>
                    <a:pt x="545" y="1201"/>
                  </a:lnTo>
                  <a:lnTo>
                    <a:pt x="543" y="1203"/>
                  </a:lnTo>
                  <a:lnTo>
                    <a:pt x="543" y="1203"/>
                  </a:lnTo>
                  <a:lnTo>
                    <a:pt x="543" y="1203"/>
                  </a:lnTo>
                  <a:lnTo>
                    <a:pt x="543" y="1203"/>
                  </a:lnTo>
                  <a:lnTo>
                    <a:pt x="543" y="1205"/>
                  </a:lnTo>
                  <a:lnTo>
                    <a:pt x="543" y="1205"/>
                  </a:lnTo>
                  <a:lnTo>
                    <a:pt x="541" y="1207"/>
                  </a:lnTo>
                  <a:lnTo>
                    <a:pt x="541" y="1207"/>
                  </a:lnTo>
                  <a:lnTo>
                    <a:pt x="541" y="1209"/>
                  </a:lnTo>
                  <a:lnTo>
                    <a:pt x="539" y="1211"/>
                  </a:lnTo>
                  <a:lnTo>
                    <a:pt x="539" y="1211"/>
                  </a:lnTo>
                  <a:lnTo>
                    <a:pt x="539" y="1211"/>
                  </a:lnTo>
                  <a:lnTo>
                    <a:pt x="539" y="1211"/>
                  </a:lnTo>
                  <a:lnTo>
                    <a:pt x="539" y="1213"/>
                  </a:lnTo>
                  <a:lnTo>
                    <a:pt x="539" y="1213"/>
                  </a:lnTo>
                  <a:lnTo>
                    <a:pt x="539" y="1213"/>
                  </a:lnTo>
                  <a:lnTo>
                    <a:pt x="535" y="1215"/>
                  </a:lnTo>
                  <a:lnTo>
                    <a:pt x="535" y="1215"/>
                  </a:lnTo>
                  <a:lnTo>
                    <a:pt x="533" y="1215"/>
                  </a:lnTo>
                  <a:lnTo>
                    <a:pt x="533" y="1215"/>
                  </a:lnTo>
                  <a:lnTo>
                    <a:pt x="531" y="1215"/>
                  </a:lnTo>
                  <a:lnTo>
                    <a:pt x="531" y="1213"/>
                  </a:lnTo>
                  <a:lnTo>
                    <a:pt x="531" y="1213"/>
                  </a:lnTo>
                  <a:lnTo>
                    <a:pt x="531" y="1213"/>
                  </a:lnTo>
                  <a:lnTo>
                    <a:pt x="531" y="1213"/>
                  </a:lnTo>
                  <a:lnTo>
                    <a:pt x="531" y="1213"/>
                  </a:lnTo>
                  <a:lnTo>
                    <a:pt x="531" y="1213"/>
                  </a:lnTo>
                  <a:lnTo>
                    <a:pt x="529" y="1213"/>
                  </a:lnTo>
                  <a:lnTo>
                    <a:pt x="529" y="1213"/>
                  </a:lnTo>
                  <a:lnTo>
                    <a:pt x="529" y="1211"/>
                  </a:lnTo>
                  <a:lnTo>
                    <a:pt x="529" y="1211"/>
                  </a:lnTo>
                  <a:lnTo>
                    <a:pt x="527" y="1211"/>
                  </a:lnTo>
                  <a:lnTo>
                    <a:pt x="527" y="1211"/>
                  </a:lnTo>
                  <a:lnTo>
                    <a:pt x="527" y="1211"/>
                  </a:lnTo>
                  <a:lnTo>
                    <a:pt x="527" y="1211"/>
                  </a:lnTo>
                  <a:lnTo>
                    <a:pt x="527" y="1211"/>
                  </a:lnTo>
                  <a:lnTo>
                    <a:pt x="525" y="1213"/>
                  </a:lnTo>
                  <a:lnTo>
                    <a:pt x="525" y="1213"/>
                  </a:lnTo>
                  <a:lnTo>
                    <a:pt x="525" y="1213"/>
                  </a:lnTo>
                  <a:lnTo>
                    <a:pt x="525" y="1215"/>
                  </a:lnTo>
                  <a:lnTo>
                    <a:pt x="525" y="1213"/>
                  </a:lnTo>
                  <a:lnTo>
                    <a:pt x="525" y="1213"/>
                  </a:lnTo>
                  <a:lnTo>
                    <a:pt x="523" y="1213"/>
                  </a:lnTo>
                  <a:lnTo>
                    <a:pt x="523" y="1213"/>
                  </a:lnTo>
                  <a:lnTo>
                    <a:pt x="523" y="1213"/>
                  </a:lnTo>
                  <a:lnTo>
                    <a:pt x="521" y="1213"/>
                  </a:lnTo>
                  <a:lnTo>
                    <a:pt x="521" y="1213"/>
                  </a:lnTo>
                  <a:lnTo>
                    <a:pt x="519" y="1213"/>
                  </a:lnTo>
                  <a:lnTo>
                    <a:pt x="519" y="1213"/>
                  </a:lnTo>
                  <a:lnTo>
                    <a:pt x="517" y="1213"/>
                  </a:lnTo>
                  <a:lnTo>
                    <a:pt x="517" y="1213"/>
                  </a:lnTo>
                  <a:lnTo>
                    <a:pt x="517" y="1213"/>
                  </a:lnTo>
                  <a:lnTo>
                    <a:pt x="517" y="1213"/>
                  </a:lnTo>
                  <a:lnTo>
                    <a:pt x="517" y="1219"/>
                  </a:lnTo>
                  <a:lnTo>
                    <a:pt x="517" y="1219"/>
                  </a:lnTo>
                  <a:lnTo>
                    <a:pt x="517" y="1219"/>
                  </a:lnTo>
                  <a:lnTo>
                    <a:pt x="517" y="1221"/>
                  </a:lnTo>
                  <a:lnTo>
                    <a:pt x="517" y="1221"/>
                  </a:lnTo>
                  <a:lnTo>
                    <a:pt x="517" y="1223"/>
                  </a:lnTo>
                  <a:lnTo>
                    <a:pt x="517" y="1223"/>
                  </a:lnTo>
                  <a:lnTo>
                    <a:pt x="516" y="1225"/>
                  </a:lnTo>
                  <a:lnTo>
                    <a:pt x="516" y="1225"/>
                  </a:lnTo>
                  <a:lnTo>
                    <a:pt x="516" y="1225"/>
                  </a:lnTo>
                  <a:lnTo>
                    <a:pt x="516" y="1225"/>
                  </a:lnTo>
                  <a:lnTo>
                    <a:pt x="517" y="1225"/>
                  </a:lnTo>
                  <a:lnTo>
                    <a:pt x="517" y="1227"/>
                  </a:lnTo>
                  <a:lnTo>
                    <a:pt x="517" y="1227"/>
                  </a:lnTo>
                  <a:lnTo>
                    <a:pt x="517" y="1227"/>
                  </a:lnTo>
                  <a:lnTo>
                    <a:pt x="517" y="1229"/>
                  </a:lnTo>
                  <a:lnTo>
                    <a:pt x="517" y="1229"/>
                  </a:lnTo>
                  <a:lnTo>
                    <a:pt x="517" y="1231"/>
                  </a:lnTo>
                  <a:lnTo>
                    <a:pt x="517" y="1231"/>
                  </a:lnTo>
                  <a:lnTo>
                    <a:pt x="517" y="1231"/>
                  </a:lnTo>
                  <a:lnTo>
                    <a:pt x="517" y="1231"/>
                  </a:lnTo>
                  <a:lnTo>
                    <a:pt x="517" y="1231"/>
                  </a:lnTo>
                  <a:lnTo>
                    <a:pt x="517" y="1231"/>
                  </a:lnTo>
                  <a:lnTo>
                    <a:pt x="517" y="1233"/>
                  </a:lnTo>
                  <a:lnTo>
                    <a:pt x="519" y="1233"/>
                  </a:lnTo>
                  <a:lnTo>
                    <a:pt x="519" y="1233"/>
                  </a:lnTo>
                  <a:lnTo>
                    <a:pt x="521" y="1233"/>
                  </a:lnTo>
                  <a:lnTo>
                    <a:pt x="521" y="1233"/>
                  </a:lnTo>
                  <a:lnTo>
                    <a:pt x="521" y="1233"/>
                  </a:lnTo>
                  <a:lnTo>
                    <a:pt x="521" y="1233"/>
                  </a:lnTo>
                  <a:lnTo>
                    <a:pt x="521" y="1235"/>
                  </a:lnTo>
                  <a:lnTo>
                    <a:pt x="519" y="1235"/>
                  </a:lnTo>
                  <a:lnTo>
                    <a:pt x="519" y="1235"/>
                  </a:lnTo>
                  <a:lnTo>
                    <a:pt x="519" y="1237"/>
                  </a:lnTo>
                  <a:lnTo>
                    <a:pt x="519" y="1239"/>
                  </a:lnTo>
                  <a:lnTo>
                    <a:pt x="519" y="1239"/>
                  </a:lnTo>
                  <a:lnTo>
                    <a:pt x="519" y="1241"/>
                  </a:lnTo>
                  <a:lnTo>
                    <a:pt x="517" y="1241"/>
                  </a:lnTo>
                  <a:lnTo>
                    <a:pt x="517" y="1241"/>
                  </a:lnTo>
                  <a:lnTo>
                    <a:pt x="517" y="1241"/>
                  </a:lnTo>
                  <a:lnTo>
                    <a:pt x="517" y="1241"/>
                  </a:lnTo>
                  <a:lnTo>
                    <a:pt x="517" y="1241"/>
                  </a:lnTo>
                  <a:lnTo>
                    <a:pt x="516" y="1241"/>
                  </a:lnTo>
                  <a:lnTo>
                    <a:pt x="516" y="1241"/>
                  </a:lnTo>
                  <a:lnTo>
                    <a:pt x="516" y="1243"/>
                  </a:lnTo>
                  <a:lnTo>
                    <a:pt x="516" y="1243"/>
                  </a:lnTo>
                  <a:lnTo>
                    <a:pt x="516" y="1245"/>
                  </a:lnTo>
                  <a:lnTo>
                    <a:pt x="514" y="1247"/>
                  </a:lnTo>
                  <a:lnTo>
                    <a:pt x="514" y="1248"/>
                  </a:lnTo>
                  <a:lnTo>
                    <a:pt x="514" y="1248"/>
                  </a:lnTo>
                  <a:lnTo>
                    <a:pt x="514" y="1248"/>
                  </a:lnTo>
                  <a:lnTo>
                    <a:pt x="514" y="1248"/>
                  </a:lnTo>
                  <a:lnTo>
                    <a:pt x="514" y="1250"/>
                  </a:lnTo>
                  <a:lnTo>
                    <a:pt x="512" y="1252"/>
                  </a:lnTo>
                  <a:lnTo>
                    <a:pt x="510" y="1256"/>
                  </a:lnTo>
                  <a:lnTo>
                    <a:pt x="510" y="1256"/>
                  </a:lnTo>
                  <a:lnTo>
                    <a:pt x="508" y="1256"/>
                  </a:lnTo>
                  <a:lnTo>
                    <a:pt x="508" y="1256"/>
                  </a:lnTo>
                  <a:lnTo>
                    <a:pt x="508" y="1256"/>
                  </a:lnTo>
                  <a:lnTo>
                    <a:pt x="506" y="1256"/>
                  </a:lnTo>
                  <a:lnTo>
                    <a:pt x="506" y="1256"/>
                  </a:lnTo>
                  <a:lnTo>
                    <a:pt x="506" y="1256"/>
                  </a:lnTo>
                  <a:lnTo>
                    <a:pt x="506" y="1256"/>
                  </a:lnTo>
                  <a:lnTo>
                    <a:pt x="504" y="1256"/>
                  </a:lnTo>
                  <a:lnTo>
                    <a:pt x="504" y="1256"/>
                  </a:lnTo>
                  <a:lnTo>
                    <a:pt x="504" y="1256"/>
                  </a:lnTo>
                  <a:lnTo>
                    <a:pt x="504" y="1256"/>
                  </a:lnTo>
                  <a:lnTo>
                    <a:pt x="502" y="1256"/>
                  </a:lnTo>
                  <a:lnTo>
                    <a:pt x="502" y="1256"/>
                  </a:lnTo>
                  <a:lnTo>
                    <a:pt x="502" y="1256"/>
                  </a:lnTo>
                  <a:lnTo>
                    <a:pt x="502" y="1258"/>
                  </a:lnTo>
                  <a:lnTo>
                    <a:pt x="500" y="1258"/>
                  </a:lnTo>
                  <a:lnTo>
                    <a:pt x="500" y="1258"/>
                  </a:lnTo>
                  <a:lnTo>
                    <a:pt x="500" y="1258"/>
                  </a:lnTo>
                  <a:lnTo>
                    <a:pt x="500" y="1260"/>
                  </a:lnTo>
                  <a:lnTo>
                    <a:pt x="500" y="1260"/>
                  </a:lnTo>
                  <a:lnTo>
                    <a:pt x="500" y="1260"/>
                  </a:lnTo>
                  <a:lnTo>
                    <a:pt x="498" y="1262"/>
                  </a:lnTo>
                  <a:lnTo>
                    <a:pt x="494" y="1262"/>
                  </a:lnTo>
                  <a:lnTo>
                    <a:pt x="494" y="1262"/>
                  </a:lnTo>
                  <a:lnTo>
                    <a:pt x="492" y="1262"/>
                  </a:lnTo>
                  <a:lnTo>
                    <a:pt x="490" y="1262"/>
                  </a:lnTo>
                  <a:lnTo>
                    <a:pt x="488" y="1262"/>
                  </a:lnTo>
                  <a:lnTo>
                    <a:pt x="488" y="1262"/>
                  </a:lnTo>
                  <a:lnTo>
                    <a:pt x="488" y="1262"/>
                  </a:lnTo>
                  <a:lnTo>
                    <a:pt x="488" y="1262"/>
                  </a:lnTo>
                  <a:lnTo>
                    <a:pt x="486" y="1262"/>
                  </a:lnTo>
                  <a:lnTo>
                    <a:pt x="486" y="1262"/>
                  </a:lnTo>
                  <a:lnTo>
                    <a:pt x="486" y="1260"/>
                  </a:lnTo>
                  <a:lnTo>
                    <a:pt x="484" y="1260"/>
                  </a:lnTo>
                  <a:lnTo>
                    <a:pt x="482" y="1260"/>
                  </a:lnTo>
                  <a:lnTo>
                    <a:pt x="482" y="1260"/>
                  </a:lnTo>
                  <a:lnTo>
                    <a:pt x="482" y="1260"/>
                  </a:lnTo>
                  <a:lnTo>
                    <a:pt x="482" y="1262"/>
                  </a:lnTo>
                  <a:lnTo>
                    <a:pt x="482" y="1264"/>
                  </a:lnTo>
                  <a:lnTo>
                    <a:pt x="482" y="1264"/>
                  </a:lnTo>
                  <a:lnTo>
                    <a:pt x="480" y="1264"/>
                  </a:lnTo>
                  <a:lnTo>
                    <a:pt x="480" y="1266"/>
                  </a:lnTo>
                  <a:lnTo>
                    <a:pt x="478" y="1266"/>
                  </a:lnTo>
                  <a:lnTo>
                    <a:pt x="478" y="1266"/>
                  </a:lnTo>
                  <a:lnTo>
                    <a:pt x="478" y="1266"/>
                  </a:lnTo>
                  <a:lnTo>
                    <a:pt x="478" y="1266"/>
                  </a:lnTo>
                  <a:lnTo>
                    <a:pt x="476" y="1266"/>
                  </a:lnTo>
                  <a:lnTo>
                    <a:pt x="474" y="1266"/>
                  </a:lnTo>
                  <a:lnTo>
                    <a:pt x="474" y="1266"/>
                  </a:lnTo>
                  <a:lnTo>
                    <a:pt x="472" y="1266"/>
                  </a:lnTo>
                  <a:lnTo>
                    <a:pt x="472" y="1266"/>
                  </a:lnTo>
                  <a:lnTo>
                    <a:pt x="472" y="1266"/>
                  </a:lnTo>
                  <a:lnTo>
                    <a:pt x="472" y="1266"/>
                  </a:lnTo>
                  <a:lnTo>
                    <a:pt x="470" y="1266"/>
                  </a:lnTo>
                  <a:lnTo>
                    <a:pt x="470" y="1264"/>
                  </a:lnTo>
                  <a:lnTo>
                    <a:pt x="470" y="1264"/>
                  </a:lnTo>
                  <a:lnTo>
                    <a:pt x="470" y="1264"/>
                  </a:lnTo>
                  <a:lnTo>
                    <a:pt x="468" y="1262"/>
                  </a:lnTo>
                  <a:lnTo>
                    <a:pt x="468" y="1262"/>
                  </a:lnTo>
                  <a:lnTo>
                    <a:pt x="466" y="1262"/>
                  </a:lnTo>
                  <a:lnTo>
                    <a:pt x="466" y="1262"/>
                  </a:lnTo>
                  <a:lnTo>
                    <a:pt x="465" y="1262"/>
                  </a:lnTo>
                  <a:lnTo>
                    <a:pt x="465" y="1262"/>
                  </a:lnTo>
                  <a:lnTo>
                    <a:pt x="465" y="1262"/>
                  </a:lnTo>
                  <a:lnTo>
                    <a:pt x="465" y="1262"/>
                  </a:lnTo>
                  <a:lnTo>
                    <a:pt x="465" y="1262"/>
                  </a:lnTo>
                  <a:lnTo>
                    <a:pt x="466" y="1260"/>
                  </a:lnTo>
                  <a:lnTo>
                    <a:pt x="466" y="1260"/>
                  </a:lnTo>
                  <a:lnTo>
                    <a:pt x="466" y="1260"/>
                  </a:lnTo>
                  <a:lnTo>
                    <a:pt x="466" y="1260"/>
                  </a:lnTo>
                  <a:lnTo>
                    <a:pt x="466" y="1260"/>
                  </a:lnTo>
                  <a:lnTo>
                    <a:pt x="466" y="1260"/>
                  </a:lnTo>
                  <a:lnTo>
                    <a:pt x="463" y="1260"/>
                  </a:lnTo>
                  <a:lnTo>
                    <a:pt x="463" y="1260"/>
                  </a:lnTo>
                  <a:lnTo>
                    <a:pt x="461" y="1262"/>
                  </a:lnTo>
                  <a:lnTo>
                    <a:pt x="461" y="1262"/>
                  </a:lnTo>
                  <a:lnTo>
                    <a:pt x="461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9" y="1262"/>
                  </a:lnTo>
                  <a:lnTo>
                    <a:pt x="457" y="1262"/>
                  </a:lnTo>
                  <a:lnTo>
                    <a:pt x="457" y="1262"/>
                  </a:lnTo>
                  <a:lnTo>
                    <a:pt x="455" y="1262"/>
                  </a:lnTo>
                  <a:lnTo>
                    <a:pt x="455" y="1262"/>
                  </a:lnTo>
                  <a:lnTo>
                    <a:pt x="455" y="1264"/>
                  </a:lnTo>
                  <a:lnTo>
                    <a:pt x="455" y="1264"/>
                  </a:lnTo>
                  <a:lnTo>
                    <a:pt x="455" y="1264"/>
                  </a:lnTo>
                  <a:lnTo>
                    <a:pt x="453" y="1266"/>
                  </a:lnTo>
                  <a:lnTo>
                    <a:pt x="453" y="1266"/>
                  </a:lnTo>
                  <a:lnTo>
                    <a:pt x="453" y="1266"/>
                  </a:lnTo>
                  <a:lnTo>
                    <a:pt x="453" y="1266"/>
                  </a:lnTo>
                  <a:lnTo>
                    <a:pt x="451" y="1268"/>
                  </a:lnTo>
                  <a:lnTo>
                    <a:pt x="451" y="1268"/>
                  </a:lnTo>
                  <a:lnTo>
                    <a:pt x="449" y="1268"/>
                  </a:lnTo>
                  <a:lnTo>
                    <a:pt x="449" y="1268"/>
                  </a:lnTo>
                  <a:lnTo>
                    <a:pt x="449" y="1268"/>
                  </a:lnTo>
                  <a:lnTo>
                    <a:pt x="449" y="1268"/>
                  </a:lnTo>
                  <a:lnTo>
                    <a:pt x="447" y="1266"/>
                  </a:lnTo>
                  <a:lnTo>
                    <a:pt x="447" y="1266"/>
                  </a:lnTo>
                  <a:lnTo>
                    <a:pt x="447" y="1266"/>
                  </a:lnTo>
                  <a:lnTo>
                    <a:pt x="447" y="1266"/>
                  </a:lnTo>
                  <a:lnTo>
                    <a:pt x="449" y="1266"/>
                  </a:lnTo>
                  <a:lnTo>
                    <a:pt x="449" y="1264"/>
                  </a:lnTo>
                  <a:lnTo>
                    <a:pt x="449" y="1264"/>
                  </a:lnTo>
                  <a:lnTo>
                    <a:pt x="449" y="1264"/>
                  </a:lnTo>
                  <a:lnTo>
                    <a:pt x="449" y="1264"/>
                  </a:lnTo>
                  <a:lnTo>
                    <a:pt x="449" y="1262"/>
                  </a:lnTo>
                  <a:lnTo>
                    <a:pt x="449" y="1262"/>
                  </a:lnTo>
                  <a:lnTo>
                    <a:pt x="449" y="1262"/>
                  </a:lnTo>
                  <a:lnTo>
                    <a:pt x="449" y="1262"/>
                  </a:lnTo>
                  <a:lnTo>
                    <a:pt x="449" y="1262"/>
                  </a:lnTo>
                  <a:lnTo>
                    <a:pt x="449" y="1260"/>
                  </a:lnTo>
                  <a:lnTo>
                    <a:pt x="449" y="1260"/>
                  </a:lnTo>
                  <a:lnTo>
                    <a:pt x="449" y="1260"/>
                  </a:lnTo>
                  <a:lnTo>
                    <a:pt x="449" y="1260"/>
                  </a:lnTo>
                  <a:lnTo>
                    <a:pt x="449" y="1260"/>
                  </a:lnTo>
                  <a:lnTo>
                    <a:pt x="449" y="1260"/>
                  </a:lnTo>
                  <a:lnTo>
                    <a:pt x="449" y="1258"/>
                  </a:lnTo>
                  <a:lnTo>
                    <a:pt x="449" y="1258"/>
                  </a:lnTo>
                  <a:lnTo>
                    <a:pt x="449" y="1258"/>
                  </a:lnTo>
                  <a:lnTo>
                    <a:pt x="447" y="1258"/>
                  </a:lnTo>
                  <a:lnTo>
                    <a:pt x="447" y="1258"/>
                  </a:lnTo>
                  <a:lnTo>
                    <a:pt x="445" y="1258"/>
                  </a:lnTo>
                  <a:lnTo>
                    <a:pt x="445" y="1258"/>
                  </a:lnTo>
                  <a:lnTo>
                    <a:pt x="445" y="1258"/>
                  </a:lnTo>
                  <a:lnTo>
                    <a:pt x="445" y="1258"/>
                  </a:lnTo>
                  <a:lnTo>
                    <a:pt x="445" y="1256"/>
                  </a:lnTo>
                  <a:lnTo>
                    <a:pt x="445" y="1256"/>
                  </a:lnTo>
                  <a:lnTo>
                    <a:pt x="443" y="1256"/>
                  </a:lnTo>
                  <a:lnTo>
                    <a:pt x="443" y="1256"/>
                  </a:lnTo>
                  <a:lnTo>
                    <a:pt x="441" y="1256"/>
                  </a:lnTo>
                  <a:lnTo>
                    <a:pt x="441" y="1256"/>
                  </a:lnTo>
                  <a:lnTo>
                    <a:pt x="441" y="1256"/>
                  </a:lnTo>
                  <a:lnTo>
                    <a:pt x="441" y="1256"/>
                  </a:lnTo>
                  <a:lnTo>
                    <a:pt x="441" y="1256"/>
                  </a:lnTo>
                  <a:lnTo>
                    <a:pt x="441" y="1256"/>
                  </a:lnTo>
                  <a:lnTo>
                    <a:pt x="441" y="1254"/>
                  </a:lnTo>
                  <a:lnTo>
                    <a:pt x="441" y="1254"/>
                  </a:lnTo>
                  <a:lnTo>
                    <a:pt x="441" y="1254"/>
                  </a:lnTo>
                  <a:lnTo>
                    <a:pt x="441" y="1254"/>
                  </a:lnTo>
                  <a:lnTo>
                    <a:pt x="437" y="1254"/>
                  </a:lnTo>
                  <a:lnTo>
                    <a:pt x="437" y="1254"/>
                  </a:lnTo>
                  <a:lnTo>
                    <a:pt x="437" y="1254"/>
                  </a:lnTo>
                  <a:lnTo>
                    <a:pt x="435" y="1254"/>
                  </a:lnTo>
                  <a:lnTo>
                    <a:pt x="435" y="1254"/>
                  </a:lnTo>
                  <a:lnTo>
                    <a:pt x="433" y="1254"/>
                  </a:lnTo>
                  <a:lnTo>
                    <a:pt x="429" y="1254"/>
                  </a:lnTo>
                  <a:lnTo>
                    <a:pt x="429" y="1254"/>
                  </a:lnTo>
                  <a:lnTo>
                    <a:pt x="429" y="1254"/>
                  </a:lnTo>
                  <a:lnTo>
                    <a:pt x="429" y="1254"/>
                  </a:lnTo>
                  <a:lnTo>
                    <a:pt x="429" y="1254"/>
                  </a:lnTo>
                  <a:lnTo>
                    <a:pt x="427" y="1256"/>
                  </a:lnTo>
                  <a:lnTo>
                    <a:pt x="427" y="1256"/>
                  </a:lnTo>
                  <a:lnTo>
                    <a:pt x="427" y="1256"/>
                  </a:lnTo>
                  <a:lnTo>
                    <a:pt x="427" y="1256"/>
                  </a:lnTo>
                  <a:lnTo>
                    <a:pt x="427" y="1258"/>
                  </a:lnTo>
                  <a:lnTo>
                    <a:pt x="427" y="1258"/>
                  </a:lnTo>
                  <a:lnTo>
                    <a:pt x="427" y="1260"/>
                  </a:lnTo>
                  <a:lnTo>
                    <a:pt x="427" y="1260"/>
                  </a:lnTo>
                  <a:lnTo>
                    <a:pt x="427" y="1260"/>
                  </a:lnTo>
                  <a:lnTo>
                    <a:pt x="427" y="1260"/>
                  </a:lnTo>
                  <a:lnTo>
                    <a:pt x="427" y="1260"/>
                  </a:lnTo>
                  <a:lnTo>
                    <a:pt x="425" y="1260"/>
                  </a:lnTo>
                  <a:lnTo>
                    <a:pt x="425" y="1260"/>
                  </a:lnTo>
                  <a:lnTo>
                    <a:pt x="425" y="1260"/>
                  </a:lnTo>
                  <a:lnTo>
                    <a:pt x="425" y="1260"/>
                  </a:lnTo>
                  <a:lnTo>
                    <a:pt x="425" y="1260"/>
                  </a:lnTo>
                  <a:lnTo>
                    <a:pt x="423" y="1260"/>
                  </a:lnTo>
                  <a:lnTo>
                    <a:pt x="423" y="1260"/>
                  </a:lnTo>
                  <a:lnTo>
                    <a:pt x="423" y="1260"/>
                  </a:lnTo>
                  <a:lnTo>
                    <a:pt x="423" y="1260"/>
                  </a:lnTo>
                  <a:lnTo>
                    <a:pt x="421" y="1260"/>
                  </a:lnTo>
                  <a:lnTo>
                    <a:pt x="421" y="1260"/>
                  </a:lnTo>
                  <a:lnTo>
                    <a:pt x="421" y="1260"/>
                  </a:lnTo>
                  <a:lnTo>
                    <a:pt x="421" y="1260"/>
                  </a:lnTo>
                  <a:lnTo>
                    <a:pt x="419" y="1260"/>
                  </a:lnTo>
                  <a:lnTo>
                    <a:pt x="419" y="1260"/>
                  </a:lnTo>
                  <a:lnTo>
                    <a:pt x="419" y="1260"/>
                  </a:lnTo>
                  <a:lnTo>
                    <a:pt x="417" y="1262"/>
                  </a:lnTo>
                  <a:lnTo>
                    <a:pt x="417" y="1262"/>
                  </a:lnTo>
                  <a:lnTo>
                    <a:pt x="417" y="1264"/>
                  </a:lnTo>
                  <a:lnTo>
                    <a:pt x="415" y="1264"/>
                  </a:lnTo>
                  <a:lnTo>
                    <a:pt x="415" y="1264"/>
                  </a:lnTo>
                  <a:lnTo>
                    <a:pt x="414" y="1264"/>
                  </a:lnTo>
                  <a:lnTo>
                    <a:pt x="414" y="1266"/>
                  </a:lnTo>
                  <a:lnTo>
                    <a:pt x="412" y="1266"/>
                  </a:lnTo>
                  <a:lnTo>
                    <a:pt x="412" y="1268"/>
                  </a:lnTo>
                  <a:lnTo>
                    <a:pt x="412" y="1268"/>
                  </a:lnTo>
                  <a:lnTo>
                    <a:pt x="412" y="1268"/>
                  </a:lnTo>
                  <a:lnTo>
                    <a:pt x="412" y="1270"/>
                  </a:lnTo>
                  <a:lnTo>
                    <a:pt x="412" y="1270"/>
                  </a:lnTo>
                  <a:lnTo>
                    <a:pt x="412" y="1270"/>
                  </a:lnTo>
                  <a:lnTo>
                    <a:pt x="412" y="1270"/>
                  </a:lnTo>
                  <a:lnTo>
                    <a:pt x="410" y="1272"/>
                  </a:lnTo>
                  <a:lnTo>
                    <a:pt x="410" y="1272"/>
                  </a:lnTo>
                  <a:lnTo>
                    <a:pt x="410" y="1272"/>
                  </a:lnTo>
                  <a:lnTo>
                    <a:pt x="410" y="1274"/>
                  </a:lnTo>
                  <a:lnTo>
                    <a:pt x="410" y="1274"/>
                  </a:lnTo>
                  <a:lnTo>
                    <a:pt x="410" y="1274"/>
                  </a:lnTo>
                  <a:lnTo>
                    <a:pt x="410" y="1276"/>
                  </a:lnTo>
                  <a:lnTo>
                    <a:pt x="410" y="1276"/>
                  </a:lnTo>
                  <a:lnTo>
                    <a:pt x="410" y="1278"/>
                  </a:lnTo>
                  <a:lnTo>
                    <a:pt x="410" y="1278"/>
                  </a:lnTo>
                  <a:lnTo>
                    <a:pt x="410" y="1280"/>
                  </a:lnTo>
                  <a:lnTo>
                    <a:pt x="410" y="1280"/>
                  </a:lnTo>
                  <a:lnTo>
                    <a:pt x="408" y="1280"/>
                  </a:lnTo>
                  <a:lnTo>
                    <a:pt x="408" y="1280"/>
                  </a:lnTo>
                  <a:lnTo>
                    <a:pt x="408" y="1280"/>
                  </a:lnTo>
                  <a:lnTo>
                    <a:pt x="408" y="1280"/>
                  </a:lnTo>
                  <a:lnTo>
                    <a:pt x="406" y="1280"/>
                  </a:lnTo>
                  <a:lnTo>
                    <a:pt x="406" y="1280"/>
                  </a:lnTo>
                  <a:lnTo>
                    <a:pt x="406" y="1282"/>
                  </a:lnTo>
                  <a:lnTo>
                    <a:pt x="406" y="1282"/>
                  </a:lnTo>
                  <a:lnTo>
                    <a:pt x="406" y="1282"/>
                  </a:lnTo>
                  <a:lnTo>
                    <a:pt x="406" y="1282"/>
                  </a:lnTo>
                  <a:lnTo>
                    <a:pt x="406" y="1282"/>
                  </a:lnTo>
                  <a:lnTo>
                    <a:pt x="406" y="1284"/>
                  </a:lnTo>
                  <a:lnTo>
                    <a:pt x="406" y="1284"/>
                  </a:lnTo>
                  <a:lnTo>
                    <a:pt x="406" y="1286"/>
                  </a:lnTo>
                  <a:lnTo>
                    <a:pt x="406" y="1286"/>
                  </a:lnTo>
                  <a:lnTo>
                    <a:pt x="406" y="1288"/>
                  </a:lnTo>
                  <a:lnTo>
                    <a:pt x="406" y="1288"/>
                  </a:lnTo>
                  <a:lnTo>
                    <a:pt x="408" y="1290"/>
                  </a:lnTo>
                  <a:lnTo>
                    <a:pt x="408" y="1290"/>
                  </a:lnTo>
                  <a:lnTo>
                    <a:pt x="408" y="1292"/>
                  </a:lnTo>
                  <a:lnTo>
                    <a:pt x="410" y="1292"/>
                  </a:lnTo>
                  <a:lnTo>
                    <a:pt x="410" y="1292"/>
                  </a:lnTo>
                  <a:lnTo>
                    <a:pt x="410" y="1292"/>
                  </a:lnTo>
                  <a:lnTo>
                    <a:pt x="410" y="1292"/>
                  </a:lnTo>
                  <a:lnTo>
                    <a:pt x="410" y="1292"/>
                  </a:lnTo>
                  <a:lnTo>
                    <a:pt x="410" y="1294"/>
                  </a:lnTo>
                  <a:lnTo>
                    <a:pt x="410" y="1294"/>
                  </a:lnTo>
                  <a:lnTo>
                    <a:pt x="410" y="1294"/>
                  </a:lnTo>
                  <a:lnTo>
                    <a:pt x="410" y="1296"/>
                  </a:lnTo>
                  <a:lnTo>
                    <a:pt x="410" y="1296"/>
                  </a:lnTo>
                  <a:lnTo>
                    <a:pt x="412" y="1296"/>
                  </a:lnTo>
                  <a:lnTo>
                    <a:pt x="412" y="1296"/>
                  </a:lnTo>
                  <a:lnTo>
                    <a:pt x="412" y="1298"/>
                  </a:lnTo>
                  <a:lnTo>
                    <a:pt x="412" y="1300"/>
                  </a:lnTo>
                  <a:lnTo>
                    <a:pt x="410" y="1300"/>
                  </a:lnTo>
                  <a:lnTo>
                    <a:pt x="410" y="1300"/>
                  </a:lnTo>
                  <a:lnTo>
                    <a:pt x="408" y="1301"/>
                  </a:lnTo>
                  <a:lnTo>
                    <a:pt x="408" y="1301"/>
                  </a:lnTo>
                  <a:lnTo>
                    <a:pt x="408" y="1301"/>
                  </a:lnTo>
                  <a:lnTo>
                    <a:pt x="406" y="1303"/>
                  </a:lnTo>
                  <a:lnTo>
                    <a:pt x="406" y="1303"/>
                  </a:lnTo>
                  <a:lnTo>
                    <a:pt x="406" y="1303"/>
                  </a:lnTo>
                  <a:lnTo>
                    <a:pt x="404" y="1303"/>
                  </a:lnTo>
                  <a:lnTo>
                    <a:pt x="404" y="1303"/>
                  </a:lnTo>
                  <a:lnTo>
                    <a:pt x="404" y="1303"/>
                  </a:lnTo>
                  <a:lnTo>
                    <a:pt x="404" y="1303"/>
                  </a:lnTo>
                  <a:lnTo>
                    <a:pt x="402" y="1305"/>
                  </a:lnTo>
                  <a:lnTo>
                    <a:pt x="402" y="1305"/>
                  </a:lnTo>
                  <a:lnTo>
                    <a:pt x="402" y="1305"/>
                  </a:lnTo>
                  <a:lnTo>
                    <a:pt x="402" y="1305"/>
                  </a:lnTo>
                  <a:lnTo>
                    <a:pt x="396" y="1307"/>
                  </a:lnTo>
                  <a:lnTo>
                    <a:pt x="396" y="1307"/>
                  </a:lnTo>
                  <a:lnTo>
                    <a:pt x="396" y="1307"/>
                  </a:lnTo>
                  <a:lnTo>
                    <a:pt x="394" y="1309"/>
                  </a:lnTo>
                  <a:lnTo>
                    <a:pt x="394" y="1309"/>
                  </a:lnTo>
                  <a:lnTo>
                    <a:pt x="394" y="1309"/>
                  </a:lnTo>
                  <a:lnTo>
                    <a:pt x="392" y="1309"/>
                  </a:lnTo>
                  <a:lnTo>
                    <a:pt x="392" y="1309"/>
                  </a:lnTo>
                  <a:lnTo>
                    <a:pt x="392" y="1309"/>
                  </a:lnTo>
                  <a:lnTo>
                    <a:pt x="392" y="1309"/>
                  </a:lnTo>
                  <a:lnTo>
                    <a:pt x="392" y="1309"/>
                  </a:lnTo>
                  <a:lnTo>
                    <a:pt x="392" y="1309"/>
                  </a:lnTo>
                  <a:lnTo>
                    <a:pt x="392" y="1307"/>
                  </a:lnTo>
                  <a:lnTo>
                    <a:pt x="392" y="1303"/>
                  </a:lnTo>
                  <a:lnTo>
                    <a:pt x="392" y="1301"/>
                  </a:lnTo>
                  <a:lnTo>
                    <a:pt x="390" y="1300"/>
                  </a:lnTo>
                  <a:lnTo>
                    <a:pt x="390" y="1300"/>
                  </a:lnTo>
                  <a:lnTo>
                    <a:pt x="388" y="1298"/>
                  </a:lnTo>
                  <a:lnTo>
                    <a:pt x="388" y="1298"/>
                  </a:lnTo>
                  <a:lnTo>
                    <a:pt x="388" y="1296"/>
                  </a:lnTo>
                  <a:lnTo>
                    <a:pt x="388" y="1290"/>
                  </a:lnTo>
                  <a:lnTo>
                    <a:pt x="388" y="1290"/>
                  </a:lnTo>
                  <a:lnTo>
                    <a:pt x="388" y="1286"/>
                  </a:lnTo>
                  <a:lnTo>
                    <a:pt x="386" y="1286"/>
                  </a:lnTo>
                  <a:lnTo>
                    <a:pt x="386" y="1284"/>
                  </a:lnTo>
                  <a:lnTo>
                    <a:pt x="388" y="1284"/>
                  </a:lnTo>
                  <a:lnTo>
                    <a:pt x="388" y="1284"/>
                  </a:lnTo>
                  <a:lnTo>
                    <a:pt x="388" y="1280"/>
                  </a:lnTo>
                  <a:lnTo>
                    <a:pt x="388" y="1278"/>
                  </a:lnTo>
                  <a:lnTo>
                    <a:pt x="388" y="1278"/>
                  </a:lnTo>
                  <a:lnTo>
                    <a:pt x="390" y="1276"/>
                  </a:lnTo>
                  <a:lnTo>
                    <a:pt x="392" y="1274"/>
                  </a:lnTo>
                  <a:lnTo>
                    <a:pt x="392" y="1274"/>
                  </a:lnTo>
                  <a:lnTo>
                    <a:pt x="390" y="1272"/>
                  </a:lnTo>
                  <a:lnTo>
                    <a:pt x="388" y="1270"/>
                  </a:lnTo>
                  <a:lnTo>
                    <a:pt x="388" y="1270"/>
                  </a:lnTo>
                  <a:lnTo>
                    <a:pt x="388" y="1268"/>
                  </a:lnTo>
                  <a:lnTo>
                    <a:pt x="388" y="1268"/>
                  </a:lnTo>
                  <a:lnTo>
                    <a:pt x="388" y="1268"/>
                  </a:lnTo>
                  <a:lnTo>
                    <a:pt x="386" y="1268"/>
                  </a:lnTo>
                  <a:lnTo>
                    <a:pt x="386" y="1266"/>
                  </a:lnTo>
                  <a:lnTo>
                    <a:pt x="384" y="1266"/>
                  </a:lnTo>
                  <a:lnTo>
                    <a:pt x="384" y="1264"/>
                  </a:lnTo>
                  <a:lnTo>
                    <a:pt x="384" y="1264"/>
                  </a:lnTo>
                  <a:lnTo>
                    <a:pt x="384" y="1262"/>
                  </a:lnTo>
                  <a:lnTo>
                    <a:pt x="384" y="1260"/>
                  </a:lnTo>
                  <a:lnTo>
                    <a:pt x="384" y="1260"/>
                  </a:lnTo>
                  <a:lnTo>
                    <a:pt x="384" y="1258"/>
                  </a:lnTo>
                  <a:lnTo>
                    <a:pt x="386" y="1256"/>
                  </a:lnTo>
                  <a:lnTo>
                    <a:pt x="386" y="1256"/>
                  </a:lnTo>
                  <a:lnTo>
                    <a:pt x="386" y="1252"/>
                  </a:lnTo>
                  <a:lnTo>
                    <a:pt x="386" y="1252"/>
                  </a:lnTo>
                  <a:lnTo>
                    <a:pt x="388" y="1250"/>
                  </a:lnTo>
                  <a:lnTo>
                    <a:pt x="388" y="1250"/>
                  </a:lnTo>
                  <a:lnTo>
                    <a:pt x="390" y="1250"/>
                  </a:lnTo>
                  <a:lnTo>
                    <a:pt x="390" y="1248"/>
                  </a:lnTo>
                  <a:lnTo>
                    <a:pt x="390" y="1248"/>
                  </a:lnTo>
                  <a:lnTo>
                    <a:pt x="392" y="1248"/>
                  </a:lnTo>
                  <a:lnTo>
                    <a:pt x="392" y="1248"/>
                  </a:lnTo>
                  <a:lnTo>
                    <a:pt x="394" y="1248"/>
                  </a:lnTo>
                  <a:lnTo>
                    <a:pt x="394" y="1248"/>
                  </a:lnTo>
                  <a:lnTo>
                    <a:pt x="396" y="1248"/>
                  </a:lnTo>
                  <a:lnTo>
                    <a:pt x="396" y="1247"/>
                  </a:lnTo>
                  <a:lnTo>
                    <a:pt x="398" y="1245"/>
                  </a:lnTo>
                  <a:lnTo>
                    <a:pt x="398" y="1245"/>
                  </a:lnTo>
                  <a:lnTo>
                    <a:pt x="398" y="1243"/>
                  </a:lnTo>
                  <a:lnTo>
                    <a:pt x="398" y="1239"/>
                  </a:lnTo>
                  <a:lnTo>
                    <a:pt x="400" y="1239"/>
                  </a:lnTo>
                  <a:lnTo>
                    <a:pt x="400" y="1237"/>
                  </a:lnTo>
                  <a:lnTo>
                    <a:pt x="400" y="1235"/>
                  </a:lnTo>
                  <a:lnTo>
                    <a:pt x="400" y="1233"/>
                  </a:lnTo>
                  <a:lnTo>
                    <a:pt x="400" y="1233"/>
                  </a:lnTo>
                  <a:lnTo>
                    <a:pt x="400" y="1231"/>
                  </a:lnTo>
                  <a:lnTo>
                    <a:pt x="400" y="1229"/>
                  </a:lnTo>
                  <a:lnTo>
                    <a:pt x="400" y="1229"/>
                  </a:lnTo>
                  <a:lnTo>
                    <a:pt x="402" y="1227"/>
                  </a:lnTo>
                  <a:lnTo>
                    <a:pt x="402" y="1223"/>
                  </a:lnTo>
                  <a:lnTo>
                    <a:pt x="402" y="1223"/>
                  </a:lnTo>
                  <a:lnTo>
                    <a:pt x="402" y="1221"/>
                  </a:lnTo>
                  <a:lnTo>
                    <a:pt x="396" y="1219"/>
                  </a:lnTo>
                  <a:lnTo>
                    <a:pt x="394" y="1217"/>
                  </a:lnTo>
                  <a:lnTo>
                    <a:pt x="394" y="1217"/>
                  </a:lnTo>
                  <a:lnTo>
                    <a:pt x="394" y="1215"/>
                  </a:lnTo>
                  <a:lnTo>
                    <a:pt x="392" y="1213"/>
                  </a:lnTo>
                  <a:lnTo>
                    <a:pt x="392" y="1213"/>
                  </a:lnTo>
                  <a:lnTo>
                    <a:pt x="390" y="1213"/>
                  </a:lnTo>
                  <a:lnTo>
                    <a:pt x="390" y="1213"/>
                  </a:lnTo>
                  <a:lnTo>
                    <a:pt x="388" y="1211"/>
                  </a:lnTo>
                  <a:lnTo>
                    <a:pt x="388" y="1211"/>
                  </a:lnTo>
                  <a:lnTo>
                    <a:pt x="386" y="1209"/>
                  </a:lnTo>
                  <a:lnTo>
                    <a:pt x="384" y="1207"/>
                  </a:lnTo>
                  <a:lnTo>
                    <a:pt x="384" y="1205"/>
                  </a:lnTo>
                  <a:lnTo>
                    <a:pt x="384" y="1203"/>
                  </a:lnTo>
                  <a:lnTo>
                    <a:pt x="386" y="1199"/>
                  </a:lnTo>
                  <a:lnTo>
                    <a:pt x="388" y="1197"/>
                  </a:lnTo>
                  <a:lnTo>
                    <a:pt x="388" y="1195"/>
                  </a:lnTo>
                  <a:lnTo>
                    <a:pt x="386" y="1190"/>
                  </a:lnTo>
                  <a:lnTo>
                    <a:pt x="386" y="1188"/>
                  </a:lnTo>
                  <a:lnTo>
                    <a:pt x="386" y="1188"/>
                  </a:lnTo>
                  <a:lnTo>
                    <a:pt x="386" y="1188"/>
                  </a:lnTo>
                  <a:lnTo>
                    <a:pt x="384" y="1188"/>
                  </a:lnTo>
                  <a:lnTo>
                    <a:pt x="380" y="1188"/>
                  </a:lnTo>
                  <a:lnTo>
                    <a:pt x="378" y="1186"/>
                  </a:lnTo>
                  <a:lnTo>
                    <a:pt x="376" y="1184"/>
                  </a:lnTo>
                  <a:lnTo>
                    <a:pt x="374" y="1184"/>
                  </a:lnTo>
                  <a:lnTo>
                    <a:pt x="374" y="1186"/>
                  </a:lnTo>
                  <a:lnTo>
                    <a:pt x="374" y="1186"/>
                  </a:lnTo>
                  <a:lnTo>
                    <a:pt x="372" y="1186"/>
                  </a:lnTo>
                  <a:lnTo>
                    <a:pt x="372" y="1186"/>
                  </a:lnTo>
                  <a:lnTo>
                    <a:pt x="368" y="1184"/>
                  </a:lnTo>
                  <a:lnTo>
                    <a:pt x="368" y="1184"/>
                  </a:lnTo>
                  <a:lnTo>
                    <a:pt x="370" y="1182"/>
                  </a:lnTo>
                  <a:lnTo>
                    <a:pt x="372" y="1180"/>
                  </a:lnTo>
                  <a:lnTo>
                    <a:pt x="372" y="1180"/>
                  </a:lnTo>
                  <a:lnTo>
                    <a:pt x="376" y="1178"/>
                  </a:lnTo>
                  <a:lnTo>
                    <a:pt x="376" y="1178"/>
                  </a:lnTo>
                  <a:lnTo>
                    <a:pt x="384" y="1180"/>
                  </a:lnTo>
                  <a:lnTo>
                    <a:pt x="384" y="1180"/>
                  </a:lnTo>
                  <a:lnTo>
                    <a:pt x="386" y="1178"/>
                  </a:lnTo>
                  <a:lnTo>
                    <a:pt x="390" y="1174"/>
                  </a:lnTo>
                  <a:lnTo>
                    <a:pt x="390" y="1172"/>
                  </a:lnTo>
                  <a:lnTo>
                    <a:pt x="390" y="1172"/>
                  </a:lnTo>
                  <a:lnTo>
                    <a:pt x="390" y="1170"/>
                  </a:lnTo>
                  <a:lnTo>
                    <a:pt x="390" y="1168"/>
                  </a:lnTo>
                  <a:lnTo>
                    <a:pt x="392" y="1166"/>
                  </a:lnTo>
                  <a:lnTo>
                    <a:pt x="392" y="1166"/>
                  </a:lnTo>
                  <a:lnTo>
                    <a:pt x="392" y="1166"/>
                  </a:lnTo>
                  <a:lnTo>
                    <a:pt x="392" y="1164"/>
                  </a:lnTo>
                  <a:lnTo>
                    <a:pt x="392" y="1164"/>
                  </a:lnTo>
                  <a:lnTo>
                    <a:pt x="390" y="1164"/>
                  </a:lnTo>
                  <a:lnTo>
                    <a:pt x="390" y="1162"/>
                  </a:lnTo>
                  <a:lnTo>
                    <a:pt x="390" y="1160"/>
                  </a:lnTo>
                  <a:lnTo>
                    <a:pt x="390" y="1158"/>
                  </a:lnTo>
                  <a:lnTo>
                    <a:pt x="390" y="1158"/>
                  </a:lnTo>
                  <a:lnTo>
                    <a:pt x="390" y="1158"/>
                  </a:lnTo>
                  <a:lnTo>
                    <a:pt x="388" y="1158"/>
                  </a:lnTo>
                  <a:lnTo>
                    <a:pt x="388" y="1158"/>
                  </a:lnTo>
                  <a:lnTo>
                    <a:pt x="388" y="1158"/>
                  </a:lnTo>
                  <a:lnTo>
                    <a:pt x="388" y="1158"/>
                  </a:lnTo>
                  <a:lnTo>
                    <a:pt x="388" y="1158"/>
                  </a:lnTo>
                  <a:lnTo>
                    <a:pt x="386" y="1158"/>
                  </a:lnTo>
                  <a:lnTo>
                    <a:pt x="386" y="1158"/>
                  </a:lnTo>
                  <a:lnTo>
                    <a:pt x="386" y="1160"/>
                  </a:lnTo>
                  <a:lnTo>
                    <a:pt x="386" y="1160"/>
                  </a:lnTo>
                  <a:lnTo>
                    <a:pt x="386" y="1160"/>
                  </a:lnTo>
                  <a:lnTo>
                    <a:pt x="384" y="1160"/>
                  </a:lnTo>
                  <a:lnTo>
                    <a:pt x="384" y="1160"/>
                  </a:lnTo>
                  <a:lnTo>
                    <a:pt x="384" y="1160"/>
                  </a:lnTo>
                  <a:lnTo>
                    <a:pt x="384" y="1160"/>
                  </a:lnTo>
                  <a:lnTo>
                    <a:pt x="384" y="1160"/>
                  </a:lnTo>
                  <a:lnTo>
                    <a:pt x="384" y="1160"/>
                  </a:lnTo>
                  <a:lnTo>
                    <a:pt x="384" y="1162"/>
                  </a:lnTo>
                  <a:lnTo>
                    <a:pt x="384" y="1162"/>
                  </a:lnTo>
                  <a:lnTo>
                    <a:pt x="382" y="1162"/>
                  </a:lnTo>
                  <a:lnTo>
                    <a:pt x="382" y="1162"/>
                  </a:lnTo>
                  <a:lnTo>
                    <a:pt x="382" y="1164"/>
                  </a:lnTo>
                  <a:lnTo>
                    <a:pt x="382" y="1164"/>
                  </a:lnTo>
                  <a:lnTo>
                    <a:pt x="380" y="1164"/>
                  </a:lnTo>
                  <a:lnTo>
                    <a:pt x="380" y="1166"/>
                  </a:lnTo>
                  <a:lnTo>
                    <a:pt x="378" y="1166"/>
                  </a:lnTo>
                  <a:lnTo>
                    <a:pt x="378" y="1166"/>
                  </a:lnTo>
                  <a:lnTo>
                    <a:pt x="376" y="1166"/>
                  </a:lnTo>
                  <a:lnTo>
                    <a:pt x="376" y="1166"/>
                  </a:lnTo>
                  <a:lnTo>
                    <a:pt x="376" y="1164"/>
                  </a:lnTo>
                  <a:lnTo>
                    <a:pt x="376" y="1164"/>
                  </a:lnTo>
                  <a:lnTo>
                    <a:pt x="376" y="1164"/>
                  </a:lnTo>
                  <a:lnTo>
                    <a:pt x="376" y="1164"/>
                  </a:lnTo>
                  <a:lnTo>
                    <a:pt x="374" y="1164"/>
                  </a:lnTo>
                  <a:lnTo>
                    <a:pt x="374" y="1164"/>
                  </a:lnTo>
                  <a:lnTo>
                    <a:pt x="374" y="1164"/>
                  </a:lnTo>
                  <a:lnTo>
                    <a:pt x="374" y="1164"/>
                  </a:lnTo>
                  <a:lnTo>
                    <a:pt x="374" y="1164"/>
                  </a:lnTo>
                  <a:lnTo>
                    <a:pt x="374" y="1164"/>
                  </a:lnTo>
                  <a:lnTo>
                    <a:pt x="370" y="1166"/>
                  </a:lnTo>
                  <a:lnTo>
                    <a:pt x="370" y="1166"/>
                  </a:lnTo>
                  <a:lnTo>
                    <a:pt x="370" y="1166"/>
                  </a:lnTo>
                  <a:lnTo>
                    <a:pt x="370" y="1166"/>
                  </a:lnTo>
                  <a:lnTo>
                    <a:pt x="370" y="1166"/>
                  </a:lnTo>
                  <a:lnTo>
                    <a:pt x="370" y="1164"/>
                  </a:lnTo>
                  <a:lnTo>
                    <a:pt x="370" y="1164"/>
                  </a:lnTo>
                  <a:lnTo>
                    <a:pt x="370" y="1164"/>
                  </a:lnTo>
                  <a:lnTo>
                    <a:pt x="368" y="1164"/>
                  </a:lnTo>
                  <a:lnTo>
                    <a:pt x="368" y="1164"/>
                  </a:lnTo>
                  <a:lnTo>
                    <a:pt x="368" y="1164"/>
                  </a:lnTo>
                  <a:lnTo>
                    <a:pt x="368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6" y="1164"/>
                  </a:lnTo>
                  <a:lnTo>
                    <a:pt x="364" y="1164"/>
                  </a:lnTo>
                  <a:lnTo>
                    <a:pt x="364" y="1162"/>
                  </a:lnTo>
                  <a:lnTo>
                    <a:pt x="363" y="1162"/>
                  </a:lnTo>
                  <a:lnTo>
                    <a:pt x="363" y="1162"/>
                  </a:lnTo>
                  <a:lnTo>
                    <a:pt x="363" y="1162"/>
                  </a:lnTo>
                  <a:lnTo>
                    <a:pt x="363" y="1160"/>
                  </a:lnTo>
                  <a:lnTo>
                    <a:pt x="363" y="1160"/>
                  </a:lnTo>
                  <a:lnTo>
                    <a:pt x="363" y="1160"/>
                  </a:lnTo>
                  <a:lnTo>
                    <a:pt x="363" y="1160"/>
                  </a:lnTo>
                  <a:lnTo>
                    <a:pt x="361" y="1160"/>
                  </a:lnTo>
                  <a:lnTo>
                    <a:pt x="361" y="1160"/>
                  </a:lnTo>
                  <a:lnTo>
                    <a:pt x="361" y="1160"/>
                  </a:lnTo>
                  <a:lnTo>
                    <a:pt x="361" y="1160"/>
                  </a:lnTo>
                  <a:lnTo>
                    <a:pt x="359" y="1158"/>
                  </a:lnTo>
                  <a:lnTo>
                    <a:pt x="357" y="1160"/>
                  </a:lnTo>
                  <a:lnTo>
                    <a:pt x="357" y="1162"/>
                  </a:lnTo>
                  <a:lnTo>
                    <a:pt x="355" y="1162"/>
                  </a:lnTo>
                  <a:lnTo>
                    <a:pt x="355" y="1162"/>
                  </a:lnTo>
                  <a:lnTo>
                    <a:pt x="355" y="1162"/>
                  </a:lnTo>
                  <a:lnTo>
                    <a:pt x="355" y="1162"/>
                  </a:lnTo>
                  <a:lnTo>
                    <a:pt x="355" y="1164"/>
                  </a:lnTo>
                  <a:lnTo>
                    <a:pt x="355" y="1164"/>
                  </a:lnTo>
                  <a:lnTo>
                    <a:pt x="355" y="1164"/>
                  </a:lnTo>
                  <a:lnTo>
                    <a:pt x="355" y="1164"/>
                  </a:lnTo>
                  <a:lnTo>
                    <a:pt x="355" y="1164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5" y="1166"/>
                  </a:lnTo>
                  <a:lnTo>
                    <a:pt x="353" y="1166"/>
                  </a:lnTo>
                  <a:lnTo>
                    <a:pt x="353" y="1166"/>
                  </a:lnTo>
                  <a:lnTo>
                    <a:pt x="353" y="1166"/>
                  </a:lnTo>
                  <a:lnTo>
                    <a:pt x="353" y="1166"/>
                  </a:lnTo>
                  <a:lnTo>
                    <a:pt x="353" y="1168"/>
                  </a:lnTo>
                  <a:lnTo>
                    <a:pt x="353" y="1168"/>
                  </a:lnTo>
                  <a:lnTo>
                    <a:pt x="351" y="1168"/>
                  </a:lnTo>
                  <a:lnTo>
                    <a:pt x="351" y="1170"/>
                  </a:lnTo>
                  <a:lnTo>
                    <a:pt x="349" y="1170"/>
                  </a:lnTo>
                  <a:lnTo>
                    <a:pt x="349" y="1170"/>
                  </a:lnTo>
                  <a:lnTo>
                    <a:pt x="349" y="1172"/>
                  </a:lnTo>
                  <a:lnTo>
                    <a:pt x="349" y="1172"/>
                  </a:lnTo>
                  <a:lnTo>
                    <a:pt x="349" y="1172"/>
                  </a:lnTo>
                  <a:lnTo>
                    <a:pt x="349" y="1172"/>
                  </a:lnTo>
                  <a:lnTo>
                    <a:pt x="349" y="1172"/>
                  </a:lnTo>
                  <a:lnTo>
                    <a:pt x="347" y="1172"/>
                  </a:lnTo>
                  <a:lnTo>
                    <a:pt x="347" y="1172"/>
                  </a:lnTo>
                  <a:lnTo>
                    <a:pt x="347" y="1172"/>
                  </a:lnTo>
                  <a:lnTo>
                    <a:pt x="347" y="1172"/>
                  </a:lnTo>
                  <a:lnTo>
                    <a:pt x="345" y="1172"/>
                  </a:lnTo>
                  <a:lnTo>
                    <a:pt x="345" y="1172"/>
                  </a:lnTo>
                  <a:lnTo>
                    <a:pt x="343" y="1174"/>
                  </a:lnTo>
                  <a:lnTo>
                    <a:pt x="343" y="1174"/>
                  </a:lnTo>
                  <a:lnTo>
                    <a:pt x="341" y="1174"/>
                  </a:lnTo>
                  <a:lnTo>
                    <a:pt x="341" y="1174"/>
                  </a:lnTo>
                  <a:lnTo>
                    <a:pt x="339" y="1174"/>
                  </a:lnTo>
                  <a:lnTo>
                    <a:pt x="339" y="1174"/>
                  </a:lnTo>
                  <a:lnTo>
                    <a:pt x="339" y="1174"/>
                  </a:lnTo>
                  <a:lnTo>
                    <a:pt x="337" y="1174"/>
                  </a:lnTo>
                  <a:lnTo>
                    <a:pt x="337" y="1174"/>
                  </a:lnTo>
                  <a:lnTo>
                    <a:pt x="335" y="1172"/>
                  </a:lnTo>
                  <a:lnTo>
                    <a:pt x="335" y="1172"/>
                  </a:lnTo>
                  <a:lnTo>
                    <a:pt x="335" y="1172"/>
                  </a:lnTo>
                  <a:lnTo>
                    <a:pt x="335" y="1172"/>
                  </a:lnTo>
                  <a:lnTo>
                    <a:pt x="333" y="1172"/>
                  </a:lnTo>
                  <a:lnTo>
                    <a:pt x="333" y="1172"/>
                  </a:lnTo>
                  <a:lnTo>
                    <a:pt x="333" y="1170"/>
                  </a:lnTo>
                  <a:lnTo>
                    <a:pt x="333" y="1170"/>
                  </a:lnTo>
                  <a:lnTo>
                    <a:pt x="333" y="1170"/>
                  </a:lnTo>
                  <a:lnTo>
                    <a:pt x="333" y="1170"/>
                  </a:lnTo>
                  <a:lnTo>
                    <a:pt x="333" y="1170"/>
                  </a:lnTo>
                  <a:lnTo>
                    <a:pt x="331" y="1170"/>
                  </a:lnTo>
                  <a:lnTo>
                    <a:pt x="331" y="1170"/>
                  </a:lnTo>
                  <a:lnTo>
                    <a:pt x="331" y="1168"/>
                  </a:lnTo>
                  <a:lnTo>
                    <a:pt x="331" y="1168"/>
                  </a:lnTo>
                  <a:lnTo>
                    <a:pt x="331" y="1168"/>
                  </a:lnTo>
                  <a:lnTo>
                    <a:pt x="331" y="1168"/>
                  </a:lnTo>
                  <a:lnTo>
                    <a:pt x="331" y="1168"/>
                  </a:lnTo>
                  <a:lnTo>
                    <a:pt x="310" y="1170"/>
                  </a:lnTo>
                  <a:lnTo>
                    <a:pt x="310" y="1170"/>
                  </a:lnTo>
                  <a:lnTo>
                    <a:pt x="308" y="1170"/>
                  </a:lnTo>
                  <a:lnTo>
                    <a:pt x="304" y="1162"/>
                  </a:lnTo>
                  <a:lnTo>
                    <a:pt x="302" y="1162"/>
                  </a:lnTo>
                  <a:lnTo>
                    <a:pt x="296" y="1150"/>
                  </a:lnTo>
                  <a:lnTo>
                    <a:pt x="294" y="1148"/>
                  </a:lnTo>
                  <a:lnTo>
                    <a:pt x="290" y="1150"/>
                  </a:lnTo>
                  <a:lnTo>
                    <a:pt x="290" y="1150"/>
                  </a:lnTo>
                  <a:lnTo>
                    <a:pt x="290" y="1148"/>
                  </a:lnTo>
                  <a:lnTo>
                    <a:pt x="288" y="1148"/>
                  </a:lnTo>
                  <a:lnTo>
                    <a:pt x="288" y="1148"/>
                  </a:lnTo>
                  <a:lnTo>
                    <a:pt x="286" y="1148"/>
                  </a:lnTo>
                  <a:lnTo>
                    <a:pt x="286" y="1148"/>
                  </a:lnTo>
                  <a:lnTo>
                    <a:pt x="284" y="1148"/>
                  </a:lnTo>
                  <a:lnTo>
                    <a:pt x="282" y="1148"/>
                  </a:lnTo>
                  <a:lnTo>
                    <a:pt x="282" y="1148"/>
                  </a:lnTo>
                  <a:lnTo>
                    <a:pt x="280" y="1148"/>
                  </a:lnTo>
                  <a:lnTo>
                    <a:pt x="280" y="1148"/>
                  </a:lnTo>
                  <a:lnTo>
                    <a:pt x="278" y="1148"/>
                  </a:lnTo>
                  <a:lnTo>
                    <a:pt x="278" y="1150"/>
                  </a:lnTo>
                  <a:lnTo>
                    <a:pt x="276" y="1150"/>
                  </a:lnTo>
                  <a:lnTo>
                    <a:pt x="276" y="1150"/>
                  </a:lnTo>
                  <a:lnTo>
                    <a:pt x="276" y="1150"/>
                  </a:lnTo>
                  <a:lnTo>
                    <a:pt x="276" y="1150"/>
                  </a:lnTo>
                  <a:lnTo>
                    <a:pt x="274" y="1150"/>
                  </a:lnTo>
                  <a:lnTo>
                    <a:pt x="274" y="1148"/>
                  </a:lnTo>
                  <a:lnTo>
                    <a:pt x="274" y="1148"/>
                  </a:lnTo>
                  <a:lnTo>
                    <a:pt x="274" y="1148"/>
                  </a:lnTo>
                  <a:lnTo>
                    <a:pt x="274" y="1146"/>
                  </a:lnTo>
                  <a:lnTo>
                    <a:pt x="272" y="1144"/>
                  </a:lnTo>
                  <a:lnTo>
                    <a:pt x="272" y="1144"/>
                  </a:lnTo>
                  <a:lnTo>
                    <a:pt x="272" y="1144"/>
                  </a:lnTo>
                  <a:lnTo>
                    <a:pt x="272" y="1144"/>
                  </a:lnTo>
                  <a:lnTo>
                    <a:pt x="270" y="1142"/>
                  </a:lnTo>
                  <a:lnTo>
                    <a:pt x="270" y="1146"/>
                  </a:lnTo>
                  <a:lnTo>
                    <a:pt x="268" y="1148"/>
                  </a:lnTo>
                  <a:lnTo>
                    <a:pt x="266" y="1148"/>
                  </a:lnTo>
                  <a:lnTo>
                    <a:pt x="266" y="1148"/>
                  </a:lnTo>
                  <a:lnTo>
                    <a:pt x="266" y="1148"/>
                  </a:lnTo>
                  <a:lnTo>
                    <a:pt x="266" y="1148"/>
                  </a:lnTo>
                  <a:lnTo>
                    <a:pt x="264" y="1148"/>
                  </a:lnTo>
                  <a:lnTo>
                    <a:pt x="264" y="1148"/>
                  </a:lnTo>
                  <a:lnTo>
                    <a:pt x="264" y="1148"/>
                  </a:lnTo>
                  <a:lnTo>
                    <a:pt x="264" y="1148"/>
                  </a:lnTo>
                  <a:lnTo>
                    <a:pt x="263" y="1148"/>
                  </a:lnTo>
                  <a:lnTo>
                    <a:pt x="263" y="1148"/>
                  </a:lnTo>
                  <a:lnTo>
                    <a:pt x="263" y="1148"/>
                  </a:lnTo>
                  <a:lnTo>
                    <a:pt x="263" y="1148"/>
                  </a:lnTo>
                  <a:lnTo>
                    <a:pt x="261" y="1150"/>
                  </a:lnTo>
                  <a:lnTo>
                    <a:pt x="261" y="1152"/>
                  </a:lnTo>
                  <a:lnTo>
                    <a:pt x="261" y="1152"/>
                  </a:lnTo>
                  <a:lnTo>
                    <a:pt x="259" y="1152"/>
                  </a:lnTo>
                  <a:lnTo>
                    <a:pt x="257" y="1152"/>
                  </a:lnTo>
                  <a:lnTo>
                    <a:pt x="255" y="1152"/>
                  </a:lnTo>
                  <a:lnTo>
                    <a:pt x="255" y="1152"/>
                  </a:lnTo>
                  <a:lnTo>
                    <a:pt x="255" y="1152"/>
                  </a:lnTo>
                  <a:lnTo>
                    <a:pt x="255" y="1152"/>
                  </a:lnTo>
                  <a:lnTo>
                    <a:pt x="255" y="1152"/>
                  </a:lnTo>
                  <a:lnTo>
                    <a:pt x="253" y="1152"/>
                  </a:lnTo>
                  <a:lnTo>
                    <a:pt x="253" y="1152"/>
                  </a:lnTo>
                  <a:lnTo>
                    <a:pt x="253" y="1150"/>
                  </a:lnTo>
                  <a:lnTo>
                    <a:pt x="253" y="1150"/>
                  </a:lnTo>
                  <a:lnTo>
                    <a:pt x="253" y="1150"/>
                  </a:lnTo>
                  <a:lnTo>
                    <a:pt x="255" y="1148"/>
                  </a:lnTo>
                  <a:lnTo>
                    <a:pt x="255" y="1148"/>
                  </a:lnTo>
                  <a:lnTo>
                    <a:pt x="255" y="1148"/>
                  </a:lnTo>
                  <a:lnTo>
                    <a:pt x="255" y="1148"/>
                  </a:lnTo>
                  <a:lnTo>
                    <a:pt x="255" y="1148"/>
                  </a:lnTo>
                  <a:lnTo>
                    <a:pt x="255" y="1146"/>
                  </a:lnTo>
                  <a:lnTo>
                    <a:pt x="253" y="1146"/>
                  </a:lnTo>
                  <a:lnTo>
                    <a:pt x="253" y="1144"/>
                  </a:lnTo>
                  <a:lnTo>
                    <a:pt x="253" y="1144"/>
                  </a:lnTo>
                  <a:lnTo>
                    <a:pt x="251" y="1144"/>
                  </a:lnTo>
                  <a:lnTo>
                    <a:pt x="247" y="1144"/>
                  </a:lnTo>
                  <a:lnTo>
                    <a:pt x="247" y="1144"/>
                  </a:lnTo>
                  <a:lnTo>
                    <a:pt x="247" y="1144"/>
                  </a:lnTo>
                  <a:lnTo>
                    <a:pt x="247" y="1144"/>
                  </a:lnTo>
                  <a:lnTo>
                    <a:pt x="245" y="1142"/>
                  </a:lnTo>
                  <a:lnTo>
                    <a:pt x="241" y="1142"/>
                  </a:lnTo>
                  <a:lnTo>
                    <a:pt x="239" y="1142"/>
                  </a:lnTo>
                  <a:lnTo>
                    <a:pt x="239" y="1142"/>
                  </a:lnTo>
                  <a:lnTo>
                    <a:pt x="237" y="1144"/>
                  </a:lnTo>
                  <a:lnTo>
                    <a:pt x="237" y="1146"/>
                  </a:lnTo>
                  <a:lnTo>
                    <a:pt x="237" y="1146"/>
                  </a:lnTo>
                  <a:lnTo>
                    <a:pt x="237" y="1146"/>
                  </a:lnTo>
                  <a:lnTo>
                    <a:pt x="237" y="1146"/>
                  </a:lnTo>
                  <a:lnTo>
                    <a:pt x="237" y="1148"/>
                  </a:lnTo>
                  <a:lnTo>
                    <a:pt x="237" y="1148"/>
                  </a:lnTo>
                  <a:lnTo>
                    <a:pt x="237" y="1148"/>
                  </a:lnTo>
                  <a:lnTo>
                    <a:pt x="237" y="1148"/>
                  </a:lnTo>
                  <a:lnTo>
                    <a:pt x="237" y="1148"/>
                  </a:lnTo>
                  <a:lnTo>
                    <a:pt x="237" y="1150"/>
                  </a:lnTo>
                  <a:lnTo>
                    <a:pt x="237" y="1150"/>
                  </a:lnTo>
                  <a:lnTo>
                    <a:pt x="239" y="1150"/>
                  </a:lnTo>
                  <a:lnTo>
                    <a:pt x="239" y="1150"/>
                  </a:lnTo>
                  <a:lnTo>
                    <a:pt x="237" y="1150"/>
                  </a:lnTo>
                  <a:lnTo>
                    <a:pt x="235" y="1152"/>
                  </a:lnTo>
                  <a:lnTo>
                    <a:pt x="235" y="1152"/>
                  </a:lnTo>
                  <a:lnTo>
                    <a:pt x="235" y="1152"/>
                  </a:lnTo>
                  <a:lnTo>
                    <a:pt x="235" y="1152"/>
                  </a:lnTo>
                  <a:lnTo>
                    <a:pt x="235" y="1152"/>
                  </a:lnTo>
                  <a:lnTo>
                    <a:pt x="235" y="1152"/>
                  </a:lnTo>
                  <a:lnTo>
                    <a:pt x="235" y="1154"/>
                  </a:lnTo>
                  <a:lnTo>
                    <a:pt x="237" y="1154"/>
                  </a:lnTo>
                  <a:lnTo>
                    <a:pt x="237" y="1154"/>
                  </a:lnTo>
                  <a:lnTo>
                    <a:pt x="237" y="1156"/>
                  </a:lnTo>
                  <a:lnTo>
                    <a:pt x="237" y="1156"/>
                  </a:lnTo>
                  <a:lnTo>
                    <a:pt x="237" y="1156"/>
                  </a:lnTo>
                  <a:lnTo>
                    <a:pt x="235" y="1156"/>
                  </a:lnTo>
                  <a:lnTo>
                    <a:pt x="235" y="1158"/>
                  </a:lnTo>
                  <a:lnTo>
                    <a:pt x="235" y="1158"/>
                  </a:lnTo>
                  <a:lnTo>
                    <a:pt x="235" y="1158"/>
                  </a:lnTo>
                  <a:lnTo>
                    <a:pt x="235" y="1158"/>
                  </a:lnTo>
                  <a:lnTo>
                    <a:pt x="235" y="1158"/>
                  </a:lnTo>
                  <a:lnTo>
                    <a:pt x="237" y="1160"/>
                  </a:lnTo>
                  <a:lnTo>
                    <a:pt x="237" y="1160"/>
                  </a:lnTo>
                  <a:lnTo>
                    <a:pt x="237" y="1160"/>
                  </a:lnTo>
                  <a:lnTo>
                    <a:pt x="237" y="1162"/>
                  </a:lnTo>
                  <a:lnTo>
                    <a:pt x="237" y="1162"/>
                  </a:lnTo>
                  <a:lnTo>
                    <a:pt x="237" y="1162"/>
                  </a:lnTo>
                  <a:lnTo>
                    <a:pt x="237" y="1162"/>
                  </a:lnTo>
                  <a:lnTo>
                    <a:pt x="237" y="1162"/>
                  </a:lnTo>
                  <a:lnTo>
                    <a:pt x="235" y="1162"/>
                  </a:lnTo>
                  <a:lnTo>
                    <a:pt x="235" y="1162"/>
                  </a:lnTo>
                  <a:lnTo>
                    <a:pt x="233" y="1162"/>
                  </a:lnTo>
                  <a:lnTo>
                    <a:pt x="233" y="1162"/>
                  </a:lnTo>
                  <a:lnTo>
                    <a:pt x="233" y="1162"/>
                  </a:lnTo>
                  <a:lnTo>
                    <a:pt x="231" y="1162"/>
                  </a:lnTo>
                  <a:lnTo>
                    <a:pt x="231" y="1162"/>
                  </a:lnTo>
                  <a:lnTo>
                    <a:pt x="231" y="1162"/>
                  </a:lnTo>
                  <a:lnTo>
                    <a:pt x="231" y="1160"/>
                  </a:lnTo>
                  <a:lnTo>
                    <a:pt x="231" y="1160"/>
                  </a:lnTo>
                  <a:lnTo>
                    <a:pt x="229" y="1160"/>
                  </a:lnTo>
                  <a:lnTo>
                    <a:pt x="229" y="1160"/>
                  </a:lnTo>
                  <a:lnTo>
                    <a:pt x="229" y="1160"/>
                  </a:lnTo>
                  <a:lnTo>
                    <a:pt x="229" y="1160"/>
                  </a:lnTo>
                  <a:lnTo>
                    <a:pt x="227" y="1158"/>
                  </a:lnTo>
                  <a:lnTo>
                    <a:pt x="227" y="1158"/>
                  </a:lnTo>
                  <a:lnTo>
                    <a:pt x="227" y="1160"/>
                  </a:lnTo>
                  <a:lnTo>
                    <a:pt x="227" y="1160"/>
                  </a:lnTo>
                  <a:lnTo>
                    <a:pt x="227" y="1160"/>
                  </a:lnTo>
                  <a:lnTo>
                    <a:pt x="225" y="1160"/>
                  </a:lnTo>
                  <a:lnTo>
                    <a:pt x="219" y="1164"/>
                  </a:lnTo>
                  <a:lnTo>
                    <a:pt x="219" y="1164"/>
                  </a:lnTo>
                  <a:lnTo>
                    <a:pt x="219" y="1166"/>
                  </a:lnTo>
                  <a:lnTo>
                    <a:pt x="219" y="1166"/>
                  </a:lnTo>
                  <a:lnTo>
                    <a:pt x="219" y="1166"/>
                  </a:lnTo>
                  <a:lnTo>
                    <a:pt x="219" y="1166"/>
                  </a:lnTo>
                  <a:lnTo>
                    <a:pt x="219" y="1168"/>
                  </a:lnTo>
                  <a:lnTo>
                    <a:pt x="217" y="1170"/>
                  </a:lnTo>
                  <a:lnTo>
                    <a:pt x="215" y="1170"/>
                  </a:lnTo>
                  <a:lnTo>
                    <a:pt x="215" y="1172"/>
                  </a:lnTo>
                  <a:lnTo>
                    <a:pt x="215" y="1172"/>
                  </a:lnTo>
                  <a:lnTo>
                    <a:pt x="215" y="1172"/>
                  </a:lnTo>
                  <a:lnTo>
                    <a:pt x="213" y="1172"/>
                  </a:lnTo>
                  <a:lnTo>
                    <a:pt x="213" y="1172"/>
                  </a:lnTo>
                  <a:lnTo>
                    <a:pt x="212" y="1172"/>
                  </a:lnTo>
                  <a:lnTo>
                    <a:pt x="212" y="1172"/>
                  </a:lnTo>
                  <a:lnTo>
                    <a:pt x="212" y="1170"/>
                  </a:lnTo>
                  <a:lnTo>
                    <a:pt x="212" y="1158"/>
                  </a:lnTo>
                  <a:lnTo>
                    <a:pt x="212" y="1156"/>
                  </a:lnTo>
                  <a:lnTo>
                    <a:pt x="212" y="1156"/>
                  </a:lnTo>
                  <a:lnTo>
                    <a:pt x="212" y="1156"/>
                  </a:lnTo>
                  <a:lnTo>
                    <a:pt x="210" y="1156"/>
                  </a:lnTo>
                  <a:lnTo>
                    <a:pt x="210" y="1154"/>
                  </a:lnTo>
                  <a:lnTo>
                    <a:pt x="210" y="1154"/>
                  </a:lnTo>
                  <a:lnTo>
                    <a:pt x="210" y="1150"/>
                  </a:lnTo>
                  <a:lnTo>
                    <a:pt x="210" y="1150"/>
                  </a:lnTo>
                  <a:lnTo>
                    <a:pt x="210" y="1150"/>
                  </a:lnTo>
                  <a:lnTo>
                    <a:pt x="210" y="1150"/>
                  </a:lnTo>
                  <a:lnTo>
                    <a:pt x="210" y="1148"/>
                  </a:lnTo>
                  <a:lnTo>
                    <a:pt x="208" y="1148"/>
                  </a:lnTo>
                  <a:lnTo>
                    <a:pt x="208" y="1146"/>
                  </a:lnTo>
                  <a:lnTo>
                    <a:pt x="208" y="1144"/>
                  </a:lnTo>
                  <a:lnTo>
                    <a:pt x="208" y="1144"/>
                  </a:lnTo>
                  <a:lnTo>
                    <a:pt x="208" y="1144"/>
                  </a:lnTo>
                  <a:lnTo>
                    <a:pt x="208" y="1144"/>
                  </a:lnTo>
                  <a:lnTo>
                    <a:pt x="208" y="1142"/>
                  </a:lnTo>
                  <a:lnTo>
                    <a:pt x="204" y="1142"/>
                  </a:lnTo>
                  <a:lnTo>
                    <a:pt x="202" y="1142"/>
                  </a:lnTo>
                  <a:lnTo>
                    <a:pt x="202" y="1142"/>
                  </a:lnTo>
                  <a:lnTo>
                    <a:pt x="202" y="1142"/>
                  </a:lnTo>
                  <a:lnTo>
                    <a:pt x="200" y="1142"/>
                  </a:lnTo>
                  <a:lnTo>
                    <a:pt x="200" y="1142"/>
                  </a:lnTo>
                  <a:lnTo>
                    <a:pt x="200" y="1142"/>
                  </a:lnTo>
                  <a:lnTo>
                    <a:pt x="200" y="1140"/>
                  </a:lnTo>
                  <a:lnTo>
                    <a:pt x="200" y="1140"/>
                  </a:lnTo>
                  <a:lnTo>
                    <a:pt x="200" y="1140"/>
                  </a:lnTo>
                  <a:lnTo>
                    <a:pt x="198" y="1139"/>
                  </a:lnTo>
                  <a:lnTo>
                    <a:pt x="198" y="1139"/>
                  </a:lnTo>
                  <a:lnTo>
                    <a:pt x="198" y="1139"/>
                  </a:lnTo>
                  <a:lnTo>
                    <a:pt x="198" y="1139"/>
                  </a:lnTo>
                  <a:lnTo>
                    <a:pt x="198" y="1139"/>
                  </a:lnTo>
                  <a:lnTo>
                    <a:pt x="200" y="1137"/>
                  </a:lnTo>
                  <a:lnTo>
                    <a:pt x="202" y="1137"/>
                  </a:lnTo>
                  <a:lnTo>
                    <a:pt x="204" y="1137"/>
                  </a:lnTo>
                  <a:lnTo>
                    <a:pt x="204" y="1135"/>
                  </a:lnTo>
                  <a:lnTo>
                    <a:pt x="204" y="1135"/>
                  </a:lnTo>
                  <a:lnTo>
                    <a:pt x="204" y="1135"/>
                  </a:lnTo>
                  <a:lnTo>
                    <a:pt x="204" y="1135"/>
                  </a:lnTo>
                  <a:lnTo>
                    <a:pt x="204" y="1133"/>
                  </a:lnTo>
                  <a:lnTo>
                    <a:pt x="202" y="1133"/>
                  </a:lnTo>
                  <a:lnTo>
                    <a:pt x="202" y="1133"/>
                  </a:lnTo>
                  <a:lnTo>
                    <a:pt x="202" y="1131"/>
                  </a:lnTo>
                  <a:lnTo>
                    <a:pt x="202" y="1131"/>
                  </a:lnTo>
                  <a:lnTo>
                    <a:pt x="202" y="1129"/>
                  </a:lnTo>
                  <a:lnTo>
                    <a:pt x="202" y="1129"/>
                  </a:lnTo>
                  <a:lnTo>
                    <a:pt x="200" y="1127"/>
                  </a:lnTo>
                  <a:lnTo>
                    <a:pt x="200" y="1125"/>
                  </a:lnTo>
                  <a:lnTo>
                    <a:pt x="200" y="1125"/>
                  </a:lnTo>
                  <a:lnTo>
                    <a:pt x="200" y="1123"/>
                  </a:lnTo>
                  <a:lnTo>
                    <a:pt x="200" y="1123"/>
                  </a:lnTo>
                  <a:lnTo>
                    <a:pt x="200" y="1123"/>
                  </a:lnTo>
                  <a:lnTo>
                    <a:pt x="200" y="1123"/>
                  </a:lnTo>
                  <a:lnTo>
                    <a:pt x="200" y="1121"/>
                  </a:lnTo>
                  <a:lnTo>
                    <a:pt x="198" y="1121"/>
                  </a:lnTo>
                  <a:lnTo>
                    <a:pt x="198" y="1121"/>
                  </a:lnTo>
                  <a:lnTo>
                    <a:pt x="198" y="1119"/>
                  </a:lnTo>
                  <a:lnTo>
                    <a:pt x="198" y="1119"/>
                  </a:lnTo>
                  <a:lnTo>
                    <a:pt x="196" y="1119"/>
                  </a:lnTo>
                  <a:lnTo>
                    <a:pt x="196" y="1119"/>
                  </a:lnTo>
                  <a:lnTo>
                    <a:pt x="196" y="1121"/>
                  </a:lnTo>
                  <a:lnTo>
                    <a:pt x="196" y="1121"/>
                  </a:lnTo>
                  <a:lnTo>
                    <a:pt x="196" y="1121"/>
                  </a:lnTo>
                  <a:lnTo>
                    <a:pt x="194" y="1121"/>
                  </a:lnTo>
                  <a:lnTo>
                    <a:pt x="194" y="1121"/>
                  </a:lnTo>
                  <a:lnTo>
                    <a:pt x="194" y="1119"/>
                  </a:lnTo>
                  <a:lnTo>
                    <a:pt x="194" y="1119"/>
                  </a:lnTo>
                  <a:lnTo>
                    <a:pt x="194" y="1119"/>
                  </a:lnTo>
                  <a:lnTo>
                    <a:pt x="192" y="1119"/>
                  </a:lnTo>
                  <a:lnTo>
                    <a:pt x="192" y="1119"/>
                  </a:lnTo>
                  <a:lnTo>
                    <a:pt x="190" y="1121"/>
                  </a:lnTo>
                  <a:lnTo>
                    <a:pt x="190" y="1121"/>
                  </a:lnTo>
                  <a:lnTo>
                    <a:pt x="190" y="1121"/>
                  </a:lnTo>
                  <a:lnTo>
                    <a:pt x="190" y="1121"/>
                  </a:lnTo>
                  <a:lnTo>
                    <a:pt x="190" y="1121"/>
                  </a:lnTo>
                  <a:lnTo>
                    <a:pt x="190" y="1119"/>
                  </a:lnTo>
                  <a:lnTo>
                    <a:pt x="190" y="1119"/>
                  </a:lnTo>
                  <a:lnTo>
                    <a:pt x="190" y="1119"/>
                  </a:lnTo>
                  <a:lnTo>
                    <a:pt x="190" y="1119"/>
                  </a:lnTo>
                  <a:lnTo>
                    <a:pt x="190" y="1119"/>
                  </a:lnTo>
                  <a:lnTo>
                    <a:pt x="190" y="1117"/>
                  </a:lnTo>
                  <a:lnTo>
                    <a:pt x="190" y="1117"/>
                  </a:lnTo>
                  <a:lnTo>
                    <a:pt x="188" y="1117"/>
                  </a:lnTo>
                  <a:lnTo>
                    <a:pt x="188" y="1117"/>
                  </a:lnTo>
                  <a:lnTo>
                    <a:pt x="188" y="1115"/>
                  </a:lnTo>
                  <a:lnTo>
                    <a:pt x="188" y="1115"/>
                  </a:lnTo>
                  <a:lnTo>
                    <a:pt x="188" y="1115"/>
                  </a:lnTo>
                  <a:lnTo>
                    <a:pt x="190" y="1113"/>
                  </a:lnTo>
                  <a:lnTo>
                    <a:pt x="190" y="1113"/>
                  </a:lnTo>
                  <a:lnTo>
                    <a:pt x="190" y="1113"/>
                  </a:lnTo>
                  <a:lnTo>
                    <a:pt x="190" y="1113"/>
                  </a:lnTo>
                  <a:lnTo>
                    <a:pt x="190" y="1111"/>
                  </a:lnTo>
                  <a:lnTo>
                    <a:pt x="190" y="1109"/>
                  </a:lnTo>
                  <a:lnTo>
                    <a:pt x="190" y="1109"/>
                  </a:lnTo>
                  <a:lnTo>
                    <a:pt x="190" y="1107"/>
                  </a:lnTo>
                  <a:lnTo>
                    <a:pt x="192" y="1107"/>
                  </a:lnTo>
                  <a:lnTo>
                    <a:pt x="192" y="1107"/>
                  </a:lnTo>
                  <a:lnTo>
                    <a:pt x="192" y="1107"/>
                  </a:lnTo>
                  <a:lnTo>
                    <a:pt x="192" y="1107"/>
                  </a:lnTo>
                  <a:lnTo>
                    <a:pt x="194" y="1107"/>
                  </a:lnTo>
                  <a:lnTo>
                    <a:pt x="194" y="1107"/>
                  </a:lnTo>
                  <a:lnTo>
                    <a:pt x="194" y="1107"/>
                  </a:lnTo>
                  <a:lnTo>
                    <a:pt x="192" y="1105"/>
                  </a:lnTo>
                  <a:lnTo>
                    <a:pt x="192" y="1105"/>
                  </a:lnTo>
                  <a:lnTo>
                    <a:pt x="192" y="1105"/>
                  </a:lnTo>
                  <a:lnTo>
                    <a:pt x="192" y="1105"/>
                  </a:lnTo>
                  <a:lnTo>
                    <a:pt x="192" y="1103"/>
                  </a:lnTo>
                  <a:lnTo>
                    <a:pt x="190" y="1103"/>
                  </a:lnTo>
                  <a:lnTo>
                    <a:pt x="190" y="1103"/>
                  </a:lnTo>
                  <a:lnTo>
                    <a:pt x="188" y="1103"/>
                  </a:lnTo>
                  <a:lnTo>
                    <a:pt x="188" y="1103"/>
                  </a:lnTo>
                  <a:lnTo>
                    <a:pt x="188" y="1101"/>
                  </a:lnTo>
                  <a:lnTo>
                    <a:pt x="186" y="1101"/>
                  </a:lnTo>
                  <a:lnTo>
                    <a:pt x="186" y="1101"/>
                  </a:lnTo>
                  <a:lnTo>
                    <a:pt x="186" y="1101"/>
                  </a:lnTo>
                  <a:lnTo>
                    <a:pt x="184" y="1101"/>
                  </a:lnTo>
                  <a:lnTo>
                    <a:pt x="184" y="1101"/>
                  </a:lnTo>
                  <a:lnTo>
                    <a:pt x="184" y="1099"/>
                  </a:lnTo>
                  <a:lnTo>
                    <a:pt x="184" y="1099"/>
                  </a:lnTo>
                  <a:lnTo>
                    <a:pt x="184" y="1097"/>
                  </a:lnTo>
                  <a:lnTo>
                    <a:pt x="182" y="1097"/>
                  </a:lnTo>
                  <a:lnTo>
                    <a:pt x="182" y="1095"/>
                  </a:lnTo>
                  <a:lnTo>
                    <a:pt x="182" y="1095"/>
                  </a:lnTo>
                  <a:lnTo>
                    <a:pt x="180" y="1093"/>
                  </a:lnTo>
                  <a:lnTo>
                    <a:pt x="180" y="1093"/>
                  </a:lnTo>
                  <a:lnTo>
                    <a:pt x="180" y="1093"/>
                  </a:lnTo>
                  <a:lnTo>
                    <a:pt x="180" y="1095"/>
                  </a:lnTo>
                  <a:lnTo>
                    <a:pt x="180" y="1095"/>
                  </a:lnTo>
                  <a:lnTo>
                    <a:pt x="178" y="1095"/>
                  </a:lnTo>
                  <a:lnTo>
                    <a:pt x="178" y="1095"/>
                  </a:lnTo>
                  <a:lnTo>
                    <a:pt x="178" y="1095"/>
                  </a:lnTo>
                  <a:lnTo>
                    <a:pt x="176" y="1095"/>
                  </a:lnTo>
                  <a:lnTo>
                    <a:pt x="176" y="1095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4" y="1097"/>
                  </a:lnTo>
                  <a:lnTo>
                    <a:pt x="174" y="1097"/>
                  </a:lnTo>
                  <a:lnTo>
                    <a:pt x="174" y="1095"/>
                  </a:lnTo>
                  <a:lnTo>
                    <a:pt x="174" y="1095"/>
                  </a:lnTo>
                  <a:lnTo>
                    <a:pt x="174" y="1095"/>
                  </a:lnTo>
                  <a:lnTo>
                    <a:pt x="172" y="1093"/>
                  </a:lnTo>
                  <a:lnTo>
                    <a:pt x="172" y="1091"/>
                  </a:lnTo>
                  <a:lnTo>
                    <a:pt x="172" y="1091"/>
                  </a:lnTo>
                  <a:lnTo>
                    <a:pt x="170" y="1091"/>
                  </a:lnTo>
                  <a:lnTo>
                    <a:pt x="170" y="1091"/>
                  </a:lnTo>
                  <a:lnTo>
                    <a:pt x="170" y="1091"/>
                  </a:lnTo>
                  <a:lnTo>
                    <a:pt x="170" y="1091"/>
                  </a:lnTo>
                  <a:lnTo>
                    <a:pt x="170" y="1093"/>
                  </a:lnTo>
                  <a:lnTo>
                    <a:pt x="170" y="1093"/>
                  </a:lnTo>
                  <a:lnTo>
                    <a:pt x="168" y="1093"/>
                  </a:lnTo>
                  <a:lnTo>
                    <a:pt x="168" y="1093"/>
                  </a:lnTo>
                  <a:lnTo>
                    <a:pt x="168" y="1093"/>
                  </a:lnTo>
                  <a:lnTo>
                    <a:pt x="166" y="1093"/>
                  </a:lnTo>
                  <a:lnTo>
                    <a:pt x="166" y="1093"/>
                  </a:lnTo>
                  <a:lnTo>
                    <a:pt x="166" y="1095"/>
                  </a:lnTo>
                  <a:lnTo>
                    <a:pt x="166" y="1095"/>
                  </a:lnTo>
                  <a:lnTo>
                    <a:pt x="166" y="1095"/>
                  </a:lnTo>
                  <a:lnTo>
                    <a:pt x="166" y="1095"/>
                  </a:lnTo>
                  <a:lnTo>
                    <a:pt x="166" y="1097"/>
                  </a:lnTo>
                  <a:lnTo>
                    <a:pt x="166" y="1097"/>
                  </a:lnTo>
                  <a:lnTo>
                    <a:pt x="166" y="1097"/>
                  </a:lnTo>
                  <a:lnTo>
                    <a:pt x="166" y="1097"/>
                  </a:lnTo>
                  <a:lnTo>
                    <a:pt x="164" y="1097"/>
                  </a:lnTo>
                  <a:lnTo>
                    <a:pt x="162" y="1097"/>
                  </a:lnTo>
                  <a:lnTo>
                    <a:pt x="162" y="1097"/>
                  </a:lnTo>
                  <a:lnTo>
                    <a:pt x="162" y="1097"/>
                  </a:lnTo>
                  <a:lnTo>
                    <a:pt x="162" y="1097"/>
                  </a:lnTo>
                  <a:lnTo>
                    <a:pt x="162" y="1095"/>
                  </a:lnTo>
                  <a:lnTo>
                    <a:pt x="162" y="1095"/>
                  </a:lnTo>
                  <a:lnTo>
                    <a:pt x="162" y="1095"/>
                  </a:lnTo>
                  <a:lnTo>
                    <a:pt x="162" y="1095"/>
                  </a:lnTo>
                  <a:lnTo>
                    <a:pt x="161" y="1093"/>
                  </a:lnTo>
                  <a:lnTo>
                    <a:pt x="159" y="1093"/>
                  </a:lnTo>
                  <a:lnTo>
                    <a:pt x="159" y="1093"/>
                  </a:lnTo>
                  <a:lnTo>
                    <a:pt x="159" y="1093"/>
                  </a:lnTo>
                  <a:lnTo>
                    <a:pt x="159" y="1093"/>
                  </a:lnTo>
                  <a:lnTo>
                    <a:pt x="159" y="1091"/>
                  </a:lnTo>
                  <a:lnTo>
                    <a:pt x="159" y="1091"/>
                  </a:lnTo>
                  <a:lnTo>
                    <a:pt x="159" y="1091"/>
                  </a:lnTo>
                  <a:lnTo>
                    <a:pt x="159" y="1091"/>
                  </a:lnTo>
                  <a:lnTo>
                    <a:pt x="162" y="1089"/>
                  </a:lnTo>
                  <a:lnTo>
                    <a:pt x="162" y="1089"/>
                  </a:lnTo>
                  <a:lnTo>
                    <a:pt x="162" y="1087"/>
                  </a:lnTo>
                  <a:lnTo>
                    <a:pt x="162" y="1085"/>
                  </a:lnTo>
                  <a:lnTo>
                    <a:pt x="162" y="1085"/>
                  </a:lnTo>
                  <a:lnTo>
                    <a:pt x="162" y="1085"/>
                  </a:lnTo>
                  <a:lnTo>
                    <a:pt x="162" y="1085"/>
                  </a:lnTo>
                  <a:lnTo>
                    <a:pt x="162" y="1084"/>
                  </a:lnTo>
                  <a:lnTo>
                    <a:pt x="162" y="1084"/>
                  </a:lnTo>
                  <a:lnTo>
                    <a:pt x="162" y="1084"/>
                  </a:lnTo>
                  <a:lnTo>
                    <a:pt x="162" y="1082"/>
                  </a:lnTo>
                  <a:lnTo>
                    <a:pt x="159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78"/>
                  </a:lnTo>
                  <a:lnTo>
                    <a:pt x="157" y="1080"/>
                  </a:lnTo>
                  <a:lnTo>
                    <a:pt x="157" y="1080"/>
                  </a:lnTo>
                  <a:lnTo>
                    <a:pt x="155" y="1080"/>
                  </a:lnTo>
                  <a:lnTo>
                    <a:pt x="153" y="1080"/>
                  </a:lnTo>
                  <a:lnTo>
                    <a:pt x="153" y="1080"/>
                  </a:lnTo>
                  <a:lnTo>
                    <a:pt x="153" y="1080"/>
                  </a:lnTo>
                  <a:lnTo>
                    <a:pt x="153" y="1080"/>
                  </a:lnTo>
                  <a:lnTo>
                    <a:pt x="151" y="1080"/>
                  </a:lnTo>
                  <a:lnTo>
                    <a:pt x="151" y="1080"/>
                  </a:lnTo>
                  <a:lnTo>
                    <a:pt x="149" y="1080"/>
                  </a:lnTo>
                  <a:lnTo>
                    <a:pt x="149" y="1080"/>
                  </a:lnTo>
                  <a:lnTo>
                    <a:pt x="149" y="1080"/>
                  </a:lnTo>
                  <a:lnTo>
                    <a:pt x="149" y="1082"/>
                  </a:lnTo>
                  <a:lnTo>
                    <a:pt x="149" y="1082"/>
                  </a:lnTo>
                  <a:lnTo>
                    <a:pt x="149" y="1082"/>
                  </a:lnTo>
                  <a:lnTo>
                    <a:pt x="149" y="1084"/>
                  </a:lnTo>
                  <a:lnTo>
                    <a:pt x="151" y="1084"/>
                  </a:lnTo>
                  <a:lnTo>
                    <a:pt x="151" y="1085"/>
                  </a:lnTo>
                  <a:lnTo>
                    <a:pt x="151" y="1085"/>
                  </a:lnTo>
                  <a:lnTo>
                    <a:pt x="149" y="1085"/>
                  </a:lnTo>
                  <a:lnTo>
                    <a:pt x="145" y="1084"/>
                  </a:lnTo>
                  <a:lnTo>
                    <a:pt x="145" y="1084"/>
                  </a:lnTo>
                  <a:lnTo>
                    <a:pt x="145" y="1082"/>
                  </a:lnTo>
                  <a:lnTo>
                    <a:pt x="145" y="1082"/>
                  </a:lnTo>
                  <a:lnTo>
                    <a:pt x="145" y="1082"/>
                  </a:lnTo>
                  <a:lnTo>
                    <a:pt x="145" y="1082"/>
                  </a:lnTo>
                  <a:lnTo>
                    <a:pt x="145" y="1082"/>
                  </a:lnTo>
                  <a:lnTo>
                    <a:pt x="145" y="1080"/>
                  </a:lnTo>
                  <a:lnTo>
                    <a:pt x="145" y="1080"/>
                  </a:lnTo>
                  <a:lnTo>
                    <a:pt x="145" y="1080"/>
                  </a:lnTo>
                  <a:lnTo>
                    <a:pt x="145" y="1080"/>
                  </a:lnTo>
                  <a:lnTo>
                    <a:pt x="147" y="1080"/>
                  </a:lnTo>
                  <a:lnTo>
                    <a:pt x="147" y="1078"/>
                  </a:lnTo>
                  <a:lnTo>
                    <a:pt x="145" y="1078"/>
                  </a:lnTo>
                  <a:lnTo>
                    <a:pt x="145" y="1078"/>
                  </a:lnTo>
                  <a:lnTo>
                    <a:pt x="145" y="1078"/>
                  </a:lnTo>
                  <a:lnTo>
                    <a:pt x="145" y="1076"/>
                  </a:lnTo>
                  <a:lnTo>
                    <a:pt x="145" y="1076"/>
                  </a:lnTo>
                  <a:lnTo>
                    <a:pt x="145" y="1076"/>
                  </a:lnTo>
                  <a:lnTo>
                    <a:pt x="145" y="1074"/>
                  </a:lnTo>
                  <a:lnTo>
                    <a:pt x="145" y="1074"/>
                  </a:lnTo>
                  <a:lnTo>
                    <a:pt x="145" y="1074"/>
                  </a:lnTo>
                  <a:lnTo>
                    <a:pt x="145" y="1074"/>
                  </a:lnTo>
                  <a:lnTo>
                    <a:pt x="147" y="1072"/>
                  </a:lnTo>
                  <a:lnTo>
                    <a:pt x="147" y="1072"/>
                  </a:lnTo>
                  <a:lnTo>
                    <a:pt x="145" y="1072"/>
                  </a:lnTo>
                  <a:lnTo>
                    <a:pt x="145" y="1070"/>
                  </a:lnTo>
                  <a:lnTo>
                    <a:pt x="145" y="1070"/>
                  </a:lnTo>
                  <a:lnTo>
                    <a:pt x="147" y="1066"/>
                  </a:lnTo>
                  <a:lnTo>
                    <a:pt x="147" y="1066"/>
                  </a:lnTo>
                  <a:lnTo>
                    <a:pt x="147" y="1066"/>
                  </a:lnTo>
                  <a:lnTo>
                    <a:pt x="147" y="1066"/>
                  </a:lnTo>
                  <a:lnTo>
                    <a:pt x="147" y="1066"/>
                  </a:lnTo>
                  <a:lnTo>
                    <a:pt x="147" y="1066"/>
                  </a:lnTo>
                  <a:lnTo>
                    <a:pt x="149" y="1066"/>
                  </a:lnTo>
                  <a:lnTo>
                    <a:pt x="149" y="1064"/>
                  </a:lnTo>
                  <a:lnTo>
                    <a:pt x="149" y="1064"/>
                  </a:lnTo>
                  <a:lnTo>
                    <a:pt x="149" y="1064"/>
                  </a:lnTo>
                  <a:lnTo>
                    <a:pt x="149" y="1064"/>
                  </a:lnTo>
                  <a:lnTo>
                    <a:pt x="147" y="1064"/>
                  </a:lnTo>
                  <a:lnTo>
                    <a:pt x="147" y="1062"/>
                  </a:lnTo>
                  <a:lnTo>
                    <a:pt x="145" y="1060"/>
                  </a:lnTo>
                  <a:lnTo>
                    <a:pt x="145" y="1060"/>
                  </a:lnTo>
                  <a:lnTo>
                    <a:pt x="145" y="1060"/>
                  </a:lnTo>
                  <a:lnTo>
                    <a:pt x="145" y="1060"/>
                  </a:lnTo>
                  <a:lnTo>
                    <a:pt x="143" y="1060"/>
                  </a:lnTo>
                  <a:lnTo>
                    <a:pt x="143" y="1060"/>
                  </a:lnTo>
                  <a:lnTo>
                    <a:pt x="143" y="1060"/>
                  </a:lnTo>
                  <a:lnTo>
                    <a:pt x="143" y="1060"/>
                  </a:lnTo>
                  <a:lnTo>
                    <a:pt x="143" y="1058"/>
                  </a:lnTo>
                  <a:lnTo>
                    <a:pt x="143" y="1056"/>
                  </a:lnTo>
                  <a:lnTo>
                    <a:pt x="143" y="1056"/>
                  </a:lnTo>
                  <a:lnTo>
                    <a:pt x="143" y="1056"/>
                  </a:lnTo>
                  <a:lnTo>
                    <a:pt x="143" y="1056"/>
                  </a:lnTo>
                  <a:lnTo>
                    <a:pt x="143" y="1054"/>
                  </a:lnTo>
                  <a:lnTo>
                    <a:pt x="143" y="1054"/>
                  </a:lnTo>
                  <a:lnTo>
                    <a:pt x="143" y="1054"/>
                  </a:lnTo>
                  <a:lnTo>
                    <a:pt x="145" y="1054"/>
                  </a:lnTo>
                  <a:lnTo>
                    <a:pt x="145" y="1054"/>
                  </a:lnTo>
                  <a:lnTo>
                    <a:pt x="147" y="1054"/>
                  </a:lnTo>
                  <a:lnTo>
                    <a:pt x="149" y="1052"/>
                  </a:lnTo>
                  <a:lnTo>
                    <a:pt x="149" y="1052"/>
                  </a:lnTo>
                  <a:lnTo>
                    <a:pt x="149" y="1052"/>
                  </a:lnTo>
                  <a:lnTo>
                    <a:pt x="149" y="1050"/>
                  </a:lnTo>
                  <a:lnTo>
                    <a:pt x="149" y="1048"/>
                  </a:lnTo>
                  <a:lnTo>
                    <a:pt x="149" y="1046"/>
                  </a:lnTo>
                  <a:lnTo>
                    <a:pt x="149" y="1044"/>
                  </a:lnTo>
                  <a:lnTo>
                    <a:pt x="149" y="1044"/>
                  </a:lnTo>
                  <a:lnTo>
                    <a:pt x="149" y="1044"/>
                  </a:lnTo>
                  <a:lnTo>
                    <a:pt x="149" y="1044"/>
                  </a:lnTo>
                  <a:lnTo>
                    <a:pt x="149" y="1042"/>
                  </a:lnTo>
                  <a:lnTo>
                    <a:pt x="149" y="1042"/>
                  </a:lnTo>
                  <a:lnTo>
                    <a:pt x="149" y="1042"/>
                  </a:lnTo>
                  <a:lnTo>
                    <a:pt x="149" y="1040"/>
                  </a:lnTo>
                  <a:lnTo>
                    <a:pt x="151" y="1040"/>
                  </a:lnTo>
                  <a:lnTo>
                    <a:pt x="151" y="1038"/>
                  </a:lnTo>
                  <a:lnTo>
                    <a:pt x="151" y="1038"/>
                  </a:lnTo>
                  <a:lnTo>
                    <a:pt x="149" y="1036"/>
                  </a:lnTo>
                  <a:lnTo>
                    <a:pt x="149" y="1036"/>
                  </a:lnTo>
                  <a:lnTo>
                    <a:pt x="149" y="1036"/>
                  </a:lnTo>
                  <a:lnTo>
                    <a:pt x="149" y="1034"/>
                  </a:lnTo>
                  <a:lnTo>
                    <a:pt x="149" y="1034"/>
                  </a:lnTo>
                  <a:lnTo>
                    <a:pt x="151" y="1034"/>
                  </a:lnTo>
                  <a:lnTo>
                    <a:pt x="151" y="1032"/>
                  </a:lnTo>
                  <a:lnTo>
                    <a:pt x="153" y="1032"/>
                  </a:lnTo>
                  <a:lnTo>
                    <a:pt x="153" y="1032"/>
                  </a:lnTo>
                  <a:lnTo>
                    <a:pt x="155" y="1032"/>
                  </a:lnTo>
                  <a:lnTo>
                    <a:pt x="155" y="1032"/>
                  </a:lnTo>
                  <a:lnTo>
                    <a:pt x="155" y="1032"/>
                  </a:lnTo>
                  <a:lnTo>
                    <a:pt x="155" y="1032"/>
                  </a:lnTo>
                  <a:lnTo>
                    <a:pt x="155" y="1031"/>
                  </a:lnTo>
                  <a:lnTo>
                    <a:pt x="157" y="1027"/>
                  </a:lnTo>
                  <a:lnTo>
                    <a:pt x="157" y="1025"/>
                  </a:lnTo>
                  <a:lnTo>
                    <a:pt x="157" y="1023"/>
                  </a:lnTo>
                  <a:lnTo>
                    <a:pt x="159" y="1021"/>
                  </a:lnTo>
                  <a:lnTo>
                    <a:pt x="159" y="1021"/>
                  </a:lnTo>
                  <a:lnTo>
                    <a:pt x="161" y="1021"/>
                  </a:lnTo>
                  <a:lnTo>
                    <a:pt x="161" y="1021"/>
                  </a:lnTo>
                  <a:lnTo>
                    <a:pt x="161" y="1021"/>
                  </a:lnTo>
                  <a:lnTo>
                    <a:pt x="164" y="1023"/>
                  </a:lnTo>
                  <a:lnTo>
                    <a:pt x="164" y="1023"/>
                  </a:lnTo>
                  <a:lnTo>
                    <a:pt x="164" y="1023"/>
                  </a:lnTo>
                  <a:lnTo>
                    <a:pt x="164" y="1023"/>
                  </a:lnTo>
                  <a:lnTo>
                    <a:pt x="166" y="1023"/>
                  </a:lnTo>
                  <a:lnTo>
                    <a:pt x="166" y="1021"/>
                  </a:lnTo>
                  <a:lnTo>
                    <a:pt x="166" y="1021"/>
                  </a:lnTo>
                  <a:lnTo>
                    <a:pt x="166" y="1021"/>
                  </a:lnTo>
                  <a:lnTo>
                    <a:pt x="166" y="1021"/>
                  </a:lnTo>
                  <a:lnTo>
                    <a:pt x="166" y="1021"/>
                  </a:lnTo>
                  <a:lnTo>
                    <a:pt x="166" y="1021"/>
                  </a:lnTo>
                  <a:lnTo>
                    <a:pt x="166" y="1019"/>
                  </a:lnTo>
                  <a:lnTo>
                    <a:pt x="166" y="1019"/>
                  </a:lnTo>
                  <a:lnTo>
                    <a:pt x="166" y="1019"/>
                  </a:lnTo>
                  <a:lnTo>
                    <a:pt x="164" y="1015"/>
                  </a:lnTo>
                  <a:lnTo>
                    <a:pt x="162" y="1013"/>
                  </a:lnTo>
                  <a:lnTo>
                    <a:pt x="162" y="1013"/>
                  </a:lnTo>
                  <a:lnTo>
                    <a:pt x="162" y="1013"/>
                  </a:lnTo>
                  <a:lnTo>
                    <a:pt x="162" y="1011"/>
                  </a:lnTo>
                  <a:lnTo>
                    <a:pt x="162" y="1011"/>
                  </a:lnTo>
                  <a:lnTo>
                    <a:pt x="161" y="1011"/>
                  </a:lnTo>
                  <a:lnTo>
                    <a:pt x="161" y="1011"/>
                  </a:lnTo>
                  <a:lnTo>
                    <a:pt x="161" y="1011"/>
                  </a:lnTo>
                  <a:lnTo>
                    <a:pt x="161" y="1011"/>
                  </a:lnTo>
                  <a:lnTo>
                    <a:pt x="161" y="1011"/>
                  </a:lnTo>
                  <a:lnTo>
                    <a:pt x="161" y="1009"/>
                  </a:lnTo>
                  <a:lnTo>
                    <a:pt x="161" y="1009"/>
                  </a:lnTo>
                  <a:lnTo>
                    <a:pt x="161" y="1009"/>
                  </a:lnTo>
                  <a:lnTo>
                    <a:pt x="161" y="1009"/>
                  </a:lnTo>
                  <a:lnTo>
                    <a:pt x="159" y="1009"/>
                  </a:lnTo>
                  <a:lnTo>
                    <a:pt x="159" y="1009"/>
                  </a:lnTo>
                  <a:lnTo>
                    <a:pt x="159" y="1009"/>
                  </a:lnTo>
                  <a:lnTo>
                    <a:pt x="159" y="1009"/>
                  </a:lnTo>
                  <a:lnTo>
                    <a:pt x="159" y="1007"/>
                  </a:lnTo>
                  <a:lnTo>
                    <a:pt x="159" y="1007"/>
                  </a:lnTo>
                  <a:lnTo>
                    <a:pt x="159" y="1007"/>
                  </a:lnTo>
                  <a:lnTo>
                    <a:pt x="157" y="1007"/>
                  </a:lnTo>
                  <a:lnTo>
                    <a:pt x="157" y="1007"/>
                  </a:lnTo>
                  <a:lnTo>
                    <a:pt x="157" y="1005"/>
                  </a:lnTo>
                  <a:lnTo>
                    <a:pt x="157" y="1005"/>
                  </a:lnTo>
                  <a:lnTo>
                    <a:pt x="157" y="1005"/>
                  </a:lnTo>
                  <a:lnTo>
                    <a:pt x="157" y="1003"/>
                  </a:lnTo>
                  <a:lnTo>
                    <a:pt x="157" y="1003"/>
                  </a:lnTo>
                  <a:lnTo>
                    <a:pt x="157" y="1003"/>
                  </a:lnTo>
                  <a:lnTo>
                    <a:pt x="157" y="1001"/>
                  </a:lnTo>
                  <a:lnTo>
                    <a:pt x="157" y="1001"/>
                  </a:lnTo>
                  <a:lnTo>
                    <a:pt x="157" y="1001"/>
                  </a:lnTo>
                  <a:lnTo>
                    <a:pt x="157" y="999"/>
                  </a:lnTo>
                  <a:lnTo>
                    <a:pt x="157" y="999"/>
                  </a:lnTo>
                  <a:lnTo>
                    <a:pt x="155" y="999"/>
                  </a:lnTo>
                  <a:lnTo>
                    <a:pt x="155" y="999"/>
                  </a:lnTo>
                  <a:lnTo>
                    <a:pt x="157" y="997"/>
                  </a:lnTo>
                  <a:lnTo>
                    <a:pt x="162" y="997"/>
                  </a:lnTo>
                  <a:lnTo>
                    <a:pt x="168" y="993"/>
                  </a:lnTo>
                  <a:lnTo>
                    <a:pt x="170" y="993"/>
                  </a:lnTo>
                  <a:lnTo>
                    <a:pt x="170" y="991"/>
                  </a:lnTo>
                  <a:lnTo>
                    <a:pt x="172" y="991"/>
                  </a:lnTo>
                  <a:lnTo>
                    <a:pt x="172" y="989"/>
                  </a:lnTo>
                  <a:lnTo>
                    <a:pt x="172" y="989"/>
                  </a:lnTo>
                  <a:lnTo>
                    <a:pt x="172" y="989"/>
                  </a:lnTo>
                  <a:lnTo>
                    <a:pt x="172" y="987"/>
                  </a:lnTo>
                  <a:lnTo>
                    <a:pt x="172" y="987"/>
                  </a:lnTo>
                  <a:lnTo>
                    <a:pt x="174" y="987"/>
                  </a:lnTo>
                  <a:lnTo>
                    <a:pt x="174" y="985"/>
                  </a:lnTo>
                  <a:lnTo>
                    <a:pt x="174" y="985"/>
                  </a:lnTo>
                  <a:lnTo>
                    <a:pt x="174" y="985"/>
                  </a:lnTo>
                  <a:lnTo>
                    <a:pt x="174" y="987"/>
                  </a:lnTo>
                  <a:lnTo>
                    <a:pt x="176" y="987"/>
                  </a:lnTo>
                  <a:lnTo>
                    <a:pt x="176" y="987"/>
                  </a:lnTo>
                  <a:lnTo>
                    <a:pt x="176" y="987"/>
                  </a:lnTo>
                  <a:lnTo>
                    <a:pt x="178" y="987"/>
                  </a:lnTo>
                  <a:lnTo>
                    <a:pt x="178" y="985"/>
                  </a:lnTo>
                  <a:lnTo>
                    <a:pt x="178" y="985"/>
                  </a:lnTo>
                  <a:lnTo>
                    <a:pt x="178" y="983"/>
                  </a:lnTo>
                  <a:lnTo>
                    <a:pt x="178" y="983"/>
                  </a:lnTo>
                  <a:lnTo>
                    <a:pt x="178" y="983"/>
                  </a:lnTo>
                  <a:lnTo>
                    <a:pt x="180" y="981"/>
                  </a:lnTo>
                  <a:lnTo>
                    <a:pt x="180" y="981"/>
                  </a:lnTo>
                  <a:lnTo>
                    <a:pt x="180" y="979"/>
                  </a:lnTo>
                  <a:lnTo>
                    <a:pt x="180" y="979"/>
                  </a:lnTo>
                  <a:lnTo>
                    <a:pt x="182" y="981"/>
                  </a:lnTo>
                  <a:lnTo>
                    <a:pt x="182" y="981"/>
                  </a:lnTo>
                  <a:lnTo>
                    <a:pt x="182" y="981"/>
                  </a:lnTo>
                  <a:lnTo>
                    <a:pt x="182" y="981"/>
                  </a:lnTo>
                  <a:lnTo>
                    <a:pt x="182" y="981"/>
                  </a:lnTo>
                  <a:lnTo>
                    <a:pt x="184" y="981"/>
                  </a:lnTo>
                  <a:lnTo>
                    <a:pt x="184" y="981"/>
                  </a:lnTo>
                  <a:lnTo>
                    <a:pt x="184" y="981"/>
                  </a:lnTo>
                  <a:lnTo>
                    <a:pt x="184" y="981"/>
                  </a:lnTo>
                  <a:lnTo>
                    <a:pt x="184" y="981"/>
                  </a:lnTo>
                  <a:lnTo>
                    <a:pt x="184" y="979"/>
                  </a:lnTo>
                  <a:lnTo>
                    <a:pt x="184" y="979"/>
                  </a:lnTo>
                  <a:lnTo>
                    <a:pt x="188" y="977"/>
                  </a:lnTo>
                  <a:lnTo>
                    <a:pt x="188" y="977"/>
                  </a:lnTo>
                  <a:lnTo>
                    <a:pt x="188" y="977"/>
                  </a:lnTo>
                  <a:lnTo>
                    <a:pt x="188" y="977"/>
                  </a:lnTo>
                  <a:lnTo>
                    <a:pt x="190" y="977"/>
                  </a:lnTo>
                  <a:lnTo>
                    <a:pt x="190" y="977"/>
                  </a:lnTo>
                  <a:lnTo>
                    <a:pt x="190" y="977"/>
                  </a:lnTo>
                  <a:lnTo>
                    <a:pt x="192" y="977"/>
                  </a:lnTo>
                  <a:lnTo>
                    <a:pt x="192" y="977"/>
                  </a:lnTo>
                  <a:lnTo>
                    <a:pt x="192" y="977"/>
                  </a:lnTo>
                  <a:lnTo>
                    <a:pt x="192" y="976"/>
                  </a:lnTo>
                  <a:lnTo>
                    <a:pt x="192" y="976"/>
                  </a:lnTo>
                  <a:lnTo>
                    <a:pt x="196" y="972"/>
                  </a:lnTo>
                  <a:lnTo>
                    <a:pt x="196" y="970"/>
                  </a:lnTo>
                  <a:lnTo>
                    <a:pt x="196" y="970"/>
                  </a:lnTo>
                  <a:lnTo>
                    <a:pt x="196" y="970"/>
                  </a:lnTo>
                  <a:lnTo>
                    <a:pt x="196" y="970"/>
                  </a:lnTo>
                  <a:lnTo>
                    <a:pt x="194" y="968"/>
                  </a:lnTo>
                  <a:lnTo>
                    <a:pt x="194" y="968"/>
                  </a:lnTo>
                  <a:lnTo>
                    <a:pt x="194" y="968"/>
                  </a:lnTo>
                  <a:lnTo>
                    <a:pt x="192" y="966"/>
                  </a:lnTo>
                  <a:lnTo>
                    <a:pt x="192" y="964"/>
                  </a:lnTo>
                  <a:lnTo>
                    <a:pt x="192" y="964"/>
                  </a:lnTo>
                  <a:lnTo>
                    <a:pt x="192" y="964"/>
                  </a:lnTo>
                  <a:lnTo>
                    <a:pt x="192" y="964"/>
                  </a:lnTo>
                  <a:lnTo>
                    <a:pt x="194" y="964"/>
                  </a:lnTo>
                  <a:lnTo>
                    <a:pt x="194" y="962"/>
                  </a:lnTo>
                  <a:lnTo>
                    <a:pt x="194" y="962"/>
                  </a:lnTo>
                  <a:lnTo>
                    <a:pt x="196" y="962"/>
                  </a:lnTo>
                  <a:lnTo>
                    <a:pt x="196" y="964"/>
                  </a:lnTo>
                  <a:lnTo>
                    <a:pt x="196" y="964"/>
                  </a:lnTo>
                  <a:lnTo>
                    <a:pt x="198" y="964"/>
                  </a:lnTo>
                  <a:lnTo>
                    <a:pt x="198" y="962"/>
                  </a:lnTo>
                  <a:lnTo>
                    <a:pt x="198" y="962"/>
                  </a:lnTo>
                  <a:lnTo>
                    <a:pt x="198" y="962"/>
                  </a:lnTo>
                  <a:lnTo>
                    <a:pt x="198" y="960"/>
                  </a:lnTo>
                  <a:lnTo>
                    <a:pt x="196" y="958"/>
                  </a:lnTo>
                  <a:lnTo>
                    <a:pt x="196" y="956"/>
                  </a:lnTo>
                  <a:lnTo>
                    <a:pt x="196" y="956"/>
                  </a:lnTo>
                  <a:lnTo>
                    <a:pt x="196" y="956"/>
                  </a:lnTo>
                  <a:lnTo>
                    <a:pt x="196" y="956"/>
                  </a:lnTo>
                  <a:lnTo>
                    <a:pt x="198" y="954"/>
                  </a:lnTo>
                  <a:lnTo>
                    <a:pt x="198" y="954"/>
                  </a:lnTo>
                  <a:lnTo>
                    <a:pt x="198" y="952"/>
                  </a:lnTo>
                  <a:lnTo>
                    <a:pt x="198" y="952"/>
                  </a:lnTo>
                  <a:lnTo>
                    <a:pt x="198" y="952"/>
                  </a:lnTo>
                  <a:lnTo>
                    <a:pt x="200" y="952"/>
                  </a:lnTo>
                  <a:lnTo>
                    <a:pt x="200" y="952"/>
                  </a:lnTo>
                  <a:lnTo>
                    <a:pt x="200" y="952"/>
                  </a:lnTo>
                  <a:lnTo>
                    <a:pt x="200" y="950"/>
                  </a:lnTo>
                  <a:lnTo>
                    <a:pt x="200" y="950"/>
                  </a:lnTo>
                  <a:lnTo>
                    <a:pt x="204" y="946"/>
                  </a:lnTo>
                  <a:lnTo>
                    <a:pt x="206" y="946"/>
                  </a:lnTo>
                  <a:lnTo>
                    <a:pt x="206" y="946"/>
                  </a:lnTo>
                  <a:lnTo>
                    <a:pt x="206" y="944"/>
                  </a:lnTo>
                  <a:lnTo>
                    <a:pt x="206" y="944"/>
                  </a:lnTo>
                  <a:lnTo>
                    <a:pt x="206" y="944"/>
                  </a:lnTo>
                  <a:lnTo>
                    <a:pt x="206" y="942"/>
                  </a:lnTo>
                  <a:lnTo>
                    <a:pt x="206" y="942"/>
                  </a:lnTo>
                  <a:lnTo>
                    <a:pt x="206" y="942"/>
                  </a:lnTo>
                  <a:lnTo>
                    <a:pt x="206" y="942"/>
                  </a:lnTo>
                  <a:lnTo>
                    <a:pt x="206" y="942"/>
                  </a:lnTo>
                  <a:lnTo>
                    <a:pt x="210" y="942"/>
                  </a:lnTo>
                  <a:lnTo>
                    <a:pt x="210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3" y="942"/>
                  </a:lnTo>
                  <a:lnTo>
                    <a:pt x="213" y="940"/>
                  </a:lnTo>
                  <a:lnTo>
                    <a:pt x="215" y="940"/>
                  </a:lnTo>
                  <a:lnTo>
                    <a:pt x="215" y="940"/>
                  </a:lnTo>
                  <a:lnTo>
                    <a:pt x="215" y="938"/>
                  </a:lnTo>
                  <a:lnTo>
                    <a:pt x="217" y="938"/>
                  </a:lnTo>
                  <a:lnTo>
                    <a:pt x="217" y="940"/>
                  </a:lnTo>
                  <a:lnTo>
                    <a:pt x="217" y="938"/>
                  </a:lnTo>
                  <a:lnTo>
                    <a:pt x="217" y="938"/>
                  </a:lnTo>
                  <a:lnTo>
                    <a:pt x="219" y="938"/>
                  </a:lnTo>
                  <a:lnTo>
                    <a:pt x="219" y="938"/>
                  </a:lnTo>
                  <a:lnTo>
                    <a:pt x="219" y="938"/>
                  </a:lnTo>
                  <a:lnTo>
                    <a:pt x="221" y="938"/>
                  </a:lnTo>
                  <a:lnTo>
                    <a:pt x="221" y="938"/>
                  </a:lnTo>
                  <a:lnTo>
                    <a:pt x="221" y="938"/>
                  </a:lnTo>
                  <a:lnTo>
                    <a:pt x="221" y="936"/>
                  </a:lnTo>
                  <a:lnTo>
                    <a:pt x="223" y="936"/>
                  </a:lnTo>
                  <a:lnTo>
                    <a:pt x="223" y="936"/>
                  </a:lnTo>
                  <a:lnTo>
                    <a:pt x="227" y="932"/>
                  </a:lnTo>
                  <a:lnTo>
                    <a:pt x="227" y="932"/>
                  </a:lnTo>
                  <a:lnTo>
                    <a:pt x="227" y="932"/>
                  </a:lnTo>
                  <a:lnTo>
                    <a:pt x="227" y="930"/>
                  </a:lnTo>
                  <a:lnTo>
                    <a:pt x="229" y="930"/>
                  </a:lnTo>
                  <a:lnTo>
                    <a:pt x="229" y="928"/>
                  </a:lnTo>
                  <a:lnTo>
                    <a:pt x="229" y="928"/>
                  </a:lnTo>
                  <a:lnTo>
                    <a:pt x="231" y="926"/>
                  </a:lnTo>
                  <a:lnTo>
                    <a:pt x="231" y="926"/>
                  </a:lnTo>
                  <a:lnTo>
                    <a:pt x="231" y="926"/>
                  </a:lnTo>
                  <a:lnTo>
                    <a:pt x="229" y="926"/>
                  </a:lnTo>
                  <a:lnTo>
                    <a:pt x="229" y="924"/>
                  </a:lnTo>
                  <a:lnTo>
                    <a:pt x="229" y="924"/>
                  </a:lnTo>
                  <a:lnTo>
                    <a:pt x="229" y="924"/>
                  </a:lnTo>
                  <a:lnTo>
                    <a:pt x="229" y="924"/>
                  </a:lnTo>
                  <a:lnTo>
                    <a:pt x="227" y="924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3"/>
                  </a:lnTo>
                  <a:lnTo>
                    <a:pt x="223" y="921"/>
                  </a:lnTo>
                  <a:lnTo>
                    <a:pt x="221" y="921"/>
                  </a:lnTo>
                  <a:lnTo>
                    <a:pt x="221" y="919"/>
                  </a:lnTo>
                  <a:lnTo>
                    <a:pt x="221" y="919"/>
                  </a:lnTo>
                  <a:lnTo>
                    <a:pt x="221" y="919"/>
                  </a:lnTo>
                  <a:lnTo>
                    <a:pt x="219" y="917"/>
                  </a:lnTo>
                  <a:lnTo>
                    <a:pt x="217" y="917"/>
                  </a:lnTo>
                  <a:lnTo>
                    <a:pt x="217" y="917"/>
                  </a:lnTo>
                  <a:lnTo>
                    <a:pt x="217" y="917"/>
                  </a:lnTo>
                  <a:lnTo>
                    <a:pt x="217" y="917"/>
                  </a:lnTo>
                  <a:lnTo>
                    <a:pt x="217" y="915"/>
                  </a:lnTo>
                  <a:lnTo>
                    <a:pt x="217" y="915"/>
                  </a:lnTo>
                  <a:lnTo>
                    <a:pt x="217" y="913"/>
                  </a:lnTo>
                  <a:lnTo>
                    <a:pt x="217" y="913"/>
                  </a:lnTo>
                  <a:lnTo>
                    <a:pt x="217" y="913"/>
                  </a:lnTo>
                  <a:lnTo>
                    <a:pt x="217" y="911"/>
                  </a:lnTo>
                  <a:lnTo>
                    <a:pt x="217" y="911"/>
                  </a:lnTo>
                  <a:lnTo>
                    <a:pt x="217" y="911"/>
                  </a:lnTo>
                  <a:lnTo>
                    <a:pt x="217" y="911"/>
                  </a:lnTo>
                  <a:lnTo>
                    <a:pt x="217" y="909"/>
                  </a:lnTo>
                  <a:lnTo>
                    <a:pt x="217" y="909"/>
                  </a:lnTo>
                  <a:lnTo>
                    <a:pt x="215" y="909"/>
                  </a:lnTo>
                  <a:lnTo>
                    <a:pt x="215" y="909"/>
                  </a:lnTo>
                  <a:lnTo>
                    <a:pt x="215" y="909"/>
                  </a:lnTo>
                  <a:lnTo>
                    <a:pt x="215" y="909"/>
                  </a:lnTo>
                  <a:lnTo>
                    <a:pt x="213" y="909"/>
                  </a:lnTo>
                  <a:lnTo>
                    <a:pt x="213" y="909"/>
                  </a:lnTo>
                  <a:lnTo>
                    <a:pt x="213" y="907"/>
                  </a:lnTo>
                  <a:lnTo>
                    <a:pt x="213" y="907"/>
                  </a:lnTo>
                  <a:lnTo>
                    <a:pt x="213" y="907"/>
                  </a:lnTo>
                  <a:lnTo>
                    <a:pt x="213" y="905"/>
                  </a:lnTo>
                  <a:lnTo>
                    <a:pt x="213" y="905"/>
                  </a:lnTo>
                  <a:lnTo>
                    <a:pt x="213" y="905"/>
                  </a:lnTo>
                  <a:lnTo>
                    <a:pt x="213" y="905"/>
                  </a:lnTo>
                  <a:lnTo>
                    <a:pt x="213" y="905"/>
                  </a:lnTo>
                  <a:lnTo>
                    <a:pt x="213" y="903"/>
                  </a:lnTo>
                  <a:lnTo>
                    <a:pt x="213" y="903"/>
                  </a:lnTo>
                  <a:lnTo>
                    <a:pt x="213" y="903"/>
                  </a:lnTo>
                  <a:lnTo>
                    <a:pt x="213" y="901"/>
                  </a:lnTo>
                  <a:lnTo>
                    <a:pt x="215" y="899"/>
                  </a:lnTo>
                  <a:lnTo>
                    <a:pt x="215" y="899"/>
                  </a:lnTo>
                  <a:lnTo>
                    <a:pt x="215" y="899"/>
                  </a:lnTo>
                  <a:lnTo>
                    <a:pt x="215" y="897"/>
                  </a:lnTo>
                  <a:lnTo>
                    <a:pt x="217" y="897"/>
                  </a:lnTo>
                  <a:lnTo>
                    <a:pt x="217" y="897"/>
                  </a:lnTo>
                  <a:lnTo>
                    <a:pt x="217" y="897"/>
                  </a:lnTo>
                  <a:lnTo>
                    <a:pt x="217" y="897"/>
                  </a:lnTo>
                  <a:lnTo>
                    <a:pt x="219" y="899"/>
                  </a:lnTo>
                  <a:lnTo>
                    <a:pt x="219" y="899"/>
                  </a:lnTo>
                  <a:lnTo>
                    <a:pt x="219" y="899"/>
                  </a:lnTo>
                  <a:lnTo>
                    <a:pt x="219" y="899"/>
                  </a:lnTo>
                  <a:lnTo>
                    <a:pt x="221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3" y="899"/>
                  </a:lnTo>
                  <a:lnTo>
                    <a:pt x="225" y="899"/>
                  </a:lnTo>
                  <a:lnTo>
                    <a:pt x="225" y="899"/>
                  </a:lnTo>
                  <a:lnTo>
                    <a:pt x="227" y="899"/>
                  </a:lnTo>
                  <a:lnTo>
                    <a:pt x="229" y="899"/>
                  </a:lnTo>
                  <a:lnTo>
                    <a:pt x="231" y="901"/>
                  </a:lnTo>
                  <a:lnTo>
                    <a:pt x="231" y="901"/>
                  </a:lnTo>
                  <a:lnTo>
                    <a:pt x="233" y="901"/>
                  </a:lnTo>
                  <a:lnTo>
                    <a:pt x="233" y="901"/>
                  </a:lnTo>
                  <a:lnTo>
                    <a:pt x="239" y="901"/>
                  </a:lnTo>
                  <a:lnTo>
                    <a:pt x="241" y="901"/>
                  </a:lnTo>
                  <a:lnTo>
                    <a:pt x="241" y="901"/>
                  </a:lnTo>
                  <a:lnTo>
                    <a:pt x="241" y="901"/>
                  </a:lnTo>
                  <a:lnTo>
                    <a:pt x="241" y="901"/>
                  </a:lnTo>
                  <a:lnTo>
                    <a:pt x="241" y="901"/>
                  </a:lnTo>
                  <a:lnTo>
                    <a:pt x="241" y="901"/>
                  </a:lnTo>
                  <a:lnTo>
                    <a:pt x="243" y="901"/>
                  </a:lnTo>
                  <a:lnTo>
                    <a:pt x="243" y="901"/>
                  </a:lnTo>
                  <a:lnTo>
                    <a:pt x="243" y="901"/>
                  </a:lnTo>
                  <a:lnTo>
                    <a:pt x="243" y="901"/>
                  </a:lnTo>
                  <a:lnTo>
                    <a:pt x="245" y="901"/>
                  </a:lnTo>
                  <a:lnTo>
                    <a:pt x="249" y="899"/>
                  </a:lnTo>
                  <a:lnTo>
                    <a:pt x="249" y="899"/>
                  </a:lnTo>
                  <a:lnTo>
                    <a:pt x="251" y="901"/>
                  </a:lnTo>
                  <a:lnTo>
                    <a:pt x="251" y="901"/>
                  </a:lnTo>
                  <a:lnTo>
                    <a:pt x="253" y="901"/>
                  </a:lnTo>
                  <a:lnTo>
                    <a:pt x="253" y="901"/>
                  </a:lnTo>
                  <a:lnTo>
                    <a:pt x="253" y="901"/>
                  </a:lnTo>
                  <a:lnTo>
                    <a:pt x="255" y="901"/>
                  </a:lnTo>
                  <a:lnTo>
                    <a:pt x="255" y="901"/>
                  </a:lnTo>
                  <a:lnTo>
                    <a:pt x="255" y="901"/>
                  </a:lnTo>
                  <a:lnTo>
                    <a:pt x="255" y="901"/>
                  </a:lnTo>
                  <a:lnTo>
                    <a:pt x="257" y="899"/>
                  </a:lnTo>
                  <a:lnTo>
                    <a:pt x="259" y="899"/>
                  </a:lnTo>
                  <a:lnTo>
                    <a:pt x="259" y="899"/>
                  </a:lnTo>
                  <a:lnTo>
                    <a:pt x="263" y="899"/>
                  </a:lnTo>
                  <a:lnTo>
                    <a:pt x="264" y="899"/>
                  </a:lnTo>
                  <a:lnTo>
                    <a:pt x="270" y="897"/>
                  </a:lnTo>
                  <a:lnTo>
                    <a:pt x="272" y="897"/>
                  </a:lnTo>
                  <a:lnTo>
                    <a:pt x="272" y="897"/>
                  </a:lnTo>
                  <a:lnTo>
                    <a:pt x="272" y="897"/>
                  </a:lnTo>
                  <a:lnTo>
                    <a:pt x="274" y="899"/>
                  </a:lnTo>
                  <a:lnTo>
                    <a:pt x="274" y="899"/>
                  </a:lnTo>
                  <a:lnTo>
                    <a:pt x="274" y="899"/>
                  </a:lnTo>
                  <a:lnTo>
                    <a:pt x="276" y="899"/>
                  </a:lnTo>
                  <a:lnTo>
                    <a:pt x="278" y="897"/>
                  </a:lnTo>
                  <a:lnTo>
                    <a:pt x="278" y="897"/>
                  </a:lnTo>
                  <a:lnTo>
                    <a:pt x="278" y="895"/>
                  </a:lnTo>
                  <a:lnTo>
                    <a:pt x="278" y="895"/>
                  </a:lnTo>
                  <a:lnTo>
                    <a:pt x="278" y="893"/>
                  </a:lnTo>
                  <a:lnTo>
                    <a:pt x="278" y="893"/>
                  </a:lnTo>
                  <a:lnTo>
                    <a:pt x="278" y="893"/>
                  </a:lnTo>
                  <a:lnTo>
                    <a:pt x="278" y="893"/>
                  </a:lnTo>
                  <a:lnTo>
                    <a:pt x="276" y="893"/>
                  </a:lnTo>
                  <a:lnTo>
                    <a:pt x="276" y="893"/>
                  </a:lnTo>
                  <a:lnTo>
                    <a:pt x="276" y="891"/>
                  </a:lnTo>
                  <a:lnTo>
                    <a:pt x="276" y="891"/>
                  </a:lnTo>
                  <a:lnTo>
                    <a:pt x="276" y="891"/>
                  </a:lnTo>
                  <a:lnTo>
                    <a:pt x="276" y="887"/>
                  </a:lnTo>
                  <a:lnTo>
                    <a:pt x="276" y="887"/>
                  </a:lnTo>
                  <a:lnTo>
                    <a:pt x="276" y="885"/>
                  </a:lnTo>
                  <a:lnTo>
                    <a:pt x="276" y="885"/>
                  </a:lnTo>
                  <a:lnTo>
                    <a:pt x="276" y="885"/>
                  </a:lnTo>
                  <a:lnTo>
                    <a:pt x="276" y="883"/>
                  </a:lnTo>
                  <a:lnTo>
                    <a:pt x="278" y="883"/>
                  </a:lnTo>
                  <a:lnTo>
                    <a:pt x="278" y="883"/>
                  </a:lnTo>
                  <a:lnTo>
                    <a:pt x="278" y="883"/>
                  </a:lnTo>
                  <a:lnTo>
                    <a:pt x="278" y="881"/>
                  </a:lnTo>
                  <a:lnTo>
                    <a:pt x="278" y="881"/>
                  </a:lnTo>
                  <a:lnTo>
                    <a:pt x="278" y="881"/>
                  </a:lnTo>
                  <a:lnTo>
                    <a:pt x="280" y="879"/>
                  </a:lnTo>
                  <a:lnTo>
                    <a:pt x="280" y="879"/>
                  </a:lnTo>
                  <a:lnTo>
                    <a:pt x="280" y="877"/>
                  </a:lnTo>
                  <a:lnTo>
                    <a:pt x="278" y="877"/>
                  </a:lnTo>
                  <a:lnTo>
                    <a:pt x="278" y="877"/>
                  </a:lnTo>
                  <a:lnTo>
                    <a:pt x="278" y="877"/>
                  </a:lnTo>
                  <a:lnTo>
                    <a:pt x="278" y="877"/>
                  </a:lnTo>
                  <a:lnTo>
                    <a:pt x="278" y="877"/>
                  </a:lnTo>
                  <a:lnTo>
                    <a:pt x="278" y="875"/>
                  </a:lnTo>
                  <a:lnTo>
                    <a:pt x="276" y="875"/>
                  </a:lnTo>
                  <a:lnTo>
                    <a:pt x="276" y="875"/>
                  </a:lnTo>
                  <a:lnTo>
                    <a:pt x="276" y="875"/>
                  </a:lnTo>
                  <a:lnTo>
                    <a:pt x="274" y="875"/>
                  </a:lnTo>
                  <a:lnTo>
                    <a:pt x="272" y="875"/>
                  </a:lnTo>
                  <a:lnTo>
                    <a:pt x="272" y="875"/>
                  </a:lnTo>
                  <a:lnTo>
                    <a:pt x="272" y="875"/>
                  </a:lnTo>
                  <a:lnTo>
                    <a:pt x="272" y="875"/>
                  </a:lnTo>
                  <a:lnTo>
                    <a:pt x="272" y="875"/>
                  </a:lnTo>
                  <a:lnTo>
                    <a:pt x="272" y="873"/>
                  </a:lnTo>
                  <a:lnTo>
                    <a:pt x="272" y="873"/>
                  </a:lnTo>
                  <a:lnTo>
                    <a:pt x="274" y="871"/>
                  </a:lnTo>
                  <a:lnTo>
                    <a:pt x="274" y="871"/>
                  </a:lnTo>
                  <a:lnTo>
                    <a:pt x="274" y="871"/>
                  </a:lnTo>
                  <a:lnTo>
                    <a:pt x="272" y="871"/>
                  </a:lnTo>
                  <a:lnTo>
                    <a:pt x="270" y="871"/>
                  </a:lnTo>
                  <a:lnTo>
                    <a:pt x="270" y="871"/>
                  </a:lnTo>
                  <a:lnTo>
                    <a:pt x="270" y="871"/>
                  </a:lnTo>
                  <a:lnTo>
                    <a:pt x="270" y="871"/>
                  </a:lnTo>
                  <a:lnTo>
                    <a:pt x="268" y="870"/>
                  </a:lnTo>
                  <a:lnTo>
                    <a:pt x="268" y="870"/>
                  </a:lnTo>
                  <a:lnTo>
                    <a:pt x="268" y="868"/>
                  </a:lnTo>
                  <a:lnTo>
                    <a:pt x="268" y="866"/>
                  </a:lnTo>
                  <a:lnTo>
                    <a:pt x="268" y="866"/>
                  </a:lnTo>
                  <a:lnTo>
                    <a:pt x="268" y="866"/>
                  </a:lnTo>
                  <a:lnTo>
                    <a:pt x="268" y="866"/>
                  </a:lnTo>
                  <a:lnTo>
                    <a:pt x="270" y="864"/>
                  </a:lnTo>
                  <a:lnTo>
                    <a:pt x="270" y="864"/>
                  </a:lnTo>
                  <a:lnTo>
                    <a:pt x="270" y="864"/>
                  </a:lnTo>
                  <a:lnTo>
                    <a:pt x="270" y="864"/>
                  </a:lnTo>
                  <a:lnTo>
                    <a:pt x="270" y="864"/>
                  </a:lnTo>
                  <a:lnTo>
                    <a:pt x="268" y="864"/>
                  </a:lnTo>
                  <a:lnTo>
                    <a:pt x="268" y="862"/>
                  </a:lnTo>
                  <a:lnTo>
                    <a:pt x="268" y="862"/>
                  </a:lnTo>
                  <a:lnTo>
                    <a:pt x="266" y="862"/>
                  </a:lnTo>
                  <a:lnTo>
                    <a:pt x="266" y="862"/>
                  </a:lnTo>
                  <a:lnTo>
                    <a:pt x="266" y="860"/>
                  </a:lnTo>
                  <a:lnTo>
                    <a:pt x="266" y="860"/>
                  </a:lnTo>
                  <a:lnTo>
                    <a:pt x="266" y="860"/>
                  </a:lnTo>
                  <a:lnTo>
                    <a:pt x="266" y="860"/>
                  </a:lnTo>
                  <a:lnTo>
                    <a:pt x="266" y="858"/>
                  </a:lnTo>
                  <a:lnTo>
                    <a:pt x="268" y="854"/>
                  </a:lnTo>
                  <a:lnTo>
                    <a:pt x="268" y="854"/>
                  </a:lnTo>
                  <a:lnTo>
                    <a:pt x="268" y="852"/>
                  </a:lnTo>
                  <a:lnTo>
                    <a:pt x="268" y="852"/>
                  </a:lnTo>
                  <a:lnTo>
                    <a:pt x="268" y="852"/>
                  </a:lnTo>
                  <a:lnTo>
                    <a:pt x="270" y="852"/>
                  </a:lnTo>
                  <a:lnTo>
                    <a:pt x="270" y="850"/>
                  </a:lnTo>
                  <a:lnTo>
                    <a:pt x="270" y="850"/>
                  </a:lnTo>
                  <a:lnTo>
                    <a:pt x="270" y="850"/>
                  </a:lnTo>
                  <a:lnTo>
                    <a:pt x="270" y="848"/>
                  </a:lnTo>
                  <a:lnTo>
                    <a:pt x="270" y="848"/>
                  </a:lnTo>
                  <a:lnTo>
                    <a:pt x="270" y="848"/>
                  </a:lnTo>
                  <a:lnTo>
                    <a:pt x="270" y="848"/>
                  </a:lnTo>
                  <a:lnTo>
                    <a:pt x="270" y="848"/>
                  </a:lnTo>
                  <a:lnTo>
                    <a:pt x="272" y="848"/>
                  </a:lnTo>
                  <a:lnTo>
                    <a:pt x="272" y="848"/>
                  </a:lnTo>
                  <a:lnTo>
                    <a:pt x="272" y="846"/>
                  </a:lnTo>
                  <a:lnTo>
                    <a:pt x="272" y="846"/>
                  </a:lnTo>
                  <a:lnTo>
                    <a:pt x="272" y="846"/>
                  </a:lnTo>
                  <a:lnTo>
                    <a:pt x="272" y="846"/>
                  </a:lnTo>
                  <a:lnTo>
                    <a:pt x="270" y="844"/>
                  </a:lnTo>
                  <a:lnTo>
                    <a:pt x="270" y="844"/>
                  </a:lnTo>
                  <a:lnTo>
                    <a:pt x="270" y="844"/>
                  </a:lnTo>
                  <a:lnTo>
                    <a:pt x="270" y="844"/>
                  </a:lnTo>
                  <a:lnTo>
                    <a:pt x="270" y="844"/>
                  </a:lnTo>
                  <a:lnTo>
                    <a:pt x="268" y="842"/>
                  </a:lnTo>
                  <a:lnTo>
                    <a:pt x="268" y="838"/>
                  </a:lnTo>
                  <a:lnTo>
                    <a:pt x="268" y="838"/>
                  </a:lnTo>
                  <a:lnTo>
                    <a:pt x="270" y="838"/>
                  </a:lnTo>
                  <a:lnTo>
                    <a:pt x="270" y="838"/>
                  </a:lnTo>
                  <a:lnTo>
                    <a:pt x="272" y="836"/>
                  </a:lnTo>
                  <a:lnTo>
                    <a:pt x="272" y="834"/>
                  </a:lnTo>
                  <a:lnTo>
                    <a:pt x="272" y="834"/>
                  </a:lnTo>
                  <a:lnTo>
                    <a:pt x="272" y="832"/>
                  </a:lnTo>
                  <a:lnTo>
                    <a:pt x="270" y="832"/>
                  </a:lnTo>
                  <a:lnTo>
                    <a:pt x="270" y="832"/>
                  </a:lnTo>
                  <a:lnTo>
                    <a:pt x="270" y="832"/>
                  </a:lnTo>
                  <a:lnTo>
                    <a:pt x="268" y="832"/>
                  </a:lnTo>
                  <a:lnTo>
                    <a:pt x="268" y="830"/>
                  </a:lnTo>
                  <a:lnTo>
                    <a:pt x="268" y="830"/>
                  </a:lnTo>
                  <a:lnTo>
                    <a:pt x="268" y="830"/>
                  </a:lnTo>
                  <a:lnTo>
                    <a:pt x="268" y="830"/>
                  </a:lnTo>
                  <a:lnTo>
                    <a:pt x="266" y="828"/>
                  </a:lnTo>
                  <a:lnTo>
                    <a:pt x="266" y="828"/>
                  </a:lnTo>
                  <a:lnTo>
                    <a:pt x="266" y="828"/>
                  </a:lnTo>
                  <a:lnTo>
                    <a:pt x="264" y="828"/>
                  </a:lnTo>
                  <a:lnTo>
                    <a:pt x="264" y="828"/>
                  </a:lnTo>
                  <a:lnTo>
                    <a:pt x="264" y="828"/>
                  </a:lnTo>
                  <a:lnTo>
                    <a:pt x="263" y="828"/>
                  </a:lnTo>
                  <a:lnTo>
                    <a:pt x="263" y="828"/>
                  </a:lnTo>
                  <a:lnTo>
                    <a:pt x="263" y="826"/>
                  </a:lnTo>
                  <a:lnTo>
                    <a:pt x="263" y="824"/>
                  </a:lnTo>
                  <a:lnTo>
                    <a:pt x="263" y="824"/>
                  </a:lnTo>
                  <a:lnTo>
                    <a:pt x="266" y="824"/>
                  </a:lnTo>
                  <a:lnTo>
                    <a:pt x="266" y="824"/>
                  </a:lnTo>
                  <a:lnTo>
                    <a:pt x="266" y="824"/>
                  </a:lnTo>
                  <a:lnTo>
                    <a:pt x="266" y="822"/>
                  </a:lnTo>
                  <a:lnTo>
                    <a:pt x="266" y="822"/>
                  </a:lnTo>
                  <a:lnTo>
                    <a:pt x="266" y="820"/>
                  </a:lnTo>
                  <a:lnTo>
                    <a:pt x="264" y="820"/>
                  </a:lnTo>
                  <a:lnTo>
                    <a:pt x="264" y="820"/>
                  </a:lnTo>
                  <a:lnTo>
                    <a:pt x="264" y="820"/>
                  </a:lnTo>
                  <a:lnTo>
                    <a:pt x="261" y="820"/>
                  </a:lnTo>
                  <a:lnTo>
                    <a:pt x="261" y="820"/>
                  </a:lnTo>
                  <a:lnTo>
                    <a:pt x="261" y="818"/>
                  </a:lnTo>
                  <a:lnTo>
                    <a:pt x="261" y="818"/>
                  </a:lnTo>
                  <a:lnTo>
                    <a:pt x="261" y="818"/>
                  </a:lnTo>
                  <a:lnTo>
                    <a:pt x="261" y="818"/>
                  </a:lnTo>
                  <a:lnTo>
                    <a:pt x="261" y="818"/>
                  </a:lnTo>
                  <a:lnTo>
                    <a:pt x="259" y="818"/>
                  </a:lnTo>
                  <a:lnTo>
                    <a:pt x="259" y="818"/>
                  </a:lnTo>
                  <a:lnTo>
                    <a:pt x="259" y="818"/>
                  </a:lnTo>
                  <a:lnTo>
                    <a:pt x="259" y="820"/>
                  </a:lnTo>
                  <a:lnTo>
                    <a:pt x="257" y="820"/>
                  </a:lnTo>
                  <a:lnTo>
                    <a:pt x="257" y="818"/>
                  </a:lnTo>
                  <a:lnTo>
                    <a:pt x="257" y="818"/>
                  </a:lnTo>
                  <a:lnTo>
                    <a:pt x="257" y="818"/>
                  </a:lnTo>
                  <a:lnTo>
                    <a:pt x="257" y="818"/>
                  </a:lnTo>
                  <a:lnTo>
                    <a:pt x="257" y="818"/>
                  </a:lnTo>
                  <a:lnTo>
                    <a:pt x="257" y="818"/>
                  </a:lnTo>
                  <a:lnTo>
                    <a:pt x="257" y="816"/>
                  </a:lnTo>
                  <a:lnTo>
                    <a:pt x="257" y="816"/>
                  </a:lnTo>
                  <a:lnTo>
                    <a:pt x="255" y="815"/>
                  </a:lnTo>
                  <a:lnTo>
                    <a:pt x="255" y="815"/>
                  </a:lnTo>
                  <a:lnTo>
                    <a:pt x="253" y="815"/>
                  </a:lnTo>
                  <a:lnTo>
                    <a:pt x="251" y="815"/>
                  </a:lnTo>
                  <a:lnTo>
                    <a:pt x="249" y="813"/>
                  </a:lnTo>
                  <a:lnTo>
                    <a:pt x="249" y="813"/>
                  </a:lnTo>
                  <a:lnTo>
                    <a:pt x="247" y="813"/>
                  </a:lnTo>
                  <a:lnTo>
                    <a:pt x="245" y="813"/>
                  </a:lnTo>
                  <a:lnTo>
                    <a:pt x="245" y="813"/>
                  </a:lnTo>
                  <a:lnTo>
                    <a:pt x="245" y="813"/>
                  </a:lnTo>
                  <a:lnTo>
                    <a:pt x="245" y="813"/>
                  </a:lnTo>
                  <a:lnTo>
                    <a:pt x="245" y="815"/>
                  </a:lnTo>
                  <a:lnTo>
                    <a:pt x="245" y="815"/>
                  </a:lnTo>
                  <a:lnTo>
                    <a:pt x="243" y="815"/>
                  </a:lnTo>
                  <a:lnTo>
                    <a:pt x="243" y="815"/>
                  </a:lnTo>
                  <a:lnTo>
                    <a:pt x="241" y="816"/>
                  </a:lnTo>
                  <a:lnTo>
                    <a:pt x="241" y="816"/>
                  </a:lnTo>
                  <a:lnTo>
                    <a:pt x="241" y="816"/>
                  </a:lnTo>
                  <a:lnTo>
                    <a:pt x="241" y="816"/>
                  </a:lnTo>
                  <a:lnTo>
                    <a:pt x="241" y="816"/>
                  </a:lnTo>
                  <a:lnTo>
                    <a:pt x="241" y="818"/>
                  </a:lnTo>
                  <a:lnTo>
                    <a:pt x="243" y="818"/>
                  </a:lnTo>
                  <a:lnTo>
                    <a:pt x="243" y="818"/>
                  </a:lnTo>
                  <a:lnTo>
                    <a:pt x="243" y="820"/>
                  </a:lnTo>
                  <a:lnTo>
                    <a:pt x="243" y="820"/>
                  </a:lnTo>
                  <a:lnTo>
                    <a:pt x="243" y="820"/>
                  </a:lnTo>
                  <a:lnTo>
                    <a:pt x="243" y="820"/>
                  </a:lnTo>
                  <a:lnTo>
                    <a:pt x="243" y="820"/>
                  </a:lnTo>
                  <a:lnTo>
                    <a:pt x="241" y="822"/>
                  </a:lnTo>
                  <a:lnTo>
                    <a:pt x="241" y="822"/>
                  </a:lnTo>
                  <a:lnTo>
                    <a:pt x="241" y="822"/>
                  </a:lnTo>
                  <a:lnTo>
                    <a:pt x="241" y="822"/>
                  </a:lnTo>
                  <a:lnTo>
                    <a:pt x="239" y="822"/>
                  </a:lnTo>
                  <a:lnTo>
                    <a:pt x="239" y="822"/>
                  </a:lnTo>
                  <a:lnTo>
                    <a:pt x="239" y="822"/>
                  </a:lnTo>
                  <a:lnTo>
                    <a:pt x="239" y="822"/>
                  </a:lnTo>
                  <a:lnTo>
                    <a:pt x="239" y="822"/>
                  </a:lnTo>
                  <a:lnTo>
                    <a:pt x="237" y="822"/>
                  </a:lnTo>
                  <a:lnTo>
                    <a:pt x="237" y="822"/>
                  </a:lnTo>
                  <a:lnTo>
                    <a:pt x="237" y="822"/>
                  </a:lnTo>
                  <a:lnTo>
                    <a:pt x="237" y="822"/>
                  </a:lnTo>
                  <a:lnTo>
                    <a:pt x="235" y="822"/>
                  </a:lnTo>
                  <a:lnTo>
                    <a:pt x="235" y="824"/>
                  </a:lnTo>
                  <a:lnTo>
                    <a:pt x="235" y="824"/>
                  </a:lnTo>
                  <a:lnTo>
                    <a:pt x="235" y="824"/>
                  </a:lnTo>
                  <a:lnTo>
                    <a:pt x="233" y="824"/>
                  </a:lnTo>
                  <a:lnTo>
                    <a:pt x="233" y="824"/>
                  </a:lnTo>
                  <a:lnTo>
                    <a:pt x="233" y="824"/>
                  </a:lnTo>
                  <a:lnTo>
                    <a:pt x="233" y="824"/>
                  </a:lnTo>
                  <a:lnTo>
                    <a:pt x="233" y="826"/>
                  </a:lnTo>
                  <a:lnTo>
                    <a:pt x="233" y="826"/>
                  </a:lnTo>
                  <a:lnTo>
                    <a:pt x="233" y="828"/>
                  </a:lnTo>
                  <a:lnTo>
                    <a:pt x="233" y="828"/>
                  </a:lnTo>
                  <a:lnTo>
                    <a:pt x="233" y="828"/>
                  </a:lnTo>
                  <a:lnTo>
                    <a:pt x="233" y="828"/>
                  </a:lnTo>
                  <a:lnTo>
                    <a:pt x="231" y="828"/>
                  </a:lnTo>
                  <a:lnTo>
                    <a:pt x="231" y="828"/>
                  </a:lnTo>
                  <a:lnTo>
                    <a:pt x="231" y="828"/>
                  </a:lnTo>
                  <a:lnTo>
                    <a:pt x="231" y="828"/>
                  </a:lnTo>
                  <a:lnTo>
                    <a:pt x="231" y="830"/>
                  </a:lnTo>
                  <a:lnTo>
                    <a:pt x="229" y="832"/>
                  </a:lnTo>
                  <a:lnTo>
                    <a:pt x="229" y="832"/>
                  </a:lnTo>
                  <a:lnTo>
                    <a:pt x="229" y="832"/>
                  </a:lnTo>
                  <a:lnTo>
                    <a:pt x="229" y="832"/>
                  </a:lnTo>
                  <a:lnTo>
                    <a:pt x="225" y="834"/>
                  </a:lnTo>
                  <a:lnTo>
                    <a:pt x="225" y="834"/>
                  </a:lnTo>
                  <a:lnTo>
                    <a:pt x="225" y="834"/>
                  </a:lnTo>
                  <a:lnTo>
                    <a:pt x="219" y="834"/>
                  </a:lnTo>
                  <a:lnTo>
                    <a:pt x="219" y="834"/>
                  </a:lnTo>
                  <a:lnTo>
                    <a:pt x="217" y="834"/>
                  </a:lnTo>
                  <a:lnTo>
                    <a:pt x="217" y="834"/>
                  </a:lnTo>
                  <a:lnTo>
                    <a:pt x="217" y="834"/>
                  </a:lnTo>
                  <a:lnTo>
                    <a:pt x="217" y="834"/>
                  </a:lnTo>
                  <a:lnTo>
                    <a:pt x="217" y="834"/>
                  </a:lnTo>
                  <a:lnTo>
                    <a:pt x="215" y="834"/>
                  </a:lnTo>
                  <a:lnTo>
                    <a:pt x="215" y="834"/>
                  </a:lnTo>
                  <a:lnTo>
                    <a:pt x="215" y="834"/>
                  </a:lnTo>
                  <a:lnTo>
                    <a:pt x="215" y="834"/>
                  </a:lnTo>
                  <a:lnTo>
                    <a:pt x="215" y="834"/>
                  </a:lnTo>
                  <a:lnTo>
                    <a:pt x="213" y="836"/>
                  </a:lnTo>
                  <a:lnTo>
                    <a:pt x="213" y="836"/>
                  </a:lnTo>
                  <a:lnTo>
                    <a:pt x="213" y="836"/>
                  </a:lnTo>
                  <a:lnTo>
                    <a:pt x="213" y="836"/>
                  </a:lnTo>
                  <a:lnTo>
                    <a:pt x="213" y="836"/>
                  </a:lnTo>
                  <a:lnTo>
                    <a:pt x="212" y="836"/>
                  </a:lnTo>
                  <a:lnTo>
                    <a:pt x="212" y="836"/>
                  </a:lnTo>
                  <a:lnTo>
                    <a:pt x="210" y="832"/>
                  </a:lnTo>
                  <a:lnTo>
                    <a:pt x="208" y="832"/>
                  </a:lnTo>
                  <a:lnTo>
                    <a:pt x="208" y="832"/>
                  </a:lnTo>
                  <a:lnTo>
                    <a:pt x="208" y="832"/>
                  </a:lnTo>
                  <a:lnTo>
                    <a:pt x="206" y="832"/>
                  </a:lnTo>
                  <a:lnTo>
                    <a:pt x="204" y="832"/>
                  </a:lnTo>
                  <a:lnTo>
                    <a:pt x="204" y="832"/>
                  </a:lnTo>
                  <a:lnTo>
                    <a:pt x="204" y="832"/>
                  </a:lnTo>
                  <a:lnTo>
                    <a:pt x="204" y="834"/>
                  </a:lnTo>
                  <a:lnTo>
                    <a:pt x="204" y="834"/>
                  </a:lnTo>
                  <a:lnTo>
                    <a:pt x="204" y="834"/>
                  </a:lnTo>
                  <a:lnTo>
                    <a:pt x="204" y="836"/>
                  </a:lnTo>
                  <a:lnTo>
                    <a:pt x="204" y="836"/>
                  </a:lnTo>
                  <a:lnTo>
                    <a:pt x="204" y="836"/>
                  </a:lnTo>
                  <a:lnTo>
                    <a:pt x="204" y="836"/>
                  </a:lnTo>
                  <a:lnTo>
                    <a:pt x="202" y="838"/>
                  </a:lnTo>
                  <a:lnTo>
                    <a:pt x="202" y="838"/>
                  </a:lnTo>
                  <a:lnTo>
                    <a:pt x="202" y="838"/>
                  </a:lnTo>
                  <a:lnTo>
                    <a:pt x="202" y="838"/>
                  </a:lnTo>
                  <a:lnTo>
                    <a:pt x="202" y="838"/>
                  </a:lnTo>
                  <a:lnTo>
                    <a:pt x="202" y="836"/>
                  </a:lnTo>
                  <a:lnTo>
                    <a:pt x="202" y="836"/>
                  </a:lnTo>
                  <a:lnTo>
                    <a:pt x="202" y="836"/>
                  </a:lnTo>
                  <a:lnTo>
                    <a:pt x="200" y="836"/>
                  </a:lnTo>
                  <a:lnTo>
                    <a:pt x="200" y="836"/>
                  </a:lnTo>
                  <a:lnTo>
                    <a:pt x="200" y="838"/>
                  </a:lnTo>
                  <a:lnTo>
                    <a:pt x="200" y="838"/>
                  </a:lnTo>
                  <a:lnTo>
                    <a:pt x="200" y="840"/>
                  </a:lnTo>
                  <a:lnTo>
                    <a:pt x="198" y="840"/>
                  </a:lnTo>
                  <a:lnTo>
                    <a:pt x="198" y="840"/>
                  </a:lnTo>
                  <a:lnTo>
                    <a:pt x="196" y="842"/>
                  </a:lnTo>
                  <a:lnTo>
                    <a:pt x="196" y="842"/>
                  </a:lnTo>
                  <a:lnTo>
                    <a:pt x="196" y="842"/>
                  </a:lnTo>
                  <a:lnTo>
                    <a:pt x="194" y="842"/>
                  </a:lnTo>
                  <a:lnTo>
                    <a:pt x="194" y="844"/>
                  </a:lnTo>
                  <a:lnTo>
                    <a:pt x="194" y="844"/>
                  </a:lnTo>
                  <a:lnTo>
                    <a:pt x="192" y="846"/>
                  </a:lnTo>
                  <a:lnTo>
                    <a:pt x="192" y="846"/>
                  </a:lnTo>
                  <a:lnTo>
                    <a:pt x="192" y="846"/>
                  </a:lnTo>
                  <a:lnTo>
                    <a:pt x="192" y="848"/>
                  </a:lnTo>
                  <a:lnTo>
                    <a:pt x="192" y="850"/>
                  </a:lnTo>
                  <a:lnTo>
                    <a:pt x="192" y="850"/>
                  </a:lnTo>
                  <a:lnTo>
                    <a:pt x="192" y="850"/>
                  </a:lnTo>
                  <a:lnTo>
                    <a:pt x="192" y="850"/>
                  </a:lnTo>
                  <a:lnTo>
                    <a:pt x="192" y="852"/>
                  </a:lnTo>
                  <a:lnTo>
                    <a:pt x="192" y="852"/>
                  </a:lnTo>
                  <a:lnTo>
                    <a:pt x="192" y="852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4" y="854"/>
                  </a:lnTo>
                  <a:lnTo>
                    <a:pt x="194" y="856"/>
                  </a:lnTo>
                  <a:lnTo>
                    <a:pt x="194" y="856"/>
                  </a:lnTo>
                  <a:lnTo>
                    <a:pt x="194" y="856"/>
                  </a:lnTo>
                  <a:lnTo>
                    <a:pt x="194" y="856"/>
                  </a:lnTo>
                  <a:lnTo>
                    <a:pt x="194" y="858"/>
                  </a:lnTo>
                  <a:lnTo>
                    <a:pt x="192" y="858"/>
                  </a:lnTo>
                  <a:lnTo>
                    <a:pt x="192" y="858"/>
                  </a:lnTo>
                  <a:lnTo>
                    <a:pt x="192" y="858"/>
                  </a:lnTo>
                  <a:lnTo>
                    <a:pt x="190" y="858"/>
                  </a:lnTo>
                  <a:lnTo>
                    <a:pt x="190" y="858"/>
                  </a:lnTo>
                  <a:lnTo>
                    <a:pt x="190" y="858"/>
                  </a:lnTo>
                  <a:lnTo>
                    <a:pt x="188" y="860"/>
                  </a:lnTo>
                  <a:lnTo>
                    <a:pt x="186" y="860"/>
                  </a:lnTo>
                  <a:lnTo>
                    <a:pt x="186" y="860"/>
                  </a:lnTo>
                  <a:lnTo>
                    <a:pt x="184" y="860"/>
                  </a:lnTo>
                  <a:lnTo>
                    <a:pt x="184" y="860"/>
                  </a:lnTo>
                  <a:lnTo>
                    <a:pt x="184" y="860"/>
                  </a:lnTo>
                  <a:lnTo>
                    <a:pt x="184" y="860"/>
                  </a:lnTo>
                  <a:lnTo>
                    <a:pt x="184" y="862"/>
                  </a:lnTo>
                  <a:lnTo>
                    <a:pt x="184" y="862"/>
                  </a:lnTo>
                  <a:lnTo>
                    <a:pt x="184" y="862"/>
                  </a:lnTo>
                  <a:lnTo>
                    <a:pt x="184" y="864"/>
                  </a:lnTo>
                  <a:lnTo>
                    <a:pt x="182" y="864"/>
                  </a:lnTo>
                  <a:lnTo>
                    <a:pt x="182" y="866"/>
                  </a:lnTo>
                  <a:lnTo>
                    <a:pt x="182" y="866"/>
                  </a:lnTo>
                  <a:lnTo>
                    <a:pt x="182" y="866"/>
                  </a:lnTo>
                  <a:lnTo>
                    <a:pt x="180" y="866"/>
                  </a:lnTo>
                  <a:lnTo>
                    <a:pt x="178" y="866"/>
                  </a:lnTo>
                  <a:lnTo>
                    <a:pt x="178" y="866"/>
                  </a:lnTo>
                  <a:lnTo>
                    <a:pt x="174" y="868"/>
                  </a:lnTo>
                  <a:lnTo>
                    <a:pt x="174" y="868"/>
                  </a:lnTo>
                  <a:lnTo>
                    <a:pt x="174" y="868"/>
                  </a:lnTo>
                  <a:lnTo>
                    <a:pt x="172" y="868"/>
                  </a:lnTo>
                  <a:lnTo>
                    <a:pt x="172" y="868"/>
                  </a:lnTo>
                  <a:lnTo>
                    <a:pt x="172" y="868"/>
                  </a:lnTo>
                  <a:lnTo>
                    <a:pt x="170" y="868"/>
                  </a:lnTo>
                  <a:lnTo>
                    <a:pt x="170" y="870"/>
                  </a:lnTo>
                  <a:lnTo>
                    <a:pt x="170" y="870"/>
                  </a:lnTo>
                  <a:lnTo>
                    <a:pt x="164" y="871"/>
                  </a:lnTo>
                  <a:lnTo>
                    <a:pt x="162" y="871"/>
                  </a:lnTo>
                  <a:lnTo>
                    <a:pt x="162" y="871"/>
                  </a:lnTo>
                  <a:lnTo>
                    <a:pt x="161" y="871"/>
                  </a:lnTo>
                  <a:lnTo>
                    <a:pt x="161" y="871"/>
                  </a:lnTo>
                  <a:lnTo>
                    <a:pt x="161" y="871"/>
                  </a:lnTo>
                  <a:lnTo>
                    <a:pt x="159" y="871"/>
                  </a:lnTo>
                  <a:lnTo>
                    <a:pt x="159" y="873"/>
                  </a:lnTo>
                  <a:lnTo>
                    <a:pt x="159" y="873"/>
                  </a:lnTo>
                  <a:lnTo>
                    <a:pt x="155" y="875"/>
                  </a:lnTo>
                  <a:lnTo>
                    <a:pt x="153" y="875"/>
                  </a:lnTo>
                  <a:lnTo>
                    <a:pt x="151" y="877"/>
                  </a:lnTo>
                  <a:lnTo>
                    <a:pt x="149" y="877"/>
                  </a:lnTo>
                  <a:lnTo>
                    <a:pt x="149" y="877"/>
                  </a:lnTo>
                  <a:lnTo>
                    <a:pt x="149" y="877"/>
                  </a:lnTo>
                  <a:lnTo>
                    <a:pt x="149" y="877"/>
                  </a:lnTo>
                  <a:lnTo>
                    <a:pt x="149" y="879"/>
                  </a:lnTo>
                  <a:lnTo>
                    <a:pt x="149" y="879"/>
                  </a:lnTo>
                  <a:lnTo>
                    <a:pt x="147" y="879"/>
                  </a:lnTo>
                  <a:lnTo>
                    <a:pt x="147" y="879"/>
                  </a:lnTo>
                  <a:lnTo>
                    <a:pt x="147" y="883"/>
                  </a:lnTo>
                  <a:lnTo>
                    <a:pt x="147" y="883"/>
                  </a:lnTo>
                  <a:lnTo>
                    <a:pt x="147" y="885"/>
                  </a:lnTo>
                  <a:lnTo>
                    <a:pt x="147" y="885"/>
                  </a:lnTo>
                  <a:lnTo>
                    <a:pt x="147" y="885"/>
                  </a:lnTo>
                  <a:lnTo>
                    <a:pt x="147" y="885"/>
                  </a:lnTo>
                  <a:lnTo>
                    <a:pt x="147" y="885"/>
                  </a:lnTo>
                  <a:lnTo>
                    <a:pt x="145" y="885"/>
                  </a:lnTo>
                  <a:lnTo>
                    <a:pt x="143" y="885"/>
                  </a:lnTo>
                  <a:lnTo>
                    <a:pt x="143" y="885"/>
                  </a:lnTo>
                  <a:lnTo>
                    <a:pt x="143" y="887"/>
                  </a:lnTo>
                  <a:lnTo>
                    <a:pt x="143" y="887"/>
                  </a:lnTo>
                  <a:lnTo>
                    <a:pt x="143" y="887"/>
                  </a:lnTo>
                  <a:lnTo>
                    <a:pt x="141" y="887"/>
                  </a:lnTo>
                  <a:lnTo>
                    <a:pt x="141" y="887"/>
                  </a:lnTo>
                  <a:lnTo>
                    <a:pt x="139" y="885"/>
                  </a:lnTo>
                  <a:lnTo>
                    <a:pt x="139" y="885"/>
                  </a:lnTo>
                  <a:lnTo>
                    <a:pt x="139" y="885"/>
                  </a:lnTo>
                  <a:lnTo>
                    <a:pt x="139" y="885"/>
                  </a:lnTo>
                  <a:lnTo>
                    <a:pt x="139" y="883"/>
                  </a:lnTo>
                  <a:lnTo>
                    <a:pt x="139" y="881"/>
                  </a:lnTo>
                  <a:lnTo>
                    <a:pt x="139" y="881"/>
                  </a:lnTo>
                  <a:lnTo>
                    <a:pt x="139" y="881"/>
                  </a:lnTo>
                  <a:lnTo>
                    <a:pt x="139" y="881"/>
                  </a:lnTo>
                  <a:lnTo>
                    <a:pt x="137" y="881"/>
                  </a:lnTo>
                  <a:lnTo>
                    <a:pt x="135" y="881"/>
                  </a:lnTo>
                  <a:lnTo>
                    <a:pt x="135" y="881"/>
                  </a:lnTo>
                  <a:lnTo>
                    <a:pt x="133" y="881"/>
                  </a:lnTo>
                  <a:lnTo>
                    <a:pt x="133" y="881"/>
                  </a:lnTo>
                  <a:lnTo>
                    <a:pt x="133" y="881"/>
                  </a:lnTo>
                  <a:lnTo>
                    <a:pt x="133" y="883"/>
                  </a:lnTo>
                  <a:lnTo>
                    <a:pt x="129" y="883"/>
                  </a:lnTo>
                  <a:lnTo>
                    <a:pt x="129" y="885"/>
                  </a:lnTo>
                  <a:lnTo>
                    <a:pt x="121" y="887"/>
                  </a:lnTo>
                  <a:lnTo>
                    <a:pt x="121" y="887"/>
                  </a:lnTo>
                  <a:lnTo>
                    <a:pt x="119" y="887"/>
                  </a:lnTo>
                  <a:lnTo>
                    <a:pt x="119" y="887"/>
                  </a:lnTo>
                  <a:lnTo>
                    <a:pt x="119" y="887"/>
                  </a:lnTo>
                  <a:lnTo>
                    <a:pt x="119" y="885"/>
                  </a:lnTo>
                  <a:lnTo>
                    <a:pt x="121" y="885"/>
                  </a:lnTo>
                  <a:lnTo>
                    <a:pt x="121" y="885"/>
                  </a:lnTo>
                  <a:lnTo>
                    <a:pt x="121" y="883"/>
                  </a:lnTo>
                  <a:lnTo>
                    <a:pt x="121" y="883"/>
                  </a:lnTo>
                  <a:lnTo>
                    <a:pt x="123" y="883"/>
                  </a:lnTo>
                  <a:lnTo>
                    <a:pt x="123" y="883"/>
                  </a:lnTo>
                  <a:lnTo>
                    <a:pt x="123" y="883"/>
                  </a:lnTo>
                  <a:lnTo>
                    <a:pt x="121" y="883"/>
                  </a:lnTo>
                  <a:lnTo>
                    <a:pt x="121" y="881"/>
                  </a:lnTo>
                  <a:lnTo>
                    <a:pt x="121" y="881"/>
                  </a:lnTo>
                  <a:lnTo>
                    <a:pt x="121" y="881"/>
                  </a:lnTo>
                  <a:lnTo>
                    <a:pt x="121" y="879"/>
                  </a:lnTo>
                  <a:lnTo>
                    <a:pt x="121" y="879"/>
                  </a:lnTo>
                  <a:lnTo>
                    <a:pt x="121" y="879"/>
                  </a:lnTo>
                  <a:lnTo>
                    <a:pt x="121" y="879"/>
                  </a:lnTo>
                  <a:lnTo>
                    <a:pt x="121" y="879"/>
                  </a:lnTo>
                  <a:lnTo>
                    <a:pt x="121" y="877"/>
                  </a:lnTo>
                  <a:lnTo>
                    <a:pt x="121" y="877"/>
                  </a:lnTo>
                  <a:lnTo>
                    <a:pt x="121" y="877"/>
                  </a:lnTo>
                  <a:lnTo>
                    <a:pt x="121" y="875"/>
                  </a:lnTo>
                  <a:lnTo>
                    <a:pt x="119" y="875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7" y="871"/>
                  </a:lnTo>
                  <a:lnTo>
                    <a:pt x="115" y="870"/>
                  </a:lnTo>
                  <a:lnTo>
                    <a:pt x="115" y="870"/>
                  </a:lnTo>
                  <a:lnTo>
                    <a:pt x="115" y="870"/>
                  </a:lnTo>
                  <a:lnTo>
                    <a:pt x="115" y="870"/>
                  </a:lnTo>
                  <a:lnTo>
                    <a:pt x="115" y="868"/>
                  </a:lnTo>
                  <a:lnTo>
                    <a:pt x="115" y="868"/>
                  </a:lnTo>
                  <a:lnTo>
                    <a:pt x="115" y="868"/>
                  </a:lnTo>
                  <a:lnTo>
                    <a:pt x="115" y="868"/>
                  </a:lnTo>
                  <a:lnTo>
                    <a:pt x="115" y="868"/>
                  </a:lnTo>
                  <a:lnTo>
                    <a:pt x="115" y="868"/>
                  </a:lnTo>
                  <a:lnTo>
                    <a:pt x="113" y="868"/>
                  </a:lnTo>
                  <a:lnTo>
                    <a:pt x="113" y="866"/>
                  </a:lnTo>
                  <a:lnTo>
                    <a:pt x="113" y="866"/>
                  </a:lnTo>
                  <a:lnTo>
                    <a:pt x="113" y="866"/>
                  </a:lnTo>
                  <a:lnTo>
                    <a:pt x="115" y="862"/>
                  </a:lnTo>
                  <a:lnTo>
                    <a:pt x="115" y="862"/>
                  </a:lnTo>
                  <a:lnTo>
                    <a:pt x="115" y="862"/>
                  </a:lnTo>
                  <a:lnTo>
                    <a:pt x="115" y="862"/>
                  </a:lnTo>
                  <a:lnTo>
                    <a:pt x="113" y="862"/>
                  </a:lnTo>
                  <a:lnTo>
                    <a:pt x="113" y="862"/>
                  </a:lnTo>
                  <a:lnTo>
                    <a:pt x="113" y="860"/>
                  </a:lnTo>
                  <a:lnTo>
                    <a:pt x="113" y="860"/>
                  </a:lnTo>
                  <a:lnTo>
                    <a:pt x="113" y="860"/>
                  </a:lnTo>
                  <a:lnTo>
                    <a:pt x="113" y="858"/>
                  </a:lnTo>
                  <a:lnTo>
                    <a:pt x="111" y="858"/>
                  </a:lnTo>
                  <a:lnTo>
                    <a:pt x="111" y="858"/>
                  </a:lnTo>
                  <a:lnTo>
                    <a:pt x="110" y="858"/>
                  </a:lnTo>
                  <a:lnTo>
                    <a:pt x="110" y="858"/>
                  </a:lnTo>
                  <a:lnTo>
                    <a:pt x="110" y="858"/>
                  </a:lnTo>
                  <a:lnTo>
                    <a:pt x="110" y="856"/>
                  </a:lnTo>
                  <a:lnTo>
                    <a:pt x="110" y="856"/>
                  </a:lnTo>
                  <a:lnTo>
                    <a:pt x="110" y="856"/>
                  </a:lnTo>
                  <a:lnTo>
                    <a:pt x="110" y="854"/>
                  </a:lnTo>
                  <a:lnTo>
                    <a:pt x="110" y="854"/>
                  </a:lnTo>
                  <a:lnTo>
                    <a:pt x="110" y="854"/>
                  </a:lnTo>
                  <a:lnTo>
                    <a:pt x="110" y="854"/>
                  </a:lnTo>
                  <a:lnTo>
                    <a:pt x="108" y="852"/>
                  </a:lnTo>
                  <a:lnTo>
                    <a:pt x="108" y="852"/>
                  </a:lnTo>
                  <a:lnTo>
                    <a:pt x="108" y="852"/>
                  </a:lnTo>
                  <a:lnTo>
                    <a:pt x="108" y="850"/>
                  </a:lnTo>
                  <a:lnTo>
                    <a:pt x="108" y="850"/>
                  </a:lnTo>
                  <a:lnTo>
                    <a:pt x="108" y="850"/>
                  </a:lnTo>
                  <a:lnTo>
                    <a:pt x="106" y="848"/>
                  </a:lnTo>
                  <a:lnTo>
                    <a:pt x="104" y="848"/>
                  </a:lnTo>
                  <a:lnTo>
                    <a:pt x="104" y="848"/>
                  </a:lnTo>
                  <a:lnTo>
                    <a:pt x="102" y="848"/>
                  </a:lnTo>
                  <a:lnTo>
                    <a:pt x="102" y="848"/>
                  </a:lnTo>
                  <a:lnTo>
                    <a:pt x="100" y="848"/>
                  </a:lnTo>
                  <a:lnTo>
                    <a:pt x="100" y="850"/>
                  </a:lnTo>
                  <a:lnTo>
                    <a:pt x="98" y="848"/>
                  </a:lnTo>
                  <a:lnTo>
                    <a:pt x="96" y="848"/>
                  </a:lnTo>
                  <a:lnTo>
                    <a:pt x="96" y="850"/>
                  </a:lnTo>
                  <a:lnTo>
                    <a:pt x="92" y="850"/>
                  </a:lnTo>
                  <a:lnTo>
                    <a:pt x="88" y="850"/>
                  </a:lnTo>
                  <a:lnTo>
                    <a:pt x="86" y="852"/>
                  </a:lnTo>
                  <a:lnTo>
                    <a:pt x="86" y="852"/>
                  </a:lnTo>
                  <a:lnTo>
                    <a:pt x="86" y="852"/>
                  </a:lnTo>
                  <a:lnTo>
                    <a:pt x="86" y="854"/>
                  </a:lnTo>
                  <a:lnTo>
                    <a:pt x="84" y="854"/>
                  </a:lnTo>
                  <a:lnTo>
                    <a:pt x="82" y="854"/>
                  </a:lnTo>
                  <a:lnTo>
                    <a:pt x="82" y="854"/>
                  </a:lnTo>
                  <a:lnTo>
                    <a:pt x="80" y="854"/>
                  </a:lnTo>
                  <a:lnTo>
                    <a:pt x="80" y="854"/>
                  </a:lnTo>
                  <a:lnTo>
                    <a:pt x="80" y="854"/>
                  </a:lnTo>
                  <a:lnTo>
                    <a:pt x="80" y="852"/>
                  </a:lnTo>
                  <a:lnTo>
                    <a:pt x="80" y="852"/>
                  </a:lnTo>
                  <a:lnTo>
                    <a:pt x="78" y="852"/>
                  </a:lnTo>
                  <a:lnTo>
                    <a:pt x="78" y="852"/>
                  </a:lnTo>
                  <a:lnTo>
                    <a:pt x="78" y="852"/>
                  </a:lnTo>
                  <a:lnTo>
                    <a:pt x="74" y="852"/>
                  </a:lnTo>
                  <a:lnTo>
                    <a:pt x="72" y="850"/>
                  </a:lnTo>
                  <a:lnTo>
                    <a:pt x="70" y="850"/>
                  </a:lnTo>
                  <a:lnTo>
                    <a:pt x="70" y="850"/>
                  </a:lnTo>
                  <a:lnTo>
                    <a:pt x="68" y="852"/>
                  </a:lnTo>
                  <a:lnTo>
                    <a:pt x="68" y="852"/>
                  </a:lnTo>
                  <a:lnTo>
                    <a:pt x="66" y="852"/>
                  </a:lnTo>
                  <a:lnTo>
                    <a:pt x="66" y="852"/>
                  </a:lnTo>
                  <a:lnTo>
                    <a:pt x="64" y="852"/>
                  </a:lnTo>
                  <a:lnTo>
                    <a:pt x="64" y="850"/>
                  </a:lnTo>
                  <a:lnTo>
                    <a:pt x="64" y="850"/>
                  </a:lnTo>
                  <a:lnTo>
                    <a:pt x="64" y="852"/>
                  </a:lnTo>
                  <a:lnTo>
                    <a:pt x="62" y="852"/>
                  </a:lnTo>
                  <a:lnTo>
                    <a:pt x="62" y="852"/>
                  </a:lnTo>
                  <a:lnTo>
                    <a:pt x="62" y="852"/>
                  </a:lnTo>
                  <a:lnTo>
                    <a:pt x="62" y="852"/>
                  </a:lnTo>
                  <a:lnTo>
                    <a:pt x="61" y="854"/>
                  </a:lnTo>
                  <a:lnTo>
                    <a:pt x="61" y="854"/>
                  </a:lnTo>
                  <a:lnTo>
                    <a:pt x="61" y="852"/>
                  </a:lnTo>
                  <a:lnTo>
                    <a:pt x="59" y="852"/>
                  </a:lnTo>
                  <a:lnTo>
                    <a:pt x="59" y="852"/>
                  </a:lnTo>
                  <a:lnTo>
                    <a:pt x="59" y="850"/>
                  </a:lnTo>
                  <a:lnTo>
                    <a:pt x="59" y="850"/>
                  </a:lnTo>
                  <a:lnTo>
                    <a:pt x="59" y="850"/>
                  </a:lnTo>
                  <a:lnTo>
                    <a:pt x="59" y="850"/>
                  </a:lnTo>
                  <a:lnTo>
                    <a:pt x="59" y="850"/>
                  </a:lnTo>
                  <a:lnTo>
                    <a:pt x="59" y="848"/>
                  </a:lnTo>
                  <a:lnTo>
                    <a:pt x="61" y="848"/>
                  </a:lnTo>
                  <a:lnTo>
                    <a:pt x="61" y="846"/>
                  </a:lnTo>
                  <a:lnTo>
                    <a:pt x="61" y="846"/>
                  </a:lnTo>
                  <a:lnTo>
                    <a:pt x="61" y="846"/>
                  </a:lnTo>
                  <a:lnTo>
                    <a:pt x="61" y="846"/>
                  </a:lnTo>
                  <a:lnTo>
                    <a:pt x="61" y="844"/>
                  </a:lnTo>
                  <a:lnTo>
                    <a:pt x="61" y="844"/>
                  </a:lnTo>
                  <a:lnTo>
                    <a:pt x="61" y="842"/>
                  </a:lnTo>
                  <a:lnTo>
                    <a:pt x="59" y="840"/>
                  </a:lnTo>
                  <a:lnTo>
                    <a:pt x="59" y="838"/>
                  </a:lnTo>
                  <a:lnTo>
                    <a:pt x="59" y="838"/>
                  </a:lnTo>
                  <a:lnTo>
                    <a:pt x="59" y="838"/>
                  </a:lnTo>
                  <a:lnTo>
                    <a:pt x="59" y="836"/>
                  </a:lnTo>
                  <a:lnTo>
                    <a:pt x="59" y="834"/>
                  </a:lnTo>
                  <a:lnTo>
                    <a:pt x="59" y="834"/>
                  </a:lnTo>
                  <a:lnTo>
                    <a:pt x="61" y="832"/>
                  </a:lnTo>
                  <a:lnTo>
                    <a:pt x="61" y="830"/>
                  </a:lnTo>
                  <a:lnTo>
                    <a:pt x="61" y="828"/>
                  </a:lnTo>
                  <a:lnTo>
                    <a:pt x="62" y="826"/>
                  </a:lnTo>
                  <a:lnTo>
                    <a:pt x="62" y="824"/>
                  </a:lnTo>
                  <a:lnTo>
                    <a:pt x="62" y="824"/>
                  </a:lnTo>
                  <a:lnTo>
                    <a:pt x="62" y="824"/>
                  </a:lnTo>
                  <a:lnTo>
                    <a:pt x="62" y="824"/>
                  </a:lnTo>
                  <a:lnTo>
                    <a:pt x="62" y="822"/>
                  </a:lnTo>
                  <a:lnTo>
                    <a:pt x="64" y="822"/>
                  </a:lnTo>
                  <a:lnTo>
                    <a:pt x="64" y="822"/>
                  </a:lnTo>
                  <a:lnTo>
                    <a:pt x="64" y="820"/>
                  </a:lnTo>
                  <a:lnTo>
                    <a:pt x="64" y="820"/>
                  </a:lnTo>
                  <a:lnTo>
                    <a:pt x="64" y="820"/>
                  </a:lnTo>
                  <a:lnTo>
                    <a:pt x="64" y="820"/>
                  </a:lnTo>
                  <a:lnTo>
                    <a:pt x="64" y="820"/>
                  </a:lnTo>
                  <a:lnTo>
                    <a:pt x="64" y="818"/>
                  </a:lnTo>
                  <a:lnTo>
                    <a:pt x="64" y="818"/>
                  </a:lnTo>
                  <a:lnTo>
                    <a:pt x="66" y="818"/>
                  </a:lnTo>
                  <a:lnTo>
                    <a:pt x="66" y="818"/>
                  </a:lnTo>
                  <a:lnTo>
                    <a:pt x="68" y="818"/>
                  </a:lnTo>
                  <a:lnTo>
                    <a:pt x="68" y="818"/>
                  </a:lnTo>
                  <a:lnTo>
                    <a:pt x="68" y="818"/>
                  </a:lnTo>
                  <a:lnTo>
                    <a:pt x="68" y="818"/>
                  </a:lnTo>
                  <a:lnTo>
                    <a:pt x="68" y="816"/>
                  </a:lnTo>
                  <a:lnTo>
                    <a:pt x="68" y="816"/>
                  </a:lnTo>
                  <a:lnTo>
                    <a:pt x="70" y="815"/>
                  </a:lnTo>
                  <a:lnTo>
                    <a:pt x="72" y="815"/>
                  </a:lnTo>
                  <a:lnTo>
                    <a:pt x="72" y="815"/>
                  </a:lnTo>
                  <a:lnTo>
                    <a:pt x="72" y="815"/>
                  </a:lnTo>
                  <a:lnTo>
                    <a:pt x="74" y="815"/>
                  </a:lnTo>
                  <a:lnTo>
                    <a:pt x="78" y="815"/>
                  </a:lnTo>
                  <a:lnTo>
                    <a:pt x="78" y="815"/>
                  </a:lnTo>
                  <a:lnTo>
                    <a:pt x="78" y="815"/>
                  </a:lnTo>
                  <a:lnTo>
                    <a:pt x="78" y="815"/>
                  </a:lnTo>
                  <a:lnTo>
                    <a:pt x="78" y="815"/>
                  </a:lnTo>
                  <a:lnTo>
                    <a:pt x="78" y="813"/>
                  </a:lnTo>
                  <a:lnTo>
                    <a:pt x="80" y="813"/>
                  </a:lnTo>
                  <a:lnTo>
                    <a:pt x="80" y="813"/>
                  </a:lnTo>
                  <a:lnTo>
                    <a:pt x="80" y="811"/>
                  </a:lnTo>
                  <a:lnTo>
                    <a:pt x="80" y="805"/>
                  </a:lnTo>
                  <a:lnTo>
                    <a:pt x="80" y="803"/>
                  </a:lnTo>
                  <a:lnTo>
                    <a:pt x="80" y="795"/>
                  </a:lnTo>
                  <a:lnTo>
                    <a:pt x="80" y="793"/>
                  </a:lnTo>
                  <a:lnTo>
                    <a:pt x="78" y="793"/>
                  </a:lnTo>
                  <a:lnTo>
                    <a:pt x="78" y="793"/>
                  </a:lnTo>
                  <a:lnTo>
                    <a:pt x="78" y="791"/>
                  </a:lnTo>
                  <a:lnTo>
                    <a:pt x="76" y="791"/>
                  </a:lnTo>
                  <a:lnTo>
                    <a:pt x="76" y="791"/>
                  </a:lnTo>
                  <a:lnTo>
                    <a:pt x="76" y="791"/>
                  </a:lnTo>
                  <a:lnTo>
                    <a:pt x="76" y="789"/>
                  </a:lnTo>
                  <a:lnTo>
                    <a:pt x="76" y="789"/>
                  </a:lnTo>
                  <a:lnTo>
                    <a:pt x="76" y="789"/>
                  </a:lnTo>
                  <a:lnTo>
                    <a:pt x="76" y="789"/>
                  </a:lnTo>
                  <a:lnTo>
                    <a:pt x="78" y="787"/>
                  </a:lnTo>
                  <a:lnTo>
                    <a:pt x="78" y="787"/>
                  </a:lnTo>
                  <a:lnTo>
                    <a:pt x="78" y="787"/>
                  </a:lnTo>
                  <a:lnTo>
                    <a:pt x="78" y="785"/>
                  </a:lnTo>
                  <a:lnTo>
                    <a:pt x="78" y="785"/>
                  </a:lnTo>
                  <a:lnTo>
                    <a:pt x="80" y="785"/>
                  </a:lnTo>
                  <a:lnTo>
                    <a:pt x="80" y="783"/>
                  </a:lnTo>
                  <a:lnTo>
                    <a:pt x="80" y="781"/>
                  </a:lnTo>
                  <a:lnTo>
                    <a:pt x="80" y="781"/>
                  </a:lnTo>
                  <a:lnTo>
                    <a:pt x="80" y="781"/>
                  </a:lnTo>
                  <a:lnTo>
                    <a:pt x="82" y="779"/>
                  </a:lnTo>
                  <a:lnTo>
                    <a:pt x="82" y="779"/>
                  </a:lnTo>
                  <a:lnTo>
                    <a:pt x="82" y="779"/>
                  </a:lnTo>
                  <a:lnTo>
                    <a:pt x="82" y="777"/>
                  </a:lnTo>
                  <a:lnTo>
                    <a:pt x="84" y="777"/>
                  </a:lnTo>
                  <a:lnTo>
                    <a:pt x="86" y="777"/>
                  </a:lnTo>
                  <a:lnTo>
                    <a:pt x="88" y="775"/>
                  </a:lnTo>
                  <a:lnTo>
                    <a:pt x="88" y="775"/>
                  </a:lnTo>
                  <a:lnTo>
                    <a:pt x="88" y="775"/>
                  </a:lnTo>
                  <a:lnTo>
                    <a:pt x="90" y="771"/>
                  </a:lnTo>
                  <a:lnTo>
                    <a:pt x="90" y="769"/>
                  </a:lnTo>
                  <a:lnTo>
                    <a:pt x="90" y="769"/>
                  </a:lnTo>
                  <a:lnTo>
                    <a:pt x="90" y="769"/>
                  </a:lnTo>
                  <a:lnTo>
                    <a:pt x="90" y="771"/>
                  </a:lnTo>
                  <a:lnTo>
                    <a:pt x="92" y="771"/>
                  </a:lnTo>
                  <a:lnTo>
                    <a:pt x="92" y="771"/>
                  </a:lnTo>
                  <a:lnTo>
                    <a:pt x="92" y="771"/>
                  </a:lnTo>
                  <a:lnTo>
                    <a:pt x="92" y="771"/>
                  </a:lnTo>
                  <a:lnTo>
                    <a:pt x="92" y="771"/>
                  </a:lnTo>
                  <a:lnTo>
                    <a:pt x="92" y="771"/>
                  </a:lnTo>
                  <a:lnTo>
                    <a:pt x="94" y="769"/>
                  </a:lnTo>
                  <a:lnTo>
                    <a:pt x="94" y="769"/>
                  </a:lnTo>
                  <a:lnTo>
                    <a:pt x="94" y="769"/>
                  </a:lnTo>
                  <a:lnTo>
                    <a:pt x="96" y="767"/>
                  </a:lnTo>
                  <a:lnTo>
                    <a:pt x="96" y="767"/>
                  </a:lnTo>
                  <a:lnTo>
                    <a:pt x="96" y="767"/>
                  </a:lnTo>
                  <a:lnTo>
                    <a:pt x="96" y="765"/>
                  </a:lnTo>
                  <a:lnTo>
                    <a:pt x="96" y="765"/>
                  </a:lnTo>
                  <a:lnTo>
                    <a:pt x="96" y="763"/>
                  </a:lnTo>
                  <a:lnTo>
                    <a:pt x="96" y="763"/>
                  </a:lnTo>
                  <a:lnTo>
                    <a:pt x="98" y="762"/>
                  </a:lnTo>
                  <a:lnTo>
                    <a:pt x="98" y="762"/>
                  </a:lnTo>
                  <a:lnTo>
                    <a:pt x="98" y="762"/>
                  </a:lnTo>
                  <a:lnTo>
                    <a:pt x="100" y="762"/>
                  </a:lnTo>
                  <a:lnTo>
                    <a:pt x="100" y="762"/>
                  </a:lnTo>
                  <a:lnTo>
                    <a:pt x="100" y="762"/>
                  </a:lnTo>
                  <a:lnTo>
                    <a:pt x="100" y="760"/>
                  </a:lnTo>
                  <a:lnTo>
                    <a:pt x="102" y="758"/>
                  </a:lnTo>
                  <a:lnTo>
                    <a:pt x="104" y="758"/>
                  </a:lnTo>
                  <a:lnTo>
                    <a:pt x="104" y="758"/>
                  </a:lnTo>
                  <a:lnTo>
                    <a:pt x="104" y="756"/>
                  </a:lnTo>
                  <a:lnTo>
                    <a:pt x="104" y="756"/>
                  </a:lnTo>
                  <a:lnTo>
                    <a:pt x="104" y="756"/>
                  </a:lnTo>
                  <a:lnTo>
                    <a:pt x="104" y="756"/>
                  </a:lnTo>
                  <a:lnTo>
                    <a:pt x="102" y="754"/>
                  </a:lnTo>
                  <a:lnTo>
                    <a:pt x="102" y="754"/>
                  </a:lnTo>
                  <a:lnTo>
                    <a:pt x="102" y="754"/>
                  </a:lnTo>
                  <a:lnTo>
                    <a:pt x="102" y="752"/>
                  </a:lnTo>
                  <a:lnTo>
                    <a:pt x="100" y="752"/>
                  </a:lnTo>
                  <a:lnTo>
                    <a:pt x="100" y="750"/>
                  </a:lnTo>
                  <a:lnTo>
                    <a:pt x="100" y="750"/>
                  </a:lnTo>
                  <a:lnTo>
                    <a:pt x="100" y="750"/>
                  </a:lnTo>
                  <a:lnTo>
                    <a:pt x="100" y="750"/>
                  </a:lnTo>
                  <a:lnTo>
                    <a:pt x="102" y="748"/>
                  </a:lnTo>
                  <a:lnTo>
                    <a:pt x="102" y="746"/>
                  </a:lnTo>
                  <a:lnTo>
                    <a:pt x="102" y="744"/>
                  </a:lnTo>
                  <a:lnTo>
                    <a:pt x="104" y="744"/>
                  </a:lnTo>
                  <a:lnTo>
                    <a:pt x="104" y="744"/>
                  </a:lnTo>
                  <a:lnTo>
                    <a:pt x="104" y="744"/>
                  </a:lnTo>
                  <a:lnTo>
                    <a:pt x="111" y="742"/>
                  </a:lnTo>
                  <a:lnTo>
                    <a:pt x="113" y="740"/>
                  </a:lnTo>
                  <a:lnTo>
                    <a:pt x="115" y="740"/>
                  </a:lnTo>
                  <a:lnTo>
                    <a:pt x="115" y="740"/>
                  </a:lnTo>
                  <a:lnTo>
                    <a:pt x="115" y="738"/>
                  </a:lnTo>
                  <a:lnTo>
                    <a:pt x="115" y="738"/>
                  </a:lnTo>
                  <a:lnTo>
                    <a:pt x="115" y="738"/>
                  </a:lnTo>
                  <a:lnTo>
                    <a:pt x="115" y="736"/>
                  </a:lnTo>
                  <a:lnTo>
                    <a:pt x="115" y="736"/>
                  </a:lnTo>
                  <a:lnTo>
                    <a:pt x="113" y="736"/>
                  </a:lnTo>
                  <a:lnTo>
                    <a:pt x="113" y="736"/>
                  </a:lnTo>
                  <a:lnTo>
                    <a:pt x="113" y="734"/>
                  </a:lnTo>
                  <a:lnTo>
                    <a:pt x="113" y="734"/>
                  </a:lnTo>
                  <a:lnTo>
                    <a:pt x="113" y="734"/>
                  </a:lnTo>
                  <a:lnTo>
                    <a:pt x="113" y="734"/>
                  </a:lnTo>
                  <a:lnTo>
                    <a:pt x="113" y="734"/>
                  </a:lnTo>
                  <a:lnTo>
                    <a:pt x="111" y="734"/>
                  </a:lnTo>
                  <a:lnTo>
                    <a:pt x="111" y="732"/>
                  </a:lnTo>
                  <a:lnTo>
                    <a:pt x="111" y="732"/>
                  </a:lnTo>
                  <a:lnTo>
                    <a:pt x="111" y="732"/>
                  </a:lnTo>
                  <a:lnTo>
                    <a:pt x="111" y="730"/>
                  </a:lnTo>
                  <a:lnTo>
                    <a:pt x="111" y="730"/>
                  </a:lnTo>
                  <a:lnTo>
                    <a:pt x="111" y="730"/>
                  </a:lnTo>
                  <a:lnTo>
                    <a:pt x="111" y="730"/>
                  </a:lnTo>
                  <a:lnTo>
                    <a:pt x="111" y="730"/>
                  </a:lnTo>
                  <a:lnTo>
                    <a:pt x="113" y="728"/>
                  </a:lnTo>
                  <a:lnTo>
                    <a:pt x="113" y="728"/>
                  </a:lnTo>
                  <a:lnTo>
                    <a:pt x="113" y="728"/>
                  </a:lnTo>
                  <a:lnTo>
                    <a:pt x="115" y="728"/>
                  </a:lnTo>
                  <a:lnTo>
                    <a:pt x="117" y="728"/>
                  </a:lnTo>
                  <a:lnTo>
                    <a:pt x="119" y="726"/>
                  </a:lnTo>
                  <a:lnTo>
                    <a:pt x="121" y="726"/>
                  </a:lnTo>
                  <a:lnTo>
                    <a:pt x="121" y="726"/>
                  </a:lnTo>
                  <a:lnTo>
                    <a:pt x="121" y="726"/>
                  </a:lnTo>
                  <a:lnTo>
                    <a:pt x="123" y="724"/>
                  </a:lnTo>
                  <a:lnTo>
                    <a:pt x="123" y="724"/>
                  </a:lnTo>
                  <a:lnTo>
                    <a:pt x="123" y="720"/>
                  </a:lnTo>
                  <a:lnTo>
                    <a:pt x="123" y="718"/>
                  </a:lnTo>
                  <a:lnTo>
                    <a:pt x="123" y="718"/>
                  </a:lnTo>
                  <a:lnTo>
                    <a:pt x="123" y="718"/>
                  </a:lnTo>
                  <a:lnTo>
                    <a:pt x="123" y="718"/>
                  </a:lnTo>
                  <a:lnTo>
                    <a:pt x="121" y="716"/>
                  </a:lnTo>
                  <a:lnTo>
                    <a:pt x="121" y="716"/>
                  </a:lnTo>
                  <a:lnTo>
                    <a:pt x="121" y="716"/>
                  </a:lnTo>
                  <a:lnTo>
                    <a:pt x="121" y="716"/>
                  </a:lnTo>
                  <a:lnTo>
                    <a:pt x="121" y="714"/>
                  </a:lnTo>
                  <a:lnTo>
                    <a:pt x="121" y="714"/>
                  </a:lnTo>
                  <a:lnTo>
                    <a:pt x="121" y="714"/>
                  </a:lnTo>
                  <a:lnTo>
                    <a:pt x="121" y="714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3" y="712"/>
                  </a:lnTo>
                  <a:lnTo>
                    <a:pt x="123" y="712"/>
                  </a:lnTo>
                  <a:lnTo>
                    <a:pt x="123" y="712"/>
                  </a:lnTo>
                  <a:lnTo>
                    <a:pt x="123" y="712"/>
                  </a:lnTo>
                  <a:lnTo>
                    <a:pt x="125" y="712"/>
                  </a:lnTo>
                  <a:lnTo>
                    <a:pt x="125" y="712"/>
                  </a:lnTo>
                  <a:lnTo>
                    <a:pt x="127" y="710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7"/>
                  </a:lnTo>
                  <a:lnTo>
                    <a:pt x="131" y="707"/>
                  </a:lnTo>
                  <a:lnTo>
                    <a:pt x="131" y="707"/>
                  </a:lnTo>
                  <a:lnTo>
                    <a:pt x="129" y="707"/>
                  </a:lnTo>
                  <a:lnTo>
                    <a:pt x="127" y="707"/>
                  </a:lnTo>
                  <a:lnTo>
                    <a:pt x="127" y="707"/>
                  </a:lnTo>
                  <a:lnTo>
                    <a:pt x="127" y="707"/>
                  </a:lnTo>
                  <a:lnTo>
                    <a:pt x="125" y="707"/>
                  </a:lnTo>
                  <a:lnTo>
                    <a:pt x="123" y="707"/>
                  </a:lnTo>
                  <a:lnTo>
                    <a:pt x="123" y="707"/>
                  </a:lnTo>
                  <a:lnTo>
                    <a:pt x="123" y="707"/>
                  </a:lnTo>
                  <a:lnTo>
                    <a:pt x="123" y="707"/>
                  </a:lnTo>
                  <a:lnTo>
                    <a:pt x="121" y="707"/>
                  </a:lnTo>
                  <a:lnTo>
                    <a:pt x="121" y="707"/>
                  </a:lnTo>
                  <a:lnTo>
                    <a:pt x="121" y="705"/>
                  </a:lnTo>
                  <a:lnTo>
                    <a:pt x="119" y="705"/>
                  </a:lnTo>
                  <a:lnTo>
                    <a:pt x="115" y="703"/>
                  </a:lnTo>
                  <a:lnTo>
                    <a:pt x="115" y="703"/>
                  </a:lnTo>
                  <a:lnTo>
                    <a:pt x="115" y="703"/>
                  </a:lnTo>
                  <a:lnTo>
                    <a:pt x="115" y="703"/>
                  </a:lnTo>
                  <a:lnTo>
                    <a:pt x="113" y="703"/>
                  </a:lnTo>
                  <a:lnTo>
                    <a:pt x="113" y="701"/>
                  </a:lnTo>
                  <a:lnTo>
                    <a:pt x="113" y="701"/>
                  </a:lnTo>
                  <a:lnTo>
                    <a:pt x="115" y="699"/>
                  </a:lnTo>
                  <a:lnTo>
                    <a:pt x="110" y="695"/>
                  </a:lnTo>
                  <a:lnTo>
                    <a:pt x="108" y="693"/>
                  </a:lnTo>
                  <a:lnTo>
                    <a:pt x="108" y="693"/>
                  </a:lnTo>
                  <a:lnTo>
                    <a:pt x="108" y="693"/>
                  </a:lnTo>
                  <a:lnTo>
                    <a:pt x="108" y="691"/>
                  </a:lnTo>
                  <a:lnTo>
                    <a:pt x="108" y="691"/>
                  </a:lnTo>
                  <a:lnTo>
                    <a:pt x="106" y="691"/>
                  </a:lnTo>
                  <a:lnTo>
                    <a:pt x="104" y="691"/>
                  </a:lnTo>
                  <a:lnTo>
                    <a:pt x="104" y="691"/>
                  </a:lnTo>
                  <a:lnTo>
                    <a:pt x="100" y="691"/>
                  </a:lnTo>
                  <a:lnTo>
                    <a:pt x="100" y="691"/>
                  </a:lnTo>
                  <a:lnTo>
                    <a:pt x="96" y="693"/>
                  </a:lnTo>
                  <a:lnTo>
                    <a:pt x="94" y="693"/>
                  </a:lnTo>
                  <a:lnTo>
                    <a:pt x="94" y="693"/>
                  </a:lnTo>
                  <a:lnTo>
                    <a:pt x="94" y="695"/>
                  </a:lnTo>
                  <a:lnTo>
                    <a:pt x="94" y="695"/>
                  </a:lnTo>
                  <a:lnTo>
                    <a:pt x="94" y="695"/>
                  </a:lnTo>
                  <a:lnTo>
                    <a:pt x="94" y="695"/>
                  </a:lnTo>
                  <a:lnTo>
                    <a:pt x="92" y="697"/>
                  </a:lnTo>
                  <a:lnTo>
                    <a:pt x="92" y="697"/>
                  </a:lnTo>
                  <a:lnTo>
                    <a:pt x="90" y="697"/>
                  </a:lnTo>
                  <a:lnTo>
                    <a:pt x="90" y="699"/>
                  </a:lnTo>
                  <a:lnTo>
                    <a:pt x="90" y="699"/>
                  </a:lnTo>
                  <a:lnTo>
                    <a:pt x="90" y="699"/>
                  </a:lnTo>
                  <a:lnTo>
                    <a:pt x="90" y="699"/>
                  </a:lnTo>
                  <a:lnTo>
                    <a:pt x="90" y="699"/>
                  </a:lnTo>
                  <a:lnTo>
                    <a:pt x="88" y="701"/>
                  </a:lnTo>
                  <a:lnTo>
                    <a:pt x="84" y="701"/>
                  </a:lnTo>
                  <a:lnTo>
                    <a:pt x="82" y="701"/>
                  </a:lnTo>
                  <a:lnTo>
                    <a:pt x="82" y="701"/>
                  </a:lnTo>
                  <a:lnTo>
                    <a:pt x="82" y="701"/>
                  </a:lnTo>
                  <a:lnTo>
                    <a:pt x="82" y="703"/>
                  </a:lnTo>
                  <a:lnTo>
                    <a:pt x="82" y="703"/>
                  </a:lnTo>
                  <a:lnTo>
                    <a:pt x="82" y="703"/>
                  </a:lnTo>
                  <a:lnTo>
                    <a:pt x="82" y="703"/>
                  </a:lnTo>
                  <a:lnTo>
                    <a:pt x="82" y="705"/>
                  </a:lnTo>
                  <a:lnTo>
                    <a:pt x="78" y="707"/>
                  </a:lnTo>
                  <a:lnTo>
                    <a:pt x="76" y="707"/>
                  </a:lnTo>
                  <a:lnTo>
                    <a:pt x="76" y="707"/>
                  </a:lnTo>
                  <a:lnTo>
                    <a:pt x="76" y="707"/>
                  </a:lnTo>
                  <a:lnTo>
                    <a:pt x="76" y="707"/>
                  </a:lnTo>
                  <a:lnTo>
                    <a:pt x="74" y="705"/>
                  </a:lnTo>
                  <a:lnTo>
                    <a:pt x="70" y="705"/>
                  </a:lnTo>
                  <a:lnTo>
                    <a:pt x="68" y="707"/>
                  </a:lnTo>
                  <a:lnTo>
                    <a:pt x="68" y="707"/>
                  </a:lnTo>
                  <a:lnTo>
                    <a:pt x="68" y="707"/>
                  </a:lnTo>
                  <a:lnTo>
                    <a:pt x="68" y="707"/>
                  </a:lnTo>
                  <a:lnTo>
                    <a:pt x="68" y="707"/>
                  </a:lnTo>
                  <a:lnTo>
                    <a:pt x="68" y="708"/>
                  </a:lnTo>
                  <a:lnTo>
                    <a:pt x="68" y="708"/>
                  </a:lnTo>
                  <a:lnTo>
                    <a:pt x="68" y="708"/>
                  </a:lnTo>
                  <a:lnTo>
                    <a:pt x="68" y="710"/>
                  </a:lnTo>
                  <a:lnTo>
                    <a:pt x="64" y="710"/>
                  </a:lnTo>
                  <a:lnTo>
                    <a:pt x="64" y="708"/>
                  </a:lnTo>
                  <a:lnTo>
                    <a:pt x="62" y="708"/>
                  </a:lnTo>
                  <a:lnTo>
                    <a:pt x="62" y="708"/>
                  </a:lnTo>
                  <a:lnTo>
                    <a:pt x="62" y="708"/>
                  </a:lnTo>
                  <a:lnTo>
                    <a:pt x="61" y="708"/>
                  </a:lnTo>
                  <a:lnTo>
                    <a:pt x="61" y="708"/>
                  </a:lnTo>
                  <a:lnTo>
                    <a:pt x="61" y="708"/>
                  </a:lnTo>
                  <a:lnTo>
                    <a:pt x="61" y="710"/>
                  </a:lnTo>
                  <a:lnTo>
                    <a:pt x="61" y="710"/>
                  </a:lnTo>
                  <a:lnTo>
                    <a:pt x="61" y="710"/>
                  </a:lnTo>
                  <a:lnTo>
                    <a:pt x="61" y="710"/>
                  </a:lnTo>
                  <a:lnTo>
                    <a:pt x="59" y="710"/>
                  </a:lnTo>
                  <a:lnTo>
                    <a:pt x="59" y="712"/>
                  </a:lnTo>
                  <a:lnTo>
                    <a:pt x="57" y="712"/>
                  </a:lnTo>
                  <a:lnTo>
                    <a:pt x="57" y="712"/>
                  </a:lnTo>
                  <a:lnTo>
                    <a:pt x="53" y="712"/>
                  </a:lnTo>
                  <a:lnTo>
                    <a:pt x="51" y="712"/>
                  </a:lnTo>
                  <a:lnTo>
                    <a:pt x="51" y="712"/>
                  </a:lnTo>
                  <a:lnTo>
                    <a:pt x="51" y="712"/>
                  </a:lnTo>
                  <a:lnTo>
                    <a:pt x="49" y="714"/>
                  </a:lnTo>
                  <a:lnTo>
                    <a:pt x="49" y="716"/>
                  </a:lnTo>
                  <a:lnTo>
                    <a:pt x="49" y="716"/>
                  </a:lnTo>
                  <a:lnTo>
                    <a:pt x="47" y="716"/>
                  </a:lnTo>
                  <a:lnTo>
                    <a:pt x="45" y="714"/>
                  </a:lnTo>
                  <a:lnTo>
                    <a:pt x="43" y="714"/>
                  </a:lnTo>
                  <a:lnTo>
                    <a:pt x="43" y="714"/>
                  </a:lnTo>
                  <a:lnTo>
                    <a:pt x="41" y="714"/>
                  </a:lnTo>
                  <a:lnTo>
                    <a:pt x="41" y="714"/>
                  </a:lnTo>
                  <a:lnTo>
                    <a:pt x="39" y="712"/>
                  </a:lnTo>
                  <a:lnTo>
                    <a:pt x="39" y="710"/>
                  </a:lnTo>
                  <a:lnTo>
                    <a:pt x="39" y="710"/>
                  </a:lnTo>
                  <a:lnTo>
                    <a:pt x="39" y="708"/>
                  </a:lnTo>
                  <a:lnTo>
                    <a:pt x="37" y="708"/>
                  </a:lnTo>
                  <a:lnTo>
                    <a:pt x="37" y="707"/>
                  </a:lnTo>
                  <a:lnTo>
                    <a:pt x="37" y="707"/>
                  </a:lnTo>
                  <a:lnTo>
                    <a:pt x="35" y="705"/>
                  </a:lnTo>
                  <a:lnTo>
                    <a:pt x="35" y="705"/>
                  </a:lnTo>
                  <a:lnTo>
                    <a:pt x="33" y="705"/>
                  </a:lnTo>
                  <a:lnTo>
                    <a:pt x="33" y="703"/>
                  </a:lnTo>
                  <a:lnTo>
                    <a:pt x="33" y="703"/>
                  </a:lnTo>
                  <a:lnTo>
                    <a:pt x="33" y="703"/>
                  </a:lnTo>
                  <a:lnTo>
                    <a:pt x="31" y="699"/>
                  </a:lnTo>
                  <a:lnTo>
                    <a:pt x="31" y="697"/>
                  </a:lnTo>
                  <a:lnTo>
                    <a:pt x="31" y="697"/>
                  </a:lnTo>
                  <a:lnTo>
                    <a:pt x="33" y="697"/>
                  </a:lnTo>
                  <a:lnTo>
                    <a:pt x="33" y="695"/>
                  </a:lnTo>
                  <a:lnTo>
                    <a:pt x="33" y="695"/>
                  </a:lnTo>
                  <a:lnTo>
                    <a:pt x="33" y="695"/>
                  </a:lnTo>
                  <a:lnTo>
                    <a:pt x="33" y="695"/>
                  </a:lnTo>
                  <a:lnTo>
                    <a:pt x="33" y="693"/>
                  </a:lnTo>
                  <a:lnTo>
                    <a:pt x="31" y="691"/>
                  </a:lnTo>
                  <a:lnTo>
                    <a:pt x="31" y="689"/>
                  </a:lnTo>
                  <a:lnTo>
                    <a:pt x="31" y="687"/>
                  </a:lnTo>
                  <a:lnTo>
                    <a:pt x="31" y="685"/>
                  </a:lnTo>
                  <a:lnTo>
                    <a:pt x="31" y="685"/>
                  </a:lnTo>
                  <a:lnTo>
                    <a:pt x="31" y="685"/>
                  </a:lnTo>
                  <a:lnTo>
                    <a:pt x="31" y="683"/>
                  </a:lnTo>
                  <a:lnTo>
                    <a:pt x="31" y="683"/>
                  </a:lnTo>
                  <a:lnTo>
                    <a:pt x="31" y="683"/>
                  </a:lnTo>
                  <a:lnTo>
                    <a:pt x="31" y="681"/>
                  </a:lnTo>
                  <a:lnTo>
                    <a:pt x="31" y="681"/>
                  </a:lnTo>
                  <a:lnTo>
                    <a:pt x="29" y="681"/>
                  </a:lnTo>
                  <a:lnTo>
                    <a:pt x="29" y="679"/>
                  </a:lnTo>
                  <a:lnTo>
                    <a:pt x="29" y="679"/>
                  </a:lnTo>
                  <a:lnTo>
                    <a:pt x="29" y="677"/>
                  </a:lnTo>
                  <a:lnTo>
                    <a:pt x="31" y="677"/>
                  </a:lnTo>
                  <a:lnTo>
                    <a:pt x="33" y="673"/>
                  </a:lnTo>
                  <a:lnTo>
                    <a:pt x="33" y="673"/>
                  </a:lnTo>
                  <a:lnTo>
                    <a:pt x="33" y="673"/>
                  </a:lnTo>
                  <a:lnTo>
                    <a:pt x="33" y="671"/>
                  </a:lnTo>
                  <a:lnTo>
                    <a:pt x="33" y="667"/>
                  </a:lnTo>
                  <a:lnTo>
                    <a:pt x="33" y="667"/>
                  </a:lnTo>
                  <a:lnTo>
                    <a:pt x="33" y="665"/>
                  </a:lnTo>
                  <a:lnTo>
                    <a:pt x="33" y="665"/>
                  </a:lnTo>
                  <a:lnTo>
                    <a:pt x="31" y="665"/>
                  </a:lnTo>
                  <a:lnTo>
                    <a:pt x="31" y="663"/>
                  </a:lnTo>
                  <a:lnTo>
                    <a:pt x="31" y="661"/>
                  </a:lnTo>
                  <a:lnTo>
                    <a:pt x="29" y="661"/>
                  </a:lnTo>
                  <a:lnTo>
                    <a:pt x="29" y="661"/>
                  </a:lnTo>
                  <a:lnTo>
                    <a:pt x="29" y="661"/>
                  </a:lnTo>
                  <a:lnTo>
                    <a:pt x="29" y="659"/>
                  </a:lnTo>
                  <a:lnTo>
                    <a:pt x="29" y="657"/>
                  </a:lnTo>
                  <a:lnTo>
                    <a:pt x="29" y="655"/>
                  </a:lnTo>
                  <a:lnTo>
                    <a:pt x="29" y="655"/>
                  </a:lnTo>
                  <a:lnTo>
                    <a:pt x="29" y="654"/>
                  </a:lnTo>
                  <a:lnTo>
                    <a:pt x="31" y="652"/>
                  </a:lnTo>
                  <a:lnTo>
                    <a:pt x="31" y="650"/>
                  </a:lnTo>
                  <a:lnTo>
                    <a:pt x="31" y="648"/>
                  </a:lnTo>
                  <a:lnTo>
                    <a:pt x="33" y="648"/>
                  </a:lnTo>
                  <a:lnTo>
                    <a:pt x="33" y="648"/>
                  </a:lnTo>
                  <a:lnTo>
                    <a:pt x="35" y="648"/>
                  </a:lnTo>
                  <a:lnTo>
                    <a:pt x="35" y="648"/>
                  </a:lnTo>
                  <a:lnTo>
                    <a:pt x="35" y="648"/>
                  </a:lnTo>
                  <a:lnTo>
                    <a:pt x="37" y="648"/>
                  </a:lnTo>
                  <a:lnTo>
                    <a:pt x="37" y="648"/>
                  </a:lnTo>
                  <a:lnTo>
                    <a:pt x="37" y="648"/>
                  </a:lnTo>
                  <a:lnTo>
                    <a:pt x="37" y="648"/>
                  </a:lnTo>
                  <a:lnTo>
                    <a:pt x="37" y="648"/>
                  </a:lnTo>
                  <a:lnTo>
                    <a:pt x="39" y="650"/>
                  </a:lnTo>
                  <a:lnTo>
                    <a:pt x="39" y="650"/>
                  </a:lnTo>
                  <a:lnTo>
                    <a:pt x="39" y="650"/>
                  </a:lnTo>
                  <a:lnTo>
                    <a:pt x="39" y="652"/>
                  </a:lnTo>
                  <a:lnTo>
                    <a:pt x="39" y="652"/>
                  </a:lnTo>
                  <a:lnTo>
                    <a:pt x="39" y="652"/>
                  </a:lnTo>
                  <a:lnTo>
                    <a:pt x="39" y="652"/>
                  </a:lnTo>
                  <a:lnTo>
                    <a:pt x="39" y="652"/>
                  </a:lnTo>
                  <a:lnTo>
                    <a:pt x="41" y="652"/>
                  </a:lnTo>
                  <a:lnTo>
                    <a:pt x="41" y="652"/>
                  </a:lnTo>
                  <a:lnTo>
                    <a:pt x="41" y="652"/>
                  </a:lnTo>
                  <a:lnTo>
                    <a:pt x="41" y="650"/>
                  </a:lnTo>
                  <a:lnTo>
                    <a:pt x="41" y="650"/>
                  </a:lnTo>
                  <a:lnTo>
                    <a:pt x="41" y="650"/>
                  </a:lnTo>
                  <a:lnTo>
                    <a:pt x="41" y="648"/>
                  </a:lnTo>
                  <a:lnTo>
                    <a:pt x="41" y="648"/>
                  </a:lnTo>
                  <a:lnTo>
                    <a:pt x="41" y="648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9" y="646"/>
                  </a:lnTo>
                  <a:lnTo>
                    <a:pt x="39" y="644"/>
                  </a:lnTo>
                  <a:lnTo>
                    <a:pt x="39" y="642"/>
                  </a:lnTo>
                  <a:lnTo>
                    <a:pt x="41" y="642"/>
                  </a:lnTo>
                  <a:lnTo>
                    <a:pt x="41" y="642"/>
                  </a:lnTo>
                  <a:lnTo>
                    <a:pt x="41" y="640"/>
                  </a:lnTo>
                  <a:lnTo>
                    <a:pt x="41" y="640"/>
                  </a:lnTo>
                  <a:lnTo>
                    <a:pt x="43" y="640"/>
                  </a:lnTo>
                  <a:lnTo>
                    <a:pt x="43" y="640"/>
                  </a:lnTo>
                  <a:lnTo>
                    <a:pt x="43" y="640"/>
                  </a:lnTo>
                  <a:lnTo>
                    <a:pt x="45" y="640"/>
                  </a:lnTo>
                  <a:lnTo>
                    <a:pt x="45" y="640"/>
                  </a:lnTo>
                  <a:lnTo>
                    <a:pt x="45" y="640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5" y="642"/>
                  </a:lnTo>
                  <a:lnTo>
                    <a:pt x="47" y="642"/>
                  </a:lnTo>
                  <a:lnTo>
                    <a:pt x="47" y="642"/>
                  </a:lnTo>
                  <a:lnTo>
                    <a:pt x="47" y="642"/>
                  </a:lnTo>
                  <a:lnTo>
                    <a:pt x="47" y="642"/>
                  </a:lnTo>
                  <a:lnTo>
                    <a:pt x="49" y="642"/>
                  </a:lnTo>
                  <a:lnTo>
                    <a:pt x="49" y="642"/>
                  </a:lnTo>
                  <a:lnTo>
                    <a:pt x="49" y="642"/>
                  </a:lnTo>
                  <a:lnTo>
                    <a:pt x="49" y="642"/>
                  </a:lnTo>
                  <a:lnTo>
                    <a:pt x="49" y="642"/>
                  </a:lnTo>
                  <a:lnTo>
                    <a:pt x="49" y="644"/>
                  </a:lnTo>
                  <a:lnTo>
                    <a:pt x="49" y="646"/>
                  </a:lnTo>
                  <a:lnTo>
                    <a:pt x="49" y="646"/>
                  </a:lnTo>
                  <a:lnTo>
                    <a:pt x="49" y="646"/>
                  </a:lnTo>
                  <a:lnTo>
                    <a:pt x="49" y="646"/>
                  </a:lnTo>
                  <a:lnTo>
                    <a:pt x="49" y="646"/>
                  </a:lnTo>
                  <a:lnTo>
                    <a:pt x="49" y="646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53" y="644"/>
                  </a:lnTo>
                  <a:lnTo>
                    <a:pt x="53" y="644"/>
                  </a:lnTo>
                  <a:lnTo>
                    <a:pt x="53" y="644"/>
                  </a:lnTo>
                  <a:lnTo>
                    <a:pt x="53" y="644"/>
                  </a:lnTo>
                  <a:lnTo>
                    <a:pt x="53" y="644"/>
                  </a:lnTo>
                  <a:lnTo>
                    <a:pt x="53" y="644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51" y="642"/>
                  </a:lnTo>
                  <a:lnTo>
                    <a:pt x="49" y="642"/>
                  </a:lnTo>
                  <a:lnTo>
                    <a:pt x="49" y="642"/>
                  </a:lnTo>
                  <a:lnTo>
                    <a:pt x="49" y="640"/>
                  </a:lnTo>
                  <a:lnTo>
                    <a:pt x="49" y="640"/>
                  </a:lnTo>
                  <a:lnTo>
                    <a:pt x="49" y="640"/>
                  </a:lnTo>
                  <a:lnTo>
                    <a:pt x="49" y="638"/>
                  </a:lnTo>
                  <a:lnTo>
                    <a:pt x="49" y="638"/>
                  </a:lnTo>
                  <a:lnTo>
                    <a:pt x="49" y="638"/>
                  </a:lnTo>
                  <a:lnTo>
                    <a:pt x="49" y="636"/>
                  </a:lnTo>
                  <a:lnTo>
                    <a:pt x="49" y="636"/>
                  </a:lnTo>
                  <a:lnTo>
                    <a:pt x="49" y="636"/>
                  </a:lnTo>
                  <a:lnTo>
                    <a:pt x="49" y="634"/>
                  </a:lnTo>
                  <a:lnTo>
                    <a:pt x="49" y="634"/>
                  </a:lnTo>
                  <a:lnTo>
                    <a:pt x="47" y="634"/>
                  </a:lnTo>
                  <a:lnTo>
                    <a:pt x="47" y="634"/>
                  </a:lnTo>
                  <a:lnTo>
                    <a:pt x="47" y="632"/>
                  </a:lnTo>
                  <a:lnTo>
                    <a:pt x="47" y="632"/>
                  </a:lnTo>
                  <a:lnTo>
                    <a:pt x="49" y="632"/>
                  </a:lnTo>
                  <a:lnTo>
                    <a:pt x="49" y="632"/>
                  </a:lnTo>
                  <a:lnTo>
                    <a:pt x="49" y="632"/>
                  </a:lnTo>
                  <a:lnTo>
                    <a:pt x="49" y="630"/>
                  </a:lnTo>
                  <a:lnTo>
                    <a:pt x="47" y="630"/>
                  </a:lnTo>
                  <a:lnTo>
                    <a:pt x="47" y="630"/>
                  </a:lnTo>
                  <a:lnTo>
                    <a:pt x="47" y="630"/>
                  </a:lnTo>
                  <a:lnTo>
                    <a:pt x="47" y="630"/>
                  </a:lnTo>
                  <a:lnTo>
                    <a:pt x="47" y="630"/>
                  </a:lnTo>
                  <a:lnTo>
                    <a:pt x="47" y="628"/>
                  </a:lnTo>
                  <a:lnTo>
                    <a:pt x="47" y="628"/>
                  </a:lnTo>
                  <a:lnTo>
                    <a:pt x="49" y="628"/>
                  </a:lnTo>
                  <a:lnTo>
                    <a:pt x="49" y="626"/>
                  </a:lnTo>
                  <a:lnTo>
                    <a:pt x="47" y="626"/>
                  </a:lnTo>
                  <a:lnTo>
                    <a:pt x="49" y="626"/>
                  </a:lnTo>
                  <a:lnTo>
                    <a:pt x="49" y="624"/>
                  </a:lnTo>
                  <a:lnTo>
                    <a:pt x="49" y="624"/>
                  </a:lnTo>
                  <a:lnTo>
                    <a:pt x="49" y="624"/>
                  </a:lnTo>
                  <a:lnTo>
                    <a:pt x="49" y="624"/>
                  </a:lnTo>
                  <a:lnTo>
                    <a:pt x="49" y="624"/>
                  </a:lnTo>
                  <a:lnTo>
                    <a:pt x="51" y="624"/>
                  </a:lnTo>
                  <a:lnTo>
                    <a:pt x="51" y="622"/>
                  </a:lnTo>
                  <a:lnTo>
                    <a:pt x="51" y="622"/>
                  </a:lnTo>
                  <a:lnTo>
                    <a:pt x="49" y="622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9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7" y="616"/>
                  </a:lnTo>
                  <a:lnTo>
                    <a:pt x="47" y="616"/>
                  </a:lnTo>
                  <a:lnTo>
                    <a:pt x="45" y="616"/>
                  </a:lnTo>
                  <a:lnTo>
                    <a:pt x="45" y="614"/>
                  </a:lnTo>
                  <a:lnTo>
                    <a:pt x="45" y="614"/>
                  </a:lnTo>
                  <a:lnTo>
                    <a:pt x="45" y="614"/>
                  </a:lnTo>
                  <a:lnTo>
                    <a:pt x="43" y="614"/>
                  </a:lnTo>
                  <a:lnTo>
                    <a:pt x="43" y="614"/>
                  </a:lnTo>
                  <a:lnTo>
                    <a:pt x="43" y="614"/>
                  </a:lnTo>
                  <a:lnTo>
                    <a:pt x="43" y="614"/>
                  </a:lnTo>
                  <a:lnTo>
                    <a:pt x="43" y="614"/>
                  </a:lnTo>
                  <a:lnTo>
                    <a:pt x="43" y="614"/>
                  </a:lnTo>
                  <a:lnTo>
                    <a:pt x="43" y="612"/>
                  </a:lnTo>
                  <a:lnTo>
                    <a:pt x="41" y="612"/>
                  </a:lnTo>
                  <a:lnTo>
                    <a:pt x="41" y="612"/>
                  </a:lnTo>
                  <a:lnTo>
                    <a:pt x="41" y="612"/>
                  </a:lnTo>
                  <a:lnTo>
                    <a:pt x="39" y="612"/>
                  </a:lnTo>
                  <a:lnTo>
                    <a:pt x="39" y="610"/>
                  </a:lnTo>
                  <a:lnTo>
                    <a:pt x="39" y="610"/>
                  </a:lnTo>
                  <a:lnTo>
                    <a:pt x="39" y="610"/>
                  </a:lnTo>
                  <a:lnTo>
                    <a:pt x="37" y="610"/>
                  </a:lnTo>
                  <a:lnTo>
                    <a:pt x="37" y="610"/>
                  </a:lnTo>
                  <a:lnTo>
                    <a:pt x="37" y="610"/>
                  </a:lnTo>
                  <a:lnTo>
                    <a:pt x="37" y="608"/>
                  </a:lnTo>
                  <a:lnTo>
                    <a:pt x="35" y="608"/>
                  </a:lnTo>
                  <a:lnTo>
                    <a:pt x="35" y="608"/>
                  </a:lnTo>
                  <a:lnTo>
                    <a:pt x="35" y="608"/>
                  </a:lnTo>
                  <a:lnTo>
                    <a:pt x="35" y="608"/>
                  </a:lnTo>
                  <a:lnTo>
                    <a:pt x="35" y="608"/>
                  </a:lnTo>
                  <a:lnTo>
                    <a:pt x="35" y="608"/>
                  </a:lnTo>
                  <a:lnTo>
                    <a:pt x="33" y="608"/>
                  </a:lnTo>
                  <a:lnTo>
                    <a:pt x="33" y="608"/>
                  </a:lnTo>
                  <a:lnTo>
                    <a:pt x="33" y="608"/>
                  </a:lnTo>
                  <a:lnTo>
                    <a:pt x="33" y="608"/>
                  </a:lnTo>
                  <a:lnTo>
                    <a:pt x="31" y="606"/>
                  </a:lnTo>
                  <a:lnTo>
                    <a:pt x="31" y="606"/>
                  </a:lnTo>
                  <a:lnTo>
                    <a:pt x="31" y="606"/>
                  </a:lnTo>
                  <a:lnTo>
                    <a:pt x="31" y="606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29" y="604"/>
                  </a:lnTo>
                  <a:lnTo>
                    <a:pt x="29" y="604"/>
                  </a:lnTo>
                  <a:lnTo>
                    <a:pt x="29" y="604"/>
                  </a:lnTo>
                  <a:lnTo>
                    <a:pt x="29" y="604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7" y="604"/>
                  </a:lnTo>
                  <a:lnTo>
                    <a:pt x="27" y="602"/>
                  </a:lnTo>
                  <a:lnTo>
                    <a:pt x="27" y="602"/>
                  </a:lnTo>
                  <a:lnTo>
                    <a:pt x="27" y="602"/>
                  </a:lnTo>
                  <a:lnTo>
                    <a:pt x="27" y="602"/>
                  </a:lnTo>
                  <a:lnTo>
                    <a:pt x="29" y="602"/>
                  </a:lnTo>
                  <a:lnTo>
                    <a:pt x="29" y="601"/>
                  </a:lnTo>
                  <a:lnTo>
                    <a:pt x="29" y="601"/>
                  </a:lnTo>
                  <a:lnTo>
                    <a:pt x="27" y="601"/>
                  </a:lnTo>
                  <a:lnTo>
                    <a:pt x="27" y="601"/>
                  </a:lnTo>
                  <a:lnTo>
                    <a:pt x="21" y="599"/>
                  </a:lnTo>
                  <a:lnTo>
                    <a:pt x="19" y="599"/>
                  </a:lnTo>
                  <a:lnTo>
                    <a:pt x="19" y="599"/>
                  </a:lnTo>
                  <a:lnTo>
                    <a:pt x="19" y="599"/>
                  </a:lnTo>
                  <a:lnTo>
                    <a:pt x="19" y="599"/>
                  </a:lnTo>
                  <a:lnTo>
                    <a:pt x="19" y="599"/>
                  </a:lnTo>
                  <a:lnTo>
                    <a:pt x="19" y="597"/>
                  </a:lnTo>
                  <a:lnTo>
                    <a:pt x="17" y="597"/>
                  </a:lnTo>
                  <a:lnTo>
                    <a:pt x="17" y="597"/>
                  </a:lnTo>
                  <a:lnTo>
                    <a:pt x="17" y="597"/>
                  </a:lnTo>
                  <a:lnTo>
                    <a:pt x="17" y="597"/>
                  </a:lnTo>
                  <a:lnTo>
                    <a:pt x="17" y="597"/>
                  </a:lnTo>
                  <a:lnTo>
                    <a:pt x="15" y="597"/>
                  </a:lnTo>
                  <a:lnTo>
                    <a:pt x="15" y="597"/>
                  </a:lnTo>
                  <a:lnTo>
                    <a:pt x="15" y="599"/>
                  </a:lnTo>
                  <a:lnTo>
                    <a:pt x="15" y="599"/>
                  </a:lnTo>
                  <a:lnTo>
                    <a:pt x="15" y="599"/>
                  </a:lnTo>
                  <a:lnTo>
                    <a:pt x="15" y="599"/>
                  </a:lnTo>
                  <a:lnTo>
                    <a:pt x="15" y="601"/>
                  </a:lnTo>
                  <a:lnTo>
                    <a:pt x="15" y="601"/>
                  </a:lnTo>
                  <a:lnTo>
                    <a:pt x="15" y="601"/>
                  </a:lnTo>
                  <a:lnTo>
                    <a:pt x="13" y="601"/>
                  </a:lnTo>
                  <a:lnTo>
                    <a:pt x="13" y="601"/>
                  </a:lnTo>
                  <a:lnTo>
                    <a:pt x="13" y="599"/>
                  </a:lnTo>
                  <a:lnTo>
                    <a:pt x="13" y="599"/>
                  </a:lnTo>
                  <a:lnTo>
                    <a:pt x="11" y="597"/>
                  </a:lnTo>
                  <a:lnTo>
                    <a:pt x="10" y="595"/>
                  </a:lnTo>
                  <a:lnTo>
                    <a:pt x="10" y="595"/>
                  </a:lnTo>
                  <a:lnTo>
                    <a:pt x="8" y="595"/>
                  </a:lnTo>
                  <a:lnTo>
                    <a:pt x="8" y="593"/>
                  </a:lnTo>
                  <a:lnTo>
                    <a:pt x="10" y="593"/>
                  </a:lnTo>
                  <a:lnTo>
                    <a:pt x="10" y="593"/>
                  </a:lnTo>
                  <a:lnTo>
                    <a:pt x="11" y="593"/>
                  </a:lnTo>
                  <a:lnTo>
                    <a:pt x="11" y="593"/>
                  </a:lnTo>
                  <a:lnTo>
                    <a:pt x="11" y="593"/>
                  </a:lnTo>
                  <a:lnTo>
                    <a:pt x="11" y="593"/>
                  </a:lnTo>
                  <a:lnTo>
                    <a:pt x="11" y="591"/>
                  </a:lnTo>
                  <a:lnTo>
                    <a:pt x="11" y="589"/>
                  </a:lnTo>
                  <a:lnTo>
                    <a:pt x="11" y="587"/>
                  </a:lnTo>
                  <a:lnTo>
                    <a:pt x="11" y="587"/>
                  </a:lnTo>
                  <a:lnTo>
                    <a:pt x="13" y="587"/>
                  </a:lnTo>
                  <a:lnTo>
                    <a:pt x="13" y="587"/>
                  </a:lnTo>
                  <a:lnTo>
                    <a:pt x="13" y="587"/>
                  </a:lnTo>
                  <a:lnTo>
                    <a:pt x="13" y="587"/>
                  </a:lnTo>
                  <a:lnTo>
                    <a:pt x="15" y="587"/>
                  </a:lnTo>
                  <a:lnTo>
                    <a:pt x="15" y="587"/>
                  </a:lnTo>
                  <a:lnTo>
                    <a:pt x="15" y="589"/>
                  </a:lnTo>
                  <a:lnTo>
                    <a:pt x="17" y="589"/>
                  </a:lnTo>
                  <a:lnTo>
                    <a:pt x="17" y="589"/>
                  </a:lnTo>
                  <a:lnTo>
                    <a:pt x="17" y="589"/>
                  </a:lnTo>
                  <a:lnTo>
                    <a:pt x="19" y="589"/>
                  </a:lnTo>
                  <a:lnTo>
                    <a:pt x="19" y="589"/>
                  </a:lnTo>
                  <a:lnTo>
                    <a:pt x="21" y="589"/>
                  </a:lnTo>
                  <a:lnTo>
                    <a:pt x="21" y="587"/>
                  </a:lnTo>
                  <a:lnTo>
                    <a:pt x="21" y="587"/>
                  </a:lnTo>
                  <a:lnTo>
                    <a:pt x="23" y="587"/>
                  </a:lnTo>
                  <a:lnTo>
                    <a:pt x="25" y="587"/>
                  </a:lnTo>
                  <a:lnTo>
                    <a:pt x="25" y="587"/>
                  </a:lnTo>
                  <a:lnTo>
                    <a:pt x="25" y="587"/>
                  </a:lnTo>
                  <a:lnTo>
                    <a:pt x="23" y="585"/>
                  </a:lnTo>
                  <a:lnTo>
                    <a:pt x="23" y="585"/>
                  </a:lnTo>
                  <a:lnTo>
                    <a:pt x="23" y="585"/>
                  </a:lnTo>
                  <a:lnTo>
                    <a:pt x="23" y="585"/>
                  </a:lnTo>
                  <a:lnTo>
                    <a:pt x="25" y="585"/>
                  </a:lnTo>
                  <a:lnTo>
                    <a:pt x="25" y="585"/>
                  </a:lnTo>
                  <a:lnTo>
                    <a:pt x="25" y="585"/>
                  </a:lnTo>
                  <a:lnTo>
                    <a:pt x="25" y="585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7" y="581"/>
                  </a:lnTo>
                  <a:lnTo>
                    <a:pt x="25" y="579"/>
                  </a:lnTo>
                  <a:lnTo>
                    <a:pt x="25" y="579"/>
                  </a:lnTo>
                  <a:lnTo>
                    <a:pt x="25" y="577"/>
                  </a:lnTo>
                  <a:lnTo>
                    <a:pt x="23" y="577"/>
                  </a:lnTo>
                  <a:lnTo>
                    <a:pt x="23" y="577"/>
                  </a:lnTo>
                  <a:lnTo>
                    <a:pt x="23" y="575"/>
                  </a:lnTo>
                  <a:lnTo>
                    <a:pt x="23" y="575"/>
                  </a:lnTo>
                  <a:lnTo>
                    <a:pt x="23" y="573"/>
                  </a:lnTo>
                  <a:lnTo>
                    <a:pt x="23" y="571"/>
                  </a:lnTo>
                  <a:lnTo>
                    <a:pt x="23" y="569"/>
                  </a:lnTo>
                  <a:lnTo>
                    <a:pt x="25" y="569"/>
                  </a:lnTo>
                  <a:lnTo>
                    <a:pt x="25" y="567"/>
                  </a:lnTo>
                  <a:lnTo>
                    <a:pt x="27" y="565"/>
                  </a:lnTo>
                  <a:lnTo>
                    <a:pt x="27" y="565"/>
                  </a:lnTo>
                  <a:lnTo>
                    <a:pt x="27" y="563"/>
                  </a:lnTo>
                  <a:lnTo>
                    <a:pt x="27" y="563"/>
                  </a:lnTo>
                  <a:lnTo>
                    <a:pt x="27" y="563"/>
                  </a:lnTo>
                  <a:lnTo>
                    <a:pt x="27" y="563"/>
                  </a:lnTo>
                  <a:lnTo>
                    <a:pt x="25" y="563"/>
                  </a:lnTo>
                  <a:lnTo>
                    <a:pt x="25" y="563"/>
                  </a:lnTo>
                  <a:lnTo>
                    <a:pt x="25" y="561"/>
                  </a:lnTo>
                  <a:lnTo>
                    <a:pt x="25" y="561"/>
                  </a:lnTo>
                  <a:lnTo>
                    <a:pt x="25" y="561"/>
                  </a:lnTo>
                  <a:lnTo>
                    <a:pt x="25" y="559"/>
                  </a:lnTo>
                  <a:lnTo>
                    <a:pt x="25" y="559"/>
                  </a:lnTo>
                  <a:lnTo>
                    <a:pt x="25" y="559"/>
                  </a:lnTo>
                  <a:lnTo>
                    <a:pt x="27" y="559"/>
                  </a:lnTo>
                  <a:lnTo>
                    <a:pt x="27" y="559"/>
                  </a:lnTo>
                  <a:lnTo>
                    <a:pt x="27" y="559"/>
                  </a:lnTo>
                  <a:lnTo>
                    <a:pt x="29" y="557"/>
                  </a:lnTo>
                  <a:lnTo>
                    <a:pt x="29" y="557"/>
                  </a:lnTo>
                  <a:lnTo>
                    <a:pt x="31" y="555"/>
                  </a:lnTo>
                  <a:lnTo>
                    <a:pt x="31" y="555"/>
                  </a:lnTo>
                  <a:lnTo>
                    <a:pt x="31" y="555"/>
                  </a:lnTo>
                  <a:lnTo>
                    <a:pt x="35" y="555"/>
                  </a:lnTo>
                  <a:lnTo>
                    <a:pt x="35" y="555"/>
                  </a:lnTo>
                  <a:lnTo>
                    <a:pt x="35" y="555"/>
                  </a:lnTo>
                  <a:lnTo>
                    <a:pt x="35" y="555"/>
                  </a:lnTo>
                  <a:lnTo>
                    <a:pt x="35" y="555"/>
                  </a:lnTo>
                  <a:lnTo>
                    <a:pt x="35" y="553"/>
                  </a:lnTo>
                  <a:lnTo>
                    <a:pt x="35" y="553"/>
                  </a:lnTo>
                  <a:lnTo>
                    <a:pt x="35" y="553"/>
                  </a:lnTo>
                  <a:lnTo>
                    <a:pt x="33" y="551"/>
                  </a:lnTo>
                  <a:lnTo>
                    <a:pt x="35" y="551"/>
                  </a:lnTo>
                  <a:lnTo>
                    <a:pt x="35" y="551"/>
                  </a:lnTo>
                  <a:lnTo>
                    <a:pt x="35" y="551"/>
                  </a:lnTo>
                  <a:lnTo>
                    <a:pt x="35" y="551"/>
                  </a:lnTo>
                  <a:lnTo>
                    <a:pt x="37" y="549"/>
                  </a:lnTo>
                  <a:lnTo>
                    <a:pt x="37" y="549"/>
                  </a:lnTo>
                  <a:lnTo>
                    <a:pt x="37" y="547"/>
                  </a:lnTo>
                  <a:lnTo>
                    <a:pt x="37" y="547"/>
                  </a:lnTo>
                  <a:lnTo>
                    <a:pt x="35" y="547"/>
                  </a:lnTo>
                  <a:lnTo>
                    <a:pt x="35" y="547"/>
                  </a:lnTo>
                  <a:lnTo>
                    <a:pt x="35" y="546"/>
                  </a:lnTo>
                  <a:lnTo>
                    <a:pt x="35" y="546"/>
                  </a:lnTo>
                  <a:lnTo>
                    <a:pt x="33" y="544"/>
                  </a:lnTo>
                  <a:lnTo>
                    <a:pt x="31" y="542"/>
                  </a:lnTo>
                  <a:lnTo>
                    <a:pt x="31" y="542"/>
                  </a:lnTo>
                  <a:lnTo>
                    <a:pt x="29" y="542"/>
                  </a:lnTo>
                  <a:lnTo>
                    <a:pt x="29" y="542"/>
                  </a:lnTo>
                  <a:lnTo>
                    <a:pt x="29" y="542"/>
                  </a:lnTo>
                  <a:lnTo>
                    <a:pt x="27" y="542"/>
                  </a:lnTo>
                  <a:lnTo>
                    <a:pt x="27" y="542"/>
                  </a:lnTo>
                  <a:lnTo>
                    <a:pt x="27" y="540"/>
                  </a:lnTo>
                  <a:lnTo>
                    <a:pt x="27" y="540"/>
                  </a:lnTo>
                  <a:lnTo>
                    <a:pt x="27" y="540"/>
                  </a:lnTo>
                  <a:lnTo>
                    <a:pt x="27" y="540"/>
                  </a:lnTo>
                  <a:lnTo>
                    <a:pt x="23" y="538"/>
                  </a:lnTo>
                  <a:lnTo>
                    <a:pt x="23" y="538"/>
                  </a:lnTo>
                  <a:lnTo>
                    <a:pt x="23" y="538"/>
                  </a:lnTo>
                  <a:lnTo>
                    <a:pt x="23" y="538"/>
                  </a:lnTo>
                  <a:lnTo>
                    <a:pt x="21" y="538"/>
                  </a:lnTo>
                  <a:lnTo>
                    <a:pt x="21" y="538"/>
                  </a:lnTo>
                  <a:lnTo>
                    <a:pt x="21" y="538"/>
                  </a:lnTo>
                  <a:lnTo>
                    <a:pt x="19" y="538"/>
                  </a:lnTo>
                  <a:lnTo>
                    <a:pt x="19" y="538"/>
                  </a:lnTo>
                  <a:lnTo>
                    <a:pt x="19" y="538"/>
                  </a:lnTo>
                  <a:lnTo>
                    <a:pt x="21" y="534"/>
                  </a:lnTo>
                  <a:lnTo>
                    <a:pt x="21" y="534"/>
                  </a:lnTo>
                  <a:lnTo>
                    <a:pt x="21" y="532"/>
                  </a:lnTo>
                  <a:lnTo>
                    <a:pt x="19" y="532"/>
                  </a:lnTo>
                  <a:lnTo>
                    <a:pt x="19" y="532"/>
                  </a:lnTo>
                  <a:lnTo>
                    <a:pt x="19" y="532"/>
                  </a:lnTo>
                  <a:lnTo>
                    <a:pt x="19" y="532"/>
                  </a:lnTo>
                  <a:lnTo>
                    <a:pt x="19" y="532"/>
                  </a:lnTo>
                  <a:lnTo>
                    <a:pt x="17" y="532"/>
                  </a:lnTo>
                  <a:lnTo>
                    <a:pt x="17" y="532"/>
                  </a:lnTo>
                  <a:lnTo>
                    <a:pt x="17" y="532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6"/>
                  </a:lnTo>
                  <a:lnTo>
                    <a:pt x="11" y="526"/>
                  </a:lnTo>
                  <a:lnTo>
                    <a:pt x="11" y="526"/>
                  </a:lnTo>
                  <a:lnTo>
                    <a:pt x="11" y="526"/>
                  </a:lnTo>
                  <a:lnTo>
                    <a:pt x="11" y="526"/>
                  </a:lnTo>
                  <a:lnTo>
                    <a:pt x="10" y="524"/>
                  </a:lnTo>
                  <a:lnTo>
                    <a:pt x="10" y="524"/>
                  </a:lnTo>
                  <a:lnTo>
                    <a:pt x="10" y="524"/>
                  </a:lnTo>
                  <a:lnTo>
                    <a:pt x="10" y="524"/>
                  </a:lnTo>
                  <a:lnTo>
                    <a:pt x="10" y="522"/>
                  </a:lnTo>
                  <a:lnTo>
                    <a:pt x="6" y="522"/>
                  </a:lnTo>
                  <a:lnTo>
                    <a:pt x="6" y="522"/>
                  </a:lnTo>
                  <a:lnTo>
                    <a:pt x="6" y="522"/>
                  </a:lnTo>
                  <a:lnTo>
                    <a:pt x="6" y="522"/>
                  </a:lnTo>
                  <a:lnTo>
                    <a:pt x="4" y="522"/>
                  </a:lnTo>
                  <a:lnTo>
                    <a:pt x="4" y="520"/>
                  </a:lnTo>
                  <a:lnTo>
                    <a:pt x="4" y="520"/>
                  </a:lnTo>
                  <a:lnTo>
                    <a:pt x="2" y="520"/>
                  </a:lnTo>
                  <a:lnTo>
                    <a:pt x="2" y="52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0" y="516"/>
                  </a:lnTo>
                  <a:lnTo>
                    <a:pt x="2" y="516"/>
                  </a:lnTo>
                  <a:lnTo>
                    <a:pt x="2" y="516"/>
                  </a:lnTo>
                  <a:lnTo>
                    <a:pt x="2" y="516"/>
                  </a:lnTo>
                  <a:lnTo>
                    <a:pt x="4" y="516"/>
                  </a:lnTo>
                  <a:lnTo>
                    <a:pt x="4" y="516"/>
                  </a:lnTo>
                  <a:lnTo>
                    <a:pt x="6" y="516"/>
                  </a:lnTo>
                  <a:lnTo>
                    <a:pt x="6" y="516"/>
                  </a:lnTo>
                  <a:lnTo>
                    <a:pt x="8" y="514"/>
                  </a:lnTo>
                  <a:lnTo>
                    <a:pt x="8" y="514"/>
                  </a:lnTo>
                  <a:lnTo>
                    <a:pt x="8" y="514"/>
                  </a:lnTo>
                  <a:lnTo>
                    <a:pt x="10" y="514"/>
                  </a:lnTo>
                  <a:lnTo>
                    <a:pt x="10" y="514"/>
                  </a:lnTo>
                  <a:lnTo>
                    <a:pt x="10" y="514"/>
                  </a:lnTo>
                  <a:lnTo>
                    <a:pt x="11" y="514"/>
                  </a:lnTo>
                  <a:lnTo>
                    <a:pt x="11" y="514"/>
                  </a:lnTo>
                  <a:lnTo>
                    <a:pt x="11" y="516"/>
                  </a:lnTo>
                  <a:lnTo>
                    <a:pt x="11" y="516"/>
                  </a:lnTo>
                  <a:lnTo>
                    <a:pt x="11" y="516"/>
                  </a:lnTo>
                  <a:lnTo>
                    <a:pt x="11" y="516"/>
                  </a:lnTo>
                  <a:lnTo>
                    <a:pt x="13" y="516"/>
                  </a:lnTo>
                  <a:lnTo>
                    <a:pt x="13" y="516"/>
                  </a:lnTo>
                  <a:lnTo>
                    <a:pt x="13" y="516"/>
                  </a:lnTo>
                  <a:lnTo>
                    <a:pt x="15" y="516"/>
                  </a:lnTo>
                  <a:lnTo>
                    <a:pt x="15" y="516"/>
                  </a:lnTo>
                  <a:lnTo>
                    <a:pt x="17" y="516"/>
                  </a:lnTo>
                  <a:lnTo>
                    <a:pt x="17" y="516"/>
                  </a:lnTo>
                  <a:lnTo>
                    <a:pt x="21" y="518"/>
                  </a:lnTo>
                  <a:lnTo>
                    <a:pt x="23" y="518"/>
                  </a:lnTo>
                  <a:lnTo>
                    <a:pt x="23" y="518"/>
                  </a:lnTo>
                  <a:lnTo>
                    <a:pt x="23" y="520"/>
                  </a:lnTo>
                  <a:lnTo>
                    <a:pt x="25" y="520"/>
                  </a:lnTo>
                  <a:lnTo>
                    <a:pt x="25" y="520"/>
                  </a:lnTo>
                  <a:lnTo>
                    <a:pt x="27" y="520"/>
                  </a:lnTo>
                  <a:lnTo>
                    <a:pt x="27" y="520"/>
                  </a:lnTo>
                  <a:lnTo>
                    <a:pt x="27" y="520"/>
                  </a:lnTo>
                  <a:lnTo>
                    <a:pt x="29" y="520"/>
                  </a:lnTo>
                  <a:lnTo>
                    <a:pt x="29" y="520"/>
                  </a:lnTo>
                  <a:lnTo>
                    <a:pt x="29" y="518"/>
                  </a:lnTo>
                  <a:lnTo>
                    <a:pt x="29" y="518"/>
                  </a:lnTo>
                  <a:lnTo>
                    <a:pt x="29" y="516"/>
                  </a:lnTo>
                  <a:lnTo>
                    <a:pt x="29" y="516"/>
                  </a:lnTo>
                  <a:lnTo>
                    <a:pt x="29" y="516"/>
                  </a:lnTo>
                  <a:lnTo>
                    <a:pt x="29" y="516"/>
                  </a:lnTo>
                  <a:lnTo>
                    <a:pt x="29" y="516"/>
                  </a:lnTo>
                  <a:lnTo>
                    <a:pt x="25" y="514"/>
                  </a:lnTo>
                  <a:lnTo>
                    <a:pt x="23" y="514"/>
                  </a:lnTo>
                  <a:lnTo>
                    <a:pt x="23" y="514"/>
                  </a:lnTo>
                  <a:lnTo>
                    <a:pt x="23" y="514"/>
                  </a:lnTo>
                  <a:lnTo>
                    <a:pt x="23" y="512"/>
                  </a:lnTo>
                  <a:lnTo>
                    <a:pt x="23" y="512"/>
                  </a:lnTo>
                  <a:lnTo>
                    <a:pt x="23" y="510"/>
                  </a:lnTo>
                  <a:lnTo>
                    <a:pt x="23" y="510"/>
                  </a:lnTo>
                  <a:lnTo>
                    <a:pt x="23" y="510"/>
                  </a:lnTo>
                  <a:lnTo>
                    <a:pt x="21" y="508"/>
                  </a:lnTo>
                  <a:lnTo>
                    <a:pt x="21" y="508"/>
                  </a:lnTo>
                  <a:lnTo>
                    <a:pt x="21" y="508"/>
                  </a:lnTo>
                  <a:lnTo>
                    <a:pt x="21" y="508"/>
                  </a:lnTo>
                  <a:lnTo>
                    <a:pt x="21" y="506"/>
                  </a:lnTo>
                  <a:lnTo>
                    <a:pt x="23" y="506"/>
                  </a:lnTo>
                  <a:lnTo>
                    <a:pt x="23" y="506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5" y="502"/>
                  </a:lnTo>
                  <a:lnTo>
                    <a:pt x="25" y="502"/>
                  </a:lnTo>
                  <a:lnTo>
                    <a:pt x="25" y="502"/>
                  </a:lnTo>
                  <a:lnTo>
                    <a:pt x="27" y="502"/>
                  </a:lnTo>
                  <a:lnTo>
                    <a:pt x="27" y="502"/>
                  </a:lnTo>
                  <a:lnTo>
                    <a:pt x="27" y="502"/>
                  </a:lnTo>
                  <a:lnTo>
                    <a:pt x="27" y="502"/>
                  </a:lnTo>
                  <a:lnTo>
                    <a:pt x="27" y="502"/>
                  </a:lnTo>
                  <a:lnTo>
                    <a:pt x="27" y="500"/>
                  </a:lnTo>
                  <a:lnTo>
                    <a:pt x="27" y="498"/>
                  </a:lnTo>
                  <a:lnTo>
                    <a:pt x="27" y="496"/>
                  </a:lnTo>
                  <a:lnTo>
                    <a:pt x="27" y="496"/>
                  </a:lnTo>
                  <a:lnTo>
                    <a:pt x="27" y="496"/>
                  </a:lnTo>
                  <a:lnTo>
                    <a:pt x="25" y="496"/>
                  </a:lnTo>
                  <a:lnTo>
                    <a:pt x="25" y="496"/>
                  </a:lnTo>
                  <a:lnTo>
                    <a:pt x="25" y="494"/>
                  </a:lnTo>
                  <a:lnTo>
                    <a:pt x="25" y="494"/>
                  </a:lnTo>
                  <a:lnTo>
                    <a:pt x="25" y="494"/>
                  </a:lnTo>
                  <a:lnTo>
                    <a:pt x="25" y="493"/>
                  </a:lnTo>
                  <a:lnTo>
                    <a:pt x="25" y="493"/>
                  </a:lnTo>
                  <a:lnTo>
                    <a:pt x="25" y="493"/>
                  </a:lnTo>
                  <a:lnTo>
                    <a:pt x="23" y="493"/>
                  </a:lnTo>
                  <a:lnTo>
                    <a:pt x="23" y="493"/>
                  </a:lnTo>
                  <a:lnTo>
                    <a:pt x="23" y="491"/>
                  </a:lnTo>
                  <a:lnTo>
                    <a:pt x="23" y="491"/>
                  </a:lnTo>
                  <a:lnTo>
                    <a:pt x="23" y="491"/>
                  </a:lnTo>
                  <a:lnTo>
                    <a:pt x="21" y="489"/>
                  </a:lnTo>
                  <a:lnTo>
                    <a:pt x="21" y="489"/>
                  </a:lnTo>
                  <a:lnTo>
                    <a:pt x="21" y="487"/>
                  </a:lnTo>
                  <a:lnTo>
                    <a:pt x="21" y="487"/>
                  </a:lnTo>
                  <a:lnTo>
                    <a:pt x="21" y="487"/>
                  </a:lnTo>
                  <a:lnTo>
                    <a:pt x="21" y="485"/>
                  </a:lnTo>
                  <a:lnTo>
                    <a:pt x="19" y="485"/>
                  </a:lnTo>
                  <a:lnTo>
                    <a:pt x="19" y="485"/>
                  </a:lnTo>
                  <a:lnTo>
                    <a:pt x="19" y="483"/>
                  </a:lnTo>
                  <a:lnTo>
                    <a:pt x="19" y="483"/>
                  </a:lnTo>
                  <a:lnTo>
                    <a:pt x="21" y="483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5" y="481"/>
                  </a:lnTo>
                  <a:lnTo>
                    <a:pt x="25" y="481"/>
                  </a:lnTo>
                  <a:lnTo>
                    <a:pt x="25" y="481"/>
                  </a:lnTo>
                  <a:lnTo>
                    <a:pt x="25" y="481"/>
                  </a:lnTo>
                  <a:lnTo>
                    <a:pt x="29" y="481"/>
                  </a:lnTo>
                  <a:lnTo>
                    <a:pt x="29" y="481"/>
                  </a:lnTo>
                  <a:lnTo>
                    <a:pt x="31" y="481"/>
                  </a:lnTo>
                  <a:lnTo>
                    <a:pt x="31" y="481"/>
                  </a:lnTo>
                  <a:lnTo>
                    <a:pt x="31" y="479"/>
                  </a:lnTo>
                  <a:lnTo>
                    <a:pt x="31" y="479"/>
                  </a:lnTo>
                  <a:lnTo>
                    <a:pt x="29" y="479"/>
                  </a:lnTo>
                  <a:lnTo>
                    <a:pt x="29" y="479"/>
                  </a:lnTo>
                  <a:lnTo>
                    <a:pt x="27" y="479"/>
                  </a:lnTo>
                  <a:lnTo>
                    <a:pt x="27" y="479"/>
                  </a:lnTo>
                  <a:lnTo>
                    <a:pt x="27" y="477"/>
                  </a:lnTo>
                  <a:lnTo>
                    <a:pt x="29" y="477"/>
                  </a:lnTo>
                  <a:lnTo>
                    <a:pt x="29" y="475"/>
                  </a:lnTo>
                  <a:lnTo>
                    <a:pt x="29" y="475"/>
                  </a:lnTo>
                  <a:lnTo>
                    <a:pt x="29" y="475"/>
                  </a:lnTo>
                  <a:lnTo>
                    <a:pt x="29" y="471"/>
                  </a:lnTo>
                  <a:lnTo>
                    <a:pt x="29" y="471"/>
                  </a:lnTo>
                  <a:lnTo>
                    <a:pt x="29" y="469"/>
                  </a:lnTo>
                  <a:lnTo>
                    <a:pt x="31" y="467"/>
                  </a:lnTo>
                  <a:lnTo>
                    <a:pt x="33" y="465"/>
                  </a:lnTo>
                  <a:lnTo>
                    <a:pt x="33" y="465"/>
                  </a:lnTo>
                  <a:lnTo>
                    <a:pt x="31" y="465"/>
                  </a:lnTo>
                  <a:lnTo>
                    <a:pt x="31" y="465"/>
                  </a:lnTo>
                  <a:lnTo>
                    <a:pt x="31" y="465"/>
                  </a:lnTo>
                  <a:lnTo>
                    <a:pt x="31" y="465"/>
                  </a:lnTo>
                  <a:lnTo>
                    <a:pt x="31" y="463"/>
                  </a:lnTo>
                  <a:lnTo>
                    <a:pt x="31" y="459"/>
                  </a:lnTo>
                  <a:lnTo>
                    <a:pt x="29" y="457"/>
                  </a:lnTo>
                  <a:lnTo>
                    <a:pt x="29" y="457"/>
                  </a:lnTo>
                  <a:lnTo>
                    <a:pt x="29" y="457"/>
                  </a:lnTo>
                  <a:lnTo>
                    <a:pt x="29" y="457"/>
                  </a:lnTo>
                  <a:lnTo>
                    <a:pt x="29" y="455"/>
                  </a:lnTo>
                  <a:lnTo>
                    <a:pt x="29" y="455"/>
                  </a:lnTo>
                  <a:lnTo>
                    <a:pt x="29" y="455"/>
                  </a:lnTo>
                  <a:lnTo>
                    <a:pt x="27" y="455"/>
                  </a:lnTo>
                  <a:lnTo>
                    <a:pt x="27" y="455"/>
                  </a:lnTo>
                  <a:lnTo>
                    <a:pt x="27" y="455"/>
                  </a:lnTo>
                  <a:lnTo>
                    <a:pt x="27" y="453"/>
                  </a:lnTo>
                  <a:lnTo>
                    <a:pt x="27" y="453"/>
                  </a:lnTo>
                  <a:lnTo>
                    <a:pt x="27" y="453"/>
                  </a:lnTo>
                  <a:lnTo>
                    <a:pt x="27" y="445"/>
                  </a:lnTo>
                  <a:lnTo>
                    <a:pt x="31" y="445"/>
                  </a:lnTo>
                  <a:lnTo>
                    <a:pt x="31" y="445"/>
                  </a:lnTo>
                  <a:lnTo>
                    <a:pt x="33" y="445"/>
                  </a:lnTo>
                  <a:lnTo>
                    <a:pt x="33" y="445"/>
                  </a:lnTo>
                  <a:lnTo>
                    <a:pt x="35" y="445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1"/>
                  </a:lnTo>
                  <a:lnTo>
                    <a:pt x="35" y="439"/>
                  </a:lnTo>
                  <a:lnTo>
                    <a:pt x="35" y="439"/>
                  </a:lnTo>
                  <a:lnTo>
                    <a:pt x="35" y="439"/>
                  </a:lnTo>
                  <a:lnTo>
                    <a:pt x="35" y="439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4"/>
                  </a:lnTo>
                  <a:lnTo>
                    <a:pt x="33" y="434"/>
                  </a:lnTo>
                  <a:lnTo>
                    <a:pt x="33" y="434"/>
                  </a:lnTo>
                  <a:lnTo>
                    <a:pt x="33" y="434"/>
                  </a:lnTo>
                  <a:lnTo>
                    <a:pt x="33" y="432"/>
                  </a:lnTo>
                  <a:lnTo>
                    <a:pt x="33" y="432"/>
                  </a:lnTo>
                  <a:lnTo>
                    <a:pt x="33" y="432"/>
                  </a:lnTo>
                  <a:lnTo>
                    <a:pt x="33" y="430"/>
                  </a:lnTo>
                  <a:lnTo>
                    <a:pt x="33" y="430"/>
                  </a:lnTo>
                  <a:lnTo>
                    <a:pt x="33" y="430"/>
                  </a:lnTo>
                  <a:lnTo>
                    <a:pt x="33" y="430"/>
                  </a:lnTo>
                  <a:lnTo>
                    <a:pt x="31" y="428"/>
                  </a:lnTo>
                  <a:lnTo>
                    <a:pt x="31" y="428"/>
                  </a:lnTo>
                  <a:lnTo>
                    <a:pt x="31" y="428"/>
                  </a:lnTo>
                  <a:lnTo>
                    <a:pt x="31" y="428"/>
                  </a:lnTo>
                  <a:lnTo>
                    <a:pt x="31" y="426"/>
                  </a:lnTo>
                  <a:lnTo>
                    <a:pt x="31" y="426"/>
                  </a:lnTo>
                  <a:lnTo>
                    <a:pt x="31" y="426"/>
                  </a:lnTo>
                  <a:lnTo>
                    <a:pt x="31" y="426"/>
                  </a:lnTo>
                  <a:lnTo>
                    <a:pt x="33" y="426"/>
                  </a:lnTo>
                  <a:lnTo>
                    <a:pt x="35" y="426"/>
                  </a:lnTo>
                  <a:lnTo>
                    <a:pt x="35" y="426"/>
                  </a:lnTo>
                  <a:lnTo>
                    <a:pt x="35" y="426"/>
                  </a:lnTo>
                  <a:lnTo>
                    <a:pt x="35" y="426"/>
                  </a:lnTo>
                  <a:lnTo>
                    <a:pt x="37" y="420"/>
                  </a:lnTo>
                  <a:lnTo>
                    <a:pt x="37" y="418"/>
                  </a:lnTo>
                  <a:lnTo>
                    <a:pt x="39" y="418"/>
                  </a:lnTo>
                  <a:lnTo>
                    <a:pt x="39" y="416"/>
                  </a:lnTo>
                  <a:lnTo>
                    <a:pt x="39" y="416"/>
                  </a:lnTo>
                  <a:lnTo>
                    <a:pt x="39" y="414"/>
                  </a:lnTo>
                  <a:lnTo>
                    <a:pt x="41" y="414"/>
                  </a:lnTo>
                  <a:lnTo>
                    <a:pt x="41" y="414"/>
                  </a:lnTo>
                  <a:lnTo>
                    <a:pt x="43" y="414"/>
                  </a:lnTo>
                  <a:lnTo>
                    <a:pt x="43" y="414"/>
                  </a:lnTo>
                  <a:lnTo>
                    <a:pt x="43" y="414"/>
                  </a:lnTo>
                  <a:lnTo>
                    <a:pt x="43" y="414"/>
                  </a:lnTo>
                  <a:lnTo>
                    <a:pt x="43" y="412"/>
                  </a:lnTo>
                  <a:lnTo>
                    <a:pt x="43" y="412"/>
                  </a:lnTo>
                  <a:lnTo>
                    <a:pt x="43" y="412"/>
                  </a:lnTo>
                  <a:lnTo>
                    <a:pt x="43" y="410"/>
                  </a:lnTo>
                  <a:lnTo>
                    <a:pt x="45" y="412"/>
                  </a:lnTo>
                  <a:lnTo>
                    <a:pt x="45" y="412"/>
                  </a:lnTo>
                  <a:lnTo>
                    <a:pt x="45" y="412"/>
                  </a:lnTo>
                  <a:lnTo>
                    <a:pt x="45" y="412"/>
                  </a:lnTo>
                  <a:lnTo>
                    <a:pt x="47" y="410"/>
                  </a:lnTo>
                  <a:lnTo>
                    <a:pt x="47" y="410"/>
                  </a:lnTo>
                  <a:lnTo>
                    <a:pt x="47" y="410"/>
                  </a:lnTo>
                  <a:lnTo>
                    <a:pt x="49" y="408"/>
                  </a:lnTo>
                  <a:lnTo>
                    <a:pt x="49" y="408"/>
                  </a:lnTo>
                  <a:lnTo>
                    <a:pt x="49" y="408"/>
                  </a:lnTo>
                  <a:lnTo>
                    <a:pt x="49" y="406"/>
                  </a:lnTo>
                  <a:lnTo>
                    <a:pt x="49" y="406"/>
                  </a:lnTo>
                  <a:lnTo>
                    <a:pt x="51" y="404"/>
                  </a:lnTo>
                  <a:lnTo>
                    <a:pt x="51" y="404"/>
                  </a:lnTo>
                  <a:lnTo>
                    <a:pt x="51" y="404"/>
                  </a:lnTo>
                  <a:lnTo>
                    <a:pt x="53" y="404"/>
                  </a:lnTo>
                  <a:lnTo>
                    <a:pt x="55" y="402"/>
                  </a:lnTo>
                  <a:lnTo>
                    <a:pt x="55" y="402"/>
                  </a:lnTo>
                  <a:lnTo>
                    <a:pt x="55" y="402"/>
                  </a:lnTo>
                  <a:lnTo>
                    <a:pt x="57" y="402"/>
                  </a:lnTo>
                  <a:lnTo>
                    <a:pt x="57" y="402"/>
                  </a:lnTo>
                  <a:lnTo>
                    <a:pt x="57" y="402"/>
                  </a:lnTo>
                  <a:lnTo>
                    <a:pt x="57" y="402"/>
                  </a:lnTo>
                  <a:lnTo>
                    <a:pt x="57" y="404"/>
                  </a:lnTo>
                  <a:lnTo>
                    <a:pt x="59" y="404"/>
                  </a:lnTo>
                  <a:lnTo>
                    <a:pt x="59" y="404"/>
                  </a:lnTo>
                  <a:lnTo>
                    <a:pt x="59" y="404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64" y="404"/>
                  </a:lnTo>
                  <a:lnTo>
                    <a:pt x="66" y="404"/>
                  </a:lnTo>
                  <a:lnTo>
                    <a:pt x="68" y="400"/>
                  </a:lnTo>
                  <a:lnTo>
                    <a:pt x="68" y="400"/>
                  </a:lnTo>
                  <a:lnTo>
                    <a:pt x="70" y="400"/>
                  </a:lnTo>
                  <a:lnTo>
                    <a:pt x="76" y="398"/>
                  </a:lnTo>
                  <a:lnTo>
                    <a:pt x="78" y="398"/>
                  </a:lnTo>
                  <a:lnTo>
                    <a:pt x="80" y="398"/>
                  </a:lnTo>
                  <a:lnTo>
                    <a:pt x="84" y="398"/>
                  </a:lnTo>
                  <a:lnTo>
                    <a:pt x="84" y="398"/>
                  </a:lnTo>
                  <a:lnTo>
                    <a:pt x="86" y="398"/>
                  </a:lnTo>
                  <a:lnTo>
                    <a:pt x="90" y="398"/>
                  </a:lnTo>
                  <a:lnTo>
                    <a:pt x="90" y="398"/>
                  </a:lnTo>
                  <a:lnTo>
                    <a:pt x="92" y="398"/>
                  </a:lnTo>
                  <a:lnTo>
                    <a:pt x="92" y="398"/>
                  </a:lnTo>
                  <a:lnTo>
                    <a:pt x="92" y="398"/>
                  </a:lnTo>
                  <a:lnTo>
                    <a:pt x="92" y="398"/>
                  </a:lnTo>
                  <a:lnTo>
                    <a:pt x="92" y="398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6" y="400"/>
                  </a:lnTo>
                  <a:lnTo>
                    <a:pt x="96" y="400"/>
                  </a:lnTo>
                  <a:lnTo>
                    <a:pt x="98" y="400"/>
                  </a:lnTo>
                  <a:lnTo>
                    <a:pt x="98" y="398"/>
                  </a:lnTo>
                  <a:lnTo>
                    <a:pt x="98" y="398"/>
                  </a:lnTo>
                  <a:lnTo>
                    <a:pt x="98" y="398"/>
                  </a:lnTo>
                  <a:lnTo>
                    <a:pt x="98" y="396"/>
                  </a:lnTo>
                  <a:lnTo>
                    <a:pt x="98" y="396"/>
                  </a:lnTo>
                  <a:lnTo>
                    <a:pt x="98" y="396"/>
                  </a:lnTo>
                  <a:lnTo>
                    <a:pt x="100" y="394"/>
                  </a:lnTo>
                  <a:lnTo>
                    <a:pt x="102" y="394"/>
                  </a:lnTo>
                  <a:lnTo>
                    <a:pt x="102" y="394"/>
                  </a:lnTo>
                  <a:lnTo>
                    <a:pt x="102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6" y="392"/>
                  </a:lnTo>
                  <a:lnTo>
                    <a:pt x="106" y="392"/>
                  </a:lnTo>
                  <a:lnTo>
                    <a:pt x="106" y="392"/>
                  </a:lnTo>
                  <a:lnTo>
                    <a:pt x="106" y="392"/>
                  </a:lnTo>
                  <a:lnTo>
                    <a:pt x="106" y="392"/>
                  </a:lnTo>
                  <a:lnTo>
                    <a:pt x="106" y="392"/>
                  </a:lnTo>
                  <a:lnTo>
                    <a:pt x="106" y="394"/>
                  </a:lnTo>
                  <a:lnTo>
                    <a:pt x="106" y="394"/>
                  </a:lnTo>
                  <a:lnTo>
                    <a:pt x="106" y="396"/>
                  </a:lnTo>
                  <a:lnTo>
                    <a:pt x="106" y="396"/>
                  </a:lnTo>
                  <a:lnTo>
                    <a:pt x="106" y="396"/>
                  </a:lnTo>
                  <a:lnTo>
                    <a:pt x="108" y="396"/>
                  </a:lnTo>
                  <a:lnTo>
                    <a:pt x="108" y="396"/>
                  </a:lnTo>
                  <a:lnTo>
                    <a:pt x="110" y="396"/>
                  </a:lnTo>
                  <a:lnTo>
                    <a:pt x="110" y="396"/>
                  </a:lnTo>
                  <a:lnTo>
                    <a:pt x="111" y="396"/>
                  </a:lnTo>
                  <a:lnTo>
                    <a:pt x="111" y="396"/>
                  </a:lnTo>
                  <a:lnTo>
                    <a:pt x="113" y="394"/>
                  </a:lnTo>
                  <a:lnTo>
                    <a:pt x="113" y="392"/>
                  </a:lnTo>
                  <a:lnTo>
                    <a:pt x="113" y="392"/>
                  </a:lnTo>
                  <a:lnTo>
                    <a:pt x="113" y="392"/>
                  </a:lnTo>
                  <a:lnTo>
                    <a:pt x="117" y="392"/>
                  </a:lnTo>
                  <a:lnTo>
                    <a:pt x="119" y="392"/>
                  </a:lnTo>
                  <a:lnTo>
                    <a:pt x="119" y="392"/>
                  </a:lnTo>
                  <a:lnTo>
                    <a:pt x="119" y="392"/>
                  </a:lnTo>
                  <a:lnTo>
                    <a:pt x="121" y="394"/>
                  </a:lnTo>
                  <a:lnTo>
                    <a:pt x="121" y="394"/>
                  </a:lnTo>
                  <a:lnTo>
                    <a:pt x="121" y="394"/>
                  </a:lnTo>
                  <a:lnTo>
                    <a:pt x="125" y="392"/>
                  </a:lnTo>
                  <a:lnTo>
                    <a:pt x="125" y="392"/>
                  </a:lnTo>
                  <a:lnTo>
                    <a:pt x="125" y="392"/>
                  </a:lnTo>
                  <a:lnTo>
                    <a:pt x="125" y="390"/>
                  </a:lnTo>
                  <a:lnTo>
                    <a:pt x="125" y="390"/>
                  </a:lnTo>
                  <a:lnTo>
                    <a:pt x="125" y="390"/>
                  </a:lnTo>
                  <a:lnTo>
                    <a:pt x="125" y="390"/>
                  </a:lnTo>
                  <a:lnTo>
                    <a:pt x="125" y="388"/>
                  </a:lnTo>
                  <a:lnTo>
                    <a:pt x="125" y="388"/>
                  </a:lnTo>
                  <a:lnTo>
                    <a:pt x="125" y="388"/>
                  </a:lnTo>
                  <a:lnTo>
                    <a:pt x="125" y="388"/>
                  </a:lnTo>
                  <a:lnTo>
                    <a:pt x="125" y="388"/>
                  </a:lnTo>
                  <a:lnTo>
                    <a:pt x="125" y="386"/>
                  </a:lnTo>
                  <a:lnTo>
                    <a:pt x="125" y="386"/>
                  </a:lnTo>
                  <a:lnTo>
                    <a:pt x="125" y="385"/>
                  </a:lnTo>
                  <a:lnTo>
                    <a:pt x="125" y="385"/>
                  </a:lnTo>
                  <a:lnTo>
                    <a:pt x="125" y="385"/>
                  </a:lnTo>
                  <a:lnTo>
                    <a:pt x="125" y="385"/>
                  </a:lnTo>
                  <a:lnTo>
                    <a:pt x="125" y="385"/>
                  </a:lnTo>
                  <a:lnTo>
                    <a:pt x="125" y="385"/>
                  </a:lnTo>
                  <a:lnTo>
                    <a:pt x="125" y="383"/>
                  </a:lnTo>
                  <a:lnTo>
                    <a:pt x="125" y="383"/>
                  </a:lnTo>
                  <a:lnTo>
                    <a:pt x="125" y="383"/>
                  </a:lnTo>
                  <a:lnTo>
                    <a:pt x="125" y="381"/>
                  </a:lnTo>
                  <a:lnTo>
                    <a:pt x="125" y="379"/>
                  </a:lnTo>
                  <a:lnTo>
                    <a:pt x="125" y="379"/>
                  </a:lnTo>
                  <a:lnTo>
                    <a:pt x="125" y="379"/>
                  </a:lnTo>
                  <a:lnTo>
                    <a:pt x="125" y="379"/>
                  </a:lnTo>
                  <a:lnTo>
                    <a:pt x="125" y="377"/>
                  </a:lnTo>
                  <a:lnTo>
                    <a:pt x="125" y="377"/>
                  </a:lnTo>
                  <a:lnTo>
                    <a:pt x="125" y="375"/>
                  </a:lnTo>
                  <a:lnTo>
                    <a:pt x="125" y="375"/>
                  </a:lnTo>
                  <a:lnTo>
                    <a:pt x="125" y="375"/>
                  </a:lnTo>
                  <a:lnTo>
                    <a:pt x="125" y="375"/>
                  </a:lnTo>
                  <a:lnTo>
                    <a:pt x="125" y="375"/>
                  </a:lnTo>
                  <a:lnTo>
                    <a:pt x="125" y="373"/>
                  </a:lnTo>
                  <a:lnTo>
                    <a:pt x="125" y="373"/>
                  </a:lnTo>
                  <a:lnTo>
                    <a:pt x="125" y="373"/>
                  </a:lnTo>
                  <a:lnTo>
                    <a:pt x="125" y="369"/>
                  </a:lnTo>
                  <a:lnTo>
                    <a:pt x="125" y="369"/>
                  </a:lnTo>
                  <a:lnTo>
                    <a:pt x="125" y="369"/>
                  </a:lnTo>
                  <a:lnTo>
                    <a:pt x="129" y="363"/>
                  </a:lnTo>
                  <a:lnTo>
                    <a:pt x="131" y="361"/>
                  </a:lnTo>
                  <a:lnTo>
                    <a:pt x="131" y="361"/>
                  </a:lnTo>
                  <a:lnTo>
                    <a:pt x="131" y="361"/>
                  </a:lnTo>
                  <a:lnTo>
                    <a:pt x="131" y="359"/>
                  </a:lnTo>
                  <a:lnTo>
                    <a:pt x="131" y="359"/>
                  </a:lnTo>
                  <a:lnTo>
                    <a:pt x="131" y="357"/>
                  </a:lnTo>
                  <a:lnTo>
                    <a:pt x="131" y="357"/>
                  </a:lnTo>
                  <a:lnTo>
                    <a:pt x="131" y="357"/>
                  </a:lnTo>
                  <a:lnTo>
                    <a:pt x="131" y="355"/>
                  </a:lnTo>
                  <a:lnTo>
                    <a:pt x="131" y="355"/>
                  </a:lnTo>
                  <a:lnTo>
                    <a:pt x="133" y="355"/>
                  </a:lnTo>
                  <a:lnTo>
                    <a:pt x="133" y="355"/>
                  </a:lnTo>
                  <a:lnTo>
                    <a:pt x="135" y="353"/>
                  </a:lnTo>
                  <a:lnTo>
                    <a:pt x="137" y="351"/>
                  </a:lnTo>
                  <a:lnTo>
                    <a:pt x="137" y="351"/>
                  </a:lnTo>
                  <a:lnTo>
                    <a:pt x="139" y="351"/>
                  </a:lnTo>
                  <a:lnTo>
                    <a:pt x="139" y="351"/>
                  </a:lnTo>
                  <a:lnTo>
                    <a:pt x="139" y="351"/>
                  </a:lnTo>
                  <a:lnTo>
                    <a:pt x="141" y="351"/>
                  </a:lnTo>
                  <a:lnTo>
                    <a:pt x="141" y="351"/>
                  </a:lnTo>
                  <a:lnTo>
                    <a:pt x="143" y="353"/>
                  </a:lnTo>
                  <a:lnTo>
                    <a:pt x="143" y="353"/>
                  </a:lnTo>
                  <a:lnTo>
                    <a:pt x="143" y="353"/>
                  </a:lnTo>
                  <a:lnTo>
                    <a:pt x="143" y="353"/>
                  </a:lnTo>
                  <a:lnTo>
                    <a:pt x="147" y="351"/>
                  </a:lnTo>
                  <a:lnTo>
                    <a:pt x="147" y="351"/>
                  </a:lnTo>
                  <a:lnTo>
                    <a:pt x="147" y="353"/>
                  </a:lnTo>
                  <a:lnTo>
                    <a:pt x="147" y="353"/>
                  </a:lnTo>
                  <a:lnTo>
                    <a:pt x="149" y="355"/>
                  </a:lnTo>
                  <a:lnTo>
                    <a:pt x="151" y="355"/>
                  </a:lnTo>
                  <a:lnTo>
                    <a:pt x="151" y="355"/>
                  </a:lnTo>
                  <a:lnTo>
                    <a:pt x="151" y="355"/>
                  </a:lnTo>
                  <a:lnTo>
                    <a:pt x="153" y="355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7" y="355"/>
                  </a:lnTo>
                  <a:lnTo>
                    <a:pt x="157" y="355"/>
                  </a:lnTo>
                  <a:lnTo>
                    <a:pt x="157" y="355"/>
                  </a:lnTo>
                  <a:lnTo>
                    <a:pt x="159" y="353"/>
                  </a:lnTo>
                  <a:lnTo>
                    <a:pt x="159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1" y="351"/>
                  </a:lnTo>
                  <a:lnTo>
                    <a:pt x="161" y="351"/>
                  </a:lnTo>
                  <a:lnTo>
                    <a:pt x="162" y="353"/>
                  </a:lnTo>
                  <a:lnTo>
                    <a:pt x="162" y="353"/>
                  </a:lnTo>
                  <a:lnTo>
                    <a:pt x="162" y="353"/>
                  </a:lnTo>
                  <a:lnTo>
                    <a:pt x="162" y="353"/>
                  </a:lnTo>
                  <a:lnTo>
                    <a:pt x="164" y="353"/>
                  </a:lnTo>
                  <a:lnTo>
                    <a:pt x="166" y="353"/>
                  </a:lnTo>
                  <a:lnTo>
                    <a:pt x="166" y="353"/>
                  </a:lnTo>
                  <a:lnTo>
                    <a:pt x="168" y="353"/>
                  </a:lnTo>
                  <a:lnTo>
                    <a:pt x="168" y="353"/>
                  </a:lnTo>
                  <a:lnTo>
                    <a:pt x="170" y="353"/>
                  </a:lnTo>
                  <a:lnTo>
                    <a:pt x="172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3"/>
                  </a:lnTo>
                  <a:lnTo>
                    <a:pt x="176" y="353"/>
                  </a:lnTo>
                  <a:lnTo>
                    <a:pt x="176" y="353"/>
                  </a:lnTo>
                  <a:lnTo>
                    <a:pt x="180" y="351"/>
                  </a:lnTo>
                  <a:lnTo>
                    <a:pt x="180" y="351"/>
                  </a:lnTo>
                  <a:lnTo>
                    <a:pt x="180" y="351"/>
                  </a:lnTo>
                  <a:lnTo>
                    <a:pt x="180" y="349"/>
                  </a:lnTo>
                  <a:lnTo>
                    <a:pt x="180" y="347"/>
                  </a:lnTo>
                  <a:lnTo>
                    <a:pt x="182" y="347"/>
                  </a:lnTo>
                  <a:lnTo>
                    <a:pt x="182" y="347"/>
                  </a:lnTo>
                  <a:lnTo>
                    <a:pt x="182" y="347"/>
                  </a:lnTo>
                  <a:lnTo>
                    <a:pt x="186" y="343"/>
                  </a:lnTo>
                  <a:lnTo>
                    <a:pt x="186" y="341"/>
                  </a:lnTo>
                  <a:lnTo>
                    <a:pt x="186" y="341"/>
                  </a:lnTo>
                  <a:lnTo>
                    <a:pt x="188" y="341"/>
                  </a:lnTo>
                  <a:lnTo>
                    <a:pt x="190" y="341"/>
                  </a:lnTo>
                  <a:lnTo>
                    <a:pt x="190" y="341"/>
                  </a:lnTo>
                  <a:lnTo>
                    <a:pt x="190" y="339"/>
                  </a:lnTo>
                  <a:lnTo>
                    <a:pt x="190" y="339"/>
                  </a:lnTo>
                  <a:lnTo>
                    <a:pt x="194" y="337"/>
                  </a:lnTo>
                  <a:lnTo>
                    <a:pt x="194" y="337"/>
                  </a:lnTo>
                  <a:lnTo>
                    <a:pt x="194" y="335"/>
                  </a:lnTo>
                  <a:lnTo>
                    <a:pt x="196" y="333"/>
                  </a:lnTo>
                  <a:lnTo>
                    <a:pt x="196" y="332"/>
                  </a:lnTo>
                  <a:lnTo>
                    <a:pt x="196" y="332"/>
                  </a:lnTo>
                  <a:lnTo>
                    <a:pt x="196" y="332"/>
                  </a:lnTo>
                  <a:lnTo>
                    <a:pt x="198" y="330"/>
                  </a:lnTo>
                  <a:lnTo>
                    <a:pt x="198" y="328"/>
                  </a:lnTo>
                  <a:lnTo>
                    <a:pt x="198" y="328"/>
                  </a:lnTo>
                  <a:lnTo>
                    <a:pt x="198" y="328"/>
                  </a:lnTo>
                  <a:lnTo>
                    <a:pt x="198" y="326"/>
                  </a:lnTo>
                  <a:lnTo>
                    <a:pt x="200" y="326"/>
                  </a:lnTo>
                  <a:lnTo>
                    <a:pt x="202" y="326"/>
                  </a:lnTo>
                  <a:lnTo>
                    <a:pt x="202" y="326"/>
                  </a:lnTo>
                  <a:lnTo>
                    <a:pt x="202" y="326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4"/>
                  </a:lnTo>
                  <a:lnTo>
                    <a:pt x="202" y="322"/>
                  </a:lnTo>
                  <a:lnTo>
                    <a:pt x="200" y="322"/>
                  </a:lnTo>
                  <a:lnTo>
                    <a:pt x="200" y="322"/>
                  </a:lnTo>
                  <a:lnTo>
                    <a:pt x="200" y="320"/>
                  </a:lnTo>
                  <a:lnTo>
                    <a:pt x="200" y="320"/>
                  </a:lnTo>
                  <a:lnTo>
                    <a:pt x="198" y="320"/>
                  </a:lnTo>
                  <a:lnTo>
                    <a:pt x="200" y="318"/>
                  </a:lnTo>
                  <a:lnTo>
                    <a:pt x="202" y="310"/>
                  </a:lnTo>
                  <a:lnTo>
                    <a:pt x="202" y="310"/>
                  </a:lnTo>
                  <a:lnTo>
                    <a:pt x="202" y="308"/>
                  </a:lnTo>
                  <a:lnTo>
                    <a:pt x="210" y="304"/>
                  </a:lnTo>
                  <a:lnTo>
                    <a:pt x="212" y="304"/>
                  </a:lnTo>
                  <a:lnTo>
                    <a:pt x="212" y="304"/>
                  </a:lnTo>
                  <a:lnTo>
                    <a:pt x="212" y="304"/>
                  </a:lnTo>
                  <a:lnTo>
                    <a:pt x="213" y="304"/>
                  </a:lnTo>
                  <a:lnTo>
                    <a:pt x="213" y="304"/>
                  </a:lnTo>
                  <a:lnTo>
                    <a:pt x="215" y="302"/>
                  </a:lnTo>
                  <a:lnTo>
                    <a:pt x="215" y="302"/>
                  </a:lnTo>
                  <a:lnTo>
                    <a:pt x="215" y="302"/>
                  </a:lnTo>
                  <a:lnTo>
                    <a:pt x="215" y="302"/>
                  </a:lnTo>
                  <a:lnTo>
                    <a:pt x="215" y="300"/>
                  </a:lnTo>
                  <a:lnTo>
                    <a:pt x="215" y="300"/>
                  </a:lnTo>
                  <a:lnTo>
                    <a:pt x="215" y="300"/>
                  </a:lnTo>
                  <a:lnTo>
                    <a:pt x="215" y="298"/>
                  </a:lnTo>
                  <a:lnTo>
                    <a:pt x="215" y="298"/>
                  </a:lnTo>
                  <a:lnTo>
                    <a:pt x="215" y="298"/>
                  </a:lnTo>
                  <a:lnTo>
                    <a:pt x="215" y="298"/>
                  </a:lnTo>
                  <a:lnTo>
                    <a:pt x="215" y="298"/>
                  </a:lnTo>
                  <a:lnTo>
                    <a:pt x="217" y="298"/>
                  </a:lnTo>
                  <a:lnTo>
                    <a:pt x="217" y="300"/>
                  </a:lnTo>
                  <a:lnTo>
                    <a:pt x="219" y="302"/>
                  </a:lnTo>
                  <a:lnTo>
                    <a:pt x="219" y="302"/>
                  </a:lnTo>
                  <a:lnTo>
                    <a:pt x="219" y="302"/>
                  </a:lnTo>
                  <a:lnTo>
                    <a:pt x="219" y="302"/>
                  </a:lnTo>
                  <a:lnTo>
                    <a:pt x="219" y="302"/>
                  </a:lnTo>
                  <a:lnTo>
                    <a:pt x="219" y="304"/>
                  </a:lnTo>
                  <a:lnTo>
                    <a:pt x="219" y="306"/>
                  </a:lnTo>
                  <a:lnTo>
                    <a:pt x="219" y="306"/>
                  </a:lnTo>
                  <a:lnTo>
                    <a:pt x="219" y="306"/>
                  </a:lnTo>
                  <a:lnTo>
                    <a:pt x="219" y="306"/>
                  </a:lnTo>
                  <a:lnTo>
                    <a:pt x="219" y="306"/>
                  </a:lnTo>
                  <a:lnTo>
                    <a:pt x="221" y="306"/>
                  </a:lnTo>
                  <a:lnTo>
                    <a:pt x="221" y="306"/>
                  </a:lnTo>
                  <a:lnTo>
                    <a:pt x="225" y="304"/>
                  </a:lnTo>
                  <a:lnTo>
                    <a:pt x="225" y="304"/>
                  </a:lnTo>
                  <a:lnTo>
                    <a:pt x="227" y="302"/>
                  </a:lnTo>
                  <a:lnTo>
                    <a:pt x="227" y="302"/>
                  </a:lnTo>
                  <a:lnTo>
                    <a:pt x="229" y="300"/>
                  </a:lnTo>
                  <a:lnTo>
                    <a:pt x="229" y="300"/>
                  </a:lnTo>
                  <a:lnTo>
                    <a:pt x="227" y="300"/>
                  </a:lnTo>
                  <a:lnTo>
                    <a:pt x="227" y="298"/>
                  </a:lnTo>
                  <a:lnTo>
                    <a:pt x="227" y="298"/>
                  </a:lnTo>
                  <a:lnTo>
                    <a:pt x="225" y="298"/>
                  </a:lnTo>
                  <a:lnTo>
                    <a:pt x="225" y="298"/>
                  </a:lnTo>
                  <a:lnTo>
                    <a:pt x="225" y="298"/>
                  </a:lnTo>
                  <a:lnTo>
                    <a:pt x="225" y="298"/>
                  </a:lnTo>
                  <a:lnTo>
                    <a:pt x="223" y="298"/>
                  </a:lnTo>
                  <a:lnTo>
                    <a:pt x="223" y="298"/>
                  </a:lnTo>
                  <a:lnTo>
                    <a:pt x="223" y="294"/>
                  </a:lnTo>
                  <a:lnTo>
                    <a:pt x="223" y="294"/>
                  </a:lnTo>
                  <a:lnTo>
                    <a:pt x="223" y="294"/>
                  </a:lnTo>
                  <a:lnTo>
                    <a:pt x="221" y="294"/>
                  </a:lnTo>
                  <a:lnTo>
                    <a:pt x="221" y="294"/>
                  </a:lnTo>
                  <a:lnTo>
                    <a:pt x="221" y="292"/>
                  </a:lnTo>
                  <a:lnTo>
                    <a:pt x="221" y="292"/>
                  </a:lnTo>
                  <a:lnTo>
                    <a:pt x="221" y="292"/>
                  </a:lnTo>
                  <a:lnTo>
                    <a:pt x="221" y="290"/>
                  </a:lnTo>
                  <a:lnTo>
                    <a:pt x="221" y="288"/>
                  </a:lnTo>
                  <a:lnTo>
                    <a:pt x="221" y="288"/>
                  </a:lnTo>
                  <a:lnTo>
                    <a:pt x="219" y="288"/>
                  </a:lnTo>
                  <a:lnTo>
                    <a:pt x="221" y="286"/>
                  </a:lnTo>
                  <a:lnTo>
                    <a:pt x="221" y="284"/>
                  </a:lnTo>
                  <a:lnTo>
                    <a:pt x="221" y="282"/>
                  </a:lnTo>
                  <a:lnTo>
                    <a:pt x="221" y="282"/>
                  </a:lnTo>
                  <a:lnTo>
                    <a:pt x="221" y="282"/>
                  </a:lnTo>
                  <a:lnTo>
                    <a:pt x="219" y="280"/>
                  </a:lnTo>
                  <a:lnTo>
                    <a:pt x="219" y="280"/>
                  </a:lnTo>
                  <a:lnTo>
                    <a:pt x="219" y="280"/>
                  </a:lnTo>
                  <a:lnTo>
                    <a:pt x="219" y="278"/>
                  </a:lnTo>
                  <a:lnTo>
                    <a:pt x="219" y="278"/>
                  </a:lnTo>
                  <a:lnTo>
                    <a:pt x="217" y="278"/>
                  </a:lnTo>
                  <a:lnTo>
                    <a:pt x="217" y="277"/>
                  </a:lnTo>
                  <a:lnTo>
                    <a:pt x="217" y="277"/>
                  </a:lnTo>
                  <a:lnTo>
                    <a:pt x="217" y="277"/>
                  </a:lnTo>
                  <a:lnTo>
                    <a:pt x="217" y="277"/>
                  </a:lnTo>
                  <a:lnTo>
                    <a:pt x="217" y="275"/>
                  </a:lnTo>
                  <a:lnTo>
                    <a:pt x="217" y="275"/>
                  </a:lnTo>
                  <a:lnTo>
                    <a:pt x="217" y="273"/>
                  </a:lnTo>
                  <a:lnTo>
                    <a:pt x="217" y="273"/>
                  </a:lnTo>
                  <a:lnTo>
                    <a:pt x="217" y="273"/>
                  </a:lnTo>
                  <a:lnTo>
                    <a:pt x="217" y="273"/>
                  </a:lnTo>
                  <a:lnTo>
                    <a:pt x="213" y="271"/>
                  </a:lnTo>
                  <a:lnTo>
                    <a:pt x="213" y="271"/>
                  </a:lnTo>
                  <a:lnTo>
                    <a:pt x="213" y="271"/>
                  </a:lnTo>
                  <a:lnTo>
                    <a:pt x="213" y="271"/>
                  </a:lnTo>
                  <a:lnTo>
                    <a:pt x="213" y="269"/>
                  </a:lnTo>
                  <a:lnTo>
                    <a:pt x="213" y="269"/>
                  </a:lnTo>
                  <a:lnTo>
                    <a:pt x="213" y="269"/>
                  </a:lnTo>
                  <a:lnTo>
                    <a:pt x="213" y="267"/>
                  </a:lnTo>
                  <a:lnTo>
                    <a:pt x="213" y="265"/>
                  </a:lnTo>
                  <a:lnTo>
                    <a:pt x="213" y="265"/>
                  </a:lnTo>
                  <a:lnTo>
                    <a:pt x="213" y="265"/>
                  </a:lnTo>
                  <a:lnTo>
                    <a:pt x="212" y="263"/>
                  </a:lnTo>
                  <a:lnTo>
                    <a:pt x="212" y="263"/>
                  </a:lnTo>
                  <a:lnTo>
                    <a:pt x="212" y="263"/>
                  </a:lnTo>
                  <a:lnTo>
                    <a:pt x="212" y="263"/>
                  </a:lnTo>
                  <a:lnTo>
                    <a:pt x="212" y="263"/>
                  </a:lnTo>
                  <a:lnTo>
                    <a:pt x="210" y="261"/>
                  </a:lnTo>
                  <a:lnTo>
                    <a:pt x="210" y="261"/>
                  </a:lnTo>
                  <a:lnTo>
                    <a:pt x="210" y="261"/>
                  </a:lnTo>
                  <a:lnTo>
                    <a:pt x="210" y="261"/>
                  </a:lnTo>
                  <a:lnTo>
                    <a:pt x="210" y="259"/>
                  </a:lnTo>
                  <a:lnTo>
                    <a:pt x="210" y="259"/>
                  </a:lnTo>
                  <a:lnTo>
                    <a:pt x="210" y="257"/>
                  </a:lnTo>
                  <a:lnTo>
                    <a:pt x="212" y="255"/>
                  </a:lnTo>
                  <a:lnTo>
                    <a:pt x="212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2" y="249"/>
                  </a:lnTo>
                  <a:lnTo>
                    <a:pt x="212" y="247"/>
                  </a:lnTo>
                  <a:lnTo>
                    <a:pt x="210" y="247"/>
                  </a:lnTo>
                  <a:lnTo>
                    <a:pt x="210" y="247"/>
                  </a:lnTo>
                  <a:lnTo>
                    <a:pt x="210" y="247"/>
                  </a:lnTo>
                  <a:lnTo>
                    <a:pt x="210" y="245"/>
                  </a:lnTo>
                  <a:lnTo>
                    <a:pt x="210" y="245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6" y="243"/>
                  </a:lnTo>
                  <a:lnTo>
                    <a:pt x="206" y="243"/>
                  </a:lnTo>
                  <a:lnTo>
                    <a:pt x="206" y="241"/>
                  </a:lnTo>
                  <a:lnTo>
                    <a:pt x="206" y="241"/>
                  </a:lnTo>
                  <a:lnTo>
                    <a:pt x="206" y="241"/>
                  </a:lnTo>
                  <a:lnTo>
                    <a:pt x="206" y="241"/>
                  </a:lnTo>
                  <a:lnTo>
                    <a:pt x="204" y="241"/>
                  </a:lnTo>
                  <a:lnTo>
                    <a:pt x="204" y="241"/>
                  </a:lnTo>
                  <a:lnTo>
                    <a:pt x="204" y="239"/>
                  </a:lnTo>
                  <a:lnTo>
                    <a:pt x="204" y="239"/>
                  </a:lnTo>
                  <a:lnTo>
                    <a:pt x="206" y="237"/>
                  </a:lnTo>
                  <a:lnTo>
                    <a:pt x="206" y="237"/>
                  </a:lnTo>
                  <a:lnTo>
                    <a:pt x="206" y="237"/>
                  </a:lnTo>
                  <a:lnTo>
                    <a:pt x="206" y="235"/>
                  </a:lnTo>
                  <a:lnTo>
                    <a:pt x="206" y="235"/>
                  </a:lnTo>
                  <a:lnTo>
                    <a:pt x="206" y="235"/>
                  </a:lnTo>
                  <a:lnTo>
                    <a:pt x="206" y="233"/>
                  </a:lnTo>
                  <a:lnTo>
                    <a:pt x="204" y="233"/>
                  </a:lnTo>
                  <a:lnTo>
                    <a:pt x="204" y="233"/>
                  </a:lnTo>
                  <a:lnTo>
                    <a:pt x="204" y="231"/>
                  </a:lnTo>
                  <a:lnTo>
                    <a:pt x="204" y="231"/>
                  </a:lnTo>
                  <a:lnTo>
                    <a:pt x="204" y="231"/>
                  </a:lnTo>
                  <a:lnTo>
                    <a:pt x="206" y="231"/>
                  </a:lnTo>
                  <a:lnTo>
                    <a:pt x="206" y="231"/>
                  </a:lnTo>
                  <a:lnTo>
                    <a:pt x="206" y="229"/>
                  </a:lnTo>
                  <a:lnTo>
                    <a:pt x="208" y="229"/>
                  </a:lnTo>
                  <a:lnTo>
                    <a:pt x="208" y="227"/>
                  </a:lnTo>
                  <a:lnTo>
                    <a:pt x="208" y="227"/>
                  </a:lnTo>
                  <a:lnTo>
                    <a:pt x="206" y="227"/>
                  </a:lnTo>
                  <a:lnTo>
                    <a:pt x="206" y="225"/>
                  </a:lnTo>
                  <a:lnTo>
                    <a:pt x="206" y="224"/>
                  </a:lnTo>
                  <a:lnTo>
                    <a:pt x="206" y="224"/>
                  </a:lnTo>
                  <a:lnTo>
                    <a:pt x="206" y="222"/>
                  </a:lnTo>
                  <a:lnTo>
                    <a:pt x="206" y="222"/>
                  </a:lnTo>
                  <a:lnTo>
                    <a:pt x="206" y="222"/>
                  </a:lnTo>
                  <a:lnTo>
                    <a:pt x="206" y="222"/>
                  </a:lnTo>
                  <a:lnTo>
                    <a:pt x="204" y="222"/>
                  </a:lnTo>
                  <a:lnTo>
                    <a:pt x="204" y="222"/>
                  </a:lnTo>
                  <a:lnTo>
                    <a:pt x="204" y="222"/>
                  </a:lnTo>
                  <a:lnTo>
                    <a:pt x="202" y="222"/>
                  </a:lnTo>
                  <a:lnTo>
                    <a:pt x="202" y="220"/>
                  </a:lnTo>
                  <a:lnTo>
                    <a:pt x="202" y="220"/>
                  </a:lnTo>
                  <a:lnTo>
                    <a:pt x="202" y="220"/>
                  </a:lnTo>
                  <a:lnTo>
                    <a:pt x="202" y="220"/>
                  </a:lnTo>
                  <a:lnTo>
                    <a:pt x="200" y="220"/>
                  </a:lnTo>
                  <a:lnTo>
                    <a:pt x="200" y="220"/>
                  </a:lnTo>
                  <a:lnTo>
                    <a:pt x="198" y="220"/>
                  </a:lnTo>
                  <a:lnTo>
                    <a:pt x="198" y="220"/>
                  </a:lnTo>
                  <a:lnTo>
                    <a:pt x="198" y="220"/>
                  </a:lnTo>
                  <a:lnTo>
                    <a:pt x="198" y="220"/>
                  </a:lnTo>
                  <a:lnTo>
                    <a:pt x="198" y="218"/>
                  </a:lnTo>
                  <a:lnTo>
                    <a:pt x="198" y="218"/>
                  </a:lnTo>
                  <a:lnTo>
                    <a:pt x="196" y="218"/>
                  </a:lnTo>
                  <a:lnTo>
                    <a:pt x="196" y="216"/>
                  </a:lnTo>
                  <a:lnTo>
                    <a:pt x="196" y="216"/>
                  </a:lnTo>
                  <a:lnTo>
                    <a:pt x="194" y="216"/>
                  </a:lnTo>
                  <a:lnTo>
                    <a:pt x="194" y="216"/>
                  </a:lnTo>
                  <a:lnTo>
                    <a:pt x="194" y="216"/>
                  </a:lnTo>
                  <a:lnTo>
                    <a:pt x="194" y="214"/>
                  </a:lnTo>
                  <a:lnTo>
                    <a:pt x="194" y="214"/>
                  </a:lnTo>
                  <a:lnTo>
                    <a:pt x="194" y="214"/>
                  </a:lnTo>
                  <a:lnTo>
                    <a:pt x="192" y="214"/>
                  </a:lnTo>
                  <a:lnTo>
                    <a:pt x="192" y="212"/>
                  </a:lnTo>
                  <a:lnTo>
                    <a:pt x="192" y="212"/>
                  </a:lnTo>
                  <a:lnTo>
                    <a:pt x="190" y="212"/>
                  </a:lnTo>
                  <a:lnTo>
                    <a:pt x="190" y="210"/>
                  </a:lnTo>
                  <a:lnTo>
                    <a:pt x="190" y="210"/>
                  </a:lnTo>
                  <a:lnTo>
                    <a:pt x="190" y="210"/>
                  </a:lnTo>
                  <a:lnTo>
                    <a:pt x="190" y="210"/>
                  </a:lnTo>
                  <a:lnTo>
                    <a:pt x="190" y="208"/>
                  </a:lnTo>
                  <a:lnTo>
                    <a:pt x="190" y="208"/>
                  </a:lnTo>
                  <a:lnTo>
                    <a:pt x="190" y="208"/>
                  </a:lnTo>
                  <a:lnTo>
                    <a:pt x="190" y="208"/>
                  </a:lnTo>
                  <a:lnTo>
                    <a:pt x="190" y="206"/>
                  </a:lnTo>
                  <a:lnTo>
                    <a:pt x="188" y="206"/>
                  </a:lnTo>
                  <a:lnTo>
                    <a:pt x="188" y="206"/>
                  </a:lnTo>
                  <a:lnTo>
                    <a:pt x="188" y="204"/>
                  </a:lnTo>
                  <a:lnTo>
                    <a:pt x="188" y="204"/>
                  </a:lnTo>
                  <a:lnTo>
                    <a:pt x="188" y="204"/>
                  </a:lnTo>
                  <a:lnTo>
                    <a:pt x="190" y="204"/>
                  </a:lnTo>
                  <a:lnTo>
                    <a:pt x="190" y="202"/>
                  </a:lnTo>
                  <a:lnTo>
                    <a:pt x="192" y="202"/>
                  </a:lnTo>
                  <a:lnTo>
                    <a:pt x="192" y="202"/>
                  </a:lnTo>
                  <a:lnTo>
                    <a:pt x="192" y="200"/>
                  </a:lnTo>
                  <a:lnTo>
                    <a:pt x="192" y="200"/>
                  </a:lnTo>
                  <a:lnTo>
                    <a:pt x="192" y="200"/>
                  </a:lnTo>
                  <a:lnTo>
                    <a:pt x="192" y="200"/>
                  </a:lnTo>
                  <a:lnTo>
                    <a:pt x="192" y="198"/>
                  </a:lnTo>
                  <a:lnTo>
                    <a:pt x="192" y="196"/>
                  </a:lnTo>
                  <a:lnTo>
                    <a:pt x="192" y="196"/>
                  </a:lnTo>
                  <a:lnTo>
                    <a:pt x="192" y="196"/>
                  </a:lnTo>
                  <a:lnTo>
                    <a:pt x="192" y="196"/>
                  </a:lnTo>
                  <a:lnTo>
                    <a:pt x="190" y="196"/>
                  </a:lnTo>
                  <a:lnTo>
                    <a:pt x="190" y="196"/>
                  </a:lnTo>
                  <a:lnTo>
                    <a:pt x="190" y="196"/>
                  </a:lnTo>
                  <a:lnTo>
                    <a:pt x="190" y="194"/>
                  </a:lnTo>
                  <a:lnTo>
                    <a:pt x="190" y="194"/>
                  </a:lnTo>
                  <a:lnTo>
                    <a:pt x="188" y="194"/>
                  </a:lnTo>
                  <a:lnTo>
                    <a:pt x="188" y="194"/>
                  </a:lnTo>
                  <a:lnTo>
                    <a:pt x="188" y="192"/>
                  </a:lnTo>
                  <a:lnTo>
                    <a:pt x="188" y="192"/>
                  </a:lnTo>
                  <a:lnTo>
                    <a:pt x="188" y="192"/>
                  </a:lnTo>
                  <a:lnTo>
                    <a:pt x="188" y="192"/>
                  </a:lnTo>
                  <a:lnTo>
                    <a:pt x="188" y="192"/>
                  </a:lnTo>
                  <a:lnTo>
                    <a:pt x="188" y="190"/>
                  </a:lnTo>
                  <a:lnTo>
                    <a:pt x="192" y="190"/>
                  </a:lnTo>
                  <a:lnTo>
                    <a:pt x="192" y="190"/>
                  </a:lnTo>
                  <a:lnTo>
                    <a:pt x="192" y="190"/>
                  </a:lnTo>
                  <a:lnTo>
                    <a:pt x="192" y="190"/>
                  </a:lnTo>
                  <a:lnTo>
                    <a:pt x="192" y="188"/>
                  </a:lnTo>
                  <a:lnTo>
                    <a:pt x="194" y="186"/>
                  </a:lnTo>
                  <a:lnTo>
                    <a:pt x="194" y="186"/>
                  </a:lnTo>
                  <a:lnTo>
                    <a:pt x="194" y="186"/>
                  </a:lnTo>
                  <a:lnTo>
                    <a:pt x="196" y="184"/>
                  </a:lnTo>
                  <a:lnTo>
                    <a:pt x="196" y="184"/>
                  </a:lnTo>
                  <a:lnTo>
                    <a:pt x="198" y="184"/>
                  </a:lnTo>
                  <a:lnTo>
                    <a:pt x="198" y="180"/>
                  </a:lnTo>
                  <a:lnTo>
                    <a:pt x="198" y="180"/>
                  </a:lnTo>
                  <a:lnTo>
                    <a:pt x="200" y="178"/>
                  </a:lnTo>
                  <a:lnTo>
                    <a:pt x="200" y="178"/>
                  </a:lnTo>
                  <a:lnTo>
                    <a:pt x="200" y="178"/>
                  </a:lnTo>
                  <a:lnTo>
                    <a:pt x="200" y="178"/>
                  </a:lnTo>
                  <a:lnTo>
                    <a:pt x="200" y="178"/>
                  </a:lnTo>
                  <a:lnTo>
                    <a:pt x="200" y="178"/>
                  </a:lnTo>
                  <a:lnTo>
                    <a:pt x="198" y="178"/>
                  </a:lnTo>
                  <a:lnTo>
                    <a:pt x="198" y="178"/>
                  </a:lnTo>
                  <a:lnTo>
                    <a:pt x="198" y="176"/>
                  </a:lnTo>
                  <a:lnTo>
                    <a:pt x="198" y="176"/>
                  </a:lnTo>
                  <a:lnTo>
                    <a:pt x="196" y="174"/>
                  </a:lnTo>
                  <a:lnTo>
                    <a:pt x="196" y="174"/>
                  </a:lnTo>
                  <a:lnTo>
                    <a:pt x="196" y="174"/>
                  </a:lnTo>
                  <a:lnTo>
                    <a:pt x="196" y="174"/>
                  </a:lnTo>
                  <a:lnTo>
                    <a:pt x="196" y="172"/>
                  </a:lnTo>
                  <a:lnTo>
                    <a:pt x="196" y="172"/>
                  </a:lnTo>
                  <a:lnTo>
                    <a:pt x="196" y="170"/>
                  </a:lnTo>
                  <a:lnTo>
                    <a:pt x="196" y="167"/>
                  </a:lnTo>
                  <a:lnTo>
                    <a:pt x="196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7"/>
                  </a:lnTo>
                  <a:lnTo>
                    <a:pt x="198" y="169"/>
                  </a:lnTo>
                  <a:lnTo>
                    <a:pt x="198" y="169"/>
                  </a:lnTo>
                  <a:lnTo>
                    <a:pt x="198" y="169"/>
                  </a:lnTo>
                  <a:lnTo>
                    <a:pt x="200" y="169"/>
                  </a:lnTo>
                  <a:lnTo>
                    <a:pt x="202" y="165"/>
                  </a:lnTo>
                  <a:lnTo>
                    <a:pt x="202" y="165"/>
                  </a:lnTo>
                  <a:lnTo>
                    <a:pt x="202" y="165"/>
                  </a:lnTo>
                  <a:lnTo>
                    <a:pt x="202" y="165"/>
                  </a:lnTo>
                  <a:lnTo>
                    <a:pt x="204" y="165"/>
                  </a:lnTo>
                  <a:lnTo>
                    <a:pt x="204" y="165"/>
                  </a:lnTo>
                  <a:lnTo>
                    <a:pt x="204" y="165"/>
                  </a:lnTo>
                  <a:lnTo>
                    <a:pt x="204" y="167"/>
                  </a:lnTo>
                  <a:lnTo>
                    <a:pt x="204" y="167"/>
                  </a:lnTo>
                  <a:lnTo>
                    <a:pt x="206" y="165"/>
                  </a:lnTo>
                  <a:lnTo>
                    <a:pt x="206" y="165"/>
                  </a:lnTo>
                  <a:lnTo>
                    <a:pt x="206" y="165"/>
                  </a:lnTo>
                  <a:lnTo>
                    <a:pt x="206" y="163"/>
                  </a:lnTo>
                  <a:lnTo>
                    <a:pt x="206" y="161"/>
                  </a:lnTo>
                  <a:lnTo>
                    <a:pt x="208" y="159"/>
                  </a:lnTo>
                  <a:lnTo>
                    <a:pt x="208" y="159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206" y="155"/>
                  </a:lnTo>
                  <a:lnTo>
                    <a:pt x="206" y="155"/>
                  </a:lnTo>
                  <a:lnTo>
                    <a:pt x="206" y="155"/>
                  </a:lnTo>
                  <a:lnTo>
                    <a:pt x="206" y="155"/>
                  </a:lnTo>
                  <a:lnTo>
                    <a:pt x="208" y="153"/>
                  </a:lnTo>
                  <a:lnTo>
                    <a:pt x="208" y="153"/>
                  </a:lnTo>
                  <a:lnTo>
                    <a:pt x="208" y="153"/>
                  </a:lnTo>
                  <a:lnTo>
                    <a:pt x="208" y="153"/>
                  </a:lnTo>
                  <a:lnTo>
                    <a:pt x="213" y="151"/>
                  </a:lnTo>
                  <a:lnTo>
                    <a:pt x="213" y="151"/>
                  </a:lnTo>
                  <a:lnTo>
                    <a:pt x="213" y="151"/>
                  </a:lnTo>
                  <a:lnTo>
                    <a:pt x="215" y="149"/>
                  </a:lnTo>
                  <a:lnTo>
                    <a:pt x="215" y="147"/>
                  </a:lnTo>
                  <a:lnTo>
                    <a:pt x="217" y="147"/>
                  </a:lnTo>
                  <a:lnTo>
                    <a:pt x="217" y="147"/>
                  </a:lnTo>
                  <a:lnTo>
                    <a:pt x="217" y="145"/>
                  </a:lnTo>
                  <a:lnTo>
                    <a:pt x="217" y="145"/>
                  </a:lnTo>
                  <a:lnTo>
                    <a:pt x="217" y="145"/>
                  </a:lnTo>
                  <a:lnTo>
                    <a:pt x="217" y="145"/>
                  </a:lnTo>
                  <a:lnTo>
                    <a:pt x="217" y="145"/>
                  </a:lnTo>
                  <a:lnTo>
                    <a:pt x="219" y="145"/>
                  </a:lnTo>
                  <a:lnTo>
                    <a:pt x="221" y="145"/>
                  </a:lnTo>
                  <a:lnTo>
                    <a:pt x="221" y="145"/>
                  </a:lnTo>
                  <a:lnTo>
                    <a:pt x="223" y="145"/>
                  </a:lnTo>
                  <a:lnTo>
                    <a:pt x="223" y="143"/>
                  </a:lnTo>
                  <a:lnTo>
                    <a:pt x="223" y="143"/>
                  </a:lnTo>
                  <a:lnTo>
                    <a:pt x="223" y="143"/>
                  </a:lnTo>
                  <a:lnTo>
                    <a:pt x="223" y="143"/>
                  </a:lnTo>
                  <a:lnTo>
                    <a:pt x="223" y="139"/>
                  </a:lnTo>
                  <a:lnTo>
                    <a:pt x="223" y="137"/>
                  </a:lnTo>
                  <a:lnTo>
                    <a:pt x="225" y="135"/>
                  </a:lnTo>
                  <a:lnTo>
                    <a:pt x="225" y="135"/>
                  </a:lnTo>
                  <a:lnTo>
                    <a:pt x="225" y="133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3" y="131"/>
                  </a:lnTo>
                  <a:lnTo>
                    <a:pt x="223" y="131"/>
                  </a:lnTo>
                  <a:lnTo>
                    <a:pt x="223" y="131"/>
                  </a:lnTo>
                  <a:lnTo>
                    <a:pt x="223" y="129"/>
                  </a:lnTo>
                  <a:lnTo>
                    <a:pt x="223" y="127"/>
                  </a:lnTo>
                  <a:lnTo>
                    <a:pt x="223" y="127"/>
                  </a:lnTo>
                  <a:lnTo>
                    <a:pt x="223" y="127"/>
                  </a:lnTo>
                  <a:lnTo>
                    <a:pt x="223" y="125"/>
                  </a:lnTo>
                  <a:lnTo>
                    <a:pt x="223" y="125"/>
                  </a:lnTo>
                  <a:lnTo>
                    <a:pt x="223" y="125"/>
                  </a:lnTo>
                  <a:lnTo>
                    <a:pt x="223" y="123"/>
                  </a:lnTo>
                  <a:lnTo>
                    <a:pt x="223" y="123"/>
                  </a:lnTo>
                  <a:lnTo>
                    <a:pt x="223" y="123"/>
                  </a:lnTo>
                  <a:lnTo>
                    <a:pt x="223" y="123"/>
                  </a:lnTo>
                  <a:lnTo>
                    <a:pt x="225" y="121"/>
                  </a:lnTo>
                  <a:lnTo>
                    <a:pt x="225" y="121"/>
                  </a:lnTo>
                  <a:lnTo>
                    <a:pt x="225" y="117"/>
                  </a:lnTo>
                  <a:lnTo>
                    <a:pt x="227" y="117"/>
                  </a:lnTo>
                  <a:lnTo>
                    <a:pt x="227" y="116"/>
                  </a:lnTo>
                  <a:lnTo>
                    <a:pt x="225" y="116"/>
                  </a:lnTo>
                  <a:lnTo>
                    <a:pt x="227" y="114"/>
                  </a:lnTo>
                  <a:lnTo>
                    <a:pt x="227" y="114"/>
                  </a:lnTo>
                  <a:lnTo>
                    <a:pt x="227" y="112"/>
                  </a:lnTo>
                  <a:lnTo>
                    <a:pt x="227" y="112"/>
                  </a:lnTo>
                  <a:lnTo>
                    <a:pt x="227" y="112"/>
                  </a:lnTo>
                  <a:lnTo>
                    <a:pt x="227" y="110"/>
                  </a:lnTo>
                  <a:lnTo>
                    <a:pt x="227" y="106"/>
                  </a:lnTo>
                  <a:lnTo>
                    <a:pt x="227" y="106"/>
                  </a:lnTo>
                  <a:lnTo>
                    <a:pt x="227" y="106"/>
                  </a:lnTo>
                  <a:lnTo>
                    <a:pt x="227" y="106"/>
                  </a:lnTo>
                  <a:lnTo>
                    <a:pt x="227" y="104"/>
                  </a:lnTo>
                  <a:lnTo>
                    <a:pt x="225" y="104"/>
                  </a:lnTo>
                  <a:lnTo>
                    <a:pt x="225" y="104"/>
                  </a:lnTo>
                  <a:lnTo>
                    <a:pt x="225" y="104"/>
                  </a:lnTo>
                  <a:lnTo>
                    <a:pt x="225" y="104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8"/>
                  </a:lnTo>
                  <a:lnTo>
                    <a:pt x="225" y="98"/>
                  </a:lnTo>
                  <a:lnTo>
                    <a:pt x="225" y="96"/>
                  </a:lnTo>
                  <a:lnTo>
                    <a:pt x="225" y="96"/>
                  </a:lnTo>
                  <a:lnTo>
                    <a:pt x="225" y="96"/>
                  </a:lnTo>
                  <a:lnTo>
                    <a:pt x="225" y="96"/>
                  </a:lnTo>
                  <a:lnTo>
                    <a:pt x="227" y="96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29" y="96"/>
                  </a:lnTo>
                  <a:lnTo>
                    <a:pt x="229" y="94"/>
                  </a:lnTo>
                  <a:lnTo>
                    <a:pt x="231" y="94"/>
                  </a:lnTo>
                  <a:lnTo>
                    <a:pt x="231" y="94"/>
                  </a:lnTo>
                  <a:lnTo>
                    <a:pt x="231" y="92"/>
                  </a:lnTo>
                  <a:lnTo>
                    <a:pt x="231" y="92"/>
                  </a:lnTo>
                  <a:lnTo>
                    <a:pt x="231" y="92"/>
                  </a:lnTo>
                  <a:lnTo>
                    <a:pt x="229" y="92"/>
                  </a:lnTo>
                  <a:lnTo>
                    <a:pt x="229" y="90"/>
                  </a:lnTo>
                  <a:lnTo>
                    <a:pt x="229" y="90"/>
                  </a:lnTo>
                  <a:lnTo>
                    <a:pt x="231" y="90"/>
                  </a:lnTo>
                  <a:lnTo>
                    <a:pt x="231" y="90"/>
                  </a:lnTo>
                  <a:lnTo>
                    <a:pt x="231" y="88"/>
                  </a:lnTo>
                  <a:lnTo>
                    <a:pt x="233" y="88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1" y="84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1" y="78"/>
                  </a:lnTo>
                  <a:lnTo>
                    <a:pt x="231" y="78"/>
                  </a:lnTo>
                  <a:lnTo>
                    <a:pt x="229" y="76"/>
                  </a:lnTo>
                  <a:lnTo>
                    <a:pt x="229" y="76"/>
                  </a:lnTo>
                  <a:lnTo>
                    <a:pt x="229" y="76"/>
                  </a:lnTo>
                  <a:lnTo>
                    <a:pt x="229" y="74"/>
                  </a:lnTo>
                  <a:lnTo>
                    <a:pt x="229" y="74"/>
                  </a:lnTo>
                  <a:lnTo>
                    <a:pt x="229" y="74"/>
                  </a:lnTo>
                  <a:lnTo>
                    <a:pt x="229" y="74"/>
                  </a:lnTo>
                  <a:lnTo>
                    <a:pt x="229" y="72"/>
                  </a:lnTo>
                  <a:lnTo>
                    <a:pt x="229" y="72"/>
                  </a:lnTo>
                  <a:lnTo>
                    <a:pt x="227" y="72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27" y="68"/>
                  </a:lnTo>
                  <a:lnTo>
                    <a:pt x="225" y="68"/>
                  </a:lnTo>
                  <a:lnTo>
                    <a:pt x="225" y="68"/>
                  </a:lnTo>
                  <a:lnTo>
                    <a:pt x="225" y="66"/>
                  </a:lnTo>
                  <a:lnTo>
                    <a:pt x="225" y="64"/>
                  </a:lnTo>
                  <a:lnTo>
                    <a:pt x="225" y="64"/>
                  </a:lnTo>
                  <a:lnTo>
                    <a:pt x="225" y="63"/>
                  </a:lnTo>
                  <a:lnTo>
                    <a:pt x="225" y="59"/>
                  </a:lnTo>
                  <a:lnTo>
                    <a:pt x="225" y="59"/>
                  </a:lnTo>
                  <a:lnTo>
                    <a:pt x="225" y="59"/>
                  </a:lnTo>
                  <a:lnTo>
                    <a:pt x="225" y="57"/>
                  </a:lnTo>
                  <a:lnTo>
                    <a:pt x="225" y="55"/>
                  </a:lnTo>
                  <a:lnTo>
                    <a:pt x="227" y="53"/>
                  </a:lnTo>
                  <a:lnTo>
                    <a:pt x="229" y="53"/>
                  </a:lnTo>
                  <a:lnTo>
                    <a:pt x="231" y="53"/>
                  </a:lnTo>
                  <a:lnTo>
                    <a:pt x="233" y="53"/>
                  </a:lnTo>
                  <a:lnTo>
                    <a:pt x="233" y="53"/>
                  </a:lnTo>
                  <a:lnTo>
                    <a:pt x="233" y="53"/>
                  </a:lnTo>
                  <a:lnTo>
                    <a:pt x="233" y="51"/>
                  </a:lnTo>
                  <a:lnTo>
                    <a:pt x="233" y="51"/>
                  </a:lnTo>
                  <a:lnTo>
                    <a:pt x="233" y="49"/>
                  </a:lnTo>
                  <a:lnTo>
                    <a:pt x="233" y="49"/>
                  </a:lnTo>
                  <a:lnTo>
                    <a:pt x="233" y="47"/>
                  </a:lnTo>
                  <a:lnTo>
                    <a:pt x="233" y="47"/>
                  </a:lnTo>
                  <a:lnTo>
                    <a:pt x="233" y="45"/>
                  </a:lnTo>
                  <a:lnTo>
                    <a:pt x="233" y="45"/>
                  </a:lnTo>
                  <a:lnTo>
                    <a:pt x="233" y="45"/>
                  </a:lnTo>
                  <a:lnTo>
                    <a:pt x="233" y="45"/>
                  </a:lnTo>
                  <a:lnTo>
                    <a:pt x="233" y="45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39"/>
                  </a:lnTo>
                  <a:lnTo>
                    <a:pt x="231" y="39"/>
                  </a:lnTo>
                  <a:lnTo>
                    <a:pt x="233" y="39"/>
                  </a:lnTo>
                  <a:lnTo>
                    <a:pt x="233" y="39"/>
                  </a:lnTo>
                  <a:lnTo>
                    <a:pt x="235" y="39"/>
                  </a:lnTo>
                  <a:lnTo>
                    <a:pt x="235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9" y="41"/>
                  </a:lnTo>
                  <a:lnTo>
                    <a:pt x="239" y="41"/>
                  </a:lnTo>
                  <a:lnTo>
                    <a:pt x="239" y="41"/>
                  </a:lnTo>
                  <a:lnTo>
                    <a:pt x="241" y="41"/>
                  </a:lnTo>
                  <a:lnTo>
                    <a:pt x="241" y="41"/>
                  </a:lnTo>
                  <a:lnTo>
                    <a:pt x="241" y="41"/>
                  </a:lnTo>
                  <a:lnTo>
                    <a:pt x="241" y="41"/>
                  </a:lnTo>
                  <a:lnTo>
                    <a:pt x="243" y="41"/>
                  </a:lnTo>
                  <a:lnTo>
                    <a:pt x="243" y="41"/>
                  </a:lnTo>
                  <a:lnTo>
                    <a:pt x="243" y="41"/>
                  </a:lnTo>
                  <a:lnTo>
                    <a:pt x="243" y="41"/>
                  </a:lnTo>
                  <a:lnTo>
                    <a:pt x="243" y="41"/>
                  </a:lnTo>
                  <a:lnTo>
                    <a:pt x="245" y="43"/>
                  </a:lnTo>
                  <a:lnTo>
                    <a:pt x="245" y="41"/>
                  </a:lnTo>
                  <a:lnTo>
                    <a:pt x="245" y="41"/>
                  </a:lnTo>
                  <a:lnTo>
                    <a:pt x="247" y="41"/>
                  </a:lnTo>
                  <a:lnTo>
                    <a:pt x="247" y="41"/>
                  </a:lnTo>
                  <a:lnTo>
                    <a:pt x="247" y="41"/>
                  </a:lnTo>
                  <a:lnTo>
                    <a:pt x="249" y="41"/>
                  </a:lnTo>
                  <a:lnTo>
                    <a:pt x="249" y="41"/>
                  </a:lnTo>
                  <a:lnTo>
                    <a:pt x="249" y="41"/>
                  </a:lnTo>
                  <a:lnTo>
                    <a:pt x="249" y="43"/>
                  </a:lnTo>
                  <a:lnTo>
                    <a:pt x="249" y="45"/>
                  </a:lnTo>
                  <a:lnTo>
                    <a:pt x="249" y="45"/>
                  </a:lnTo>
                  <a:lnTo>
                    <a:pt x="249" y="45"/>
                  </a:lnTo>
                  <a:lnTo>
                    <a:pt x="251" y="45"/>
                  </a:lnTo>
                  <a:lnTo>
                    <a:pt x="251" y="45"/>
                  </a:lnTo>
                  <a:lnTo>
                    <a:pt x="251" y="45"/>
                  </a:lnTo>
                  <a:lnTo>
                    <a:pt x="251" y="47"/>
                  </a:lnTo>
                  <a:lnTo>
                    <a:pt x="253" y="47"/>
                  </a:lnTo>
                  <a:lnTo>
                    <a:pt x="253" y="45"/>
                  </a:lnTo>
                  <a:lnTo>
                    <a:pt x="253" y="45"/>
                  </a:lnTo>
                  <a:lnTo>
                    <a:pt x="253" y="45"/>
                  </a:lnTo>
                  <a:lnTo>
                    <a:pt x="253" y="45"/>
                  </a:lnTo>
                  <a:lnTo>
                    <a:pt x="253" y="43"/>
                  </a:lnTo>
                  <a:lnTo>
                    <a:pt x="253" y="43"/>
                  </a:lnTo>
                  <a:lnTo>
                    <a:pt x="255" y="43"/>
                  </a:lnTo>
                  <a:lnTo>
                    <a:pt x="255" y="41"/>
                  </a:lnTo>
                  <a:lnTo>
                    <a:pt x="255" y="41"/>
                  </a:lnTo>
                  <a:lnTo>
                    <a:pt x="257" y="41"/>
                  </a:lnTo>
                  <a:lnTo>
                    <a:pt x="257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61" y="43"/>
                  </a:lnTo>
                  <a:lnTo>
                    <a:pt x="261" y="45"/>
                  </a:lnTo>
                  <a:lnTo>
                    <a:pt x="263" y="45"/>
                  </a:lnTo>
                  <a:lnTo>
                    <a:pt x="264" y="47"/>
                  </a:lnTo>
                  <a:lnTo>
                    <a:pt x="264" y="47"/>
                  </a:lnTo>
                  <a:lnTo>
                    <a:pt x="264" y="47"/>
                  </a:lnTo>
                  <a:lnTo>
                    <a:pt x="264" y="47"/>
                  </a:lnTo>
                  <a:lnTo>
                    <a:pt x="266" y="49"/>
                  </a:lnTo>
                  <a:lnTo>
                    <a:pt x="266" y="49"/>
                  </a:lnTo>
                  <a:lnTo>
                    <a:pt x="266" y="51"/>
                  </a:lnTo>
                  <a:lnTo>
                    <a:pt x="268" y="51"/>
                  </a:lnTo>
                  <a:lnTo>
                    <a:pt x="272" y="51"/>
                  </a:lnTo>
                  <a:lnTo>
                    <a:pt x="272" y="51"/>
                  </a:lnTo>
                  <a:lnTo>
                    <a:pt x="272" y="51"/>
                  </a:lnTo>
                  <a:lnTo>
                    <a:pt x="272" y="51"/>
                  </a:lnTo>
                  <a:lnTo>
                    <a:pt x="274" y="53"/>
                  </a:lnTo>
                  <a:lnTo>
                    <a:pt x="274" y="55"/>
                  </a:lnTo>
                  <a:lnTo>
                    <a:pt x="274" y="57"/>
                  </a:lnTo>
                  <a:lnTo>
                    <a:pt x="274" y="57"/>
                  </a:lnTo>
                  <a:lnTo>
                    <a:pt x="274" y="57"/>
                  </a:lnTo>
                  <a:lnTo>
                    <a:pt x="276" y="57"/>
                  </a:lnTo>
                  <a:lnTo>
                    <a:pt x="276" y="57"/>
                  </a:lnTo>
                  <a:lnTo>
                    <a:pt x="276" y="59"/>
                  </a:lnTo>
                  <a:lnTo>
                    <a:pt x="278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2" y="59"/>
                  </a:lnTo>
                  <a:lnTo>
                    <a:pt x="282" y="61"/>
                  </a:lnTo>
                  <a:lnTo>
                    <a:pt x="282" y="61"/>
                  </a:lnTo>
                  <a:lnTo>
                    <a:pt x="284" y="61"/>
                  </a:lnTo>
                  <a:lnTo>
                    <a:pt x="284" y="61"/>
                  </a:lnTo>
                  <a:lnTo>
                    <a:pt x="284" y="61"/>
                  </a:lnTo>
                  <a:lnTo>
                    <a:pt x="286" y="61"/>
                  </a:lnTo>
                  <a:lnTo>
                    <a:pt x="286" y="63"/>
                  </a:lnTo>
                  <a:lnTo>
                    <a:pt x="286" y="63"/>
                  </a:lnTo>
                  <a:lnTo>
                    <a:pt x="286" y="63"/>
                  </a:lnTo>
                  <a:lnTo>
                    <a:pt x="288" y="63"/>
                  </a:lnTo>
                  <a:lnTo>
                    <a:pt x="288" y="61"/>
                  </a:lnTo>
                  <a:lnTo>
                    <a:pt x="288" y="61"/>
                  </a:lnTo>
                  <a:lnTo>
                    <a:pt x="288" y="61"/>
                  </a:lnTo>
                  <a:lnTo>
                    <a:pt x="290" y="59"/>
                  </a:lnTo>
                  <a:lnTo>
                    <a:pt x="290" y="59"/>
                  </a:lnTo>
                  <a:lnTo>
                    <a:pt x="290" y="59"/>
                  </a:lnTo>
                  <a:lnTo>
                    <a:pt x="292" y="59"/>
                  </a:lnTo>
                  <a:lnTo>
                    <a:pt x="292" y="61"/>
                  </a:lnTo>
                  <a:lnTo>
                    <a:pt x="292" y="61"/>
                  </a:lnTo>
                  <a:lnTo>
                    <a:pt x="292" y="61"/>
                  </a:lnTo>
                  <a:lnTo>
                    <a:pt x="292" y="61"/>
                  </a:lnTo>
                  <a:lnTo>
                    <a:pt x="292" y="63"/>
                  </a:lnTo>
                  <a:lnTo>
                    <a:pt x="292" y="63"/>
                  </a:lnTo>
                  <a:lnTo>
                    <a:pt x="292" y="64"/>
                  </a:lnTo>
                  <a:lnTo>
                    <a:pt x="292" y="64"/>
                  </a:lnTo>
                  <a:lnTo>
                    <a:pt x="292" y="64"/>
                  </a:lnTo>
                  <a:lnTo>
                    <a:pt x="294" y="64"/>
                  </a:lnTo>
                  <a:lnTo>
                    <a:pt x="294" y="64"/>
                  </a:lnTo>
                  <a:lnTo>
                    <a:pt x="294" y="64"/>
                  </a:lnTo>
                  <a:lnTo>
                    <a:pt x="294" y="63"/>
                  </a:lnTo>
                  <a:lnTo>
                    <a:pt x="294" y="63"/>
                  </a:lnTo>
                  <a:lnTo>
                    <a:pt x="296" y="63"/>
                  </a:lnTo>
                  <a:lnTo>
                    <a:pt x="298" y="63"/>
                  </a:lnTo>
                  <a:lnTo>
                    <a:pt x="298" y="63"/>
                  </a:lnTo>
                  <a:lnTo>
                    <a:pt x="298" y="61"/>
                  </a:lnTo>
                  <a:lnTo>
                    <a:pt x="300" y="61"/>
                  </a:lnTo>
                  <a:lnTo>
                    <a:pt x="300" y="59"/>
                  </a:lnTo>
                  <a:lnTo>
                    <a:pt x="300" y="59"/>
                  </a:lnTo>
                  <a:lnTo>
                    <a:pt x="300" y="57"/>
                  </a:lnTo>
                  <a:lnTo>
                    <a:pt x="300" y="57"/>
                  </a:lnTo>
                  <a:lnTo>
                    <a:pt x="300" y="57"/>
                  </a:lnTo>
                  <a:lnTo>
                    <a:pt x="300" y="55"/>
                  </a:lnTo>
                  <a:lnTo>
                    <a:pt x="300" y="55"/>
                  </a:lnTo>
                  <a:lnTo>
                    <a:pt x="302" y="55"/>
                  </a:lnTo>
                  <a:lnTo>
                    <a:pt x="302" y="55"/>
                  </a:lnTo>
                  <a:lnTo>
                    <a:pt x="304" y="55"/>
                  </a:lnTo>
                  <a:lnTo>
                    <a:pt x="304" y="55"/>
                  </a:lnTo>
                  <a:lnTo>
                    <a:pt x="304" y="57"/>
                  </a:lnTo>
                  <a:lnTo>
                    <a:pt x="304" y="57"/>
                  </a:lnTo>
                  <a:lnTo>
                    <a:pt x="304" y="57"/>
                  </a:lnTo>
                  <a:lnTo>
                    <a:pt x="304" y="57"/>
                  </a:lnTo>
                  <a:lnTo>
                    <a:pt x="304" y="57"/>
                  </a:lnTo>
                  <a:lnTo>
                    <a:pt x="308" y="59"/>
                  </a:lnTo>
                  <a:lnTo>
                    <a:pt x="308" y="59"/>
                  </a:lnTo>
                  <a:lnTo>
                    <a:pt x="310" y="59"/>
                  </a:lnTo>
                  <a:lnTo>
                    <a:pt x="310" y="61"/>
                  </a:lnTo>
                  <a:lnTo>
                    <a:pt x="310" y="61"/>
                  </a:lnTo>
                  <a:lnTo>
                    <a:pt x="310" y="61"/>
                  </a:lnTo>
                  <a:lnTo>
                    <a:pt x="310" y="61"/>
                  </a:lnTo>
                  <a:lnTo>
                    <a:pt x="310" y="61"/>
                  </a:lnTo>
                  <a:lnTo>
                    <a:pt x="310" y="61"/>
                  </a:lnTo>
                  <a:lnTo>
                    <a:pt x="310" y="63"/>
                  </a:lnTo>
                  <a:lnTo>
                    <a:pt x="310" y="63"/>
                  </a:lnTo>
                  <a:lnTo>
                    <a:pt x="310" y="63"/>
                  </a:lnTo>
                  <a:lnTo>
                    <a:pt x="312" y="63"/>
                  </a:lnTo>
                  <a:lnTo>
                    <a:pt x="314" y="63"/>
                  </a:lnTo>
                  <a:lnTo>
                    <a:pt x="315" y="63"/>
                  </a:lnTo>
                  <a:lnTo>
                    <a:pt x="315" y="63"/>
                  </a:lnTo>
                  <a:lnTo>
                    <a:pt x="315" y="63"/>
                  </a:lnTo>
                  <a:lnTo>
                    <a:pt x="315" y="63"/>
                  </a:lnTo>
                  <a:lnTo>
                    <a:pt x="315" y="63"/>
                  </a:lnTo>
                  <a:lnTo>
                    <a:pt x="315" y="64"/>
                  </a:lnTo>
                  <a:lnTo>
                    <a:pt x="315" y="64"/>
                  </a:lnTo>
                  <a:lnTo>
                    <a:pt x="315" y="64"/>
                  </a:lnTo>
                  <a:lnTo>
                    <a:pt x="315" y="66"/>
                  </a:lnTo>
                  <a:lnTo>
                    <a:pt x="317" y="66"/>
                  </a:lnTo>
                  <a:lnTo>
                    <a:pt x="317" y="66"/>
                  </a:lnTo>
                  <a:lnTo>
                    <a:pt x="317" y="66"/>
                  </a:lnTo>
                  <a:lnTo>
                    <a:pt x="317" y="68"/>
                  </a:lnTo>
                  <a:lnTo>
                    <a:pt x="317" y="68"/>
                  </a:lnTo>
                  <a:lnTo>
                    <a:pt x="319" y="68"/>
                  </a:lnTo>
                  <a:lnTo>
                    <a:pt x="319" y="68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19" y="64"/>
                  </a:lnTo>
                  <a:lnTo>
                    <a:pt x="321" y="64"/>
                  </a:lnTo>
                  <a:lnTo>
                    <a:pt x="321" y="64"/>
                  </a:lnTo>
                  <a:lnTo>
                    <a:pt x="321" y="64"/>
                  </a:lnTo>
                  <a:lnTo>
                    <a:pt x="321" y="63"/>
                  </a:lnTo>
                  <a:lnTo>
                    <a:pt x="321" y="63"/>
                  </a:lnTo>
                  <a:lnTo>
                    <a:pt x="321" y="63"/>
                  </a:lnTo>
                  <a:lnTo>
                    <a:pt x="321" y="61"/>
                  </a:lnTo>
                  <a:lnTo>
                    <a:pt x="321" y="61"/>
                  </a:lnTo>
                  <a:lnTo>
                    <a:pt x="321" y="61"/>
                  </a:lnTo>
                  <a:lnTo>
                    <a:pt x="323" y="61"/>
                  </a:lnTo>
                  <a:lnTo>
                    <a:pt x="323" y="59"/>
                  </a:lnTo>
                  <a:lnTo>
                    <a:pt x="323" y="59"/>
                  </a:lnTo>
                  <a:lnTo>
                    <a:pt x="325" y="59"/>
                  </a:lnTo>
                  <a:lnTo>
                    <a:pt x="323" y="57"/>
                  </a:lnTo>
                  <a:lnTo>
                    <a:pt x="323" y="57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327" y="57"/>
                  </a:lnTo>
                  <a:lnTo>
                    <a:pt x="327" y="55"/>
                  </a:lnTo>
                  <a:lnTo>
                    <a:pt x="327" y="55"/>
                  </a:lnTo>
                  <a:lnTo>
                    <a:pt x="329" y="57"/>
                  </a:lnTo>
                  <a:lnTo>
                    <a:pt x="329" y="57"/>
                  </a:lnTo>
                  <a:lnTo>
                    <a:pt x="329" y="57"/>
                  </a:lnTo>
                  <a:lnTo>
                    <a:pt x="331" y="55"/>
                  </a:lnTo>
                  <a:lnTo>
                    <a:pt x="331" y="55"/>
                  </a:lnTo>
                  <a:lnTo>
                    <a:pt x="331" y="55"/>
                  </a:lnTo>
                  <a:lnTo>
                    <a:pt x="331" y="57"/>
                  </a:lnTo>
                  <a:lnTo>
                    <a:pt x="331" y="57"/>
                  </a:lnTo>
                  <a:lnTo>
                    <a:pt x="335" y="57"/>
                  </a:lnTo>
                  <a:lnTo>
                    <a:pt x="335" y="57"/>
                  </a:lnTo>
                  <a:lnTo>
                    <a:pt x="335" y="57"/>
                  </a:lnTo>
                  <a:lnTo>
                    <a:pt x="337" y="57"/>
                  </a:lnTo>
                  <a:lnTo>
                    <a:pt x="337" y="57"/>
                  </a:lnTo>
                  <a:lnTo>
                    <a:pt x="337" y="57"/>
                  </a:lnTo>
                  <a:lnTo>
                    <a:pt x="339" y="57"/>
                  </a:lnTo>
                  <a:lnTo>
                    <a:pt x="339" y="57"/>
                  </a:lnTo>
                  <a:lnTo>
                    <a:pt x="339" y="55"/>
                  </a:lnTo>
                  <a:lnTo>
                    <a:pt x="339" y="55"/>
                  </a:lnTo>
                  <a:lnTo>
                    <a:pt x="337" y="55"/>
                  </a:lnTo>
                  <a:lnTo>
                    <a:pt x="337" y="53"/>
                  </a:lnTo>
                  <a:lnTo>
                    <a:pt x="337" y="53"/>
                  </a:lnTo>
                  <a:lnTo>
                    <a:pt x="337" y="53"/>
                  </a:lnTo>
                  <a:lnTo>
                    <a:pt x="337" y="53"/>
                  </a:lnTo>
                  <a:lnTo>
                    <a:pt x="337" y="51"/>
                  </a:lnTo>
                  <a:lnTo>
                    <a:pt x="337" y="51"/>
                  </a:lnTo>
                  <a:lnTo>
                    <a:pt x="337" y="49"/>
                  </a:lnTo>
                  <a:lnTo>
                    <a:pt x="339" y="45"/>
                  </a:lnTo>
                  <a:lnTo>
                    <a:pt x="339" y="45"/>
                  </a:lnTo>
                  <a:lnTo>
                    <a:pt x="339" y="45"/>
                  </a:lnTo>
                  <a:lnTo>
                    <a:pt x="339" y="43"/>
                  </a:lnTo>
                  <a:lnTo>
                    <a:pt x="339" y="43"/>
                  </a:lnTo>
                  <a:lnTo>
                    <a:pt x="337" y="41"/>
                  </a:lnTo>
                  <a:lnTo>
                    <a:pt x="337" y="39"/>
                  </a:lnTo>
                  <a:lnTo>
                    <a:pt x="337" y="39"/>
                  </a:lnTo>
                  <a:lnTo>
                    <a:pt x="337" y="39"/>
                  </a:lnTo>
                  <a:lnTo>
                    <a:pt x="337" y="39"/>
                  </a:lnTo>
                  <a:lnTo>
                    <a:pt x="337" y="37"/>
                  </a:lnTo>
                  <a:lnTo>
                    <a:pt x="339" y="37"/>
                  </a:lnTo>
                  <a:lnTo>
                    <a:pt x="339" y="35"/>
                  </a:lnTo>
                  <a:lnTo>
                    <a:pt x="341" y="35"/>
                  </a:lnTo>
                  <a:lnTo>
                    <a:pt x="341" y="37"/>
                  </a:lnTo>
                  <a:lnTo>
                    <a:pt x="341" y="37"/>
                  </a:lnTo>
                  <a:lnTo>
                    <a:pt x="341" y="37"/>
                  </a:lnTo>
                  <a:lnTo>
                    <a:pt x="341" y="37"/>
                  </a:lnTo>
                  <a:lnTo>
                    <a:pt x="343" y="39"/>
                  </a:lnTo>
                  <a:lnTo>
                    <a:pt x="343" y="39"/>
                  </a:lnTo>
                  <a:lnTo>
                    <a:pt x="343" y="39"/>
                  </a:lnTo>
                  <a:lnTo>
                    <a:pt x="343" y="41"/>
                  </a:lnTo>
                  <a:lnTo>
                    <a:pt x="343" y="41"/>
                  </a:lnTo>
                  <a:lnTo>
                    <a:pt x="349" y="41"/>
                  </a:lnTo>
                  <a:lnTo>
                    <a:pt x="349" y="41"/>
                  </a:lnTo>
                  <a:lnTo>
                    <a:pt x="349" y="41"/>
                  </a:lnTo>
                  <a:lnTo>
                    <a:pt x="349" y="41"/>
                  </a:lnTo>
                  <a:lnTo>
                    <a:pt x="351" y="39"/>
                  </a:lnTo>
                  <a:lnTo>
                    <a:pt x="351" y="39"/>
                  </a:lnTo>
                  <a:lnTo>
                    <a:pt x="351" y="39"/>
                  </a:lnTo>
                  <a:lnTo>
                    <a:pt x="351" y="37"/>
                  </a:lnTo>
                  <a:lnTo>
                    <a:pt x="351" y="37"/>
                  </a:lnTo>
                  <a:lnTo>
                    <a:pt x="351" y="37"/>
                  </a:lnTo>
                  <a:lnTo>
                    <a:pt x="353" y="39"/>
                  </a:lnTo>
                  <a:lnTo>
                    <a:pt x="355" y="39"/>
                  </a:lnTo>
                  <a:lnTo>
                    <a:pt x="355" y="39"/>
                  </a:lnTo>
                  <a:lnTo>
                    <a:pt x="355" y="37"/>
                  </a:lnTo>
                  <a:lnTo>
                    <a:pt x="357" y="37"/>
                  </a:lnTo>
                  <a:lnTo>
                    <a:pt x="357" y="37"/>
                  </a:lnTo>
                  <a:lnTo>
                    <a:pt x="357" y="37"/>
                  </a:lnTo>
                  <a:lnTo>
                    <a:pt x="357" y="37"/>
                  </a:lnTo>
                  <a:lnTo>
                    <a:pt x="359" y="37"/>
                  </a:lnTo>
                  <a:lnTo>
                    <a:pt x="359" y="37"/>
                  </a:lnTo>
                  <a:lnTo>
                    <a:pt x="359" y="37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39"/>
                  </a:lnTo>
                  <a:lnTo>
                    <a:pt x="359" y="41"/>
                  </a:lnTo>
                  <a:lnTo>
                    <a:pt x="361" y="41"/>
                  </a:lnTo>
                  <a:lnTo>
                    <a:pt x="361" y="41"/>
                  </a:lnTo>
                  <a:lnTo>
                    <a:pt x="361" y="41"/>
                  </a:lnTo>
                  <a:lnTo>
                    <a:pt x="359" y="43"/>
                  </a:lnTo>
                  <a:lnTo>
                    <a:pt x="359" y="43"/>
                  </a:lnTo>
                  <a:lnTo>
                    <a:pt x="359" y="45"/>
                  </a:lnTo>
                  <a:lnTo>
                    <a:pt x="359" y="45"/>
                  </a:lnTo>
                  <a:lnTo>
                    <a:pt x="359" y="45"/>
                  </a:lnTo>
                  <a:lnTo>
                    <a:pt x="361" y="45"/>
                  </a:lnTo>
                  <a:lnTo>
                    <a:pt x="361" y="45"/>
                  </a:lnTo>
                  <a:lnTo>
                    <a:pt x="361" y="45"/>
                  </a:lnTo>
                  <a:lnTo>
                    <a:pt x="361" y="45"/>
                  </a:lnTo>
                  <a:lnTo>
                    <a:pt x="361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3" y="49"/>
                  </a:lnTo>
                  <a:lnTo>
                    <a:pt x="364" y="49"/>
                  </a:lnTo>
                  <a:lnTo>
                    <a:pt x="364" y="49"/>
                  </a:lnTo>
                  <a:lnTo>
                    <a:pt x="364" y="49"/>
                  </a:lnTo>
                  <a:lnTo>
                    <a:pt x="364" y="49"/>
                  </a:lnTo>
                  <a:lnTo>
                    <a:pt x="366" y="47"/>
                  </a:lnTo>
                  <a:lnTo>
                    <a:pt x="366" y="47"/>
                  </a:lnTo>
                  <a:lnTo>
                    <a:pt x="366" y="47"/>
                  </a:lnTo>
                  <a:lnTo>
                    <a:pt x="366" y="47"/>
                  </a:lnTo>
                  <a:lnTo>
                    <a:pt x="366" y="45"/>
                  </a:lnTo>
                  <a:lnTo>
                    <a:pt x="366" y="45"/>
                  </a:lnTo>
                  <a:lnTo>
                    <a:pt x="366" y="45"/>
                  </a:lnTo>
                  <a:lnTo>
                    <a:pt x="366" y="45"/>
                  </a:lnTo>
                  <a:lnTo>
                    <a:pt x="366" y="43"/>
                  </a:lnTo>
                  <a:lnTo>
                    <a:pt x="366" y="43"/>
                  </a:lnTo>
                  <a:lnTo>
                    <a:pt x="366" y="43"/>
                  </a:lnTo>
                  <a:lnTo>
                    <a:pt x="366" y="41"/>
                  </a:lnTo>
                  <a:lnTo>
                    <a:pt x="366" y="41"/>
                  </a:lnTo>
                  <a:lnTo>
                    <a:pt x="366" y="41"/>
                  </a:lnTo>
                  <a:lnTo>
                    <a:pt x="366" y="41"/>
                  </a:lnTo>
                  <a:lnTo>
                    <a:pt x="366" y="41"/>
                  </a:lnTo>
                  <a:lnTo>
                    <a:pt x="366" y="39"/>
                  </a:lnTo>
                  <a:lnTo>
                    <a:pt x="366" y="39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70" y="35"/>
                  </a:lnTo>
                  <a:lnTo>
                    <a:pt x="370" y="35"/>
                  </a:lnTo>
                  <a:lnTo>
                    <a:pt x="370" y="35"/>
                  </a:lnTo>
                  <a:lnTo>
                    <a:pt x="370" y="35"/>
                  </a:lnTo>
                  <a:lnTo>
                    <a:pt x="372" y="35"/>
                  </a:lnTo>
                  <a:lnTo>
                    <a:pt x="372" y="37"/>
                  </a:lnTo>
                  <a:lnTo>
                    <a:pt x="372" y="37"/>
                  </a:lnTo>
                  <a:lnTo>
                    <a:pt x="372" y="37"/>
                  </a:lnTo>
                  <a:lnTo>
                    <a:pt x="372" y="39"/>
                  </a:lnTo>
                  <a:lnTo>
                    <a:pt x="374" y="39"/>
                  </a:lnTo>
                  <a:lnTo>
                    <a:pt x="374" y="39"/>
                  </a:lnTo>
                  <a:lnTo>
                    <a:pt x="374" y="39"/>
                  </a:lnTo>
                  <a:lnTo>
                    <a:pt x="374" y="41"/>
                  </a:lnTo>
                  <a:lnTo>
                    <a:pt x="374" y="41"/>
                  </a:lnTo>
                  <a:lnTo>
                    <a:pt x="374" y="41"/>
                  </a:lnTo>
                  <a:lnTo>
                    <a:pt x="374" y="41"/>
                  </a:lnTo>
                  <a:lnTo>
                    <a:pt x="374" y="43"/>
                  </a:lnTo>
                  <a:lnTo>
                    <a:pt x="374" y="43"/>
                  </a:lnTo>
                  <a:lnTo>
                    <a:pt x="374" y="43"/>
                  </a:lnTo>
                  <a:lnTo>
                    <a:pt x="376" y="43"/>
                  </a:lnTo>
                  <a:lnTo>
                    <a:pt x="376" y="43"/>
                  </a:lnTo>
                  <a:lnTo>
                    <a:pt x="376" y="47"/>
                  </a:lnTo>
                  <a:lnTo>
                    <a:pt x="376" y="47"/>
                  </a:lnTo>
                  <a:lnTo>
                    <a:pt x="376" y="49"/>
                  </a:lnTo>
                  <a:lnTo>
                    <a:pt x="376" y="49"/>
                  </a:lnTo>
                  <a:lnTo>
                    <a:pt x="376" y="49"/>
                  </a:lnTo>
                  <a:lnTo>
                    <a:pt x="376" y="49"/>
                  </a:lnTo>
                  <a:lnTo>
                    <a:pt x="378" y="51"/>
                  </a:lnTo>
                  <a:lnTo>
                    <a:pt x="378" y="51"/>
                  </a:lnTo>
                  <a:lnTo>
                    <a:pt x="378" y="51"/>
                  </a:lnTo>
                  <a:lnTo>
                    <a:pt x="378" y="51"/>
                  </a:lnTo>
                  <a:lnTo>
                    <a:pt x="378" y="53"/>
                  </a:lnTo>
                  <a:lnTo>
                    <a:pt x="378" y="53"/>
                  </a:lnTo>
                  <a:lnTo>
                    <a:pt x="378" y="53"/>
                  </a:lnTo>
                  <a:lnTo>
                    <a:pt x="380" y="53"/>
                  </a:lnTo>
                  <a:lnTo>
                    <a:pt x="380" y="53"/>
                  </a:lnTo>
                  <a:lnTo>
                    <a:pt x="382" y="55"/>
                  </a:lnTo>
                  <a:lnTo>
                    <a:pt x="382" y="55"/>
                  </a:lnTo>
                  <a:lnTo>
                    <a:pt x="382" y="55"/>
                  </a:lnTo>
                  <a:lnTo>
                    <a:pt x="384" y="53"/>
                  </a:lnTo>
                  <a:lnTo>
                    <a:pt x="386" y="51"/>
                  </a:lnTo>
                  <a:lnTo>
                    <a:pt x="386" y="51"/>
                  </a:lnTo>
                  <a:lnTo>
                    <a:pt x="386" y="51"/>
                  </a:lnTo>
                  <a:lnTo>
                    <a:pt x="386" y="51"/>
                  </a:lnTo>
                  <a:lnTo>
                    <a:pt x="388" y="51"/>
                  </a:lnTo>
                  <a:lnTo>
                    <a:pt x="390" y="51"/>
                  </a:lnTo>
                  <a:lnTo>
                    <a:pt x="390" y="49"/>
                  </a:lnTo>
                  <a:lnTo>
                    <a:pt x="390" y="49"/>
                  </a:lnTo>
                  <a:lnTo>
                    <a:pt x="390" y="49"/>
                  </a:lnTo>
                  <a:lnTo>
                    <a:pt x="390" y="49"/>
                  </a:lnTo>
                  <a:lnTo>
                    <a:pt x="390" y="47"/>
                  </a:lnTo>
                  <a:lnTo>
                    <a:pt x="390" y="47"/>
                  </a:lnTo>
                  <a:lnTo>
                    <a:pt x="390" y="47"/>
                  </a:lnTo>
                  <a:lnTo>
                    <a:pt x="390" y="45"/>
                  </a:lnTo>
                  <a:lnTo>
                    <a:pt x="390" y="45"/>
                  </a:lnTo>
                  <a:lnTo>
                    <a:pt x="392" y="45"/>
                  </a:lnTo>
                  <a:lnTo>
                    <a:pt x="394" y="43"/>
                  </a:lnTo>
                  <a:lnTo>
                    <a:pt x="394" y="43"/>
                  </a:lnTo>
                  <a:lnTo>
                    <a:pt x="394" y="43"/>
                  </a:lnTo>
                  <a:lnTo>
                    <a:pt x="394" y="43"/>
                  </a:lnTo>
                  <a:lnTo>
                    <a:pt x="394" y="41"/>
                  </a:lnTo>
                  <a:lnTo>
                    <a:pt x="394" y="41"/>
                  </a:lnTo>
                  <a:lnTo>
                    <a:pt x="394" y="41"/>
                  </a:lnTo>
                  <a:lnTo>
                    <a:pt x="394" y="39"/>
                  </a:lnTo>
                  <a:lnTo>
                    <a:pt x="394" y="39"/>
                  </a:lnTo>
                  <a:lnTo>
                    <a:pt x="396" y="37"/>
                  </a:lnTo>
                  <a:lnTo>
                    <a:pt x="396" y="37"/>
                  </a:lnTo>
                  <a:lnTo>
                    <a:pt x="398" y="35"/>
                  </a:lnTo>
                  <a:lnTo>
                    <a:pt x="398" y="35"/>
                  </a:lnTo>
                  <a:lnTo>
                    <a:pt x="398" y="35"/>
                  </a:lnTo>
                  <a:lnTo>
                    <a:pt x="398" y="33"/>
                  </a:lnTo>
                  <a:lnTo>
                    <a:pt x="398" y="33"/>
                  </a:lnTo>
                  <a:lnTo>
                    <a:pt x="396" y="33"/>
                  </a:lnTo>
                  <a:lnTo>
                    <a:pt x="396" y="33"/>
                  </a:lnTo>
                  <a:lnTo>
                    <a:pt x="396" y="33"/>
                  </a:lnTo>
                  <a:lnTo>
                    <a:pt x="396" y="31"/>
                  </a:lnTo>
                  <a:lnTo>
                    <a:pt x="398" y="31"/>
                  </a:lnTo>
                  <a:lnTo>
                    <a:pt x="398" y="31"/>
                  </a:lnTo>
                  <a:lnTo>
                    <a:pt x="398" y="31"/>
                  </a:lnTo>
                  <a:lnTo>
                    <a:pt x="396" y="31"/>
                  </a:lnTo>
                  <a:lnTo>
                    <a:pt x="396" y="29"/>
                  </a:lnTo>
                  <a:lnTo>
                    <a:pt x="396" y="29"/>
                  </a:lnTo>
                  <a:lnTo>
                    <a:pt x="396" y="29"/>
                  </a:lnTo>
                  <a:lnTo>
                    <a:pt x="396" y="29"/>
                  </a:lnTo>
                  <a:lnTo>
                    <a:pt x="396" y="27"/>
                  </a:lnTo>
                  <a:lnTo>
                    <a:pt x="396" y="25"/>
                  </a:lnTo>
                  <a:lnTo>
                    <a:pt x="396" y="23"/>
                  </a:lnTo>
                  <a:lnTo>
                    <a:pt x="396" y="23"/>
                  </a:lnTo>
                  <a:lnTo>
                    <a:pt x="396" y="23"/>
                  </a:lnTo>
                  <a:lnTo>
                    <a:pt x="398" y="21"/>
                  </a:lnTo>
                  <a:lnTo>
                    <a:pt x="398" y="21"/>
                  </a:lnTo>
                  <a:lnTo>
                    <a:pt x="398" y="21"/>
                  </a:lnTo>
                  <a:lnTo>
                    <a:pt x="398" y="19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400" y="15"/>
                  </a:lnTo>
                  <a:lnTo>
                    <a:pt x="402" y="13"/>
                  </a:lnTo>
                  <a:lnTo>
                    <a:pt x="402" y="13"/>
                  </a:lnTo>
                  <a:lnTo>
                    <a:pt x="402" y="13"/>
                  </a:lnTo>
                  <a:lnTo>
                    <a:pt x="406" y="11"/>
                  </a:lnTo>
                  <a:lnTo>
                    <a:pt x="406" y="11"/>
                  </a:lnTo>
                  <a:lnTo>
                    <a:pt x="408" y="13"/>
                  </a:lnTo>
                  <a:lnTo>
                    <a:pt x="410" y="15"/>
                  </a:lnTo>
                  <a:lnTo>
                    <a:pt x="410" y="15"/>
                  </a:lnTo>
                  <a:lnTo>
                    <a:pt x="412" y="15"/>
                  </a:lnTo>
                  <a:lnTo>
                    <a:pt x="414" y="15"/>
                  </a:lnTo>
                  <a:lnTo>
                    <a:pt x="417" y="15"/>
                  </a:lnTo>
                  <a:lnTo>
                    <a:pt x="417" y="15"/>
                  </a:lnTo>
                  <a:lnTo>
                    <a:pt x="417" y="15"/>
                  </a:lnTo>
                  <a:lnTo>
                    <a:pt x="419" y="15"/>
                  </a:lnTo>
                  <a:lnTo>
                    <a:pt x="419" y="15"/>
                  </a:lnTo>
                  <a:lnTo>
                    <a:pt x="419" y="13"/>
                  </a:lnTo>
                  <a:lnTo>
                    <a:pt x="419" y="13"/>
                  </a:lnTo>
                  <a:lnTo>
                    <a:pt x="419" y="11"/>
                  </a:lnTo>
                  <a:lnTo>
                    <a:pt x="421" y="11"/>
                  </a:lnTo>
                  <a:lnTo>
                    <a:pt x="425" y="11"/>
                  </a:lnTo>
                  <a:lnTo>
                    <a:pt x="425" y="11"/>
                  </a:lnTo>
                  <a:lnTo>
                    <a:pt x="427" y="11"/>
                  </a:lnTo>
                  <a:lnTo>
                    <a:pt x="427" y="11"/>
                  </a:lnTo>
                  <a:lnTo>
                    <a:pt x="427" y="11"/>
                  </a:lnTo>
                  <a:lnTo>
                    <a:pt x="427" y="11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29" y="9"/>
                  </a:lnTo>
                  <a:lnTo>
                    <a:pt x="431" y="9"/>
                  </a:lnTo>
                  <a:lnTo>
                    <a:pt x="431" y="8"/>
                  </a:lnTo>
                  <a:lnTo>
                    <a:pt x="433" y="8"/>
                  </a:lnTo>
                  <a:lnTo>
                    <a:pt x="433" y="6"/>
                  </a:lnTo>
                  <a:lnTo>
                    <a:pt x="433" y="6"/>
                  </a:lnTo>
                  <a:lnTo>
                    <a:pt x="433" y="6"/>
                  </a:lnTo>
                  <a:lnTo>
                    <a:pt x="433" y="6"/>
                  </a:lnTo>
                  <a:lnTo>
                    <a:pt x="433" y="4"/>
                  </a:lnTo>
                  <a:lnTo>
                    <a:pt x="433" y="4"/>
                  </a:lnTo>
                  <a:lnTo>
                    <a:pt x="433" y="2"/>
                  </a:lnTo>
                  <a:lnTo>
                    <a:pt x="433" y="2"/>
                  </a:lnTo>
                  <a:lnTo>
                    <a:pt x="433" y="2"/>
                  </a:lnTo>
                  <a:lnTo>
                    <a:pt x="433" y="2"/>
                  </a:lnTo>
                  <a:lnTo>
                    <a:pt x="433" y="0"/>
                  </a:lnTo>
                  <a:lnTo>
                    <a:pt x="435" y="0"/>
                  </a:lnTo>
                  <a:lnTo>
                    <a:pt x="435" y="0"/>
                  </a:lnTo>
                  <a:lnTo>
                    <a:pt x="43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4679950" y="3509963"/>
              <a:ext cx="561975" cy="568325"/>
            </a:xfrm>
            <a:custGeom>
              <a:avLst/>
              <a:gdLst>
                <a:gd name="T0" fmla="*/ 480 w 708"/>
                <a:gd name="T1" fmla="*/ 713 h 715"/>
                <a:gd name="T2" fmla="*/ 492 w 708"/>
                <a:gd name="T3" fmla="*/ 705 h 715"/>
                <a:gd name="T4" fmla="*/ 516 w 708"/>
                <a:gd name="T5" fmla="*/ 665 h 715"/>
                <a:gd name="T6" fmla="*/ 504 w 708"/>
                <a:gd name="T7" fmla="*/ 677 h 715"/>
                <a:gd name="T8" fmla="*/ 474 w 708"/>
                <a:gd name="T9" fmla="*/ 652 h 715"/>
                <a:gd name="T10" fmla="*/ 461 w 708"/>
                <a:gd name="T11" fmla="*/ 685 h 715"/>
                <a:gd name="T12" fmla="*/ 447 w 708"/>
                <a:gd name="T13" fmla="*/ 697 h 715"/>
                <a:gd name="T14" fmla="*/ 459 w 708"/>
                <a:gd name="T15" fmla="*/ 656 h 715"/>
                <a:gd name="T16" fmla="*/ 555 w 708"/>
                <a:gd name="T17" fmla="*/ 530 h 715"/>
                <a:gd name="T18" fmla="*/ 518 w 708"/>
                <a:gd name="T19" fmla="*/ 583 h 715"/>
                <a:gd name="T20" fmla="*/ 496 w 708"/>
                <a:gd name="T21" fmla="*/ 620 h 715"/>
                <a:gd name="T22" fmla="*/ 500 w 708"/>
                <a:gd name="T23" fmla="*/ 595 h 715"/>
                <a:gd name="T24" fmla="*/ 516 w 708"/>
                <a:gd name="T25" fmla="*/ 552 h 715"/>
                <a:gd name="T26" fmla="*/ 541 w 708"/>
                <a:gd name="T27" fmla="*/ 528 h 715"/>
                <a:gd name="T28" fmla="*/ 598 w 708"/>
                <a:gd name="T29" fmla="*/ 465 h 715"/>
                <a:gd name="T30" fmla="*/ 578 w 708"/>
                <a:gd name="T31" fmla="*/ 489 h 715"/>
                <a:gd name="T32" fmla="*/ 598 w 708"/>
                <a:gd name="T33" fmla="*/ 440 h 715"/>
                <a:gd name="T34" fmla="*/ 649 w 708"/>
                <a:gd name="T35" fmla="*/ 359 h 715"/>
                <a:gd name="T36" fmla="*/ 651 w 708"/>
                <a:gd name="T37" fmla="*/ 336 h 715"/>
                <a:gd name="T38" fmla="*/ 663 w 708"/>
                <a:gd name="T39" fmla="*/ 277 h 715"/>
                <a:gd name="T40" fmla="*/ 663 w 708"/>
                <a:gd name="T41" fmla="*/ 180 h 715"/>
                <a:gd name="T42" fmla="*/ 684 w 708"/>
                <a:gd name="T43" fmla="*/ 155 h 715"/>
                <a:gd name="T44" fmla="*/ 686 w 708"/>
                <a:gd name="T45" fmla="*/ 133 h 715"/>
                <a:gd name="T46" fmla="*/ 676 w 708"/>
                <a:gd name="T47" fmla="*/ 133 h 715"/>
                <a:gd name="T48" fmla="*/ 653 w 708"/>
                <a:gd name="T49" fmla="*/ 116 h 715"/>
                <a:gd name="T50" fmla="*/ 37 w 708"/>
                <a:gd name="T51" fmla="*/ 71 h 715"/>
                <a:gd name="T52" fmla="*/ 49 w 708"/>
                <a:gd name="T53" fmla="*/ 86 h 715"/>
                <a:gd name="T54" fmla="*/ 59 w 708"/>
                <a:gd name="T55" fmla="*/ 98 h 715"/>
                <a:gd name="T56" fmla="*/ 82 w 708"/>
                <a:gd name="T57" fmla="*/ 125 h 715"/>
                <a:gd name="T58" fmla="*/ 96 w 708"/>
                <a:gd name="T59" fmla="*/ 165 h 715"/>
                <a:gd name="T60" fmla="*/ 96 w 708"/>
                <a:gd name="T61" fmla="*/ 177 h 715"/>
                <a:gd name="T62" fmla="*/ 106 w 708"/>
                <a:gd name="T63" fmla="*/ 202 h 715"/>
                <a:gd name="T64" fmla="*/ 123 w 708"/>
                <a:gd name="T65" fmla="*/ 232 h 715"/>
                <a:gd name="T66" fmla="*/ 137 w 708"/>
                <a:gd name="T67" fmla="*/ 241 h 715"/>
                <a:gd name="T68" fmla="*/ 212 w 708"/>
                <a:gd name="T69" fmla="*/ 332 h 715"/>
                <a:gd name="T70" fmla="*/ 274 w 708"/>
                <a:gd name="T71" fmla="*/ 398 h 715"/>
                <a:gd name="T72" fmla="*/ 208 w 708"/>
                <a:gd name="T73" fmla="*/ 373 h 715"/>
                <a:gd name="T74" fmla="*/ 186 w 708"/>
                <a:gd name="T75" fmla="*/ 389 h 715"/>
                <a:gd name="T76" fmla="*/ 212 w 708"/>
                <a:gd name="T77" fmla="*/ 508 h 715"/>
                <a:gd name="T78" fmla="*/ 255 w 708"/>
                <a:gd name="T79" fmla="*/ 546 h 715"/>
                <a:gd name="T80" fmla="*/ 265 w 708"/>
                <a:gd name="T81" fmla="*/ 552 h 715"/>
                <a:gd name="T82" fmla="*/ 282 w 708"/>
                <a:gd name="T83" fmla="*/ 563 h 715"/>
                <a:gd name="T84" fmla="*/ 290 w 708"/>
                <a:gd name="T85" fmla="*/ 595 h 715"/>
                <a:gd name="T86" fmla="*/ 266 w 708"/>
                <a:gd name="T87" fmla="*/ 565 h 715"/>
                <a:gd name="T88" fmla="*/ 233 w 708"/>
                <a:gd name="T89" fmla="*/ 609 h 715"/>
                <a:gd name="T90" fmla="*/ 202 w 708"/>
                <a:gd name="T91" fmla="*/ 591 h 715"/>
                <a:gd name="T92" fmla="*/ 180 w 708"/>
                <a:gd name="T93" fmla="*/ 512 h 715"/>
                <a:gd name="T94" fmla="*/ 143 w 708"/>
                <a:gd name="T95" fmla="*/ 430 h 715"/>
                <a:gd name="T96" fmla="*/ 121 w 708"/>
                <a:gd name="T97" fmla="*/ 361 h 715"/>
                <a:gd name="T98" fmla="*/ 94 w 708"/>
                <a:gd name="T99" fmla="*/ 300 h 715"/>
                <a:gd name="T100" fmla="*/ 64 w 708"/>
                <a:gd name="T101" fmla="*/ 251 h 715"/>
                <a:gd name="T102" fmla="*/ 37 w 708"/>
                <a:gd name="T103" fmla="*/ 220 h 715"/>
                <a:gd name="T104" fmla="*/ 31 w 708"/>
                <a:gd name="T105" fmla="*/ 179 h 715"/>
                <a:gd name="T106" fmla="*/ 13 w 708"/>
                <a:gd name="T107" fmla="*/ 139 h 715"/>
                <a:gd name="T108" fmla="*/ 25 w 708"/>
                <a:gd name="T109" fmla="*/ 118 h 715"/>
                <a:gd name="T110" fmla="*/ 27 w 708"/>
                <a:gd name="T111" fmla="*/ 94 h 715"/>
                <a:gd name="T112" fmla="*/ 31 w 708"/>
                <a:gd name="T113" fmla="*/ 76 h 715"/>
                <a:gd name="T114" fmla="*/ 13 w 708"/>
                <a:gd name="T115" fmla="*/ 49 h 715"/>
                <a:gd name="T116" fmla="*/ 661 w 708"/>
                <a:gd name="T117" fmla="*/ 18 h 715"/>
                <a:gd name="T118" fmla="*/ 700 w 708"/>
                <a:gd name="T119" fmla="*/ 37 h 715"/>
                <a:gd name="T120" fmla="*/ 680 w 708"/>
                <a:gd name="T121" fmla="*/ 80 h 715"/>
                <a:gd name="T122" fmla="*/ 682 w 708"/>
                <a:gd name="T123" fmla="*/ 51 h 715"/>
                <a:gd name="T124" fmla="*/ 708 w 708"/>
                <a:gd name="T125" fmla="*/ 1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08" h="715">
                  <a:moveTo>
                    <a:pt x="480" y="713"/>
                  </a:moveTo>
                  <a:lnTo>
                    <a:pt x="482" y="713"/>
                  </a:lnTo>
                  <a:lnTo>
                    <a:pt x="480" y="713"/>
                  </a:lnTo>
                  <a:lnTo>
                    <a:pt x="480" y="713"/>
                  </a:lnTo>
                  <a:lnTo>
                    <a:pt x="482" y="713"/>
                  </a:lnTo>
                  <a:lnTo>
                    <a:pt x="482" y="713"/>
                  </a:lnTo>
                  <a:lnTo>
                    <a:pt x="482" y="713"/>
                  </a:lnTo>
                  <a:lnTo>
                    <a:pt x="482" y="715"/>
                  </a:lnTo>
                  <a:lnTo>
                    <a:pt x="482" y="715"/>
                  </a:lnTo>
                  <a:lnTo>
                    <a:pt x="482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80" y="715"/>
                  </a:lnTo>
                  <a:lnTo>
                    <a:pt x="478" y="715"/>
                  </a:lnTo>
                  <a:lnTo>
                    <a:pt x="478" y="715"/>
                  </a:lnTo>
                  <a:lnTo>
                    <a:pt x="478" y="713"/>
                  </a:lnTo>
                  <a:lnTo>
                    <a:pt x="478" y="713"/>
                  </a:lnTo>
                  <a:lnTo>
                    <a:pt x="478" y="713"/>
                  </a:lnTo>
                  <a:lnTo>
                    <a:pt x="478" y="713"/>
                  </a:lnTo>
                  <a:lnTo>
                    <a:pt x="480" y="713"/>
                  </a:lnTo>
                  <a:lnTo>
                    <a:pt x="480" y="713"/>
                  </a:lnTo>
                  <a:lnTo>
                    <a:pt x="480" y="713"/>
                  </a:lnTo>
                  <a:lnTo>
                    <a:pt x="480" y="713"/>
                  </a:lnTo>
                  <a:close/>
                  <a:moveTo>
                    <a:pt x="488" y="709"/>
                  </a:moveTo>
                  <a:lnTo>
                    <a:pt x="490" y="709"/>
                  </a:lnTo>
                  <a:lnTo>
                    <a:pt x="490" y="711"/>
                  </a:lnTo>
                  <a:lnTo>
                    <a:pt x="490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3"/>
                  </a:lnTo>
                  <a:lnTo>
                    <a:pt x="488" y="713"/>
                  </a:lnTo>
                  <a:lnTo>
                    <a:pt x="488" y="713"/>
                  </a:lnTo>
                  <a:lnTo>
                    <a:pt x="488" y="713"/>
                  </a:lnTo>
                  <a:lnTo>
                    <a:pt x="486" y="713"/>
                  </a:lnTo>
                  <a:lnTo>
                    <a:pt x="486" y="713"/>
                  </a:lnTo>
                  <a:lnTo>
                    <a:pt x="486" y="713"/>
                  </a:lnTo>
                  <a:lnTo>
                    <a:pt x="486" y="713"/>
                  </a:lnTo>
                  <a:lnTo>
                    <a:pt x="486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11"/>
                  </a:lnTo>
                  <a:lnTo>
                    <a:pt x="488" y="709"/>
                  </a:lnTo>
                  <a:lnTo>
                    <a:pt x="488" y="709"/>
                  </a:lnTo>
                  <a:lnTo>
                    <a:pt x="488" y="709"/>
                  </a:lnTo>
                  <a:close/>
                  <a:moveTo>
                    <a:pt x="492" y="701"/>
                  </a:moveTo>
                  <a:lnTo>
                    <a:pt x="492" y="701"/>
                  </a:lnTo>
                  <a:lnTo>
                    <a:pt x="492" y="701"/>
                  </a:lnTo>
                  <a:lnTo>
                    <a:pt x="492" y="703"/>
                  </a:lnTo>
                  <a:lnTo>
                    <a:pt x="492" y="703"/>
                  </a:lnTo>
                  <a:lnTo>
                    <a:pt x="492" y="705"/>
                  </a:lnTo>
                  <a:lnTo>
                    <a:pt x="490" y="707"/>
                  </a:lnTo>
                  <a:lnTo>
                    <a:pt x="490" y="707"/>
                  </a:lnTo>
                  <a:lnTo>
                    <a:pt x="490" y="707"/>
                  </a:lnTo>
                  <a:lnTo>
                    <a:pt x="488" y="707"/>
                  </a:lnTo>
                  <a:lnTo>
                    <a:pt x="488" y="707"/>
                  </a:lnTo>
                  <a:lnTo>
                    <a:pt x="488" y="707"/>
                  </a:lnTo>
                  <a:lnTo>
                    <a:pt x="488" y="705"/>
                  </a:lnTo>
                  <a:lnTo>
                    <a:pt x="486" y="705"/>
                  </a:lnTo>
                  <a:lnTo>
                    <a:pt x="488" y="703"/>
                  </a:lnTo>
                  <a:lnTo>
                    <a:pt x="488" y="701"/>
                  </a:lnTo>
                  <a:lnTo>
                    <a:pt x="490" y="701"/>
                  </a:lnTo>
                  <a:lnTo>
                    <a:pt x="490" y="701"/>
                  </a:lnTo>
                  <a:lnTo>
                    <a:pt x="492" y="701"/>
                  </a:lnTo>
                  <a:close/>
                  <a:moveTo>
                    <a:pt x="494" y="691"/>
                  </a:moveTo>
                  <a:lnTo>
                    <a:pt x="494" y="691"/>
                  </a:lnTo>
                  <a:lnTo>
                    <a:pt x="494" y="691"/>
                  </a:lnTo>
                  <a:lnTo>
                    <a:pt x="496" y="691"/>
                  </a:lnTo>
                  <a:lnTo>
                    <a:pt x="496" y="693"/>
                  </a:lnTo>
                  <a:lnTo>
                    <a:pt x="496" y="693"/>
                  </a:lnTo>
                  <a:lnTo>
                    <a:pt x="492" y="693"/>
                  </a:lnTo>
                  <a:lnTo>
                    <a:pt x="492" y="693"/>
                  </a:lnTo>
                  <a:lnTo>
                    <a:pt x="492" y="693"/>
                  </a:lnTo>
                  <a:lnTo>
                    <a:pt x="492" y="693"/>
                  </a:lnTo>
                  <a:lnTo>
                    <a:pt x="492" y="693"/>
                  </a:lnTo>
                  <a:lnTo>
                    <a:pt x="492" y="691"/>
                  </a:lnTo>
                  <a:lnTo>
                    <a:pt x="494" y="691"/>
                  </a:lnTo>
                  <a:close/>
                  <a:moveTo>
                    <a:pt x="512" y="665"/>
                  </a:moveTo>
                  <a:lnTo>
                    <a:pt x="512" y="665"/>
                  </a:lnTo>
                  <a:lnTo>
                    <a:pt x="514" y="665"/>
                  </a:lnTo>
                  <a:lnTo>
                    <a:pt x="514" y="665"/>
                  </a:lnTo>
                  <a:lnTo>
                    <a:pt x="516" y="665"/>
                  </a:lnTo>
                  <a:lnTo>
                    <a:pt x="516" y="665"/>
                  </a:lnTo>
                  <a:lnTo>
                    <a:pt x="516" y="665"/>
                  </a:lnTo>
                  <a:lnTo>
                    <a:pt x="516" y="667"/>
                  </a:lnTo>
                  <a:lnTo>
                    <a:pt x="516" y="667"/>
                  </a:lnTo>
                  <a:lnTo>
                    <a:pt x="516" y="669"/>
                  </a:lnTo>
                  <a:lnTo>
                    <a:pt x="516" y="669"/>
                  </a:lnTo>
                  <a:lnTo>
                    <a:pt x="516" y="669"/>
                  </a:lnTo>
                  <a:lnTo>
                    <a:pt x="514" y="671"/>
                  </a:lnTo>
                  <a:lnTo>
                    <a:pt x="514" y="671"/>
                  </a:lnTo>
                  <a:lnTo>
                    <a:pt x="514" y="671"/>
                  </a:lnTo>
                  <a:lnTo>
                    <a:pt x="514" y="671"/>
                  </a:lnTo>
                  <a:lnTo>
                    <a:pt x="512" y="671"/>
                  </a:lnTo>
                  <a:lnTo>
                    <a:pt x="512" y="673"/>
                  </a:lnTo>
                  <a:lnTo>
                    <a:pt x="512" y="673"/>
                  </a:lnTo>
                  <a:lnTo>
                    <a:pt x="512" y="673"/>
                  </a:lnTo>
                  <a:lnTo>
                    <a:pt x="512" y="675"/>
                  </a:lnTo>
                  <a:lnTo>
                    <a:pt x="512" y="675"/>
                  </a:lnTo>
                  <a:lnTo>
                    <a:pt x="510" y="675"/>
                  </a:lnTo>
                  <a:lnTo>
                    <a:pt x="510" y="675"/>
                  </a:lnTo>
                  <a:lnTo>
                    <a:pt x="510" y="677"/>
                  </a:lnTo>
                  <a:lnTo>
                    <a:pt x="508" y="677"/>
                  </a:lnTo>
                  <a:lnTo>
                    <a:pt x="510" y="677"/>
                  </a:lnTo>
                  <a:lnTo>
                    <a:pt x="508" y="679"/>
                  </a:lnTo>
                  <a:lnTo>
                    <a:pt x="508" y="679"/>
                  </a:lnTo>
                  <a:lnTo>
                    <a:pt x="508" y="679"/>
                  </a:lnTo>
                  <a:lnTo>
                    <a:pt x="506" y="681"/>
                  </a:lnTo>
                  <a:lnTo>
                    <a:pt x="506" y="679"/>
                  </a:lnTo>
                  <a:lnTo>
                    <a:pt x="504" y="679"/>
                  </a:lnTo>
                  <a:lnTo>
                    <a:pt x="504" y="679"/>
                  </a:lnTo>
                  <a:lnTo>
                    <a:pt x="504" y="679"/>
                  </a:lnTo>
                  <a:lnTo>
                    <a:pt x="504" y="677"/>
                  </a:lnTo>
                  <a:lnTo>
                    <a:pt x="502" y="675"/>
                  </a:lnTo>
                  <a:lnTo>
                    <a:pt x="502" y="675"/>
                  </a:lnTo>
                  <a:lnTo>
                    <a:pt x="502" y="675"/>
                  </a:lnTo>
                  <a:lnTo>
                    <a:pt x="504" y="673"/>
                  </a:lnTo>
                  <a:lnTo>
                    <a:pt x="504" y="673"/>
                  </a:lnTo>
                  <a:lnTo>
                    <a:pt x="508" y="667"/>
                  </a:lnTo>
                  <a:lnTo>
                    <a:pt x="510" y="667"/>
                  </a:lnTo>
                  <a:lnTo>
                    <a:pt x="510" y="667"/>
                  </a:lnTo>
                  <a:lnTo>
                    <a:pt x="510" y="665"/>
                  </a:lnTo>
                  <a:lnTo>
                    <a:pt x="512" y="665"/>
                  </a:lnTo>
                  <a:lnTo>
                    <a:pt x="512" y="665"/>
                  </a:lnTo>
                  <a:close/>
                  <a:moveTo>
                    <a:pt x="480" y="634"/>
                  </a:moveTo>
                  <a:lnTo>
                    <a:pt x="482" y="638"/>
                  </a:lnTo>
                  <a:lnTo>
                    <a:pt x="482" y="638"/>
                  </a:lnTo>
                  <a:lnTo>
                    <a:pt x="482" y="638"/>
                  </a:lnTo>
                  <a:lnTo>
                    <a:pt x="482" y="640"/>
                  </a:lnTo>
                  <a:lnTo>
                    <a:pt x="482" y="640"/>
                  </a:lnTo>
                  <a:lnTo>
                    <a:pt x="482" y="640"/>
                  </a:lnTo>
                  <a:lnTo>
                    <a:pt x="480" y="642"/>
                  </a:lnTo>
                  <a:lnTo>
                    <a:pt x="480" y="642"/>
                  </a:lnTo>
                  <a:lnTo>
                    <a:pt x="480" y="642"/>
                  </a:lnTo>
                  <a:lnTo>
                    <a:pt x="478" y="642"/>
                  </a:lnTo>
                  <a:lnTo>
                    <a:pt x="478" y="642"/>
                  </a:lnTo>
                  <a:lnTo>
                    <a:pt x="478" y="642"/>
                  </a:lnTo>
                  <a:lnTo>
                    <a:pt x="476" y="644"/>
                  </a:lnTo>
                  <a:lnTo>
                    <a:pt x="476" y="644"/>
                  </a:lnTo>
                  <a:lnTo>
                    <a:pt x="476" y="644"/>
                  </a:lnTo>
                  <a:lnTo>
                    <a:pt x="476" y="646"/>
                  </a:lnTo>
                  <a:lnTo>
                    <a:pt x="476" y="648"/>
                  </a:lnTo>
                  <a:lnTo>
                    <a:pt x="474" y="650"/>
                  </a:lnTo>
                  <a:lnTo>
                    <a:pt x="474" y="652"/>
                  </a:lnTo>
                  <a:lnTo>
                    <a:pt x="472" y="652"/>
                  </a:lnTo>
                  <a:lnTo>
                    <a:pt x="470" y="654"/>
                  </a:lnTo>
                  <a:lnTo>
                    <a:pt x="470" y="654"/>
                  </a:lnTo>
                  <a:lnTo>
                    <a:pt x="468" y="654"/>
                  </a:lnTo>
                  <a:lnTo>
                    <a:pt x="467" y="656"/>
                  </a:lnTo>
                  <a:lnTo>
                    <a:pt x="467" y="658"/>
                  </a:lnTo>
                  <a:lnTo>
                    <a:pt x="467" y="658"/>
                  </a:lnTo>
                  <a:lnTo>
                    <a:pt x="467" y="658"/>
                  </a:lnTo>
                  <a:lnTo>
                    <a:pt x="465" y="658"/>
                  </a:lnTo>
                  <a:lnTo>
                    <a:pt x="465" y="658"/>
                  </a:lnTo>
                  <a:lnTo>
                    <a:pt x="465" y="660"/>
                  </a:lnTo>
                  <a:lnTo>
                    <a:pt x="465" y="660"/>
                  </a:lnTo>
                  <a:lnTo>
                    <a:pt x="465" y="660"/>
                  </a:lnTo>
                  <a:lnTo>
                    <a:pt x="465" y="662"/>
                  </a:lnTo>
                  <a:lnTo>
                    <a:pt x="465" y="662"/>
                  </a:lnTo>
                  <a:lnTo>
                    <a:pt x="465" y="662"/>
                  </a:lnTo>
                  <a:lnTo>
                    <a:pt x="465" y="664"/>
                  </a:lnTo>
                  <a:lnTo>
                    <a:pt x="461" y="669"/>
                  </a:lnTo>
                  <a:lnTo>
                    <a:pt x="461" y="669"/>
                  </a:lnTo>
                  <a:lnTo>
                    <a:pt x="461" y="673"/>
                  </a:lnTo>
                  <a:lnTo>
                    <a:pt x="461" y="673"/>
                  </a:lnTo>
                  <a:lnTo>
                    <a:pt x="463" y="675"/>
                  </a:lnTo>
                  <a:lnTo>
                    <a:pt x="463" y="677"/>
                  </a:lnTo>
                  <a:lnTo>
                    <a:pt x="461" y="677"/>
                  </a:lnTo>
                  <a:lnTo>
                    <a:pt x="461" y="677"/>
                  </a:lnTo>
                  <a:lnTo>
                    <a:pt x="459" y="677"/>
                  </a:lnTo>
                  <a:lnTo>
                    <a:pt x="459" y="679"/>
                  </a:lnTo>
                  <a:lnTo>
                    <a:pt x="459" y="681"/>
                  </a:lnTo>
                  <a:lnTo>
                    <a:pt x="461" y="681"/>
                  </a:lnTo>
                  <a:lnTo>
                    <a:pt x="461" y="683"/>
                  </a:lnTo>
                  <a:lnTo>
                    <a:pt x="461" y="685"/>
                  </a:lnTo>
                  <a:lnTo>
                    <a:pt x="459" y="685"/>
                  </a:lnTo>
                  <a:lnTo>
                    <a:pt x="459" y="687"/>
                  </a:lnTo>
                  <a:lnTo>
                    <a:pt x="459" y="687"/>
                  </a:lnTo>
                  <a:lnTo>
                    <a:pt x="455" y="689"/>
                  </a:lnTo>
                  <a:lnTo>
                    <a:pt x="455" y="691"/>
                  </a:lnTo>
                  <a:lnTo>
                    <a:pt x="455" y="693"/>
                  </a:lnTo>
                  <a:lnTo>
                    <a:pt x="453" y="695"/>
                  </a:lnTo>
                  <a:lnTo>
                    <a:pt x="453" y="695"/>
                  </a:lnTo>
                  <a:lnTo>
                    <a:pt x="457" y="703"/>
                  </a:lnTo>
                  <a:lnTo>
                    <a:pt x="457" y="707"/>
                  </a:lnTo>
                  <a:lnTo>
                    <a:pt x="457" y="707"/>
                  </a:lnTo>
                  <a:lnTo>
                    <a:pt x="457" y="707"/>
                  </a:lnTo>
                  <a:lnTo>
                    <a:pt x="457" y="707"/>
                  </a:lnTo>
                  <a:lnTo>
                    <a:pt x="457" y="707"/>
                  </a:lnTo>
                  <a:lnTo>
                    <a:pt x="457" y="705"/>
                  </a:lnTo>
                  <a:lnTo>
                    <a:pt x="455" y="705"/>
                  </a:lnTo>
                  <a:lnTo>
                    <a:pt x="455" y="705"/>
                  </a:lnTo>
                  <a:lnTo>
                    <a:pt x="455" y="703"/>
                  </a:lnTo>
                  <a:lnTo>
                    <a:pt x="453" y="703"/>
                  </a:lnTo>
                  <a:lnTo>
                    <a:pt x="451" y="705"/>
                  </a:lnTo>
                  <a:lnTo>
                    <a:pt x="451" y="705"/>
                  </a:lnTo>
                  <a:lnTo>
                    <a:pt x="449" y="703"/>
                  </a:lnTo>
                  <a:lnTo>
                    <a:pt x="447" y="701"/>
                  </a:lnTo>
                  <a:lnTo>
                    <a:pt x="447" y="701"/>
                  </a:lnTo>
                  <a:lnTo>
                    <a:pt x="447" y="701"/>
                  </a:lnTo>
                  <a:lnTo>
                    <a:pt x="447" y="699"/>
                  </a:lnTo>
                  <a:lnTo>
                    <a:pt x="445" y="699"/>
                  </a:lnTo>
                  <a:lnTo>
                    <a:pt x="445" y="699"/>
                  </a:lnTo>
                  <a:lnTo>
                    <a:pt x="445" y="699"/>
                  </a:lnTo>
                  <a:lnTo>
                    <a:pt x="447" y="697"/>
                  </a:lnTo>
                  <a:lnTo>
                    <a:pt x="447" y="697"/>
                  </a:lnTo>
                  <a:lnTo>
                    <a:pt x="447" y="695"/>
                  </a:lnTo>
                  <a:lnTo>
                    <a:pt x="447" y="693"/>
                  </a:lnTo>
                  <a:lnTo>
                    <a:pt x="449" y="691"/>
                  </a:lnTo>
                  <a:lnTo>
                    <a:pt x="449" y="689"/>
                  </a:lnTo>
                  <a:lnTo>
                    <a:pt x="449" y="689"/>
                  </a:lnTo>
                  <a:lnTo>
                    <a:pt x="453" y="683"/>
                  </a:lnTo>
                  <a:lnTo>
                    <a:pt x="453" y="681"/>
                  </a:lnTo>
                  <a:lnTo>
                    <a:pt x="453" y="681"/>
                  </a:lnTo>
                  <a:lnTo>
                    <a:pt x="453" y="679"/>
                  </a:lnTo>
                  <a:lnTo>
                    <a:pt x="455" y="679"/>
                  </a:lnTo>
                  <a:lnTo>
                    <a:pt x="455" y="677"/>
                  </a:lnTo>
                  <a:lnTo>
                    <a:pt x="455" y="675"/>
                  </a:lnTo>
                  <a:lnTo>
                    <a:pt x="453" y="673"/>
                  </a:lnTo>
                  <a:lnTo>
                    <a:pt x="453" y="673"/>
                  </a:lnTo>
                  <a:lnTo>
                    <a:pt x="455" y="671"/>
                  </a:lnTo>
                  <a:lnTo>
                    <a:pt x="455" y="669"/>
                  </a:lnTo>
                  <a:lnTo>
                    <a:pt x="455" y="669"/>
                  </a:lnTo>
                  <a:lnTo>
                    <a:pt x="455" y="667"/>
                  </a:lnTo>
                  <a:lnTo>
                    <a:pt x="457" y="665"/>
                  </a:lnTo>
                  <a:lnTo>
                    <a:pt x="457" y="665"/>
                  </a:lnTo>
                  <a:lnTo>
                    <a:pt x="455" y="664"/>
                  </a:lnTo>
                  <a:lnTo>
                    <a:pt x="455" y="664"/>
                  </a:lnTo>
                  <a:lnTo>
                    <a:pt x="457" y="662"/>
                  </a:lnTo>
                  <a:lnTo>
                    <a:pt x="457" y="660"/>
                  </a:lnTo>
                  <a:lnTo>
                    <a:pt x="459" y="660"/>
                  </a:lnTo>
                  <a:lnTo>
                    <a:pt x="459" y="658"/>
                  </a:lnTo>
                  <a:lnTo>
                    <a:pt x="459" y="658"/>
                  </a:lnTo>
                  <a:lnTo>
                    <a:pt x="459" y="658"/>
                  </a:lnTo>
                  <a:lnTo>
                    <a:pt x="459" y="656"/>
                  </a:lnTo>
                  <a:lnTo>
                    <a:pt x="459" y="656"/>
                  </a:lnTo>
                  <a:lnTo>
                    <a:pt x="459" y="656"/>
                  </a:lnTo>
                  <a:lnTo>
                    <a:pt x="459" y="654"/>
                  </a:lnTo>
                  <a:lnTo>
                    <a:pt x="459" y="654"/>
                  </a:lnTo>
                  <a:lnTo>
                    <a:pt x="459" y="652"/>
                  </a:lnTo>
                  <a:lnTo>
                    <a:pt x="457" y="650"/>
                  </a:lnTo>
                  <a:lnTo>
                    <a:pt x="459" y="650"/>
                  </a:lnTo>
                  <a:lnTo>
                    <a:pt x="459" y="648"/>
                  </a:lnTo>
                  <a:lnTo>
                    <a:pt x="459" y="644"/>
                  </a:lnTo>
                  <a:lnTo>
                    <a:pt x="459" y="640"/>
                  </a:lnTo>
                  <a:lnTo>
                    <a:pt x="461" y="640"/>
                  </a:lnTo>
                  <a:lnTo>
                    <a:pt x="461" y="638"/>
                  </a:lnTo>
                  <a:lnTo>
                    <a:pt x="463" y="638"/>
                  </a:lnTo>
                  <a:lnTo>
                    <a:pt x="467" y="640"/>
                  </a:lnTo>
                  <a:lnTo>
                    <a:pt x="467" y="640"/>
                  </a:lnTo>
                  <a:lnTo>
                    <a:pt x="467" y="640"/>
                  </a:lnTo>
                  <a:lnTo>
                    <a:pt x="470" y="642"/>
                  </a:lnTo>
                  <a:lnTo>
                    <a:pt x="472" y="640"/>
                  </a:lnTo>
                  <a:lnTo>
                    <a:pt x="476" y="638"/>
                  </a:lnTo>
                  <a:lnTo>
                    <a:pt x="480" y="634"/>
                  </a:lnTo>
                  <a:lnTo>
                    <a:pt x="480" y="634"/>
                  </a:lnTo>
                  <a:close/>
                  <a:moveTo>
                    <a:pt x="551" y="518"/>
                  </a:moveTo>
                  <a:lnTo>
                    <a:pt x="553" y="518"/>
                  </a:lnTo>
                  <a:lnTo>
                    <a:pt x="555" y="520"/>
                  </a:lnTo>
                  <a:lnTo>
                    <a:pt x="555" y="522"/>
                  </a:lnTo>
                  <a:lnTo>
                    <a:pt x="553" y="524"/>
                  </a:lnTo>
                  <a:lnTo>
                    <a:pt x="553" y="524"/>
                  </a:lnTo>
                  <a:lnTo>
                    <a:pt x="553" y="524"/>
                  </a:lnTo>
                  <a:lnTo>
                    <a:pt x="555" y="524"/>
                  </a:lnTo>
                  <a:lnTo>
                    <a:pt x="557" y="526"/>
                  </a:lnTo>
                  <a:lnTo>
                    <a:pt x="557" y="528"/>
                  </a:lnTo>
                  <a:lnTo>
                    <a:pt x="557" y="530"/>
                  </a:lnTo>
                  <a:lnTo>
                    <a:pt x="555" y="530"/>
                  </a:lnTo>
                  <a:lnTo>
                    <a:pt x="555" y="532"/>
                  </a:lnTo>
                  <a:lnTo>
                    <a:pt x="553" y="532"/>
                  </a:lnTo>
                  <a:lnTo>
                    <a:pt x="549" y="534"/>
                  </a:lnTo>
                  <a:lnTo>
                    <a:pt x="547" y="536"/>
                  </a:lnTo>
                  <a:lnTo>
                    <a:pt x="545" y="536"/>
                  </a:lnTo>
                  <a:lnTo>
                    <a:pt x="543" y="542"/>
                  </a:lnTo>
                  <a:lnTo>
                    <a:pt x="543" y="544"/>
                  </a:lnTo>
                  <a:lnTo>
                    <a:pt x="539" y="546"/>
                  </a:lnTo>
                  <a:lnTo>
                    <a:pt x="535" y="548"/>
                  </a:lnTo>
                  <a:lnTo>
                    <a:pt x="533" y="552"/>
                  </a:lnTo>
                  <a:lnTo>
                    <a:pt x="531" y="557"/>
                  </a:lnTo>
                  <a:lnTo>
                    <a:pt x="531" y="561"/>
                  </a:lnTo>
                  <a:lnTo>
                    <a:pt x="529" y="565"/>
                  </a:lnTo>
                  <a:lnTo>
                    <a:pt x="529" y="569"/>
                  </a:lnTo>
                  <a:lnTo>
                    <a:pt x="529" y="569"/>
                  </a:lnTo>
                  <a:lnTo>
                    <a:pt x="527" y="573"/>
                  </a:lnTo>
                  <a:lnTo>
                    <a:pt x="525" y="573"/>
                  </a:lnTo>
                  <a:lnTo>
                    <a:pt x="523" y="575"/>
                  </a:lnTo>
                  <a:lnTo>
                    <a:pt x="521" y="575"/>
                  </a:lnTo>
                  <a:lnTo>
                    <a:pt x="521" y="575"/>
                  </a:lnTo>
                  <a:lnTo>
                    <a:pt x="521" y="577"/>
                  </a:lnTo>
                  <a:lnTo>
                    <a:pt x="521" y="577"/>
                  </a:lnTo>
                  <a:lnTo>
                    <a:pt x="519" y="577"/>
                  </a:lnTo>
                  <a:lnTo>
                    <a:pt x="518" y="575"/>
                  </a:lnTo>
                  <a:lnTo>
                    <a:pt x="516" y="575"/>
                  </a:lnTo>
                  <a:lnTo>
                    <a:pt x="514" y="577"/>
                  </a:lnTo>
                  <a:lnTo>
                    <a:pt x="514" y="579"/>
                  </a:lnTo>
                  <a:lnTo>
                    <a:pt x="514" y="579"/>
                  </a:lnTo>
                  <a:lnTo>
                    <a:pt x="516" y="581"/>
                  </a:lnTo>
                  <a:lnTo>
                    <a:pt x="516" y="581"/>
                  </a:lnTo>
                  <a:lnTo>
                    <a:pt x="518" y="583"/>
                  </a:lnTo>
                  <a:lnTo>
                    <a:pt x="516" y="583"/>
                  </a:lnTo>
                  <a:lnTo>
                    <a:pt x="516" y="583"/>
                  </a:lnTo>
                  <a:lnTo>
                    <a:pt x="516" y="587"/>
                  </a:lnTo>
                  <a:lnTo>
                    <a:pt x="516" y="587"/>
                  </a:lnTo>
                  <a:lnTo>
                    <a:pt x="516" y="589"/>
                  </a:lnTo>
                  <a:lnTo>
                    <a:pt x="516" y="589"/>
                  </a:lnTo>
                  <a:lnTo>
                    <a:pt x="514" y="595"/>
                  </a:lnTo>
                  <a:lnTo>
                    <a:pt x="510" y="599"/>
                  </a:lnTo>
                  <a:lnTo>
                    <a:pt x="510" y="603"/>
                  </a:lnTo>
                  <a:lnTo>
                    <a:pt x="508" y="607"/>
                  </a:lnTo>
                  <a:lnTo>
                    <a:pt x="508" y="607"/>
                  </a:lnTo>
                  <a:lnTo>
                    <a:pt x="508" y="612"/>
                  </a:lnTo>
                  <a:lnTo>
                    <a:pt x="504" y="614"/>
                  </a:lnTo>
                  <a:lnTo>
                    <a:pt x="502" y="614"/>
                  </a:lnTo>
                  <a:lnTo>
                    <a:pt x="500" y="618"/>
                  </a:lnTo>
                  <a:lnTo>
                    <a:pt x="500" y="622"/>
                  </a:lnTo>
                  <a:lnTo>
                    <a:pt x="500" y="624"/>
                  </a:lnTo>
                  <a:lnTo>
                    <a:pt x="500" y="626"/>
                  </a:lnTo>
                  <a:lnTo>
                    <a:pt x="500" y="626"/>
                  </a:lnTo>
                  <a:lnTo>
                    <a:pt x="500" y="628"/>
                  </a:lnTo>
                  <a:lnTo>
                    <a:pt x="498" y="628"/>
                  </a:lnTo>
                  <a:lnTo>
                    <a:pt x="498" y="628"/>
                  </a:lnTo>
                  <a:lnTo>
                    <a:pt x="496" y="628"/>
                  </a:lnTo>
                  <a:lnTo>
                    <a:pt x="494" y="628"/>
                  </a:lnTo>
                  <a:lnTo>
                    <a:pt x="494" y="628"/>
                  </a:lnTo>
                  <a:lnTo>
                    <a:pt x="494" y="626"/>
                  </a:lnTo>
                  <a:lnTo>
                    <a:pt x="494" y="626"/>
                  </a:lnTo>
                  <a:lnTo>
                    <a:pt x="494" y="624"/>
                  </a:lnTo>
                  <a:lnTo>
                    <a:pt x="494" y="622"/>
                  </a:lnTo>
                  <a:lnTo>
                    <a:pt x="496" y="620"/>
                  </a:lnTo>
                  <a:lnTo>
                    <a:pt x="496" y="620"/>
                  </a:lnTo>
                  <a:lnTo>
                    <a:pt x="494" y="618"/>
                  </a:lnTo>
                  <a:lnTo>
                    <a:pt x="494" y="618"/>
                  </a:lnTo>
                  <a:lnTo>
                    <a:pt x="492" y="616"/>
                  </a:lnTo>
                  <a:lnTo>
                    <a:pt x="492" y="616"/>
                  </a:lnTo>
                  <a:lnTo>
                    <a:pt x="494" y="614"/>
                  </a:lnTo>
                  <a:lnTo>
                    <a:pt x="494" y="616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8" y="618"/>
                  </a:lnTo>
                  <a:lnTo>
                    <a:pt x="498" y="616"/>
                  </a:lnTo>
                  <a:lnTo>
                    <a:pt x="498" y="614"/>
                  </a:lnTo>
                  <a:lnTo>
                    <a:pt x="498" y="614"/>
                  </a:lnTo>
                  <a:lnTo>
                    <a:pt x="496" y="612"/>
                  </a:lnTo>
                  <a:lnTo>
                    <a:pt x="494" y="612"/>
                  </a:lnTo>
                  <a:lnTo>
                    <a:pt x="496" y="610"/>
                  </a:lnTo>
                  <a:lnTo>
                    <a:pt x="498" y="610"/>
                  </a:lnTo>
                  <a:lnTo>
                    <a:pt x="500" y="610"/>
                  </a:lnTo>
                  <a:lnTo>
                    <a:pt x="502" y="610"/>
                  </a:lnTo>
                  <a:lnTo>
                    <a:pt x="502" y="609"/>
                  </a:lnTo>
                  <a:lnTo>
                    <a:pt x="502" y="605"/>
                  </a:lnTo>
                  <a:lnTo>
                    <a:pt x="502" y="603"/>
                  </a:lnTo>
                  <a:lnTo>
                    <a:pt x="502" y="601"/>
                  </a:lnTo>
                  <a:lnTo>
                    <a:pt x="498" y="601"/>
                  </a:lnTo>
                  <a:lnTo>
                    <a:pt x="496" y="603"/>
                  </a:lnTo>
                  <a:lnTo>
                    <a:pt x="494" y="601"/>
                  </a:lnTo>
                  <a:lnTo>
                    <a:pt x="494" y="599"/>
                  </a:lnTo>
                  <a:lnTo>
                    <a:pt x="496" y="597"/>
                  </a:lnTo>
                  <a:lnTo>
                    <a:pt x="498" y="599"/>
                  </a:lnTo>
                  <a:lnTo>
                    <a:pt x="500" y="599"/>
                  </a:lnTo>
                  <a:lnTo>
                    <a:pt x="502" y="597"/>
                  </a:lnTo>
                  <a:lnTo>
                    <a:pt x="500" y="595"/>
                  </a:lnTo>
                  <a:lnTo>
                    <a:pt x="500" y="593"/>
                  </a:lnTo>
                  <a:lnTo>
                    <a:pt x="504" y="589"/>
                  </a:lnTo>
                  <a:lnTo>
                    <a:pt x="506" y="585"/>
                  </a:lnTo>
                  <a:lnTo>
                    <a:pt x="506" y="583"/>
                  </a:lnTo>
                  <a:lnTo>
                    <a:pt x="506" y="583"/>
                  </a:lnTo>
                  <a:lnTo>
                    <a:pt x="508" y="581"/>
                  </a:lnTo>
                  <a:lnTo>
                    <a:pt x="508" y="579"/>
                  </a:lnTo>
                  <a:lnTo>
                    <a:pt x="506" y="577"/>
                  </a:lnTo>
                  <a:lnTo>
                    <a:pt x="506" y="575"/>
                  </a:lnTo>
                  <a:lnTo>
                    <a:pt x="506" y="575"/>
                  </a:lnTo>
                  <a:lnTo>
                    <a:pt x="506" y="575"/>
                  </a:lnTo>
                  <a:lnTo>
                    <a:pt x="506" y="575"/>
                  </a:lnTo>
                  <a:lnTo>
                    <a:pt x="506" y="573"/>
                  </a:lnTo>
                  <a:lnTo>
                    <a:pt x="506" y="573"/>
                  </a:lnTo>
                  <a:lnTo>
                    <a:pt x="506" y="573"/>
                  </a:lnTo>
                  <a:lnTo>
                    <a:pt x="508" y="573"/>
                  </a:lnTo>
                  <a:lnTo>
                    <a:pt x="508" y="573"/>
                  </a:lnTo>
                  <a:lnTo>
                    <a:pt x="510" y="573"/>
                  </a:lnTo>
                  <a:lnTo>
                    <a:pt x="512" y="573"/>
                  </a:lnTo>
                  <a:lnTo>
                    <a:pt x="512" y="571"/>
                  </a:lnTo>
                  <a:lnTo>
                    <a:pt x="512" y="569"/>
                  </a:lnTo>
                  <a:lnTo>
                    <a:pt x="514" y="563"/>
                  </a:lnTo>
                  <a:lnTo>
                    <a:pt x="514" y="561"/>
                  </a:lnTo>
                  <a:lnTo>
                    <a:pt x="514" y="561"/>
                  </a:lnTo>
                  <a:lnTo>
                    <a:pt x="518" y="557"/>
                  </a:lnTo>
                  <a:lnTo>
                    <a:pt x="518" y="556"/>
                  </a:lnTo>
                  <a:lnTo>
                    <a:pt x="518" y="556"/>
                  </a:lnTo>
                  <a:lnTo>
                    <a:pt x="518" y="556"/>
                  </a:lnTo>
                  <a:lnTo>
                    <a:pt x="516" y="556"/>
                  </a:lnTo>
                  <a:lnTo>
                    <a:pt x="516" y="554"/>
                  </a:lnTo>
                  <a:lnTo>
                    <a:pt x="516" y="552"/>
                  </a:lnTo>
                  <a:lnTo>
                    <a:pt x="514" y="552"/>
                  </a:lnTo>
                  <a:lnTo>
                    <a:pt x="514" y="550"/>
                  </a:lnTo>
                  <a:lnTo>
                    <a:pt x="514" y="550"/>
                  </a:lnTo>
                  <a:lnTo>
                    <a:pt x="512" y="548"/>
                  </a:lnTo>
                  <a:lnTo>
                    <a:pt x="514" y="546"/>
                  </a:lnTo>
                  <a:lnTo>
                    <a:pt x="514" y="544"/>
                  </a:lnTo>
                  <a:lnTo>
                    <a:pt x="514" y="542"/>
                  </a:lnTo>
                  <a:lnTo>
                    <a:pt x="514" y="542"/>
                  </a:lnTo>
                  <a:lnTo>
                    <a:pt x="516" y="542"/>
                  </a:lnTo>
                  <a:lnTo>
                    <a:pt x="516" y="544"/>
                  </a:lnTo>
                  <a:lnTo>
                    <a:pt x="518" y="544"/>
                  </a:lnTo>
                  <a:lnTo>
                    <a:pt x="518" y="546"/>
                  </a:lnTo>
                  <a:lnTo>
                    <a:pt x="519" y="548"/>
                  </a:lnTo>
                  <a:lnTo>
                    <a:pt x="519" y="548"/>
                  </a:lnTo>
                  <a:lnTo>
                    <a:pt x="521" y="548"/>
                  </a:lnTo>
                  <a:lnTo>
                    <a:pt x="521" y="550"/>
                  </a:lnTo>
                  <a:lnTo>
                    <a:pt x="521" y="550"/>
                  </a:lnTo>
                  <a:lnTo>
                    <a:pt x="521" y="550"/>
                  </a:lnTo>
                  <a:lnTo>
                    <a:pt x="523" y="552"/>
                  </a:lnTo>
                  <a:lnTo>
                    <a:pt x="523" y="552"/>
                  </a:lnTo>
                  <a:lnTo>
                    <a:pt x="525" y="552"/>
                  </a:lnTo>
                  <a:lnTo>
                    <a:pt x="535" y="544"/>
                  </a:lnTo>
                  <a:lnTo>
                    <a:pt x="537" y="542"/>
                  </a:lnTo>
                  <a:lnTo>
                    <a:pt x="537" y="538"/>
                  </a:lnTo>
                  <a:lnTo>
                    <a:pt x="539" y="536"/>
                  </a:lnTo>
                  <a:lnTo>
                    <a:pt x="539" y="536"/>
                  </a:lnTo>
                  <a:lnTo>
                    <a:pt x="539" y="534"/>
                  </a:lnTo>
                  <a:lnTo>
                    <a:pt x="539" y="532"/>
                  </a:lnTo>
                  <a:lnTo>
                    <a:pt x="539" y="532"/>
                  </a:lnTo>
                  <a:lnTo>
                    <a:pt x="541" y="530"/>
                  </a:lnTo>
                  <a:lnTo>
                    <a:pt x="541" y="528"/>
                  </a:lnTo>
                  <a:lnTo>
                    <a:pt x="541" y="528"/>
                  </a:lnTo>
                  <a:lnTo>
                    <a:pt x="541" y="526"/>
                  </a:lnTo>
                  <a:lnTo>
                    <a:pt x="541" y="526"/>
                  </a:lnTo>
                  <a:lnTo>
                    <a:pt x="543" y="526"/>
                  </a:lnTo>
                  <a:lnTo>
                    <a:pt x="543" y="526"/>
                  </a:lnTo>
                  <a:lnTo>
                    <a:pt x="543" y="524"/>
                  </a:lnTo>
                  <a:lnTo>
                    <a:pt x="543" y="524"/>
                  </a:lnTo>
                  <a:lnTo>
                    <a:pt x="543" y="522"/>
                  </a:lnTo>
                  <a:lnTo>
                    <a:pt x="543" y="522"/>
                  </a:lnTo>
                  <a:lnTo>
                    <a:pt x="543" y="522"/>
                  </a:lnTo>
                  <a:lnTo>
                    <a:pt x="547" y="518"/>
                  </a:lnTo>
                  <a:lnTo>
                    <a:pt x="549" y="518"/>
                  </a:lnTo>
                  <a:lnTo>
                    <a:pt x="551" y="518"/>
                  </a:lnTo>
                  <a:close/>
                  <a:moveTo>
                    <a:pt x="608" y="434"/>
                  </a:moveTo>
                  <a:lnTo>
                    <a:pt x="606" y="438"/>
                  </a:lnTo>
                  <a:lnTo>
                    <a:pt x="606" y="440"/>
                  </a:lnTo>
                  <a:lnTo>
                    <a:pt x="604" y="442"/>
                  </a:lnTo>
                  <a:lnTo>
                    <a:pt x="604" y="446"/>
                  </a:lnTo>
                  <a:lnTo>
                    <a:pt x="602" y="448"/>
                  </a:lnTo>
                  <a:lnTo>
                    <a:pt x="602" y="449"/>
                  </a:lnTo>
                  <a:lnTo>
                    <a:pt x="600" y="451"/>
                  </a:lnTo>
                  <a:lnTo>
                    <a:pt x="598" y="453"/>
                  </a:lnTo>
                  <a:lnTo>
                    <a:pt x="600" y="455"/>
                  </a:lnTo>
                  <a:lnTo>
                    <a:pt x="598" y="457"/>
                  </a:lnTo>
                  <a:lnTo>
                    <a:pt x="598" y="459"/>
                  </a:lnTo>
                  <a:lnTo>
                    <a:pt x="600" y="461"/>
                  </a:lnTo>
                  <a:lnTo>
                    <a:pt x="600" y="461"/>
                  </a:lnTo>
                  <a:lnTo>
                    <a:pt x="598" y="461"/>
                  </a:lnTo>
                  <a:lnTo>
                    <a:pt x="598" y="463"/>
                  </a:lnTo>
                  <a:lnTo>
                    <a:pt x="598" y="463"/>
                  </a:lnTo>
                  <a:lnTo>
                    <a:pt x="598" y="465"/>
                  </a:lnTo>
                  <a:lnTo>
                    <a:pt x="598" y="467"/>
                  </a:lnTo>
                  <a:lnTo>
                    <a:pt x="596" y="469"/>
                  </a:lnTo>
                  <a:lnTo>
                    <a:pt x="596" y="471"/>
                  </a:lnTo>
                  <a:lnTo>
                    <a:pt x="594" y="473"/>
                  </a:lnTo>
                  <a:lnTo>
                    <a:pt x="594" y="473"/>
                  </a:lnTo>
                  <a:lnTo>
                    <a:pt x="592" y="473"/>
                  </a:lnTo>
                  <a:lnTo>
                    <a:pt x="592" y="475"/>
                  </a:lnTo>
                  <a:lnTo>
                    <a:pt x="592" y="475"/>
                  </a:lnTo>
                  <a:lnTo>
                    <a:pt x="590" y="477"/>
                  </a:lnTo>
                  <a:lnTo>
                    <a:pt x="590" y="479"/>
                  </a:lnTo>
                  <a:lnTo>
                    <a:pt x="588" y="487"/>
                  </a:lnTo>
                  <a:lnTo>
                    <a:pt x="586" y="489"/>
                  </a:lnTo>
                  <a:lnTo>
                    <a:pt x="584" y="493"/>
                  </a:lnTo>
                  <a:lnTo>
                    <a:pt x="584" y="495"/>
                  </a:lnTo>
                  <a:lnTo>
                    <a:pt x="582" y="493"/>
                  </a:lnTo>
                  <a:lnTo>
                    <a:pt x="582" y="493"/>
                  </a:lnTo>
                  <a:lnTo>
                    <a:pt x="582" y="495"/>
                  </a:lnTo>
                  <a:lnTo>
                    <a:pt x="582" y="495"/>
                  </a:lnTo>
                  <a:lnTo>
                    <a:pt x="582" y="495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0" y="499"/>
                  </a:lnTo>
                  <a:lnTo>
                    <a:pt x="576" y="499"/>
                  </a:lnTo>
                  <a:lnTo>
                    <a:pt x="576" y="499"/>
                  </a:lnTo>
                  <a:lnTo>
                    <a:pt x="576" y="499"/>
                  </a:lnTo>
                  <a:lnTo>
                    <a:pt x="576" y="497"/>
                  </a:lnTo>
                  <a:lnTo>
                    <a:pt x="576" y="493"/>
                  </a:lnTo>
                  <a:lnTo>
                    <a:pt x="578" y="493"/>
                  </a:lnTo>
                  <a:lnTo>
                    <a:pt x="578" y="491"/>
                  </a:lnTo>
                  <a:lnTo>
                    <a:pt x="578" y="491"/>
                  </a:lnTo>
                  <a:lnTo>
                    <a:pt x="578" y="489"/>
                  </a:lnTo>
                  <a:lnTo>
                    <a:pt x="578" y="489"/>
                  </a:lnTo>
                  <a:lnTo>
                    <a:pt x="578" y="487"/>
                  </a:lnTo>
                  <a:lnTo>
                    <a:pt x="578" y="485"/>
                  </a:lnTo>
                  <a:lnTo>
                    <a:pt x="578" y="485"/>
                  </a:lnTo>
                  <a:lnTo>
                    <a:pt x="578" y="483"/>
                  </a:lnTo>
                  <a:lnTo>
                    <a:pt x="578" y="483"/>
                  </a:lnTo>
                  <a:lnTo>
                    <a:pt x="578" y="483"/>
                  </a:lnTo>
                  <a:lnTo>
                    <a:pt x="578" y="483"/>
                  </a:lnTo>
                  <a:lnTo>
                    <a:pt x="578" y="481"/>
                  </a:lnTo>
                  <a:lnTo>
                    <a:pt x="578" y="479"/>
                  </a:lnTo>
                  <a:lnTo>
                    <a:pt x="578" y="477"/>
                  </a:lnTo>
                  <a:lnTo>
                    <a:pt x="580" y="477"/>
                  </a:lnTo>
                  <a:lnTo>
                    <a:pt x="582" y="475"/>
                  </a:lnTo>
                  <a:lnTo>
                    <a:pt x="584" y="473"/>
                  </a:lnTo>
                  <a:lnTo>
                    <a:pt x="584" y="469"/>
                  </a:lnTo>
                  <a:lnTo>
                    <a:pt x="584" y="465"/>
                  </a:lnTo>
                  <a:lnTo>
                    <a:pt x="586" y="463"/>
                  </a:lnTo>
                  <a:lnTo>
                    <a:pt x="588" y="455"/>
                  </a:lnTo>
                  <a:lnTo>
                    <a:pt x="590" y="451"/>
                  </a:lnTo>
                  <a:lnTo>
                    <a:pt x="590" y="451"/>
                  </a:lnTo>
                  <a:lnTo>
                    <a:pt x="592" y="451"/>
                  </a:lnTo>
                  <a:lnTo>
                    <a:pt x="592" y="451"/>
                  </a:lnTo>
                  <a:lnTo>
                    <a:pt x="594" y="449"/>
                  </a:lnTo>
                  <a:lnTo>
                    <a:pt x="594" y="449"/>
                  </a:lnTo>
                  <a:lnTo>
                    <a:pt x="594" y="448"/>
                  </a:lnTo>
                  <a:lnTo>
                    <a:pt x="594" y="448"/>
                  </a:lnTo>
                  <a:lnTo>
                    <a:pt x="592" y="446"/>
                  </a:lnTo>
                  <a:lnTo>
                    <a:pt x="592" y="444"/>
                  </a:lnTo>
                  <a:lnTo>
                    <a:pt x="594" y="444"/>
                  </a:lnTo>
                  <a:lnTo>
                    <a:pt x="596" y="442"/>
                  </a:lnTo>
                  <a:lnTo>
                    <a:pt x="598" y="440"/>
                  </a:lnTo>
                  <a:lnTo>
                    <a:pt x="600" y="438"/>
                  </a:lnTo>
                  <a:lnTo>
                    <a:pt x="604" y="436"/>
                  </a:lnTo>
                  <a:lnTo>
                    <a:pt x="608" y="434"/>
                  </a:lnTo>
                  <a:close/>
                  <a:moveTo>
                    <a:pt x="610" y="412"/>
                  </a:moveTo>
                  <a:lnTo>
                    <a:pt x="610" y="412"/>
                  </a:lnTo>
                  <a:lnTo>
                    <a:pt x="612" y="412"/>
                  </a:lnTo>
                  <a:lnTo>
                    <a:pt x="612" y="412"/>
                  </a:lnTo>
                  <a:lnTo>
                    <a:pt x="612" y="412"/>
                  </a:lnTo>
                  <a:lnTo>
                    <a:pt x="614" y="414"/>
                  </a:lnTo>
                  <a:lnTo>
                    <a:pt x="612" y="414"/>
                  </a:lnTo>
                  <a:lnTo>
                    <a:pt x="612" y="414"/>
                  </a:lnTo>
                  <a:lnTo>
                    <a:pt x="610" y="414"/>
                  </a:lnTo>
                  <a:lnTo>
                    <a:pt x="610" y="414"/>
                  </a:lnTo>
                  <a:lnTo>
                    <a:pt x="610" y="412"/>
                  </a:lnTo>
                  <a:lnTo>
                    <a:pt x="610" y="412"/>
                  </a:lnTo>
                  <a:lnTo>
                    <a:pt x="610" y="412"/>
                  </a:lnTo>
                  <a:close/>
                  <a:moveTo>
                    <a:pt x="653" y="336"/>
                  </a:moveTo>
                  <a:lnTo>
                    <a:pt x="653" y="336"/>
                  </a:lnTo>
                  <a:lnTo>
                    <a:pt x="651" y="343"/>
                  </a:lnTo>
                  <a:lnTo>
                    <a:pt x="651" y="343"/>
                  </a:lnTo>
                  <a:lnTo>
                    <a:pt x="651" y="347"/>
                  </a:lnTo>
                  <a:lnTo>
                    <a:pt x="651" y="347"/>
                  </a:lnTo>
                  <a:lnTo>
                    <a:pt x="651" y="351"/>
                  </a:lnTo>
                  <a:lnTo>
                    <a:pt x="649" y="351"/>
                  </a:lnTo>
                  <a:lnTo>
                    <a:pt x="651" y="353"/>
                  </a:lnTo>
                  <a:lnTo>
                    <a:pt x="651" y="353"/>
                  </a:lnTo>
                  <a:lnTo>
                    <a:pt x="649" y="353"/>
                  </a:lnTo>
                  <a:lnTo>
                    <a:pt x="649" y="355"/>
                  </a:lnTo>
                  <a:lnTo>
                    <a:pt x="649" y="357"/>
                  </a:lnTo>
                  <a:lnTo>
                    <a:pt x="649" y="359"/>
                  </a:lnTo>
                  <a:lnTo>
                    <a:pt x="649" y="359"/>
                  </a:lnTo>
                  <a:lnTo>
                    <a:pt x="647" y="361"/>
                  </a:lnTo>
                  <a:lnTo>
                    <a:pt x="647" y="363"/>
                  </a:lnTo>
                  <a:lnTo>
                    <a:pt x="647" y="365"/>
                  </a:lnTo>
                  <a:lnTo>
                    <a:pt x="647" y="365"/>
                  </a:lnTo>
                  <a:lnTo>
                    <a:pt x="645" y="369"/>
                  </a:lnTo>
                  <a:lnTo>
                    <a:pt x="645" y="371"/>
                  </a:lnTo>
                  <a:lnTo>
                    <a:pt x="643" y="371"/>
                  </a:lnTo>
                  <a:lnTo>
                    <a:pt x="641" y="371"/>
                  </a:lnTo>
                  <a:lnTo>
                    <a:pt x="641" y="371"/>
                  </a:lnTo>
                  <a:lnTo>
                    <a:pt x="639" y="371"/>
                  </a:lnTo>
                  <a:lnTo>
                    <a:pt x="639" y="371"/>
                  </a:lnTo>
                  <a:lnTo>
                    <a:pt x="639" y="369"/>
                  </a:lnTo>
                  <a:lnTo>
                    <a:pt x="639" y="369"/>
                  </a:lnTo>
                  <a:lnTo>
                    <a:pt x="639" y="369"/>
                  </a:lnTo>
                  <a:lnTo>
                    <a:pt x="637" y="367"/>
                  </a:lnTo>
                  <a:lnTo>
                    <a:pt x="639" y="367"/>
                  </a:lnTo>
                  <a:lnTo>
                    <a:pt x="643" y="365"/>
                  </a:lnTo>
                  <a:lnTo>
                    <a:pt x="645" y="363"/>
                  </a:lnTo>
                  <a:lnTo>
                    <a:pt x="645" y="357"/>
                  </a:lnTo>
                  <a:lnTo>
                    <a:pt x="645" y="355"/>
                  </a:lnTo>
                  <a:lnTo>
                    <a:pt x="647" y="349"/>
                  </a:lnTo>
                  <a:lnTo>
                    <a:pt x="647" y="340"/>
                  </a:lnTo>
                  <a:lnTo>
                    <a:pt x="649" y="336"/>
                  </a:lnTo>
                  <a:lnTo>
                    <a:pt x="649" y="336"/>
                  </a:lnTo>
                  <a:lnTo>
                    <a:pt x="649" y="336"/>
                  </a:lnTo>
                  <a:lnTo>
                    <a:pt x="649" y="338"/>
                  </a:lnTo>
                  <a:lnTo>
                    <a:pt x="649" y="338"/>
                  </a:lnTo>
                  <a:lnTo>
                    <a:pt x="649" y="340"/>
                  </a:lnTo>
                  <a:lnTo>
                    <a:pt x="651" y="340"/>
                  </a:lnTo>
                  <a:lnTo>
                    <a:pt x="651" y="338"/>
                  </a:lnTo>
                  <a:lnTo>
                    <a:pt x="651" y="336"/>
                  </a:lnTo>
                  <a:lnTo>
                    <a:pt x="653" y="336"/>
                  </a:lnTo>
                  <a:close/>
                  <a:moveTo>
                    <a:pt x="655" y="316"/>
                  </a:moveTo>
                  <a:lnTo>
                    <a:pt x="657" y="316"/>
                  </a:lnTo>
                  <a:lnTo>
                    <a:pt x="657" y="318"/>
                  </a:lnTo>
                  <a:lnTo>
                    <a:pt x="659" y="318"/>
                  </a:lnTo>
                  <a:lnTo>
                    <a:pt x="659" y="320"/>
                  </a:lnTo>
                  <a:lnTo>
                    <a:pt x="657" y="322"/>
                  </a:lnTo>
                  <a:lnTo>
                    <a:pt x="653" y="322"/>
                  </a:lnTo>
                  <a:lnTo>
                    <a:pt x="653" y="320"/>
                  </a:lnTo>
                  <a:lnTo>
                    <a:pt x="651" y="318"/>
                  </a:lnTo>
                  <a:lnTo>
                    <a:pt x="651" y="318"/>
                  </a:lnTo>
                  <a:lnTo>
                    <a:pt x="653" y="316"/>
                  </a:lnTo>
                  <a:lnTo>
                    <a:pt x="655" y="316"/>
                  </a:lnTo>
                  <a:close/>
                  <a:moveTo>
                    <a:pt x="665" y="277"/>
                  </a:moveTo>
                  <a:lnTo>
                    <a:pt x="665" y="277"/>
                  </a:lnTo>
                  <a:lnTo>
                    <a:pt x="667" y="277"/>
                  </a:lnTo>
                  <a:lnTo>
                    <a:pt x="667" y="279"/>
                  </a:lnTo>
                  <a:lnTo>
                    <a:pt x="667" y="279"/>
                  </a:lnTo>
                  <a:lnTo>
                    <a:pt x="669" y="281"/>
                  </a:lnTo>
                  <a:lnTo>
                    <a:pt x="667" y="283"/>
                  </a:lnTo>
                  <a:lnTo>
                    <a:pt x="667" y="283"/>
                  </a:lnTo>
                  <a:lnTo>
                    <a:pt x="667" y="285"/>
                  </a:lnTo>
                  <a:lnTo>
                    <a:pt x="665" y="285"/>
                  </a:lnTo>
                  <a:lnTo>
                    <a:pt x="665" y="285"/>
                  </a:lnTo>
                  <a:lnTo>
                    <a:pt x="665" y="285"/>
                  </a:lnTo>
                  <a:lnTo>
                    <a:pt x="665" y="285"/>
                  </a:lnTo>
                  <a:lnTo>
                    <a:pt x="663" y="283"/>
                  </a:lnTo>
                  <a:lnTo>
                    <a:pt x="663" y="281"/>
                  </a:lnTo>
                  <a:lnTo>
                    <a:pt x="663" y="281"/>
                  </a:lnTo>
                  <a:lnTo>
                    <a:pt x="663" y="279"/>
                  </a:lnTo>
                  <a:lnTo>
                    <a:pt x="663" y="277"/>
                  </a:lnTo>
                  <a:lnTo>
                    <a:pt x="665" y="277"/>
                  </a:lnTo>
                  <a:close/>
                  <a:moveTo>
                    <a:pt x="661" y="251"/>
                  </a:moveTo>
                  <a:lnTo>
                    <a:pt x="663" y="251"/>
                  </a:lnTo>
                  <a:lnTo>
                    <a:pt x="663" y="251"/>
                  </a:lnTo>
                  <a:lnTo>
                    <a:pt x="665" y="253"/>
                  </a:lnTo>
                  <a:lnTo>
                    <a:pt x="667" y="253"/>
                  </a:lnTo>
                  <a:lnTo>
                    <a:pt x="667" y="255"/>
                  </a:lnTo>
                  <a:lnTo>
                    <a:pt x="667" y="255"/>
                  </a:lnTo>
                  <a:lnTo>
                    <a:pt x="667" y="257"/>
                  </a:lnTo>
                  <a:lnTo>
                    <a:pt x="665" y="257"/>
                  </a:lnTo>
                  <a:lnTo>
                    <a:pt x="665" y="257"/>
                  </a:lnTo>
                  <a:lnTo>
                    <a:pt x="663" y="257"/>
                  </a:lnTo>
                  <a:lnTo>
                    <a:pt x="661" y="255"/>
                  </a:lnTo>
                  <a:lnTo>
                    <a:pt x="659" y="255"/>
                  </a:lnTo>
                  <a:lnTo>
                    <a:pt x="659" y="253"/>
                  </a:lnTo>
                  <a:lnTo>
                    <a:pt x="661" y="251"/>
                  </a:lnTo>
                  <a:close/>
                  <a:moveTo>
                    <a:pt x="665" y="180"/>
                  </a:moveTo>
                  <a:lnTo>
                    <a:pt x="667" y="180"/>
                  </a:lnTo>
                  <a:lnTo>
                    <a:pt x="667" y="180"/>
                  </a:lnTo>
                  <a:lnTo>
                    <a:pt x="667" y="180"/>
                  </a:lnTo>
                  <a:lnTo>
                    <a:pt x="667" y="182"/>
                  </a:lnTo>
                  <a:lnTo>
                    <a:pt x="667" y="182"/>
                  </a:lnTo>
                  <a:lnTo>
                    <a:pt x="665" y="182"/>
                  </a:lnTo>
                  <a:lnTo>
                    <a:pt x="665" y="184"/>
                  </a:lnTo>
                  <a:lnTo>
                    <a:pt x="663" y="184"/>
                  </a:lnTo>
                  <a:lnTo>
                    <a:pt x="663" y="184"/>
                  </a:lnTo>
                  <a:lnTo>
                    <a:pt x="663" y="182"/>
                  </a:lnTo>
                  <a:lnTo>
                    <a:pt x="663" y="182"/>
                  </a:lnTo>
                  <a:lnTo>
                    <a:pt x="661" y="182"/>
                  </a:lnTo>
                  <a:lnTo>
                    <a:pt x="661" y="180"/>
                  </a:lnTo>
                  <a:lnTo>
                    <a:pt x="663" y="180"/>
                  </a:lnTo>
                  <a:lnTo>
                    <a:pt x="665" y="180"/>
                  </a:lnTo>
                  <a:close/>
                  <a:moveTo>
                    <a:pt x="676" y="179"/>
                  </a:moveTo>
                  <a:lnTo>
                    <a:pt x="678" y="179"/>
                  </a:lnTo>
                  <a:lnTo>
                    <a:pt x="678" y="180"/>
                  </a:lnTo>
                  <a:lnTo>
                    <a:pt x="678" y="182"/>
                  </a:lnTo>
                  <a:lnTo>
                    <a:pt x="678" y="184"/>
                  </a:lnTo>
                  <a:lnTo>
                    <a:pt x="674" y="188"/>
                  </a:lnTo>
                  <a:lnTo>
                    <a:pt x="674" y="190"/>
                  </a:lnTo>
                  <a:lnTo>
                    <a:pt x="674" y="192"/>
                  </a:lnTo>
                  <a:lnTo>
                    <a:pt x="676" y="192"/>
                  </a:lnTo>
                  <a:lnTo>
                    <a:pt x="676" y="192"/>
                  </a:lnTo>
                  <a:lnTo>
                    <a:pt x="674" y="194"/>
                  </a:lnTo>
                  <a:lnTo>
                    <a:pt x="674" y="194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72" y="194"/>
                  </a:lnTo>
                  <a:lnTo>
                    <a:pt x="672" y="194"/>
                  </a:lnTo>
                  <a:lnTo>
                    <a:pt x="672" y="192"/>
                  </a:lnTo>
                  <a:lnTo>
                    <a:pt x="674" y="188"/>
                  </a:lnTo>
                  <a:lnTo>
                    <a:pt x="674" y="188"/>
                  </a:lnTo>
                  <a:lnTo>
                    <a:pt x="674" y="186"/>
                  </a:lnTo>
                  <a:lnTo>
                    <a:pt x="674" y="184"/>
                  </a:lnTo>
                  <a:lnTo>
                    <a:pt x="672" y="184"/>
                  </a:lnTo>
                  <a:lnTo>
                    <a:pt x="672" y="182"/>
                  </a:lnTo>
                  <a:lnTo>
                    <a:pt x="674" y="182"/>
                  </a:lnTo>
                  <a:lnTo>
                    <a:pt x="672" y="180"/>
                  </a:lnTo>
                  <a:lnTo>
                    <a:pt x="674" y="180"/>
                  </a:lnTo>
                  <a:lnTo>
                    <a:pt x="674" y="179"/>
                  </a:lnTo>
                  <a:lnTo>
                    <a:pt x="676" y="179"/>
                  </a:lnTo>
                  <a:close/>
                  <a:moveTo>
                    <a:pt x="682" y="155"/>
                  </a:moveTo>
                  <a:lnTo>
                    <a:pt x="684" y="155"/>
                  </a:lnTo>
                  <a:lnTo>
                    <a:pt x="686" y="155"/>
                  </a:lnTo>
                  <a:lnTo>
                    <a:pt x="686" y="157"/>
                  </a:lnTo>
                  <a:lnTo>
                    <a:pt x="686" y="157"/>
                  </a:lnTo>
                  <a:lnTo>
                    <a:pt x="684" y="159"/>
                  </a:lnTo>
                  <a:lnTo>
                    <a:pt x="684" y="159"/>
                  </a:lnTo>
                  <a:lnTo>
                    <a:pt x="684" y="161"/>
                  </a:lnTo>
                  <a:lnTo>
                    <a:pt x="682" y="161"/>
                  </a:lnTo>
                  <a:lnTo>
                    <a:pt x="680" y="161"/>
                  </a:lnTo>
                  <a:lnTo>
                    <a:pt x="678" y="157"/>
                  </a:lnTo>
                  <a:lnTo>
                    <a:pt x="678" y="157"/>
                  </a:lnTo>
                  <a:lnTo>
                    <a:pt x="678" y="157"/>
                  </a:lnTo>
                  <a:lnTo>
                    <a:pt x="678" y="157"/>
                  </a:lnTo>
                  <a:lnTo>
                    <a:pt x="678" y="155"/>
                  </a:lnTo>
                  <a:lnTo>
                    <a:pt x="680" y="155"/>
                  </a:lnTo>
                  <a:lnTo>
                    <a:pt x="682" y="155"/>
                  </a:lnTo>
                  <a:lnTo>
                    <a:pt x="682" y="155"/>
                  </a:lnTo>
                  <a:close/>
                  <a:moveTo>
                    <a:pt x="680" y="116"/>
                  </a:moveTo>
                  <a:lnTo>
                    <a:pt x="682" y="118"/>
                  </a:lnTo>
                  <a:lnTo>
                    <a:pt x="682" y="120"/>
                  </a:lnTo>
                  <a:lnTo>
                    <a:pt x="682" y="122"/>
                  </a:lnTo>
                  <a:lnTo>
                    <a:pt x="682" y="122"/>
                  </a:lnTo>
                  <a:lnTo>
                    <a:pt x="682" y="125"/>
                  </a:lnTo>
                  <a:lnTo>
                    <a:pt x="682" y="125"/>
                  </a:lnTo>
                  <a:lnTo>
                    <a:pt x="682" y="127"/>
                  </a:lnTo>
                  <a:lnTo>
                    <a:pt x="682" y="127"/>
                  </a:lnTo>
                  <a:lnTo>
                    <a:pt x="682" y="129"/>
                  </a:lnTo>
                  <a:lnTo>
                    <a:pt x="684" y="131"/>
                  </a:lnTo>
                  <a:lnTo>
                    <a:pt x="684" y="131"/>
                  </a:lnTo>
                  <a:lnTo>
                    <a:pt x="684" y="133"/>
                  </a:lnTo>
                  <a:lnTo>
                    <a:pt x="686" y="133"/>
                  </a:lnTo>
                  <a:lnTo>
                    <a:pt x="686" y="133"/>
                  </a:lnTo>
                  <a:lnTo>
                    <a:pt x="686" y="133"/>
                  </a:lnTo>
                  <a:lnTo>
                    <a:pt x="686" y="133"/>
                  </a:lnTo>
                  <a:lnTo>
                    <a:pt x="686" y="135"/>
                  </a:lnTo>
                  <a:lnTo>
                    <a:pt x="688" y="135"/>
                  </a:lnTo>
                  <a:lnTo>
                    <a:pt x="688" y="135"/>
                  </a:lnTo>
                  <a:lnTo>
                    <a:pt x="688" y="137"/>
                  </a:lnTo>
                  <a:lnTo>
                    <a:pt x="688" y="137"/>
                  </a:lnTo>
                  <a:lnTo>
                    <a:pt x="688" y="139"/>
                  </a:lnTo>
                  <a:lnTo>
                    <a:pt x="688" y="139"/>
                  </a:lnTo>
                  <a:lnTo>
                    <a:pt x="688" y="139"/>
                  </a:lnTo>
                  <a:lnTo>
                    <a:pt x="688" y="141"/>
                  </a:lnTo>
                  <a:lnTo>
                    <a:pt x="688" y="141"/>
                  </a:lnTo>
                  <a:lnTo>
                    <a:pt x="686" y="141"/>
                  </a:lnTo>
                  <a:lnTo>
                    <a:pt x="686" y="141"/>
                  </a:lnTo>
                  <a:lnTo>
                    <a:pt x="686" y="141"/>
                  </a:lnTo>
                  <a:lnTo>
                    <a:pt x="686" y="143"/>
                  </a:lnTo>
                  <a:lnTo>
                    <a:pt x="686" y="143"/>
                  </a:lnTo>
                  <a:lnTo>
                    <a:pt x="686" y="143"/>
                  </a:lnTo>
                  <a:lnTo>
                    <a:pt x="684" y="145"/>
                  </a:lnTo>
                  <a:lnTo>
                    <a:pt x="684" y="145"/>
                  </a:lnTo>
                  <a:lnTo>
                    <a:pt x="680" y="145"/>
                  </a:lnTo>
                  <a:lnTo>
                    <a:pt x="680" y="145"/>
                  </a:lnTo>
                  <a:lnTo>
                    <a:pt x="680" y="145"/>
                  </a:lnTo>
                  <a:lnTo>
                    <a:pt x="680" y="143"/>
                  </a:lnTo>
                  <a:lnTo>
                    <a:pt x="678" y="143"/>
                  </a:lnTo>
                  <a:lnTo>
                    <a:pt x="678" y="143"/>
                  </a:lnTo>
                  <a:lnTo>
                    <a:pt x="678" y="141"/>
                  </a:lnTo>
                  <a:lnTo>
                    <a:pt x="676" y="139"/>
                  </a:lnTo>
                  <a:lnTo>
                    <a:pt x="678" y="137"/>
                  </a:lnTo>
                  <a:lnTo>
                    <a:pt x="676" y="135"/>
                  </a:lnTo>
                  <a:lnTo>
                    <a:pt x="676" y="133"/>
                  </a:lnTo>
                  <a:lnTo>
                    <a:pt x="678" y="131"/>
                  </a:lnTo>
                  <a:lnTo>
                    <a:pt x="678" y="131"/>
                  </a:lnTo>
                  <a:lnTo>
                    <a:pt x="678" y="129"/>
                  </a:lnTo>
                  <a:lnTo>
                    <a:pt x="676" y="127"/>
                  </a:lnTo>
                  <a:lnTo>
                    <a:pt x="676" y="127"/>
                  </a:lnTo>
                  <a:lnTo>
                    <a:pt x="676" y="125"/>
                  </a:lnTo>
                  <a:lnTo>
                    <a:pt x="676" y="124"/>
                  </a:lnTo>
                  <a:lnTo>
                    <a:pt x="676" y="124"/>
                  </a:lnTo>
                  <a:lnTo>
                    <a:pt x="676" y="124"/>
                  </a:lnTo>
                  <a:lnTo>
                    <a:pt x="676" y="122"/>
                  </a:lnTo>
                  <a:lnTo>
                    <a:pt x="676" y="122"/>
                  </a:lnTo>
                  <a:lnTo>
                    <a:pt x="676" y="122"/>
                  </a:lnTo>
                  <a:lnTo>
                    <a:pt x="676" y="122"/>
                  </a:lnTo>
                  <a:lnTo>
                    <a:pt x="676" y="120"/>
                  </a:lnTo>
                  <a:lnTo>
                    <a:pt x="676" y="118"/>
                  </a:lnTo>
                  <a:lnTo>
                    <a:pt x="676" y="116"/>
                  </a:lnTo>
                  <a:lnTo>
                    <a:pt x="678" y="116"/>
                  </a:lnTo>
                  <a:lnTo>
                    <a:pt x="678" y="116"/>
                  </a:lnTo>
                  <a:lnTo>
                    <a:pt x="680" y="118"/>
                  </a:lnTo>
                  <a:lnTo>
                    <a:pt x="680" y="116"/>
                  </a:lnTo>
                  <a:close/>
                  <a:moveTo>
                    <a:pt x="657" y="114"/>
                  </a:moveTo>
                  <a:lnTo>
                    <a:pt x="659" y="116"/>
                  </a:lnTo>
                  <a:lnTo>
                    <a:pt x="659" y="118"/>
                  </a:lnTo>
                  <a:lnTo>
                    <a:pt x="659" y="120"/>
                  </a:lnTo>
                  <a:lnTo>
                    <a:pt x="659" y="120"/>
                  </a:lnTo>
                  <a:lnTo>
                    <a:pt x="657" y="120"/>
                  </a:lnTo>
                  <a:lnTo>
                    <a:pt x="655" y="120"/>
                  </a:lnTo>
                  <a:lnTo>
                    <a:pt x="655" y="120"/>
                  </a:lnTo>
                  <a:lnTo>
                    <a:pt x="653" y="118"/>
                  </a:lnTo>
                  <a:lnTo>
                    <a:pt x="653" y="118"/>
                  </a:lnTo>
                  <a:lnTo>
                    <a:pt x="653" y="116"/>
                  </a:lnTo>
                  <a:lnTo>
                    <a:pt x="655" y="116"/>
                  </a:lnTo>
                  <a:lnTo>
                    <a:pt x="655" y="114"/>
                  </a:lnTo>
                  <a:lnTo>
                    <a:pt x="657" y="114"/>
                  </a:lnTo>
                  <a:close/>
                  <a:moveTo>
                    <a:pt x="13" y="47"/>
                  </a:moveTo>
                  <a:lnTo>
                    <a:pt x="12" y="47"/>
                  </a:lnTo>
                  <a:lnTo>
                    <a:pt x="10" y="49"/>
                  </a:lnTo>
                  <a:lnTo>
                    <a:pt x="12" y="49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3" y="47"/>
                  </a:lnTo>
                  <a:close/>
                  <a:moveTo>
                    <a:pt x="13" y="37"/>
                  </a:moveTo>
                  <a:lnTo>
                    <a:pt x="15" y="37"/>
                  </a:lnTo>
                  <a:lnTo>
                    <a:pt x="15" y="37"/>
                  </a:lnTo>
                  <a:lnTo>
                    <a:pt x="17" y="39"/>
                  </a:lnTo>
                  <a:lnTo>
                    <a:pt x="17" y="39"/>
                  </a:lnTo>
                  <a:lnTo>
                    <a:pt x="17" y="41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21" y="43"/>
                  </a:lnTo>
                  <a:lnTo>
                    <a:pt x="23" y="45"/>
                  </a:lnTo>
                  <a:lnTo>
                    <a:pt x="27" y="47"/>
                  </a:lnTo>
                  <a:lnTo>
                    <a:pt x="31" y="51"/>
                  </a:lnTo>
                  <a:lnTo>
                    <a:pt x="35" y="53"/>
                  </a:lnTo>
                  <a:lnTo>
                    <a:pt x="35" y="53"/>
                  </a:lnTo>
                  <a:lnTo>
                    <a:pt x="37" y="55"/>
                  </a:lnTo>
                  <a:lnTo>
                    <a:pt x="37" y="57"/>
                  </a:lnTo>
                  <a:lnTo>
                    <a:pt x="37" y="59"/>
                  </a:lnTo>
                  <a:lnTo>
                    <a:pt x="37" y="61"/>
                  </a:lnTo>
                  <a:lnTo>
                    <a:pt x="37" y="65"/>
                  </a:lnTo>
                  <a:lnTo>
                    <a:pt x="37" y="65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7" y="72"/>
                  </a:lnTo>
                  <a:lnTo>
                    <a:pt x="39" y="72"/>
                  </a:lnTo>
                  <a:lnTo>
                    <a:pt x="41" y="72"/>
                  </a:lnTo>
                  <a:lnTo>
                    <a:pt x="41" y="74"/>
                  </a:lnTo>
                  <a:lnTo>
                    <a:pt x="41" y="76"/>
                  </a:lnTo>
                  <a:lnTo>
                    <a:pt x="43" y="76"/>
                  </a:lnTo>
                  <a:lnTo>
                    <a:pt x="45" y="80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3" y="78"/>
                  </a:lnTo>
                  <a:lnTo>
                    <a:pt x="41" y="74"/>
                  </a:lnTo>
                  <a:lnTo>
                    <a:pt x="39" y="76"/>
                  </a:lnTo>
                  <a:lnTo>
                    <a:pt x="39" y="76"/>
                  </a:lnTo>
                  <a:lnTo>
                    <a:pt x="41" y="78"/>
                  </a:lnTo>
                  <a:lnTo>
                    <a:pt x="41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7" y="86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1" y="88"/>
                  </a:lnTo>
                  <a:lnTo>
                    <a:pt x="51" y="88"/>
                  </a:lnTo>
                  <a:lnTo>
                    <a:pt x="49" y="88"/>
                  </a:lnTo>
                  <a:lnTo>
                    <a:pt x="51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53" y="94"/>
                  </a:lnTo>
                  <a:lnTo>
                    <a:pt x="55" y="94"/>
                  </a:lnTo>
                  <a:lnTo>
                    <a:pt x="55" y="94"/>
                  </a:lnTo>
                  <a:lnTo>
                    <a:pt x="55" y="94"/>
                  </a:lnTo>
                  <a:lnTo>
                    <a:pt x="57" y="92"/>
                  </a:lnTo>
                  <a:lnTo>
                    <a:pt x="57" y="92"/>
                  </a:lnTo>
                  <a:lnTo>
                    <a:pt x="57" y="92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59" y="96"/>
                  </a:lnTo>
                  <a:lnTo>
                    <a:pt x="59" y="96"/>
                  </a:lnTo>
                  <a:lnTo>
                    <a:pt x="61" y="96"/>
                  </a:lnTo>
                  <a:lnTo>
                    <a:pt x="61" y="98"/>
                  </a:lnTo>
                  <a:lnTo>
                    <a:pt x="59" y="98"/>
                  </a:lnTo>
                  <a:lnTo>
                    <a:pt x="59" y="98"/>
                  </a:lnTo>
                  <a:lnTo>
                    <a:pt x="59" y="98"/>
                  </a:lnTo>
                  <a:lnTo>
                    <a:pt x="59" y="98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3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6" y="104"/>
                  </a:lnTo>
                  <a:lnTo>
                    <a:pt x="72" y="110"/>
                  </a:lnTo>
                  <a:lnTo>
                    <a:pt x="72" y="112"/>
                  </a:lnTo>
                  <a:lnTo>
                    <a:pt x="76" y="116"/>
                  </a:lnTo>
                  <a:lnTo>
                    <a:pt x="76" y="116"/>
                  </a:lnTo>
                  <a:lnTo>
                    <a:pt x="78" y="122"/>
                  </a:lnTo>
                  <a:lnTo>
                    <a:pt x="80" y="122"/>
                  </a:lnTo>
                  <a:lnTo>
                    <a:pt x="80" y="124"/>
                  </a:lnTo>
                  <a:lnTo>
                    <a:pt x="82" y="125"/>
                  </a:lnTo>
                  <a:lnTo>
                    <a:pt x="82" y="127"/>
                  </a:lnTo>
                  <a:lnTo>
                    <a:pt x="84" y="131"/>
                  </a:lnTo>
                  <a:lnTo>
                    <a:pt x="86" y="131"/>
                  </a:lnTo>
                  <a:lnTo>
                    <a:pt x="86" y="133"/>
                  </a:lnTo>
                  <a:lnTo>
                    <a:pt x="88" y="135"/>
                  </a:lnTo>
                  <a:lnTo>
                    <a:pt x="88" y="137"/>
                  </a:lnTo>
                  <a:lnTo>
                    <a:pt x="88" y="139"/>
                  </a:lnTo>
                  <a:lnTo>
                    <a:pt x="90" y="141"/>
                  </a:lnTo>
                  <a:lnTo>
                    <a:pt x="90" y="143"/>
                  </a:lnTo>
                  <a:lnTo>
                    <a:pt x="92" y="147"/>
                  </a:lnTo>
                  <a:lnTo>
                    <a:pt x="94" y="153"/>
                  </a:lnTo>
                  <a:lnTo>
                    <a:pt x="94" y="155"/>
                  </a:lnTo>
                  <a:lnTo>
                    <a:pt x="94" y="155"/>
                  </a:lnTo>
                  <a:lnTo>
                    <a:pt x="98" y="163"/>
                  </a:lnTo>
                  <a:lnTo>
                    <a:pt x="98" y="165"/>
                  </a:lnTo>
                  <a:lnTo>
                    <a:pt x="98" y="169"/>
                  </a:lnTo>
                  <a:lnTo>
                    <a:pt x="98" y="171"/>
                  </a:lnTo>
                  <a:lnTo>
                    <a:pt x="98" y="173"/>
                  </a:lnTo>
                  <a:lnTo>
                    <a:pt x="96" y="175"/>
                  </a:lnTo>
                  <a:lnTo>
                    <a:pt x="96" y="173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9"/>
                  </a:lnTo>
                  <a:lnTo>
                    <a:pt x="94" y="167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96" y="165"/>
                  </a:lnTo>
                  <a:lnTo>
                    <a:pt x="96" y="165"/>
                  </a:lnTo>
                  <a:lnTo>
                    <a:pt x="94" y="165"/>
                  </a:lnTo>
                  <a:lnTo>
                    <a:pt x="94" y="163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4" y="155"/>
                  </a:lnTo>
                  <a:lnTo>
                    <a:pt x="94" y="155"/>
                  </a:lnTo>
                  <a:lnTo>
                    <a:pt x="92" y="155"/>
                  </a:lnTo>
                  <a:lnTo>
                    <a:pt x="92" y="155"/>
                  </a:lnTo>
                  <a:lnTo>
                    <a:pt x="92" y="155"/>
                  </a:lnTo>
                  <a:lnTo>
                    <a:pt x="92" y="157"/>
                  </a:lnTo>
                  <a:lnTo>
                    <a:pt x="92" y="157"/>
                  </a:lnTo>
                  <a:lnTo>
                    <a:pt x="92" y="157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59"/>
                  </a:lnTo>
                  <a:lnTo>
                    <a:pt x="92" y="161"/>
                  </a:lnTo>
                  <a:lnTo>
                    <a:pt x="92" y="161"/>
                  </a:lnTo>
                  <a:lnTo>
                    <a:pt x="92" y="165"/>
                  </a:lnTo>
                  <a:lnTo>
                    <a:pt x="92" y="169"/>
                  </a:lnTo>
                  <a:lnTo>
                    <a:pt x="94" y="171"/>
                  </a:lnTo>
                  <a:lnTo>
                    <a:pt x="94" y="173"/>
                  </a:lnTo>
                  <a:lnTo>
                    <a:pt x="94" y="175"/>
                  </a:lnTo>
                  <a:lnTo>
                    <a:pt x="94" y="177"/>
                  </a:lnTo>
                  <a:lnTo>
                    <a:pt x="94" y="177"/>
                  </a:lnTo>
                  <a:lnTo>
                    <a:pt x="96" y="177"/>
                  </a:lnTo>
                  <a:lnTo>
                    <a:pt x="96" y="175"/>
                  </a:lnTo>
                  <a:lnTo>
                    <a:pt x="96" y="175"/>
                  </a:lnTo>
                  <a:lnTo>
                    <a:pt x="96" y="177"/>
                  </a:lnTo>
                  <a:lnTo>
                    <a:pt x="96" y="177"/>
                  </a:lnTo>
                  <a:lnTo>
                    <a:pt x="98" y="179"/>
                  </a:lnTo>
                  <a:lnTo>
                    <a:pt x="98" y="179"/>
                  </a:lnTo>
                  <a:lnTo>
                    <a:pt x="98" y="179"/>
                  </a:lnTo>
                  <a:lnTo>
                    <a:pt x="98" y="180"/>
                  </a:lnTo>
                  <a:lnTo>
                    <a:pt x="98" y="180"/>
                  </a:lnTo>
                  <a:lnTo>
                    <a:pt x="100" y="184"/>
                  </a:lnTo>
                  <a:lnTo>
                    <a:pt x="102" y="190"/>
                  </a:lnTo>
                  <a:lnTo>
                    <a:pt x="102" y="190"/>
                  </a:lnTo>
                  <a:lnTo>
                    <a:pt x="100" y="190"/>
                  </a:lnTo>
                  <a:lnTo>
                    <a:pt x="100" y="190"/>
                  </a:lnTo>
                  <a:lnTo>
                    <a:pt x="100" y="190"/>
                  </a:lnTo>
                  <a:lnTo>
                    <a:pt x="100" y="190"/>
                  </a:lnTo>
                  <a:lnTo>
                    <a:pt x="100" y="192"/>
                  </a:lnTo>
                  <a:lnTo>
                    <a:pt x="100" y="192"/>
                  </a:lnTo>
                  <a:lnTo>
                    <a:pt x="100" y="192"/>
                  </a:lnTo>
                  <a:lnTo>
                    <a:pt x="102" y="194"/>
                  </a:lnTo>
                  <a:lnTo>
                    <a:pt x="102" y="194"/>
                  </a:lnTo>
                  <a:lnTo>
                    <a:pt x="102" y="194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4" y="198"/>
                  </a:lnTo>
                  <a:lnTo>
                    <a:pt x="104" y="198"/>
                  </a:lnTo>
                  <a:lnTo>
                    <a:pt x="104" y="198"/>
                  </a:lnTo>
                  <a:lnTo>
                    <a:pt x="106" y="200"/>
                  </a:lnTo>
                  <a:lnTo>
                    <a:pt x="106" y="200"/>
                  </a:lnTo>
                  <a:lnTo>
                    <a:pt x="106" y="202"/>
                  </a:lnTo>
                  <a:lnTo>
                    <a:pt x="106" y="202"/>
                  </a:lnTo>
                  <a:lnTo>
                    <a:pt x="106" y="202"/>
                  </a:lnTo>
                  <a:lnTo>
                    <a:pt x="108" y="204"/>
                  </a:lnTo>
                  <a:lnTo>
                    <a:pt x="108" y="204"/>
                  </a:lnTo>
                  <a:lnTo>
                    <a:pt x="108" y="206"/>
                  </a:lnTo>
                  <a:lnTo>
                    <a:pt x="108" y="206"/>
                  </a:lnTo>
                  <a:lnTo>
                    <a:pt x="110" y="206"/>
                  </a:lnTo>
                  <a:lnTo>
                    <a:pt x="110" y="208"/>
                  </a:lnTo>
                  <a:lnTo>
                    <a:pt x="110" y="208"/>
                  </a:lnTo>
                  <a:lnTo>
                    <a:pt x="112" y="208"/>
                  </a:lnTo>
                  <a:lnTo>
                    <a:pt x="112" y="208"/>
                  </a:lnTo>
                  <a:lnTo>
                    <a:pt x="112" y="208"/>
                  </a:lnTo>
                  <a:lnTo>
                    <a:pt x="112" y="206"/>
                  </a:lnTo>
                  <a:lnTo>
                    <a:pt x="112" y="206"/>
                  </a:lnTo>
                  <a:lnTo>
                    <a:pt x="112" y="206"/>
                  </a:lnTo>
                  <a:lnTo>
                    <a:pt x="114" y="208"/>
                  </a:lnTo>
                  <a:lnTo>
                    <a:pt x="119" y="214"/>
                  </a:lnTo>
                  <a:lnTo>
                    <a:pt x="121" y="216"/>
                  </a:lnTo>
                  <a:lnTo>
                    <a:pt x="119" y="216"/>
                  </a:lnTo>
                  <a:lnTo>
                    <a:pt x="119" y="218"/>
                  </a:lnTo>
                  <a:lnTo>
                    <a:pt x="119" y="220"/>
                  </a:lnTo>
                  <a:lnTo>
                    <a:pt x="119" y="222"/>
                  </a:lnTo>
                  <a:lnTo>
                    <a:pt x="119" y="224"/>
                  </a:lnTo>
                  <a:lnTo>
                    <a:pt x="119" y="224"/>
                  </a:lnTo>
                  <a:lnTo>
                    <a:pt x="121" y="226"/>
                  </a:lnTo>
                  <a:lnTo>
                    <a:pt x="121" y="226"/>
                  </a:lnTo>
                  <a:lnTo>
                    <a:pt x="121" y="228"/>
                  </a:lnTo>
                  <a:lnTo>
                    <a:pt x="121" y="228"/>
                  </a:lnTo>
                  <a:lnTo>
                    <a:pt x="121" y="230"/>
                  </a:lnTo>
                  <a:lnTo>
                    <a:pt x="121" y="230"/>
                  </a:lnTo>
                  <a:lnTo>
                    <a:pt x="123" y="232"/>
                  </a:lnTo>
                  <a:lnTo>
                    <a:pt x="123" y="232"/>
                  </a:lnTo>
                  <a:lnTo>
                    <a:pt x="123" y="232"/>
                  </a:lnTo>
                  <a:lnTo>
                    <a:pt x="125" y="230"/>
                  </a:lnTo>
                  <a:lnTo>
                    <a:pt x="125" y="230"/>
                  </a:lnTo>
                  <a:lnTo>
                    <a:pt x="127" y="230"/>
                  </a:lnTo>
                  <a:lnTo>
                    <a:pt x="127" y="230"/>
                  </a:lnTo>
                  <a:lnTo>
                    <a:pt x="127" y="230"/>
                  </a:lnTo>
                  <a:lnTo>
                    <a:pt x="127" y="228"/>
                  </a:lnTo>
                  <a:lnTo>
                    <a:pt x="125" y="226"/>
                  </a:lnTo>
                  <a:lnTo>
                    <a:pt x="125" y="226"/>
                  </a:lnTo>
                  <a:lnTo>
                    <a:pt x="125" y="224"/>
                  </a:lnTo>
                  <a:lnTo>
                    <a:pt x="125" y="222"/>
                  </a:lnTo>
                  <a:lnTo>
                    <a:pt x="123" y="222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2"/>
                  </a:lnTo>
                  <a:lnTo>
                    <a:pt x="127" y="224"/>
                  </a:lnTo>
                  <a:lnTo>
                    <a:pt x="129" y="226"/>
                  </a:lnTo>
                  <a:lnTo>
                    <a:pt x="133" y="228"/>
                  </a:lnTo>
                  <a:lnTo>
                    <a:pt x="135" y="230"/>
                  </a:lnTo>
                  <a:lnTo>
                    <a:pt x="139" y="239"/>
                  </a:lnTo>
                  <a:lnTo>
                    <a:pt x="137" y="237"/>
                  </a:lnTo>
                  <a:lnTo>
                    <a:pt x="135" y="237"/>
                  </a:lnTo>
                  <a:lnTo>
                    <a:pt x="135" y="237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5" y="241"/>
                  </a:lnTo>
                  <a:lnTo>
                    <a:pt x="137" y="241"/>
                  </a:lnTo>
                  <a:lnTo>
                    <a:pt x="137" y="241"/>
                  </a:lnTo>
                  <a:lnTo>
                    <a:pt x="137" y="241"/>
                  </a:lnTo>
                  <a:lnTo>
                    <a:pt x="137" y="241"/>
                  </a:lnTo>
                  <a:lnTo>
                    <a:pt x="137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5"/>
                  </a:lnTo>
                  <a:lnTo>
                    <a:pt x="141" y="245"/>
                  </a:lnTo>
                  <a:lnTo>
                    <a:pt x="141" y="245"/>
                  </a:lnTo>
                  <a:lnTo>
                    <a:pt x="141" y="245"/>
                  </a:lnTo>
                  <a:lnTo>
                    <a:pt x="141" y="245"/>
                  </a:lnTo>
                  <a:lnTo>
                    <a:pt x="143" y="245"/>
                  </a:lnTo>
                  <a:lnTo>
                    <a:pt x="143" y="245"/>
                  </a:lnTo>
                  <a:lnTo>
                    <a:pt x="143" y="245"/>
                  </a:lnTo>
                  <a:lnTo>
                    <a:pt x="143" y="247"/>
                  </a:lnTo>
                  <a:lnTo>
                    <a:pt x="145" y="247"/>
                  </a:lnTo>
                  <a:lnTo>
                    <a:pt x="143" y="245"/>
                  </a:lnTo>
                  <a:lnTo>
                    <a:pt x="141" y="241"/>
                  </a:lnTo>
                  <a:lnTo>
                    <a:pt x="141" y="241"/>
                  </a:lnTo>
                  <a:lnTo>
                    <a:pt x="143" y="241"/>
                  </a:lnTo>
                  <a:lnTo>
                    <a:pt x="145" y="245"/>
                  </a:lnTo>
                  <a:lnTo>
                    <a:pt x="153" y="259"/>
                  </a:lnTo>
                  <a:lnTo>
                    <a:pt x="165" y="277"/>
                  </a:lnTo>
                  <a:lnTo>
                    <a:pt x="170" y="285"/>
                  </a:lnTo>
                  <a:lnTo>
                    <a:pt x="182" y="304"/>
                  </a:lnTo>
                  <a:lnTo>
                    <a:pt x="184" y="306"/>
                  </a:lnTo>
                  <a:lnTo>
                    <a:pt x="192" y="312"/>
                  </a:lnTo>
                  <a:lnTo>
                    <a:pt x="202" y="320"/>
                  </a:lnTo>
                  <a:lnTo>
                    <a:pt x="206" y="326"/>
                  </a:lnTo>
                  <a:lnTo>
                    <a:pt x="210" y="330"/>
                  </a:lnTo>
                  <a:lnTo>
                    <a:pt x="212" y="332"/>
                  </a:lnTo>
                  <a:lnTo>
                    <a:pt x="214" y="334"/>
                  </a:lnTo>
                  <a:lnTo>
                    <a:pt x="214" y="336"/>
                  </a:lnTo>
                  <a:lnTo>
                    <a:pt x="217" y="341"/>
                  </a:lnTo>
                  <a:lnTo>
                    <a:pt x="217" y="341"/>
                  </a:lnTo>
                  <a:lnTo>
                    <a:pt x="219" y="343"/>
                  </a:lnTo>
                  <a:lnTo>
                    <a:pt x="219" y="343"/>
                  </a:lnTo>
                  <a:lnTo>
                    <a:pt x="225" y="347"/>
                  </a:lnTo>
                  <a:lnTo>
                    <a:pt x="225" y="349"/>
                  </a:lnTo>
                  <a:lnTo>
                    <a:pt x="227" y="353"/>
                  </a:lnTo>
                  <a:lnTo>
                    <a:pt x="227" y="353"/>
                  </a:lnTo>
                  <a:lnTo>
                    <a:pt x="235" y="365"/>
                  </a:lnTo>
                  <a:lnTo>
                    <a:pt x="245" y="375"/>
                  </a:lnTo>
                  <a:lnTo>
                    <a:pt x="247" y="377"/>
                  </a:lnTo>
                  <a:lnTo>
                    <a:pt x="249" y="379"/>
                  </a:lnTo>
                  <a:lnTo>
                    <a:pt x="263" y="383"/>
                  </a:lnTo>
                  <a:lnTo>
                    <a:pt x="265" y="383"/>
                  </a:lnTo>
                  <a:lnTo>
                    <a:pt x="265" y="383"/>
                  </a:lnTo>
                  <a:lnTo>
                    <a:pt x="266" y="385"/>
                  </a:lnTo>
                  <a:lnTo>
                    <a:pt x="266" y="385"/>
                  </a:lnTo>
                  <a:lnTo>
                    <a:pt x="266" y="387"/>
                  </a:lnTo>
                  <a:lnTo>
                    <a:pt x="268" y="387"/>
                  </a:lnTo>
                  <a:lnTo>
                    <a:pt x="268" y="389"/>
                  </a:lnTo>
                  <a:lnTo>
                    <a:pt x="268" y="389"/>
                  </a:lnTo>
                  <a:lnTo>
                    <a:pt x="268" y="391"/>
                  </a:lnTo>
                  <a:lnTo>
                    <a:pt x="268" y="391"/>
                  </a:lnTo>
                  <a:lnTo>
                    <a:pt x="270" y="393"/>
                  </a:lnTo>
                  <a:lnTo>
                    <a:pt x="270" y="394"/>
                  </a:lnTo>
                  <a:lnTo>
                    <a:pt x="272" y="396"/>
                  </a:lnTo>
                  <a:lnTo>
                    <a:pt x="274" y="396"/>
                  </a:lnTo>
                  <a:lnTo>
                    <a:pt x="274" y="396"/>
                  </a:lnTo>
                  <a:lnTo>
                    <a:pt x="274" y="398"/>
                  </a:lnTo>
                  <a:lnTo>
                    <a:pt x="272" y="398"/>
                  </a:lnTo>
                  <a:lnTo>
                    <a:pt x="270" y="398"/>
                  </a:lnTo>
                  <a:lnTo>
                    <a:pt x="270" y="396"/>
                  </a:lnTo>
                  <a:lnTo>
                    <a:pt x="268" y="394"/>
                  </a:lnTo>
                  <a:lnTo>
                    <a:pt x="268" y="394"/>
                  </a:lnTo>
                  <a:lnTo>
                    <a:pt x="266" y="393"/>
                  </a:lnTo>
                  <a:lnTo>
                    <a:pt x="266" y="391"/>
                  </a:lnTo>
                  <a:lnTo>
                    <a:pt x="265" y="389"/>
                  </a:lnTo>
                  <a:lnTo>
                    <a:pt x="255" y="381"/>
                  </a:lnTo>
                  <a:lnTo>
                    <a:pt x="253" y="381"/>
                  </a:lnTo>
                  <a:lnTo>
                    <a:pt x="253" y="381"/>
                  </a:lnTo>
                  <a:lnTo>
                    <a:pt x="251" y="381"/>
                  </a:lnTo>
                  <a:lnTo>
                    <a:pt x="251" y="379"/>
                  </a:lnTo>
                  <a:lnTo>
                    <a:pt x="249" y="379"/>
                  </a:lnTo>
                  <a:lnTo>
                    <a:pt x="247" y="379"/>
                  </a:lnTo>
                  <a:lnTo>
                    <a:pt x="247" y="379"/>
                  </a:lnTo>
                  <a:lnTo>
                    <a:pt x="243" y="379"/>
                  </a:lnTo>
                  <a:lnTo>
                    <a:pt x="243" y="379"/>
                  </a:lnTo>
                  <a:lnTo>
                    <a:pt x="243" y="379"/>
                  </a:lnTo>
                  <a:lnTo>
                    <a:pt x="241" y="377"/>
                  </a:lnTo>
                  <a:lnTo>
                    <a:pt x="241" y="377"/>
                  </a:lnTo>
                  <a:lnTo>
                    <a:pt x="241" y="377"/>
                  </a:lnTo>
                  <a:lnTo>
                    <a:pt x="239" y="375"/>
                  </a:lnTo>
                  <a:lnTo>
                    <a:pt x="239" y="375"/>
                  </a:lnTo>
                  <a:lnTo>
                    <a:pt x="237" y="375"/>
                  </a:lnTo>
                  <a:lnTo>
                    <a:pt x="229" y="371"/>
                  </a:lnTo>
                  <a:lnTo>
                    <a:pt x="225" y="369"/>
                  </a:lnTo>
                  <a:lnTo>
                    <a:pt x="223" y="369"/>
                  </a:lnTo>
                  <a:lnTo>
                    <a:pt x="208" y="373"/>
                  </a:lnTo>
                  <a:lnTo>
                    <a:pt x="208" y="373"/>
                  </a:lnTo>
                  <a:lnTo>
                    <a:pt x="208" y="373"/>
                  </a:lnTo>
                  <a:lnTo>
                    <a:pt x="210" y="371"/>
                  </a:lnTo>
                  <a:lnTo>
                    <a:pt x="198" y="375"/>
                  </a:lnTo>
                  <a:lnTo>
                    <a:pt x="198" y="375"/>
                  </a:lnTo>
                  <a:lnTo>
                    <a:pt x="196" y="373"/>
                  </a:lnTo>
                  <a:lnTo>
                    <a:pt x="196" y="373"/>
                  </a:lnTo>
                  <a:lnTo>
                    <a:pt x="194" y="373"/>
                  </a:lnTo>
                  <a:lnTo>
                    <a:pt x="192" y="373"/>
                  </a:lnTo>
                  <a:lnTo>
                    <a:pt x="188" y="375"/>
                  </a:lnTo>
                  <a:lnTo>
                    <a:pt x="186" y="375"/>
                  </a:lnTo>
                  <a:lnTo>
                    <a:pt x="186" y="375"/>
                  </a:lnTo>
                  <a:lnTo>
                    <a:pt x="186" y="377"/>
                  </a:lnTo>
                  <a:lnTo>
                    <a:pt x="188" y="377"/>
                  </a:lnTo>
                  <a:lnTo>
                    <a:pt x="190" y="379"/>
                  </a:lnTo>
                  <a:lnTo>
                    <a:pt x="190" y="379"/>
                  </a:lnTo>
                  <a:lnTo>
                    <a:pt x="190" y="377"/>
                  </a:lnTo>
                  <a:lnTo>
                    <a:pt x="192" y="377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2" y="379"/>
                  </a:lnTo>
                  <a:lnTo>
                    <a:pt x="194" y="379"/>
                  </a:lnTo>
                  <a:lnTo>
                    <a:pt x="204" y="373"/>
                  </a:lnTo>
                  <a:lnTo>
                    <a:pt x="208" y="373"/>
                  </a:lnTo>
                  <a:lnTo>
                    <a:pt x="206" y="375"/>
                  </a:lnTo>
                  <a:lnTo>
                    <a:pt x="194" y="381"/>
                  </a:lnTo>
                  <a:lnTo>
                    <a:pt x="188" y="387"/>
                  </a:lnTo>
                  <a:lnTo>
                    <a:pt x="186" y="389"/>
                  </a:lnTo>
                  <a:lnTo>
                    <a:pt x="184" y="393"/>
                  </a:lnTo>
                  <a:lnTo>
                    <a:pt x="184" y="396"/>
                  </a:lnTo>
                  <a:lnTo>
                    <a:pt x="184" y="398"/>
                  </a:lnTo>
                  <a:lnTo>
                    <a:pt x="184" y="402"/>
                  </a:lnTo>
                  <a:lnTo>
                    <a:pt x="184" y="404"/>
                  </a:lnTo>
                  <a:lnTo>
                    <a:pt x="186" y="406"/>
                  </a:lnTo>
                  <a:lnTo>
                    <a:pt x="188" y="410"/>
                  </a:lnTo>
                  <a:lnTo>
                    <a:pt x="188" y="412"/>
                  </a:lnTo>
                  <a:lnTo>
                    <a:pt x="188" y="416"/>
                  </a:lnTo>
                  <a:lnTo>
                    <a:pt x="188" y="422"/>
                  </a:lnTo>
                  <a:lnTo>
                    <a:pt x="190" y="428"/>
                  </a:lnTo>
                  <a:lnTo>
                    <a:pt x="190" y="440"/>
                  </a:lnTo>
                  <a:lnTo>
                    <a:pt x="192" y="451"/>
                  </a:lnTo>
                  <a:lnTo>
                    <a:pt x="192" y="463"/>
                  </a:lnTo>
                  <a:lnTo>
                    <a:pt x="192" y="469"/>
                  </a:lnTo>
                  <a:lnTo>
                    <a:pt x="194" y="481"/>
                  </a:lnTo>
                  <a:lnTo>
                    <a:pt x="194" y="483"/>
                  </a:lnTo>
                  <a:lnTo>
                    <a:pt x="194" y="483"/>
                  </a:lnTo>
                  <a:lnTo>
                    <a:pt x="194" y="483"/>
                  </a:lnTo>
                  <a:lnTo>
                    <a:pt x="194" y="483"/>
                  </a:lnTo>
                  <a:lnTo>
                    <a:pt x="194" y="483"/>
                  </a:lnTo>
                  <a:lnTo>
                    <a:pt x="194" y="483"/>
                  </a:lnTo>
                  <a:lnTo>
                    <a:pt x="196" y="483"/>
                  </a:lnTo>
                  <a:lnTo>
                    <a:pt x="196" y="483"/>
                  </a:lnTo>
                  <a:lnTo>
                    <a:pt x="196" y="487"/>
                  </a:lnTo>
                  <a:lnTo>
                    <a:pt x="196" y="489"/>
                  </a:lnTo>
                  <a:lnTo>
                    <a:pt x="198" y="489"/>
                  </a:lnTo>
                  <a:lnTo>
                    <a:pt x="198" y="491"/>
                  </a:lnTo>
                  <a:lnTo>
                    <a:pt x="202" y="499"/>
                  </a:lnTo>
                  <a:lnTo>
                    <a:pt x="208" y="506"/>
                  </a:lnTo>
                  <a:lnTo>
                    <a:pt x="212" y="508"/>
                  </a:lnTo>
                  <a:lnTo>
                    <a:pt x="219" y="516"/>
                  </a:lnTo>
                  <a:lnTo>
                    <a:pt x="219" y="516"/>
                  </a:lnTo>
                  <a:lnTo>
                    <a:pt x="217" y="516"/>
                  </a:lnTo>
                  <a:lnTo>
                    <a:pt x="219" y="518"/>
                  </a:lnTo>
                  <a:lnTo>
                    <a:pt x="219" y="518"/>
                  </a:lnTo>
                  <a:lnTo>
                    <a:pt x="219" y="518"/>
                  </a:lnTo>
                  <a:lnTo>
                    <a:pt x="221" y="516"/>
                  </a:lnTo>
                  <a:lnTo>
                    <a:pt x="221" y="516"/>
                  </a:lnTo>
                  <a:lnTo>
                    <a:pt x="223" y="516"/>
                  </a:lnTo>
                  <a:lnTo>
                    <a:pt x="227" y="518"/>
                  </a:lnTo>
                  <a:lnTo>
                    <a:pt x="229" y="518"/>
                  </a:lnTo>
                  <a:lnTo>
                    <a:pt x="237" y="524"/>
                  </a:lnTo>
                  <a:lnTo>
                    <a:pt x="239" y="524"/>
                  </a:lnTo>
                  <a:lnTo>
                    <a:pt x="239" y="526"/>
                  </a:lnTo>
                  <a:lnTo>
                    <a:pt x="241" y="530"/>
                  </a:lnTo>
                  <a:lnTo>
                    <a:pt x="243" y="532"/>
                  </a:lnTo>
                  <a:lnTo>
                    <a:pt x="243" y="534"/>
                  </a:lnTo>
                  <a:lnTo>
                    <a:pt x="243" y="536"/>
                  </a:lnTo>
                  <a:lnTo>
                    <a:pt x="247" y="538"/>
                  </a:lnTo>
                  <a:lnTo>
                    <a:pt x="251" y="542"/>
                  </a:lnTo>
                  <a:lnTo>
                    <a:pt x="251" y="544"/>
                  </a:lnTo>
                  <a:lnTo>
                    <a:pt x="251" y="546"/>
                  </a:lnTo>
                  <a:lnTo>
                    <a:pt x="253" y="546"/>
                  </a:lnTo>
                  <a:lnTo>
                    <a:pt x="253" y="548"/>
                  </a:lnTo>
                  <a:lnTo>
                    <a:pt x="253" y="548"/>
                  </a:lnTo>
                  <a:lnTo>
                    <a:pt x="253" y="548"/>
                  </a:lnTo>
                  <a:lnTo>
                    <a:pt x="253" y="548"/>
                  </a:lnTo>
                  <a:lnTo>
                    <a:pt x="255" y="548"/>
                  </a:lnTo>
                  <a:lnTo>
                    <a:pt x="255" y="546"/>
                  </a:lnTo>
                  <a:lnTo>
                    <a:pt x="255" y="546"/>
                  </a:lnTo>
                  <a:lnTo>
                    <a:pt x="255" y="546"/>
                  </a:lnTo>
                  <a:lnTo>
                    <a:pt x="257" y="548"/>
                  </a:lnTo>
                  <a:lnTo>
                    <a:pt x="255" y="548"/>
                  </a:lnTo>
                  <a:lnTo>
                    <a:pt x="253" y="550"/>
                  </a:lnTo>
                  <a:lnTo>
                    <a:pt x="253" y="550"/>
                  </a:lnTo>
                  <a:lnTo>
                    <a:pt x="253" y="552"/>
                  </a:lnTo>
                  <a:lnTo>
                    <a:pt x="253" y="552"/>
                  </a:lnTo>
                  <a:lnTo>
                    <a:pt x="255" y="552"/>
                  </a:lnTo>
                  <a:lnTo>
                    <a:pt x="255" y="554"/>
                  </a:lnTo>
                  <a:lnTo>
                    <a:pt x="257" y="554"/>
                  </a:lnTo>
                  <a:lnTo>
                    <a:pt x="257" y="554"/>
                  </a:lnTo>
                  <a:lnTo>
                    <a:pt x="259" y="556"/>
                  </a:lnTo>
                  <a:lnTo>
                    <a:pt x="259" y="556"/>
                  </a:lnTo>
                  <a:lnTo>
                    <a:pt x="261" y="557"/>
                  </a:lnTo>
                  <a:lnTo>
                    <a:pt x="261" y="557"/>
                  </a:lnTo>
                  <a:lnTo>
                    <a:pt x="261" y="556"/>
                  </a:lnTo>
                  <a:lnTo>
                    <a:pt x="263" y="556"/>
                  </a:lnTo>
                  <a:lnTo>
                    <a:pt x="263" y="556"/>
                  </a:lnTo>
                  <a:lnTo>
                    <a:pt x="263" y="556"/>
                  </a:lnTo>
                  <a:lnTo>
                    <a:pt x="265" y="556"/>
                  </a:lnTo>
                  <a:lnTo>
                    <a:pt x="266" y="556"/>
                  </a:lnTo>
                  <a:lnTo>
                    <a:pt x="266" y="556"/>
                  </a:lnTo>
                  <a:lnTo>
                    <a:pt x="268" y="556"/>
                  </a:lnTo>
                  <a:lnTo>
                    <a:pt x="268" y="556"/>
                  </a:lnTo>
                  <a:lnTo>
                    <a:pt x="268" y="554"/>
                  </a:lnTo>
                  <a:lnTo>
                    <a:pt x="270" y="554"/>
                  </a:lnTo>
                  <a:lnTo>
                    <a:pt x="270" y="552"/>
                  </a:lnTo>
                  <a:lnTo>
                    <a:pt x="268" y="552"/>
                  </a:lnTo>
                  <a:lnTo>
                    <a:pt x="268" y="552"/>
                  </a:lnTo>
                  <a:lnTo>
                    <a:pt x="266" y="550"/>
                  </a:lnTo>
                  <a:lnTo>
                    <a:pt x="265" y="552"/>
                  </a:lnTo>
                  <a:lnTo>
                    <a:pt x="265" y="552"/>
                  </a:lnTo>
                  <a:lnTo>
                    <a:pt x="263" y="552"/>
                  </a:lnTo>
                  <a:lnTo>
                    <a:pt x="261" y="552"/>
                  </a:lnTo>
                  <a:lnTo>
                    <a:pt x="261" y="552"/>
                  </a:lnTo>
                  <a:lnTo>
                    <a:pt x="259" y="552"/>
                  </a:lnTo>
                  <a:lnTo>
                    <a:pt x="259" y="552"/>
                  </a:lnTo>
                  <a:lnTo>
                    <a:pt x="259" y="552"/>
                  </a:lnTo>
                  <a:lnTo>
                    <a:pt x="257" y="550"/>
                  </a:lnTo>
                  <a:lnTo>
                    <a:pt x="257" y="548"/>
                  </a:lnTo>
                  <a:lnTo>
                    <a:pt x="257" y="548"/>
                  </a:lnTo>
                  <a:lnTo>
                    <a:pt x="259" y="548"/>
                  </a:lnTo>
                  <a:lnTo>
                    <a:pt x="263" y="548"/>
                  </a:lnTo>
                  <a:lnTo>
                    <a:pt x="265" y="548"/>
                  </a:lnTo>
                  <a:lnTo>
                    <a:pt x="268" y="548"/>
                  </a:lnTo>
                  <a:lnTo>
                    <a:pt x="268" y="546"/>
                  </a:lnTo>
                  <a:lnTo>
                    <a:pt x="268" y="546"/>
                  </a:lnTo>
                  <a:lnTo>
                    <a:pt x="268" y="544"/>
                  </a:lnTo>
                  <a:lnTo>
                    <a:pt x="268" y="542"/>
                  </a:lnTo>
                  <a:lnTo>
                    <a:pt x="270" y="544"/>
                  </a:lnTo>
                  <a:lnTo>
                    <a:pt x="272" y="544"/>
                  </a:lnTo>
                  <a:lnTo>
                    <a:pt x="274" y="546"/>
                  </a:lnTo>
                  <a:lnTo>
                    <a:pt x="274" y="548"/>
                  </a:lnTo>
                  <a:lnTo>
                    <a:pt x="276" y="552"/>
                  </a:lnTo>
                  <a:lnTo>
                    <a:pt x="278" y="554"/>
                  </a:lnTo>
                  <a:lnTo>
                    <a:pt x="278" y="556"/>
                  </a:lnTo>
                  <a:lnTo>
                    <a:pt x="280" y="556"/>
                  </a:lnTo>
                  <a:lnTo>
                    <a:pt x="280" y="557"/>
                  </a:lnTo>
                  <a:lnTo>
                    <a:pt x="280" y="557"/>
                  </a:lnTo>
                  <a:lnTo>
                    <a:pt x="280" y="557"/>
                  </a:lnTo>
                  <a:lnTo>
                    <a:pt x="280" y="557"/>
                  </a:lnTo>
                  <a:lnTo>
                    <a:pt x="280" y="559"/>
                  </a:lnTo>
                  <a:lnTo>
                    <a:pt x="282" y="563"/>
                  </a:lnTo>
                  <a:lnTo>
                    <a:pt x="286" y="565"/>
                  </a:lnTo>
                  <a:lnTo>
                    <a:pt x="286" y="567"/>
                  </a:lnTo>
                  <a:lnTo>
                    <a:pt x="286" y="569"/>
                  </a:lnTo>
                  <a:lnTo>
                    <a:pt x="288" y="569"/>
                  </a:lnTo>
                  <a:lnTo>
                    <a:pt x="290" y="569"/>
                  </a:lnTo>
                  <a:lnTo>
                    <a:pt x="290" y="569"/>
                  </a:lnTo>
                  <a:lnTo>
                    <a:pt x="290" y="571"/>
                  </a:lnTo>
                  <a:lnTo>
                    <a:pt x="288" y="573"/>
                  </a:lnTo>
                  <a:lnTo>
                    <a:pt x="288" y="573"/>
                  </a:lnTo>
                  <a:lnTo>
                    <a:pt x="290" y="575"/>
                  </a:lnTo>
                  <a:lnTo>
                    <a:pt x="290" y="575"/>
                  </a:lnTo>
                  <a:lnTo>
                    <a:pt x="290" y="577"/>
                  </a:lnTo>
                  <a:lnTo>
                    <a:pt x="290" y="577"/>
                  </a:lnTo>
                  <a:lnTo>
                    <a:pt x="288" y="577"/>
                  </a:lnTo>
                  <a:lnTo>
                    <a:pt x="288" y="579"/>
                  </a:lnTo>
                  <a:lnTo>
                    <a:pt x="290" y="579"/>
                  </a:lnTo>
                  <a:lnTo>
                    <a:pt x="290" y="581"/>
                  </a:lnTo>
                  <a:lnTo>
                    <a:pt x="290" y="583"/>
                  </a:lnTo>
                  <a:lnTo>
                    <a:pt x="288" y="585"/>
                  </a:lnTo>
                  <a:lnTo>
                    <a:pt x="288" y="587"/>
                  </a:lnTo>
                  <a:lnTo>
                    <a:pt x="292" y="591"/>
                  </a:lnTo>
                  <a:lnTo>
                    <a:pt x="292" y="591"/>
                  </a:lnTo>
                  <a:lnTo>
                    <a:pt x="292" y="593"/>
                  </a:lnTo>
                  <a:lnTo>
                    <a:pt x="290" y="593"/>
                  </a:lnTo>
                  <a:lnTo>
                    <a:pt x="290" y="593"/>
                  </a:lnTo>
                  <a:lnTo>
                    <a:pt x="292" y="595"/>
                  </a:lnTo>
                  <a:lnTo>
                    <a:pt x="292" y="595"/>
                  </a:lnTo>
                  <a:lnTo>
                    <a:pt x="292" y="597"/>
                  </a:lnTo>
                  <a:lnTo>
                    <a:pt x="292" y="597"/>
                  </a:lnTo>
                  <a:lnTo>
                    <a:pt x="290" y="597"/>
                  </a:lnTo>
                  <a:lnTo>
                    <a:pt x="290" y="595"/>
                  </a:lnTo>
                  <a:lnTo>
                    <a:pt x="288" y="593"/>
                  </a:lnTo>
                  <a:lnTo>
                    <a:pt x="288" y="593"/>
                  </a:lnTo>
                  <a:lnTo>
                    <a:pt x="288" y="591"/>
                  </a:lnTo>
                  <a:lnTo>
                    <a:pt x="288" y="591"/>
                  </a:lnTo>
                  <a:lnTo>
                    <a:pt x="288" y="589"/>
                  </a:lnTo>
                  <a:lnTo>
                    <a:pt x="286" y="589"/>
                  </a:lnTo>
                  <a:lnTo>
                    <a:pt x="286" y="587"/>
                  </a:lnTo>
                  <a:lnTo>
                    <a:pt x="286" y="587"/>
                  </a:lnTo>
                  <a:lnTo>
                    <a:pt x="286" y="585"/>
                  </a:lnTo>
                  <a:lnTo>
                    <a:pt x="284" y="583"/>
                  </a:lnTo>
                  <a:lnTo>
                    <a:pt x="280" y="579"/>
                  </a:lnTo>
                  <a:lnTo>
                    <a:pt x="280" y="577"/>
                  </a:lnTo>
                  <a:lnTo>
                    <a:pt x="276" y="573"/>
                  </a:lnTo>
                  <a:lnTo>
                    <a:pt x="276" y="571"/>
                  </a:lnTo>
                  <a:lnTo>
                    <a:pt x="274" y="569"/>
                  </a:lnTo>
                  <a:lnTo>
                    <a:pt x="274" y="569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6" y="567"/>
                  </a:lnTo>
                  <a:lnTo>
                    <a:pt x="274" y="563"/>
                  </a:lnTo>
                  <a:lnTo>
                    <a:pt x="272" y="563"/>
                  </a:lnTo>
                  <a:lnTo>
                    <a:pt x="272" y="563"/>
                  </a:lnTo>
                  <a:lnTo>
                    <a:pt x="268" y="565"/>
                  </a:lnTo>
                  <a:lnTo>
                    <a:pt x="272" y="565"/>
                  </a:lnTo>
                  <a:lnTo>
                    <a:pt x="272" y="567"/>
                  </a:lnTo>
                  <a:lnTo>
                    <a:pt x="270" y="567"/>
                  </a:lnTo>
                  <a:lnTo>
                    <a:pt x="268" y="565"/>
                  </a:lnTo>
                  <a:lnTo>
                    <a:pt x="266" y="565"/>
                  </a:lnTo>
                  <a:lnTo>
                    <a:pt x="266" y="565"/>
                  </a:lnTo>
                  <a:lnTo>
                    <a:pt x="265" y="565"/>
                  </a:lnTo>
                  <a:lnTo>
                    <a:pt x="265" y="563"/>
                  </a:lnTo>
                  <a:lnTo>
                    <a:pt x="263" y="563"/>
                  </a:lnTo>
                  <a:lnTo>
                    <a:pt x="259" y="567"/>
                  </a:lnTo>
                  <a:lnTo>
                    <a:pt x="255" y="567"/>
                  </a:lnTo>
                  <a:lnTo>
                    <a:pt x="253" y="567"/>
                  </a:lnTo>
                  <a:lnTo>
                    <a:pt x="251" y="567"/>
                  </a:lnTo>
                  <a:lnTo>
                    <a:pt x="251" y="569"/>
                  </a:lnTo>
                  <a:lnTo>
                    <a:pt x="247" y="571"/>
                  </a:lnTo>
                  <a:lnTo>
                    <a:pt x="247" y="571"/>
                  </a:lnTo>
                  <a:lnTo>
                    <a:pt x="245" y="571"/>
                  </a:lnTo>
                  <a:lnTo>
                    <a:pt x="243" y="569"/>
                  </a:lnTo>
                  <a:lnTo>
                    <a:pt x="241" y="565"/>
                  </a:lnTo>
                  <a:lnTo>
                    <a:pt x="239" y="563"/>
                  </a:lnTo>
                  <a:lnTo>
                    <a:pt x="239" y="563"/>
                  </a:lnTo>
                  <a:lnTo>
                    <a:pt x="237" y="563"/>
                  </a:lnTo>
                  <a:lnTo>
                    <a:pt x="237" y="563"/>
                  </a:lnTo>
                  <a:lnTo>
                    <a:pt x="237" y="565"/>
                  </a:lnTo>
                  <a:lnTo>
                    <a:pt x="237" y="565"/>
                  </a:lnTo>
                  <a:lnTo>
                    <a:pt x="235" y="565"/>
                  </a:lnTo>
                  <a:lnTo>
                    <a:pt x="235" y="567"/>
                  </a:lnTo>
                  <a:lnTo>
                    <a:pt x="231" y="571"/>
                  </a:lnTo>
                  <a:lnTo>
                    <a:pt x="229" y="575"/>
                  </a:lnTo>
                  <a:lnTo>
                    <a:pt x="229" y="581"/>
                  </a:lnTo>
                  <a:lnTo>
                    <a:pt x="231" y="595"/>
                  </a:lnTo>
                  <a:lnTo>
                    <a:pt x="229" y="599"/>
                  </a:lnTo>
                  <a:lnTo>
                    <a:pt x="231" y="601"/>
                  </a:lnTo>
                  <a:lnTo>
                    <a:pt x="231" y="601"/>
                  </a:lnTo>
                  <a:lnTo>
                    <a:pt x="231" y="605"/>
                  </a:lnTo>
                  <a:lnTo>
                    <a:pt x="233" y="609"/>
                  </a:lnTo>
                  <a:lnTo>
                    <a:pt x="233" y="610"/>
                  </a:lnTo>
                  <a:lnTo>
                    <a:pt x="233" y="610"/>
                  </a:lnTo>
                  <a:lnTo>
                    <a:pt x="233" y="612"/>
                  </a:lnTo>
                  <a:lnTo>
                    <a:pt x="233" y="612"/>
                  </a:lnTo>
                  <a:lnTo>
                    <a:pt x="233" y="614"/>
                  </a:lnTo>
                  <a:lnTo>
                    <a:pt x="233" y="616"/>
                  </a:lnTo>
                  <a:lnTo>
                    <a:pt x="233" y="616"/>
                  </a:lnTo>
                  <a:lnTo>
                    <a:pt x="233" y="618"/>
                  </a:lnTo>
                  <a:lnTo>
                    <a:pt x="235" y="618"/>
                  </a:lnTo>
                  <a:lnTo>
                    <a:pt x="235" y="620"/>
                  </a:lnTo>
                  <a:lnTo>
                    <a:pt x="235" y="620"/>
                  </a:lnTo>
                  <a:lnTo>
                    <a:pt x="235" y="622"/>
                  </a:lnTo>
                  <a:lnTo>
                    <a:pt x="233" y="624"/>
                  </a:lnTo>
                  <a:lnTo>
                    <a:pt x="231" y="624"/>
                  </a:lnTo>
                  <a:lnTo>
                    <a:pt x="233" y="628"/>
                  </a:lnTo>
                  <a:lnTo>
                    <a:pt x="233" y="630"/>
                  </a:lnTo>
                  <a:lnTo>
                    <a:pt x="233" y="632"/>
                  </a:lnTo>
                  <a:lnTo>
                    <a:pt x="231" y="630"/>
                  </a:lnTo>
                  <a:lnTo>
                    <a:pt x="231" y="630"/>
                  </a:lnTo>
                  <a:lnTo>
                    <a:pt x="229" y="630"/>
                  </a:lnTo>
                  <a:lnTo>
                    <a:pt x="227" y="628"/>
                  </a:lnTo>
                  <a:lnTo>
                    <a:pt x="223" y="626"/>
                  </a:lnTo>
                  <a:lnTo>
                    <a:pt x="221" y="626"/>
                  </a:lnTo>
                  <a:lnTo>
                    <a:pt x="221" y="620"/>
                  </a:lnTo>
                  <a:lnTo>
                    <a:pt x="214" y="610"/>
                  </a:lnTo>
                  <a:lnTo>
                    <a:pt x="212" y="607"/>
                  </a:lnTo>
                  <a:lnTo>
                    <a:pt x="208" y="603"/>
                  </a:lnTo>
                  <a:lnTo>
                    <a:pt x="206" y="601"/>
                  </a:lnTo>
                  <a:lnTo>
                    <a:pt x="204" y="595"/>
                  </a:lnTo>
                  <a:lnTo>
                    <a:pt x="202" y="591"/>
                  </a:lnTo>
                  <a:lnTo>
                    <a:pt x="202" y="591"/>
                  </a:lnTo>
                  <a:lnTo>
                    <a:pt x="202" y="589"/>
                  </a:lnTo>
                  <a:lnTo>
                    <a:pt x="202" y="589"/>
                  </a:lnTo>
                  <a:lnTo>
                    <a:pt x="202" y="587"/>
                  </a:lnTo>
                  <a:lnTo>
                    <a:pt x="202" y="585"/>
                  </a:lnTo>
                  <a:lnTo>
                    <a:pt x="200" y="581"/>
                  </a:lnTo>
                  <a:lnTo>
                    <a:pt x="200" y="556"/>
                  </a:lnTo>
                  <a:lnTo>
                    <a:pt x="200" y="554"/>
                  </a:lnTo>
                  <a:lnTo>
                    <a:pt x="198" y="552"/>
                  </a:lnTo>
                  <a:lnTo>
                    <a:pt x="198" y="550"/>
                  </a:lnTo>
                  <a:lnTo>
                    <a:pt x="196" y="548"/>
                  </a:lnTo>
                  <a:lnTo>
                    <a:pt x="194" y="546"/>
                  </a:lnTo>
                  <a:lnTo>
                    <a:pt x="194" y="544"/>
                  </a:lnTo>
                  <a:lnTo>
                    <a:pt x="190" y="542"/>
                  </a:lnTo>
                  <a:lnTo>
                    <a:pt x="188" y="540"/>
                  </a:lnTo>
                  <a:lnTo>
                    <a:pt x="188" y="540"/>
                  </a:lnTo>
                  <a:lnTo>
                    <a:pt x="188" y="538"/>
                  </a:lnTo>
                  <a:lnTo>
                    <a:pt x="188" y="536"/>
                  </a:lnTo>
                  <a:lnTo>
                    <a:pt x="188" y="536"/>
                  </a:lnTo>
                  <a:lnTo>
                    <a:pt x="188" y="536"/>
                  </a:lnTo>
                  <a:lnTo>
                    <a:pt x="186" y="534"/>
                  </a:lnTo>
                  <a:lnTo>
                    <a:pt x="186" y="534"/>
                  </a:lnTo>
                  <a:lnTo>
                    <a:pt x="184" y="532"/>
                  </a:lnTo>
                  <a:lnTo>
                    <a:pt x="182" y="528"/>
                  </a:lnTo>
                  <a:lnTo>
                    <a:pt x="180" y="522"/>
                  </a:lnTo>
                  <a:lnTo>
                    <a:pt x="180" y="520"/>
                  </a:lnTo>
                  <a:lnTo>
                    <a:pt x="180" y="516"/>
                  </a:lnTo>
                  <a:lnTo>
                    <a:pt x="180" y="514"/>
                  </a:lnTo>
                  <a:lnTo>
                    <a:pt x="180" y="514"/>
                  </a:lnTo>
                  <a:lnTo>
                    <a:pt x="178" y="514"/>
                  </a:lnTo>
                  <a:lnTo>
                    <a:pt x="178" y="512"/>
                  </a:lnTo>
                  <a:lnTo>
                    <a:pt x="180" y="512"/>
                  </a:lnTo>
                  <a:lnTo>
                    <a:pt x="180" y="510"/>
                  </a:lnTo>
                  <a:lnTo>
                    <a:pt x="180" y="510"/>
                  </a:lnTo>
                  <a:lnTo>
                    <a:pt x="180" y="508"/>
                  </a:lnTo>
                  <a:lnTo>
                    <a:pt x="180" y="506"/>
                  </a:lnTo>
                  <a:lnTo>
                    <a:pt x="178" y="501"/>
                  </a:lnTo>
                  <a:lnTo>
                    <a:pt x="178" y="501"/>
                  </a:lnTo>
                  <a:lnTo>
                    <a:pt x="180" y="499"/>
                  </a:lnTo>
                  <a:lnTo>
                    <a:pt x="180" y="495"/>
                  </a:lnTo>
                  <a:lnTo>
                    <a:pt x="180" y="493"/>
                  </a:lnTo>
                  <a:lnTo>
                    <a:pt x="180" y="493"/>
                  </a:lnTo>
                  <a:lnTo>
                    <a:pt x="176" y="483"/>
                  </a:lnTo>
                  <a:lnTo>
                    <a:pt x="174" y="483"/>
                  </a:lnTo>
                  <a:lnTo>
                    <a:pt x="174" y="479"/>
                  </a:lnTo>
                  <a:lnTo>
                    <a:pt x="168" y="469"/>
                  </a:lnTo>
                  <a:lnTo>
                    <a:pt x="166" y="469"/>
                  </a:lnTo>
                  <a:lnTo>
                    <a:pt x="165" y="465"/>
                  </a:lnTo>
                  <a:lnTo>
                    <a:pt x="149" y="453"/>
                  </a:lnTo>
                  <a:lnTo>
                    <a:pt x="145" y="449"/>
                  </a:lnTo>
                  <a:lnTo>
                    <a:pt x="143" y="446"/>
                  </a:lnTo>
                  <a:lnTo>
                    <a:pt x="143" y="444"/>
                  </a:lnTo>
                  <a:lnTo>
                    <a:pt x="143" y="438"/>
                  </a:lnTo>
                  <a:lnTo>
                    <a:pt x="143" y="438"/>
                  </a:lnTo>
                  <a:lnTo>
                    <a:pt x="145" y="436"/>
                  </a:lnTo>
                  <a:lnTo>
                    <a:pt x="145" y="436"/>
                  </a:lnTo>
                  <a:lnTo>
                    <a:pt x="145" y="436"/>
                  </a:lnTo>
                  <a:lnTo>
                    <a:pt x="143" y="434"/>
                  </a:lnTo>
                  <a:lnTo>
                    <a:pt x="143" y="434"/>
                  </a:lnTo>
                  <a:lnTo>
                    <a:pt x="143" y="434"/>
                  </a:lnTo>
                  <a:lnTo>
                    <a:pt x="143" y="432"/>
                  </a:lnTo>
                  <a:lnTo>
                    <a:pt x="143" y="432"/>
                  </a:lnTo>
                  <a:lnTo>
                    <a:pt x="143" y="430"/>
                  </a:lnTo>
                  <a:lnTo>
                    <a:pt x="143" y="430"/>
                  </a:lnTo>
                  <a:lnTo>
                    <a:pt x="143" y="428"/>
                  </a:lnTo>
                  <a:lnTo>
                    <a:pt x="143" y="426"/>
                  </a:lnTo>
                  <a:lnTo>
                    <a:pt x="143" y="424"/>
                  </a:lnTo>
                  <a:lnTo>
                    <a:pt x="143" y="422"/>
                  </a:lnTo>
                  <a:lnTo>
                    <a:pt x="143" y="422"/>
                  </a:lnTo>
                  <a:lnTo>
                    <a:pt x="141" y="418"/>
                  </a:lnTo>
                  <a:lnTo>
                    <a:pt x="139" y="416"/>
                  </a:lnTo>
                  <a:lnTo>
                    <a:pt x="141" y="414"/>
                  </a:lnTo>
                  <a:lnTo>
                    <a:pt x="139" y="410"/>
                  </a:lnTo>
                  <a:lnTo>
                    <a:pt x="139" y="410"/>
                  </a:lnTo>
                  <a:lnTo>
                    <a:pt x="139" y="408"/>
                  </a:lnTo>
                  <a:lnTo>
                    <a:pt x="135" y="404"/>
                  </a:lnTo>
                  <a:lnTo>
                    <a:pt x="135" y="398"/>
                  </a:lnTo>
                  <a:lnTo>
                    <a:pt x="135" y="396"/>
                  </a:lnTo>
                  <a:lnTo>
                    <a:pt x="135" y="393"/>
                  </a:lnTo>
                  <a:lnTo>
                    <a:pt x="135" y="393"/>
                  </a:lnTo>
                  <a:lnTo>
                    <a:pt x="133" y="391"/>
                  </a:lnTo>
                  <a:lnTo>
                    <a:pt x="133" y="385"/>
                  </a:lnTo>
                  <a:lnTo>
                    <a:pt x="131" y="381"/>
                  </a:lnTo>
                  <a:lnTo>
                    <a:pt x="131" y="379"/>
                  </a:lnTo>
                  <a:lnTo>
                    <a:pt x="129" y="377"/>
                  </a:lnTo>
                  <a:lnTo>
                    <a:pt x="127" y="373"/>
                  </a:lnTo>
                  <a:lnTo>
                    <a:pt x="127" y="369"/>
                  </a:lnTo>
                  <a:lnTo>
                    <a:pt x="125" y="367"/>
                  </a:lnTo>
                  <a:lnTo>
                    <a:pt x="123" y="365"/>
                  </a:lnTo>
                  <a:lnTo>
                    <a:pt x="121" y="363"/>
                  </a:lnTo>
                  <a:lnTo>
                    <a:pt x="123" y="363"/>
                  </a:lnTo>
                  <a:lnTo>
                    <a:pt x="121" y="361"/>
                  </a:lnTo>
                  <a:lnTo>
                    <a:pt x="123" y="361"/>
                  </a:lnTo>
                  <a:lnTo>
                    <a:pt x="121" y="361"/>
                  </a:lnTo>
                  <a:lnTo>
                    <a:pt x="121" y="361"/>
                  </a:lnTo>
                  <a:lnTo>
                    <a:pt x="121" y="359"/>
                  </a:lnTo>
                  <a:lnTo>
                    <a:pt x="121" y="359"/>
                  </a:lnTo>
                  <a:lnTo>
                    <a:pt x="121" y="359"/>
                  </a:lnTo>
                  <a:lnTo>
                    <a:pt x="121" y="357"/>
                  </a:lnTo>
                  <a:lnTo>
                    <a:pt x="121" y="357"/>
                  </a:lnTo>
                  <a:lnTo>
                    <a:pt x="119" y="353"/>
                  </a:lnTo>
                  <a:lnTo>
                    <a:pt x="119" y="353"/>
                  </a:lnTo>
                  <a:lnTo>
                    <a:pt x="119" y="351"/>
                  </a:lnTo>
                  <a:lnTo>
                    <a:pt x="119" y="349"/>
                  </a:lnTo>
                  <a:lnTo>
                    <a:pt x="114" y="340"/>
                  </a:lnTo>
                  <a:lnTo>
                    <a:pt x="112" y="336"/>
                  </a:lnTo>
                  <a:lnTo>
                    <a:pt x="112" y="334"/>
                  </a:lnTo>
                  <a:lnTo>
                    <a:pt x="112" y="334"/>
                  </a:lnTo>
                  <a:lnTo>
                    <a:pt x="110" y="332"/>
                  </a:lnTo>
                  <a:lnTo>
                    <a:pt x="110" y="330"/>
                  </a:lnTo>
                  <a:lnTo>
                    <a:pt x="110" y="330"/>
                  </a:lnTo>
                  <a:lnTo>
                    <a:pt x="108" y="328"/>
                  </a:lnTo>
                  <a:lnTo>
                    <a:pt x="106" y="326"/>
                  </a:lnTo>
                  <a:lnTo>
                    <a:pt x="100" y="322"/>
                  </a:lnTo>
                  <a:lnTo>
                    <a:pt x="100" y="320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6"/>
                  </a:lnTo>
                  <a:lnTo>
                    <a:pt x="98" y="314"/>
                  </a:lnTo>
                  <a:lnTo>
                    <a:pt x="98" y="312"/>
                  </a:lnTo>
                  <a:lnTo>
                    <a:pt x="98" y="308"/>
                  </a:lnTo>
                  <a:lnTo>
                    <a:pt x="96" y="302"/>
                  </a:lnTo>
                  <a:lnTo>
                    <a:pt x="96" y="302"/>
                  </a:lnTo>
                  <a:lnTo>
                    <a:pt x="96" y="302"/>
                  </a:lnTo>
                  <a:lnTo>
                    <a:pt x="94" y="300"/>
                  </a:lnTo>
                  <a:lnTo>
                    <a:pt x="94" y="300"/>
                  </a:lnTo>
                  <a:lnTo>
                    <a:pt x="94" y="298"/>
                  </a:lnTo>
                  <a:lnTo>
                    <a:pt x="94" y="298"/>
                  </a:lnTo>
                  <a:lnTo>
                    <a:pt x="94" y="296"/>
                  </a:lnTo>
                  <a:lnTo>
                    <a:pt x="94" y="296"/>
                  </a:lnTo>
                  <a:lnTo>
                    <a:pt x="94" y="294"/>
                  </a:lnTo>
                  <a:lnTo>
                    <a:pt x="94" y="294"/>
                  </a:lnTo>
                  <a:lnTo>
                    <a:pt x="94" y="288"/>
                  </a:lnTo>
                  <a:lnTo>
                    <a:pt x="96" y="287"/>
                  </a:lnTo>
                  <a:lnTo>
                    <a:pt x="94" y="283"/>
                  </a:lnTo>
                  <a:lnTo>
                    <a:pt x="94" y="279"/>
                  </a:lnTo>
                  <a:lnTo>
                    <a:pt x="94" y="277"/>
                  </a:lnTo>
                  <a:lnTo>
                    <a:pt x="92" y="275"/>
                  </a:lnTo>
                  <a:lnTo>
                    <a:pt x="92" y="275"/>
                  </a:lnTo>
                  <a:lnTo>
                    <a:pt x="84" y="269"/>
                  </a:lnTo>
                  <a:lnTo>
                    <a:pt x="84" y="267"/>
                  </a:lnTo>
                  <a:lnTo>
                    <a:pt x="84" y="267"/>
                  </a:lnTo>
                  <a:lnTo>
                    <a:pt x="84" y="265"/>
                  </a:lnTo>
                  <a:lnTo>
                    <a:pt x="84" y="265"/>
                  </a:lnTo>
                  <a:lnTo>
                    <a:pt x="84" y="265"/>
                  </a:lnTo>
                  <a:lnTo>
                    <a:pt x="84" y="265"/>
                  </a:lnTo>
                  <a:lnTo>
                    <a:pt x="82" y="265"/>
                  </a:lnTo>
                  <a:lnTo>
                    <a:pt x="82" y="265"/>
                  </a:lnTo>
                  <a:lnTo>
                    <a:pt x="82" y="263"/>
                  </a:lnTo>
                  <a:lnTo>
                    <a:pt x="78" y="261"/>
                  </a:lnTo>
                  <a:lnTo>
                    <a:pt x="76" y="259"/>
                  </a:lnTo>
                  <a:lnTo>
                    <a:pt x="76" y="257"/>
                  </a:lnTo>
                  <a:lnTo>
                    <a:pt x="74" y="255"/>
                  </a:lnTo>
                  <a:lnTo>
                    <a:pt x="66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49"/>
                  </a:lnTo>
                  <a:lnTo>
                    <a:pt x="64" y="249"/>
                  </a:lnTo>
                  <a:lnTo>
                    <a:pt x="64" y="249"/>
                  </a:lnTo>
                  <a:lnTo>
                    <a:pt x="64" y="247"/>
                  </a:lnTo>
                  <a:lnTo>
                    <a:pt x="63" y="249"/>
                  </a:lnTo>
                  <a:lnTo>
                    <a:pt x="61" y="249"/>
                  </a:lnTo>
                  <a:lnTo>
                    <a:pt x="61" y="247"/>
                  </a:lnTo>
                  <a:lnTo>
                    <a:pt x="57" y="247"/>
                  </a:lnTo>
                  <a:lnTo>
                    <a:pt x="51" y="245"/>
                  </a:lnTo>
                  <a:lnTo>
                    <a:pt x="49" y="243"/>
                  </a:lnTo>
                  <a:lnTo>
                    <a:pt x="53" y="243"/>
                  </a:lnTo>
                  <a:lnTo>
                    <a:pt x="55" y="243"/>
                  </a:lnTo>
                  <a:lnTo>
                    <a:pt x="55" y="243"/>
                  </a:lnTo>
                  <a:lnTo>
                    <a:pt x="57" y="243"/>
                  </a:lnTo>
                  <a:lnTo>
                    <a:pt x="57" y="243"/>
                  </a:lnTo>
                  <a:lnTo>
                    <a:pt x="57" y="241"/>
                  </a:lnTo>
                  <a:lnTo>
                    <a:pt x="55" y="241"/>
                  </a:lnTo>
                  <a:lnTo>
                    <a:pt x="55" y="241"/>
                  </a:lnTo>
                  <a:lnTo>
                    <a:pt x="55" y="241"/>
                  </a:lnTo>
                  <a:lnTo>
                    <a:pt x="53" y="237"/>
                  </a:lnTo>
                  <a:lnTo>
                    <a:pt x="51" y="235"/>
                  </a:lnTo>
                  <a:lnTo>
                    <a:pt x="47" y="235"/>
                  </a:lnTo>
                  <a:lnTo>
                    <a:pt x="43" y="235"/>
                  </a:lnTo>
                  <a:lnTo>
                    <a:pt x="45" y="232"/>
                  </a:lnTo>
                  <a:lnTo>
                    <a:pt x="43" y="230"/>
                  </a:lnTo>
                  <a:lnTo>
                    <a:pt x="39" y="224"/>
                  </a:lnTo>
                  <a:lnTo>
                    <a:pt x="39" y="224"/>
                  </a:lnTo>
                  <a:lnTo>
                    <a:pt x="39" y="222"/>
                  </a:lnTo>
                  <a:lnTo>
                    <a:pt x="39" y="222"/>
                  </a:lnTo>
                  <a:lnTo>
                    <a:pt x="37" y="220"/>
                  </a:lnTo>
                  <a:lnTo>
                    <a:pt x="37" y="218"/>
                  </a:lnTo>
                  <a:lnTo>
                    <a:pt x="39" y="218"/>
                  </a:lnTo>
                  <a:lnTo>
                    <a:pt x="39" y="218"/>
                  </a:lnTo>
                  <a:lnTo>
                    <a:pt x="39" y="216"/>
                  </a:lnTo>
                  <a:lnTo>
                    <a:pt x="39" y="214"/>
                  </a:lnTo>
                  <a:lnTo>
                    <a:pt x="35" y="212"/>
                  </a:lnTo>
                  <a:lnTo>
                    <a:pt x="35" y="208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1" y="206"/>
                  </a:lnTo>
                  <a:lnTo>
                    <a:pt x="31" y="204"/>
                  </a:lnTo>
                  <a:lnTo>
                    <a:pt x="31" y="202"/>
                  </a:lnTo>
                  <a:lnTo>
                    <a:pt x="31" y="202"/>
                  </a:lnTo>
                  <a:lnTo>
                    <a:pt x="31" y="200"/>
                  </a:lnTo>
                  <a:lnTo>
                    <a:pt x="29" y="200"/>
                  </a:lnTo>
                  <a:lnTo>
                    <a:pt x="29" y="200"/>
                  </a:lnTo>
                  <a:lnTo>
                    <a:pt x="33" y="194"/>
                  </a:lnTo>
                  <a:lnTo>
                    <a:pt x="33" y="192"/>
                  </a:lnTo>
                  <a:lnTo>
                    <a:pt x="33" y="190"/>
                  </a:lnTo>
                  <a:lnTo>
                    <a:pt x="33" y="188"/>
                  </a:lnTo>
                  <a:lnTo>
                    <a:pt x="33" y="186"/>
                  </a:lnTo>
                  <a:lnTo>
                    <a:pt x="33" y="186"/>
                  </a:lnTo>
                  <a:lnTo>
                    <a:pt x="31" y="184"/>
                  </a:lnTo>
                  <a:lnTo>
                    <a:pt x="31" y="184"/>
                  </a:lnTo>
                  <a:lnTo>
                    <a:pt x="31" y="184"/>
                  </a:lnTo>
                  <a:lnTo>
                    <a:pt x="31" y="184"/>
                  </a:lnTo>
                  <a:lnTo>
                    <a:pt x="31" y="182"/>
                  </a:lnTo>
                  <a:lnTo>
                    <a:pt x="31" y="182"/>
                  </a:lnTo>
                  <a:lnTo>
                    <a:pt x="31" y="182"/>
                  </a:lnTo>
                  <a:lnTo>
                    <a:pt x="29" y="182"/>
                  </a:lnTo>
                  <a:lnTo>
                    <a:pt x="31" y="179"/>
                  </a:lnTo>
                  <a:lnTo>
                    <a:pt x="29" y="177"/>
                  </a:lnTo>
                  <a:lnTo>
                    <a:pt x="27" y="171"/>
                  </a:lnTo>
                  <a:lnTo>
                    <a:pt x="27" y="171"/>
                  </a:lnTo>
                  <a:lnTo>
                    <a:pt x="27" y="167"/>
                  </a:lnTo>
                  <a:lnTo>
                    <a:pt x="27" y="165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25" y="163"/>
                  </a:lnTo>
                  <a:lnTo>
                    <a:pt x="25" y="163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23" y="161"/>
                  </a:lnTo>
                  <a:lnTo>
                    <a:pt x="25" y="159"/>
                  </a:lnTo>
                  <a:lnTo>
                    <a:pt x="23" y="157"/>
                  </a:lnTo>
                  <a:lnTo>
                    <a:pt x="23" y="157"/>
                  </a:lnTo>
                  <a:lnTo>
                    <a:pt x="23" y="155"/>
                  </a:lnTo>
                  <a:lnTo>
                    <a:pt x="23" y="155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1" y="149"/>
                  </a:lnTo>
                  <a:lnTo>
                    <a:pt x="21" y="149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19" y="147"/>
                  </a:lnTo>
                  <a:lnTo>
                    <a:pt x="19" y="145"/>
                  </a:lnTo>
                  <a:lnTo>
                    <a:pt x="17" y="143"/>
                  </a:lnTo>
                  <a:lnTo>
                    <a:pt x="15" y="143"/>
                  </a:lnTo>
                  <a:lnTo>
                    <a:pt x="15" y="141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39"/>
                  </a:lnTo>
                  <a:lnTo>
                    <a:pt x="13" y="139"/>
                  </a:lnTo>
                  <a:lnTo>
                    <a:pt x="13" y="139"/>
                  </a:lnTo>
                  <a:lnTo>
                    <a:pt x="13" y="137"/>
                  </a:lnTo>
                  <a:lnTo>
                    <a:pt x="10" y="135"/>
                  </a:lnTo>
                  <a:lnTo>
                    <a:pt x="10" y="133"/>
                  </a:lnTo>
                  <a:lnTo>
                    <a:pt x="10" y="131"/>
                  </a:lnTo>
                  <a:lnTo>
                    <a:pt x="10" y="131"/>
                  </a:lnTo>
                  <a:lnTo>
                    <a:pt x="10" y="131"/>
                  </a:lnTo>
                  <a:lnTo>
                    <a:pt x="10" y="131"/>
                  </a:lnTo>
                  <a:lnTo>
                    <a:pt x="8" y="129"/>
                  </a:lnTo>
                  <a:lnTo>
                    <a:pt x="8" y="129"/>
                  </a:lnTo>
                  <a:lnTo>
                    <a:pt x="6" y="127"/>
                  </a:lnTo>
                  <a:lnTo>
                    <a:pt x="6" y="127"/>
                  </a:lnTo>
                  <a:lnTo>
                    <a:pt x="10" y="124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3" y="118"/>
                  </a:lnTo>
                  <a:lnTo>
                    <a:pt x="15" y="114"/>
                  </a:lnTo>
                  <a:lnTo>
                    <a:pt x="21" y="108"/>
                  </a:lnTo>
                  <a:lnTo>
                    <a:pt x="21" y="110"/>
                  </a:lnTo>
                  <a:lnTo>
                    <a:pt x="21" y="110"/>
                  </a:lnTo>
                  <a:lnTo>
                    <a:pt x="21" y="110"/>
                  </a:lnTo>
                  <a:lnTo>
                    <a:pt x="23" y="112"/>
                  </a:lnTo>
                  <a:lnTo>
                    <a:pt x="23" y="112"/>
                  </a:lnTo>
                  <a:lnTo>
                    <a:pt x="23" y="114"/>
                  </a:lnTo>
                  <a:lnTo>
                    <a:pt x="23" y="114"/>
                  </a:lnTo>
                  <a:lnTo>
                    <a:pt x="23" y="116"/>
                  </a:lnTo>
                  <a:lnTo>
                    <a:pt x="23" y="116"/>
                  </a:lnTo>
                  <a:lnTo>
                    <a:pt x="23" y="116"/>
                  </a:lnTo>
                  <a:lnTo>
                    <a:pt x="25" y="118"/>
                  </a:lnTo>
                  <a:lnTo>
                    <a:pt x="25" y="118"/>
                  </a:lnTo>
                  <a:lnTo>
                    <a:pt x="27" y="120"/>
                  </a:lnTo>
                  <a:lnTo>
                    <a:pt x="27" y="120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3" y="116"/>
                  </a:lnTo>
                  <a:lnTo>
                    <a:pt x="35" y="116"/>
                  </a:lnTo>
                  <a:lnTo>
                    <a:pt x="35" y="112"/>
                  </a:lnTo>
                  <a:lnTo>
                    <a:pt x="35" y="110"/>
                  </a:lnTo>
                  <a:lnTo>
                    <a:pt x="35" y="106"/>
                  </a:lnTo>
                  <a:lnTo>
                    <a:pt x="35" y="104"/>
                  </a:lnTo>
                  <a:lnTo>
                    <a:pt x="37" y="102"/>
                  </a:lnTo>
                  <a:lnTo>
                    <a:pt x="37" y="102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39" y="100"/>
                  </a:lnTo>
                  <a:lnTo>
                    <a:pt x="39" y="100"/>
                  </a:lnTo>
                  <a:lnTo>
                    <a:pt x="37" y="100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2"/>
                  </a:lnTo>
                  <a:lnTo>
                    <a:pt x="31" y="102"/>
                  </a:lnTo>
                  <a:lnTo>
                    <a:pt x="31" y="102"/>
                  </a:lnTo>
                  <a:lnTo>
                    <a:pt x="31" y="102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8"/>
                  </a:lnTo>
                  <a:lnTo>
                    <a:pt x="29" y="96"/>
                  </a:lnTo>
                  <a:lnTo>
                    <a:pt x="27" y="96"/>
                  </a:lnTo>
                  <a:lnTo>
                    <a:pt x="27" y="94"/>
                  </a:lnTo>
                  <a:lnTo>
                    <a:pt x="29" y="94"/>
                  </a:lnTo>
                  <a:lnTo>
                    <a:pt x="29" y="92"/>
                  </a:lnTo>
                  <a:lnTo>
                    <a:pt x="31" y="94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3" y="92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5" y="92"/>
                  </a:lnTo>
                  <a:lnTo>
                    <a:pt x="37" y="92"/>
                  </a:lnTo>
                  <a:lnTo>
                    <a:pt x="37" y="92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4"/>
                  </a:lnTo>
                  <a:lnTo>
                    <a:pt x="37" y="84"/>
                  </a:lnTo>
                  <a:lnTo>
                    <a:pt x="37" y="80"/>
                  </a:lnTo>
                  <a:lnTo>
                    <a:pt x="35" y="80"/>
                  </a:lnTo>
                  <a:lnTo>
                    <a:pt x="35" y="78"/>
                  </a:lnTo>
                  <a:lnTo>
                    <a:pt x="33" y="78"/>
                  </a:lnTo>
                  <a:lnTo>
                    <a:pt x="33" y="80"/>
                  </a:lnTo>
                  <a:lnTo>
                    <a:pt x="33" y="84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1" y="80"/>
                  </a:lnTo>
                  <a:lnTo>
                    <a:pt x="31" y="76"/>
                  </a:lnTo>
                  <a:lnTo>
                    <a:pt x="29" y="74"/>
                  </a:lnTo>
                  <a:lnTo>
                    <a:pt x="27" y="71"/>
                  </a:lnTo>
                  <a:lnTo>
                    <a:pt x="25" y="69"/>
                  </a:lnTo>
                  <a:lnTo>
                    <a:pt x="19" y="67"/>
                  </a:lnTo>
                  <a:lnTo>
                    <a:pt x="17" y="65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8" y="57"/>
                  </a:lnTo>
                  <a:lnTo>
                    <a:pt x="8" y="57"/>
                  </a:lnTo>
                  <a:lnTo>
                    <a:pt x="6" y="55"/>
                  </a:lnTo>
                  <a:lnTo>
                    <a:pt x="4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2" y="51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3" y="51"/>
                  </a:lnTo>
                  <a:lnTo>
                    <a:pt x="12" y="51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7"/>
                  </a:lnTo>
                  <a:close/>
                  <a:moveTo>
                    <a:pt x="667" y="16"/>
                  </a:moveTo>
                  <a:lnTo>
                    <a:pt x="669" y="18"/>
                  </a:lnTo>
                  <a:lnTo>
                    <a:pt x="671" y="21"/>
                  </a:lnTo>
                  <a:lnTo>
                    <a:pt x="671" y="23"/>
                  </a:lnTo>
                  <a:lnTo>
                    <a:pt x="669" y="23"/>
                  </a:lnTo>
                  <a:lnTo>
                    <a:pt x="667" y="23"/>
                  </a:lnTo>
                  <a:lnTo>
                    <a:pt x="665" y="25"/>
                  </a:lnTo>
                  <a:lnTo>
                    <a:pt x="663" y="25"/>
                  </a:lnTo>
                  <a:lnTo>
                    <a:pt x="661" y="23"/>
                  </a:lnTo>
                  <a:lnTo>
                    <a:pt x="659" y="21"/>
                  </a:lnTo>
                  <a:lnTo>
                    <a:pt x="659" y="19"/>
                  </a:lnTo>
                  <a:lnTo>
                    <a:pt x="661" y="18"/>
                  </a:lnTo>
                  <a:lnTo>
                    <a:pt x="667" y="16"/>
                  </a:lnTo>
                  <a:close/>
                  <a:moveTo>
                    <a:pt x="688" y="14"/>
                  </a:moveTo>
                  <a:lnTo>
                    <a:pt x="690" y="16"/>
                  </a:lnTo>
                  <a:lnTo>
                    <a:pt x="692" y="16"/>
                  </a:lnTo>
                  <a:lnTo>
                    <a:pt x="692" y="18"/>
                  </a:lnTo>
                  <a:lnTo>
                    <a:pt x="694" y="19"/>
                  </a:lnTo>
                  <a:lnTo>
                    <a:pt x="694" y="21"/>
                  </a:lnTo>
                  <a:lnTo>
                    <a:pt x="694" y="21"/>
                  </a:lnTo>
                  <a:lnTo>
                    <a:pt x="696" y="21"/>
                  </a:lnTo>
                  <a:lnTo>
                    <a:pt x="696" y="23"/>
                  </a:lnTo>
                  <a:lnTo>
                    <a:pt x="696" y="23"/>
                  </a:lnTo>
                  <a:lnTo>
                    <a:pt x="698" y="23"/>
                  </a:lnTo>
                  <a:lnTo>
                    <a:pt x="698" y="25"/>
                  </a:lnTo>
                  <a:lnTo>
                    <a:pt x="700" y="25"/>
                  </a:lnTo>
                  <a:lnTo>
                    <a:pt x="700" y="27"/>
                  </a:lnTo>
                  <a:lnTo>
                    <a:pt x="700" y="27"/>
                  </a:lnTo>
                  <a:lnTo>
                    <a:pt x="700" y="29"/>
                  </a:lnTo>
                  <a:lnTo>
                    <a:pt x="702" y="29"/>
                  </a:lnTo>
                  <a:lnTo>
                    <a:pt x="700" y="31"/>
                  </a:lnTo>
                  <a:lnTo>
                    <a:pt x="700" y="31"/>
                  </a:lnTo>
                  <a:lnTo>
                    <a:pt x="700" y="33"/>
                  </a:lnTo>
                  <a:lnTo>
                    <a:pt x="700" y="33"/>
                  </a:lnTo>
                  <a:lnTo>
                    <a:pt x="700" y="33"/>
                  </a:lnTo>
                  <a:lnTo>
                    <a:pt x="700" y="33"/>
                  </a:lnTo>
                  <a:lnTo>
                    <a:pt x="698" y="33"/>
                  </a:lnTo>
                  <a:lnTo>
                    <a:pt x="698" y="33"/>
                  </a:lnTo>
                  <a:lnTo>
                    <a:pt x="698" y="35"/>
                  </a:lnTo>
                  <a:lnTo>
                    <a:pt x="698" y="35"/>
                  </a:lnTo>
                  <a:lnTo>
                    <a:pt x="700" y="37"/>
                  </a:lnTo>
                  <a:lnTo>
                    <a:pt x="700" y="37"/>
                  </a:lnTo>
                  <a:lnTo>
                    <a:pt x="700" y="37"/>
                  </a:lnTo>
                  <a:lnTo>
                    <a:pt x="700" y="39"/>
                  </a:lnTo>
                  <a:lnTo>
                    <a:pt x="700" y="39"/>
                  </a:lnTo>
                  <a:lnTo>
                    <a:pt x="700" y="41"/>
                  </a:lnTo>
                  <a:lnTo>
                    <a:pt x="700" y="41"/>
                  </a:lnTo>
                  <a:lnTo>
                    <a:pt x="700" y="41"/>
                  </a:lnTo>
                  <a:lnTo>
                    <a:pt x="700" y="43"/>
                  </a:lnTo>
                  <a:lnTo>
                    <a:pt x="700" y="47"/>
                  </a:lnTo>
                  <a:lnTo>
                    <a:pt x="700" y="51"/>
                  </a:lnTo>
                  <a:lnTo>
                    <a:pt x="700" y="53"/>
                  </a:lnTo>
                  <a:lnTo>
                    <a:pt x="700" y="53"/>
                  </a:lnTo>
                  <a:lnTo>
                    <a:pt x="700" y="53"/>
                  </a:lnTo>
                  <a:lnTo>
                    <a:pt x="698" y="55"/>
                  </a:lnTo>
                  <a:lnTo>
                    <a:pt x="698" y="55"/>
                  </a:lnTo>
                  <a:lnTo>
                    <a:pt x="698" y="57"/>
                  </a:lnTo>
                  <a:lnTo>
                    <a:pt x="698" y="59"/>
                  </a:lnTo>
                  <a:lnTo>
                    <a:pt x="698" y="61"/>
                  </a:lnTo>
                  <a:lnTo>
                    <a:pt x="692" y="65"/>
                  </a:lnTo>
                  <a:lnTo>
                    <a:pt x="690" y="67"/>
                  </a:lnTo>
                  <a:lnTo>
                    <a:pt x="688" y="69"/>
                  </a:lnTo>
                  <a:lnTo>
                    <a:pt x="688" y="71"/>
                  </a:lnTo>
                  <a:lnTo>
                    <a:pt x="688" y="78"/>
                  </a:lnTo>
                  <a:lnTo>
                    <a:pt x="688" y="80"/>
                  </a:lnTo>
                  <a:lnTo>
                    <a:pt x="688" y="80"/>
                  </a:lnTo>
                  <a:lnTo>
                    <a:pt x="686" y="82"/>
                  </a:lnTo>
                  <a:lnTo>
                    <a:pt x="686" y="80"/>
                  </a:lnTo>
                  <a:lnTo>
                    <a:pt x="686" y="78"/>
                  </a:lnTo>
                  <a:lnTo>
                    <a:pt x="686" y="78"/>
                  </a:lnTo>
                  <a:lnTo>
                    <a:pt x="684" y="78"/>
                  </a:lnTo>
                  <a:lnTo>
                    <a:pt x="682" y="78"/>
                  </a:lnTo>
                  <a:lnTo>
                    <a:pt x="680" y="80"/>
                  </a:lnTo>
                  <a:lnTo>
                    <a:pt x="680" y="80"/>
                  </a:lnTo>
                  <a:lnTo>
                    <a:pt x="680" y="80"/>
                  </a:lnTo>
                  <a:lnTo>
                    <a:pt x="678" y="80"/>
                  </a:lnTo>
                  <a:lnTo>
                    <a:pt x="678" y="80"/>
                  </a:lnTo>
                  <a:lnTo>
                    <a:pt x="678" y="78"/>
                  </a:lnTo>
                  <a:lnTo>
                    <a:pt x="676" y="78"/>
                  </a:lnTo>
                  <a:lnTo>
                    <a:pt x="676" y="76"/>
                  </a:lnTo>
                  <a:lnTo>
                    <a:pt x="676" y="76"/>
                  </a:lnTo>
                  <a:lnTo>
                    <a:pt x="676" y="74"/>
                  </a:lnTo>
                  <a:lnTo>
                    <a:pt x="676" y="74"/>
                  </a:lnTo>
                  <a:lnTo>
                    <a:pt x="676" y="72"/>
                  </a:lnTo>
                  <a:lnTo>
                    <a:pt x="674" y="72"/>
                  </a:lnTo>
                  <a:lnTo>
                    <a:pt x="674" y="71"/>
                  </a:lnTo>
                  <a:lnTo>
                    <a:pt x="674" y="71"/>
                  </a:lnTo>
                  <a:lnTo>
                    <a:pt x="674" y="71"/>
                  </a:lnTo>
                  <a:lnTo>
                    <a:pt x="671" y="69"/>
                  </a:lnTo>
                  <a:lnTo>
                    <a:pt x="671" y="69"/>
                  </a:lnTo>
                  <a:lnTo>
                    <a:pt x="671" y="69"/>
                  </a:lnTo>
                  <a:lnTo>
                    <a:pt x="671" y="67"/>
                  </a:lnTo>
                  <a:lnTo>
                    <a:pt x="671" y="65"/>
                  </a:lnTo>
                  <a:lnTo>
                    <a:pt x="672" y="65"/>
                  </a:lnTo>
                  <a:lnTo>
                    <a:pt x="674" y="65"/>
                  </a:lnTo>
                  <a:lnTo>
                    <a:pt x="676" y="63"/>
                  </a:lnTo>
                  <a:lnTo>
                    <a:pt x="676" y="59"/>
                  </a:lnTo>
                  <a:lnTo>
                    <a:pt x="676" y="57"/>
                  </a:lnTo>
                  <a:lnTo>
                    <a:pt x="676" y="55"/>
                  </a:lnTo>
                  <a:lnTo>
                    <a:pt x="678" y="55"/>
                  </a:lnTo>
                  <a:lnTo>
                    <a:pt x="680" y="53"/>
                  </a:lnTo>
                  <a:lnTo>
                    <a:pt x="682" y="53"/>
                  </a:lnTo>
                  <a:lnTo>
                    <a:pt x="682" y="53"/>
                  </a:lnTo>
                  <a:lnTo>
                    <a:pt x="682" y="51"/>
                  </a:lnTo>
                  <a:lnTo>
                    <a:pt x="682" y="51"/>
                  </a:lnTo>
                  <a:lnTo>
                    <a:pt x="682" y="51"/>
                  </a:lnTo>
                  <a:lnTo>
                    <a:pt x="684" y="51"/>
                  </a:lnTo>
                  <a:lnTo>
                    <a:pt x="684" y="51"/>
                  </a:lnTo>
                  <a:lnTo>
                    <a:pt x="686" y="49"/>
                  </a:lnTo>
                  <a:lnTo>
                    <a:pt x="686" y="47"/>
                  </a:lnTo>
                  <a:lnTo>
                    <a:pt x="686" y="45"/>
                  </a:lnTo>
                  <a:lnTo>
                    <a:pt x="686" y="41"/>
                  </a:lnTo>
                  <a:lnTo>
                    <a:pt x="686" y="41"/>
                  </a:lnTo>
                  <a:lnTo>
                    <a:pt x="686" y="41"/>
                  </a:lnTo>
                  <a:lnTo>
                    <a:pt x="686" y="39"/>
                  </a:lnTo>
                  <a:lnTo>
                    <a:pt x="686" y="37"/>
                  </a:lnTo>
                  <a:lnTo>
                    <a:pt x="686" y="35"/>
                  </a:lnTo>
                  <a:lnTo>
                    <a:pt x="686" y="31"/>
                  </a:lnTo>
                  <a:lnTo>
                    <a:pt x="686" y="29"/>
                  </a:lnTo>
                  <a:lnTo>
                    <a:pt x="684" y="27"/>
                  </a:lnTo>
                  <a:lnTo>
                    <a:pt x="684" y="25"/>
                  </a:lnTo>
                  <a:lnTo>
                    <a:pt x="684" y="25"/>
                  </a:lnTo>
                  <a:lnTo>
                    <a:pt x="686" y="19"/>
                  </a:lnTo>
                  <a:lnTo>
                    <a:pt x="686" y="18"/>
                  </a:lnTo>
                  <a:lnTo>
                    <a:pt x="688" y="16"/>
                  </a:lnTo>
                  <a:lnTo>
                    <a:pt x="688" y="14"/>
                  </a:lnTo>
                  <a:close/>
                  <a:moveTo>
                    <a:pt x="702" y="0"/>
                  </a:moveTo>
                  <a:lnTo>
                    <a:pt x="702" y="0"/>
                  </a:lnTo>
                  <a:lnTo>
                    <a:pt x="704" y="2"/>
                  </a:lnTo>
                  <a:lnTo>
                    <a:pt x="706" y="2"/>
                  </a:lnTo>
                  <a:lnTo>
                    <a:pt x="706" y="4"/>
                  </a:lnTo>
                  <a:lnTo>
                    <a:pt x="706" y="4"/>
                  </a:lnTo>
                  <a:lnTo>
                    <a:pt x="708" y="6"/>
                  </a:lnTo>
                  <a:lnTo>
                    <a:pt x="708" y="6"/>
                  </a:lnTo>
                  <a:lnTo>
                    <a:pt x="708" y="8"/>
                  </a:lnTo>
                  <a:lnTo>
                    <a:pt x="708" y="10"/>
                  </a:lnTo>
                  <a:lnTo>
                    <a:pt x="708" y="12"/>
                  </a:lnTo>
                  <a:lnTo>
                    <a:pt x="708" y="14"/>
                  </a:lnTo>
                  <a:lnTo>
                    <a:pt x="708" y="16"/>
                  </a:lnTo>
                  <a:lnTo>
                    <a:pt x="708" y="18"/>
                  </a:lnTo>
                  <a:lnTo>
                    <a:pt x="708" y="18"/>
                  </a:lnTo>
                  <a:lnTo>
                    <a:pt x="706" y="18"/>
                  </a:lnTo>
                  <a:lnTo>
                    <a:pt x="704" y="18"/>
                  </a:lnTo>
                  <a:lnTo>
                    <a:pt x="704" y="19"/>
                  </a:lnTo>
                  <a:lnTo>
                    <a:pt x="702" y="19"/>
                  </a:lnTo>
                  <a:lnTo>
                    <a:pt x="702" y="19"/>
                  </a:lnTo>
                  <a:lnTo>
                    <a:pt x="700" y="18"/>
                  </a:lnTo>
                  <a:lnTo>
                    <a:pt x="698" y="19"/>
                  </a:lnTo>
                  <a:lnTo>
                    <a:pt x="696" y="18"/>
                  </a:lnTo>
                  <a:lnTo>
                    <a:pt x="694" y="18"/>
                  </a:lnTo>
                  <a:lnTo>
                    <a:pt x="694" y="16"/>
                  </a:lnTo>
                  <a:lnTo>
                    <a:pt x="694" y="14"/>
                  </a:lnTo>
                  <a:lnTo>
                    <a:pt x="694" y="12"/>
                  </a:lnTo>
                  <a:lnTo>
                    <a:pt x="694" y="10"/>
                  </a:lnTo>
                  <a:lnTo>
                    <a:pt x="696" y="10"/>
                  </a:lnTo>
                  <a:lnTo>
                    <a:pt x="696" y="8"/>
                  </a:lnTo>
                  <a:lnTo>
                    <a:pt x="696" y="4"/>
                  </a:lnTo>
                  <a:lnTo>
                    <a:pt x="698" y="4"/>
                  </a:lnTo>
                  <a:lnTo>
                    <a:pt x="698" y="2"/>
                  </a:lnTo>
                  <a:lnTo>
                    <a:pt x="700" y="0"/>
                  </a:lnTo>
                  <a:lnTo>
                    <a:pt x="70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5"/>
            <p:cNvSpPr>
              <a:spLocks noEditPoints="1"/>
            </p:cNvSpPr>
            <p:nvPr/>
          </p:nvSpPr>
          <p:spPr bwMode="auto">
            <a:xfrm>
              <a:off x="2019300" y="2544763"/>
              <a:ext cx="714375" cy="866775"/>
            </a:xfrm>
            <a:custGeom>
              <a:avLst/>
              <a:gdLst>
                <a:gd name="T0" fmla="*/ 296 w 900"/>
                <a:gd name="T1" fmla="*/ 639 h 1092"/>
                <a:gd name="T2" fmla="*/ 259 w 900"/>
                <a:gd name="T3" fmla="*/ 252 h 1092"/>
                <a:gd name="T4" fmla="*/ 261 w 900"/>
                <a:gd name="T5" fmla="*/ 209 h 1092"/>
                <a:gd name="T6" fmla="*/ 549 w 900"/>
                <a:gd name="T7" fmla="*/ 28 h 1092"/>
                <a:gd name="T8" fmla="*/ 496 w 900"/>
                <a:gd name="T9" fmla="*/ 53 h 1092"/>
                <a:gd name="T10" fmla="*/ 469 w 900"/>
                <a:gd name="T11" fmla="*/ 228 h 1092"/>
                <a:gd name="T12" fmla="*/ 447 w 900"/>
                <a:gd name="T13" fmla="*/ 362 h 1092"/>
                <a:gd name="T14" fmla="*/ 447 w 900"/>
                <a:gd name="T15" fmla="*/ 529 h 1092"/>
                <a:gd name="T16" fmla="*/ 400 w 900"/>
                <a:gd name="T17" fmla="*/ 601 h 1092"/>
                <a:gd name="T18" fmla="*/ 357 w 900"/>
                <a:gd name="T19" fmla="*/ 643 h 1092"/>
                <a:gd name="T20" fmla="*/ 302 w 900"/>
                <a:gd name="T21" fmla="*/ 621 h 1092"/>
                <a:gd name="T22" fmla="*/ 400 w 900"/>
                <a:gd name="T23" fmla="*/ 664 h 1092"/>
                <a:gd name="T24" fmla="*/ 498 w 900"/>
                <a:gd name="T25" fmla="*/ 483 h 1092"/>
                <a:gd name="T26" fmla="*/ 598 w 900"/>
                <a:gd name="T27" fmla="*/ 527 h 1092"/>
                <a:gd name="T28" fmla="*/ 643 w 900"/>
                <a:gd name="T29" fmla="*/ 588 h 1092"/>
                <a:gd name="T30" fmla="*/ 600 w 900"/>
                <a:gd name="T31" fmla="*/ 556 h 1092"/>
                <a:gd name="T32" fmla="*/ 614 w 900"/>
                <a:gd name="T33" fmla="*/ 456 h 1092"/>
                <a:gd name="T34" fmla="*/ 492 w 900"/>
                <a:gd name="T35" fmla="*/ 326 h 1092"/>
                <a:gd name="T36" fmla="*/ 534 w 900"/>
                <a:gd name="T37" fmla="*/ 132 h 1092"/>
                <a:gd name="T38" fmla="*/ 586 w 900"/>
                <a:gd name="T39" fmla="*/ 106 h 1092"/>
                <a:gd name="T40" fmla="*/ 563 w 900"/>
                <a:gd name="T41" fmla="*/ 203 h 1092"/>
                <a:gd name="T42" fmla="*/ 675 w 900"/>
                <a:gd name="T43" fmla="*/ 250 h 1092"/>
                <a:gd name="T44" fmla="*/ 636 w 900"/>
                <a:gd name="T45" fmla="*/ 213 h 1092"/>
                <a:gd name="T46" fmla="*/ 667 w 900"/>
                <a:gd name="T47" fmla="*/ 101 h 1092"/>
                <a:gd name="T48" fmla="*/ 706 w 900"/>
                <a:gd name="T49" fmla="*/ 142 h 1092"/>
                <a:gd name="T50" fmla="*/ 726 w 900"/>
                <a:gd name="T51" fmla="*/ 181 h 1092"/>
                <a:gd name="T52" fmla="*/ 736 w 900"/>
                <a:gd name="T53" fmla="*/ 273 h 1092"/>
                <a:gd name="T54" fmla="*/ 738 w 900"/>
                <a:gd name="T55" fmla="*/ 315 h 1092"/>
                <a:gd name="T56" fmla="*/ 696 w 900"/>
                <a:gd name="T57" fmla="*/ 334 h 1092"/>
                <a:gd name="T58" fmla="*/ 673 w 900"/>
                <a:gd name="T59" fmla="*/ 370 h 1092"/>
                <a:gd name="T60" fmla="*/ 698 w 900"/>
                <a:gd name="T61" fmla="*/ 419 h 1092"/>
                <a:gd name="T62" fmla="*/ 771 w 900"/>
                <a:gd name="T63" fmla="*/ 425 h 1092"/>
                <a:gd name="T64" fmla="*/ 806 w 900"/>
                <a:gd name="T65" fmla="*/ 493 h 1092"/>
                <a:gd name="T66" fmla="*/ 779 w 900"/>
                <a:gd name="T67" fmla="*/ 550 h 1092"/>
                <a:gd name="T68" fmla="*/ 767 w 900"/>
                <a:gd name="T69" fmla="*/ 595 h 1092"/>
                <a:gd name="T70" fmla="*/ 765 w 900"/>
                <a:gd name="T71" fmla="*/ 629 h 1092"/>
                <a:gd name="T72" fmla="*/ 812 w 900"/>
                <a:gd name="T73" fmla="*/ 735 h 1092"/>
                <a:gd name="T74" fmla="*/ 847 w 900"/>
                <a:gd name="T75" fmla="*/ 804 h 1092"/>
                <a:gd name="T76" fmla="*/ 861 w 900"/>
                <a:gd name="T77" fmla="*/ 857 h 1092"/>
                <a:gd name="T78" fmla="*/ 898 w 900"/>
                <a:gd name="T79" fmla="*/ 906 h 1092"/>
                <a:gd name="T80" fmla="*/ 861 w 900"/>
                <a:gd name="T81" fmla="*/ 968 h 1092"/>
                <a:gd name="T82" fmla="*/ 877 w 900"/>
                <a:gd name="T83" fmla="*/ 1027 h 1092"/>
                <a:gd name="T84" fmla="*/ 824 w 900"/>
                <a:gd name="T85" fmla="*/ 1074 h 1092"/>
                <a:gd name="T86" fmla="*/ 710 w 900"/>
                <a:gd name="T87" fmla="*/ 1029 h 1092"/>
                <a:gd name="T88" fmla="*/ 608 w 900"/>
                <a:gd name="T89" fmla="*/ 1039 h 1092"/>
                <a:gd name="T90" fmla="*/ 463 w 900"/>
                <a:gd name="T91" fmla="*/ 986 h 1092"/>
                <a:gd name="T92" fmla="*/ 298 w 900"/>
                <a:gd name="T93" fmla="*/ 880 h 1092"/>
                <a:gd name="T94" fmla="*/ 210 w 900"/>
                <a:gd name="T95" fmla="*/ 849 h 1092"/>
                <a:gd name="T96" fmla="*/ 159 w 900"/>
                <a:gd name="T97" fmla="*/ 827 h 1092"/>
                <a:gd name="T98" fmla="*/ 47 w 900"/>
                <a:gd name="T99" fmla="*/ 809 h 1092"/>
                <a:gd name="T100" fmla="*/ 16 w 900"/>
                <a:gd name="T101" fmla="*/ 756 h 1092"/>
                <a:gd name="T102" fmla="*/ 24 w 900"/>
                <a:gd name="T103" fmla="*/ 662 h 1092"/>
                <a:gd name="T104" fmla="*/ 63 w 900"/>
                <a:gd name="T105" fmla="*/ 617 h 1092"/>
                <a:gd name="T106" fmla="*/ 131 w 900"/>
                <a:gd name="T107" fmla="*/ 586 h 1092"/>
                <a:gd name="T108" fmla="*/ 184 w 900"/>
                <a:gd name="T109" fmla="*/ 536 h 1092"/>
                <a:gd name="T110" fmla="*/ 192 w 900"/>
                <a:gd name="T111" fmla="*/ 497 h 1092"/>
                <a:gd name="T112" fmla="*/ 188 w 900"/>
                <a:gd name="T113" fmla="*/ 430 h 1092"/>
                <a:gd name="T114" fmla="*/ 157 w 900"/>
                <a:gd name="T115" fmla="*/ 393 h 1092"/>
                <a:gd name="T116" fmla="*/ 245 w 900"/>
                <a:gd name="T117" fmla="*/ 413 h 1092"/>
                <a:gd name="T118" fmla="*/ 310 w 900"/>
                <a:gd name="T119" fmla="*/ 427 h 1092"/>
                <a:gd name="T120" fmla="*/ 251 w 900"/>
                <a:gd name="T121" fmla="*/ 344 h 1092"/>
                <a:gd name="T122" fmla="*/ 284 w 900"/>
                <a:gd name="T123" fmla="*/ 228 h 1092"/>
                <a:gd name="T124" fmla="*/ 335 w 900"/>
                <a:gd name="T125" fmla="*/ 128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00" h="1092">
                  <a:moveTo>
                    <a:pt x="284" y="619"/>
                  </a:moveTo>
                  <a:lnTo>
                    <a:pt x="286" y="619"/>
                  </a:lnTo>
                  <a:lnTo>
                    <a:pt x="288" y="621"/>
                  </a:lnTo>
                  <a:lnTo>
                    <a:pt x="290" y="621"/>
                  </a:lnTo>
                  <a:lnTo>
                    <a:pt x="294" y="619"/>
                  </a:lnTo>
                  <a:lnTo>
                    <a:pt x="296" y="621"/>
                  </a:lnTo>
                  <a:lnTo>
                    <a:pt x="296" y="625"/>
                  </a:lnTo>
                  <a:lnTo>
                    <a:pt x="298" y="627"/>
                  </a:lnTo>
                  <a:lnTo>
                    <a:pt x="298" y="631"/>
                  </a:lnTo>
                  <a:lnTo>
                    <a:pt x="300" y="631"/>
                  </a:lnTo>
                  <a:lnTo>
                    <a:pt x="300" y="631"/>
                  </a:lnTo>
                  <a:lnTo>
                    <a:pt x="302" y="633"/>
                  </a:lnTo>
                  <a:lnTo>
                    <a:pt x="302" y="631"/>
                  </a:lnTo>
                  <a:lnTo>
                    <a:pt x="300" y="629"/>
                  </a:lnTo>
                  <a:lnTo>
                    <a:pt x="298" y="627"/>
                  </a:lnTo>
                  <a:lnTo>
                    <a:pt x="298" y="625"/>
                  </a:lnTo>
                  <a:lnTo>
                    <a:pt x="298" y="625"/>
                  </a:lnTo>
                  <a:lnTo>
                    <a:pt x="300" y="625"/>
                  </a:lnTo>
                  <a:lnTo>
                    <a:pt x="304" y="625"/>
                  </a:lnTo>
                  <a:lnTo>
                    <a:pt x="306" y="625"/>
                  </a:lnTo>
                  <a:lnTo>
                    <a:pt x="306" y="627"/>
                  </a:lnTo>
                  <a:lnTo>
                    <a:pt x="308" y="627"/>
                  </a:lnTo>
                  <a:lnTo>
                    <a:pt x="306" y="629"/>
                  </a:lnTo>
                  <a:lnTo>
                    <a:pt x="306" y="629"/>
                  </a:lnTo>
                  <a:lnTo>
                    <a:pt x="306" y="629"/>
                  </a:lnTo>
                  <a:lnTo>
                    <a:pt x="310" y="629"/>
                  </a:lnTo>
                  <a:lnTo>
                    <a:pt x="310" y="629"/>
                  </a:lnTo>
                  <a:lnTo>
                    <a:pt x="310" y="631"/>
                  </a:lnTo>
                  <a:lnTo>
                    <a:pt x="312" y="631"/>
                  </a:lnTo>
                  <a:lnTo>
                    <a:pt x="312" y="631"/>
                  </a:lnTo>
                  <a:lnTo>
                    <a:pt x="312" y="633"/>
                  </a:lnTo>
                  <a:lnTo>
                    <a:pt x="314" y="633"/>
                  </a:lnTo>
                  <a:lnTo>
                    <a:pt x="314" y="633"/>
                  </a:lnTo>
                  <a:lnTo>
                    <a:pt x="316" y="633"/>
                  </a:lnTo>
                  <a:lnTo>
                    <a:pt x="318" y="635"/>
                  </a:lnTo>
                  <a:lnTo>
                    <a:pt x="318" y="635"/>
                  </a:lnTo>
                  <a:lnTo>
                    <a:pt x="316" y="639"/>
                  </a:lnTo>
                  <a:lnTo>
                    <a:pt x="316" y="639"/>
                  </a:lnTo>
                  <a:lnTo>
                    <a:pt x="316" y="639"/>
                  </a:lnTo>
                  <a:lnTo>
                    <a:pt x="316" y="639"/>
                  </a:lnTo>
                  <a:lnTo>
                    <a:pt x="316" y="641"/>
                  </a:lnTo>
                  <a:lnTo>
                    <a:pt x="316" y="641"/>
                  </a:lnTo>
                  <a:lnTo>
                    <a:pt x="316" y="641"/>
                  </a:lnTo>
                  <a:lnTo>
                    <a:pt x="314" y="641"/>
                  </a:lnTo>
                  <a:lnTo>
                    <a:pt x="314" y="641"/>
                  </a:lnTo>
                  <a:lnTo>
                    <a:pt x="314" y="643"/>
                  </a:lnTo>
                  <a:lnTo>
                    <a:pt x="316" y="646"/>
                  </a:lnTo>
                  <a:lnTo>
                    <a:pt x="318" y="646"/>
                  </a:lnTo>
                  <a:lnTo>
                    <a:pt x="316" y="646"/>
                  </a:lnTo>
                  <a:lnTo>
                    <a:pt x="316" y="646"/>
                  </a:lnTo>
                  <a:lnTo>
                    <a:pt x="314" y="646"/>
                  </a:lnTo>
                  <a:lnTo>
                    <a:pt x="314" y="646"/>
                  </a:lnTo>
                  <a:lnTo>
                    <a:pt x="314" y="646"/>
                  </a:lnTo>
                  <a:lnTo>
                    <a:pt x="316" y="648"/>
                  </a:lnTo>
                  <a:lnTo>
                    <a:pt x="316" y="648"/>
                  </a:lnTo>
                  <a:lnTo>
                    <a:pt x="316" y="650"/>
                  </a:lnTo>
                  <a:lnTo>
                    <a:pt x="316" y="650"/>
                  </a:lnTo>
                  <a:lnTo>
                    <a:pt x="314" y="652"/>
                  </a:lnTo>
                  <a:lnTo>
                    <a:pt x="314" y="652"/>
                  </a:lnTo>
                  <a:lnTo>
                    <a:pt x="310" y="650"/>
                  </a:lnTo>
                  <a:lnTo>
                    <a:pt x="308" y="652"/>
                  </a:lnTo>
                  <a:lnTo>
                    <a:pt x="308" y="652"/>
                  </a:lnTo>
                  <a:lnTo>
                    <a:pt x="308" y="652"/>
                  </a:lnTo>
                  <a:lnTo>
                    <a:pt x="306" y="652"/>
                  </a:lnTo>
                  <a:lnTo>
                    <a:pt x="306" y="652"/>
                  </a:lnTo>
                  <a:lnTo>
                    <a:pt x="306" y="652"/>
                  </a:lnTo>
                  <a:lnTo>
                    <a:pt x="306" y="652"/>
                  </a:lnTo>
                  <a:lnTo>
                    <a:pt x="304" y="650"/>
                  </a:lnTo>
                  <a:lnTo>
                    <a:pt x="302" y="648"/>
                  </a:lnTo>
                  <a:lnTo>
                    <a:pt x="296" y="641"/>
                  </a:lnTo>
                  <a:lnTo>
                    <a:pt x="296" y="641"/>
                  </a:lnTo>
                  <a:lnTo>
                    <a:pt x="296" y="639"/>
                  </a:lnTo>
                  <a:lnTo>
                    <a:pt x="296" y="639"/>
                  </a:lnTo>
                  <a:lnTo>
                    <a:pt x="296" y="639"/>
                  </a:lnTo>
                  <a:lnTo>
                    <a:pt x="298" y="639"/>
                  </a:lnTo>
                  <a:lnTo>
                    <a:pt x="298" y="637"/>
                  </a:lnTo>
                  <a:lnTo>
                    <a:pt x="298" y="637"/>
                  </a:lnTo>
                  <a:lnTo>
                    <a:pt x="296" y="635"/>
                  </a:lnTo>
                  <a:lnTo>
                    <a:pt x="296" y="629"/>
                  </a:lnTo>
                  <a:lnTo>
                    <a:pt x="294" y="623"/>
                  </a:lnTo>
                  <a:lnTo>
                    <a:pt x="294" y="623"/>
                  </a:lnTo>
                  <a:lnTo>
                    <a:pt x="292" y="623"/>
                  </a:lnTo>
                  <a:lnTo>
                    <a:pt x="288" y="623"/>
                  </a:lnTo>
                  <a:lnTo>
                    <a:pt x="288" y="625"/>
                  </a:lnTo>
                  <a:lnTo>
                    <a:pt x="288" y="625"/>
                  </a:lnTo>
                  <a:lnTo>
                    <a:pt x="288" y="625"/>
                  </a:lnTo>
                  <a:lnTo>
                    <a:pt x="286" y="623"/>
                  </a:lnTo>
                  <a:lnTo>
                    <a:pt x="284" y="621"/>
                  </a:lnTo>
                  <a:lnTo>
                    <a:pt x="284" y="619"/>
                  </a:lnTo>
                  <a:lnTo>
                    <a:pt x="284" y="619"/>
                  </a:lnTo>
                  <a:close/>
                  <a:moveTo>
                    <a:pt x="249" y="352"/>
                  </a:moveTo>
                  <a:lnTo>
                    <a:pt x="251" y="352"/>
                  </a:lnTo>
                  <a:lnTo>
                    <a:pt x="251" y="352"/>
                  </a:lnTo>
                  <a:lnTo>
                    <a:pt x="251" y="352"/>
                  </a:lnTo>
                  <a:lnTo>
                    <a:pt x="251" y="354"/>
                  </a:lnTo>
                  <a:lnTo>
                    <a:pt x="251" y="354"/>
                  </a:lnTo>
                  <a:lnTo>
                    <a:pt x="257" y="356"/>
                  </a:lnTo>
                  <a:lnTo>
                    <a:pt x="255" y="356"/>
                  </a:lnTo>
                  <a:lnTo>
                    <a:pt x="257" y="356"/>
                  </a:lnTo>
                  <a:lnTo>
                    <a:pt x="259" y="356"/>
                  </a:lnTo>
                  <a:lnTo>
                    <a:pt x="261" y="356"/>
                  </a:lnTo>
                  <a:lnTo>
                    <a:pt x="261" y="356"/>
                  </a:lnTo>
                  <a:lnTo>
                    <a:pt x="261" y="356"/>
                  </a:lnTo>
                  <a:lnTo>
                    <a:pt x="259" y="358"/>
                  </a:lnTo>
                  <a:lnTo>
                    <a:pt x="257" y="360"/>
                  </a:lnTo>
                  <a:lnTo>
                    <a:pt x="255" y="360"/>
                  </a:lnTo>
                  <a:lnTo>
                    <a:pt x="255" y="362"/>
                  </a:lnTo>
                  <a:lnTo>
                    <a:pt x="255" y="362"/>
                  </a:lnTo>
                  <a:lnTo>
                    <a:pt x="253" y="362"/>
                  </a:lnTo>
                  <a:lnTo>
                    <a:pt x="253" y="360"/>
                  </a:lnTo>
                  <a:lnTo>
                    <a:pt x="249" y="358"/>
                  </a:lnTo>
                  <a:lnTo>
                    <a:pt x="249" y="356"/>
                  </a:lnTo>
                  <a:lnTo>
                    <a:pt x="249" y="354"/>
                  </a:lnTo>
                  <a:lnTo>
                    <a:pt x="249" y="352"/>
                  </a:lnTo>
                  <a:lnTo>
                    <a:pt x="249" y="352"/>
                  </a:lnTo>
                  <a:close/>
                  <a:moveTo>
                    <a:pt x="263" y="340"/>
                  </a:moveTo>
                  <a:lnTo>
                    <a:pt x="265" y="342"/>
                  </a:lnTo>
                  <a:lnTo>
                    <a:pt x="265" y="342"/>
                  </a:lnTo>
                  <a:lnTo>
                    <a:pt x="265" y="344"/>
                  </a:lnTo>
                  <a:lnTo>
                    <a:pt x="265" y="344"/>
                  </a:lnTo>
                  <a:lnTo>
                    <a:pt x="265" y="348"/>
                  </a:lnTo>
                  <a:lnTo>
                    <a:pt x="263" y="350"/>
                  </a:lnTo>
                  <a:lnTo>
                    <a:pt x="261" y="352"/>
                  </a:lnTo>
                  <a:lnTo>
                    <a:pt x="261" y="354"/>
                  </a:lnTo>
                  <a:lnTo>
                    <a:pt x="259" y="356"/>
                  </a:lnTo>
                  <a:lnTo>
                    <a:pt x="259" y="356"/>
                  </a:lnTo>
                  <a:lnTo>
                    <a:pt x="259" y="356"/>
                  </a:lnTo>
                  <a:lnTo>
                    <a:pt x="253" y="352"/>
                  </a:lnTo>
                  <a:lnTo>
                    <a:pt x="253" y="352"/>
                  </a:lnTo>
                  <a:lnTo>
                    <a:pt x="253" y="350"/>
                  </a:lnTo>
                  <a:lnTo>
                    <a:pt x="253" y="348"/>
                  </a:lnTo>
                  <a:lnTo>
                    <a:pt x="259" y="342"/>
                  </a:lnTo>
                  <a:lnTo>
                    <a:pt x="259" y="342"/>
                  </a:lnTo>
                  <a:lnTo>
                    <a:pt x="263" y="340"/>
                  </a:lnTo>
                  <a:close/>
                  <a:moveTo>
                    <a:pt x="259" y="242"/>
                  </a:moveTo>
                  <a:lnTo>
                    <a:pt x="259" y="242"/>
                  </a:lnTo>
                  <a:lnTo>
                    <a:pt x="259" y="244"/>
                  </a:lnTo>
                  <a:lnTo>
                    <a:pt x="259" y="244"/>
                  </a:lnTo>
                  <a:lnTo>
                    <a:pt x="259" y="246"/>
                  </a:lnTo>
                  <a:lnTo>
                    <a:pt x="259" y="246"/>
                  </a:lnTo>
                  <a:lnTo>
                    <a:pt x="259" y="246"/>
                  </a:lnTo>
                  <a:lnTo>
                    <a:pt x="259" y="248"/>
                  </a:lnTo>
                  <a:lnTo>
                    <a:pt x="259" y="248"/>
                  </a:lnTo>
                  <a:lnTo>
                    <a:pt x="259" y="248"/>
                  </a:lnTo>
                  <a:lnTo>
                    <a:pt x="259" y="250"/>
                  </a:lnTo>
                  <a:lnTo>
                    <a:pt x="259" y="250"/>
                  </a:lnTo>
                  <a:lnTo>
                    <a:pt x="259" y="250"/>
                  </a:lnTo>
                  <a:lnTo>
                    <a:pt x="259" y="252"/>
                  </a:lnTo>
                  <a:lnTo>
                    <a:pt x="261" y="252"/>
                  </a:lnTo>
                  <a:lnTo>
                    <a:pt x="261" y="252"/>
                  </a:lnTo>
                  <a:lnTo>
                    <a:pt x="261" y="252"/>
                  </a:lnTo>
                  <a:lnTo>
                    <a:pt x="261" y="252"/>
                  </a:lnTo>
                  <a:lnTo>
                    <a:pt x="261" y="254"/>
                  </a:lnTo>
                  <a:lnTo>
                    <a:pt x="261" y="256"/>
                  </a:lnTo>
                  <a:lnTo>
                    <a:pt x="261" y="258"/>
                  </a:lnTo>
                  <a:lnTo>
                    <a:pt x="263" y="258"/>
                  </a:lnTo>
                  <a:lnTo>
                    <a:pt x="263" y="258"/>
                  </a:lnTo>
                  <a:lnTo>
                    <a:pt x="263" y="260"/>
                  </a:lnTo>
                  <a:lnTo>
                    <a:pt x="263" y="258"/>
                  </a:lnTo>
                  <a:lnTo>
                    <a:pt x="259" y="256"/>
                  </a:lnTo>
                  <a:lnTo>
                    <a:pt x="255" y="250"/>
                  </a:lnTo>
                  <a:lnTo>
                    <a:pt x="255" y="248"/>
                  </a:lnTo>
                  <a:lnTo>
                    <a:pt x="255" y="246"/>
                  </a:lnTo>
                  <a:lnTo>
                    <a:pt x="257" y="242"/>
                  </a:lnTo>
                  <a:lnTo>
                    <a:pt x="259" y="242"/>
                  </a:lnTo>
                  <a:close/>
                  <a:moveTo>
                    <a:pt x="255" y="214"/>
                  </a:moveTo>
                  <a:lnTo>
                    <a:pt x="257" y="214"/>
                  </a:lnTo>
                  <a:lnTo>
                    <a:pt x="257" y="216"/>
                  </a:lnTo>
                  <a:lnTo>
                    <a:pt x="257" y="216"/>
                  </a:lnTo>
                  <a:lnTo>
                    <a:pt x="257" y="218"/>
                  </a:lnTo>
                  <a:lnTo>
                    <a:pt x="257" y="218"/>
                  </a:lnTo>
                  <a:lnTo>
                    <a:pt x="257" y="220"/>
                  </a:lnTo>
                  <a:lnTo>
                    <a:pt x="255" y="220"/>
                  </a:lnTo>
                  <a:lnTo>
                    <a:pt x="255" y="222"/>
                  </a:lnTo>
                  <a:lnTo>
                    <a:pt x="255" y="224"/>
                  </a:lnTo>
                  <a:lnTo>
                    <a:pt x="255" y="226"/>
                  </a:lnTo>
                  <a:lnTo>
                    <a:pt x="255" y="228"/>
                  </a:lnTo>
                  <a:lnTo>
                    <a:pt x="255" y="228"/>
                  </a:lnTo>
                  <a:lnTo>
                    <a:pt x="255" y="230"/>
                  </a:lnTo>
                  <a:lnTo>
                    <a:pt x="255" y="230"/>
                  </a:lnTo>
                  <a:lnTo>
                    <a:pt x="255" y="232"/>
                  </a:lnTo>
                  <a:lnTo>
                    <a:pt x="255" y="232"/>
                  </a:lnTo>
                  <a:lnTo>
                    <a:pt x="255" y="232"/>
                  </a:lnTo>
                  <a:lnTo>
                    <a:pt x="257" y="234"/>
                  </a:lnTo>
                  <a:lnTo>
                    <a:pt x="257" y="234"/>
                  </a:lnTo>
                  <a:lnTo>
                    <a:pt x="257" y="236"/>
                  </a:lnTo>
                  <a:lnTo>
                    <a:pt x="255" y="240"/>
                  </a:lnTo>
                  <a:lnTo>
                    <a:pt x="255" y="244"/>
                  </a:lnTo>
                  <a:lnTo>
                    <a:pt x="255" y="244"/>
                  </a:lnTo>
                  <a:lnTo>
                    <a:pt x="255" y="246"/>
                  </a:lnTo>
                  <a:lnTo>
                    <a:pt x="253" y="244"/>
                  </a:lnTo>
                  <a:lnTo>
                    <a:pt x="253" y="240"/>
                  </a:lnTo>
                  <a:lnTo>
                    <a:pt x="251" y="238"/>
                  </a:lnTo>
                  <a:lnTo>
                    <a:pt x="251" y="234"/>
                  </a:lnTo>
                  <a:lnTo>
                    <a:pt x="251" y="230"/>
                  </a:lnTo>
                  <a:lnTo>
                    <a:pt x="253" y="226"/>
                  </a:lnTo>
                  <a:lnTo>
                    <a:pt x="253" y="224"/>
                  </a:lnTo>
                  <a:lnTo>
                    <a:pt x="253" y="222"/>
                  </a:lnTo>
                  <a:lnTo>
                    <a:pt x="253" y="220"/>
                  </a:lnTo>
                  <a:lnTo>
                    <a:pt x="253" y="218"/>
                  </a:lnTo>
                  <a:lnTo>
                    <a:pt x="255" y="216"/>
                  </a:lnTo>
                  <a:lnTo>
                    <a:pt x="255" y="214"/>
                  </a:lnTo>
                  <a:lnTo>
                    <a:pt x="255" y="214"/>
                  </a:lnTo>
                  <a:close/>
                  <a:moveTo>
                    <a:pt x="265" y="193"/>
                  </a:moveTo>
                  <a:lnTo>
                    <a:pt x="265" y="195"/>
                  </a:lnTo>
                  <a:lnTo>
                    <a:pt x="265" y="195"/>
                  </a:lnTo>
                  <a:lnTo>
                    <a:pt x="265" y="197"/>
                  </a:lnTo>
                  <a:lnTo>
                    <a:pt x="265" y="197"/>
                  </a:lnTo>
                  <a:lnTo>
                    <a:pt x="265" y="199"/>
                  </a:lnTo>
                  <a:lnTo>
                    <a:pt x="265" y="199"/>
                  </a:lnTo>
                  <a:lnTo>
                    <a:pt x="263" y="199"/>
                  </a:lnTo>
                  <a:lnTo>
                    <a:pt x="265" y="201"/>
                  </a:lnTo>
                  <a:lnTo>
                    <a:pt x="265" y="201"/>
                  </a:lnTo>
                  <a:lnTo>
                    <a:pt x="263" y="201"/>
                  </a:lnTo>
                  <a:lnTo>
                    <a:pt x="263" y="203"/>
                  </a:lnTo>
                  <a:lnTo>
                    <a:pt x="263" y="203"/>
                  </a:lnTo>
                  <a:lnTo>
                    <a:pt x="263" y="203"/>
                  </a:lnTo>
                  <a:lnTo>
                    <a:pt x="263" y="205"/>
                  </a:lnTo>
                  <a:lnTo>
                    <a:pt x="263" y="205"/>
                  </a:lnTo>
                  <a:lnTo>
                    <a:pt x="261" y="207"/>
                  </a:lnTo>
                  <a:lnTo>
                    <a:pt x="261" y="207"/>
                  </a:lnTo>
                  <a:lnTo>
                    <a:pt x="261" y="209"/>
                  </a:lnTo>
                  <a:lnTo>
                    <a:pt x="261" y="211"/>
                  </a:lnTo>
                  <a:lnTo>
                    <a:pt x="259" y="211"/>
                  </a:lnTo>
                  <a:lnTo>
                    <a:pt x="257" y="213"/>
                  </a:lnTo>
                  <a:lnTo>
                    <a:pt x="257" y="213"/>
                  </a:lnTo>
                  <a:lnTo>
                    <a:pt x="257" y="211"/>
                  </a:lnTo>
                  <a:lnTo>
                    <a:pt x="257" y="209"/>
                  </a:lnTo>
                  <a:lnTo>
                    <a:pt x="259" y="205"/>
                  </a:lnTo>
                  <a:lnTo>
                    <a:pt x="261" y="201"/>
                  </a:lnTo>
                  <a:lnTo>
                    <a:pt x="261" y="201"/>
                  </a:lnTo>
                  <a:lnTo>
                    <a:pt x="261" y="201"/>
                  </a:lnTo>
                  <a:lnTo>
                    <a:pt x="261" y="201"/>
                  </a:lnTo>
                  <a:lnTo>
                    <a:pt x="261" y="199"/>
                  </a:lnTo>
                  <a:lnTo>
                    <a:pt x="265" y="193"/>
                  </a:lnTo>
                  <a:close/>
                  <a:moveTo>
                    <a:pt x="651" y="71"/>
                  </a:moveTo>
                  <a:lnTo>
                    <a:pt x="657" y="73"/>
                  </a:lnTo>
                  <a:lnTo>
                    <a:pt x="665" y="77"/>
                  </a:lnTo>
                  <a:lnTo>
                    <a:pt x="669" y="79"/>
                  </a:lnTo>
                  <a:lnTo>
                    <a:pt x="671" y="81"/>
                  </a:lnTo>
                  <a:lnTo>
                    <a:pt x="673" y="83"/>
                  </a:lnTo>
                  <a:lnTo>
                    <a:pt x="675" y="87"/>
                  </a:lnTo>
                  <a:lnTo>
                    <a:pt x="675" y="89"/>
                  </a:lnTo>
                  <a:lnTo>
                    <a:pt x="675" y="91"/>
                  </a:lnTo>
                  <a:lnTo>
                    <a:pt x="671" y="93"/>
                  </a:lnTo>
                  <a:lnTo>
                    <a:pt x="669" y="97"/>
                  </a:lnTo>
                  <a:lnTo>
                    <a:pt x="665" y="99"/>
                  </a:lnTo>
                  <a:lnTo>
                    <a:pt x="661" y="99"/>
                  </a:lnTo>
                  <a:lnTo>
                    <a:pt x="659" y="101"/>
                  </a:lnTo>
                  <a:lnTo>
                    <a:pt x="655" y="106"/>
                  </a:lnTo>
                  <a:lnTo>
                    <a:pt x="653" y="108"/>
                  </a:lnTo>
                  <a:lnTo>
                    <a:pt x="647" y="108"/>
                  </a:lnTo>
                  <a:lnTo>
                    <a:pt x="636" y="108"/>
                  </a:lnTo>
                  <a:lnTo>
                    <a:pt x="632" y="108"/>
                  </a:lnTo>
                  <a:lnTo>
                    <a:pt x="626" y="106"/>
                  </a:lnTo>
                  <a:lnTo>
                    <a:pt x="624" y="105"/>
                  </a:lnTo>
                  <a:lnTo>
                    <a:pt x="624" y="103"/>
                  </a:lnTo>
                  <a:lnTo>
                    <a:pt x="624" y="101"/>
                  </a:lnTo>
                  <a:lnTo>
                    <a:pt x="626" y="99"/>
                  </a:lnTo>
                  <a:lnTo>
                    <a:pt x="626" y="99"/>
                  </a:lnTo>
                  <a:lnTo>
                    <a:pt x="637" y="89"/>
                  </a:lnTo>
                  <a:lnTo>
                    <a:pt x="637" y="89"/>
                  </a:lnTo>
                  <a:lnTo>
                    <a:pt x="639" y="87"/>
                  </a:lnTo>
                  <a:lnTo>
                    <a:pt x="639" y="83"/>
                  </a:lnTo>
                  <a:lnTo>
                    <a:pt x="641" y="81"/>
                  </a:lnTo>
                  <a:lnTo>
                    <a:pt x="643" y="79"/>
                  </a:lnTo>
                  <a:lnTo>
                    <a:pt x="645" y="77"/>
                  </a:lnTo>
                  <a:lnTo>
                    <a:pt x="649" y="73"/>
                  </a:lnTo>
                  <a:lnTo>
                    <a:pt x="651" y="71"/>
                  </a:lnTo>
                  <a:close/>
                  <a:moveTo>
                    <a:pt x="557" y="6"/>
                  </a:moveTo>
                  <a:lnTo>
                    <a:pt x="565" y="10"/>
                  </a:lnTo>
                  <a:lnTo>
                    <a:pt x="569" y="12"/>
                  </a:lnTo>
                  <a:lnTo>
                    <a:pt x="571" y="16"/>
                  </a:lnTo>
                  <a:lnTo>
                    <a:pt x="571" y="16"/>
                  </a:lnTo>
                  <a:lnTo>
                    <a:pt x="569" y="14"/>
                  </a:lnTo>
                  <a:lnTo>
                    <a:pt x="567" y="12"/>
                  </a:lnTo>
                  <a:lnTo>
                    <a:pt x="565" y="12"/>
                  </a:lnTo>
                  <a:lnTo>
                    <a:pt x="565" y="12"/>
                  </a:lnTo>
                  <a:lnTo>
                    <a:pt x="563" y="12"/>
                  </a:lnTo>
                  <a:lnTo>
                    <a:pt x="563" y="16"/>
                  </a:lnTo>
                  <a:lnTo>
                    <a:pt x="563" y="18"/>
                  </a:lnTo>
                  <a:lnTo>
                    <a:pt x="559" y="24"/>
                  </a:lnTo>
                  <a:lnTo>
                    <a:pt x="559" y="26"/>
                  </a:lnTo>
                  <a:lnTo>
                    <a:pt x="559" y="28"/>
                  </a:lnTo>
                  <a:lnTo>
                    <a:pt x="559" y="30"/>
                  </a:lnTo>
                  <a:lnTo>
                    <a:pt x="561" y="32"/>
                  </a:lnTo>
                  <a:lnTo>
                    <a:pt x="561" y="34"/>
                  </a:lnTo>
                  <a:lnTo>
                    <a:pt x="559" y="36"/>
                  </a:lnTo>
                  <a:lnTo>
                    <a:pt x="559" y="36"/>
                  </a:lnTo>
                  <a:lnTo>
                    <a:pt x="559" y="38"/>
                  </a:lnTo>
                  <a:lnTo>
                    <a:pt x="557" y="36"/>
                  </a:lnTo>
                  <a:lnTo>
                    <a:pt x="557" y="34"/>
                  </a:lnTo>
                  <a:lnTo>
                    <a:pt x="557" y="32"/>
                  </a:lnTo>
                  <a:lnTo>
                    <a:pt x="553" y="32"/>
                  </a:lnTo>
                  <a:lnTo>
                    <a:pt x="549" y="28"/>
                  </a:lnTo>
                  <a:lnTo>
                    <a:pt x="549" y="28"/>
                  </a:lnTo>
                  <a:lnTo>
                    <a:pt x="549" y="26"/>
                  </a:lnTo>
                  <a:lnTo>
                    <a:pt x="549" y="26"/>
                  </a:lnTo>
                  <a:lnTo>
                    <a:pt x="547" y="24"/>
                  </a:lnTo>
                  <a:lnTo>
                    <a:pt x="545" y="24"/>
                  </a:lnTo>
                  <a:lnTo>
                    <a:pt x="543" y="20"/>
                  </a:lnTo>
                  <a:lnTo>
                    <a:pt x="543" y="18"/>
                  </a:lnTo>
                  <a:lnTo>
                    <a:pt x="543" y="16"/>
                  </a:lnTo>
                  <a:lnTo>
                    <a:pt x="545" y="10"/>
                  </a:lnTo>
                  <a:lnTo>
                    <a:pt x="547" y="8"/>
                  </a:lnTo>
                  <a:lnTo>
                    <a:pt x="547" y="6"/>
                  </a:lnTo>
                  <a:lnTo>
                    <a:pt x="557" y="6"/>
                  </a:lnTo>
                  <a:close/>
                  <a:moveTo>
                    <a:pt x="612" y="2"/>
                  </a:moveTo>
                  <a:lnTo>
                    <a:pt x="624" y="8"/>
                  </a:lnTo>
                  <a:lnTo>
                    <a:pt x="628" y="6"/>
                  </a:lnTo>
                  <a:lnTo>
                    <a:pt x="628" y="8"/>
                  </a:lnTo>
                  <a:lnTo>
                    <a:pt x="630" y="10"/>
                  </a:lnTo>
                  <a:lnTo>
                    <a:pt x="630" y="10"/>
                  </a:lnTo>
                  <a:lnTo>
                    <a:pt x="630" y="12"/>
                  </a:lnTo>
                  <a:lnTo>
                    <a:pt x="630" y="12"/>
                  </a:lnTo>
                  <a:lnTo>
                    <a:pt x="628" y="14"/>
                  </a:lnTo>
                  <a:lnTo>
                    <a:pt x="628" y="12"/>
                  </a:lnTo>
                  <a:lnTo>
                    <a:pt x="626" y="14"/>
                  </a:lnTo>
                  <a:lnTo>
                    <a:pt x="616" y="10"/>
                  </a:lnTo>
                  <a:lnTo>
                    <a:pt x="612" y="6"/>
                  </a:lnTo>
                  <a:lnTo>
                    <a:pt x="610" y="4"/>
                  </a:lnTo>
                  <a:lnTo>
                    <a:pt x="610" y="4"/>
                  </a:lnTo>
                  <a:lnTo>
                    <a:pt x="610" y="2"/>
                  </a:lnTo>
                  <a:lnTo>
                    <a:pt x="612" y="2"/>
                  </a:lnTo>
                  <a:close/>
                  <a:moveTo>
                    <a:pt x="394" y="0"/>
                  </a:moveTo>
                  <a:lnTo>
                    <a:pt x="404" y="2"/>
                  </a:lnTo>
                  <a:lnTo>
                    <a:pt x="404" y="4"/>
                  </a:lnTo>
                  <a:lnTo>
                    <a:pt x="404" y="6"/>
                  </a:lnTo>
                  <a:lnTo>
                    <a:pt x="404" y="6"/>
                  </a:lnTo>
                  <a:lnTo>
                    <a:pt x="396" y="8"/>
                  </a:lnTo>
                  <a:lnTo>
                    <a:pt x="396" y="8"/>
                  </a:lnTo>
                  <a:lnTo>
                    <a:pt x="396" y="10"/>
                  </a:lnTo>
                  <a:lnTo>
                    <a:pt x="396" y="10"/>
                  </a:lnTo>
                  <a:lnTo>
                    <a:pt x="396" y="12"/>
                  </a:lnTo>
                  <a:lnTo>
                    <a:pt x="406" y="14"/>
                  </a:lnTo>
                  <a:lnTo>
                    <a:pt x="416" y="12"/>
                  </a:lnTo>
                  <a:lnTo>
                    <a:pt x="432" y="16"/>
                  </a:lnTo>
                  <a:lnTo>
                    <a:pt x="443" y="16"/>
                  </a:lnTo>
                  <a:lnTo>
                    <a:pt x="451" y="18"/>
                  </a:lnTo>
                  <a:lnTo>
                    <a:pt x="453" y="18"/>
                  </a:lnTo>
                  <a:lnTo>
                    <a:pt x="457" y="18"/>
                  </a:lnTo>
                  <a:lnTo>
                    <a:pt x="459" y="18"/>
                  </a:lnTo>
                  <a:lnTo>
                    <a:pt x="459" y="18"/>
                  </a:lnTo>
                  <a:lnTo>
                    <a:pt x="461" y="18"/>
                  </a:lnTo>
                  <a:lnTo>
                    <a:pt x="463" y="22"/>
                  </a:lnTo>
                  <a:lnTo>
                    <a:pt x="473" y="28"/>
                  </a:lnTo>
                  <a:lnTo>
                    <a:pt x="473" y="28"/>
                  </a:lnTo>
                  <a:lnTo>
                    <a:pt x="473" y="30"/>
                  </a:lnTo>
                  <a:lnTo>
                    <a:pt x="471" y="30"/>
                  </a:lnTo>
                  <a:lnTo>
                    <a:pt x="471" y="30"/>
                  </a:lnTo>
                  <a:lnTo>
                    <a:pt x="469" y="30"/>
                  </a:lnTo>
                  <a:lnTo>
                    <a:pt x="467" y="30"/>
                  </a:lnTo>
                  <a:lnTo>
                    <a:pt x="467" y="30"/>
                  </a:lnTo>
                  <a:lnTo>
                    <a:pt x="469" y="30"/>
                  </a:lnTo>
                  <a:lnTo>
                    <a:pt x="469" y="30"/>
                  </a:lnTo>
                  <a:lnTo>
                    <a:pt x="469" y="32"/>
                  </a:lnTo>
                  <a:lnTo>
                    <a:pt x="469" y="32"/>
                  </a:lnTo>
                  <a:lnTo>
                    <a:pt x="477" y="30"/>
                  </a:lnTo>
                  <a:lnTo>
                    <a:pt x="483" y="34"/>
                  </a:lnTo>
                  <a:lnTo>
                    <a:pt x="488" y="36"/>
                  </a:lnTo>
                  <a:lnTo>
                    <a:pt x="492" y="42"/>
                  </a:lnTo>
                  <a:lnTo>
                    <a:pt x="498" y="46"/>
                  </a:lnTo>
                  <a:lnTo>
                    <a:pt x="494" y="46"/>
                  </a:lnTo>
                  <a:lnTo>
                    <a:pt x="494" y="50"/>
                  </a:lnTo>
                  <a:lnTo>
                    <a:pt x="494" y="50"/>
                  </a:lnTo>
                  <a:lnTo>
                    <a:pt x="494" y="50"/>
                  </a:lnTo>
                  <a:lnTo>
                    <a:pt x="496" y="50"/>
                  </a:lnTo>
                  <a:lnTo>
                    <a:pt x="496" y="52"/>
                  </a:lnTo>
                  <a:lnTo>
                    <a:pt x="496" y="52"/>
                  </a:lnTo>
                  <a:lnTo>
                    <a:pt x="496" y="53"/>
                  </a:lnTo>
                  <a:lnTo>
                    <a:pt x="494" y="53"/>
                  </a:lnTo>
                  <a:lnTo>
                    <a:pt x="494" y="55"/>
                  </a:lnTo>
                  <a:lnTo>
                    <a:pt x="492" y="57"/>
                  </a:lnTo>
                  <a:lnTo>
                    <a:pt x="494" y="61"/>
                  </a:lnTo>
                  <a:lnTo>
                    <a:pt x="494" y="63"/>
                  </a:lnTo>
                  <a:lnTo>
                    <a:pt x="496" y="67"/>
                  </a:lnTo>
                  <a:lnTo>
                    <a:pt x="496" y="67"/>
                  </a:lnTo>
                  <a:lnTo>
                    <a:pt x="494" y="69"/>
                  </a:lnTo>
                  <a:lnTo>
                    <a:pt x="494" y="71"/>
                  </a:lnTo>
                  <a:lnTo>
                    <a:pt x="494" y="73"/>
                  </a:lnTo>
                  <a:lnTo>
                    <a:pt x="492" y="77"/>
                  </a:lnTo>
                  <a:lnTo>
                    <a:pt x="492" y="79"/>
                  </a:lnTo>
                  <a:lnTo>
                    <a:pt x="492" y="85"/>
                  </a:lnTo>
                  <a:lnTo>
                    <a:pt x="492" y="87"/>
                  </a:lnTo>
                  <a:lnTo>
                    <a:pt x="494" y="89"/>
                  </a:lnTo>
                  <a:lnTo>
                    <a:pt x="494" y="89"/>
                  </a:lnTo>
                  <a:lnTo>
                    <a:pt x="494" y="91"/>
                  </a:lnTo>
                  <a:lnTo>
                    <a:pt x="492" y="93"/>
                  </a:lnTo>
                  <a:lnTo>
                    <a:pt x="492" y="93"/>
                  </a:lnTo>
                  <a:lnTo>
                    <a:pt x="492" y="95"/>
                  </a:lnTo>
                  <a:lnTo>
                    <a:pt x="490" y="97"/>
                  </a:lnTo>
                  <a:lnTo>
                    <a:pt x="488" y="99"/>
                  </a:lnTo>
                  <a:lnTo>
                    <a:pt x="488" y="101"/>
                  </a:lnTo>
                  <a:lnTo>
                    <a:pt x="486" y="103"/>
                  </a:lnTo>
                  <a:lnTo>
                    <a:pt x="486" y="105"/>
                  </a:lnTo>
                  <a:lnTo>
                    <a:pt x="486" y="108"/>
                  </a:lnTo>
                  <a:lnTo>
                    <a:pt x="486" y="108"/>
                  </a:lnTo>
                  <a:lnTo>
                    <a:pt x="486" y="110"/>
                  </a:lnTo>
                  <a:lnTo>
                    <a:pt x="485" y="110"/>
                  </a:lnTo>
                  <a:lnTo>
                    <a:pt x="481" y="114"/>
                  </a:lnTo>
                  <a:lnTo>
                    <a:pt x="481" y="116"/>
                  </a:lnTo>
                  <a:lnTo>
                    <a:pt x="479" y="118"/>
                  </a:lnTo>
                  <a:lnTo>
                    <a:pt x="479" y="124"/>
                  </a:lnTo>
                  <a:lnTo>
                    <a:pt x="479" y="126"/>
                  </a:lnTo>
                  <a:lnTo>
                    <a:pt x="477" y="128"/>
                  </a:lnTo>
                  <a:lnTo>
                    <a:pt x="477" y="128"/>
                  </a:lnTo>
                  <a:lnTo>
                    <a:pt x="475" y="132"/>
                  </a:lnTo>
                  <a:lnTo>
                    <a:pt x="473" y="134"/>
                  </a:lnTo>
                  <a:lnTo>
                    <a:pt x="471" y="134"/>
                  </a:lnTo>
                  <a:lnTo>
                    <a:pt x="469" y="138"/>
                  </a:lnTo>
                  <a:lnTo>
                    <a:pt x="469" y="144"/>
                  </a:lnTo>
                  <a:lnTo>
                    <a:pt x="469" y="148"/>
                  </a:lnTo>
                  <a:lnTo>
                    <a:pt x="467" y="152"/>
                  </a:lnTo>
                  <a:lnTo>
                    <a:pt x="465" y="152"/>
                  </a:lnTo>
                  <a:lnTo>
                    <a:pt x="463" y="154"/>
                  </a:lnTo>
                  <a:lnTo>
                    <a:pt x="463" y="154"/>
                  </a:lnTo>
                  <a:lnTo>
                    <a:pt x="463" y="156"/>
                  </a:lnTo>
                  <a:lnTo>
                    <a:pt x="463" y="158"/>
                  </a:lnTo>
                  <a:lnTo>
                    <a:pt x="463" y="159"/>
                  </a:lnTo>
                  <a:lnTo>
                    <a:pt x="461" y="161"/>
                  </a:lnTo>
                  <a:lnTo>
                    <a:pt x="455" y="163"/>
                  </a:lnTo>
                  <a:lnTo>
                    <a:pt x="455" y="163"/>
                  </a:lnTo>
                  <a:lnTo>
                    <a:pt x="453" y="163"/>
                  </a:lnTo>
                  <a:lnTo>
                    <a:pt x="453" y="163"/>
                  </a:lnTo>
                  <a:lnTo>
                    <a:pt x="453" y="163"/>
                  </a:lnTo>
                  <a:lnTo>
                    <a:pt x="451" y="165"/>
                  </a:lnTo>
                  <a:lnTo>
                    <a:pt x="449" y="167"/>
                  </a:lnTo>
                  <a:lnTo>
                    <a:pt x="447" y="169"/>
                  </a:lnTo>
                  <a:lnTo>
                    <a:pt x="447" y="173"/>
                  </a:lnTo>
                  <a:lnTo>
                    <a:pt x="447" y="175"/>
                  </a:lnTo>
                  <a:lnTo>
                    <a:pt x="447" y="177"/>
                  </a:lnTo>
                  <a:lnTo>
                    <a:pt x="447" y="179"/>
                  </a:lnTo>
                  <a:lnTo>
                    <a:pt x="449" y="181"/>
                  </a:lnTo>
                  <a:lnTo>
                    <a:pt x="453" y="193"/>
                  </a:lnTo>
                  <a:lnTo>
                    <a:pt x="467" y="209"/>
                  </a:lnTo>
                  <a:lnTo>
                    <a:pt x="469" y="213"/>
                  </a:lnTo>
                  <a:lnTo>
                    <a:pt x="471" y="214"/>
                  </a:lnTo>
                  <a:lnTo>
                    <a:pt x="471" y="216"/>
                  </a:lnTo>
                  <a:lnTo>
                    <a:pt x="469" y="220"/>
                  </a:lnTo>
                  <a:lnTo>
                    <a:pt x="467" y="222"/>
                  </a:lnTo>
                  <a:lnTo>
                    <a:pt x="467" y="224"/>
                  </a:lnTo>
                  <a:lnTo>
                    <a:pt x="469" y="226"/>
                  </a:lnTo>
                  <a:lnTo>
                    <a:pt x="469" y="228"/>
                  </a:lnTo>
                  <a:lnTo>
                    <a:pt x="469" y="228"/>
                  </a:lnTo>
                  <a:lnTo>
                    <a:pt x="469" y="230"/>
                  </a:lnTo>
                  <a:lnTo>
                    <a:pt x="469" y="230"/>
                  </a:lnTo>
                  <a:lnTo>
                    <a:pt x="469" y="230"/>
                  </a:lnTo>
                  <a:lnTo>
                    <a:pt x="469" y="232"/>
                  </a:lnTo>
                  <a:lnTo>
                    <a:pt x="469" y="232"/>
                  </a:lnTo>
                  <a:lnTo>
                    <a:pt x="471" y="232"/>
                  </a:lnTo>
                  <a:lnTo>
                    <a:pt x="471" y="234"/>
                  </a:lnTo>
                  <a:lnTo>
                    <a:pt x="473" y="236"/>
                  </a:lnTo>
                  <a:lnTo>
                    <a:pt x="473" y="238"/>
                  </a:lnTo>
                  <a:lnTo>
                    <a:pt x="473" y="242"/>
                  </a:lnTo>
                  <a:lnTo>
                    <a:pt x="473" y="244"/>
                  </a:lnTo>
                  <a:lnTo>
                    <a:pt x="471" y="246"/>
                  </a:lnTo>
                  <a:lnTo>
                    <a:pt x="471" y="248"/>
                  </a:lnTo>
                  <a:lnTo>
                    <a:pt x="469" y="250"/>
                  </a:lnTo>
                  <a:lnTo>
                    <a:pt x="469" y="252"/>
                  </a:lnTo>
                  <a:lnTo>
                    <a:pt x="469" y="254"/>
                  </a:lnTo>
                  <a:lnTo>
                    <a:pt x="469" y="256"/>
                  </a:lnTo>
                  <a:lnTo>
                    <a:pt x="469" y="258"/>
                  </a:lnTo>
                  <a:lnTo>
                    <a:pt x="467" y="260"/>
                  </a:lnTo>
                  <a:lnTo>
                    <a:pt x="465" y="264"/>
                  </a:lnTo>
                  <a:lnTo>
                    <a:pt x="463" y="266"/>
                  </a:lnTo>
                  <a:lnTo>
                    <a:pt x="463" y="266"/>
                  </a:lnTo>
                  <a:lnTo>
                    <a:pt x="463" y="267"/>
                  </a:lnTo>
                  <a:lnTo>
                    <a:pt x="463" y="267"/>
                  </a:lnTo>
                  <a:lnTo>
                    <a:pt x="465" y="267"/>
                  </a:lnTo>
                  <a:lnTo>
                    <a:pt x="465" y="269"/>
                  </a:lnTo>
                  <a:lnTo>
                    <a:pt x="465" y="269"/>
                  </a:lnTo>
                  <a:lnTo>
                    <a:pt x="465" y="269"/>
                  </a:lnTo>
                  <a:lnTo>
                    <a:pt x="465" y="269"/>
                  </a:lnTo>
                  <a:lnTo>
                    <a:pt x="465" y="271"/>
                  </a:lnTo>
                  <a:lnTo>
                    <a:pt x="465" y="273"/>
                  </a:lnTo>
                  <a:lnTo>
                    <a:pt x="467" y="273"/>
                  </a:lnTo>
                  <a:lnTo>
                    <a:pt x="465" y="277"/>
                  </a:lnTo>
                  <a:lnTo>
                    <a:pt x="465" y="281"/>
                  </a:lnTo>
                  <a:lnTo>
                    <a:pt x="465" y="285"/>
                  </a:lnTo>
                  <a:lnTo>
                    <a:pt x="463" y="287"/>
                  </a:lnTo>
                  <a:lnTo>
                    <a:pt x="459" y="287"/>
                  </a:lnTo>
                  <a:lnTo>
                    <a:pt x="459" y="289"/>
                  </a:lnTo>
                  <a:lnTo>
                    <a:pt x="451" y="297"/>
                  </a:lnTo>
                  <a:lnTo>
                    <a:pt x="451" y="299"/>
                  </a:lnTo>
                  <a:lnTo>
                    <a:pt x="451" y="301"/>
                  </a:lnTo>
                  <a:lnTo>
                    <a:pt x="451" y="303"/>
                  </a:lnTo>
                  <a:lnTo>
                    <a:pt x="455" y="309"/>
                  </a:lnTo>
                  <a:lnTo>
                    <a:pt x="455" y="311"/>
                  </a:lnTo>
                  <a:lnTo>
                    <a:pt x="455" y="313"/>
                  </a:lnTo>
                  <a:lnTo>
                    <a:pt x="453" y="317"/>
                  </a:lnTo>
                  <a:lnTo>
                    <a:pt x="453" y="317"/>
                  </a:lnTo>
                  <a:lnTo>
                    <a:pt x="453" y="319"/>
                  </a:lnTo>
                  <a:lnTo>
                    <a:pt x="453" y="319"/>
                  </a:lnTo>
                  <a:lnTo>
                    <a:pt x="453" y="319"/>
                  </a:lnTo>
                  <a:lnTo>
                    <a:pt x="451" y="319"/>
                  </a:lnTo>
                  <a:lnTo>
                    <a:pt x="451" y="321"/>
                  </a:lnTo>
                  <a:lnTo>
                    <a:pt x="449" y="322"/>
                  </a:lnTo>
                  <a:lnTo>
                    <a:pt x="449" y="322"/>
                  </a:lnTo>
                  <a:lnTo>
                    <a:pt x="449" y="322"/>
                  </a:lnTo>
                  <a:lnTo>
                    <a:pt x="449" y="324"/>
                  </a:lnTo>
                  <a:lnTo>
                    <a:pt x="451" y="324"/>
                  </a:lnTo>
                  <a:lnTo>
                    <a:pt x="451" y="326"/>
                  </a:lnTo>
                  <a:lnTo>
                    <a:pt x="449" y="328"/>
                  </a:lnTo>
                  <a:lnTo>
                    <a:pt x="449" y="328"/>
                  </a:lnTo>
                  <a:lnTo>
                    <a:pt x="451" y="330"/>
                  </a:lnTo>
                  <a:lnTo>
                    <a:pt x="453" y="334"/>
                  </a:lnTo>
                  <a:lnTo>
                    <a:pt x="453" y="338"/>
                  </a:lnTo>
                  <a:lnTo>
                    <a:pt x="453" y="340"/>
                  </a:lnTo>
                  <a:lnTo>
                    <a:pt x="453" y="344"/>
                  </a:lnTo>
                  <a:lnTo>
                    <a:pt x="453" y="348"/>
                  </a:lnTo>
                  <a:lnTo>
                    <a:pt x="451" y="350"/>
                  </a:lnTo>
                  <a:lnTo>
                    <a:pt x="451" y="352"/>
                  </a:lnTo>
                  <a:lnTo>
                    <a:pt x="451" y="354"/>
                  </a:lnTo>
                  <a:lnTo>
                    <a:pt x="451" y="354"/>
                  </a:lnTo>
                  <a:lnTo>
                    <a:pt x="447" y="358"/>
                  </a:lnTo>
                  <a:lnTo>
                    <a:pt x="447" y="360"/>
                  </a:lnTo>
                  <a:lnTo>
                    <a:pt x="447" y="360"/>
                  </a:lnTo>
                  <a:lnTo>
                    <a:pt x="447" y="362"/>
                  </a:lnTo>
                  <a:lnTo>
                    <a:pt x="445" y="362"/>
                  </a:lnTo>
                  <a:lnTo>
                    <a:pt x="445" y="364"/>
                  </a:lnTo>
                  <a:lnTo>
                    <a:pt x="445" y="364"/>
                  </a:lnTo>
                  <a:lnTo>
                    <a:pt x="445" y="368"/>
                  </a:lnTo>
                  <a:lnTo>
                    <a:pt x="447" y="377"/>
                  </a:lnTo>
                  <a:lnTo>
                    <a:pt x="447" y="377"/>
                  </a:lnTo>
                  <a:lnTo>
                    <a:pt x="447" y="383"/>
                  </a:lnTo>
                  <a:lnTo>
                    <a:pt x="447" y="383"/>
                  </a:lnTo>
                  <a:lnTo>
                    <a:pt x="445" y="385"/>
                  </a:lnTo>
                  <a:lnTo>
                    <a:pt x="445" y="385"/>
                  </a:lnTo>
                  <a:lnTo>
                    <a:pt x="445" y="385"/>
                  </a:lnTo>
                  <a:lnTo>
                    <a:pt x="441" y="385"/>
                  </a:lnTo>
                  <a:lnTo>
                    <a:pt x="441" y="385"/>
                  </a:lnTo>
                  <a:lnTo>
                    <a:pt x="441" y="387"/>
                  </a:lnTo>
                  <a:lnTo>
                    <a:pt x="443" y="389"/>
                  </a:lnTo>
                  <a:lnTo>
                    <a:pt x="445" y="391"/>
                  </a:lnTo>
                  <a:lnTo>
                    <a:pt x="445" y="395"/>
                  </a:lnTo>
                  <a:lnTo>
                    <a:pt x="445" y="397"/>
                  </a:lnTo>
                  <a:lnTo>
                    <a:pt x="445" y="397"/>
                  </a:lnTo>
                  <a:lnTo>
                    <a:pt x="445" y="399"/>
                  </a:lnTo>
                  <a:lnTo>
                    <a:pt x="443" y="401"/>
                  </a:lnTo>
                  <a:lnTo>
                    <a:pt x="443" y="401"/>
                  </a:lnTo>
                  <a:lnTo>
                    <a:pt x="441" y="403"/>
                  </a:lnTo>
                  <a:lnTo>
                    <a:pt x="439" y="403"/>
                  </a:lnTo>
                  <a:lnTo>
                    <a:pt x="439" y="405"/>
                  </a:lnTo>
                  <a:lnTo>
                    <a:pt x="437" y="407"/>
                  </a:lnTo>
                  <a:lnTo>
                    <a:pt x="437" y="409"/>
                  </a:lnTo>
                  <a:lnTo>
                    <a:pt x="437" y="411"/>
                  </a:lnTo>
                  <a:lnTo>
                    <a:pt x="437" y="415"/>
                  </a:lnTo>
                  <a:lnTo>
                    <a:pt x="437" y="421"/>
                  </a:lnTo>
                  <a:lnTo>
                    <a:pt x="437" y="423"/>
                  </a:lnTo>
                  <a:lnTo>
                    <a:pt x="437" y="427"/>
                  </a:lnTo>
                  <a:lnTo>
                    <a:pt x="437" y="428"/>
                  </a:lnTo>
                  <a:lnTo>
                    <a:pt x="437" y="430"/>
                  </a:lnTo>
                  <a:lnTo>
                    <a:pt x="437" y="432"/>
                  </a:lnTo>
                  <a:lnTo>
                    <a:pt x="437" y="432"/>
                  </a:lnTo>
                  <a:lnTo>
                    <a:pt x="437" y="434"/>
                  </a:lnTo>
                  <a:lnTo>
                    <a:pt x="441" y="440"/>
                  </a:lnTo>
                  <a:lnTo>
                    <a:pt x="445" y="448"/>
                  </a:lnTo>
                  <a:lnTo>
                    <a:pt x="453" y="454"/>
                  </a:lnTo>
                  <a:lnTo>
                    <a:pt x="467" y="472"/>
                  </a:lnTo>
                  <a:lnTo>
                    <a:pt x="469" y="478"/>
                  </a:lnTo>
                  <a:lnTo>
                    <a:pt x="471" y="480"/>
                  </a:lnTo>
                  <a:lnTo>
                    <a:pt x="471" y="482"/>
                  </a:lnTo>
                  <a:lnTo>
                    <a:pt x="471" y="482"/>
                  </a:lnTo>
                  <a:lnTo>
                    <a:pt x="469" y="485"/>
                  </a:lnTo>
                  <a:lnTo>
                    <a:pt x="469" y="485"/>
                  </a:lnTo>
                  <a:lnTo>
                    <a:pt x="469" y="487"/>
                  </a:lnTo>
                  <a:lnTo>
                    <a:pt x="467" y="487"/>
                  </a:lnTo>
                  <a:lnTo>
                    <a:pt x="467" y="485"/>
                  </a:lnTo>
                  <a:lnTo>
                    <a:pt x="467" y="485"/>
                  </a:lnTo>
                  <a:lnTo>
                    <a:pt x="469" y="483"/>
                  </a:lnTo>
                  <a:lnTo>
                    <a:pt x="469" y="483"/>
                  </a:lnTo>
                  <a:lnTo>
                    <a:pt x="469" y="482"/>
                  </a:lnTo>
                  <a:lnTo>
                    <a:pt x="467" y="482"/>
                  </a:lnTo>
                  <a:lnTo>
                    <a:pt x="465" y="482"/>
                  </a:lnTo>
                  <a:lnTo>
                    <a:pt x="463" y="485"/>
                  </a:lnTo>
                  <a:lnTo>
                    <a:pt x="461" y="487"/>
                  </a:lnTo>
                  <a:lnTo>
                    <a:pt x="461" y="491"/>
                  </a:lnTo>
                  <a:lnTo>
                    <a:pt x="459" y="493"/>
                  </a:lnTo>
                  <a:lnTo>
                    <a:pt x="457" y="495"/>
                  </a:lnTo>
                  <a:lnTo>
                    <a:pt x="449" y="503"/>
                  </a:lnTo>
                  <a:lnTo>
                    <a:pt x="447" y="505"/>
                  </a:lnTo>
                  <a:lnTo>
                    <a:pt x="447" y="505"/>
                  </a:lnTo>
                  <a:lnTo>
                    <a:pt x="447" y="509"/>
                  </a:lnTo>
                  <a:lnTo>
                    <a:pt x="447" y="511"/>
                  </a:lnTo>
                  <a:lnTo>
                    <a:pt x="447" y="513"/>
                  </a:lnTo>
                  <a:lnTo>
                    <a:pt x="447" y="513"/>
                  </a:lnTo>
                  <a:lnTo>
                    <a:pt x="445" y="515"/>
                  </a:lnTo>
                  <a:lnTo>
                    <a:pt x="445" y="517"/>
                  </a:lnTo>
                  <a:lnTo>
                    <a:pt x="445" y="517"/>
                  </a:lnTo>
                  <a:lnTo>
                    <a:pt x="445" y="519"/>
                  </a:lnTo>
                  <a:lnTo>
                    <a:pt x="445" y="519"/>
                  </a:lnTo>
                  <a:lnTo>
                    <a:pt x="447" y="529"/>
                  </a:lnTo>
                  <a:lnTo>
                    <a:pt x="447" y="529"/>
                  </a:lnTo>
                  <a:lnTo>
                    <a:pt x="447" y="531"/>
                  </a:lnTo>
                  <a:lnTo>
                    <a:pt x="447" y="535"/>
                  </a:lnTo>
                  <a:lnTo>
                    <a:pt x="447" y="540"/>
                  </a:lnTo>
                  <a:lnTo>
                    <a:pt x="445" y="540"/>
                  </a:lnTo>
                  <a:lnTo>
                    <a:pt x="445" y="542"/>
                  </a:lnTo>
                  <a:lnTo>
                    <a:pt x="441" y="542"/>
                  </a:lnTo>
                  <a:lnTo>
                    <a:pt x="441" y="544"/>
                  </a:lnTo>
                  <a:lnTo>
                    <a:pt x="441" y="546"/>
                  </a:lnTo>
                  <a:lnTo>
                    <a:pt x="441" y="548"/>
                  </a:lnTo>
                  <a:lnTo>
                    <a:pt x="443" y="550"/>
                  </a:lnTo>
                  <a:lnTo>
                    <a:pt x="443" y="552"/>
                  </a:lnTo>
                  <a:lnTo>
                    <a:pt x="441" y="554"/>
                  </a:lnTo>
                  <a:lnTo>
                    <a:pt x="441" y="556"/>
                  </a:lnTo>
                  <a:lnTo>
                    <a:pt x="441" y="556"/>
                  </a:lnTo>
                  <a:lnTo>
                    <a:pt x="441" y="554"/>
                  </a:lnTo>
                  <a:lnTo>
                    <a:pt x="439" y="552"/>
                  </a:lnTo>
                  <a:lnTo>
                    <a:pt x="439" y="552"/>
                  </a:lnTo>
                  <a:lnTo>
                    <a:pt x="439" y="552"/>
                  </a:lnTo>
                  <a:lnTo>
                    <a:pt x="437" y="552"/>
                  </a:lnTo>
                  <a:lnTo>
                    <a:pt x="435" y="554"/>
                  </a:lnTo>
                  <a:lnTo>
                    <a:pt x="434" y="556"/>
                  </a:lnTo>
                  <a:lnTo>
                    <a:pt x="434" y="556"/>
                  </a:lnTo>
                  <a:lnTo>
                    <a:pt x="434" y="556"/>
                  </a:lnTo>
                  <a:lnTo>
                    <a:pt x="434" y="558"/>
                  </a:lnTo>
                  <a:lnTo>
                    <a:pt x="432" y="560"/>
                  </a:lnTo>
                  <a:lnTo>
                    <a:pt x="428" y="560"/>
                  </a:lnTo>
                  <a:lnTo>
                    <a:pt x="422" y="560"/>
                  </a:lnTo>
                  <a:lnTo>
                    <a:pt x="422" y="560"/>
                  </a:lnTo>
                  <a:lnTo>
                    <a:pt x="420" y="560"/>
                  </a:lnTo>
                  <a:lnTo>
                    <a:pt x="420" y="562"/>
                  </a:lnTo>
                  <a:lnTo>
                    <a:pt x="420" y="564"/>
                  </a:lnTo>
                  <a:lnTo>
                    <a:pt x="420" y="566"/>
                  </a:lnTo>
                  <a:lnTo>
                    <a:pt x="418" y="566"/>
                  </a:lnTo>
                  <a:lnTo>
                    <a:pt x="420" y="568"/>
                  </a:lnTo>
                  <a:lnTo>
                    <a:pt x="418" y="570"/>
                  </a:lnTo>
                  <a:lnTo>
                    <a:pt x="416" y="570"/>
                  </a:lnTo>
                  <a:lnTo>
                    <a:pt x="412" y="572"/>
                  </a:lnTo>
                  <a:lnTo>
                    <a:pt x="412" y="574"/>
                  </a:lnTo>
                  <a:lnTo>
                    <a:pt x="412" y="576"/>
                  </a:lnTo>
                  <a:lnTo>
                    <a:pt x="412" y="576"/>
                  </a:lnTo>
                  <a:lnTo>
                    <a:pt x="412" y="578"/>
                  </a:lnTo>
                  <a:lnTo>
                    <a:pt x="414" y="580"/>
                  </a:lnTo>
                  <a:lnTo>
                    <a:pt x="414" y="580"/>
                  </a:lnTo>
                  <a:lnTo>
                    <a:pt x="414" y="582"/>
                  </a:lnTo>
                  <a:lnTo>
                    <a:pt x="412" y="582"/>
                  </a:lnTo>
                  <a:lnTo>
                    <a:pt x="412" y="584"/>
                  </a:lnTo>
                  <a:lnTo>
                    <a:pt x="412" y="586"/>
                  </a:lnTo>
                  <a:lnTo>
                    <a:pt x="410" y="588"/>
                  </a:lnTo>
                  <a:lnTo>
                    <a:pt x="408" y="588"/>
                  </a:lnTo>
                  <a:lnTo>
                    <a:pt x="406" y="588"/>
                  </a:lnTo>
                  <a:lnTo>
                    <a:pt x="406" y="588"/>
                  </a:lnTo>
                  <a:lnTo>
                    <a:pt x="404" y="586"/>
                  </a:lnTo>
                  <a:lnTo>
                    <a:pt x="402" y="586"/>
                  </a:lnTo>
                  <a:lnTo>
                    <a:pt x="402" y="586"/>
                  </a:lnTo>
                  <a:lnTo>
                    <a:pt x="402" y="588"/>
                  </a:lnTo>
                  <a:lnTo>
                    <a:pt x="400" y="588"/>
                  </a:lnTo>
                  <a:lnTo>
                    <a:pt x="398" y="588"/>
                  </a:lnTo>
                  <a:lnTo>
                    <a:pt x="398" y="588"/>
                  </a:lnTo>
                  <a:lnTo>
                    <a:pt x="398" y="590"/>
                  </a:lnTo>
                  <a:lnTo>
                    <a:pt x="396" y="591"/>
                  </a:lnTo>
                  <a:lnTo>
                    <a:pt x="398" y="591"/>
                  </a:lnTo>
                  <a:lnTo>
                    <a:pt x="398" y="591"/>
                  </a:lnTo>
                  <a:lnTo>
                    <a:pt x="398" y="591"/>
                  </a:lnTo>
                  <a:lnTo>
                    <a:pt x="398" y="593"/>
                  </a:lnTo>
                  <a:lnTo>
                    <a:pt x="400" y="593"/>
                  </a:lnTo>
                  <a:lnTo>
                    <a:pt x="402" y="595"/>
                  </a:lnTo>
                  <a:lnTo>
                    <a:pt x="402" y="595"/>
                  </a:lnTo>
                  <a:lnTo>
                    <a:pt x="402" y="599"/>
                  </a:lnTo>
                  <a:lnTo>
                    <a:pt x="402" y="601"/>
                  </a:lnTo>
                  <a:lnTo>
                    <a:pt x="402" y="601"/>
                  </a:lnTo>
                  <a:lnTo>
                    <a:pt x="402" y="603"/>
                  </a:lnTo>
                  <a:lnTo>
                    <a:pt x="400" y="603"/>
                  </a:lnTo>
                  <a:lnTo>
                    <a:pt x="400" y="601"/>
                  </a:lnTo>
                  <a:lnTo>
                    <a:pt x="400" y="601"/>
                  </a:lnTo>
                  <a:lnTo>
                    <a:pt x="400" y="597"/>
                  </a:lnTo>
                  <a:lnTo>
                    <a:pt x="400" y="597"/>
                  </a:lnTo>
                  <a:lnTo>
                    <a:pt x="398" y="597"/>
                  </a:lnTo>
                  <a:lnTo>
                    <a:pt x="398" y="597"/>
                  </a:lnTo>
                  <a:lnTo>
                    <a:pt x="398" y="599"/>
                  </a:lnTo>
                  <a:lnTo>
                    <a:pt x="398" y="599"/>
                  </a:lnTo>
                  <a:lnTo>
                    <a:pt x="398" y="601"/>
                  </a:lnTo>
                  <a:lnTo>
                    <a:pt x="390" y="603"/>
                  </a:lnTo>
                  <a:lnTo>
                    <a:pt x="390" y="603"/>
                  </a:lnTo>
                  <a:lnTo>
                    <a:pt x="392" y="603"/>
                  </a:lnTo>
                  <a:lnTo>
                    <a:pt x="394" y="605"/>
                  </a:lnTo>
                  <a:lnTo>
                    <a:pt x="392" y="605"/>
                  </a:lnTo>
                  <a:lnTo>
                    <a:pt x="392" y="609"/>
                  </a:lnTo>
                  <a:lnTo>
                    <a:pt x="392" y="611"/>
                  </a:lnTo>
                  <a:lnTo>
                    <a:pt x="392" y="611"/>
                  </a:lnTo>
                  <a:lnTo>
                    <a:pt x="390" y="611"/>
                  </a:lnTo>
                  <a:lnTo>
                    <a:pt x="390" y="613"/>
                  </a:lnTo>
                  <a:lnTo>
                    <a:pt x="388" y="613"/>
                  </a:lnTo>
                  <a:lnTo>
                    <a:pt x="388" y="615"/>
                  </a:lnTo>
                  <a:lnTo>
                    <a:pt x="388" y="615"/>
                  </a:lnTo>
                  <a:lnTo>
                    <a:pt x="386" y="617"/>
                  </a:lnTo>
                  <a:lnTo>
                    <a:pt x="384" y="617"/>
                  </a:lnTo>
                  <a:lnTo>
                    <a:pt x="384" y="617"/>
                  </a:lnTo>
                  <a:lnTo>
                    <a:pt x="383" y="619"/>
                  </a:lnTo>
                  <a:lnTo>
                    <a:pt x="383" y="621"/>
                  </a:lnTo>
                  <a:lnTo>
                    <a:pt x="381" y="623"/>
                  </a:lnTo>
                  <a:lnTo>
                    <a:pt x="381" y="623"/>
                  </a:lnTo>
                  <a:lnTo>
                    <a:pt x="379" y="619"/>
                  </a:lnTo>
                  <a:lnTo>
                    <a:pt x="377" y="619"/>
                  </a:lnTo>
                  <a:lnTo>
                    <a:pt x="377" y="619"/>
                  </a:lnTo>
                  <a:lnTo>
                    <a:pt x="375" y="621"/>
                  </a:lnTo>
                  <a:lnTo>
                    <a:pt x="373" y="621"/>
                  </a:lnTo>
                  <a:lnTo>
                    <a:pt x="373" y="621"/>
                  </a:lnTo>
                  <a:lnTo>
                    <a:pt x="371" y="615"/>
                  </a:lnTo>
                  <a:lnTo>
                    <a:pt x="369" y="615"/>
                  </a:lnTo>
                  <a:lnTo>
                    <a:pt x="369" y="615"/>
                  </a:lnTo>
                  <a:lnTo>
                    <a:pt x="367" y="615"/>
                  </a:lnTo>
                  <a:lnTo>
                    <a:pt x="365" y="617"/>
                  </a:lnTo>
                  <a:lnTo>
                    <a:pt x="371" y="619"/>
                  </a:lnTo>
                  <a:lnTo>
                    <a:pt x="371" y="623"/>
                  </a:lnTo>
                  <a:lnTo>
                    <a:pt x="369" y="621"/>
                  </a:lnTo>
                  <a:lnTo>
                    <a:pt x="369" y="623"/>
                  </a:lnTo>
                  <a:lnTo>
                    <a:pt x="373" y="625"/>
                  </a:lnTo>
                  <a:lnTo>
                    <a:pt x="371" y="625"/>
                  </a:lnTo>
                  <a:lnTo>
                    <a:pt x="371" y="627"/>
                  </a:lnTo>
                  <a:lnTo>
                    <a:pt x="371" y="627"/>
                  </a:lnTo>
                  <a:lnTo>
                    <a:pt x="371" y="629"/>
                  </a:lnTo>
                  <a:lnTo>
                    <a:pt x="371" y="631"/>
                  </a:lnTo>
                  <a:lnTo>
                    <a:pt x="371" y="633"/>
                  </a:lnTo>
                  <a:lnTo>
                    <a:pt x="373" y="633"/>
                  </a:lnTo>
                  <a:lnTo>
                    <a:pt x="373" y="635"/>
                  </a:lnTo>
                  <a:lnTo>
                    <a:pt x="371" y="635"/>
                  </a:lnTo>
                  <a:lnTo>
                    <a:pt x="373" y="637"/>
                  </a:lnTo>
                  <a:lnTo>
                    <a:pt x="373" y="639"/>
                  </a:lnTo>
                  <a:lnTo>
                    <a:pt x="373" y="641"/>
                  </a:lnTo>
                  <a:lnTo>
                    <a:pt x="373" y="643"/>
                  </a:lnTo>
                  <a:lnTo>
                    <a:pt x="373" y="643"/>
                  </a:lnTo>
                  <a:lnTo>
                    <a:pt x="371" y="643"/>
                  </a:lnTo>
                  <a:lnTo>
                    <a:pt x="371" y="644"/>
                  </a:lnTo>
                  <a:lnTo>
                    <a:pt x="373" y="646"/>
                  </a:lnTo>
                  <a:lnTo>
                    <a:pt x="371" y="646"/>
                  </a:lnTo>
                  <a:lnTo>
                    <a:pt x="367" y="646"/>
                  </a:lnTo>
                  <a:lnTo>
                    <a:pt x="365" y="646"/>
                  </a:lnTo>
                  <a:lnTo>
                    <a:pt x="363" y="644"/>
                  </a:lnTo>
                  <a:lnTo>
                    <a:pt x="365" y="643"/>
                  </a:lnTo>
                  <a:lnTo>
                    <a:pt x="365" y="643"/>
                  </a:lnTo>
                  <a:lnTo>
                    <a:pt x="365" y="643"/>
                  </a:lnTo>
                  <a:lnTo>
                    <a:pt x="365" y="643"/>
                  </a:lnTo>
                  <a:lnTo>
                    <a:pt x="363" y="644"/>
                  </a:lnTo>
                  <a:lnTo>
                    <a:pt x="361" y="646"/>
                  </a:lnTo>
                  <a:lnTo>
                    <a:pt x="361" y="646"/>
                  </a:lnTo>
                  <a:lnTo>
                    <a:pt x="357" y="644"/>
                  </a:lnTo>
                  <a:lnTo>
                    <a:pt x="357" y="643"/>
                  </a:lnTo>
                  <a:lnTo>
                    <a:pt x="357" y="644"/>
                  </a:lnTo>
                  <a:lnTo>
                    <a:pt x="359" y="646"/>
                  </a:lnTo>
                  <a:lnTo>
                    <a:pt x="359" y="646"/>
                  </a:lnTo>
                  <a:lnTo>
                    <a:pt x="353" y="644"/>
                  </a:lnTo>
                  <a:lnTo>
                    <a:pt x="353" y="646"/>
                  </a:lnTo>
                  <a:lnTo>
                    <a:pt x="353" y="646"/>
                  </a:lnTo>
                  <a:lnTo>
                    <a:pt x="351" y="646"/>
                  </a:lnTo>
                  <a:lnTo>
                    <a:pt x="351" y="648"/>
                  </a:lnTo>
                  <a:lnTo>
                    <a:pt x="351" y="648"/>
                  </a:lnTo>
                  <a:lnTo>
                    <a:pt x="355" y="650"/>
                  </a:lnTo>
                  <a:lnTo>
                    <a:pt x="353" y="650"/>
                  </a:lnTo>
                  <a:lnTo>
                    <a:pt x="351" y="650"/>
                  </a:lnTo>
                  <a:lnTo>
                    <a:pt x="347" y="648"/>
                  </a:lnTo>
                  <a:lnTo>
                    <a:pt x="349" y="652"/>
                  </a:lnTo>
                  <a:lnTo>
                    <a:pt x="349" y="652"/>
                  </a:lnTo>
                  <a:lnTo>
                    <a:pt x="349" y="652"/>
                  </a:lnTo>
                  <a:lnTo>
                    <a:pt x="347" y="654"/>
                  </a:lnTo>
                  <a:lnTo>
                    <a:pt x="337" y="654"/>
                  </a:lnTo>
                  <a:lnTo>
                    <a:pt x="328" y="648"/>
                  </a:lnTo>
                  <a:lnTo>
                    <a:pt x="324" y="644"/>
                  </a:lnTo>
                  <a:lnTo>
                    <a:pt x="324" y="641"/>
                  </a:lnTo>
                  <a:lnTo>
                    <a:pt x="326" y="639"/>
                  </a:lnTo>
                  <a:lnTo>
                    <a:pt x="326" y="639"/>
                  </a:lnTo>
                  <a:lnTo>
                    <a:pt x="328" y="641"/>
                  </a:lnTo>
                  <a:lnTo>
                    <a:pt x="330" y="639"/>
                  </a:lnTo>
                  <a:lnTo>
                    <a:pt x="330" y="639"/>
                  </a:lnTo>
                  <a:lnTo>
                    <a:pt x="332" y="639"/>
                  </a:lnTo>
                  <a:lnTo>
                    <a:pt x="335" y="637"/>
                  </a:lnTo>
                  <a:lnTo>
                    <a:pt x="335" y="637"/>
                  </a:lnTo>
                  <a:lnTo>
                    <a:pt x="337" y="637"/>
                  </a:lnTo>
                  <a:lnTo>
                    <a:pt x="337" y="637"/>
                  </a:lnTo>
                  <a:lnTo>
                    <a:pt x="337" y="635"/>
                  </a:lnTo>
                  <a:lnTo>
                    <a:pt x="337" y="635"/>
                  </a:lnTo>
                  <a:lnTo>
                    <a:pt x="337" y="635"/>
                  </a:lnTo>
                  <a:lnTo>
                    <a:pt x="339" y="635"/>
                  </a:lnTo>
                  <a:lnTo>
                    <a:pt x="339" y="635"/>
                  </a:lnTo>
                  <a:lnTo>
                    <a:pt x="339" y="635"/>
                  </a:lnTo>
                  <a:lnTo>
                    <a:pt x="339" y="635"/>
                  </a:lnTo>
                  <a:lnTo>
                    <a:pt x="341" y="633"/>
                  </a:lnTo>
                  <a:lnTo>
                    <a:pt x="343" y="633"/>
                  </a:lnTo>
                  <a:lnTo>
                    <a:pt x="341" y="631"/>
                  </a:lnTo>
                  <a:lnTo>
                    <a:pt x="337" y="631"/>
                  </a:lnTo>
                  <a:lnTo>
                    <a:pt x="335" y="631"/>
                  </a:lnTo>
                  <a:lnTo>
                    <a:pt x="335" y="633"/>
                  </a:lnTo>
                  <a:lnTo>
                    <a:pt x="337" y="633"/>
                  </a:lnTo>
                  <a:lnTo>
                    <a:pt x="332" y="635"/>
                  </a:lnTo>
                  <a:lnTo>
                    <a:pt x="332" y="635"/>
                  </a:lnTo>
                  <a:lnTo>
                    <a:pt x="334" y="635"/>
                  </a:lnTo>
                  <a:lnTo>
                    <a:pt x="334" y="637"/>
                  </a:lnTo>
                  <a:lnTo>
                    <a:pt x="326" y="637"/>
                  </a:lnTo>
                  <a:lnTo>
                    <a:pt x="324" y="637"/>
                  </a:lnTo>
                  <a:lnTo>
                    <a:pt x="322" y="633"/>
                  </a:lnTo>
                  <a:lnTo>
                    <a:pt x="320" y="633"/>
                  </a:lnTo>
                  <a:lnTo>
                    <a:pt x="320" y="631"/>
                  </a:lnTo>
                  <a:lnTo>
                    <a:pt x="322" y="631"/>
                  </a:lnTo>
                  <a:lnTo>
                    <a:pt x="318" y="629"/>
                  </a:lnTo>
                  <a:lnTo>
                    <a:pt x="318" y="629"/>
                  </a:lnTo>
                  <a:lnTo>
                    <a:pt x="316" y="623"/>
                  </a:lnTo>
                  <a:lnTo>
                    <a:pt x="316" y="621"/>
                  </a:lnTo>
                  <a:lnTo>
                    <a:pt x="314" y="619"/>
                  </a:lnTo>
                  <a:lnTo>
                    <a:pt x="314" y="617"/>
                  </a:lnTo>
                  <a:lnTo>
                    <a:pt x="314" y="617"/>
                  </a:lnTo>
                  <a:lnTo>
                    <a:pt x="312" y="617"/>
                  </a:lnTo>
                  <a:lnTo>
                    <a:pt x="312" y="619"/>
                  </a:lnTo>
                  <a:lnTo>
                    <a:pt x="312" y="619"/>
                  </a:lnTo>
                  <a:lnTo>
                    <a:pt x="312" y="621"/>
                  </a:lnTo>
                  <a:lnTo>
                    <a:pt x="310" y="621"/>
                  </a:lnTo>
                  <a:lnTo>
                    <a:pt x="306" y="621"/>
                  </a:lnTo>
                  <a:lnTo>
                    <a:pt x="306" y="621"/>
                  </a:lnTo>
                  <a:lnTo>
                    <a:pt x="302" y="619"/>
                  </a:lnTo>
                  <a:lnTo>
                    <a:pt x="302" y="619"/>
                  </a:lnTo>
                  <a:lnTo>
                    <a:pt x="300" y="619"/>
                  </a:lnTo>
                  <a:lnTo>
                    <a:pt x="300" y="619"/>
                  </a:lnTo>
                  <a:lnTo>
                    <a:pt x="302" y="621"/>
                  </a:lnTo>
                  <a:lnTo>
                    <a:pt x="302" y="623"/>
                  </a:lnTo>
                  <a:lnTo>
                    <a:pt x="300" y="623"/>
                  </a:lnTo>
                  <a:lnTo>
                    <a:pt x="294" y="617"/>
                  </a:lnTo>
                  <a:lnTo>
                    <a:pt x="294" y="617"/>
                  </a:lnTo>
                  <a:lnTo>
                    <a:pt x="290" y="619"/>
                  </a:lnTo>
                  <a:lnTo>
                    <a:pt x="290" y="619"/>
                  </a:lnTo>
                  <a:lnTo>
                    <a:pt x="284" y="615"/>
                  </a:lnTo>
                  <a:lnTo>
                    <a:pt x="279" y="617"/>
                  </a:lnTo>
                  <a:lnTo>
                    <a:pt x="279" y="619"/>
                  </a:lnTo>
                  <a:lnTo>
                    <a:pt x="279" y="619"/>
                  </a:lnTo>
                  <a:lnTo>
                    <a:pt x="279" y="619"/>
                  </a:lnTo>
                  <a:lnTo>
                    <a:pt x="283" y="621"/>
                  </a:lnTo>
                  <a:lnTo>
                    <a:pt x="283" y="621"/>
                  </a:lnTo>
                  <a:lnTo>
                    <a:pt x="283" y="623"/>
                  </a:lnTo>
                  <a:lnTo>
                    <a:pt x="283" y="625"/>
                  </a:lnTo>
                  <a:lnTo>
                    <a:pt x="281" y="629"/>
                  </a:lnTo>
                  <a:lnTo>
                    <a:pt x="281" y="631"/>
                  </a:lnTo>
                  <a:lnTo>
                    <a:pt x="281" y="635"/>
                  </a:lnTo>
                  <a:lnTo>
                    <a:pt x="281" y="635"/>
                  </a:lnTo>
                  <a:lnTo>
                    <a:pt x="281" y="637"/>
                  </a:lnTo>
                  <a:lnTo>
                    <a:pt x="283" y="641"/>
                  </a:lnTo>
                  <a:lnTo>
                    <a:pt x="288" y="646"/>
                  </a:lnTo>
                  <a:lnTo>
                    <a:pt x="292" y="648"/>
                  </a:lnTo>
                  <a:lnTo>
                    <a:pt x="298" y="650"/>
                  </a:lnTo>
                  <a:lnTo>
                    <a:pt x="300" y="650"/>
                  </a:lnTo>
                  <a:lnTo>
                    <a:pt x="302" y="652"/>
                  </a:lnTo>
                  <a:lnTo>
                    <a:pt x="304" y="654"/>
                  </a:lnTo>
                  <a:lnTo>
                    <a:pt x="306" y="656"/>
                  </a:lnTo>
                  <a:lnTo>
                    <a:pt x="306" y="658"/>
                  </a:lnTo>
                  <a:lnTo>
                    <a:pt x="320" y="666"/>
                  </a:lnTo>
                  <a:lnTo>
                    <a:pt x="322" y="668"/>
                  </a:lnTo>
                  <a:lnTo>
                    <a:pt x="332" y="670"/>
                  </a:lnTo>
                  <a:lnTo>
                    <a:pt x="341" y="670"/>
                  </a:lnTo>
                  <a:lnTo>
                    <a:pt x="351" y="670"/>
                  </a:lnTo>
                  <a:lnTo>
                    <a:pt x="359" y="672"/>
                  </a:lnTo>
                  <a:lnTo>
                    <a:pt x="363" y="672"/>
                  </a:lnTo>
                  <a:lnTo>
                    <a:pt x="365" y="676"/>
                  </a:lnTo>
                  <a:lnTo>
                    <a:pt x="371" y="678"/>
                  </a:lnTo>
                  <a:lnTo>
                    <a:pt x="373" y="678"/>
                  </a:lnTo>
                  <a:lnTo>
                    <a:pt x="373" y="680"/>
                  </a:lnTo>
                  <a:lnTo>
                    <a:pt x="375" y="684"/>
                  </a:lnTo>
                  <a:lnTo>
                    <a:pt x="377" y="686"/>
                  </a:lnTo>
                  <a:lnTo>
                    <a:pt x="379" y="686"/>
                  </a:lnTo>
                  <a:lnTo>
                    <a:pt x="381" y="686"/>
                  </a:lnTo>
                  <a:lnTo>
                    <a:pt x="381" y="688"/>
                  </a:lnTo>
                  <a:lnTo>
                    <a:pt x="383" y="688"/>
                  </a:lnTo>
                  <a:lnTo>
                    <a:pt x="383" y="688"/>
                  </a:lnTo>
                  <a:lnTo>
                    <a:pt x="383" y="688"/>
                  </a:lnTo>
                  <a:lnTo>
                    <a:pt x="383" y="688"/>
                  </a:lnTo>
                  <a:lnTo>
                    <a:pt x="383" y="686"/>
                  </a:lnTo>
                  <a:lnTo>
                    <a:pt x="384" y="686"/>
                  </a:lnTo>
                  <a:lnTo>
                    <a:pt x="384" y="686"/>
                  </a:lnTo>
                  <a:lnTo>
                    <a:pt x="384" y="686"/>
                  </a:lnTo>
                  <a:lnTo>
                    <a:pt x="384" y="688"/>
                  </a:lnTo>
                  <a:lnTo>
                    <a:pt x="384" y="688"/>
                  </a:lnTo>
                  <a:lnTo>
                    <a:pt x="384" y="688"/>
                  </a:lnTo>
                  <a:lnTo>
                    <a:pt x="384" y="688"/>
                  </a:lnTo>
                  <a:lnTo>
                    <a:pt x="386" y="686"/>
                  </a:lnTo>
                  <a:lnTo>
                    <a:pt x="392" y="682"/>
                  </a:lnTo>
                  <a:lnTo>
                    <a:pt x="394" y="684"/>
                  </a:lnTo>
                  <a:lnTo>
                    <a:pt x="396" y="682"/>
                  </a:lnTo>
                  <a:lnTo>
                    <a:pt x="398" y="680"/>
                  </a:lnTo>
                  <a:lnTo>
                    <a:pt x="398" y="676"/>
                  </a:lnTo>
                  <a:lnTo>
                    <a:pt x="398" y="672"/>
                  </a:lnTo>
                  <a:lnTo>
                    <a:pt x="398" y="672"/>
                  </a:lnTo>
                  <a:lnTo>
                    <a:pt x="398" y="672"/>
                  </a:lnTo>
                  <a:lnTo>
                    <a:pt x="398" y="670"/>
                  </a:lnTo>
                  <a:lnTo>
                    <a:pt x="398" y="668"/>
                  </a:lnTo>
                  <a:lnTo>
                    <a:pt x="398" y="668"/>
                  </a:lnTo>
                  <a:lnTo>
                    <a:pt x="398" y="668"/>
                  </a:lnTo>
                  <a:lnTo>
                    <a:pt x="398" y="666"/>
                  </a:lnTo>
                  <a:lnTo>
                    <a:pt x="398" y="666"/>
                  </a:lnTo>
                  <a:lnTo>
                    <a:pt x="400" y="666"/>
                  </a:lnTo>
                  <a:lnTo>
                    <a:pt x="400" y="664"/>
                  </a:lnTo>
                  <a:lnTo>
                    <a:pt x="400" y="664"/>
                  </a:lnTo>
                  <a:lnTo>
                    <a:pt x="400" y="662"/>
                  </a:lnTo>
                  <a:lnTo>
                    <a:pt x="398" y="662"/>
                  </a:lnTo>
                  <a:lnTo>
                    <a:pt x="396" y="664"/>
                  </a:lnTo>
                  <a:lnTo>
                    <a:pt x="398" y="662"/>
                  </a:lnTo>
                  <a:lnTo>
                    <a:pt x="402" y="660"/>
                  </a:lnTo>
                  <a:lnTo>
                    <a:pt x="402" y="658"/>
                  </a:lnTo>
                  <a:lnTo>
                    <a:pt x="404" y="658"/>
                  </a:lnTo>
                  <a:lnTo>
                    <a:pt x="404" y="656"/>
                  </a:lnTo>
                  <a:lnTo>
                    <a:pt x="404" y="654"/>
                  </a:lnTo>
                  <a:lnTo>
                    <a:pt x="406" y="654"/>
                  </a:lnTo>
                  <a:lnTo>
                    <a:pt x="416" y="654"/>
                  </a:lnTo>
                  <a:lnTo>
                    <a:pt x="418" y="652"/>
                  </a:lnTo>
                  <a:lnTo>
                    <a:pt x="420" y="652"/>
                  </a:lnTo>
                  <a:lnTo>
                    <a:pt x="422" y="652"/>
                  </a:lnTo>
                  <a:lnTo>
                    <a:pt x="422" y="652"/>
                  </a:lnTo>
                  <a:lnTo>
                    <a:pt x="422" y="652"/>
                  </a:lnTo>
                  <a:lnTo>
                    <a:pt x="424" y="650"/>
                  </a:lnTo>
                  <a:lnTo>
                    <a:pt x="424" y="650"/>
                  </a:lnTo>
                  <a:lnTo>
                    <a:pt x="424" y="648"/>
                  </a:lnTo>
                  <a:lnTo>
                    <a:pt x="424" y="648"/>
                  </a:lnTo>
                  <a:lnTo>
                    <a:pt x="424" y="648"/>
                  </a:lnTo>
                  <a:lnTo>
                    <a:pt x="424" y="648"/>
                  </a:lnTo>
                  <a:lnTo>
                    <a:pt x="424" y="646"/>
                  </a:lnTo>
                  <a:lnTo>
                    <a:pt x="424" y="646"/>
                  </a:lnTo>
                  <a:lnTo>
                    <a:pt x="426" y="646"/>
                  </a:lnTo>
                  <a:lnTo>
                    <a:pt x="426" y="644"/>
                  </a:lnTo>
                  <a:lnTo>
                    <a:pt x="430" y="644"/>
                  </a:lnTo>
                  <a:lnTo>
                    <a:pt x="432" y="643"/>
                  </a:lnTo>
                  <a:lnTo>
                    <a:pt x="445" y="641"/>
                  </a:lnTo>
                  <a:lnTo>
                    <a:pt x="445" y="639"/>
                  </a:lnTo>
                  <a:lnTo>
                    <a:pt x="447" y="639"/>
                  </a:lnTo>
                  <a:lnTo>
                    <a:pt x="447" y="635"/>
                  </a:lnTo>
                  <a:lnTo>
                    <a:pt x="449" y="633"/>
                  </a:lnTo>
                  <a:lnTo>
                    <a:pt x="451" y="631"/>
                  </a:lnTo>
                  <a:lnTo>
                    <a:pt x="451" y="629"/>
                  </a:lnTo>
                  <a:lnTo>
                    <a:pt x="455" y="629"/>
                  </a:lnTo>
                  <a:lnTo>
                    <a:pt x="457" y="629"/>
                  </a:lnTo>
                  <a:lnTo>
                    <a:pt x="459" y="625"/>
                  </a:lnTo>
                  <a:lnTo>
                    <a:pt x="461" y="625"/>
                  </a:lnTo>
                  <a:lnTo>
                    <a:pt x="461" y="625"/>
                  </a:lnTo>
                  <a:lnTo>
                    <a:pt x="461" y="621"/>
                  </a:lnTo>
                  <a:lnTo>
                    <a:pt x="461" y="621"/>
                  </a:lnTo>
                  <a:lnTo>
                    <a:pt x="463" y="619"/>
                  </a:lnTo>
                  <a:lnTo>
                    <a:pt x="463" y="617"/>
                  </a:lnTo>
                  <a:lnTo>
                    <a:pt x="463" y="617"/>
                  </a:lnTo>
                  <a:lnTo>
                    <a:pt x="463" y="613"/>
                  </a:lnTo>
                  <a:lnTo>
                    <a:pt x="465" y="607"/>
                  </a:lnTo>
                  <a:lnTo>
                    <a:pt x="465" y="605"/>
                  </a:lnTo>
                  <a:lnTo>
                    <a:pt x="467" y="603"/>
                  </a:lnTo>
                  <a:lnTo>
                    <a:pt x="465" y="601"/>
                  </a:lnTo>
                  <a:lnTo>
                    <a:pt x="465" y="597"/>
                  </a:lnTo>
                  <a:lnTo>
                    <a:pt x="473" y="586"/>
                  </a:lnTo>
                  <a:lnTo>
                    <a:pt x="486" y="574"/>
                  </a:lnTo>
                  <a:lnTo>
                    <a:pt x="500" y="564"/>
                  </a:lnTo>
                  <a:lnTo>
                    <a:pt x="500" y="560"/>
                  </a:lnTo>
                  <a:lnTo>
                    <a:pt x="502" y="558"/>
                  </a:lnTo>
                  <a:lnTo>
                    <a:pt x="502" y="554"/>
                  </a:lnTo>
                  <a:lnTo>
                    <a:pt x="504" y="544"/>
                  </a:lnTo>
                  <a:lnTo>
                    <a:pt x="506" y="540"/>
                  </a:lnTo>
                  <a:lnTo>
                    <a:pt x="506" y="540"/>
                  </a:lnTo>
                  <a:lnTo>
                    <a:pt x="506" y="540"/>
                  </a:lnTo>
                  <a:lnTo>
                    <a:pt x="506" y="535"/>
                  </a:lnTo>
                  <a:lnTo>
                    <a:pt x="504" y="529"/>
                  </a:lnTo>
                  <a:lnTo>
                    <a:pt x="504" y="525"/>
                  </a:lnTo>
                  <a:lnTo>
                    <a:pt x="504" y="523"/>
                  </a:lnTo>
                  <a:lnTo>
                    <a:pt x="504" y="519"/>
                  </a:lnTo>
                  <a:lnTo>
                    <a:pt x="504" y="517"/>
                  </a:lnTo>
                  <a:lnTo>
                    <a:pt x="500" y="507"/>
                  </a:lnTo>
                  <a:lnTo>
                    <a:pt x="494" y="499"/>
                  </a:lnTo>
                  <a:lnTo>
                    <a:pt x="492" y="495"/>
                  </a:lnTo>
                  <a:lnTo>
                    <a:pt x="494" y="493"/>
                  </a:lnTo>
                  <a:lnTo>
                    <a:pt x="496" y="489"/>
                  </a:lnTo>
                  <a:lnTo>
                    <a:pt x="498" y="483"/>
                  </a:lnTo>
                  <a:lnTo>
                    <a:pt x="500" y="482"/>
                  </a:lnTo>
                  <a:lnTo>
                    <a:pt x="500" y="478"/>
                  </a:lnTo>
                  <a:lnTo>
                    <a:pt x="498" y="476"/>
                  </a:lnTo>
                  <a:lnTo>
                    <a:pt x="498" y="472"/>
                  </a:lnTo>
                  <a:lnTo>
                    <a:pt x="500" y="472"/>
                  </a:lnTo>
                  <a:lnTo>
                    <a:pt x="500" y="470"/>
                  </a:lnTo>
                  <a:lnTo>
                    <a:pt x="500" y="468"/>
                  </a:lnTo>
                  <a:lnTo>
                    <a:pt x="500" y="466"/>
                  </a:lnTo>
                  <a:lnTo>
                    <a:pt x="502" y="464"/>
                  </a:lnTo>
                  <a:lnTo>
                    <a:pt x="504" y="462"/>
                  </a:lnTo>
                  <a:lnTo>
                    <a:pt x="508" y="458"/>
                  </a:lnTo>
                  <a:lnTo>
                    <a:pt x="520" y="456"/>
                  </a:lnTo>
                  <a:lnTo>
                    <a:pt x="530" y="450"/>
                  </a:lnTo>
                  <a:lnTo>
                    <a:pt x="539" y="450"/>
                  </a:lnTo>
                  <a:lnTo>
                    <a:pt x="545" y="450"/>
                  </a:lnTo>
                  <a:lnTo>
                    <a:pt x="553" y="446"/>
                  </a:lnTo>
                  <a:lnTo>
                    <a:pt x="559" y="446"/>
                  </a:lnTo>
                  <a:lnTo>
                    <a:pt x="563" y="444"/>
                  </a:lnTo>
                  <a:lnTo>
                    <a:pt x="565" y="444"/>
                  </a:lnTo>
                  <a:lnTo>
                    <a:pt x="573" y="444"/>
                  </a:lnTo>
                  <a:lnTo>
                    <a:pt x="579" y="446"/>
                  </a:lnTo>
                  <a:lnTo>
                    <a:pt x="581" y="448"/>
                  </a:lnTo>
                  <a:lnTo>
                    <a:pt x="581" y="450"/>
                  </a:lnTo>
                  <a:lnTo>
                    <a:pt x="581" y="452"/>
                  </a:lnTo>
                  <a:lnTo>
                    <a:pt x="581" y="454"/>
                  </a:lnTo>
                  <a:lnTo>
                    <a:pt x="583" y="456"/>
                  </a:lnTo>
                  <a:lnTo>
                    <a:pt x="583" y="458"/>
                  </a:lnTo>
                  <a:lnTo>
                    <a:pt x="581" y="460"/>
                  </a:lnTo>
                  <a:lnTo>
                    <a:pt x="581" y="462"/>
                  </a:lnTo>
                  <a:lnTo>
                    <a:pt x="579" y="464"/>
                  </a:lnTo>
                  <a:lnTo>
                    <a:pt x="579" y="466"/>
                  </a:lnTo>
                  <a:lnTo>
                    <a:pt x="581" y="468"/>
                  </a:lnTo>
                  <a:lnTo>
                    <a:pt x="586" y="474"/>
                  </a:lnTo>
                  <a:lnTo>
                    <a:pt x="588" y="478"/>
                  </a:lnTo>
                  <a:lnTo>
                    <a:pt x="590" y="480"/>
                  </a:lnTo>
                  <a:lnTo>
                    <a:pt x="592" y="482"/>
                  </a:lnTo>
                  <a:lnTo>
                    <a:pt x="592" y="483"/>
                  </a:lnTo>
                  <a:lnTo>
                    <a:pt x="594" y="487"/>
                  </a:lnTo>
                  <a:lnTo>
                    <a:pt x="594" y="487"/>
                  </a:lnTo>
                  <a:lnTo>
                    <a:pt x="596" y="487"/>
                  </a:lnTo>
                  <a:lnTo>
                    <a:pt x="594" y="485"/>
                  </a:lnTo>
                  <a:lnTo>
                    <a:pt x="594" y="485"/>
                  </a:lnTo>
                  <a:lnTo>
                    <a:pt x="594" y="485"/>
                  </a:lnTo>
                  <a:lnTo>
                    <a:pt x="594" y="483"/>
                  </a:lnTo>
                  <a:lnTo>
                    <a:pt x="596" y="485"/>
                  </a:lnTo>
                  <a:lnTo>
                    <a:pt x="600" y="493"/>
                  </a:lnTo>
                  <a:lnTo>
                    <a:pt x="602" y="493"/>
                  </a:lnTo>
                  <a:lnTo>
                    <a:pt x="600" y="495"/>
                  </a:lnTo>
                  <a:lnTo>
                    <a:pt x="600" y="495"/>
                  </a:lnTo>
                  <a:lnTo>
                    <a:pt x="600" y="495"/>
                  </a:lnTo>
                  <a:lnTo>
                    <a:pt x="598" y="497"/>
                  </a:lnTo>
                  <a:lnTo>
                    <a:pt x="598" y="499"/>
                  </a:lnTo>
                  <a:lnTo>
                    <a:pt x="598" y="501"/>
                  </a:lnTo>
                  <a:lnTo>
                    <a:pt x="598" y="503"/>
                  </a:lnTo>
                  <a:lnTo>
                    <a:pt x="598" y="505"/>
                  </a:lnTo>
                  <a:lnTo>
                    <a:pt x="598" y="507"/>
                  </a:lnTo>
                  <a:lnTo>
                    <a:pt x="598" y="507"/>
                  </a:lnTo>
                  <a:lnTo>
                    <a:pt x="598" y="509"/>
                  </a:lnTo>
                  <a:lnTo>
                    <a:pt x="596" y="511"/>
                  </a:lnTo>
                  <a:lnTo>
                    <a:pt x="596" y="511"/>
                  </a:lnTo>
                  <a:lnTo>
                    <a:pt x="594" y="511"/>
                  </a:lnTo>
                  <a:lnTo>
                    <a:pt x="594" y="513"/>
                  </a:lnTo>
                  <a:lnTo>
                    <a:pt x="594" y="513"/>
                  </a:lnTo>
                  <a:lnTo>
                    <a:pt x="592" y="515"/>
                  </a:lnTo>
                  <a:lnTo>
                    <a:pt x="594" y="517"/>
                  </a:lnTo>
                  <a:lnTo>
                    <a:pt x="594" y="517"/>
                  </a:lnTo>
                  <a:lnTo>
                    <a:pt x="594" y="517"/>
                  </a:lnTo>
                  <a:lnTo>
                    <a:pt x="596" y="519"/>
                  </a:lnTo>
                  <a:lnTo>
                    <a:pt x="598" y="521"/>
                  </a:lnTo>
                  <a:lnTo>
                    <a:pt x="600" y="521"/>
                  </a:lnTo>
                  <a:lnTo>
                    <a:pt x="600" y="521"/>
                  </a:lnTo>
                  <a:lnTo>
                    <a:pt x="600" y="523"/>
                  </a:lnTo>
                  <a:lnTo>
                    <a:pt x="598" y="525"/>
                  </a:lnTo>
                  <a:lnTo>
                    <a:pt x="598" y="527"/>
                  </a:lnTo>
                  <a:lnTo>
                    <a:pt x="598" y="527"/>
                  </a:lnTo>
                  <a:lnTo>
                    <a:pt x="598" y="527"/>
                  </a:lnTo>
                  <a:lnTo>
                    <a:pt x="598" y="529"/>
                  </a:lnTo>
                  <a:lnTo>
                    <a:pt x="596" y="529"/>
                  </a:lnTo>
                  <a:lnTo>
                    <a:pt x="596" y="531"/>
                  </a:lnTo>
                  <a:lnTo>
                    <a:pt x="594" y="533"/>
                  </a:lnTo>
                  <a:lnTo>
                    <a:pt x="594" y="533"/>
                  </a:lnTo>
                  <a:lnTo>
                    <a:pt x="594" y="535"/>
                  </a:lnTo>
                  <a:lnTo>
                    <a:pt x="594" y="535"/>
                  </a:lnTo>
                  <a:lnTo>
                    <a:pt x="594" y="536"/>
                  </a:lnTo>
                  <a:lnTo>
                    <a:pt x="594" y="536"/>
                  </a:lnTo>
                  <a:lnTo>
                    <a:pt x="594" y="538"/>
                  </a:lnTo>
                  <a:lnTo>
                    <a:pt x="592" y="542"/>
                  </a:lnTo>
                  <a:lnTo>
                    <a:pt x="592" y="544"/>
                  </a:lnTo>
                  <a:lnTo>
                    <a:pt x="592" y="544"/>
                  </a:lnTo>
                  <a:lnTo>
                    <a:pt x="592" y="546"/>
                  </a:lnTo>
                  <a:lnTo>
                    <a:pt x="592" y="550"/>
                  </a:lnTo>
                  <a:lnTo>
                    <a:pt x="594" y="550"/>
                  </a:lnTo>
                  <a:lnTo>
                    <a:pt x="594" y="550"/>
                  </a:lnTo>
                  <a:lnTo>
                    <a:pt x="594" y="552"/>
                  </a:lnTo>
                  <a:lnTo>
                    <a:pt x="594" y="554"/>
                  </a:lnTo>
                  <a:lnTo>
                    <a:pt x="592" y="556"/>
                  </a:lnTo>
                  <a:lnTo>
                    <a:pt x="592" y="558"/>
                  </a:lnTo>
                  <a:lnTo>
                    <a:pt x="590" y="560"/>
                  </a:lnTo>
                  <a:lnTo>
                    <a:pt x="590" y="560"/>
                  </a:lnTo>
                  <a:lnTo>
                    <a:pt x="588" y="558"/>
                  </a:lnTo>
                  <a:lnTo>
                    <a:pt x="588" y="558"/>
                  </a:lnTo>
                  <a:lnTo>
                    <a:pt x="588" y="558"/>
                  </a:lnTo>
                  <a:lnTo>
                    <a:pt x="588" y="558"/>
                  </a:lnTo>
                  <a:lnTo>
                    <a:pt x="586" y="558"/>
                  </a:lnTo>
                  <a:lnTo>
                    <a:pt x="586" y="558"/>
                  </a:lnTo>
                  <a:lnTo>
                    <a:pt x="586" y="560"/>
                  </a:lnTo>
                  <a:lnTo>
                    <a:pt x="586" y="564"/>
                  </a:lnTo>
                  <a:lnTo>
                    <a:pt x="586" y="566"/>
                  </a:lnTo>
                  <a:lnTo>
                    <a:pt x="598" y="576"/>
                  </a:lnTo>
                  <a:lnTo>
                    <a:pt x="600" y="576"/>
                  </a:lnTo>
                  <a:lnTo>
                    <a:pt x="606" y="582"/>
                  </a:lnTo>
                  <a:lnTo>
                    <a:pt x="606" y="584"/>
                  </a:lnTo>
                  <a:lnTo>
                    <a:pt x="606" y="584"/>
                  </a:lnTo>
                  <a:lnTo>
                    <a:pt x="606" y="586"/>
                  </a:lnTo>
                  <a:lnTo>
                    <a:pt x="606" y="588"/>
                  </a:lnTo>
                  <a:lnTo>
                    <a:pt x="606" y="588"/>
                  </a:lnTo>
                  <a:lnTo>
                    <a:pt x="606" y="590"/>
                  </a:lnTo>
                  <a:lnTo>
                    <a:pt x="606" y="588"/>
                  </a:lnTo>
                  <a:lnTo>
                    <a:pt x="608" y="588"/>
                  </a:lnTo>
                  <a:lnTo>
                    <a:pt x="612" y="586"/>
                  </a:lnTo>
                  <a:lnTo>
                    <a:pt x="612" y="586"/>
                  </a:lnTo>
                  <a:lnTo>
                    <a:pt x="612" y="588"/>
                  </a:lnTo>
                  <a:lnTo>
                    <a:pt x="614" y="588"/>
                  </a:lnTo>
                  <a:lnTo>
                    <a:pt x="614" y="588"/>
                  </a:lnTo>
                  <a:lnTo>
                    <a:pt x="616" y="588"/>
                  </a:lnTo>
                  <a:lnTo>
                    <a:pt x="616" y="588"/>
                  </a:lnTo>
                  <a:lnTo>
                    <a:pt x="616" y="590"/>
                  </a:lnTo>
                  <a:lnTo>
                    <a:pt x="616" y="590"/>
                  </a:lnTo>
                  <a:lnTo>
                    <a:pt x="618" y="590"/>
                  </a:lnTo>
                  <a:lnTo>
                    <a:pt x="618" y="590"/>
                  </a:lnTo>
                  <a:lnTo>
                    <a:pt x="618" y="590"/>
                  </a:lnTo>
                  <a:lnTo>
                    <a:pt x="620" y="590"/>
                  </a:lnTo>
                  <a:lnTo>
                    <a:pt x="620" y="590"/>
                  </a:lnTo>
                  <a:lnTo>
                    <a:pt x="620" y="590"/>
                  </a:lnTo>
                  <a:lnTo>
                    <a:pt x="622" y="590"/>
                  </a:lnTo>
                  <a:lnTo>
                    <a:pt x="624" y="588"/>
                  </a:lnTo>
                  <a:lnTo>
                    <a:pt x="626" y="588"/>
                  </a:lnTo>
                  <a:lnTo>
                    <a:pt x="626" y="588"/>
                  </a:lnTo>
                  <a:lnTo>
                    <a:pt x="628" y="588"/>
                  </a:lnTo>
                  <a:lnTo>
                    <a:pt x="628" y="588"/>
                  </a:lnTo>
                  <a:lnTo>
                    <a:pt x="630" y="590"/>
                  </a:lnTo>
                  <a:lnTo>
                    <a:pt x="630" y="590"/>
                  </a:lnTo>
                  <a:lnTo>
                    <a:pt x="636" y="590"/>
                  </a:lnTo>
                  <a:lnTo>
                    <a:pt x="636" y="590"/>
                  </a:lnTo>
                  <a:lnTo>
                    <a:pt x="637" y="588"/>
                  </a:lnTo>
                  <a:lnTo>
                    <a:pt x="639" y="588"/>
                  </a:lnTo>
                  <a:lnTo>
                    <a:pt x="641" y="588"/>
                  </a:lnTo>
                  <a:lnTo>
                    <a:pt x="643" y="588"/>
                  </a:lnTo>
                  <a:lnTo>
                    <a:pt x="647" y="590"/>
                  </a:lnTo>
                  <a:lnTo>
                    <a:pt x="649" y="591"/>
                  </a:lnTo>
                  <a:lnTo>
                    <a:pt x="651" y="591"/>
                  </a:lnTo>
                  <a:lnTo>
                    <a:pt x="653" y="591"/>
                  </a:lnTo>
                  <a:lnTo>
                    <a:pt x="655" y="591"/>
                  </a:lnTo>
                  <a:lnTo>
                    <a:pt x="655" y="591"/>
                  </a:lnTo>
                  <a:lnTo>
                    <a:pt x="655" y="588"/>
                  </a:lnTo>
                  <a:lnTo>
                    <a:pt x="653" y="588"/>
                  </a:lnTo>
                  <a:lnTo>
                    <a:pt x="653" y="588"/>
                  </a:lnTo>
                  <a:lnTo>
                    <a:pt x="647" y="586"/>
                  </a:lnTo>
                  <a:lnTo>
                    <a:pt x="647" y="586"/>
                  </a:lnTo>
                  <a:lnTo>
                    <a:pt x="647" y="586"/>
                  </a:lnTo>
                  <a:lnTo>
                    <a:pt x="647" y="584"/>
                  </a:lnTo>
                  <a:lnTo>
                    <a:pt x="649" y="584"/>
                  </a:lnTo>
                  <a:lnTo>
                    <a:pt x="649" y="582"/>
                  </a:lnTo>
                  <a:lnTo>
                    <a:pt x="645" y="582"/>
                  </a:lnTo>
                  <a:lnTo>
                    <a:pt x="643" y="582"/>
                  </a:lnTo>
                  <a:lnTo>
                    <a:pt x="643" y="584"/>
                  </a:lnTo>
                  <a:lnTo>
                    <a:pt x="641" y="586"/>
                  </a:lnTo>
                  <a:lnTo>
                    <a:pt x="639" y="586"/>
                  </a:lnTo>
                  <a:lnTo>
                    <a:pt x="637" y="586"/>
                  </a:lnTo>
                  <a:lnTo>
                    <a:pt x="636" y="586"/>
                  </a:lnTo>
                  <a:lnTo>
                    <a:pt x="634" y="584"/>
                  </a:lnTo>
                  <a:lnTo>
                    <a:pt x="636" y="582"/>
                  </a:lnTo>
                  <a:lnTo>
                    <a:pt x="637" y="584"/>
                  </a:lnTo>
                  <a:lnTo>
                    <a:pt x="639" y="582"/>
                  </a:lnTo>
                  <a:lnTo>
                    <a:pt x="639" y="582"/>
                  </a:lnTo>
                  <a:lnTo>
                    <a:pt x="639" y="580"/>
                  </a:lnTo>
                  <a:lnTo>
                    <a:pt x="639" y="580"/>
                  </a:lnTo>
                  <a:lnTo>
                    <a:pt x="637" y="580"/>
                  </a:lnTo>
                  <a:lnTo>
                    <a:pt x="636" y="580"/>
                  </a:lnTo>
                  <a:lnTo>
                    <a:pt x="636" y="580"/>
                  </a:lnTo>
                  <a:lnTo>
                    <a:pt x="636" y="578"/>
                  </a:lnTo>
                  <a:lnTo>
                    <a:pt x="634" y="578"/>
                  </a:lnTo>
                  <a:lnTo>
                    <a:pt x="634" y="576"/>
                  </a:lnTo>
                  <a:lnTo>
                    <a:pt x="634" y="576"/>
                  </a:lnTo>
                  <a:lnTo>
                    <a:pt x="634" y="578"/>
                  </a:lnTo>
                  <a:lnTo>
                    <a:pt x="634" y="578"/>
                  </a:lnTo>
                  <a:lnTo>
                    <a:pt x="634" y="580"/>
                  </a:lnTo>
                  <a:lnTo>
                    <a:pt x="632" y="582"/>
                  </a:lnTo>
                  <a:lnTo>
                    <a:pt x="632" y="582"/>
                  </a:lnTo>
                  <a:lnTo>
                    <a:pt x="632" y="582"/>
                  </a:lnTo>
                  <a:lnTo>
                    <a:pt x="630" y="580"/>
                  </a:lnTo>
                  <a:lnTo>
                    <a:pt x="630" y="578"/>
                  </a:lnTo>
                  <a:lnTo>
                    <a:pt x="630" y="578"/>
                  </a:lnTo>
                  <a:lnTo>
                    <a:pt x="628" y="580"/>
                  </a:lnTo>
                  <a:lnTo>
                    <a:pt x="626" y="580"/>
                  </a:lnTo>
                  <a:lnTo>
                    <a:pt x="626" y="580"/>
                  </a:lnTo>
                  <a:lnTo>
                    <a:pt x="624" y="578"/>
                  </a:lnTo>
                  <a:lnTo>
                    <a:pt x="624" y="580"/>
                  </a:lnTo>
                  <a:lnTo>
                    <a:pt x="622" y="580"/>
                  </a:lnTo>
                  <a:lnTo>
                    <a:pt x="618" y="576"/>
                  </a:lnTo>
                  <a:lnTo>
                    <a:pt x="616" y="576"/>
                  </a:lnTo>
                  <a:lnTo>
                    <a:pt x="616" y="576"/>
                  </a:lnTo>
                  <a:lnTo>
                    <a:pt x="614" y="576"/>
                  </a:lnTo>
                  <a:lnTo>
                    <a:pt x="612" y="576"/>
                  </a:lnTo>
                  <a:lnTo>
                    <a:pt x="614" y="574"/>
                  </a:lnTo>
                  <a:lnTo>
                    <a:pt x="614" y="574"/>
                  </a:lnTo>
                  <a:lnTo>
                    <a:pt x="616" y="572"/>
                  </a:lnTo>
                  <a:lnTo>
                    <a:pt x="616" y="572"/>
                  </a:lnTo>
                  <a:lnTo>
                    <a:pt x="614" y="572"/>
                  </a:lnTo>
                  <a:lnTo>
                    <a:pt x="612" y="570"/>
                  </a:lnTo>
                  <a:lnTo>
                    <a:pt x="612" y="570"/>
                  </a:lnTo>
                  <a:lnTo>
                    <a:pt x="612" y="568"/>
                  </a:lnTo>
                  <a:lnTo>
                    <a:pt x="610" y="566"/>
                  </a:lnTo>
                  <a:lnTo>
                    <a:pt x="610" y="566"/>
                  </a:lnTo>
                  <a:lnTo>
                    <a:pt x="608" y="570"/>
                  </a:lnTo>
                  <a:lnTo>
                    <a:pt x="604" y="570"/>
                  </a:lnTo>
                  <a:lnTo>
                    <a:pt x="600" y="568"/>
                  </a:lnTo>
                  <a:lnTo>
                    <a:pt x="600" y="564"/>
                  </a:lnTo>
                  <a:lnTo>
                    <a:pt x="600" y="562"/>
                  </a:lnTo>
                  <a:lnTo>
                    <a:pt x="600" y="560"/>
                  </a:lnTo>
                  <a:lnTo>
                    <a:pt x="600" y="558"/>
                  </a:lnTo>
                  <a:lnTo>
                    <a:pt x="600" y="556"/>
                  </a:lnTo>
                  <a:lnTo>
                    <a:pt x="600" y="554"/>
                  </a:lnTo>
                  <a:lnTo>
                    <a:pt x="600" y="554"/>
                  </a:lnTo>
                  <a:lnTo>
                    <a:pt x="602" y="552"/>
                  </a:lnTo>
                  <a:lnTo>
                    <a:pt x="602" y="552"/>
                  </a:lnTo>
                  <a:lnTo>
                    <a:pt x="602" y="550"/>
                  </a:lnTo>
                  <a:lnTo>
                    <a:pt x="604" y="550"/>
                  </a:lnTo>
                  <a:lnTo>
                    <a:pt x="604" y="550"/>
                  </a:lnTo>
                  <a:lnTo>
                    <a:pt x="606" y="550"/>
                  </a:lnTo>
                  <a:lnTo>
                    <a:pt x="604" y="550"/>
                  </a:lnTo>
                  <a:lnTo>
                    <a:pt x="604" y="550"/>
                  </a:lnTo>
                  <a:lnTo>
                    <a:pt x="602" y="550"/>
                  </a:lnTo>
                  <a:lnTo>
                    <a:pt x="602" y="548"/>
                  </a:lnTo>
                  <a:lnTo>
                    <a:pt x="602" y="548"/>
                  </a:lnTo>
                  <a:lnTo>
                    <a:pt x="602" y="546"/>
                  </a:lnTo>
                  <a:lnTo>
                    <a:pt x="602" y="544"/>
                  </a:lnTo>
                  <a:lnTo>
                    <a:pt x="602" y="544"/>
                  </a:lnTo>
                  <a:lnTo>
                    <a:pt x="602" y="544"/>
                  </a:lnTo>
                  <a:lnTo>
                    <a:pt x="602" y="542"/>
                  </a:lnTo>
                  <a:lnTo>
                    <a:pt x="604" y="540"/>
                  </a:lnTo>
                  <a:lnTo>
                    <a:pt x="604" y="538"/>
                  </a:lnTo>
                  <a:lnTo>
                    <a:pt x="604" y="536"/>
                  </a:lnTo>
                  <a:lnTo>
                    <a:pt x="604" y="535"/>
                  </a:lnTo>
                  <a:lnTo>
                    <a:pt x="606" y="533"/>
                  </a:lnTo>
                  <a:lnTo>
                    <a:pt x="608" y="529"/>
                  </a:lnTo>
                  <a:lnTo>
                    <a:pt x="610" y="525"/>
                  </a:lnTo>
                  <a:lnTo>
                    <a:pt x="612" y="523"/>
                  </a:lnTo>
                  <a:lnTo>
                    <a:pt x="614" y="523"/>
                  </a:lnTo>
                  <a:lnTo>
                    <a:pt x="620" y="523"/>
                  </a:lnTo>
                  <a:lnTo>
                    <a:pt x="624" y="523"/>
                  </a:lnTo>
                  <a:lnTo>
                    <a:pt x="626" y="523"/>
                  </a:lnTo>
                  <a:lnTo>
                    <a:pt x="628" y="521"/>
                  </a:lnTo>
                  <a:lnTo>
                    <a:pt x="630" y="521"/>
                  </a:lnTo>
                  <a:lnTo>
                    <a:pt x="630" y="519"/>
                  </a:lnTo>
                  <a:lnTo>
                    <a:pt x="628" y="517"/>
                  </a:lnTo>
                  <a:lnTo>
                    <a:pt x="628" y="515"/>
                  </a:lnTo>
                  <a:lnTo>
                    <a:pt x="628" y="513"/>
                  </a:lnTo>
                  <a:lnTo>
                    <a:pt x="628" y="511"/>
                  </a:lnTo>
                  <a:lnTo>
                    <a:pt x="626" y="509"/>
                  </a:lnTo>
                  <a:lnTo>
                    <a:pt x="624" y="509"/>
                  </a:lnTo>
                  <a:lnTo>
                    <a:pt x="624" y="509"/>
                  </a:lnTo>
                  <a:lnTo>
                    <a:pt x="624" y="507"/>
                  </a:lnTo>
                  <a:lnTo>
                    <a:pt x="622" y="507"/>
                  </a:lnTo>
                  <a:lnTo>
                    <a:pt x="622" y="505"/>
                  </a:lnTo>
                  <a:lnTo>
                    <a:pt x="622" y="501"/>
                  </a:lnTo>
                  <a:lnTo>
                    <a:pt x="622" y="501"/>
                  </a:lnTo>
                  <a:lnTo>
                    <a:pt x="622" y="501"/>
                  </a:lnTo>
                  <a:lnTo>
                    <a:pt x="622" y="499"/>
                  </a:lnTo>
                  <a:lnTo>
                    <a:pt x="624" y="499"/>
                  </a:lnTo>
                  <a:lnTo>
                    <a:pt x="624" y="497"/>
                  </a:lnTo>
                  <a:lnTo>
                    <a:pt x="624" y="495"/>
                  </a:lnTo>
                  <a:lnTo>
                    <a:pt x="622" y="495"/>
                  </a:lnTo>
                  <a:lnTo>
                    <a:pt x="620" y="495"/>
                  </a:lnTo>
                  <a:lnTo>
                    <a:pt x="620" y="495"/>
                  </a:lnTo>
                  <a:lnTo>
                    <a:pt x="618" y="495"/>
                  </a:lnTo>
                  <a:lnTo>
                    <a:pt x="618" y="493"/>
                  </a:lnTo>
                  <a:lnTo>
                    <a:pt x="618" y="491"/>
                  </a:lnTo>
                  <a:lnTo>
                    <a:pt x="618" y="489"/>
                  </a:lnTo>
                  <a:lnTo>
                    <a:pt x="618" y="489"/>
                  </a:lnTo>
                  <a:lnTo>
                    <a:pt x="616" y="487"/>
                  </a:lnTo>
                  <a:lnTo>
                    <a:pt x="616" y="485"/>
                  </a:lnTo>
                  <a:lnTo>
                    <a:pt x="616" y="483"/>
                  </a:lnTo>
                  <a:lnTo>
                    <a:pt x="618" y="482"/>
                  </a:lnTo>
                  <a:lnTo>
                    <a:pt x="618" y="480"/>
                  </a:lnTo>
                  <a:lnTo>
                    <a:pt x="618" y="478"/>
                  </a:lnTo>
                  <a:lnTo>
                    <a:pt x="618" y="476"/>
                  </a:lnTo>
                  <a:lnTo>
                    <a:pt x="618" y="474"/>
                  </a:lnTo>
                  <a:lnTo>
                    <a:pt x="618" y="472"/>
                  </a:lnTo>
                  <a:lnTo>
                    <a:pt x="618" y="470"/>
                  </a:lnTo>
                  <a:lnTo>
                    <a:pt x="618" y="468"/>
                  </a:lnTo>
                  <a:lnTo>
                    <a:pt x="618" y="466"/>
                  </a:lnTo>
                  <a:lnTo>
                    <a:pt x="618" y="462"/>
                  </a:lnTo>
                  <a:lnTo>
                    <a:pt x="618" y="458"/>
                  </a:lnTo>
                  <a:lnTo>
                    <a:pt x="616" y="456"/>
                  </a:lnTo>
                  <a:lnTo>
                    <a:pt x="614" y="456"/>
                  </a:lnTo>
                  <a:lnTo>
                    <a:pt x="608" y="454"/>
                  </a:lnTo>
                  <a:lnTo>
                    <a:pt x="606" y="452"/>
                  </a:lnTo>
                  <a:lnTo>
                    <a:pt x="604" y="448"/>
                  </a:lnTo>
                  <a:lnTo>
                    <a:pt x="602" y="446"/>
                  </a:lnTo>
                  <a:lnTo>
                    <a:pt x="592" y="444"/>
                  </a:lnTo>
                  <a:lnTo>
                    <a:pt x="592" y="444"/>
                  </a:lnTo>
                  <a:lnTo>
                    <a:pt x="590" y="442"/>
                  </a:lnTo>
                  <a:lnTo>
                    <a:pt x="590" y="440"/>
                  </a:lnTo>
                  <a:lnTo>
                    <a:pt x="588" y="436"/>
                  </a:lnTo>
                  <a:lnTo>
                    <a:pt x="588" y="436"/>
                  </a:lnTo>
                  <a:lnTo>
                    <a:pt x="586" y="432"/>
                  </a:lnTo>
                  <a:lnTo>
                    <a:pt x="586" y="430"/>
                  </a:lnTo>
                  <a:lnTo>
                    <a:pt x="585" y="430"/>
                  </a:lnTo>
                  <a:lnTo>
                    <a:pt x="583" y="430"/>
                  </a:lnTo>
                  <a:lnTo>
                    <a:pt x="583" y="428"/>
                  </a:lnTo>
                  <a:lnTo>
                    <a:pt x="583" y="428"/>
                  </a:lnTo>
                  <a:lnTo>
                    <a:pt x="583" y="428"/>
                  </a:lnTo>
                  <a:lnTo>
                    <a:pt x="583" y="428"/>
                  </a:lnTo>
                  <a:lnTo>
                    <a:pt x="581" y="430"/>
                  </a:lnTo>
                  <a:lnTo>
                    <a:pt x="581" y="430"/>
                  </a:lnTo>
                  <a:lnTo>
                    <a:pt x="581" y="430"/>
                  </a:lnTo>
                  <a:lnTo>
                    <a:pt x="575" y="428"/>
                  </a:lnTo>
                  <a:lnTo>
                    <a:pt x="569" y="425"/>
                  </a:lnTo>
                  <a:lnTo>
                    <a:pt x="567" y="423"/>
                  </a:lnTo>
                  <a:lnTo>
                    <a:pt x="565" y="419"/>
                  </a:lnTo>
                  <a:lnTo>
                    <a:pt x="563" y="419"/>
                  </a:lnTo>
                  <a:lnTo>
                    <a:pt x="555" y="419"/>
                  </a:lnTo>
                  <a:lnTo>
                    <a:pt x="545" y="415"/>
                  </a:lnTo>
                  <a:lnTo>
                    <a:pt x="543" y="415"/>
                  </a:lnTo>
                  <a:lnTo>
                    <a:pt x="537" y="419"/>
                  </a:lnTo>
                  <a:lnTo>
                    <a:pt x="532" y="421"/>
                  </a:lnTo>
                  <a:lnTo>
                    <a:pt x="530" y="423"/>
                  </a:lnTo>
                  <a:lnTo>
                    <a:pt x="528" y="425"/>
                  </a:lnTo>
                  <a:lnTo>
                    <a:pt x="530" y="427"/>
                  </a:lnTo>
                  <a:lnTo>
                    <a:pt x="532" y="427"/>
                  </a:lnTo>
                  <a:lnTo>
                    <a:pt x="530" y="428"/>
                  </a:lnTo>
                  <a:lnTo>
                    <a:pt x="524" y="427"/>
                  </a:lnTo>
                  <a:lnTo>
                    <a:pt x="516" y="428"/>
                  </a:lnTo>
                  <a:lnTo>
                    <a:pt x="514" y="428"/>
                  </a:lnTo>
                  <a:lnTo>
                    <a:pt x="508" y="423"/>
                  </a:lnTo>
                  <a:lnTo>
                    <a:pt x="502" y="421"/>
                  </a:lnTo>
                  <a:lnTo>
                    <a:pt x="498" y="421"/>
                  </a:lnTo>
                  <a:lnTo>
                    <a:pt x="490" y="425"/>
                  </a:lnTo>
                  <a:lnTo>
                    <a:pt x="488" y="425"/>
                  </a:lnTo>
                  <a:lnTo>
                    <a:pt x="486" y="425"/>
                  </a:lnTo>
                  <a:lnTo>
                    <a:pt x="485" y="421"/>
                  </a:lnTo>
                  <a:lnTo>
                    <a:pt x="483" y="417"/>
                  </a:lnTo>
                  <a:lnTo>
                    <a:pt x="483" y="417"/>
                  </a:lnTo>
                  <a:lnTo>
                    <a:pt x="483" y="415"/>
                  </a:lnTo>
                  <a:lnTo>
                    <a:pt x="483" y="413"/>
                  </a:lnTo>
                  <a:lnTo>
                    <a:pt x="485" y="411"/>
                  </a:lnTo>
                  <a:lnTo>
                    <a:pt x="485" y="409"/>
                  </a:lnTo>
                  <a:lnTo>
                    <a:pt x="485" y="407"/>
                  </a:lnTo>
                  <a:lnTo>
                    <a:pt x="486" y="405"/>
                  </a:lnTo>
                  <a:lnTo>
                    <a:pt x="486" y="401"/>
                  </a:lnTo>
                  <a:lnTo>
                    <a:pt x="490" y="393"/>
                  </a:lnTo>
                  <a:lnTo>
                    <a:pt x="490" y="391"/>
                  </a:lnTo>
                  <a:lnTo>
                    <a:pt x="490" y="385"/>
                  </a:lnTo>
                  <a:lnTo>
                    <a:pt x="486" y="377"/>
                  </a:lnTo>
                  <a:lnTo>
                    <a:pt x="485" y="370"/>
                  </a:lnTo>
                  <a:lnTo>
                    <a:pt x="483" y="364"/>
                  </a:lnTo>
                  <a:lnTo>
                    <a:pt x="481" y="360"/>
                  </a:lnTo>
                  <a:lnTo>
                    <a:pt x="481" y="358"/>
                  </a:lnTo>
                  <a:lnTo>
                    <a:pt x="483" y="354"/>
                  </a:lnTo>
                  <a:lnTo>
                    <a:pt x="486" y="350"/>
                  </a:lnTo>
                  <a:lnTo>
                    <a:pt x="486" y="346"/>
                  </a:lnTo>
                  <a:lnTo>
                    <a:pt x="486" y="346"/>
                  </a:lnTo>
                  <a:lnTo>
                    <a:pt x="488" y="344"/>
                  </a:lnTo>
                  <a:lnTo>
                    <a:pt x="488" y="342"/>
                  </a:lnTo>
                  <a:lnTo>
                    <a:pt x="490" y="338"/>
                  </a:lnTo>
                  <a:lnTo>
                    <a:pt x="490" y="336"/>
                  </a:lnTo>
                  <a:lnTo>
                    <a:pt x="490" y="332"/>
                  </a:lnTo>
                  <a:lnTo>
                    <a:pt x="490" y="330"/>
                  </a:lnTo>
                  <a:lnTo>
                    <a:pt x="492" y="326"/>
                  </a:lnTo>
                  <a:lnTo>
                    <a:pt x="494" y="324"/>
                  </a:lnTo>
                  <a:lnTo>
                    <a:pt x="494" y="322"/>
                  </a:lnTo>
                  <a:lnTo>
                    <a:pt x="494" y="322"/>
                  </a:lnTo>
                  <a:lnTo>
                    <a:pt x="492" y="321"/>
                  </a:lnTo>
                  <a:lnTo>
                    <a:pt x="492" y="319"/>
                  </a:lnTo>
                  <a:lnTo>
                    <a:pt x="492" y="317"/>
                  </a:lnTo>
                  <a:lnTo>
                    <a:pt x="494" y="315"/>
                  </a:lnTo>
                  <a:lnTo>
                    <a:pt x="504" y="303"/>
                  </a:lnTo>
                  <a:lnTo>
                    <a:pt x="506" y="301"/>
                  </a:lnTo>
                  <a:lnTo>
                    <a:pt x="506" y="301"/>
                  </a:lnTo>
                  <a:lnTo>
                    <a:pt x="508" y="299"/>
                  </a:lnTo>
                  <a:lnTo>
                    <a:pt x="508" y="297"/>
                  </a:lnTo>
                  <a:lnTo>
                    <a:pt x="508" y="297"/>
                  </a:lnTo>
                  <a:lnTo>
                    <a:pt x="508" y="295"/>
                  </a:lnTo>
                  <a:lnTo>
                    <a:pt x="514" y="291"/>
                  </a:lnTo>
                  <a:lnTo>
                    <a:pt x="516" y="287"/>
                  </a:lnTo>
                  <a:lnTo>
                    <a:pt x="518" y="283"/>
                  </a:lnTo>
                  <a:lnTo>
                    <a:pt x="518" y="281"/>
                  </a:lnTo>
                  <a:lnTo>
                    <a:pt x="520" y="279"/>
                  </a:lnTo>
                  <a:lnTo>
                    <a:pt x="520" y="275"/>
                  </a:lnTo>
                  <a:lnTo>
                    <a:pt x="520" y="275"/>
                  </a:lnTo>
                  <a:lnTo>
                    <a:pt x="520" y="271"/>
                  </a:lnTo>
                  <a:lnTo>
                    <a:pt x="520" y="267"/>
                  </a:lnTo>
                  <a:lnTo>
                    <a:pt x="520" y="267"/>
                  </a:lnTo>
                  <a:lnTo>
                    <a:pt x="520" y="264"/>
                  </a:lnTo>
                  <a:lnTo>
                    <a:pt x="518" y="262"/>
                  </a:lnTo>
                  <a:lnTo>
                    <a:pt x="510" y="248"/>
                  </a:lnTo>
                  <a:lnTo>
                    <a:pt x="510" y="246"/>
                  </a:lnTo>
                  <a:lnTo>
                    <a:pt x="510" y="244"/>
                  </a:lnTo>
                  <a:lnTo>
                    <a:pt x="510" y="240"/>
                  </a:lnTo>
                  <a:lnTo>
                    <a:pt x="510" y="238"/>
                  </a:lnTo>
                  <a:lnTo>
                    <a:pt x="510" y="236"/>
                  </a:lnTo>
                  <a:lnTo>
                    <a:pt x="510" y="234"/>
                  </a:lnTo>
                  <a:lnTo>
                    <a:pt x="508" y="232"/>
                  </a:lnTo>
                  <a:lnTo>
                    <a:pt x="506" y="228"/>
                  </a:lnTo>
                  <a:lnTo>
                    <a:pt x="506" y="226"/>
                  </a:lnTo>
                  <a:lnTo>
                    <a:pt x="504" y="222"/>
                  </a:lnTo>
                  <a:lnTo>
                    <a:pt x="504" y="220"/>
                  </a:lnTo>
                  <a:lnTo>
                    <a:pt x="504" y="218"/>
                  </a:lnTo>
                  <a:lnTo>
                    <a:pt x="504" y="216"/>
                  </a:lnTo>
                  <a:lnTo>
                    <a:pt x="504" y="214"/>
                  </a:lnTo>
                  <a:lnTo>
                    <a:pt x="502" y="207"/>
                  </a:lnTo>
                  <a:lnTo>
                    <a:pt x="502" y="203"/>
                  </a:lnTo>
                  <a:lnTo>
                    <a:pt x="502" y="203"/>
                  </a:lnTo>
                  <a:lnTo>
                    <a:pt x="500" y="203"/>
                  </a:lnTo>
                  <a:lnTo>
                    <a:pt x="500" y="199"/>
                  </a:lnTo>
                  <a:lnTo>
                    <a:pt x="498" y="199"/>
                  </a:lnTo>
                  <a:lnTo>
                    <a:pt x="496" y="195"/>
                  </a:lnTo>
                  <a:lnTo>
                    <a:pt x="496" y="195"/>
                  </a:lnTo>
                  <a:lnTo>
                    <a:pt x="492" y="191"/>
                  </a:lnTo>
                  <a:lnTo>
                    <a:pt x="490" y="189"/>
                  </a:lnTo>
                  <a:lnTo>
                    <a:pt x="488" y="187"/>
                  </a:lnTo>
                  <a:lnTo>
                    <a:pt x="486" y="185"/>
                  </a:lnTo>
                  <a:lnTo>
                    <a:pt x="486" y="183"/>
                  </a:lnTo>
                  <a:lnTo>
                    <a:pt x="486" y="181"/>
                  </a:lnTo>
                  <a:lnTo>
                    <a:pt x="500" y="169"/>
                  </a:lnTo>
                  <a:lnTo>
                    <a:pt x="500" y="167"/>
                  </a:lnTo>
                  <a:lnTo>
                    <a:pt x="502" y="165"/>
                  </a:lnTo>
                  <a:lnTo>
                    <a:pt x="502" y="163"/>
                  </a:lnTo>
                  <a:lnTo>
                    <a:pt x="504" y="161"/>
                  </a:lnTo>
                  <a:lnTo>
                    <a:pt x="506" y="159"/>
                  </a:lnTo>
                  <a:lnTo>
                    <a:pt x="506" y="158"/>
                  </a:lnTo>
                  <a:lnTo>
                    <a:pt x="506" y="156"/>
                  </a:lnTo>
                  <a:lnTo>
                    <a:pt x="506" y="154"/>
                  </a:lnTo>
                  <a:lnTo>
                    <a:pt x="506" y="152"/>
                  </a:lnTo>
                  <a:lnTo>
                    <a:pt x="506" y="150"/>
                  </a:lnTo>
                  <a:lnTo>
                    <a:pt x="506" y="150"/>
                  </a:lnTo>
                  <a:lnTo>
                    <a:pt x="506" y="148"/>
                  </a:lnTo>
                  <a:lnTo>
                    <a:pt x="506" y="146"/>
                  </a:lnTo>
                  <a:lnTo>
                    <a:pt x="508" y="146"/>
                  </a:lnTo>
                  <a:lnTo>
                    <a:pt x="508" y="144"/>
                  </a:lnTo>
                  <a:lnTo>
                    <a:pt x="518" y="140"/>
                  </a:lnTo>
                  <a:lnTo>
                    <a:pt x="524" y="136"/>
                  </a:lnTo>
                  <a:lnTo>
                    <a:pt x="534" y="132"/>
                  </a:lnTo>
                  <a:lnTo>
                    <a:pt x="537" y="134"/>
                  </a:lnTo>
                  <a:lnTo>
                    <a:pt x="539" y="132"/>
                  </a:lnTo>
                  <a:lnTo>
                    <a:pt x="549" y="126"/>
                  </a:lnTo>
                  <a:lnTo>
                    <a:pt x="559" y="120"/>
                  </a:lnTo>
                  <a:lnTo>
                    <a:pt x="559" y="118"/>
                  </a:lnTo>
                  <a:lnTo>
                    <a:pt x="561" y="116"/>
                  </a:lnTo>
                  <a:lnTo>
                    <a:pt x="565" y="108"/>
                  </a:lnTo>
                  <a:lnTo>
                    <a:pt x="565" y="106"/>
                  </a:lnTo>
                  <a:lnTo>
                    <a:pt x="567" y="95"/>
                  </a:lnTo>
                  <a:lnTo>
                    <a:pt x="567" y="93"/>
                  </a:lnTo>
                  <a:lnTo>
                    <a:pt x="567" y="89"/>
                  </a:lnTo>
                  <a:lnTo>
                    <a:pt x="567" y="81"/>
                  </a:lnTo>
                  <a:lnTo>
                    <a:pt x="567" y="75"/>
                  </a:lnTo>
                  <a:lnTo>
                    <a:pt x="567" y="73"/>
                  </a:lnTo>
                  <a:lnTo>
                    <a:pt x="569" y="71"/>
                  </a:lnTo>
                  <a:lnTo>
                    <a:pt x="569" y="69"/>
                  </a:lnTo>
                  <a:lnTo>
                    <a:pt x="569" y="67"/>
                  </a:lnTo>
                  <a:lnTo>
                    <a:pt x="569" y="65"/>
                  </a:lnTo>
                  <a:lnTo>
                    <a:pt x="569" y="61"/>
                  </a:lnTo>
                  <a:lnTo>
                    <a:pt x="567" y="59"/>
                  </a:lnTo>
                  <a:lnTo>
                    <a:pt x="561" y="44"/>
                  </a:lnTo>
                  <a:lnTo>
                    <a:pt x="561" y="42"/>
                  </a:lnTo>
                  <a:lnTo>
                    <a:pt x="561" y="42"/>
                  </a:lnTo>
                  <a:lnTo>
                    <a:pt x="563" y="42"/>
                  </a:lnTo>
                  <a:lnTo>
                    <a:pt x="569" y="36"/>
                  </a:lnTo>
                  <a:lnTo>
                    <a:pt x="571" y="36"/>
                  </a:lnTo>
                  <a:lnTo>
                    <a:pt x="573" y="38"/>
                  </a:lnTo>
                  <a:lnTo>
                    <a:pt x="573" y="38"/>
                  </a:lnTo>
                  <a:lnTo>
                    <a:pt x="575" y="42"/>
                  </a:lnTo>
                  <a:lnTo>
                    <a:pt x="577" y="42"/>
                  </a:lnTo>
                  <a:lnTo>
                    <a:pt x="581" y="44"/>
                  </a:lnTo>
                  <a:lnTo>
                    <a:pt x="585" y="50"/>
                  </a:lnTo>
                  <a:lnTo>
                    <a:pt x="585" y="50"/>
                  </a:lnTo>
                  <a:lnTo>
                    <a:pt x="585" y="52"/>
                  </a:lnTo>
                  <a:lnTo>
                    <a:pt x="586" y="53"/>
                  </a:lnTo>
                  <a:lnTo>
                    <a:pt x="585" y="53"/>
                  </a:lnTo>
                  <a:lnTo>
                    <a:pt x="583" y="55"/>
                  </a:lnTo>
                  <a:lnTo>
                    <a:pt x="583" y="55"/>
                  </a:lnTo>
                  <a:lnTo>
                    <a:pt x="583" y="55"/>
                  </a:lnTo>
                  <a:lnTo>
                    <a:pt x="581" y="55"/>
                  </a:lnTo>
                  <a:lnTo>
                    <a:pt x="581" y="57"/>
                  </a:lnTo>
                  <a:lnTo>
                    <a:pt x="579" y="57"/>
                  </a:lnTo>
                  <a:lnTo>
                    <a:pt x="579" y="59"/>
                  </a:lnTo>
                  <a:lnTo>
                    <a:pt x="579" y="59"/>
                  </a:lnTo>
                  <a:lnTo>
                    <a:pt x="581" y="57"/>
                  </a:lnTo>
                  <a:lnTo>
                    <a:pt x="581" y="57"/>
                  </a:lnTo>
                  <a:lnTo>
                    <a:pt x="583" y="57"/>
                  </a:lnTo>
                  <a:lnTo>
                    <a:pt x="583" y="59"/>
                  </a:lnTo>
                  <a:lnTo>
                    <a:pt x="583" y="61"/>
                  </a:lnTo>
                  <a:lnTo>
                    <a:pt x="583" y="63"/>
                  </a:lnTo>
                  <a:lnTo>
                    <a:pt x="585" y="65"/>
                  </a:lnTo>
                  <a:lnTo>
                    <a:pt x="588" y="69"/>
                  </a:lnTo>
                  <a:lnTo>
                    <a:pt x="588" y="71"/>
                  </a:lnTo>
                  <a:lnTo>
                    <a:pt x="588" y="73"/>
                  </a:lnTo>
                  <a:lnTo>
                    <a:pt x="588" y="75"/>
                  </a:lnTo>
                  <a:lnTo>
                    <a:pt x="588" y="75"/>
                  </a:lnTo>
                  <a:lnTo>
                    <a:pt x="586" y="75"/>
                  </a:lnTo>
                  <a:lnTo>
                    <a:pt x="585" y="75"/>
                  </a:lnTo>
                  <a:lnTo>
                    <a:pt x="585" y="77"/>
                  </a:lnTo>
                  <a:lnTo>
                    <a:pt x="583" y="79"/>
                  </a:lnTo>
                  <a:lnTo>
                    <a:pt x="585" y="83"/>
                  </a:lnTo>
                  <a:lnTo>
                    <a:pt x="585" y="8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85" y="93"/>
                  </a:lnTo>
                  <a:lnTo>
                    <a:pt x="585" y="95"/>
                  </a:lnTo>
                  <a:lnTo>
                    <a:pt x="586" y="97"/>
                  </a:lnTo>
                  <a:lnTo>
                    <a:pt x="585" y="99"/>
                  </a:lnTo>
                  <a:lnTo>
                    <a:pt x="586" y="99"/>
                  </a:lnTo>
                  <a:lnTo>
                    <a:pt x="588" y="101"/>
                  </a:lnTo>
                  <a:lnTo>
                    <a:pt x="586" y="103"/>
                  </a:lnTo>
                  <a:lnTo>
                    <a:pt x="586" y="105"/>
                  </a:lnTo>
                  <a:lnTo>
                    <a:pt x="586" y="105"/>
                  </a:lnTo>
                  <a:lnTo>
                    <a:pt x="586" y="106"/>
                  </a:lnTo>
                  <a:lnTo>
                    <a:pt x="586" y="106"/>
                  </a:lnTo>
                  <a:lnTo>
                    <a:pt x="583" y="108"/>
                  </a:lnTo>
                  <a:lnTo>
                    <a:pt x="581" y="110"/>
                  </a:lnTo>
                  <a:lnTo>
                    <a:pt x="581" y="110"/>
                  </a:lnTo>
                  <a:lnTo>
                    <a:pt x="579" y="116"/>
                  </a:lnTo>
                  <a:lnTo>
                    <a:pt x="577" y="118"/>
                  </a:lnTo>
                  <a:lnTo>
                    <a:pt x="577" y="118"/>
                  </a:lnTo>
                  <a:lnTo>
                    <a:pt x="579" y="120"/>
                  </a:lnTo>
                  <a:lnTo>
                    <a:pt x="579" y="122"/>
                  </a:lnTo>
                  <a:lnTo>
                    <a:pt x="577" y="122"/>
                  </a:lnTo>
                  <a:lnTo>
                    <a:pt x="577" y="124"/>
                  </a:lnTo>
                  <a:lnTo>
                    <a:pt x="577" y="124"/>
                  </a:lnTo>
                  <a:lnTo>
                    <a:pt x="577" y="126"/>
                  </a:lnTo>
                  <a:lnTo>
                    <a:pt x="575" y="128"/>
                  </a:lnTo>
                  <a:lnTo>
                    <a:pt x="573" y="130"/>
                  </a:lnTo>
                  <a:lnTo>
                    <a:pt x="573" y="130"/>
                  </a:lnTo>
                  <a:lnTo>
                    <a:pt x="573" y="132"/>
                  </a:lnTo>
                  <a:lnTo>
                    <a:pt x="573" y="134"/>
                  </a:lnTo>
                  <a:lnTo>
                    <a:pt x="573" y="134"/>
                  </a:lnTo>
                  <a:lnTo>
                    <a:pt x="571" y="136"/>
                  </a:lnTo>
                  <a:lnTo>
                    <a:pt x="571" y="136"/>
                  </a:lnTo>
                  <a:lnTo>
                    <a:pt x="569" y="136"/>
                  </a:lnTo>
                  <a:lnTo>
                    <a:pt x="569" y="136"/>
                  </a:lnTo>
                  <a:lnTo>
                    <a:pt x="567" y="138"/>
                  </a:lnTo>
                  <a:lnTo>
                    <a:pt x="567" y="138"/>
                  </a:lnTo>
                  <a:lnTo>
                    <a:pt x="567" y="140"/>
                  </a:lnTo>
                  <a:lnTo>
                    <a:pt x="567" y="142"/>
                  </a:lnTo>
                  <a:lnTo>
                    <a:pt x="567" y="142"/>
                  </a:lnTo>
                  <a:lnTo>
                    <a:pt x="567" y="144"/>
                  </a:lnTo>
                  <a:lnTo>
                    <a:pt x="567" y="144"/>
                  </a:lnTo>
                  <a:lnTo>
                    <a:pt x="565" y="146"/>
                  </a:lnTo>
                  <a:lnTo>
                    <a:pt x="565" y="148"/>
                  </a:lnTo>
                  <a:lnTo>
                    <a:pt x="565" y="150"/>
                  </a:lnTo>
                  <a:lnTo>
                    <a:pt x="565" y="152"/>
                  </a:lnTo>
                  <a:lnTo>
                    <a:pt x="563" y="154"/>
                  </a:lnTo>
                  <a:lnTo>
                    <a:pt x="565" y="156"/>
                  </a:lnTo>
                  <a:lnTo>
                    <a:pt x="565" y="156"/>
                  </a:lnTo>
                  <a:lnTo>
                    <a:pt x="565" y="158"/>
                  </a:lnTo>
                  <a:lnTo>
                    <a:pt x="565" y="158"/>
                  </a:lnTo>
                  <a:lnTo>
                    <a:pt x="565" y="158"/>
                  </a:lnTo>
                  <a:lnTo>
                    <a:pt x="565" y="159"/>
                  </a:lnTo>
                  <a:lnTo>
                    <a:pt x="565" y="159"/>
                  </a:lnTo>
                  <a:lnTo>
                    <a:pt x="565" y="161"/>
                  </a:lnTo>
                  <a:lnTo>
                    <a:pt x="565" y="161"/>
                  </a:lnTo>
                  <a:lnTo>
                    <a:pt x="567" y="161"/>
                  </a:lnTo>
                  <a:lnTo>
                    <a:pt x="571" y="167"/>
                  </a:lnTo>
                  <a:lnTo>
                    <a:pt x="571" y="169"/>
                  </a:lnTo>
                  <a:lnTo>
                    <a:pt x="571" y="171"/>
                  </a:lnTo>
                  <a:lnTo>
                    <a:pt x="569" y="171"/>
                  </a:lnTo>
                  <a:lnTo>
                    <a:pt x="567" y="173"/>
                  </a:lnTo>
                  <a:lnTo>
                    <a:pt x="567" y="175"/>
                  </a:lnTo>
                  <a:lnTo>
                    <a:pt x="571" y="177"/>
                  </a:lnTo>
                  <a:lnTo>
                    <a:pt x="571" y="179"/>
                  </a:lnTo>
                  <a:lnTo>
                    <a:pt x="571" y="181"/>
                  </a:lnTo>
                  <a:lnTo>
                    <a:pt x="571" y="181"/>
                  </a:lnTo>
                  <a:lnTo>
                    <a:pt x="571" y="181"/>
                  </a:lnTo>
                  <a:lnTo>
                    <a:pt x="571" y="183"/>
                  </a:lnTo>
                  <a:lnTo>
                    <a:pt x="569" y="183"/>
                  </a:lnTo>
                  <a:lnTo>
                    <a:pt x="569" y="185"/>
                  </a:lnTo>
                  <a:lnTo>
                    <a:pt x="567" y="185"/>
                  </a:lnTo>
                  <a:lnTo>
                    <a:pt x="567" y="187"/>
                  </a:lnTo>
                  <a:lnTo>
                    <a:pt x="567" y="187"/>
                  </a:lnTo>
                  <a:lnTo>
                    <a:pt x="567" y="189"/>
                  </a:lnTo>
                  <a:lnTo>
                    <a:pt x="567" y="191"/>
                  </a:lnTo>
                  <a:lnTo>
                    <a:pt x="561" y="189"/>
                  </a:lnTo>
                  <a:lnTo>
                    <a:pt x="561" y="189"/>
                  </a:lnTo>
                  <a:lnTo>
                    <a:pt x="561" y="189"/>
                  </a:lnTo>
                  <a:lnTo>
                    <a:pt x="561" y="191"/>
                  </a:lnTo>
                  <a:lnTo>
                    <a:pt x="561" y="193"/>
                  </a:lnTo>
                  <a:lnTo>
                    <a:pt x="561" y="193"/>
                  </a:lnTo>
                  <a:lnTo>
                    <a:pt x="559" y="195"/>
                  </a:lnTo>
                  <a:lnTo>
                    <a:pt x="559" y="195"/>
                  </a:lnTo>
                  <a:lnTo>
                    <a:pt x="561" y="199"/>
                  </a:lnTo>
                  <a:lnTo>
                    <a:pt x="563" y="203"/>
                  </a:lnTo>
                  <a:lnTo>
                    <a:pt x="575" y="211"/>
                  </a:lnTo>
                  <a:lnTo>
                    <a:pt x="585" y="214"/>
                  </a:lnTo>
                  <a:lnTo>
                    <a:pt x="586" y="218"/>
                  </a:lnTo>
                  <a:lnTo>
                    <a:pt x="586" y="218"/>
                  </a:lnTo>
                  <a:lnTo>
                    <a:pt x="586" y="218"/>
                  </a:lnTo>
                  <a:lnTo>
                    <a:pt x="586" y="216"/>
                  </a:lnTo>
                  <a:lnTo>
                    <a:pt x="588" y="216"/>
                  </a:lnTo>
                  <a:lnTo>
                    <a:pt x="588" y="216"/>
                  </a:lnTo>
                  <a:lnTo>
                    <a:pt x="598" y="218"/>
                  </a:lnTo>
                  <a:lnTo>
                    <a:pt x="608" y="220"/>
                  </a:lnTo>
                  <a:lnTo>
                    <a:pt x="612" y="222"/>
                  </a:lnTo>
                  <a:lnTo>
                    <a:pt x="614" y="224"/>
                  </a:lnTo>
                  <a:lnTo>
                    <a:pt x="612" y="224"/>
                  </a:lnTo>
                  <a:lnTo>
                    <a:pt x="612" y="226"/>
                  </a:lnTo>
                  <a:lnTo>
                    <a:pt x="612" y="228"/>
                  </a:lnTo>
                  <a:lnTo>
                    <a:pt x="612" y="230"/>
                  </a:lnTo>
                  <a:lnTo>
                    <a:pt x="612" y="230"/>
                  </a:lnTo>
                  <a:lnTo>
                    <a:pt x="612" y="230"/>
                  </a:lnTo>
                  <a:lnTo>
                    <a:pt x="614" y="232"/>
                  </a:lnTo>
                  <a:lnTo>
                    <a:pt x="614" y="232"/>
                  </a:lnTo>
                  <a:lnTo>
                    <a:pt x="612" y="234"/>
                  </a:lnTo>
                  <a:lnTo>
                    <a:pt x="612" y="234"/>
                  </a:lnTo>
                  <a:lnTo>
                    <a:pt x="612" y="234"/>
                  </a:lnTo>
                  <a:lnTo>
                    <a:pt x="612" y="236"/>
                  </a:lnTo>
                  <a:lnTo>
                    <a:pt x="612" y="234"/>
                  </a:lnTo>
                  <a:lnTo>
                    <a:pt x="614" y="234"/>
                  </a:lnTo>
                  <a:lnTo>
                    <a:pt x="614" y="232"/>
                  </a:lnTo>
                  <a:lnTo>
                    <a:pt x="614" y="232"/>
                  </a:lnTo>
                  <a:lnTo>
                    <a:pt x="614" y="230"/>
                  </a:lnTo>
                  <a:lnTo>
                    <a:pt x="614" y="226"/>
                  </a:lnTo>
                  <a:lnTo>
                    <a:pt x="616" y="224"/>
                  </a:lnTo>
                  <a:lnTo>
                    <a:pt x="630" y="228"/>
                  </a:lnTo>
                  <a:lnTo>
                    <a:pt x="636" y="226"/>
                  </a:lnTo>
                  <a:lnTo>
                    <a:pt x="641" y="230"/>
                  </a:lnTo>
                  <a:lnTo>
                    <a:pt x="643" y="232"/>
                  </a:lnTo>
                  <a:lnTo>
                    <a:pt x="645" y="234"/>
                  </a:lnTo>
                  <a:lnTo>
                    <a:pt x="645" y="236"/>
                  </a:lnTo>
                  <a:lnTo>
                    <a:pt x="645" y="240"/>
                  </a:lnTo>
                  <a:lnTo>
                    <a:pt x="645" y="242"/>
                  </a:lnTo>
                  <a:lnTo>
                    <a:pt x="645" y="246"/>
                  </a:lnTo>
                  <a:lnTo>
                    <a:pt x="645" y="248"/>
                  </a:lnTo>
                  <a:lnTo>
                    <a:pt x="647" y="248"/>
                  </a:lnTo>
                  <a:lnTo>
                    <a:pt x="647" y="250"/>
                  </a:lnTo>
                  <a:lnTo>
                    <a:pt x="657" y="254"/>
                  </a:lnTo>
                  <a:lnTo>
                    <a:pt x="659" y="258"/>
                  </a:lnTo>
                  <a:lnTo>
                    <a:pt x="661" y="258"/>
                  </a:lnTo>
                  <a:lnTo>
                    <a:pt x="663" y="260"/>
                  </a:lnTo>
                  <a:lnTo>
                    <a:pt x="665" y="258"/>
                  </a:lnTo>
                  <a:lnTo>
                    <a:pt x="667" y="256"/>
                  </a:lnTo>
                  <a:lnTo>
                    <a:pt x="667" y="256"/>
                  </a:lnTo>
                  <a:lnTo>
                    <a:pt x="673" y="258"/>
                  </a:lnTo>
                  <a:lnTo>
                    <a:pt x="677" y="258"/>
                  </a:lnTo>
                  <a:lnTo>
                    <a:pt x="679" y="256"/>
                  </a:lnTo>
                  <a:lnTo>
                    <a:pt x="679" y="256"/>
                  </a:lnTo>
                  <a:lnTo>
                    <a:pt x="679" y="254"/>
                  </a:lnTo>
                  <a:lnTo>
                    <a:pt x="681" y="256"/>
                  </a:lnTo>
                  <a:lnTo>
                    <a:pt x="681" y="256"/>
                  </a:lnTo>
                  <a:lnTo>
                    <a:pt x="681" y="258"/>
                  </a:lnTo>
                  <a:lnTo>
                    <a:pt x="683" y="256"/>
                  </a:lnTo>
                  <a:lnTo>
                    <a:pt x="683" y="256"/>
                  </a:lnTo>
                  <a:lnTo>
                    <a:pt x="685" y="254"/>
                  </a:lnTo>
                  <a:lnTo>
                    <a:pt x="685" y="254"/>
                  </a:lnTo>
                  <a:lnTo>
                    <a:pt x="683" y="254"/>
                  </a:lnTo>
                  <a:lnTo>
                    <a:pt x="683" y="252"/>
                  </a:lnTo>
                  <a:lnTo>
                    <a:pt x="683" y="252"/>
                  </a:lnTo>
                  <a:lnTo>
                    <a:pt x="685" y="252"/>
                  </a:lnTo>
                  <a:lnTo>
                    <a:pt x="685" y="250"/>
                  </a:lnTo>
                  <a:lnTo>
                    <a:pt x="687" y="250"/>
                  </a:lnTo>
                  <a:lnTo>
                    <a:pt x="687" y="248"/>
                  </a:lnTo>
                  <a:lnTo>
                    <a:pt x="685" y="248"/>
                  </a:lnTo>
                  <a:lnTo>
                    <a:pt x="685" y="248"/>
                  </a:lnTo>
                  <a:lnTo>
                    <a:pt x="681" y="250"/>
                  </a:lnTo>
                  <a:lnTo>
                    <a:pt x="677" y="248"/>
                  </a:lnTo>
                  <a:lnTo>
                    <a:pt x="675" y="250"/>
                  </a:lnTo>
                  <a:lnTo>
                    <a:pt x="677" y="250"/>
                  </a:lnTo>
                  <a:lnTo>
                    <a:pt x="677" y="250"/>
                  </a:lnTo>
                  <a:lnTo>
                    <a:pt x="679" y="252"/>
                  </a:lnTo>
                  <a:lnTo>
                    <a:pt x="673" y="256"/>
                  </a:lnTo>
                  <a:lnTo>
                    <a:pt x="671" y="256"/>
                  </a:lnTo>
                  <a:lnTo>
                    <a:pt x="671" y="254"/>
                  </a:lnTo>
                  <a:lnTo>
                    <a:pt x="669" y="252"/>
                  </a:lnTo>
                  <a:lnTo>
                    <a:pt x="667" y="252"/>
                  </a:lnTo>
                  <a:lnTo>
                    <a:pt x="665" y="254"/>
                  </a:lnTo>
                  <a:lnTo>
                    <a:pt x="663" y="256"/>
                  </a:lnTo>
                  <a:lnTo>
                    <a:pt x="663" y="258"/>
                  </a:lnTo>
                  <a:lnTo>
                    <a:pt x="663" y="258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663" y="254"/>
                  </a:lnTo>
                  <a:lnTo>
                    <a:pt x="663" y="254"/>
                  </a:lnTo>
                  <a:lnTo>
                    <a:pt x="665" y="248"/>
                  </a:lnTo>
                  <a:lnTo>
                    <a:pt x="665" y="246"/>
                  </a:lnTo>
                  <a:lnTo>
                    <a:pt x="665" y="246"/>
                  </a:lnTo>
                  <a:lnTo>
                    <a:pt x="665" y="244"/>
                  </a:lnTo>
                  <a:lnTo>
                    <a:pt x="667" y="244"/>
                  </a:lnTo>
                  <a:lnTo>
                    <a:pt x="667" y="244"/>
                  </a:lnTo>
                  <a:lnTo>
                    <a:pt x="667" y="242"/>
                  </a:lnTo>
                  <a:lnTo>
                    <a:pt x="667" y="242"/>
                  </a:lnTo>
                  <a:lnTo>
                    <a:pt x="665" y="240"/>
                  </a:lnTo>
                  <a:lnTo>
                    <a:pt x="667" y="238"/>
                  </a:lnTo>
                  <a:lnTo>
                    <a:pt x="667" y="238"/>
                  </a:lnTo>
                  <a:lnTo>
                    <a:pt x="667" y="238"/>
                  </a:lnTo>
                  <a:lnTo>
                    <a:pt x="667" y="236"/>
                  </a:lnTo>
                  <a:lnTo>
                    <a:pt x="665" y="236"/>
                  </a:lnTo>
                  <a:lnTo>
                    <a:pt x="661" y="238"/>
                  </a:lnTo>
                  <a:lnTo>
                    <a:pt x="661" y="240"/>
                  </a:lnTo>
                  <a:lnTo>
                    <a:pt x="665" y="242"/>
                  </a:lnTo>
                  <a:lnTo>
                    <a:pt x="665" y="244"/>
                  </a:lnTo>
                  <a:lnTo>
                    <a:pt x="663" y="244"/>
                  </a:lnTo>
                  <a:lnTo>
                    <a:pt x="661" y="242"/>
                  </a:lnTo>
                  <a:lnTo>
                    <a:pt x="659" y="240"/>
                  </a:lnTo>
                  <a:lnTo>
                    <a:pt x="657" y="236"/>
                  </a:lnTo>
                  <a:lnTo>
                    <a:pt x="657" y="234"/>
                  </a:lnTo>
                  <a:lnTo>
                    <a:pt x="659" y="232"/>
                  </a:lnTo>
                  <a:lnTo>
                    <a:pt x="659" y="230"/>
                  </a:lnTo>
                  <a:lnTo>
                    <a:pt x="661" y="228"/>
                  </a:lnTo>
                  <a:lnTo>
                    <a:pt x="661" y="228"/>
                  </a:lnTo>
                  <a:lnTo>
                    <a:pt x="661" y="226"/>
                  </a:lnTo>
                  <a:lnTo>
                    <a:pt x="661" y="224"/>
                  </a:lnTo>
                  <a:lnTo>
                    <a:pt x="661" y="220"/>
                  </a:lnTo>
                  <a:lnTo>
                    <a:pt x="657" y="218"/>
                  </a:lnTo>
                  <a:lnTo>
                    <a:pt x="651" y="218"/>
                  </a:lnTo>
                  <a:lnTo>
                    <a:pt x="649" y="220"/>
                  </a:lnTo>
                  <a:lnTo>
                    <a:pt x="649" y="220"/>
                  </a:lnTo>
                  <a:lnTo>
                    <a:pt x="649" y="216"/>
                  </a:lnTo>
                  <a:lnTo>
                    <a:pt x="649" y="216"/>
                  </a:lnTo>
                  <a:lnTo>
                    <a:pt x="647" y="214"/>
                  </a:lnTo>
                  <a:lnTo>
                    <a:pt x="647" y="214"/>
                  </a:lnTo>
                  <a:lnTo>
                    <a:pt x="647" y="214"/>
                  </a:lnTo>
                  <a:lnTo>
                    <a:pt x="649" y="213"/>
                  </a:lnTo>
                  <a:lnTo>
                    <a:pt x="651" y="211"/>
                  </a:lnTo>
                  <a:lnTo>
                    <a:pt x="653" y="209"/>
                  </a:lnTo>
                  <a:lnTo>
                    <a:pt x="651" y="207"/>
                  </a:lnTo>
                  <a:lnTo>
                    <a:pt x="651" y="207"/>
                  </a:lnTo>
                  <a:lnTo>
                    <a:pt x="649" y="209"/>
                  </a:lnTo>
                  <a:lnTo>
                    <a:pt x="647" y="209"/>
                  </a:lnTo>
                  <a:lnTo>
                    <a:pt x="647" y="211"/>
                  </a:lnTo>
                  <a:lnTo>
                    <a:pt x="647" y="211"/>
                  </a:lnTo>
                  <a:lnTo>
                    <a:pt x="643" y="213"/>
                  </a:lnTo>
                  <a:lnTo>
                    <a:pt x="643" y="213"/>
                  </a:lnTo>
                  <a:lnTo>
                    <a:pt x="643" y="214"/>
                  </a:lnTo>
                  <a:lnTo>
                    <a:pt x="641" y="216"/>
                  </a:lnTo>
                  <a:lnTo>
                    <a:pt x="639" y="216"/>
                  </a:lnTo>
                  <a:lnTo>
                    <a:pt x="637" y="213"/>
                  </a:lnTo>
                  <a:lnTo>
                    <a:pt x="636" y="211"/>
                  </a:lnTo>
                  <a:lnTo>
                    <a:pt x="634" y="211"/>
                  </a:lnTo>
                  <a:lnTo>
                    <a:pt x="634" y="211"/>
                  </a:lnTo>
                  <a:lnTo>
                    <a:pt x="636" y="213"/>
                  </a:lnTo>
                  <a:lnTo>
                    <a:pt x="634" y="213"/>
                  </a:lnTo>
                  <a:lnTo>
                    <a:pt x="626" y="207"/>
                  </a:lnTo>
                  <a:lnTo>
                    <a:pt x="624" y="205"/>
                  </a:lnTo>
                  <a:lnTo>
                    <a:pt x="624" y="201"/>
                  </a:lnTo>
                  <a:lnTo>
                    <a:pt x="622" y="199"/>
                  </a:lnTo>
                  <a:lnTo>
                    <a:pt x="622" y="199"/>
                  </a:lnTo>
                  <a:lnTo>
                    <a:pt x="618" y="199"/>
                  </a:lnTo>
                  <a:lnTo>
                    <a:pt x="610" y="195"/>
                  </a:lnTo>
                  <a:lnTo>
                    <a:pt x="610" y="193"/>
                  </a:lnTo>
                  <a:lnTo>
                    <a:pt x="608" y="193"/>
                  </a:lnTo>
                  <a:lnTo>
                    <a:pt x="608" y="189"/>
                  </a:lnTo>
                  <a:lnTo>
                    <a:pt x="606" y="187"/>
                  </a:lnTo>
                  <a:lnTo>
                    <a:pt x="604" y="185"/>
                  </a:lnTo>
                  <a:lnTo>
                    <a:pt x="598" y="183"/>
                  </a:lnTo>
                  <a:lnTo>
                    <a:pt x="596" y="181"/>
                  </a:lnTo>
                  <a:lnTo>
                    <a:pt x="596" y="179"/>
                  </a:lnTo>
                  <a:lnTo>
                    <a:pt x="596" y="177"/>
                  </a:lnTo>
                  <a:lnTo>
                    <a:pt x="596" y="175"/>
                  </a:lnTo>
                  <a:lnTo>
                    <a:pt x="596" y="173"/>
                  </a:lnTo>
                  <a:lnTo>
                    <a:pt x="596" y="173"/>
                  </a:lnTo>
                  <a:lnTo>
                    <a:pt x="594" y="165"/>
                  </a:lnTo>
                  <a:lnTo>
                    <a:pt x="594" y="163"/>
                  </a:lnTo>
                  <a:lnTo>
                    <a:pt x="594" y="159"/>
                  </a:lnTo>
                  <a:lnTo>
                    <a:pt x="592" y="150"/>
                  </a:lnTo>
                  <a:lnTo>
                    <a:pt x="592" y="148"/>
                  </a:lnTo>
                  <a:lnTo>
                    <a:pt x="592" y="146"/>
                  </a:lnTo>
                  <a:lnTo>
                    <a:pt x="590" y="144"/>
                  </a:lnTo>
                  <a:lnTo>
                    <a:pt x="592" y="144"/>
                  </a:lnTo>
                  <a:lnTo>
                    <a:pt x="594" y="142"/>
                  </a:lnTo>
                  <a:lnTo>
                    <a:pt x="604" y="136"/>
                  </a:lnTo>
                  <a:lnTo>
                    <a:pt x="612" y="134"/>
                  </a:lnTo>
                  <a:lnTo>
                    <a:pt x="622" y="132"/>
                  </a:lnTo>
                  <a:lnTo>
                    <a:pt x="624" y="134"/>
                  </a:lnTo>
                  <a:lnTo>
                    <a:pt x="624" y="136"/>
                  </a:lnTo>
                  <a:lnTo>
                    <a:pt x="626" y="136"/>
                  </a:lnTo>
                  <a:lnTo>
                    <a:pt x="637" y="150"/>
                  </a:lnTo>
                  <a:lnTo>
                    <a:pt x="639" y="154"/>
                  </a:lnTo>
                  <a:lnTo>
                    <a:pt x="643" y="158"/>
                  </a:lnTo>
                  <a:lnTo>
                    <a:pt x="647" y="159"/>
                  </a:lnTo>
                  <a:lnTo>
                    <a:pt x="661" y="154"/>
                  </a:lnTo>
                  <a:lnTo>
                    <a:pt x="663" y="154"/>
                  </a:lnTo>
                  <a:lnTo>
                    <a:pt x="663" y="150"/>
                  </a:lnTo>
                  <a:lnTo>
                    <a:pt x="665" y="148"/>
                  </a:lnTo>
                  <a:lnTo>
                    <a:pt x="665" y="146"/>
                  </a:lnTo>
                  <a:lnTo>
                    <a:pt x="665" y="144"/>
                  </a:lnTo>
                  <a:lnTo>
                    <a:pt x="665" y="142"/>
                  </a:lnTo>
                  <a:lnTo>
                    <a:pt x="659" y="132"/>
                  </a:lnTo>
                  <a:lnTo>
                    <a:pt x="659" y="130"/>
                  </a:lnTo>
                  <a:lnTo>
                    <a:pt x="657" y="128"/>
                  </a:lnTo>
                  <a:lnTo>
                    <a:pt x="649" y="128"/>
                  </a:lnTo>
                  <a:lnTo>
                    <a:pt x="645" y="132"/>
                  </a:lnTo>
                  <a:lnTo>
                    <a:pt x="643" y="134"/>
                  </a:lnTo>
                  <a:lnTo>
                    <a:pt x="641" y="132"/>
                  </a:lnTo>
                  <a:lnTo>
                    <a:pt x="639" y="130"/>
                  </a:lnTo>
                  <a:lnTo>
                    <a:pt x="639" y="128"/>
                  </a:lnTo>
                  <a:lnTo>
                    <a:pt x="639" y="124"/>
                  </a:lnTo>
                  <a:lnTo>
                    <a:pt x="643" y="120"/>
                  </a:lnTo>
                  <a:lnTo>
                    <a:pt x="643" y="120"/>
                  </a:lnTo>
                  <a:lnTo>
                    <a:pt x="643" y="118"/>
                  </a:lnTo>
                  <a:lnTo>
                    <a:pt x="641" y="116"/>
                  </a:lnTo>
                  <a:lnTo>
                    <a:pt x="643" y="116"/>
                  </a:lnTo>
                  <a:lnTo>
                    <a:pt x="643" y="116"/>
                  </a:lnTo>
                  <a:lnTo>
                    <a:pt x="647" y="120"/>
                  </a:lnTo>
                  <a:lnTo>
                    <a:pt x="649" y="120"/>
                  </a:lnTo>
                  <a:lnTo>
                    <a:pt x="649" y="120"/>
                  </a:lnTo>
                  <a:lnTo>
                    <a:pt x="649" y="118"/>
                  </a:lnTo>
                  <a:lnTo>
                    <a:pt x="651" y="116"/>
                  </a:lnTo>
                  <a:lnTo>
                    <a:pt x="657" y="108"/>
                  </a:lnTo>
                  <a:lnTo>
                    <a:pt x="659" y="106"/>
                  </a:lnTo>
                  <a:lnTo>
                    <a:pt x="665" y="103"/>
                  </a:lnTo>
                  <a:lnTo>
                    <a:pt x="665" y="103"/>
                  </a:lnTo>
                  <a:lnTo>
                    <a:pt x="665" y="103"/>
                  </a:lnTo>
                  <a:lnTo>
                    <a:pt x="665" y="101"/>
                  </a:lnTo>
                  <a:lnTo>
                    <a:pt x="667" y="101"/>
                  </a:lnTo>
                  <a:lnTo>
                    <a:pt x="669" y="103"/>
                  </a:lnTo>
                  <a:lnTo>
                    <a:pt x="669" y="103"/>
                  </a:lnTo>
                  <a:lnTo>
                    <a:pt x="673" y="101"/>
                  </a:lnTo>
                  <a:lnTo>
                    <a:pt x="677" y="101"/>
                  </a:lnTo>
                  <a:lnTo>
                    <a:pt x="677" y="101"/>
                  </a:lnTo>
                  <a:lnTo>
                    <a:pt x="679" y="103"/>
                  </a:lnTo>
                  <a:lnTo>
                    <a:pt x="679" y="103"/>
                  </a:lnTo>
                  <a:lnTo>
                    <a:pt x="677" y="103"/>
                  </a:lnTo>
                  <a:lnTo>
                    <a:pt x="677" y="103"/>
                  </a:lnTo>
                  <a:lnTo>
                    <a:pt x="677" y="105"/>
                  </a:lnTo>
                  <a:lnTo>
                    <a:pt x="677" y="105"/>
                  </a:lnTo>
                  <a:lnTo>
                    <a:pt x="677" y="105"/>
                  </a:lnTo>
                  <a:lnTo>
                    <a:pt x="677" y="106"/>
                  </a:lnTo>
                  <a:lnTo>
                    <a:pt x="679" y="108"/>
                  </a:lnTo>
                  <a:lnTo>
                    <a:pt x="679" y="110"/>
                  </a:lnTo>
                  <a:lnTo>
                    <a:pt x="681" y="110"/>
                  </a:lnTo>
                  <a:lnTo>
                    <a:pt x="681" y="110"/>
                  </a:lnTo>
                  <a:lnTo>
                    <a:pt x="681" y="112"/>
                  </a:lnTo>
                  <a:lnTo>
                    <a:pt x="681" y="112"/>
                  </a:lnTo>
                  <a:lnTo>
                    <a:pt x="681" y="114"/>
                  </a:lnTo>
                  <a:lnTo>
                    <a:pt x="683" y="114"/>
                  </a:lnTo>
                  <a:lnTo>
                    <a:pt x="683" y="116"/>
                  </a:lnTo>
                  <a:lnTo>
                    <a:pt x="683" y="116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3" y="120"/>
                  </a:lnTo>
                  <a:lnTo>
                    <a:pt x="681" y="120"/>
                  </a:lnTo>
                  <a:lnTo>
                    <a:pt x="681" y="120"/>
                  </a:lnTo>
                  <a:lnTo>
                    <a:pt x="681" y="120"/>
                  </a:lnTo>
                  <a:lnTo>
                    <a:pt x="681" y="120"/>
                  </a:lnTo>
                  <a:lnTo>
                    <a:pt x="683" y="122"/>
                  </a:lnTo>
                  <a:lnTo>
                    <a:pt x="683" y="122"/>
                  </a:lnTo>
                  <a:lnTo>
                    <a:pt x="683" y="124"/>
                  </a:lnTo>
                  <a:lnTo>
                    <a:pt x="683" y="124"/>
                  </a:lnTo>
                  <a:lnTo>
                    <a:pt x="683" y="124"/>
                  </a:lnTo>
                  <a:lnTo>
                    <a:pt x="685" y="124"/>
                  </a:lnTo>
                  <a:lnTo>
                    <a:pt x="687" y="124"/>
                  </a:lnTo>
                  <a:lnTo>
                    <a:pt x="687" y="124"/>
                  </a:lnTo>
                  <a:lnTo>
                    <a:pt x="687" y="124"/>
                  </a:lnTo>
                  <a:lnTo>
                    <a:pt x="685" y="124"/>
                  </a:lnTo>
                  <a:lnTo>
                    <a:pt x="685" y="124"/>
                  </a:lnTo>
                  <a:lnTo>
                    <a:pt x="687" y="126"/>
                  </a:lnTo>
                  <a:lnTo>
                    <a:pt x="688" y="128"/>
                  </a:lnTo>
                  <a:lnTo>
                    <a:pt x="688" y="128"/>
                  </a:lnTo>
                  <a:lnTo>
                    <a:pt x="688" y="128"/>
                  </a:lnTo>
                  <a:lnTo>
                    <a:pt x="688" y="130"/>
                  </a:lnTo>
                  <a:lnTo>
                    <a:pt x="688" y="130"/>
                  </a:lnTo>
                  <a:lnTo>
                    <a:pt x="688" y="130"/>
                  </a:lnTo>
                  <a:lnTo>
                    <a:pt x="688" y="132"/>
                  </a:lnTo>
                  <a:lnTo>
                    <a:pt x="688" y="132"/>
                  </a:lnTo>
                  <a:lnTo>
                    <a:pt x="690" y="132"/>
                  </a:lnTo>
                  <a:lnTo>
                    <a:pt x="692" y="132"/>
                  </a:lnTo>
                  <a:lnTo>
                    <a:pt x="692" y="132"/>
                  </a:lnTo>
                  <a:lnTo>
                    <a:pt x="692" y="132"/>
                  </a:lnTo>
                  <a:lnTo>
                    <a:pt x="694" y="132"/>
                  </a:lnTo>
                  <a:lnTo>
                    <a:pt x="694" y="134"/>
                  </a:lnTo>
                  <a:lnTo>
                    <a:pt x="694" y="134"/>
                  </a:lnTo>
                  <a:lnTo>
                    <a:pt x="694" y="134"/>
                  </a:lnTo>
                  <a:lnTo>
                    <a:pt x="694" y="136"/>
                  </a:lnTo>
                  <a:lnTo>
                    <a:pt x="694" y="136"/>
                  </a:lnTo>
                  <a:lnTo>
                    <a:pt x="694" y="136"/>
                  </a:lnTo>
                  <a:lnTo>
                    <a:pt x="694" y="136"/>
                  </a:lnTo>
                  <a:lnTo>
                    <a:pt x="696" y="136"/>
                  </a:lnTo>
                  <a:lnTo>
                    <a:pt x="696" y="136"/>
                  </a:lnTo>
                  <a:lnTo>
                    <a:pt x="698" y="136"/>
                  </a:lnTo>
                  <a:lnTo>
                    <a:pt x="702" y="140"/>
                  </a:lnTo>
                  <a:lnTo>
                    <a:pt x="704" y="138"/>
                  </a:lnTo>
                  <a:lnTo>
                    <a:pt x="704" y="140"/>
                  </a:lnTo>
                  <a:lnTo>
                    <a:pt x="704" y="140"/>
                  </a:lnTo>
                  <a:lnTo>
                    <a:pt x="706" y="140"/>
                  </a:lnTo>
                  <a:lnTo>
                    <a:pt x="706" y="142"/>
                  </a:lnTo>
                  <a:lnTo>
                    <a:pt x="706" y="142"/>
                  </a:lnTo>
                  <a:lnTo>
                    <a:pt x="706" y="140"/>
                  </a:lnTo>
                  <a:lnTo>
                    <a:pt x="708" y="140"/>
                  </a:lnTo>
                  <a:lnTo>
                    <a:pt x="710" y="142"/>
                  </a:lnTo>
                  <a:lnTo>
                    <a:pt x="712" y="142"/>
                  </a:lnTo>
                  <a:lnTo>
                    <a:pt x="714" y="140"/>
                  </a:lnTo>
                  <a:lnTo>
                    <a:pt x="714" y="140"/>
                  </a:lnTo>
                  <a:lnTo>
                    <a:pt x="720" y="144"/>
                  </a:lnTo>
                  <a:lnTo>
                    <a:pt x="720" y="144"/>
                  </a:lnTo>
                  <a:lnTo>
                    <a:pt x="720" y="146"/>
                  </a:lnTo>
                  <a:lnTo>
                    <a:pt x="720" y="146"/>
                  </a:lnTo>
                  <a:lnTo>
                    <a:pt x="720" y="146"/>
                  </a:lnTo>
                  <a:lnTo>
                    <a:pt x="720" y="146"/>
                  </a:lnTo>
                  <a:lnTo>
                    <a:pt x="720" y="146"/>
                  </a:lnTo>
                  <a:lnTo>
                    <a:pt x="720" y="148"/>
                  </a:lnTo>
                  <a:lnTo>
                    <a:pt x="720" y="148"/>
                  </a:lnTo>
                  <a:lnTo>
                    <a:pt x="722" y="148"/>
                  </a:lnTo>
                  <a:lnTo>
                    <a:pt x="722" y="148"/>
                  </a:lnTo>
                  <a:lnTo>
                    <a:pt x="724" y="148"/>
                  </a:lnTo>
                  <a:lnTo>
                    <a:pt x="726" y="150"/>
                  </a:lnTo>
                  <a:lnTo>
                    <a:pt x="726" y="150"/>
                  </a:lnTo>
                  <a:lnTo>
                    <a:pt x="726" y="150"/>
                  </a:lnTo>
                  <a:lnTo>
                    <a:pt x="726" y="152"/>
                  </a:lnTo>
                  <a:lnTo>
                    <a:pt x="728" y="152"/>
                  </a:lnTo>
                  <a:lnTo>
                    <a:pt x="728" y="152"/>
                  </a:lnTo>
                  <a:lnTo>
                    <a:pt x="730" y="154"/>
                  </a:lnTo>
                  <a:lnTo>
                    <a:pt x="730" y="154"/>
                  </a:lnTo>
                  <a:lnTo>
                    <a:pt x="730" y="154"/>
                  </a:lnTo>
                  <a:lnTo>
                    <a:pt x="732" y="154"/>
                  </a:lnTo>
                  <a:lnTo>
                    <a:pt x="732" y="154"/>
                  </a:lnTo>
                  <a:lnTo>
                    <a:pt x="732" y="154"/>
                  </a:lnTo>
                  <a:lnTo>
                    <a:pt x="732" y="156"/>
                  </a:lnTo>
                  <a:lnTo>
                    <a:pt x="732" y="156"/>
                  </a:lnTo>
                  <a:lnTo>
                    <a:pt x="732" y="158"/>
                  </a:lnTo>
                  <a:lnTo>
                    <a:pt x="734" y="158"/>
                  </a:lnTo>
                  <a:lnTo>
                    <a:pt x="734" y="158"/>
                  </a:lnTo>
                  <a:lnTo>
                    <a:pt x="734" y="159"/>
                  </a:lnTo>
                  <a:lnTo>
                    <a:pt x="734" y="159"/>
                  </a:lnTo>
                  <a:lnTo>
                    <a:pt x="734" y="159"/>
                  </a:lnTo>
                  <a:lnTo>
                    <a:pt x="734" y="161"/>
                  </a:lnTo>
                  <a:lnTo>
                    <a:pt x="734" y="161"/>
                  </a:lnTo>
                  <a:lnTo>
                    <a:pt x="734" y="161"/>
                  </a:lnTo>
                  <a:lnTo>
                    <a:pt x="732" y="161"/>
                  </a:lnTo>
                  <a:lnTo>
                    <a:pt x="732" y="161"/>
                  </a:lnTo>
                  <a:lnTo>
                    <a:pt x="732" y="161"/>
                  </a:lnTo>
                  <a:lnTo>
                    <a:pt x="732" y="161"/>
                  </a:lnTo>
                  <a:lnTo>
                    <a:pt x="732" y="163"/>
                  </a:lnTo>
                  <a:lnTo>
                    <a:pt x="732" y="163"/>
                  </a:lnTo>
                  <a:lnTo>
                    <a:pt x="730" y="161"/>
                  </a:lnTo>
                  <a:lnTo>
                    <a:pt x="728" y="161"/>
                  </a:lnTo>
                  <a:lnTo>
                    <a:pt x="728" y="161"/>
                  </a:lnTo>
                  <a:lnTo>
                    <a:pt x="728" y="163"/>
                  </a:lnTo>
                  <a:lnTo>
                    <a:pt x="726" y="163"/>
                  </a:lnTo>
                  <a:lnTo>
                    <a:pt x="724" y="163"/>
                  </a:lnTo>
                  <a:lnTo>
                    <a:pt x="724" y="165"/>
                  </a:lnTo>
                  <a:lnTo>
                    <a:pt x="724" y="165"/>
                  </a:lnTo>
                  <a:lnTo>
                    <a:pt x="724" y="165"/>
                  </a:lnTo>
                  <a:lnTo>
                    <a:pt x="724" y="165"/>
                  </a:lnTo>
                  <a:lnTo>
                    <a:pt x="724" y="167"/>
                  </a:lnTo>
                  <a:lnTo>
                    <a:pt x="724" y="167"/>
                  </a:lnTo>
                  <a:lnTo>
                    <a:pt x="726" y="167"/>
                  </a:lnTo>
                  <a:lnTo>
                    <a:pt x="726" y="167"/>
                  </a:lnTo>
                  <a:lnTo>
                    <a:pt x="726" y="167"/>
                  </a:lnTo>
                  <a:lnTo>
                    <a:pt x="726" y="169"/>
                  </a:lnTo>
                  <a:lnTo>
                    <a:pt x="726" y="169"/>
                  </a:lnTo>
                  <a:lnTo>
                    <a:pt x="726" y="171"/>
                  </a:lnTo>
                  <a:lnTo>
                    <a:pt x="726" y="171"/>
                  </a:lnTo>
                  <a:lnTo>
                    <a:pt x="726" y="171"/>
                  </a:lnTo>
                  <a:lnTo>
                    <a:pt x="726" y="171"/>
                  </a:lnTo>
                  <a:lnTo>
                    <a:pt x="724" y="171"/>
                  </a:lnTo>
                  <a:lnTo>
                    <a:pt x="724" y="173"/>
                  </a:lnTo>
                  <a:lnTo>
                    <a:pt x="726" y="179"/>
                  </a:lnTo>
                  <a:lnTo>
                    <a:pt x="726" y="181"/>
                  </a:lnTo>
                  <a:lnTo>
                    <a:pt x="726" y="181"/>
                  </a:lnTo>
                  <a:lnTo>
                    <a:pt x="726" y="183"/>
                  </a:lnTo>
                  <a:lnTo>
                    <a:pt x="724" y="183"/>
                  </a:lnTo>
                  <a:lnTo>
                    <a:pt x="724" y="183"/>
                  </a:lnTo>
                  <a:lnTo>
                    <a:pt x="724" y="183"/>
                  </a:lnTo>
                  <a:lnTo>
                    <a:pt x="722" y="183"/>
                  </a:lnTo>
                  <a:lnTo>
                    <a:pt x="722" y="183"/>
                  </a:lnTo>
                  <a:lnTo>
                    <a:pt x="722" y="183"/>
                  </a:lnTo>
                  <a:lnTo>
                    <a:pt x="722" y="185"/>
                  </a:lnTo>
                  <a:lnTo>
                    <a:pt x="722" y="185"/>
                  </a:lnTo>
                  <a:lnTo>
                    <a:pt x="722" y="185"/>
                  </a:lnTo>
                  <a:lnTo>
                    <a:pt x="720" y="187"/>
                  </a:lnTo>
                  <a:lnTo>
                    <a:pt x="720" y="187"/>
                  </a:lnTo>
                  <a:lnTo>
                    <a:pt x="720" y="187"/>
                  </a:lnTo>
                  <a:lnTo>
                    <a:pt x="716" y="189"/>
                  </a:lnTo>
                  <a:lnTo>
                    <a:pt x="706" y="187"/>
                  </a:lnTo>
                  <a:lnTo>
                    <a:pt x="704" y="189"/>
                  </a:lnTo>
                  <a:lnTo>
                    <a:pt x="704" y="189"/>
                  </a:lnTo>
                  <a:lnTo>
                    <a:pt x="702" y="187"/>
                  </a:lnTo>
                  <a:lnTo>
                    <a:pt x="702" y="187"/>
                  </a:lnTo>
                  <a:lnTo>
                    <a:pt x="700" y="187"/>
                  </a:lnTo>
                  <a:lnTo>
                    <a:pt x="700" y="187"/>
                  </a:lnTo>
                  <a:lnTo>
                    <a:pt x="700" y="187"/>
                  </a:lnTo>
                  <a:lnTo>
                    <a:pt x="698" y="187"/>
                  </a:lnTo>
                  <a:lnTo>
                    <a:pt x="698" y="187"/>
                  </a:lnTo>
                  <a:lnTo>
                    <a:pt x="698" y="189"/>
                  </a:lnTo>
                  <a:lnTo>
                    <a:pt x="700" y="189"/>
                  </a:lnTo>
                  <a:lnTo>
                    <a:pt x="700" y="191"/>
                  </a:lnTo>
                  <a:lnTo>
                    <a:pt x="700" y="193"/>
                  </a:lnTo>
                  <a:lnTo>
                    <a:pt x="700" y="193"/>
                  </a:lnTo>
                  <a:lnTo>
                    <a:pt x="700" y="193"/>
                  </a:lnTo>
                  <a:lnTo>
                    <a:pt x="700" y="195"/>
                  </a:lnTo>
                  <a:lnTo>
                    <a:pt x="700" y="195"/>
                  </a:lnTo>
                  <a:lnTo>
                    <a:pt x="698" y="199"/>
                  </a:lnTo>
                  <a:lnTo>
                    <a:pt x="698" y="199"/>
                  </a:lnTo>
                  <a:lnTo>
                    <a:pt x="698" y="199"/>
                  </a:lnTo>
                  <a:lnTo>
                    <a:pt x="698" y="199"/>
                  </a:lnTo>
                  <a:lnTo>
                    <a:pt x="698" y="201"/>
                  </a:lnTo>
                  <a:lnTo>
                    <a:pt x="692" y="203"/>
                  </a:lnTo>
                  <a:lnTo>
                    <a:pt x="690" y="205"/>
                  </a:lnTo>
                  <a:lnTo>
                    <a:pt x="690" y="207"/>
                  </a:lnTo>
                  <a:lnTo>
                    <a:pt x="690" y="207"/>
                  </a:lnTo>
                  <a:lnTo>
                    <a:pt x="690" y="207"/>
                  </a:lnTo>
                  <a:lnTo>
                    <a:pt x="690" y="211"/>
                  </a:lnTo>
                  <a:lnTo>
                    <a:pt x="690" y="213"/>
                  </a:lnTo>
                  <a:lnTo>
                    <a:pt x="690" y="213"/>
                  </a:lnTo>
                  <a:lnTo>
                    <a:pt x="690" y="214"/>
                  </a:lnTo>
                  <a:lnTo>
                    <a:pt x="692" y="216"/>
                  </a:lnTo>
                  <a:lnTo>
                    <a:pt x="692" y="216"/>
                  </a:lnTo>
                  <a:lnTo>
                    <a:pt x="692" y="216"/>
                  </a:lnTo>
                  <a:lnTo>
                    <a:pt x="696" y="218"/>
                  </a:lnTo>
                  <a:lnTo>
                    <a:pt x="700" y="220"/>
                  </a:lnTo>
                  <a:lnTo>
                    <a:pt x="704" y="222"/>
                  </a:lnTo>
                  <a:lnTo>
                    <a:pt x="716" y="238"/>
                  </a:lnTo>
                  <a:lnTo>
                    <a:pt x="730" y="244"/>
                  </a:lnTo>
                  <a:lnTo>
                    <a:pt x="734" y="248"/>
                  </a:lnTo>
                  <a:lnTo>
                    <a:pt x="734" y="248"/>
                  </a:lnTo>
                  <a:lnTo>
                    <a:pt x="736" y="248"/>
                  </a:lnTo>
                  <a:lnTo>
                    <a:pt x="736" y="250"/>
                  </a:lnTo>
                  <a:lnTo>
                    <a:pt x="734" y="254"/>
                  </a:lnTo>
                  <a:lnTo>
                    <a:pt x="734" y="254"/>
                  </a:lnTo>
                  <a:lnTo>
                    <a:pt x="734" y="254"/>
                  </a:lnTo>
                  <a:lnTo>
                    <a:pt x="734" y="258"/>
                  </a:lnTo>
                  <a:lnTo>
                    <a:pt x="734" y="260"/>
                  </a:lnTo>
                  <a:lnTo>
                    <a:pt x="734" y="264"/>
                  </a:lnTo>
                  <a:lnTo>
                    <a:pt x="734" y="264"/>
                  </a:lnTo>
                  <a:lnTo>
                    <a:pt x="734" y="266"/>
                  </a:lnTo>
                  <a:lnTo>
                    <a:pt x="734" y="266"/>
                  </a:lnTo>
                  <a:lnTo>
                    <a:pt x="734" y="267"/>
                  </a:lnTo>
                  <a:lnTo>
                    <a:pt x="734" y="267"/>
                  </a:lnTo>
                  <a:lnTo>
                    <a:pt x="734" y="269"/>
                  </a:lnTo>
                  <a:lnTo>
                    <a:pt x="734" y="269"/>
                  </a:lnTo>
                  <a:lnTo>
                    <a:pt x="736" y="269"/>
                  </a:lnTo>
                  <a:lnTo>
                    <a:pt x="736" y="271"/>
                  </a:lnTo>
                  <a:lnTo>
                    <a:pt x="736" y="273"/>
                  </a:lnTo>
                  <a:lnTo>
                    <a:pt x="738" y="273"/>
                  </a:lnTo>
                  <a:lnTo>
                    <a:pt x="738" y="275"/>
                  </a:lnTo>
                  <a:lnTo>
                    <a:pt x="738" y="275"/>
                  </a:lnTo>
                  <a:lnTo>
                    <a:pt x="738" y="275"/>
                  </a:lnTo>
                  <a:lnTo>
                    <a:pt x="738" y="275"/>
                  </a:lnTo>
                  <a:lnTo>
                    <a:pt x="736" y="277"/>
                  </a:lnTo>
                  <a:lnTo>
                    <a:pt x="736" y="279"/>
                  </a:lnTo>
                  <a:lnTo>
                    <a:pt x="736" y="279"/>
                  </a:lnTo>
                  <a:lnTo>
                    <a:pt x="734" y="279"/>
                  </a:lnTo>
                  <a:lnTo>
                    <a:pt x="734" y="281"/>
                  </a:lnTo>
                  <a:lnTo>
                    <a:pt x="734" y="281"/>
                  </a:lnTo>
                  <a:lnTo>
                    <a:pt x="734" y="281"/>
                  </a:lnTo>
                  <a:lnTo>
                    <a:pt x="734" y="283"/>
                  </a:lnTo>
                  <a:lnTo>
                    <a:pt x="734" y="283"/>
                  </a:lnTo>
                  <a:lnTo>
                    <a:pt x="734" y="283"/>
                  </a:lnTo>
                  <a:lnTo>
                    <a:pt x="736" y="285"/>
                  </a:lnTo>
                  <a:lnTo>
                    <a:pt x="736" y="285"/>
                  </a:lnTo>
                  <a:lnTo>
                    <a:pt x="738" y="285"/>
                  </a:lnTo>
                  <a:lnTo>
                    <a:pt x="738" y="287"/>
                  </a:lnTo>
                  <a:lnTo>
                    <a:pt x="738" y="287"/>
                  </a:lnTo>
                  <a:lnTo>
                    <a:pt x="739" y="287"/>
                  </a:lnTo>
                  <a:lnTo>
                    <a:pt x="739" y="289"/>
                  </a:lnTo>
                  <a:lnTo>
                    <a:pt x="739" y="289"/>
                  </a:lnTo>
                  <a:lnTo>
                    <a:pt x="739" y="289"/>
                  </a:lnTo>
                  <a:lnTo>
                    <a:pt x="739" y="291"/>
                  </a:lnTo>
                  <a:lnTo>
                    <a:pt x="739" y="291"/>
                  </a:lnTo>
                  <a:lnTo>
                    <a:pt x="739" y="291"/>
                  </a:lnTo>
                  <a:lnTo>
                    <a:pt x="738" y="293"/>
                  </a:lnTo>
                  <a:lnTo>
                    <a:pt x="738" y="293"/>
                  </a:lnTo>
                  <a:lnTo>
                    <a:pt x="738" y="293"/>
                  </a:lnTo>
                  <a:lnTo>
                    <a:pt x="738" y="293"/>
                  </a:lnTo>
                  <a:lnTo>
                    <a:pt x="738" y="295"/>
                  </a:lnTo>
                  <a:lnTo>
                    <a:pt x="738" y="295"/>
                  </a:lnTo>
                  <a:lnTo>
                    <a:pt x="738" y="295"/>
                  </a:lnTo>
                  <a:lnTo>
                    <a:pt x="738" y="297"/>
                  </a:lnTo>
                  <a:lnTo>
                    <a:pt x="738" y="297"/>
                  </a:lnTo>
                  <a:lnTo>
                    <a:pt x="736" y="297"/>
                  </a:lnTo>
                  <a:lnTo>
                    <a:pt x="736" y="297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36" y="301"/>
                  </a:lnTo>
                  <a:lnTo>
                    <a:pt x="736" y="301"/>
                  </a:lnTo>
                  <a:lnTo>
                    <a:pt x="736" y="303"/>
                  </a:lnTo>
                  <a:lnTo>
                    <a:pt x="736" y="303"/>
                  </a:lnTo>
                  <a:lnTo>
                    <a:pt x="736" y="303"/>
                  </a:lnTo>
                  <a:lnTo>
                    <a:pt x="734" y="305"/>
                  </a:lnTo>
                  <a:lnTo>
                    <a:pt x="734" y="305"/>
                  </a:lnTo>
                  <a:lnTo>
                    <a:pt x="734" y="305"/>
                  </a:lnTo>
                  <a:lnTo>
                    <a:pt x="734" y="305"/>
                  </a:lnTo>
                  <a:lnTo>
                    <a:pt x="734" y="307"/>
                  </a:lnTo>
                  <a:lnTo>
                    <a:pt x="734" y="307"/>
                  </a:lnTo>
                  <a:lnTo>
                    <a:pt x="734" y="307"/>
                  </a:lnTo>
                  <a:lnTo>
                    <a:pt x="734" y="307"/>
                  </a:lnTo>
                  <a:lnTo>
                    <a:pt x="734" y="309"/>
                  </a:lnTo>
                  <a:lnTo>
                    <a:pt x="734" y="309"/>
                  </a:lnTo>
                  <a:lnTo>
                    <a:pt x="734" y="309"/>
                  </a:lnTo>
                  <a:lnTo>
                    <a:pt x="734" y="311"/>
                  </a:lnTo>
                  <a:lnTo>
                    <a:pt x="734" y="311"/>
                  </a:lnTo>
                  <a:lnTo>
                    <a:pt x="736" y="311"/>
                  </a:lnTo>
                  <a:lnTo>
                    <a:pt x="736" y="311"/>
                  </a:lnTo>
                  <a:lnTo>
                    <a:pt x="738" y="311"/>
                  </a:lnTo>
                  <a:lnTo>
                    <a:pt x="738" y="313"/>
                  </a:lnTo>
                  <a:lnTo>
                    <a:pt x="738" y="313"/>
                  </a:lnTo>
                  <a:lnTo>
                    <a:pt x="739" y="313"/>
                  </a:lnTo>
                  <a:lnTo>
                    <a:pt x="739" y="313"/>
                  </a:lnTo>
                  <a:lnTo>
                    <a:pt x="739" y="313"/>
                  </a:lnTo>
                  <a:lnTo>
                    <a:pt x="739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5"/>
                  </a:lnTo>
                  <a:lnTo>
                    <a:pt x="738" y="317"/>
                  </a:lnTo>
                  <a:lnTo>
                    <a:pt x="738" y="317"/>
                  </a:lnTo>
                  <a:lnTo>
                    <a:pt x="738" y="317"/>
                  </a:lnTo>
                  <a:lnTo>
                    <a:pt x="736" y="317"/>
                  </a:lnTo>
                  <a:lnTo>
                    <a:pt x="736" y="317"/>
                  </a:lnTo>
                  <a:lnTo>
                    <a:pt x="736" y="317"/>
                  </a:lnTo>
                  <a:lnTo>
                    <a:pt x="736" y="317"/>
                  </a:lnTo>
                  <a:lnTo>
                    <a:pt x="736" y="315"/>
                  </a:lnTo>
                  <a:lnTo>
                    <a:pt x="736" y="315"/>
                  </a:lnTo>
                  <a:lnTo>
                    <a:pt x="736" y="313"/>
                  </a:lnTo>
                  <a:lnTo>
                    <a:pt x="734" y="313"/>
                  </a:lnTo>
                  <a:lnTo>
                    <a:pt x="734" y="315"/>
                  </a:lnTo>
                  <a:lnTo>
                    <a:pt x="734" y="313"/>
                  </a:lnTo>
                  <a:lnTo>
                    <a:pt x="734" y="313"/>
                  </a:lnTo>
                  <a:lnTo>
                    <a:pt x="732" y="313"/>
                  </a:lnTo>
                  <a:lnTo>
                    <a:pt x="732" y="311"/>
                  </a:lnTo>
                  <a:lnTo>
                    <a:pt x="732" y="311"/>
                  </a:lnTo>
                  <a:lnTo>
                    <a:pt x="732" y="309"/>
                  </a:lnTo>
                  <a:lnTo>
                    <a:pt x="732" y="309"/>
                  </a:lnTo>
                  <a:lnTo>
                    <a:pt x="724" y="309"/>
                  </a:lnTo>
                  <a:lnTo>
                    <a:pt x="722" y="309"/>
                  </a:lnTo>
                  <a:lnTo>
                    <a:pt x="722" y="309"/>
                  </a:lnTo>
                  <a:lnTo>
                    <a:pt x="722" y="311"/>
                  </a:lnTo>
                  <a:lnTo>
                    <a:pt x="722" y="311"/>
                  </a:lnTo>
                  <a:lnTo>
                    <a:pt x="722" y="311"/>
                  </a:lnTo>
                  <a:lnTo>
                    <a:pt x="722" y="313"/>
                  </a:lnTo>
                  <a:lnTo>
                    <a:pt x="720" y="313"/>
                  </a:lnTo>
                  <a:lnTo>
                    <a:pt x="720" y="313"/>
                  </a:lnTo>
                  <a:lnTo>
                    <a:pt x="718" y="311"/>
                  </a:lnTo>
                  <a:lnTo>
                    <a:pt x="718" y="311"/>
                  </a:lnTo>
                  <a:lnTo>
                    <a:pt x="718" y="311"/>
                  </a:lnTo>
                  <a:lnTo>
                    <a:pt x="718" y="313"/>
                  </a:lnTo>
                  <a:lnTo>
                    <a:pt x="718" y="313"/>
                  </a:lnTo>
                  <a:lnTo>
                    <a:pt x="718" y="315"/>
                  </a:lnTo>
                  <a:lnTo>
                    <a:pt x="718" y="315"/>
                  </a:lnTo>
                  <a:lnTo>
                    <a:pt x="718" y="315"/>
                  </a:lnTo>
                  <a:lnTo>
                    <a:pt x="718" y="315"/>
                  </a:lnTo>
                  <a:lnTo>
                    <a:pt x="716" y="315"/>
                  </a:lnTo>
                  <a:lnTo>
                    <a:pt x="716" y="315"/>
                  </a:lnTo>
                  <a:lnTo>
                    <a:pt x="714" y="315"/>
                  </a:lnTo>
                  <a:lnTo>
                    <a:pt x="714" y="315"/>
                  </a:lnTo>
                  <a:lnTo>
                    <a:pt x="714" y="315"/>
                  </a:lnTo>
                  <a:lnTo>
                    <a:pt x="714" y="317"/>
                  </a:lnTo>
                  <a:lnTo>
                    <a:pt x="714" y="317"/>
                  </a:lnTo>
                  <a:lnTo>
                    <a:pt x="714" y="319"/>
                  </a:lnTo>
                  <a:lnTo>
                    <a:pt x="714" y="319"/>
                  </a:lnTo>
                  <a:lnTo>
                    <a:pt x="714" y="319"/>
                  </a:lnTo>
                  <a:lnTo>
                    <a:pt x="710" y="322"/>
                  </a:lnTo>
                  <a:lnTo>
                    <a:pt x="708" y="322"/>
                  </a:lnTo>
                  <a:lnTo>
                    <a:pt x="706" y="326"/>
                  </a:lnTo>
                  <a:lnTo>
                    <a:pt x="704" y="326"/>
                  </a:lnTo>
                  <a:lnTo>
                    <a:pt x="704" y="326"/>
                  </a:lnTo>
                  <a:lnTo>
                    <a:pt x="704" y="326"/>
                  </a:lnTo>
                  <a:lnTo>
                    <a:pt x="702" y="326"/>
                  </a:lnTo>
                  <a:lnTo>
                    <a:pt x="702" y="326"/>
                  </a:lnTo>
                  <a:lnTo>
                    <a:pt x="702" y="326"/>
                  </a:lnTo>
                  <a:lnTo>
                    <a:pt x="700" y="324"/>
                  </a:lnTo>
                  <a:lnTo>
                    <a:pt x="700" y="326"/>
                  </a:lnTo>
                  <a:lnTo>
                    <a:pt x="700" y="326"/>
                  </a:lnTo>
                  <a:lnTo>
                    <a:pt x="700" y="326"/>
                  </a:lnTo>
                  <a:lnTo>
                    <a:pt x="700" y="328"/>
                  </a:lnTo>
                  <a:lnTo>
                    <a:pt x="700" y="328"/>
                  </a:lnTo>
                  <a:lnTo>
                    <a:pt x="700" y="330"/>
                  </a:lnTo>
                  <a:lnTo>
                    <a:pt x="700" y="330"/>
                  </a:lnTo>
                  <a:lnTo>
                    <a:pt x="698" y="330"/>
                  </a:lnTo>
                  <a:lnTo>
                    <a:pt x="698" y="330"/>
                  </a:lnTo>
                  <a:lnTo>
                    <a:pt x="696" y="332"/>
                  </a:lnTo>
                  <a:lnTo>
                    <a:pt x="696" y="332"/>
                  </a:lnTo>
                  <a:lnTo>
                    <a:pt x="696" y="332"/>
                  </a:lnTo>
                  <a:lnTo>
                    <a:pt x="696" y="332"/>
                  </a:lnTo>
                  <a:lnTo>
                    <a:pt x="696" y="334"/>
                  </a:lnTo>
                  <a:lnTo>
                    <a:pt x="696" y="334"/>
                  </a:lnTo>
                  <a:lnTo>
                    <a:pt x="696" y="334"/>
                  </a:lnTo>
                  <a:lnTo>
                    <a:pt x="694" y="336"/>
                  </a:lnTo>
                  <a:lnTo>
                    <a:pt x="692" y="342"/>
                  </a:lnTo>
                  <a:lnTo>
                    <a:pt x="692" y="342"/>
                  </a:lnTo>
                  <a:lnTo>
                    <a:pt x="690" y="342"/>
                  </a:lnTo>
                  <a:lnTo>
                    <a:pt x="690" y="342"/>
                  </a:lnTo>
                  <a:lnTo>
                    <a:pt x="688" y="342"/>
                  </a:lnTo>
                  <a:lnTo>
                    <a:pt x="688" y="340"/>
                  </a:lnTo>
                  <a:lnTo>
                    <a:pt x="688" y="340"/>
                  </a:lnTo>
                  <a:lnTo>
                    <a:pt x="688" y="340"/>
                  </a:lnTo>
                  <a:lnTo>
                    <a:pt x="688" y="338"/>
                  </a:lnTo>
                  <a:lnTo>
                    <a:pt x="688" y="338"/>
                  </a:lnTo>
                  <a:lnTo>
                    <a:pt x="688" y="338"/>
                  </a:lnTo>
                  <a:lnTo>
                    <a:pt x="688" y="338"/>
                  </a:lnTo>
                  <a:lnTo>
                    <a:pt x="687" y="338"/>
                  </a:lnTo>
                  <a:lnTo>
                    <a:pt x="687" y="338"/>
                  </a:lnTo>
                  <a:lnTo>
                    <a:pt x="687" y="338"/>
                  </a:lnTo>
                  <a:lnTo>
                    <a:pt x="687" y="338"/>
                  </a:lnTo>
                  <a:lnTo>
                    <a:pt x="687" y="338"/>
                  </a:lnTo>
                  <a:lnTo>
                    <a:pt x="687" y="340"/>
                  </a:lnTo>
                  <a:lnTo>
                    <a:pt x="687" y="342"/>
                  </a:lnTo>
                  <a:lnTo>
                    <a:pt x="687" y="342"/>
                  </a:lnTo>
                  <a:lnTo>
                    <a:pt x="687" y="342"/>
                  </a:lnTo>
                  <a:lnTo>
                    <a:pt x="687" y="344"/>
                  </a:lnTo>
                  <a:lnTo>
                    <a:pt x="687" y="344"/>
                  </a:lnTo>
                  <a:lnTo>
                    <a:pt x="687" y="346"/>
                  </a:lnTo>
                  <a:lnTo>
                    <a:pt x="687" y="348"/>
                  </a:lnTo>
                  <a:lnTo>
                    <a:pt x="687" y="348"/>
                  </a:lnTo>
                  <a:lnTo>
                    <a:pt x="687" y="348"/>
                  </a:lnTo>
                  <a:lnTo>
                    <a:pt x="687" y="348"/>
                  </a:lnTo>
                  <a:lnTo>
                    <a:pt x="685" y="348"/>
                  </a:lnTo>
                  <a:lnTo>
                    <a:pt x="685" y="348"/>
                  </a:lnTo>
                  <a:lnTo>
                    <a:pt x="685" y="348"/>
                  </a:lnTo>
                  <a:lnTo>
                    <a:pt x="685" y="346"/>
                  </a:lnTo>
                  <a:lnTo>
                    <a:pt x="681" y="348"/>
                  </a:lnTo>
                  <a:lnTo>
                    <a:pt x="681" y="348"/>
                  </a:lnTo>
                  <a:lnTo>
                    <a:pt x="681" y="348"/>
                  </a:lnTo>
                  <a:lnTo>
                    <a:pt x="681" y="348"/>
                  </a:lnTo>
                  <a:lnTo>
                    <a:pt x="681" y="350"/>
                  </a:lnTo>
                  <a:lnTo>
                    <a:pt x="681" y="350"/>
                  </a:lnTo>
                  <a:lnTo>
                    <a:pt x="681" y="352"/>
                  </a:lnTo>
                  <a:lnTo>
                    <a:pt x="681" y="352"/>
                  </a:lnTo>
                  <a:lnTo>
                    <a:pt x="681" y="352"/>
                  </a:lnTo>
                  <a:lnTo>
                    <a:pt x="679" y="350"/>
                  </a:lnTo>
                  <a:lnTo>
                    <a:pt x="679" y="350"/>
                  </a:lnTo>
                  <a:lnTo>
                    <a:pt x="679" y="350"/>
                  </a:lnTo>
                  <a:lnTo>
                    <a:pt x="679" y="352"/>
                  </a:lnTo>
                  <a:lnTo>
                    <a:pt x="679" y="352"/>
                  </a:lnTo>
                  <a:lnTo>
                    <a:pt x="679" y="354"/>
                  </a:lnTo>
                  <a:lnTo>
                    <a:pt x="679" y="356"/>
                  </a:lnTo>
                  <a:lnTo>
                    <a:pt x="679" y="356"/>
                  </a:lnTo>
                  <a:lnTo>
                    <a:pt x="679" y="356"/>
                  </a:lnTo>
                  <a:lnTo>
                    <a:pt x="679" y="358"/>
                  </a:lnTo>
                  <a:lnTo>
                    <a:pt x="677" y="358"/>
                  </a:lnTo>
                  <a:lnTo>
                    <a:pt x="677" y="358"/>
                  </a:lnTo>
                  <a:lnTo>
                    <a:pt x="677" y="358"/>
                  </a:lnTo>
                  <a:lnTo>
                    <a:pt x="677" y="360"/>
                  </a:lnTo>
                  <a:lnTo>
                    <a:pt x="675" y="360"/>
                  </a:lnTo>
                  <a:lnTo>
                    <a:pt x="675" y="360"/>
                  </a:lnTo>
                  <a:lnTo>
                    <a:pt x="675" y="360"/>
                  </a:lnTo>
                  <a:lnTo>
                    <a:pt x="675" y="360"/>
                  </a:lnTo>
                  <a:lnTo>
                    <a:pt x="675" y="362"/>
                  </a:lnTo>
                  <a:lnTo>
                    <a:pt x="673" y="364"/>
                  </a:lnTo>
                  <a:lnTo>
                    <a:pt x="671" y="364"/>
                  </a:lnTo>
                  <a:lnTo>
                    <a:pt x="671" y="364"/>
                  </a:lnTo>
                  <a:lnTo>
                    <a:pt x="671" y="364"/>
                  </a:lnTo>
                  <a:lnTo>
                    <a:pt x="669" y="364"/>
                  </a:lnTo>
                  <a:lnTo>
                    <a:pt x="669" y="364"/>
                  </a:lnTo>
                  <a:lnTo>
                    <a:pt x="669" y="364"/>
                  </a:lnTo>
                  <a:lnTo>
                    <a:pt x="669" y="366"/>
                  </a:lnTo>
                  <a:lnTo>
                    <a:pt x="669" y="366"/>
                  </a:lnTo>
                  <a:lnTo>
                    <a:pt x="673" y="368"/>
                  </a:lnTo>
                  <a:lnTo>
                    <a:pt x="673" y="370"/>
                  </a:lnTo>
                  <a:lnTo>
                    <a:pt x="673" y="370"/>
                  </a:lnTo>
                  <a:lnTo>
                    <a:pt x="673" y="370"/>
                  </a:lnTo>
                  <a:lnTo>
                    <a:pt x="671" y="370"/>
                  </a:lnTo>
                  <a:lnTo>
                    <a:pt x="671" y="370"/>
                  </a:lnTo>
                  <a:lnTo>
                    <a:pt x="671" y="372"/>
                  </a:lnTo>
                  <a:lnTo>
                    <a:pt x="671" y="372"/>
                  </a:lnTo>
                  <a:lnTo>
                    <a:pt x="671" y="372"/>
                  </a:lnTo>
                  <a:lnTo>
                    <a:pt x="673" y="374"/>
                  </a:lnTo>
                  <a:lnTo>
                    <a:pt x="675" y="374"/>
                  </a:lnTo>
                  <a:lnTo>
                    <a:pt x="675" y="375"/>
                  </a:lnTo>
                  <a:lnTo>
                    <a:pt x="675" y="375"/>
                  </a:lnTo>
                  <a:lnTo>
                    <a:pt x="673" y="375"/>
                  </a:lnTo>
                  <a:lnTo>
                    <a:pt x="673" y="377"/>
                  </a:lnTo>
                  <a:lnTo>
                    <a:pt x="675" y="377"/>
                  </a:lnTo>
                  <a:lnTo>
                    <a:pt x="675" y="377"/>
                  </a:lnTo>
                  <a:lnTo>
                    <a:pt x="677" y="379"/>
                  </a:lnTo>
                  <a:lnTo>
                    <a:pt x="675" y="379"/>
                  </a:lnTo>
                  <a:lnTo>
                    <a:pt x="675" y="379"/>
                  </a:lnTo>
                  <a:lnTo>
                    <a:pt x="671" y="381"/>
                  </a:lnTo>
                  <a:lnTo>
                    <a:pt x="671" y="381"/>
                  </a:lnTo>
                  <a:lnTo>
                    <a:pt x="671" y="381"/>
                  </a:lnTo>
                  <a:lnTo>
                    <a:pt x="673" y="383"/>
                  </a:lnTo>
                  <a:lnTo>
                    <a:pt x="673" y="383"/>
                  </a:lnTo>
                  <a:lnTo>
                    <a:pt x="675" y="383"/>
                  </a:lnTo>
                  <a:lnTo>
                    <a:pt x="675" y="383"/>
                  </a:lnTo>
                  <a:lnTo>
                    <a:pt x="677" y="385"/>
                  </a:lnTo>
                  <a:lnTo>
                    <a:pt x="685" y="389"/>
                  </a:lnTo>
                  <a:lnTo>
                    <a:pt x="687" y="389"/>
                  </a:lnTo>
                  <a:lnTo>
                    <a:pt x="687" y="389"/>
                  </a:lnTo>
                  <a:lnTo>
                    <a:pt x="687" y="387"/>
                  </a:lnTo>
                  <a:lnTo>
                    <a:pt x="687" y="387"/>
                  </a:lnTo>
                  <a:lnTo>
                    <a:pt x="687" y="387"/>
                  </a:lnTo>
                  <a:lnTo>
                    <a:pt x="688" y="387"/>
                  </a:lnTo>
                  <a:lnTo>
                    <a:pt x="688" y="389"/>
                  </a:lnTo>
                  <a:lnTo>
                    <a:pt x="688" y="389"/>
                  </a:lnTo>
                  <a:lnTo>
                    <a:pt x="688" y="389"/>
                  </a:lnTo>
                  <a:lnTo>
                    <a:pt x="688" y="391"/>
                  </a:lnTo>
                  <a:lnTo>
                    <a:pt x="688" y="391"/>
                  </a:lnTo>
                  <a:lnTo>
                    <a:pt x="688" y="391"/>
                  </a:lnTo>
                  <a:lnTo>
                    <a:pt x="688" y="391"/>
                  </a:lnTo>
                  <a:lnTo>
                    <a:pt x="688" y="393"/>
                  </a:lnTo>
                  <a:lnTo>
                    <a:pt x="688" y="393"/>
                  </a:lnTo>
                  <a:lnTo>
                    <a:pt x="688" y="393"/>
                  </a:lnTo>
                  <a:lnTo>
                    <a:pt x="690" y="395"/>
                  </a:lnTo>
                  <a:lnTo>
                    <a:pt x="690" y="395"/>
                  </a:lnTo>
                  <a:lnTo>
                    <a:pt x="690" y="395"/>
                  </a:lnTo>
                  <a:lnTo>
                    <a:pt x="690" y="397"/>
                  </a:lnTo>
                  <a:lnTo>
                    <a:pt x="690" y="399"/>
                  </a:lnTo>
                  <a:lnTo>
                    <a:pt x="692" y="401"/>
                  </a:lnTo>
                  <a:lnTo>
                    <a:pt x="692" y="403"/>
                  </a:lnTo>
                  <a:lnTo>
                    <a:pt x="692" y="403"/>
                  </a:lnTo>
                  <a:lnTo>
                    <a:pt x="692" y="403"/>
                  </a:lnTo>
                  <a:lnTo>
                    <a:pt x="692" y="405"/>
                  </a:lnTo>
                  <a:lnTo>
                    <a:pt x="692" y="405"/>
                  </a:lnTo>
                  <a:lnTo>
                    <a:pt x="692" y="405"/>
                  </a:lnTo>
                  <a:lnTo>
                    <a:pt x="692" y="407"/>
                  </a:lnTo>
                  <a:lnTo>
                    <a:pt x="692" y="409"/>
                  </a:lnTo>
                  <a:lnTo>
                    <a:pt x="692" y="409"/>
                  </a:lnTo>
                  <a:lnTo>
                    <a:pt x="694" y="409"/>
                  </a:lnTo>
                  <a:lnTo>
                    <a:pt x="694" y="409"/>
                  </a:lnTo>
                  <a:lnTo>
                    <a:pt x="694" y="411"/>
                  </a:lnTo>
                  <a:lnTo>
                    <a:pt x="694" y="411"/>
                  </a:lnTo>
                  <a:lnTo>
                    <a:pt x="694" y="411"/>
                  </a:lnTo>
                  <a:lnTo>
                    <a:pt x="694" y="411"/>
                  </a:lnTo>
                  <a:lnTo>
                    <a:pt x="696" y="413"/>
                  </a:lnTo>
                  <a:lnTo>
                    <a:pt x="696" y="413"/>
                  </a:lnTo>
                  <a:lnTo>
                    <a:pt x="696" y="413"/>
                  </a:lnTo>
                  <a:lnTo>
                    <a:pt x="696" y="415"/>
                  </a:lnTo>
                  <a:lnTo>
                    <a:pt x="696" y="415"/>
                  </a:lnTo>
                  <a:lnTo>
                    <a:pt x="696" y="415"/>
                  </a:lnTo>
                  <a:lnTo>
                    <a:pt x="698" y="415"/>
                  </a:lnTo>
                  <a:lnTo>
                    <a:pt x="698" y="417"/>
                  </a:lnTo>
                  <a:lnTo>
                    <a:pt x="698" y="419"/>
                  </a:lnTo>
                  <a:lnTo>
                    <a:pt x="698" y="419"/>
                  </a:lnTo>
                  <a:lnTo>
                    <a:pt x="698" y="419"/>
                  </a:lnTo>
                  <a:lnTo>
                    <a:pt x="698" y="419"/>
                  </a:lnTo>
                  <a:lnTo>
                    <a:pt x="698" y="419"/>
                  </a:lnTo>
                  <a:lnTo>
                    <a:pt x="698" y="421"/>
                  </a:lnTo>
                  <a:lnTo>
                    <a:pt x="700" y="419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2" y="421"/>
                  </a:lnTo>
                  <a:lnTo>
                    <a:pt x="702" y="421"/>
                  </a:lnTo>
                  <a:lnTo>
                    <a:pt x="702" y="421"/>
                  </a:lnTo>
                  <a:lnTo>
                    <a:pt x="704" y="421"/>
                  </a:lnTo>
                  <a:lnTo>
                    <a:pt x="704" y="419"/>
                  </a:lnTo>
                  <a:lnTo>
                    <a:pt x="706" y="421"/>
                  </a:lnTo>
                  <a:lnTo>
                    <a:pt x="708" y="419"/>
                  </a:lnTo>
                  <a:lnTo>
                    <a:pt x="708" y="419"/>
                  </a:lnTo>
                  <a:lnTo>
                    <a:pt x="708" y="419"/>
                  </a:lnTo>
                  <a:lnTo>
                    <a:pt x="708" y="419"/>
                  </a:lnTo>
                  <a:lnTo>
                    <a:pt x="708" y="421"/>
                  </a:lnTo>
                  <a:lnTo>
                    <a:pt x="708" y="421"/>
                  </a:lnTo>
                  <a:lnTo>
                    <a:pt x="712" y="421"/>
                  </a:lnTo>
                  <a:lnTo>
                    <a:pt x="712" y="421"/>
                  </a:lnTo>
                  <a:lnTo>
                    <a:pt x="720" y="425"/>
                  </a:lnTo>
                  <a:lnTo>
                    <a:pt x="728" y="427"/>
                  </a:lnTo>
                  <a:lnTo>
                    <a:pt x="730" y="427"/>
                  </a:lnTo>
                  <a:lnTo>
                    <a:pt x="730" y="427"/>
                  </a:lnTo>
                  <a:lnTo>
                    <a:pt x="730" y="428"/>
                  </a:lnTo>
                  <a:lnTo>
                    <a:pt x="730" y="428"/>
                  </a:lnTo>
                  <a:lnTo>
                    <a:pt x="730" y="430"/>
                  </a:lnTo>
                  <a:lnTo>
                    <a:pt x="730" y="430"/>
                  </a:lnTo>
                  <a:lnTo>
                    <a:pt x="732" y="430"/>
                  </a:lnTo>
                  <a:lnTo>
                    <a:pt x="734" y="434"/>
                  </a:lnTo>
                  <a:lnTo>
                    <a:pt x="736" y="434"/>
                  </a:lnTo>
                  <a:lnTo>
                    <a:pt x="736" y="436"/>
                  </a:lnTo>
                  <a:lnTo>
                    <a:pt x="736" y="436"/>
                  </a:lnTo>
                  <a:lnTo>
                    <a:pt x="736" y="436"/>
                  </a:lnTo>
                  <a:lnTo>
                    <a:pt x="736" y="436"/>
                  </a:lnTo>
                  <a:lnTo>
                    <a:pt x="743" y="434"/>
                  </a:lnTo>
                  <a:lnTo>
                    <a:pt x="745" y="430"/>
                  </a:lnTo>
                  <a:lnTo>
                    <a:pt x="749" y="430"/>
                  </a:lnTo>
                  <a:lnTo>
                    <a:pt x="749" y="430"/>
                  </a:lnTo>
                  <a:lnTo>
                    <a:pt x="751" y="430"/>
                  </a:lnTo>
                  <a:lnTo>
                    <a:pt x="753" y="432"/>
                  </a:lnTo>
                  <a:lnTo>
                    <a:pt x="753" y="432"/>
                  </a:lnTo>
                  <a:lnTo>
                    <a:pt x="755" y="432"/>
                  </a:lnTo>
                  <a:lnTo>
                    <a:pt x="757" y="432"/>
                  </a:lnTo>
                  <a:lnTo>
                    <a:pt x="759" y="430"/>
                  </a:lnTo>
                  <a:lnTo>
                    <a:pt x="759" y="430"/>
                  </a:lnTo>
                  <a:lnTo>
                    <a:pt x="759" y="428"/>
                  </a:lnTo>
                  <a:lnTo>
                    <a:pt x="759" y="428"/>
                  </a:lnTo>
                  <a:lnTo>
                    <a:pt x="761" y="428"/>
                  </a:lnTo>
                  <a:lnTo>
                    <a:pt x="761" y="428"/>
                  </a:lnTo>
                  <a:lnTo>
                    <a:pt x="761" y="428"/>
                  </a:lnTo>
                  <a:lnTo>
                    <a:pt x="761" y="427"/>
                  </a:lnTo>
                  <a:lnTo>
                    <a:pt x="759" y="427"/>
                  </a:lnTo>
                  <a:lnTo>
                    <a:pt x="759" y="427"/>
                  </a:lnTo>
                  <a:lnTo>
                    <a:pt x="759" y="427"/>
                  </a:lnTo>
                  <a:lnTo>
                    <a:pt x="759" y="425"/>
                  </a:lnTo>
                  <a:lnTo>
                    <a:pt x="761" y="425"/>
                  </a:lnTo>
                  <a:lnTo>
                    <a:pt x="761" y="423"/>
                  </a:lnTo>
                  <a:lnTo>
                    <a:pt x="761" y="423"/>
                  </a:lnTo>
                  <a:lnTo>
                    <a:pt x="761" y="421"/>
                  </a:lnTo>
                  <a:lnTo>
                    <a:pt x="761" y="421"/>
                  </a:lnTo>
                  <a:lnTo>
                    <a:pt x="761" y="419"/>
                  </a:lnTo>
                  <a:lnTo>
                    <a:pt x="761" y="419"/>
                  </a:lnTo>
                  <a:lnTo>
                    <a:pt x="761" y="419"/>
                  </a:lnTo>
                  <a:lnTo>
                    <a:pt x="761" y="417"/>
                  </a:lnTo>
                  <a:lnTo>
                    <a:pt x="761" y="417"/>
                  </a:lnTo>
                  <a:lnTo>
                    <a:pt x="761" y="415"/>
                  </a:lnTo>
                  <a:lnTo>
                    <a:pt x="763" y="415"/>
                  </a:lnTo>
                  <a:lnTo>
                    <a:pt x="763" y="415"/>
                  </a:lnTo>
                  <a:lnTo>
                    <a:pt x="763" y="415"/>
                  </a:lnTo>
                  <a:lnTo>
                    <a:pt x="765" y="415"/>
                  </a:lnTo>
                  <a:lnTo>
                    <a:pt x="767" y="417"/>
                  </a:lnTo>
                  <a:lnTo>
                    <a:pt x="771" y="425"/>
                  </a:lnTo>
                  <a:lnTo>
                    <a:pt x="771" y="425"/>
                  </a:lnTo>
                  <a:lnTo>
                    <a:pt x="771" y="425"/>
                  </a:lnTo>
                  <a:lnTo>
                    <a:pt x="771" y="425"/>
                  </a:lnTo>
                  <a:lnTo>
                    <a:pt x="771" y="427"/>
                  </a:lnTo>
                  <a:lnTo>
                    <a:pt x="771" y="427"/>
                  </a:lnTo>
                  <a:lnTo>
                    <a:pt x="771" y="428"/>
                  </a:lnTo>
                  <a:lnTo>
                    <a:pt x="769" y="428"/>
                  </a:lnTo>
                  <a:lnTo>
                    <a:pt x="767" y="430"/>
                  </a:lnTo>
                  <a:lnTo>
                    <a:pt x="767" y="430"/>
                  </a:lnTo>
                  <a:lnTo>
                    <a:pt x="767" y="430"/>
                  </a:lnTo>
                  <a:lnTo>
                    <a:pt x="765" y="434"/>
                  </a:lnTo>
                  <a:lnTo>
                    <a:pt x="765" y="434"/>
                  </a:lnTo>
                  <a:lnTo>
                    <a:pt x="765" y="434"/>
                  </a:lnTo>
                  <a:lnTo>
                    <a:pt x="765" y="434"/>
                  </a:lnTo>
                  <a:lnTo>
                    <a:pt x="765" y="436"/>
                  </a:lnTo>
                  <a:lnTo>
                    <a:pt x="767" y="440"/>
                  </a:lnTo>
                  <a:lnTo>
                    <a:pt x="767" y="440"/>
                  </a:lnTo>
                  <a:lnTo>
                    <a:pt x="769" y="440"/>
                  </a:lnTo>
                  <a:lnTo>
                    <a:pt x="781" y="444"/>
                  </a:lnTo>
                  <a:lnTo>
                    <a:pt x="783" y="444"/>
                  </a:lnTo>
                  <a:lnTo>
                    <a:pt x="785" y="444"/>
                  </a:lnTo>
                  <a:lnTo>
                    <a:pt x="787" y="444"/>
                  </a:lnTo>
                  <a:lnTo>
                    <a:pt x="787" y="444"/>
                  </a:lnTo>
                  <a:lnTo>
                    <a:pt x="789" y="444"/>
                  </a:lnTo>
                  <a:lnTo>
                    <a:pt x="789" y="444"/>
                  </a:lnTo>
                  <a:lnTo>
                    <a:pt x="789" y="444"/>
                  </a:lnTo>
                  <a:lnTo>
                    <a:pt x="789" y="448"/>
                  </a:lnTo>
                  <a:lnTo>
                    <a:pt x="789" y="448"/>
                  </a:lnTo>
                  <a:lnTo>
                    <a:pt x="789" y="448"/>
                  </a:lnTo>
                  <a:lnTo>
                    <a:pt x="789" y="450"/>
                  </a:lnTo>
                  <a:lnTo>
                    <a:pt x="789" y="450"/>
                  </a:lnTo>
                  <a:lnTo>
                    <a:pt x="789" y="450"/>
                  </a:lnTo>
                  <a:lnTo>
                    <a:pt x="789" y="450"/>
                  </a:lnTo>
                  <a:lnTo>
                    <a:pt x="789" y="452"/>
                  </a:lnTo>
                  <a:lnTo>
                    <a:pt x="789" y="452"/>
                  </a:lnTo>
                  <a:lnTo>
                    <a:pt x="789" y="452"/>
                  </a:lnTo>
                  <a:lnTo>
                    <a:pt x="789" y="452"/>
                  </a:lnTo>
                  <a:lnTo>
                    <a:pt x="787" y="452"/>
                  </a:lnTo>
                  <a:lnTo>
                    <a:pt x="785" y="454"/>
                  </a:lnTo>
                  <a:lnTo>
                    <a:pt x="785" y="454"/>
                  </a:lnTo>
                  <a:lnTo>
                    <a:pt x="783" y="454"/>
                  </a:lnTo>
                  <a:lnTo>
                    <a:pt x="783" y="454"/>
                  </a:lnTo>
                  <a:lnTo>
                    <a:pt x="783" y="456"/>
                  </a:lnTo>
                  <a:lnTo>
                    <a:pt x="785" y="458"/>
                  </a:lnTo>
                  <a:lnTo>
                    <a:pt x="785" y="458"/>
                  </a:lnTo>
                  <a:lnTo>
                    <a:pt x="785" y="458"/>
                  </a:lnTo>
                  <a:lnTo>
                    <a:pt x="787" y="460"/>
                  </a:lnTo>
                  <a:lnTo>
                    <a:pt x="787" y="460"/>
                  </a:lnTo>
                  <a:lnTo>
                    <a:pt x="787" y="460"/>
                  </a:lnTo>
                  <a:lnTo>
                    <a:pt x="789" y="462"/>
                  </a:lnTo>
                  <a:lnTo>
                    <a:pt x="789" y="462"/>
                  </a:lnTo>
                  <a:lnTo>
                    <a:pt x="789" y="464"/>
                  </a:lnTo>
                  <a:lnTo>
                    <a:pt x="790" y="468"/>
                  </a:lnTo>
                  <a:lnTo>
                    <a:pt x="790" y="470"/>
                  </a:lnTo>
                  <a:lnTo>
                    <a:pt x="790" y="474"/>
                  </a:lnTo>
                  <a:lnTo>
                    <a:pt x="790" y="474"/>
                  </a:lnTo>
                  <a:lnTo>
                    <a:pt x="790" y="476"/>
                  </a:lnTo>
                  <a:lnTo>
                    <a:pt x="790" y="478"/>
                  </a:lnTo>
                  <a:lnTo>
                    <a:pt x="790" y="478"/>
                  </a:lnTo>
                  <a:lnTo>
                    <a:pt x="790" y="480"/>
                  </a:lnTo>
                  <a:lnTo>
                    <a:pt x="790" y="480"/>
                  </a:lnTo>
                  <a:lnTo>
                    <a:pt x="796" y="482"/>
                  </a:lnTo>
                  <a:lnTo>
                    <a:pt x="796" y="482"/>
                  </a:lnTo>
                  <a:lnTo>
                    <a:pt x="798" y="482"/>
                  </a:lnTo>
                  <a:lnTo>
                    <a:pt x="798" y="482"/>
                  </a:lnTo>
                  <a:lnTo>
                    <a:pt x="798" y="482"/>
                  </a:lnTo>
                  <a:lnTo>
                    <a:pt x="798" y="482"/>
                  </a:lnTo>
                  <a:lnTo>
                    <a:pt x="798" y="482"/>
                  </a:lnTo>
                  <a:lnTo>
                    <a:pt x="798" y="483"/>
                  </a:lnTo>
                  <a:lnTo>
                    <a:pt x="798" y="483"/>
                  </a:lnTo>
                  <a:lnTo>
                    <a:pt x="798" y="483"/>
                  </a:lnTo>
                  <a:lnTo>
                    <a:pt x="798" y="485"/>
                  </a:lnTo>
                  <a:lnTo>
                    <a:pt x="798" y="485"/>
                  </a:lnTo>
                  <a:lnTo>
                    <a:pt x="798" y="485"/>
                  </a:lnTo>
                  <a:lnTo>
                    <a:pt x="798" y="487"/>
                  </a:lnTo>
                  <a:lnTo>
                    <a:pt x="806" y="493"/>
                  </a:lnTo>
                  <a:lnTo>
                    <a:pt x="806" y="493"/>
                  </a:lnTo>
                  <a:lnTo>
                    <a:pt x="806" y="493"/>
                  </a:lnTo>
                  <a:lnTo>
                    <a:pt x="806" y="495"/>
                  </a:lnTo>
                  <a:lnTo>
                    <a:pt x="806" y="495"/>
                  </a:lnTo>
                  <a:lnTo>
                    <a:pt x="802" y="497"/>
                  </a:lnTo>
                  <a:lnTo>
                    <a:pt x="802" y="497"/>
                  </a:lnTo>
                  <a:lnTo>
                    <a:pt x="802" y="497"/>
                  </a:lnTo>
                  <a:lnTo>
                    <a:pt x="800" y="497"/>
                  </a:lnTo>
                  <a:lnTo>
                    <a:pt x="792" y="497"/>
                  </a:lnTo>
                  <a:lnTo>
                    <a:pt x="792" y="499"/>
                  </a:lnTo>
                  <a:lnTo>
                    <a:pt x="790" y="499"/>
                  </a:lnTo>
                  <a:lnTo>
                    <a:pt x="790" y="499"/>
                  </a:lnTo>
                  <a:lnTo>
                    <a:pt x="790" y="499"/>
                  </a:lnTo>
                  <a:lnTo>
                    <a:pt x="789" y="499"/>
                  </a:lnTo>
                  <a:lnTo>
                    <a:pt x="789" y="499"/>
                  </a:lnTo>
                  <a:lnTo>
                    <a:pt x="789" y="499"/>
                  </a:lnTo>
                  <a:lnTo>
                    <a:pt x="789" y="501"/>
                  </a:lnTo>
                  <a:lnTo>
                    <a:pt x="789" y="501"/>
                  </a:lnTo>
                  <a:lnTo>
                    <a:pt x="787" y="501"/>
                  </a:lnTo>
                  <a:lnTo>
                    <a:pt x="787" y="501"/>
                  </a:lnTo>
                  <a:lnTo>
                    <a:pt x="785" y="501"/>
                  </a:lnTo>
                  <a:lnTo>
                    <a:pt x="785" y="503"/>
                  </a:lnTo>
                  <a:lnTo>
                    <a:pt x="787" y="503"/>
                  </a:lnTo>
                  <a:lnTo>
                    <a:pt x="789" y="503"/>
                  </a:lnTo>
                  <a:lnTo>
                    <a:pt x="790" y="507"/>
                  </a:lnTo>
                  <a:lnTo>
                    <a:pt x="792" y="509"/>
                  </a:lnTo>
                  <a:lnTo>
                    <a:pt x="792" y="511"/>
                  </a:lnTo>
                  <a:lnTo>
                    <a:pt x="792" y="511"/>
                  </a:lnTo>
                  <a:lnTo>
                    <a:pt x="792" y="513"/>
                  </a:lnTo>
                  <a:lnTo>
                    <a:pt x="792" y="519"/>
                  </a:lnTo>
                  <a:lnTo>
                    <a:pt x="792" y="521"/>
                  </a:lnTo>
                  <a:lnTo>
                    <a:pt x="792" y="523"/>
                  </a:lnTo>
                  <a:lnTo>
                    <a:pt x="792" y="523"/>
                  </a:lnTo>
                  <a:lnTo>
                    <a:pt x="792" y="525"/>
                  </a:lnTo>
                  <a:lnTo>
                    <a:pt x="792" y="525"/>
                  </a:lnTo>
                  <a:lnTo>
                    <a:pt x="792" y="525"/>
                  </a:lnTo>
                  <a:lnTo>
                    <a:pt x="792" y="527"/>
                  </a:lnTo>
                  <a:lnTo>
                    <a:pt x="792" y="527"/>
                  </a:lnTo>
                  <a:lnTo>
                    <a:pt x="792" y="529"/>
                  </a:lnTo>
                  <a:lnTo>
                    <a:pt x="792" y="531"/>
                  </a:lnTo>
                  <a:lnTo>
                    <a:pt x="792" y="531"/>
                  </a:lnTo>
                  <a:lnTo>
                    <a:pt x="792" y="531"/>
                  </a:lnTo>
                  <a:lnTo>
                    <a:pt x="790" y="531"/>
                  </a:lnTo>
                  <a:lnTo>
                    <a:pt x="790" y="533"/>
                  </a:lnTo>
                  <a:lnTo>
                    <a:pt x="789" y="533"/>
                  </a:lnTo>
                  <a:lnTo>
                    <a:pt x="789" y="533"/>
                  </a:lnTo>
                  <a:lnTo>
                    <a:pt x="787" y="535"/>
                  </a:lnTo>
                  <a:lnTo>
                    <a:pt x="787" y="536"/>
                  </a:lnTo>
                  <a:lnTo>
                    <a:pt x="787" y="536"/>
                  </a:lnTo>
                  <a:lnTo>
                    <a:pt x="785" y="538"/>
                  </a:lnTo>
                  <a:lnTo>
                    <a:pt x="785" y="538"/>
                  </a:lnTo>
                  <a:lnTo>
                    <a:pt x="787" y="540"/>
                  </a:lnTo>
                  <a:lnTo>
                    <a:pt x="787" y="540"/>
                  </a:lnTo>
                  <a:lnTo>
                    <a:pt x="787" y="540"/>
                  </a:lnTo>
                  <a:lnTo>
                    <a:pt x="787" y="542"/>
                  </a:lnTo>
                  <a:lnTo>
                    <a:pt x="785" y="542"/>
                  </a:lnTo>
                  <a:lnTo>
                    <a:pt x="785" y="542"/>
                  </a:lnTo>
                  <a:lnTo>
                    <a:pt x="785" y="542"/>
                  </a:lnTo>
                  <a:lnTo>
                    <a:pt x="785" y="542"/>
                  </a:lnTo>
                  <a:lnTo>
                    <a:pt x="783" y="540"/>
                  </a:lnTo>
                  <a:lnTo>
                    <a:pt x="783" y="540"/>
                  </a:lnTo>
                  <a:lnTo>
                    <a:pt x="781" y="540"/>
                  </a:lnTo>
                  <a:lnTo>
                    <a:pt x="781" y="540"/>
                  </a:lnTo>
                  <a:lnTo>
                    <a:pt x="781" y="540"/>
                  </a:lnTo>
                  <a:lnTo>
                    <a:pt x="781" y="540"/>
                  </a:lnTo>
                  <a:lnTo>
                    <a:pt x="781" y="542"/>
                  </a:lnTo>
                  <a:lnTo>
                    <a:pt x="781" y="542"/>
                  </a:lnTo>
                  <a:lnTo>
                    <a:pt x="781" y="544"/>
                  </a:lnTo>
                  <a:lnTo>
                    <a:pt x="781" y="546"/>
                  </a:lnTo>
                  <a:lnTo>
                    <a:pt x="779" y="546"/>
                  </a:lnTo>
                  <a:lnTo>
                    <a:pt x="779" y="548"/>
                  </a:lnTo>
                  <a:lnTo>
                    <a:pt x="779" y="548"/>
                  </a:lnTo>
                  <a:lnTo>
                    <a:pt x="779" y="548"/>
                  </a:lnTo>
                  <a:lnTo>
                    <a:pt x="779" y="550"/>
                  </a:lnTo>
                  <a:lnTo>
                    <a:pt x="779" y="550"/>
                  </a:lnTo>
                  <a:lnTo>
                    <a:pt x="779" y="552"/>
                  </a:lnTo>
                  <a:lnTo>
                    <a:pt x="781" y="552"/>
                  </a:lnTo>
                  <a:lnTo>
                    <a:pt x="781" y="552"/>
                  </a:lnTo>
                  <a:lnTo>
                    <a:pt x="779" y="554"/>
                  </a:lnTo>
                  <a:lnTo>
                    <a:pt x="779" y="554"/>
                  </a:lnTo>
                  <a:lnTo>
                    <a:pt x="779" y="554"/>
                  </a:lnTo>
                  <a:lnTo>
                    <a:pt x="779" y="556"/>
                  </a:lnTo>
                  <a:lnTo>
                    <a:pt x="779" y="558"/>
                  </a:lnTo>
                  <a:lnTo>
                    <a:pt x="779" y="558"/>
                  </a:lnTo>
                  <a:lnTo>
                    <a:pt x="779" y="558"/>
                  </a:lnTo>
                  <a:lnTo>
                    <a:pt x="779" y="558"/>
                  </a:lnTo>
                  <a:lnTo>
                    <a:pt x="779" y="560"/>
                  </a:lnTo>
                  <a:lnTo>
                    <a:pt x="779" y="562"/>
                  </a:lnTo>
                  <a:lnTo>
                    <a:pt x="779" y="562"/>
                  </a:lnTo>
                  <a:lnTo>
                    <a:pt x="779" y="564"/>
                  </a:lnTo>
                  <a:lnTo>
                    <a:pt x="777" y="564"/>
                  </a:lnTo>
                  <a:lnTo>
                    <a:pt x="767" y="562"/>
                  </a:lnTo>
                  <a:lnTo>
                    <a:pt x="765" y="560"/>
                  </a:lnTo>
                  <a:lnTo>
                    <a:pt x="765" y="560"/>
                  </a:lnTo>
                  <a:lnTo>
                    <a:pt x="765" y="560"/>
                  </a:lnTo>
                  <a:lnTo>
                    <a:pt x="765" y="560"/>
                  </a:lnTo>
                  <a:lnTo>
                    <a:pt x="763" y="560"/>
                  </a:lnTo>
                  <a:lnTo>
                    <a:pt x="763" y="562"/>
                  </a:lnTo>
                  <a:lnTo>
                    <a:pt x="761" y="564"/>
                  </a:lnTo>
                  <a:lnTo>
                    <a:pt x="761" y="564"/>
                  </a:lnTo>
                  <a:lnTo>
                    <a:pt x="759" y="564"/>
                  </a:lnTo>
                  <a:lnTo>
                    <a:pt x="757" y="560"/>
                  </a:lnTo>
                  <a:lnTo>
                    <a:pt x="757" y="560"/>
                  </a:lnTo>
                  <a:lnTo>
                    <a:pt x="757" y="560"/>
                  </a:lnTo>
                  <a:lnTo>
                    <a:pt x="755" y="560"/>
                  </a:lnTo>
                  <a:lnTo>
                    <a:pt x="755" y="562"/>
                  </a:lnTo>
                  <a:lnTo>
                    <a:pt x="755" y="564"/>
                  </a:lnTo>
                  <a:lnTo>
                    <a:pt x="755" y="564"/>
                  </a:lnTo>
                  <a:lnTo>
                    <a:pt x="755" y="564"/>
                  </a:lnTo>
                  <a:lnTo>
                    <a:pt x="755" y="566"/>
                  </a:lnTo>
                  <a:lnTo>
                    <a:pt x="755" y="568"/>
                  </a:lnTo>
                  <a:lnTo>
                    <a:pt x="755" y="568"/>
                  </a:lnTo>
                  <a:lnTo>
                    <a:pt x="757" y="568"/>
                  </a:lnTo>
                  <a:lnTo>
                    <a:pt x="757" y="570"/>
                  </a:lnTo>
                  <a:lnTo>
                    <a:pt x="759" y="574"/>
                  </a:lnTo>
                  <a:lnTo>
                    <a:pt x="759" y="576"/>
                  </a:lnTo>
                  <a:lnTo>
                    <a:pt x="761" y="578"/>
                  </a:lnTo>
                  <a:lnTo>
                    <a:pt x="761" y="578"/>
                  </a:lnTo>
                  <a:lnTo>
                    <a:pt x="761" y="578"/>
                  </a:lnTo>
                  <a:lnTo>
                    <a:pt x="763" y="578"/>
                  </a:lnTo>
                  <a:lnTo>
                    <a:pt x="763" y="580"/>
                  </a:lnTo>
                  <a:lnTo>
                    <a:pt x="763" y="580"/>
                  </a:lnTo>
                  <a:lnTo>
                    <a:pt x="763" y="582"/>
                  </a:lnTo>
                  <a:lnTo>
                    <a:pt x="763" y="582"/>
                  </a:lnTo>
                  <a:lnTo>
                    <a:pt x="763" y="582"/>
                  </a:lnTo>
                  <a:lnTo>
                    <a:pt x="765" y="582"/>
                  </a:lnTo>
                  <a:lnTo>
                    <a:pt x="765" y="582"/>
                  </a:lnTo>
                  <a:lnTo>
                    <a:pt x="765" y="582"/>
                  </a:lnTo>
                  <a:lnTo>
                    <a:pt x="765" y="582"/>
                  </a:lnTo>
                  <a:lnTo>
                    <a:pt x="767" y="584"/>
                  </a:lnTo>
                  <a:lnTo>
                    <a:pt x="767" y="586"/>
                  </a:lnTo>
                  <a:lnTo>
                    <a:pt x="767" y="586"/>
                  </a:lnTo>
                  <a:lnTo>
                    <a:pt x="767" y="586"/>
                  </a:lnTo>
                  <a:lnTo>
                    <a:pt x="767" y="586"/>
                  </a:lnTo>
                  <a:lnTo>
                    <a:pt x="767" y="588"/>
                  </a:lnTo>
                  <a:lnTo>
                    <a:pt x="767" y="588"/>
                  </a:lnTo>
                  <a:lnTo>
                    <a:pt x="767" y="588"/>
                  </a:lnTo>
                  <a:lnTo>
                    <a:pt x="767" y="588"/>
                  </a:lnTo>
                  <a:lnTo>
                    <a:pt x="767" y="588"/>
                  </a:lnTo>
                  <a:lnTo>
                    <a:pt x="767" y="588"/>
                  </a:lnTo>
                  <a:lnTo>
                    <a:pt x="765" y="590"/>
                  </a:lnTo>
                  <a:lnTo>
                    <a:pt x="765" y="590"/>
                  </a:lnTo>
                  <a:lnTo>
                    <a:pt x="765" y="590"/>
                  </a:lnTo>
                  <a:lnTo>
                    <a:pt x="765" y="591"/>
                  </a:lnTo>
                  <a:lnTo>
                    <a:pt x="765" y="591"/>
                  </a:lnTo>
                  <a:lnTo>
                    <a:pt x="765" y="591"/>
                  </a:lnTo>
                  <a:lnTo>
                    <a:pt x="767" y="593"/>
                  </a:lnTo>
                  <a:lnTo>
                    <a:pt x="767" y="595"/>
                  </a:lnTo>
                  <a:lnTo>
                    <a:pt x="767" y="595"/>
                  </a:lnTo>
                  <a:lnTo>
                    <a:pt x="769" y="595"/>
                  </a:lnTo>
                  <a:lnTo>
                    <a:pt x="769" y="597"/>
                  </a:lnTo>
                  <a:lnTo>
                    <a:pt x="769" y="597"/>
                  </a:lnTo>
                  <a:lnTo>
                    <a:pt x="771" y="599"/>
                  </a:lnTo>
                  <a:lnTo>
                    <a:pt x="771" y="601"/>
                  </a:lnTo>
                  <a:lnTo>
                    <a:pt x="773" y="601"/>
                  </a:lnTo>
                  <a:lnTo>
                    <a:pt x="773" y="601"/>
                  </a:lnTo>
                  <a:lnTo>
                    <a:pt x="773" y="601"/>
                  </a:lnTo>
                  <a:lnTo>
                    <a:pt x="775" y="599"/>
                  </a:lnTo>
                  <a:lnTo>
                    <a:pt x="775" y="599"/>
                  </a:lnTo>
                  <a:lnTo>
                    <a:pt x="775" y="599"/>
                  </a:lnTo>
                  <a:lnTo>
                    <a:pt x="775" y="601"/>
                  </a:lnTo>
                  <a:lnTo>
                    <a:pt x="775" y="601"/>
                  </a:lnTo>
                  <a:lnTo>
                    <a:pt x="775" y="603"/>
                  </a:lnTo>
                  <a:lnTo>
                    <a:pt x="775" y="603"/>
                  </a:lnTo>
                  <a:lnTo>
                    <a:pt x="775" y="603"/>
                  </a:lnTo>
                  <a:lnTo>
                    <a:pt x="777" y="603"/>
                  </a:lnTo>
                  <a:lnTo>
                    <a:pt x="777" y="603"/>
                  </a:lnTo>
                  <a:lnTo>
                    <a:pt x="777" y="603"/>
                  </a:lnTo>
                  <a:lnTo>
                    <a:pt x="777" y="603"/>
                  </a:lnTo>
                  <a:lnTo>
                    <a:pt x="777" y="605"/>
                  </a:lnTo>
                  <a:lnTo>
                    <a:pt x="775" y="605"/>
                  </a:lnTo>
                  <a:lnTo>
                    <a:pt x="775" y="605"/>
                  </a:lnTo>
                  <a:lnTo>
                    <a:pt x="775" y="605"/>
                  </a:lnTo>
                  <a:lnTo>
                    <a:pt x="775" y="607"/>
                  </a:lnTo>
                  <a:lnTo>
                    <a:pt x="775" y="607"/>
                  </a:lnTo>
                  <a:lnTo>
                    <a:pt x="775" y="607"/>
                  </a:lnTo>
                  <a:lnTo>
                    <a:pt x="777" y="607"/>
                  </a:lnTo>
                  <a:lnTo>
                    <a:pt x="775" y="607"/>
                  </a:lnTo>
                  <a:lnTo>
                    <a:pt x="775" y="607"/>
                  </a:lnTo>
                  <a:lnTo>
                    <a:pt x="775" y="607"/>
                  </a:lnTo>
                  <a:lnTo>
                    <a:pt x="773" y="609"/>
                  </a:lnTo>
                  <a:lnTo>
                    <a:pt x="773" y="611"/>
                  </a:lnTo>
                  <a:lnTo>
                    <a:pt x="773" y="611"/>
                  </a:lnTo>
                  <a:lnTo>
                    <a:pt x="771" y="611"/>
                  </a:lnTo>
                  <a:lnTo>
                    <a:pt x="771" y="613"/>
                  </a:lnTo>
                  <a:lnTo>
                    <a:pt x="771" y="613"/>
                  </a:lnTo>
                  <a:lnTo>
                    <a:pt x="771" y="613"/>
                  </a:lnTo>
                  <a:lnTo>
                    <a:pt x="771" y="615"/>
                  </a:lnTo>
                  <a:lnTo>
                    <a:pt x="773" y="617"/>
                  </a:lnTo>
                  <a:lnTo>
                    <a:pt x="773" y="619"/>
                  </a:lnTo>
                  <a:lnTo>
                    <a:pt x="773" y="619"/>
                  </a:lnTo>
                  <a:lnTo>
                    <a:pt x="773" y="619"/>
                  </a:lnTo>
                  <a:lnTo>
                    <a:pt x="773" y="619"/>
                  </a:lnTo>
                  <a:lnTo>
                    <a:pt x="773" y="619"/>
                  </a:lnTo>
                  <a:lnTo>
                    <a:pt x="773" y="621"/>
                  </a:lnTo>
                  <a:lnTo>
                    <a:pt x="773" y="621"/>
                  </a:lnTo>
                  <a:lnTo>
                    <a:pt x="773" y="621"/>
                  </a:lnTo>
                  <a:lnTo>
                    <a:pt x="775" y="621"/>
                  </a:lnTo>
                  <a:lnTo>
                    <a:pt x="775" y="621"/>
                  </a:lnTo>
                  <a:lnTo>
                    <a:pt x="775" y="623"/>
                  </a:lnTo>
                  <a:lnTo>
                    <a:pt x="775" y="623"/>
                  </a:lnTo>
                  <a:lnTo>
                    <a:pt x="771" y="625"/>
                  </a:lnTo>
                  <a:lnTo>
                    <a:pt x="771" y="625"/>
                  </a:lnTo>
                  <a:lnTo>
                    <a:pt x="771" y="625"/>
                  </a:lnTo>
                  <a:lnTo>
                    <a:pt x="769" y="623"/>
                  </a:lnTo>
                  <a:lnTo>
                    <a:pt x="769" y="623"/>
                  </a:lnTo>
                  <a:lnTo>
                    <a:pt x="769" y="625"/>
                  </a:lnTo>
                  <a:lnTo>
                    <a:pt x="771" y="625"/>
                  </a:lnTo>
                  <a:lnTo>
                    <a:pt x="771" y="625"/>
                  </a:lnTo>
                  <a:lnTo>
                    <a:pt x="771" y="627"/>
                  </a:lnTo>
                  <a:lnTo>
                    <a:pt x="771" y="627"/>
                  </a:lnTo>
                  <a:lnTo>
                    <a:pt x="771" y="627"/>
                  </a:lnTo>
                  <a:lnTo>
                    <a:pt x="769" y="627"/>
                  </a:lnTo>
                  <a:lnTo>
                    <a:pt x="769" y="627"/>
                  </a:lnTo>
                  <a:lnTo>
                    <a:pt x="769" y="625"/>
                  </a:lnTo>
                  <a:lnTo>
                    <a:pt x="767" y="627"/>
                  </a:lnTo>
                  <a:lnTo>
                    <a:pt x="767" y="627"/>
                  </a:lnTo>
                  <a:lnTo>
                    <a:pt x="769" y="627"/>
                  </a:lnTo>
                  <a:lnTo>
                    <a:pt x="769" y="629"/>
                  </a:lnTo>
                  <a:lnTo>
                    <a:pt x="767" y="629"/>
                  </a:lnTo>
                  <a:lnTo>
                    <a:pt x="765" y="629"/>
                  </a:lnTo>
                  <a:lnTo>
                    <a:pt x="765" y="629"/>
                  </a:lnTo>
                  <a:lnTo>
                    <a:pt x="765" y="629"/>
                  </a:lnTo>
                  <a:lnTo>
                    <a:pt x="765" y="631"/>
                  </a:lnTo>
                  <a:lnTo>
                    <a:pt x="789" y="656"/>
                  </a:lnTo>
                  <a:lnTo>
                    <a:pt x="796" y="666"/>
                  </a:lnTo>
                  <a:lnTo>
                    <a:pt x="798" y="666"/>
                  </a:lnTo>
                  <a:lnTo>
                    <a:pt x="798" y="666"/>
                  </a:lnTo>
                  <a:lnTo>
                    <a:pt x="798" y="666"/>
                  </a:lnTo>
                  <a:lnTo>
                    <a:pt x="796" y="668"/>
                  </a:lnTo>
                  <a:lnTo>
                    <a:pt x="796" y="668"/>
                  </a:lnTo>
                  <a:lnTo>
                    <a:pt x="796" y="668"/>
                  </a:lnTo>
                  <a:lnTo>
                    <a:pt x="796" y="668"/>
                  </a:lnTo>
                  <a:lnTo>
                    <a:pt x="798" y="670"/>
                  </a:lnTo>
                  <a:lnTo>
                    <a:pt x="798" y="670"/>
                  </a:lnTo>
                  <a:lnTo>
                    <a:pt x="798" y="670"/>
                  </a:lnTo>
                  <a:lnTo>
                    <a:pt x="800" y="670"/>
                  </a:lnTo>
                  <a:lnTo>
                    <a:pt x="800" y="670"/>
                  </a:lnTo>
                  <a:lnTo>
                    <a:pt x="800" y="670"/>
                  </a:lnTo>
                  <a:lnTo>
                    <a:pt x="802" y="672"/>
                  </a:lnTo>
                  <a:lnTo>
                    <a:pt x="802" y="672"/>
                  </a:lnTo>
                  <a:lnTo>
                    <a:pt x="802" y="674"/>
                  </a:lnTo>
                  <a:lnTo>
                    <a:pt x="802" y="674"/>
                  </a:lnTo>
                  <a:lnTo>
                    <a:pt x="802" y="678"/>
                  </a:lnTo>
                  <a:lnTo>
                    <a:pt x="802" y="678"/>
                  </a:lnTo>
                  <a:lnTo>
                    <a:pt x="802" y="678"/>
                  </a:lnTo>
                  <a:lnTo>
                    <a:pt x="802" y="680"/>
                  </a:lnTo>
                  <a:lnTo>
                    <a:pt x="802" y="680"/>
                  </a:lnTo>
                  <a:lnTo>
                    <a:pt x="804" y="682"/>
                  </a:lnTo>
                  <a:lnTo>
                    <a:pt x="804" y="682"/>
                  </a:lnTo>
                  <a:lnTo>
                    <a:pt x="806" y="684"/>
                  </a:lnTo>
                  <a:lnTo>
                    <a:pt x="806" y="686"/>
                  </a:lnTo>
                  <a:lnTo>
                    <a:pt x="806" y="686"/>
                  </a:lnTo>
                  <a:lnTo>
                    <a:pt x="806" y="686"/>
                  </a:lnTo>
                  <a:lnTo>
                    <a:pt x="806" y="688"/>
                  </a:lnTo>
                  <a:lnTo>
                    <a:pt x="804" y="688"/>
                  </a:lnTo>
                  <a:lnTo>
                    <a:pt x="804" y="688"/>
                  </a:lnTo>
                  <a:lnTo>
                    <a:pt x="802" y="690"/>
                  </a:lnTo>
                  <a:lnTo>
                    <a:pt x="802" y="690"/>
                  </a:lnTo>
                  <a:lnTo>
                    <a:pt x="802" y="690"/>
                  </a:lnTo>
                  <a:lnTo>
                    <a:pt x="800" y="690"/>
                  </a:lnTo>
                  <a:lnTo>
                    <a:pt x="798" y="692"/>
                  </a:lnTo>
                  <a:lnTo>
                    <a:pt x="798" y="692"/>
                  </a:lnTo>
                  <a:lnTo>
                    <a:pt x="798" y="692"/>
                  </a:lnTo>
                  <a:lnTo>
                    <a:pt x="798" y="692"/>
                  </a:lnTo>
                  <a:lnTo>
                    <a:pt x="796" y="694"/>
                  </a:lnTo>
                  <a:lnTo>
                    <a:pt x="796" y="696"/>
                  </a:lnTo>
                  <a:lnTo>
                    <a:pt x="796" y="696"/>
                  </a:lnTo>
                  <a:lnTo>
                    <a:pt x="796" y="696"/>
                  </a:lnTo>
                  <a:lnTo>
                    <a:pt x="796" y="698"/>
                  </a:lnTo>
                  <a:lnTo>
                    <a:pt x="796" y="698"/>
                  </a:lnTo>
                  <a:lnTo>
                    <a:pt x="796" y="698"/>
                  </a:lnTo>
                  <a:lnTo>
                    <a:pt x="796" y="701"/>
                  </a:lnTo>
                  <a:lnTo>
                    <a:pt x="796" y="701"/>
                  </a:lnTo>
                  <a:lnTo>
                    <a:pt x="796" y="703"/>
                  </a:lnTo>
                  <a:lnTo>
                    <a:pt x="796" y="705"/>
                  </a:lnTo>
                  <a:lnTo>
                    <a:pt x="796" y="707"/>
                  </a:lnTo>
                  <a:lnTo>
                    <a:pt x="796" y="707"/>
                  </a:lnTo>
                  <a:lnTo>
                    <a:pt x="798" y="709"/>
                  </a:lnTo>
                  <a:lnTo>
                    <a:pt x="798" y="709"/>
                  </a:lnTo>
                  <a:lnTo>
                    <a:pt x="798" y="709"/>
                  </a:lnTo>
                  <a:lnTo>
                    <a:pt x="802" y="711"/>
                  </a:lnTo>
                  <a:lnTo>
                    <a:pt x="802" y="713"/>
                  </a:lnTo>
                  <a:lnTo>
                    <a:pt x="802" y="713"/>
                  </a:lnTo>
                  <a:lnTo>
                    <a:pt x="804" y="713"/>
                  </a:lnTo>
                  <a:lnTo>
                    <a:pt x="806" y="717"/>
                  </a:lnTo>
                  <a:lnTo>
                    <a:pt x="806" y="719"/>
                  </a:lnTo>
                  <a:lnTo>
                    <a:pt x="808" y="723"/>
                  </a:lnTo>
                  <a:lnTo>
                    <a:pt x="808" y="725"/>
                  </a:lnTo>
                  <a:lnTo>
                    <a:pt x="808" y="725"/>
                  </a:lnTo>
                  <a:lnTo>
                    <a:pt x="812" y="731"/>
                  </a:lnTo>
                  <a:lnTo>
                    <a:pt x="812" y="731"/>
                  </a:lnTo>
                  <a:lnTo>
                    <a:pt x="812" y="733"/>
                  </a:lnTo>
                  <a:lnTo>
                    <a:pt x="812" y="733"/>
                  </a:lnTo>
                  <a:lnTo>
                    <a:pt x="812" y="733"/>
                  </a:lnTo>
                  <a:lnTo>
                    <a:pt x="812" y="735"/>
                  </a:lnTo>
                  <a:lnTo>
                    <a:pt x="810" y="735"/>
                  </a:lnTo>
                  <a:lnTo>
                    <a:pt x="806" y="737"/>
                  </a:lnTo>
                  <a:lnTo>
                    <a:pt x="806" y="737"/>
                  </a:lnTo>
                  <a:lnTo>
                    <a:pt x="806" y="737"/>
                  </a:lnTo>
                  <a:lnTo>
                    <a:pt x="806" y="737"/>
                  </a:lnTo>
                  <a:lnTo>
                    <a:pt x="806" y="739"/>
                  </a:lnTo>
                  <a:lnTo>
                    <a:pt x="804" y="739"/>
                  </a:lnTo>
                  <a:lnTo>
                    <a:pt x="804" y="739"/>
                  </a:lnTo>
                  <a:lnTo>
                    <a:pt x="804" y="739"/>
                  </a:lnTo>
                  <a:lnTo>
                    <a:pt x="802" y="741"/>
                  </a:lnTo>
                  <a:lnTo>
                    <a:pt x="802" y="743"/>
                  </a:lnTo>
                  <a:lnTo>
                    <a:pt x="802" y="743"/>
                  </a:lnTo>
                  <a:lnTo>
                    <a:pt x="802" y="743"/>
                  </a:lnTo>
                  <a:lnTo>
                    <a:pt x="804" y="749"/>
                  </a:lnTo>
                  <a:lnTo>
                    <a:pt x="804" y="749"/>
                  </a:lnTo>
                  <a:lnTo>
                    <a:pt x="806" y="751"/>
                  </a:lnTo>
                  <a:lnTo>
                    <a:pt x="810" y="758"/>
                  </a:lnTo>
                  <a:lnTo>
                    <a:pt x="810" y="758"/>
                  </a:lnTo>
                  <a:lnTo>
                    <a:pt x="810" y="758"/>
                  </a:lnTo>
                  <a:lnTo>
                    <a:pt x="810" y="760"/>
                  </a:lnTo>
                  <a:lnTo>
                    <a:pt x="810" y="760"/>
                  </a:lnTo>
                  <a:lnTo>
                    <a:pt x="810" y="762"/>
                  </a:lnTo>
                  <a:lnTo>
                    <a:pt x="810" y="762"/>
                  </a:lnTo>
                  <a:lnTo>
                    <a:pt x="810" y="762"/>
                  </a:lnTo>
                  <a:lnTo>
                    <a:pt x="810" y="764"/>
                  </a:lnTo>
                  <a:lnTo>
                    <a:pt x="810" y="764"/>
                  </a:lnTo>
                  <a:lnTo>
                    <a:pt x="810" y="764"/>
                  </a:lnTo>
                  <a:lnTo>
                    <a:pt x="810" y="764"/>
                  </a:lnTo>
                  <a:lnTo>
                    <a:pt x="810" y="766"/>
                  </a:lnTo>
                  <a:lnTo>
                    <a:pt x="812" y="770"/>
                  </a:lnTo>
                  <a:lnTo>
                    <a:pt x="812" y="770"/>
                  </a:lnTo>
                  <a:lnTo>
                    <a:pt x="812" y="770"/>
                  </a:lnTo>
                  <a:lnTo>
                    <a:pt x="814" y="768"/>
                  </a:lnTo>
                  <a:lnTo>
                    <a:pt x="818" y="768"/>
                  </a:lnTo>
                  <a:lnTo>
                    <a:pt x="826" y="768"/>
                  </a:lnTo>
                  <a:lnTo>
                    <a:pt x="828" y="768"/>
                  </a:lnTo>
                  <a:lnTo>
                    <a:pt x="830" y="770"/>
                  </a:lnTo>
                  <a:lnTo>
                    <a:pt x="830" y="770"/>
                  </a:lnTo>
                  <a:lnTo>
                    <a:pt x="830" y="770"/>
                  </a:lnTo>
                  <a:lnTo>
                    <a:pt x="830" y="772"/>
                  </a:lnTo>
                  <a:lnTo>
                    <a:pt x="830" y="772"/>
                  </a:lnTo>
                  <a:lnTo>
                    <a:pt x="832" y="776"/>
                  </a:lnTo>
                  <a:lnTo>
                    <a:pt x="834" y="776"/>
                  </a:lnTo>
                  <a:lnTo>
                    <a:pt x="834" y="778"/>
                  </a:lnTo>
                  <a:lnTo>
                    <a:pt x="834" y="778"/>
                  </a:lnTo>
                  <a:lnTo>
                    <a:pt x="836" y="778"/>
                  </a:lnTo>
                  <a:lnTo>
                    <a:pt x="836" y="778"/>
                  </a:lnTo>
                  <a:lnTo>
                    <a:pt x="839" y="780"/>
                  </a:lnTo>
                  <a:lnTo>
                    <a:pt x="839" y="780"/>
                  </a:lnTo>
                  <a:lnTo>
                    <a:pt x="839" y="780"/>
                  </a:lnTo>
                  <a:lnTo>
                    <a:pt x="839" y="780"/>
                  </a:lnTo>
                  <a:lnTo>
                    <a:pt x="839" y="782"/>
                  </a:lnTo>
                  <a:lnTo>
                    <a:pt x="839" y="782"/>
                  </a:lnTo>
                  <a:lnTo>
                    <a:pt x="839" y="784"/>
                  </a:lnTo>
                  <a:lnTo>
                    <a:pt x="839" y="784"/>
                  </a:lnTo>
                  <a:lnTo>
                    <a:pt x="839" y="786"/>
                  </a:lnTo>
                  <a:lnTo>
                    <a:pt x="838" y="786"/>
                  </a:lnTo>
                  <a:lnTo>
                    <a:pt x="838" y="786"/>
                  </a:lnTo>
                  <a:lnTo>
                    <a:pt x="838" y="786"/>
                  </a:lnTo>
                  <a:lnTo>
                    <a:pt x="836" y="788"/>
                  </a:lnTo>
                  <a:lnTo>
                    <a:pt x="836" y="788"/>
                  </a:lnTo>
                  <a:lnTo>
                    <a:pt x="834" y="788"/>
                  </a:lnTo>
                  <a:lnTo>
                    <a:pt x="834" y="788"/>
                  </a:lnTo>
                  <a:lnTo>
                    <a:pt x="836" y="788"/>
                  </a:lnTo>
                  <a:lnTo>
                    <a:pt x="843" y="792"/>
                  </a:lnTo>
                  <a:lnTo>
                    <a:pt x="843" y="792"/>
                  </a:lnTo>
                  <a:lnTo>
                    <a:pt x="843" y="794"/>
                  </a:lnTo>
                  <a:lnTo>
                    <a:pt x="845" y="796"/>
                  </a:lnTo>
                  <a:lnTo>
                    <a:pt x="845" y="796"/>
                  </a:lnTo>
                  <a:lnTo>
                    <a:pt x="845" y="796"/>
                  </a:lnTo>
                  <a:lnTo>
                    <a:pt x="845" y="798"/>
                  </a:lnTo>
                  <a:lnTo>
                    <a:pt x="847" y="800"/>
                  </a:lnTo>
                  <a:lnTo>
                    <a:pt x="847" y="802"/>
                  </a:lnTo>
                  <a:lnTo>
                    <a:pt x="847" y="804"/>
                  </a:lnTo>
                  <a:lnTo>
                    <a:pt x="847" y="804"/>
                  </a:lnTo>
                  <a:lnTo>
                    <a:pt x="847" y="805"/>
                  </a:lnTo>
                  <a:lnTo>
                    <a:pt x="845" y="805"/>
                  </a:lnTo>
                  <a:lnTo>
                    <a:pt x="845" y="805"/>
                  </a:lnTo>
                  <a:lnTo>
                    <a:pt x="845" y="807"/>
                  </a:lnTo>
                  <a:lnTo>
                    <a:pt x="845" y="807"/>
                  </a:lnTo>
                  <a:lnTo>
                    <a:pt x="845" y="809"/>
                  </a:lnTo>
                  <a:lnTo>
                    <a:pt x="845" y="809"/>
                  </a:lnTo>
                  <a:lnTo>
                    <a:pt x="847" y="809"/>
                  </a:lnTo>
                  <a:lnTo>
                    <a:pt x="847" y="809"/>
                  </a:lnTo>
                  <a:lnTo>
                    <a:pt x="847" y="811"/>
                  </a:lnTo>
                  <a:lnTo>
                    <a:pt x="847" y="811"/>
                  </a:lnTo>
                  <a:lnTo>
                    <a:pt x="847" y="813"/>
                  </a:lnTo>
                  <a:lnTo>
                    <a:pt x="847" y="813"/>
                  </a:lnTo>
                  <a:lnTo>
                    <a:pt x="847" y="815"/>
                  </a:lnTo>
                  <a:lnTo>
                    <a:pt x="847" y="815"/>
                  </a:lnTo>
                  <a:lnTo>
                    <a:pt x="847" y="815"/>
                  </a:lnTo>
                  <a:lnTo>
                    <a:pt x="847" y="817"/>
                  </a:lnTo>
                  <a:lnTo>
                    <a:pt x="847" y="819"/>
                  </a:lnTo>
                  <a:lnTo>
                    <a:pt x="847" y="819"/>
                  </a:lnTo>
                  <a:lnTo>
                    <a:pt x="847" y="819"/>
                  </a:lnTo>
                  <a:lnTo>
                    <a:pt x="847" y="821"/>
                  </a:lnTo>
                  <a:lnTo>
                    <a:pt x="845" y="823"/>
                  </a:lnTo>
                  <a:lnTo>
                    <a:pt x="845" y="823"/>
                  </a:lnTo>
                  <a:lnTo>
                    <a:pt x="845" y="823"/>
                  </a:lnTo>
                  <a:lnTo>
                    <a:pt x="845" y="823"/>
                  </a:lnTo>
                  <a:lnTo>
                    <a:pt x="841" y="825"/>
                  </a:lnTo>
                  <a:lnTo>
                    <a:pt x="841" y="825"/>
                  </a:lnTo>
                  <a:lnTo>
                    <a:pt x="841" y="825"/>
                  </a:lnTo>
                  <a:lnTo>
                    <a:pt x="841" y="825"/>
                  </a:lnTo>
                  <a:lnTo>
                    <a:pt x="839" y="827"/>
                  </a:lnTo>
                  <a:lnTo>
                    <a:pt x="839" y="829"/>
                  </a:lnTo>
                  <a:lnTo>
                    <a:pt x="838" y="831"/>
                  </a:lnTo>
                  <a:lnTo>
                    <a:pt x="838" y="833"/>
                  </a:lnTo>
                  <a:lnTo>
                    <a:pt x="838" y="833"/>
                  </a:lnTo>
                  <a:lnTo>
                    <a:pt x="838" y="835"/>
                  </a:lnTo>
                  <a:lnTo>
                    <a:pt x="838" y="835"/>
                  </a:lnTo>
                  <a:lnTo>
                    <a:pt x="838" y="835"/>
                  </a:lnTo>
                  <a:lnTo>
                    <a:pt x="838" y="837"/>
                  </a:lnTo>
                  <a:lnTo>
                    <a:pt x="838" y="839"/>
                  </a:lnTo>
                  <a:lnTo>
                    <a:pt x="839" y="839"/>
                  </a:lnTo>
                  <a:lnTo>
                    <a:pt x="839" y="839"/>
                  </a:lnTo>
                  <a:lnTo>
                    <a:pt x="839" y="839"/>
                  </a:lnTo>
                  <a:lnTo>
                    <a:pt x="839" y="839"/>
                  </a:lnTo>
                  <a:lnTo>
                    <a:pt x="839" y="841"/>
                  </a:lnTo>
                  <a:lnTo>
                    <a:pt x="839" y="841"/>
                  </a:lnTo>
                  <a:lnTo>
                    <a:pt x="839" y="841"/>
                  </a:lnTo>
                  <a:lnTo>
                    <a:pt x="839" y="843"/>
                  </a:lnTo>
                  <a:lnTo>
                    <a:pt x="839" y="843"/>
                  </a:lnTo>
                  <a:lnTo>
                    <a:pt x="839" y="845"/>
                  </a:lnTo>
                  <a:lnTo>
                    <a:pt x="838" y="845"/>
                  </a:lnTo>
                  <a:lnTo>
                    <a:pt x="836" y="847"/>
                  </a:lnTo>
                  <a:lnTo>
                    <a:pt x="836" y="847"/>
                  </a:lnTo>
                  <a:lnTo>
                    <a:pt x="836" y="847"/>
                  </a:lnTo>
                  <a:lnTo>
                    <a:pt x="836" y="847"/>
                  </a:lnTo>
                  <a:lnTo>
                    <a:pt x="836" y="849"/>
                  </a:lnTo>
                  <a:lnTo>
                    <a:pt x="836" y="849"/>
                  </a:lnTo>
                  <a:lnTo>
                    <a:pt x="836" y="849"/>
                  </a:lnTo>
                  <a:lnTo>
                    <a:pt x="836" y="851"/>
                  </a:lnTo>
                  <a:lnTo>
                    <a:pt x="836" y="851"/>
                  </a:lnTo>
                  <a:lnTo>
                    <a:pt x="836" y="851"/>
                  </a:lnTo>
                  <a:lnTo>
                    <a:pt x="836" y="851"/>
                  </a:lnTo>
                  <a:lnTo>
                    <a:pt x="841" y="853"/>
                  </a:lnTo>
                  <a:lnTo>
                    <a:pt x="855" y="849"/>
                  </a:lnTo>
                  <a:lnTo>
                    <a:pt x="859" y="851"/>
                  </a:lnTo>
                  <a:lnTo>
                    <a:pt x="861" y="851"/>
                  </a:lnTo>
                  <a:lnTo>
                    <a:pt x="861" y="851"/>
                  </a:lnTo>
                  <a:lnTo>
                    <a:pt x="861" y="851"/>
                  </a:lnTo>
                  <a:lnTo>
                    <a:pt x="861" y="853"/>
                  </a:lnTo>
                  <a:lnTo>
                    <a:pt x="861" y="853"/>
                  </a:lnTo>
                  <a:lnTo>
                    <a:pt x="861" y="853"/>
                  </a:lnTo>
                  <a:lnTo>
                    <a:pt x="861" y="855"/>
                  </a:lnTo>
                  <a:lnTo>
                    <a:pt x="861" y="855"/>
                  </a:lnTo>
                  <a:lnTo>
                    <a:pt x="861" y="857"/>
                  </a:lnTo>
                  <a:lnTo>
                    <a:pt x="859" y="857"/>
                  </a:lnTo>
                  <a:lnTo>
                    <a:pt x="859" y="857"/>
                  </a:lnTo>
                  <a:lnTo>
                    <a:pt x="859" y="857"/>
                  </a:lnTo>
                  <a:lnTo>
                    <a:pt x="859" y="859"/>
                  </a:lnTo>
                  <a:lnTo>
                    <a:pt x="859" y="859"/>
                  </a:lnTo>
                  <a:lnTo>
                    <a:pt x="859" y="859"/>
                  </a:lnTo>
                  <a:lnTo>
                    <a:pt x="861" y="860"/>
                  </a:lnTo>
                  <a:lnTo>
                    <a:pt x="861" y="860"/>
                  </a:lnTo>
                  <a:lnTo>
                    <a:pt x="863" y="860"/>
                  </a:lnTo>
                  <a:lnTo>
                    <a:pt x="863" y="860"/>
                  </a:lnTo>
                  <a:lnTo>
                    <a:pt x="865" y="860"/>
                  </a:lnTo>
                  <a:lnTo>
                    <a:pt x="865" y="860"/>
                  </a:lnTo>
                  <a:lnTo>
                    <a:pt x="867" y="860"/>
                  </a:lnTo>
                  <a:lnTo>
                    <a:pt x="867" y="862"/>
                  </a:lnTo>
                  <a:lnTo>
                    <a:pt x="867" y="864"/>
                  </a:lnTo>
                  <a:lnTo>
                    <a:pt x="867" y="864"/>
                  </a:lnTo>
                  <a:lnTo>
                    <a:pt x="867" y="864"/>
                  </a:lnTo>
                  <a:lnTo>
                    <a:pt x="867" y="866"/>
                  </a:lnTo>
                  <a:lnTo>
                    <a:pt x="867" y="866"/>
                  </a:lnTo>
                  <a:lnTo>
                    <a:pt x="867" y="866"/>
                  </a:lnTo>
                  <a:lnTo>
                    <a:pt x="869" y="866"/>
                  </a:lnTo>
                  <a:lnTo>
                    <a:pt x="869" y="866"/>
                  </a:lnTo>
                  <a:lnTo>
                    <a:pt x="875" y="862"/>
                  </a:lnTo>
                  <a:lnTo>
                    <a:pt x="879" y="862"/>
                  </a:lnTo>
                  <a:lnTo>
                    <a:pt x="879" y="862"/>
                  </a:lnTo>
                  <a:lnTo>
                    <a:pt x="881" y="860"/>
                  </a:lnTo>
                  <a:lnTo>
                    <a:pt x="883" y="860"/>
                  </a:lnTo>
                  <a:lnTo>
                    <a:pt x="883" y="860"/>
                  </a:lnTo>
                  <a:lnTo>
                    <a:pt x="885" y="859"/>
                  </a:lnTo>
                  <a:lnTo>
                    <a:pt x="887" y="860"/>
                  </a:lnTo>
                  <a:lnTo>
                    <a:pt x="894" y="864"/>
                  </a:lnTo>
                  <a:lnTo>
                    <a:pt x="894" y="864"/>
                  </a:lnTo>
                  <a:lnTo>
                    <a:pt x="894" y="864"/>
                  </a:lnTo>
                  <a:lnTo>
                    <a:pt x="894" y="864"/>
                  </a:lnTo>
                  <a:lnTo>
                    <a:pt x="894" y="866"/>
                  </a:lnTo>
                  <a:lnTo>
                    <a:pt x="894" y="866"/>
                  </a:lnTo>
                  <a:lnTo>
                    <a:pt x="894" y="866"/>
                  </a:lnTo>
                  <a:lnTo>
                    <a:pt x="894" y="868"/>
                  </a:lnTo>
                  <a:lnTo>
                    <a:pt x="894" y="870"/>
                  </a:lnTo>
                  <a:lnTo>
                    <a:pt x="892" y="876"/>
                  </a:lnTo>
                  <a:lnTo>
                    <a:pt x="892" y="876"/>
                  </a:lnTo>
                  <a:lnTo>
                    <a:pt x="892" y="876"/>
                  </a:lnTo>
                  <a:lnTo>
                    <a:pt x="892" y="876"/>
                  </a:lnTo>
                  <a:lnTo>
                    <a:pt x="894" y="878"/>
                  </a:lnTo>
                  <a:lnTo>
                    <a:pt x="894" y="878"/>
                  </a:lnTo>
                  <a:lnTo>
                    <a:pt x="896" y="880"/>
                  </a:lnTo>
                  <a:lnTo>
                    <a:pt x="896" y="880"/>
                  </a:lnTo>
                  <a:lnTo>
                    <a:pt x="896" y="882"/>
                  </a:lnTo>
                  <a:lnTo>
                    <a:pt x="896" y="882"/>
                  </a:lnTo>
                  <a:lnTo>
                    <a:pt x="896" y="882"/>
                  </a:lnTo>
                  <a:lnTo>
                    <a:pt x="896" y="884"/>
                  </a:lnTo>
                  <a:lnTo>
                    <a:pt x="894" y="888"/>
                  </a:lnTo>
                  <a:lnTo>
                    <a:pt x="894" y="888"/>
                  </a:lnTo>
                  <a:lnTo>
                    <a:pt x="894" y="890"/>
                  </a:lnTo>
                  <a:lnTo>
                    <a:pt x="894" y="890"/>
                  </a:lnTo>
                  <a:lnTo>
                    <a:pt x="894" y="890"/>
                  </a:lnTo>
                  <a:lnTo>
                    <a:pt x="894" y="892"/>
                  </a:lnTo>
                  <a:lnTo>
                    <a:pt x="894" y="894"/>
                  </a:lnTo>
                  <a:lnTo>
                    <a:pt x="894" y="894"/>
                  </a:lnTo>
                  <a:lnTo>
                    <a:pt x="894" y="894"/>
                  </a:lnTo>
                  <a:lnTo>
                    <a:pt x="896" y="898"/>
                  </a:lnTo>
                  <a:lnTo>
                    <a:pt x="896" y="898"/>
                  </a:lnTo>
                  <a:lnTo>
                    <a:pt x="896" y="898"/>
                  </a:lnTo>
                  <a:lnTo>
                    <a:pt x="896" y="898"/>
                  </a:lnTo>
                  <a:lnTo>
                    <a:pt x="896" y="902"/>
                  </a:lnTo>
                  <a:lnTo>
                    <a:pt x="896" y="902"/>
                  </a:lnTo>
                  <a:lnTo>
                    <a:pt x="896" y="902"/>
                  </a:lnTo>
                  <a:lnTo>
                    <a:pt x="896" y="904"/>
                  </a:lnTo>
                  <a:lnTo>
                    <a:pt x="896" y="904"/>
                  </a:lnTo>
                  <a:lnTo>
                    <a:pt x="898" y="904"/>
                  </a:lnTo>
                  <a:lnTo>
                    <a:pt x="898" y="904"/>
                  </a:lnTo>
                  <a:lnTo>
                    <a:pt x="898" y="904"/>
                  </a:lnTo>
                  <a:lnTo>
                    <a:pt x="898" y="906"/>
                  </a:lnTo>
                  <a:lnTo>
                    <a:pt x="898" y="906"/>
                  </a:lnTo>
                  <a:lnTo>
                    <a:pt x="898" y="906"/>
                  </a:lnTo>
                  <a:lnTo>
                    <a:pt x="900" y="908"/>
                  </a:lnTo>
                  <a:lnTo>
                    <a:pt x="900" y="908"/>
                  </a:lnTo>
                  <a:lnTo>
                    <a:pt x="900" y="910"/>
                  </a:lnTo>
                  <a:lnTo>
                    <a:pt x="900" y="910"/>
                  </a:lnTo>
                  <a:lnTo>
                    <a:pt x="900" y="910"/>
                  </a:lnTo>
                  <a:lnTo>
                    <a:pt x="900" y="910"/>
                  </a:lnTo>
                  <a:lnTo>
                    <a:pt x="900" y="912"/>
                  </a:lnTo>
                  <a:lnTo>
                    <a:pt x="900" y="912"/>
                  </a:lnTo>
                  <a:lnTo>
                    <a:pt x="900" y="912"/>
                  </a:lnTo>
                  <a:lnTo>
                    <a:pt x="900" y="913"/>
                  </a:lnTo>
                  <a:lnTo>
                    <a:pt x="900" y="913"/>
                  </a:lnTo>
                  <a:lnTo>
                    <a:pt x="898" y="917"/>
                  </a:lnTo>
                  <a:lnTo>
                    <a:pt x="898" y="917"/>
                  </a:lnTo>
                  <a:lnTo>
                    <a:pt x="898" y="917"/>
                  </a:lnTo>
                  <a:lnTo>
                    <a:pt x="898" y="919"/>
                  </a:lnTo>
                  <a:lnTo>
                    <a:pt x="898" y="919"/>
                  </a:lnTo>
                  <a:lnTo>
                    <a:pt x="898" y="919"/>
                  </a:lnTo>
                  <a:lnTo>
                    <a:pt x="896" y="921"/>
                  </a:lnTo>
                  <a:lnTo>
                    <a:pt x="896" y="923"/>
                  </a:lnTo>
                  <a:lnTo>
                    <a:pt x="896" y="923"/>
                  </a:lnTo>
                  <a:lnTo>
                    <a:pt x="896" y="923"/>
                  </a:lnTo>
                  <a:lnTo>
                    <a:pt x="896" y="923"/>
                  </a:lnTo>
                  <a:lnTo>
                    <a:pt x="896" y="925"/>
                  </a:lnTo>
                  <a:lnTo>
                    <a:pt x="896" y="925"/>
                  </a:lnTo>
                  <a:lnTo>
                    <a:pt x="898" y="925"/>
                  </a:lnTo>
                  <a:lnTo>
                    <a:pt x="898" y="925"/>
                  </a:lnTo>
                  <a:lnTo>
                    <a:pt x="898" y="925"/>
                  </a:lnTo>
                  <a:lnTo>
                    <a:pt x="898" y="927"/>
                  </a:lnTo>
                  <a:lnTo>
                    <a:pt x="898" y="927"/>
                  </a:lnTo>
                  <a:lnTo>
                    <a:pt x="896" y="929"/>
                  </a:lnTo>
                  <a:lnTo>
                    <a:pt x="896" y="929"/>
                  </a:lnTo>
                  <a:lnTo>
                    <a:pt x="896" y="929"/>
                  </a:lnTo>
                  <a:lnTo>
                    <a:pt x="887" y="935"/>
                  </a:lnTo>
                  <a:lnTo>
                    <a:pt x="885" y="935"/>
                  </a:lnTo>
                  <a:lnTo>
                    <a:pt x="883" y="937"/>
                  </a:lnTo>
                  <a:lnTo>
                    <a:pt x="881" y="939"/>
                  </a:lnTo>
                  <a:lnTo>
                    <a:pt x="881" y="939"/>
                  </a:lnTo>
                  <a:lnTo>
                    <a:pt x="881" y="939"/>
                  </a:lnTo>
                  <a:lnTo>
                    <a:pt x="879" y="941"/>
                  </a:lnTo>
                  <a:lnTo>
                    <a:pt x="879" y="943"/>
                  </a:lnTo>
                  <a:lnTo>
                    <a:pt x="879" y="943"/>
                  </a:lnTo>
                  <a:lnTo>
                    <a:pt x="877" y="945"/>
                  </a:lnTo>
                  <a:lnTo>
                    <a:pt x="877" y="945"/>
                  </a:lnTo>
                  <a:lnTo>
                    <a:pt x="875" y="947"/>
                  </a:lnTo>
                  <a:lnTo>
                    <a:pt x="875" y="947"/>
                  </a:lnTo>
                  <a:lnTo>
                    <a:pt x="873" y="951"/>
                  </a:lnTo>
                  <a:lnTo>
                    <a:pt x="873" y="951"/>
                  </a:lnTo>
                  <a:lnTo>
                    <a:pt x="873" y="953"/>
                  </a:lnTo>
                  <a:lnTo>
                    <a:pt x="873" y="953"/>
                  </a:lnTo>
                  <a:lnTo>
                    <a:pt x="873" y="953"/>
                  </a:lnTo>
                  <a:lnTo>
                    <a:pt x="873" y="955"/>
                  </a:lnTo>
                  <a:lnTo>
                    <a:pt x="873" y="957"/>
                  </a:lnTo>
                  <a:lnTo>
                    <a:pt x="873" y="957"/>
                  </a:lnTo>
                  <a:lnTo>
                    <a:pt x="873" y="957"/>
                  </a:lnTo>
                  <a:lnTo>
                    <a:pt x="873" y="957"/>
                  </a:lnTo>
                  <a:lnTo>
                    <a:pt x="873" y="959"/>
                  </a:lnTo>
                  <a:lnTo>
                    <a:pt x="873" y="959"/>
                  </a:lnTo>
                  <a:lnTo>
                    <a:pt x="873" y="959"/>
                  </a:lnTo>
                  <a:lnTo>
                    <a:pt x="871" y="959"/>
                  </a:lnTo>
                  <a:lnTo>
                    <a:pt x="871" y="961"/>
                  </a:lnTo>
                  <a:lnTo>
                    <a:pt x="869" y="965"/>
                  </a:lnTo>
                  <a:lnTo>
                    <a:pt x="869" y="965"/>
                  </a:lnTo>
                  <a:lnTo>
                    <a:pt x="867" y="967"/>
                  </a:lnTo>
                  <a:lnTo>
                    <a:pt x="867" y="967"/>
                  </a:lnTo>
                  <a:lnTo>
                    <a:pt x="865" y="968"/>
                  </a:lnTo>
                  <a:lnTo>
                    <a:pt x="865" y="968"/>
                  </a:lnTo>
                  <a:lnTo>
                    <a:pt x="865" y="968"/>
                  </a:lnTo>
                  <a:lnTo>
                    <a:pt x="863" y="968"/>
                  </a:lnTo>
                  <a:lnTo>
                    <a:pt x="863" y="968"/>
                  </a:lnTo>
                  <a:lnTo>
                    <a:pt x="861" y="968"/>
                  </a:lnTo>
                  <a:lnTo>
                    <a:pt x="861" y="968"/>
                  </a:lnTo>
                  <a:lnTo>
                    <a:pt x="861" y="968"/>
                  </a:lnTo>
                  <a:lnTo>
                    <a:pt x="861" y="968"/>
                  </a:lnTo>
                  <a:lnTo>
                    <a:pt x="859" y="970"/>
                  </a:lnTo>
                  <a:lnTo>
                    <a:pt x="859" y="970"/>
                  </a:lnTo>
                  <a:lnTo>
                    <a:pt x="859" y="970"/>
                  </a:lnTo>
                  <a:lnTo>
                    <a:pt x="859" y="970"/>
                  </a:lnTo>
                  <a:lnTo>
                    <a:pt x="861" y="972"/>
                  </a:lnTo>
                  <a:lnTo>
                    <a:pt x="861" y="974"/>
                  </a:lnTo>
                  <a:lnTo>
                    <a:pt x="861" y="974"/>
                  </a:lnTo>
                  <a:lnTo>
                    <a:pt x="865" y="974"/>
                  </a:lnTo>
                  <a:lnTo>
                    <a:pt x="865" y="974"/>
                  </a:lnTo>
                  <a:lnTo>
                    <a:pt x="865" y="976"/>
                  </a:lnTo>
                  <a:lnTo>
                    <a:pt x="867" y="976"/>
                  </a:lnTo>
                  <a:lnTo>
                    <a:pt x="869" y="976"/>
                  </a:lnTo>
                  <a:lnTo>
                    <a:pt x="869" y="976"/>
                  </a:lnTo>
                  <a:lnTo>
                    <a:pt x="871" y="978"/>
                  </a:lnTo>
                  <a:lnTo>
                    <a:pt x="871" y="978"/>
                  </a:lnTo>
                  <a:lnTo>
                    <a:pt x="873" y="980"/>
                  </a:lnTo>
                  <a:lnTo>
                    <a:pt x="873" y="982"/>
                  </a:lnTo>
                  <a:lnTo>
                    <a:pt x="873" y="982"/>
                  </a:lnTo>
                  <a:lnTo>
                    <a:pt x="873" y="984"/>
                  </a:lnTo>
                  <a:lnTo>
                    <a:pt x="871" y="986"/>
                  </a:lnTo>
                  <a:lnTo>
                    <a:pt x="873" y="986"/>
                  </a:lnTo>
                  <a:lnTo>
                    <a:pt x="873" y="988"/>
                  </a:lnTo>
                  <a:lnTo>
                    <a:pt x="873" y="988"/>
                  </a:lnTo>
                  <a:lnTo>
                    <a:pt x="873" y="990"/>
                  </a:lnTo>
                  <a:lnTo>
                    <a:pt x="873" y="990"/>
                  </a:lnTo>
                  <a:lnTo>
                    <a:pt x="873" y="990"/>
                  </a:lnTo>
                  <a:lnTo>
                    <a:pt x="875" y="992"/>
                  </a:lnTo>
                  <a:lnTo>
                    <a:pt x="875" y="992"/>
                  </a:lnTo>
                  <a:lnTo>
                    <a:pt x="875" y="990"/>
                  </a:lnTo>
                  <a:lnTo>
                    <a:pt x="875" y="990"/>
                  </a:lnTo>
                  <a:lnTo>
                    <a:pt x="875" y="990"/>
                  </a:lnTo>
                  <a:lnTo>
                    <a:pt x="877" y="990"/>
                  </a:lnTo>
                  <a:lnTo>
                    <a:pt x="883" y="990"/>
                  </a:lnTo>
                  <a:lnTo>
                    <a:pt x="885" y="990"/>
                  </a:lnTo>
                  <a:lnTo>
                    <a:pt x="885" y="992"/>
                  </a:lnTo>
                  <a:lnTo>
                    <a:pt x="883" y="992"/>
                  </a:lnTo>
                  <a:lnTo>
                    <a:pt x="881" y="994"/>
                  </a:lnTo>
                  <a:lnTo>
                    <a:pt x="879" y="998"/>
                  </a:lnTo>
                  <a:lnTo>
                    <a:pt x="879" y="998"/>
                  </a:lnTo>
                  <a:lnTo>
                    <a:pt x="879" y="1000"/>
                  </a:lnTo>
                  <a:lnTo>
                    <a:pt x="879" y="1000"/>
                  </a:lnTo>
                  <a:lnTo>
                    <a:pt x="879" y="1002"/>
                  </a:lnTo>
                  <a:lnTo>
                    <a:pt x="879" y="1002"/>
                  </a:lnTo>
                  <a:lnTo>
                    <a:pt x="879" y="1002"/>
                  </a:lnTo>
                  <a:lnTo>
                    <a:pt x="877" y="1004"/>
                  </a:lnTo>
                  <a:lnTo>
                    <a:pt x="877" y="1004"/>
                  </a:lnTo>
                  <a:lnTo>
                    <a:pt x="877" y="1004"/>
                  </a:lnTo>
                  <a:lnTo>
                    <a:pt x="875" y="1010"/>
                  </a:lnTo>
                  <a:lnTo>
                    <a:pt x="875" y="1010"/>
                  </a:lnTo>
                  <a:lnTo>
                    <a:pt x="875" y="1010"/>
                  </a:lnTo>
                  <a:lnTo>
                    <a:pt x="875" y="1010"/>
                  </a:lnTo>
                  <a:lnTo>
                    <a:pt x="877" y="1012"/>
                  </a:lnTo>
                  <a:lnTo>
                    <a:pt x="877" y="1012"/>
                  </a:lnTo>
                  <a:lnTo>
                    <a:pt x="877" y="1014"/>
                  </a:lnTo>
                  <a:lnTo>
                    <a:pt x="877" y="1014"/>
                  </a:lnTo>
                  <a:lnTo>
                    <a:pt x="877" y="1014"/>
                  </a:lnTo>
                  <a:lnTo>
                    <a:pt x="879" y="1016"/>
                  </a:lnTo>
                  <a:lnTo>
                    <a:pt x="879" y="1016"/>
                  </a:lnTo>
                  <a:lnTo>
                    <a:pt x="879" y="1016"/>
                  </a:lnTo>
                  <a:lnTo>
                    <a:pt x="879" y="1016"/>
                  </a:lnTo>
                  <a:lnTo>
                    <a:pt x="879" y="1018"/>
                  </a:lnTo>
                  <a:lnTo>
                    <a:pt x="879" y="1018"/>
                  </a:lnTo>
                  <a:lnTo>
                    <a:pt x="879" y="1020"/>
                  </a:lnTo>
                  <a:lnTo>
                    <a:pt x="877" y="1021"/>
                  </a:lnTo>
                  <a:lnTo>
                    <a:pt x="877" y="1021"/>
                  </a:lnTo>
                  <a:lnTo>
                    <a:pt x="877" y="1023"/>
                  </a:lnTo>
                  <a:lnTo>
                    <a:pt x="877" y="1023"/>
                  </a:lnTo>
                  <a:lnTo>
                    <a:pt x="877" y="1023"/>
                  </a:lnTo>
                  <a:lnTo>
                    <a:pt x="877" y="1023"/>
                  </a:lnTo>
                  <a:lnTo>
                    <a:pt x="877" y="1025"/>
                  </a:lnTo>
                  <a:lnTo>
                    <a:pt x="877" y="1025"/>
                  </a:lnTo>
                  <a:lnTo>
                    <a:pt x="877" y="1027"/>
                  </a:lnTo>
                  <a:lnTo>
                    <a:pt x="877" y="1027"/>
                  </a:lnTo>
                  <a:lnTo>
                    <a:pt x="877" y="1027"/>
                  </a:lnTo>
                  <a:lnTo>
                    <a:pt x="875" y="1029"/>
                  </a:lnTo>
                  <a:lnTo>
                    <a:pt x="875" y="1031"/>
                  </a:lnTo>
                  <a:lnTo>
                    <a:pt x="873" y="1031"/>
                  </a:lnTo>
                  <a:lnTo>
                    <a:pt x="869" y="1033"/>
                  </a:lnTo>
                  <a:lnTo>
                    <a:pt x="869" y="1033"/>
                  </a:lnTo>
                  <a:lnTo>
                    <a:pt x="869" y="1033"/>
                  </a:lnTo>
                  <a:lnTo>
                    <a:pt x="865" y="1039"/>
                  </a:lnTo>
                  <a:lnTo>
                    <a:pt x="861" y="1043"/>
                  </a:lnTo>
                  <a:lnTo>
                    <a:pt x="861" y="1045"/>
                  </a:lnTo>
                  <a:lnTo>
                    <a:pt x="861" y="1045"/>
                  </a:lnTo>
                  <a:lnTo>
                    <a:pt x="861" y="1045"/>
                  </a:lnTo>
                  <a:lnTo>
                    <a:pt x="861" y="1045"/>
                  </a:lnTo>
                  <a:lnTo>
                    <a:pt x="861" y="1047"/>
                  </a:lnTo>
                  <a:lnTo>
                    <a:pt x="861" y="1047"/>
                  </a:lnTo>
                  <a:lnTo>
                    <a:pt x="861" y="1047"/>
                  </a:lnTo>
                  <a:lnTo>
                    <a:pt x="859" y="1049"/>
                  </a:lnTo>
                  <a:lnTo>
                    <a:pt x="859" y="1049"/>
                  </a:lnTo>
                  <a:lnTo>
                    <a:pt x="859" y="1049"/>
                  </a:lnTo>
                  <a:lnTo>
                    <a:pt x="859" y="1051"/>
                  </a:lnTo>
                  <a:lnTo>
                    <a:pt x="859" y="1051"/>
                  </a:lnTo>
                  <a:lnTo>
                    <a:pt x="859" y="1051"/>
                  </a:lnTo>
                  <a:lnTo>
                    <a:pt x="859" y="1053"/>
                  </a:lnTo>
                  <a:lnTo>
                    <a:pt x="859" y="1053"/>
                  </a:lnTo>
                  <a:lnTo>
                    <a:pt x="859" y="1053"/>
                  </a:lnTo>
                  <a:lnTo>
                    <a:pt x="857" y="1053"/>
                  </a:lnTo>
                  <a:lnTo>
                    <a:pt x="857" y="1055"/>
                  </a:lnTo>
                  <a:lnTo>
                    <a:pt x="857" y="1055"/>
                  </a:lnTo>
                  <a:lnTo>
                    <a:pt x="855" y="1057"/>
                  </a:lnTo>
                  <a:lnTo>
                    <a:pt x="855" y="1057"/>
                  </a:lnTo>
                  <a:lnTo>
                    <a:pt x="853" y="1057"/>
                  </a:lnTo>
                  <a:lnTo>
                    <a:pt x="853" y="1057"/>
                  </a:lnTo>
                  <a:lnTo>
                    <a:pt x="853" y="1057"/>
                  </a:lnTo>
                  <a:lnTo>
                    <a:pt x="851" y="1059"/>
                  </a:lnTo>
                  <a:lnTo>
                    <a:pt x="851" y="1059"/>
                  </a:lnTo>
                  <a:lnTo>
                    <a:pt x="851" y="1061"/>
                  </a:lnTo>
                  <a:lnTo>
                    <a:pt x="851" y="1061"/>
                  </a:lnTo>
                  <a:lnTo>
                    <a:pt x="851" y="1061"/>
                  </a:lnTo>
                  <a:lnTo>
                    <a:pt x="849" y="1063"/>
                  </a:lnTo>
                  <a:lnTo>
                    <a:pt x="849" y="1063"/>
                  </a:lnTo>
                  <a:lnTo>
                    <a:pt x="851" y="1063"/>
                  </a:lnTo>
                  <a:lnTo>
                    <a:pt x="851" y="1065"/>
                  </a:lnTo>
                  <a:lnTo>
                    <a:pt x="851" y="1065"/>
                  </a:lnTo>
                  <a:lnTo>
                    <a:pt x="851" y="1065"/>
                  </a:lnTo>
                  <a:lnTo>
                    <a:pt x="851" y="1065"/>
                  </a:lnTo>
                  <a:lnTo>
                    <a:pt x="851" y="1067"/>
                  </a:lnTo>
                  <a:lnTo>
                    <a:pt x="849" y="1069"/>
                  </a:lnTo>
                  <a:lnTo>
                    <a:pt x="849" y="1069"/>
                  </a:lnTo>
                  <a:lnTo>
                    <a:pt x="847" y="1071"/>
                  </a:lnTo>
                  <a:lnTo>
                    <a:pt x="845" y="1073"/>
                  </a:lnTo>
                  <a:lnTo>
                    <a:pt x="843" y="1073"/>
                  </a:lnTo>
                  <a:lnTo>
                    <a:pt x="832" y="1090"/>
                  </a:lnTo>
                  <a:lnTo>
                    <a:pt x="832" y="1092"/>
                  </a:lnTo>
                  <a:lnTo>
                    <a:pt x="830" y="1090"/>
                  </a:lnTo>
                  <a:lnTo>
                    <a:pt x="830" y="1090"/>
                  </a:lnTo>
                  <a:lnTo>
                    <a:pt x="830" y="1088"/>
                  </a:lnTo>
                  <a:lnTo>
                    <a:pt x="830" y="1088"/>
                  </a:lnTo>
                  <a:lnTo>
                    <a:pt x="830" y="1086"/>
                  </a:lnTo>
                  <a:lnTo>
                    <a:pt x="830" y="1086"/>
                  </a:lnTo>
                  <a:lnTo>
                    <a:pt x="830" y="1086"/>
                  </a:lnTo>
                  <a:lnTo>
                    <a:pt x="830" y="1086"/>
                  </a:lnTo>
                  <a:lnTo>
                    <a:pt x="826" y="1084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6" y="1080"/>
                  </a:lnTo>
                  <a:lnTo>
                    <a:pt x="826" y="1078"/>
                  </a:lnTo>
                  <a:lnTo>
                    <a:pt x="826" y="1078"/>
                  </a:lnTo>
                  <a:lnTo>
                    <a:pt x="826" y="1078"/>
                  </a:lnTo>
                  <a:lnTo>
                    <a:pt x="824" y="1076"/>
                  </a:lnTo>
                  <a:lnTo>
                    <a:pt x="824" y="1076"/>
                  </a:lnTo>
                  <a:lnTo>
                    <a:pt x="824" y="1074"/>
                  </a:lnTo>
                  <a:lnTo>
                    <a:pt x="824" y="1074"/>
                  </a:lnTo>
                  <a:lnTo>
                    <a:pt x="824" y="1074"/>
                  </a:lnTo>
                  <a:lnTo>
                    <a:pt x="824" y="1074"/>
                  </a:lnTo>
                  <a:lnTo>
                    <a:pt x="822" y="1074"/>
                  </a:lnTo>
                  <a:lnTo>
                    <a:pt x="822" y="1074"/>
                  </a:lnTo>
                  <a:lnTo>
                    <a:pt x="818" y="1074"/>
                  </a:lnTo>
                  <a:lnTo>
                    <a:pt x="818" y="1074"/>
                  </a:lnTo>
                  <a:lnTo>
                    <a:pt x="814" y="1073"/>
                  </a:lnTo>
                  <a:lnTo>
                    <a:pt x="814" y="1071"/>
                  </a:lnTo>
                  <a:lnTo>
                    <a:pt x="814" y="1071"/>
                  </a:lnTo>
                  <a:lnTo>
                    <a:pt x="814" y="1071"/>
                  </a:lnTo>
                  <a:lnTo>
                    <a:pt x="812" y="1067"/>
                  </a:lnTo>
                  <a:lnTo>
                    <a:pt x="812" y="1067"/>
                  </a:lnTo>
                  <a:lnTo>
                    <a:pt x="812" y="1065"/>
                  </a:lnTo>
                  <a:lnTo>
                    <a:pt x="812" y="1065"/>
                  </a:lnTo>
                  <a:lnTo>
                    <a:pt x="806" y="1057"/>
                  </a:lnTo>
                  <a:lnTo>
                    <a:pt x="806" y="1057"/>
                  </a:lnTo>
                  <a:lnTo>
                    <a:pt x="806" y="1057"/>
                  </a:lnTo>
                  <a:lnTo>
                    <a:pt x="806" y="1057"/>
                  </a:lnTo>
                  <a:lnTo>
                    <a:pt x="804" y="1057"/>
                  </a:lnTo>
                  <a:lnTo>
                    <a:pt x="800" y="1061"/>
                  </a:lnTo>
                  <a:lnTo>
                    <a:pt x="798" y="1063"/>
                  </a:lnTo>
                  <a:lnTo>
                    <a:pt x="796" y="1063"/>
                  </a:lnTo>
                  <a:lnTo>
                    <a:pt x="796" y="1063"/>
                  </a:lnTo>
                  <a:lnTo>
                    <a:pt x="796" y="1061"/>
                  </a:lnTo>
                  <a:lnTo>
                    <a:pt x="796" y="1061"/>
                  </a:lnTo>
                  <a:lnTo>
                    <a:pt x="796" y="1061"/>
                  </a:lnTo>
                  <a:lnTo>
                    <a:pt x="796" y="1061"/>
                  </a:lnTo>
                  <a:lnTo>
                    <a:pt x="790" y="1063"/>
                  </a:lnTo>
                  <a:lnTo>
                    <a:pt x="787" y="1065"/>
                  </a:lnTo>
                  <a:lnTo>
                    <a:pt x="787" y="1065"/>
                  </a:lnTo>
                  <a:lnTo>
                    <a:pt x="777" y="1059"/>
                  </a:lnTo>
                  <a:lnTo>
                    <a:pt x="775" y="1059"/>
                  </a:lnTo>
                  <a:lnTo>
                    <a:pt x="775" y="1059"/>
                  </a:lnTo>
                  <a:lnTo>
                    <a:pt x="775" y="1057"/>
                  </a:lnTo>
                  <a:lnTo>
                    <a:pt x="775" y="1057"/>
                  </a:lnTo>
                  <a:lnTo>
                    <a:pt x="775" y="1057"/>
                  </a:lnTo>
                  <a:lnTo>
                    <a:pt x="777" y="1057"/>
                  </a:lnTo>
                  <a:lnTo>
                    <a:pt x="777" y="1055"/>
                  </a:lnTo>
                  <a:lnTo>
                    <a:pt x="777" y="1055"/>
                  </a:lnTo>
                  <a:lnTo>
                    <a:pt x="777" y="1055"/>
                  </a:lnTo>
                  <a:lnTo>
                    <a:pt x="777" y="1055"/>
                  </a:lnTo>
                  <a:lnTo>
                    <a:pt x="775" y="1053"/>
                  </a:lnTo>
                  <a:lnTo>
                    <a:pt x="775" y="1053"/>
                  </a:lnTo>
                  <a:lnTo>
                    <a:pt x="775" y="1053"/>
                  </a:lnTo>
                  <a:lnTo>
                    <a:pt x="767" y="1047"/>
                  </a:lnTo>
                  <a:lnTo>
                    <a:pt x="765" y="1045"/>
                  </a:lnTo>
                  <a:lnTo>
                    <a:pt x="765" y="1045"/>
                  </a:lnTo>
                  <a:lnTo>
                    <a:pt x="765" y="1043"/>
                  </a:lnTo>
                  <a:lnTo>
                    <a:pt x="767" y="1039"/>
                  </a:lnTo>
                  <a:lnTo>
                    <a:pt x="767" y="1039"/>
                  </a:lnTo>
                  <a:lnTo>
                    <a:pt x="767" y="1039"/>
                  </a:lnTo>
                  <a:lnTo>
                    <a:pt x="765" y="1039"/>
                  </a:lnTo>
                  <a:lnTo>
                    <a:pt x="765" y="1039"/>
                  </a:lnTo>
                  <a:lnTo>
                    <a:pt x="755" y="1035"/>
                  </a:lnTo>
                  <a:lnTo>
                    <a:pt x="751" y="1037"/>
                  </a:lnTo>
                  <a:lnTo>
                    <a:pt x="749" y="1035"/>
                  </a:lnTo>
                  <a:lnTo>
                    <a:pt x="747" y="1035"/>
                  </a:lnTo>
                  <a:lnTo>
                    <a:pt x="745" y="1033"/>
                  </a:lnTo>
                  <a:lnTo>
                    <a:pt x="743" y="1033"/>
                  </a:lnTo>
                  <a:lnTo>
                    <a:pt x="741" y="1031"/>
                  </a:lnTo>
                  <a:lnTo>
                    <a:pt x="741" y="1033"/>
                  </a:lnTo>
                  <a:lnTo>
                    <a:pt x="739" y="1033"/>
                  </a:lnTo>
                  <a:lnTo>
                    <a:pt x="736" y="1035"/>
                  </a:lnTo>
                  <a:lnTo>
                    <a:pt x="730" y="1041"/>
                  </a:lnTo>
                  <a:lnTo>
                    <a:pt x="728" y="1043"/>
                  </a:lnTo>
                  <a:lnTo>
                    <a:pt x="728" y="1041"/>
                  </a:lnTo>
                  <a:lnTo>
                    <a:pt x="722" y="1037"/>
                  </a:lnTo>
                  <a:lnTo>
                    <a:pt x="720" y="1037"/>
                  </a:lnTo>
                  <a:lnTo>
                    <a:pt x="720" y="1035"/>
                  </a:lnTo>
                  <a:lnTo>
                    <a:pt x="720" y="1035"/>
                  </a:lnTo>
                  <a:lnTo>
                    <a:pt x="720" y="1035"/>
                  </a:lnTo>
                  <a:lnTo>
                    <a:pt x="720" y="1035"/>
                  </a:lnTo>
                  <a:lnTo>
                    <a:pt x="720" y="1033"/>
                  </a:lnTo>
                  <a:lnTo>
                    <a:pt x="710" y="1029"/>
                  </a:lnTo>
                  <a:lnTo>
                    <a:pt x="710" y="1029"/>
                  </a:lnTo>
                  <a:lnTo>
                    <a:pt x="710" y="1027"/>
                  </a:lnTo>
                  <a:lnTo>
                    <a:pt x="710" y="1027"/>
                  </a:lnTo>
                  <a:lnTo>
                    <a:pt x="710" y="1025"/>
                  </a:lnTo>
                  <a:lnTo>
                    <a:pt x="710" y="1023"/>
                  </a:lnTo>
                  <a:lnTo>
                    <a:pt x="710" y="1023"/>
                  </a:lnTo>
                  <a:lnTo>
                    <a:pt x="708" y="1023"/>
                  </a:lnTo>
                  <a:lnTo>
                    <a:pt x="704" y="1018"/>
                  </a:lnTo>
                  <a:lnTo>
                    <a:pt x="704" y="1018"/>
                  </a:lnTo>
                  <a:lnTo>
                    <a:pt x="704" y="1016"/>
                  </a:lnTo>
                  <a:lnTo>
                    <a:pt x="702" y="1010"/>
                  </a:lnTo>
                  <a:lnTo>
                    <a:pt x="702" y="1010"/>
                  </a:lnTo>
                  <a:lnTo>
                    <a:pt x="702" y="1008"/>
                  </a:lnTo>
                  <a:lnTo>
                    <a:pt x="702" y="1006"/>
                  </a:lnTo>
                  <a:lnTo>
                    <a:pt x="702" y="1006"/>
                  </a:lnTo>
                  <a:lnTo>
                    <a:pt x="702" y="1004"/>
                  </a:lnTo>
                  <a:lnTo>
                    <a:pt x="702" y="1004"/>
                  </a:lnTo>
                  <a:lnTo>
                    <a:pt x="702" y="1004"/>
                  </a:lnTo>
                  <a:lnTo>
                    <a:pt x="700" y="1002"/>
                  </a:lnTo>
                  <a:lnTo>
                    <a:pt x="688" y="1004"/>
                  </a:lnTo>
                  <a:lnTo>
                    <a:pt x="683" y="1004"/>
                  </a:lnTo>
                  <a:lnTo>
                    <a:pt x="683" y="1004"/>
                  </a:lnTo>
                  <a:lnTo>
                    <a:pt x="681" y="1004"/>
                  </a:lnTo>
                  <a:lnTo>
                    <a:pt x="681" y="1004"/>
                  </a:lnTo>
                  <a:lnTo>
                    <a:pt x="681" y="1006"/>
                  </a:lnTo>
                  <a:lnTo>
                    <a:pt x="681" y="1006"/>
                  </a:lnTo>
                  <a:lnTo>
                    <a:pt x="681" y="1008"/>
                  </a:lnTo>
                  <a:lnTo>
                    <a:pt x="681" y="1008"/>
                  </a:lnTo>
                  <a:lnTo>
                    <a:pt x="681" y="1008"/>
                  </a:lnTo>
                  <a:lnTo>
                    <a:pt x="681" y="1008"/>
                  </a:lnTo>
                  <a:lnTo>
                    <a:pt x="681" y="1010"/>
                  </a:lnTo>
                  <a:lnTo>
                    <a:pt x="681" y="1010"/>
                  </a:lnTo>
                  <a:lnTo>
                    <a:pt x="681" y="1010"/>
                  </a:lnTo>
                  <a:lnTo>
                    <a:pt x="681" y="1010"/>
                  </a:lnTo>
                  <a:lnTo>
                    <a:pt x="681" y="1012"/>
                  </a:lnTo>
                  <a:lnTo>
                    <a:pt x="681" y="1012"/>
                  </a:lnTo>
                  <a:lnTo>
                    <a:pt x="681" y="1012"/>
                  </a:lnTo>
                  <a:lnTo>
                    <a:pt x="681" y="1012"/>
                  </a:lnTo>
                  <a:lnTo>
                    <a:pt x="679" y="1012"/>
                  </a:lnTo>
                  <a:lnTo>
                    <a:pt x="677" y="1012"/>
                  </a:lnTo>
                  <a:lnTo>
                    <a:pt x="677" y="1012"/>
                  </a:lnTo>
                  <a:lnTo>
                    <a:pt x="677" y="1014"/>
                  </a:lnTo>
                  <a:lnTo>
                    <a:pt x="675" y="1016"/>
                  </a:lnTo>
                  <a:lnTo>
                    <a:pt x="675" y="1016"/>
                  </a:lnTo>
                  <a:lnTo>
                    <a:pt x="675" y="1016"/>
                  </a:lnTo>
                  <a:lnTo>
                    <a:pt x="673" y="1018"/>
                  </a:lnTo>
                  <a:lnTo>
                    <a:pt x="671" y="1018"/>
                  </a:lnTo>
                  <a:lnTo>
                    <a:pt x="669" y="1018"/>
                  </a:lnTo>
                  <a:lnTo>
                    <a:pt x="669" y="1018"/>
                  </a:lnTo>
                  <a:lnTo>
                    <a:pt x="669" y="1018"/>
                  </a:lnTo>
                  <a:lnTo>
                    <a:pt x="669" y="1018"/>
                  </a:lnTo>
                  <a:lnTo>
                    <a:pt x="669" y="1020"/>
                  </a:lnTo>
                  <a:lnTo>
                    <a:pt x="669" y="1020"/>
                  </a:lnTo>
                  <a:lnTo>
                    <a:pt x="665" y="1021"/>
                  </a:lnTo>
                  <a:lnTo>
                    <a:pt x="663" y="1023"/>
                  </a:lnTo>
                  <a:lnTo>
                    <a:pt x="661" y="1025"/>
                  </a:lnTo>
                  <a:lnTo>
                    <a:pt x="659" y="1025"/>
                  </a:lnTo>
                  <a:lnTo>
                    <a:pt x="655" y="1025"/>
                  </a:lnTo>
                  <a:lnTo>
                    <a:pt x="653" y="1027"/>
                  </a:lnTo>
                  <a:lnTo>
                    <a:pt x="653" y="1027"/>
                  </a:lnTo>
                  <a:lnTo>
                    <a:pt x="653" y="1029"/>
                  </a:lnTo>
                  <a:lnTo>
                    <a:pt x="653" y="1029"/>
                  </a:lnTo>
                  <a:lnTo>
                    <a:pt x="653" y="1029"/>
                  </a:lnTo>
                  <a:lnTo>
                    <a:pt x="653" y="1031"/>
                  </a:lnTo>
                  <a:lnTo>
                    <a:pt x="653" y="1033"/>
                  </a:lnTo>
                  <a:lnTo>
                    <a:pt x="653" y="1033"/>
                  </a:lnTo>
                  <a:lnTo>
                    <a:pt x="653" y="1035"/>
                  </a:lnTo>
                  <a:lnTo>
                    <a:pt x="651" y="1035"/>
                  </a:lnTo>
                  <a:lnTo>
                    <a:pt x="651" y="1035"/>
                  </a:lnTo>
                  <a:lnTo>
                    <a:pt x="651" y="1035"/>
                  </a:lnTo>
                  <a:lnTo>
                    <a:pt x="651" y="1037"/>
                  </a:lnTo>
                  <a:lnTo>
                    <a:pt x="649" y="1043"/>
                  </a:lnTo>
                  <a:lnTo>
                    <a:pt x="649" y="1043"/>
                  </a:lnTo>
                  <a:lnTo>
                    <a:pt x="647" y="1043"/>
                  </a:lnTo>
                  <a:lnTo>
                    <a:pt x="608" y="1039"/>
                  </a:lnTo>
                  <a:lnTo>
                    <a:pt x="600" y="1041"/>
                  </a:lnTo>
                  <a:lnTo>
                    <a:pt x="596" y="1043"/>
                  </a:lnTo>
                  <a:lnTo>
                    <a:pt x="590" y="1041"/>
                  </a:lnTo>
                  <a:lnTo>
                    <a:pt x="581" y="1047"/>
                  </a:lnTo>
                  <a:lnTo>
                    <a:pt x="577" y="1049"/>
                  </a:lnTo>
                  <a:lnTo>
                    <a:pt x="575" y="1051"/>
                  </a:lnTo>
                  <a:lnTo>
                    <a:pt x="575" y="1051"/>
                  </a:lnTo>
                  <a:lnTo>
                    <a:pt x="575" y="1049"/>
                  </a:lnTo>
                  <a:lnTo>
                    <a:pt x="573" y="1049"/>
                  </a:lnTo>
                  <a:lnTo>
                    <a:pt x="573" y="1049"/>
                  </a:lnTo>
                  <a:lnTo>
                    <a:pt x="573" y="1047"/>
                  </a:lnTo>
                  <a:lnTo>
                    <a:pt x="573" y="1047"/>
                  </a:lnTo>
                  <a:lnTo>
                    <a:pt x="573" y="1045"/>
                  </a:lnTo>
                  <a:lnTo>
                    <a:pt x="571" y="1041"/>
                  </a:lnTo>
                  <a:lnTo>
                    <a:pt x="571" y="1041"/>
                  </a:lnTo>
                  <a:lnTo>
                    <a:pt x="571" y="1041"/>
                  </a:lnTo>
                  <a:lnTo>
                    <a:pt x="549" y="1025"/>
                  </a:lnTo>
                  <a:lnTo>
                    <a:pt x="547" y="1023"/>
                  </a:lnTo>
                  <a:lnTo>
                    <a:pt x="543" y="1018"/>
                  </a:lnTo>
                  <a:lnTo>
                    <a:pt x="543" y="1018"/>
                  </a:lnTo>
                  <a:lnTo>
                    <a:pt x="543" y="1016"/>
                  </a:lnTo>
                  <a:lnTo>
                    <a:pt x="541" y="1012"/>
                  </a:lnTo>
                  <a:lnTo>
                    <a:pt x="541" y="1010"/>
                  </a:lnTo>
                  <a:lnTo>
                    <a:pt x="541" y="1010"/>
                  </a:lnTo>
                  <a:lnTo>
                    <a:pt x="541" y="1008"/>
                  </a:lnTo>
                  <a:lnTo>
                    <a:pt x="541" y="1008"/>
                  </a:lnTo>
                  <a:lnTo>
                    <a:pt x="541" y="1008"/>
                  </a:lnTo>
                  <a:lnTo>
                    <a:pt x="541" y="1008"/>
                  </a:lnTo>
                  <a:lnTo>
                    <a:pt x="541" y="1004"/>
                  </a:lnTo>
                  <a:lnTo>
                    <a:pt x="539" y="1004"/>
                  </a:lnTo>
                  <a:lnTo>
                    <a:pt x="539" y="1004"/>
                  </a:lnTo>
                  <a:lnTo>
                    <a:pt x="539" y="1004"/>
                  </a:lnTo>
                  <a:lnTo>
                    <a:pt x="539" y="1002"/>
                  </a:lnTo>
                  <a:lnTo>
                    <a:pt x="539" y="1002"/>
                  </a:lnTo>
                  <a:lnTo>
                    <a:pt x="536" y="1000"/>
                  </a:lnTo>
                  <a:lnTo>
                    <a:pt x="534" y="1000"/>
                  </a:lnTo>
                  <a:lnTo>
                    <a:pt x="532" y="1000"/>
                  </a:lnTo>
                  <a:lnTo>
                    <a:pt x="530" y="996"/>
                  </a:lnTo>
                  <a:lnTo>
                    <a:pt x="528" y="994"/>
                  </a:lnTo>
                  <a:lnTo>
                    <a:pt x="526" y="994"/>
                  </a:lnTo>
                  <a:lnTo>
                    <a:pt x="524" y="994"/>
                  </a:lnTo>
                  <a:lnTo>
                    <a:pt x="512" y="1000"/>
                  </a:lnTo>
                  <a:lnTo>
                    <a:pt x="512" y="1000"/>
                  </a:lnTo>
                  <a:lnTo>
                    <a:pt x="510" y="1002"/>
                  </a:lnTo>
                  <a:lnTo>
                    <a:pt x="510" y="1002"/>
                  </a:lnTo>
                  <a:lnTo>
                    <a:pt x="510" y="1000"/>
                  </a:lnTo>
                  <a:lnTo>
                    <a:pt x="510" y="1000"/>
                  </a:lnTo>
                  <a:lnTo>
                    <a:pt x="510" y="1000"/>
                  </a:lnTo>
                  <a:lnTo>
                    <a:pt x="510" y="1000"/>
                  </a:lnTo>
                  <a:lnTo>
                    <a:pt x="510" y="998"/>
                  </a:lnTo>
                  <a:lnTo>
                    <a:pt x="510" y="998"/>
                  </a:lnTo>
                  <a:lnTo>
                    <a:pt x="510" y="998"/>
                  </a:lnTo>
                  <a:lnTo>
                    <a:pt x="510" y="996"/>
                  </a:lnTo>
                  <a:lnTo>
                    <a:pt x="510" y="994"/>
                  </a:lnTo>
                  <a:lnTo>
                    <a:pt x="498" y="988"/>
                  </a:lnTo>
                  <a:lnTo>
                    <a:pt x="498" y="988"/>
                  </a:lnTo>
                  <a:lnTo>
                    <a:pt x="496" y="988"/>
                  </a:lnTo>
                  <a:lnTo>
                    <a:pt x="496" y="986"/>
                  </a:lnTo>
                  <a:lnTo>
                    <a:pt x="496" y="986"/>
                  </a:lnTo>
                  <a:lnTo>
                    <a:pt x="496" y="986"/>
                  </a:lnTo>
                  <a:lnTo>
                    <a:pt x="494" y="984"/>
                  </a:lnTo>
                  <a:lnTo>
                    <a:pt x="492" y="984"/>
                  </a:lnTo>
                  <a:lnTo>
                    <a:pt x="492" y="984"/>
                  </a:lnTo>
                  <a:lnTo>
                    <a:pt x="490" y="986"/>
                  </a:lnTo>
                  <a:lnTo>
                    <a:pt x="488" y="986"/>
                  </a:lnTo>
                  <a:lnTo>
                    <a:pt x="485" y="986"/>
                  </a:lnTo>
                  <a:lnTo>
                    <a:pt x="481" y="984"/>
                  </a:lnTo>
                  <a:lnTo>
                    <a:pt x="475" y="982"/>
                  </a:lnTo>
                  <a:lnTo>
                    <a:pt x="473" y="984"/>
                  </a:lnTo>
                  <a:lnTo>
                    <a:pt x="471" y="984"/>
                  </a:lnTo>
                  <a:lnTo>
                    <a:pt x="471" y="986"/>
                  </a:lnTo>
                  <a:lnTo>
                    <a:pt x="467" y="986"/>
                  </a:lnTo>
                  <a:lnTo>
                    <a:pt x="467" y="986"/>
                  </a:lnTo>
                  <a:lnTo>
                    <a:pt x="463" y="986"/>
                  </a:lnTo>
                  <a:lnTo>
                    <a:pt x="463" y="986"/>
                  </a:lnTo>
                  <a:lnTo>
                    <a:pt x="461" y="986"/>
                  </a:lnTo>
                  <a:lnTo>
                    <a:pt x="457" y="988"/>
                  </a:lnTo>
                  <a:lnTo>
                    <a:pt x="457" y="988"/>
                  </a:lnTo>
                  <a:lnTo>
                    <a:pt x="441" y="984"/>
                  </a:lnTo>
                  <a:lnTo>
                    <a:pt x="439" y="984"/>
                  </a:lnTo>
                  <a:lnTo>
                    <a:pt x="439" y="984"/>
                  </a:lnTo>
                  <a:lnTo>
                    <a:pt x="437" y="978"/>
                  </a:lnTo>
                  <a:lnTo>
                    <a:pt x="432" y="972"/>
                  </a:lnTo>
                  <a:lnTo>
                    <a:pt x="432" y="972"/>
                  </a:lnTo>
                  <a:lnTo>
                    <a:pt x="406" y="967"/>
                  </a:lnTo>
                  <a:lnTo>
                    <a:pt x="404" y="968"/>
                  </a:lnTo>
                  <a:lnTo>
                    <a:pt x="404" y="968"/>
                  </a:lnTo>
                  <a:lnTo>
                    <a:pt x="402" y="967"/>
                  </a:lnTo>
                  <a:lnTo>
                    <a:pt x="402" y="967"/>
                  </a:lnTo>
                  <a:lnTo>
                    <a:pt x="400" y="967"/>
                  </a:lnTo>
                  <a:lnTo>
                    <a:pt x="398" y="965"/>
                  </a:lnTo>
                  <a:lnTo>
                    <a:pt x="398" y="963"/>
                  </a:lnTo>
                  <a:lnTo>
                    <a:pt x="396" y="961"/>
                  </a:lnTo>
                  <a:lnTo>
                    <a:pt x="396" y="959"/>
                  </a:lnTo>
                  <a:lnTo>
                    <a:pt x="396" y="957"/>
                  </a:lnTo>
                  <a:lnTo>
                    <a:pt x="396" y="955"/>
                  </a:lnTo>
                  <a:lnTo>
                    <a:pt x="394" y="953"/>
                  </a:lnTo>
                  <a:lnTo>
                    <a:pt x="392" y="949"/>
                  </a:lnTo>
                  <a:lnTo>
                    <a:pt x="394" y="949"/>
                  </a:lnTo>
                  <a:lnTo>
                    <a:pt x="390" y="943"/>
                  </a:lnTo>
                  <a:lnTo>
                    <a:pt x="383" y="947"/>
                  </a:lnTo>
                  <a:lnTo>
                    <a:pt x="381" y="949"/>
                  </a:lnTo>
                  <a:lnTo>
                    <a:pt x="379" y="951"/>
                  </a:lnTo>
                  <a:lnTo>
                    <a:pt x="379" y="951"/>
                  </a:lnTo>
                  <a:lnTo>
                    <a:pt x="373" y="955"/>
                  </a:lnTo>
                  <a:lnTo>
                    <a:pt x="371" y="955"/>
                  </a:lnTo>
                  <a:lnTo>
                    <a:pt x="351" y="951"/>
                  </a:lnTo>
                  <a:lnTo>
                    <a:pt x="351" y="951"/>
                  </a:lnTo>
                  <a:lnTo>
                    <a:pt x="351" y="951"/>
                  </a:lnTo>
                  <a:lnTo>
                    <a:pt x="345" y="959"/>
                  </a:lnTo>
                  <a:lnTo>
                    <a:pt x="343" y="959"/>
                  </a:lnTo>
                  <a:lnTo>
                    <a:pt x="343" y="959"/>
                  </a:lnTo>
                  <a:lnTo>
                    <a:pt x="341" y="957"/>
                  </a:lnTo>
                  <a:lnTo>
                    <a:pt x="337" y="957"/>
                  </a:lnTo>
                  <a:lnTo>
                    <a:pt x="330" y="957"/>
                  </a:lnTo>
                  <a:lnTo>
                    <a:pt x="332" y="925"/>
                  </a:lnTo>
                  <a:lnTo>
                    <a:pt x="332" y="923"/>
                  </a:lnTo>
                  <a:lnTo>
                    <a:pt x="332" y="921"/>
                  </a:lnTo>
                  <a:lnTo>
                    <a:pt x="330" y="919"/>
                  </a:lnTo>
                  <a:lnTo>
                    <a:pt x="328" y="913"/>
                  </a:lnTo>
                  <a:lnTo>
                    <a:pt x="326" y="913"/>
                  </a:lnTo>
                  <a:lnTo>
                    <a:pt x="320" y="912"/>
                  </a:lnTo>
                  <a:lnTo>
                    <a:pt x="316" y="912"/>
                  </a:lnTo>
                  <a:lnTo>
                    <a:pt x="312" y="912"/>
                  </a:lnTo>
                  <a:lnTo>
                    <a:pt x="312" y="910"/>
                  </a:lnTo>
                  <a:lnTo>
                    <a:pt x="308" y="910"/>
                  </a:lnTo>
                  <a:lnTo>
                    <a:pt x="308" y="910"/>
                  </a:lnTo>
                  <a:lnTo>
                    <a:pt x="308" y="910"/>
                  </a:lnTo>
                  <a:lnTo>
                    <a:pt x="308" y="908"/>
                  </a:lnTo>
                  <a:lnTo>
                    <a:pt x="308" y="906"/>
                  </a:lnTo>
                  <a:lnTo>
                    <a:pt x="306" y="900"/>
                  </a:lnTo>
                  <a:lnTo>
                    <a:pt x="306" y="898"/>
                  </a:lnTo>
                  <a:lnTo>
                    <a:pt x="306" y="898"/>
                  </a:lnTo>
                  <a:lnTo>
                    <a:pt x="306" y="898"/>
                  </a:lnTo>
                  <a:lnTo>
                    <a:pt x="304" y="894"/>
                  </a:lnTo>
                  <a:lnTo>
                    <a:pt x="304" y="894"/>
                  </a:lnTo>
                  <a:lnTo>
                    <a:pt x="302" y="892"/>
                  </a:lnTo>
                  <a:lnTo>
                    <a:pt x="300" y="890"/>
                  </a:lnTo>
                  <a:lnTo>
                    <a:pt x="300" y="890"/>
                  </a:lnTo>
                  <a:lnTo>
                    <a:pt x="300" y="890"/>
                  </a:lnTo>
                  <a:lnTo>
                    <a:pt x="300" y="888"/>
                  </a:lnTo>
                  <a:lnTo>
                    <a:pt x="300" y="888"/>
                  </a:lnTo>
                  <a:lnTo>
                    <a:pt x="300" y="888"/>
                  </a:lnTo>
                  <a:lnTo>
                    <a:pt x="300" y="886"/>
                  </a:lnTo>
                  <a:lnTo>
                    <a:pt x="300" y="886"/>
                  </a:lnTo>
                  <a:lnTo>
                    <a:pt x="300" y="884"/>
                  </a:lnTo>
                  <a:lnTo>
                    <a:pt x="298" y="880"/>
                  </a:lnTo>
                  <a:lnTo>
                    <a:pt x="298" y="880"/>
                  </a:lnTo>
                  <a:lnTo>
                    <a:pt x="298" y="880"/>
                  </a:lnTo>
                  <a:lnTo>
                    <a:pt x="298" y="878"/>
                  </a:lnTo>
                  <a:lnTo>
                    <a:pt x="308" y="872"/>
                  </a:lnTo>
                  <a:lnTo>
                    <a:pt x="308" y="872"/>
                  </a:lnTo>
                  <a:lnTo>
                    <a:pt x="308" y="870"/>
                  </a:lnTo>
                  <a:lnTo>
                    <a:pt x="310" y="868"/>
                  </a:lnTo>
                  <a:lnTo>
                    <a:pt x="310" y="866"/>
                  </a:lnTo>
                  <a:lnTo>
                    <a:pt x="310" y="864"/>
                  </a:lnTo>
                  <a:lnTo>
                    <a:pt x="306" y="860"/>
                  </a:lnTo>
                  <a:lnTo>
                    <a:pt x="306" y="860"/>
                  </a:lnTo>
                  <a:lnTo>
                    <a:pt x="306" y="860"/>
                  </a:lnTo>
                  <a:lnTo>
                    <a:pt x="298" y="859"/>
                  </a:lnTo>
                  <a:lnTo>
                    <a:pt x="298" y="857"/>
                  </a:lnTo>
                  <a:lnTo>
                    <a:pt x="292" y="849"/>
                  </a:lnTo>
                  <a:lnTo>
                    <a:pt x="290" y="847"/>
                  </a:lnTo>
                  <a:lnTo>
                    <a:pt x="290" y="847"/>
                  </a:lnTo>
                  <a:lnTo>
                    <a:pt x="290" y="847"/>
                  </a:lnTo>
                  <a:lnTo>
                    <a:pt x="288" y="849"/>
                  </a:lnTo>
                  <a:lnTo>
                    <a:pt x="286" y="849"/>
                  </a:lnTo>
                  <a:lnTo>
                    <a:pt x="284" y="849"/>
                  </a:lnTo>
                  <a:lnTo>
                    <a:pt x="281" y="849"/>
                  </a:lnTo>
                  <a:lnTo>
                    <a:pt x="275" y="847"/>
                  </a:lnTo>
                  <a:lnTo>
                    <a:pt x="275" y="845"/>
                  </a:lnTo>
                  <a:lnTo>
                    <a:pt x="273" y="843"/>
                  </a:lnTo>
                  <a:lnTo>
                    <a:pt x="273" y="841"/>
                  </a:lnTo>
                  <a:lnTo>
                    <a:pt x="271" y="841"/>
                  </a:lnTo>
                  <a:lnTo>
                    <a:pt x="259" y="839"/>
                  </a:lnTo>
                  <a:lnTo>
                    <a:pt x="259" y="839"/>
                  </a:lnTo>
                  <a:lnTo>
                    <a:pt x="257" y="839"/>
                  </a:lnTo>
                  <a:lnTo>
                    <a:pt x="257" y="839"/>
                  </a:lnTo>
                  <a:lnTo>
                    <a:pt x="257" y="837"/>
                  </a:lnTo>
                  <a:lnTo>
                    <a:pt x="257" y="837"/>
                  </a:lnTo>
                  <a:lnTo>
                    <a:pt x="255" y="835"/>
                  </a:lnTo>
                  <a:lnTo>
                    <a:pt x="255" y="831"/>
                  </a:lnTo>
                  <a:lnTo>
                    <a:pt x="253" y="831"/>
                  </a:lnTo>
                  <a:lnTo>
                    <a:pt x="253" y="831"/>
                  </a:lnTo>
                  <a:lnTo>
                    <a:pt x="251" y="831"/>
                  </a:lnTo>
                  <a:lnTo>
                    <a:pt x="249" y="831"/>
                  </a:lnTo>
                  <a:lnTo>
                    <a:pt x="249" y="831"/>
                  </a:lnTo>
                  <a:lnTo>
                    <a:pt x="247" y="831"/>
                  </a:lnTo>
                  <a:lnTo>
                    <a:pt x="247" y="831"/>
                  </a:lnTo>
                  <a:lnTo>
                    <a:pt x="247" y="829"/>
                  </a:lnTo>
                  <a:lnTo>
                    <a:pt x="245" y="829"/>
                  </a:lnTo>
                  <a:lnTo>
                    <a:pt x="241" y="831"/>
                  </a:lnTo>
                  <a:lnTo>
                    <a:pt x="239" y="831"/>
                  </a:lnTo>
                  <a:lnTo>
                    <a:pt x="239" y="831"/>
                  </a:lnTo>
                  <a:lnTo>
                    <a:pt x="239" y="833"/>
                  </a:lnTo>
                  <a:lnTo>
                    <a:pt x="239" y="833"/>
                  </a:lnTo>
                  <a:lnTo>
                    <a:pt x="239" y="833"/>
                  </a:lnTo>
                  <a:lnTo>
                    <a:pt x="241" y="839"/>
                  </a:lnTo>
                  <a:lnTo>
                    <a:pt x="243" y="841"/>
                  </a:lnTo>
                  <a:lnTo>
                    <a:pt x="243" y="843"/>
                  </a:lnTo>
                  <a:lnTo>
                    <a:pt x="243" y="843"/>
                  </a:lnTo>
                  <a:lnTo>
                    <a:pt x="241" y="843"/>
                  </a:lnTo>
                  <a:lnTo>
                    <a:pt x="241" y="843"/>
                  </a:lnTo>
                  <a:lnTo>
                    <a:pt x="237" y="847"/>
                  </a:lnTo>
                  <a:lnTo>
                    <a:pt x="237" y="847"/>
                  </a:lnTo>
                  <a:lnTo>
                    <a:pt x="237" y="847"/>
                  </a:lnTo>
                  <a:lnTo>
                    <a:pt x="237" y="847"/>
                  </a:lnTo>
                  <a:lnTo>
                    <a:pt x="237" y="849"/>
                  </a:lnTo>
                  <a:lnTo>
                    <a:pt x="237" y="851"/>
                  </a:lnTo>
                  <a:lnTo>
                    <a:pt x="237" y="851"/>
                  </a:lnTo>
                  <a:lnTo>
                    <a:pt x="237" y="851"/>
                  </a:lnTo>
                  <a:lnTo>
                    <a:pt x="237" y="851"/>
                  </a:lnTo>
                  <a:lnTo>
                    <a:pt x="235" y="851"/>
                  </a:lnTo>
                  <a:lnTo>
                    <a:pt x="235" y="851"/>
                  </a:lnTo>
                  <a:lnTo>
                    <a:pt x="233" y="851"/>
                  </a:lnTo>
                  <a:lnTo>
                    <a:pt x="230" y="847"/>
                  </a:lnTo>
                  <a:lnTo>
                    <a:pt x="222" y="841"/>
                  </a:lnTo>
                  <a:lnTo>
                    <a:pt x="220" y="841"/>
                  </a:lnTo>
                  <a:lnTo>
                    <a:pt x="212" y="847"/>
                  </a:lnTo>
                  <a:lnTo>
                    <a:pt x="210" y="847"/>
                  </a:lnTo>
                  <a:lnTo>
                    <a:pt x="210" y="849"/>
                  </a:lnTo>
                  <a:lnTo>
                    <a:pt x="210" y="849"/>
                  </a:lnTo>
                  <a:lnTo>
                    <a:pt x="210" y="849"/>
                  </a:lnTo>
                  <a:lnTo>
                    <a:pt x="210" y="849"/>
                  </a:lnTo>
                  <a:lnTo>
                    <a:pt x="210" y="851"/>
                  </a:lnTo>
                  <a:lnTo>
                    <a:pt x="210" y="851"/>
                  </a:lnTo>
                  <a:lnTo>
                    <a:pt x="202" y="855"/>
                  </a:lnTo>
                  <a:lnTo>
                    <a:pt x="198" y="855"/>
                  </a:lnTo>
                  <a:lnTo>
                    <a:pt x="198" y="855"/>
                  </a:lnTo>
                  <a:lnTo>
                    <a:pt x="198" y="855"/>
                  </a:lnTo>
                  <a:lnTo>
                    <a:pt x="198" y="855"/>
                  </a:lnTo>
                  <a:lnTo>
                    <a:pt x="196" y="857"/>
                  </a:lnTo>
                  <a:lnTo>
                    <a:pt x="196" y="857"/>
                  </a:lnTo>
                  <a:lnTo>
                    <a:pt x="194" y="859"/>
                  </a:lnTo>
                  <a:lnTo>
                    <a:pt x="194" y="859"/>
                  </a:lnTo>
                  <a:lnTo>
                    <a:pt x="194" y="860"/>
                  </a:lnTo>
                  <a:lnTo>
                    <a:pt x="192" y="860"/>
                  </a:lnTo>
                  <a:lnTo>
                    <a:pt x="192" y="860"/>
                  </a:lnTo>
                  <a:lnTo>
                    <a:pt x="192" y="860"/>
                  </a:lnTo>
                  <a:lnTo>
                    <a:pt x="192" y="860"/>
                  </a:lnTo>
                  <a:lnTo>
                    <a:pt x="188" y="857"/>
                  </a:lnTo>
                  <a:lnTo>
                    <a:pt x="188" y="857"/>
                  </a:lnTo>
                  <a:lnTo>
                    <a:pt x="188" y="857"/>
                  </a:lnTo>
                  <a:lnTo>
                    <a:pt x="184" y="857"/>
                  </a:lnTo>
                  <a:lnTo>
                    <a:pt x="184" y="855"/>
                  </a:lnTo>
                  <a:lnTo>
                    <a:pt x="182" y="855"/>
                  </a:lnTo>
                  <a:lnTo>
                    <a:pt x="182" y="855"/>
                  </a:lnTo>
                  <a:lnTo>
                    <a:pt x="182" y="853"/>
                  </a:lnTo>
                  <a:lnTo>
                    <a:pt x="181" y="853"/>
                  </a:lnTo>
                  <a:lnTo>
                    <a:pt x="181" y="855"/>
                  </a:lnTo>
                  <a:lnTo>
                    <a:pt x="181" y="855"/>
                  </a:lnTo>
                  <a:lnTo>
                    <a:pt x="181" y="855"/>
                  </a:lnTo>
                  <a:lnTo>
                    <a:pt x="181" y="855"/>
                  </a:lnTo>
                  <a:lnTo>
                    <a:pt x="181" y="855"/>
                  </a:lnTo>
                  <a:lnTo>
                    <a:pt x="179" y="855"/>
                  </a:lnTo>
                  <a:lnTo>
                    <a:pt x="179" y="855"/>
                  </a:lnTo>
                  <a:lnTo>
                    <a:pt x="179" y="853"/>
                  </a:lnTo>
                  <a:lnTo>
                    <a:pt x="179" y="853"/>
                  </a:lnTo>
                  <a:lnTo>
                    <a:pt x="179" y="853"/>
                  </a:lnTo>
                  <a:lnTo>
                    <a:pt x="179" y="853"/>
                  </a:lnTo>
                  <a:lnTo>
                    <a:pt x="179" y="853"/>
                  </a:lnTo>
                  <a:lnTo>
                    <a:pt x="175" y="853"/>
                  </a:lnTo>
                  <a:lnTo>
                    <a:pt x="173" y="853"/>
                  </a:lnTo>
                  <a:lnTo>
                    <a:pt x="173" y="853"/>
                  </a:lnTo>
                  <a:lnTo>
                    <a:pt x="173" y="853"/>
                  </a:lnTo>
                  <a:lnTo>
                    <a:pt x="173" y="851"/>
                  </a:lnTo>
                  <a:lnTo>
                    <a:pt x="173" y="851"/>
                  </a:lnTo>
                  <a:lnTo>
                    <a:pt x="173" y="851"/>
                  </a:lnTo>
                  <a:lnTo>
                    <a:pt x="173" y="851"/>
                  </a:lnTo>
                  <a:lnTo>
                    <a:pt x="173" y="849"/>
                  </a:lnTo>
                  <a:lnTo>
                    <a:pt x="173" y="849"/>
                  </a:lnTo>
                  <a:lnTo>
                    <a:pt x="173" y="849"/>
                  </a:lnTo>
                  <a:lnTo>
                    <a:pt x="171" y="849"/>
                  </a:lnTo>
                  <a:lnTo>
                    <a:pt x="169" y="849"/>
                  </a:lnTo>
                  <a:lnTo>
                    <a:pt x="169" y="847"/>
                  </a:lnTo>
                  <a:lnTo>
                    <a:pt x="169" y="847"/>
                  </a:lnTo>
                  <a:lnTo>
                    <a:pt x="171" y="847"/>
                  </a:lnTo>
                  <a:lnTo>
                    <a:pt x="171" y="845"/>
                  </a:lnTo>
                  <a:lnTo>
                    <a:pt x="171" y="845"/>
                  </a:lnTo>
                  <a:lnTo>
                    <a:pt x="171" y="845"/>
                  </a:lnTo>
                  <a:lnTo>
                    <a:pt x="167" y="843"/>
                  </a:lnTo>
                  <a:lnTo>
                    <a:pt x="167" y="843"/>
                  </a:lnTo>
                  <a:lnTo>
                    <a:pt x="161" y="839"/>
                  </a:lnTo>
                  <a:lnTo>
                    <a:pt x="157" y="837"/>
                  </a:lnTo>
                  <a:lnTo>
                    <a:pt x="157" y="835"/>
                  </a:lnTo>
                  <a:lnTo>
                    <a:pt x="157" y="833"/>
                  </a:lnTo>
                  <a:lnTo>
                    <a:pt x="157" y="833"/>
                  </a:lnTo>
                  <a:lnTo>
                    <a:pt x="157" y="831"/>
                  </a:lnTo>
                  <a:lnTo>
                    <a:pt x="157" y="831"/>
                  </a:lnTo>
                  <a:lnTo>
                    <a:pt x="159" y="831"/>
                  </a:lnTo>
                  <a:lnTo>
                    <a:pt x="159" y="829"/>
                  </a:lnTo>
                  <a:lnTo>
                    <a:pt x="159" y="829"/>
                  </a:lnTo>
                  <a:lnTo>
                    <a:pt x="159" y="829"/>
                  </a:lnTo>
                  <a:lnTo>
                    <a:pt x="159" y="829"/>
                  </a:lnTo>
                  <a:lnTo>
                    <a:pt x="159" y="827"/>
                  </a:lnTo>
                  <a:lnTo>
                    <a:pt x="159" y="827"/>
                  </a:lnTo>
                  <a:lnTo>
                    <a:pt x="159" y="827"/>
                  </a:lnTo>
                  <a:lnTo>
                    <a:pt x="161" y="825"/>
                  </a:lnTo>
                  <a:lnTo>
                    <a:pt x="163" y="825"/>
                  </a:lnTo>
                  <a:lnTo>
                    <a:pt x="163" y="823"/>
                  </a:lnTo>
                  <a:lnTo>
                    <a:pt x="163" y="823"/>
                  </a:lnTo>
                  <a:lnTo>
                    <a:pt x="163" y="823"/>
                  </a:lnTo>
                  <a:lnTo>
                    <a:pt x="163" y="823"/>
                  </a:lnTo>
                  <a:lnTo>
                    <a:pt x="163" y="821"/>
                  </a:lnTo>
                  <a:lnTo>
                    <a:pt x="163" y="821"/>
                  </a:lnTo>
                  <a:lnTo>
                    <a:pt x="165" y="821"/>
                  </a:lnTo>
                  <a:lnTo>
                    <a:pt x="165" y="819"/>
                  </a:lnTo>
                  <a:lnTo>
                    <a:pt x="167" y="819"/>
                  </a:lnTo>
                  <a:lnTo>
                    <a:pt x="167" y="817"/>
                  </a:lnTo>
                  <a:lnTo>
                    <a:pt x="167" y="817"/>
                  </a:lnTo>
                  <a:lnTo>
                    <a:pt x="167" y="817"/>
                  </a:lnTo>
                  <a:lnTo>
                    <a:pt x="167" y="817"/>
                  </a:lnTo>
                  <a:lnTo>
                    <a:pt x="167" y="817"/>
                  </a:lnTo>
                  <a:lnTo>
                    <a:pt x="167" y="815"/>
                  </a:lnTo>
                  <a:lnTo>
                    <a:pt x="167" y="815"/>
                  </a:lnTo>
                  <a:lnTo>
                    <a:pt x="167" y="815"/>
                  </a:lnTo>
                  <a:lnTo>
                    <a:pt x="167" y="815"/>
                  </a:lnTo>
                  <a:lnTo>
                    <a:pt x="167" y="813"/>
                  </a:lnTo>
                  <a:lnTo>
                    <a:pt x="167" y="813"/>
                  </a:lnTo>
                  <a:lnTo>
                    <a:pt x="165" y="813"/>
                  </a:lnTo>
                  <a:lnTo>
                    <a:pt x="165" y="811"/>
                  </a:lnTo>
                  <a:lnTo>
                    <a:pt x="157" y="807"/>
                  </a:lnTo>
                  <a:lnTo>
                    <a:pt x="157" y="807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9" y="809"/>
                  </a:lnTo>
                  <a:lnTo>
                    <a:pt x="149" y="809"/>
                  </a:lnTo>
                  <a:lnTo>
                    <a:pt x="147" y="809"/>
                  </a:lnTo>
                  <a:lnTo>
                    <a:pt x="137" y="800"/>
                  </a:lnTo>
                  <a:lnTo>
                    <a:pt x="133" y="800"/>
                  </a:lnTo>
                  <a:lnTo>
                    <a:pt x="131" y="800"/>
                  </a:lnTo>
                  <a:lnTo>
                    <a:pt x="130" y="800"/>
                  </a:lnTo>
                  <a:lnTo>
                    <a:pt x="128" y="800"/>
                  </a:lnTo>
                  <a:lnTo>
                    <a:pt x="128" y="800"/>
                  </a:lnTo>
                  <a:lnTo>
                    <a:pt x="124" y="800"/>
                  </a:lnTo>
                  <a:lnTo>
                    <a:pt x="124" y="800"/>
                  </a:lnTo>
                  <a:lnTo>
                    <a:pt x="124" y="800"/>
                  </a:lnTo>
                  <a:lnTo>
                    <a:pt x="124" y="798"/>
                  </a:lnTo>
                  <a:lnTo>
                    <a:pt x="122" y="798"/>
                  </a:lnTo>
                  <a:lnTo>
                    <a:pt x="110" y="796"/>
                  </a:lnTo>
                  <a:lnTo>
                    <a:pt x="108" y="798"/>
                  </a:lnTo>
                  <a:lnTo>
                    <a:pt x="106" y="798"/>
                  </a:lnTo>
                  <a:lnTo>
                    <a:pt x="104" y="800"/>
                  </a:lnTo>
                  <a:lnTo>
                    <a:pt x="100" y="805"/>
                  </a:lnTo>
                  <a:lnTo>
                    <a:pt x="100" y="805"/>
                  </a:lnTo>
                  <a:lnTo>
                    <a:pt x="98" y="805"/>
                  </a:lnTo>
                  <a:lnTo>
                    <a:pt x="92" y="804"/>
                  </a:lnTo>
                  <a:lnTo>
                    <a:pt x="92" y="804"/>
                  </a:lnTo>
                  <a:lnTo>
                    <a:pt x="82" y="804"/>
                  </a:lnTo>
                  <a:lnTo>
                    <a:pt x="81" y="804"/>
                  </a:lnTo>
                  <a:lnTo>
                    <a:pt x="77" y="802"/>
                  </a:lnTo>
                  <a:lnTo>
                    <a:pt x="77" y="802"/>
                  </a:lnTo>
                  <a:lnTo>
                    <a:pt x="77" y="804"/>
                  </a:lnTo>
                  <a:lnTo>
                    <a:pt x="73" y="807"/>
                  </a:lnTo>
                  <a:lnTo>
                    <a:pt x="71" y="807"/>
                  </a:lnTo>
                  <a:lnTo>
                    <a:pt x="69" y="807"/>
                  </a:lnTo>
                  <a:lnTo>
                    <a:pt x="53" y="805"/>
                  </a:lnTo>
                  <a:lnTo>
                    <a:pt x="53" y="805"/>
                  </a:lnTo>
                  <a:lnTo>
                    <a:pt x="53" y="805"/>
                  </a:lnTo>
                  <a:lnTo>
                    <a:pt x="51" y="805"/>
                  </a:lnTo>
                  <a:lnTo>
                    <a:pt x="51" y="805"/>
                  </a:lnTo>
                  <a:lnTo>
                    <a:pt x="49" y="807"/>
                  </a:lnTo>
                  <a:lnTo>
                    <a:pt x="47" y="807"/>
                  </a:lnTo>
                  <a:lnTo>
                    <a:pt x="47" y="807"/>
                  </a:lnTo>
                  <a:lnTo>
                    <a:pt x="47" y="809"/>
                  </a:lnTo>
                  <a:lnTo>
                    <a:pt x="47" y="809"/>
                  </a:lnTo>
                  <a:lnTo>
                    <a:pt x="47" y="809"/>
                  </a:lnTo>
                  <a:lnTo>
                    <a:pt x="47" y="809"/>
                  </a:lnTo>
                  <a:lnTo>
                    <a:pt x="47" y="809"/>
                  </a:lnTo>
                  <a:lnTo>
                    <a:pt x="47" y="809"/>
                  </a:lnTo>
                  <a:lnTo>
                    <a:pt x="45" y="809"/>
                  </a:lnTo>
                  <a:lnTo>
                    <a:pt x="43" y="809"/>
                  </a:lnTo>
                  <a:lnTo>
                    <a:pt x="35" y="809"/>
                  </a:lnTo>
                  <a:lnTo>
                    <a:pt x="35" y="809"/>
                  </a:lnTo>
                  <a:lnTo>
                    <a:pt x="33" y="807"/>
                  </a:lnTo>
                  <a:lnTo>
                    <a:pt x="33" y="807"/>
                  </a:lnTo>
                  <a:lnTo>
                    <a:pt x="33" y="807"/>
                  </a:lnTo>
                  <a:lnTo>
                    <a:pt x="31" y="807"/>
                  </a:lnTo>
                  <a:lnTo>
                    <a:pt x="31" y="807"/>
                  </a:lnTo>
                  <a:lnTo>
                    <a:pt x="31" y="807"/>
                  </a:lnTo>
                  <a:lnTo>
                    <a:pt x="31" y="805"/>
                  </a:lnTo>
                  <a:lnTo>
                    <a:pt x="30" y="804"/>
                  </a:lnTo>
                  <a:lnTo>
                    <a:pt x="30" y="804"/>
                  </a:lnTo>
                  <a:lnTo>
                    <a:pt x="30" y="802"/>
                  </a:lnTo>
                  <a:lnTo>
                    <a:pt x="30" y="802"/>
                  </a:lnTo>
                  <a:lnTo>
                    <a:pt x="33" y="800"/>
                  </a:lnTo>
                  <a:lnTo>
                    <a:pt x="33" y="800"/>
                  </a:lnTo>
                  <a:lnTo>
                    <a:pt x="33" y="800"/>
                  </a:lnTo>
                  <a:lnTo>
                    <a:pt x="33" y="798"/>
                  </a:lnTo>
                  <a:lnTo>
                    <a:pt x="33" y="796"/>
                  </a:lnTo>
                  <a:lnTo>
                    <a:pt x="33" y="796"/>
                  </a:lnTo>
                  <a:lnTo>
                    <a:pt x="33" y="794"/>
                  </a:lnTo>
                  <a:lnTo>
                    <a:pt x="33" y="792"/>
                  </a:lnTo>
                  <a:lnTo>
                    <a:pt x="33" y="792"/>
                  </a:lnTo>
                  <a:lnTo>
                    <a:pt x="33" y="792"/>
                  </a:lnTo>
                  <a:lnTo>
                    <a:pt x="33" y="792"/>
                  </a:lnTo>
                  <a:lnTo>
                    <a:pt x="33" y="792"/>
                  </a:lnTo>
                  <a:lnTo>
                    <a:pt x="31" y="792"/>
                  </a:lnTo>
                  <a:lnTo>
                    <a:pt x="31" y="790"/>
                  </a:lnTo>
                  <a:lnTo>
                    <a:pt x="31" y="790"/>
                  </a:lnTo>
                  <a:lnTo>
                    <a:pt x="30" y="790"/>
                  </a:lnTo>
                  <a:lnTo>
                    <a:pt x="30" y="788"/>
                  </a:lnTo>
                  <a:lnTo>
                    <a:pt x="26" y="784"/>
                  </a:lnTo>
                  <a:lnTo>
                    <a:pt x="26" y="784"/>
                  </a:lnTo>
                  <a:lnTo>
                    <a:pt x="26" y="784"/>
                  </a:lnTo>
                  <a:lnTo>
                    <a:pt x="16" y="784"/>
                  </a:lnTo>
                  <a:lnTo>
                    <a:pt x="16" y="784"/>
                  </a:lnTo>
                  <a:lnTo>
                    <a:pt x="14" y="786"/>
                  </a:lnTo>
                  <a:lnTo>
                    <a:pt x="14" y="786"/>
                  </a:lnTo>
                  <a:lnTo>
                    <a:pt x="14" y="786"/>
                  </a:lnTo>
                  <a:lnTo>
                    <a:pt x="12" y="786"/>
                  </a:lnTo>
                  <a:lnTo>
                    <a:pt x="12" y="784"/>
                  </a:lnTo>
                  <a:lnTo>
                    <a:pt x="12" y="784"/>
                  </a:lnTo>
                  <a:lnTo>
                    <a:pt x="10" y="784"/>
                  </a:lnTo>
                  <a:lnTo>
                    <a:pt x="10" y="784"/>
                  </a:lnTo>
                  <a:lnTo>
                    <a:pt x="6" y="782"/>
                  </a:lnTo>
                  <a:lnTo>
                    <a:pt x="6" y="782"/>
                  </a:lnTo>
                  <a:lnTo>
                    <a:pt x="4" y="782"/>
                  </a:lnTo>
                  <a:lnTo>
                    <a:pt x="4" y="780"/>
                  </a:lnTo>
                  <a:lnTo>
                    <a:pt x="0" y="776"/>
                  </a:lnTo>
                  <a:lnTo>
                    <a:pt x="0" y="776"/>
                  </a:lnTo>
                  <a:lnTo>
                    <a:pt x="0" y="776"/>
                  </a:lnTo>
                  <a:lnTo>
                    <a:pt x="0" y="774"/>
                  </a:lnTo>
                  <a:lnTo>
                    <a:pt x="2" y="774"/>
                  </a:lnTo>
                  <a:lnTo>
                    <a:pt x="2" y="774"/>
                  </a:lnTo>
                  <a:lnTo>
                    <a:pt x="4" y="772"/>
                  </a:lnTo>
                  <a:lnTo>
                    <a:pt x="4" y="772"/>
                  </a:lnTo>
                  <a:lnTo>
                    <a:pt x="4" y="772"/>
                  </a:lnTo>
                  <a:lnTo>
                    <a:pt x="4" y="770"/>
                  </a:lnTo>
                  <a:lnTo>
                    <a:pt x="4" y="770"/>
                  </a:lnTo>
                  <a:lnTo>
                    <a:pt x="4" y="768"/>
                  </a:lnTo>
                  <a:lnTo>
                    <a:pt x="4" y="768"/>
                  </a:lnTo>
                  <a:lnTo>
                    <a:pt x="12" y="766"/>
                  </a:lnTo>
                  <a:lnTo>
                    <a:pt x="12" y="764"/>
                  </a:lnTo>
                  <a:lnTo>
                    <a:pt x="14" y="762"/>
                  </a:lnTo>
                  <a:lnTo>
                    <a:pt x="14" y="762"/>
                  </a:lnTo>
                  <a:lnTo>
                    <a:pt x="14" y="760"/>
                  </a:lnTo>
                  <a:lnTo>
                    <a:pt x="14" y="758"/>
                  </a:lnTo>
                  <a:lnTo>
                    <a:pt x="14" y="758"/>
                  </a:lnTo>
                  <a:lnTo>
                    <a:pt x="14" y="756"/>
                  </a:lnTo>
                  <a:lnTo>
                    <a:pt x="16" y="756"/>
                  </a:lnTo>
                  <a:lnTo>
                    <a:pt x="16" y="756"/>
                  </a:lnTo>
                  <a:lnTo>
                    <a:pt x="16" y="756"/>
                  </a:lnTo>
                  <a:lnTo>
                    <a:pt x="16" y="756"/>
                  </a:lnTo>
                  <a:lnTo>
                    <a:pt x="16" y="754"/>
                  </a:lnTo>
                  <a:lnTo>
                    <a:pt x="16" y="752"/>
                  </a:lnTo>
                  <a:lnTo>
                    <a:pt x="16" y="752"/>
                  </a:lnTo>
                  <a:lnTo>
                    <a:pt x="16" y="751"/>
                  </a:lnTo>
                  <a:lnTo>
                    <a:pt x="16" y="751"/>
                  </a:lnTo>
                  <a:lnTo>
                    <a:pt x="12" y="749"/>
                  </a:lnTo>
                  <a:lnTo>
                    <a:pt x="12" y="749"/>
                  </a:lnTo>
                  <a:lnTo>
                    <a:pt x="12" y="749"/>
                  </a:lnTo>
                  <a:lnTo>
                    <a:pt x="12" y="749"/>
                  </a:lnTo>
                  <a:lnTo>
                    <a:pt x="12" y="747"/>
                  </a:lnTo>
                  <a:lnTo>
                    <a:pt x="12" y="745"/>
                  </a:lnTo>
                  <a:lnTo>
                    <a:pt x="14" y="745"/>
                  </a:lnTo>
                  <a:lnTo>
                    <a:pt x="14" y="745"/>
                  </a:lnTo>
                  <a:lnTo>
                    <a:pt x="14" y="745"/>
                  </a:lnTo>
                  <a:lnTo>
                    <a:pt x="16" y="743"/>
                  </a:lnTo>
                  <a:lnTo>
                    <a:pt x="16" y="743"/>
                  </a:lnTo>
                  <a:lnTo>
                    <a:pt x="18" y="739"/>
                  </a:lnTo>
                  <a:lnTo>
                    <a:pt x="18" y="737"/>
                  </a:lnTo>
                  <a:lnTo>
                    <a:pt x="20" y="735"/>
                  </a:lnTo>
                  <a:lnTo>
                    <a:pt x="20" y="733"/>
                  </a:lnTo>
                  <a:lnTo>
                    <a:pt x="20" y="733"/>
                  </a:lnTo>
                  <a:lnTo>
                    <a:pt x="20" y="731"/>
                  </a:lnTo>
                  <a:lnTo>
                    <a:pt x="22" y="729"/>
                  </a:lnTo>
                  <a:lnTo>
                    <a:pt x="22" y="729"/>
                  </a:lnTo>
                  <a:lnTo>
                    <a:pt x="22" y="729"/>
                  </a:lnTo>
                  <a:lnTo>
                    <a:pt x="22" y="727"/>
                  </a:lnTo>
                  <a:lnTo>
                    <a:pt x="22" y="727"/>
                  </a:lnTo>
                  <a:lnTo>
                    <a:pt x="22" y="725"/>
                  </a:lnTo>
                  <a:lnTo>
                    <a:pt x="22" y="725"/>
                  </a:lnTo>
                  <a:lnTo>
                    <a:pt x="22" y="725"/>
                  </a:lnTo>
                  <a:lnTo>
                    <a:pt x="22" y="723"/>
                  </a:lnTo>
                  <a:lnTo>
                    <a:pt x="22" y="723"/>
                  </a:lnTo>
                  <a:lnTo>
                    <a:pt x="24" y="721"/>
                  </a:lnTo>
                  <a:lnTo>
                    <a:pt x="24" y="719"/>
                  </a:lnTo>
                  <a:lnTo>
                    <a:pt x="24" y="719"/>
                  </a:lnTo>
                  <a:lnTo>
                    <a:pt x="24" y="719"/>
                  </a:lnTo>
                  <a:lnTo>
                    <a:pt x="24" y="717"/>
                  </a:lnTo>
                  <a:lnTo>
                    <a:pt x="24" y="717"/>
                  </a:lnTo>
                  <a:lnTo>
                    <a:pt x="24" y="715"/>
                  </a:lnTo>
                  <a:lnTo>
                    <a:pt x="24" y="715"/>
                  </a:lnTo>
                  <a:lnTo>
                    <a:pt x="24" y="715"/>
                  </a:lnTo>
                  <a:lnTo>
                    <a:pt x="26" y="713"/>
                  </a:lnTo>
                  <a:lnTo>
                    <a:pt x="26" y="713"/>
                  </a:lnTo>
                  <a:lnTo>
                    <a:pt x="26" y="713"/>
                  </a:lnTo>
                  <a:lnTo>
                    <a:pt x="24" y="711"/>
                  </a:lnTo>
                  <a:lnTo>
                    <a:pt x="14" y="705"/>
                  </a:lnTo>
                  <a:lnTo>
                    <a:pt x="14" y="705"/>
                  </a:lnTo>
                  <a:lnTo>
                    <a:pt x="12" y="701"/>
                  </a:lnTo>
                  <a:lnTo>
                    <a:pt x="12" y="698"/>
                  </a:lnTo>
                  <a:lnTo>
                    <a:pt x="12" y="696"/>
                  </a:lnTo>
                  <a:lnTo>
                    <a:pt x="12" y="696"/>
                  </a:lnTo>
                  <a:lnTo>
                    <a:pt x="12" y="696"/>
                  </a:lnTo>
                  <a:lnTo>
                    <a:pt x="12" y="694"/>
                  </a:lnTo>
                  <a:lnTo>
                    <a:pt x="14" y="692"/>
                  </a:lnTo>
                  <a:lnTo>
                    <a:pt x="14" y="690"/>
                  </a:lnTo>
                  <a:lnTo>
                    <a:pt x="14" y="690"/>
                  </a:lnTo>
                  <a:lnTo>
                    <a:pt x="14" y="690"/>
                  </a:lnTo>
                  <a:lnTo>
                    <a:pt x="12" y="688"/>
                  </a:lnTo>
                  <a:lnTo>
                    <a:pt x="12" y="686"/>
                  </a:lnTo>
                  <a:lnTo>
                    <a:pt x="12" y="686"/>
                  </a:lnTo>
                  <a:lnTo>
                    <a:pt x="12" y="686"/>
                  </a:lnTo>
                  <a:lnTo>
                    <a:pt x="12" y="684"/>
                  </a:lnTo>
                  <a:lnTo>
                    <a:pt x="12" y="684"/>
                  </a:lnTo>
                  <a:lnTo>
                    <a:pt x="12" y="682"/>
                  </a:lnTo>
                  <a:lnTo>
                    <a:pt x="12" y="680"/>
                  </a:lnTo>
                  <a:lnTo>
                    <a:pt x="12" y="680"/>
                  </a:lnTo>
                  <a:lnTo>
                    <a:pt x="12" y="678"/>
                  </a:lnTo>
                  <a:lnTo>
                    <a:pt x="4" y="668"/>
                  </a:lnTo>
                  <a:lnTo>
                    <a:pt x="6" y="668"/>
                  </a:lnTo>
                  <a:lnTo>
                    <a:pt x="8" y="668"/>
                  </a:lnTo>
                  <a:lnTo>
                    <a:pt x="8" y="668"/>
                  </a:lnTo>
                  <a:lnTo>
                    <a:pt x="24" y="662"/>
                  </a:lnTo>
                  <a:lnTo>
                    <a:pt x="24" y="662"/>
                  </a:lnTo>
                  <a:lnTo>
                    <a:pt x="31" y="660"/>
                  </a:lnTo>
                  <a:lnTo>
                    <a:pt x="31" y="660"/>
                  </a:lnTo>
                  <a:lnTo>
                    <a:pt x="37" y="660"/>
                  </a:lnTo>
                  <a:lnTo>
                    <a:pt x="37" y="660"/>
                  </a:lnTo>
                  <a:lnTo>
                    <a:pt x="37" y="660"/>
                  </a:lnTo>
                  <a:lnTo>
                    <a:pt x="37" y="660"/>
                  </a:lnTo>
                  <a:lnTo>
                    <a:pt x="37" y="660"/>
                  </a:lnTo>
                  <a:lnTo>
                    <a:pt x="37" y="658"/>
                  </a:lnTo>
                  <a:lnTo>
                    <a:pt x="37" y="658"/>
                  </a:lnTo>
                  <a:lnTo>
                    <a:pt x="37" y="658"/>
                  </a:lnTo>
                  <a:lnTo>
                    <a:pt x="37" y="656"/>
                  </a:lnTo>
                  <a:lnTo>
                    <a:pt x="37" y="656"/>
                  </a:lnTo>
                  <a:lnTo>
                    <a:pt x="37" y="654"/>
                  </a:lnTo>
                  <a:lnTo>
                    <a:pt x="37" y="654"/>
                  </a:lnTo>
                  <a:lnTo>
                    <a:pt x="39" y="652"/>
                  </a:lnTo>
                  <a:lnTo>
                    <a:pt x="41" y="652"/>
                  </a:lnTo>
                  <a:lnTo>
                    <a:pt x="41" y="650"/>
                  </a:lnTo>
                  <a:lnTo>
                    <a:pt x="39" y="650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9" y="648"/>
                  </a:lnTo>
                  <a:lnTo>
                    <a:pt x="39" y="646"/>
                  </a:lnTo>
                  <a:lnTo>
                    <a:pt x="41" y="646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41" y="643"/>
                  </a:lnTo>
                  <a:lnTo>
                    <a:pt x="41" y="643"/>
                  </a:lnTo>
                  <a:lnTo>
                    <a:pt x="41" y="643"/>
                  </a:lnTo>
                  <a:lnTo>
                    <a:pt x="45" y="641"/>
                  </a:lnTo>
                  <a:lnTo>
                    <a:pt x="45" y="641"/>
                  </a:lnTo>
                  <a:lnTo>
                    <a:pt x="45" y="641"/>
                  </a:lnTo>
                  <a:lnTo>
                    <a:pt x="47" y="639"/>
                  </a:lnTo>
                  <a:lnTo>
                    <a:pt x="47" y="639"/>
                  </a:lnTo>
                  <a:lnTo>
                    <a:pt x="47" y="637"/>
                  </a:lnTo>
                  <a:lnTo>
                    <a:pt x="47" y="637"/>
                  </a:lnTo>
                  <a:lnTo>
                    <a:pt x="47" y="637"/>
                  </a:lnTo>
                  <a:lnTo>
                    <a:pt x="47" y="635"/>
                  </a:lnTo>
                  <a:lnTo>
                    <a:pt x="47" y="635"/>
                  </a:lnTo>
                  <a:lnTo>
                    <a:pt x="47" y="635"/>
                  </a:lnTo>
                  <a:lnTo>
                    <a:pt x="49" y="635"/>
                  </a:lnTo>
                  <a:lnTo>
                    <a:pt x="49" y="635"/>
                  </a:lnTo>
                  <a:lnTo>
                    <a:pt x="49" y="633"/>
                  </a:lnTo>
                  <a:lnTo>
                    <a:pt x="49" y="633"/>
                  </a:lnTo>
                  <a:lnTo>
                    <a:pt x="51" y="631"/>
                  </a:lnTo>
                  <a:lnTo>
                    <a:pt x="53" y="629"/>
                  </a:lnTo>
                  <a:lnTo>
                    <a:pt x="55" y="627"/>
                  </a:lnTo>
                  <a:lnTo>
                    <a:pt x="57" y="627"/>
                  </a:lnTo>
                  <a:lnTo>
                    <a:pt x="57" y="629"/>
                  </a:lnTo>
                  <a:lnTo>
                    <a:pt x="57" y="629"/>
                  </a:lnTo>
                  <a:lnTo>
                    <a:pt x="59" y="631"/>
                  </a:lnTo>
                  <a:lnTo>
                    <a:pt x="59" y="631"/>
                  </a:lnTo>
                  <a:lnTo>
                    <a:pt x="61" y="631"/>
                  </a:lnTo>
                  <a:lnTo>
                    <a:pt x="61" y="631"/>
                  </a:lnTo>
                  <a:lnTo>
                    <a:pt x="61" y="631"/>
                  </a:lnTo>
                  <a:lnTo>
                    <a:pt x="61" y="631"/>
                  </a:lnTo>
                  <a:lnTo>
                    <a:pt x="61" y="629"/>
                  </a:lnTo>
                  <a:lnTo>
                    <a:pt x="61" y="629"/>
                  </a:lnTo>
                  <a:lnTo>
                    <a:pt x="61" y="629"/>
                  </a:lnTo>
                  <a:lnTo>
                    <a:pt x="61" y="629"/>
                  </a:lnTo>
                  <a:lnTo>
                    <a:pt x="61" y="629"/>
                  </a:lnTo>
                  <a:lnTo>
                    <a:pt x="61" y="627"/>
                  </a:lnTo>
                  <a:lnTo>
                    <a:pt x="61" y="627"/>
                  </a:lnTo>
                  <a:lnTo>
                    <a:pt x="59" y="623"/>
                  </a:lnTo>
                  <a:lnTo>
                    <a:pt x="61" y="623"/>
                  </a:lnTo>
                  <a:lnTo>
                    <a:pt x="61" y="623"/>
                  </a:lnTo>
                  <a:lnTo>
                    <a:pt x="63" y="619"/>
                  </a:lnTo>
                  <a:lnTo>
                    <a:pt x="63" y="619"/>
                  </a:lnTo>
                  <a:lnTo>
                    <a:pt x="63" y="619"/>
                  </a:lnTo>
                  <a:lnTo>
                    <a:pt x="63" y="617"/>
                  </a:lnTo>
                  <a:lnTo>
                    <a:pt x="63" y="617"/>
                  </a:lnTo>
                  <a:lnTo>
                    <a:pt x="63" y="617"/>
                  </a:lnTo>
                  <a:lnTo>
                    <a:pt x="65" y="617"/>
                  </a:lnTo>
                  <a:lnTo>
                    <a:pt x="67" y="615"/>
                  </a:lnTo>
                  <a:lnTo>
                    <a:pt x="67" y="615"/>
                  </a:lnTo>
                  <a:lnTo>
                    <a:pt x="69" y="613"/>
                  </a:lnTo>
                  <a:lnTo>
                    <a:pt x="69" y="611"/>
                  </a:lnTo>
                  <a:lnTo>
                    <a:pt x="69" y="611"/>
                  </a:lnTo>
                  <a:lnTo>
                    <a:pt x="69" y="611"/>
                  </a:lnTo>
                  <a:lnTo>
                    <a:pt x="69" y="611"/>
                  </a:lnTo>
                  <a:lnTo>
                    <a:pt x="69" y="609"/>
                  </a:lnTo>
                  <a:lnTo>
                    <a:pt x="71" y="609"/>
                  </a:lnTo>
                  <a:lnTo>
                    <a:pt x="71" y="609"/>
                  </a:lnTo>
                  <a:lnTo>
                    <a:pt x="73" y="611"/>
                  </a:lnTo>
                  <a:lnTo>
                    <a:pt x="73" y="611"/>
                  </a:lnTo>
                  <a:lnTo>
                    <a:pt x="75" y="611"/>
                  </a:lnTo>
                  <a:lnTo>
                    <a:pt x="77" y="611"/>
                  </a:lnTo>
                  <a:lnTo>
                    <a:pt x="77" y="609"/>
                  </a:lnTo>
                  <a:lnTo>
                    <a:pt x="79" y="607"/>
                  </a:lnTo>
                  <a:lnTo>
                    <a:pt x="81" y="607"/>
                  </a:lnTo>
                  <a:lnTo>
                    <a:pt x="81" y="607"/>
                  </a:lnTo>
                  <a:lnTo>
                    <a:pt x="81" y="609"/>
                  </a:lnTo>
                  <a:lnTo>
                    <a:pt x="81" y="609"/>
                  </a:lnTo>
                  <a:lnTo>
                    <a:pt x="84" y="607"/>
                  </a:lnTo>
                  <a:lnTo>
                    <a:pt x="86" y="607"/>
                  </a:lnTo>
                  <a:lnTo>
                    <a:pt x="86" y="605"/>
                  </a:lnTo>
                  <a:lnTo>
                    <a:pt x="86" y="605"/>
                  </a:lnTo>
                  <a:lnTo>
                    <a:pt x="86" y="605"/>
                  </a:lnTo>
                  <a:lnTo>
                    <a:pt x="86" y="603"/>
                  </a:lnTo>
                  <a:lnTo>
                    <a:pt x="88" y="603"/>
                  </a:lnTo>
                  <a:lnTo>
                    <a:pt x="88" y="603"/>
                  </a:lnTo>
                  <a:lnTo>
                    <a:pt x="88" y="603"/>
                  </a:lnTo>
                  <a:lnTo>
                    <a:pt x="90" y="603"/>
                  </a:lnTo>
                  <a:lnTo>
                    <a:pt x="90" y="601"/>
                  </a:lnTo>
                  <a:lnTo>
                    <a:pt x="90" y="601"/>
                  </a:lnTo>
                  <a:lnTo>
                    <a:pt x="92" y="599"/>
                  </a:lnTo>
                  <a:lnTo>
                    <a:pt x="94" y="599"/>
                  </a:lnTo>
                  <a:lnTo>
                    <a:pt x="94" y="597"/>
                  </a:lnTo>
                  <a:lnTo>
                    <a:pt x="94" y="597"/>
                  </a:lnTo>
                  <a:lnTo>
                    <a:pt x="96" y="599"/>
                  </a:lnTo>
                  <a:lnTo>
                    <a:pt x="102" y="599"/>
                  </a:lnTo>
                  <a:lnTo>
                    <a:pt x="104" y="599"/>
                  </a:lnTo>
                  <a:lnTo>
                    <a:pt x="104" y="599"/>
                  </a:lnTo>
                  <a:lnTo>
                    <a:pt x="106" y="599"/>
                  </a:lnTo>
                  <a:lnTo>
                    <a:pt x="106" y="599"/>
                  </a:lnTo>
                  <a:lnTo>
                    <a:pt x="106" y="599"/>
                  </a:lnTo>
                  <a:lnTo>
                    <a:pt x="108" y="597"/>
                  </a:lnTo>
                  <a:lnTo>
                    <a:pt x="110" y="595"/>
                  </a:lnTo>
                  <a:lnTo>
                    <a:pt x="110" y="595"/>
                  </a:lnTo>
                  <a:lnTo>
                    <a:pt x="112" y="595"/>
                  </a:lnTo>
                  <a:lnTo>
                    <a:pt x="112" y="595"/>
                  </a:lnTo>
                  <a:lnTo>
                    <a:pt x="112" y="595"/>
                  </a:lnTo>
                  <a:lnTo>
                    <a:pt x="112" y="595"/>
                  </a:lnTo>
                  <a:lnTo>
                    <a:pt x="114" y="595"/>
                  </a:lnTo>
                  <a:lnTo>
                    <a:pt x="116" y="595"/>
                  </a:lnTo>
                  <a:lnTo>
                    <a:pt x="116" y="595"/>
                  </a:lnTo>
                  <a:lnTo>
                    <a:pt x="116" y="595"/>
                  </a:lnTo>
                  <a:lnTo>
                    <a:pt x="116" y="593"/>
                  </a:lnTo>
                  <a:lnTo>
                    <a:pt x="116" y="593"/>
                  </a:lnTo>
                  <a:lnTo>
                    <a:pt x="116" y="593"/>
                  </a:lnTo>
                  <a:lnTo>
                    <a:pt x="116" y="593"/>
                  </a:lnTo>
                  <a:lnTo>
                    <a:pt x="116" y="591"/>
                  </a:lnTo>
                  <a:lnTo>
                    <a:pt x="116" y="591"/>
                  </a:lnTo>
                  <a:lnTo>
                    <a:pt x="116" y="591"/>
                  </a:lnTo>
                  <a:lnTo>
                    <a:pt x="116" y="591"/>
                  </a:lnTo>
                  <a:lnTo>
                    <a:pt x="118" y="590"/>
                  </a:lnTo>
                  <a:lnTo>
                    <a:pt x="118" y="590"/>
                  </a:lnTo>
                  <a:lnTo>
                    <a:pt x="118" y="590"/>
                  </a:lnTo>
                  <a:lnTo>
                    <a:pt x="118" y="590"/>
                  </a:lnTo>
                  <a:lnTo>
                    <a:pt x="126" y="588"/>
                  </a:lnTo>
                  <a:lnTo>
                    <a:pt x="126" y="588"/>
                  </a:lnTo>
                  <a:lnTo>
                    <a:pt x="128" y="588"/>
                  </a:lnTo>
                  <a:lnTo>
                    <a:pt x="128" y="588"/>
                  </a:lnTo>
                  <a:lnTo>
                    <a:pt x="130" y="588"/>
                  </a:lnTo>
                  <a:lnTo>
                    <a:pt x="131" y="586"/>
                  </a:lnTo>
                  <a:lnTo>
                    <a:pt x="131" y="586"/>
                  </a:lnTo>
                  <a:lnTo>
                    <a:pt x="133" y="586"/>
                  </a:lnTo>
                  <a:lnTo>
                    <a:pt x="133" y="586"/>
                  </a:lnTo>
                  <a:lnTo>
                    <a:pt x="133" y="586"/>
                  </a:lnTo>
                  <a:lnTo>
                    <a:pt x="137" y="586"/>
                  </a:lnTo>
                  <a:lnTo>
                    <a:pt x="139" y="584"/>
                  </a:lnTo>
                  <a:lnTo>
                    <a:pt x="139" y="584"/>
                  </a:lnTo>
                  <a:lnTo>
                    <a:pt x="139" y="584"/>
                  </a:lnTo>
                  <a:lnTo>
                    <a:pt x="139" y="582"/>
                  </a:lnTo>
                  <a:lnTo>
                    <a:pt x="139" y="580"/>
                  </a:lnTo>
                  <a:lnTo>
                    <a:pt x="139" y="578"/>
                  </a:lnTo>
                  <a:lnTo>
                    <a:pt x="139" y="576"/>
                  </a:lnTo>
                  <a:lnTo>
                    <a:pt x="141" y="574"/>
                  </a:lnTo>
                  <a:lnTo>
                    <a:pt x="141" y="574"/>
                  </a:lnTo>
                  <a:lnTo>
                    <a:pt x="141" y="574"/>
                  </a:lnTo>
                  <a:lnTo>
                    <a:pt x="141" y="574"/>
                  </a:lnTo>
                  <a:lnTo>
                    <a:pt x="141" y="572"/>
                  </a:lnTo>
                  <a:lnTo>
                    <a:pt x="139" y="572"/>
                  </a:lnTo>
                  <a:lnTo>
                    <a:pt x="139" y="572"/>
                  </a:lnTo>
                  <a:lnTo>
                    <a:pt x="139" y="572"/>
                  </a:lnTo>
                  <a:lnTo>
                    <a:pt x="139" y="570"/>
                  </a:lnTo>
                  <a:lnTo>
                    <a:pt x="141" y="570"/>
                  </a:lnTo>
                  <a:lnTo>
                    <a:pt x="141" y="570"/>
                  </a:lnTo>
                  <a:lnTo>
                    <a:pt x="141" y="568"/>
                  </a:lnTo>
                  <a:lnTo>
                    <a:pt x="143" y="568"/>
                  </a:lnTo>
                  <a:lnTo>
                    <a:pt x="143" y="570"/>
                  </a:lnTo>
                  <a:lnTo>
                    <a:pt x="145" y="568"/>
                  </a:lnTo>
                  <a:lnTo>
                    <a:pt x="145" y="568"/>
                  </a:lnTo>
                  <a:lnTo>
                    <a:pt x="145" y="568"/>
                  </a:lnTo>
                  <a:lnTo>
                    <a:pt x="145" y="568"/>
                  </a:lnTo>
                  <a:lnTo>
                    <a:pt x="145" y="568"/>
                  </a:lnTo>
                  <a:lnTo>
                    <a:pt x="145" y="566"/>
                  </a:lnTo>
                  <a:lnTo>
                    <a:pt x="145" y="566"/>
                  </a:lnTo>
                  <a:lnTo>
                    <a:pt x="145" y="566"/>
                  </a:lnTo>
                  <a:lnTo>
                    <a:pt x="145" y="564"/>
                  </a:lnTo>
                  <a:lnTo>
                    <a:pt x="147" y="564"/>
                  </a:lnTo>
                  <a:lnTo>
                    <a:pt x="147" y="564"/>
                  </a:lnTo>
                  <a:lnTo>
                    <a:pt x="145" y="562"/>
                  </a:lnTo>
                  <a:lnTo>
                    <a:pt x="145" y="560"/>
                  </a:lnTo>
                  <a:lnTo>
                    <a:pt x="147" y="560"/>
                  </a:lnTo>
                  <a:lnTo>
                    <a:pt x="147" y="560"/>
                  </a:lnTo>
                  <a:lnTo>
                    <a:pt x="147" y="560"/>
                  </a:lnTo>
                  <a:lnTo>
                    <a:pt x="149" y="560"/>
                  </a:lnTo>
                  <a:lnTo>
                    <a:pt x="151" y="558"/>
                  </a:lnTo>
                  <a:lnTo>
                    <a:pt x="153" y="558"/>
                  </a:lnTo>
                  <a:lnTo>
                    <a:pt x="153" y="556"/>
                  </a:lnTo>
                  <a:lnTo>
                    <a:pt x="155" y="556"/>
                  </a:lnTo>
                  <a:lnTo>
                    <a:pt x="155" y="556"/>
                  </a:lnTo>
                  <a:lnTo>
                    <a:pt x="159" y="554"/>
                  </a:lnTo>
                  <a:lnTo>
                    <a:pt x="161" y="552"/>
                  </a:lnTo>
                  <a:lnTo>
                    <a:pt x="161" y="552"/>
                  </a:lnTo>
                  <a:lnTo>
                    <a:pt x="163" y="550"/>
                  </a:lnTo>
                  <a:lnTo>
                    <a:pt x="163" y="550"/>
                  </a:lnTo>
                  <a:lnTo>
                    <a:pt x="163" y="550"/>
                  </a:lnTo>
                  <a:lnTo>
                    <a:pt x="163" y="550"/>
                  </a:lnTo>
                  <a:lnTo>
                    <a:pt x="165" y="550"/>
                  </a:lnTo>
                  <a:lnTo>
                    <a:pt x="167" y="548"/>
                  </a:lnTo>
                  <a:lnTo>
                    <a:pt x="169" y="546"/>
                  </a:lnTo>
                  <a:lnTo>
                    <a:pt x="169" y="546"/>
                  </a:lnTo>
                  <a:lnTo>
                    <a:pt x="169" y="546"/>
                  </a:lnTo>
                  <a:lnTo>
                    <a:pt x="169" y="544"/>
                  </a:lnTo>
                  <a:lnTo>
                    <a:pt x="169" y="544"/>
                  </a:lnTo>
                  <a:lnTo>
                    <a:pt x="169" y="544"/>
                  </a:lnTo>
                  <a:lnTo>
                    <a:pt x="169" y="542"/>
                  </a:lnTo>
                  <a:lnTo>
                    <a:pt x="169" y="542"/>
                  </a:lnTo>
                  <a:lnTo>
                    <a:pt x="169" y="542"/>
                  </a:lnTo>
                  <a:lnTo>
                    <a:pt x="169" y="542"/>
                  </a:lnTo>
                  <a:lnTo>
                    <a:pt x="171" y="542"/>
                  </a:lnTo>
                  <a:lnTo>
                    <a:pt x="173" y="542"/>
                  </a:lnTo>
                  <a:lnTo>
                    <a:pt x="173" y="544"/>
                  </a:lnTo>
                  <a:lnTo>
                    <a:pt x="177" y="542"/>
                  </a:lnTo>
                  <a:lnTo>
                    <a:pt x="179" y="542"/>
                  </a:lnTo>
                  <a:lnTo>
                    <a:pt x="181" y="542"/>
                  </a:lnTo>
                  <a:lnTo>
                    <a:pt x="184" y="536"/>
                  </a:lnTo>
                  <a:lnTo>
                    <a:pt x="184" y="536"/>
                  </a:lnTo>
                  <a:lnTo>
                    <a:pt x="186" y="535"/>
                  </a:lnTo>
                  <a:lnTo>
                    <a:pt x="186" y="535"/>
                  </a:lnTo>
                  <a:lnTo>
                    <a:pt x="186" y="535"/>
                  </a:lnTo>
                  <a:lnTo>
                    <a:pt x="186" y="535"/>
                  </a:lnTo>
                  <a:lnTo>
                    <a:pt x="186" y="533"/>
                  </a:lnTo>
                  <a:lnTo>
                    <a:pt x="186" y="533"/>
                  </a:lnTo>
                  <a:lnTo>
                    <a:pt x="184" y="531"/>
                  </a:lnTo>
                  <a:lnTo>
                    <a:pt x="184" y="529"/>
                  </a:lnTo>
                  <a:lnTo>
                    <a:pt x="184" y="527"/>
                  </a:lnTo>
                  <a:lnTo>
                    <a:pt x="184" y="527"/>
                  </a:lnTo>
                  <a:lnTo>
                    <a:pt x="184" y="527"/>
                  </a:lnTo>
                  <a:lnTo>
                    <a:pt x="184" y="527"/>
                  </a:lnTo>
                  <a:lnTo>
                    <a:pt x="182" y="527"/>
                  </a:lnTo>
                  <a:lnTo>
                    <a:pt x="177" y="527"/>
                  </a:lnTo>
                  <a:lnTo>
                    <a:pt x="177" y="527"/>
                  </a:lnTo>
                  <a:lnTo>
                    <a:pt x="177" y="527"/>
                  </a:lnTo>
                  <a:lnTo>
                    <a:pt x="175" y="527"/>
                  </a:lnTo>
                  <a:lnTo>
                    <a:pt x="175" y="527"/>
                  </a:lnTo>
                  <a:lnTo>
                    <a:pt x="177" y="525"/>
                  </a:lnTo>
                  <a:lnTo>
                    <a:pt x="177" y="525"/>
                  </a:lnTo>
                  <a:lnTo>
                    <a:pt x="177" y="525"/>
                  </a:lnTo>
                  <a:lnTo>
                    <a:pt x="179" y="523"/>
                  </a:lnTo>
                  <a:lnTo>
                    <a:pt x="179" y="523"/>
                  </a:lnTo>
                  <a:lnTo>
                    <a:pt x="179" y="523"/>
                  </a:lnTo>
                  <a:lnTo>
                    <a:pt x="179" y="523"/>
                  </a:lnTo>
                  <a:lnTo>
                    <a:pt x="179" y="521"/>
                  </a:lnTo>
                  <a:lnTo>
                    <a:pt x="179" y="521"/>
                  </a:lnTo>
                  <a:lnTo>
                    <a:pt x="179" y="521"/>
                  </a:lnTo>
                  <a:lnTo>
                    <a:pt x="179" y="519"/>
                  </a:lnTo>
                  <a:lnTo>
                    <a:pt x="179" y="519"/>
                  </a:lnTo>
                  <a:lnTo>
                    <a:pt x="179" y="519"/>
                  </a:lnTo>
                  <a:lnTo>
                    <a:pt x="181" y="519"/>
                  </a:lnTo>
                  <a:lnTo>
                    <a:pt x="182" y="519"/>
                  </a:lnTo>
                  <a:lnTo>
                    <a:pt x="184" y="517"/>
                  </a:lnTo>
                  <a:lnTo>
                    <a:pt x="184" y="517"/>
                  </a:lnTo>
                  <a:lnTo>
                    <a:pt x="184" y="517"/>
                  </a:lnTo>
                  <a:lnTo>
                    <a:pt x="184" y="517"/>
                  </a:lnTo>
                  <a:lnTo>
                    <a:pt x="186" y="519"/>
                  </a:lnTo>
                  <a:lnTo>
                    <a:pt x="186" y="521"/>
                  </a:lnTo>
                  <a:lnTo>
                    <a:pt x="188" y="521"/>
                  </a:lnTo>
                  <a:lnTo>
                    <a:pt x="188" y="521"/>
                  </a:lnTo>
                  <a:lnTo>
                    <a:pt x="188" y="521"/>
                  </a:lnTo>
                  <a:lnTo>
                    <a:pt x="190" y="521"/>
                  </a:lnTo>
                  <a:lnTo>
                    <a:pt x="192" y="519"/>
                  </a:lnTo>
                  <a:lnTo>
                    <a:pt x="192" y="517"/>
                  </a:lnTo>
                  <a:lnTo>
                    <a:pt x="192" y="517"/>
                  </a:lnTo>
                  <a:lnTo>
                    <a:pt x="192" y="517"/>
                  </a:lnTo>
                  <a:lnTo>
                    <a:pt x="192" y="515"/>
                  </a:lnTo>
                  <a:lnTo>
                    <a:pt x="192" y="513"/>
                  </a:lnTo>
                  <a:lnTo>
                    <a:pt x="192" y="513"/>
                  </a:lnTo>
                  <a:lnTo>
                    <a:pt x="192" y="513"/>
                  </a:lnTo>
                  <a:lnTo>
                    <a:pt x="192" y="513"/>
                  </a:lnTo>
                  <a:lnTo>
                    <a:pt x="192" y="509"/>
                  </a:lnTo>
                  <a:lnTo>
                    <a:pt x="190" y="509"/>
                  </a:lnTo>
                  <a:lnTo>
                    <a:pt x="190" y="509"/>
                  </a:lnTo>
                  <a:lnTo>
                    <a:pt x="190" y="509"/>
                  </a:lnTo>
                  <a:lnTo>
                    <a:pt x="190" y="509"/>
                  </a:lnTo>
                  <a:lnTo>
                    <a:pt x="188" y="509"/>
                  </a:lnTo>
                  <a:lnTo>
                    <a:pt x="188" y="507"/>
                  </a:lnTo>
                  <a:lnTo>
                    <a:pt x="188" y="507"/>
                  </a:lnTo>
                  <a:lnTo>
                    <a:pt x="188" y="507"/>
                  </a:lnTo>
                  <a:lnTo>
                    <a:pt x="188" y="507"/>
                  </a:lnTo>
                  <a:lnTo>
                    <a:pt x="188" y="507"/>
                  </a:lnTo>
                  <a:lnTo>
                    <a:pt x="188" y="505"/>
                  </a:lnTo>
                  <a:lnTo>
                    <a:pt x="188" y="505"/>
                  </a:lnTo>
                  <a:lnTo>
                    <a:pt x="188" y="505"/>
                  </a:lnTo>
                  <a:lnTo>
                    <a:pt x="188" y="501"/>
                  </a:lnTo>
                  <a:lnTo>
                    <a:pt x="190" y="501"/>
                  </a:lnTo>
                  <a:lnTo>
                    <a:pt x="190" y="501"/>
                  </a:lnTo>
                  <a:lnTo>
                    <a:pt x="190" y="501"/>
                  </a:lnTo>
                  <a:lnTo>
                    <a:pt x="190" y="499"/>
                  </a:lnTo>
                  <a:lnTo>
                    <a:pt x="190" y="499"/>
                  </a:lnTo>
                  <a:lnTo>
                    <a:pt x="190" y="499"/>
                  </a:lnTo>
                  <a:lnTo>
                    <a:pt x="192" y="497"/>
                  </a:lnTo>
                  <a:lnTo>
                    <a:pt x="192" y="495"/>
                  </a:lnTo>
                  <a:lnTo>
                    <a:pt x="192" y="495"/>
                  </a:lnTo>
                  <a:lnTo>
                    <a:pt x="192" y="493"/>
                  </a:lnTo>
                  <a:lnTo>
                    <a:pt x="192" y="493"/>
                  </a:lnTo>
                  <a:lnTo>
                    <a:pt x="192" y="493"/>
                  </a:lnTo>
                  <a:lnTo>
                    <a:pt x="192" y="493"/>
                  </a:lnTo>
                  <a:lnTo>
                    <a:pt x="192" y="493"/>
                  </a:lnTo>
                  <a:lnTo>
                    <a:pt x="190" y="493"/>
                  </a:lnTo>
                  <a:lnTo>
                    <a:pt x="188" y="493"/>
                  </a:lnTo>
                  <a:lnTo>
                    <a:pt x="188" y="493"/>
                  </a:lnTo>
                  <a:lnTo>
                    <a:pt x="186" y="489"/>
                  </a:lnTo>
                  <a:lnTo>
                    <a:pt x="186" y="489"/>
                  </a:lnTo>
                  <a:lnTo>
                    <a:pt x="186" y="489"/>
                  </a:lnTo>
                  <a:lnTo>
                    <a:pt x="184" y="491"/>
                  </a:lnTo>
                  <a:lnTo>
                    <a:pt x="181" y="491"/>
                  </a:lnTo>
                  <a:lnTo>
                    <a:pt x="179" y="491"/>
                  </a:lnTo>
                  <a:lnTo>
                    <a:pt x="175" y="489"/>
                  </a:lnTo>
                  <a:lnTo>
                    <a:pt x="169" y="489"/>
                  </a:lnTo>
                  <a:lnTo>
                    <a:pt x="169" y="489"/>
                  </a:lnTo>
                  <a:lnTo>
                    <a:pt x="169" y="489"/>
                  </a:lnTo>
                  <a:lnTo>
                    <a:pt x="169" y="487"/>
                  </a:lnTo>
                  <a:lnTo>
                    <a:pt x="167" y="487"/>
                  </a:lnTo>
                  <a:lnTo>
                    <a:pt x="167" y="485"/>
                  </a:lnTo>
                  <a:lnTo>
                    <a:pt x="167" y="485"/>
                  </a:lnTo>
                  <a:lnTo>
                    <a:pt x="167" y="483"/>
                  </a:lnTo>
                  <a:lnTo>
                    <a:pt x="167" y="482"/>
                  </a:lnTo>
                  <a:lnTo>
                    <a:pt x="165" y="482"/>
                  </a:lnTo>
                  <a:lnTo>
                    <a:pt x="165" y="480"/>
                  </a:lnTo>
                  <a:lnTo>
                    <a:pt x="165" y="480"/>
                  </a:lnTo>
                  <a:lnTo>
                    <a:pt x="165" y="480"/>
                  </a:lnTo>
                  <a:lnTo>
                    <a:pt x="169" y="474"/>
                  </a:lnTo>
                  <a:lnTo>
                    <a:pt x="169" y="474"/>
                  </a:lnTo>
                  <a:lnTo>
                    <a:pt x="169" y="474"/>
                  </a:lnTo>
                  <a:lnTo>
                    <a:pt x="169" y="468"/>
                  </a:lnTo>
                  <a:lnTo>
                    <a:pt x="169" y="468"/>
                  </a:lnTo>
                  <a:lnTo>
                    <a:pt x="169" y="468"/>
                  </a:lnTo>
                  <a:lnTo>
                    <a:pt x="169" y="466"/>
                  </a:lnTo>
                  <a:lnTo>
                    <a:pt x="169" y="464"/>
                  </a:lnTo>
                  <a:lnTo>
                    <a:pt x="169" y="464"/>
                  </a:lnTo>
                  <a:lnTo>
                    <a:pt x="169" y="464"/>
                  </a:lnTo>
                  <a:lnTo>
                    <a:pt x="169" y="462"/>
                  </a:lnTo>
                  <a:lnTo>
                    <a:pt x="169" y="462"/>
                  </a:lnTo>
                  <a:lnTo>
                    <a:pt x="169" y="460"/>
                  </a:lnTo>
                  <a:lnTo>
                    <a:pt x="169" y="460"/>
                  </a:lnTo>
                  <a:lnTo>
                    <a:pt x="169" y="460"/>
                  </a:lnTo>
                  <a:lnTo>
                    <a:pt x="171" y="458"/>
                  </a:lnTo>
                  <a:lnTo>
                    <a:pt x="171" y="456"/>
                  </a:lnTo>
                  <a:lnTo>
                    <a:pt x="171" y="456"/>
                  </a:lnTo>
                  <a:lnTo>
                    <a:pt x="171" y="456"/>
                  </a:lnTo>
                  <a:lnTo>
                    <a:pt x="171" y="456"/>
                  </a:lnTo>
                  <a:lnTo>
                    <a:pt x="173" y="456"/>
                  </a:lnTo>
                  <a:lnTo>
                    <a:pt x="173" y="454"/>
                  </a:lnTo>
                  <a:lnTo>
                    <a:pt x="173" y="452"/>
                  </a:lnTo>
                  <a:lnTo>
                    <a:pt x="175" y="450"/>
                  </a:lnTo>
                  <a:lnTo>
                    <a:pt x="177" y="448"/>
                  </a:lnTo>
                  <a:lnTo>
                    <a:pt x="177" y="448"/>
                  </a:lnTo>
                  <a:lnTo>
                    <a:pt x="177" y="446"/>
                  </a:lnTo>
                  <a:lnTo>
                    <a:pt x="177" y="446"/>
                  </a:lnTo>
                  <a:lnTo>
                    <a:pt x="177" y="446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42"/>
                  </a:lnTo>
                  <a:lnTo>
                    <a:pt x="181" y="440"/>
                  </a:lnTo>
                  <a:lnTo>
                    <a:pt x="182" y="440"/>
                  </a:lnTo>
                  <a:lnTo>
                    <a:pt x="184" y="438"/>
                  </a:lnTo>
                  <a:lnTo>
                    <a:pt x="184" y="436"/>
                  </a:lnTo>
                  <a:lnTo>
                    <a:pt x="186" y="436"/>
                  </a:lnTo>
                  <a:lnTo>
                    <a:pt x="186" y="436"/>
                  </a:lnTo>
                  <a:lnTo>
                    <a:pt x="186" y="434"/>
                  </a:lnTo>
                  <a:lnTo>
                    <a:pt x="186" y="434"/>
                  </a:lnTo>
                  <a:lnTo>
                    <a:pt x="186" y="432"/>
                  </a:lnTo>
                  <a:lnTo>
                    <a:pt x="188" y="432"/>
                  </a:lnTo>
                  <a:lnTo>
                    <a:pt x="188" y="432"/>
                  </a:lnTo>
                  <a:lnTo>
                    <a:pt x="188" y="430"/>
                  </a:lnTo>
                  <a:lnTo>
                    <a:pt x="188" y="430"/>
                  </a:lnTo>
                  <a:lnTo>
                    <a:pt x="188" y="430"/>
                  </a:lnTo>
                  <a:lnTo>
                    <a:pt x="186" y="428"/>
                  </a:lnTo>
                  <a:lnTo>
                    <a:pt x="186" y="428"/>
                  </a:lnTo>
                  <a:lnTo>
                    <a:pt x="184" y="428"/>
                  </a:lnTo>
                  <a:lnTo>
                    <a:pt x="184" y="428"/>
                  </a:lnTo>
                  <a:lnTo>
                    <a:pt x="184" y="427"/>
                  </a:lnTo>
                  <a:lnTo>
                    <a:pt x="184" y="427"/>
                  </a:lnTo>
                  <a:lnTo>
                    <a:pt x="184" y="427"/>
                  </a:lnTo>
                  <a:lnTo>
                    <a:pt x="184" y="427"/>
                  </a:lnTo>
                  <a:lnTo>
                    <a:pt x="182" y="425"/>
                  </a:lnTo>
                  <a:lnTo>
                    <a:pt x="182" y="421"/>
                  </a:lnTo>
                  <a:lnTo>
                    <a:pt x="182" y="421"/>
                  </a:lnTo>
                  <a:lnTo>
                    <a:pt x="182" y="421"/>
                  </a:lnTo>
                  <a:lnTo>
                    <a:pt x="182" y="421"/>
                  </a:lnTo>
                  <a:lnTo>
                    <a:pt x="181" y="419"/>
                  </a:lnTo>
                  <a:lnTo>
                    <a:pt x="181" y="419"/>
                  </a:lnTo>
                  <a:lnTo>
                    <a:pt x="181" y="417"/>
                  </a:lnTo>
                  <a:lnTo>
                    <a:pt x="181" y="417"/>
                  </a:lnTo>
                  <a:lnTo>
                    <a:pt x="181" y="417"/>
                  </a:lnTo>
                  <a:lnTo>
                    <a:pt x="181" y="417"/>
                  </a:lnTo>
                  <a:lnTo>
                    <a:pt x="182" y="415"/>
                  </a:lnTo>
                  <a:lnTo>
                    <a:pt x="182" y="415"/>
                  </a:lnTo>
                  <a:lnTo>
                    <a:pt x="182" y="415"/>
                  </a:lnTo>
                  <a:lnTo>
                    <a:pt x="182" y="413"/>
                  </a:lnTo>
                  <a:lnTo>
                    <a:pt x="182" y="413"/>
                  </a:lnTo>
                  <a:lnTo>
                    <a:pt x="182" y="413"/>
                  </a:lnTo>
                  <a:lnTo>
                    <a:pt x="182" y="413"/>
                  </a:lnTo>
                  <a:lnTo>
                    <a:pt x="181" y="413"/>
                  </a:lnTo>
                  <a:lnTo>
                    <a:pt x="181" y="413"/>
                  </a:lnTo>
                  <a:lnTo>
                    <a:pt x="181" y="413"/>
                  </a:lnTo>
                  <a:lnTo>
                    <a:pt x="181" y="413"/>
                  </a:lnTo>
                  <a:lnTo>
                    <a:pt x="181" y="411"/>
                  </a:lnTo>
                  <a:lnTo>
                    <a:pt x="181" y="411"/>
                  </a:lnTo>
                  <a:lnTo>
                    <a:pt x="181" y="411"/>
                  </a:lnTo>
                  <a:lnTo>
                    <a:pt x="181" y="407"/>
                  </a:lnTo>
                  <a:lnTo>
                    <a:pt x="181" y="407"/>
                  </a:lnTo>
                  <a:lnTo>
                    <a:pt x="181" y="407"/>
                  </a:lnTo>
                  <a:lnTo>
                    <a:pt x="181" y="405"/>
                  </a:lnTo>
                  <a:lnTo>
                    <a:pt x="181" y="405"/>
                  </a:lnTo>
                  <a:lnTo>
                    <a:pt x="181" y="405"/>
                  </a:lnTo>
                  <a:lnTo>
                    <a:pt x="179" y="405"/>
                  </a:lnTo>
                  <a:lnTo>
                    <a:pt x="179" y="403"/>
                  </a:lnTo>
                  <a:lnTo>
                    <a:pt x="177" y="403"/>
                  </a:lnTo>
                  <a:lnTo>
                    <a:pt x="177" y="403"/>
                  </a:lnTo>
                  <a:lnTo>
                    <a:pt x="175" y="403"/>
                  </a:lnTo>
                  <a:lnTo>
                    <a:pt x="173" y="403"/>
                  </a:lnTo>
                  <a:lnTo>
                    <a:pt x="173" y="403"/>
                  </a:lnTo>
                  <a:lnTo>
                    <a:pt x="173" y="403"/>
                  </a:lnTo>
                  <a:lnTo>
                    <a:pt x="171" y="399"/>
                  </a:lnTo>
                  <a:lnTo>
                    <a:pt x="171" y="399"/>
                  </a:lnTo>
                  <a:lnTo>
                    <a:pt x="171" y="399"/>
                  </a:lnTo>
                  <a:lnTo>
                    <a:pt x="169" y="397"/>
                  </a:lnTo>
                  <a:lnTo>
                    <a:pt x="169" y="395"/>
                  </a:lnTo>
                  <a:lnTo>
                    <a:pt x="167" y="395"/>
                  </a:lnTo>
                  <a:lnTo>
                    <a:pt x="167" y="395"/>
                  </a:lnTo>
                  <a:lnTo>
                    <a:pt x="167" y="395"/>
                  </a:lnTo>
                  <a:lnTo>
                    <a:pt x="167" y="395"/>
                  </a:lnTo>
                  <a:lnTo>
                    <a:pt x="165" y="395"/>
                  </a:lnTo>
                  <a:lnTo>
                    <a:pt x="165" y="393"/>
                  </a:lnTo>
                  <a:lnTo>
                    <a:pt x="165" y="393"/>
                  </a:lnTo>
                  <a:lnTo>
                    <a:pt x="163" y="393"/>
                  </a:lnTo>
                  <a:lnTo>
                    <a:pt x="163" y="393"/>
                  </a:lnTo>
                  <a:lnTo>
                    <a:pt x="163" y="393"/>
                  </a:lnTo>
                  <a:lnTo>
                    <a:pt x="163" y="393"/>
                  </a:lnTo>
                  <a:lnTo>
                    <a:pt x="163" y="393"/>
                  </a:lnTo>
                  <a:lnTo>
                    <a:pt x="163" y="395"/>
                  </a:lnTo>
                  <a:lnTo>
                    <a:pt x="163" y="395"/>
                  </a:lnTo>
                  <a:lnTo>
                    <a:pt x="163" y="395"/>
                  </a:lnTo>
                  <a:lnTo>
                    <a:pt x="161" y="395"/>
                  </a:lnTo>
                  <a:lnTo>
                    <a:pt x="161" y="395"/>
                  </a:lnTo>
                  <a:lnTo>
                    <a:pt x="159" y="395"/>
                  </a:lnTo>
                  <a:lnTo>
                    <a:pt x="157" y="395"/>
                  </a:lnTo>
                  <a:lnTo>
                    <a:pt x="157" y="393"/>
                  </a:lnTo>
                  <a:lnTo>
                    <a:pt x="155" y="393"/>
                  </a:lnTo>
                  <a:lnTo>
                    <a:pt x="155" y="391"/>
                  </a:lnTo>
                  <a:lnTo>
                    <a:pt x="155" y="389"/>
                  </a:lnTo>
                  <a:lnTo>
                    <a:pt x="155" y="389"/>
                  </a:lnTo>
                  <a:lnTo>
                    <a:pt x="155" y="389"/>
                  </a:lnTo>
                  <a:lnTo>
                    <a:pt x="157" y="387"/>
                  </a:lnTo>
                  <a:lnTo>
                    <a:pt x="157" y="387"/>
                  </a:lnTo>
                  <a:lnTo>
                    <a:pt x="157" y="387"/>
                  </a:lnTo>
                  <a:lnTo>
                    <a:pt x="157" y="385"/>
                  </a:lnTo>
                  <a:lnTo>
                    <a:pt x="157" y="385"/>
                  </a:lnTo>
                  <a:lnTo>
                    <a:pt x="157" y="385"/>
                  </a:lnTo>
                  <a:lnTo>
                    <a:pt x="157" y="383"/>
                  </a:lnTo>
                  <a:lnTo>
                    <a:pt x="157" y="381"/>
                  </a:lnTo>
                  <a:lnTo>
                    <a:pt x="157" y="381"/>
                  </a:lnTo>
                  <a:lnTo>
                    <a:pt x="157" y="379"/>
                  </a:lnTo>
                  <a:lnTo>
                    <a:pt x="157" y="379"/>
                  </a:lnTo>
                  <a:lnTo>
                    <a:pt x="157" y="379"/>
                  </a:lnTo>
                  <a:lnTo>
                    <a:pt x="157" y="379"/>
                  </a:lnTo>
                  <a:lnTo>
                    <a:pt x="157" y="379"/>
                  </a:lnTo>
                  <a:lnTo>
                    <a:pt x="157" y="379"/>
                  </a:lnTo>
                  <a:lnTo>
                    <a:pt x="157" y="377"/>
                  </a:lnTo>
                  <a:lnTo>
                    <a:pt x="157" y="377"/>
                  </a:lnTo>
                  <a:lnTo>
                    <a:pt x="159" y="377"/>
                  </a:lnTo>
                  <a:lnTo>
                    <a:pt x="161" y="377"/>
                  </a:lnTo>
                  <a:lnTo>
                    <a:pt x="165" y="374"/>
                  </a:lnTo>
                  <a:lnTo>
                    <a:pt x="167" y="370"/>
                  </a:lnTo>
                  <a:lnTo>
                    <a:pt x="167" y="370"/>
                  </a:lnTo>
                  <a:lnTo>
                    <a:pt x="167" y="370"/>
                  </a:lnTo>
                  <a:lnTo>
                    <a:pt x="169" y="370"/>
                  </a:lnTo>
                  <a:lnTo>
                    <a:pt x="169" y="370"/>
                  </a:lnTo>
                  <a:lnTo>
                    <a:pt x="169" y="370"/>
                  </a:lnTo>
                  <a:lnTo>
                    <a:pt x="171" y="368"/>
                  </a:lnTo>
                  <a:lnTo>
                    <a:pt x="175" y="366"/>
                  </a:lnTo>
                  <a:lnTo>
                    <a:pt x="177" y="364"/>
                  </a:lnTo>
                  <a:lnTo>
                    <a:pt x="177" y="364"/>
                  </a:lnTo>
                  <a:lnTo>
                    <a:pt x="177" y="364"/>
                  </a:lnTo>
                  <a:lnTo>
                    <a:pt x="177" y="364"/>
                  </a:lnTo>
                  <a:lnTo>
                    <a:pt x="179" y="362"/>
                  </a:lnTo>
                  <a:lnTo>
                    <a:pt x="179" y="360"/>
                  </a:lnTo>
                  <a:lnTo>
                    <a:pt x="181" y="358"/>
                  </a:lnTo>
                  <a:lnTo>
                    <a:pt x="181" y="358"/>
                  </a:lnTo>
                  <a:lnTo>
                    <a:pt x="181" y="358"/>
                  </a:lnTo>
                  <a:lnTo>
                    <a:pt x="192" y="370"/>
                  </a:lnTo>
                  <a:lnTo>
                    <a:pt x="204" y="375"/>
                  </a:lnTo>
                  <a:lnTo>
                    <a:pt x="206" y="375"/>
                  </a:lnTo>
                  <a:lnTo>
                    <a:pt x="206" y="379"/>
                  </a:lnTo>
                  <a:lnTo>
                    <a:pt x="206" y="379"/>
                  </a:lnTo>
                  <a:lnTo>
                    <a:pt x="202" y="377"/>
                  </a:lnTo>
                  <a:lnTo>
                    <a:pt x="200" y="377"/>
                  </a:lnTo>
                  <a:lnTo>
                    <a:pt x="202" y="375"/>
                  </a:lnTo>
                  <a:lnTo>
                    <a:pt x="200" y="375"/>
                  </a:lnTo>
                  <a:lnTo>
                    <a:pt x="200" y="377"/>
                  </a:lnTo>
                  <a:lnTo>
                    <a:pt x="200" y="377"/>
                  </a:lnTo>
                  <a:lnTo>
                    <a:pt x="198" y="375"/>
                  </a:lnTo>
                  <a:lnTo>
                    <a:pt x="198" y="375"/>
                  </a:lnTo>
                  <a:lnTo>
                    <a:pt x="198" y="375"/>
                  </a:lnTo>
                  <a:lnTo>
                    <a:pt x="198" y="375"/>
                  </a:lnTo>
                  <a:lnTo>
                    <a:pt x="198" y="379"/>
                  </a:lnTo>
                  <a:lnTo>
                    <a:pt x="198" y="379"/>
                  </a:lnTo>
                  <a:lnTo>
                    <a:pt x="200" y="381"/>
                  </a:lnTo>
                  <a:lnTo>
                    <a:pt x="202" y="381"/>
                  </a:lnTo>
                  <a:lnTo>
                    <a:pt x="204" y="383"/>
                  </a:lnTo>
                  <a:lnTo>
                    <a:pt x="208" y="383"/>
                  </a:lnTo>
                  <a:lnTo>
                    <a:pt x="210" y="385"/>
                  </a:lnTo>
                  <a:lnTo>
                    <a:pt x="212" y="387"/>
                  </a:lnTo>
                  <a:lnTo>
                    <a:pt x="214" y="387"/>
                  </a:lnTo>
                  <a:lnTo>
                    <a:pt x="214" y="389"/>
                  </a:lnTo>
                  <a:lnTo>
                    <a:pt x="216" y="391"/>
                  </a:lnTo>
                  <a:lnTo>
                    <a:pt x="220" y="395"/>
                  </a:lnTo>
                  <a:lnTo>
                    <a:pt x="220" y="397"/>
                  </a:lnTo>
                  <a:lnTo>
                    <a:pt x="230" y="405"/>
                  </a:lnTo>
                  <a:lnTo>
                    <a:pt x="241" y="409"/>
                  </a:lnTo>
                  <a:lnTo>
                    <a:pt x="243" y="411"/>
                  </a:lnTo>
                  <a:lnTo>
                    <a:pt x="245" y="413"/>
                  </a:lnTo>
                  <a:lnTo>
                    <a:pt x="243" y="413"/>
                  </a:lnTo>
                  <a:lnTo>
                    <a:pt x="241" y="415"/>
                  </a:lnTo>
                  <a:lnTo>
                    <a:pt x="241" y="417"/>
                  </a:lnTo>
                  <a:lnTo>
                    <a:pt x="241" y="419"/>
                  </a:lnTo>
                  <a:lnTo>
                    <a:pt x="243" y="421"/>
                  </a:lnTo>
                  <a:lnTo>
                    <a:pt x="245" y="423"/>
                  </a:lnTo>
                  <a:lnTo>
                    <a:pt x="245" y="425"/>
                  </a:lnTo>
                  <a:lnTo>
                    <a:pt x="245" y="427"/>
                  </a:lnTo>
                  <a:lnTo>
                    <a:pt x="245" y="427"/>
                  </a:lnTo>
                  <a:lnTo>
                    <a:pt x="249" y="427"/>
                  </a:lnTo>
                  <a:lnTo>
                    <a:pt x="249" y="428"/>
                  </a:lnTo>
                  <a:lnTo>
                    <a:pt x="251" y="428"/>
                  </a:lnTo>
                  <a:lnTo>
                    <a:pt x="251" y="430"/>
                  </a:lnTo>
                  <a:lnTo>
                    <a:pt x="257" y="438"/>
                  </a:lnTo>
                  <a:lnTo>
                    <a:pt x="263" y="450"/>
                  </a:lnTo>
                  <a:lnTo>
                    <a:pt x="259" y="448"/>
                  </a:lnTo>
                  <a:lnTo>
                    <a:pt x="263" y="452"/>
                  </a:lnTo>
                  <a:lnTo>
                    <a:pt x="263" y="452"/>
                  </a:lnTo>
                  <a:lnTo>
                    <a:pt x="265" y="452"/>
                  </a:lnTo>
                  <a:lnTo>
                    <a:pt x="267" y="454"/>
                  </a:lnTo>
                  <a:lnTo>
                    <a:pt x="271" y="458"/>
                  </a:lnTo>
                  <a:lnTo>
                    <a:pt x="273" y="458"/>
                  </a:lnTo>
                  <a:lnTo>
                    <a:pt x="273" y="460"/>
                  </a:lnTo>
                  <a:lnTo>
                    <a:pt x="275" y="460"/>
                  </a:lnTo>
                  <a:lnTo>
                    <a:pt x="275" y="462"/>
                  </a:lnTo>
                  <a:lnTo>
                    <a:pt x="275" y="464"/>
                  </a:lnTo>
                  <a:lnTo>
                    <a:pt x="277" y="466"/>
                  </a:lnTo>
                  <a:lnTo>
                    <a:pt x="277" y="468"/>
                  </a:lnTo>
                  <a:lnTo>
                    <a:pt x="275" y="472"/>
                  </a:lnTo>
                  <a:lnTo>
                    <a:pt x="273" y="474"/>
                  </a:lnTo>
                  <a:lnTo>
                    <a:pt x="273" y="476"/>
                  </a:lnTo>
                  <a:lnTo>
                    <a:pt x="273" y="476"/>
                  </a:lnTo>
                  <a:lnTo>
                    <a:pt x="273" y="478"/>
                  </a:lnTo>
                  <a:lnTo>
                    <a:pt x="275" y="478"/>
                  </a:lnTo>
                  <a:lnTo>
                    <a:pt x="275" y="478"/>
                  </a:lnTo>
                  <a:lnTo>
                    <a:pt x="275" y="478"/>
                  </a:lnTo>
                  <a:lnTo>
                    <a:pt x="275" y="480"/>
                  </a:lnTo>
                  <a:lnTo>
                    <a:pt x="275" y="480"/>
                  </a:lnTo>
                  <a:lnTo>
                    <a:pt x="275" y="482"/>
                  </a:lnTo>
                  <a:lnTo>
                    <a:pt x="275" y="482"/>
                  </a:lnTo>
                  <a:lnTo>
                    <a:pt x="275" y="483"/>
                  </a:lnTo>
                  <a:lnTo>
                    <a:pt x="277" y="482"/>
                  </a:lnTo>
                  <a:lnTo>
                    <a:pt x="279" y="480"/>
                  </a:lnTo>
                  <a:lnTo>
                    <a:pt x="283" y="480"/>
                  </a:lnTo>
                  <a:lnTo>
                    <a:pt x="283" y="478"/>
                  </a:lnTo>
                  <a:lnTo>
                    <a:pt x="283" y="476"/>
                  </a:lnTo>
                  <a:lnTo>
                    <a:pt x="286" y="474"/>
                  </a:lnTo>
                  <a:lnTo>
                    <a:pt x="286" y="474"/>
                  </a:lnTo>
                  <a:lnTo>
                    <a:pt x="288" y="472"/>
                  </a:lnTo>
                  <a:lnTo>
                    <a:pt x="288" y="472"/>
                  </a:lnTo>
                  <a:lnTo>
                    <a:pt x="290" y="472"/>
                  </a:lnTo>
                  <a:lnTo>
                    <a:pt x="288" y="472"/>
                  </a:lnTo>
                  <a:lnTo>
                    <a:pt x="288" y="472"/>
                  </a:lnTo>
                  <a:lnTo>
                    <a:pt x="288" y="470"/>
                  </a:lnTo>
                  <a:lnTo>
                    <a:pt x="288" y="466"/>
                  </a:lnTo>
                  <a:lnTo>
                    <a:pt x="288" y="466"/>
                  </a:lnTo>
                  <a:lnTo>
                    <a:pt x="290" y="464"/>
                  </a:lnTo>
                  <a:lnTo>
                    <a:pt x="292" y="462"/>
                  </a:lnTo>
                  <a:lnTo>
                    <a:pt x="292" y="460"/>
                  </a:lnTo>
                  <a:lnTo>
                    <a:pt x="294" y="458"/>
                  </a:lnTo>
                  <a:lnTo>
                    <a:pt x="296" y="456"/>
                  </a:lnTo>
                  <a:lnTo>
                    <a:pt x="304" y="444"/>
                  </a:lnTo>
                  <a:lnTo>
                    <a:pt x="306" y="442"/>
                  </a:lnTo>
                  <a:lnTo>
                    <a:pt x="306" y="440"/>
                  </a:lnTo>
                  <a:lnTo>
                    <a:pt x="306" y="438"/>
                  </a:lnTo>
                  <a:lnTo>
                    <a:pt x="308" y="434"/>
                  </a:lnTo>
                  <a:lnTo>
                    <a:pt x="308" y="432"/>
                  </a:lnTo>
                  <a:lnTo>
                    <a:pt x="310" y="430"/>
                  </a:lnTo>
                  <a:lnTo>
                    <a:pt x="310" y="430"/>
                  </a:lnTo>
                  <a:lnTo>
                    <a:pt x="310" y="430"/>
                  </a:lnTo>
                  <a:lnTo>
                    <a:pt x="310" y="430"/>
                  </a:lnTo>
                  <a:lnTo>
                    <a:pt x="310" y="430"/>
                  </a:lnTo>
                  <a:lnTo>
                    <a:pt x="310" y="427"/>
                  </a:lnTo>
                  <a:lnTo>
                    <a:pt x="310" y="427"/>
                  </a:lnTo>
                  <a:lnTo>
                    <a:pt x="312" y="427"/>
                  </a:lnTo>
                  <a:lnTo>
                    <a:pt x="314" y="425"/>
                  </a:lnTo>
                  <a:lnTo>
                    <a:pt x="314" y="423"/>
                  </a:lnTo>
                  <a:lnTo>
                    <a:pt x="316" y="421"/>
                  </a:lnTo>
                  <a:lnTo>
                    <a:pt x="312" y="421"/>
                  </a:lnTo>
                  <a:lnTo>
                    <a:pt x="310" y="419"/>
                  </a:lnTo>
                  <a:lnTo>
                    <a:pt x="310" y="419"/>
                  </a:lnTo>
                  <a:lnTo>
                    <a:pt x="310" y="417"/>
                  </a:lnTo>
                  <a:lnTo>
                    <a:pt x="312" y="417"/>
                  </a:lnTo>
                  <a:lnTo>
                    <a:pt x="316" y="417"/>
                  </a:lnTo>
                  <a:lnTo>
                    <a:pt x="316" y="417"/>
                  </a:lnTo>
                  <a:lnTo>
                    <a:pt x="314" y="417"/>
                  </a:lnTo>
                  <a:lnTo>
                    <a:pt x="316" y="415"/>
                  </a:lnTo>
                  <a:lnTo>
                    <a:pt x="318" y="415"/>
                  </a:lnTo>
                  <a:lnTo>
                    <a:pt x="320" y="413"/>
                  </a:lnTo>
                  <a:lnTo>
                    <a:pt x="312" y="413"/>
                  </a:lnTo>
                  <a:lnTo>
                    <a:pt x="314" y="413"/>
                  </a:lnTo>
                  <a:lnTo>
                    <a:pt x="312" y="413"/>
                  </a:lnTo>
                  <a:lnTo>
                    <a:pt x="310" y="413"/>
                  </a:lnTo>
                  <a:lnTo>
                    <a:pt x="304" y="415"/>
                  </a:lnTo>
                  <a:lnTo>
                    <a:pt x="300" y="415"/>
                  </a:lnTo>
                  <a:lnTo>
                    <a:pt x="294" y="409"/>
                  </a:lnTo>
                  <a:lnTo>
                    <a:pt x="294" y="407"/>
                  </a:lnTo>
                  <a:lnTo>
                    <a:pt x="294" y="405"/>
                  </a:lnTo>
                  <a:lnTo>
                    <a:pt x="292" y="401"/>
                  </a:lnTo>
                  <a:lnTo>
                    <a:pt x="292" y="399"/>
                  </a:lnTo>
                  <a:lnTo>
                    <a:pt x="286" y="381"/>
                  </a:lnTo>
                  <a:lnTo>
                    <a:pt x="284" y="375"/>
                  </a:lnTo>
                  <a:lnTo>
                    <a:pt x="284" y="372"/>
                  </a:lnTo>
                  <a:lnTo>
                    <a:pt x="284" y="370"/>
                  </a:lnTo>
                  <a:lnTo>
                    <a:pt x="286" y="368"/>
                  </a:lnTo>
                  <a:lnTo>
                    <a:pt x="286" y="366"/>
                  </a:lnTo>
                  <a:lnTo>
                    <a:pt x="288" y="364"/>
                  </a:lnTo>
                  <a:lnTo>
                    <a:pt x="288" y="362"/>
                  </a:lnTo>
                  <a:lnTo>
                    <a:pt x="288" y="362"/>
                  </a:lnTo>
                  <a:lnTo>
                    <a:pt x="288" y="360"/>
                  </a:lnTo>
                  <a:lnTo>
                    <a:pt x="288" y="358"/>
                  </a:lnTo>
                  <a:lnTo>
                    <a:pt x="288" y="358"/>
                  </a:lnTo>
                  <a:lnTo>
                    <a:pt x="290" y="356"/>
                  </a:lnTo>
                  <a:lnTo>
                    <a:pt x="290" y="354"/>
                  </a:lnTo>
                  <a:lnTo>
                    <a:pt x="290" y="352"/>
                  </a:lnTo>
                  <a:lnTo>
                    <a:pt x="290" y="352"/>
                  </a:lnTo>
                  <a:lnTo>
                    <a:pt x="290" y="350"/>
                  </a:lnTo>
                  <a:lnTo>
                    <a:pt x="290" y="350"/>
                  </a:lnTo>
                  <a:lnTo>
                    <a:pt x="290" y="350"/>
                  </a:lnTo>
                  <a:lnTo>
                    <a:pt x="290" y="350"/>
                  </a:lnTo>
                  <a:lnTo>
                    <a:pt x="290" y="348"/>
                  </a:lnTo>
                  <a:lnTo>
                    <a:pt x="288" y="348"/>
                  </a:lnTo>
                  <a:lnTo>
                    <a:pt x="288" y="350"/>
                  </a:lnTo>
                  <a:lnTo>
                    <a:pt x="286" y="352"/>
                  </a:lnTo>
                  <a:lnTo>
                    <a:pt x="286" y="352"/>
                  </a:lnTo>
                  <a:lnTo>
                    <a:pt x="288" y="354"/>
                  </a:lnTo>
                  <a:lnTo>
                    <a:pt x="288" y="354"/>
                  </a:lnTo>
                  <a:lnTo>
                    <a:pt x="284" y="354"/>
                  </a:lnTo>
                  <a:lnTo>
                    <a:pt x="281" y="352"/>
                  </a:lnTo>
                  <a:lnTo>
                    <a:pt x="277" y="346"/>
                  </a:lnTo>
                  <a:lnTo>
                    <a:pt x="275" y="342"/>
                  </a:lnTo>
                  <a:lnTo>
                    <a:pt x="273" y="340"/>
                  </a:lnTo>
                  <a:lnTo>
                    <a:pt x="271" y="338"/>
                  </a:lnTo>
                  <a:lnTo>
                    <a:pt x="265" y="336"/>
                  </a:lnTo>
                  <a:lnTo>
                    <a:pt x="259" y="328"/>
                  </a:lnTo>
                  <a:lnTo>
                    <a:pt x="257" y="328"/>
                  </a:lnTo>
                  <a:lnTo>
                    <a:pt x="255" y="328"/>
                  </a:lnTo>
                  <a:lnTo>
                    <a:pt x="255" y="328"/>
                  </a:lnTo>
                  <a:lnTo>
                    <a:pt x="255" y="330"/>
                  </a:lnTo>
                  <a:lnTo>
                    <a:pt x="255" y="330"/>
                  </a:lnTo>
                  <a:lnTo>
                    <a:pt x="255" y="330"/>
                  </a:lnTo>
                  <a:lnTo>
                    <a:pt x="255" y="332"/>
                  </a:lnTo>
                  <a:lnTo>
                    <a:pt x="253" y="332"/>
                  </a:lnTo>
                  <a:lnTo>
                    <a:pt x="251" y="332"/>
                  </a:lnTo>
                  <a:lnTo>
                    <a:pt x="249" y="332"/>
                  </a:lnTo>
                  <a:lnTo>
                    <a:pt x="249" y="332"/>
                  </a:lnTo>
                  <a:lnTo>
                    <a:pt x="249" y="336"/>
                  </a:lnTo>
                  <a:lnTo>
                    <a:pt x="251" y="344"/>
                  </a:lnTo>
                  <a:lnTo>
                    <a:pt x="249" y="344"/>
                  </a:lnTo>
                  <a:lnTo>
                    <a:pt x="249" y="344"/>
                  </a:lnTo>
                  <a:lnTo>
                    <a:pt x="247" y="340"/>
                  </a:lnTo>
                  <a:lnTo>
                    <a:pt x="247" y="338"/>
                  </a:lnTo>
                  <a:lnTo>
                    <a:pt x="247" y="336"/>
                  </a:lnTo>
                  <a:lnTo>
                    <a:pt x="247" y="334"/>
                  </a:lnTo>
                  <a:lnTo>
                    <a:pt x="247" y="332"/>
                  </a:lnTo>
                  <a:lnTo>
                    <a:pt x="247" y="328"/>
                  </a:lnTo>
                  <a:lnTo>
                    <a:pt x="249" y="324"/>
                  </a:lnTo>
                  <a:lnTo>
                    <a:pt x="249" y="324"/>
                  </a:lnTo>
                  <a:lnTo>
                    <a:pt x="249" y="322"/>
                  </a:lnTo>
                  <a:lnTo>
                    <a:pt x="249" y="321"/>
                  </a:lnTo>
                  <a:lnTo>
                    <a:pt x="249" y="319"/>
                  </a:lnTo>
                  <a:lnTo>
                    <a:pt x="251" y="315"/>
                  </a:lnTo>
                  <a:lnTo>
                    <a:pt x="257" y="297"/>
                  </a:lnTo>
                  <a:lnTo>
                    <a:pt x="257" y="295"/>
                  </a:lnTo>
                  <a:lnTo>
                    <a:pt x="257" y="295"/>
                  </a:lnTo>
                  <a:lnTo>
                    <a:pt x="259" y="293"/>
                  </a:lnTo>
                  <a:lnTo>
                    <a:pt x="259" y="293"/>
                  </a:lnTo>
                  <a:lnTo>
                    <a:pt x="261" y="291"/>
                  </a:lnTo>
                  <a:lnTo>
                    <a:pt x="261" y="291"/>
                  </a:lnTo>
                  <a:lnTo>
                    <a:pt x="261" y="293"/>
                  </a:lnTo>
                  <a:lnTo>
                    <a:pt x="261" y="295"/>
                  </a:lnTo>
                  <a:lnTo>
                    <a:pt x="261" y="295"/>
                  </a:lnTo>
                  <a:lnTo>
                    <a:pt x="261" y="297"/>
                  </a:lnTo>
                  <a:lnTo>
                    <a:pt x="259" y="297"/>
                  </a:lnTo>
                  <a:lnTo>
                    <a:pt x="259" y="299"/>
                  </a:lnTo>
                  <a:lnTo>
                    <a:pt x="259" y="301"/>
                  </a:lnTo>
                  <a:lnTo>
                    <a:pt x="261" y="301"/>
                  </a:lnTo>
                  <a:lnTo>
                    <a:pt x="261" y="301"/>
                  </a:lnTo>
                  <a:lnTo>
                    <a:pt x="263" y="301"/>
                  </a:lnTo>
                  <a:lnTo>
                    <a:pt x="265" y="301"/>
                  </a:lnTo>
                  <a:lnTo>
                    <a:pt x="267" y="299"/>
                  </a:lnTo>
                  <a:lnTo>
                    <a:pt x="269" y="297"/>
                  </a:lnTo>
                  <a:lnTo>
                    <a:pt x="273" y="293"/>
                  </a:lnTo>
                  <a:lnTo>
                    <a:pt x="275" y="289"/>
                  </a:lnTo>
                  <a:lnTo>
                    <a:pt x="273" y="289"/>
                  </a:lnTo>
                  <a:lnTo>
                    <a:pt x="273" y="289"/>
                  </a:lnTo>
                  <a:lnTo>
                    <a:pt x="273" y="289"/>
                  </a:lnTo>
                  <a:lnTo>
                    <a:pt x="273" y="289"/>
                  </a:lnTo>
                  <a:lnTo>
                    <a:pt x="273" y="289"/>
                  </a:lnTo>
                  <a:lnTo>
                    <a:pt x="273" y="287"/>
                  </a:lnTo>
                  <a:lnTo>
                    <a:pt x="273" y="287"/>
                  </a:lnTo>
                  <a:lnTo>
                    <a:pt x="273" y="285"/>
                  </a:lnTo>
                  <a:lnTo>
                    <a:pt x="273" y="285"/>
                  </a:lnTo>
                  <a:lnTo>
                    <a:pt x="273" y="283"/>
                  </a:lnTo>
                  <a:lnTo>
                    <a:pt x="273" y="281"/>
                  </a:lnTo>
                  <a:lnTo>
                    <a:pt x="273" y="279"/>
                  </a:lnTo>
                  <a:lnTo>
                    <a:pt x="273" y="281"/>
                  </a:lnTo>
                  <a:lnTo>
                    <a:pt x="273" y="283"/>
                  </a:lnTo>
                  <a:lnTo>
                    <a:pt x="273" y="285"/>
                  </a:lnTo>
                  <a:lnTo>
                    <a:pt x="271" y="285"/>
                  </a:lnTo>
                  <a:lnTo>
                    <a:pt x="269" y="281"/>
                  </a:lnTo>
                  <a:lnTo>
                    <a:pt x="269" y="279"/>
                  </a:lnTo>
                  <a:lnTo>
                    <a:pt x="269" y="277"/>
                  </a:lnTo>
                  <a:lnTo>
                    <a:pt x="269" y="275"/>
                  </a:lnTo>
                  <a:lnTo>
                    <a:pt x="269" y="273"/>
                  </a:lnTo>
                  <a:lnTo>
                    <a:pt x="269" y="273"/>
                  </a:lnTo>
                  <a:lnTo>
                    <a:pt x="271" y="269"/>
                  </a:lnTo>
                  <a:lnTo>
                    <a:pt x="271" y="267"/>
                  </a:lnTo>
                  <a:lnTo>
                    <a:pt x="275" y="262"/>
                  </a:lnTo>
                  <a:lnTo>
                    <a:pt x="275" y="258"/>
                  </a:lnTo>
                  <a:lnTo>
                    <a:pt x="277" y="258"/>
                  </a:lnTo>
                  <a:lnTo>
                    <a:pt x="277" y="256"/>
                  </a:lnTo>
                  <a:lnTo>
                    <a:pt x="277" y="254"/>
                  </a:lnTo>
                  <a:lnTo>
                    <a:pt x="279" y="252"/>
                  </a:lnTo>
                  <a:lnTo>
                    <a:pt x="279" y="252"/>
                  </a:lnTo>
                  <a:lnTo>
                    <a:pt x="279" y="252"/>
                  </a:lnTo>
                  <a:lnTo>
                    <a:pt x="277" y="248"/>
                  </a:lnTo>
                  <a:lnTo>
                    <a:pt x="277" y="246"/>
                  </a:lnTo>
                  <a:lnTo>
                    <a:pt x="279" y="244"/>
                  </a:lnTo>
                  <a:lnTo>
                    <a:pt x="283" y="232"/>
                  </a:lnTo>
                  <a:lnTo>
                    <a:pt x="283" y="232"/>
                  </a:lnTo>
                  <a:lnTo>
                    <a:pt x="284" y="228"/>
                  </a:lnTo>
                  <a:lnTo>
                    <a:pt x="284" y="226"/>
                  </a:lnTo>
                  <a:lnTo>
                    <a:pt x="286" y="224"/>
                  </a:lnTo>
                  <a:lnTo>
                    <a:pt x="284" y="220"/>
                  </a:lnTo>
                  <a:lnTo>
                    <a:pt x="284" y="218"/>
                  </a:lnTo>
                  <a:lnTo>
                    <a:pt x="284" y="216"/>
                  </a:lnTo>
                  <a:lnTo>
                    <a:pt x="281" y="214"/>
                  </a:lnTo>
                  <a:lnTo>
                    <a:pt x="279" y="214"/>
                  </a:lnTo>
                  <a:lnTo>
                    <a:pt x="277" y="216"/>
                  </a:lnTo>
                  <a:lnTo>
                    <a:pt x="269" y="216"/>
                  </a:lnTo>
                  <a:lnTo>
                    <a:pt x="265" y="218"/>
                  </a:lnTo>
                  <a:lnTo>
                    <a:pt x="265" y="218"/>
                  </a:lnTo>
                  <a:lnTo>
                    <a:pt x="265" y="213"/>
                  </a:lnTo>
                  <a:lnTo>
                    <a:pt x="265" y="211"/>
                  </a:lnTo>
                  <a:lnTo>
                    <a:pt x="263" y="209"/>
                  </a:lnTo>
                  <a:lnTo>
                    <a:pt x="263" y="207"/>
                  </a:lnTo>
                  <a:lnTo>
                    <a:pt x="265" y="205"/>
                  </a:lnTo>
                  <a:lnTo>
                    <a:pt x="265" y="203"/>
                  </a:lnTo>
                  <a:lnTo>
                    <a:pt x="269" y="201"/>
                  </a:lnTo>
                  <a:lnTo>
                    <a:pt x="271" y="199"/>
                  </a:lnTo>
                  <a:lnTo>
                    <a:pt x="273" y="195"/>
                  </a:lnTo>
                  <a:lnTo>
                    <a:pt x="273" y="195"/>
                  </a:lnTo>
                  <a:lnTo>
                    <a:pt x="275" y="193"/>
                  </a:lnTo>
                  <a:lnTo>
                    <a:pt x="275" y="191"/>
                  </a:lnTo>
                  <a:lnTo>
                    <a:pt x="275" y="191"/>
                  </a:lnTo>
                  <a:lnTo>
                    <a:pt x="275" y="191"/>
                  </a:lnTo>
                  <a:lnTo>
                    <a:pt x="275" y="189"/>
                  </a:lnTo>
                  <a:lnTo>
                    <a:pt x="275" y="189"/>
                  </a:lnTo>
                  <a:lnTo>
                    <a:pt x="277" y="189"/>
                  </a:lnTo>
                  <a:lnTo>
                    <a:pt x="277" y="187"/>
                  </a:lnTo>
                  <a:lnTo>
                    <a:pt x="277" y="187"/>
                  </a:lnTo>
                  <a:lnTo>
                    <a:pt x="275" y="185"/>
                  </a:lnTo>
                  <a:lnTo>
                    <a:pt x="275" y="185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3" y="189"/>
                  </a:lnTo>
                  <a:lnTo>
                    <a:pt x="273" y="189"/>
                  </a:lnTo>
                  <a:lnTo>
                    <a:pt x="271" y="189"/>
                  </a:lnTo>
                  <a:lnTo>
                    <a:pt x="271" y="193"/>
                  </a:lnTo>
                  <a:lnTo>
                    <a:pt x="271" y="193"/>
                  </a:lnTo>
                  <a:lnTo>
                    <a:pt x="271" y="195"/>
                  </a:lnTo>
                  <a:lnTo>
                    <a:pt x="269" y="195"/>
                  </a:lnTo>
                  <a:lnTo>
                    <a:pt x="267" y="193"/>
                  </a:lnTo>
                  <a:lnTo>
                    <a:pt x="267" y="191"/>
                  </a:lnTo>
                  <a:lnTo>
                    <a:pt x="267" y="189"/>
                  </a:lnTo>
                  <a:lnTo>
                    <a:pt x="269" y="187"/>
                  </a:lnTo>
                  <a:lnTo>
                    <a:pt x="275" y="179"/>
                  </a:lnTo>
                  <a:lnTo>
                    <a:pt x="277" y="177"/>
                  </a:lnTo>
                  <a:lnTo>
                    <a:pt x="277" y="175"/>
                  </a:lnTo>
                  <a:lnTo>
                    <a:pt x="279" y="173"/>
                  </a:lnTo>
                  <a:lnTo>
                    <a:pt x="281" y="167"/>
                  </a:lnTo>
                  <a:lnTo>
                    <a:pt x="281" y="165"/>
                  </a:lnTo>
                  <a:lnTo>
                    <a:pt x="283" y="165"/>
                  </a:lnTo>
                  <a:lnTo>
                    <a:pt x="284" y="165"/>
                  </a:lnTo>
                  <a:lnTo>
                    <a:pt x="290" y="163"/>
                  </a:lnTo>
                  <a:lnTo>
                    <a:pt x="296" y="161"/>
                  </a:lnTo>
                  <a:lnTo>
                    <a:pt x="302" y="158"/>
                  </a:lnTo>
                  <a:lnTo>
                    <a:pt x="306" y="158"/>
                  </a:lnTo>
                  <a:lnTo>
                    <a:pt x="306" y="156"/>
                  </a:lnTo>
                  <a:lnTo>
                    <a:pt x="306" y="154"/>
                  </a:lnTo>
                  <a:lnTo>
                    <a:pt x="310" y="154"/>
                  </a:lnTo>
                  <a:lnTo>
                    <a:pt x="312" y="152"/>
                  </a:lnTo>
                  <a:lnTo>
                    <a:pt x="316" y="148"/>
                  </a:lnTo>
                  <a:lnTo>
                    <a:pt x="318" y="148"/>
                  </a:lnTo>
                  <a:lnTo>
                    <a:pt x="320" y="148"/>
                  </a:lnTo>
                  <a:lnTo>
                    <a:pt x="320" y="148"/>
                  </a:lnTo>
                  <a:lnTo>
                    <a:pt x="322" y="144"/>
                  </a:lnTo>
                  <a:lnTo>
                    <a:pt x="334" y="132"/>
                  </a:lnTo>
                  <a:lnTo>
                    <a:pt x="334" y="132"/>
                  </a:lnTo>
                  <a:lnTo>
                    <a:pt x="335" y="134"/>
                  </a:lnTo>
                  <a:lnTo>
                    <a:pt x="335" y="134"/>
                  </a:lnTo>
                  <a:lnTo>
                    <a:pt x="335" y="132"/>
                  </a:lnTo>
                  <a:lnTo>
                    <a:pt x="335" y="132"/>
                  </a:lnTo>
                  <a:lnTo>
                    <a:pt x="335" y="130"/>
                  </a:lnTo>
                  <a:lnTo>
                    <a:pt x="335" y="128"/>
                  </a:lnTo>
                  <a:lnTo>
                    <a:pt x="341" y="120"/>
                  </a:lnTo>
                  <a:lnTo>
                    <a:pt x="341" y="118"/>
                  </a:lnTo>
                  <a:lnTo>
                    <a:pt x="343" y="118"/>
                  </a:lnTo>
                  <a:lnTo>
                    <a:pt x="343" y="112"/>
                  </a:lnTo>
                  <a:lnTo>
                    <a:pt x="345" y="112"/>
                  </a:lnTo>
                  <a:lnTo>
                    <a:pt x="345" y="110"/>
                  </a:lnTo>
                  <a:lnTo>
                    <a:pt x="345" y="110"/>
                  </a:lnTo>
                  <a:lnTo>
                    <a:pt x="347" y="108"/>
                  </a:lnTo>
                  <a:lnTo>
                    <a:pt x="347" y="108"/>
                  </a:lnTo>
                  <a:lnTo>
                    <a:pt x="347" y="105"/>
                  </a:lnTo>
                  <a:lnTo>
                    <a:pt x="349" y="103"/>
                  </a:lnTo>
                  <a:lnTo>
                    <a:pt x="351" y="99"/>
                  </a:lnTo>
                  <a:lnTo>
                    <a:pt x="353" y="97"/>
                  </a:lnTo>
                  <a:lnTo>
                    <a:pt x="353" y="93"/>
                  </a:lnTo>
                  <a:lnTo>
                    <a:pt x="353" y="93"/>
                  </a:lnTo>
                  <a:lnTo>
                    <a:pt x="353" y="91"/>
                  </a:lnTo>
                  <a:lnTo>
                    <a:pt x="353" y="91"/>
                  </a:lnTo>
                  <a:lnTo>
                    <a:pt x="353" y="89"/>
                  </a:lnTo>
                  <a:lnTo>
                    <a:pt x="355" y="89"/>
                  </a:lnTo>
                  <a:lnTo>
                    <a:pt x="355" y="87"/>
                  </a:lnTo>
                  <a:lnTo>
                    <a:pt x="357" y="81"/>
                  </a:lnTo>
                  <a:lnTo>
                    <a:pt x="359" y="75"/>
                  </a:lnTo>
                  <a:lnTo>
                    <a:pt x="359" y="73"/>
                  </a:lnTo>
                  <a:lnTo>
                    <a:pt x="359" y="73"/>
                  </a:lnTo>
                  <a:lnTo>
                    <a:pt x="359" y="71"/>
                  </a:lnTo>
                  <a:lnTo>
                    <a:pt x="361" y="69"/>
                  </a:lnTo>
                  <a:lnTo>
                    <a:pt x="363" y="67"/>
                  </a:lnTo>
                  <a:lnTo>
                    <a:pt x="363" y="67"/>
                  </a:lnTo>
                  <a:lnTo>
                    <a:pt x="363" y="65"/>
                  </a:lnTo>
                  <a:lnTo>
                    <a:pt x="363" y="63"/>
                  </a:lnTo>
                  <a:lnTo>
                    <a:pt x="363" y="63"/>
                  </a:lnTo>
                  <a:lnTo>
                    <a:pt x="363" y="61"/>
                  </a:lnTo>
                  <a:lnTo>
                    <a:pt x="365" y="59"/>
                  </a:lnTo>
                  <a:lnTo>
                    <a:pt x="365" y="57"/>
                  </a:lnTo>
                  <a:lnTo>
                    <a:pt x="365" y="55"/>
                  </a:lnTo>
                  <a:lnTo>
                    <a:pt x="365" y="53"/>
                  </a:lnTo>
                  <a:lnTo>
                    <a:pt x="365" y="53"/>
                  </a:lnTo>
                  <a:lnTo>
                    <a:pt x="367" y="52"/>
                  </a:lnTo>
                  <a:lnTo>
                    <a:pt x="367" y="52"/>
                  </a:lnTo>
                  <a:lnTo>
                    <a:pt x="369" y="52"/>
                  </a:lnTo>
                  <a:lnTo>
                    <a:pt x="367" y="50"/>
                  </a:lnTo>
                  <a:lnTo>
                    <a:pt x="367" y="48"/>
                  </a:lnTo>
                  <a:lnTo>
                    <a:pt x="367" y="46"/>
                  </a:lnTo>
                  <a:lnTo>
                    <a:pt x="369" y="46"/>
                  </a:lnTo>
                  <a:lnTo>
                    <a:pt x="369" y="44"/>
                  </a:lnTo>
                  <a:lnTo>
                    <a:pt x="369" y="44"/>
                  </a:lnTo>
                  <a:lnTo>
                    <a:pt x="371" y="40"/>
                  </a:lnTo>
                  <a:lnTo>
                    <a:pt x="373" y="38"/>
                  </a:lnTo>
                  <a:lnTo>
                    <a:pt x="373" y="36"/>
                  </a:lnTo>
                  <a:lnTo>
                    <a:pt x="373" y="34"/>
                  </a:lnTo>
                  <a:lnTo>
                    <a:pt x="375" y="34"/>
                  </a:lnTo>
                  <a:lnTo>
                    <a:pt x="375" y="34"/>
                  </a:lnTo>
                  <a:lnTo>
                    <a:pt x="377" y="34"/>
                  </a:lnTo>
                  <a:lnTo>
                    <a:pt x="375" y="32"/>
                  </a:lnTo>
                  <a:lnTo>
                    <a:pt x="375" y="32"/>
                  </a:lnTo>
                  <a:lnTo>
                    <a:pt x="373" y="30"/>
                  </a:lnTo>
                  <a:lnTo>
                    <a:pt x="375" y="30"/>
                  </a:lnTo>
                  <a:lnTo>
                    <a:pt x="375" y="28"/>
                  </a:lnTo>
                  <a:lnTo>
                    <a:pt x="383" y="22"/>
                  </a:lnTo>
                  <a:lnTo>
                    <a:pt x="384" y="18"/>
                  </a:lnTo>
                  <a:lnTo>
                    <a:pt x="386" y="14"/>
                  </a:lnTo>
                  <a:lnTo>
                    <a:pt x="388" y="10"/>
                  </a:lnTo>
                  <a:lnTo>
                    <a:pt x="388" y="6"/>
                  </a:lnTo>
                  <a:lnTo>
                    <a:pt x="390" y="2"/>
                  </a:lnTo>
                  <a:lnTo>
                    <a:pt x="392" y="2"/>
                  </a:lnTo>
                  <a:lnTo>
                    <a:pt x="39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6"/>
            <p:cNvSpPr>
              <a:spLocks noEditPoints="1"/>
            </p:cNvSpPr>
            <p:nvPr/>
          </p:nvSpPr>
          <p:spPr bwMode="auto">
            <a:xfrm>
              <a:off x="2343150" y="2503488"/>
              <a:ext cx="177800" cy="46038"/>
            </a:xfrm>
            <a:custGeom>
              <a:avLst/>
              <a:gdLst>
                <a:gd name="T0" fmla="*/ 216 w 226"/>
                <a:gd name="T1" fmla="*/ 22 h 57"/>
                <a:gd name="T2" fmla="*/ 226 w 226"/>
                <a:gd name="T3" fmla="*/ 30 h 57"/>
                <a:gd name="T4" fmla="*/ 222 w 226"/>
                <a:gd name="T5" fmla="*/ 28 h 57"/>
                <a:gd name="T6" fmla="*/ 206 w 226"/>
                <a:gd name="T7" fmla="*/ 20 h 57"/>
                <a:gd name="T8" fmla="*/ 204 w 226"/>
                <a:gd name="T9" fmla="*/ 14 h 57"/>
                <a:gd name="T10" fmla="*/ 200 w 226"/>
                <a:gd name="T11" fmla="*/ 20 h 57"/>
                <a:gd name="T12" fmla="*/ 198 w 226"/>
                <a:gd name="T13" fmla="*/ 22 h 57"/>
                <a:gd name="T14" fmla="*/ 198 w 226"/>
                <a:gd name="T15" fmla="*/ 26 h 57"/>
                <a:gd name="T16" fmla="*/ 186 w 226"/>
                <a:gd name="T17" fmla="*/ 26 h 57"/>
                <a:gd name="T18" fmla="*/ 186 w 226"/>
                <a:gd name="T19" fmla="*/ 22 h 57"/>
                <a:gd name="T20" fmla="*/ 186 w 226"/>
                <a:gd name="T21" fmla="*/ 22 h 57"/>
                <a:gd name="T22" fmla="*/ 180 w 226"/>
                <a:gd name="T23" fmla="*/ 26 h 57"/>
                <a:gd name="T24" fmla="*/ 180 w 226"/>
                <a:gd name="T25" fmla="*/ 30 h 57"/>
                <a:gd name="T26" fmla="*/ 180 w 226"/>
                <a:gd name="T27" fmla="*/ 32 h 57"/>
                <a:gd name="T28" fmla="*/ 178 w 226"/>
                <a:gd name="T29" fmla="*/ 28 h 57"/>
                <a:gd name="T30" fmla="*/ 178 w 226"/>
                <a:gd name="T31" fmla="*/ 28 h 57"/>
                <a:gd name="T32" fmla="*/ 182 w 226"/>
                <a:gd name="T33" fmla="*/ 20 h 57"/>
                <a:gd name="T34" fmla="*/ 51 w 226"/>
                <a:gd name="T35" fmla="*/ 12 h 57"/>
                <a:gd name="T36" fmla="*/ 53 w 226"/>
                <a:gd name="T37" fmla="*/ 16 h 57"/>
                <a:gd name="T38" fmla="*/ 51 w 226"/>
                <a:gd name="T39" fmla="*/ 18 h 57"/>
                <a:gd name="T40" fmla="*/ 51 w 226"/>
                <a:gd name="T41" fmla="*/ 22 h 57"/>
                <a:gd name="T42" fmla="*/ 51 w 226"/>
                <a:gd name="T43" fmla="*/ 22 h 57"/>
                <a:gd name="T44" fmla="*/ 47 w 226"/>
                <a:gd name="T45" fmla="*/ 26 h 57"/>
                <a:gd name="T46" fmla="*/ 45 w 226"/>
                <a:gd name="T47" fmla="*/ 26 h 57"/>
                <a:gd name="T48" fmla="*/ 45 w 226"/>
                <a:gd name="T49" fmla="*/ 24 h 57"/>
                <a:gd name="T50" fmla="*/ 47 w 226"/>
                <a:gd name="T51" fmla="*/ 18 h 57"/>
                <a:gd name="T52" fmla="*/ 51 w 226"/>
                <a:gd name="T53" fmla="*/ 12 h 57"/>
                <a:gd name="T54" fmla="*/ 27 w 226"/>
                <a:gd name="T55" fmla="*/ 2 h 57"/>
                <a:gd name="T56" fmla="*/ 43 w 226"/>
                <a:gd name="T57" fmla="*/ 0 h 57"/>
                <a:gd name="T58" fmla="*/ 51 w 226"/>
                <a:gd name="T59" fmla="*/ 10 h 57"/>
                <a:gd name="T60" fmla="*/ 47 w 226"/>
                <a:gd name="T61" fmla="*/ 8 h 57"/>
                <a:gd name="T62" fmla="*/ 47 w 226"/>
                <a:gd name="T63" fmla="*/ 14 h 57"/>
                <a:gd name="T64" fmla="*/ 43 w 226"/>
                <a:gd name="T65" fmla="*/ 18 h 57"/>
                <a:gd name="T66" fmla="*/ 43 w 226"/>
                <a:gd name="T67" fmla="*/ 22 h 57"/>
                <a:gd name="T68" fmla="*/ 39 w 226"/>
                <a:gd name="T69" fmla="*/ 26 h 57"/>
                <a:gd name="T70" fmla="*/ 41 w 226"/>
                <a:gd name="T71" fmla="*/ 26 h 57"/>
                <a:gd name="T72" fmla="*/ 47 w 226"/>
                <a:gd name="T73" fmla="*/ 28 h 57"/>
                <a:gd name="T74" fmla="*/ 49 w 226"/>
                <a:gd name="T75" fmla="*/ 30 h 57"/>
                <a:gd name="T76" fmla="*/ 49 w 226"/>
                <a:gd name="T77" fmla="*/ 26 h 57"/>
                <a:gd name="T78" fmla="*/ 55 w 226"/>
                <a:gd name="T79" fmla="*/ 24 h 57"/>
                <a:gd name="T80" fmla="*/ 55 w 226"/>
                <a:gd name="T81" fmla="*/ 20 h 57"/>
                <a:gd name="T82" fmla="*/ 59 w 226"/>
                <a:gd name="T83" fmla="*/ 32 h 57"/>
                <a:gd name="T84" fmla="*/ 61 w 226"/>
                <a:gd name="T85" fmla="*/ 38 h 57"/>
                <a:gd name="T86" fmla="*/ 61 w 226"/>
                <a:gd name="T87" fmla="*/ 55 h 57"/>
                <a:gd name="T88" fmla="*/ 53 w 226"/>
                <a:gd name="T89" fmla="*/ 44 h 57"/>
                <a:gd name="T90" fmla="*/ 49 w 226"/>
                <a:gd name="T91" fmla="*/ 40 h 57"/>
                <a:gd name="T92" fmla="*/ 37 w 226"/>
                <a:gd name="T93" fmla="*/ 44 h 57"/>
                <a:gd name="T94" fmla="*/ 12 w 226"/>
                <a:gd name="T95" fmla="*/ 49 h 57"/>
                <a:gd name="T96" fmla="*/ 10 w 226"/>
                <a:gd name="T97" fmla="*/ 44 h 57"/>
                <a:gd name="T98" fmla="*/ 8 w 226"/>
                <a:gd name="T99" fmla="*/ 42 h 57"/>
                <a:gd name="T100" fmla="*/ 6 w 226"/>
                <a:gd name="T101" fmla="*/ 46 h 57"/>
                <a:gd name="T102" fmla="*/ 8 w 226"/>
                <a:gd name="T103" fmla="*/ 49 h 57"/>
                <a:gd name="T104" fmla="*/ 4 w 226"/>
                <a:gd name="T105" fmla="*/ 49 h 57"/>
                <a:gd name="T106" fmla="*/ 0 w 226"/>
                <a:gd name="T107" fmla="*/ 49 h 57"/>
                <a:gd name="T108" fmla="*/ 2 w 226"/>
                <a:gd name="T109" fmla="*/ 42 h 57"/>
                <a:gd name="T110" fmla="*/ 4 w 226"/>
                <a:gd name="T111" fmla="*/ 38 h 57"/>
                <a:gd name="T112" fmla="*/ 10 w 226"/>
                <a:gd name="T113" fmla="*/ 30 h 57"/>
                <a:gd name="T114" fmla="*/ 10 w 226"/>
                <a:gd name="T115" fmla="*/ 22 h 57"/>
                <a:gd name="T116" fmla="*/ 10 w 226"/>
                <a:gd name="T117" fmla="*/ 14 h 57"/>
                <a:gd name="T118" fmla="*/ 10 w 226"/>
                <a:gd name="T119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6" h="57">
                  <a:moveTo>
                    <a:pt x="208" y="16"/>
                  </a:moveTo>
                  <a:lnTo>
                    <a:pt x="210" y="16"/>
                  </a:lnTo>
                  <a:lnTo>
                    <a:pt x="216" y="22"/>
                  </a:lnTo>
                  <a:lnTo>
                    <a:pt x="218" y="22"/>
                  </a:lnTo>
                  <a:lnTo>
                    <a:pt x="224" y="28"/>
                  </a:lnTo>
                  <a:lnTo>
                    <a:pt x="226" y="30"/>
                  </a:lnTo>
                  <a:lnTo>
                    <a:pt x="226" y="32"/>
                  </a:lnTo>
                  <a:lnTo>
                    <a:pt x="224" y="32"/>
                  </a:lnTo>
                  <a:lnTo>
                    <a:pt x="222" y="28"/>
                  </a:lnTo>
                  <a:lnTo>
                    <a:pt x="220" y="26"/>
                  </a:lnTo>
                  <a:lnTo>
                    <a:pt x="210" y="20"/>
                  </a:lnTo>
                  <a:lnTo>
                    <a:pt x="206" y="20"/>
                  </a:lnTo>
                  <a:lnTo>
                    <a:pt x="204" y="20"/>
                  </a:lnTo>
                  <a:lnTo>
                    <a:pt x="208" y="16"/>
                  </a:lnTo>
                  <a:close/>
                  <a:moveTo>
                    <a:pt x="204" y="14"/>
                  </a:moveTo>
                  <a:lnTo>
                    <a:pt x="204" y="16"/>
                  </a:lnTo>
                  <a:lnTo>
                    <a:pt x="204" y="18"/>
                  </a:lnTo>
                  <a:lnTo>
                    <a:pt x="200" y="20"/>
                  </a:lnTo>
                  <a:lnTo>
                    <a:pt x="198" y="20"/>
                  </a:lnTo>
                  <a:lnTo>
                    <a:pt x="198" y="20"/>
                  </a:lnTo>
                  <a:lnTo>
                    <a:pt x="198" y="22"/>
                  </a:lnTo>
                  <a:lnTo>
                    <a:pt x="198" y="22"/>
                  </a:lnTo>
                  <a:lnTo>
                    <a:pt x="198" y="24"/>
                  </a:lnTo>
                  <a:lnTo>
                    <a:pt x="198" y="26"/>
                  </a:lnTo>
                  <a:lnTo>
                    <a:pt x="194" y="26"/>
                  </a:lnTo>
                  <a:lnTo>
                    <a:pt x="184" y="26"/>
                  </a:lnTo>
                  <a:lnTo>
                    <a:pt x="186" y="26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86" y="22"/>
                  </a:lnTo>
                  <a:lnTo>
                    <a:pt x="186" y="22"/>
                  </a:lnTo>
                  <a:lnTo>
                    <a:pt x="186" y="20"/>
                  </a:lnTo>
                  <a:lnTo>
                    <a:pt x="186" y="22"/>
                  </a:lnTo>
                  <a:lnTo>
                    <a:pt x="184" y="24"/>
                  </a:lnTo>
                  <a:lnTo>
                    <a:pt x="182" y="24"/>
                  </a:lnTo>
                  <a:lnTo>
                    <a:pt x="180" y="26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0" y="32"/>
                  </a:lnTo>
                  <a:lnTo>
                    <a:pt x="180" y="32"/>
                  </a:lnTo>
                  <a:lnTo>
                    <a:pt x="178" y="32"/>
                  </a:lnTo>
                  <a:lnTo>
                    <a:pt x="178" y="30"/>
                  </a:lnTo>
                  <a:lnTo>
                    <a:pt x="178" y="28"/>
                  </a:lnTo>
                  <a:lnTo>
                    <a:pt x="178" y="28"/>
                  </a:lnTo>
                  <a:lnTo>
                    <a:pt x="178" y="28"/>
                  </a:lnTo>
                  <a:lnTo>
                    <a:pt x="178" y="28"/>
                  </a:lnTo>
                  <a:lnTo>
                    <a:pt x="180" y="26"/>
                  </a:lnTo>
                  <a:lnTo>
                    <a:pt x="180" y="24"/>
                  </a:lnTo>
                  <a:lnTo>
                    <a:pt x="182" y="20"/>
                  </a:lnTo>
                  <a:lnTo>
                    <a:pt x="190" y="14"/>
                  </a:lnTo>
                  <a:lnTo>
                    <a:pt x="204" y="14"/>
                  </a:lnTo>
                  <a:close/>
                  <a:moveTo>
                    <a:pt x="51" y="12"/>
                  </a:moveTo>
                  <a:lnTo>
                    <a:pt x="51" y="12"/>
                  </a:lnTo>
                  <a:lnTo>
                    <a:pt x="53" y="14"/>
                  </a:lnTo>
                  <a:lnTo>
                    <a:pt x="53" y="16"/>
                  </a:lnTo>
                  <a:lnTo>
                    <a:pt x="53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0"/>
                  </a:lnTo>
                  <a:lnTo>
                    <a:pt x="45" y="20"/>
                  </a:lnTo>
                  <a:lnTo>
                    <a:pt x="47" y="18"/>
                  </a:lnTo>
                  <a:lnTo>
                    <a:pt x="49" y="16"/>
                  </a:lnTo>
                  <a:lnTo>
                    <a:pt x="49" y="14"/>
                  </a:lnTo>
                  <a:lnTo>
                    <a:pt x="51" y="12"/>
                  </a:lnTo>
                  <a:close/>
                  <a:moveTo>
                    <a:pt x="27" y="0"/>
                  </a:moveTo>
                  <a:lnTo>
                    <a:pt x="27" y="0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33" y="0"/>
                  </a:lnTo>
                  <a:lnTo>
                    <a:pt x="43" y="0"/>
                  </a:lnTo>
                  <a:lnTo>
                    <a:pt x="51" y="6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7" y="10"/>
                  </a:lnTo>
                  <a:lnTo>
                    <a:pt x="47" y="12"/>
                  </a:lnTo>
                  <a:lnTo>
                    <a:pt x="47" y="14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3" y="18"/>
                  </a:lnTo>
                  <a:lnTo>
                    <a:pt x="43" y="20"/>
                  </a:lnTo>
                  <a:lnTo>
                    <a:pt x="43" y="20"/>
                  </a:lnTo>
                  <a:lnTo>
                    <a:pt x="43" y="22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39" y="26"/>
                  </a:lnTo>
                  <a:lnTo>
                    <a:pt x="39" y="28"/>
                  </a:lnTo>
                  <a:lnTo>
                    <a:pt x="39" y="28"/>
                  </a:lnTo>
                  <a:lnTo>
                    <a:pt x="41" y="26"/>
                  </a:lnTo>
                  <a:lnTo>
                    <a:pt x="43" y="26"/>
                  </a:lnTo>
                  <a:lnTo>
                    <a:pt x="45" y="28"/>
                  </a:lnTo>
                  <a:lnTo>
                    <a:pt x="47" y="28"/>
                  </a:lnTo>
                  <a:lnTo>
                    <a:pt x="47" y="28"/>
                  </a:lnTo>
                  <a:lnTo>
                    <a:pt x="47" y="30"/>
                  </a:lnTo>
                  <a:lnTo>
                    <a:pt x="49" y="30"/>
                  </a:lnTo>
                  <a:lnTo>
                    <a:pt x="49" y="30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51" y="24"/>
                  </a:lnTo>
                  <a:lnTo>
                    <a:pt x="53" y="24"/>
                  </a:lnTo>
                  <a:lnTo>
                    <a:pt x="55" y="24"/>
                  </a:lnTo>
                  <a:lnTo>
                    <a:pt x="55" y="22"/>
                  </a:lnTo>
                  <a:lnTo>
                    <a:pt x="55" y="20"/>
                  </a:lnTo>
                  <a:lnTo>
                    <a:pt x="55" y="20"/>
                  </a:lnTo>
                  <a:lnTo>
                    <a:pt x="59" y="30"/>
                  </a:lnTo>
                  <a:lnTo>
                    <a:pt x="59" y="32"/>
                  </a:lnTo>
                  <a:lnTo>
                    <a:pt x="59" y="32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61" y="38"/>
                  </a:lnTo>
                  <a:lnTo>
                    <a:pt x="61" y="40"/>
                  </a:lnTo>
                  <a:lnTo>
                    <a:pt x="61" y="46"/>
                  </a:lnTo>
                  <a:lnTo>
                    <a:pt x="61" y="55"/>
                  </a:lnTo>
                  <a:lnTo>
                    <a:pt x="59" y="57"/>
                  </a:lnTo>
                  <a:lnTo>
                    <a:pt x="57" y="49"/>
                  </a:lnTo>
                  <a:lnTo>
                    <a:pt x="53" y="44"/>
                  </a:lnTo>
                  <a:lnTo>
                    <a:pt x="51" y="40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37" y="44"/>
                  </a:lnTo>
                  <a:lnTo>
                    <a:pt x="27" y="44"/>
                  </a:lnTo>
                  <a:lnTo>
                    <a:pt x="20" y="49"/>
                  </a:lnTo>
                  <a:lnTo>
                    <a:pt x="12" y="49"/>
                  </a:lnTo>
                  <a:lnTo>
                    <a:pt x="12" y="48"/>
                  </a:lnTo>
                  <a:lnTo>
                    <a:pt x="10" y="46"/>
                  </a:lnTo>
                  <a:lnTo>
                    <a:pt x="10" y="44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8" y="42"/>
                  </a:lnTo>
                  <a:lnTo>
                    <a:pt x="6" y="46"/>
                  </a:lnTo>
                  <a:lnTo>
                    <a:pt x="4" y="46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8" y="32"/>
                  </a:lnTo>
                  <a:lnTo>
                    <a:pt x="10" y="30"/>
                  </a:lnTo>
                  <a:lnTo>
                    <a:pt x="10" y="26"/>
                  </a:lnTo>
                  <a:lnTo>
                    <a:pt x="10" y="24"/>
                  </a:lnTo>
                  <a:lnTo>
                    <a:pt x="10" y="22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7"/>
            <p:cNvSpPr>
              <a:spLocks noEditPoints="1"/>
            </p:cNvSpPr>
            <p:nvPr/>
          </p:nvSpPr>
          <p:spPr bwMode="auto">
            <a:xfrm>
              <a:off x="1208088" y="2427288"/>
              <a:ext cx="804863" cy="862013"/>
            </a:xfrm>
            <a:custGeom>
              <a:avLst/>
              <a:gdLst>
                <a:gd name="T0" fmla="*/ 202 w 1014"/>
                <a:gd name="T1" fmla="*/ 672 h 1086"/>
                <a:gd name="T2" fmla="*/ 200 w 1014"/>
                <a:gd name="T3" fmla="*/ 652 h 1086"/>
                <a:gd name="T4" fmla="*/ 361 w 1014"/>
                <a:gd name="T5" fmla="*/ 589 h 1086"/>
                <a:gd name="T6" fmla="*/ 385 w 1014"/>
                <a:gd name="T7" fmla="*/ 603 h 1086"/>
                <a:gd name="T8" fmla="*/ 510 w 1014"/>
                <a:gd name="T9" fmla="*/ 658 h 1086"/>
                <a:gd name="T10" fmla="*/ 532 w 1014"/>
                <a:gd name="T11" fmla="*/ 799 h 1086"/>
                <a:gd name="T12" fmla="*/ 416 w 1014"/>
                <a:gd name="T13" fmla="*/ 845 h 1086"/>
                <a:gd name="T14" fmla="*/ 420 w 1014"/>
                <a:gd name="T15" fmla="*/ 896 h 1086"/>
                <a:gd name="T16" fmla="*/ 432 w 1014"/>
                <a:gd name="T17" fmla="*/ 954 h 1086"/>
                <a:gd name="T18" fmla="*/ 449 w 1014"/>
                <a:gd name="T19" fmla="*/ 1053 h 1086"/>
                <a:gd name="T20" fmla="*/ 369 w 1014"/>
                <a:gd name="T21" fmla="*/ 1060 h 1086"/>
                <a:gd name="T22" fmla="*/ 328 w 1014"/>
                <a:gd name="T23" fmla="*/ 1051 h 1086"/>
                <a:gd name="T24" fmla="*/ 300 w 1014"/>
                <a:gd name="T25" fmla="*/ 1027 h 1086"/>
                <a:gd name="T26" fmla="*/ 216 w 1014"/>
                <a:gd name="T27" fmla="*/ 1017 h 1086"/>
                <a:gd name="T28" fmla="*/ 179 w 1014"/>
                <a:gd name="T29" fmla="*/ 1017 h 1086"/>
                <a:gd name="T30" fmla="*/ 143 w 1014"/>
                <a:gd name="T31" fmla="*/ 996 h 1086"/>
                <a:gd name="T32" fmla="*/ 130 w 1014"/>
                <a:gd name="T33" fmla="*/ 988 h 1086"/>
                <a:gd name="T34" fmla="*/ 96 w 1014"/>
                <a:gd name="T35" fmla="*/ 984 h 1086"/>
                <a:gd name="T36" fmla="*/ 71 w 1014"/>
                <a:gd name="T37" fmla="*/ 984 h 1086"/>
                <a:gd name="T38" fmla="*/ 40 w 1014"/>
                <a:gd name="T39" fmla="*/ 970 h 1086"/>
                <a:gd name="T40" fmla="*/ 14 w 1014"/>
                <a:gd name="T41" fmla="*/ 956 h 1086"/>
                <a:gd name="T42" fmla="*/ 6 w 1014"/>
                <a:gd name="T43" fmla="*/ 921 h 1086"/>
                <a:gd name="T44" fmla="*/ 4 w 1014"/>
                <a:gd name="T45" fmla="*/ 894 h 1086"/>
                <a:gd name="T46" fmla="*/ 26 w 1014"/>
                <a:gd name="T47" fmla="*/ 850 h 1086"/>
                <a:gd name="T48" fmla="*/ 24 w 1014"/>
                <a:gd name="T49" fmla="*/ 815 h 1086"/>
                <a:gd name="T50" fmla="*/ 8 w 1014"/>
                <a:gd name="T51" fmla="*/ 766 h 1086"/>
                <a:gd name="T52" fmla="*/ 14 w 1014"/>
                <a:gd name="T53" fmla="*/ 705 h 1086"/>
                <a:gd name="T54" fmla="*/ 47 w 1014"/>
                <a:gd name="T55" fmla="*/ 666 h 1086"/>
                <a:gd name="T56" fmla="*/ 104 w 1014"/>
                <a:gd name="T57" fmla="*/ 682 h 1086"/>
                <a:gd name="T58" fmla="*/ 77 w 1014"/>
                <a:gd name="T59" fmla="*/ 607 h 1086"/>
                <a:gd name="T60" fmla="*/ 120 w 1014"/>
                <a:gd name="T61" fmla="*/ 589 h 1086"/>
                <a:gd name="T62" fmla="*/ 128 w 1014"/>
                <a:gd name="T63" fmla="*/ 632 h 1086"/>
                <a:gd name="T64" fmla="*/ 189 w 1014"/>
                <a:gd name="T65" fmla="*/ 664 h 1086"/>
                <a:gd name="T66" fmla="*/ 214 w 1014"/>
                <a:gd name="T67" fmla="*/ 654 h 1086"/>
                <a:gd name="T68" fmla="*/ 298 w 1014"/>
                <a:gd name="T69" fmla="*/ 554 h 1086"/>
                <a:gd name="T70" fmla="*/ 961 w 1014"/>
                <a:gd name="T71" fmla="*/ 320 h 1086"/>
                <a:gd name="T72" fmla="*/ 846 w 1014"/>
                <a:gd name="T73" fmla="*/ 204 h 1086"/>
                <a:gd name="T74" fmla="*/ 846 w 1014"/>
                <a:gd name="T75" fmla="*/ 228 h 1086"/>
                <a:gd name="T76" fmla="*/ 822 w 1014"/>
                <a:gd name="T77" fmla="*/ 195 h 1086"/>
                <a:gd name="T78" fmla="*/ 987 w 1014"/>
                <a:gd name="T79" fmla="*/ 47 h 1086"/>
                <a:gd name="T80" fmla="*/ 975 w 1014"/>
                <a:gd name="T81" fmla="*/ 79 h 1086"/>
                <a:gd name="T82" fmla="*/ 955 w 1014"/>
                <a:gd name="T83" fmla="*/ 110 h 1086"/>
                <a:gd name="T84" fmla="*/ 938 w 1014"/>
                <a:gd name="T85" fmla="*/ 161 h 1086"/>
                <a:gd name="T86" fmla="*/ 965 w 1014"/>
                <a:gd name="T87" fmla="*/ 281 h 1086"/>
                <a:gd name="T88" fmla="*/ 953 w 1014"/>
                <a:gd name="T89" fmla="*/ 299 h 1086"/>
                <a:gd name="T90" fmla="*/ 944 w 1014"/>
                <a:gd name="T91" fmla="*/ 293 h 1086"/>
                <a:gd name="T92" fmla="*/ 946 w 1014"/>
                <a:gd name="T93" fmla="*/ 310 h 1086"/>
                <a:gd name="T94" fmla="*/ 922 w 1014"/>
                <a:gd name="T95" fmla="*/ 301 h 1086"/>
                <a:gd name="T96" fmla="*/ 910 w 1014"/>
                <a:gd name="T97" fmla="*/ 293 h 1086"/>
                <a:gd name="T98" fmla="*/ 887 w 1014"/>
                <a:gd name="T99" fmla="*/ 275 h 1086"/>
                <a:gd name="T100" fmla="*/ 865 w 1014"/>
                <a:gd name="T101" fmla="*/ 269 h 1086"/>
                <a:gd name="T102" fmla="*/ 857 w 1014"/>
                <a:gd name="T103" fmla="*/ 255 h 1086"/>
                <a:gd name="T104" fmla="*/ 881 w 1014"/>
                <a:gd name="T105" fmla="*/ 232 h 1086"/>
                <a:gd name="T106" fmla="*/ 865 w 1014"/>
                <a:gd name="T107" fmla="*/ 220 h 1086"/>
                <a:gd name="T108" fmla="*/ 869 w 1014"/>
                <a:gd name="T109" fmla="*/ 185 h 1086"/>
                <a:gd name="T110" fmla="*/ 844 w 1014"/>
                <a:gd name="T111" fmla="*/ 189 h 1086"/>
                <a:gd name="T112" fmla="*/ 822 w 1014"/>
                <a:gd name="T113" fmla="*/ 179 h 1086"/>
                <a:gd name="T114" fmla="*/ 838 w 1014"/>
                <a:gd name="T115" fmla="*/ 106 h 1086"/>
                <a:gd name="T116" fmla="*/ 857 w 1014"/>
                <a:gd name="T117" fmla="*/ 106 h 1086"/>
                <a:gd name="T118" fmla="*/ 873 w 1014"/>
                <a:gd name="T119" fmla="*/ 83 h 1086"/>
                <a:gd name="T120" fmla="*/ 881 w 1014"/>
                <a:gd name="T121" fmla="*/ 61 h 1086"/>
                <a:gd name="T122" fmla="*/ 904 w 1014"/>
                <a:gd name="T123" fmla="*/ 30 h 1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4" h="1086">
                  <a:moveTo>
                    <a:pt x="2" y="921"/>
                  </a:moveTo>
                  <a:lnTo>
                    <a:pt x="2" y="921"/>
                  </a:lnTo>
                  <a:lnTo>
                    <a:pt x="2" y="921"/>
                  </a:lnTo>
                  <a:lnTo>
                    <a:pt x="2" y="923"/>
                  </a:lnTo>
                  <a:lnTo>
                    <a:pt x="4" y="923"/>
                  </a:lnTo>
                  <a:lnTo>
                    <a:pt x="4" y="925"/>
                  </a:lnTo>
                  <a:lnTo>
                    <a:pt x="4" y="925"/>
                  </a:lnTo>
                  <a:lnTo>
                    <a:pt x="4" y="925"/>
                  </a:lnTo>
                  <a:lnTo>
                    <a:pt x="4" y="925"/>
                  </a:lnTo>
                  <a:lnTo>
                    <a:pt x="2" y="925"/>
                  </a:lnTo>
                  <a:lnTo>
                    <a:pt x="0" y="923"/>
                  </a:lnTo>
                  <a:lnTo>
                    <a:pt x="0" y="923"/>
                  </a:lnTo>
                  <a:lnTo>
                    <a:pt x="0" y="923"/>
                  </a:lnTo>
                  <a:lnTo>
                    <a:pt x="0" y="923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2" y="921"/>
                  </a:lnTo>
                  <a:close/>
                  <a:moveTo>
                    <a:pt x="193" y="654"/>
                  </a:moveTo>
                  <a:lnTo>
                    <a:pt x="194" y="654"/>
                  </a:lnTo>
                  <a:lnTo>
                    <a:pt x="196" y="654"/>
                  </a:lnTo>
                  <a:lnTo>
                    <a:pt x="196" y="656"/>
                  </a:lnTo>
                  <a:lnTo>
                    <a:pt x="196" y="656"/>
                  </a:lnTo>
                  <a:lnTo>
                    <a:pt x="198" y="658"/>
                  </a:lnTo>
                  <a:lnTo>
                    <a:pt x="200" y="658"/>
                  </a:lnTo>
                  <a:lnTo>
                    <a:pt x="202" y="658"/>
                  </a:lnTo>
                  <a:lnTo>
                    <a:pt x="202" y="660"/>
                  </a:lnTo>
                  <a:lnTo>
                    <a:pt x="204" y="660"/>
                  </a:lnTo>
                  <a:lnTo>
                    <a:pt x="204" y="662"/>
                  </a:lnTo>
                  <a:lnTo>
                    <a:pt x="202" y="664"/>
                  </a:lnTo>
                  <a:lnTo>
                    <a:pt x="204" y="666"/>
                  </a:lnTo>
                  <a:lnTo>
                    <a:pt x="204" y="668"/>
                  </a:lnTo>
                  <a:lnTo>
                    <a:pt x="206" y="670"/>
                  </a:lnTo>
                  <a:lnTo>
                    <a:pt x="208" y="670"/>
                  </a:lnTo>
                  <a:lnTo>
                    <a:pt x="208" y="672"/>
                  </a:lnTo>
                  <a:lnTo>
                    <a:pt x="208" y="672"/>
                  </a:lnTo>
                  <a:lnTo>
                    <a:pt x="208" y="674"/>
                  </a:lnTo>
                  <a:lnTo>
                    <a:pt x="208" y="674"/>
                  </a:lnTo>
                  <a:lnTo>
                    <a:pt x="208" y="674"/>
                  </a:lnTo>
                  <a:lnTo>
                    <a:pt x="206" y="674"/>
                  </a:lnTo>
                  <a:lnTo>
                    <a:pt x="206" y="674"/>
                  </a:lnTo>
                  <a:lnTo>
                    <a:pt x="202" y="672"/>
                  </a:lnTo>
                  <a:lnTo>
                    <a:pt x="198" y="670"/>
                  </a:lnTo>
                  <a:lnTo>
                    <a:pt x="196" y="668"/>
                  </a:lnTo>
                  <a:lnTo>
                    <a:pt x="196" y="666"/>
                  </a:lnTo>
                  <a:lnTo>
                    <a:pt x="196" y="664"/>
                  </a:lnTo>
                  <a:lnTo>
                    <a:pt x="196" y="662"/>
                  </a:lnTo>
                  <a:lnTo>
                    <a:pt x="194" y="662"/>
                  </a:lnTo>
                  <a:lnTo>
                    <a:pt x="194" y="660"/>
                  </a:lnTo>
                  <a:lnTo>
                    <a:pt x="193" y="658"/>
                  </a:lnTo>
                  <a:lnTo>
                    <a:pt x="191" y="658"/>
                  </a:lnTo>
                  <a:lnTo>
                    <a:pt x="191" y="656"/>
                  </a:lnTo>
                  <a:lnTo>
                    <a:pt x="189" y="656"/>
                  </a:lnTo>
                  <a:lnTo>
                    <a:pt x="189" y="656"/>
                  </a:lnTo>
                  <a:lnTo>
                    <a:pt x="189" y="656"/>
                  </a:lnTo>
                  <a:lnTo>
                    <a:pt x="189" y="654"/>
                  </a:lnTo>
                  <a:lnTo>
                    <a:pt x="191" y="654"/>
                  </a:lnTo>
                  <a:lnTo>
                    <a:pt x="193" y="654"/>
                  </a:lnTo>
                  <a:close/>
                  <a:moveTo>
                    <a:pt x="194" y="652"/>
                  </a:moveTo>
                  <a:lnTo>
                    <a:pt x="196" y="652"/>
                  </a:lnTo>
                  <a:lnTo>
                    <a:pt x="196" y="654"/>
                  </a:lnTo>
                  <a:lnTo>
                    <a:pt x="194" y="654"/>
                  </a:lnTo>
                  <a:lnTo>
                    <a:pt x="194" y="654"/>
                  </a:lnTo>
                  <a:lnTo>
                    <a:pt x="194" y="652"/>
                  </a:lnTo>
                  <a:close/>
                  <a:moveTo>
                    <a:pt x="202" y="650"/>
                  </a:moveTo>
                  <a:lnTo>
                    <a:pt x="206" y="652"/>
                  </a:lnTo>
                  <a:lnTo>
                    <a:pt x="210" y="656"/>
                  </a:lnTo>
                  <a:lnTo>
                    <a:pt x="210" y="656"/>
                  </a:lnTo>
                  <a:lnTo>
                    <a:pt x="210" y="658"/>
                  </a:lnTo>
                  <a:lnTo>
                    <a:pt x="210" y="662"/>
                  </a:lnTo>
                  <a:lnTo>
                    <a:pt x="208" y="666"/>
                  </a:lnTo>
                  <a:lnTo>
                    <a:pt x="208" y="666"/>
                  </a:lnTo>
                  <a:lnTo>
                    <a:pt x="208" y="668"/>
                  </a:lnTo>
                  <a:lnTo>
                    <a:pt x="206" y="668"/>
                  </a:lnTo>
                  <a:lnTo>
                    <a:pt x="206" y="668"/>
                  </a:lnTo>
                  <a:lnTo>
                    <a:pt x="204" y="666"/>
                  </a:lnTo>
                  <a:lnTo>
                    <a:pt x="204" y="664"/>
                  </a:lnTo>
                  <a:lnTo>
                    <a:pt x="204" y="662"/>
                  </a:lnTo>
                  <a:lnTo>
                    <a:pt x="204" y="660"/>
                  </a:lnTo>
                  <a:lnTo>
                    <a:pt x="202" y="658"/>
                  </a:lnTo>
                  <a:lnTo>
                    <a:pt x="202" y="656"/>
                  </a:lnTo>
                  <a:lnTo>
                    <a:pt x="202" y="656"/>
                  </a:lnTo>
                  <a:lnTo>
                    <a:pt x="200" y="652"/>
                  </a:lnTo>
                  <a:lnTo>
                    <a:pt x="198" y="652"/>
                  </a:lnTo>
                  <a:lnTo>
                    <a:pt x="198" y="652"/>
                  </a:lnTo>
                  <a:lnTo>
                    <a:pt x="202" y="650"/>
                  </a:lnTo>
                  <a:close/>
                  <a:moveTo>
                    <a:pt x="332" y="530"/>
                  </a:moveTo>
                  <a:lnTo>
                    <a:pt x="334" y="530"/>
                  </a:lnTo>
                  <a:lnTo>
                    <a:pt x="340" y="534"/>
                  </a:lnTo>
                  <a:lnTo>
                    <a:pt x="347" y="542"/>
                  </a:lnTo>
                  <a:lnTo>
                    <a:pt x="347" y="544"/>
                  </a:lnTo>
                  <a:lnTo>
                    <a:pt x="347" y="546"/>
                  </a:lnTo>
                  <a:lnTo>
                    <a:pt x="344" y="546"/>
                  </a:lnTo>
                  <a:lnTo>
                    <a:pt x="342" y="548"/>
                  </a:lnTo>
                  <a:lnTo>
                    <a:pt x="349" y="550"/>
                  </a:lnTo>
                  <a:lnTo>
                    <a:pt x="355" y="550"/>
                  </a:lnTo>
                  <a:lnTo>
                    <a:pt x="363" y="552"/>
                  </a:lnTo>
                  <a:lnTo>
                    <a:pt x="367" y="552"/>
                  </a:lnTo>
                  <a:lnTo>
                    <a:pt x="369" y="554"/>
                  </a:lnTo>
                  <a:lnTo>
                    <a:pt x="369" y="556"/>
                  </a:lnTo>
                  <a:lnTo>
                    <a:pt x="369" y="560"/>
                  </a:lnTo>
                  <a:lnTo>
                    <a:pt x="369" y="562"/>
                  </a:lnTo>
                  <a:lnTo>
                    <a:pt x="369" y="564"/>
                  </a:lnTo>
                  <a:lnTo>
                    <a:pt x="373" y="566"/>
                  </a:lnTo>
                  <a:lnTo>
                    <a:pt x="375" y="566"/>
                  </a:lnTo>
                  <a:lnTo>
                    <a:pt x="377" y="572"/>
                  </a:lnTo>
                  <a:lnTo>
                    <a:pt x="377" y="574"/>
                  </a:lnTo>
                  <a:lnTo>
                    <a:pt x="377" y="575"/>
                  </a:lnTo>
                  <a:lnTo>
                    <a:pt x="375" y="577"/>
                  </a:lnTo>
                  <a:lnTo>
                    <a:pt x="369" y="577"/>
                  </a:lnTo>
                  <a:lnTo>
                    <a:pt x="367" y="579"/>
                  </a:lnTo>
                  <a:lnTo>
                    <a:pt x="365" y="579"/>
                  </a:lnTo>
                  <a:lnTo>
                    <a:pt x="363" y="581"/>
                  </a:lnTo>
                  <a:lnTo>
                    <a:pt x="363" y="581"/>
                  </a:lnTo>
                  <a:lnTo>
                    <a:pt x="361" y="581"/>
                  </a:lnTo>
                  <a:lnTo>
                    <a:pt x="361" y="581"/>
                  </a:lnTo>
                  <a:lnTo>
                    <a:pt x="359" y="581"/>
                  </a:lnTo>
                  <a:lnTo>
                    <a:pt x="359" y="581"/>
                  </a:lnTo>
                  <a:lnTo>
                    <a:pt x="357" y="583"/>
                  </a:lnTo>
                  <a:lnTo>
                    <a:pt x="359" y="585"/>
                  </a:lnTo>
                  <a:lnTo>
                    <a:pt x="359" y="587"/>
                  </a:lnTo>
                  <a:lnTo>
                    <a:pt x="359" y="587"/>
                  </a:lnTo>
                  <a:lnTo>
                    <a:pt x="359" y="589"/>
                  </a:lnTo>
                  <a:lnTo>
                    <a:pt x="361" y="589"/>
                  </a:lnTo>
                  <a:lnTo>
                    <a:pt x="361" y="589"/>
                  </a:lnTo>
                  <a:lnTo>
                    <a:pt x="361" y="591"/>
                  </a:lnTo>
                  <a:lnTo>
                    <a:pt x="361" y="593"/>
                  </a:lnTo>
                  <a:lnTo>
                    <a:pt x="361" y="595"/>
                  </a:lnTo>
                  <a:lnTo>
                    <a:pt x="363" y="593"/>
                  </a:lnTo>
                  <a:lnTo>
                    <a:pt x="365" y="591"/>
                  </a:lnTo>
                  <a:lnTo>
                    <a:pt x="363" y="589"/>
                  </a:lnTo>
                  <a:lnTo>
                    <a:pt x="361" y="587"/>
                  </a:lnTo>
                  <a:lnTo>
                    <a:pt x="361" y="585"/>
                  </a:lnTo>
                  <a:lnTo>
                    <a:pt x="363" y="583"/>
                  </a:lnTo>
                  <a:lnTo>
                    <a:pt x="365" y="581"/>
                  </a:lnTo>
                  <a:lnTo>
                    <a:pt x="365" y="581"/>
                  </a:lnTo>
                  <a:lnTo>
                    <a:pt x="367" y="581"/>
                  </a:lnTo>
                  <a:lnTo>
                    <a:pt x="369" y="581"/>
                  </a:lnTo>
                  <a:lnTo>
                    <a:pt x="371" y="581"/>
                  </a:lnTo>
                  <a:lnTo>
                    <a:pt x="371" y="581"/>
                  </a:lnTo>
                  <a:lnTo>
                    <a:pt x="373" y="581"/>
                  </a:lnTo>
                  <a:lnTo>
                    <a:pt x="373" y="581"/>
                  </a:lnTo>
                  <a:lnTo>
                    <a:pt x="375" y="579"/>
                  </a:lnTo>
                  <a:lnTo>
                    <a:pt x="375" y="579"/>
                  </a:lnTo>
                  <a:lnTo>
                    <a:pt x="377" y="581"/>
                  </a:lnTo>
                  <a:lnTo>
                    <a:pt x="381" y="581"/>
                  </a:lnTo>
                  <a:lnTo>
                    <a:pt x="381" y="583"/>
                  </a:lnTo>
                  <a:lnTo>
                    <a:pt x="381" y="585"/>
                  </a:lnTo>
                  <a:lnTo>
                    <a:pt x="383" y="587"/>
                  </a:lnTo>
                  <a:lnTo>
                    <a:pt x="383" y="591"/>
                  </a:lnTo>
                  <a:lnTo>
                    <a:pt x="385" y="593"/>
                  </a:lnTo>
                  <a:lnTo>
                    <a:pt x="385" y="595"/>
                  </a:lnTo>
                  <a:lnTo>
                    <a:pt x="383" y="595"/>
                  </a:lnTo>
                  <a:lnTo>
                    <a:pt x="383" y="597"/>
                  </a:lnTo>
                  <a:lnTo>
                    <a:pt x="383" y="597"/>
                  </a:lnTo>
                  <a:lnTo>
                    <a:pt x="383" y="597"/>
                  </a:lnTo>
                  <a:lnTo>
                    <a:pt x="381" y="599"/>
                  </a:lnTo>
                  <a:lnTo>
                    <a:pt x="381" y="601"/>
                  </a:lnTo>
                  <a:lnTo>
                    <a:pt x="381" y="605"/>
                  </a:lnTo>
                  <a:lnTo>
                    <a:pt x="383" y="613"/>
                  </a:lnTo>
                  <a:lnTo>
                    <a:pt x="383" y="615"/>
                  </a:lnTo>
                  <a:lnTo>
                    <a:pt x="383" y="611"/>
                  </a:lnTo>
                  <a:lnTo>
                    <a:pt x="385" y="609"/>
                  </a:lnTo>
                  <a:lnTo>
                    <a:pt x="385" y="605"/>
                  </a:lnTo>
                  <a:lnTo>
                    <a:pt x="385" y="603"/>
                  </a:lnTo>
                  <a:lnTo>
                    <a:pt x="385" y="601"/>
                  </a:lnTo>
                  <a:lnTo>
                    <a:pt x="387" y="597"/>
                  </a:lnTo>
                  <a:lnTo>
                    <a:pt x="389" y="595"/>
                  </a:lnTo>
                  <a:lnTo>
                    <a:pt x="389" y="593"/>
                  </a:lnTo>
                  <a:lnTo>
                    <a:pt x="389" y="589"/>
                  </a:lnTo>
                  <a:lnTo>
                    <a:pt x="389" y="587"/>
                  </a:lnTo>
                  <a:lnTo>
                    <a:pt x="389" y="583"/>
                  </a:lnTo>
                  <a:lnTo>
                    <a:pt x="393" y="579"/>
                  </a:lnTo>
                  <a:lnTo>
                    <a:pt x="395" y="574"/>
                  </a:lnTo>
                  <a:lnTo>
                    <a:pt x="396" y="572"/>
                  </a:lnTo>
                  <a:lnTo>
                    <a:pt x="398" y="570"/>
                  </a:lnTo>
                  <a:lnTo>
                    <a:pt x="400" y="568"/>
                  </a:lnTo>
                  <a:lnTo>
                    <a:pt x="400" y="568"/>
                  </a:lnTo>
                  <a:lnTo>
                    <a:pt x="400" y="568"/>
                  </a:lnTo>
                  <a:lnTo>
                    <a:pt x="404" y="568"/>
                  </a:lnTo>
                  <a:lnTo>
                    <a:pt x="404" y="570"/>
                  </a:lnTo>
                  <a:lnTo>
                    <a:pt x="408" y="574"/>
                  </a:lnTo>
                  <a:lnTo>
                    <a:pt x="408" y="574"/>
                  </a:lnTo>
                  <a:lnTo>
                    <a:pt x="410" y="581"/>
                  </a:lnTo>
                  <a:lnTo>
                    <a:pt x="418" y="591"/>
                  </a:lnTo>
                  <a:lnTo>
                    <a:pt x="418" y="591"/>
                  </a:lnTo>
                  <a:lnTo>
                    <a:pt x="420" y="591"/>
                  </a:lnTo>
                  <a:lnTo>
                    <a:pt x="444" y="617"/>
                  </a:lnTo>
                  <a:lnTo>
                    <a:pt x="447" y="615"/>
                  </a:lnTo>
                  <a:lnTo>
                    <a:pt x="447" y="617"/>
                  </a:lnTo>
                  <a:lnTo>
                    <a:pt x="463" y="627"/>
                  </a:lnTo>
                  <a:lnTo>
                    <a:pt x="485" y="654"/>
                  </a:lnTo>
                  <a:lnTo>
                    <a:pt x="487" y="656"/>
                  </a:lnTo>
                  <a:lnTo>
                    <a:pt x="496" y="658"/>
                  </a:lnTo>
                  <a:lnTo>
                    <a:pt x="504" y="662"/>
                  </a:lnTo>
                  <a:lnTo>
                    <a:pt x="506" y="662"/>
                  </a:lnTo>
                  <a:lnTo>
                    <a:pt x="506" y="662"/>
                  </a:lnTo>
                  <a:lnTo>
                    <a:pt x="508" y="662"/>
                  </a:lnTo>
                  <a:lnTo>
                    <a:pt x="508" y="662"/>
                  </a:lnTo>
                  <a:lnTo>
                    <a:pt x="508" y="662"/>
                  </a:lnTo>
                  <a:lnTo>
                    <a:pt x="508" y="662"/>
                  </a:lnTo>
                  <a:lnTo>
                    <a:pt x="508" y="660"/>
                  </a:lnTo>
                  <a:lnTo>
                    <a:pt x="508" y="660"/>
                  </a:lnTo>
                  <a:lnTo>
                    <a:pt x="510" y="660"/>
                  </a:lnTo>
                  <a:lnTo>
                    <a:pt x="510" y="660"/>
                  </a:lnTo>
                  <a:lnTo>
                    <a:pt x="510" y="658"/>
                  </a:lnTo>
                  <a:lnTo>
                    <a:pt x="510" y="654"/>
                  </a:lnTo>
                  <a:lnTo>
                    <a:pt x="510" y="654"/>
                  </a:lnTo>
                  <a:lnTo>
                    <a:pt x="510" y="654"/>
                  </a:lnTo>
                  <a:lnTo>
                    <a:pt x="510" y="654"/>
                  </a:lnTo>
                  <a:lnTo>
                    <a:pt x="512" y="652"/>
                  </a:lnTo>
                  <a:lnTo>
                    <a:pt x="520" y="646"/>
                  </a:lnTo>
                  <a:lnTo>
                    <a:pt x="522" y="644"/>
                  </a:lnTo>
                  <a:lnTo>
                    <a:pt x="522" y="644"/>
                  </a:lnTo>
                  <a:lnTo>
                    <a:pt x="526" y="644"/>
                  </a:lnTo>
                  <a:lnTo>
                    <a:pt x="526" y="644"/>
                  </a:lnTo>
                  <a:lnTo>
                    <a:pt x="528" y="644"/>
                  </a:lnTo>
                  <a:lnTo>
                    <a:pt x="528" y="642"/>
                  </a:lnTo>
                  <a:lnTo>
                    <a:pt x="530" y="640"/>
                  </a:lnTo>
                  <a:lnTo>
                    <a:pt x="530" y="640"/>
                  </a:lnTo>
                  <a:lnTo>
                    <a:pt x="530" y="640"/>
                  </a:lnTo>
                  <a:lnTo>
                    <a:pt x="532" y="640"/>
                  </a:lnTo>
                  <a:lnTo>
                    <a:pt x="561" y="652"/>
                  </a:lnTo>
                  <a:lnTo>
                    <a:pt x="542" y="713"/>
                  </a:lnTo>
                  <a:lnTo>
                    <a:pt x="538" y="725"/>
                  </a:lnTo>
                  <a:lnTo>
                    <a:pt x="536" y="727"/>
                  </a:lnTo>
                  <a:lnTo>
                    <a:pt x="536" y="729"/>
                  </a:lnTo>
                  <a:lnTo>
                    <a:pt x="538" y="729"/>
                  </a:lnTo>
                  <a:lnTo>
                    <a:pt x="559" y="731"/>
                  </a:lnTo>
                  <a:lnTo>
                    <a:pt x="559" y="731"/>
                  </a:lnTo>
                  <a:lnTo>
                    <a:pt x="561" y="733"/>
                  </a:lnTo>
                  <a:lnTo>
                    <a:pt x="561" y="735"/>
                  </a:lnTo>
                  <a:lnTo>
                    <a:pt x="565" y="772"/>
                  </a:lnTo>
                  <a:lnTo>
                    <a:pt x="567" y="774"/>
                  </a:lnTo>
                  <a:lnTo>
                    <a:pt x="567" y="776"/>
                  </a:lnTo>
                  <a:lnTo>
                    <a:pt x="577" y="784"/>
                  </a:lnTo>
                  <a:lnTo>
                    <a:pt x="577" y="784"/>
                  </a:lnTo>
                  <a:lnTo>
                    <a:pt x="567" y="805"/>
                  </a:lnTo>
                  <a:lnTo>
                    <a:pt x="565" y="805"/>
                  </a:lnTo>
                  <a:lnTo>
                    <a:pt x="565" y="807"/>
                  </a:lnTo>
                  <a:lnTo>
                    <a:pt x="563" y="805"/>
                  </a:lnTo>
                  <a:lnTo>
                    <a:pt x="542" y="791"/>
                  </a:lnTo>
                  <a:lnTo>
                    <a:pt x="540" y="791"/>
                  </a:lnTo>
                  <a:lnTo>
                    <a:pt x="540" y="791"/>
                  </a:lnTo>
                  <a:lnTo>
                    <a:pt x="538" y="793"/>
                  </a:lnTo>
                  <a:lnTo>
                    <a:pt x="534" y="799"/>
                  </a:lnTo>
                  <a:lnTo>
                    <a:pt x="532" y="799"/>
                  </a:lnTo>
                  <a:lnTo>
                    <a:pt x="532" y="801"/>
                  </a:lnTo>
                  <a:lnTo>
                    <a:pt x="514" y="791"/>
                  </a:lnTo>
                  <a:lnTo>
                    <a:pt x="512" y="793"/>
                  </a:lnTo>
                  <a:lnTo>
                    <a:pt x="512" y="793"/>
                  </a:lnTo>
                  <a:lnTo>
                    <a:pt x="506" y="801"/>
                  </a:lnTo>
                  <a:lnTo>
                    <a:pt x="504" y="803"/>
                  </a:lnTo>
                  <a:lnTo>
                    <a:pt x="495" y="799"/>
                  </a:lnTo>
                  <a:lnTo>
                    <a:pt x="493" y="799"/>
                  </a:lnTo>
                  <a:lnTo>
                    <a:pt x="493" y="799"/>
                  </a:lnTo>
                  <a:lnTo>
                    <a:pt x="489" y="807"/>
                  </a:lnTo>
                  <a:lnTo>
                    <a:pt x="487" y="807"/>
                  </a:lnTo>
                  <a:lnTo>
                    <a:pt x="487" y="809"/>
                  </a:lnTo>
                  <a:lnTo>
                    <a:pt x="481" y="807"/>
                  </a:lnTo>
                  <a:lnTo>
                    <a:pt x="479" y="805"/>
                  </a:lnTo>
                  <a:lnTo>
                    <a:pt x="479" y="803"/>
                  </a:lnTo>
                  <a:lnTo>
                    <a:pt x="479" y="801"/>
                  </a:lnTo>
                  <a:lnTo>
                    <a:pt x="477" y="799"/>
                  </a:lnTo>
                  <a:lnTo>
                    <a:pt x="479" y="797"/>
                  </a:lnTo>
                  <a:lnTo>
                    <a:pt x="479" y="797"/>
                  </a:lnTo>
                  <a:lnTo>
                    <a:pt x="479" y="795"/>
                  </a:lnTo>
                  <a:lnTo>
                    <a:pt x="479" y="793"/>
                  </a:lnTo>
                  <a:lnTo>
                    <a:pt x="422" y="778"/>
                  </a:lnTo>
                  <a:lnTo>
                    <a:pt x="410" y="780"/>
                  </a:lnTo>
                  <a:lnTo>
                    <a:pt x="396" y="772"/>
                  </a:lnTo>
                  <a:lnTo>
                    <a:pt x="393" y="772"/>
                  </a:lnTo>
                  <a:lnTo>
                    <a:pt x="385" y="772"/>
                  </a:lnTo>
                  <a:lnTo>
                    <a:pt x="377" y="774"/>
                  </a:lnTo>
                  <a:lnTo>
                    <a:pt x="375" y="776"/>
                  </a:lnTo>
                  <a:lnTo>
                    <a:pt x="375" y="778"/>
                  </a:lnTo>
                  <a:lnTo>
                    <a:pt x="377" y="786"/>
                  </a:lnTo>
                  <a:lnTo>
                    <a:pt x="377" y="786"/>
                  </a:lnTo>
                  <a:lnTo>
                    <a:pt x="383" y="793"/>
                  </a:lnTo>
                  <a:lnTo>
                    <a:pt x="385" y="799"/>
                  </a:lnTo>
                  <a:lnTo>
                    <a:pt x="389" y="801"/>
                  </a:lnTo>
                  <a:lnTo>
                    <a:pt x="393" y="803"/>
                  </a:lnTo>
                  <a:lnTo>
                    <a:pt x="404" y="811"/>
                  </a:lnTo>
                  <a:lnTo>
                    <a:pt x="414" y="829"/>
                  </a:lnTo>
                  <a:lnTo>
                    <a:pt x="414" y="829"/>
                  </a:lnTo>
                  <a:lnTo>
                    <a:pt x="416" y="841"/>
                  </a:lnTo>
                  <a:lnTo>
                    <a:pt x="416" y="841"/>
                  </a:lnTo>
                  <a:lnTo>
                    <a:pt x="416" y="845"/>
                  </a:lnTo>
                  <a:lnTo>
                    <a:pt x="416" y="846"/>
                  </a:lnTo>
                  <a:lnTo>
                    <a:pt x="416" y="848"/>
                  </a:lnTo>
                  <a:lnTo>
                    <a:pt x="416" y="850"/>
                  </a:lnTo>
                  <a:lnTo>
                    <a:pt x="414" y="850"/>
                  </a:lnTo>
                  <a:lnTo>
                    <a:pt x="414" y="852"/>
                  </a:lnTo>
                  <a:lnTo>
                    <a:pt x="412" y="854"/>
                  </a:lnTo>
                  <a:lnTo>
                    <a:pt x="410" y="854"/>
                  </a:lnTo>
                  <a:lnTo>
                    <a:pt x="410" y="854"/>
                  </a:lnTo>
                  <a:lnTo>
                    <a:pt x="410" y="856"/>
                  </a:lnTo>
                  <a:lnTo>
                    <a:pt x="410" y="856"/>
                  </a:lnTo>
                  <a:lnTo>
                    <a:pt x="410" y="856"/>
                  </a:lnTo>
                  <a:lnTo>
                    <a:pt x="410" y="856"/>
                  </a:lnTo>
                  <a:lnTo>
                    <a:pt x="410" y="858"/>
                  </a:lnTo>
                  <a:lnTo>
                    <a:pt x="410" y="858"/>
                  </a:lnTo>
                  <a:lnTo>
                    <a:pt x="410" y="858"/>
                  </a:lnTo>
                  <a:lnTo>
                    <a:pt x="410" y="860"/>
                  </a:lnTo>
                  <a:lnTo>
                    <a:pt x="408" y="860"/>
                  </a:lnTo>
                  <a:lnTo>
                    <a:pt x="408" y="860"/>
                  </a:lnTo>
                  <a:lnTo>
                    <a:pt x="408" y="862"/>
                  </a:lnTo>
                  <a:lnTo>
                    <a:pt x="408" y="862"/>
                  </a:lnTo>
                  <a:lnTo>
                    <a:pt x="406" y="862"/>
                  </a:lnTo>
                  <a:lnTo>
                    <a:pt x="406" y="864"/>
                  </a:lnTo>
                  <a:lnTo>
                    <a:pt x="406" y="864"/>
                  </a:lnTo>
                  <a:lnTo>
                    <a:pt x="408" y="866"/>
                  </a:lnTo>
                  <a:lnTo>
                    <a:pt x="408" y="868"/>
                  </a:lnTo>
                  <a:lnTo>
                    <a:pt x="408" y="870"/>
                  </a:lnTo>
                  <a:lnTo>
                    <a:pt x="408" y="872"/>
                  </a:lnTo>
                  <a:lnTo>
                    <a:pt x="408" y="872"/>
                  </a:lnTo>
                  <a:lnTo>
                    <a:pt x="408" y="872"/>
                  </a:lnTo>
                  <a:lnTo>
                    <a:pt x="410" y="874"/>
                  </a:lnTo>
                  <a:lnTo>
                    <a:pt x="414" y="878"/>
                  </a:lnTo>
                  <a:lnTo>
                    <a:pt x="416" y="880"/>
                  </a:lnTo>
                  <a:lnTo>
                    <a:pt x="416" y="882"/>
                  </a:lnTo>
                  <a:lnTo>
                    <a:pt x="418" y="884"/>
                  </a:lnTo>
                  <a:lnTo>
                    <a:pt x="418" y="886"/>
                  </a:lnTo>
                  <a:lnTo>
                    <a:pt x="420" y="886"/>
                  </a:lnTo>
                  <a:lnTo>
                    <a:pt x="424" y="888"/>
                  </a:lnTo>
                  <a:lnTo>
                    <a:pt x="424" y="888"/>
                  </a:lnTo>
                  <a:lnTo>
                    <a:pt x="424" y="890"/>
                  </a:lnTo>
                  <a:lnTo>
                    <a:pt x="424" y="890"/>
                  </a:lnTo>
                  <a:lnTo>
                    <a:pt x="420" y="896"/>
                  </a:lnTo>
                  <a:lnTo>
                    <a:pt x="420" y="898"/>
                  </a:lnTo>
                  <a:lnTo>
                    <a:pt x="420" y="898"/>
                  </a:lnTo>
                  <a:lnTo>
                    <a:pt x="418" y="898"/>
                  </a:lnTo>
                  <a:lnTo>
                    <a:pt x="414" y="901"/>
                  </a:lnTo>
                  <a:lnTo>
                    <a:pt x="414" y="901"/>
                  </a:lnTo>
                  <a:lnTo>
                    <a:pt x="412" y="901"/>
                  </a:lnTo>
                  <a:lnTo>
                    <a:pt x="404" y="905"/>
                  </a:lnTo>
                  <a:lnTo>
                    <a:pt x="398" y="907"/>
                  </a:lnTo>
                  <a:lnTo>
                    <a:pt x="398" y="907"/>
                  </a:lnTo>
                  <a:lnTo>
                    <a:pt x="398" y="907"/>
                  </a:lnTo>
                  <a:lnTo>
                    <a:pt x="398" y="919"/>
                  </a:lnTo>
                  <a:lnTo>
                    <a:pt x="398" y="925"/>
                  </a:lnTo>
                  <a:lnTo>
                    <a:pt x="398" y="927"/>
                  </a:lnTo>
                  <a:lnTo>
                    <a:pt x="396" y="929"/>
                  </a:lnTo>
                  <a:lnTo>
                    <a:pt x="396" y="931"/>
                  </a:lnTo>
                  <a:lnTo>
                    <a:pt x="391" y="947"/>
                  </a:lnTo>
                  <a:lnTo>
                    <a:pt x="391" y="951"/>
                  </a:lnTo>
                  <a:lnTo>
                    <a:pt x="393" y="951"/>
                  </a:lnTo>
                  <a:lnTo>
                    <a:pt x="395" y="954"/>
                  </a:lnTo>
                  <a:lnTo>
                    <a:pt x="395" y="956"/>
                  </a:lnTo>
                  <a:lnTo>
                    <a:pt x="393" y="962"/>
                  </a:lnTo>
                  <a:lnTo>
                    <a:pt x="393" y="964"/>
                  </a:lnTo>
                  <a:lnTo>
                    <a:pt x="393" y="964"/>
                  </a:lnTo>
                  <a:lnTo>
                    <a:pt x="395" y="966"/>
                  </a:lnTo>
                  <a:lnTo>
                    <a:pt x="398" y="968"/>
                  </a:lnTo>
                  <a:lnTo>
                    <a:pt x="400" y="968"/>
                  </a:lnTo>
                  <a:lnTo>
                    <a:pt x="400" y="968"/>
                  </a:lnTo>
                  <a:lnTo>
                    <a:pt x="402" y="966"/>
                  </a:lnTo>
                  <a:lnTo>
                    <a:pt x="404" y="960"/>
                  </a:lnTo>
                  <a:lnTo>
                    <a:pt x="408" y="958"/>
                  </a:lnTo>
                  <a:lnTo>
                    <a:pt x="426" y="964"/>
                  </a:lnTo>
                  <a:lnTo>
                    <a:pt x="428" y="966"/>
                  </a:lnTo>
                  <a:lnTo>
                    <a:pt x="430" y="966"/>
                  </a:lnTo>
                  <a:lnTo>
                    <a:pt x="430" y="964"/>
                  </a:lnTo>
                  <a:lnTo>
                    <a:pt x="430" y="964"/>
                  </a:lnTo>
                  <a:lnTo>
                    <a:pt x="432" y="960"/>
                  </a:lnTo>
                  <a:lnTo>
                    <a:pt x="432" y="958"/>
                  </a:lnTo>
                  <a:lnTo>
                    <a:pt x="432" y="958"/>
                  </a:lnTo>
                  <a:lnTo>
                    <a:pt x="432" y="956"/>
                  </a:lnTo>
                  <a:lnTo>
                    <a:pt x="432" y="956"/>
                  </a:lnTo>
                  <a:lnTo>
                    <a:pt x="432" y="954"/>
                  </a:lnTo>
                  <a:lnTo>
                    <a:pt x="432" y="954"/>
                  </a:lnTo>
                  <a:lnTo>
                    <a:pt x="432" y="954"/>
                  </a:lnTo>
                  <a:lnTo>
                    <a:pt x="432" y="952"/>
                  </a:lnTo>
                  <a:lnTo>
                    <a:pt x="432" y="952"/>
                  </a:lnTo>
                  <a:lnTo>
                    <a:pt x="442" y="935"/>
                  </a:lnTo>
                  <a:lnTo>
                    <a:pt x="442" y="933"/>
                  </a:lnTo>
                  <a:lnTo>
                    <a:pt x="444" y="933"/>
                  </a:lnTo>
                  <a:lnTo>
                    <a:pt x="453" y="939"/>
                  </a:lnTo>
                  <a:lnTo>
                    <a:pt x="453" y="939"/>
                  </a:lnTo>
                  <a:lnTo>
                    <a:pt x="455" y="939"/>
                  </a:lnTo>
                  <a:lnTo>
                    <a:pt x="455" y="937"/>
                  </a:lnTo>
                  <a:lnTo>
                    <a:pt x="459" y="931"/>
                  </a:lnTo>
                  <a:lnTo>
                    <a:pt x="465" y="931"/>
                  </a:lnTo>
                  <a:lnTo>
                    <a:pt x="493" y="945"/>
                  </a:lnTo>
                  <a:lnTo>
                    <a:pt x="465" y="994"/>
                  </a:lnTo>
                  <a:lnTo>
                    <a:pt x="465" y="994"/>
                  </a:lnTo>
                  <a:lnTo>
                    <a:pt x="465" y="994"/>
                  </a:lnTo>
                  <a:lnTo>
                    <a:pt x="465" y="994"/>
                  </a:lnTo>
                  <a:lnTo>
                    <a:pt x="465" y="994"/>
                  </a:lnTo>
                  <a:lnTo>
                    <a:pt x="463" y="994"/>
                  </a:lnTo>
                  <a:lnTo>
                    <a:pt x="463" y="992"/>
                  </a:lnTo>
                  <a:lnTo>
                    <a:pt x="461" y="992"/>
                  </a:lnTo>
                  <a:lnTo>
                    <a:pt x="461" y="994"/>
                  </a:lnTo>
                  <a:lnTo>
                    <a:pt x="461" y="994"/>
                  </a:lnTo>
                  <a:lnTo>
                    <a:pt x="461" y="994"/>
                  </a:lnTo>
                  <a:lnTo>
                    <a:pt x="461" y="996"/>
                  </a:lnTo>
                  <a:lnTo>
                    <a:pt x="461" y="996"/>
                  </a:lnTo>
                  <a:lnTo>
                    <a:pt x="461" y="996"/>
                  </a:lnTo>
                  <a:lnTo>
                    <a:pt x="461" y="996"/>
                  </a:lnTo>
                  <a:lnTo>
                    <a:pt x="459" y="996"/>
                  </a:lnTo>
                  <a:lnTo>
                    <a:pt x="459" y="996"/>
                  </a:lnTo>
                  <a:lnTo>
                    <a:pt x="459" y="996"/>
                  </a:lnTo>
                  <a:lnTo>
                    <a:pt x="459" y="996"/>
                  </a:lnTo>
                  <a:lnTo>
                    <a:pt x="459" y="996"/>
                  </a:lnTo>
                  <a:lnTo>
                    <a:pt x="442" y="1027"/>
                  </a:lnTo>
                  <a:lnTo>
                    <a:pt x="444" y="1031"/>
                  </a:lnTo>
                  <a:lnTo>
                    <a:pt x="451" y="1037"/>
                  </a:lnTo>
                  <a:lnTo>
                    <a:pt x="453" y="1037"/>
                  </a:lnTo>
                  <a:lnTo>
                    <a:pt x="455" y="1041"/>
                  </a:lnTo>
                  <a:lnTo>
                    <a:pt x="449" y="1051"/>
                  </a:lnTo>
                  <a:lnTo>
                    <a:pt x="449" y="1053"/>
                  </a:lnTo>
                  <a:lnTo>
                    <a:pt x="440" y="1070"/>
                  </a:lnTo>
                  <a:lnTo>
                    <a:pt x="440" y="1070"/>
                  </a:lnTo>
                  <a:lnTo>
                    <a:pt x="438" y="1072"/>
                  </a:lnTo>
                  <a:lnTo>
                    <a:pt x="438" y="1072"/>
                  </a:lnTo>
                  <a:lnTo>
                    <a:pt x="434" y="1070"/>
                  </a:lnTo>
                  <a:lnTo>
                    <a:pt x="430" y="1068"/>
                  </a:lnTo>
                  <a:lnTo>
                    <a:pt x="422" y="1072"/>
                  </a:lnTo>
                  <a:lnTo>
                    <a:pt x="422" y="1070"/>
                  </a:lnTo>
                  <a:lnTo>
                    <a:pt x="422" y="1068"/>
                  </a:lnTo>
                  <a:lnTo>
                    <a:pt x="404" y="1072"/>
                  </a:lnTo>
                  <a:lnTo>
                    <a:pt x="402" y="1072"/>
                  </a:lnTo>
                  <a:lnTo>
                    <a:pt x="402" y="1072"/>
                  </a:lnTo>
                  <a:lnTo>
                    <a:pt x="400" y="1074"/>
                  </a:lnTo>
                  <a:lnTo>
                    <a:pt x="400" y="1074"/>
                  </a:lnTo>
                  <a:lnTo>
                    <a:pt x="400" y="1076"/>
                  </a:lnTo>
                  <a:lnTo>
                    <a:pt x="398" y="1078"/>
                  </a:lnTo>
                  <a:lnTo>
                    <a:pt x="396" y="1082"/>
                  </a:lnTo>
                  <a:lnTo>
                    <a:pt x="395" y="1086"/>
                  </a:lnTo>
                  <a:lnTo>
                    <a:pt x="383" y="1080"/>
                  </a:lnTo>
                  <a:lnTo>
                    <a:pt x="379" y="1078"/>
                  </a:lnTo>
                  <a:lnTo>
                    <a:pt x="379" y="1076"/>
                  </a:lnTo>
                  <a:lnTo>
                    <a:pt x="379" y="1074"/>
                  </a:lnTo>
                  <a:lnTo>
                    <a:pt x="381" y="1074"/>
                  </a:lnTo>
                  <a:lnTo>
                    <a:pt x="381" y="1072"/>
                  </a:lnTo>
                  <a:lnTo>
                    <a:pt x="381" y="1070"/>
                  </a:lnTo>
                  <a:lnTo>
                    <a:pt x="381" y="1068"/>
                  </a:lnTo>
                  <a:lnTo>
                    <a:pt x="381" y="1068"/>
                  </a:lnTo>
                  <a:lnTo>
                    <a:pt x="381" y="1068"/>
                  </a:lnTo>
                  <a:lnTo>
                    <a:pt x="381" y="1068"/>
                  </a:lnTo>
                  <a:lnTo>
                    <a:pt x="381" y="1068"/>
                  </a:lnTo>
                  <a:lnTo>
                    <a:pt x="379" y="1068"/>
                  </a:lnTo>
                  <a:lnTo>
                    <a:pt x="379" y="1068"/>
                  </a:lnTo>
                  <a:lnTo>
                    <a:pt x="377" y="1068"/>
                  </a:lnTo>
                  <a:lnTo>
                    <a:pt x="375" y="1064"/>
                  </a:lnTo>
                  <a:lnTo>
                    <a:pt x="375" y="1064"/>
                  </a:lnTo>
                  <a:lnTo>
                    <a:pt x="373" y="1062"/>
                  </a:lnTo>
                  <a:lnTo>
                    <a:pt x="371" y="1062"/>
                  </a:lnTo>
                  <a:lnTo>
                    <a:pt x="369" y="1060"/>
                  </a:lnTo>
                  <a:lnTo>
                    <a:pt x="369" y="1060"/>
                  </a:lnTo>
                  <a:lnTo>
                    <a:pt x="369" y="1060"/>
                  </a:lnTo>
                  <a:lnTo>
                    <a:pt x="369" y="1060"/>
                  </a:lnTo>
                  <a:lnTo>
                    <a:pt x="367" y="1059"/>
                  </a:lnTo>
                  <a:lnTo>
                    <a:pt x="363" y="1059"/>
                  </a:lnTo>
                  <a:lnTo>
                    <a:pt x="355" y="1055"/>
                  </a:lnTo>
                  <a:lnTo>
                    <a:pt x="353" y="1055"/>
                  </a:lnTo>
                  <a:lnTo>
                    <a:pt x="353" y="1055"/>
                  </a:lnTo>
                  <a:lnTo>
                    <a:pt x="351" y="1057"/>
                  </a:lnTo>
                  <a:lnTo>
                    <a:pt x="351" y="1057"/>
                  </a:lnTo>
                  <a:lnTo>
                    <a:pt x="351" y="1059"/>
                  </a:lnTo>
                  <a:lnTo>
                    <a:pt x="351" y="1059"/>
                  </a:lnTo>
                  <a:lnTo>
                    <a:pt x="351" y="1059"/>
                  </a:lnTo>
                  <a:lnTo>
                    <a:pt x="351" y="1059"/>
                  </a:lnTo>
                  <a:lnTo>
                    <a:pt x="351" y="1059"/>
                  </a:lnTo>
                  <a:lnTo>
                    <a:pt x="351" y="1059"/>
                  </a:lnTo>
                  <a:lnTo>
                    <a:pt x="347" y="1060"/>
                  </a:lnTo>
                  <a:lnTo>
                    <a:pt x="347" y="1060"/>
                  </a:lnTo>
                  <a:lnTo>
                    <a:pt x="347" y="1060"/>
                  </a:lnTo>
                  <a:lnTo>
                    <a:pt x="345" y="1060"/>
                  </a:lnTo>
                  <a:lnTo>
                    <a:pt x="345" y="1062"/>
                  </a:lnTo>
                  <a:lnTo>
                    <a:pt x="345" y="1062"/>
                  </a:lnTo>
                  <a:lnTo>
                    <a:pt x="345" y="1064"/>
                  </a:lnTo>
                  <a:lnTo>
                    <a:pt x="344" y="1066"/>
                  </a:lnTo>
                  <a:lnTo>
                    <a:pt x="344" y="1068"/>
                  </a:lnTo>
                  <a:lnTo>
                    <a:pt x="344" y="1068"/>
                  </a:lnTo>
                  <a:lnTo>
                    <a:pt x="342" y="1068"/>
                  </a:lnTo>
                  <a:lnTo>
                    <a:pt x="342" y="1068"/>
                  </a:lnTo>
                  <a:lnTo>
                    <a:pt x="338" y="1066"/>
                  </a:lnTo>
                  <a:lnTo>
                    <a:pt x="338" y="1066"/>
                  </a:lnTo>
                  <a:lnTo>
                    <a:pt x="338" y="1064"/>
                  </a:lnTo>
                  <a:lnTo>
                    <a:pt x="338" y="1064"/>
                  </a:lnTo>
                  <a:lnTo>
                    <a:pt x="338" y="1064"/>
                  </a:lnTo>
                  <a:lnTo>
                    <a:pt x="332" y="1060"/>
                  </a:lnTo>
                  <a:lnTo>
                    <a:pt x="332" y="1060"/>
                  </a:lnTo>
                  <a:lnTo>
                    <a:pt x="332" y="1060"/>
                  </a:lnTo>
                  <a:lnTo>
                    <a:pt x="332" y="1060"/>
                  </a:lnTo>
                  <a:lnTo>
                    <a:pt x="334" y="1055"/>
                  </a:lnTo>
                  <a:lnTo>
                    <a:pt x="334" y="1055"/>
                  </a:lnTo>
                  <a:lnTo>
                    <a:pt x="334" y="1055"/>
                  </a:lnTo>
                  <a:lnTo>
                    <a:pt x="334" y="1055"/>
                  </a:lnTo>
                  <a:lnTo>
                    <a:pt x="330" y="1053"/>
                  </a:lnTo>
                  <a:lnTo>
                    <a:pt x="328" y="1051"/>
                  </a:lnTo>
                  <a:lnTo>
                    <a:pt x="328" y="1051"/>
                  </a:lnTo>
                  <a:lnTo>
                    <a:pt x="328" y="1049"/>
                  </a:lnTo>
                  <a:lnTo>
                    <a:pt x="326" y="1049"/>
                  </a:lnTo>
                  <a:lnTo>
                    <a:pt x="326" y="1049"/>
                  </a:lnTo>
                  <a:lnTo>
                    <a:pt x="328" y="1047"/>
                  </a:lnTo>
                  <a:lnTo>
                    <a:pt x="328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5"/>
                  </a:lnTo>
                  <a:lnTo>
                    <a:pt x="326" y="1047"/>
                  </a:lnTo>
                  <a:lnTo>
                    <a:pt x="324" y="1047"/>
                  </a:lnTo>
                  <a:lnTo>
                    <a:pt x="324" y="1047"/>
                  </a:lnTo>
                  <a:lnTo>
                    <a:pt x="324" y="1047"/>
                  </a:lnTo>
                  <a:lnTo>
                    <a:pt x="324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2" y="1047"/>
                  </a:lnTo>
                  <a:lnTo>
                    <a:pt x="320" y="1047"/>
                  </a:lnTo>
                  <a:lnTo>
                    <a:pt x="320" y="1047"/>
                  </a:lnTo>
                  <a:lnTo>
                    <a:pt x="318" y="1047"/>
                  </a:lnTo>
                  <a:lnTo>
                    <a:pt x="318" y="1047"/>
                  </a:lnTo>
                  <a:lnTo>
                    <a:pt x="318" y="1047"/>
                  </a:lnTo>
                  <a:lnTo>
                    <a:pt x="318" y="1047"/>
                  </a:lnTo>
                  <a:lnTo>
                    <a:pt x="318" y="1047"/>
                  </a:lnTo>
                  <a:lnTo>
                    <a:pt x="316" y="1047"/>
                  </a:lnTo>
                  <a:lnTo>
                    <a:pt x="316" y="1049"/>
                  </a:lnTo>
                  <a:lnTo>
                    <a:pt x="316" y="1049"/>
                  </a:lnTo>
                  <a:lnTo>
                    <a:pt x="316" y="1049"/>
                  </a:lnTo>
                  <a:lnTo>
                    <a:pt x="316" y="1049"/>
                  </a:lnTo>
                  <a:lnTo>
                    <a:pt x="316" y="1049"/>
                  </a:lnTo>
                  <a:lnTo>
                    <a:pt x="300" y="1039"/>
                  </a:lnTo>
                  <a:lnTo>
                    <a:pt x="298" y="1037"/>
                  </a:lnTo>
                  <a:lnTo>
                    <a:pt x="298" y="1035"/>
                  </a:lnTo>
                  <a:lnTo>
                    <a:pt x="300" y="1027"/>
                  </a:lnTo>
                  <a:lnTo>
                    <a:pt x="302" y="1027"/>
                  </a:lnTo>
                  <a:lnTo>
                    <a:pt x="302" y="1027"/>
                  </a:lnTo>
                  <a:lnTo>
                    <a:pt x="298" y="1025"/>
                  </a:lnTo>
                  <a:lnTo>
                    <a:pt x="287" y="1017"/>
                  </a:lnTo>
                  <a:lnTo>
                    <a:pt x="285" y="1017"/>
                  </a:lnTo>
                  <a:lnTo>
                    <a:pt x="285" y="1019"/>
                  </a:lnTo>
                  <a:lnTo>
                    <a:pt x="273" y="1039"/>
                  </a:lnTo>
                  <a:lnTo>
                    <a:pt x="243" y="1025"/>
                  </a:lnTo>
                  <a:lnTo>
                    <a:pt x="236" y="1019"/>
                  </a:lnTo>
                  <a:lnTo>
                    <a:pt x="234" y="1019"/>
                  </a:lnTo>
                  <a:lnTo>
                    <a:pt x="234" y="1017"/>
                  </a:lnTo>
                  <a:lnTo>
                    <a:pt x="236" y="1011"/>
                  </a:lnTo>
                  <a:lnTo>
                    <a:pt x="236" y="1011"/>
                  </a:lnTo>
                  <a:lnTo>
                    <a:pt x="236" y="1011"/>
                  </a:lnTo>
                  <a:lnTo>
                    <a:pt x="236" y="1011"/>
                  </a:lnTo>
                  <a:lnTo>
                    <a:pt x="234" y="1009"/>
                  </a:lnTo>
                  <a:lnTo>
                    <a:pt x="232" y="1009"/>
                  </a:lnTo>
                  <a:lnTo>
                    <a:pt x="232" y="1009"/>
                  </a:lnTo>
                  <a:lnTo>
                    <a:pt x="232" y="1009"/>
                  </a:lnTo>
                  <a:lnTo>
                    <a:pt x="232" y="1011"/>
                  </a:lnTo>
                  <a:lnTo>
                    <a:pt x="230" y="1011"/>
                  </a:lnTo>
                  <a:lnTo>
                    <a:pt x="230" y="1011"/>
                  </a:lnTo>
                  <a:lnTo>
                    <a:pt x="230" y="1011"/>
                  </a:lnTo>
                  <a:lnTo>
                    <a:pt x="228" y="1011"/>
                  </a:lnTo>
                  <a:lnTo>
                    <a:pt x="228" y="1011"/>
                  </a:lnTo>
                  <a:lnTo>
                    <a:pt x="226" y="1011"/>
                  </a:lnTo>
                  <a:lnTo>
                    <a:pt x="224" y="1011"/>
                  </a:lnTo>
                  <a:lnTo>
                    <a:pt x="224" y="1011"/>
                  </a:lnTo>
                  <a:lnTo>
                    <a:pt x="224" y="1011"/>
                  </a:lnTo>
                  <a:lnTo>
                    <a:pt x="224" y="1011"/>
                  </a:lnTo>
                  <a:lnTo>
                    <a:pt x="224" y="1011"/>
                  </a:lnTo>
                  <a:lnTo>
                    <a:pt x="222" y="1009"/>
                  </a:lnTo>
                  <a:lnTo>
                    <a:pt x="222" y="1009"/>
                  </a:lnTo>
                  <a:lnTo>
                    <a:pt x="220" y="1009"/>
                  </a:lnTo>
                  <a:lnTo>
                    <a:pt x="220" y="1009"/>
                  </a:lnTo>
                  <a:lnTo>
                    <a:pt x="220" y="1009"/>
                  </a:lnTo>
                  <a:lnTo>
                    <a:pt x="220" y="1011"/>
                  </a:lnTo>
                  <a:lnTo>
                    <a:pt x="220" y="1011"/>
                  </a:lnTo>
                  <a:lnTo>
                    <a:pt x="218" y="1013"/>
                  </a:lnTo>
                  <a:lnTo>
                    <a:pt x="216" y="1015"/>
                  </a:lnTo>
                  <a:lnTo>
                    <a:pt x="216" y="1017"/>
                  </a:lnTo>
                  <a:lnTo>
                    <a:pt x="216" y="1017"/>
                  </a:lnTo>
                  <a:lnTo>
                    <a:pt x="214" y="1017"/>
                  </a:lnTo>
                  <a:lnTo>
                    <a:pt x="214" y="1017"/>
                  </a:lnTo>
                  <a:lnTo>
                    <a:pt x="214" y="1019"/>
                  </a:lnTo>
                  <a:lnTo>
                    <a:pt x="214" y="1019"/>
                  </a:lnTo>
                  <a:lnTo>
                    <a:pt x="214" y="1019"/>
                  </a:lnTo>
                  <a:lnTo>
                    <a:pt x="214" y="1019"/>
                  </a:lnTo>
                  <a:lnTo>
                    <a:pt x="214" y="1019"/>
                  </a:lnTo>
                  <a:lnTo>
                    <a:pt x="210" y="1019"/>
                  </a:lnTo>
                  <a:lnTo>
                    <a:pt x="206" y="1019"/>
                  </a:lnTo>
                  <a:lnTo>
                    <a:pt x="204" y="1021"/>
                  </a:lnTo>
                  <a:lnTo>
                    <a:pt x="204" y="1021"/>
                  </a:lnTo>
                  <a:lnTo>
                    <a:pt x="204" y="1021"/>
                  </a:lnTo>
                  <a:lnTo>
                    <a:pt x="204" y="1021"/>
                  </a:lnTo>
                  <a:lnTo>
                    <a:pt x="202" y="1025"/>
                  </a:lnTo>
                  <a:lnTo>
                    <a:pt x="202" y="1027"/>
                  </a:lnTo>
                  <a:lnTo>
                    <a:pt x="202" y="1027"/>
                  </a:lnTo>
                  <a:lnTo>
                    <a:pt x="202" y="1027"/>
                  </a:lnTo>
                  <a:lnTo>
                    <a:pt x="193" y="1021"/>
                  </a:lnTo>
                  <a:lnTo>
                    <a:pt x="191" y="1019"/>
                  </a:lnTo>
                  <a:lnTo>
                    <a:pt x="191" y="1019"/>
                  </a:lnTo>
                  <a:lnTo>
                    <a:pt x="191" y="1019"/>
                  </a:lnTo>
                  <a:lnTo>
                    <a:pt x="189" y="1017"/>
                  </a:lnTo>
                  <a:lnTo>
                    <a:pt x="189" y="1017"/>
                  </a:lnTo>
                  <a:lnTo>
                    <a:pt x="189" y="1019"/>
                  </a:lnTo>
                  <a:lnTo>
                    <a:pt x="185" y="1021"/>
                  </a:lnTo>
                  <a:lnTo>
                    <a:pt x="185" y="1021"/>
                  </a:lnTo>
                  <a:lnTo>
                    <a:pt x="183" y="1021"/>
                  </a:lnTo>
                  <a:lnTo>
                    <a:pt x="183" y="1021"/>
                  </a:lnTo>
                  <a:lnTo>
                    <a:pt x="181" y="1021"/>
                  </a:lnTo>
                  <a:lnTo>
                    <a:pt x="181" y="1021"/>
                  </a:lnTo>
                  <a:lnTo>
                    <a:pt x="181" y="1019"/>
                  </a:lnTo>
                  <a:lnTo>
                    <a:pt x="181" y="1017"/>
                  </a:lnTo>
                  <a:lnTo>
                    <a:pt x="181" y="1017"/>
                  </a:lnTo>
                  <a:lnTo>
                    <a:pt x="181" y="1017"/>
                  </a:lnTo>
                  <a:lnTo>
                    <a:pt x="181" y="1015"/>
                  </a:lnTo>
                  <a:lnTo>
                    <a:pt x="181" y="1015"/>
                  </a:lnTo>
                  <a:lnTo>
                    <a:pt x="179" y="1017"/>
                  </a:lnTo>
                  <a:lnTo>
                    <a:pt x="179" y="1017"/>
                  </a:lnTo>
                  <a:lnTo>
                    <a:pt x="179" y="1017"/>
                  </a:lnTo>
                  <a:lnTo>
                    <a:pt x="179" y="1017"/>
                  </a:lnTo>
                  <a:lnTo>
                    <a:pt x="179" y="1015"/>
                  </a:lnTo>
                  <a:lnTo>
                    <a:pt x="179" y="1015"/>
                  </a:lnTo>
                  <a:lnTo>
                    <a:pt x="181" y="1015"/>
                  </a:lnTo>
                  <a:lnTo>
                    <a:pt x="181" y="1013"/>
                  </a:lnTo>
                  <a:lnTo>
                    <a:pt x="181" y="1013"/>
                  </a:lnTo>
                  <a:lnTo>
                    <a:pt x="181" y="1013"/>
                  </a:lnTo>
                  <a:lnTo>
                    <a:pt x="179" y="1009"/>
                  </a:lnTo>
                  <a:lnTo>
                    <a:pt x="179" y="1009"/>
                  </a:lnTo>
                  <a:lnTo>
                    <a:pt x="177" y="1009"/>
                  </a:lnTo>
                  <a:lnTo>
                    <a:pt x="177" y="1009"/>
                  </a:lnTo>
                  <a:lnTo>
                    <a:pt x="171" y="1006"/>
                  </a:lnTo>
                  <a:lnTo>
                    <a:pt x="171" y="1006"/>
                  </a:lnTo>
                  <a:lnTo>
                    <a:pt x="169" y="1007"/>
                  </a:lnTo>
                  <a:lnTo>
                    <a:pt x="167" y="1007"/>
                  </a:lnTo>
                  <a:lnTo>
                    <a:pt x="167" y="1007"/>
                  </a:lnTo>
                  <a:lnTo>
                    <a:pt x="167" y="1007"/>
                  </a:lnTo>
                  <a:lnTo>
                    <a:pt x="167" y="1007"/>
                  </a:lnTo>
                  <a:lnTo>
                    <a:pt x="167" y="1009"/>
                  </a:lnTo>
                  <a:lnTo>
                    <a:pt x="167" y="1009"/>
                  </a:lnTo>
                  <a:lnTo>
                    <a:pt x="167" y="1009"/>
                  </a:lnTo>
                  <a:lnTo>
                    <a:pt x="167" y="1009"/>
                  </a:lnTo>
                  <a:lnTo>
                    <a:pt x="167" y="1011"/>
                  </a:lnTo>
                  <a:lnTo>
                    <a:pt x="165" y="1011"/>
                  </a:lnTo>
                  <a:lnTo>
                    <a:pt x="165" y="1011"/>
                  </a:lnTo>
                  <a:lnTo>
                    <a:pt x="165" y="1011"/>
                  </a:lnTo>
                  <a:lnTo>
                    <a:pt x="163" y="1009"/>
                  </a:lnTo>
                  <a:lnTo>
                    <a:pt x="163" y="1009"/>
                  </a:lnTo>
                  <a:lnTo>
                    <a:pt x="163" y="1009"/>
                  </a:lnTo>
                  <a:lnTo>
                    <a:pt x="161" y="1009"/>
                  </a:lnTo>
                  <a:lnTo>
                    <a:pt x="159" y="1009"/>
                  </a:lnTo>
                  <a:lnTo>
                    <a:pt x="159" y="1009"/>
                  </a:lnTo>
                  <a:lnTo>
                    <a:pt x="147" y="1000"/>
                  </a:lnTo>
                  <a:lnTo>
                    <a:pt x="147" y="1000"/>
                  </a:lnTo>
                  <a:lnTo>
                    <a:pt x="145" y="1000"/>
                  </a:lnTo>
                  <a:lnTo>
                    <a:pt x="145" y="1000"/>
                  </a:lnTo>
                  <a:lnTo>
                    <a:pt x="143" y="998"/>
                  </a:lnTo>
                  <a:lnTo>
                    <a:pt x="143" y="998"/>
                  </a:lnTo>
                  <a:lnTo>
                    <a:pt x="143" y="998"/>
                  </a:lnTo>
                  <a:lnTo>
                    <a:pt x="143" y="998"/>
                  </a:lnTo>
                  <a:lnTo>
                    <a:pt x="143" y="996"/>
                  </a:lnTo>
                  <a:lnTo>
                    <a:pt x="143" y="996"/>
                  </a:lnTo>
                  <a:lnTo>
                    <a:pt x="143" y="996"/>
                  </a:lnTo>
                  <a:lnTo>
                    <a:pt x="143" y="996"/>
                  </a:lnTo>
                  <a:lnTo>
                    <a:pt x="145" y="996"/>
                  </a:lnTo>
                  <a:lnTo>
                    <a:pt x="145" y="996"/>
                  </a:lnTo>
                  <a:lnTo>
                    <a:pt x="145" y="996"/>
                  </a:lnTo>
                  <a:lnTo>
                    <a:pt x="145" y="994"/>
                  </a:lnTo>
                  <a:lnTo>
                    <a:pt x="145" y="994"/>
                  </a:lnTo>
                  <a:lnTo>
                    <a:pt x="145" y="994"/>
                  </a:lnTo>
                  <a:lnTo>
                    <a:pt x="145" y="994"/>
                  </a:lnTo>
                  <a:lnTo>
                    <a:pt x="145" y="992"/>
                  </a:lnTo>
                  <a:lnTo>
                    <a:pt x="145" y="992"/>
                  </a:lnTo>
                  <a:lnTo>
                    <a:pt x="145" y="992"/>
                  </a:lnTo>
                  <a:lnTo>
                    <a:pt x="145" y="992"/>
                  </a:lnTo>
                  <a:lnTo>
                    <a:pt x="145" y="992"/>
                  </a:lnTo>
                  <a:lnTo>
                    <a:pt x="145" y="992"/>
                  </a:lnTo>
                  <a:lnTo>
                    <a:pt x="143" y="992"/>
                  </a:lnTo>
                  <a:lnTo>
                    <a:pt x="143" y="992"/>
                  </a:lnTo>
                  <a:lnTo>
                    <a:pt x="143" y="992"/>
                  </a:lnTo>
                  <a:lnTo>
                    <a:pt x="143" y="992"/>
                  </a:lnTo>
                  <a:lnTo>
                    <a:pt x="143" y="992"/>
                  </a:lnTo>
                  <a:lnTo>
                    <a:pt x="143" y="992"/>
                  </a:lnTo>
                  <a:lnTo>
                    <a:pt x="142" y="992"/>
                  </a:lnTo>
                  <a:lnTo>
                    <a:pt x="142" y="992"/>
                  </a:lnTo>
                  <a:lnTo>
                    <a:pt x="140" y="992"/>
                  </a:lnTo>
                  <a:lnTo>
                    <a:pt x="140" y="992"/>
                  </a:lnTo>
                  <a:lnTo>
                    <a:pt x="138" y="994"/>
                  </a:lnTo>
                  <a:lnTo>
                    <a:pt x="138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4" y="994"/>
                  </a:lnTo>
                  <a:lnTo>
                    <a:pt x="134" y="994"/>
                  </a:lnTo>
                  <a:lnTo>
                    <a:pt x="134" y="994"/>
                  </a:lnTo>
                  <a:lnTo>
                    <a:pt x="134" y="992"/>
                  </a:lnTo>
                  <a:lnTo>
                    <a:pt x="134" y="992"/>
                  </a:lnTo>
                  <a:lnTo>
                    <a:pt x="134" y="992"/>
                  </a:lnTo>
                  <a:lnTo>
                    <a:pt x="134" y="990"/>
                  </a:lnTo>
                  <a:lnTo>
                    <a:pt x="134" y="990"/>
                  </a:lnTo>
                  <a:lnTo>
                    <a:pt x="134" y="990"/>
                  </a:lnTo>
                  <a:lnTo>
                    <a:pt x="130" y="988"/>
                  </a:lnTo>
                  <a:lnTo>
                    <a:pt x="130" y="988"/>
                  </a:lnTo>
                  <a:lnTo>
                    <a:pt x="124" y="988"/>
                  </a:lnTo>
                  <a:lnTo>
                    <a:pt x="122" y="988"/>
                  </a:lnTo>
                  <a:lnTo>
                    <a:pt x="122" y="990"/>
                  </a:lnTo>
                  <a:lnTo>
                    <a:pt x="122" y="990"/>
                  </a:lnTo>
                  <a:lnTo>
                    <a:pt x="122" y="992"/>
                  </a:lnTo>
                  <a:lnTo>
                    <a:pt x="122" y="992"/>
                  </a:lnTo>
                  <a:lnTo>
                    <a:pt x="122" y="994"/>
                  </a:lnTo>
                  <a:lnTo>
                    <a:pt x="122" y="994"/>
                  </a:lnTo>
                  <a:lnTo>
                    <a:pt x="120" y="996"/>
                  </a:lnTo>
                  <a:lnTo>
                    <a:pt x="118" y="998"/>
                  </a:lnTo>
                  <a:lnTo>
                    <a:pt x="118" y="998"/>
                  </a:lnTo>
                  <a:lnTo>
                    <a:pt x="118" y="1000"/>
                  </a:lnTo>
                  <a:lnTo>
                    <a:pt x="116" y="1000"/>
                  </a:lnTo>
                  <a:lnTo>
                    <a:pt x="116" y="1002"/>
                  </a:lnTo>
                  <a:lnTo>
                    <a:pt x="116" y="1002"/>
                  </a:lnTo>
                  <a:lnTo>
                    <a:pt x="116" y="1002"/>
                  </a:lnTo>
                  <a:lnTo>
                    <a:pt x="116" y="1004"/>
                  </a:lnTo>
                  <a:lnTo>
                    <a:pt x="116" y="1004"/>
                  </a:lnTo>
                  <a:lnTo>
                    <a:pt x="116" y="1004"/>
                  </a:lnTo>
                  <a:lnTo>
                    <a:pt x="114" y="1004"/>
                  </a:lnTo>
                  <a:lnTo>
                    <a:pt x="114" y="1002"/>
                  </a:lnTo>
                  <a:lnTo>
                    <a:pt x="112" y="1002"/>
                  </a:lnTo>
                  <a:lnTo>
                    <a:pt x="110" y="1002"/>
                  </a:lnTo>
                  <a:lnTo>
                    <a:pt x="104" y="1000"/>
                  </a:lnTo>
                  <a:lnTo>
                    <a:pt x="104" y="1000"/>
                  </a:lnTo>
                  <a:lnTo>
                    <a:pt x="104" y="998"/>
                  </a:lnTo>
                  <a:lnTo>
                    <a:pt x="102" y="998"/>
                  </a:lnTo>
                  <a:lnTo>
                    <a:pt x="96" y="992"/>
                  </a:lnTo>
                  <a:lnTo>
                    <a:pt x="96" y="990"/>
                  </a:lnTo>
                  <a:lnTo>
                    <a:pt x="96" y="990"/>
                  </a:lnTo>
                  <a:lnTo>
                    <a:pt x="96" y="990"/>
                  </a:lnTo>
                  <a:lnTo>
                    <a:pt x="96" y="990"/>
                  </a:lnTo>
                  <a:lnTo>
                    <a:pt x="96" y="988"/>
                  </a:lnTo>
                  <a:lnTo>
                    <a:pt x="96" y="988"/>
                  </a:lnTo>
                  <a:lnTo>
                    <a:pt x="96" y="988"/>
                  </a:lnTo>
                  <a:lnTo>
                    <a:pt x="96" y="986"/>
                  </a:lnTo>
                  <a:lnTo>
                    <a:pt x="96" y="986"/>
                  </a:lnTo>
                  <a:lnTo>
                    <a:pt x="96" y="986"/>
                  </a:lnTo>
                  <a:lnTo>
                    <a:pt x="96" y="986"/>
                  </a:lnTo>
                  <a:lnTo>
                    <a:pt x="96" y="984"/>
                  </a:lnTo>
                  <a:lnTo>
                    <a:pt x="96" y="984"/>
                  </a:lnTo>
                  <a:lnTo>
                    <a:pt x="96" y="984"/>
                  </a:lnTo>
                  <a:lnTo>
                    <a:pt x="94" y="986"/>
                  </a:lnTo>
                  <a:lnTo>
                    <a:pt x="94" y="986"/>
                  </a:lnTo>
                  <a:lnTo>
                    <a:pt x="94" y="986"/>
                  </a:lnTo>
                  <a:lnTo>
                    <a:pt x="94" y="986"/>
                  </a:lnTo>
                  <a:lnTo>
                    <a:pt x="92" y="986"/>
                  </a:lnTo>
                  <a:lnTo>
                    <a:pt x="92" y="986"/>
                  </a:lnTo>
                  <a:lnTo>
                    <a:pt x="92" y="986"/>
                  </a:lnTo>
                  <a:lnTo>
                    <a:pt x="91" y="986"/>
                  </a:lnTo>
                  <a:lnTo>
                    <a:pt x="91" y="986"/>
                  </a:lnTo>
                  <a:lnTo>
                    <a:pt x="91" y="986"/>
                  </a:lnTo>
                  <a:lnTo>
                    <a:pt x="89" y="986"/>
                  </a:lnTo>
                  <a:lnTo>
                    <a:pt x="87" y="986"/>
                  </a:lnTo>
                  <a:lnTo>
                    <a:pt x="87" y="986"/>
                  </a:lnTo>
                  <a:lnTo>
                    <a:pt x="87" y="986"/>
                  </a:lnTo>
                  <a:lnTo>
                    <a:pt x="87" y="984"/>
                  </a:lnTo>
                  <a:lnTo>
                    <a:pt x="87" y="982"/>
                  </a:lnTo>
                  <a:lnTo>
                    <a:pt x="85" y="980"/>
                  </a:lnTo>
                  <a:lnTo>
                    <a:pt x="85" y="980"/>
                  </a:lnTo>
                  <a:lnTo>
                    <a:pt x="85" y="980"/>
                  </a:lnTo>
                  <a:lnTo>
                    <a:pt x="83" y="980"/>
                  </a:lnTo>
                  <a:lnTo>
                    <a:pt x="83" y="980"/>
                  </a:lnTo>
                  <a:lnTo>
                    <a:pt x="83" y="980"/>
                  </a:lnTo>
                  <a:lnTo>
                    <a:pt x="81" y="980"/>
                  </a:lnTo>
                  <a:lnTo>
                    <a:pt x="81" y="980"/>
                  </a:lnTo>
                  <a:lnTo>
                    <a:pt x="81" y="980"/>
                  </a:lnTo>
                  <a:lnTo>
                    <a:pt x="81" y="982"/>
                  </a:lnTo>
                  <a:lnTo>
                    <a:pt x="81" y="982"/>
                  </a:lnTo>
                  <a:lnTo>
                    <a:pt x="81" y="982"/>
                  </a:lnTo>
                  <a:lnTo>
                    <a:pt x="81" y="982"/>
                  </a:lnTo>
                  <a:lnTo>
                    <a:pt x="81" y="984"/>
                  </a:lnTo>
                  <a:lnTo>
                    <a:pt x="81" y="984"/>
                  </a:lnTo>
                  <a:lnTo>
                    <a:pt x="81" y="984"/>
                  </a:lnTo>
                  <a:lnTo>
                    <a:pt x="79" y="984"/>
                  </a:lnTo>
                  <a:lnTo>
                    <a:pt x="77" y="984"/>
                  </a:lnTo>
                  <a:lnTo>
                    <a:pt x="73" y="984"/>
                  </a:lnTo>
                  <a:lnTo>
                    <a:pt x="73" y="984"/>
                  </a:lnTo>
                  <a:lnTo>
                    <a:pt x="73" y="984"/>
                  </a:lnTo>
                  <a:lnTo>
                    <a:pt x="71" y="984"/>
                  </a:lnTo>
                  <a:lnTo>
                    <a:pt x="71" y="984"/>
                  </a:lnTo>
                  <a:lnTo>
                    <a:pt x="71" y="984"/>
                  </a:lnTo>
                  <a:lnTo>
                    <a:pt x="67" y="982"/>
                  </a:lnTo>
                  <a:lnTo>
                    <a:pt x="67" y="982"/>
                  </a:lnTo>
                  <a:lnTo>
                    <a:pt x="67" y="982"/>
                  </a:lnTo>
                  <a:lnTo>
                    <a:pt x="65" y="982"/>
                  </a:lnTo>
                  <a:lnTo>
                    <a:pt x="65" y="982"/>
                  </a:lnTo>
                  <a:lnTo>
                    <a:pt x="63" y="982"/>
                  </a:lnTo>
                  <a:lnTo>
                    <a:pt x="63" y="982"/>
                  </a:lnTo>
                  <a:lnTo>
                    <a:pt x="61" y="982"/>
                  </a:lnTo>
                  <a:lnTo>
                    <a:pt x="61" y="982"/>
                  </a:lnTo>
                  <a:lnTo>
                    <a:pt x="61" y="982"/>
                  </a:lnTo>
                  <a:lnTo>
                    <a:pt x="61" y="982"/>
                  </a:lnTo>
                  <a:lnTo>
                    <a:pt x="61" y="982"/>
                  </a:lnTo>
                  <a:lnTo>
                    <a:pt x="59" y="980"/>
                  </a:lnTo>
                  <a:lnTo>
                    <a:pt x="59" y="976"/>
                  </a:lnTo>
                  <a:lnTo>
                    <a:pt x="57" y="974"/>
                  </a:lnTo>
                  <a:lnTo>
                    <a:pt x="57" y="974"/>
                  </a:lnTo>
                  <a:lnTo>
                    <a:pt x="57" y="972"/>
                  </a:lnTo>
                  <a:lnTo>
                    <a:pt x="57" y="972"/>
                  </a:lnTo>
                  <a:lnTo>
                    <a:pt x="57" y="972"/>
                  </a:lnTo>
                  <a:lnTo>
                    <a:pt x="55" y="972"/>
                  </a:lnTo>
                  <a:lnTo>
                    <a:pt x="53" y="972"/>
                  </a:lnTo>
                  <a:lnTo>
                    <a:pt x="53" y="972"/>
                  </a:lnTo>
                  <a:lnTo>
                    <a:pt x="53" y="970"/>
                  </a:lnTo>
                  <a:lnTo>
                    <a:pt x="53" y="970"/>
                  </a:lnTo>
                  <a:lnTo>
                    <a:pt x="53" y="970"/>
                  </a:lnTo>
                  <a:lnTo>
                    <a:pt x="53" y="970"/>
                  </a:lnTo>
                  <a:lnTo>
                    <a:pt x="51" y="970"/>
                  </a:lnTo>
                  <a:lnTo>
                    <a:pt x="43" y="970"/>
                  </a:lnTo>
                  <a:lnTo>
                    <a:pt x="43" y="970"/>
                  </a:lnTo>
                  <a:lnTo>
                    <a:pt x="43" y="970"/>
                  </a:lnTo>
                  <a:lnTo>
                    <a:pt x="41" y="970"/>
                  </a:lnTo>
                  <a:lnTo>
                    <a:pt x="41" y="970"/>
                  </a:lnTo>
                  <a:lnTo>
                    <a:pt x="41" y="970"/>
                  </a:lnTo>
                  <a:lnTo>
                    <a:pt x="41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70"/>
                  </a:lnTo>
                  <a:lnTo>
                    <a:pt x="40" y="968"/>
                  </a:lnTo>
                  <a:lnTo>
                    <a:pt x="38" y="968"/>
                  </a:lnTo>
                  <a:lnTo>
                    <a:pt x="34" y="966"/>
                  </a:lnTo>
                  <a:lnTo>
                    <a:pt x="34" y="966"/>
                  </a:lnTo>
                  <a:lnTo>
                    <a:pt x="34" y="966"/>
                  </a:lnTo>
                  <a:lnTo>
                    <a:pt x="34" y="966"/>
                  </a:lnTo>
                  <a:lnTo>
                    <a:pt x="34" y="966"/>
                  </a:lnTo>
                  <a:lnTo>
                    <a:pt x="34" y="968"/>
                  </a:lnTo>
                  <a:lnTo>
                    <a:pt x="34" y="968"/>
                  </a:lnTo>
                  <a:lnTo>
                    <a:pt x="34" y="968"/>
                  </a:lnTo>
                  <a:lnTo>
                    <a:pt x="34" y="968"/>
                  </a:lnTo>
                  <a:lnTo>
                    <a:pt x="34" y="968"/>
                  </a:lnTo>
                  <a:lnTo>
                    <a:pt x="34" y="970"/>
                  </a:lnTo>
                  <a:lnTo>
                    <a:pt x="34" y="970"/>
                  </a:lnTo>
                  <a:lnTo>
                    <a:pt x="34" y="968"/>
                  </a:lnTo>
                  <a:lnTo>
                    <a:pt x="32" y="966"/>
                  </a:lnTo>
                  <a:lnTo>
                    <a:pt x="30" y="964"/>
                  </a:lnTo>
                  <a:lnTo>
                    <a:pt x="30" y="962"/>
                  </a:lnTo>
                  <a:lnTo>
                    <a:pt x="30" y="962"/>
                  </a:lnTo>
                  <a:lnTo>
                    <a:pt x="30" y="960"/>
                  </a:lnTo>
                  <a:lnTo>
                    <a:pt x="30" y="958"/>
                  </a:lnTo>
                  <a:lnTo>
                    <a:pt x="30" y="958"/>
                  </a:lnTo>
                  <a:lnTo>
                    <a:pt x="28" y="958"/>
                  </a:lnTo>
                  <a:lnTo>
                    <a:pt x="30" y="956"/>
                  </a:lnTo>
                  <a:lnTo>
                    <a:pt x="28" y="954"/>
                  </a:lnTo>
                  <a:lnTo>
                    <a:pt x="28" y="954"/>
                  </a:lnTo>
                  <a:lnTo>
                    <a:pt x="28" y="956"/>
                  </a:lnTo>
                  <a:lnTo>
                    <a:pt x="26" y="956"/>
                  </a:lnTo>
                  <a:lnTo>
                    <a:pt x="26" y="956"/>
                  </a:lnTo>
                  <a:lnTo>
                    <a:pt x="26" y="956"/>
                  </a:lnTo>
                  <a:lnTo>
                    <a:pt x="24" y="956"/>
                  </a:lnTo>
                  <a:lnTo>
                    <a:pt x="24" y="956"/>
                  </a:lnTo>
                  <a:lnTo>
                    <a:pt x="22" y="958"/>
                  </a:lnTo>
                  <a:lnTo>
                    <a:pt x="22" y="958"/>
                  </a:lnTo>
                  <a:lnTo>
                    <a:pt x="22" y="958"/>
                  </a:lnTo>
                  <a:lnTo>
                    <a:pt x="20" y="960"/>
                  </a:lnTo>
                  <a:lnTo>
                    <a:pt x="20" y="960"/>
                  </a:lnTo>
                  <a:lnTo>
                    <a:pt x="14" y="958"/>
                  </a:lnTo>
                  <a:lnTo>
                    <a:pt x="14" y="956"/>
                  </a:lnTo>
                  <a:lnTo>
                    <a:pt x="14" y="956"/>
                  </a:lnTo>
                  <a:lnTo>
                    <a:pt x="14" y="951"/>
                  </a:lnTo>
                  <a:lnTo>
                    <a:pt x="14" y="951"/>
                  </a:lnTo>
                  <a:lnTo>
                    <a:pt x="14" y="951"/>
                  </a:lnTo>
                  <a:lnTo>
                    <a:pt x="14" y="949"/>
                  </a:lnTo>
                  <a:lnTo>
                    <a:pt x="8" y="947"/>
                  </a:lnTo>
                  <a:lnTo>
                    <a:pt x="8" y="947"/>
                  </a:lnTo>
                  <a:lnTo>
                    <a:pt x="8" y="945"/>
                  </a:lnTo>
                  <a:lnTo>
                    <a:pt x="10" y="943"/>
                  </a:lnTo>
                  <a:lnTo>
                    <a:pt x="10" y="941"/>
                  </a:lnTo>
                  <a:lnTo>
                    <a:pt x="12" y="935"/>
                  </a:lnTo>
                  <a:lnTo>
                    <a:pt x="12" y="935"/>
                  </a:lnTo>
                  <a:lnTo>
                    <a:pt x="10" y="935"/>
                  </a:lnTo>
                  <a:lnTo>
                    <a:pt x="10" y="935"/>
                  </a:lnTo>
                  <a:lnTo>
                    <a:pt x="10" y="935"/>
                  </a:lnTo>
                  <a:lnTo>
                    <a:pt x="10" y="935"/>
                  </a:lnTo>
                  <a:lnTo>
                    <a:pt x="8" y="937"/>
                  </a:lnTo>
                  <a:lnTo>
                    <a:pt x="8" y="937"/>
                  </a:lnTo>
                  <a:lnTo>
                    <a:pt x="8" y="937"/>
                  </a:lnTo>
                  <a:lnTo>
                    <a:pt x="8" y="937"/>
                  </a:lnTo>
                  <a:lnTo>
                    <a:pt x="6" y="937"/>
                  </a:lnTo>
                  <a:lnTo>
                    <a:pt x="6" y="935"/>
                  </a:lnTo>
                  <a:lnTo>
                    <a:pt x="4" y="935"/>
                  </a:lnTo>
                  <a:lnTo>
                    <a:pt x="4" y="935"/>
                  </a:lnTo>
                  <a:lnTo>
                    <a:pt x="4" y="935"/>
                  </a:lnTo>
                  <a:lnTo>
                    <a:pt x="4" y="935"/>
                  </a:lnTo>
                  <a:lnTo>
                    <a:pt x="4" y="933"/>
                  </a:lnTo>
                  <a:lnTo>
                    <a:pt x="4" y="933"/>
                  </a:lnTo>
                  <a:lnTo>
                    <a:pt x="4" y="931"/>
                  </a:lnTo>
                  <a:lnTo>
                    <a:pt x="4" y="931"/>
                  </a:lnTo>
                  <a:lnTo>
                    <a:pt x="4" y="929"/>
                  </a:lnTo>
                  <a:lnTo>
                    <a:pt x="4" y="929"/>
                  </a:lnTo>
                  <a:lnTo>
                    <a:pt x="4" y="929"/>
                  </a:lnTo>
                  <a:lnTo>
                    <a:pt x="4" y="929"/>
                  </a:lnTo>
                  <a:lnTo>
                    <a:pt x="6" y="927"/>
                  </a:lnTo>
                  <a:lnTo>
                    <a:pt x="6" y="927"/>
                  </a:lnTo>
                  <a:lnTo>
                    <a:pt x="6" y="927"/>
                  </a:lnTo>
                  <a:lnTo>
                    <a:pt x="6" y="927"/>
                  </a:lnTo>
                  <a:lnTo>
                    <a:pt x="6" y="925"/>
                  </a:lnTo>
                  <a:lnTo>
                    <a:pt x="6" y="923"/>
                  </a:lnTo>
                  <a:lnTo>
                    <a:pt x="6" y="921"/>
                  </a:lnTo>
                  <a:lnTo>
                    <a:pt x="6" y="921"/>
                  </a:lnTo>
                  <a:lnTo>
                    <a:pt x="6" y="921"/>
                  </a:lnTo>
                  <a:lnTo>
                    <a:pt x="8" y="919"/>
                  </a:lnTo>
                  <a:lnTo>
                    <a:pt x="8" y="919"/>
                  </a:lnTo>
                  <a:lnTo>
                    <a:pt x="8" y="919"/>
                  </a:lnTo>
                  <a:lnTo>
                    <a:pt x="10" y="917"/>
                  </a:lnTo>
                  <a:lnTo>
                    <a:pt x="10" y="917"/>
                  </a:lnTo>
                  <a:lnTo>
                    <a:pt x="10" y="917"/>
                  </a:lnTo>
                  <a:lnTo>
                    <a:pt x="10" y="917"/>
                  </a:lnTo>
                  <a:lnTo>
                    <a:pt x="8" y="915"/>
                  </a:lnTo>
                  <a:lnTo>
                    <a:pt x="8" y="913"/>
                  </a:lnTo>
                  <a:lnTo>
                    <a:pt x="6" y="913"/>
                  </a:lnTo>
                  <a:lnTo>
                    <a:pt x="6" y="913"/>
                  </a:lnTo>
                  <a:lnTo>
                    <a:pt x="4" y="915"/>
                  </a:lnTo>
                  <a:lnTo>
                    <a:pt x="4" y="915"/>
                  </a:lnTo>
                  <a:lnTo>
                    <a:pt x="2" y="913"/>
                  </a:lnTo>
                  <a:lnTo>
                    <a:pt x="2" y="913"/>
                  </a:lnTo>
                  <a:lnTo>
                    <a:pt x="2" y="913"/>
                  </a:lnTo>
                  <a:lnTo>
                    <a:pt x="2" y="911"/>
                  </a:lnTo>
                  <a:lnTo>
                    <a:pt x="2" y="911"/>
                  </a:lnTo>
                  <a:lnTo>
                    <a:pt x="4" y="909"/>
                  </a:lnTo>
                  <a:lnTo>
                    <a:pt x="4" y="909"/>
                  </a:lnTo>
                  <a:lnTo>
                    <a:pt x="4" y="909"/>
                  </a:lnTo>
                  <a:lnTo>
                    <a:pt x="4" y="907"/>
                  </a:lnTo>
                  <a:lnTo>
                    <a:pt x="4" y="907"/>
                  </a:lnTo>
                  <a:lnTo>
                    <a:pt x="4" y="905"/>
                  </a:lnTo>
                  <a:lnTo>
                    <a:pt x="4" y="903"/>
                  </a:lnTo>
                  <a:lnTo>
                    <a:pt x="4" y="903"/>
                  </a:lnTo>
                  <a:lnTo>
                    <a:pt x="4" y="903"/>
                  </a:lnTo>
                  <a:lnTo>
                    <a:pt x="2" y="901"/>
                  </a:lnTo>
                  <a:lnTo>
                    <a:pt x="2" y="899"/>
                  </a:lnTo>
                  <a:lnTo>
                    <a:pt x="2" y="899"/>
                  </a:lnTo>
                  <a:lnTo>
                    <a:pt x="2" y="899"/>
                  </a:lnTo>
                  <a:lnTo>
                    <a:pt x="4" y="898"/>
                  </a:lnTo>
                  <a:lnTo>
                    <a:pt x="4" y="898"/>
                  </a:lnTo>
                  <a:lnTo>
                    <a:pt x="4" y="898"/>
                  </a:lnTo>
                  <a:lnTo>
                    <a:pt x="4" y="896"/>
                  </a:lnTo>
                  <a:lnTo>
                    <a:pt x="4" y="896"/>
                  </a:lnTo>
                  <a:lnTo>
                    <a:pt x="4" y="896"/>
                  </a:lnTo>
                  <a:lnTo>
                    <a:pt x="4" y="896"/>
                  </a:lnTo>
                  <a:lnTo>
                    <a:pt x="4" y="894"/>
                  </a:lnTo>
                  <a:lnTo>
                    <a:pt x="4" y="894"/>
                  </a:lnTo>
                  <a:lnTo>
                    <a:pt x="4" y="892"/>
                  </a:lnTo>
                  <a:lnTo>
                    <a:pt x="4" y="890"/>
                  </a:lnTo>
                  <a:lnTo>
                    <a:pt x="4" y="890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6"/>
                  </a:lnTo>
                  <a:lnTo>
                    <a:pt x="6" y="886"/>
                  </a:lnTo>
                  <a:lnTo>
                    <a:pt x="8" y="884"/>
                  </a:lnTo>
                  <a:lnTo>
                    <a:pt x="8" y="884"/>
                  </a:lnTo>
                  <a:lnTo>
                    <a:pt x="8" y="884"/>
                  </a:lnTo>
                  <a:lnTo>
                    <a:pt x="8" y="882"/>
                  </a:lnTo>
                  <a:lnTo>
                    <a:pt x="8" y="880"/>
                  </a:lnTo>
                  <a:lnTo>
                    <a:pt x="10" y="874"/>
                  </a:lnTo>
                  <a:lnTo>
                    <a:pt x="10" y="870"/>
                  </a:lnTo>
                  <a:lnTo>
                    <a:pt x="12" y="870"/>
                  </a:lnTo>
                  <a:lnTo>
                    <a:pt x="12" y="870"/>
                  </a:lnTo>
                  <a:lnTo>
                    <a:pt x="12" y="868"/>
                  </a:lnTo>
                  <a:lnTo>
                    <a:pt x="12" y="868"/>
                  </a:lnTo>
                  <a:lnTo>
                    <a:pt x="16" y="868"/>
                  </a:lnTo>
                  <a:lnTo>
                    <a:pt x="16" y="868"/>
                  </a:lnTo>
                  <a:lnTo>
                    <a:pt x="18" y="868"/>
                  </a:lnTo>
                  <a:lnTo>
                    <a:pt x="18" y="866"/>
                  </a:lnTo>
                  <a:lnTo>
                    <a:pt x="18" y="866"/>
                  </a:lnTo>
                  <a:lnTo>
                    <a:pt x="18" y="866"/>
                  </a:lnTo>
                  <a:lnTo>
                    <a:pt x="18" y="866"/>
                  </a:lnTo>
                  <a:lnTo>
                    <a:pt x="18" y="864"/>
                  </a:lnTo>
                  <a:lnTo>
                    <a:pt x="18" y="864"/>
                  </a:lnTo>
                  <a:lnTo>
                    <a:pt x="20" y="862"/>
                  </a:lnTo>
                  <a:lnTo>
                    <a:pt x="20" y="860"/>
                  </a:lnTo>
                  <a:lnTo>
                    <a:pt x="24" y="856"/>
                  </a:lnTo>
                  <a:lnTo>
                    <a:pt x="24" y="856"/>
                  </a:lnTo>
                  <a:lnTo>
                    <a:pt x="24" y="854"/>
                  </a:lnTo>
                  <a:lnTo>
                    <a:pt x="26" y="854"/>
                  </a:lnTo>
                  <a:lnTo>
                    <a:pt x="26" y="854"/>
                  </a:lnTo>
                  <a:lnTo>
                    <a:pt x="26" y="852"/>
                  </a:lnTo>
                  <a:lnTo>
                    <a:pt x="26" y="852"/>
                  </a:lnTo>
                  <a:lnTo>
                    <a:pt x="26" y="852"/>
                  </a:lnTo>
                  <a:lnTo>
                    <a:pt x="26" y="850"/>
                  </a:lnTo>
                  <a:lnTo>
                    <a:pt x="26" y="850"/>
                  </a:lnTo>
                  <a:lnTo>
                    <a:pt x="26" y="850"/>
                  </a:lnTo>
                  <a:lnTo>
                    <a:pt x="26" y="850"/>
                  </a:lnTo>
                  <a:lnTo>
                    <a:pt x="28" y="848"/>
                  </a:lnTo>
                  <a:lnTo>
                    <a:pt x="28" y="848"/>
                  </a:lnTo>
                  <a:lnTo>
                    <a:pt x="28" y="848"/>
                  </a:lnTo>
                  <a:lnTo>
                    <a:pt x="26" y="845"/>
                  </a:lnTo>
                  <a:lnTo>
                    <a:pt x="24" y="843"/>
                  </a:lnTo>
                  <a:lnTo>
                    <a:pt x="24" y="843"/>
                  </a:lnTo>
                  <a:lnTo>
                    <a:pt x="26" y="841"/>
                  </a:lnTo>
                  <a:lnTo>
                    <a:pt x="26" y="839"/>
                  </a:lnTo>
                  <a:lnTo>
                    <a:pt x="28" y="837"/>
                  </a:lnTo>
                  <a:lnTo>
                    <a:pt x="28" y="835"/>
                  </a:lnTo>
                  <a:lnTo>
                    <a:pt x="28" y="835"/>
                  </a:lnTo>
                  <a:lnTo>
                    <a:pt x="28" y="835"/>
                  </a:lnTo>
                  <a:lnTo>
                    <a:pt x="28" y="833"/>
                  </a:lnTo>
                  <a:lnTo>
                    <a:pt x="28" y="833"/>
                  </a:lnTo>
                  <a:lnTo>
                    <a:pt x="28" y="831"/>
                  </a:lnTo>
                  <a:lnTo>
                    <a:pt x="28" y="831"/>
                  </a:lnTo>
                  <a:lnTo>
                    <a:pt x="28" y="827"/>
                  </a:lnTo>
                  <a:lnTo>
                    <a:pt x="28" y="827"/>
                  </a:lnTo>
                  <a:lnTo>
                    <a:pt x="28" y="827"/>
                  </a:lnTo>
                  <a:lnTo>
                    <a:pt x="28" y="825"/>
                  </a:lnTo>
                  <a:lnTo>
                    <a:pt x="20" y="821"/>
                  </a:lnTo>
                  <a:lnTo>
                    <a:pt x="20" y="821"/>
                  </a:lnTo>
                  <a:lnTo>
                    <a:pt x="18" y="821"/>
                  </a:lnTo>
                  <a:lnTo>
                    <a:pt x="18" y="821"/>
                  </a:lnTo>
                  <a:lnTo>
                    <a:pt x="18" y="821"/>
                  </a:lnTo>
                  <a:lnTo>
                    <a:pt x="18" y="821"/>
                  </a:lnTo>
                  <a:lnTo>
                    <a:pt x="18" y="821"/>
                  </a:lnTo>
                  <a:lnTo>
                    <a:pt x="18" y="819"/>
                  </a:lnTo>
                  <a:lnTo>
                    <a:pt x="18" y="819"/>
                  </a:lnTo>
                  <a:lnTo>
                    <a:pt x="18" y="819"/>
                  </a:lnTo>
                  <a:lnTo>
                    <a:pt x="18" y="817"/>
                  </a:lnTo>
                  <a:lnTo>
                    <a:pt x="20" y="817"/>
                  </a:lnTo>
                  <a:lnTo>
                    <a:pt x="20" y="817"/>
                  </a:lnTo>
                  <a:lnTo>
                    <a:pt x="20" y="815"/>
                  </a:lnTo>
                  <a:lnTo>
                    <a:pt x="22" y="815"/>
                  </a:lnTo>
                  <a:lnTo>
                    <a:pt x="22" y="815"/>
                  </a:lnTo>
                  <a:lnTo>
                    <a:pt x="22" y="815"/>
                  </a:lnTo>
                  <a:lnTo>
                    <a:pt x="22" y="815"/>
                  </a:lnTo>
                  <a:lnTo>
                    <a:pt x="24" y="815"/>
                  </a:lnTo>
                  <a:lnTo>
                    <a:pt x="24" y="815"/>
                  </a:lnTo>
                  <a:lnTo>
                    <a:pt x="24" y="815"/>
                  </a:lnTo>
                  <a:lnTo>
                    <a:pt x="24" y="813"/>
                  </a:lnTo>
                  <a:lnTo>
                    <a:pt x="26" y="813"/>
                  </a:lnTo>
                  <a:lnTo>
                    <a:pt x="26" y="813"/>
                  </a:lnTo>
                  <a:lnTo>
                    <a:pt x="28" y="811"/>
                  </a:lnTo>
                  <a:lnTo>
                    <a:pt x="28" y="811"/>
                  </a:lnTo>
                  <a:lnTo>
                    <a:pt x="28" y="811"/>
                  </a:lnTo>
                  <a:lnTo>
                    <a:pt x="28" y="809"/>
                  </a:lnTo>
                  <a:lnTo>
                    <a:pt x="30" y="807"/>
                  </a:lnTo>
                  <a:lnTo>
                    <a:pt x="30" y="807"/>
                  </a:lnTo>
                  <a:lnTo>
                    <a:pt x="32" y="805"/>
                  </a:lnTo>
                  <a:lnTo>
                    <a:pt x="32" y="805"/>
                  </a:lnTo>
                  <a:lnTo>
                    <a:pt x="32" y="803"/>
                  </a:lnTo>
                  <a:lnTo>
                    <a:pt x="32" y="803"/>
                  </a:lnTo>
                  <a:lnTo>
                    <a:pt x="32" y="801"/>
                  </a:lnTo>
                  <a:lnTo>
                    <a:pt x="32" y="801"/>
                  </a:lnTo>
                  <a:lnTo>
                    <a:pt x="32" y="801"/>
                  </a:lnTo>
                  <a:lnTo>
                    <a:pt x="32" y="799"/>
                  </a:lnTo>
                  <a:lnTo>
                    <a:pt x="32" y="797"/>
                  </a:lnTo>
                  <a:lnTo>
                    <a:pt x="32" y="797"/>
                  </a:lnTo>
                  <a:lnTo>
                    <a:pt x="34" y="795"/>
                  </a:lnTo>
                  <a:lnTo>
                    <a:pt x="34" y="793"/>
                  </a:lnTo>
                  <a:lnTo>
                    <a:pt x="34" y="793"/>
                  </a:lnTo>
                  <a:lnTo>
                    <a:pt x="34" y="791"/>
                  </a:lnTo>
                  <a:lnTo>
                    <a:pt x="36" y="790"/>
                  </a:lnTo>
                  <a:lnTo>
                    <a:pt x="36" y="788"/>
                  </a:lnTo>
                  <a:lnTo>
                    <a:pt x="36" y="788"/>
                  </a:lnTo>
                  <a:lnTo>
                    <a:pt x="34" y="784"/>
                  </a:lnTo>
                  <a:lnTo>
                    <a:pt x="32" y="784"/>
                  </a:lnTo>
                  <a:lnTo>
                    <a:pt x="32" y="782"/>
                  </a:lnTo>
                  <a:lnTo>
                    <a:pt x="26" y="780"/>
                  </a:lnTo>
                  <a:lnTo>
                    <a:pt x="26" y="780"/>
                  </a:lnTo>
                  <a:lnTo>
                    <a:pt x="26" y="780"/>
                  </a:lnTo>
                  <a:lnTo>
                    <a:pt x="24" y="782"/>
                  </a:lnTo>
                  <a:lnTo>
                    <a:pt x="24" y="782"/>
                  </a:lnTo>
                  <a:lnTo>
                    <a:pt x="22" y="782"/>
                  </a:lnTo>
                  <a:lnTo>
                    <a:pt x="22" y="782"/>
                  </a:lnTo>
                  <a:lnTo>
                    <a:pt x="20" y="780"/>
                  </a:lnTo>
                  <a:lnTo>
                    <a:pt x="20" y="780"/>
                  </a:lnTo>
                  <a:lnTo>
                    <a:pt x="20" y="780"/>
                  </a:lnTo>
                  <a:lnTo>
                    <a:pt x="10" y="770"/>
                  </a:lnTo>
                  <a:lnTo>
                    <a:pt x="8" y="766"/>
                  </a:lnTo>
                  <a:lnTo>
                    <a:pt x="8" y="764"/>
                  </a:lnTo>
                  <a:lnTo>
                    <a:pt x="4" y="756"/>
                  </a:lnTo>
                  <a:lnTo>
                    <a:pt x="4" y="750"/>
                  </a:lnTo>
                  <a:lnTo>
                    <a:pt x="2" y="740"/>
                  </a:lnTo>
                  <a:lnTo>
                    <a:pt x="2" y="738"/>
                  </a:lnTo>
                  <a:lnTo>
                    <a:pt x="2" y="738"/>
                  </a:lnTo>
                  <a:lnTo>
                    <a:pt x="2" y="737"/>
                  </a:lnTo>
                  <a:lnTo>
                    <a:pt x="2" y="737"/>
                  </a:lnTo>
                  <a:lnTo>
                    <a:pt x="2" y="737"/>
                  </a:lnTo>
                  <a:lnTo>
                    <a:pt x="2" y="735"/>
                  </a:lnTo>
                  <a:lnTo>
                    <a:pt x="4" y="735"/>
                  </a:lnTo>
                  <a:lnTo>
                    <a:pt x="4" y="735"/>
                  </a:lnTo>
                  <a:lnTo>
                    <a:pt x="4" y="735"/>
                  </a:lnTo>
                  <a:lnTo>
                    <a:pt x="8" y="731"/>
                  </a:lnTo>
                  <a:lnTo>
                    <a:pt x="8" y="731"/>
                  </a:lnTo>
                  <a:lnTo>
                    <a:pt x="8" y="729"/>
                  </a:lnTo>
                  <a:lnTo>
                    <a:pt x="8" y="729"/>
                  </a:lnTo>
                  <a:lnTo>
                    <a:pt x="8" y="727"/>
                  </a:lnTo>
                  <a:lnTo>
                    <a:pt x="10" y="727"/>
                  </a:lnTo>
                  <a:lnTo>
                    <a:pt x="12" y="727"/>
                  </a:lnTo>
                  <a:lnTo>
                    <a:pt x="14" y="727"/>
                  </a:lnTo>
                  <a:lnTo>
                    <a:pt x="14" y="725"/>
                  </a:lnTo>
                  <a:lnTo>
                    <a:pt x="14" y="725"/>
                  </a:lnTo>
                  <a:lnTo>
                    <a:pt x="14" y="725"/>
                  </a:lnTo>
                  <a:lnTo>
                    <a:pt x="14" y="725"/>
                  </a:lnTo>
                  <a:lnTo>
                    <a:pt x="14" y="725"/>
                  </a:lnTo>
                  <a:lnTo>
                    <a:pt x="14" y="723"/>
                  </a:lnTo>
                  <a:lnTo>
                    <a:pt x="10" y="723"/>
                  </a:lnTo>
                  <a:lnTo>
                    <a:pt x="10" y="721"/>
                  </a:lnTo>
                  <a:lnTo>
                    <a:pt x="10" y="721"/>
                  </a:lnTo>
                  <a:lnTo>
                    <a:pt x="12" y="717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2" y="713"/>
                  </a:lnTo>
                  <a:lnTo>
                    <a:pt x="12" y="713"/>
                  </a:lnTo>
                  <a:lnTo>
                    <a:pt x="14" y="711"/>
                  </a:lnTo>
                  <a:lnTo>
                    <a:pt x="14" y="709"/>
                  </a:lnTo>
                  <a:lnTo>
                    <a:pt x="14" y="707"/>
                  </a:lnTo>
                  <a:lnTo>
                    <a:pt x="14" y="705"/>
                  </a:lnTo>
                  <a:lnTo>
                    <a:pt x="14" y="705"/>
                  </a:lnTo>
                  <a:lnTo>
                    <a:pt x="14" y="705"/>
                  </a:lnTo>
                  <a:lnTo>
                    <a:pt x="14" y="703"/>
                  </a:lnTo>
                  <a:lnTo>
                    <a:pt x="10" y="699"/>
                  </a:lnTo>
                  <a:lnTo>
                    <a:pt x="10" y="697"/>
                  </a:lnTo>
                  <a:lnTo>
                    <a:pt x="10" y="695"/>
                  </a:lnTo>
                  <a:lnTo>
                    <a:pt x="8" y="687"/>
                  </a:lnTo>
                  <a:lnTo>
                    <a:pt x="8" y="685"/>
                  </a:lnTo>
                  <a:lnTo>
                    <a:pt x="8" y="685"/>
                  </a:lnTo>
                  <a:lnTo>
                    <a:pt x="8" y="683"/>
                  </a:lnTo>
                  <a:lnTo>
                    <a:pt x="8" y="683"/>
                  </a:lnTo>
                  <a:lnTo>
                    <a:pt x="12" y="683"/>
                  </a:lnTo>
                  <a:lnTo>
                    <a:pt x="28" y="689"/>
                  </a:lnTo>
                  <a:lnTo>
                    <a:pt x="30" y="689"/>
                  </a:lnTo>
                  <a:lnTo>
                    <a:pt x="32" y="687"/>
                  </a:lnTo>
                  <a:lnTo>
                    <a:pt x="34" y="687"/>
                  </a:lnTo>
                  <a:lnTo>
                    <a:pt x="34" y="687"/>
                  </a:lnTo>
                  <a:lnTo>
                    <a:pt x="36" y="685"/>
                  </a:lnTo>
                  <a:lnTo>
                    <a:pt x="38" y="683"/>
                  </a:lnTo>
                  <a:lnTo>
                    <a:pt x="40" y="682"/>
                  </a:lnTo>
                  <a:lnTo>
                    <a:pt x="40" y="682"/>
                  </a:lnTo>
                  <a:lnTo>
                    <a:pt x="40" y="682"/>
                  </a:lnTo>
                  <a:lnTo>
                    <a:pt x="40" y="680"/>
                  </a:lnTo>
                  <a:lnTo>
                    <a:pt x="40" y="680"/>
                  </a:lnTo>
                  <a:lnTo>
                    <a:pt x="40" y="680"/>
                  </a:lnTo>
                  <a:lnTo>
                    <a:pt x="40" y="680"/>
                  </a:lnTo>
                  <a:lnTo>
                    <a:pt x="40" y="678"/>
                  </a:lnTo>
                  <a:lnTo>
                    <a:pt x="40" y="678"/>
                  </a:lnTo>
                  <a:lnTo>
                    <a:pt x="40" y="678"/>
                  </a:lnTo>
                  <a:lnTo>
                    <a:pt x="41" y="676"/>
                  </a:lnTo>
                  <a:lnTo>
                    <a:pt x="41" y="672"/>
                  </a:lnTo>
                  <a:lnTo>
                    <a:pt x="43" y="670"/>
                  </a:lnTo>
                  <a:lnTo>
                    <a:pt x="43" y="670"/>
                  </a:lnTo>
                  <a:lnTo>
                    <a:pt x="43" y="668"/>
                  </a:lnTo>
                  <a:lnTo>
                    <a:pt x="43" y="668"/>
                  </a:lnTo>
                  <a:lnTo>
                    <a:pt x="43" y="666"/>
                  </a:lnTo>
                  <a:lnTo>
                    <a:pt x="43" y="666"/>
                  </a:lnTo>
                  <a:lnTo>
                    <a:pt x="43" y="666"/>
                  </a:lnTo>
                  <a:lnTo>
                    <a:pt x="45" y="664"/>
                  </a:lnTo>
                  <a:lnTo>
                    <a:pt x="45" y="664"/>
                  </a:lnTo>
                  <a:lnTo>
                    <a:pt x="45" y="664"/>
                  </a:lnTo>
                  <a:lnTo>
                    <a:pt x="47" y="666"/>
                  </a:lnTo>
                  <a:lnTo>
                    <a:pt x="47" y="666"/>
                  </a:lnTo>
                  <a:lnTo>
                    <a:pt x="47" y="668"/>
                  </a:lnTo>
                  <a:lnTo>
                    <a:pt x="49" y="668"/>
                  </a:lnTo>
                  <a:lnTo>
                    <a:pt x="49" y="668"/>
                  </a:lnTo>
                  <a:lnTo>
                    <a:pt x="49" y="670"/>
                  </a:lnTo>
                  <a:lnTo>
                    <a:pt x="49" y="672"/>
                  </a:lnTo>
                  <a:lnTo>
                    <a:pt x="53" y="672"/>
                  </a:lnTo>
                  <a:lnTo>
                    <a:pt x="53" y="672"/>
                  </a:lnTo>
                  <a:lnTo>
                    <a:pt x="53" y="672"/>
                  </a:lnTo>
                  <a:lnTo>
                    <a:pt x="55" y="674"/>
                  </a:lnTo>
                  <a:lnTo>
                    <a:pt x="55" y="674"/>
                  </a:lnTo>
                  <a:lnTo>
                    <a:pt x="55" y="674"/>
                  </a:lnTo>
                  <a:lnTo>
                    <a:pt x="57" y="674"/>
                  </a:lnTo>
                  <a:lnTo>
                    <a:pt x="59" y="674"/>
                  </a:lnTo>
                  <a:lnTo>
                    <a:pt x="59" y="676"/>
                  </a:lnTo>
                  <a:lnTo>
                    <a:pt x="59" y="678"/>
                  </a:lnTo>
                  <a:lnTo>
                    <a:pt x="61" y="678"/>
                  </a:lnTo>
                  <a:lnTo>
                    <a:pt x="65" y="682"/>
                  </a:lnTo>
                  <a:lnTo>
                    <a:pt x="67" y="682"/>
                  </a:lnTo>
                  <a:lnTo>
                    <a:pt x="67" y="683"/>
                  </a:lnTo>
                  <a:lnTo>
                    <a:pt x="67" y="685"/>
                  </a:lnTo>
                  <a:lnTo>
                    <a:pt x="67" y="685"/>
                  </a:lnTo>
                  <a:lnTo>
                    <a:pt x="67" y="687"/>
                  </a:lnTo>
                  <a:lnTo>
                    <a:pt x="67" y="687"/>
                  </a:lnTo>
                  <a:lnTo>
                    <a:pt x="67" y="687"/>
                  </a:lnTo>
                  <a:lnTo>
                    <a:pt x="67" y="689"/>
                  </a:lnTo>
                  <a:lnTo>
                    <a:pt x="73" y="693"/>
                  </a:lnTo>
                  <a:lnTo>
                    <a:pt x="75" y="693"/>
                  </a:lnTo>
                  <a:lnTo>
                    <a:pt x="79" y="693"/>
                  </a:lnTo>
                  <a:lnTo>
                    <a:pt x="81" y="691"/>
                  </a:lnTo>
                  <a:lnTo>
                    <a:pt x="81" y="691"/>
                  </a:lnTo>
                  <a:lnTo>
                    <a:pt x="81" y="689"/>
                  </a:lnTo>
                  <a:lnTo>
                    <a:pt x="83" y="687"/>
                  </a:lnTo>
                  <a:lnTo>
                    <a:pt x="87" y="687"/>
                  </a:lnTo>
                  <a:lnTo>
                    <a:pt x="91" y="689"/>
                  </a:lnTo>
                  <a:lnTo>
                    <a:pt x="92" y="689"/>
                  </a:lnTo>
                  <a:lnTo>
                    <a:pt x="94" y="689"/>
                  </a:lnTo>
                  <a:lnTo>
                    <a:pt x="96" y="689"/>
                  </a:lnTo>
                  <a:lnTo>
                    <a:pt x="98" y="689"/>
                  </a:lnTo>
                  <a:lnTo>
                    <a:pt x="102" y="683"/>
                  </a:lnTo>
                  <a:lnTo>
                    <a:pt x="104" y="683"/>
                  </a:lnTo>
                  <a:lnTo>
                    <a:pt x="104" y="682"/>
                  </a:lnTo>
                  <a:lnTo>
                    <a:pt x="106" y="674"/>
                  </a:lnTo>
                  <a:lnTo>
                    <a:pt x="106" y="672"/>
                  </a:lnTo>
                  <a:lnTo>
                    <a:pt x="106" y="670"/>
                  </a:lnTo>
                  <a:lnTo>
                    <a:pt x="104" y="668"/>
                  </a:lnTo>
                  <a:lnTo>
                    <a:pt x="104" y="666"/>
                  </a:lnTo>
                  <a:lnTo>
                    <a:pt x="104" y="664"/>
                  </a:lnTo>
                  <a:lnTo>
                    <a:pt x="106" y="662"/>
                  </a:lnTo>
                  <a:lnTo>
                    <a:pt x="108" y="662"/>
                  </a:lnTo>
                  <a:lnTo>
                    <a:pt x="110" y="660"/>
                  </a:lnTo>
                  <a:lnTo>
                    <a:pt x="110" y="660"/>
                  </a:lnTo>
                  <a:lnTo>
                    <a:pt x="110" y="658"/>
                  </a:lnTo>
                  <a:lnTo>
                    <a:pt x="108" y="658"/>
                  </a:lnTo>
                  <a:lnTo>
                    <a:pt x="108" y="656"/>
                  </a:lnTo>
                  <a:lnTo>
                    <a:pt x="108" y="656"/>
                  </a:lnTo>
                  <a:lnTo>
                    <a:pt x="108" y="654"/>
                  </a:lnTo>
                  <a:lnTo>
                    <a:pt x="110" y="654"/>
                  </a:lnTo>
                  <a:lnTo>
                    <a:pt x="110" y="654"/>
                  </a:lnTo>
                  <a:lnTo>
                    <a:pt x="110" y="654"/>
                  </a:lnTo>
                  <a:lnTo>
                    <a:pt x="106" y="652"/>
                  </a:lnTo>
                  <a:lnTo>
                    <a:pt x="104" y="650"/>
                  </a:lnTo>
                  <a:lnTo>
                    <a:pt x="106" y="648"/>
                  </a:lnTo>
                  <a:lnTo>
                    <a:pt x="106" y="646"/>
                  </a:lnTo>
                  <a:lnTo>
                    <a:pt x="106" y="646"/>
                  </a:lnTo>
                  <a:lnTo>
                    <a:pt x="106" y="644"/>
                  </a:lnTo>
                  <a:lnTo>
                    <a:pt x="102" y="644"/>
                  </a:lnTo>
                  <a:lnTo>
                    <a:pt x="100" y="646"/>
                  </a:lnTo>
                  <a:lnTo>
                    <a:pt x="100" y="648"/>
                  </a:lnTo>
                  <a:lnTo>
                    <a:pt x="98" y="648"/>
                  </a:lnTo>
                  <a:lnTo>
                    <a:pt x="98" y="648"/>
                  </a:lnTo>
                  <a:lnTo>
                    <a:pt x="96" y="646"/>
                  </a:lnTo>
                  <a:lnTo>
                    <a:pt x="94" y="646"/>
                  </a:lnTo>
                  <a:lnTo>
                    <a:pt x="94" y="646"/>
                  </a:lnTo>
                  <a:lnTo>
                    <a:pt x="91" y="646"/>
                  </a:lnTo>
                  <a:lnTo>
                    <a:pt x="87" y="646"/>
                  </a:lnTo>
                  <a:lnTo>
                    <a:pt x="87" y="644"/>
                  </a:lnTo>
                  <a:lnTo>
                    <a:pt x="81" y="638"/>
                  </a:lnTo>
                  <a:lnTo>
                    <a:pt x="81" y="634"/>
                  </a:lnTo>
                  <a:lnTo>
                    <a:pt x="79" y="619"/>
                  </a:lnTo>
                  <a:lnTo>
                    <a:pt x="79" y="613"/>
                  </a:lnTo>
                  <a:lnTo>
                    <a:pt x="79" y="609"/>
                  </a:lnTo>
                  <a:lnTo>
                    <a:pt x="77" y="607"/>
                  </a:lnTo>
                  <a:lnTo>
                    <a:pt x="77" y="605"/>
                  </a:lnTo>
                  <a:lnTo>
                    <a:pt x="73" y="603"/>
                  </a:lnTo>
                  <a:lnTo>
                    <a:pt x="73" y="601"/>
                  </a:lnTo>
                  <a:lnTo>
                    <a:pt x="73" y="599"/>
                  </a:lnTo>
                  <a:lnTo>
                    <a:pt x="75" y="597"/>
                  </a:lnTo>
                  <a:lnTo>
                    <a:pt x="75" y="595"/>
                  </a:lnTo>
                  <a:lnTo>
                    <a:pt x="75" y="593"/>
                  </a:lnTo>
                  <a:lnTo>
                    <a:pt x="75" y="593"/>
                  </a:lnTo>
                  <a:lnTo>
                    <a:pt x="77" y="595"/>
                  </a:lnTo>
                  <a:lnTo>
                    <a:pt x="77" y="595"/>
                  </a:lnTo>
                  <a:lnTo>
                    <a:pt x="75" y="591"/>
                  </a:lnTo>
                  <a:lnTo>
                    <a:pt x="75" y="589"/>
                  </a:lnTo>
                  <a:lnTo>
                    <a:pt x="75" y="587"/>
                  </a:lnTo>
                  <a:lnTo>
                    <a:pt x="77" y="585"/>
                  </a:lnTo>
                  <a:lnTo>
                    <a:pt x="77" y="583"/>
                  </a:lnTo>
                  <a:lnTo>
                    <a:pt x="81" y="585"/>
                  </a:lnTo>
                  <a:lnTo>
                    <a:pt x="81" y="589"/>
                  </a:lnTo>
                  <a:lnTo>
                    <a:pt x="83" y="589"/>
                  </a:lnTo>
                  <a:lnTo>
                    <a:pt x="85" y="587"/>
                  </a:lnTo>
                  <a:lnTo>
                    <a:pt x="87" y="587"/>
                  </a:lnTo>
                  <a:lnTo>
                    <a:pt x="89" y="587"/>
                  </a:lnTo>
                  <a:lnTo>
                    <a:pt x="91" y="587"/>
                  </a:lnTo>
                  <a:lnTo>
                    <a:pt x="91" y="585"/>
                  </a:lnTo>
                  <a:lnTo>
                    <a:pt x="92" y="585"/>
                  </a:lnTo>
                  <a:lnTo>
                    <a:pt x="92" y="583"/>
                  </a:lnTo>
                  <a:lnTo>
                    <a:pt x="94" y="581"/>
                  </a:lnTo>
                  <a:lnTo>
                    <a:pt x="96" y="579"/>
                  </a:lnTo>
                  <a:lnTo>
                    <a:pt x="96" y="579"/>
                  </a:lnTo>
                  <a:lnTo>
                    <a:pt x="98" y="575"/>
                  </a:lnTo>
                  <a:lnTo>
                    <a:pt x="96" y="574"/>
                  </a:lnTo>
                  <a:lnTo>
                    <a:pt x="98" y="572"/>
                  </a:lnTo>
                  <a:lnTo>
                    <a:pt x="100" y="574"/>
                  </a:lnTo>
                  <a:lnTo>
                    <a:pt x="102" y="574"/>
                  </a:lnTo>
                  <a:lnTo>
                    <a:pt x="104" y="574"/>
                  </a:lnTo>
                  <a:lnTo>
                    <a:pt x="106" y="574"/>
                  </a:lnTo>
                  <a:lnTo>
                    <a:pt x="106" y="574"/>
                  </a:lnTo>
                  <a:lnTo>
                    <a:pt x="108" y="575"/>
                  </a:lnTo>
                  <a:lnTo>
                    <a:pt x="112" y="579"/>
                  </a:lnTo>
                  <a:lnTo>
                    <a:pt x="114" y="581"/>
                  </a:lnTo>
                  <a:lnTo>
                    <a:pt x="116" y="585"/>
                  </a:lnTo>
                  <a:lnTo>
                    <a:pt x="120" y="589"/>
                  </a:lnTo>
                  <a:lnTo>
                    <a:pt x="120" y="591"/>
                  </a:lnTo>
                  <a:lnTo>
                    <a:pt x="122" y="593"/>
                  </a:lnTo>
                  <a:lnTo>
                    <a:pt x="124" y="593"/>
                  </a:lnTo>
                  <a:lnTo>
                    <a:pt x="124" y="595"/>
                  </a:lnTo>
                  <a:lnTo>
                    <a:pt x="124" y="597"/>
                  </a:lnTo>
                  <a:lnTo>
                    <a:pt x="124" y="599"/>
                  </a:lnTo>
                  <a:lnTo>
                    <a:pt x="122" y="601"/>
                  </a:lnTo>
                  <a:lnTo>
                    <a:pt x="124" y="605"/>
                  </a:lnTo>
                  <a:lnTo>
                    <a:pt x="130" y="615"/>
                  </a:lnTo>
                  <a:lnTo>
                    <a:pt x="134" y="617"/>
                  </a:lnTo>
                  <a:lnTo>
                    <a:pt x="138" y="619"/>
                  </a:lnTo>
                  <a:lnTo>
                    <a:pt x="142" y="619"/>
                  </a:lnTo>
                  <a:lnTo>
                    <a:pt x="142" y="621"/>
                  </a:lnTo>
                  <a:lnTo>
                    <a:pt x="142" y="623"/>
                  </a:lnTo>
                  <a:lnTo>
                    <a:pt x="142" y="623"/>
                  </a:lnTo>
                  <a:lnTo>
                    <a:pt x="140" y="625"/>
                  </a:lnTo>
                  <a:lnTo>
                    <a:pt x="142" y="627"/>
                  </a:lnTo>
                  <a:lnTo>
                    <a:pt x="142" y="627"/>
                  </a:lnTo>
                  <a:lnTo>
                    <a:pt x="140" y="627"/>
                  </a:lnTo>
                  <a:lnTo>
                    <a:pt x="140" y="625"/>
                  </a:lnTo>
                  <a:lnTo>
                    <a:pt x="138" y="623"/>
                  </a:lnTo>
                  <a:lnTo>
                    <a:pt x="136" y="625"/>
                  </a:lnTo>
                  <a:lnTo>
                    <a:pt x="136" y="625"/>
                  </a:lnTo>
                  <a:lnTo>
                    <a:pt x="132" y="623"/>
                  </a:lnTo>
                  <a:lnTo>
                    <a:pt x="130" y="621"/>
                  </a:lnTo>
                  <a:lnTo>
                    <a:pt x="130" y="621"/>
                  </a:lnTo>
                  <a:lnTo>
                    <a:pt x="128" y="623"/>
                  </a:lnTo>
                  <a:lnTo>
                    <a:pt x="126" y="625"/>
                  </a:lnTo>
                  <a:lnTo>
                    <a:pt x="128" y="629"/>
                  </a:lnTo>
                  <a:lnTo>
                    <a:pt x="128" y="629"/>
                  </a:lnTo>
                  <a:lnTo>
                    <a:pt x="128" y="630"/>
                  </a:lnTo>
                  <a:lnTo>
                    <a:pt x="126" y="630"/>
                  </a:lnTo>
                  <a:lnTo>
                    <a:pt x="126" y="630"/>
                  </a:lnTo>
                  <a:lnTo>
                    <a:pt x="124" y="630"/>
                  </a:lnTo>
                  <a:lnTo>
                    <a:pt x="124" y="632"/>
                  </a:lnTo>
                  <a:lnTo>
                    <a:pt x="124" y="632"/>
                  </a:lnTo>
                  <a:lnTo>
                    <a:pt x="124" y="632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8" y="632"/>
                  </a:lnTo>
                  <a:lnTo>
                    <a:pt x="128" y="632"/>
                  </a:lnTo>
                  <a:lnTo>
                    <a:pt x="130" y="630"/>
                  </a:lnTo>
                  <a:lnTo>
                    <a:pt x="130" y="629"/>
                  </a:lnTo>
                  <a:lnTo>
                    <a:pt x="130" y="629"/>
                  </a:lnTo>
                  <a:lnTo>
                    <a:pt x="132" y="629"/>
                  </a:lnTo>
                  <a:lnTo>
                    <a:pt x="132" y="629"/>
                  </a:lnTo>
                  <a:lnTo>
                    <a:pt x="134" y="629"/>
                  </a:lnTo>
                  <a:lnTo>
                    <a:pt x="134" y="629"/>
                  </a:lnTo>
                  <a:lnTo>
                    <a:pt x="138" y="627"/>
                  </a:lnTo>
                  <a:lnTo>
                    <a:pt x="140" y="627"/>
                  </a:lnTo>
                  <a:lnTo>
                    <a:pt x="142" y="630"/>
                  </a:lnTo>
                  <a:lnTo>
                    <a:pt x="142" y="630"/>
                  </a:lnTo>
                  <a:lnTo>
                    <a:pt x="143" y="629"/>
                  </a:lnTo>
                  <a:lnTo>
                    <a:pt x="143" y="629"/>
                  </a:lnTo>
                  <a:lnTo>
                    <a:pt x="142" y="625"/>
                  </a:lnTo>
                  <a:lnTo>
                    <a:pt x="142" y="625"/>
                  </a:lnTo>
                  <a:lnTo>
                    <a:pt x="143" y="623"/>
                  </a:lnTo>
                  <a:lnTo>
                    <a:pt x="143" y="625"/>
                  </a:lnTo>
                  <a:lnTo>
                    <a:pt x="143" y="625"/>
                  </a:lnTo>
                  <a:lnTo>
                    <a:pt x="145" y="627"/>
                  </a:lnTo>
                  <a:lnTo>
                    <a:pt x="147" y="630"/>
                  </a:lnTo>
                  <a:lnTo>
                    <a:pt x="151" y="634"/>
                  </a:lnTo>
                  <a:lnTo>
                    <a:pt x="153" y="636"/>
                  </a:lnTo>
                  <a:lnTo>
                    <a:pt x="155" y="636"/>
                  </a:lnTo>
                  <a:lnTo>
                    <a:pt x="157" y="638"/>
                  </a:lnTo>
                  <a:lnTo>
                    <a:pt x="161" y="642"/>
                  </a:lnTo>
                  <a:lnTo>
                    <a:pt x="163" y="646"/>
                  </a:lnTo>
                  <a:lnTo>
                    <a:pt x="167" y="650"/>
                  </a:lnTo>
                  <a:lnTo>
                    <a:pt x="169" y="650"/>
                  </a:lnTo>
                  <a:lnTo>
                    <a:pt x="169" y="652"/>
                  </a:lnTo>
                  <a:lnTo>
                    <a:pt x="169" y="654"/>
                  </a:lnTo>
                  <a:lnTo>
                    <a:pt x="169" y="656"/>
                  </a:lnTo>
                  <a:lnTo>
                    <a:pt x="171" y="658"/>
                  </a:lnTo>
                  <a:lnTo>
                    <a:pt x="175" y="664"/>
                  </a:lnTo>
                  <a:lnTo>
                    <a:pt x="181" y="664"/>
                  </a:lnTo>
                  <a:lnTo>
                    <a:pt x="183" y="664"/>
                  </a:lnTo>
                  <a:lnTo>
                    <a:pt x="183" y="664"/>
                  </a:lnTo>
                  <a:lnTo>
                    <a:pt x="183" y="662"/>
                  </a:lnTo>
                  <a:lnTo>
                    <a:pt x="185" y="664"/>
                  </a:lnTo>
                  <a:lnTo>
                    <a:pt x="187" y="662"/>
                  </a:lnTo>
                  <a:lnTo>
                    <a:pt x="189" y="664"/>
                  </a:lnTo>
                  <a:lnTo>
                    <a:pt x="189" y="664"/>
                  </a:lnTo>
                  <a:lnTo>
                    <a:pt x="189" y="662"/>
                  </a:lnTo>
                  <a:lnTo>
                    <a:pt x="187" y="662"/>
                  </a:lnTo>
                  <a:lnTo>
                    <a:pt x="185" y="662"/>
                  </a:lnTo>
                  <a:lnTo>
                    <a:pt x="185" y="662"/>
                  </a:lnTo>
                  <a:lnTo>
                    <a:pt x="185" y="660"/>
                  </a:lnTo>
                  <a:lnTo>
                    <a:pt x="187" y="656"/>
                  </a:lnTo>
                  <a:lnTo>
                    <a:pt x="189" y="656"/>
                  </a:lnTo>
                  <a:lnTo>
                    <a:pt x="189" y="656"/>
                  </a:lnTo>
                  <a:lnTo>
                    <a:pt x="191" y="658"/>
                  </a:lnTo>
                  <a:lnTo>
                    <a:pt x="194" y="664"/>
                  </a:lnTo>
                  <a:lnTo>
                    <a:pt x="196" y="666"/>
                  </a:lnTo>
                  <a:lnTo>
                    <a:pt x="196" y="670"/>
                  </a:lnTo>
                  <a:lnTo>
                    <a:pt x="196" y="672"/>
                  </a:lnTo>
                  <a:lnTo>
                    <a:pt x="198" y="672"/>
                  </a:lnTo>
                  <a:lnTo>
                    <a:pt x="202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6" y="678"/>
                  </a:lnTo>
                  <a:lnTo>
                    <a:pt x="208" y="678"/>
                  </a:lnTo>
                  <a:lnTo>
                    <a:pt x="210" y="676"/>
                  </a:lnTo>
                  <a:lnTo>
                    <a:pt x="210" y="674"/>
                  </a:lnTo>
                  <a:lnTo>
                    <a:pt x="210" y="672"/>
                  </a:lnTo>
                  <a:lnTo>
                    <a:pt x="210" y="672"/>
                  </a:lnTo>
                  <a:lnTo>
                    <a:pt x="210" y="670"/>
                  </a:lnTo>
                  <a:lnTo>
                    <a:pt x="210" y="668"/>
                  </a:lnTo>
                  <a:lnTo>
                    <a:pt x="210" y="662"/>
                  </a:lnTo>
                  <a:lnTo>
                    <a:pt x="210" y="662"/>
                  </a:lnTo>
                  <a:lnTo>
                    <a:pt x="210" y="662"/>
                  </a:lnTo>
                  <a:lnTo>
                    <a:pt x="210" y="660"/>
                  </a:lnTo>
                  <a:lnTo>
                    <a:pt x="210" y="660"/>
                  </a:lnTo>
                  <a:lnTo>
                    <a:pt x="210" y="660"/>
                  </a:lnTo>
                  <a:lnTo>
                    <a:pt x="212" y="658"/>
                  </a:lnTo>
                  <a:lnTo>
                    <a:pt x="212" y="658"/>
                  </a:lnTo>
                  <a:lnTo>
                    <a:pt x="214" y="658"/>
                  </a:lnTo>
                  <a:lnTo>
                    <a:pt x="214" y="658"/>
                  </a:lnTo>
                  <a:lnTo>
                    <a:pt x="216" y="658"/>
                  </a:lnTo>
                  <a:lnTo>
                    <a:pt x="216" y="660"/>
                  </a:lnTo>
                  <a:lnTo>
                    <a:pt x="216" y="658"/>
                  </a:lnTo>
                  <a:lnTo>
                    <a:pt x="216" y="656"/>
                  </a:lnTo>
                  <a:lnTo>
                    <a:pt x="214" y="654"/>
                  </a:lnTo>
                  <a:lnTo>
                    <a:pt x="214" y="654"/>
                  </a:lnTo>
                  <a:lnTo>
                    <a:pt x="214" y="652"/>
                  </a:lnTo>
                  <a:lnTo>
                    <a:pt x="216" y="642"/>
                  </a:lnTo>
                  <a:lnTo>
                    <a:pt x="216" y="642"/>
                  </a:lnTo>
                  <a:lnTo>
                    <a:pt x="216" y="640"/>
                  </a:lnTo>
                  <a:lnTo>
                    <a:pt x="216" y="638"/>
                  </a:lnTo>
                  <a:lnTo>
                    <a:pt x="216" y="636"/>
                  </a:lnTo>
                  <a:lnTo>
                    <a:pt x="216" y="636"/>
                  </a:lnTo>
                  <a:lnTo>
                    <a:pt x="216" y="634"/>
                  </a:lnTo>
                  <a:lnTo>
                    <a:pt x="216" y="632"/>
                  </a:lnTo>
                  <a:lnTo>
                    <a:pt x="214" y="632"/>
                  </a:lnTo>
                  <a:lnTo>
                    <a:pt x="212" y="629"/>
                  </a:lnTo>
                  <a:lnTo>
                    <a:pt x="212" y="627"/>
                  </a:lnTo>
                  <a:lnTo>
                    <a:pt x="210" y="605"/>
                  </a:lnTo>
                  <a:lnTo>
                    <a:pt x="208" y="601"/>
                  </a:lnTo>
                  <a:lnTo>
                    <a:pt x="208" y="597"/>
                  </a:lnTo>
                  <a:lnTo>
                    <a:pt x="208" y="595"/>
                  </a:lnTo>
                  <a:lnTo>
                    <a:pt x="208" y="593"/>
                  </a:lnTo>
                  <a:lnTo>
                    <a:pt x="210" y="589"/>
                  </a:lnTo>
                  <a:lnTo>
                    <a:pt x="210" y="587"/>
                  </a:lnTo>
                  <a:lnTo>
                    <a:pt x="212" y="585"/>
                  </a:lnTo>
                  <a:lnTo>
                    <a:pt x="214" y="583"/>
                  </a:lnTo>
                  <a:lnTo>
                    <a:pt x="214" y="581"/>
                  </a:lnTo>
                  <a:lnTo>
                    <a:pt x="216" y="581"/>
                  </a:lnTo>
                  <a:lnTo>
                    <a:pt x="220" y="577"/>
                  </a:lnTo>
                  <a:lnTo>
                    <a:pt x="226" y="575"/>
                  </a:lnTo>
                  <a:lnTo>
                    <a:pt x="230" y="575"/>
                  </a:lnTo>
                  <a:lnTo>
                    <a:pt x="240" y="574"/>
                  </a:lnTo>
                  <a:lnTo>
                    <a:pt x="249" y="570"/>
                  </a:lnTo>
                  <a:lnTo>
                    <a:pt x="259" y="560"/>
                  </a:lnTo>
                  <a:lnTo>
                    <a:pt x="263" y="558"/>
                  </a:lnTo>
                  <a:lnTo>
                    <a:pt x="267" y="558"/>
                  </a:lnTo>
                  <a:lnTo>
                    <a:pt x="275" y="560"/>
                  </a:lnTo>
                  <a:lnTo>
                    <a:pt x="279" y="560"/>
                  </a:lnTo>
                  <a:lnTo>
                    <a:pt x="289" y="560"/>
                  </a:lnTo>
                  <a:lnTo>
                    <a:pt x="291" y="558"/>
                  </a:lnTo>
                  <a:lnTo>
                    <a:pt x="293" y="558"/>
                  </a:lnTo>
                  <a:lnTo>
                    <a:pt x="293" y="558"/>
                  </a:lnTo>
                  <a:lnTo>
                    <a:pt x="294" y="556"/>
                  </a:lnTo>
                  <a:lnTo>
                    <a:pt x="294" y="556"/>
                  </a:lnTo>
                  <a:lnTo>
                    <a:pt x="296" y="556"/>
                  </a:lnTo>
                  <a:lnTo>
                    <a:pt x="298" y="554"/>
                  </a:lnTo>
                  <a:lnTo>
                    <a:pt x="302" y="554"/>
                  </a:lnTo>
                  <a:lnTo>
                    <a:pt x="302" y="554"/>
                  </a:lnTo>
                  <a:lnTo>
                    <a:pt x="302" y="552"/>
                  </a:lnTo>
                  <a:lnTo>
                    <a:pt x="302" y="552"/>
                  </a:lnTo>
                  <a:lnTo>
                    <a:pt x="304" y="552"/>
                  </a:lnTo>
                  <a:lnTo>
                    <a:pt x="314" y="546"/>
                  </a:lnTo>
                  <a:lnTo>
                    <a:pt x="324" y="538"/>
                  </a:lnTo>
                  <a:lnTo>
                    <a:pt x="330" y="532"/>
                  </a:lnTo>
                  <a:lnTo>
                    <a:pt x="332" y="530"/>
                  </a:lnTo>
                  <a:close/>
                  <a:moveTo>
                    <a:pt x="351" y="513"/>
                  </a:moveTo>
                  <a:lnTo>
                    <a:pt x="353" y="513"/>
                  </a:lnTo>
                  <a:lnTo>
                    <a:pt x="353" y="513"/>
                  </a:lnTo>
                  <a:lnTo>
                    <a:pt x="355" y="515"/>
                  </a:lnTo>
                  <a:lnTo>
                    <a:pt x="357" y="517"/>
                  </a:lnTo>
                  <a:lnTo>
                    <a:pt x="357" y="519"/>
                  </a:lnTo>
                  <a:lnTo>
                    <a:pt x="357" y="519"/>
                  </a:lnTo>
                  <a:lnTo>
                    <a:pt x="355" y="521"/>
                  </a:lnTo>
                  <a:lnTo>
                    <a:pt x="355" y="522"/>
                  </a:lnTo>
                  <a:lnTo>
                    <a:pt x="355" y="524"/>
                  </a:lnTo>
                  <a:lnTo>
                    <a:pt x="353" y="524"/>
                  </a:lnTo>
                  <a:lnTo>
                    <a:pt x="351" y="522"/>
                  </a:lnTo>
                  <a:lnTo>
                    <a:pt x="349" y="519"/>
                  </a:lnTo>
                  <a:lnTo>
                    <a:pt x="349" y="517"/>
                  </a:lnTo>
                  <a:lnTo>
                    <a:pt x="349" y="515"/>
                  </a:lnTo>
                  <a:lnTo>
                    <a:pt x="351" y="513"/>
                  </a:lnTo>
                  <a:close/>
                  <a:moveTo>
                    <a:pt x="953" y="310"/>
                  </a:moveTo>
                  <a:lnTo>
                    <a:pt x="957" y="312"/>
                  </a:lnTo>
                  <a:lnTo>
                    <a:pt x="959" y="314"/>
                  </a:lnTo>
                  <a:lnTo>
                    <a:pt x="959" y="314"/>
                  </a:lnTo>
                  <a:lnTo>
                    <a:pt x="959" y="316"/>
                  </a:lnTo>
                  <a:lnTo>
                    <a:pt x="959" y="316"/>
                  </a:lnTo>
                  <a:lnTo>
                    <a:pt x="961" y="316"/>
                  </a:lnTo>
                  <a:lnTo>
                    <a:pt x="963" y="318"/>
                  </a:lnTo>
                  <a:lnTo>
                    <a:pt x="965" y="320"/>
                  </a:lnTo>
                  <a:lnTo>
                    <a:pt x="963" y="322"/>
                  </a:lnTo>
                  <a:lnTo>
                    <a:pt x="963" y="322"/>
                  </a:lnTo>
                  <a:lnTo>
                    <a:pt x="961" y="318"/>
                  </a:lnTo>
                  <a:lnTo>
                    <a:pt x="959" y="318"/>
                  </a:lnTo>
                  <a:lnTo>
                    <a:pt x="959" y="318"/>
                  </a:lnTo>
                  <a:lnTo>
                    <a:pt x="959" y="318"/>
                  </a:lnTo>
                  <a:lnTo>
                    <a:pt x="961" y="320"/>
                  </a:lnTo>
                  <a:lnTo>
                    <a:pt x="961" y="322"/>
                  </a:lnTo>
                  <a:lnTo>
                    <a:pt x="959" y="322"/>
                  </a:lnTo>
                  <a:lnTo>
                    <a:pt x="955" y="318"/>
                  </a:lnTo>
                  <a:lnTo>
                    <a:pt x="955" y="314"/>
                  </a:lnTo>
                  <a:lnTo>
                    <a:pt x="955" y="314"/>
                  </a:lnTo>
                  <a:lnTo>
                    <a:pt x="955" y="314"/>
                  </a:lnTo>
                  <a:lnTo>
                    <a:pt x="955" y="314"/>
                  </a:lnTo>
                  <a:lnTo>
                    <a:pt x="955" y="312"/>
                  </a:lnTo>
                  <a:lnTo>
                    <a:pt x="953" y="312"/>
                  </a:lnTo>
                  <a:lnTo>
                    <a:pt x="953" y="310"/>
                  </a:lnTo>
                  <a:close/>
                  <a:moveTo>
                    <a:pt x="855" y="200"/>
                  </a:moveTo>
                  <a:lnTo>
                    <a:pt x="855" y="202"/>
                  </a:lnTo>
                  <a:lnTo>
                    <a:pt x="855" y="202"/>
                  </a:lnTo>
                  <a:lnTo>
                    <a:pt x="855" y="202"/>
                  </a:lnTo>
                  <a:lnTo>
                    <a:pt x="857" y="202"/>
                  </a:lnTo>
                  <a:lnTo>
                    <a:pt x="859" y="210"/>
                  </a:lnTo>
                  <a:lnTo>
                    <a:pt x="859" y="210"/>
                  </a:lnTo>
                  <a:lnTo>
                    <a:pt x="859" y="210"/>
                  </a:lnTo>
                  <a:lnTo>
                    <a:pt x="859" y="210"/>
                  </a:lnTo>
                  <a:lnTo>
                    <a:pt x="859" y="210"/>
                  </a:lnTo>
                  <a:lnTo>
                    <a:pt x="857" y="210"/>
                  </a:lnTo>
                  <a:lnTo>
                    <a:pt x="855" y="206"/>
                  </a:lnTo>
                  <a:lnTo>
                    <a:pt x="855" y="206"/>
                  </a:lnTo>
                  <a:lnTo>
                    <a:pt x="855" y="204"/>
                  </a:lnTo>
                  <a:lnTo>
                    <a:pt x="855" y="202"/>
                  </a:lnTo>
                  <a:lnTo>
                    <a:pt x="853" y="202"/>
                  </a:lnTo>
                  <a:lnTo>
                    <a:pt x="853" y="200"/>
                  </a:lnTo>
                  <a:lnTo>
                    <a:pt x="855" y="200"/>
                  </a:lnTo>
                  <a:close/>
                  <a:moveTo>
                    <a:pt x="842" y="193"/>
                  </a:moveTo>
                  <a:lnTo>
                    <a:pt x="842" y="193"/>
                  </a:lnTo>
                  <a:lnTo>
                    <a:pt x="846" y="197"/>
                  </a:lnTo>
                  <a:lnTo>
                    <a:pt x="846" y="199"/>
                  </a:lnTo>
                  <a:lnTo>
                    <a:pt x="846" y="199"/>
                  </a:lnTo>
                  <a:lnTo>
                    <a:pt x="846" y="202"/>
                  </a:lnTo>
                  <a:lnTo>
                    <a:pt x="846" y="202"/>
                  </a:lnTo>
                  <a:lnTo>
                    <a:pt x="848" y="204"/>
                  </a:lnTo>
                  <a:lnTo>
                    <a:pt x="848" y="204"/>
                  </a:lnTo>
                  <a:lnTo>
                    <a:pt x="848" y="206"/>
                  </a:lnTo>
                  <a:lnTo>
                    <a:pt x="848" y="208"/>
                  </a:lnTo>
                  <a:lnTo>
                    <a:pt x="848" y="208"/>
                  </a:lnTo>
                  <a:lnTo>
                    <a:pt x="846" y="204"/>
                  </a:lnTo>
                  <a:lnTo>
                    <a:pt x="846" y="202"/>
                  </a:lnTo>
                  <a:lnTo>
                    <a:pt x="846" y="200"/>
                  </a:lnTo>
                  <a:lnTo>
                    <a:pt x="844" y="199"/>
                  </a:lnTo>
                  <a:lnTo>
                    <a:pt x="844" y="197"/>
                  </a:lnTo>
                  <a:lnTo>
                    <a:pt x="842" y="195"/>
                  </a:lnTo>
                  <a:lnTo>
                    <a:pt x="842" y="195"/>
                  </a:lnTo>
                  <a:lnTo>
                    <a:pt x="842" y="197"/>
                  </a:lnTo>
                  <a:lnTo>
                    <a:pt x="844" y="199"/>
                  </a:lnTo>
                  <a:lnTo>
                    <a:pt x="844" y="200"/>
                  </a:lnTo>
                  <a:lnTo>
                    <a:pt x="844" y="202"/>
                  </a:lnTo>
                  <a:lnTo>
                    <a:pt x="842" y="200"/>
                  </a:lnTo>
                  <a:lnTo>
                    <a:pt x="842" y="200"/>
                  </a:lnTo>
                  <a:lnTo>
                    <a:pt x="842" y="200"/>
                  </a:lnTo>
                  <a:lnTo>
                    <a:pt x="848" y="212"/>
                  </a:lnTo>
                  <a:lnTo>
                    <a:pt x="850" y="212"/>
                  </a:lnTo>
                  <a:lnTo>
                    <a:pt x="851" y="212"/>
                  </a:lnTo>
                  <a:lnTo>
                    <a:pt x="850" y="212"/>
                  </a:lnTo>
                  <a:lnTo>
                    <a:pt x="850" y="212"/>
                  </a:lnTo>
                  <a:lnTo>
                    <a:pt x="848" y="210"/>
                  </a:lnTo>
                  <a:lnTo>
                    <a:pt x="850" y="210"/>
                  </a:lnTo>
                  <a:lnTo>
                    <a:pt x="850" y="210"/>
                  </a:lnTo>
                  <a:lnTo>
                    <a:pt x="850" y="210"/>
                  </a:lnTo>
                  <a:lnTo>
                    <a:pt x="851" y="210"/>
                  </a:lnTo>
                  <a:lnTo>
                    <a:pt x="851" y="210"/>
                  </a:lnTo>
                  <a:lnTo>
                    <a:pt x="851" y="210"/>
                  </a:lnTo>
                  <a:lnTo>
                    <a:pt x="853" y="212"/>
                  </a:lnTo>
                  <a:lnTo>
                    <a:pt x="851" y="212"/>
                  </a:lnTo>
                  <a:lnTo>
                    <a:pt x="851" y="214"/>
                  </a:lnTo>
                  <a:lnTo>
                    <a:pt x="851" y="216"/>
                  </a:lnTo>
                  <a:lnTo>
                    <a:pt x="851" y="216"/>
                  </a:lnTo>
                  <a:lnTo>
                    <a:pt x="851" y="218"/>
                  </a:lnTo>
                  <a:lnTo>
                    <a:pt x="851" y="218"/>
                  </a:lnTo>
                  <a:lnTo>
                    <a:pt x="851" y="218"/>
                  </a:lnTo>
                  <a:lnTo>
                    <a:pt x="851" y="220"/>
                  </a:lnTo>
                  <a:lnTo>
                    <a:pt x="850" y="222"/>
                  </a:lnTo>
                  <a:lnTo>
                    <a:pt x="848" y="224"/>
                  </a:lnTo>
                  <a:lnTo>
                    <a:pt x="848" y="224"/>
                  </a:lnTo>
                  <a:lnTo>
                    <a:pt x="848" y="224"/>
                  </a:lnTo>
                  <a:lnTo>
                    <a:pt x="848" y="226"/>
                  </a:lnTo>
                  <a:lnTo>
                    <a:pt x="848" y="226"/>
                  </a:lnTo>
                  <a:lnTo>
                    <a:pt x="846" y="228"/>
                  </a:lnTo>
                  <a:lnTo>
                    <a:pt x="846" y="228"/>
                  </a:lnTo>
                  <a:lnTo>
                    <a:pt x="846" y="228"/>
                  </a:lnTo>
                  <a:lnTo>
                    <a:pt x="846" y="228"/>
                  </a:lnTo>
                  <a:lnTo>
                    <a:pt x="844" y="228"/>
                  </a:lnTo>
                  <a:lnTo>
                    <a:pt x="844" y="228"/>
                  </a:lnTo>
                  <a:lnTo>
                    <a:pt x="844" y="228"/>
                  </a:lnTo>
                  <a:lnTo>
                    <a:pt x="842" y="228"/>
                  </a:lnTo>
                  <a:lnTo>
                    <a:pt x="842" y="232"/>
                  </a:lnTo>
                  <a:lnTo>
                    <a:pt x="842" y="234"/>
                  </a:lnTo>
                  <a:lnTo>
                    <a:pt x="842" y="236"/>
                  </a:lnTo>
                  <a:lnTo>
                    <a:pt x="844" y="238"/>
                  </a:lnTo>
                  <a:lnTo>
                    <a:pt x="842" y="240"/>
                  </a:lnTo>
                  <a:lnTo>
                    <a:pt x="840" y="240"/>
                  </a:lnTo>
                  <a:lnTo>
                    <a:pt x="838" y="240"/>
                  </a:lnTo>
                  <a:lnTo>
                    <a:pt x="838" y="236"/>
                  </a:lnTo>
                  <a:lnTo>
                    <a:pt x="840" y="236"/>
                  </a:lnTo>
                  <a:lnTo>
                    <a:pt x="838" y="232"/>
                  </a:lnTo>
                  <a:lnTo>
                    <a:pt x="840" y="230"/>
                  </a:lnTo>
                  <a:lnTo>
                    <a:pt x="840" y="230"/>
                  </a:lnTo>
                  <a:lnTo>
                    <a:pt x="838" y="228"/>
                  </a:lnTo>
                  <a:lnTo>
                    <a:pt x="834" y="224"/>
                  </a:lnTo>
                  <a:lnTo>
                    <a:pt x="836" y="222"/>
                  </a:lnTo>
                  <a:lnTo>
                    <a:pt x="836" y="222"/>
                  </a:lnTo>
                  <a:lnTo>
                    <a:pt x="836" y="220"/>
                  </a:lnTo>
                  <a:lnTo>
                    <a:pt x="836" y="220"/>
                  </a:lnTo>
                  <a:lnTo>
                    <a:pt x="836" y="218"/>
                  </a:lnTo>
                  <a:lnTo>
                    <a:pt x="836" y="216"/>
                  </a:lnTo>
                  <a:lnTo>
                    <a:pt x="836" y="216"/>
                  </a:lnTo>
                  <a:lnTo>
                    <a:pt x="834" y="214"/>
                  </a:lnTo>
                  <a:lnTo>
                    <a:pt x="834" y="212"/>
                  </a:lnTo>
                  <a:lnTo>
                    <a:pt x="834" y="210"/>
                  </a:lnTo>
                  <a:lnTo>
                    <a:pt x="834" y="210"/>
                  </a:lnTo>
                  <a:lnTo>
                    <a:pt x="832" y="208"/>
                  </a:lnTo>
                  <a:lnTo>
                    <a:pt x="832" y="206"/>
                  </a:lnTo>
                  <a:lnTo>
                    <a:pt x="830" y="206"/>
                  </a:lnTo>
                  <a:lnTo>
                    <a:pt x="828" y="206"/>
                  </a:lnTo>
                  <a:lnTo>
                    <a:pt x="824" y="204"/>
                  </a:lnTo>
                  <a:lnTo>
                    <a:pt x="822" y="200"/>
                  </a:lnTo>
                  <a:lnTo>
                    <a:pt x="822" y="199"/>
                  </a:lnTo>
                  <a:lnTo>
                    <a:pt x="822" y="197"/>
                  </a:lnTo>
                  <a:lnTo>
                    <a:pt x="822" y="195"/>
                  </a:lnTo>
                  <a:lnTo>
                    <a:pt x="824" y="195"/>
                  </a:lnTo>
                  <a:lnTo>
                    <a:pt x="824" y="193"/>
                  </a:lnTo>
                  <a:lnTo>
                    <a:pt x="828" y="193"/>
                  </a:lnTo>
                  <a:lnTo>
                    <a:pt x="830" y="193"/>
                  </a:lnTo>
                  <a:lnTo>
                    <a:pt x="830" y="193"/>
                  </a:lnTo>
                  <a:lnTo>
                    <a:pt x="832" y="193"/>
                  </a:lnTo>
                  <a:lnTo>
                    <a:pt x="834" y="193"/>
                  </a:lnTo>
                  <a:lnTo>
                    <a:pt x="834" y="193"/>
                  </a:lnTo>
                  <a:lnTo>
                    <a:pt x="834" y="193"/>
                  </a:lnTo>
                  <a:lnTo>
                    <a:pt x="838" y="195"/>
                  </a:lnTo>
                  <a:lnTo>
                    <a:pt x="840" y="195"/>
                  </a:lnTo>
                  <a:lnTo>
                    <a:pt x="840" y="197"/>
                  </a:lnTo>
                  <a:lnTo>
                    <a:pt x="840" y="199"/>
                  </a:lnTo>
                  <a:lnTo>
                    <a:pt x="840" y="197"/>
                  </a:lnTo>
                  <a:lnTo>
                    <a:pt x="840" y="195"/>
                  </a:lnTo>
                  <a:lnTo>
                    <a:pt x="840" y="195"/>
                  </a:lnTo>
                  <a:lnTo>
                    <a:pt x="840" y="193"/>
                  </a:lnTo>
                  <a:lnTo>
                    <a:pt x="842" y="193"/>
                  </a:lnTo>
                  <a:close/>
                  <a:moveTo>
                    <a:pt x="969" y="0"/>
                  </a:moveTo>
                  <a:lnTo>
                    <a:pt x="971" y="0"/>
                  </a:lnTo>
                  <a:lnTo>
                    <a:pt x="975" y="6"/>
                  </a:lnTo>
                  <a:lnTo>
                    <a:pt x="979" y="14"/>
                  </a:lnTo>
                  <a:lnTo>
                    <a:pt x="985" y="18"/>
                  </a:lnTo>
                  <a:lnTo>
                    <a:pt x="993" y="18"/>
                  </a:lnTo>
                  <a:lnTo>
                    <a:pt x="995" y="20"/>
                  </a:lnTo>
                  <a:lnTo>
                    <a:pt x="995" y="20"/>
                  </a:lnTo>
                  <a:lnTo>
                    <a:pt x="995" y="22"/>
                  </a:lnTo>
                  <a:lnTo>
                    <a:pt x="995" y="22"/>
                  </a:lnTo>
                  <a:lnTo>
                    <a:pt x="995" y="24"/>
                  </a:lnTo>
                  <a:lnTo>
                    <a:pt x="1002" y="30"/>
                  </a:lnTo>
                  <a:lnTo>
                    <a:pt x="1012" y="34"/>
                  </a:lnTo>
                  <a:lnTo>
                    <a:pt x="1012" y="36"/>
                  </a:lnTo>
                  <a:lnTo>
                    <a:pt x="1012" y="36"/>
                  </a:lnTo>
                  <a:lnTo>
                    <a:pt x="1012" y="37"/>
                  </a:lnTo>
                  <a:lnTo>
                    <a:pt x="1012" y="37"/>
                  </a:lnTo>
                  <a:lnTo>
                    <a:pt x="1014" y="41"/>
                  </a:lnTo>
                  <a:lnTo>
                    <a:pt x="1014" y="43"/>
                  </a:lnTo>
                  <a:lnTo>
                    <a:pt x="1014" y="47"/>
                  </a:lnTo>
                  <a:lnTo>
                    <a:pt x="1012" y="47"/>
                  </a:lnTo>
                  <a:lnTo>
                    <a:pt x="1001" y="47"/>
                  </a:lnTo>
                  <a:lnTo>
                    <a:pt x="987" y="47"/>
                  </a:lnTo>
                  <a:lnTo>
                    <a:pt x="989" y="47"/>
                  </a:lnTo>
                  <a:lnTo>
                    <a:pt x="997" y="49"/>
                  </a:lnTo>
                  <a:lnTo>
                    <a:pt x="1006" y="51"/>
                  </a:lnTo>
                  <a:lnTo>
                    <a:pt x="1008" y="53"/>
                  </a:lnTo>
                  <a:lnTo>
                    <a:pt x="1006" y="57"/>
                  </a:lnTo>
                  <a:lnTo>
                    <a:pt x="1004" y="57"/>
                  </a:lnTo>
                  <a:lnTo>
                    <a:pt x="1002" y="59"/>
                  </a:lnTo>
                  <a:lnTo>
                    <a:pt x="999" y="57"/>
                  </a:lnTo>
                  <a:lnTo>
                    <a:pt x="989" y="55"/>
                  </a:lnTo>
                  <a:lnTo>
                    <a:pt x="987" y="57"/>
                  </a:lnTo>
                  <a:lnTo>
                    <a:pt x="979" y="55"/>
                  </a:lnTo>
                  <a:lnTo>
                    <a:pt x="979" y="57"/>
                  </a:lnTo>
                  <a:lnTo>
                    <a:pt x="979" y="57"/>
                  </a:lnTo>
                  <a:lnTo>
                    <a:pt x="981" y="57"/>
                  </a:lnTo>
                  <a:lnTo>
                    <a:pt x="981" y="59"/>
                  </a:lnTo>
                  <a:lnTo>
                    <a:pt x="985" y="59"/>
                  </a:lnTo>
                  <a:lnTo>
                    <a:pt x="989" y="61"/>
                  </a:lnTo>
                  <a:lnTo>
                    <a:pt x="995" y="59"/>
                  </a:lnTo>
                  <a:lnTo>
                    <a:pt x="999" y="59"/>
                  </a:lnTo>
                  <a:lnTo>
                    <a:pt x="999" y="61"/>
                  </a:lnTo>
                  <a:lnTo>
                    <a:pt x="999" y="63"/>
                  </a:lnTo>
                  <a:lnTo>
                    <a:pt x="997" y="67"/>
                  </a:lnTo>
                  <a:lnTo>
                    <a:pt x="997" y="69"/>
                  </a:lnTo>
                  <a:lnTo>
                    <a:pt x="997" y="71"/>
                  </a:lnTo>
                  <a:lnTo>
                    <a:pt x="995" y="73"/>
                  </a:lnTo>
                  <a:lnTo>
                    <a:pt x="995" y="73"/>
                  </a:lnTo>
                  <a:lnTo>
                    <a:pt x="995" y="75"/>
                  </a:lnTo>
                  <a:lnTo>
                    <a:pt x="993" y="77"/>
                  </a:lnTo>
                  <a:lnTo>
                    <a:pt x="993" y="77"/>
                  </a:lnTo>
                  <a:lnTo>
                    <a:pt x="993" y="77"/>
                  </a:lnTo>
                  <a:lnTo>
                    <a:pt x="991" y="77"/>
                  </a:lnTo>
                  <a:lnTo>
                    <a:pt x="991" y="81"/>
                  </a:lnTo>
                  <a:lnTo>
                    <a:pt x="987" y="81"/>
                  </a:lnTo>
                  <a:lnTo>
                    <a:pt x="983" y="75"/>
                  </a:lnTo>
                  <a:lnTo>
                    <a:pt x="977" y="77"/>
                  </a:lnTo>
                  <a:lnTo>
                    <a:pt x="975" y="75"/>
                  </a:lnTo>
                  <a:lnTo>
                    <a:pt x="971" y="71"/>
                  </a:lnTo>
                  <a:lnTo>
                    <a:pt x="969" y="73"/>
                  </a:lnTo>
                  <a:lnTo>
                    <a:pt x="967" y="73"/>
                  </a:lnTo>
                  <a:lnTo>
                    <a:pt x="973" y="75"/>
                  </a:lnTo>
                  <a:lnTo>
                    <a:pt x="975" y="79"/>
                  </a:lnTo>
                  <a:lnTo>
                    <a:pt x="979" y="79"/>
                  </a:lnTo>
                  <a:lnTo>
                    <a:pt x="979" y="83"/>
                  </a:lnTo>
                  <a:lnTo>
                    <a:pt x="981" y="91"/>
                  </a:lnTo>
                  <a:lnTo>
                    <a:pt x="975" y="89"/>
                  </a:lnTo>
                  <a:lnTo>
                    <a:pt x="973" y="85"/>
                  </a:lnTo>
                  <a:lnTo>
                    <a:pt x="971" y="85"/>
                  </a:lnTo>
                  <a:lnTo>
                    <a:pt x="973" y="91"/>
                  </a:lnTo>
                  <a:lnTo>
                    <a:pt x="973" y="92"/>
                  </a:lnTo>
                  <a:lnTo>
                    <a:pt x="971" y="92"/>
                  </a:lnTo>
                  <a:lnTo>
                    <a:pt x="969" y="92"/>
                  </a:lnTo>
                  <a:lnTo>
                    <a:pt x="969" y="94"/>
                  </a:lnTo>
                  <a:lnTo>
                    <a:pt x="969" y="96"/>
                  </a:lnTo>
                  <a:lnTo>
                    <a:pt x="969" y="98"/>
                  </a:lnTo>
                  <a:lnTo>
                    <a:pt x="969" y="98"/>
                  </a:lnTo>
                  <a:lnTo>
                    <a:pt x="967" y="100"/>
                  </a:lnTo>
                  <a:lnTo>
                    <a:pt x="965" y="100"/>
                  </a:lnTo>
                  <a:lnTo>
                    <a:pt x="965" y="100"/>
                  </a:lnTo>
                  <a:lnTo>
                    <a:pt x="963" y="98"/>
                  </a:lnTo>
                  <a:lnTo>
                    <a:pt x="963" y="96"/>
                  </a:lnTo>
                  <a:lnTo>
                    <a:pt x="963" y="94"/>
                  </a:lnTo>
                  <a:lnTo>
                    <a:pt x="957" y="92"/>
                  </a:lnTo>
                  <a:lnTo>
                    <a:pt x="961" y="96"/>
                  </a:lnTo>
                  <a:lnTo>
                    <a:pt x="961" y="100"/>
                  </a:lnTo>
                  <a:lnTo>
                    <a:pt x="963" y="100"/>
                  </a:lnTo>
                  <a:lnTo>
                    <a:pt x="963" y="102"/>
                  </a:lnTo>
                  <a:lnTo>
                    <a:pt x="963" y="102"/>
                  </a:lnTo>
                  <a:lnTo>
                    <a:pt x="963" y="104"/>
                  </a:lnTo>
                  <a:lnTo>
                    <a:pt x="963" y="104"/>
                  </a:lnTo>
                  <a:lnTo>
                    <a:pt x="963" y="106"/>
                  </a:lnTo>
                  <a:lnTo>
                    <a:pt x="963" y="106"/>
                  </a:lnTo>
                  <a:lnTo>
                    <a:pt x="961" y="108"/>
                  </a:lnTo>
                  <a:lnTo>
                    <a:pt x="961" y="108"/>
                  </a:lnTo>
                  <a:lnTo>
                    <a:pt x="959" y="106"/>
                  </a:lnTo>
                  <a:lnTo>
                    <a:pt x="957" y="108"/>
                  </a:lnTo>
                  <a:lnTo>
                    <a:pt x="955" y="108"/>
                  </a:lnTo>
                  <a:lnTo>
                    <a:pt x="955" y="106"/>
                  </a:lnTo>
                  <a:lnTo>
                    <a:pt x="950" y="104"/>
                  </a:lnTo>
                  <a:lnTo>
                    <a:pt x="948" y="106"/>
                  </a:lnTo>
                  <a:lnTo>
                    <a:pt x="955" y="108"/>
                  </a:lnTo>
                  <a:lnTo>
                    <a:pt x="955" y="110"/>
                  </a:lnTo>
                  <a:lnTo>
                    <a:pt x="955" y="110"/>
                  </a:lnTo>
                  <a:lnTo>
                    <a:pt x="959" y="110"/>
                  </a:lnTo>
                  <a:lnTo>
                    <a:pt x="959" y="110"/>
                  </a:lnTo>
                  <a:lnTo>
                    <a:pt x="959" y="112"/>
                  </a:lnTo>
                  <a:lnTo>
                    <a:pt x="957" y="114"/>
                  </a:lnTo>
                  <a:lnTo>
                    <a:pt x="957" y="114"/>
                  </a:lnTo>
                  <a:lnTo>
                    <a:pt x="959" y="116"/>
                  </a:lnTo>
                  <a:lnTo>
                    <a:pt x="957" y="116"/>
                  </a:lnTo>
                  <a:lnTo>
                    <a:pt x="957" y="118"/>
                  </a:lnTo>
                  <a:lnTo>
                    <a:pt x="957" y="118"/>
                  </a:lnTo>
                  <a:lnTo>
                    <a:pt x="955" y="120"/>
                  </a:lnTo>
                  <a:lnTo>
                    <a:pt x="953" y="122"/>
                  </a:lnTo>
                  <a:lnTo>
                    <a:pt x="951" y="124"/>
                  </a:lnTo>
                  <a:lnTo>
                    <a:pt x="953" y="126"/>
                  </a:lnTo>
                  <a:lnTo>
                    <a:pt x="955" y="130"/>
                  </a:lnTo>
                  <a:lnTo>
                    <a:pt x="955" y="132"/>
                  </a:lnTo>
                  <a:lnTo>
                    <a:pt x="955" y="136"/>
                  </a:lnTo>
                  <a:lnTo>
                    <a:pt x="955" y="136"/>
                  </a:lnTo>
                  <a:lnTo>
                    <a:pt x="955" y="138"/>
                  </a:lnTo>
                  <a:lnTo>
                    <a:pt x="953" y="140"/>
                  </a:lnTo>
                  <a:lnTo>
                    <a:pt x="951" y="140"/>
                  </a:lnTo>
                  <a:lnTo>
                    <a:pt x="950" y="144"/>
                  </a:lnTo>
                  <a:lnTo>
                    <a:pt x="948" y="144"/>
                  </a:lnTo>
                  <a:lnTo>
                    <a:pt x="948" y="144"/>
                  </a:lnTo>
                  <a:lnTo>
                    <a:pt x="946" y="147"/>
                  </a:lnTo>
                  <a:lnTo>
                    <a:pt x="944" y="147"/>
                  </a:lnTo>
                  <a:lnTo>
                    <a:pt x="948" y="149"/>
                  </a:lnTo>
                  <a:lnTo>
                    <a:pt x="948" y="149"/>
                  </a:lnTo>
                  <a:lnTo>
                    <a:pt x="948" y="151"/>
                  </a:lnTo>
                  <a:lnTo>
                    <a:pt x="946" y="153"/>
                  </a:lnTo>
                  <a:lnTo>
                    <a:pt x="944" y="153"/>
                  </a:lnTo>
                  <a:lnTo>
                    <a:pt x="944" y="155"/>
                  </a:lnTo>
                  <a:lnTo>
                    <a:pt x="944" y="155"/>
                  </a:lnTo>
                  <a:lnTo>
                    <a:pt x="944" y="157"/>
                  </a:lnTo>
                  <a:lnTo>
                    <a:pt x="942" y="157"/>
                  </a:lnTo>
                  <a:lnTo>
                    <a:pt x="942" y="157"/>
                  </a:lnTo>
                  <a:lnTo>
                    <a:pt x="944" y="159"/>
                  </a:lnTo>
                  <a:lnTo>
                    <a:pt x="944" y="159"/>
                  </a:lnTo>
                  <a:lnTo>
                    <a:pt x="942" y="161"/>
                  </a:lnTo>
                  <a:lnTo>
                    <a:pt x="942" y="161"/>
                  </a:lnTo>
                  <a:lnTo>
                    <a:pt x="938" y="159"/>
                  </a:lnTo>
                  <a:lnTo>
                    <a:pt x="938" y="161"/>
                  </a:lnTo>
                  <a:lnTo>
                    <a:pt x="938" y="161"/>
                  </a:lnTo>
                  <a:lnTo>
                    <a:pt x="938" y="161"/>
                  </a:lnTo>
                  <a:lnTo>
                    <a:pt x="938" y="161"/>
                  </a:lnTo>
                  <a:lnTo>
                    <a:pt x="942" y="163"/>
                  </a:lnTo>
                  <a:lnTo>
                    <a:pt x="942" y="163"/>
                  </a:lnTo>
                  <a:lnTo>
                    <a:pt x="944" y="165"/>
                  </a:lnTo>
                  <a:lnTo>
                    <a:pt x="946" y="167"/>
                  </a:lnTo>
                  <a:lnTo>
                    <a:pt x="946" y="167"/>
                  </a:lnTo>
                  <a:lnTo>
                    <a:pt x="946" y="167"/>
                  </a:lnTo>
                  <a:lnTo>
                    <a:pt x="946" y="167"/>
                  </a:lnTo>
                  <a:lnTo>
                    <a:pt x="946" y="169"/>
                  </a:lnTo>
                  <a:lnTo>
                    <a:pt x="946" y="171"/>
                  </a:lnTo>
                  <a:lnTo>
                    <a:pt x="944" y="171"/>
                  </a:lnTo>
                  <a:lnTo>
                    <a:pt x="944" y="173"/>
                  </a:lnTo>
                  <a:lnTo>
                    <a:pt x="944" y="173"/>
                  </a:lnTo>
                  <a:lnTo>
                    <a:pt x="942" y="179"/>
                  </a:lnTo>
                  <a:lnTo>
                    <a:pt x="942" y="183"/>
                  </a:lnTo>
                  <a:lnTo>
                    <a:pt x="944" y="191"/>
                  </a:lnTo>
                  <a:lnTo>
                    <a:pt x="942" y="199"/>
                  </a:lnTo>
                  <a:lnTo>
                    <a:pt x="944" y="204"/>
                  </a:lnTo>
                  <a:lnTo>
                    <a:pt x="946" y="206"/>
                  </a:lnTo>
                  <a:lnTo>
                    <a:pt x="946" y="208"/>
                  </a:lnTo>
                  <a:lnTo>
                    <a:pt x="946" y="216"/>
                  </a:lnTo>
                  <a:lnTo>
                    <a:pt x="946" y="218"/>
                  </a:lnTo>
                  <a:lnTo>
                    <a:pt x="948" y="222"/>
                  </a:lnTo>
                  <a:lnTo>
                    <a:pt x="948" y="224"/>
                  </a:lnTo>
                  <a:lnTo>
                    <a:pt x="948" y="226"/>
                  </a:lnTo>
                  <a:lnTo>
                    <a:pt x="948" y="230"/>
                  </a:lnTo>
                  <a:lnTo>
                    <a:pt x="946" y="232"/>
                  </a:lnTo>
                  <a:lnTo>
                    <a:pt x="946" y="236"/>
                  </a:lnTo>
                  <a:lnTo>
                    <a:pt x="948" y="238"/>
                  </a:lnTo>
                  <a:lnTo>
                    <a:pt x="951" y="250"/>
                  </a:lnTo>
                  <a:lnTo>
                    <a:pt x="957" y="261"/>
                  </a:lnTo>
                  <a:lnTo>
                    <a:pt x="957" y="267"/>
                  </a:lnTo>
                  <a:lnTo>
                    <a:pt x="961" y="273"/>
                  </a:lnTo>
                  <a:lnTo>
                    <a:pt x="963" y="275"/>
                  </a:lnTo>
                  <a:lnTo>
                    <a:pt x="963" y="275"/>
                  </a:lnTo>
                  <a:lnTo>
                    <a:pt x="963" y="277"/>
                  </a:lnTo>
                  <a:lnTo>
                    <a:pt x="965" y="279"/>
                  </a:lnTo>
                  <a:lnTo>
                    <a:pt x="965" y="281"/>
                  </a:lnTo>
                  <a:lnTo>
                    <a:pt x="965" y="281"/>
                  </a:lnTo>
                  <a:lnTo>
                    <a:pt x="967" y="285"/>
                  </a:lnTo>
                  <a:lnTo>
                    <a:pt x="967" y="285"/>
                  </a:lnTo>
                  <a:lnTo>
                    <a:pt x="969" y="287"/>
                  </a:lnTo>
                  <a:lnTo>
                    <a:pt x="973" y="289"/>
                  </a:lnTo>
                  <a:lnTo>
                    <a:pt x="973" y="291"/>
                  </a:lnTo>
                  <a:lnTo>
                    <a:pt x="975" y="293"/>
                  </a:lnTo>
                  <a:lnTo>
                    <a:pt x="981" y="293"/>
                  </a:lnTo>
                  <a:lnTo>
                    <a:pt x="979" y="297"/>
                  </a:lnTo>
                  <a:lnTo>
                    <a:pt x="983" y="305"/>
                  </a:lnTo>
                  <a:lnTo>
                    <a:pt x="981" y="305"/>
                  </a:lnTo>
                  <a:lnTo>
                    <a:pt x="979" y="303"/>
                  </a:lnTo>
                  <a:lnTo>
                    <a:pt x="979" y="301"/>
                  </a:lnTo>
                  <a:lnTo>
                    <a:pt x="977" y="301"/>
                  </a:lnTo>
                  <a:lnTo>
                    <a:pt x="977" y="301"/>
                  </a:lnTo>
                  <a:lnTo>
                    <a:pt x="977" y="303"/>
                  </a:lnTo>
                  <a:lnTo>
                    <a:pt x="979" y="305"/>
                  </a:lnTo>
                  <a:lnTo>
                    <a:pt x="979" y="306"/>
                  </a:lnTo>
                  <a:lnTo>
                    <a:pt x="979" y="308"/>
                  </a:lnTo>
                  <a:lnTo>
                    <a:pt x="977" y="308"/>
                  </a:lnTo>
                  <a:lnTo>
                    <a:pt x="977" y="308"/>
                  </a:lnTo>
                  <a:lnTo>
                    <a:pt x="975" y="310"/>
                  </a:lnTo>
                  <a:lnTo>
                    <a:pt x="975" y="312"/>
                  </a:lnTo>
                  <a:lnTo>
                    <a:pt x="975" y="312"/>
                  </a:lnTo>
                  <a:lnTo>
                    <a:pt x="973" y="312"/>
                  </a:lnTo>
                  <a:lnTo>
                    <a:pt x="973" y="312"/>
                  </a:lnTo>
                  <a:lnTo>
                    <a:pt x="973" y="312"/>
                  </a:lnTo>
                  <a:lnTo>
                    <a:pt x="973" y="312"/>
                  </a:lnTo>
                  <a:lnTo>
                    <a:pt x="973" y="312"/>
                  </a:lnTo>
                  <a:lnTo>
                    <a:pt x="973" y="314"/>
                  </a:lnTo>
                  <a:lnTo>
                    <a:pt x="975" y="314"/>
                  </a:lnTo>
                  <a:lnTo>
                    <a:pt x="969" y="310"/>
                  </a:lnTo>
                  <a:lnTo>
                    <a:pt x="963" y="305"/>
                  </a:lnTo>
                  <a:lnTo>
                    <a:pt x="963" y="305"/>
                  </a:lnTo>
                  <a:lnTo>
                    <a:pt x="961" y="305"/>
                  </a:lnTo>
                  <a:lnTo>
                    <a:pt x="961" y="305"/>
                  </a:lnTo>
                  <a:lnTo>
                    <a:pt x="959" y="305"/>
                  </a:lnTo>
                  <a:lnTo>
                    <a:pt x="959" y="305"/>
                  </a:lnTo>
                  <a:lnTo>
                    <a:pt x="957" y="305"/>
                  </a:lnTo>
                  <a:lnTo>
                    <a:pt x="955" y="301"/>
                  </a:lnTo>
                  <a:lnTo>
                    <a:pt x="955" y="299"/>
                  </a:lnTo>
                  <a:lnTo>
                    <a:pt x="953" y="299"/>
                  </a:lnTo>
                  <a:lnTo>
                    <a:pt x="953" y="301"/>
                  </a:lnTo>
                  <a:lnTo>
                    <a:pt x="953" y="301"/>
                  </a:lnTo>
                  <a:lnTo>
                    <a:pt x="953" y="303"/>
                  </a:lnTo>
                  <a:lnTo>
                    <a:pt x="955" y="305"/>
                  </a:lnTo>
                  <a:lnTo>
                    <a:pt x="955" y="306"/>
                  </a:lnTo>
                  <a:lnTo>
                    <a:pt x="961" y="308"/>
                  </a:lnTo>
                  <a:lnTo>
                    <a:pt x="961" y="308"/>
                  </a:lnTo>
                  <a:lnTo>
                    <a:pt x="963" y="308"/>
                  </a:lnTo>
                  <a:lnTo>
                    <a:pt x="965" y="308"/>
                  </a:lnTo>
                  <a:lnTo>
                    <a:pt x="965" y="308"/>
                  </a:lnTo>
                  <a:lnTo>
                    <a:pt x="965" y="310"/>
                  </a:lnTo>
                  <a:lnTo>
                    <a:pt x="965" y="310"/>
                  </a:lnTo>
                  <a:lnTo>
                    <a:pt x="965" y="310"/>
                  </a:lnTo>
                  <a:lnTo>
                    <a:pt x="965" y="310"/>
                  </a:lnTo>
                  <a:lnTo>
                    <a:pt x="965" y="312"/>
                  </a:lnTo>
                  <a:lnTo>
                    <a:pt x="965" y="314"/>
                  </a:lnTo>
                  <a:lnTo>
                    <a:pt x="969" y="316"/>
                  </a:lnTo>
                  <a:lnTo>
                    <a:pt x="969" y="318"/>
                  </a:lnTo>
                  <a:lnTo>
                    <a:pt x="969" y="318"/>
                  </a:lnTo>
                  <a:lnTo>
                    <a:pt x="967" y="318"/>
                  </a:lnTo>
                  <a:lnTo>
                    <a:pt x="959" y="312"/>
                  </a:lnTo>
                  <a:lnTo>
                    <a:pt x="951" y="305"/>
                  </a:lnTo>
                  <a:lnTo>
                    <a:pt x="950" y="301"/>
                  </a:lnTo>
                  <a:lnTo>
                    <a:pt x="948" y="301"/>
                  </a:lnTo>
                  <a:lnTo>
                    <a:pt x="948" y="303"/>
                  </a:lnTo>
                  <a:lnTo>
                    <a:pt x="948" y="305"/>
                  </a:lnTo>
                  <a:lnTo>
                    <a:pt x="950" y="306"/>
                  </a:lnTo>
                  <a:lnTo>
                    <a:pt x="948" y="306"/>
                  </a:lnTo>
                  <a:lnTo>
                    <a:pt x="946" y="305"/>
                  </a:lnTo>
                  <a:lnTo>
                    <a:pt x="946" y="301"/>
                  </a:lnTo>
                  <a:lnTo>
                    <a:pt x="946" y="299"/>
                  </a:lnTo>
                  <a:lnTo>
                    <a:pt x="946" y="297"/>
                  </a:lnTo>
                  <a:lnTo>
                    <a:pt x="946" y="295"/>
                  </a:lnTo>
                  <a:lnTo>
                    <a:pt x="946" y="295"/>
                  </a:lnTo>
                  <a:lnTo>
                    <a:pt x="948" y="295"/>
                  </a:lnTo>
                  <a:lnTo>
                    <a:pt x="950" y="295"/>
                  </a:lnTo>
                  <a:lnTo>
                    <a:pt x="950" y="293"/>
                  </a:lnTo>
                  <a:lnTo>
                    <a:pt x="948" y="293"/>
                  </a:lnTo>
                  <a:lnTo>
                    <a:pt x="946" y="293"/>
                  </a:lnTo>
                  <a:lnTo>
                    <a:pt x="946" y="293"/>
                  </a:lnTo>
                  <a:lnTo>
                    <a:pt x="944" y="293"/>
                  </a:lnTo>
                  <a:lnTo>
                    <a:pt x="944" y="295"/>
                  </a:lnTo>
                  <a:lnTo>
                    <a:pt x="944" y="295"/>
                  </a:lnTo>
                  <a:lnTo>
                    <a:pt x="942" y="295"/>
                  </a:lnTo>
                  <a:lnTo>
                    <a:pt x="940" y="293"/>
                  </a:lnTo>
                  <a:lnTo>
                    <a:pt x="938" y="291"/>
                  </a:lnTo>
                  <a:lnTo>
                    <a:pt x="938" y="291"/>
                  </a:lnTo>
                  <a:lnTo>
                    <a:pt x="938" y="291"/>
                  </a:lnTo>
                  <a:lnTo>
                    <a:pt x="936" y="291"/>
                  </a:lnTo>
                  <a:lnTo>
                    <a:pt x="936" y="293"/>
                  </a:lnTo>
                  <a:lnTo>
                    <a:pt x="938" y="293"/>
                  </a:lnTo>
                  <a:lnTo>
                    <a:pt x="938" y="293"/>
                  </a:lnTo>
                  <a:lnTo>
                    <a:pt x="938" y="295"/>
                  </a:lnTo>
                  <a:lnTo>
                    <a:pt x="940" y="295"/>
                  </a:lnTo>
                  <a:lnTo>
                    <a:pt x="940" y="295"/>
                  </a:lnTo>
                  <a:lnTo>
                    <a:pt x="936" y="295"/>
                  </a:lnTo>
                  <a:lnTo>
                    <a:pt x="936" y="295"/>
                  </a:lnTo>
                  <a:lnTo>
                    <a:pt x="936" y="297"/>
                  </a:lnTo>
                  <a:lnTo>
                    <a:pt x="938" y="297"/>
                  </a:lnTo>
                  <a:lnTo>
                    <a:pt x="938" y="299"/>
                  </a:lnTo>
                  <a:lnTo>
                    <a:pt x="936" y="299"/>
                  </a:lnTo>
                  <a:lnTo>
                    <a:pt x="936" y="299"/>
                  </a:lnTo>
                  <a:lnTo>
                    <a:pt x="936" y="301"/>
                  </a:lnTo>
                  <a:lnTo>
                    <a:pt x="936" y="301"/>
                  </a:lnTo>
                  <a:lnTo>
                    <a:pt x="940" y="301"/>
                  </a:lnTo>
                  <a:lnTo>
                    <a:pt x="940" y="301"/>
                  </a:lnTo>
                  <a:lnTo>
                    <a:pt x="940" y="301"/>
                  </a:lnTo>
                  <a:lnTo>
                    <a:pt x="940" y="299"/>
                  </a:lnTo>
                  <a:lnTo>
                    <a:pt x="940" y="299"/>
                  </a:lnTo>
                  <a:lnTo>
                    <a:pt x="940" y="299"/>
                  </a:lnTo>
                  <a:lnTo>
                    <a:pt x="942" y="299"/>
                  </a:lnTo>
                  <a:lnTo>
                    <a:pt x="944" y="301"/>
                  </a:lnTo>
                  <a:lnTo>
                    <a:pt x="944" y="303"/>
                  </a:lnTo>
                  <a:lnTo>
                    <a:pt x="944" y="303"/>
                  </a:lnTo>
                  <a:lnTo>
                    <a:pt x="942" y="303"/>
                  </a:lnTo>
                  <a:lnTo>
                    <a:pt x="942" y="305"/>
                  </a:lnTo>
                  <a:lnTo>
                    <a:pt x="946" y="306"/>
                  </a:lnTo>
                  <a:lnTo>
                    <a:pt x="948" y="308"/>
                  </a:lnTo>
                  <a:lnTo>
                    <a:pt x="948" y="310"/>
                  </a:lnTo>
                  <a:lnTo>
                    <a:pt x="948" y="310"/>
                  </a:lnTo>
                  <a:lnTo>
                    <a:pt x="946" y="310"/>
                  </a:lnTo>
                  <a:lnTo>
                    <a:pt x="946" y="310"/>
                  </a:lnTo>
                  <a:lnTo>
                    <a:pt x="942" y="312"/>
                  </a:lnTo>
                  <a:lnTo>
                    <a:pt x="942" y="312"/>
                  </a:lnTo>
                  <a:lnTo>
                    <a:pt x="940" y="312"/>
                  </a:lnTo>
                  <a:lnTo>
                    <a:pt x="938" y="310"/>
                  </a:lnTo>
                  <a:lnTo>
                    <a:pt x="942" y="312"/>
                  </a:lnTo>
                  <a:lnTo>
                    <a:pt x="940" y="310"/>
                  </a:lnTo>
                  <a:lnTo>
                    <a:pt x="942" y="308"/>
                  </a:lnTo>
                  <a:lnTo>
                    <a:pt x="942" y="310"/>
                  </a:lnTo>
                  <a:lnTo>
                    <a:pt x="942" y="310"/>
                  </a:lnTo>
                  <a:lnTo>
                    <a:pt x="944" y="310"/>
                  </a:lnTo>
                  <a:lnTo>
                    <a:pt x="944" y="310"/>
                  </a:lnTo>
                  <a:lnTo>
                    <a:pt x="944" y="308"/>
                  </a:lnTo>
                  <a:lnTo>
                    <a:pt x="942" y="306"/>
                  </a:lnTo>
                  <a:lnTo>
                    <a:pt x="940" y="306"/>
                  </a:lnTo>
                  <a:lnTo>
                    <a:pt x="938" y="306"/>
                  </a:lnTo>
                  <a:lnTo>
                    <a:pt x="936" y="305"/>
                  </a:lnTo>
                  <a:lnTo>
                    <a:pt x="932" y="299"/>
                  </a:lnTo>
                  <a:lnTo>
                    <a:pt x="930" y="297"/>
                  </a:lnTo>
                  <a:lnTo>
                    <a:pt x="928" y="299"/>
                  </a:lnTo>
                  <a:lnTo>
                    <a:pt x="932" y="301"/>
                  </a:lnTo>
                  <a:lnTo>
                    <a:pt x="932" y="303"/>
                  </a:lnTo>
                  <a:lnTo>
                    <a:pt x="932" y="305"/>
                  </a:lnTo>
                  <a:lnTo>
                    <a:pt x="930" y="305"/>
                  </a:lnTo>
                  <a:lnTo>
                    <a:pt x="928" y="301"/>
                  </a:lnTo>
                  <a:lnTo>
                    <a:pt x="926" y="297"/>
                  </a:lnTo>
                  <a:lnTo>
                    <a:pt x="926" y="295"/>
                  </a:lnTo>
                  <a:lnTo>
                    <a:pt x="924" y="293"/>
                  </a:lnTo>
                  <a:lnTo>
                    <a:pt x="922" y="291"/>
                  </a:lnTo>
                  <a:lnTo>
                    <a:pt x="922" y="297"/>
                  </a:lnTo>
                  <a:lnTo>
                    <a:pt x="926" y="301"/>
                  </a:lnTo>
                  <a:lnTo>
                    <a:pt x="928" y="305"/>
                  </a:lnTo>
                  <a:lnTo>
                    <a:pt x="926" y="306"/>
                  </a:lnTo>
                  <a:lnTo>
                    <a:pt x="926" y="305"/>
                  </a:lnTo>
                  <a:lnTo>
                    <a:pt x="924" y="303"/>
                  </a:lnTo>
                  <a:lnTo>
                    <a:pt x="924" y="303"/>
                  </a:lnTo>
                  <a:lnTo>
                    <a:pt x="924" y="303"/>
                  </a:lnTo>
                  <a:lnTo>
                    <a:pt x="922" y="303"/>
                  </a:lnTo>
                  <a:lnTo>
                    <a:pt x="922" y="303"/>
                  </a:lnTo>
                  <a:lnTo>
                    <a:pt x="922" y="303"/>
                  </a:lnTo>
                  <a:lnTo>
                    <a:pt x="922" y="303"/>
                  </a:lnTo>
                  <a:lnTo>
                    <a:pt x="922" y="301"/>
                  </a:lnTo>
                  <a:lnTo>
                    <a:pt x="922" y="301"/>
                  </a:lnTo>
                  <a:lnTo>
                    <a:pt x="920" y="301"/>
                  </a:lnTo>
                  <a:lnTo>
                    <a:pt x="918" y="301"/>
                  </a:lnTo>
                  <a:lnTo>
                    <a:pt x="916" y="299"/>
                  </a:lnTo>
                  <a:lnTo>
                    <a:pt x="914" y="297"/>
                  </a:lnTo>
                  <a:lnTo>
                    <a:pt x="914" y="295"/>
                  </a:lnTo>
                  <a:lnTo>
                    <a:pt x="914" y="297"/>
                  </a:lnTo>
                  <a:lnTo>
                    <a:pt x="916" y="297"/>
                  </a:lnTo>
                  <a:lnTo>
                    <a:pt x="916" y="299"/>
                  </a:lnTo>
                  <a:lnTo>
                    <a:pt x="918" y="299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297"/>
                  </a:lnTo>
                  <a:lnTo>
                    <a:pt x="920" y="295"/>
                  </a:lnTo>
                  <a:lnTo>
                    <a:pt x="920" y="291"/>
                  </a:lnTo>
                  <a:lnTo>
                    <a:pt x="920" y="291"/>
                  </a:lnTo>
                  <a:lnTo>
                    <a:pt x="918" y="289"/>
                  </a:lnTo>
                  <a:lnTo>
                    <a:pt x="918" y="287"/>
                  </a:lnTo>
                  <a:lnTo>
                    <a:pt x="916" y="287"/>
                  </a:lnTo>
                  <a:lnTo>
                    <a:pt x="916" y="287"/>
                  </a:lnTo>
                  <a:lnTo>
                    <a:pt x="916" y="289"/>
                  </a:lnTo>
                  <a:lnTo>
                    <a:pt x="918" y="289"/>
                  </a:lnTo>
                  <a:lnTo>
                    <a:pt x="918" y="291"/>
                  </a:lnTo>
                  <a:lnTo>
                    <a:pt x="918" y="293"/>
                  </a:lnTo>
                  <a:lnTo>
                    <a:pt x="918" y="297"/>
                  </a:lnTo>
                  <a:lnTo>
                    <a:pt x="918" y="293"/>
                  </a:lnTo>
                  <a:lnTo>
                    <a:pt x="916" y="291"/>
                  </a:lnTo>
                  <a:lnTo>
                    <a:pt x="912" y="287"/>
                  </a:lnTo>
                  <a:lnTo>
                    <a:pt x="912" y="287"/>
                  </a:lnTo>
                  <a:lnTo>
                    <a:pt x="912" y="283"/>
                  </a:lnTo>
                  <a:lnTo>
                    <a:pt x="910" y="283"/>
                  </a:lnTo>
                  <a:lnTo>
                    <a:pt x="910" y="283"/>
                  </a:lnTo>
                  <a:lnTo>
                    <a:pt x="910" y="285"/>
                  </a:lnTo>
                  <a:lnTo>
                    <a:pt x="908" y="285"/>
                  </a:lnTo>
                  <a:lnTo>
                    <a:pt x="906" y="287"/>
                  </a:lnTo>
                  <a:lnTo>
                    <a:pt x="908" y="287"/>
                  </a:lnTo>
                  <a:lnTo>
                    <a:pt x="910" y="289"/>
                  </a:lnTo>
                  <a:lnTo>
                    <a:pt x="910" y="291"/>
                  </a:lnTo>
                  <a:lnTo>
                    <a:pt x="910" y="293"/>
                  </a:lnTo>
                  <a:lnTo>
                    <a:pt x="910" y="293"/>
                  </a:lnTo>
                  <a:lnTo>
                    <a:pt x="908" y="289"/>
                  </a:lnTo>
                  <a:lnTo>
                    <a:pt x="908" y="289"/>
                  </a:lnTo>
                  <a:lnTo>
                    <a:pt x="908" y="289"/>
                  </a:lnTo>
                  <a:lnTo>
                    <a:pt x="906" y="289"/>
                  </a:lnTo>
                  <a:lnTo>
                    <a:pt x="904" y="287"/>
                  </a:lnTo>
                  <a:lnTo>
                    <a:pt x="904" y="289"/>
                  </a:lnTo>
                  <a:lnTo>
                    <a:pt x="902" y="289"/>
                  </a:lnTo>
                  <a:lnTo>
                    <a:pt x="902" y="289"/>
                  </a:lnTo>
                  <a:lnTo>
                    <a:pt x="902" y="291"/>
                  </a:lnTo>
                  <a:lnTo>
                    <a:pt x="902" y="295"/>
                  </a:lnTo>
                  <a:lnTo>
                    <a:pt x="902" y="297"/>
                  </a:lnTo>
                  <a:lnTo>
                    <a:pt x="902" y="295"/>
                  </a:lnTo>
                  <a:lnTo>
                    <a:pt x="902" y="297"/>
                  </a:lnTo>
                  <a:lnTo>
                    <a:pt x="902" y="297"/>
                  </a:lnTo>
                  <a:lnTo>
                    <a:pt x="901" y="299"/>
                  </a:lnTo>
                  <a:lnTo>
                    <a:pt x="901" y="297"/>
                  </a:lnTo>
                  <a:lnTo>
                    <a:pt x="899" y="299"/>
                  </a:lnTo>
                  <a:lnTo>
                    <a:pt x="899" y="299"/>
                  </a:lnTo>
                  <a:lnTo>
                    <a:pt x="897" y="301"/>
                  </a:lnTo>
                  <a:lnTo>
                    <a:pt x="897" y="299"/>
                  </a:lnTo>
                  <a:lnTo>
                    <a:pt x="895" y="295"/>
                  </a:lnTo>
                  <a:lnTo>
                    <a:pt x="893" y="293"/>
                  </a:lnTo>
                  <a:lnTo>
                    <a:pt x="893" y="291"/>
                  </a:lnTo>
                  <a:lnTo>
                    <a:pt x="893" y="291"/>
                  </a:lnTo>
                  <a:lnTo>
                    <a:pt x="893" y="291"/>
                  </a:lnTo>
                  <a:lnTo>
                    <a:pt x="893" y="291"/>
                  </a:lnTo>
                  <a:lnTo>
                    <a:pt x="891" y="289"/>
                  </a:lnTo>
                  <a:lnTo>
                    <a:pt x="891" y="289"/>
                  </a:lnTo>
                  <a:lnTo>
                    <a:pt x="891" y="289"/>
                  </a:lnTo>
                  <a:lnTo>
                    <a:pt x="891" y="287"/>
                  </a:lnTo>
                  <a:lnTo>
                    <a:pt x="891" y="287"/>
                  </a:lnTo>
                  <a:lnTo>
                    <a:pt x="889" y="285"/>
                  </a:lnTo>
                  <a:lnTo>
                    <a:pt x="887" y="285"/>
                  </a:lnTo>
                  <a:lnTo>
                    <a:pt x="887" y="283"/>
                  </a:lnTo>
                  <a:lnTo>
                    <a:pt x="887" y="283"/>
                  </a:lnTo>
                  <a:lnTo>
                    <a:pt x="887" y="281"/>
                  </a:lnTo>
                  <a:lnTo>
                    <a:pt x="887" y="279"/>
                  </a:lnTo>
                  <a:lnTo>
                    <a:pt x="887" y="279"/>
                  </a:lnTo>
                  <a:lnTo>
                    <a:pt x="887" y="277"/>
                  </a:lnTo>
                  <a:lnTo>
                    <a:pt x="887" y="275"/>
                  </a:lnTo>
                  <a:lnTo>
                    <a:pt x="887" y="275"/>
                  </a:lnTo>
                  <a:lnTo>
                    <a:pt x="885" y="273"/>
                  </a:lnTo>
                  <a:lnTo>
                    <a:pt x="883" y="269"/>
                  </a:lnTo>
                  <a:lnTo>
                    <a:pt x="883" y="269"/>
                  </a:lnTo>
                  <a:lnTo>
                    <a:pt x="883" y="267"/>
                  </a:lnTo>
                  <a:lnTo>
                    <a:pt x="883" y="269"/>
                  </a:lnTo>
                  <a:lnTo>
                    <a:pt x="883" y="271"/>
                  </a:lnTo>
                  <a:lnTo>
                    <a:pt x="883" y="273"/>
                  </a:lnTo>
                  <a:lnTo>
                    <a:pt x="881" y="271"/>
                  </a:lnTo>
                  <a:lnTo>
                    <a:pt x="881" y="271"/>
                  </a:lnTo>
                  <a:lnTo>
                    <a:pt x="881" y="273"/>
                  </a:lnTo>
                  <a:lnTo>
                    <a:pt x="881" y="275"/>
                  </a:lnTo>
                  <a:lnTo>
                    <a:pt x="879" y="275"/>
                  </a:lnTo>
                  <a:lnTo>
                    <a:pt x="885" y="281"/>
                  </a:lnTo>
                  <a:lnTo>
                    <a:pt x="883" y="281"/>
                  </a:lnTo>
                  <a:lnTo>
                    <a:pt x="883" y="281"/>
                  </a:lnTo>
                  <a:lnTo>
                    <a:pt x="883" y="281"/>
                  </a:lnTo>
                  <a:lnTo>
                    <a:pt x="883" y="283"/>
                  </a:lnTo>
                  <a:lnTo>
                    <a:pt x="885" y="283"/>
                  </a:lnTo>
                  <a:lnTo>
                    <a:pt x="887" y="285"/>
                  </a:lnTo>
                  <a:lnTo>
                    <a:pt x="887" y="287"/>
                  </a:lnTo>
                  <a:lnTo>
                    <a:pt x="883" y="285"/>
                  </a:lnTo>
                  <a:lnTo>
                    <a:pt x="881" y="283"/>
                  </a:lnTo>
                  <a:lnTo>
                    <a:pt x="881" y="281"/>
                  </a:lnTo>
                  <a:lnTo>
                    <a:pt x="881" y="279"/>
                  </a:lnTo>
                  <a:lnTo>
                    <a:pt x="881" y="279"/>
                  </a:lnTo>
                  <a:lnTo>
                    <a:pt x="879" y="277"/>
                  </a:lnTo>
                  <a:lnTo>
                    <a:pt x="879" y="277"/>
                  </a:lnTo>
                  <a:lnTo>
                    <a:pt x="875" y="271"/>
                  </a:lnTo>
                  <a:lnTo>
                    <a:pt x="875" y="269"/>
                  </a:lnTo>
                  <a:lnTo>
                    <a:pt x="873" y="269"/>
                  </a:lnTo>
                  <a:lnTo>
                    <a:pt x="873" y="271"/>
                  </a:lnTo>
                  <a:lnTo>
                    <a:pt x="873" y="273"/>
                  </a:lnTo>
                  <a:lnTo>
                    <a:pt x="873" y="273"/>
                  </a:lnTo>
                  <a:lnTo>
                    <a:pt x="873" y="275"/>
                  </a:lnTo>
                  <a:lnTo>
                    <a:pt x="871" y="273"/>
                  </a:lnTo>
                  <a:lnTo>
                    <a:pt x="869" y="273"/>
                  </a:lnTo>
                  <a:lnTo>
                    <a:pt x="869" y="271"/>
                  </a:lnTo>
                  <a:lnTo>
                    <a:pt x="869" y="271"/>
                  </a:lnTo>
                  <a:lnTo>
                    <a:pt x="867" y="271"/>
                  </a:lnTo>
                  <a:lnTo>
                    <a:pt x="865" y="271"/>
                  </a:lnTo>
                  <a:lnTo>
                    <a:pt x="865" y="269"/>
                  </a:lnTo>
                  <a:lnTo>
                    <a:pt x="861" y="261"/>
                  </a:lnTo>
                  <a:lnTo>
                    <a:pt x="861" y="261"/>
                  </a:lnTo>
                  <a:lnTo>
                    <a:pt x="861" y="261"/>
                  </a:lnTo>
                  <a:lnTo>
                    <a:pt x="861" y="263"/>
                  </a:lnTo>
                  <a:lnTo>
                    <a:pt x="861" y="265"/>
                  </a:lnTo>
                  <a:lnTo>
                    <a:pt x="861" y="265"/>
                  </a:lnTo>
                  <a:lnTo>
                    <a:pt x="861" y="265"/>
                  </a:lnTo>
                  <a:lnTo>
                    <a:pt x="859" y="263"/>
                  </a:lnTo>
                  <a:lnTo>
                    <a:pt x="859" y="263"/>
                  </a:lnTo>
                  <a:lnTo>
                    <a:pt x="857" y="263"/>
                  </a:lnTo>
                  <a:lnTo>
                    <a:pt x="855" y="263"/>
                  </a:lnTo>
                  <a:lnTo>
                    <a:pt x="855" y="261"/>
                  </a:lnTo>
                  <a:lnTo>
                    <a:pt x="855" y="259"/>
                  </a:lnTo>
                  <a:lnTo>
                    <a:pt x="855" y="259"/>
                  </a:lnTo>
                  <a:lnTo>
                    <a:pt x="853" y="257"/>
                  </a:lnTo>
                  <a:lnTo>
                    <a:pt x="851" y="257"/>
                  </a:lnTo>
                  <a:lnTo>
                    <a:pt x="851" y="257"/>
                  </a:lnTo>
                  <a:lnTo>
                    <a:pt x="853" y="255"/>
                  </a:lnTo>
                  <a:lnTo>
                    <a:pt x="851" y="255"/>
                  </a:lnTo>
                  <a:lnTo>
                    <a:pt x="851" y="255"/>
                  </a:lnTo>
                  <a:lnTo>
                    <a:pt x="851" y="257"/>
                  </a:lnTo>
                  <a:lnTo>
                    <a:pt x="851" y="259"/>
                  </a:lnTo>
                  <a:lnTo>
                    <a:pt x="851" y="259"/>
                  </a:lnTo>
                  <a:lnTo>
                    <a:pt x="850" y="259"/>
                  </a:lnTo>
                  <a:lnTo>
                    <a:pt x="848" y="257"/>
                  </a:lnTo>
                  <a:lnTo>
                    <a:pt x="848" y="253"/>
                  </a:lnTo>
                  <a:lnTo>
                    <a:pt x="846" y="253"/>
                  </a:lnTo>
                  <a:lnTo>
                    <a:pt x="844" y="252"/>
                  </a:lnTo>
                  <a:lnTo>
                    <a:pt x="851" y="253"/>
                  </a:lnTo>
                  <a:lnTo>
                    <a:pt x="851" y="253"/>
                  </a:lnTo>
                  <a:lnTo>
                    <a:pt x="851" y="253"/>
                  </a:lnTo>
                  <a:lnTo>
                    <a:pt x="851" y="253"/>
                  </a:lnTo>
                  <a:lnTo>
                    <a:pt x="853" y="252"/>
                  </a:lnTo>
                  <a:lnTo>
                    <a:pt x="853" y="252"/>
                  </a:lnTo>
                  <a:lnTo>
                    <a:pt x="853" y="252"/>
                  </a:lnTo>
                  <a:lnTo>
                    <a:pt x="855" y="253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5" y="259"/>
                  </a:lnTo>
                  <a:lnTo>
                    <a:pt x="857" y="257"/>
                  </a:lnTo>
                  <a:lnTo>
                    <a:pt x="857" y="255"/>
                  </a:lnTo>
                  <a:lnTo>
                    <a:pt x="857" y="255"/>
                  </a:lnTo>
                  <a:lnTo>
                    <a:pt x="857" y="253"/>
                  </a:lnTo>
                  <a:lnTo>
                    <a:pt x="857" y="252"/>
                  </a:lnTo>
                  <a:lnTo>
                    <a:pt x="859" y="250"/>
                  </a:lnTo>
                  <a:lnTo>
                    <a:pt x="861" y="250"/>
                  </a:lnTo>
                  <a:lnTo>
                    <a:pt x="861" y="248"/>
                  </a:lnTo>
                  <a:lnTo>
                    <a:pt x="861" y="246"/>
                  </a:lnTo>
                  <a:lnTo>
                    <a:pt x="861" y="242"/>
                  </a:lnTo>
                  <a:lnTo>
                    <a:pt x="857" y="236"/>
                  </a:lnTo>
                  <a:lnTo>
                    <a:pt x="857" y="234"/>
                  </a:lnTo>
                  <a:lnTo>
                    <a:pt x="857" y="232"/>
                  </a:lnTo>
                  <a:lnTo>
                    <a:pt x="857" y="230"/>
                  </a:lnTo>
                  <a:lnTo>
                    <a:pt x="859" y="232"/>
                  </a:lnTo>
                  <a:lnTo>
                    <a:pt x="859" y="234"/>
                  </a:lnTo>
                  <a:lnTo>
                    <a:pt x="863" y="234"/>
                  </a:lnTo>
                  <a:lnTo>
                    <a:pt x="863" y="232"/>
                  </a:lnTo>
                  <a:lnTo>
                    <a:pt x="863" y="232"/>
                  </a:lnTo>
                  <a:lnTo>
                    <a:pt x="863" y="232"/>
                  </a:lnTo>
                  <a:lnTo>
                    <a:pt x="865" y="234"/>
                  </a:lnTo>
                  <a:lnTo>
                    <a:pt x="865" y="234"/>
                  </a:lnTo>
                  <a:lnTo>
                    <a:pt x="867" y="234"/>
                  </a:lnTo>
                  <a:lnTo>
                    <a:pt x="867" y="234"/>
                  </a:lnTo>
                  <a:lnTo>
                    <a:pt x="869" y="238"/>
                  </a:lnTo>
                  <a:lnTo>
                    <a:pt x="871" y="238"/>
                  </a:lnTo>
                  <a:lnTo>
                    <a:pt x="869" y="232"/>
                  </a:lnTo>
                  <a:lnTo>
                    <a:pt x="869" y="230"/>
                  </a:lnTo>
                  <a:lnTo>
                    <a:pt x="873" y="230"/>
                  </a:lnTo>
                  <a:lnTo>
                    <a:pt x="875" y="230"/>
                  </a:lnTo>
                  <a:lnTo>
                    <a:pt x="877" y="234"/>
                  </a:lnTo>
                  <a:lnTo>
                    <a:pt x="875" y="232"/>
                  </a:lnTo>
                  <a:lnTo>
                    <a:pt x="873" y="232"/>
                  </a:lnTo>
                  <a:lnTo>
                    <a:pt x="871" y="234"/>
                  </a:lnTo>
                  <a:lnTo>
                    <a:pt x="871" y="234"/>
                  </a:lnTo>
                  <a:lnTo>
                    <a:pt x="875" y="234"/>
                  </a:lnTo>
                  <a:lnTo>
                    <a:pt x="877" y="236"/>
                  </a:lnTo>
                  <a:lnTo>
                    <a:pt x="883" y="236"/>
                  </a:lnTo>
                  <a:lnTo>
                    <a:pt x="883" y="234"/>
                  </a:lnTo>
                  <a:lnTo>
                    <a:pt x="883" y="234"/>
                  </a:lnTo>
                  <a:lnTo>
                    <a:pt x="883" y="234"/>
                  </a:lnTo>
                  <a:lnTo>
                    <a:pt x="883" y="232"/>
                  </a:lnTo>
                  <a:lnTo>
                    <a:pt x="881" y="232"/>
                  </a:lnTo>
                  <a:lnTo>
                    <a:pt x="881" y="234"/>
                  </a:lnTo>
                  <a:lnTo>
                    <a:pt x="879" y="234"/>
                  </a:lnTo>
                  <a:lnTo>
                    <a:pt x="877" y="232"/>
                  </a:lnTo>
                  <a:lnTo>
                    <a:pt x="877" y="230"/>
                  </a:lnTo>
                  <a:lnTo>
                    <a:pt x="875" y="228"/>
                  </a:lnTo>
                  <a:lnTo>
                    <a:pt x="875" y="228"/>
                  </a:lnTo>
                  <a:lnTo>
                    <a:pt x="877" y="228"/>
                  </a:lnTo>
                  <a:lnTo>
                    <a:pt x="877" y="228"/>
                  </a:lnTo>
                  <a:lnTo>
                    <a:pt x="877" y="226"/>
                  </a:lnTo>
                  <a:lnTo>
                    <a:pt x="879" y="226"/>
                  </a:lnTo>
                  <a:lnTo>
                    <a:pt x="879" y="226"/>
                  </a:lnTo>
                  <a:lnTo>
                    <a:pt x="879" y="224"/>
                  </a:lnTo>
                  <a:lnTo>
                    <a:pt x="879" y="224"/>
                  </a:lnTo>
                  <a:lnTo>
                    <a:pt x="881" y="226"/>
                  </a:lnTo>
                  <a:lnTo>
                    <a:pt x="883" y="226"/>
                  </a:lnTo>
                  <a:lnTo>
                    <a:pt x="881" y="224"/>
                  </a:lnTo>
                  <a:lnTo>
                    <a:pt x="881" y="222"/>
                  </a:lnTo>
                  <a:lnTo>
                    <a:pt x="881" y="222"/>
                  </a:lnTo>
                  <a:lnTo>
                    <a:pt x="879" y="222"/>
                  </a:lnTo>
                  <a:lnTo>
                    <a:pt x="879" y="222"/>
                  </a:lnTo>
                  <a:lnTo>
                    <a:pt x="877" y="224"/>
                  </a:lnTo>
                  <a:lnTo>
                    <a:pt x="875" y="226"/>
                  </a:lnTo>
                  <a:lnTo>
                    <a:pt x="875" y="226"/>
                  </a:lnTo>
                  <a:lnTo>
                    <a:pt x="873" y="226"/>
                  </a:lnTo>
                  <a:lnTo>
                    <a:pt x="873" y="226"/>
                  </a:lnTo>
                  <a:lnTo>
                    <a:pt x="873" y="224"/>
                  </a:lnTo>
                  <a:lnTo>
                    <a:pt x="873" y="222"/>
                  </a:lnTo>
                  <a:lnTo>
                    <a:pt x="871" y="222"/>
                  </a:lnTo>
                  <a:lnTo>
                    <a:pt x="871" y="224"/>
                  </a:lnTo>
                  <a:lnTo>
                    <a:pt x="871" y="224"/>
                  </a:lnTo>
                  <a:lnTo>
                    <a:pt x="871" y="226"/>
                  </a:lnTo>
                  <a:lnTo>
                    <a:pt x="869" y="228"/>
                  </a:lnTo>
                  <a:lnTo>
                    <a:pt x="869" y="228"/>
                  </a:lnTo>
                  <a:lnTo>
                    <a:pt x="867" y="226"/>
                  </a:lnTo>
                  <a:lnTo>
                    <a:pt x="867" y="224"/>
                  </a:lnTo>
                  <a:lnTo>
                    <a:pt x="867" y="224"/>
                  </a:lnTo>
                  <a:lnTo>
                    <a:pt x="867" y="224"/>
                  </a:lnTo>
                  <a:lnTo>
                    <a:pt x="867" y="222"/>
                  </a:lnTo>
                  <a:lnTo>
                    <a:pt x="865" y="222"/>
                  </a:lnTo>
                  <a:lnTo>
                    <a:pt x="865" y="220"/>
                  </a:lnTo>
                  <a:lnTo>
                    <a:pt x="865" y="220"/>
                  </a:lnTo>
                  <a:lnTo>
                    <a:pt x="863" y="220"/>
                  </a:lnTo>
                  <a:lnTo>
                    <a:pt x="863" y="220"/>
                  </a:lnTo>
                  <a:lnTo>
                    <a:pt x="863" y="218"/>
                  </a:lnTo>
                  <a:lnTo>
                    <a:pt x="861" y="218"/>
                  </a:lnTo>
                  <a:lnTo>
                    <a:pt x="861" y="214"/>
                  </a:lnTo>
                  <a:lnTo>
                    <a:pt x="861" y="212"/>
                  </a:lnTo>
                  <a:lnTo>
                    <a:pt x="865" y="212"/>
                  </a:lnTo>
                  <a:lnTo>
                    <a:pt x="867" y="210"/>
                  </a:lnTo>
                  <a:lnTo>
                    <a:pt x="867" y="208"/>
                  </a:lnTo>
                  <a:lnTo>
                    <a:pt x="869" y="206"/>
                  </a:lnTo>
                  <a:lnTo>
                    <a:pt x="871" y="204"/>
                  </a:lnTo>
                  <a:lnTo>
                    <a:pt x="873" y="202"/>
                  </a:lnTo>
                  <a:lnTo>
                    <a:pt x="873" y="200"/>
                  </a:lnTo>
                  <a:lnTo>
                    <a:pt x="879" y="200"/>
                  </a:lnTo>
                  <a:lnTo>
                    <a:pt x="881" y="200"/>
                  </a:lnTo>
                  <a:lnTo>
                    <a:pt x="883" y="199"/>
                  </a:lnTo>
                  <a:lnTo>
                    <a:pt x="883" y="197"/>
                  </a:lnTo>
                  <a:lnTo>
                    <a:pt x="881" y="197"/>
                  </a:lnTo>
                  <a:lnTo>
                    <a:pt x="881" y="197"/>
                  </a:lnTo>
                  <a:lnTo>
                    <a:pt x="879" y="199"/>
                  </a:lnTo>
                  <a:lnTo>
                    <a:pt x="869" y="202"/>
                  </a:lnTo>
                  <a:lnTo>
                    <a:pt x="867" y="202"/>
                  </a:lnTo>
                  <a:lnTo>
                    <a:pt x="867" y="204"/>
                  </a:lnTo>
                  <a:lnTo>
                    <a:pt x="865" y="208"/>
                  </a:lnTo>
                  <a:lnTo>
                    <a:pt x="863" y="210"/>
                  </a:lnTo>
                  <a:lnTo>
                    <a:pt x="861" y="208"/>
                  </a:lnTo>
                  <a:lnTo>
                    <a:pt x="859" y="206"/>
                  </a:lnTo>
                  <a:lnTo>
                    <a:pt x="859" y="204"/>
                  </a:lnTo>
                  <a:lnTo>
                    <a:pt x="861" y="202"/>
                  </a:lnTo>
                  <a:lnTo>
                    <a:pt x="861" y="202"/>
                  </a:lnTo>
                  <a:lnTo>
                    <a:pt x="859" y="199"/>
                  </a:lnTo>
                  <a:lnTo>
                    <a:pt x="859" y="193"/>
                  </a:lnTo>
                  <a:lnTo>
                    <a:pt x="861" y="193"/>
                  </a:lnTo>
                  <a:lnTo>
                    <a:pt x="861" y="191"/>
                  </a:lnTo>
                  <a:lnTo>
                    <a:pt x="863" y="191"/>
                  </a:lnTo>
                  <a:lnTo>
                    <a:pt x="863" y="191"/>
                  </a:lnTo>
                  <a:lnTo>
                    <a:pt x="863" y="191"/>
                  </a:lnTo>
                  <a:lnTo>
                    <a:pt x="863" y="189"/>
                  </a:lnTo>
                  <a:lnTo>
                    <a:pt x="863" y="189"/>
                  </a:lnTo>
                  <a:lnTo>
                    <a:pt x="865" y="187"/>
                  </a:lnTo>
                  <a:lnTo>
                    <a:pt x="869" y="185"/>
                  </a:lnTo>
                  <a:lnTo>
                    <a:pt x="867" y="181"/>
                  </a:lnTo>
                  <a:lnTo>
                    <a:pt x="867" y="181"/>
                  </a:lnTo>
                  <a:lnTo>
                    <a:pt x="859" y="187"/>
                  </a:lnTo>
                  <a:lnTo>
                    <a:pt x="859" y="189"/>
                  </a:lnTo>
                  <a:lnTo>
                    <a:pt x="857" y="191"/>
                  </a:lnTo>
                  <a:lnTo>
                    <a:pt x="855" y="193"/>
                  </a:lnTo>
                  <a:lnTo>
                    <a:pt x="855" y="195"/>
                  </a:lnTo>
                  <a:lnTo>
                    <a:pt x="855" y="195"/>
                  </a:lnTo>
                  <a:lnTo>
                    <a:pt x="855" y="193"/>
                  </a:lnTo>
                  <a:lnTo>
                    <a:pt x="855" y="191"/>
                  </a:lnTo>
                  <a:lnTo>
                    <a:pt x="855" y="189"/>
                  </a:lnTo>
                  <a:lnTo>
                    <a:pt x="853" y="187"/>
                  </a:lnTo>
                  <a:lnTo>
                    <a:pt x="855" y="187"/>
                  </a:lnTo>
                  <a:lnTo>
                    <a:pt x="855" y="185"/>
                  </a:lnTo>
                  <a:lnTo>
                    <a:pt x="853" y="185"/>
                  </a:lnTo>
                  <a:lnTo>
                    <a:pt x="853" y="187"/>
                  </a:lnTo>
                  <a:lnTo>
                    <a:pt x="853" y="187"/>
                  </a:lnTo>
                  <a:lnTo>
                    <a:pt x="853" y="189"/>
                  </a:lnTo>
                  <a:lnTo>
                    <a:pt x="853" y="189"/>
                  </a:lnTo>
                  <a:lnTo>
                    <a:pt x="853" y="191"/>
                  </a:lnTo>
                  <a:lnTo>
                    <a:pt x="853" y="191"/>
                  </a:lnTo>
                  <a:lnTo>
                    <a:pt x="851" y="191"/>
                  </a:lnTo>
                  <a:lnTo>
                    <a:pt x="851" y="191"/>
                  </a:lnTo>
                  <a:lnTo>
                    <a:pt x="851" y="191"/>
                  </a:lnTo>
                  <a:lnTo>
                    <a:pt x="850" y="193"/>
                  </a:lnTo>
                  <a:lnTo>
                    <a:pt x="850" y="193"/>
                  </a:lnTo>
                  <a:lnTo>
                    <a:pt x="850" y="195"/>
                  </a:lnTo>
                  <a:lnTo>
                    <a:pt x="850" y="195"/>
                  </a:lnTo>
                  <a:lnTo>
                    <a:pt x="848" y="193"/>
                  </a:lnTo>
                  <a:lnTo>
                    <a:pt x="848" y="195"/>
                  </a:lnTo>
                  <a:lnTo>
                    <a:pt x="846" y="195"/>
                  </a:lnTo>
                  <a:lnTo>
                    <a:pt x="846" y="195"/>
                  </a:lnTo>
                  <a:lnTo>
                    <a:pt x="846" y="193"/>
                  </a:lnTo>
                  <a:lnTo>
                    <a:pt x="846" y="191"/>
                  </a:lnTo>
                  <a:lnTo>
                    <a:pt x="848" y="191"/>
                  </a:lnTo>
                  <a:lnTo>
                    <a:pt x="848" y="189"/>
                  </a:lnTo>
                  <a:lnTo>
                    <a:pt x="846" y="187"/>
                  </a:lnTo>
                  <a:lnTo>
                    <a:pt x="846" y="187"/>
                  </a:lnTo>
                  <a:lnTo>
                    <a:pt x="846" y="191"/>
                  </a:lnTo>
                  <a:lnTo>
                    <a:pt x="844" y="189"/>
                  </a:lnTo>
                  <a:lnTo>
                    <a:pt x="844" y="189"/>
                  </a:lnTo>
                  <a:lnTo>
                    <a:pt x="844" y="187"/>
                  </a:lnTo>
                  <a:lnTo>
                    <a:pt x="844" y="183"/>
                  </a:lnTo>
                  <a:lnTo>
                    <a:pt x="844" y="183"/>
                  </a:lnTo>
                  <a:lnTo>
                    <a:pt x="840" y="185"/>
                  </a:lnTo>
                  <a:lnTo>
                    <a:pt x="840" y="185"/>
                  </a:lnTo>
                  <a:lnTo>
                    <a:pt x="840" y="183"/>
                  </a:lnTo>
                  <a:lnTo>
                    <a:pt x="842" y="181"/>
                  </a:lnTo>
                  <a:lnTo>
                    <a:pt x="844" y="179"/>
                  </a:lnTo>
                  <a:lnTo>
                    <a:pt x="844" y="177"/>
                  </a:lnTo>
                  <a:lnTo>
                    <a:pt x="844" y="175"/>
                  </a:lnTo>
                  <a:lnTo>
                    <a:pt x="842" y="173"/>
                  </a:lnTo>
                  <a:lnTo>
                    <a:pt x="842" y="171"/>
                  </a:lnTo>
                  <a:lnTo>
                    <a:pt x="844" y="167"/>
                  </a:lnTo>
                  <a:lnTo>
                    <a:pt x="842" y="167"/>
                  </a:lnTo>
                  <a:lnTo>
                    <a:pt x="842" y="167"/>
                  </a:lnTo>
                  <a:lnTo>
                    <a:pt x="842" y="169"/>
                  </a:lnTo>
                  <a:lnTo>
                    <a:pt x="840" y="171"/>
                  </a:lnTo>
                  <a:lnTo>
                    <a:pt x="840" y="173"/>
                  </a:lnTo>
                  <a:lnTo>
                    <a:pt x="838" y="175"/>
                  </a:lnTo>
                  <a:lnTo>
                    <a:pt x="836" y="175"/>
                  </a:lnTo>
                  <a:lnTo>
                    <a:pt x="834" y="175"/>
                  </a:lnTo>
                  <a:lnTo>
                    <a:pt x="834" y="177"/>
                  </a:lnTo>
                  <a:lnTo>
                    <a:pt x="834" y="179"/>
                  </a:lnTo>
                  <a:lnTo>
                    <a:pt x="834" y="181"/>
                  </a:lnTo>
                  <a:lnTo>
                    <a:pt x="834" y="183"/>
                  </a:lnTo>
                  <a:lnTo>
                    <a:pt x="832" y="181"/>
                  </a:lnTo>
                  <a:lnTo>
                    <a:pt x="832" y="179"/>
                  </a:lnTo>
                  <a:lnTo>
                    <a:pt x="830" y="177"/>
                  </a:lnTo>
                  <a:lnTo>
                    <a:pt x="830" y="175"/>
                  </a:lnTo>
                  <a:lnTo>
                    <a:pt x="832" y="171"/>
                  </a:lnTo>
                  <a:lnTo>
                    <a:pt x="832" y="169"/>
                  </a:lnTo>
                  <a:lnTo>
                    <a:pt x="832" y="169"/>
                  </a:lnTo>
                  <a:lnTo>
                    <a:pt x="830" y="171"/>
                  </a:lnTo>
                  <a:lnTo>
                    <a:pt x="828" y="173"/>
                  </a:lnTo>
                  <a:lnTo>
                    <a:pt x="826" y="173"/>
                  </a:lnTo>
                  <a:lnTo>
                    <a:pt x="826" y="175"/>
                  </a:lnTo>
                  <a:lnTo>
                    <a:pt x="828" y="177"/>
                  </a:lnTo>
                  <a:lnTo>
                    <a:pt x="828" y="179"/>
                  </a:lnTo>
                  <a:lnTo>
                    <a:pt x="830" y="181"/>
                  </a:lnTo>
                  <a:lnTo>
                    <a:pt x="826" y="179"/>
                  </a:lnTo>
                  <a:lnTo>
                    <a:pt x="822" y="179"/>
                  </a:lnTo>
                  <a:lnTo>
                    <a:pt x="820" y="177"/>
                  </a:lnTo>
                  <a:lnTo>
                    <a:pt x="818" y="179"/>
                  </a:lnTo>
                  <a:lnTo>
                    <a:pt x="816" y="179"/>
                  </a:lnTo>
                  <a:lnTo>
                    <a:pt x="814" y="179"/>
                  </a:lnTo>
                  <a:lnTo>
                    <a:pt x="814" y="177"/>
                  </a:lnTo>
                  <a:lnTo>
                    <a:pt x="814" y="177"/>
                  </a:lnTo>
                  <a:lnTo>
                    <a:pt x="814" y="175"/>
                  </a:lnTo>
                  <a:lnTo>
                    <a:pt x="814" y="175"/>
                  </a:lnTo>
                  <a:lnTo>
                    <a:pt x="812" y="171"/>
                  </a:lnTo>
                  <a:lnTo>
                    <a:pt x="812" y="171"/>
                  </a:lnTo>
                  <a:lnTo>
                    <a:pt x="810" y="167"/>
                  </a:lnTo>
                  <a:lnTo>
                    <a:pt x="808" y="165"/>
                  </a:lnTo>
                  <a:lnTo>
                    <a:pt x="808" y="165"/>
                  </a:lnTo>
                  <a:lnTo>
                    <a:pt x="808" y="163"/>
                  </a:lnTo>
                  <a:lnTo>
                    <a:pt x="810" y="161"/>
                  </a:lnTo>
                  <a:lnTo>
                    <a:pt x="810" y="161"/>
                  </a:lnTo>
                  <a:lnTo>
                    <a:pt x="810" y="159"/>
                  </a:lnTo>
                  <a:lnTo>
                    <a:pt x="810" y="159"/>
                  </a:lnTo>
                  <a:lnTo>
                    <a:pt x="810" y="157"/>
                  </a:lnTo>
                  <a:lnTo>
                    <a:pt x="810" y="155"/>
                  </a:lnTo>
                  <a:lnTo>
                    <a:pt x="810" y="151"/>
                  </a:lnTo>
                  <a:lnTo>
                    <a:pt x="810" y="149"/>
                  </a:lnTo>
                  <a:lnTo>
                    <a:pt x="810" y="149"/>
                  </a:lnTo>
                  <a:lnTo>
                    <a:pt x="810" y="149"/>
                  </a:lnTo>
                  <a:lnTo>
                    <a:pt x="810" y="147"/>
                  </a:lnTo>
                  <a:lnTo>
                    <a:pt x="810" y="147"/>
                  </a:lnTo>
                  <a:lnTo>
                    <a:pt x="810" y="147"/>
                  </a:lnTo>
                  <a:lnTo>
                    <a:pt x="810" y="145"/>
                  </a:lnTo>
                  <a:lnTo>
                    <a:pt x="810" y="145"/>
                  </a:lnTo>
                  <a:lnTo>
                    <a:pt x="810" y="144"/>
                  </a:lnTo>
                  <a:lnTo>
                    <a:pt x="810" y="142"/>
                  </a:lnTo>
                  <a:lnTo>
                    <a:pt x="812" y="140"/>
                  </a:lnTo>
                  <a:lnTo>
                    <a:pt x="814" y="132"/>
                  </a:lnTo>
                  <a:lnTo>
                    <a:pt x="816" y="126"/>
                  </a:lnTo>
                  <a:lnTo>
                    <a:pt x="820" y="120"/>
                  </a:lnTo>
                  <a:lnTo>
                    <a:pt x="824" y="116"/>
                  </a:lnTo>
                  <a:lnTo>
                    <a:pt x="824" y="114"/>
                  </a:lnTo>
                  <a:lnTo>
                    <a:pt x="826" y="112"/>
                  </a:lnTo>
                  <a:lnTo>
                    <a:pt x="832" y="110"/>
                  </a:lnTo>
                  <a:lnTo>
                    <a:pt x="836" y="106"/>
                  </a:lnTo>
                  <a:lnTo>
                    <a:pt x="838" y="106"/>
                  </a:lnTo>
                  <a:lnTo>
                    <a:pt x="838" y="112"/>
                  </a:lnTo>
                  <a:lnTo>
                    <a:pt x="840" y="114"/>
                  </a:lnTo>
                  <a:lnTo>
                    <a:pt x="840" y="114"/>
                  </a:lnTo>
                  <a:lnTo>
                    <a:pt x="842" y="114"/>
                  </a:lnTo>
                  <a:lnTo>
                    <a:pt x="840" y="116"/>
                  </a:lnTo>
                  <a:lnTo>
                    <a:pt x="840" y="118"/>
                  </a:lnTo>
                  <a:lnTo>
                    <a:pt x="842" y="118"/>
                  </a:lnTo>
                  <a:lnTo>
                    <a:pt x="844" y="114"/>
                  </a:lnTo>
                  <a:lnTo>
                    <a:pt x="846" y="114"/>
                  </a:lnTo>
                  <a:lnTo>
                    <a:pt x="846" y="114"/>
                  </a:lnTo>
                  <a:lnTo>
                    <a:pt x="848" y="114"/>
                  </a:lnTo>
                  <a:lnTo>
                    <a:pt x="846" y="114"/>
                  </a:lnTo>
                  <a:lnTo>
                    <a:pt x="846" y="116"/>
                  </a:lnTo>
                  <a:lnTo>
                    <a:pt x="846" y="116"/>
                  </a:lnTo>
                  <a:lnTo>
                    <a:pt x="846" y="118"/>
                  </a:lnTo>
                  <a:lnTo>
                    <a:pt x="846" y="118"/>
                  </a:lnTo>
                  <a:lnTo>
                    <a:pt x="848" y="118"/>
                  </a:lnTo>
                  <a:lnTo>
                    <a:pt x="848" y="118"/>
                  </a:lnTo>
                  <a:lnTo>
                    <a:pt x="848" y="120"/>
                  </a:lnTo>
                  <a:lnTo>
                    <a:pt x="850" y="120"/>
                  </a:lnTo>
                  <a:lnTo>
                    <a:pt x="850" y="120"/>
                  </a:lnTo>
                  <a:lnTo>
                    <a:pt x="851" y="120"/>
                  </a:lnTo>
                  <a:lnTo>
                    <a:pt x="851" y="118"/>
                  </a:lnTo>
                  <a:lnTo>
                    <a:pt x="851" y="118"/>
                  </a:lnTo>
                  <a:lnTo>
                    <a:pt x="851" y="116"/>
                  </a:lnTo>
                  <a:lnTo>
                    <a:pt x="853" y="116"/>
                  </a:lnTo>
                  <a:lnTo>
                    <a:pt x="853" y="114"/>
                  </a:lnTo>
                  <a:lnTo>
                    <a:pt x="853" y="114"/>
                  </a:lnTo>
                  <a:lnTo>
                    <a:pt x="853" y="112"/>
                  </a:lnTo>
                  <a:lnTo>
                    <a:pt x="853" y="112"/>
                  </a:lnTo>
                  <a:lnTo>
                    <a:pt x="853" y="110"/>
                  </a:lnTo>
                  <a:lnTo>
                    <a:pt x="855" y="112"/>
                  </a:lnTo>
                  <a:lnTo>
                    <a:pt x="855" y="112"/>
                  </a:lnTo>
                  <a:lnTo>
                    <a:pt x="857" y="112"/>
                  </a:lnTo>
                  <a:lnTo>
                    <a:pt x="857" y="112"/>
                  </a:lnTo>
                  <a:lnTo>
                    <a:pt x="857" y="112"/>
                  </a:lnTo>
                  <a:lnTo>
                    <a:pt x="855" y="106"/>
                  </a:lnTo>
                  <a:lnTo>
                    <a:pt x="857" y="104"/>
                  </a:lnTo>
                  <a:lnTo>
                    <a:pt x="857" y="106"/>
                  </a:lnTo>
                  <a:lnTo>
                    <a:pt x="857" y="108"/>
                  </a:lnTo>
                  <a:lnTo>
                    <a:pt x="857" y="106"/>
                  </a:lnTo>
                  <a:lnTo>
                    <a:pt x="857" y="106"/>
                  </a:lnTo>
                  <a:lnTo>
                    <a:pt x="859" y="104"/>
                  </a:lnTo>
                  <a:lnTo>
                    <a:pt x="859" y="104"/>
                  </a:lnTo>
                  <a:lnTo>
                    <a:pt x="859" y="104"/>
                  </a:lnTo>
                  <a:lnTo>
                    <a:pt x="859" y="102"/>
                  </a:lnTo>
                  <a:lnTo>
                    <a:pt x="859" y="102"/>
                  </a:lnTo>
                  <a:lnTo>
                    <a:pt x="859" y="102"/>
                  </a:lnTo>
                  <a:lnTo>
                    <a:pt x="857" y="102"/>
                  </a:lnTo>
                  <a:lnTo>
                    <a:pt x="857" y="100"/>
                  </a:lnTo>
                  <a:lnTo>
                    <a:pt x="857" y="100"/>
                  </a:lnTo>
                  <a:lnTo>
                    <a:pt x="857" y="98"/>
                  </a:lnTo>
                  <a:lnTo>
                    <a:pt x="859" y="98"/>
                  </a:lnTo>
                  <a:lnTo>
                    <a:pt x="859" y="100"/>
                  </a:lnTo>
                  <a:lnTo>
                    <a:pt x="861" y="102"/>
                  </a:lnTo>
                  <a:lnTo>
                    <a:pt x="863" y="102"/>
                  </a:lnTo>
                  <a:lnTo>
                    <a:pt x="863" y="102"/>
                  </a:lnTo>
                  <a:lnTo>
                    <a:pt x="863" y="102"/>
                  </a:lnTo>
                  <a:lnTo>
                    <a:pt x="863" y="100"/>
                  </a:lnTo>
                  <a:lnTo>
                    <a:pt x="863" y="100"/>
                  </a:lnTo>
                  <a:lnTo>
                    <a:pt x="867" y="98"/>
                  </a:lnTo>
                  <a:lnTo>
                    <a:pt x="867" y="98"/>
                  </a:lnTo>
                  <a:lnTo>
                    <a:pt x="867" y="94"/>
                  </a:lnTo>
                  <a:lnTo>
                    <a:pt x="865" y="94"/>
                  </a:lnTo>
                  <a:lnTo>
                    <a:pt x="865" y="91"/>
                  </a:lnTo>
                  <a:lnTo>
                    <a:pt x="867" y="94"/>
                  </a:lnTo>
                  <a:lnTo>
                    <a:pt x="869" y="96"/>
                  </a:lnTo>
                  <a:lnTo>
                    <a:pt x="875" y="96"/>
                  </a:lnTo>
                  <a:lnTo>
                    <a:pt x="873" y="96"/>
                  </a:lnTo>
                  <a:lnTo>
                    <a:pt x="871" y="94"/>
                  </a:lnTo>
                  <a:lnTo>
                    <a:pt x="869" y="92"/>
                  </a:lnTo>
                  <a:lnTo>
                    <a:pt x="869" y="92"/>
                  </a:lnTo>
                  <a:lnTo>
                    <a:pt x="871" y="91"/>
                  </a:lnTo>
                  <a:lnTo>
                    <a:pt x="871" y="91"/>
                  </a:lnTo>
                  <a:lnTo>
                    <a:pt x="871" y="89"/>
                  </a:lnTo>
                  <a:lnTo>
                    <a:pt x="871" y="87"/>
                  </a:lnTo>
                  <a:lnTo>
                    <a:pt x="871" y="85"/>
                  </a:lnTo>
                  <a:lnTo>
                    <a:pt x="875" y="87"/>
                  </a:lnTo>
                  <a:lnTo>
                    <a:pt x="875" y="87"/>
                  </a:lnTo>
                  <a:lnTo>
                    <a:pt x="875" y="83"/>
                  </a:lnTo>
                  <a:lnTo>
                    <a:pt x="873" y="83"/>
                  </a:lnTo>
                  <a:lnTo>
                    <a:pt x="873" y="83"/>
                  </a:lnTo>
                  <a:lnTo>
                    <a:pt x="873" y="81"/>
                  </a:lnTo>
                  <a:lnTo>
                    <a:pt x="873" y="81"/>
                  </a:lnTo>
                  <a:lnTo>
                    <a:pt x="873" y="79"/>
                  </a:lnTo>
                  <a:lnTo>
                    <a:pt x="875" y="79"/>
                  </a:lnTo>
                  <a:lnTo>
                    <a:pt x="875" y="79"/>
                  </a:lnTo>
                  <a:lnTo>
                    <a:pt x="875" y="79"/>
                  </a:lnTo>
                  <a:lnTo>
                    <a:pt x="875" y="79"/>
                  </a:lnTo>
                  <a:lnTo>
                    <a:pt x="879" y="79"/>
                  </a:lnTo>
                  <a:lnTo>
                    <a:pt x="879" y="79"/>
                  </a:lnTo>
                  <a:lnTo>
                    <a:pt x="881" y="77"/>
                  </a:lnTo>
                  <a:lnTo>
                    <a:pt x="881" y="77"/>
                  </a:lnTo>
                  <a:lnTo>
                    <a:pt x="883" y="75"/>
                  </a:lnTo>
                  <a:lnTo>
                    <a:pt x="883" y="75"/>
                  </a:lnTo>
                  <a:lnTo>
                    <a:pt x="883" y="73"/>
                  </a:lnTo>
                  <a:lnTo>
                    <a:pt x="885" y="73"/>
                  </a:lnTo>
                  <a:lnTo>
                    <a:pt x="885" y="73"/>
                  </a:lnTo>
                  <a:lnTo>
                    <a:pt x="889" y="73"/>
                  </a:lnTo>
                  <a:lnTo>
                    <a:pt x="889" y="73"/>
                  </a:lnTo>
                  <a:lnTo>
                    <a:pt x="883" y="71"/>
                  </a:lnTo>
                  <a:lnTo>
                    <a:pt x="877" y="73"/>
                  </a:lnTo>
                  <a:lnTo>
                    <a:pt x="877" y="73"/>
                  </a:lnTo>
                  <a:lnTo>
                    <a:pt x="877" y="71"/>
                  </a:lnTo>
                  <a:lnTo>
                    <a:pt x="879" y="71"/>
                  </a:lnTo>
                  <a:lnTo>
                    <a:pt x="879" y="69"/>
                  </a:lnTo>
                  <a:lnTo>
                    <a:pt x="881" y="69"/>
                  </a:lnTo>
                  <a:lnTo>
                    <a:pt x="881" y="69"/>
                  </a:lnTo>
                  <a:lnTo>
                    <a:pt x="881" y="67"/>
                  </a:lnTo>
                  <a:lnTo>
                    <a:pt x="881" y="67"/>
                  </a:lnTo>
                  <a:lnTo>
                    <a:pt x="881" y="67"/>
                  </a:lnTo>
                  <a:lnTo>
                    <a:pt x="879" y="67"/>
                  </a:lnTo>
                  <a:lnTo>
                    <a:pt x="879" y="65"/>
                  </a:lnTo>
                  <a:lnTo>
                    <a:pt x="881" y="65"/>
                  </a:lnTo>
                  <a:lnTo>
                    <a:pt x="889" y="63"/>
                  </a:lnTo>
                  <a:lnTo>
                    <a:pt x="889" y="65"/>
                  </a:lnTo>
                  <a:lnTo>
                    <a:pt x="891" y="67"/>
                  </a:lnTo>
                  <a:lnTo>
                    <a:pt x="895" y="69"/>
                  </a:lnTo>
                  <a:lnTo>
                    <a:pt x="895" y="67"/>
                  </a:lnTo>
                  <a:lnTo>
                    <a:pt x="891" y="65"/>
                  </a:lnTo>
                  <a:lnTo>
                    <a:pt x="889" y="63"/>
                  </a:lnTo>
                  <a:lnTo>
                    <a:pt x="883" y="61"/>
                  </a:lnTo>
                  <a:lnTo>
                    <a:pt x="881" y="61"/>
                  </a:lnTo>
                  <a:lnTo>
                    <a:pt x="875" y="61"/>
                  </a:lnTo>
                  <a:lnTo>
                    <a:pt x="875" y="59"/>
                  </a:lnTo>
                  <a:lnTo>
                    <a:pt x="873" y="59"/>
                  </a:lnTo>
                  <a:lnTo>
                    <a:pt x="873" y="57"/>
                  </a:lnTo>
                  <a:lnTo>
                    <a:pt x="873" y="55"/>
                  </a:lnTo>
                  <a:lnTo>
                    <a:pt x="871" y="55"/>
                  </a:lnTo>
                  <a:lnTo>
                    <a:pt x="871" y="53"/>
                  </a:lnTo>
                  <a:lnTo>
                    <a:pt x="871" y="53"/>
                  </a:lnTo>
                  <a:lnTo>
                    <a:pt x="871" y="49"/>
                  </a:lnTo>
                  <a:lnTo>
                    <a:pt x="873" y="49"/>
                  </a:lnTo>
                  <a:lnTo>
                    <a:pt x="873" y="51"/>
                  </a:lnTo>
                  <a:lnTo>
                    <a:pt x="875" y="49"/>
                  </a:lnTo>
                  <a:lnTo>
                    <a:pt x="875" y="49"/>
                  </a:lnTo>
                  <a:lnTo>
                    <a:pt x="875" y="47"/>
                  </a:lnTo>
                  <a:lnTo>
                    <a:pt x="877" y="45"/>
                  </a:lnTo>
                  <a:lnTo>
                    <a:pt x="877" y="45"/>
                  </a:lnTo>
                  <a:lnTo>
                    <a:pt x="879" y="43"/>
                  </a:lnTo>
                  <a:lnTo>
                    <a:pt x="881" y="41"/>
                  </a:lnTo>
                  <a:lnTo>
                    <a:pt x="883" y="41"/>
                  </a:lnTo>
                  <a:lnTo>
                    <a:pt x="897" y="37"/>
                  </a:lnTo>
                  <a:lnTo>
                    <a:pt x="904" y="45"/>
                  </a:lnTo>
                  <a:lnTo>
                    <a:pt x="906" y="45"/>
                  </a:lnTo>
                  <a:lnTo>
                    <a:pt x="906" y="45"/>
                  </a:lnTo>
                  <a:lnTo>
                    <a:pt x="906" y="43"/>
                  </a:lnTo>
                  <a:lnTo>
                    <a:pt x="904" y="41"/>
                  </a:lnTo>
                  <a:lnTo>
                    <a:pt x="906" y="41"/>
                  </a:lnTo>
                  <a:lnTo>
                    <a:pt x="908" y="43"/>
                  </a:lnTo>
                  <a:lnTo>
                    <a:pt x="908" y="41"/>
                  </a:lnTo>
                  <a:lnTo>
                    <a:pt x="908" y="41"/>
                  </a:lnTo>
                  <a:lnTo>
                    <a:pt x="908" y="41"/>
                  </a:lnTo>
                  <a:lnTo>
                    <a:pt x="908" y="39"/>
                  </a:lnTo>
                  <a:lnTo>
                    <a:pt x="904" y="37"/>
                  </a:lnTo>
                  <a:lnTo>
                    <a:pt x="902" y="37"/>
                  </a:lnTo>
                  <a:lnTo>
                    <a:pt x="902" y="36"/>
                  </a:lnTo>
                  <a:lnTo>
                    <a:pt x="902" y="34"/>
                  </a:lnTo>
                  <a:lnTo>
                    <a:pt x="902" y="32"/>
                  </a:lnTo>
                  <a:lnTo>
                    <a:pt x="902" y="32"/>
                  </a:lnTo>
                  <a:lnTo>
                    <a:pt x="902" y="30"/>
                  </a:lnTo>
                  <a:lnTo>
                    <a:pt x="902" y="30"/>
                  </a:lnTo>
                  <a:lnTo>
                    <a:pt x="904" y="30"/>
                  </a:lnTo>
                  <a:lnTo>
                    <a:pt x="904" y="30"/>
                  </a:lnTo>
                  <a:lnTo>
                    <a:pt x="910" y="32"/>
                  </a:lnTo>
                  <a:lnTo>
                    <a:pt x="910" y="32"/>
                  </a:lnTo>
                  <a:lnTo>
                    <a:pt x="908" y="30"/>
                  </a:lnTo>
                  <a:lnTo>
                    <a:pt x="908" y="30"/>
                  </a:lnTo>
                  <a:lnTo>
                    <a:pt x="908" y="28"/>
                  </a:lnTo>
                  <a:lnTo>
                    <a:pt x="908" y="26"/>
                  </a:lnTo>
                  <a:lnTo>
                    <a:pt x="908" y="26"/>
                  </a:lnTo>
                  <a:lnTo>
                    <a:pt x="908" y="26"/>
                  </a:lnTo>
                  <a:lnTo>
                    <a:pt x="906" y="24"/>
                  </a:lnTo>
                  <a:lnTo>
                    <a:pt x="906" y="22"/>
                  </a:lnTo>
                  <a:lnTo>
                    <a:pt x="904" y="20"/>
                  </a:lnTo>
                  <a:lnTo>
                    <a:pt x="906" y="20"/>
                  </a:lnTo>
                  <a:lnTo>
                    <a:pt x="906" y="20"/>
                  </a:lnTo>
                  <a:lnTo>
                    <a:pt x="906" y="18"/>
                  </a:lnTo>
                  <a:lnTo>
                    <a:pt x="908" y="16"/>
                  </a:lnTo>
                  <a:lnTo>
                    <a:pt x="908" y="16"/>
                  </a:lnTo>
                  <a:lnTo>
                    <a:pt x="908" y="16"/>
                  </a:lnTo>
                  <a:lnTo>
                    <a:pt x="908" y="14"/>
                  </a:lnTo>
                  <a:lnTo>
                    <a:pt x="910" y="12"/>
                  </a:lnTo>
                  <a:lnTo>
                    <a:pt x="914" y="8"/>
                  </a:lnTo>
                  <a:lnTo>
                    <a:pt x="916" y="8"/>
                  </a:lnTo>
                  <a:lnTo>
                    <a:pt x="918" y="8"/>
                  </a:lnTo>
                  <a:lnTo>
                    <a:pt x="920" y="8"/>
                  </a:lnTo>
                  <a:lnTo>
                    <a:pt x="922" y="10"/>
                  </a:lnTo>
                  <a:lnTo>
                    <a:pt x="922" y="10"/>
                  </a:lnTo>
                  <a:lnTo>
                    <a:pt x="928" y="6"/>
                  </a:lnTo>
                  <a:lnTo>
                    <a:pt x="930" y="4"/>
                  </a:lnTo>
                  <a:lnTo>
                    <a:pt x="934" y="4"/>
                  </a:lnTo>
                  <a:lnTo>
                    <a:pt x="940" y="10"/>
                  </a:lnTo>
                  <a:lnTo>
                    <a:pt x="944" y="12"/>
                  </a:lnTo>
                  <a:lnTo>
                    <a:pt x="950" y="8"/>
                  </a:lnTo>
                  <a:lnTo>
                    <a:pt x="951" y="8"/>
                  </a:lnTo>
                  <a:lnTo>
                    <a:pt x="951" y="8"/>
                  </a:lnTo>
                  <a:lnTo>
                    <a:pt x="953" y="6"/>
                  </a:lnTo>
                  <a:lnTo>
                    <a:pt x="957" y="2"/>
                  </a:lnTo>
                  <a:lnTo>
                    <a:pt x="959" y="2"/>
                  </a:lnTo>
                  <a:lnTo>
                    <a:pt x="963" y="2"/>
                  </a:lnTo>
                  <a:lnTo>
                    <a:pt x="965" y="0"/>
                  </a:lnTo>
                  <a:lnTo>
                    <a:pt x="967" y="2"/>
                  </a:lnTo>
                  <a:lnTo>
                    <a:pt x="96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8"/>
            <p:cNvSpPr>
              <a:spLocks noEditPoints="1"/>
            </p:cNvSpPr>
            <p:nvPr/>
          </p:nvSpPr>
          <p:spPr bwMode="auto">
            <a:xfrm>
              <a:off x="1954213" y="1663700"/>
              <a:ext cx="430213" cy="792163"/>
            </a:xfrm>
            <a:custGeom>
              <a:avLst/>
              <a:gdLst>
                <a:gd name="T0" fmla="*/ 523 w 541"/>
                <a:gd name="T1" fmla="*/ 648 h 998"/>
                <a:gd name="T2" fmla="*/ 508 w 541"/>
                <a:gd name="T3" fmla="*/ 707 h 998"/>
                <a:gd name="T4" fmla="*/ 396 w 541"/>
                <a:gd name="T5" fmla="*/ 764 h 998"/>
                <a:gd name="T6" fmla="*/ 331 w 541"/>
                <a:gd name="T7" fmla="*/ 778 h 998"/>
                <a:gd name="T8" fmla="*/ 278 w 541"/>
                <a:gd name="T9" fmla="*/ 809 h 998"/>
                <a:gd name="T10" fmla="*/ 251 w 541"/>
                <a:gd name="T11" fmla="*/ 829 h 998"/>
                <a:gd name="T12" fmla="*/ 227 w 541"/>
                <a:gd name="T13" fmla="*/ 829 h 998"/>
                <a:gd name="T14" fmla="*/ 210 w 541"/>
                <a:gd name="T15" fmla="*/ 856 h 998"/>
                <a:gd name="T16" fmla="*/ 196 w 541"/>
                <a:gd name="T17" fmla="*/ 862 h 998"/>
                <a:gd name="T18" fmla="*/ 161 w 541"/>
                <a:gd name="T19" fmla="*/ 862 h 998"/>
                <a:gd name="T20" fmla="*/ 161 w 541"/>
                <a:gd name="T21" fmla="*/ 907 h 998"/>
                <a:gd name="T22" fmla="*/ 151 w 541"/>
                <a:gd name="T23" fmla="*/ 911 h 998"/>
                <a:gd name="T24" fmla="*/ 127 w 541"/>
                <a:gd name="T25" fmla="*/ 911 h 998"/>
                <a:gd name="T26" fmla="*/ 119 w 541"/>
                <a:gd name="T27" fmla="*/ 941 h 998"/>
                <a:gd name="T28" fmla="*/ 108 w 541"/>
                <a:gd name="T29" fmla="*/ 968 h 998"/>
                <a:gd name="T30" fmla="*/ 86 w 541"/>
                <a:gd name="T31" fmla="*/ 990 h 998"/>
                <a:gd name="T32" fmla="*/ 59 w 541"/>
                <a:gd name="T33" fmla="*/ 980 h 998"/>
                <a:gd name="T34" fmla="*/ 8 w 541"/>
                <a:gd name="T35" fmla="*/ 948 h 998"/>
                <a:gd name="T36" fmla="*/ 15 w 541"/>
                <a:gd name="T37" fmla="*/ 937 h 998"/>
                <a:gd name="T38" fmla="*/ 15 w 541"/>
                <a:gd name="T39" fmla="*/ 911 h 998"/>
                <a:gd name="T40" fmla="*/ 76 w 541"/>
                <a:gd name="T41" fmla="*/ 897 h 998"/>
                <a:gd name="T42" fmla="*/ 74 w 541"/>
                <a:gd name="T43" fmla="*/ 874 h 998"/>
                <a:gd name="T44" fmla="*/ 102 w 541"/>
                <a:gd name="T45" fmla="*/ 856 h 998"/>
                <a:gd name="T46" fmla="*/ 94 w 541"/>
                <a:gd name="T47" fmla="*/ 833 h 998"/>
                <a:gd name="T48" fmla="*/ 98 w 541"/>
                <a:gd name="T49" fmla="*/ 819 h 998"/>
                <a:gd name="T50" fmla="*/ 113 w 541"/>
                <a:gd name="T51" fmla="*/ 795 h 998"/>
                <a:gd name="T52" fmla="*/ 117 w 541"/>
                <a:gd name="T53" fmla="*/ 774 h 998"/>
                <a:gd name="T54" fmla="*/ 139 w 541"/>
                <a:gd name="T55" fmla="*/ 768 h 998"/>
                <a:gd name="T56" fmla="*/ 188 w 541"/>
                <a:gd name="T57" fmla="*/ 746 h 998"/>
                <a:gd name="T58" fmla="*/ 233 w 541"/>
                <a:gd name="T59" fmla="*/ 715 h 998"/>
                <a:gd name="T60" fmla="*/ 274 w 541"/>
                <a:gd name="T61" fmla="*/ 715 h 998"/>
                <a:gd name="T62" fmla="*/ 310 w 541"/>
                <a:gd name="T63" fmla="*/ 683 h 998"/>
                <a:gd name="T64" fmla="*/ 343 w 541"/>
                <a:gd name="T65" fmla="*/ 697 h 998"/>
                <a:gd name="T66" fmla="*/ 392 w 541"/>
                <a:gd name="T67" fmla="*/ 693 h 998"/>
                <a:gd name="T68" fmla="*/ 441 w 541"/>
                <a:gd name="T69" fmla="*/ 679 h 998"/>
                <a:gd name="T70" fmla="*/ 466 w 541"/>
                <a:gd name="T71" fmla="*/ 640 h 998"/>
                <a:gd name="T72" fmla="*/ 329 w 541"/>
                <a:gd name="T73" fmla="*/ 187 h 998"/>
                <a:gd name="T74" fmla="*/ 347 w 541"/>
                <a:gd name="T75" fmla="*/ 181 h 998"/>
                <a:gd name="T76" fmla="*/ 312 w 541"/>
                <a:gd name="T77" fmla="*/ 139 h 998"/>
                <a:gd name="T78" fmla="*/ 288 w 541"/>
                <a:gd name="T79" fmla="*/ 118 h 998"/>
                <a:gd name="T80" fmla="*/ 129 w 541"/>
                <a:gd name="T81" fmla="*/ 124 h 998"/>
                <a:gd name="T82" fmla="*/ 261 w 541"/>
                <a:gd name="T83" fmla="*/ 122 h 998"/>
                <a:gd name="T84" fmla="*/ 247 w 541"/>
                <a:gd name="T85" fmla="*/ 122 h 998"/>
                <a:gd name="T86" fmla="*/ 361 w 541"/>
                <a:gd name="T87" fmla="*/ 120 h 998"/>
                <a:gd name="T88" fmla="*/ 335 w 541"/>
                <a:gd name="T89" fmla="*/ 151 h 998"/>
                <a:gd name="T90" fmla="*/ 317 w 541"/>
                <a:gd name="T91" fmla="*/ 136 h 998"/>
                <a:gd name="T92" fmla="*/ 268 w 541"/>
                <a:gd name="T93" fmla="*/ 98 h 998"/>
                <a:gd name="T94" fmla="*/ 135 w 541"/>
                <a:gd name="T95" fmla="*/ 88 h 998"/>
                <a:gd name="T96" fmla="*/ 217 w 541"/>
                <a:gd name="T97" fmla="*/ 84 h 998"/>
                <a:gd name="T98" fmla="*/ 202 w 541"/>
                <a:gd name="T99" fmla="*/ 112 h 998"/>
                <a:gd name="T100" fmla="*/ 268 w 541"/>
                <a:gd name="T101" fmla="*/ 92 h 998"/>
                <a:gd name="T102" fmla="*/ 457 w 541"/>
                <a:gd name="T103" fmla="*/ 81 h 998"/>
                <a:gd name="T104" fmla="*/ 404 w 541"/>
                <a:gd name="T105" fmla="*/ 128 h 998"/>
                <a:gd name="T106" fmla="*/ 386 w 541"/>
                <a:gd name="T107" fmla="*/ 75 h 998"/>
                <a:gd name="T108" fmla="*/ 245 w 541"/>
                <a:gd name="T109" fmla="*/ 77 h 998"/>
                <a:gd name="T110" fmla="*/ 294 w 541"/>
                <a:gd name="T111" fmla="*/ 67 h 998"/>
                <a:gd name="T112" fmla="*/ 351 w 541"/>
                <a:gd name="T113" fmla="*/ 59 h 998"/>
                <a:gd name="T114" fmla="*/ 515 w 541"/>
                <a:gd name="T115" fmla="*/ 98 h 998"/>
                <a:gd name="T116" fmla="*/ 512 w 541"/>
                <a:gd name="T117" fmla="*/ 49 h 998"/>
                <a:gd name="T118" fmla="*/ 412 w 541"/>
                <a:gd name="T119" fmla="*/ 39 h 998"/>
                <a:gd name="T120" fmla="*/ 280 w 541"/>
                <a:gd name="T121" fmla="*/ 30 h 998"/>
                <a:gd name="T122" fmla="*/ 412 w 541"/>
                <a:gd name="T123" fmla="*/ 12 h 998"/>
                <a:gd name="T124" fmla="*/ 341 w 541"/>
                <a:gd name="T125" fmla="*/ 3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1" h="998">
                  <a:moveTo>
                    <a:pt x="231" y="705"/>
                  </a:moveTo>
                  <a:lnTo>
                    <a:pt x="231" y="705"/>
                  </a:lnTo>
                  <a:lnTo>
                    <a:pt x="233" y="707"/>
                  </a:lnTo>
                  <a:lnTo>
                    <a:pt x="231" y="709"/>
                  </a:lnTo>
                  <a:lnTo>
                    <a:pt x="231" y="711"/>
                  </a:lnTo>
                  <a:lnTo>
                    <a:pt x="229" y="711"/>
                  </a:lnTo>
                  <a:lnTo>
                    <a:pt x="229" y="711"/>
                  </a:lnTo>
                  <a:lnTo>
                    <a:pt x="225" y="711"/>
                  </a:lnTo>
                  <a:lnTo>
                    <a:pt x="223" y="711"/>
                  </a:lnTo>
                  <a:lnTo>
                    <a:pt x="221" y="713"/>
                  </a:lnTo>
                  <a:lnTo>
                    <a:pt x="219" y="713"/>
                  </a:lnTo>
                  <a:lnTo>
                    <a:pt x="217" y="713"/>
                  </a:lnTo>
                  <a:lnTo>
                    <a:pt x="213" y="713"/>
                  </a:lnTo>
                  <a:lnTo>
                    <a:pt x="213" y="713"/>
                  </a:lnTo>
                  <a:lnTo>
                    <a:pt x="215" y="711"/>
                  </a:lnTo>
                  <a:lnTo>
                    <a:pt x="223" y="709"/>
                  </a:lnTo>
                  <a:lnTo>
                    <a:pt x="225" y="707"/>
                  </a:lnTo>
                  <a:lnTo>
                    <a:pt x="227" y="707"/>
                  </a:lnTo>
                  <a:lnTo>
                    <a:pt x="229" y="707"/>
                  </a:lnTo>
                  <a:lnTo>
                    <a:pt x="231" y="705"/>
                  </a:lnTo>
                  <a:close/>
                  <a:moveTo>
                    <a:pt x="496" y="630"/>
                  </a:moveTo>
                  <a:lnTo>
                    <a:pt x="508" y="634"/>
                  </a:lnTo>
                  <a:lnTo>
                    <a:pt x="512" y="638"/>
                  </a:lnTo>
                  <a:lnTo>
                    <a:pt x="515" y="640"/>
                  </a:lnTo>
                  <a:lnTo>
                    <a:pt x="519" y="640"/>
                  </a:lnTo>
                  <a:lnTo>
                    <a:pt x="521" y="642"/>
                  </a:lnTo>
                  <a:lnTo>
                    <a:pt x="519" y="642"/>
                  </a:lnTo>
                  <a:lnTo>
                    <a:pt x="519" y="644"/>
                  </a:lnTo>
                  <a:lnTo>
                    <a:pt x="519" y="644"/>
                  </a:lnTo>
                  <a:lnTo>
                    <a:pt x="521" y="646"/>
                  </a:lnTo>
                  <a:lnTo>
                    <a:pt x="523" y="646"/>
                  </a:lnTo>
                  <a:lnTo>
                    <a:pt x="523" y="648"/>
                  </a:lnTo>
                  <a:lnTo>
                    <a:pt x="523" y="652"/>
                  </a:lnTo>
                  <a:lnTo>
                    <a:pt x="523" y="652"/>
                  </a:lnTo>
                  <a:lnTo>
                    <a:pt x="525" y="652"/>
                  </a:lnTo>
                  <a:lnTo>
                    <a:pt x="527" y="652"/>
                  </a:lnTo>
                  <a:lnTo>
                    <a:pt x="527" y="654"/>
                  </a:lnTo>
                  <a:lnTo>
                    <a:pt x="527" y="654"/>
                  </a:lnTo>
                  <a:lnTo>
                    <a:pt x="525" y="656"/>
                  </a:lnTo>
                  <a:lnTo>
                    <a:pt x="525" y="658"/>
                  </a:lnTo>
                  <a:lnTo>
                    <a:pt x="525" y="660"/>
                  </a:lnTo>
                  <a:lnTo>
                    <a:pt x="529" y="662"/>
                  </a:lnTo>
                  <a:lnTo>
                    <a:pt x="529" y="664"/>
                  </a:lnTo>
                  <a:lnTo>
                    <a:pt x="527" y="668"/>
                  </a:lnTo>
                  <a:lnTo>
                    <a:pt x="527" y="670"/>
                  </a:lnTo>
                  <a:lnTo>
                    <a:pt x="527" y="672"/>
                  </a:lnTo>
                  <a:lnTo>
                    <a:pt x="527" y="674"/>
                  </a:lnTo>
                  <a:lnTo>
                    <a:pt x="529" y="674"/>
                  </a:lnTo>
                  <a:lnTo>
                    <a:pt x="531" y="674"/>
                  </a:lnTo>
                  <a:lnTo>
                    <a:pt x="525" y="677"/>
                  </a:lnTo>
                  <a:lnTo>
                    <a:pt x="525" y="679"/>
                  </a:lnTo>
                  <a:lnTo>
                    <a:pt x="523" y="681"/>
                  </a:lnTo>
                  <a:lnTo>
                    <a:pt x="523" y="683"/>
                  </a:lnTo>
                  <a:lnTo>
                    <a:pt x="523" y="683"/>
                  </a:lnTo>
                  <a:lnTo>
                    <a:pt x="521" y="687"/>
                  </a:lnTo>
                  <a:lnTo>
                    <a:pt x="523" y="689"/>
                  </a:lnTo>
                  <a:lnTo>
                    <a:pt x="525" y="691"/>
                  </a:lnTo>
                  <a:lnTo>
                    <a:pt x="523" y="693"/>
                  </a:lnTo>
                  <a:lnTo>
                    <a:pt x="517" y="697"/>
                  </a:lnTo>
                  <a:lnTo>
                    <a:pt x="514" y="705"/>
                  </a:lnTo>
                  <a:lnTo>
                    <a:pt x="512" y="707"/>
                  </a:lnTo>
                  <a:lnTo>
                    <a:pt x="510" y="707"/>
                  </a:lnTo>
                  <a:lnTo>
                    <a:pt x="508" y="707"/>
                  </a:lnTo>
                  <a:lnTo>
                    <a:pt x="508" y="707"/>
                  </a:lnTo>
                  <a:lnTo>
                    <a:pt x="506" y="709"/>
                  </a:lnTo>
                  <a:lnTo>
                    <a:pt x="506" y="709"/>
                  </a:lnTo>
                  <a:lnTo>
                    <a:pt x="508" y="711"/>
                  </a:lnTo>
                  <a:lnTo>
                    <a:pt x="508" y="711"/>
                  </a:lnTo>
                  <a:lnTo>
                    <a:pt x="506" y="713"/>
                  </a:lnTo>
                  <a:lnTo>
                    <a:pt x="504" y="715"/>
                  </a:lnTo>
                  <a:lnTo>
                    <a:pt x="500" y="717"/>
                  </a:lnTo>
                  <a:lnTo>
                    <a:pt x="498" y="719"/>
                  </a:lnTo>
                  <a:lnTo>
                    <a:pt x="498" y="719"/>
                  </a:lnTo>
                  <a:lnTo>
                    <a:pt x="500" y="721"/>
                  </a:lnTo>
                  <a:lnTo>
                    <a:pt x="502" y="721"/>
                  </a:lnTo>
                  <a:lnTo>
                    <a:pt x="502" y="723"/>
                  </a:lnTo>
                  <a:lnTo>
                    <a:pt x="500" y="723"/>
                  </a:lnTo>
                  <a:lnTo>
                    <a:pt x="490" y="725"/>
                  </a:lnTo>
                  <a:lnTo>
                    <a:pt x="478" y="730"/>
                  </a:lnTo>
                  <a:lnTo>
                    <a:pt x="476" y="730"/>
                  </a:lnTo>
                  <a:lnTo>
                    <a:pt x="472" y="732"/>
                  </a:lnTo>
                  <a:lnTo>
                    <a:pt x="464" y="740"/>
                  </a:lnTo>
                  <a:lnTo>
                    <a:pt x="459" y="740"/>
                  </a:lnTo>
                  <a:lnTo>
                    <a:pt x="453" y="742"/>
                  </a:lnTo>
                  <a:lnTo>
                    <a:pt x="449" y="742"/>
                  </a:lnTo>
                  <a:lnTo>
                    <a:pt x="447" y="744"/>
                  </a:lnTo>
                  <a:lnTo>
                    <a:pt x="443" y="746"/>
                  </a:lnTo>
                  <a:lnTo>
                    <a:pt x="441" y="748"/>
                  </a:lnTo>
                  <a:lnTo>
                    <a:pt x="437" y="748"/>
                  </a:lnTo>
                  <a:lnTo>
                    <a:pt x="435" y="750"/>
                  </a:lnTo>
                  <a:lnTo>
                    <a:pt x="433" y="752"/>
                  </a:lnTo>
                  <a:lnTo>
                    <a:pt x="417" y="756"/>
                  </a:lnTo>
                  <a:lnTo>
                    <a:pt x="402" y="760"/>
                  </a:lnTo>
                  <a:lnTo>
                    <a:pt x="398" y="764"/>
                  </a:lnTo>
                  <a:lnTo>
                    <a:pt x="396" y="764"/>
                  </a:lnTo>
                  <a:lnTo>
                    <a:pt x="396" y="764"/>
                  </a:lnTo>
                  <a:lnTo>
                    <a:pt x="392" y="762"/>
                  </a:lnTo>
                  <a:lnTo>
                    <a:pt x="382" y="766"/>
                  </a:lnTo>
                  <a:lnTo>
                    <a:pt x="372" y="770"/>
                  </a:lnTo>
                  <a:lnTo>
                    <a:pt x="366" y="770"/>
                  </a:lnTo>
                  <a:lnTo>
                    <a:pt x="364" y="770"/>
                  </a:lnTo>
                  <a:lnTo>
                    <a:pt x="363" y="772"/>
                  </a:lnTo>
                  <a:lnTo>
                    <a:pt x="359" y="774"/>
                  </a:lnTo>
                  <a:lnTo>
                    <a:pt x="355" y="776"/>
                  </a:lnTo>
                  <a:lnTo>
                    <a:pt x="353" y="776"/>
                  </a:lnTo>
                  <a:lnTo>
                    <a:pt x="353" y="776"/>
                  </a:lnTo>
                  <a:lnTo>
                    <a:pt x="353" y="774"/>
                  </a:lnTo>
                  <a:lnTo>
                    <a:pt x="355" y="774"/>
                  </a:lnTo>
                  <a:lnTo>
                    <a:pt x="355" y="772"/>
                  </a:lnTo>
                  <a:lnTo>
                    <a:pt x="353" y="772"/>
                  </a:lnTo>
                  <a:lnTo>
                    <a:pt x="353" y="770"/>
                  </a:lnTo>
                  <a:lnTo>
                    <a:pt x="353" y="770"/>
                  </a:lnTo>
                  <a:lnTo>
                    <a:pt x="353" y="768"/>
                  </a:lnTo>
                  <a:lnTo>
                    <a:pt x="353" y="766"/>
                  </a:lnTo>
                  <a:lnTo>
                    <a:pt x="353" y="766"/>
                  </a:lnTo>
                  <a:lnTo>
                    <a:pt x="351" y="766"/>
                  </a:lnTo>
                  <a:lnTo>
                    <a:pt x="351" y="768"/>
                  </a:lnTo>
                  <a:lnTo>
                    <a:pt x="351" y="768"/>
                  </a:lnTo>
                  <a:lnTo>
                    <a:pt x="351" y="770"/>
                  </a:lnTo>
                  <a:lnTo>
                    <a:pt x="351" y="770"/>
                  </a:lnTo>
                  <a:lnTo>
                    <a:pt x="347" y="776"/>
                  </a:lnTo>
                  <a:lnTo>
                    <a:pt x="345" y="776"/>
                  </a:lnTo>
                  <a:lnTo>
                    <a:pt x="345" y="776"/>
                  </a:lnTo>
                  <a:lnTo>
                    <a:pt x="339" y="780"/>
                  </a:lnTo>
                  <a:lnTo>
                    <a:pt x="337" y="780"/>
                  </a:lnTo>
                  <a:lnTo>
                    <a:pt x="335" y="780"/>
                  </a:lnTo>
                  <a:lnTo>
                    <a:pt x="333" y="778"/>
                  </a:lnTo>
                  <a:lnTo>
                    <a:pt x="331" y="778"/>
                  </a:lnTo>
                  <a:lnTo>
                    <a:pt x="321" y="784"/>
                  </a:lnTo>
                  <a:lnTo>
                    <a:pt x="317" y="784"/>
                  </a:lnTo>
                  <a:lnTo>
                    <a:pt x="306" y="791"/>
                  </a:lnTo>
                  <a:lnTo>
                    <a:pt x="304" y="791"/>
                  </a:lnTo>
                  <a:lnTo>
                    <a:pt x="302" y="787"/>
                  </a:lnTo>
                  <a:lnTo>
                    <a:pt x="300" y="789"/>
                  </a:lnTo>
                  <a:lnTo>
                    <a:pt x="300" y="789"/>
                  </a:lnTo>
                  <a:lnTo>
                    <a:pt x="300" y="787"/>
                  </a:lnTo>
                  <a:lnTo>
                    <a:pt x="298" y="787"/>
                  </a:lnTo>
                  <a:lnTo>
                    <a:pt x="298" y="789"/>
                  </a:lnTo>
                  <a:lnTo>
                    <a:pt x="298" y="789"/>
                  </a:lnTo>
                  <a:lnTo>
                    <a:pt x="292" y="795"/>
                  </a:lnTo>
                  <a:lnTo>
                    <a:pt x="292" y="797"/>
                  </a:lnTo>
                  <a:lnTo>
                    <a:pt x="290" y="797"/>
                  </a:lnTo>
                  <a:lnTo>
                    <a:pt x="288" y="793"/>
                  </a:lnTo>
                  <a:lnTo>
                    <a:pt x="286" y="795"/>
                  </a:lnTo>
                  <a:lnTo>
                    <a:pt x="286" y="797"/>
                  </a:lnTo>
                  <a:lnTo>
                    <a:pt x="286" y="797"/>
                  </a:lnTo>
                  <a:lnTo>
                    <a:pt x="284" y="799"/>
                  </a:lnTo>
                  <a:lnTo>
                    <a:pt x="284" y="799"/>
                  </a:lnTo>
                  <a:lnTo>
                    <a:pt x="286" y="801"/>
                  </a:lnTo>
                  <a:lnTo>
                    <a:pt x="284" y="801"/>
                  </a:lnTo>
                  <a:lnTo>
                    <a:pt x="284" y="803"/>
                  </a:lnTo>
                  <a:lnTo>
                    <a:pt x="282" y="803"/>
                  </a:lnTo>
                  <a:lnTo>
                    <a:pt x="284" y="803"/>
                  </a:lnTo>
                  <a:lnTo>
                    <a:pt x="284" y="803"/>
                  </a:lnTo>
                  <a:lnTo>
                    <a:pt x="284" y="805"/>
                  </a:lnTo>
                  <a:lnTo>
                    <a:pt x="282" y="805"/>
                  </a:lnTo>
                  <a:lnTo>
                    <a:pt x="280" y="805"/>
                  </a:lnTo>
                  <a:lnTo>
                    <a:pt x="280" y="807"/>
                  </a:lnTo>
                  <a:lnTo>
                    <a:pt x="280" y="807"/>
                  </a:lnTo>
                  <a:lnTo>
                    <a:pt x="278" y="809"/>
                  </a:lnTo>
                  <a:lnTo>
                    <a:pt x="278" y="809"/>
                  </a:lnTo>
                  <a:lnTo>
                    <a:pt x="278" y="811"/>
                  </a:lnTo>
                  <a:lnTo>
                    <a:pt x="276" y="811"/>
                  </a:lnTo>
                  <a:lnTo>
                    <a:pt x="276" y="811"/>
                  </a:lnTo>
                  <a:lnTo>
                    <a:pt x="274" y="809"/>
                  </a:lnTo>
                  <a:lnTo>
                    <a:pt x="274" y="805"/>
                  </a:lnTo>
                  <a:lnTo>
                    <a:pt x="274" y="805"/>
                  </a:lnTo>
                  <a:lnTo>
                    <a:pt x="276" y="803"/>
                  </a:lnTo>
                  <a:lnTo>
                    <a:pt x="276" y="803"/>
                  </a:lnTo>
                  <a:lnTo>
                    <a:pt x="276" y="801"/>
                  </a:lnTo>
                  <a:lnTo>
                    <a:pt x="276" y="799"/>
                  </a:lnTo>
                  <a:lnTo>
                    <a:pt x="276" y="799"/>
                  </a:lnTo>
                  <a:lnTo>
                    <a:pt x="276" y="799"/>
                  </a:lnTo>
                  <a:lnTo>
                    <a:pt x="276" y="797"/>
                  </a:lnTo>
                  <a:lnTo>
                    <a:pt x="272" y="797"/>
                  </a:lnTo>
                  <a:lnTo>
                    <a:pt x="272" y="801"/>
                  </a:lnTo>
                  <a:lnTo>
                    <a:pt x="272" y="803"/>
                  </a:lnTo>
                  <a:lnTo>
                    <a:pt x="272" y="805"/>
                  </a:lnTo>
                  <a:lnTo>
                    <a:pt x="264" y="811"/>
                  </a:lnTo>
                  <a:lnTo>
                    <a:pt x="262" y="811"/>
                  </a:lnTo>
                  <a:lnTo>
                    <a:pt x="261" y="813"/>
                  </a:lnTo>
                  <a:lnTo>
                    <a:pt x="255" y="815"/>
                  </a:lnTo>
                  <a:lnTo>
                    <a:pt x="255" y="815"/>
                  </a:lnTo>
                  <a:lnTo>
                    <a:pt x="255" y="819"/>
                  </a:lnTo>
                  <a:lnTo>
                    <a:pt x="253" y="819"/>
                  </a:lnTo>
                  <a:lnTo>
                    <a:pt x="253" y="819"/>
                  </a:lnTo>
                  <a:lnTo>
                    <a:pt x="253" y="821"/>
                  </a:lnTo>
                  <a:lnTo>
                    <a:pt x="253" y="821"/>
                  </a:lnTo>
                  <a:lnTo>
                    <a:pt x="253" y="823"/>
                  </a:lnTo>
                  <a:lnTo>
                    <a:pt x="253" y="825"/>
                  </a:lnTo>
                  <a:lnTo>
                    <a:pt x="251" y="827"/>
                  </a:lnTo>
                  <a:lnTo>
                    <a:pt x="251" y="829"/>
                  </a:lnTo>
                  <a:lnTo>
                    <a:pt x="249" y="829"/>
                  </a:lnTo>
                  <a:lnTo>
                    <a:pt x="247" y="827"/>
                  </a:lnTo>
                  <a:lnTo>
                    <a:pt x="245" y="827"/>
                  </a:lnTo>
                  <a:lnTo>
                    <a:pt x="245" y="825"/>
                  </a:lnTo>
                  <a:lnTo>
                    <a:pt x="245" y="823"/>
                  </a:lnTo>
                  <a:lnTo>
                    <a:pt x="247" y="821"/>
                  </a:lnTo>
                  <a:lnTo>
                    <a:pt x="247" y="821"/>
                  </a:lnTo>
                  <a:lnTo>
                    <a:pt x="247" y="819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5" y="817"/>
                  </a:lnTo>
                  <a:lnTo>
                    <a:pt x="245" y="817"/>
                  </a:lnTo>
                  <a:lnTo>
                    <a:pt x="245" y="819"/>
                  </a:lnTo>
                  <a:lnTo>
                    <a:pt x="245" y="819"/>
                  </a:lnTo>
                  <a:lnTo>
                    <a:pt x="241" y="823"/>
                  </a:lnTo>
                  <a:lnTo>
                    <a:pt x="241" y="823"/>
                  </a:lnTo>
                  <a:lnTo>
                    <a:pt x="241" y="823"/>
                  </a:lnTo>
                  <a:lnTo>
                    <a:pt x="241" y="823"/>
                  </a:lnTo>
                  <a:lnTo>
                    <a:pt x="241" y="825"/>
                  </a:lnTo>
                  <a:lnTo>
                    <a:pt x="241" y="825"/>
                  </a:lnTo>
                  <a:lnTo>
                    <a:pt x="241" y="827"/>
                  </a:lnTo>
                  <a:lnTo>
                    <a:pt x="241" y="827"/>
                  </a:lnTo>
                  <a:lnTo>
                    <a:pt x="239" y="829"/>
                  </a:lnTo>
                  <a:lnTo>
                    <a:pt x="235" y="829"/>
                  </a:lnTo>
                  <a:lnTo>
                    <a:pt x="233" y="829"/>
                  </a:lnTo>
                  <a:lnTo>
                    <a:pt x="235" y="829"/>
                  </a:lnTo>
                  <a:lnTo>
                    <a:pt x="235" y="829"/>
                  </a:lnTo>
                  <a:lnTo>
                    <a:pt x="235" y="827"/>
                  </a:lnTo>
                  <a:lnTo>
                    <a:pt x="229" y="829"/>
                  </a:lnTo>
                  <a:lnTo>
                    <a:pt x="225" y="825"/>
                  </a:lnTo>
                  <a:lnTo>
                    <a:pt x="225" y="827"/>
                  </a:lnTo>
                  <a:lnTo>
                    <a:pt x="227" y="829"/>
                  </a:lnTo>
                  <a:lnTo>
                    <a:pt x="235" y="833"/>
                  </a:lnTo>
                  <a:lnTo>
                    <a:pt x="245" y="835"/>
                  </a:lnTo>
                  <a:lnTo>
                    <a:pt x="245" y="840"/>
                  </a:lnTo>
                  <a:lnTo>
                    <a:pt x="245" y="840"/>
                  </a:lnTo>
                  <a:lnTo>
                    <a:pt x="241" y="844"/>
                  </a:lnTo>
                  <a:lnTo>
                    <a:pt x="241" y="846"/>
                  </a:lnTo>
                  <a:lnTo>
                    <a:pt x="233" y="846"/>
                  </a:lnTo>
                  <a:lnTo>
                    <a:pt x="229" y="844"/>
                  </a:lnTo>
                  <a:lnTo>
                    <a:pt x="229" y="844"/>
                  </a:lnTo>
                  <a:lnTo>
                    <a:pt x="229" y="846"/>
                  </a:lnTo>
                  <a:lnTo>
                    <a:pt x="229" y="848"/>
                  </a:lnTo>
                  <a:lnTo>
                    <a:pt x="229" y="848"/>
                  </a:lnTo>
                  <a:lnTo>
                    <a:pt x="231" y="848"/>
                  </a:lnTo>
                  <a:lnTo>
                    <a:pt x="231" y="850"/>
                  </a:lnTo>
                  <a:lnTo>
                    <a:pt x="231" y="850"/>
                  </a:lnTo>
                  <a:lnTo>
                    <a:pt x="231" y="852"/>
                  </a:lnTo>
                  <a:lnTo>
                    <a:pt x="233" y="852"/>
                  </a:lnTo>
                  <a:lnTo>
                    <a:pt x="231" y="856"/>
                  </a:lnTo>
                  <a:lnTo>
                    <a:pt x="229" y="858"/>
                  </a:lnTo>
                  <a:lnTo>
                    <a:pt x="217" y="858"/>
                  </a:lnTo>
                  <a:lnTo>
                    <a:pt x="217" y="856"/>
                  </a:lnTo>
                  <a:lnTo>
                    <a:pt x="215" y="854"/>
                  </a:lnTo>
                  <a:lnTo>
                    <a:pt x="215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0" y="850"/>
                  </a:lnTo>
                  <a:lnTo>
                    <a:pt x="208" y="848"/>
                  </a:lnTo>
                  <a:lnTo>
                    <a:pt x="208" y="846"/>
                  </a:lnTo>
                  <a:lnTo>
                    <a:pt x="208" y="848"/>
                  </a:lnTo>
                  <a:lnTo>
                    <a:pt x="208" y="852"/>
                  </a:lnTo>
                  <a:lnTo>
                    <a:pt x="208" y="854"/>
                  </a:lnTo>
                  <a:lnTo>
                    <a:pt x="210" y="856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3" y="858"/>
                  </a:lnTo>
                  <a:lnTo>
                    <a:pt x="213" y="858"/>
                  </a:lnTo>
                  <a:lnTo>
                    <a:pt x="213" y="858"/>
                  </a:lnTo>
                  <a:lnTo>
                    <a:pt x="213" y="858"/>
                  </a:lnTo>
                  <a:lnTo>
                    <a:pt x="213" y="860"/>
                  </a:lnTo>
                  <a:lnTo>
                    <a:pt x="213" y="860"/>
                  </a:lnTo>
                  <a:lnTo>
                    <a:pt x="213" y="862"/>
                  </a:lnTo>
                  <a:lnTo>
                    <a:pt x="213" y="864"/>
                  </a:lnTo>
                  <a:lnTo>
                    <a:pt x="213" y="866"/>
                  </a:lnTo>
                  <a:lnTo>
                    <a:pt x="213" y="866"/>
                  </a:lnTo>
                  <a:lnTo>
                    <a:pt x="213" y="868"/>
                  </a:lnTo>
                  <a:lnTo>
                    <a:pt x="211" y="868"/>
                  </a:lnTo>
                  <a:lnTo>
                    <a:pt x="211" y="870"/>
                  </a:lnTo>
                  <a:lnTo>
                    <a:pt x="210" y="870"/>
                  </a:lnTo>
                  <a:lnTo>
                    <a:pt x="210" y="872"/>
                  </a:lnTo>
                  <a:lnTo>
                    <a:pt x="208" y="872"/>
                  </a:lnTo>
                  <a:lnTo>
                    <a:pt x="208" y="872"/>
                  </a:lnTo>
                  <a:lnTo>
                    <a:pt x="204" y="870"/>
                  </a:lnTo>
                  <a:lnTo>
                    <a:pt x="202" y="866"/>
                  </a:lnTo>
                  <a:lnTo>
                    <a:pt x="200" y="862"/>
                  </a:lnTo>
                  <a:lnTo>
                    <a:pt x="200" y="860"/>
                  </a:lnTo>
                  <a:lnTo>
                    <a:pt x="198" y="858"/>
                  </a:lnTo>
                  <a:lnTo>
                    <a:pt x="196" y="854"/>
                  </a:lnTo>
                  <a:lnTo>
                    <a:pt x="194" y="850"/>
                  </a:lnTo>
                  <a:lnTo>
                    <a:pt x="194" y="850"/>
                  </a:lnTo>
                  <a:lnTo>
                    <a:pt x="192" y="850"/>
                  </a:lnTo>
                  <a:lnTo>
                    <a:pt x="192" y="852"/>
                  </a:lnTo>
                  <a:lnTo>
                    <a:pt x="196" y="858"/>
                  </a:lnTo>
                  <a:lnTo>
                    <a:pt x="196" y="860"/>
                  </a:lnTo>
                  <a:lnTo>
                    <a:pt x="196" y="862"/>
                  </a:lnTo>
                  <a:lnTo>
                    <a:pt x="194" y="862"/>
                  </a:lnTo>
                  <a:lnTo>
                    <a:pt x="194" y="862"/>
                  </a:lnTo>
                  <a:lnTo>
                    <a:pt x="194" y="860"/>
                  </a:lnTo>
                  <a:lnTo>
                    <a:pt x="192" y="858"/>
                  </a:lnTo>
                  <a:lnTo>
                    <a:pt x="192" y="858"/>
                  </a:lnTo>
                  <a:lnTo>
                    <a:pt x="190" y="860"/>
                  </a:lnTo>
                  <a:lnTo>
                    <a:pt x="190" y="860"/>
                  </a:lnTo>
                  <a:lnTo>
                    <a:pt x="192" y="862"/>
                  </a:lnTo>
                  <a:lnTo>
                    <a:pt x="194" y="864"/>
                  </a:lnTo>
                  <a:lnTo>
                    <a:pt x="192" y="866"/>
                  </a:lnTo>
                  <a:lnTo>
                    <a:pt x="192" y="868"/>
                  </a:lnTo>
                  <a:lnTo>
                    <a:pt x="190" y="870"/>
                  </a:lnTo>
                  <a:lnTo>
                    <a:pt x="188" y="872"/>
                  </a:lnTo>
                  <a:lnTo>
                    <a:pt x="188" y="872"/>
                  </a:lnTo>
                  <a:lnTo>
                    <a:pt x="188" y="874"/>
                  </a:lnTo>
                  <a:lnTo>
                    <a:pt x="186" y="876"/>
                  </a:lnTo>
                  <a:lnTo>
                    <a:pt x="186" y="878"/>
                  </a:lnTo>
                  <a:lnTo>
                    <a:pt x="186" y="880"/>
                  </a:lnTo>
                  <a:lnTo>
                    <a:pt x="186" y="880"/>
                  </a:lnTo>
                  <a:lnTo>
                    <a:pt x="186" y="880"/>
                  </a:lnTo>
                  <a:lnTo>
                    <a:pt x="186" y="882"/>
                  </a:lnTo>
                  <a:lnTo>
                    <a:pt x="186" y="884"/>
                  </a:lnTo>
                  <a:lnTo>
                    <a:pt x="186" y="884"/>
                  </a:lnTo>
                  <a:lnTo>
                    <a:pt x="178" y="880"/>
                  </a:lnTo>
                  <a:lnTo>
                    <a:pt x="174" y="878"/>
                  </a:lnTo>
                  <a:lnTo>
                    <a:pt x="174" y="876"/>
                  </a:lnTo>
                  <a:lnTo>
                    <a:pt x="176" y="876"/>
                  </a:lnTo>
                  <a:lnTo>
                    <a:pt x="176" y="874"/>
                  </a:lnTo>
                  <a:lnTo>
                    <a:pt x="174" y="874"/>
                  </a:lnTo>
                  <a:lnTo>
                    <a:pt x="168" y="868"/>
                  </a:lnTo>
                  <a:lnTo>
                    <a:pt x="161" y="862"/>
                  </a:lnTo>
                  <a:lnTo>
                    <a:pt x="161" y="862"/>
                  </a:lnTo>
                  <a:lnTo>
                    <a:pt x="161" y="862"/>
                  </a:lnTo>
                  <a:lnTo>
                    <a:pt x="161" y="864"/>
                  </a:lnTo>
                  <a:lnTo>
                    <a:pt x="162" y="868"/>
                  </a:lnTo>
                  <a:lnTo>
                    <a:pt x="166" y="870"/>
                  </a:lnTo>
                  <a:lnTo>
                    <a:pt x="166" y="870"/>
                  </a:lnTo>
                  <a:lnTo>
                    <a:pt x="166" y="872"/>
                  </a:lnTo>
                  <a:lnTo>
                    <a:pt x="166" y="872"/>
                  </a:lnTo>
                  <a:lnTo>
                    <a:pt x="166" y="872"/>
                  </a:lnTo>
                  <a:lnTo>
                    <a:pt x="166" y="876"/>
                  </a:lnTo>
                  <a:lnTo>
                    <a:pt x="170" y="882"/>
                  </a:lnTo>
                  <a:lnTo>
                    <a:pt x="170" y="884"/>
                  </a:lnTo>
                  <a:lnTo>
                    <a:pt x="166" y="886"/>
                  </a:lnTo>
                  <a:lnTo>
                    <a:pt x="168" y="890"/>
                  </a:lnTo>
                  <a:lnTo>
                    <a:pt x="168" y="892"/>
                  </a:lnTo>
                  <a:lnTo>
                    <a:pt x="168" y="895"/>
                  </a:lnTo>
                  <a:lnTo>
                    <a:pt x="168" y="895"/>
                  </a:lnTo>
                  <a:lnTo>
                    <a:pt x="170" y="895"/>
                  </a:lnTo>
                  <a:lnTo>
                    <a:pt x="170" y="897"/>
                  </a:lnTo>
                  <a:lnTo>
                    <a:pt x="168" y="897"/>
                  </a:lnTo>
                  <a:lnTo>
                    <a:pt x="168" y="899"/>
                  </a:lnTo>
                  <a:lnTo>
                    <a:pt x="168" y="901"/>
                  </a:lnTo>
                  <a:lnTo>
                    <a:pt x="168" y="901"/>
                  </a:lnTo>
                  <a:lnTo>
                    <a:pt x="166" y="901"/>
                  </a:lnTo>
                  <a:lnTo>
                    <a:pt x="166" y="901"/>
                  </a:lnTo>
                  <a:lnTo>
                    <a:pt x="168" y="901"/>
                  </a:lnTo>
                  <a:lnTo>
                    <a:pt x="168" y="903"/>
                  </a:lnTo>
                  <a:lnTo>
                    <a:pt x="168" y="903"/>
                  </a:lnTo>
                  <a:lnTo>
                    <a:pt x="162" y="903"/>
                  </a:lnTo>
                  <a:lnTo>
                    <a:pt x="164" y="905"/>
                  </a:lnTo>
                  <a:lnTo>
                    <a:pt x="164" y="905"/>
                  </a:lnTo>
                  <a:lnTo>
                    <a:pt x="161" y="905"/>
                  </a:lnTo>
                  <a:lnTo>
                    <a:pt x="161" y="907"/>
                  </a:lnTo>
                  <a:lnTo>
                    <a:pt x="161" y="907"/>
                  </a:lnTo>
                  <a:lnTo>
                    <a:pt x="162" y="907"/>
                  </a:lnTo>
                  <a:lnTo>
                    <a:pt x="162" y="909"/>
                  </a:lnTo>
                  <a:lnTo>
                    <a:pt x="161" y="909"/>
                  </a:lnTo>
                  <a:lnTo>
                    <a:pt x="161" y="909"/>
                  </a:lnTo>
                  <a:lnTo>
                    <a:pt x="159" y="909"/>
                  </a:lnTo>
                  <a:lnTo>
                    <a:pt x="159" y="909"/>
                  </a:lnTo>
                  <a:lnTo>
                    <a:pt x="159" y="907"/>
                  </a:lnTo>
                  <a:lnTo>
                    <a:pt x="157" y="905"/>
                  </a:lnTo>
                  <a:lnTo>
                    <a:pt x="157" y="905"/>
                  </a:lnTo>
                  <a:lnTo>
                    <a:pt x="155" y="907"/>
                  </a:lnTo>
                  <a:lnTo>
                    <a:pt x="155" y="905"/>
                  </a:lnTo>
                  <a:lnTo>
                    <a:pt x="155" y="903"/>
                  </a:lnTo>
                  <a:lnTo>
                    <a:pt x="155" y="901"/>
                  </a:lnTo>
                  <a:lnTo>
                    <a:pt x="155" y="903"/>
                  </a:lnTo>
                  <a:lnTo>
                    <a:pt x="153" y="903"/>
                  </a:lnTo>
                  <a:lnTo>
                    <a:pt x="153" y="905"/>
                  </a:lnTo>
                  <a:lnTo>
                    <a:pt x="153" y="909"/>
                  </a:lnTo>
                  <a:lnTo>
                    <a:pt x="155" y="911"/>
                  </a:lnTo>
                  <a:lnTo>
                    <a:pt x="159" y="913"/>
                  </a:lnTo>
                  <a:lnTo>
                    <a:pt x="159" y="913"/>
                  </a:lnTo>
                  <a:lnTo>
                    <a:pt x="155" y="913"/>
                  </a:lnTo>
                  <a:lnTo>
                    <a:pt x="153" y="913"/>
                  </a:lnTo>
                  <a:lnTo>
                    <a:pt x="153" y="913"/>
                  </a:lnTo>
                  <a:lnTo>
                    <a:pt x="153" y="917"/>
                  </a:lnTo>
                  <a:lnTo>
                    <a:pt x="153" y="917"/>
                  </a:lnTo>
                  <a:lnTo>
                    <a:pt x="151" y="917"/>
                  </a:lnTo>
                  <a:lnTo>
                    <a:pt x="151" y="917"/>
                  </a:lnTo>
                  <a:lnTo>
                    <a:pt x="151" y="917"/>
                  </a:lnTo>
                  <a:lnTo>
                    <a:pt x="151" y="915"/>
                  </a:lnTo>
                  <a:lnTo>
                    <a:pt x="151" y="913"/>
                  </a:lnTo>
                  <a:lnTo>
                    <a:pt x="151" y="911"/>
                  </a:lnTo>
                  <a:lnTo>
                    <a:pt x="149" y="909"/>
                  </a:lnTo>
                  <a:lnTo>
                    <a:pt x="147" y="911"/>
                  </a:lnTo>
                  <a:lnTo>
                    <a:pt x="147" y="911"/>
                  </a:lnTo>
                  <a:lnTo>
                    <a:pt x="147" y="913"/>
                  </a:lnTo>
                  <a:lnTo>
                    <a:pt x="147" y="913"/>
                  </a:lnTo>
                  <a:lnTo>
                    <a:pt x="147" y="915"/>
                  </a:lnTo>
                  <a:lnTo>
                    <a:pt x="147" y="917"/>
                  </a:lnTo>
                  <a:lnTo>
                    <a:pt x="145" y="919"/>
                  </a:lnTo>
                  <a:lnTo>
                    <a:pt x="147" y="919"/>
                  </a:lnTo>
                  <a:lnTo>
                    <a:pt x="147" y="921"/>
                  </a:lnTo>
                  <a:lnTo>
                    <a:pt x="147" y="923"/>
                  </a:lnTo>
                  <a:lnTo>
                    <a:pt x="147" y="925"/>
                  </a:lnTo>
                  <a:lnTo>
                    <a:pt x="147" y="925"/>
                  </a:lnTo>
                  <a:lnTo>
                    <a:pt x="145" y="925"/>
                  </a:lnTo>
                  <a:lnTo>
                    <a:pt x="145" y="925"/>
                  </a:lnTo>
                  <a:lnTo>
                    <a:pt x="145" y="925"/>
                  </a:lnTo>
                  <a:lnTo>
                    <a:pt x="143" y="927"/>
                  </a:lnTo>
                  <a:lnTo>
                    <a:pt x="143" y="927"/>
                  </a:lnTo>
                  <a:lnTo>
                    <a:pt x="141" y="925"/>
                  </a:lnTo>
                  <a:lnTo>
                    <a:pt x="137" y="923"/>
                  </a:lnTo>
                  <a:lnTo>
                    <a:pt x="135" y="919"/>
                  </a:lnTo>
                  <a:lnTo>
                    <a:pt x="133" y="917"/>
                  </a:lnTo>
                  <a:lnTo>
                    <a:pt x="133" y="917"/>
                  </a:lnTo>
                  <a:lnTo>
                    <a:pt x="133" y="917"/>
                  </a:lnTo>
                  <a:lnTo>
                    <a:pt x="131" y="909"/>
                  </a:lnTo>
                  <a:lnTo>
                    <a:pt x="131" y="901"/>
                  </a:lnTo>
                  <a:lnTo>
                    <a:pt x="131" y="899"/>
                  </a:lnTo>
                  <a:lnTo>
                    <a:pt x="129" y="899"/>
                  </a:lnTo>
                  <a:lnTo>
                    <a:pt x="127" y="899"/>
                  </a:lnTo>
                  <a:lnTo>
                    <a:pt x="127" y="905"/>
                  </a:lnTo>
                  <a:lnTo>
                    <a:pt x="127" y="907"/>
                  </a:lnTo>
                  <a:lnTo>
                    <a:pt x="127" y="911"/>
                  </a:lnTo>
                  <a:lnTo>
                    <a:pt x="125" y="913"/>
                  </a:lnTo>
                  <a:lnTo>
                    <a:pt x="121" y="909"/>
                  </a:lnTo>
                  <a:lnTo>
                    <a:pt x="119" y="911"/>
                  </a:lnTo>
                  <a:lnTo>
                    <a:pt x="127" y="913"/>
                  </a:lnTo>
                  <a:lnTo>
                    <a:pt x="127" y="915"/>
                  </a:lnTo>
                  <a:lnTo>
                    <a:pt x="127" y="915"/>
                  </a:lnTo>
                  <a:lnTo>
                    <a:pt x="129" y="919"/>
                  </a:lnTo>
                  <a:lnTo>
                    <a:pt x="133" y="931"/>
                  </a:lnTo>
                  <a:lnTo>
                    <a:pt x="135" y="933"/>
                  </a:lnTo>
                  <a:lnTo>
                    <a:pt x="133" y="933"/>
                  </a:lnTo>
                  <a:lnTo>
                    <a:pt x="131" y="935"/>
                  </a:lnTo>
                  <a:lnTo>
                    <a:pt x="131" y="935"/>
                  </a:lnTo>
                  <a:lnTo>
                    <a:pt x="131" y="937"/>
                  </a:lnTo>
                  <a:lnTo>
                    <a:pt x="133" y="937"/>
                  </a:lnTo>
                  <a:lnTo>
                    <a:pt x="133" y="939"/>
                  </a:lnTo>
                  <a:lnTo>
                    <a:pt x="133" y="939"/>
                  </a:lnTo>
                  <a:lnTo>
                    <a:pt x="133" y="941"/>
                  </a:lnTo>
                  <a:lnTo>
                    <a:pt x="133" y="941"/>
                  </a:lnTo>
                  <a:lnTo>
                    <a:pt x="133" y="943"/>
                  </a:lnTo>
                  <a:lnTo>
                    <a:pt x="133" y="943"/>
                  </a:lnTo>
                  <a:lnTo>
                    <a:pt x="133" y="945"/>
                  </a:lnTo>
                  <a:lnTo>
                    <a:pt x="133" y="945"/>
                  </a:lnTo>
                  <a:lnTo>
                    <a:pt x="133" y="946"/>
                  </a:lnTo>
                  <a:lnTo>
                    <a:pt x="123" y="952"/>
                  </a:lnTo>
                  <a:lnTo>
                    <a:pt x="123" y="952"/>
                  </a:lnTo>
                  <a:lnTo>
                    <a:pt x="121" y="952"/>
                  </a:lnTo>
                  <a:lnTo>
                    <a:pt x="121" y="950"/>
                  </a:lnTo>
                  <a:lnTo>
                    <a:pt x="121" y="948"/>
                  </a:lnTo>
                  <a:lnTo>
                    <a:pt x="121" y="946"/>
                  </a:lnTo>
                  <a:lnTo>
                    <a:pt x="121" y="946"/>
                  </a:lnTo>
                  <a:lnTo>
                    <a:pt x="119" y="945"/>
                  </a:lnTo>
                  <a:lnTo>
                    <a:pt x="119" y="941"/>
                  </a:lnTo>
                  <a:lnTo>
                    <a:pt x="117" y="937"/>
                  </a:lnTo>
                  <a:lnTo>
                    <a:pt x="104" y="931"/>
                  </a:lnTo>
                  <a:lnTo>
                    <a:pt x="92" y="925"/>
                  </a:lnTo>
                  <a:lnTo>
                    <a:pt x="94" y="929"/>
                  </a:lnTo>
                  <a:lnTo>
                    <a:pt x="102" y="933"/>
                  </a:lnTo>
                  <a:lnTo>
                    <a:pt x="108" y="937"/>
                  </a:lnTo>
                  <a:lnTo>
                    <a:pt x="110" y="937"/>
                  </a:lnTo>
                  <a:lnTo>
                    <a:pt x="111" y="939"/>
                  </a:lnTo>
                  <a:lnTo>
                    <a:pt x="115" y="939"/>
                  </a:lnTo>
                  <a:lnTo>
                    <a:pt x="115" y="941"/>
                  </a:lnTo>
                  <a:lnTo>
                    <a:pt x="115" y="943"/>
                  </a:lnTo>
                  <a:lnTo>
                    <a:pt x="117" y="948"/>
                  </a:lnTo>
                  <a:lnTo>
                    <a:pt x="117" y="948"/>
                  </a:lnTo>
                  <a:lnTo>
                    <a:pt x="117" y="950"/>
                  </a:lnTo>
                  <a:lnTo>
                    <a:pt x="117" y="950"/>
                  </a:lnTo>
                  <a:lnTo>
                    <a:pt x="119" y="954"/>
                  </a:lnTo>
                  <a:lnTo>
                    <a:pt x="119" y="954"/>
                  </a:lnTo>
                  <a:lnTo>
                    <a:pt x="117" y="956"/>
                  </a:lnTo>
                  <a:lnTo>
                    <a:pt x="117" y="956"/>
                  </a:lnTo>
                  <a:lnTo>
                    <a:pt x="117" y="956"/>
                  </a:lnTo>
                  <a:lnTo>
                    <a:pt x="117" y="958"/>
                  </a:lnTo>
                  <a:lnTo>
                    <a:pt x="119" y="958"/>
                  </a:lnTo>
                  <a:lnTo>
                    <a:pt x="117" y="960"/>
                  </a:lnTo>
                  <a:lnTo>
                    <a:pt x="117" y="960"/>
                  </a:lnTo>
                  <a:lnTo>
                    <a:pt x="117" y="962"/>
                  </a:lnTo>
                  <a:lnTo>
                    <a:pt x="117" y="962"/>
                  </a:lnTo>
                  <a:lnTo>
                    <a:pt x="117" y="964"/>
                  </a:lnTo>
                  <a:lnTo>
                    <a:pt x="115" y="964"/>
                  </a:lnTo>
                  <a:lnTo>
                    <a:pt x="115" y="964"/>
                  </a:lnTo>
                  <a:lnTo>
                    <a:pt x="108" y="966"/>
                  </a:lnTo>
                  <a:lnTo>
                    <a:pt x="108" y="966"/>
                  </a:lnTo>
                  <a:lnTo>
                    <a:pt x="108" y="968"/>
                  </a:lnTo>
                  <a:lnTo>
                    <a:pt x="98" y="962"/>
                  </a:lnTo>
                  <a:lnTo>
                    <a:pt x="94" y="950"/>
                  </a:lnTo>
                  <a:lnTo>
                    <a:pt x="92" y="950"/>
                  </a:lnTo>
                  <a:lnTo>
                    <a:pt x="92" y="950"/>
                  </a:lnTo>
                  <a:lnTo>
                    <a:pt x="92" y="950"/>
                  </a:lnTo>
                  <a:lnTo>
                    <a:pt x="92" y="954"/>
                  </a:lnTo>
                  <a:lnTo>
                    <a:pt x="92" y="956"/>
                  </a:lnTo>
                  <a:lnTo>
                    <a:pt x="94" y="958"/>
                  </a:lnTo>
                  <a:lnTo>
                    <a:pt x="92" y="958"/>
                  </a:lnTo>
                  <a:lnTo>
                    <a:pt x="92" y="958"/>
                  </a:lnTo>
                  <a:lnTo>
                    <a:pt x="90" y="958"/>
                  </a:lnTo>
                  <a:lnTo>
                    <a:pt x="92" y="960"/>
                  </a:lnTo>
                  <a:lnTo>
                    <a:pt x="94" y="960"/>
                  </a:lnTo>
                  <a:lnTo>
                    <a:pt x="96" y="960"/>
                  </a:lnTo>
                  <a:lnTo>
                    <a:pt x="98" y="968"/>
                  </a:lnTo>
                  <a:lnTo>
                    <a:pt x="102" y="972"/>
                  </a:lnTo>
                  <a:lnTo>
                    <a:pt x="102" y="972"/>
                  </a:lnTo>
                  <a:lnTo>
                    <a:pt x="102" y="974"/>
                  </a:lnTo>
                  <a:lnTo>
                    <a:pt x="102" y="974"/>
                  </a:lnTo>
                  <a:lnTo>
                    <a:pt x="102" y="976"/>
                  </a:lnTo>
                  <a:lnTo>
                    <a:pt x="102" y="976"/>
                  </a:lnTo>
                  <a:lnTo>
                    <a:pt x="102" y="978"/>
                  </a:lnTo>
                  <a:lnTo>
                    <a:pt x="102" y="978"/>
                  </a:lnTo>
                  <a:lnTo>
                    <a:pt x="100" y="978"/>
                  </a:lnTo>
                  <a:lnTo>
                    <a:pt x="100" y="978"/>
                  </a:lnTo>
                  <a:lnTo>
                    <a:pt x="98" y="980"/>
                  </a:lnTo>
                  <a:lnTo>
                    <a:pt x="98" y="982"/>
                  </a:lnTo>
                  <a:lnTo>
                    <a:pt x="90" y="990"/>
                  </a:lnTo>
                  <a:lnTo>
                    <a:pt x="86" y="992"/>
                  </a:lnTo>
                  <a:lnTo>
                    <a:pt x="86" y="992"/>
                  </a:lnTo>
                  <a:lnTo>
                    <a:pt x="86" y="990"/>
                  </a:lnTo>
                  <a:lnTo>
                    <a:pt x="86" y="990"/>
                  </a:lnTo>
                  <a:lnTo>
                    <a:pt x="86" y="988"/>
                  </a:lnTo>
                  <a:lnTo>
                    <a:pt x="86" y="986"/>
                  </a:lnTo>
                  <a:lnTo>
                    <a:pt x="84" y="986"/>
                  </a:lnTo>
                  <a:lnTo>
                    <a:pt x="84" y="984"/>
                  </a:lnTo>
                  <a:lnTo>
                    <a:pt x="84" y="986"/>
                  </a:lnTo>
                  <a:lnTo>
                    <a:pt x="82" y="986"/>
                  </a:lnTo>
                  <a:lnTo>
                    <a:pt x="82" y="988"/>
                  </a:lnTo>
                  <a:lnTo>
                    <a:pt x="82" y="990"/>
                  </a:lnTo>
                  <a:lnTo>
                    <a:pt x="84" y="990"/>
                  </a:lnTo>
                  <a:lnTo>
                    <a:pt x="80" y="992"/>
                  </a:lnTo>
                  <a:lnTo>
                    <a:pt x="80" y="994"/>
                  </a:lnTo>
                  <a:lnTo>
                    <a:pt x="80" y="994"/>
                  </a:lnTo>
                  <a:lnTo>
                    <a:pt x="80" y="996"/>
                  </a:lnTo>
                  <a:lnTo>
                    <a:pt x="80" y="996"/>
                  </a:lnTo>
                  <a:lnTo>
                    <a:pt x="80" y="998"/>
                  </a:lnTo>
                  <a:lnTo>
                    <a:pt x="80" y="998"/>
                  </a:lnTo>
                  <a:lnTo>
                    <a:pt x="78" y="998"/>
                  </a:lnTo>
                  <a:lnTo>
                    <a:pt x="76" y="996"/>
                  </a:lnTo>
                  <a:lnTo>
                    <a:pt x="74" y="994"/>
                  </a:lnTo>
                  <a:lnTo>
                    <a:pt x="62" y="988"/>
                  </a:lnTo>
                  <a:lnTo>
                    <a:pt x="60" y="986"/>
                  </a:lnTo>
                  <a:lnTo>
                    <a:pt x="60" y="982"/>
                  </a:lnTo>
                  <a:lnTo>
                    <a:pt x="60" y="978"/>
                  </a:lnTo>
                  <a:lnTo>
                    <a:pt x="62" y="974"/>
                  </a:lnTo>
                  <a:lnTo>
                    <a:pt x="60" y="970"/>
                  </a:lnTo>
                  <a:lnTo>
                    <a:pt x="60" y="968"/>
                  </a:lnTo>
                  <a:lnTo>
                    <a:pt x="59" y="970"/>
                  </a:lnTo>
                  <a:lnTo>
                    <a:pt x="60" y="972"/>
                  </a:lnTo>
                  <a:lnTo>
                    <a:pt x="60" y="974"/>
                  </a:lnTo>
                  <a:lnTo>
                    <a:pt x="60" y="976"/>
                  </a:lnTo>
                  <a:lnTo>
                    <a:pt x="60" y="978"/>
                  </a:lnTo>
                  <a:lnTo>
                    <a:pt x="59" y="980"/>
                  </a:lnTo>
                  <a:lnTo>
                    <a:pt x="59" y="982"/>
                  </a:lnTo>
                  <a:lnTo>
                    <a:pt x="59" y="982"/>
                  </a:lnTo>
                  <a:lnTo>
                    <a:pt x="59" y="982"/>
                  </a:lnTo>
                  <a:lnTo>
                    <a:pt x="59" y="984"/>
                  </a:lnTo>
                  <a:lnTo>
                    <a:pt x="57" y="984"/>
                  </a:lnTo>
                  <a:lnTo>
                    <a:pt x="55" y="982"/>
                  </a:lnTo>
                  <a:lnTo>
                    <a:pt x="55" y="980"/>
                  </a:lnTo>
                  <a:lnTo>
                    <a:pt x="53" y="978"/>
                  </a:lnTo>
                  <a:lnTo>
                    <a:pt x="41" y="978"/>
                  </a:lnTo>
                  <a:lnTo>
                    <a:pt x="33" y="962"/>
                  </a:lnTo>
                  <a:lnTo>
                    <a:pt x="29" y="960"/>
                  </a:lnTo>
                  <a:lnTo>
                    <a:pt x="25" y="960"/>
                  </a:lnTo>
                  <a:lnTo>
                    <a:pt x="19" y="962"/>
                  </a:lnTo>
                  <a:lnTo>
                    <a:pt x="17" y="962"/>
                  </a:lnTo>
                  <a:lnTo>
                    <a:pt x="13" y="962"/>
                  </a:lnTo>
                  <a:lnTo>
                    <a:pt x="6" y="968"/>
                  </a:lnTo>
                  <a:lnTo>
                    <a:pt x="6" y="968"/>
                  </a:lnTo>
                  <a:lnTo>
                    <a:pt x="0" y="960"/>
                  </a:lnTo>
                  <a:lnTo>
                    <a:pt x="2" y="958"/>
                  </a:lnTo>
                  <a:lnTo>
                    <a:pt x="4" y="958"/>
                  </a:lnTo>
                  <a:lnTo>
                    <a:pt x="8" y="958"/>
                  </a:lnTo>
                  <a:lnTo>
                    <a:pt x="9" y="958"/>
                  </a:lnTo>
                  <a:lnTo>
                    <a:pt x="9" y="958"/>
                  </a:lnTo>
                  <a:lnTo>
                    <a:pt x="9" y="956"/>
                  </a:lnTo>
                  <a:lnTo>
                    <a:pt x="9" y="956"/>
                  </a:lnTo>
                  <a:lnTo>
                    <a:pt x="9" y="956"/>
                  </a:lnTo>
                  <a:lnTo>
                    <a:pt x="11" y="954"/>
                  </a:lnTo>
                  <a:lnTo>
                    <a:pt x="11" y="954"/>
                  </a:lnTo>
                  <a:lnTo>
                    <a:pt x="15" y="952"/>
                  </a:lnTo>
                  <a:lnTo>
                    <a:pt x="11" y="952"/>
                  </a:lnTo>
                  <a:lnTo>
                    <a:pt x="9" y="952"/>
                  </a:lnTo>
                  <a:lnTo>
                    <a:pt x="8" y="948"/>
                  </a:lnTo>
                  <a:lnTo>
                    <a:pt x="9" y="948"/>
                  </a:lnTo>
                  <a:lnTo>
                    <a:pt x="23" y="939"/>
                  </a:lnTo>
                  <a:lnTo>
                    <a:pt x="25" y="939"/>
                  </a:lnTo>
                  <a:lnTo>
                    <a:pt x="27" y="939"/>
                  </a:lnTo>
                  <a:lnTo>
                    <a:pt x="29" y="939"/>
                  </a:lnTo>
                  <a:lnTo>
                    <a:pt x="31" y="937"/>
                  </a:lnTo>
                  <a:lnTo>
                    <a:pt x="37" y="937"/>
                  </a:lnTo>
                  <a:lnTo>
                    <a:pt x="41" y="935"/>
                  </a:lnTo>
                  <a:lnTo>
                    <a:pt x="43" y="935"/>
                  </a:lnTo>
                  <a:lnTo>
                    <a:pt x="51" y="935"/>
                  </a:lnTo>
                  <a:lnTo>
                    <a:pt x="49" y="933"/>
                  </a:lnTo>
                  <a:lnTo>
                    <a:pt x="49" y="933"/>
                  </a:lnTo>
                  <a:lnTo>
                    <a:pt x="47" y="933"/>
                  </a:lnTo>
                  <a:lnTo>
                    <a:pt x="39" y="931"/>
                  </a:lnTo>
                  <a:lnTo>
                    <a:pt x="37" y="933"/>
                  </a:lnTo>
                  <a:lnTo>
                    <a:pt x="35" y="935"/>
                  </a:lnTo>
                  <a:lnTo>
                    <a:pt x="35" y="935"/>
                  </a:lnTo>
                  <a:lnTo>
                    <a:pt x="33" y="933"/>
                  </a:lnTo>
                  <a:lnTo>
                    <a:pt x="35" y="931"/>
                  </a:lnTo>
                  <a:lnTo>
                    <a:pt x="37" y="929"/>
                  </a:lnTo>
                  <a:lnTo>
                    <a:pt x="35" y="929"/>
                  </a:lnTo>
                  <a:lnTo>
                    <a:pt x="33" y="931"/>
                  </a:lnTo>
                  <a:lnTo>
                    <a:pt x="33" y="931"/>
                  </a:lnTo>
                  <a:lnTo>
                    <a:pt x="31" y="929"/>
                  </a:lnTo>
                  <a:lnTo>
                    <a:pt x="29" y="931"/>
                  </a:lnTo>
                  <a:lnTo>
                    <a:pt x="25" y="929"/>
                  </a:lnTo>
                  <a:lnTo>
                    <a:pt x="23" y="929"/>
                  </a:lnTo>
                  <a:lnTo>
                    <a:pt x="21" y="931"/>
                  </a:lnTo>
                  <a:lnTo>
                    <a:pt x="21" y="933"/>
                  </a:lnTo>
                  <a:lnTo>
                    <a:pt x="19" y="935"/>
                  </a:lnTo>
                  <a:lnTo>
                    <a:pt x="17" y="937"/>
                  </a:lnTo>
                  <a:lnTo>
                    <a:pt x="15" y="937"/>
                  </a:lnTo>
                  <a:lnTo>
                    <a:pt x="13" y="937"/>
                  </a:lnTo>
                  <a:lnTo>
                    <a:pt x="13" y="939"/>
                  </a:lnTo>
                  <a:lnTo>
                    <a:pt x="13" y="939"/>
                  </a:lnTo>
                  <a:lnTo>
                    <a:pt x="9" y="935"/>
                  </a:lnTo>
                  <a:lnTo>
                    <a:pt x="8" y="937"/>
                  </a:lnTo>
                  <a:lnTo>
                    <a:pt x="8" y="935"/>
                  </a:lnTo>
                  <a:lnTo>
                    <a:pt x="6" y="935"/>
                  </a:lnTo>
                  <a:lnTo>
                    <a:pt x="6" y="933"/>
                  </a:lnTo>
                  <a:lnTo>
                    <a:pt x="6" y="933"/>
                  </a:lnTo>
                  <a:lnTo>
                    <a:pt x="6" y="931"/>
                  </a:lnTo>
                  <a:lnTo>
                    <a:pt x="6" y="931"/>
                  </a:lnTo>
                  <a:lnTo>
                    <a:pt x="6" y="931"/>
                  </a:lnTo>
                  <a:lnTo>
                    <a:pt x="6" y="929"/>
                  </a:lnTo>
                  <a:lnTo>
                    <a:pt x="4" y="929"/>
                  </a:lnTo>
                  <a:lnTo>
                    <a:pt x="4" y="929"/>
                  </a:lnTo>
                  <a:lnTo>
                    <a:pt x="4" y="927"/>
                  </a:lnTo>
                  <a:lnTo>
                    <a:pt x="4" y="925"/>
                  </a:lnTo>
                  <a:lnTo>
                    <a:pt x="2" y="921"/>
                  </a:lnTo>
                  <a:lnTo>
                    <a:pt x="2" y="919"/>
                  </a:lnTo>
                  <a:lnTo>
                    <a:pt x="0" y="919"/>
                  </a:lnTo>
                  <a:lnTo>
                    <a:pt x="0" y="917"/>
                  </a:lnTo>
                  <a:lnTo>
                    <a:pt x="0" y="915"/>
                  </a:lnTo>
                  <a:lnTo>
                    <a:pt x="0" y="915"/>
                  </a:lnTo>
                  <a:lnTo>
                    <a:pt x="0" y="913"/>
                  </a:lnTo>
                  <a:lnTo>
                    <a:pt x="2" y="911"/>
                  </a:lnTo>
                  <a:lnTo>
                    <a:pt x="2" y="909"/>
                  </a:lnTo>
                  <a:lnTo>
                    <a:pt x="2" y="911"/>
                  </a:lnTo>
                  <a:lnTo>
                    <a:pt x="4" y="913"/>
                  </a:lnTo>
                  <a:lnTo>
                    <a:pt x="4" y="915"/>
                  </a:lnTo>
                  <a:lnTo>
                    <a:pt x="6" y="915"/>
                  </a:lnTo>
                  <a:lnTo>
                    <a:pt x="8" y="915"/>
                  </a:lnTo>
                  <a:lnTo>
                    <a:pt x="15" y="911"/>
                  </a:lnTo>
                  <a:lnTo>
                    <a:pt x="15" y="909"/>
                  </a:lnTo>
                  <a:lnTo>
                    <a:pt x="15" y="909"/>
                  </a:lnTo>
                  <a:lnTo>
                    <a:pt x="17" y="907"/>
                  </a:lnTo>
                  <a:lnTo>
                    <a:pt x="19" y="907"/>
                  </a:lnTo>
                  <a:lnTo>
                    <a:pt x="23" y="903"/>
                  </a:lnTo>
                  <a:lnTo>
                    <a:pt x="25" y="903"/>
                  </a:lnTo>
                  <a:lnTo>
                    <a:pt x="29" y="901"/>
                  </a:lnTo>
                  <a:lnTo>
                    <a:pt x="35" y="903"/>
                  </a:lnTo>
                  <a:lnTo>
                    <a:pt x="39" y="901"/>
                  </a:lnTo>
                  <a:lnTo>
                    <a:pt x="41" y="903"/>
                  </a:lnTo>
                  <a:lnTo>
                    <a:pt x="41" y="903"/>
                  </a:lnTo>
                  <a:lnTo>
                    <a:pt x="41" y="901"/>
                  </a:lnTo>
                  <a:lnTo>
                    <a:pt x="41" y="899"/>
                  </a:lnTo>
                  <a:lnTo>
                    <a:pt x="39" y="897"/>
                  </a:lnTo>
                  <a:lnTo>
                    <a:pt x="37" y="897"/>
                  </a:lnTo>
                  <a:lnTo>
                    <a:pt x="37" y="897"/>
                  </a:lnTo>
                  <a:lnTo>
                    <a:pt x="37" y="895"/>
                  </a:lnTo>
                  <a:lnTo>
                    <a:pt x="37" y="895"/>
                  </a:lnTo>
                  <a:lnTo>
                    <a:pt x="37" y="895"/>
                  </a:lnTo>
                  <a:lnTo>
                    <a:pt x="41" y="892"/>
                  </a:lnTo>
                  <a:lnTo>
                    <a:pt x="41" y="890"/>
                  </a:lnTo>
                  <a:lnTo>
                    <a:pt x="43" y="890"/>
                  </a:lnTo>
                  <a:lnTo>
                    <a:pt x="55" y="882"/>
                  </a:lnTo>
                  <a:lnTo>
                    <a:pt x="59" y="882"/>
                  </a:lnTo>
                  <a:lnTo>
                    <a:pt x="59" y="882"/>
                  </a:lnTo>
                  <a:lnTo>
                    <a:pt x="60" y="882"/>
                  </a:lnTo>
                  <a:lnTo>
                    <a:pt x="60" y="886"/>
                  </a:lnTo>
                  <a:lnTo>
                    <a:pt x="60" y="886"/>
                  </a:lnTo>
                  <a:lnTo>
                    <a:pt x="64" y="890"/>
                  </a:lnTo>
                  <a:lnTo>
                    <a:pt x="68" y="888"/>
                  </a:lnTo>
                  <a:lnTo>
                    <a:pt x="76" y="897"/>
                  </a:lnTo>
                  <a:lnTo>
                    <a:pt x="76" y="897"/>
                  </a:lnTo>
                  <a:lnTo>
                    <a:pt x="78" y="895"/>
                  </a:lnTo>
                  <a:lnTo>
                    <a:pt x="78" y="895"/>
                  </a:lnTo>
                  <a:lnTo>
                    <a:pt x="78" y="893"/>
                  </a:lnTo>
                  <a:lnTo>
                    <a:pt x="76" y="892"/>
                  </a:lnTo>
                  <a:lnTo>
                    <a:pt x="74" y="890"/>
                  </a:lnTo>
                  <a:lnTo>
                    <a:pt x="72" y="888"/>
                  </a:lnTo>
                  <a:lnTo>
                    <a:pt x="72" y="886"/>
                  </a:lnTo>
                  <a:lnTo>
                    <a:pt x="62" y="876"/>
                  </a:lnTo>
                  <a:lnTo>
                    <a:pt x="60" y="876"/>
                  </a:lnTo>
                  <a:lnTo>
                    <a:pt x="59" y="876"/>
                  </a:lnTo>
                  <a:lnTo>
                    <a:pt x="59" y="874"/>
                  </a:lnTo>
                  <a:lnTo>
                    <a:pt x="59" y="872"/>
                  </a:lnTo>
                  <a:lnTo>
                    <a:pt x="59" y="872"/>
                  </a:lnTo>
                  <a:lnTo>
                    <a:pt x="59" y="872"/>
                  </a:lnTo>
                  <a:lnTo>
                    <a:pt x="60" y="872"/>
                  </a:lnTo>
                  <a:lnTo>
                    <a:pt x="60" y="872"/>
                  </a:lnTo>
                  <a:lnTo>
                    <a:pt x="60" y="872"/>
                  </a:lnTo>
                  <a:lnTo>
                    <a:pt x="60" y="872"/>
                  </a:lnTo>
                  <a:lnTo>
                    <a:pt x="60" y="870"/>
                  </a:lnTo>
                  <a:lnTo>
                    <a:pt x="60" y="870"/>
                  </a:lnTo>
                  <a:lnTo>
                    <a:pt x="62" y="870"/>
                  </a:lnTo>
                  <a:lnTo>
                    <a:pt x="64" y="870"/>
                  </a:lnTo>
                  <a:lnTo>
                    <a:pt x="64" y="868"/>
                  </a:lnTo>
                  <a:lnTo>
                    <a:pt x="64" y="870"/>
                  </a:lnTo>
                  <a:lnTo>
                    <a:pt x="64" y="870"/>
                  </a:lnTo>
                  <a:lnTo>
                    <a:pt x="64" y="872"/>
                  </a:lnTo>
                  <a:lnTo>
                    <a:pt x="64" y="872"/>
                  </a:lnTo>
                  <a:lnTo>
                    <a:pt x="64" y="872"/>
                  </a:lnTo>
                  <a:lnTo>
                    <a:pt x="64" y="874"/>
                  </a:lnTo>
                  <a:lnTo>
                    <a:pt x="68" y="872"/>
                  </a:lnTo>
                  <a:lnTo>
                    <a:pt x="72" y="874"/>
                  </a:lnTo>
                  <a:lnTo>
                    <a:pt x="74" y="874"/>
                  </a:lnTo>
                  <a:lnTo>
                    <a:pt x="76" y="872"/>
                  </a:lnTo>
                  <a:lnTo>
                    <a:pt x="78" y="872"/>
                  </a:lnTo>
                  <a:lnTo>
                    <a:pt x="76" y="876"/>
                  </a:lnTo>
                  <a:lnTo>
                    <a:pt x="78" y="876"/>
                  </a:lnTo>
                  <a:lnTo>
                    <a:pt x="78" y="876"/>
                  </a:lnTo>
                  <a:lnTo>
                    <a:pt x="80" y="874"/>
                  </a:lnTo>
                  <a:lnTo>
                    <a:pt x="80" y="874"/>
                  </a:lnTo>
                  <a:lnTo>
                    <a:pt x="78" y="870"/>
                  </a:lnTo>
                  <a:lnTo>
                    <a:pt x="78" y="870"/>
                  </a:lnTo>
                  <a:lnTo>
                    <a:pt x="76" y="870"/>
                  </a:lnTo>
                  <a:lnTo>
                    <a:pt x="76" y="870"/>
                  </a:lnTo>
                  <a:lnTo>
                    <a:pt x="76" y="870"/>
                  </a:lnTo>
                  <a:lnTo>
                    <a:pt x="76" y="870"/>
                  </a:lnTo>
                  <a:lnTo>
                    <a:pt x="74" y="866"/>
                  </a:lnTo>
                  <a:lnTo>
                    <a:pt x="72" y="866"/>
                  </a:lnTo>
                  <a:lnTo>
                    <a:pt x="68" y="864"/>
                  </a:lnTo>
                  <a:lnTo>
                    <a:pt x="66" y="864"/>
                  </a:lnTo>
                  <a:lnTo>
                    <a:pt x="66" y="862"/>
                  </a:lnTo>
                  <a:lnTo>
                    <a:pt x="72" y="856"/>
                  </a:lnTo>
                  <a:lnTo>
                    <a:pt x="74" y="854"/>
                  </a:lnTo>
                  <a:lnTo>
                    <a:pt x="76" y="856"/>
                  </a:lnTo>
                  <a:lnTo>
                    <a:pt x="80" y="854"/>
                  </a:lnTo>
                  <a:lnTo>
                    <a:pt x="82" y="856"/>
                  </a:lnTo>
                  <a:lnTo>
                    <a:pt x="90" y="858"/>
                  </a:lnTo>
                  <a:lnTo>
                    <a:pt x="90" y="856"/>
                  </a:lnTo>
                  <a:lnTo>
                    <a:pt x="92" y="856"/>
                  </a:lnTo>
                  <a:lnTo>
                    <a:pt x="94" y="858"/>
                  </a:lnTo>
                  <a:lnTo>
                    <a:pt x="96" y="856"/>
                  </a:lnTo>
                  <a:lnTo>
                    <a:pt x="100" y="858"/>
                  </a:lnTo>
                  <a:lnTo>
                    <a:pt x="102" y="858"/>
                  </a:lnTo>
                  <a:lnTo>
                    <a:pt x="102" y="856"/>
                  </a:lnTo>
                  <a:lnTo>
                    <a:pt x="102" y="856"/>
                  </a:lnTo>
                  <a:lnTo>
                    <a:pt x="102" y="854"/>
                  </a:lnTo>
                  <a:lnTo>
                    <a:pt x="100" y="854"/>
                  </a:lnTo>
                  <a:lnTo>
                    <a:pt x="100" y="856"/>
                  </a:lnTo>
                  <a:lnTo>
                    <a:pt x="94" y="854"/>
                  </a:lnTo>
                  <a:lnTo>
                    <a:pt x="94" y="854"/>
                  </a:lnTo>
                  <a:lnTo>
                    <a:pt x="96" y="852"/>
                  </a:lnTo>
                  <a:lnTo>
                    <a:pt x="96" y="852"/>
                  </a:lnTo>
                  <a:lnTo>
                    <a:pt x="96" y="852"/>
                  </a:lnTo>
                  <a:lnTo>
                    <a:pt x="94" y="848"/>
                  </a:lnTo>
                  <a:lnTo>
                    <a:pt x="90" y="846"/>
                  </a:lnTo>
                  <a:lnTo>
                    <a:pt x="90" y="846"/>
                  </a:lnTo>
                  <a:lnTo>
                    <a:pt x="86" y="848"/>
                  </a:lnTo>
                  <a:lnTo>
                    <a:pt x="84" y="848"/>
                  </a:lnTo>
                  <a:lnTo>
                    <a:pt x="86" y="846"/>
                  </a:lnTo>
                  <a:lnTo>
                    <a:pt x="86" y="846"/>
                  </a:lnTo>
                  <a:lnTo>
                    <a:pt x="86" y="844"/>
                  </a:lnTo>
                  <a:lnTo>
                    <a:pt x="86" y="842"/>
                  </a:lnTo>
                  <a:lnTo>
                    <a:pt x="86" y="842"/>
                  </a:lnTo>
                  <a:lnTo>
                    <a:pt x="80" y="842"/>
                  </a:lnTo>
                  <a:lnTo>
                    <a:pt x="84" y="837"/>
                  </a:lnTo>
                  <a:lnTo>
                    <a:pt x="84" y="837"/>
                  </a:lnTo>
                  <a:lnTo>
                    <a:pt x="84" y="837"/>
                  </a:lnTo>
                  <a:lnTo>
                    <a:pt x="84" y="835"/>
                  </a:lnTo>
                  <a:lnTo>
                    <a:pt x="84" y="835"/>
                  </a:lnTo>
                  <a:lnTo>
                    <a:pt x="84" y="833"/>
                  </a:lnTo>
                  <a:lnTo>
                    <a:pt x="84" y="833"/>
                  </a:lnTo>
                  <a:lnTo>
                    <a:pt x="88" y="831"/>
                  </a:lnTo>
                  <a:lnTo>
                    <a:pt x="90" y="831"/>
                  </a:lnTo>
                  <a:lnTo>
                    <a:pt x="92" y="831"/>
                  </a:lnTo>
                  <a:lnTo>
                    <a:pt x="96" y="833"/>
                  </a:lnTo>
                  <a:lnTo>
                    <a:pt x="94" y="833"/>
                  </a:lnTo>
                  <a:lnTo>
                    <a:pt x="94" y="833"/>
                  </a:lnTo>
                  <a:lnTo>
                    <a:pt x="96" y="835"/>
                  </a:lnTo>
                  <a:lnTo>
                    <a:pt x="111" y="833"/>
                  </a:lnTo>
                  <a:lnTo>
                    <a:pt x="111" y="833"/>
                  </a:lnTo>
                  <a:lnTo>
                    <a:pt x="111" y="835"/>
                  </a:lnTo>
                  <a:lnTo>
                    <a:pt x="113" y="835"/>
                  </a:lnTo>
                  <a:lnTo>
                    <a:pt x="115" y="837"/>
                  </a:lnTo>
                  <a:lnTo>
                    <a:pt x="129" y="840"/>
                  </a:lnTo>
                  <a:lnTo>
                    <a:pt x="127" y="840"/>
                  </a:lnTo>
                  <a:lnTo>
                    <a:pt x="127" y="838"/>
                  </a:lnTo>
                  <a:lnTo>
                    <a:pt x="127" y="837"/>
                  </a:lnTo>
                  <a:lnTo>
                    <a:pt x="125" y="837"/>
                  </a:lnTo>
                  <a:lnTo>
                    <a:pt x="121" y="838"/>
                  </a:lnTo>
                  <a:lnTo>
                    <a:pt x="121" y="838"/>
                  </a:lnTo>
                  <a:lnTo>
                    <a:pt x="119" y="837"/>
                  </a:lnTo>
                  <a:lnTo>
                    <a:pt x="117" y="837"/>
                  </a:lnTo>
                  <a:lnTo>
                    <a:pt x="117" y="837"/>
                  </a:lnTo>
                  <a:lnTo>
                    <a:pt x="117" y="835"/>
                  </a:lnTo>
                  <a:lnTo>
                    <a:pt x="117" y="833"/>
                  </a:lnTo>
                  <a:lnTo>
                    <a:pt x="117" y="831"/>
                  </a:lnTo>
                  <a:lnTo>
                    <a:pt x="117" y="831"/>
                  </a:lnTo>
                  <a:lnTo>
                    <a:pt x="115" y="829"/>
                  </a:lnTo>
                  <a:lnTo>
                    <a:pt x="115" y="829"/>
                  </a:lnTo>
                  <a:lnTo>
                    <a:pt x="113" y="829"/>
                  </a:lnTo>
                  <a:lnTo>
                    <a:pt x="113" y="829"/>
                  </a:lnTo>
                  <a:lnTo>
                    <a:pt x="113" y="829"/>
                  </a:lnTo>
                  <a:lnTo>
                    <a:pt x="113" y="827"/>
                  </a:lnTo>
                  <a:lnTo>
                    <a:pt x="117" y="825"/>
                  </a:lnTo>
                  <a:lnTo>
                    <a:pt x="115" y="823"/>
                  </a:lnTo>
                  <a:lnTo>
                    <a:pt x="108" y="823"/>
                  </a:lnTo>
                  <a:lnTo>
                    <a:pt x="100" y="821"/>
                  </a:lnTo>
                  <a:lnTo>
                    <a:pt x="98" y="821"/>
                  </a:lnTo>
                  <a:lnTo>
                    <a:pt x="98" y="819"/>
                  </a:lnTo>
                  <a:lnTo>
                    <a:pt x="98" y="817"/>
                  </a:lnTo>
                  <a:lnTo>
                    <a:pt x="98" y="817"/>
                  </a:lnTo>
                  <a:lnTo>
                    <a:pt x="98" y="815"/>
                  </a:lnTo>
                  <a:lnTo>
                    <a:pt x="100" y="813"/>
                  </a:lnTo>
                  <a:lnTo>
                    <a:pt x="111" y="811"/>
                  </a:lnTo>
                  <a:lnTo>
                    <a:pt x="121" y="809"/>
                  </a:lnTo>
                  <a:lnTo>
                    <a:pt x="123" y="809"/>
                  </a:lnTo>
                  <a:lnTo>
                    <a:pt x="125" y="807"/>
                  </a:lnTo>
                  <a:lnTo>
                    <a:pt x="127" y="809"/>
                  </a:lnTo>
                  <a:lnTo>
                    <a:pt x="127" y="809"/>
                  </a:lnTo>
                  <a:lnTo>
                    <a:pt x="127" y="807"/>
                  </a:lnTo>
                  <a:lnTo>
                    <a:pt x="127" y="805"/>
                  </a:lnTo>
                  <a:lnTo>
                    <a:pt x="127" y="805"/>
                  </a:lnTo>
                  <a:lnTo>
                    <a:pt x="125" y="805"/>
                  </a:lnTo>
                  <a:lnTo>
                    <a:pt x="123" y="807"/>
                  </a:lnTo>
                  <a:lnTo>
                    <a:pt x="121" y="807"/>
                  </a:lnTo>
                  <a:lnTo>
                    <a:pt x="119" y="805"/>
                  </a:lnTo>
                  <a:lnTo>
                    <a:pt x="119" y="805"/>
                  </a:lnTo>
                  <a:lnTo>
                    <a:pt x="117" y="807"/>
                  </a:lnTo>
                  <a:lnTo>
                    <a:pt x="117" y="807"/>
                  </a:lnTo>
                  <a:lnTo>
                    <a:pt x="119" y="803"/>
                  </a:lnTo>
                  <a:lnTo>
                    <a:pt x="115" y="803"/>
                  </a:lnTo>
                  <a:lnTo>
                    <a:pt x="117" y="803"/>
                  </a:lnTo>
                  <a:lnTo>
                    <a:pt x="119" y="801"/>
                  </a:lnTo>
                  <a:lnTo>
                    <a:pt x="121" y="799"/>
                  </a:lnTo>
                  <a:lnTo>
                    <a:pt x="123" y="799"/>
                  </a:lnTo>
                  <a:lnTo>
                    <a:pt x="123" y="797"/>
                  </a:lnTo>
                  <a:lnTo>
                    <a:pt x="123" y="797"/>
                  </a:lnTo>
                  <a:lnTo>
                    <a:pt x="121" y="795"/>
                  </a:lnTo>
                  <a:lnTo>
                    <a:pt x="121" y="795"/>
                  </a:lnTo>
                  <a:lnTo>
                    <a:pt x="119" y="797"/>
                  </a:lnTo>
                  <a:lnTo>
                    <a:pt x="113" y="795"/>
                  </a:lnTo>
                  <a:lnTo>
                    <a:pt x="110" y="797"/>
                  </a:lnTo>
                  <a:lnTo>
                    <a:pt x="106" y="797"/>
                  </a:lnTo>
                  <a:lnTo>
                    <a:pt x="104" y="797"/>
                  </a:lnTo>
                  <a:lnTo>
                    <a:pt x="104" y="795"/>
                  </a:lnTo>
                  <a:lnTo>
                    <a:pt x="106" y="793"/>
                  </a:lnTo>
                  <a:lnTo>
                    <a:pt x="106" y="793"/>
                  </a:lnTo>
                  <a:lnTo>
                    <a:pt x="110" y="787"/>
                  </a:lnTo>
                  <a:lnTo>
                    <a:pt x="110" y="787"/>
                  </a:lnTo>
                  <a:lnTo>
                    <a:pt x="108" y="787"/>
                  </a:lnTo>
                  <a:lnTo>
                    <a:pt x="108" y="785"/>
                  </a:lnTo>
                  <a:lnTo>
                    <a:pt x="106" y="785"/>
                  </a:lnTo>
                  <a:lnTo>
                    <a:pt x="104" y="785"/>
                  </a:lnTo>
                  <a:lnTo>
                    <a:pt x="104" y="785"/>
                  </a:lnTo>
                  <a:lnTo>
                    <a:pt x="104" y="785"/>
                  </a:lnTo>
                  <a:lnTo>
                    <a:pt x="104" y="784"/>
                  </a:lnTo>
                  <a:lnTo>
                    <a:pt x="104" y="784"/>
                  </a:lnTo>
                  <a:lnTo>
                    <a:pt x="104" y="784"/>
                  </a:lnTo>
                  <a:lnTo>
                    <a:pt x="106" y="782"/>
                  </a:lnTo>
                  <a:lnTo>
                    <a:pt x="106" y="782"/>
                  </a:lnTo>
                  <a:lnTo>
                    <a:pt x="106" y="782"/>
                  </a:lnTo>
                  <a:lnTo>
                    <a:pt x="106" y="780"/>
                  </a:lnTo>
                  <a:lnTo>
                    <a:pt x="108" y="778"/>
                  </a:lnTo>
                  <a:lnTo>
                    <a:pt x="108" y="778"/>
                  </a:lnTo>
                  <a:lnTo>
                    <a:pt x="108" y="778"/>
                  </a:lnTo>
                  <a:lnTo>
                    <a:pt x="110" y="778"/>
                  </a:lnTo>
                  <a:lnTo>
                    <a:pt x="110" y="778"/>
                  </a:lnTo>
                  <a:lnTo>
                    <a:pt x="110" y="776"/>
                  </a:lnTo>
                  <a:lnTo>
                    <a:pt x="111" y="774"/>
                  </a:lnTo>
                  <a:lnTo>
                    <a:pt x="111" y="774"/>
                  </a:lnTo>
                  <a:lnTo>
                    <a:pt x="115" y="772"/>
                  </a:lnTo>
                  <a:lnTo>
                    <a:pt x="117" y="772"/>
                  </a:lnTo>
                  <a:lnTo>
                    <a:pt x="117" y="774"/>
                  </a:lnTo>
                  <a:lnTo>
                    <a:pt x="117" y="774"/>
                  </a:lnTo>
                  <a:lnTo>
                    <a:pt x="117" y="776"/>
                  </a:lnTo>
                  <a:lnTo>
                    <a:pt x="117" y="776"/>
                  </a:lnTo>
                  <a:lnTo>
                    <a:pt x="117" y="776"/>
                  </a:lnTo>
                  <a:lnTo>
                    <a:pt x="119" y="778"/>
                  </a:lnTo>
                  <a:lnTo>
                    <a:pt x="119" y="778"/>
                  </a:lnTo>
                  <a:lnTo>
                    <a:pt x="121" y="776"/>
                  </a:lnTo>
                  <a:lnTo>
                    <a:pt x="119" y="778"/>
                  </a:lnTo>
                  <a:lnTo>
                    <a:pt x="117" y="780"/>
                  </a:lnTo>
                  <a:lnTo>
                    <a:pt x="117" y="780"/>
                  </a:lnTo>
                  <a:lnTo>
                    <a:pt x="117" y="782"/>
                  </a:lnTo>
                  <a:lnTo>
                    <a:pt x="119" y="782"/>
                  </a:lnTo>
                  <a:lnTo>
                    <a:pt x="121" y="780"/>
                  </a:lnTo>
                  <a:lnTo>
                    <a:pt x="123" y="778"/>
                  </a:lnTo>
                  <a:lnTo>
                    <a:pt x="125" y="778"/>
                  </a:lnTo>
                  <a:lnTo>
                    <a:pt x="125" y="778"/>
                  </a:lnTo>
                  <a:lnTo>
                    <a:pt x="125" y="780"/>
                  </a:lnTo>
                  <a:lnTo>
                    <a:pt x="125" y="780"/>
                  </a:lnTo>
                  <a:lnTo>
                    <a:pt x="125" y="787"/>
                  </a:lnTo>
                  <a:lnTo>
                    <a:pt x="125" y="791"/>
                  </a:lnTo>
                  <a:lnTo>
                    <a:pt x="123" y="793"/>
                  </a:lnTo>
                  <a:lnTo>
                    <a:pt x="127" y="791"/>
                  </a:lnTo>
                  <a:lnTo>
                    <a:pt x="129" y="789"/>
                  </a:lnTo>
                  <a:lnTo>
                    <a:pt x="137" y="780"/>
                  </a:lnTo>
                  <a:lnTo>
                    <a:pt x="141" y="778"/>
                  </a:lnTo>
                  <a:lnTo>
                    <a:pt x="141" y="778"/>
                  </a:lnTo>
                  <a:lnTo>
                    <a:pt x="143" y="776"/>
                  </a:lnTo>
                  <a:lnTo>
                    <a:pt x="143" y="774"/>
                  </a:lnTo>
                  <a:lnTo>
                    <a:pt x="143" y="772"/>
                  </a:lnTo>
                  <a:lnTo>
                    <a:pt x="143" y="770"/>
                  </a:lnTo>
                  <a:lnTo>
                    <a:pt x="139" y="770"/>
                  </a:lnTo>
                  <a:lnTo>
                    <a:pt x="139" y="768"/>
                  </a:lnTo>
                  <a:lnTo>
                    <a:pt x="141" y="766"/>
                  </a:lnTo>
                  <a:lnTo>
                    <a:pt x="143" y="762"/>
                  </a:lnTo>
                  <a:lnTo>
                    <a:pt x="151" y="760"/>
                  </a:lnTo>
                  <a:lnTo>
                    <a:pt x="153" y="760"/>
                  </a:lnTo>
                  <a:lnTo>
                    <a:pt x="153" y="762"/>
                  </a:lnTo>
                  <a:lnTo>
                    <a:pt x="161" y="764"/>
                  </a:lnTo>
                  <a:lnTo>
                    <a:pt x="161" y="766"/>
                  </a:lnTo>
                  <a:lnTo>
                    <a:pt x="161" y="768"/>
                  </a:lnTo>
                  <a:lnTo>
                    <a:pt x="162" y="768"/>
                  </a:lnTo>
                  <a:lnTo>
                    <a:pt x="164" y="770"/>
                  </a:lnTo>
                  <a:lnTo>
                    <a:pt x="168" y="772"/>
                  </a:lnTo>
                  <a:lnTo>
                    <a:pt x="168" y="772"/>
                  </a:lnTo>
                  <a:lnTo>
                    <a:pt x="168" y="772"/>
                  </a:lnTo>
                  <a:lnTo>
                    <a:pt x="168" y="770"/>
                  </a:lnTo>
                  <a:lnTo>
                    <a:pt x="170" y="770"/>
                  </a:lnTo>
                  <a:lnTo>
                    <a:pt x="170" y="770"/>
                  </a:lnTo>
                  <a:lnTo>
                    <a:pt x="170" y="770"/>
                  </a:lnTo>
                  <a:lnTo>
                    <a:pt x="168" y="768"/>
                  </a:lnTo>
                  <a:lnTo>
                    <a:pt x="168" y="766"/>
                  </a:lnTo>
                  <a:lnTo>
                    <a:pt x="170" y="762"/>
                  </a:lnTo>
                  <a:lnTo>
                    <a:pt x="170" y="762"/>
                  </a:lnTo>
                  <a:lnTo>
                    <a:pt x="170" y="758"/>
                  </a:lnTo>
                  <a:lnTo>
                    <a:pt x="168" y="758"/>
                  </a:lnTo>
                  <a:lnTo>
                    <a:pt x="168" y="758"/>
                  </a:lnTo>
                  <a:lnTo>
                    <a:pt x="166" y="756"/>
                  </a:lnTo>
                  <a:lnTo>
                    <a:pt x="168" y="754"/>
                  </a:lnTo>
                  <a:lnTo>
                    <a:pt x="168" y="754"/>
                  </a:lnTo>
                  <a:lnTo>
                    <a:pt x="166" y="750"/>
                  </a:lnTo>
                  <a:lnTo>
                    <a:pt x="170" y="748"/>
                  </a:lnTo>
                  <a:lnTo>
                    <a:pt x="186" y="746"/>
                  </a:lnTo>
                  <a:lnTo>
                    <a:pt x="188" y="746"/>
                  </a:lnTo>
                  <a:lnTo>
                    <a:pt x="188" y="746"/>
                  </a:lnTo>
                  <a:lnTo>
                    <a:pt x="190" y="746"/>
                  </a:lnTo>
                  <a:lnTo>
                    <a:pt x="190" y="744"/>
                  </a:lnTo>
                  <a:lnTo>
                    <a:pt x="190" y="742"/>
                  </a:lnTo>
                  <a:lnTo>
                    <a:pt x="190" y="740"/>
                  </a:lnTo>
                  <a:lnTo>
                    <a:pt x="184" y="740"/>
                  </a:lnTo>
                  <a:lnTo>
                    <a:pt x="184" y="738"/>
                  </a:lnTo>
                  <a:lnTo>
                    <a:pt x="184" y="736"/>
                  </a:lnTo>
                  <a:lnTo>
                    <a:pt x="186" y="734"/>
                  </a:lnTo>
                  <a:lnTo>
                    <a:pt x="188" y="732"/>
                  </a:lnTo>
                  <a:lnTo>
                    <a:pt x="196" y="734"/>
                  </a:lnTo>
                  <a:lnTo>
                    <a:pt x="196" y="732"/>
                  </a:lnTo>
                  <a:lnTo>
                    <a:pt x="200" y="732"/>
                  </a:lnTo>
                  <a:lnTo>
                    <a:pt x="202" y="730"/>
                  </a:lnTo>
                  <a:lnTo>
                    <a:pt x="206" y="732"/>
                  </a:lnTo>
                  <a:lnTo>
                    <a:pt x="206" y="730"/>
                  </a:lnTo>
                  <a:lnTo>
                    <a:pt x="206" y="729"/>
                  </a:lnTo>
                  <a:lnTo>
                    <a:pt x="206" y="727"/>
                  </a:lnTo>
                  <a:lnTo>
                    <a:pt x="208" y="727"/>
                  </a:lnTo>
                  <a:lnTo>
                    <a:pt x="211" y="725"/>
                  </a:lnTo>
                  <a:lnTo>
                    <a:pt x="211" y="725"/>
                  </a:lnTo>
                  <a:lnTo>
                    <a:pt x="211" y="723"/>
                  </a:lnTo>
                  <a:lnTo>
                    <a:pt x="213" y="721"/>
                  </a:lnTo>
                  <a:lnTo>
                    <a:pt x="219" y="719"/>
                  </a:lnTo>
                  <a:lnTo>
                    <a:pt x="225" y="719"/>
                  </a:lnTo>
                  <a:lnTo>
                    <a:pt x="229" y="717"/>
                  </a:lnTo>
                  <a:lnTo>
                    <a:pt x="229" y="717"/>
                  </a:lnTo>
                  <a:lnTo>
                    <a:pt x="231" y="719"/>
                  </a:lnTo>
                  <a:lnTo>
                    <a:pt x="231" y="719"/>
                  </a:lnTo>
                  <a:lnTo>
                    <a:pt x="233" y="717"/>
                  </a:lnTo>
                  <a:lnTo>
                    <a:pt x="233" y="717"/>
                  </a:lnTo>
                  <a:lnTo>
                    <a:pt x="233" y="715"/>
                  </a:lnTo>
                  <a:lnTo>
                    <a:pt x="233" y="715"/>
                  </a:lnTo>
                  <a:lnTo>
                    <a:pt x="233" y="715"/>
                  </a:lnTo>
                  <a:lnTo>
                    <a:pt x="233" y="713"/>
                  </a:lnTo>
                  <a:lnTo>
                    <a:pt x="235" y="713"/>
                  </a:lnTo>
                  <a:lnTo>
                    <a:pt x="235" y="713"/>
                  </a:lnTo>
                  <a:lnTo>
                    <a:pt x="245" y="717"/>
                  </a:lnTo>
                  <a:lnTo>
                    <a:pt x="245" y="717"/>
                  </a:lnTo>
                  <a:lnTo>
                    <a:pt x="247" y="715"/>
                  </a:lnTo>
                  <a:lnTo>
                    <a:pt x="251" y="715"/>
                  </a:lnTo>
                  <a:lnTo>
                    <a:pt x="255" y="711"/>
                  </a:lnTo>
                  <a:lnTo>
                    <a:pt x="255" y="711"/>
                  </a:lnTo>
                  <a:lnTo>
                    <a:pt x="262" y="713"/>
                  </a:lnTo>
                  <a:lnTo>
                    <a:pt x="264" y="711"/>
                  </a:lnTo>
                  <a:lnTo>
                    <a:pt x="264" y="709"/>
                  </a:lnTo>
                  <a:lnTo>
                    <a:pt x="264" y="709"/>
                  </a:lnTo>
                  <a:lnTo>
                    <a:pt x="264" y="709"/>
                  </a:lnTo>
                  <a:lnTo>
                    <a:pt x="257" y="705"/>
                  </a:lnTo>
                  <a:lnTo>
                    <a:pt x="257" y="705"/>
                  </a:lnTo>
                  <a:lnTo>
                    <a:pt x="257" y="703"/>
                  </a:lnTo>
                  <a:lnTo>
                    <a:pt x="259" y="701"/>
                  </a:lnTo>
                  <a:lnTo>
                    <a:pt x="264" y="699"/>
                  </a:lnTo>
                  <a:lnTo>
                    <a:pt x="272" y="699"/>
                  </a:lnTo>
                  <a:lnTo>
                    <a:pt x="282" y="701"/>
                  </a:lnTo>
                  <a:lnTo>
                    <a:pt x="280" y="701"/>
                  </a:lnTo>
                  <a:lnTo>
                    <a:pt x="280" y="703"/>
                  </a:lnTo>
                  <a:lnTo>
                    <a:pt x="278" y="703"/>
                  </a:lnTo>
                  <a:lnTo>
                    <a:pt x="268" y="709"/>
                  </a:lnTo>
                  <a:lnTo>
                    <a:pt x="268" y="711"/>
                  </a:lnTo>
                  <a:lnTo>
                    <a:pt x="270" y="711"/>
                  </a:lnTo>
                  <a:lnTo>
                    <a:pt x="270" y="711"/>
                  </a:lnTo>
                  <a:lnTo>
                    <a:pt x="270" y="711"/>
                  </a:lnTo>
                  <a:lnTo>
                    <a:pt x="272" y="713"/>
                  </a:lnTo>
                  <a:lnTo>
                    <a:pt x="274" y="715"/>
                  </a:lnTo>
                  <a:lnTo>
                    <a:pt x="276" y="713"/>
                  </a:lnTo>
                  <a:lnTo>
                    <a:pt x="278" y="711"/>
                  </a:lnTo>
                  <a:lnTo>
                    <a:pt x="278" y="711"/>
                  </a:lnTo>
                  <a:lnTo>
                    <a:pt x="278" y="709"/>
                  </a:lnTo>
                  <a:lnTo>
                    <a:pt x="278" y="709"/>
                  </a:lnTo>
                  <a:lnTo>
                    <a:pt x="280" y="707"/>
                  </a:lnTo>
                  <a:lnTo>
                    <a:pt x="282" y="707"/>
                  </a:lnTo>
                  <a:lnTo>
                    <a:pt x="284" y="709"/>
                  </a:lnTo>
                  <a:lnTo>
                    <a:pt x="288" y="707"/>
                  </a:lnTo>
                  <a:lnTo>
                    <a:pt x="288" y="705"/>
                  </a:lnTo>
                  <a:lnTo>
                    <a:pt x="290" y="703"/>
                  </a:lnTo>
                  <a:lnTo>
                    <a:pt x="290" y="701"/>
                  </a:lnTo>
                  <a:lnTo>
                    <a:pt x="292" y="699"/>
                  </a:lnTo>
                  <a:lnTo>
                    <a:pt x="290" y="699"/>
                  </a:lnTo>
                  <a:lnTo>
                    <a:pt x="286" y="699"/>
                  </a:lnTo>
                  <a:lnTo>
                    <a:pt x="284" y="699"/>
                  </a:lnTo>
                  <a:lnTo>
                    <a:pt x="284" y="697"/>
                  </a:lnTo>
                  <a:lnTo>
                    <a:pt x="286" y="695"/>
                  </a:lnTo>
                  <a:lnTo>
                    <a:pt x="288" y="691"/>
                  </a:lnTo>
                  <a:lnTo>
                    <a:pt x="290" y="689"/>
                  </a:lnTo>
                  <a:lnTo>
                    <a:pt x="290" y="689"/>
                  </a:lnTo>
                  <a:lnTo>
                    <a:pt x="290" y="687"/>
                  </a:lnTo>
                  <a:lnTo>
                    <a:pt x="290" y="685"/>
                  </a:lnTo>
                  <a:lnTo>
                    <a:pt x="292" y="683"/>
                  </a:lnTo>
                  <a:lnTo>
                    <a:pt x="292" y="683"/>
                  </a:lnTo>
                  <a:lnTo>
                    <a:pt x="296" y="683"/>
                  </a:lnTo>
                  <a:lnTo>
                    <a:pt x="306" y="683"/>
                  </a:lnTo>
                  <a:lnTo>
                    <a:pt x="308" y="685"/>
                  </a:lnTo>
                  <a:lnTo>
                    <a:pt x="308" y="685"/>
                  </a:lnTo>
                  <a:lnTo>
                    <a:pt x="308" y="685"/>
                  </a:lnTo>
                  <a:lnTo>
                    <a:pt x="310" y="683"/>
                  </a:lnTo>
                  <a:lnTo>
                    <a:pt x="310" y="683"/>
                  </a:lnTo>
                  <a:lnTo>
                    <a:pt x="312" y="683"/>
                  </a:lnTo>
                  <a:lnTo>
                    <a:pt x="312" y="683"/>
                  </a:lnTo>
                  <a:lnTo>
                    <a:pt x="312" y="683"/>
                  </a:lnTo>
                  <a:lnTo>
                    <a:pt x="312" y="685"/>
                  </a:lnTo>
                  <a:lnTo>
                    <a:pt x="313" y="685"/>
                  </a:lnTo>
                  <a:lnTo>
                    <a:pt x="317" y="687"/>
                  </a:lnTo>
                  <a:lnTo>
                    <a:pt x="317" y="685"/>
                  </a:lnTo>
                  <a:lnTo>
                    <a:pt x="317" y="691"/>
                  </a:lnTo>
                  <a:lnTo>
                    <a:pt x="321" y="693"/>
                  </a:lnTo>
                  <a:lnTo>
                    <a:pt x="329" y="693"/>
                  </a:lnTo>
                  <a:lnTo>
                    <a:pt x="331" y="693"/>
                  </a:lnTo>
                  <a:lnTo>
                    <a:pt x="329" y="695"/>
                  </a:lnTo>
                  <a:lnTo>
                    <a:pt x="329" y="695"/>
                  </a:lnTo>
                  <a:lnTo>
                    <a:pt x="329" y="697"/>
                  </a:lnTo>
                  <a:lnTo>
                    <a:pt x="329" y="699"/>
                  </a:lnTo>
                  <a:lnTo>
                    <a:pt x="329" y="701"/>
                  </a:lnTo>
                  <a:lnTo>
                    <a:pt x="329" y="703"/>
                  </a:lnTo>
                  <a:lnTo>
                    <a:pt x="331" y="703"/>
                  </a:lnTo>
                  <a:lnTo>
                    <a:pt x="331" y="705"/>
                  </a:lnTo>
                  <a:lnTo>
                    <a:pt x="331" y="703"/>
                  </a:lnTo>
                  <a:lnTo>
                    <a:pt x="331" y="703"/>
                  </a:lnTo>
                  <a:lnTo>
                    <a:pt x="333" y="701"/>
                  </a:lnTo>
                  <a:lnTo>
                    <a:pt x="333" y="699"/>
                  </a:lnTo>
                  <a:lnTo>
                    <a:pt x="333" y="699"/>
                  </a:lnTo>
                  <a:lnTo>
                    <a:pt x="333" y="699"/>
                  </a:lnTo>
                  <a:lnTo>
                    <a:pt x="335" y="701"/>
                  </a:lnTo>
                  <a:lnTo>
                    <a:pt x="337" y="701"/>
                  </a:lnTo>
                  <a:lnTo>
                    <a:pt x="337" y="699"/>
                  </a:lnTo>
                  <a:lnTo>
                    <a:pt x="337" y="697"/>
                  </a:lnTo>
                  <a:lnTo>
                    <a:pt x="341" y="695"/>
                  </a:lnTo>
                  <a:lnTo>
                    <a:pt x="343" y="695"/>
                  </a:lnTo>
                  <a:lnTo>
                    <a:pt x="343" y="697"/>
                  </a:lnTo>
                  <a:lnTo>
                    <a:pt x="343" y="699"/>
                  </a:lnTo>
                  <a:lnTo>
                    <a:pt x="343" y="699"/>
                  </a:lnTo>
                  <a:lnTo>
                    <a:pt x="343" y="699"/>
                  </a:lnTo>
                  <a:lnTo>
                    <a:pt x="345" y="701"/>
                  </a:lnTo>
                  <a:lnTo>
                    <a:pt x="343" y="701"/>
                  </a:lnTo>
                  <a:lnTo>
                    <a:pt x="345" y="703"/>
                  </a:lnTo>
                  <a:lnTo>
                    <a:pt x="353" y="701"/>
                  </a:lnTo>
                  <a:lnTo>
                    <a:pt x="355" y="699"/>
                  </a:lnTo>
                  <a:lnTo>
                    <a:pt x="361" y="697"/>
                  </a:lnTo>
                  <a:lnTo>
                    <a:pt x="363" y="697"/>
                  </a:lnTo>
                  <a:lnTo>
                    <a:pt x="364" y="693"/>
                  </a:lnTo>
                  <a:lnTo>
                    <a:pt x="364" y="693"/>
                  </a:lnTo>
                  <a:lnTo>
                    <a:pt x="366" y="693"/>
                  </a:lnTo>
                  <a:lnTo>
                    <a:pt x="368" y="693"/>
                  </a:lnTo>
                  <a:lnTo>
                    <a:pt x="368" y="691"/>
                  </a:lnTo>
                  <a:lnTo>
                    <a:pt x="370" y="691"/>
                  </a:lnTo>
                  <a:lnTo>
                    <a:pt x="370" y="691"/>
                  </a:lnTo>
                  <a:lnTo>
                    <a:pt x="374" y="693"/>
                  </a:lnTo>
                  <a:lnTo>
                    <a:pt x="376" y="691"/>
                  </a:lnTo>
                  <a:lnTo>
                    <a:pt x="378" y="691"/>
                  </a:lnTo>
                  <a:lnTo>
                    <a:pt x="378" y="691"/>
                  </a:lnTo>
                  <a:lnTo>
                    <a:pt x="378" y="693"/>
                  </a:lnTo>
                  <a:lnTo>
                    <a:pt x="378" y="695"/>
                  </a:lnTo>
                  <a:lnTo>
                    <a:pt x="378" y="697"/>
                  </a:lnTo>
                  <a:lnTo>
                    <a:pt x="380" y="697"/>
                  </a:lnTo>
                  <a:lnTo>
                    <a:pt x="380" y="697"/>
                  </a:lnTo>
                  <a:lnTo>
                    <a:pt x="382" y="697"/>
                  </a:lnTo>
                  <a:lnTo>
                    <a:pt x="386" y="693"/>
                  </a:lnTo>
                  <a:lnTo>
                    <a:pt x="388" y="693"/>
                  </a:lnTo>
                  <a:lnTo>
                    <a:pt x="390" y="693"/>
                  </a:lnTo>
                  <a:lnTo>
                    <a:pt x="392" y="693"/>
                  </a:lnTo>
                  <a:lnTo>
                    <a:pt x="392" y="693"/>
                  </a:lnTo>
                  <a:lnTo>
                    <a:pt x="392" y="689"/>
                  </a:lnTo>
                  <a:lnTo>
                    <a:pt x="394" y="689"/>
                  </a:lnTo>
                  <a:lnTo>
                    <a:pt x="394" y="689"/>
                  </a:lnTo>
                  <a:lnTo>
                    <a:pt x="398" y="693"/>
                  </a:lnTo>
                  <a:lnTo>
                    <a:pt x="398" y="693"/>
                  </a:lnTo>
                  <a:lnTo>
                    <a:pt x="398" y="691"/>
                  </a:lnTo>
                  <a:lnTo>
                    <a:pt x="398" y="689"/>
                  </a:lnTo>
                  <a:lnTo>
                    <a:pt x="400" y="687"/>
                  </a:lnTo>
                  <a:lnTo>
                    <a:pt x="400" y="687"/>
                  </a:lnTo>
                  <a:lnTo>
                    <a:pt x="402" y="685"/>
                  </a:lnTo>
                  <a:lnTo>
                    <a:pt x="402" y="685"/>
                  </a:lnTo>
                  <a:lnTo>
                    <a:pt x="404" y="685"/>
                  </a:lnTo>
                  <a:lnTo>
                    <a:pt x="404" y="683"/>
                  </a:lnTo>
                  <a:lnTo>
                    <a:pt x="404" y="681"/>
                  </a:lnTo>
                  <a:lnTo>
                    <a:pt x="406" y="681"/>
                  </a:lnTo>
                  <a:lnTo>
                    <a:pt x="410" y="679"/>
                  </a:lnTo>
                  <a:lnTo>
                    <a:pt x="412" y="679"/>
                  </a:lnTo>
                  <a:lnTo>
                    <a:pt x="412" y="681"/>
                  </a:lnTo>
                  <a:lnTo>
                    <a:pt x="412" y="683"/>
                  </a:lnTo>
                  <a:lnTo>
                    <a:pt x="414" y="683"/>
                  </a:lnTo>
                  <a:lnTo>
                    <a:pt x="414" y="683"/>
                  </a:lnTo>
                  <a:lnTo>
                    <a:pt x="415" y="683"/>
                  </a:lnTo>
                  <a:lnTo>
                    <a:pt x="417" y="681"/>
                  </a:lnTo>
                  <a:lnTo>
                    <a:pt x="421" y="679"/>
                  </a:lnTo>
                  <a:lnTo>
                    <a:pt x="421" y="679"/>
                  </a:lnTo>
                  <a:lnTo>
                    <a:pt x="423" y="676"/>
                  </a:lnTo>
                  <a:lnTo>
                    <a:pt x="423" y="676"/>
                  </a:lnTo>
                  <a:lnTo>
                    <a:pt x="427" y="674"/>
                  </a:lnTo>
                  <a:lnTo>
                    <a:pt x="429" y="674"/>
                  </a:lnTo>
                  <a:lnTo>
                    <a:pt x="439" y="681"/>
                  </a:lnTo>
                  <a:lnTo>
                    <a:pt x="441" y="681"/>
                  </a:lnTo>
                  <a:lnTo>
                    <a:pt x="441" y="679"/>
                  </a:lnTo>
                  <a:lnTo>
                    <a:pt x="441" y="677"/>
                  </a:lnTo>
                  <a:lnTo>
                    <a:pt x="441" y="677"/>
                  </a:lnTo>
                  <a:lnTo>
                    <a:pt x="441" y="676"/>
                  </a:lnTo>
                  <a:lnTo>
                    <a:pt x="439" y="676"/>
                  </a:lnTo>
                  <a:lnTo>
                    <a:pt x="439" y="676"/>
                  </a:lnTo>
                  <a:lnTo>
                    <a:pt x="439" y="674"/>
                  </a:lnTo>
                  <a:lnTo>
                    <a:pt x="439" y="672"/>
                  </a:lnTo>
                  <a:lnTo>
                    <a:pt x="439" y="672"/>
                  </a:lnTo>
                  <a:lnTo>
                    <a:pt x="439" y="668"/>
                  </a:lnTo>
                  <a:lnTo>
                    <a:pt x="439" y="666"/>
                  </a:lnTo>
                  <a:lnTo>
                    <a:pt x="437" y="662"/>
                  </a:lnTo>
                  <a:lnTo>
                    <a:pt x="437" y="662"/>
                  </a:lnTo>
                  <a:lnTo>
                    <a:pt x="437" y="660"/>
                  </a:lnTo>
                  <a:lnTo>
                    <a:pt x="437" y="660"/>
                  </a:lnTo>
                  <a:lnTo>
                    <a:pt x="439" y="658"/>
                  </a:lnTo>
                  <a:lnTo>
                    <a:pt x="441" y="656"/>
                  </a:lnTo>
                  <a:lnTo>
                    <a:pt x="443" y="654"/>
                  </a:lnTo>
                  <a:lnTo>
                    <a:pt x="449" y="654"/>
                  </a:lnTo>
                  <a:lnTo>
                    <a:pt x="449" y="654"/>
                  </a:lnTo>
                  <a:lnTo>
                    <a:pt x="453" y="650"/>
                  </a:lnTo>
                  <a:lnTo>
                    <a:pt x="455" y="650"/>
                  </a:lnTo>
                  <a:lnTo>
                    <a:pt x="455" y="650"/>
                  </a:lnTo>
                  <a:lnTo>
                    <a:pt x="457" y="650"/>
                  </a:lnTo>
                  <a:lnTo>
                    <a:pt x="457" y="648"/>
                  </a:lnTo>
                  <a:lnTo>
                    <a:pt x="459" y="646"/>
                  </a:lnTo>
                  <a:lnTo>
                    <a:pt x="459" y="644"/>
                  </a:lnTo>
                  <a:lnTo>
                    <a:pt x="459" y="644"/>
                  </a:lnTo>
                  <a:lnTo>
                    <a:pt x="461" y="642"/>
                  </a:lnTo>
                  <a:lnTo>
                    <a:pt x="464" y="642"/>
                  </a:lnTo>
                  <a:lnTo>
                    <a:pt x="466" y="642"/>
                  </a:lnTo>
                  <a:lnTo>
                    <a:pt x="466" y="642"/>
                  </a:lnTo>
                  <a:lnTo>
                    <a:pt x="466" y="640"/>
                  </a:lnTo>
                  <a:lnTo>
                    <a:pt x="466" y="640"/>
                  </a:lnTo>
                  <a:lnTo>
                    <a:pt x="466" y="638"/>
                  </a:lnTo>
                  <a:lnTo>
                    <a:pt x="474" y="638"/>
                  </a:lnTo>
                  <a:lnTo>
                    <a:pt x="476" y="634"/>
                  </a:lnTo>
                  <a:lnTo>
                    <a:pt x="476" y="634"/>
                  </a:lnTo>
                  <a:lnTo>
                    <a:pt x="484" y="636"/>
                  </a:lnTo>
                  <a:lnTo>
                    <a:pt x="488" y="632"/>
                  </a:lnTo>
                  <a:lnTo>
                    <a:pt x="490" y="632"/>
                  </a:lnTo>
                  <a:lnTo>
                    <a:pt x="492" y="630"/>
                  </a:lnTo>
                  <a:lnTo>
                    <a:pt x="496" y="630"/>
                  </a:lnTo>
                  <a:close/>
                  <a:moveTo>
                    <a:pt x="341" y="183"/>
                  </a:moveTo>
                  <a:lnTo>
                    <a:pt x="341" y="183"/>
                  </a:lnTo>
                  <a:lnTo>
                    <a:pt x="341" y="185"/>
                  </a:lnTo>
                  <a:lnTo>
                    <a:pt x="341" y="185"/>
                  </a:lnTo>
                  <a:lnTo>
                    <a:pt x="341" y="185"/>
                  </a:lnTo>
                  <a:lnTo>
                    <a:pt x="341" y="187"/>
                  </a:lnTo>
                  <a:lnTo>
                    <a:pt x="341" y="191"/>
                  </a:lnTo>
                  <a:lnTo>
                    <a:pt x="343" y="192"/>
                  </a:lnTo>
                  <a:lnTo>
                    <a:pt x="343" y="192"/>
                  </a:lnTo>
                  <a:lnTo>
                    <a:pt x="343" y="192"/>
                  </a:lnTo>
                  <a:lnTo>
                    <a:pt x="345" y="194"/>
                  </a:lnTo>
                  <a:lnTo>
                    <a:pt x="345" y="196"/>
                  </a:lnTo>
                  <a:lnTo>
                    <a:pt x="343" y="198"/>
                  </a:lnTo>
                  <a:lnTo>
                    <a:pt x="343" y="198"/>
                  </a:lnTo>
                  <a:lnTo>
                    <a:pt x="341" y="198"/>
                  </a:lnTo>
                  <a:lnTo>
                    <a:pt x="339" y="196"/>
                  </a:lnTo>
                  <a:lnTo>
                    <a:pt x="339" y="194"/>
                  </a:lnTo>
                  <a:lnTo>
                    <a:pt x="339" y="192"/>
                  </a:lnTo>
                  <a:lnTo>
                    <a:pt x="337" y="191"/>
                  </a:lnTo>
                  <a:lnTo>
                    <a:pt x="337" y="189"/>
                  </a:lnTo>
                  <a:lnTo>
                    <a:pt x="329" y="189"/>
                  </a:lnTo>
                  <a:lnTo>
                    <a:pt x="329" y="187"/>
                  </a:lnTo>
                  <a:lnTo>
                    <a:pt x="341" y="183"/>
                  </a:lnTo>
                  <a:close/>
                  <a:moveTo>
                    <a:pt x="368" y="169"/>
                  </a:moveTo>
                  <a:lnTo>
                    <a:pt x="368" y="171"/>
                  </a:lnTo>
                  <a:lnTo>
                    <a:pt x="374" y="173"/>
                  </a:lnTo>
                  <a:lnTo>
                    <a:pt x="374" y="175"/>
                  </a:lnTo>
                  <a:lnTo>
                    <a:pt x="374" y="177"/>
                  </a:lnTo>
                  <a:lnTo>
                    <a:pt x="374" y="177"/>
                  </a:lnTo>
                  <a:lnTo>
                    <a:pt x="374" y="179"/>
                  </a:lnTo>
                  <a:lnTo>
                    <a:pt x="374" y="181"/>
                  </a:lnTo>
                  <a:lnTo>
                    <a:pt x="372" y="181"/>
                  </a:lnTo>
                  <a:lnTo>
                    <a:pt x="372" y="183"/>
                  </a:lnTo>
                  <a:lnTo>
                    <a:pt x="372" y="183"/>
                  </a:lnTo>
                  <a:lnTo>
                    <a:pt x="372" y="185"/>
                  </a:lnTo>
                  <a:lnTo>
                    <a:pt x="372" y="185"/>
                  </a:lnTo>
                  <a:lnTo>
                    <a:pt x="372" y="187"/>
                  </a:lnTo>
                  <a:lnTo>
                    <a:pt x="374" y="187"/>
                  </a:lnTo>
                  <a:lnTo>
                    <a:pt x="374" y="189"/>
                  </a:lnTo>
                  <a:lnTo>
                    <a:pt x="372" y="189"/>
                  </a:lnTo>
                  <a:lnTo>
                    <a:pt x="368" y="192"/>
                  </a:lnTo>
                  <a:lnTo>
                    <a:pt x="363" y="194"/>
                  </a:lnTo>
                  <a:lnTo>
                    <a:pt x="361" y="192"/>
                  </a:lnTo>
                  <a:lnTo>
                    <a:pt x="361" y="192"/>
                  </a:lnTo>
                  <a:lnTo>
                    <a:pt x="359" y="194"/>
                  </a:lnTo>
                  <a:lnTo>
                    <a:pt x="359" y="196"/>
                  </a:lnTo>
                  <a:lnTo>
                    <a:pt x="357" y="196"/>
                  </a:lnTo>
                  <a:lnTo>
                    <a:pt x="353" y="194"/>
                  </a:lnTo>
                  <a:lnTo>
                    <a:pt x="353" y="192"/>
                  </a:lnTo>
                  <a:lnTo>
                    <a:pt x="353" y="192"/>
                  </a:lnTo>
                  <a:lnTo>
                    <a:pt x="355" y="191"/>
                  </a:lnTo>
                  <a:lnTo>
                    <a:pt x="353" y="191"/>
                  </a:lnTo>
                  <a:lnTo>
                    <a:pt x="351" y="185"/>
                  </a:lnTo>
                  <a:lnTo>
                    <a:pt x="347" y="181"/>
                  </a:lnTo>
                  <a:lnTo>
                    <a:pt x="345" y="179"/>
                  </a:lnTo>
                  <a:lnTo>
                    <a:pt x="347" y="177"/>
                  </a:lnTo>
                  <a:lnTo>
                    <a:pt x="347" y="175"/>
                  </a:lnTo>
                  <a:lnTo>
                    <a:pt x="359" y="171"/>
                  </a:lnTo>
                  <a:lnTo>
                    <a:pt x="368" y="169"/>
                  </a:lnTo>
                  <a:close/>
                  <a:moveTo>
                    <a:pt x="380" y="161"/>
                  </a:moveTo>
                  <a:lnTo>
                    <a:pt x="384" y="161"/>
                  </a:lnTo>
                  <a:lnTo>
                    <a:pt x="384" y="163"/>
                  </a:lnTo>
                  <a:lnTo>
                    <a:pt x="386" y="165"/>
                  </a:lnTo>
                  <a:lnTo>
                    <a:pt x="386" y="167"/>
                  </a:lnTo>
                  <a:lnTo>
                    <a:pt x="386" y="169"/>
                  </a:lnTo>
                  <a:lnTo>
                    <a:pt x="386" y="169"/>
                  </a:lnTo>
                  <a:lnTo>
                    <a:pt x="384" y="169"/>
                  </a:lnTo>
                  <a:lnTo>
                    <a:pt x="380" y="167"/>
                  </a:lnTo>
                  <a:lnTo>
                    <a:pt x="378" y="163"/>
                  </a:lnTo>
                  <a:lnTo>
                    <a:pt x="378" y="163"/>
                  </a:lnTo>
                  <a:lnTo>
                    <a:pt x="380" y="161"/>
                  </a:lnTo>
                  <a:close/>
                  <a:moveTo>
                    <a:pt x="294" y="114"/>
                  </a:moveTo>
                  <a:lnTo>
                    <a:pt x="300" y="118"/>
                  </a:lnTo>
                  <a:lnTo>
                    <a:pt x="304" y="122"/>
                  </a:lnTo>
                  <a:lnTo>
                    <a:pt x="306" y="120"/>
                  </a:lnTo>
                  <a:lnTo>
                    <a:pt x="308" y="116"/>
                  </a:lnTo>
                  <a:lnTo>
                    <a:pt x="308" y="116"/>
                  </a:lnTo>
                  <a:lnTo>
                    <a:pt x="315" y="118"/>
                  </a:lnTo>
                  <a:lnTo>
                    <a:pt x="317" y="122"/>
                  </a:lnTo>
                  <a:lnTo>
                    <a:pt x="315" y="128"/>
                  </a:lnTo>
                  <a:lnTo>
                    <a:pt x="315" y="128"/>
                  </a:lnTo>
                  <a:lnTo>
                    <a:pt x="313" y="132"/>
                  </a:lnTo>
                  <a:lnTo>
                    <a:pt x="313" y="134"/>
                  </a:lnTo>
                  <a:lnTo>
                    <a:pt x="312" y="138"/>
                  </a:lnTo>
                  <a:lnTo>
                    <a:pt x="312" y="139"/>
                  </a:lnTo>
                  <a:lnTo>
                    <a:pt x="312" y="139"/>
                  </a:lnTo>
                  <a:lnTo>
                    <a:pt x="312" y="141"/>
                  </a:lnTo>
                  <a:lnTo>
                    <a:pt x="313" y="141"/>
                  </a:lnTo>
                  <a:lnTo>
                    <a:pt x="312" y="143"/>
                  </a:lnTo>
                  <a:lnTo>
                    <a:pt x="312" y="145"/>
                  </a:lnTo>
                  <a:lnTo>
                    <a:pt x="312" y="145"/>
                  </a:lnTo>
                  <a:lnTo>
                    <a:pt x="310" y="147"/>
                  </a:lnTo>
                  <a:lnTo>
                    <a:pt x="308" y="149"/>
                  </a:lnTo>
                  <a:lnTo>
                    <a:pt x="308" y="151"/>
                  </a:lnTo>
                  <a:lnTo>
                    <a:pt x="308" y="153"/>
                  </a:lnTo>
                  <a:lnTo>
                    <a:pt x="310" y="155"/>
                  </a:lnTo>
                  <a:lnTo>
                    <a:pt x="308" y="157"/>
                  </a:lnTo>
                  <a:lnTo>
                    <a:pt x="306" y="159"/>
                  </a:lnTo>
                  <a:lnTo>
                    <a:pt x="302" y="161"/>
                  </a:lnTo>
                  <a:lnTo>
                    <a:pt x="294" y="157"/>
                  </a:lnTo>
                  <a:lnTo>
                    <a:pt x="286" y="155"/>
                  </a:lnTo>
                  <a:lnTo>
                    <a:pt x="278" y="153"/>
                  </a:lnTo>
                  <a:lnTo>
                    <a:pt x="274" y="147"/>
                  </a:lnTo>
                  <a:lnTo>
                    <a:pt x="274" y="147"/>
                  </a:lnTo>
                  <a:lnTo>
                    <a:pt x="284" y="138"/>
                  </a:lnTo>
                  <a:lnTo>
                    <a:pt x="286" y="136"/>
                  </a:lnTo>
                  <a:lnTo>
                    <a:pt x="284" y="134"/>
                  </a:lnTo>
                  <a:lnTo>
                    <a:pt x="284" y="134"/>
                  </a:lnTo>
                  <a:lnTo>
                    <a:pt x="286" y="132"/>
                  </a:lnTo>
                  <a:lnTo>
                    <a:pt x="286" y="130"/>
                  </a:lnTo>
                  <a:lnTo>
                    <a:pt x="286" y="130"/>
                  </a:lnTo>
                  <a:lnTo>
                    <a:pt x="286" y="128"/>
                  </a:lnTo>
                  <a:lnTo>
                    <a:pt x="286" y="126"/>
                  </a:lnTo>
                  <a:lnTo>
                    <a:pt x="286" y="124"/>
                  </a:lnTo>
                  <a:lnTo>
                    <a:pt x="288" y="122"/>
                  </a:lnTo>
                  <a:lnTo>
                    <a:pt x="288" y="120"/>
                  </a:lnTo>
                  <a:lnTo>
                    <a:pt x="288" y="120"/>
                  </a:lnTo>
                  <a:lnTo>
                    <a:pt x="288" y="118"/>
                  </a:lnTo>
                  <a:lnTo>
                    <a:pt x="288" y="118"/>
                  </a:lnTo>
                  <a:lnTo>
                    <a:pt x="288" y="116"/>
                  </a:lnTo>
                  <a:lnTo>
                    <a:pt x="290" y="116"/>
                  </a:lnTo>
                  <a:lnTo>
                    <a:pt x="294" y="114"/>
                  </a:lnTo>
                  <a:close/>
                  <a:moveTo>
                    <a:pt x="157" y="114"/>
                  </a:moveTo>
                  <a:lnTo>
                    <a:pt x="159" y="114"/>
                  </a:lnTo>
                  <a:lnTo>
                    <a:pt x="159" y="116"/>
                  </a:lnTo>
                  <a:lnTo>
                    <a:pt x="159" y="118"/>
                  </a:lnTo>
                  <a:lnTo>
                    <a:pt x="159" y="120"/>
                  </a:lnTo>
                  <a:lnTo>
                    <a:pt x="162" y="122"/>
                  </a:lnTo>
                  <a:lnTo>
                    <a:pt x="162" y="124"/>
                  </a:lnTo>
                  <a:lnTo>
                    <a:pt x="161" y="124"/>
                  </a:lnTo>
                  <a:lnTo>
                    <a:pt x="161" y="126"/>
                  </a:lnTo>
                  <a:lnTo>
                    <a:pt x="161" y="128"/>
                  </a:lnTo>
                  <a:lnTo>
                    <a:pt x="159" y="128"/>
                  </a:lnTo>
                  <a:lnTo>
                    <a:pt x="159" y="130"/>
                  </a:lnTo>
                  <a:lnTo>
                    <a:pt x="159" y="132"/>
                  </a:lnTo>
                  <a:lnTo>
                    <a:pt x="159" y="134"/>
                  </a:lnTo>
                  <a:lnTo>
                    <a:pt x="161" y="134"/>
                  </a:lnTo>
                  <a:lnTo>
                    <a:pt x="162" y="136"/>
                  </a:lnTo>
                  <a:lnTo>
                    <a:pt x="161" y="138"/>
                  </a:lnTo>
                  <a:lnTo>
                    <a:pt x="161" y="138"/>
                  </a:lnTo>
                  <a:lnTo>
                    <a:pt x="161" y="138"/>
                  </a:lnTo>
                  <a:lnTo>
                    <a:pt x="162" y="139"/>
                  </a:lnTo>
                  <a:lnTo>
                    <a:pt x="162" y="141"/>
                  </a:lnTo>
                  <a:lnTo>
                    <a:pt x="162" y="143"/>
                  </a:lnTo>
                  <a:lnTo>
                    <a:pt x="161" y="143"/>
                  </a:lnTo>
                  <a:lnTo>
                    <a:pt x="151" y="138"/>
                  </a:lnTo>
                  <a:lnTo>
                    <a:pt x="139" y="132"/>
                  </a:lnTo>
                  <a:lnTo>
                    <a:pt x="129" y="126"/>
                  </a:lnTo>
                  <a:lnTo>
                    <a:pt x="129" y="124"/>
                  </a:lnTo>
                  <a:lnTo>
                    <a:pt x="129" y="124"/>
                  </a:lnTo>
                  <a:lnTo>
                    <a:pt x="135" y="124"/>
                  </a:lnTo>
                  <a:lnTo>
                    <a:pt x="143" y="128"/>
                  </a:lnTo>
                  <a:lnTo>
                    <a:pt x="143" y="126"/>
                  </a:lnTo>
                  <a:lnTo>
                    <a:pt x="147" y="122"/>
                  </a:lnTo>
                  <a:lnTo>
                    <a:pt x="147" y="120"/>
                  </a:lnTo>
                  <a:lnTo>
                    <a:pt x="149" y="118"/>
                  </a:lnTo>
                  <a:lnTo>
                    <a:pt x="153" y="118"/>
                  </a:lnTo>
                  <a:lnTo>
                    <a:pt x="157" y="114"/>
                  </a:lnTo>
                  <a:close/>
                  <a:moveTo>
                    <a:pt x="272" y="112"/>
                  </a:moveTo>
                  <a:lnTo>
                    <a:pt x="274" y="112"/>
                  </a:lnTo>
                  <a:lnTo>
                    <a:pt x="274" y="112"/>
                  </a:lnTo>
                  <a:lnTo>
                    <a:pt x="274" y="112"/>
                  </a:lnTo>
                  <a:lnTo>
                    <a:pt x="276" y="116"/>
                  </a:lnTo>
                  <a:lnTo>
                    <a:pt x="276" y="116"/>
                  </a:lnTo>
                  <a:lnTo>
                    <a:pt x="276" y="116"/>
                  </a:lnTo>
                  <a:lnTo>
                    <a:pt x="276" y="118"/>
                  </a:lnTo>
                  <a:lnTo>
                    <a:pt x="276" y="118"/>
                  </a:lnTo>
                  <a:lnTo>
                    <a:pt x="276" y="120"/>
                  </a:lnTo>
                  <a:lnTo>
                    <a:pt x="274" y="120"/>
                  </a:lnTo>
                  <a:lnTo>
                    <a:pt x="274" y="122"/>
                  </a:lnTo>
                  <a:lnTo>
                    <a:pt x="272" y="124"/>
                  </a:lnTo>
                  <a:lnTo>
                    <a:pt x="268" y="124"/>
                  </a:lnTo>
                  <a:lnTo>
                    <a:pt x="266" y="126"/>
                  </a:lnTo>
                  <a:lnTo>
                    <a:pt x="266" y="126"/>
                  </a:lnTo>
                  <a:lnTo>
                    <a:pt x="262" y="126"/>
                  </a:lnTo>
                  <a:lnTo>
                    <a:pt x="262" y="126"/>
                  </a:lnTo>
                  <a:lnTo>
                    <a:pt x="261" y="124"/>
                  </a:lnTo>
                  <a:lnTo>
                    <a:pt x="261" y="124"/>
                  </a:lnTo>
                  <a:lnTo>
                    <a:pt x="261" y="124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1" y="120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6" y="118"/>
                  </a:lnTo>
                  <a:lnTo>
                    <a:pt x="266" y="118"/>
                  </a:lnTo>
                  <a:lnTo>
                    <a:pt x="266" y="118"/>
                  </a:lnTo>
                  <a:lnTo>
                    <a:pt x="266" y="118"/>
                  </a:lnTo>
                  <a:lnTo>
                    <a:pt x="264" y="116"/>
                  </a:lnTo>
                  <a:lnTo>
                    <a:pt x="264" y="116"/>
                  </a:lnTo>
                  <a:lnTo>
                    <a:pt x="266" y="114"/>
                  </a:lnTo>
                  <a:lnTo>
                    <a:pt x="272" y="112"/>
                  </a:lnTo>
                  <a:close/>
                  <a:moveTo>
                    <a:pt x="245" y="108"/>
                  </a:moveTo>
                  <a:lnTo>
                    <a:pt x="245" y="108"/>
                  </a:lnTo>
                  <a:lnTo>
                    <a:pt x="247" y="108"/>
                  </a:lnTo>
                  <a:lnTo>
                    <a:pt x="249" y="112"/>
                  </a:lnTo>
                  <a:lnTo>
                    <a:pt x="249" y="112"/>
                  </a:lnTo>
                  <a:lnTo>
                    <a:pt x="249" y="114"/>
                  </a:lnTo>
                  <a:lnTo>
                    <a:pt x="249" y="114"/>
                  </a:lnTo>
                  <a:lnTo>
                    <a:pt x="249" y="116"/>
                  </a:lnTo>
                  <a:lnTo>
                    <a:pt x="247" y="116"/>
                  </a:lnTo>
                  <a:lnTo>
                    <a:pt x="247" y="116"/>
                  </a:lnTo>
                  <a:lnTo>
                    <a:pt x="247" y="118"/>
                  </a:lnTo>
                  <a:lnTo>
                    <a:pt x="247" y="120"/>
                  </a:lnTo>
                  <a:lnTo>
                    <a:pt x="247" y="122"/>
                  </a:lnTo>
                  <a:lnTo>
                    <a:pt x="245" y="124"/>
                  </a:lnTo>
                  <a:lnTo>
                    <a:pt x="243" y="124"/>
                  </a:lnTo>
                  <a:lnTo>
                    <a:pt x="241" y="124"/>
                  </a:lnTo>
                  <a:lnTo>
                    <a:pt x="241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2"/>
                  </a:lnTo>
                  <a:lnTo>
                    <a:pt x="239" y="122"/>
                  </a:lnTo>
                  <a:lnTo>
                    <a:pt x="239" y="122"/>
                  </a:lnTo>
                  <a:lnTo>
                    <a:pt x="239" y="120"/>
                  </a:lnTo>
                  <a:lnTo>
                    <a:pt x="241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6"/>
                  </a:lnTo>
                  <a:lnTo>
                    <a:pt x="241" y="116"/>
                  </a:lnTo>
                  <a:lnTo>
                    <a:pt x="241" y="116"/>
                  </a:lnTo>
                  <a:lnTo>
                    <a:pt x="241" y="114"/>
                  </a:lnTo>
                  <a:lnTo>
                    <a:pt x="241" y="112"/>
                  </a:lnTo>
                  <a:lnTo>
                    <a:pt x="241" y="110"/>
                  </a:lnTo>
                  <a:lnTo>
                    <a:pt x="243" y="110"/>
                  </a:lnTo>
                  <a:lnTo>
                    <a:pt x="245" y="108"/>
                  </a:lnTo>
                  <a:close/>
                  <a:moveTo>
                    <a:pt x="317" y="100"/>
                  </a:moveTo>
                  <a:lnTo>
                    <a:pt x="327" y="104"/>
                  </a:lnTo>
                  <a:lnTo>
                    <a:pt x="335" y="106"/>
                  </a:lnTo>
                  <a:lnTo>
                    <a:pt x="345" y="108"/>
                  </a:lnTo>
                  <a:lnTo>
                    <a:pt x="355" y="112"/>
                  </a:lnTo>
                  <a:lnTo>
                    <a:pt x="357" y="114"/>
                  </a:lnTo>
                  <a:lnTo>
                    <a:pt x="359" y="116"/>
                  </a:lnTo>
                  <a:lnTo>
                    <a:pt x="361" y="120"/>
                  </a:lnTo>
                  <a:lnTo>
                    <a:pt x="363" y="120"/>
                  </a:lnTo>
                  <a:lnTo>
                    <a:pt x="368" y="130"/>
                  </a:lnTo>
                  <a:lnTo>
                    <a:pt x="368" y="130"/>
                  </a:lnTo>
                  <a:lnTo>
                    <a:pt x="368" y="132"/>
                  </a:lnTo>
                  <a:lnTo>
                    <a:pt x="368" y="136"/>
                  </a:lnTo>
                  <a:lnTo>
                    <a:pt x="368" y="138"/>
                  </a:lnTo>
                  <a:lnTo>
                    <a:pt x="361" y="134"/>
                  </a:lnTo>
                  <a:lnTo>
                    <a:pt x="353" y="132"/>
                  </a:lnTo>
                  <a:lnTo>
                    <a:pt x="353" y="134"/>
                  </a:lnTo>
                  <a:lnTo>
                    <a:pt x="351" y="134"/>
                  </a:lnTo>
                  <a:lnTo>
                    <a:pt x="349" y="134"/>
                  </a:lnTo>
                  <a:lnTo>
                    <a:pt x="347" y="134"/>
                  </a:lnTo>
                  <a:lnTo>
                    <a:pt x="345" y="136"/>
                  </a:lnTo>
                  <a:lnTo>
                    <a:pt x="341" y="136"/>
                  </a:lnTo>
                  <a:lnTo>
                    <a:pt x="341" y="138"/>
                  </a:lnTo>
                  <a:lnTo>
                    <a:pt x="339" y="138"/>
                  </a:lnTo>
                  <a:lnTo>
                    <a:pt x="339" y="138"/>
                  </a:lnTo>
                  <a:lnTo>
                    <a:pt x="337" y="139"/>
                  </a:lnTo>
                  <a:lnTo>
                    <a:pt x="337" y="139"/>
                  </a:lnTo>
                  <a:lnTo>
                    <a:pt x="337" y="141"/>
                  </a:lnTo>
                  <a:lnTo>
                    <a:pt x="337" y="143"/>
                  </a:lnTo>
                  <a:lnTo>
                    <a:pt x="345" y="145"/>
                  </a:lnTo>
                  <a:lnTo>
                    <a:pt x="345" y="145"/>
                  </a:lnTo>
                  <a:lnTo>
                    <a:pt x="345" y="147"/>
                  </a:lnTo>
                  <a:lnTo>
                    <a:pt x="345" y="149"/>
                  </a:lnTo>
                  <a:lnTo>
                    <a:pt x="343" y="153"/>
                  </a:lnTo>
                  <a:lnTo>
                    <a:pt x="343" y="153"/>
                  </a:lnTo>
                  <a:lnTo>
                    <a:pt x="343" y="153"/>
                  </a:lnTo>
                  <a:lnTo>
                    <a:pt x="343" y="155"/>
                  </a:lnTo>
                  <a:lnTo>
                    <a:pt x="339" y="151"/>
                  </a:lnTo>
                  <a:lnTo>
                    <a:pt x="335" y="151"/>
                  </a:lnTo>
                  <a:lnTo>
                    <a:pt x="335" y="151"/>
                  </a:lnTo>
                  <a:lnTo>
                    <a:pt x="335" y="151"/>
                  </a:lnTo>
                  <a:lnTo>
                    <a:pt x="335" y="149"/>
                  </a:lnTo>
                  <a:lnTo>
                    <a:pt x="335" y="149"/>
                  </a:lnTo>
                  <a:lnTo>
                    <a:pt x="335" y="147"/>
                  </a:lnTo>
                  <a:lnTo>
                    <a:pt x="335" y="147"/>
                  </a:lnTo>
                  <a:lnTo>
                    <a:pt x="335" y="147"/>
                  </a:lnTo>
                  <a:lnTo>
                    <a:pt x="331" y="147"/>
                  </a:lnTo>
                  <a:lnTo>
                    <a:pt x="331" y="149"/>
                  </a:lnTo>
                  <a:lnTo>
                    <a:pt x="331" y="149"/>
                  </a:lnTo>
                  <a:lnTo>
                    <a:pt x="329" y="151"/>
                  </a:lnTo>
                  <a:lnTo>
                    <a:pt x="329" y="153"/>
                  </a:lnTo>
                  <a:lnTo>
                    <a:pt x="331" y="153"/>
                  </a:lnTo>
                  <a:lnTo>
                    <a:pt x="331" y="155"/>
                  </a:lnTo>
                  <a:lnTo>
                    <a:pt x="331" y="157"/>
                  </a:lnTo>
                  <a:lnTo>
                    <a:pt x="329" y="159"/>
                  </a:lnTo>
                  <a:lnTo>
                    <a:pt x="329" y="159"/>
                  </a:lnTo>
                  <a:lnTo>
                    <a:pt x="331" y="161"/>
                  </a:lnTo>
                  <a:lnTo>
                    <a:pt x="329" y="163"/>
                  </a:lnTo>
                  <a:lnTo>
                    <a:pt x="323" y="161"/>
                  </a:lnTo>
                  <a:lnTo>
                    <a:pt x="319" y="155"/>
                  </a:lnTo>
                  <a:lnTo>
                    <a:pt x="319" y="155"/>
                  </a:lnTo>
                  <a:lnTo>
                    <a:pt x="317" y="155"/>
                  </a:lnTo>
                  <a:lnTo>
                    <a:pt x="315" y="153"/>
                  </a:lnTo>
                  <a:lnTo>
                    <a:pt x="315" y="151"/>
                  </a:lnTo>
                  <a:lnTo>
                    <a:pt x="315" y="147"/>
                  </a:lnTo>
                  <a:lnTo>
                    <a:pt x="315" y="147"/>
                  </a:lnTo>
                  <a:lnTo>
                    <a:pt x="315" y="145"/>
                  </a:lnTo>
                  <a:lnTo>
                    <a:pt x="315" y="143"/>
                  </a:lnTo>
                  <a:lnTo>
                    <a:pt x="315" y="141"/>
                  </a:lnTo>
                  <a:lnTo>
                    <a:pt x="315" y="139"/>
                  </a:lnTo>
                  <a:lnTo>
                    <a:pt x="315" y="138"/>
                  </a:lnTo>
                  <a:lnTo>
                    <a:pt x="317" y="136"/>
                  </a:lnTo>
                  <a:lnTo>
                    <a:pt x="317" y="134"/>
                  </a:lnTo>
                  <a:lnTo>
                    <a:pt x="317" y="132"/>
                  </a:lnTo>
                  <a:lnTo>
                    <a:pt x="317" y="130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9" y="124"/>
                  </a:lnTo>
                  <a:lnTo>
                    <a:pt x="319" y="120"/>
                  </a:lnTo>
                  <a:lnTo>
                    <a:pt x="319" y="120"/>
                  </a:lnTo>
                  <a:lnTo>
                    <a:pt x="323" y="116"/>
                  </a:lnTo>
                  <a:lnTo>
                    <a:pt x="323" y="112"/>
                  </a:lnTo>
                  <a:lnTo>
                    <a:pt x="321" y="110"/>
                  </a:lnTo>
                  <a:lnTo>
                    <a:pt x="317" y="100"/>
                  </a:lnTo>
                  <a:close/>
                  <a:moveTo>
                    <a:pt x="274" y="96"/>
                  </a:moveTo>
                  <a:lnTo>
                    <a:pt x="274" y="96"/>
                  </a:lnTo>
                  <a:lnTo>
                    <a:pt x="274" y="96"/>
                  </a:lnTo>
                  <a:lnTo>
                    <a:pt x="274" y="98"/>
                  </a:lnTo>
                  <a:lnTo>
                    <a:pt x="274" y="98"/>
                  </a:lnTo>
                  <a:lnTo>
                    <a:pt x="274" y="100"/>
                  </a:lnTo>
                  <a:lnTo>
                    <a:pt x="274" y="100"/>
                  </a:lnTo>
                  <a:lnTo>
                    <a:pt x="274" y="102"/>
                  </a:lnTo>
                  <a:lnTo>
                    <a:pt x="274" y="102"/>
                  </a:lnTo>
                  <a:lnTo>
                    <a:pt x="272" y="104"/>
                  </a:lnTo>
                  <a:lnTo>
                    <a:pt x="270" y="104"/>
                  </a:lnTo>
                  <a:lnTo>
                    <a:pt x="268" y="104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100"/>
                  </a:lnTo>
                  <a:lnTo>
                    <a:pt x="266" y="98"/>
                  </a:lnTo>
                  <a:lnTo>
                    <a:pt x="266" y="98"/>
                  </a:lnTo>
                  <a:lnTo>
                    <a:pt x="268" y="98"/>
                  </a:lnTo>
                  <a:lnTo>
                    <a:pt x="268" y="98"/>
                  </a:lnTo>
                  <a:lnTo>
                    <a:pt x="270" y="96"/>
                  </a:lnTo>
                  <a:lnTo>
                    <a:pt x="270" y="98"/>
                  </a:lnTo>
                  <a:lnTo>
                    <a:pt x="270" y="98"/>
                  </a:lnTo>
                  <a:lnTo>
                    <a:pt x="274" y="96"/>
                  </a:lnTo>
                  <a:close/>
                  <a:moveTo>
                    <a:pt x="137" y="86"/>
                  </a:moveTo>
                  <a:lnTo>
                    <a:pt x="145" y="90"/>
                  </a:lnTo>
                  <a:lnTo>
                    <a:pt x="147" y="96"/>
                  </a:lnTo>
                  <a:lnTo>
                    <a:pt x="145" y="98"/>
                  </a:lnTo>
                  <a:lnTo>
                    <a:pt x="145" y="100"/>
                  </a:lnTo>
                  <a:lnTo>
                    <a:pt x="139" y="102"/>
                  </a:lnTo>
                  <a:lnTo>
                    <a:pt x="137" y="106"/>
                  </a:lnTo>
                  <a:lnTo>
                    <a:pt x="137" y="108"/>
                  </a:lnTo>
                  <a:lnTo>
                    <a:pt x="135" y="108"/>
                  </a:lnTo>
                  <a:lnTo>
                    <a:pt x="135" y="108"/>
                  </a:lnTo>
                  <a:lnTo>
                    <a:pt x="135" y="108"/>
                  </a:lnTo>
                  <a:lnTo>
                    <a:pt x="135" y="110"/>
                  </a:lnTo>
                  <a:lnTo>
                    <a:pt x="135" y="110"/>
                  </a:lnTo>
                  <a:lnTo>
                    <a:pt x="135" y="110"/>
                  </a:lnTo>
                  <a:lnTo>
                    <a:pt x="135" y="112"/>
                  </a:lnTo>
                  <a:lnTo>
                    <a:pt x="135" y="112"/>
                  </a:lnTo>
                  <a:lnTo>
                    <a:pt x="133" y="114"/>
                  </a:lnTo>
                  <a:lnTo>
                    <a:pt x="131" y="114"/>
                  </a:lnTo>
                  <a:lnTo>
                    <a:pt x="129" y="110"/>
                  </a:lnTo>
                  <a:lnTo>
                    <a:pt x="129" y="106"/>
                  </a:lnTo>
                  <a:lnTo>
                    <a:pt x="127" y="104"/>
                  </a:lnTo>
                  <a:lnTo>
                    <a:pt x="127" y="100"/>
                  </a:lnTo>
                  <a:lnTo>
                    <a:pt x="125" y="98"/>
                  </a:lnTo>
                  <a:lnTo>
                    <a:pt x="125" y="98"/>
                  </a:lnTo>
                  <a:lnTo>
                    <a:pt x="125" y="94"/>
                  </a:lnTo>
                  <a:lnTo>
                    <a:pt x="127" y="92"/>
                  </a:lnTo>
                  <a:lnTo>
                    <a:pt x="135" y="88"/>
                  </a:lnTo>
                  <a:lnTo>
                    <a:pt x="137" y="88"/>
                  </a:lnTo>
                  <a:lnTo>
                    <a:pt x="137" y="86"/>
                  </a:lnTo>
                  <a:close/>
                  <a:moveTo>
                    <a:pt x="262" y="86"/>
                  </a:moveTo>
                  <a:lnTo>
                    <a:pt x="264" y="86"/>
                  </a:lnTo>
                  <a:lnTo>
                    <a:pt x="264" y="86"/>
                  </a:lnTo>
                  <a:lnTo>
                    <a:pt x="264" y="88"/>
                  </a:lnTo>
                  <a:lnTo>
                    <a:pt x="264" y="90"/>
                  </a:lnTo>
                  <a:lnTo>
                    <a:pt x="264" y="92"/>
                  </a:lnTo>
                  <a:lnTo>
                    <a:pt x="264" y="94"/>
                  </a:lnTo>
                  <a:lnTo>
                    <a:pt x="264" y="94"/>
                  </a:lnTo>
                  <a:lnTo>
                    <a:pt x="264" y="94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4" y="96"/>
                  </a:lnTo>
                  <a:lnTo>
                    <a:pt x="262" y="98"/>
                  </a:lnTo>
                  <a:lnTo>
                    <a:pt x="262" y="98"/>
                  </a:lnTo>
                  <a:lnTo>
                    <a:pt x="262" y="98"/>
                  </a:lnTo>
                  <a:lnTo>
                    <a:pt x="262" y="100"/>
                  </a:lnTo>
                  <a:lnTo>
                    <a:pt x="255" y="100"/>
                  </a:lnTo>
                  <a:lnTo>
                    <a:pt x="253" y="98"/>
                  </a:lnTo>
                  <a:lnTo>
                    <a:pt x="253" y="98"/>
                  </a:lnTo>
                  <a:lnTo>
                    <a:pt x="253" y="98"/>
                  </a:lnTo>
                  <a:lnTo>
                    <a:pt x="253" y="96"/>
                  </a:lnTo>
                  <a:lnTo>
                    <a:pt x="255" y="96"/>
                  </a:lnTo>
                  <a:lnTo>
                    <a:pt x="255" y="96"/>
                  </a:lnTo>
                  <a:lnTo>
                    <a:pt x="255" y="94"/>
                  </a:lnTo>
                  <a:lnTo>
                    <a:pt x="257" y="92"/>
                  </a:lnTo>
                  <a:lnTo>
                    <a:pt x="259" y="90"/>
                  </a:lnTo>
                  <a:lnTo>
                    <a:pt x="261" y="88"/>
                  </a:lnTo>
                  <a:lnTo>
                    <a:pt x="261" y="86"/>
                  </a:lnTo>
                  <a:lnTo>
                    <a:pt x="262" y="86"/>
                  </a:lnTo>
                  <a:close/>
                  <a:moveTo>
                    <a:pt x="217" y="84"/>
                  </a:moveTo>
                  <a:lnTo>
                    <a:pt x="219" y="84"/>
                  </a:lnTo>
                  <a:lnTo>
                    <a:pt x="219" y="86"/>
                  </a:lnTo>
                  <a:lnTo>
                    <a:pt x="221" y="86"/>
                  </a:lnTo>
                  <a:lnTo>
                    <a:pt x="223" y="84"/>
                  </a:lnTo>
                  <a:lnTo>
                    <a:pt x="227" y="86"/>
                  </a:lnTo>
                  <a:lnTo>
                    <a:pt x="227" y="88"/>
                  </a:lnTo>
                  <a:lnTo>
                    <a:pt x="227" y="92"/>
                  </a:lnTo>
                  <a:lnTo>
                    <a:pt x="225" y="94"/>
                  </a:lnTo>
                  <a:lnTo>
                    <a:pt x="229" y="102"/>
                  </a:lnTo>
                  <a:lnTo>
                    <a:pt x="235" y="110"/>
                  </a:lnTo>
                  <a:lnTo>
                    <a:pt x="235" y="110"/>
                  </a:lnTo>
                  <a:lnTo>
                    <a:pt x="235" y="112"/>
                  </a:lnTo>
                  <a:lnTo>
                    <a:pt x="233" y="114"/>
                  </a:lnTo>
                  <a:lnTo>
                    <a:pt x="231" y="118"/>
                  </a:lnTo>
                  <a:lnTo>
                    <a:pt x="229" y="118"/>
                  </a:lnTo>
                  <a:lnTo>
                    <a:pt x="229" y="116"/>
                  </a:lnTo>
                  <a:lnTo>
                    <a:pt x="229" y="116"/>
                  </a:lnTo>
                  <a:lnTo>
                    <a:pt x="229" y="114"/>
                  </a:lnTo>
                  <a:lnTo>
                    <a:pt x="229" y="114"/>
                  </a:lnTo>
                  <a:lnTo>
                    <a:pt x="229" y="112"/>
                  </a:lnTo>
                  <a:lnTo>
                    <a:pt x="227" y="112"/>
                  </a:lnTo>
                  <a:lnTo>
                    <a:pt x="227" y="112"/>
                  </a:lnTo>
                  <a:lnTo>
                    <a:pt x="225" y="114"/>
                  </a:lnTo>
                  <a:lnTo>
                    <a:pt x="225" y="116"/>
                  </a:lnTo>
                  <a:lnTo>
                    <a:pt x="225" y="118"/>
                  </a:lnTo>
                  <a:lnTo>
                    <a:pt x="223" y="120"/>
                  </a:lnTo>
                  <a:lnTo>
                    <a:pt x="223" y="122"/>
                  </a:lnTo>
                  <a:lnTo>
                    <a:pt x="221" y="122"/>
                  </a:lnTo>
                  <a:lnTo>
                    <a:pt x="211" y="120"/>
                  </a:lnTo>
                  <a:lnTo>
                    <a:pt x="202" y="116"/>
                  </a:lnTo>
                  <a:lnTo>
                    <a:pt x="202" y="114"/>
                  </a:lnTo>
                  <a:lnTo>
                    <a:pt x="202" y="112"/>
                  </a:lnTo>
                  <a:lnTo>
                    <a:pt x="196" y="108"/>
                  </a:lnTo>
                  <a:lnTo>
                    <a:pt x="196" y="106"/>
                  </a:lnTo>
                  <a:lnTo>
                    <a:pt x="194" y="98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8" y="96"/>
                  </a:lnTo>
                  <a:lnTo>
                    <a:pt x="204" y="98"/>
                  </a:lnTo>
                  <a:lnTo>
                    <a:pt x="206" y="98"/>
                  </a:lnTo>
                  <a:lnTo>
                    <a:pt x="206" y="96"/>
                  </a:lnTo>
                  <a:lnTo>
                    <a:pt x="206" y="96"/>
                  </a:lnTo>
                  <a:lnTo>
                    <a:pt x="210" y="96"/>
                  </a:lnTo>
                  <a:lnTo>
                    <a:pt x="210" y="94"/>
                  </a:lnTo>
                  <a:lnTo>
                    <a:pt x="210" y="94"/>
                  </a:lnTo>
                  <a:lnTo>
                    <a:pt x="210" y="94"/>
                  </a:lnTo>
                  <a:lnTo>
                    <a:pt x="210" y="92"/>
                  </a:lnTo>
                  <a:lnTo>
                    <a:pt x="210" y="92"/>
                  </a:lnTo>
                  <a:lnTo>
                    <a:pt x="210" y="90"/>
                  </a:lnTo>
                  <a:lnTo>
                    <a:pt x="211" y="88"/>
                  </a:lnTo>
                  <a:lnTo>
                    <a:pt x="213" y="86"/>
                  </a:lnTo>
                  <a:lnTo>
                    <a:pt x="215" y="84"/>
                  </a:lnTo>
                  <a:lnTo>
                    <a:pt x="217" y="84"/>
                  </a:lnTo>
                  <a:close/>
                  <a:moveTo>
                    <a:pt x="266" y="79"/>
                  </a:moveTo>
                  <a:lnTo>
                    <a:pt x="270" y="79"/>
                  </a:lnTo>
                  <a:lnTo>
                    <a:pt x="272" y="84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72" y="88"/>
                  </a:lnTo>
                  <a:lnTo>
                    <a:pt x="272" y="88"/>
                  </a:lnTo>
                  <a:lnTo>
                    <a:pt x="272" y="88"/>
                  </a:lnTo>
                  <a:lnTo>
                    <a:pt x="272" y="90"/>
                  </a:lnTo>
                  <a:lnTo>
                    <a:pt x="270" y="92"/>
                  </a:lnTo>
                  <a:lnTo>
                    <a:pt x="268" y="92"/>
                  </a:lnTo>
                  <a:lnTo>
                    <a:pt x="266" y="88"/>
                  </a:lnTo>
                  <a:lnTo>
                    <a:pt x="262" y="83"/>
                  </a:lnTo>
                  <a:lnTo>
                    <a:pt x="262" y="81"/>
                  </a:lnTo>
                  <a:lnTo>
                    <a:pt x="264" y="81"/>
                  </a:lnTo>
                  <a:lnTo>
                    <a:pt x="266" y="79"/>
                  </a:lnTo>
                  <a:close/>
                  <a:moveTo>
                    <a:pt x="398" y="65"/>
                  </a:moveTo>
                  <a:lnTo>
                    <a:pt x="398" y="65"/>
                  </a:lnTo>
                  <a:lnTo>
                    <a:pt x="400" y="65"/>
                  </a:lnTo>
                  <a:lnTo>
                    <a:pt x="400" y="65"/>
                  </a:lnTo>
                  <a:lnTo>
                    <a:pt x="402" y="65"/>
                  </a:lnTo>
                  <a:lnTo>
                    <a:pt x="410" y="65"/>
                  </a:lnTo>
                  <a:lnTo>
                    <a:pt x="410" y="65"/>
                  </a:lnTo>
                  <a:lnTo>
                    <a:pt x="410" y="69"/>
                  </a:lnTo>
                  <a:lnTo>
                    <a:pt x="406" y="69"/>
                  </a:lnTo>
                  <a:lnTo>
                    <a:pt x="402" y="69"/>
                  </a:lnTo>
                  <a:lnTo>
                    <a:pt x="412" y="71"/>
                  </a:lnTo>
                  <a:lnTo>
                    <a:pt x="412" y="73"/>
                  </a:lnTo>
                  <a:lnTo>
                    <a:pt x="412" y="73"/>
                  </a:lnTo>
                  <a:lnTo>
                    <a:pt x="412" y="75"/>
                  </a:lnTo>
                  <a:lnTo>
                    <a:pt x="412" y="75"/>
                  </a:lnTo>
                  <a:lnTo>
                    <a:pt x="412" y="75"/>
                  </a:lnTo>
                  <a:lnTo>
                    <a:pt x="412" y="75"/>
                  </a:lnTo>
                  <a:lnTo>
                    <a:pt x="417" y="71"/>
                  </a:lnTo>
                  <a:lnTo>
                    <a:pt x="429" y="71"/>
                  </a:lnTo>
                  <a:lnTo>
                    <a:pt x="443" y="71"/>
                  </a:lnTo>
                  <a:lnTo>
                    <a:pt x="443" y="69"/>
                  </a:lnTo>
                  <a:lnTo>
                    <a:pt x="443" y="67"/>
                  </a:lnTo>
                  <a:lnTo>
                    <a:pt x="443" y="67"/>
                  </a:lnTo>
                  <a:lnTo>
                    <a:pt x="445" y="65"/>
                  </a:lnTo>
                  <a:lnTo>
                    <a:pt x="455" y="71"/>
                  </a:lnTo>
                  <a:lnTo>
                    <a:pt x="457" y="81"/>
                  </a:lnTo>
                  <a:lnTo>
                    <a:pt x="457" y="81"/>
                  </a:lnTo>
                  <a:lnTo>
                    <a:pt x="457" y="84"/>
                  </a:lnTo>
                  <a:lnTo>
                    <a:pt x="457" y="84"/>
                  </a:lnTo>
                  <a:lnTo>
                    <a:pt x="457" y="86"/>
                  </a:lnTo>
                  <a:lnTo>
                    <a:pt x="457" y="88"/>
                  </a:lnTo>
                  <a:lnTo>
                    <a:pt x="455" y="92"/>
                  </a:lnTo>
                  <a:lnTo>
                    <a:pt x="455" y="94"/>
                  </a:lnTo>
                  <a:lnTo>
                    <a:pt x="453" y="96"/>
                  </a:lnTo>
                  <a:lnTo>
                    <a:pt x="447" y="102"/>
                  </a:lnTo>
                  <a:lnTo>
                    <a:pt x="449" y="106"/>
                  </a:lnTo>
                  <a:lnTo>
                    <a:pt x="449" y="106"/>
                  </a:lnTo>
                  <a:lnTo>
                    <a:pt x="449" y="110"/>
                  </a:lnTo>
                  <a:lnTo>
                    <a:pt x="447" y="110"/>
                  </a:lnTo>
                  <a:lnTo>
                    <a:pt x="437" y="110"/>
                  </a:lnTo>
                  <a:lnTo>
                    <a:pt x="437" y="112"/>
                  </a:lnTo>
                  <a:lnTo>
                    <a:pt x="437" y="112"/>
                  </a:lnTo>
                  <a:lnTo>
                    <a:pt x="437" y="114"/>
                  </a:lnTo>
                  <a:lnTo>
                    <a:pt x="437" y="114"/>
                  </a:lnTo>
                  <a:lnTo>
                    <a:pt x="433" y="114"/>
                  </a:lnTo>
                  <a:lnTo>
                    <a:pt x="433" y="116"/>
                  </a:lnTo>
                  <a:lnTo>
                    <a:pt x="433" y="120"/>
                  </a:lnTo>
                  <a:lnTo>
                    <a:pt x="425" y="122"/>
                  </a:lnTo>
                  <a:lnTo>
                    <a:pt x="423" y="124"/>
                  </a:lnTo>
                  <a:lnTo>
                    <a:pt x="425" y="124"/>
                  </a:lnTo>
                  <a:lnTo>
                    <a:pt x="425" y="126"/>
                  </a:lnTo>
                  <a:lnTo>
                    <a:pt x="425" y="126"/>
                  </a:lnTo>
                  <a:lnTo>
                    <a:pt x="425" y="128"/>
                  </a:lnTo>
                  <a:lnTo>
                    <a:pt x="423" y="130"/>
                  </a:lnTo>
                  <a:lnTo>
                    <a:pt x="421" y="132"/>
                  </a:lnTo>
                  <a:lnTo>
                    <a:pt x="419" y="132"/>
                  </a:lnTo>
                  <a:lnTo>
                    <a:pt x="415" y="136"/>
                  </a:lnTo>
                  <a:lnTo>
                    <a:pt x="415" y="136"/>
                  </a:lnTo>
                  <a:lnTo>
                    <a:pt x="404" y="128"/>
                  </a:lnTo>
                  <a:lnTo>
                    <a:pt x="400" y="118"/>
                  </a:lnTo>
                  <a:lnTo>
                    <a:pt x="396" y="118"/>
                  </a:lnTo>
                  <a:lnTo>
                    <a:pt x="396" y="120"/>
                  </a:lnTo>
                  <a:lnTo>
                    <a:pt x="396" y="122"/>
                  </a:lnTo>
                  <a:lnTo>
                    <a:pt x="394" y="122"/>
                  </a:lnTo>
                  <a:lnTo>
                    <a:pt x="392" y="122"/>
                  </a:lnTo>
                  <a:lnTo>
                    <a:pt x="390" y="124"/>
                  </a:lnTo>
                  <a:lnTo>
                    <a:pt x="382" y="126"/>
                  </a:lnTo>
                  <a:lnTo>
                    <a:pt x="382" y="124"/>
                  </a:lnTo>
                  <a:lnTo>
                    <a:pt x="380" y="116"/>
                  </a:lnTo>
                  <a:lnTo>
                    <a:pt x="374" y="108"/>
                  </a:lnTo>
                  <a:lnTo>
                    <a:pt x="376" y="106"/>
                  </a:lnTo>
                  <a:lnTo>
                    <a:pt x="376" y="106"/>
                  </a:lnTo>
                  <a:lnTo>
                    <a:pt x="378" y="106"/>
                  </a:lnTo>
                  <a:lnTo>
                    <a:pt x="378" y="104"/>
                  </a:lnTo>
                  <a:lnTo>
                    <a:pt x="380" y="102"/>
                  </a:lnTo>
                  <a:lnTo>
                    <a:pt x="378" y="102"/>
                  </a:lnTo>
                  <a:lnTo>
                    <a:pt x="378" y="100"/>
                  </a:lnTo>
                  <a:lnTo>
                    <a:pt x="378" y="96"/>
                  </a:lnTo>
                  <a:lnTo>
                    <a:pt x="380" y="94"/>
                  </a:lnTo>
                  <a:lnTo>
                    <a:pt x="378" y="90"/>
                  </a:lnTo>
                  <a:lnTo>
                    <a:pt x="378" y="88"/>
                  </a:lnTo>
                  <a:lnTo>
                    <a:pt x="380" y="88"/>
                  </a:lnTo>
                  <a:lnTo>
                    <a:pt x="382" y="86"/>
                  </a:lnTo>
                  <a:lnTo>
                    <a:pt x="382" y="84"/>
                  </a:lnTo>
                  <a:lnTo>
                    <a:pt x="382" y="84"/>
                  </a:lnTo>
                  <a:lnTo>
                    <a:pt x="382" y="83"/>
                  </a:lnTo>
                  <a:lnTo>
                    <a:pt x="382" y="81"/>
                  </a:lnTo>
                  <a:lnTo>
                    <a:pt x="384" y="81"/>
                  </a:lnTo>
                  <a:lnTo>
                    <a:pt x="384" y="79"/>
                  </a:lnTo>
                  <a:lnTo>
                    <a:pt x="384" y="79"/>
                  </a:lnTo>
                  <a:lnTo>
                    <a:pt x="386" y="75"/>
                  </a:lnTo>
                  <a:lnTo>
                    <a:pt x="390" y="75"/>
                  </a:lnTo>
                  <a:lnTo>
                    <a:pt x="392" y="71"/>
                  </a:lnTo>
                  <a:lnTo>
                    <a:pt x="392" y="69"/>
                  </a:lnTo>
                  <a:lnTo>
                    <a:pt x="392" y="67"/>
                  </a:lnTo>
                  <a:lnTo>
                    <a:pt x="398" y="65"/>
                  </a:lnTo>
                  <a:close/>
                  <a:moveTo>
                    <a:pt x="249" y="61"/>
                  </a:moveTo>
                  <a:lnTo>
                    <a:pt x="259" y="67"/>
                  </a:lnTo>
                  <a:lnTo>
                    <a:pt x="259" y="69"/>
                  </a:lnTo>
                  <a:lnTo>
                    <a:pt x="257" y="69"/>
                  </a:lnTo>
                  <a:lnTo>
                    <a:pt x="255" y="69"/>
                  </a:lnTo>
                  <a:lnTo>
                    <a:pt x="253" y="71"/>
                  </a:lnTo>
                  <a:lnTo>
                    <a:pt x="253" y="73"/>
                  </a:lnTo>
                  <a:lnTo>
                    <a:pt x="259" y="75"/>
                  </a:lnTo>
                  <a:lnTo>
                    <a:pt x="259" y="77"/>
                  </a:lnTo>
                  <a:lnTo>
                    <a:pt x="259" y="79"/>
                  </a:lnTo>
                  <a:lnTo>
                    <a:pt x="259" y="81"/>
                  </a:lnTo>
                  <a:lnTo>
                    <a:pt x="259" y="83"/>
                  </a:lnTo>
                  <a:lnTo>
                    <a:pt x="259" y="84"/>
                  </a:lnTo>
                  <a:lnTo>
                    <a:pt x="259" y="84"/>
                  </a:lnTo>
                  <a:lnTo>
                    <a:pt x="257" y="86"/>
                  </a:lnTo>
                  <a:lnTo>
                    <a:pt x="257" y="86"/>
                  </a:lnTo>
                  <a:lnTo>
                    <a:pt x="257" y="86"/>
                  </a:lnTo>
                  <a:lnTo>
                    <a:pt x="255" y="86"/>
                  </a:lnTo>
                  <a:lnTo>
                    <a:pt x="255" y="86"/>
                  </a:lnTo>
                  <a:lnTo>
                    <a:pt x="255" y="88"/>
                  </a:lnTo>
                  <a:lnTo>
                    <a:pt x="253" y="90"/>
                  </a:lnTo>
                  <a:lnTo>
                    <a:pt x="253" y="90"/>
                  </a:lnTo>
                  <a:lnTo>
                    <a:pt x="251" y="92"/>
                  </a:lnTo>
                  <a:lnTo>
                    <a:pt x="251" y="92"/>
                  </a:lnTo>
                  <a:lnTo>
                    <a:pt x="241" y="81"/>
                  </a:lnTo>
                  <a:lnTo>
                    <a:pt x="243" y="81"/>
                  </a:lnTo>
                  <a:lnTo>
                    <a:pt x="245" y="77"/>
                  </a:lnTo>
                  <a:lnTo>
                    <a:pt x="245" y="77"/>
                  </a:lnTo>
                  <a:lnTo>
                    <a:pt x="245" y="77"/>
                  </a:lnTo>
                  <a:lnTo>
                    <a:pt x="245" y="77"/>
                  </a:lnTo>
                  <a:lnTo>
                    <a:pt x="249" y="75"/>
                  </a:lnTo>
                  <a:lnTo>
                    <a:pt x="249" y="73"/>
                  </a:lnTo>
                  <a:lnTo>
                    <a:pt x="247" y="69"/>
                  </a:lnTo>
                  <a:lnTo>
                    <a:pt x="247" y="67"/>
                  </a:lnTo>
                  <a:lnTo>
                    <a:pt x="249" y="63"/>
                  </a:lnTo>
                  <a:lnTo>
                    <a:pt x="249" y="61"/>
                  </a:lnTo>
                  <a:close/>
                  <a:moveTo>
                    <a:pt x="302" y="51"/>
                  </a:moveTo>
                  <a:lnTo>
                    <a:pt x="310" y="53"/>
                  </a:lnTo>
                  <a:lnTo>
                    <a:pt x="319" y="53"/>
                  </a:lnTo>
                  <a:lnTo>
                    <a:pt x="319" y="55"/>
                  </a:lnTo>
                  <a:lnTo>
                    <a:pt x="319" y="57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5" y="63"/>
                  </a:lnTo>
                  <a:lnTo>
                    <a:pt x="325" y="69"/>
                  </a:lnTo>
                  <a:lnTo>
                    <a:pt x="325" y="69"/>
                  </a:lnTo>
                  <a:lnTo>
                    <a:pt x="325" y="71"/>
                  </a:lnTo>
                  <a:lnTo>
                    <a:pt x="325" y="71"/>
                  </a:lnTo>
                  <a:lnTo>
                    <a:pt x="325" y="73"/>
                  </a:lnTo>
                  <a:lnTo>
                    <a:pt x="325" y="73"/>
                  </a:lnTo>
                  <a:lnTo>
                    <a:pt x="317" y="75"/>
                  </a:lnTo>
                  <a:lnTo>
                    <a:pt x="308" y="75"/>
                  </a:lnTo>
                  <a:lnTo>
                    <a:pt x="310" y="75"/>
                  </a:lnTo>
                  <a:lnTo>
                    <a:pt x="310" y="73"/>
                  </a:lnTo>
                  <a:lnTo>
                    <a:pt x="310" y="71"/>
                  </a:lnTo>
                  <a:lnTo>
                    <a:pt x="298" y="71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4" y="67"/>
                  </a:lnTo>
                  <a:lnTo>
                    <a:pt x="292" y="65"/>
                  </a:lnTo>
                  <a:lnTo>
                    <a:pt x="296" y="63"/>
                  </a:lnTo>
                  <a:lnTo>
                    <a:pt x="296" y="61"/>
                  </a:lnTo>
                  <a:lnTo>
                    <a:pt x="292" y="59"/>
                  </a:lnTo>
                  <a:lnTo>
                    <a:pt x="290" y="57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4" y="53"/>
                  </a:lnTo>
                  <a:lnTo>
                    <a:pt x="296" y="53"/>
                  </a:lnTo>
                  <a:lnTo>
                    <a:pt x="298" y="55"/>
                  </a:lnTo>
                  <a:lnTo>
                    <a:pt x="300" y="55"/>
                  </a:lnTo>
                  <a:lnTo>
                    <a:pt x="300" y="53"/>
                  </a:lnTo>
                  <a:lnTo>
                    <a:pt x="302" y="51"/>
                  </a:lnTo>
                  <a:close/>
                  <a:moveTo>
                    <a:pt x="376" y="49"/>
                  </a:moveTo>
                  <a:lnTo>
                    <a:pt x="380" y="53"/>
                  </a:lnTo>
                  <a:lnTo>
                    <a:pt x="380" y="55"/>
                  </a:lnTo>
                  <a:lnTo>
                    <a:pt x="380" y="57"/>
                  </a:lnTo>
                  <a:lnTo>
                    <a:pt x="380" y="61"/>
                  </a:lnTo>
                  <a:lnTo>
                    <a:pt x="380" y="63"/>
                  </a:lnTo>
                  <a:lnTo>
                    <a:pt x="380" y="63"/>
                  </a:lnTo>
                  <a:lnTo>
                    <a:pt x="380" y="63"/>
                  </a:lnTo>
                  <a:lnTo>
                    <a:pt x="378" y="65"/>
                  </a:lnTo>
                  <a:lnTo>
                    <a:pt x="376" y="69"/>
                  </a:lnTo>
                  <a:lnTo>
                    <a:pt x="376" y="69"/>
                  </a:lnTo>
                  <a:lnTo>
                    <a:pt x="372" y="67"/>
                  </a:lnTo>
                  <a:lnTo>
                    <a:pt x="370" y="67"/>
                  </a:lnTo>
                  <a:lnTo>
                    <a:pt x="366" y="69"/>
                  </a:lnTo>
                  <a:lnTo>
                    <a:pt x="363" y="71"/>
                  </a:lnTo>
                  <a:lnTo>
                    <a:pt x="357" y="63"/>
                  </a:lnTo>
                  <a:lnTo>
                    <a:pt x="357" y="63"/>
                  </a:lnTo>
                  <a:lnTo>
                    <a:pt x="353" y="61"/>
                  </a:lnTo>
                  <a:lnTo>
                    <a:pt x="351" y="59"/>
                  </a:lnTo>
                  <a:lnTo>
                    <a:pt x="351" y="57"/>
                  </a:lnTo>
                  <a:lnTo>
                    <a:pt x="353" y="55"/>
                  </a:lnTo>
                  <a:lnTo>
                    <a:pt x="355" y="55"/>
                  </a:lnTo>
                  <a:lnTo>
                    <a:pt x="355" y="53"/>
                  </a:lnTo>
                  <a:lnTo>
                    <a:pt x="357" y="53"/>
                  </a:lnTo>
                  <a:lnTo>
                    <a:pt x="363" y="49"/>
                  </a:lnTo>
                  <a:lnTo>
                    <a:pt x="368" y="49"/>
                  </a:lnTo>
                  <a:lnTo>
                    <a:pt x="376" y="49"/>
                  </a:lnTo>
                  <a:close/>
                  <a:moveTo>
                    <a:pt x="529" y="33"/>
                  </a:moveTo>
                  <a:lnTo>
                    <a:pt x="529" y="35"/>
                  </a:lnTo>
                  <a:lnTo>
                    <a:pt x="531" y="35"/>
                  </a:lnTo>
                  <a:lnTo>
                    <a:pt x="539" y="47"/>
                  </a:lnTo>
                  <a:lnTo>
                    <a:pt x="539" y="49"/>
                  </a:lnTo>
                  <a:lnTo>
                    <a:pt x="539" y="59"/>
                  </a:lnTo>
                  <a:lnTo>
                    <a:pt x="541" y="61"/>
                  </a:lnTo>
                  <a:lnTo>
                    <a:pt x="541" y="63"/>
                  </a:lnTo>
                  <a:lnTo>
                    <a:pt x="541" y="65"/>
                  </a:lnTo>
                  <a:lnTo>
                    <a:pt x="537" y="69"/>
                  </a:lnTo>
                  <a:lnTo>
                    <a:pt x="537" y="69"/>
                  </a:lnTo>
                  <a:lnTo>
                    <a:pt x="539" y="71"/>
                  </a:lnTo>
                  <a:lnTo>
                    <a:pt x="539" y="73"/>
                  </a:lnTo>
                  <a:lnTo>
                    <a:pt x="539" y="77"/>
                  </a:lnTo>
                  <a:lnTo>
                    <a:pt x="539" y="79"/>
                  </a:lnTo>
                  <a:lnTo>
                    <a:pt x="539" y="81"/>
                  </a:lnTo>
                  <a:lnTo>
                    <a:pt x="537" y="81"/>
                  </a:lnTo>
                  <a:lnTo>
                    <a:pt x="529" y="90"/>
                  </a:lnTo>
                  <a:lnTo>
                    <a:pt x="527" y="90"/>
                  </a:lnTo>
                  <a:lnTo>
                    <a:pt x="525" y="92"/>
                  </a:lnTo>
                  <a:lnTo>
                    <a:pt x="525" y="94"/>
                  </a:lnTo>
                  <a:lnTo>
                    <a:pt x="525" y="94"/>
                  </a:lnTo>
                  <a:lnTo>
                    <a:pt x="523" y="96"/>
                  </a:lnTo>
                  <a:lnTo>
                    <a:pt x="515" y="98"/>
                  </a:lnTo>
                  <a:lnTo>
                    <a:pt x="512" y="102"/>
                  </a:lnTo>
                  <a:lnTo>
                    <a:pt x="510" y="102"/>
                  </a:lnTo>
                  <a:lnTo>
                    <a:pt x="508" y="104"/>
                  </a:lnTo>
                  <a:lnTo>
                    <a:pt x="500" y="104"/>
                  </a:lnTo>
                  <a:lnTo>
                    <a:pt x="492" y="104"/>
                  </a:lnTo>
                  <a:lnTo>
                    <a:pt x="490" y="102"/>
                  </a:lnTo>
                  <a:lnTo>
                    <a:pt x="482" y="104"/>
                  </a:lnTo>
                  <a:lnTo>
                    <a:pt x="474" y="106"/>
                  </a:lnTo>
                  <a:lnTo>
                    <a:pt x="470" y="96"/>
                  </a:lnTo>
                  <a:lnTo>
                    <a:pt x="466" y="86"/>
                  </a:lnTo>
                  <a:lnTo>
                    <a:pt x="464" y="84"/>
                  </a:lnTo>
                  <a:lnTo>
                    <a:pt x="464" y="83"/>
                  </a:lnTo>
                  <a:lnTo>
                    <a:pt x="464" y="81"/>
                  </a:lnTo>
                  <a:lnTo>
                    <a:pt x="464" y="81"/>
                  </a:lnTo>
                  <a:lnTo>
                    <a:pt x="464" y="79"/>
                  </a:lnTo>
                  <a:lnTo>
                    <a:pt x="464" y="79"/>
                  </a:lnTo>
                  <a:lnTo>
                    <a:pt x="472" y="73"/>
                  </a:lnTo>
                  <a:lnTo>
                    <a:pt x="476" y="73"/>
                  </a:lnTo>
                  <a:lnTo>
                    <a:pt x="476" y="71"/>
                  </a:lnTo>
                  <a:lnTo>
                    <a:pt x="480" y="65"/>
                  </a:lnTo>
                  <a:lnTo>
                    <a:pt x="484" y="63"/>
                  </a:lnTo>
                  <a:lnTo>
                    <a:pt x="494" y="63"/>
                  </a:lnTo>
                  <a:lnTo>
                    <a:pt x="506" y="65"/>
                  </a:lnTo>
                  <a:lnTo>
                    <a:pt x="510" y="61"/>
                  </a:lnTo>
                  <a:lnTo>
                    <a:pt x="510" y="59"/>
                  </a:lnTo>
                  <a:lnTo>
                    <a:pt x="512" y="57"/>
                  </a:lnTo>
                  <a:lnTo>
                    <a:pt x="512" y="57"/>
                  </a:lnTo>
                  <a:lnTo>
                    <a:pt x="512" y="55"/>
                  </a:lnTo>
                  <a:lnTo>
                    <a:pt x="512" y="55"/>
                  </a:lnTo>
                  <a:lnTo>
                    <a:pt x="512" y="51"/>
                  </a:lnTo>
                  <a:lnTo>
                    <a:pt x="512" y="51"/>
                  </a:lnTo>
                  <a:lnTo>
                    <a:pt x="512" y="49"/>
                  </a:lnTo>
                  <a:lnTo>
                    <a:pt x="512" y="47"/>
                  </a:lnTo>
                  <a:lnTo>
                    <a:pt x="512" y="47"/>
                  </a:lnTo>
                  <a:lnTo>
                    <a:pt x="512" y="45"/>
                  </a:lnTo>
                  <a:lnTo>
                    <a:pt x="514" y="43"/>
                  </a:lnTo>
                  <a:lnTo>
                    <a:pt x="514" y="43"/>
                  </a:lnTo>
                  <a:lnTo>
                    <a:pt x="515" y="39"/>
                  </a:lnTo>
                  <a:lnTo>
                    <a:pt x="515" y="37"/>
                  </a:lnTo>
                  <a:lnTo>
                    <a:pt x="517" y="37"/>
                  </a:lnTo>
                  <a:lnTo>
                    <a:pt x="521" y="33"/>
                  </a:lnTo>
                  <a:lnTo>
                    <a:pt x="529" y="33"/>
                  </a:lnTo>
                  <a:close/>
                  <a:moveTo>
                    <a:pt x="427" y="30"/>
                  </a:moveTo>
                  <a:lnTo>
                    <a:pt x="437" y="31"/>
                  </a:lnTo>
                  <a:lnTo>
                    <a:pt x="445" y="31"/>
                  </a:lnTo>
                  <a:lnTo>
                    <a:pt x="455" y="33"/>
                  </a:lnTo>
                  <a:lnTo>
                    <a:pt x="455" y="33"/>
                  </a:lnTo>
                  <a:lnTo>
                    <a:pt x="453" y="33"/>
                  </a:lnTo>
                  <a:lnTo>
                    <a:pt x="453" y="35"/>
                  </a:lnTo>
                  <a:lnTo>
                    <a:pt x="451" y="35"/>
                  </a:lnTo>
                  <a:lnTo>
                    <a:pt x="451" y="37"/>
                  </a:lnTo>
                  <a:lnTo>
                    <a:pt x="451" y="39"/>
                  </a:lnTo>
                  <a:lnTo>
                    <a:pt x="451" y="39"/>
                  </a:lnTo>
                  <a:lnTo>
                    <a:pt x="451" y="41"/>
                  </a:lnTo>
                  <a:lnTo>
                    <a:pt x="451" y="43"/>
                  </a:lnTo>
                  <a:lnTo>
                    <a:pt x="449" y="45"/>
                  </a:lnTo>
                  <a:lnTo>
                    <a:pt x="441" y="51"/>
                  </a:lnTo>
                  <a:lnTo>
                    <a:pt x="431" y="59"/>
                  </a:lnTo>
                  <a:lnTo>
                    <a:pt x="423" y="55"/>
                  </a:lnTo>
                  <a:lnTo>
                    <a:pt x="415" y="51"/>
                  </a:lnTo>
                  <a:lnTo>
                    <a:pt x="415" y="47"/>
                  </a:lnTo>
                  <a:lnTo>
                    <a:pt x="412" y="45"/>
                  </a:lnTo>
                  <a:lnTo>
                    <a:pt x="410" y="41"/>
                  </a:lnTo>
                  <a:lnTo>
                    <a:pt x="412" y="39"/>
                  </a:lnTo>
                  <a:lnTo>
                    <a:pt x="415" y="39"/>
                  </a:lnTo>
                  <a:lnTo>
                    <a:pt x="417" y="37"/>
                  </a:lnTo>
                  <a:lnTo>
                    <a:pt x="419" y="35"/>
                  </a:lnTo>
                  <a:lnTo>
                    <a:pt x="425" y="33"/>
                  </a:lnTo>
                  <a:lnTo>
                    <a:pt x="427" y="30"/>
                  </a:lnTo>
                  <a:close/>
                  <a:moveTo>
                    <a:pt x="290" y="26"/>
                  </a:moveTo>
                  <a:lnTo>
                    <a:pt x="294" y="30"/>
                  </a:lnTo>
                  <a:lnTo>
                    <a:pt x="296" y="33"/>
                  </a:lnTo>
                  <a:lnTo>
                    <a:pt x="302" y="41"/>
                  </a:lnTo>
                  <a:lnTo>
                    <a:pt x="308" y="47"/>
                  </a:lnTo>
                  <a:lnTo>
                    <a:pt x="306" y="49"/>
                  </a:lnTo>
                  <a:lnTo>
                    <a:pt x="302" y="49"/>
                  </a:lnTo>
                  <a:lnTo>
                    <a:pt x="290" y="51"/>
                  </a:lnTo>
                  <a:lnTo>
                    <a:pt x="278" y="51"/>
                  </a:lnTo>
                  <a:lnTo>
                    <a:pt x="274" y="47"/>
                  </a:lnTo>
                  <a:lnTo>
                    <a:pt x="274" y="45"/>
                  </a:lnTo>
                  <a:lnTo>
                    <a:pt x="274" y="45"/>
                  </a:lnTo>
                  <a:lnTo>
                    <a:pt x="274" y="43"/>
                  </a:lnTo>
                  <a:lnTo>
                    <a:pt x="276" y="41"/>
                  </a:lnTo>
                  <a:lnTo>
                    <a:pt x="274" y="41"/>
                  </a:lnTo>
                  <a:lnTo>
                    <a:pt x="274" y="39"/>
                  </a:lnTo>
                  <a:lnTo>
                    <a:pt x="272" y="41"/>
                  </a:lnTo>
                  <a:lnTo>
                    <a:pt x="266" y="37"/>
                  </a:lnTo>
                  <a:lnTo>
                    <a:pt x="261" y="35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4" y="28"/>
                  </a:lnTo>
                  <a:lnTo>
                    <a:pt x="270" y="28"/>
                  </a:lnTo>
                  <a:lnTo>
                    <a:pt x="272" y="30"/>
                  </a:lnTo>
                  <a:lnTo>
                    <a:pt x="280" y="28"/>
                  </a:lnTo>
                  <a:lnTo>
                    <a:pt x="280" y="30"/>
                  </a:lnTo>
                  <a:lnTo>
                    <a:pt x="280" y="30"/>
                  </a:lnTo>
                  <a:lnTo>
                    <a:pt x="280" y="31"/>
                  </a:lnTo>
                  <a:lnTo>
                    <a:pt x="280" y="33"/>
                  </a:lnTo>
                  <a:lnTo>
                    <a:pt x="280" y="35"/>
                  </a:lnTo>
                  <a:lnTo>
                    <a:pt x="282" y="33"/>
                  </a:lnTo>
                  <a:lnTo>
                    <a:pt x="284" y="33"/>
                  </a:lnTo>
                  <a:lnTo>
                    <a:pt x="286" y="28"/>
                  </a:lnTo>
                  <a:lnTo>
                    <a:pt x="288" y="28"/>
                  </a:lnTo>
                  <a:lnTo>
                    <a:pt x="288" y="26"/>
                  </a:lnTo>
                  <a:lnTo>
                    <a:pt x="290" y="26"/>
                  </a:lnTo>
                  <a:close/>
                  <a:moveTo>
                    <a:pt x="368" y="14"/>
                  </a:moveTo>
                  <a:lnTo>
                    <a:pt x="374" y="20"/>
                  </a:lnTo>
                  <a:lnTo>
                    <a:pt x="380" y="28"/>
                  </a:lnTo>
                  <a:lnTo>
                    <a:pt x="380" y="30"/>
                  </a:lnTo>
                  <a:lnTo>
                    <a:pt x="376" y="33"/>
                  </a:lnTo>
                  <a:lnTo>
                    <a:pt x="376" y="37"/>
                  </a:lnTo>
                  <a:lnTo>
                    <a:pt x="374" y="39"/>
                  </a:lnTo>
                  <a:lnTo>
                    <a:pt x="368" y="39"/>
                  </a:lnTo>
                  <a:lnTo>
                    <a:pt x="366" y="37"/>
                  </a:lnTo>
                  <a:lnTo>
                    <a:pt x="361" y="24"/>
                  </a:lnTo>
                  <a:lnTo>
                    <a:pt x="361" y="22"/>
                  </a:lnTo>
                  <a:lnTo>
                    <a:pt x="361" y="20"/>
                  </a:lnTo>
                  <a:lnTo>
                    <a:pt x="363" y="20"/>
                  </a:lnTo>
                  <a:lnTo>
                    <a:pt x="366" y="18"/>
                  </a:lnTo>
                  <a:lnTo>
                    <a:pt x="366" y="14"/>
                  </a:lnTo>
                  <a:lnTo>
                    <a:pt x="366" y="14"/>
                  </a:lnTo>
                  <a:lnTo>
                    <a:pt x="368" y="14"/>
                  </a:lnTo>
                  <a:close/>
                  <a:moveTo>
                    <a:pt x="396" y="4"/>
                  </a:moveTo>
                  <a:lnTo>
                    <a:pt x="404" y="8"/>
                  </a:lnTo>
                  <a:lnTo>
                    <a:pt x="412" y="10"/>
                  </a:lnTo>
                  <a:lnTo>
                    <a:pt x="412" y="12"/>
                  </a:lnTo>
                  <a:lnTo>
                    <a:pt x="412" y="12"/>
                  </a:lnTo>
                  <a:lnTo>
                    <a:pt x="410" y="14"/>
                  </a:lnTo>
                  <a:lnTo>
                    <a:pt x="410" y="14"/>
                  </a:lnTo>
                  <a:lnTo>
                    <a:pt x="410" y="14"/>
                  </a:lnTo>
                  <a:lnTo>
                    <a:pt x="402" y="10"/>
                  </a:lnTo>
                  <a:lnTo>
                    <a:pt x="394" y="6"/>
                  </a:lnTo>
                  <a:lnTo>
                    <a:pt x="394" y="6"/>
                  </a:lnTo>
                  <a:lnTo>
                    <a:pt x="394" y="4"/>
                  </a:lnTo>
                  <a:lnTo>
                    <a:pt x="396" y="4"/>
                  </a:lnTo>
                  <a:close/>
                  <a:moveTo>
                    <a:pt x="323" y="0"/>
                  </a:moveTo>
                  <a:lnTo>
                    <a:pt x="325" y="0"/>
                  </a:lnTo>
                  <a:lnTo>
                    <a:pt x="325" y="2"/>
                  </a:lnTo>
                  <a:lnTo>
                    <a:pt x="337" y="4"/>
                  </a:lnTo>
                  <a:lnTo>
                    <a:pt x="337" y="8"/>
                  </a:lnTo>
                  <a:lnTo>
                    <a:pt x="339" y="8"/>
                  </a:lnTo>
                  <a:lnTo>
                    <a:pt x="341" y="12"/>
                  </a:lnTo>
                  <a:lnTo>
                    <a:pt x="345" y="16"/>
                  </a:lnTo>
                  <a:lnTo>
                    <a:pt x="347" y="16"/>
                  </a:lnTo>
                  <a:lnTo>
                    <a:pt x="355" y="24"/>
                  </a:lnTo>
                  <a:lnTo>
                    <a:pt x="355" y="24"/>
                  </a:lnTo>
                  <a:lnTo>
                    <a:pt x="355" y="28"/>
                  </a:lnTo>
                  <a:lnTo>
                    <a:pt x="355" y="28"/>
                  </a:lnTo>
                  <a:lnTo>
                    <a:pt x="355" y="33"/>
                  </a:lnTo>
                  <a:lnTo>
                    <a:pt x="361" y="37"/>
                  </a:lnTo>
                  <a:lnTo>
                    <a:pt x="366" y="43"/>
                  </a:lnTo>
                  <a:lnTo>
                    <a:pt x="364" y="43"/>
                  </a:lnTo>
                  <a:lnTo>
                    <a:pt x="359" y="47"/>
                  </a:lnTo>
                  <a:lnTo>
                    <a:pt x="355" y="49"/>
                  </a:lnTo>
                  <a:lnTo>
                    <a:pt x="353" y="51"/>
                  </a:lnTo>
                  <a:lnTo>
                    <a:pt x="347" y="47"/>
                  </a:lnTo>
                  <a:lnTo>
                    <a:pt x="345" y="43"/>
                  </a:lnTo>
                  <a:lnTo>
                    <a:pt x="343" y="41"/>
                  </a:lnTo>
                  <a:lnTo>
                    <a:pt x="341" y="39"/>
                  </a:lnTo>
                  <a:lnTo>
                    <a:pt x="341" y="39"/>
                  </a:lnTo>
                  <a:lnTo>
                    <a:pt x="341" y="37"/>
                  </a:lnTo>
                  <a:lnTo>
                    <a:pt x="343" y="35"/>
                  </a:lnTo>
                  <a:lnTo>
                    <a:pt x="343" y="31"/>
                  </a:lnTo>
                  <a:lnTo>
                    <a:pt x="341" y="30"/>
                  </a:lnTo>
                  <a:lnTo>
                    <a:pt x="337" y="30"/>
                  </a:lnTo>
                  <a:lnTo>
                    <a:pt x="337" y="28"/>
                  </a:lnTo>
                  <a:lnTo>
                    <a:pt x="337" y="28"/>
                  </a:lnTo>
                  <a:lnTo>
                    <a:pt x="337" y="26"/>
                  </a:lnTo>
                  <a:lnTo>
                    <a:pt x="337" y="24"/>
                  </a:lnTo>
                  <a:lnTo>
                    <a:pt x="337" y="22"/>
                  </a:lnTo>
                  <a:lnTo>
                    <a:pt x="337" y="22"/>
                  </a:lnTo>
                  <a:lnTo>
                    <a:pt x="337" y="20"/>
                  </a:lnTo>
                  <a:lnTo>
                    <a:pt x="335" y="20"/>
                  </a:lnTo>
                  <a:lnTo>
                    <a:pt x="335" y="20"/>
                  </a:lnTo>
                  <a:lnTo>
                    <a:pt x="335" y="18"/>
                  </a:lnTo>
                  <a:lnTo>
                    <a:pt x="329" y="12"/>
                  </a:lnTo>
                  <a:lnTo>
                    <a:pt x="323" y="4"/>
                  </a:lnTo>
                  <a:lnTo>
                    <a:pt x="321" y="4"/>
                  </a:lnTo>
                  <a:lnTo>
                    <a:pt x="321" y="2"/>
                  </a:lnTo>
                  <a:lnTo>
                    <a:pt x="321" y="2"/>
                  </a:lnTo>
                  <a:lnTo>
                    <a:pt x="323" y="0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9"/>
            <p:cNvSpPr>
              <a:spLocks noEditPoints="1"/>
            </p:cNvSpPr>
            <p:nvPr/>
          </p:nvSpPr>
          <p:spPr bwMode="auto">
            <a:xfrm>
              <a:off x="1984375" y="1585913"/>
              <a:ext cx="384175" cy="153988"/>
            </a:xfrm>
            <a:custGeom>
              <a:avLst/>
              <a:gdLst>
                <a:gd name="T0" fmla="*/ 380 w 484"/>
                <a:gd name="T1" fmla="*/ 94 h 194"/>
                <a:gd name="T2" fmla="*/ 310 w 484"/>
                <a:gd name="T3" fmla="*/ 94 h 194"/>
                <a:gd name="T4" fmla="*/ 265 w 484"/>
                <a:gd name="T5" fmla="*/ 104 h 194"/>
                <a:gd name="T6" fmla="*/ 310 w 484"/>
                <a:gd name="T7" fmla="*/ 159 h 194"/>
                <a:gd name="T8" fmla="*/ 286 w 484"/>
                <a:gd name="T9" fmla="*/ 151 h 194"/>
                <a:gd name="T10" fmla="*/ 263 w 484"/>
                <a:gd name="T11" fmla="*/ 120 h 194"/>
                <a:gd name="T12" fmla="*/ 251 w 484"/>
                <a:gd name="T13" fmla="*/ 108 h 194"/>
                <a:gd name="T14" fmla="*/ 251 w 484"/>
                <a:gd name="T15" fmla="*/ 88 h 194"/>
                <a:gd name="T16" fmla="*/ 141 w 484"/>
                <a:gd name="T17" fmla="*/ 96 h 194"/>
                <a:gd name="T18" fmla="*/ 139 w 484"/>
                <a:gd name="T19" fmla="*/ 108 h 194"/>
                <a:gd name="T20" fmla="*/ 143 w 484"/>
                <a:gd name="T21" fmla="*/ 114 h 194"/>
                <a:gd name="T22" fmla="*/ 155 w 484"/>
                <a:gd name="T23" fmla="*/ 120 h 194"/>
                <a:gd name="T24" fmla="*/ 167 w 484"/>
                <a:gd name="T25" fmla="*/ 128 h 194"/>
                <a:gd name="T26" fmla="*/ 129 w 484"/>
                <a:gd name="T27" fmla="*/ 147 h 194"/>
                <a:gd name="T28" fmla="*/ 108 w 484"/>
                <a:gd name="T29" fmla="*/ 159 h 194"/>
                <a:gd name="T30" fmla="*/ 78 w 484"/>
                <a:gd name="T31" fmla="*/ 171 h 194"/>
                <a:gd name="T32" fmla="*/ 74 w 484"/>
                <a:gd name="T33" fmla="*/ 188 h 194"/>
                <a:gd name="T34" fmla="*/ 57 w 484"/>
                <a:gd name="T35" fmla="*/ 194 h 194"/>
                <a:gd name="T36" fmla="*/ 49 w 484"/>
                <a:gd name="T37" fmla="*/ 190 h 194"/>
                <a:gd name="T38" fmla="*/ 51 w 484"/>
                <a:gd name="T39" fmla="*/ 173 h 194"/>
                <a:gd name="T40" fmla="*/ 29 w 484"/>
                <a:gd name="T41" fmla="*/ 173 h 194"/>
                <a:gd name="T42" fmla="*/ 41 w 484"/>
                <a:gd name="T43" fmla="*/ 149 h 194"/>
                <a:gd name="T44" fmla="*/ 59 w 484"/>
                <a:gd name="T45" fmla="*/ 151 h 194"/>
                <a:gd name="T46" fmla="*/ 69 w 484"/>
                <a:gd name="T47" fmla="*/ 137 h 194"/>
                <a:gd name="T48" fmla="*/ 80 w 484"/>
                <a:gd name="T49" fmla="*/ 126 h 194"/>
                <a:gd name="T50" fmla="*/ 90 w 484"/>
                <a:gd name="T51" fmla="*/ 135 h 194"/>
                <a:gd name="T52" fmla="*/ 102 w 484"/>
                <a:gd name="T53" fmla="*/ 131 h 194"/>
                <a:gd name="T54" fmla="*/ 114 w 484"/>
                <a:gd name="T55" fmla="*/ 124 h 194"/>
                <a:gd name="T56" fmla="*/ 108 w 484"/>
                <a:gd name="T57" fmla="*/ 110 h 194"/>
                <a:gd name="T58" fmla="*/ 104 w 484"/>
                <a:gd name="T59" fmla="*/ 100 h 194"/>
                <a:gd name="T60" fmla="*/ 94 w 484"/>
                <a:gd name="T61" fmla="*/ 100 h 194"/>
                <a:gd name="T62" fmla="*/ 90 w 484"/>
                <a:gd name="T63" fmla="*/ 122 h 194"/>
                <a:gd name="T64" fmla="*/ 74 w 484"/>
                <a:gd name="T65" fmla="*/ 92 h 194"/>
                <a:gd name="T66" fmla="*/ 67 w 484"/>
                <a:gd name="T67" fmla="*/ 100 h 194"/>
                <a:gd name="T68" fmla="*/ 51 w 484"/>
                <a:gd name="T69" fmla="*/ 110 h 194"/>
                <a:gd name="T70" fmla="*/ 35 w 484"/>
                <a:gd name="T71" fmla="*/ 118 h 194"/>
                <a:gd name="T72" fmla="*/ 22 w 484"/>
                <a:gd name="T73" fmla="*/ 114 h 194"/>
                <a:gd name="T74" fmla="*/ 16 w 484"/>
                <a:gd name="T75" fmla="*/ 106 h 194"/>
                <a:gd name="T76" fmla="*/ 0 w 484"/>
                <a:gd name="T77" fmla="*/ 88 h 194"/>
                <a:gd name="T78" fmla="*/ 55 w 484"/>
                <a:gd name="T79" fmla="*/ 88 h 194"/>
                <a:gd name="T80" fmla="*/ 369 w 484"/>
                <a:gd name="T81" fmla="*/ 76 h 194"/>
                <a:gd name="T82" fmla="*/ 349 w 484"/>
                <a:gd name="T83" fmla="*/ 80 h 194"/>
                <a:gd name="T84" fmla="*/ 312 w 484"/>
                <a:gd name="T85" fmla="*/ 65 h 194"/>
                <a:gd name="T86" fmla="*/ 322 w 484"/>
                <a:gd name="T87" fmla="*/ 84 h 194"/>
                <a:gd name="T88" fmla="*/ 278 w 484"/>
                <a:gd name="T89" fmla="*/ 82 h 194"/>
                <a:gd name="T90" fmla="*/ 278 w 484"/>
                <a:gd name="T91" fmla="*/ 69 h 194"/>
                <a:gd name="T92" fmla="*/ 288 w 484"/>
                <a:gd name="T93" fmla="*/ 65 h 194"/>
                <a:gd name="T94" fmla="*/ 302 w 484"/>
                <a:gd name="T95" fmla="*/ 75 h 194"/>
                <a:gd name="T96" fmla="*/ 439 w 484"/>
                <a:gd name="T97" fmla="*/ 55 h 194"/>
                <a:gd name="T98" fmla="*/ 159 w 484"/>
                <a:gd name="T99" fmla="*/ 53 h 194"/>
                <a:gd name="T100" fmla="*/ 159 w 484"/>
                <a:gd name="T101" fmla="*/ 73 h 194"/>
                <a:gd name="T102" fmla="*/ 151 w 484"/>
                <a:gd name="T103" fmla="*/ 69 h 194"/>
                <a:gd name="T104" fmla="*/ 159 w 484"/>
                <a:gd name="T105" fmla="*/ 53 h 194"/>
                <a:gd name="T106" fmla="*/ 480 w 484"/>
                <a:gd name="T107" fmla="*/ 63 h 194"/>
                <a:gd name="T108" fmla="*/ 447 w 484"/>
                <a:gd name="T109" fmla="*/ 43 h 194"/>
                <a:gd name="T110" fmla="*/ 341 w 484"/>
                <a:gd name="T111" fmla="*/ 49 h 194"/>
                <a:gd name="T112" fmla="*/ 335 w 484"/>
                <a:gd name="T113" fmla="*/ 69 h 194"/>
                <a:gd name="T114" fmla="*/ 316 w 484"/>
                <a:gd name="T115" fmla="*/ 49 h 194"/>
                <a:gd name="T116" fmla="*/ 335 w 484"/>
                <a:gd name="T117" fmla="*/ 39 h 194"/>
                <a:gd name="T118" fmla="*/ 357 w 484"/>
                <a:gd name="T119" fmla="*/ 41 h 194"/>
                <a:gd name="T120" fmla="*/ 371 w 484"/>
                <a:gd name="T121" fmla="*/ 0 h 194"/>
                <a:gd name="T122" fmla="*/ 386 w 484"/>
                <a:gd name="T123" fmla="*/ 18 h 194"/>
                <a:gd name="T124" fmla="*/ 353 w 484"/>
                <a:gd name="T125" fmla="*/ 1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4" h="194">
                  <a:moveTo>
                    <a:pt x="384" y="92"/>
                  </a:moveTo>
                  <a:lnTo>
                    <a:pt x="396" y="98"/>
                  </a:lnTo>
                  <a:lnTo>
                    <a:pt x="396" y="98"/>
                  </a:lnTo>
                  <a:lnTo>
                    <a:pt x="396" y="100"/>
                  </a:lnTo>
                  <a:lnTo>
                    <a:pt x="396" y="100"/>
                  </a:lnTo>
                  <a:lnTo>
                    <a:pt x="396" y="102"/>
                  </a:lnTo>
                  <a:lnTo>
                    <a:pt x="396" y="102"/>
                  </a:lnTo>
                  <a:lnTo>
                    <a:pt x="392" y="104"/>
                  </a:lnTo>
                  <a:lnTo>
                    <a:pt x="392" y="104"/>
                  </a:lnTo>
                  <a:lnTo>
                    <a:pt x="386" y="100"/>
                  </a:lnTo>
                  <a:lnTo>
                    <a:pt x="380" y="94"/>
                  </a:lnTo>
                  <a:lnTo>
                    <a:pt x="380" y="94"/>
                  </a:lnTo>
                  <a:lnTo>
                    <a:pt x="380" y="92"/>
                  </a:lnTo>
                  <a:lnTo>
                    <a:pt x="384" y="92"/>
                  </a:lnTo>
                  <a:close/>
                  <a:moveTo>
                    <a:pt x="333" y="90"/>
                  </a:moveTo>
                  <a:lnTo>
                    <a:pt x="333" y="90"/>
                  </a:lnTo>
                  <a:lnTo>
                    <a:pt x="335" y="92"/>
                  </a:lnTo>
                  <a:lnTo>
                    <a:pt x="335" y="96"/>
                  </a:lnTo>
                  <a:lnTo>
                    <a:pt x="329" y="98"/>
                  </a:lnTo>
                  <a:lnTo>
                    <a:pt x="326" y="104"/>
                  </a:lnTo>
                  <a:lnTo>
                    <a:pt x="324" y="106"/>
                  </a:lnTo>
                  <a:lnTo>
                    <a:pt x="316" y="106"/>
                  </a:lnTo>
                  <a:lnTo>
                    <a:pt x="308" y="96"/>
                  </a:lnTo>
                  <a:lnTo>
                    <a:pt x="310" y="94"/>
                  </a:lnTo>
                  <a:lnTo>
                    <a:pt x="312" y="94"/>
                  </a:lnTo>
                  <a:lnTo>
                    <a:pt x="316" y="94"/>
                  </a:lnTo>
                  <a:lnTo>
                    <a:pt x="318" y="92"/>
                  </a:lnTo>
                  <a:lnTo>
                    <a:pt x="320" y="90"/>
                  </a:lnTo>
                  <a:lnTo>
                    <a:pt x="326" y="92"/>
                  </a:lnTo>
                  <a:lnTo>
                    <a:pt x="327" y="90"/>
                  </a:lnTo>
                  <a:lnTo>
                    <a:pt x="329" y="90"/>
                  </a:lnTo>
                  <a:lnTo>
                    <a:pt x="333" y="90"/>
                  </a:lnTo>
                  <a:close/>
                  <a:moveTo>
                    <a:pt x="253" y="88"/>
                  </a:moveTo>
                  <a:lnTo>
                    <a:pt x="253" y="90"/>
                  </a:lnTo>
                  <a:lnTo>
                    <a:pt x="255" y="96"/>
                  </a:lnTo>
                  <a:lnTo>
                    <a:pt x="265" y="104"/>
                  </a:lnTo>
                  <a:lnTo>
                    <a:pt x="267" y="112"/>
                  </a:lnTo>
                  <a:lnTo>
                    <a:pt x="269" y="112"/>
                  </a:lnTo>
                  <a:lnTo>
                    <a:pt x="280" y="110"/>
                  </a:lnTo>
                  <a:lnTo>
                    <a:pt x="286" y="116"/>
                  </a:lnTo>
                  <a:lnTo>
                    <a:pt x="292" y="122"/>
                  </a:lnTo>
                  <a:lnTo>
                    <a:pt x="292" y="128"/>
                  </a:lnTo>
                  <a:lnTo>
                    <a:pt x="298" y="137"/>
                  </a:lnTo>
                  <a:lnTo>
                    <a:pt x="304" y="145"/>
                  </a:lnTo>
                  <a:lnTo>
                    <a:pt x="312" y="153"/>
                  </a:lnTo>
                  <a:lnTo>
                    <a:pt x="312" y="155"/>
                  </a:lnTo>
                  <a:lnTo>
                    <a:pt x="312" y="157"/>
                  </a:lnTo>
                  <a:lnTo>
                    <a:pt x="310" y="159"/>
                  </a:lnTo>
                  <a:lnTo>
                    <a:pt x="310" y="159"/>
                  </a:lnTo>
                  <a:lnTo>
                    <a:pt x="308" y="159"/>
                  </a:lnTo>
                  <a:lnTo>
                    <a:pt x="306" y="163"/>
                  </a:lnTo>
                  <a:lnTo>
                    <a:pt x="298" y="165"/>
                  </a:lnTo>
                  <a:lnTo>
                    <a:pt x="292" y="169"/>
                  </a:lnTo>
                  <a:lnTo>
                    <a:pt x="290" y="167"/>
                  </a:lnTo>
                  <a:lnTo>
                    <a:pt x="288" y="157"/>
                  </a:lnTo>
                  <a:lnTo>
                    <a:pt x="286" y="153"/>
                  </a:lnTo>
                  <a:lnTo>
                    <a:pt x="286" y="153"/>
                  </a:lnTo>
                  <a:lnTo>
                    <a:pt x="286" y="151"/>
                  </a:lnTo>
                  <a:lnTo>
                    <a:pt x="286" y="151"/>
                  </a:lnTo>
                  <a:lnTo>
                    <a:pt x="286" y="151"/>
                  </a:lnTo>
                  <a:lnTo>
                    <a:pt x="286" y="149"/>
                  </a:lnTo>
                  <a:lnTo>
                    <a:pt x="286" y="149"/>
                  </a:lnTo>
                  <a:lnTo>
                    <a:pt x="276" y="141"/>
                  </a:lnTo>
                  <a:lnTo>
                    <a:pt x="269" y="135"/>
                  </a:lnTo>
                  <a:lnTo>
                    <a:pt x="267" y="135"/>
                  </a:lnTo>
                  <a:lnTo>
                    <a:pt x="269" y="133"/>
                  </a:lnTo>
                  <a:lnTo>
                    <a:pt x="269" y="131"/>
                  </a:lnTo>
                  <a:lnTo>
                    <a:pt x="269" y="131"/>
                  </a:lnTo>
                  <a:lnTo>
                    <a:pt x="269" y="129"/>
                  </a:lnTo>
                  <a:lnTo>
                    <a:pt x="263" y="128"/>
                  </a:lnTo>
                  <a:lnTo>
                    <a:pt x="261" y="122"/>
                  </a:lnTo>
                  <a:lnTo>
                    <a:pt x="263" y="120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63" y="116"/>
                  </a:lnTo>
                  <a:lnTo>
                    <a:pt x="261" y="116"/>
                  </a:lnTo>
                  <a:lnTo>
                    <a:pt x="259" y="118"/>
                  </a:lnTo>
                  <a:lnTo>
                    <a:pt x="253" y="116"/>
                  </a:lnTo>
                  <a:lnTo>
                    <a:pt x="251" y="114"/>
                  </a:lnTo>
                  <a:lnTo>
                    <a:pt x="251" y="112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51" y="108"/>
                  </a:lnTo>
                  <a:lnTo>
                    <a:pt x="251" y="108"/>
                  </a:lnTo>
                  <a:lnTo>
                    <a:pt x="245" y="108"/>
                  </a:lnTo>
                  <a:lnTo>
                    <a:pt x="241" y="106"/>
                  </a:lnTo>
                  <a:lnTo>
                    <a:pt x="241" y="104"/>
                  </a:lnTo>
                  <a:lnTo>
                    <a:pt x="243" y="102"/>
                  </a:lnTo>
                  <a:lnTo>
                    <a:pt x="243" y="102"/>
                  </a:lnTo>
                  <a:lnTo>
                    <a:pt x="245" y="98"/>
                  </a:lnTo>
                  <a:lnTo>
                    <a:pt x="245" y="98"/>
                  </a:lnTo>
                  <a:lnTo>
                    <a:pt x="245" y="98"/>
                  </a:lnTo>
                  <a:lnTo>
                    <a:pt x="247" y="96"/>
                  </a:lnTo>
                  <a:lnTo>
                    <a:pt x="247" y="94"/>
                  </a:lnTo>
                  <a:lnTo>
                    <a:pt x="247" y="94"/>
                  </a:lnTo>
                  <a:lnTo>
                    <a:pt x="251" y="88"/>
                  </a:lnTo>
                  <a:lnTo>
                    <a:pt x="253" y="88"/>
                  </a:lnTo>
                  <a:close/>
                  <a:moveTo>
                    <a:pt x="141" y="86"/>
                  </a:moveTo>
                  <a:lnTo>
                    <a:pt x="141" y="88"/>
                  </a:lnTo>
                  <a:lnTo>
                    <a:pt x="143" y="88"/>
                  </a:lnTo>
                  <a:lnTo>
                    <a:pt x="145" y="90"/>
                  </a:lnTo>
                  <a:lnTo>
                    <a:pt x="143" y="92"/>
                  </a:lnTo>
                  <a:lnTo>
                    <a:pt x="135" y="92"/>
                  </a:lnTo>
                  <a:lnTo>
                    <a:pt x="133" y="94"/>
                  </a:lnTo>
                  <a:lnTo>
                    <a:pt x="133" y="94"/>
                  </a:lnTo>
                  <a:lnTo>
                    <a:pt x="131" y="94"/>
                  </a:lnTo>
                  <a:lnTo>
                    <a:pt x="131" y="96"/>
                  </a:lnTo>
                  <a:lnTo>
                    <a:pt x="141" y="96"/>
                  </a:lnTo>
                  <a:lnTo>
                    <a:pt x="151" y="96"/>
                  </a:lnTo>
                  <a:lnTo>
                    <a:pt x="153" y="92"/>
                  </a:lnTo>
                  <a:lnTo>
                    <a:pt x="155" y="92"/>
                  </a:lnTo>
                  <a:lnTo>
                    <a:pt x="155" y="94"/>
                  </a:lnTo>
                  <a:lnTo>
                    <a:pt x="155" y="98"/>
                  </a:lnTo>
                  <a:lnTo>
                    <a:pt x="155" y="104"/>
                  </a:lnTo>
                  <a:lnTo>
                    <a:pt x="155" y="106"/>
                  </a:lnTo>
                  <a:lnTo>
                    <a:pt x="153" y="106"/>
                  </a:lnTo>
                  <a:lnTo>
                    <a:pt x="149" y="106"/>
                  </a:lnTo>
                  <a:lnTo>
                    <a:pt x="145" y="108"/>
                  </a:lnTo>
                  <a:lnTo>
                    <a:pt x="141" y="106"/>
                  </a:lnTo>
                  <a:lnTo>
                    <a:pt x="139" y="108"/>
                  </a:lnTo>
                  <a:lnTo>
                    <a:pt x="141" y="108"/>
                  </a:lnTo>
                  <a:lnTo>
                    <a:pt x="141" y="110"/>
                  </a:lnTo>
                  <a:lnTo>
                    <a:pt x="139" y="112"/>
                  </a:lnTo>
                  <a:lnTo>
                    <a:pt x="135" y="112"/>
                  </a:lnTo>
                  <a:lnTo>
                    <a:pt x="133" y="112"/>
                  </a:lnTo>
                  <a:lnTo>
                    <a:pt x="131" y="114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3" y="11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43" y="114"/>
                  </a:lnTo>
                  <a:lnTo>
                    <a:pt x="143" y="114"/>
                  </a:lnTo>
                  <a:lnTo>
                    <a:pt x="143" y="118"/>
                  </a:lnTo>
                  <a:lnTo>
                    <a:pt x="143" y="118"/>
                  </a:lnTo>
                  <a:lnTo>
                    <a:pt x="145" y="118"/>
                  </a:lnTo>
                  <a:lnTo>
                    <a:pt x="147" y="116"/>
                  </a:lnTo>
                  <a:lnTo>
                    <a:pt x="149" y="114"/>
                  </a:lnTo>
                  <a:lnTo>
                    <a:pt x="151" y="116"/>
                  </a:lnTo>
                  <a:lnTo>
                    <a:pt x="153" y="116"/>
                  </a:lnTo>
                  <a:lnTo>
                    <a:pt x="151" y="118"/>
                  </a:lnTo>
                  <a:lnTo>
                    <a:pt x="151" y="120"/>
                  </a:lnTo>
                  <a:lnTo>
                    <a:pt x="153" y="120"/>
                  </a:lnTo>
                  <a:lnTo>
                    <a:pt x="155" y="120"/>
                  </a:lnTo>
                  <a:lnTo>
                    <a:pt x="155" y="118"/>
                  </a:lnTo>
                  <a:lnTo>
                    <a:pt x="155" y="116"/>
                  </a:lnTo>
                  <a:lnTo>
                    <a:pt x="159" y="116"/>
                  </a:lnTo>
                  <a:lnTo>
                    <a:pt x="159" y="116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9" y="120"/>
                  </a:lnTo>
                  <a:lnTo>
                    <a:pt x="161" y="124"/>
                  </a:lnTo>
                  <a:lnTo>
                    <a:pt x="161" y="124"/>
                  </a:lnTo>
                  <a:lnTo>
                    <a:pt x="165" y="128"/>
                  </a:lnTo>
                  <a:lnTo>
                    <a:pt x="167" y="128"/>
                  </a:lnTo>
                  <a:lnTo>
                    <a:pt x="167" y="128"/>
                  </a:lnTo>
                  <a:lnTo>
                    <a:pt x="167" y="129"/>
                  </a:lnTo>
                  <a:lnTo>
                    <a:pt x="167" y="129"/>
                  </a:lnTo>
                  <a:lnTo>
                    <a:pt x="165" y="131"/>
                  </a:lnTo>
                  <a:lnTo>
                    <a:pt x="165" y="131"/>
                  </a:lnTo>
                  <a:lnTo>
                    <a:pt x="165" y="131"/>
                  </a:lnTo>
                  <a:lnTo>
                    <a:pt x="163" y="135"/>
                  </a:lnTo>
                  <a:lnTo>
                    <a:pt x="155" y="137"/>
                  </a:lnTo>
                  <a:lnTo>
                    <a:pt x="149" y="139"/>
                  </a:lnTo>
                  <a:lnTo>
                    <a:pt x="147" y="141"/>
                  </a:lnTo>
                  <a:lnTo>
                    <a:pt x="141" y="149"/>
                  </a:lnTo>
                  <a:lnTo>
                    <a:pt x="139" y="149"/>
                  </a:lnTo>
                  <a:lnTo>
                    <a:pt x="129" y="147"/>
                  </a:lnTo>
                  <a:lnTo>
                    <a:pt x="120" y="145"/>
                  </a:lnTo>
                  <a:lnTo>
                    <a:pt x="118" y="147"/>
                  </a:lnTo>
                  <a:lnTo>
                    <a:pt x="116" y="149"/>
                  </a:lnTo>
                  <a:lnTo>
                    <a:pt x="108" y="147"/>
                  </a:lnTo>
                  <a:lnTo>
                    <a:pt x="106" y="147"/>
                  </a:lnTo>
                  <a:lnTo>
                    <a:pt x="106" y="149"/>
                  </a:lnTo>
                  <a:lnTo>
                    <a:pt x="108" y="151"/>
                  </a:lnTo>
                  <a:lnTo>
                    <a:pt x="108" y="153"/>
                  </a:lnTo>
                  <a:lnTo>
                    <a:pt x="106" y="157"/>
                  </a:lnTo>
                  <a:lnTo>
                    <a:pt x="108" y="157"/>
                  </a:lnTo>
                  <a:lnTo>
                    <a:pt x="108" y="157"/>
                  </a:lnTo>
                  <a:lnTo>
                    <a:pt x="108" y="159"/>
                  </a:lnTo>
                  <a:lnTo>
                    <a:pt x="106" y="159"/>
                  </a:lnTo>
                  <a:lnTo>
                    <a:pt x="106" y="161"/>
                  </a:lnTo>
                  <a:lnTo>
                    <a:pt x="96" y="163"/>
                  </a:lnTo>
                  <a:lnTo>
                    <a:pt x="90" y="159"/>
                  </a:lnTo>
                  <a:lnTo>
                    <a:pt x="82" y="155"/>
                  </a:lnTo>
                  <a:lnTo>
                    <a:pt x="80" y="159"/>
                  </a:lnTo>
                  <a:lnTo>
                    <a:pt x="80" y="159"/>
                  </a:lnTo>
                  <a:lnTo>
                    <a:pt x="80" y="161"/>
                  </a:lnTo>
                  <a:lnTo>
                    <a:pt x="74" y="163"/>
                  </a:lnTo>
                  <a:lnTo>
                    <a:pt x="73" y="167"/>
                  </a:lnTo>
                  <a:lnTo>
                    <a:pt x="74" y="169"/>
                  </a:lnTo>
                  <a:lnTo>
                    <a:pt x="78" y="171"/>
                  </a:lnTo>
                  <a:lnTo>
                    <a:pt x="78" y="173"/>
                  </a:lnTo>
                  <a:lnTo>
                    <a:pt x="80" y="177"/>
                  </a:lnTo>
                  <a:lnTo>
                    <a:pt x="78" y="179"/>
                  </a:lnTo>
                  <a:lnTo>
                    <a:pt x="78" y="181"/>
                  </a:lnTo>
                  <a:lnTo>
                    <a:pt x="76" y="181"/>
                  </a:lnTo>
                  <a:lnTo>
                    <a:pt x="78" y="184"/>
                  </a:lnTo>
                  <a:lnTo>
                    <a:pt x="80" y="184"/>
                  </a:lnTo>
                  <a:lnTo>
                    <a:pt x="78" y="188"/>
                  </a:lnTo>
                  <a:lnTo>
                    <a:pt x="76" y="188"/>
                  </a:lnTo>
                  <a:lnTo>
                    <a:pt x="76" y="188"/>
                  </a:lnTo>
                  <a:lnTo>
                    <a:pt x="76" y="188"/>
                  </a:lnTo>
                  <a:lnTo>
                    <a:pt x="74" y="188"/>
                  </a:lnTo>
                  <a:lnTo>
                    <a:pt x="74" y="188"/>
                  </a:lnTo>
                  <a:lnTo>
                    <a:pt x="74" y="190"/>
                  </a:lnTo>
                  <a:lnTo>
                    <a:pt x="74" y="190"/>
                  </a:lnTo>
                  <a:lnTo>
                    <a:pt x="69" y="186"/>
                  </a:lnTo>
                  <a:lnTo>
                    <a:pt x="67" y="179"/>
                  </a:lnTo>
                  <a:lnTo>
                    <a:pt x="67" y="179"/>
                  </a:lnTo>
                  <a:lnTo>
                    <a:pt x="65" y="181"/>
                  </a:lnTo>
                  <a:lnTo>
                    <a:pt x="65" y="184"/>
                  </a:lnTo>
                  <a:lnTo>
                    <a:pt x="65" y="184"/>
                  </a:lnTo>
                  <a:lnTo>
                    <a:pt x="63" y="190"/>
                  </a:lnTo>
                  <a:lnTo>
                    <a:pt x="59" y="192"/>
                  </a:lnTo>
                  <a:lnTo>
                    <a:pt x="57" y="194"/>
                  </a:lnTo>
                  <a:lnTo>
                    <a:pt x="57" y="192"/>
                  </a:lnTo>
                  <a:lnTo>
                    <a:pt x="57" y="190"/>
                  </a:lnTo>
                  <a:lnTo>
                    <a:pt x="55" y="186"/>
                  </a:lnTo>
                  <a:lnTo>
                    <a:pt x="55" y="184"/>
                  </a:lnTo>
                  <a:lnTo>
                    <a:pt x="53" y="184"/>
                  </a:lnTo>
                  <a:lnTo>
                    <a:pt x="51" y="186"/>
                  </a:lnTo>
                  <a:lnTo>
                    <a:pt x="51" y="186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49" y="190"/>
                  </a:lnTo>
                  <a:lnTo>
                    <a:pt x="49" y="190"/>
                  </a:lnTo>
                  <a:lnTo>
                    <a:pt x="49" y="190"/>
                  </a:lnTo>
                  <a:lnTo>
                    <a:pt x="39" y="190"/>
                  </a:lnTo>
                  <a:lnTo>
                    <a:pt x="39" y="190"/>
                  </a:lnTo>
                  <a:lnTo>
                    <a:pt x="37" y="188"/>
                  </a:lnTo>
                  <a:lnTo>
                    <a:pt x="39" y="188"/>
                  </a:lnTo>
                  <a:lnTo>
                    <a:pt x="39" y="186"/>
                  </a:lnTo>
                  <a:lnTo>
                    <a:pt x="41" y="184"/>
                  </a:lnTo>
                  <a:lnTo>
                    <a:pt x="45" y="179"/>
                  </a:lnTo>
                  <a:lnTo>
                    <a:pt x="47" y="177"/>
                  </a:lnTo>
                  <a:lnTo>
                    <a:pt x="53" y="177"/>
                  </a:lnTo>
                  <a:lnTo>
                    <a:pt x="55" y="175"/>
                  </a:lnTo>
                  <a:lnTo>
                    <a:pt x="51" y="175"/>
                  </a:lnTo>
                  <a:lnTo>
                    <a:pt x="51" y="173"/>
                  </a:lnTo>
                  <a:lnTo>
                    <a:pt x="51" y="171"/>
                  </a:lnTo>
                  <a:lnTo>
                    <a:pt x="53" y="171"/>
                  </a:lnTo>
                  <a:lnTo>
                    <a:pt x="55" y="171"/>
                  </a:lnTo>
                  <a:lnTo>
                    <a:pt x="53" y="169"/>
                  </a:lnTo>
                  <a:lnTo>
                    <a:pt x="47" y="167"/>
                  </a:lnTo>
                  <a:lnTo>
                    <a:pt x="45" y="167"/>
                  </a:lnTo>
                  <a:lnTo>
                    <a:pt x="41" y="165"/>
                  </a:lnTo>
                  <a:lnTo>
                    <a:pt x="37" y="169"/>
                  </a:lnTo>
                  <a:lnTo>
                    <a:pt x="37" y="171"/>
                  </a:lnTo>
                  <a:lnTo>
                    <a:pt x="37" y="173"/>
                  </a:lnTo>
                  <a:lnTo>
                    <a:pt x="33" y="171"/>
                  </a:lnTo>
                  <a:lnTo>
                    <a:pt x="29" y="173"/>
                  </a:lnTo>
                  <a:lnTo>
                    <a:pt x="25" y="167"/>
                  </a:lnTo>
                  <a:lnTo>
                    <a:pt x="27" y="165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9" y="161"/>
                  </a:lnTo>
                  <a:lnTo>
                    <a:pt x="25" y="153"/>
                  </a:lnTo>
                  <a:lnTo>
                    <a:pt x="25" y="151"/>
                  </a:lnTo>
                  <a:lnTo>
                    <a:pt x="25" y="147"/>
                  </a:lnTo>
                  <a:lnTo>
                    <a:pt x="39" y="143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1" y="149"/>
                  </a:lnTo>
                  <a:lnTo>
                    <a:pt x="39" y="151"/>
                  </a:lnTo>
                  <a:lnTo>
                    <a:pt x="39" y="153"/>
                  </a:lnTo>
                  <a:lnTo>
                    <a:pt x="45" y="153"/>
                  </a:lnTo>
                  <a:lnTo>
                    <a:pt x="47" y="157"/>
                  </a:lnTo>
                  <a:lnTo>
                    <a:pt x="51" y="155"/>
                  </a:lnTo>
                  <a:lnTo>
                    <a:pt x="59" y="159"/>
                  </a:lnTo>
                  <a:lnTo>
                    <a:pt x="59" y="157"/>
                  </a:lnTo>
                  <a:lnTo>
                    <a:pt x="63" y="159"/>
                  </a:lnTo>
                  <a:lnTo>
                    <a:pt x="65" y="157"/>
                  </a:lnTo>
                  <a:lnTo>
                    <a:pt x="63" y="155"/>
                  </a:lnTo>
                  <a:lnTo>
                    <a:pt x="61" y="155"/>
                  </a:lnTo>
                  <a:lnTo>
                    <a:pt x="59" y="151"/>
                  </a:lnTo>
                  <a:lnTo>
                    <a:pt x="55" y="147"/>
                  </a:lnTo>
                  <a:lnTo>
                    <a:pt x="53" y="147"/>
                  </a:lnTo>
                  <a:lnTo>
                    <a:pt x="53" y="145"/>
                  </a:lnTo>
                  <a:lnTo>
                    <a:pt x="55" y="143"/>
                  </a:lnTo>
                  <a:lnTo>
                    <a:pt x="61" y="145"/>
                  </a:lnTo>
                  <a:lnTo>
                    <a:pt x="69" y="145"/>
                  </a:lnTo>
                  <a:lnTo>
                    <a:pt x="69" y="145"/>
                  </a:lnTo>
                  <a:lnTo>
                    <a:pt x="69" y="143"/>
                  </a:lnTo>
                  <a:lnTo>
                    <a:pt x="67" y="143"/>
                  </a:lnTo>
                  <a:lnTo>
                    <a:pt x="67" y="141"/>
                  </a:lnTo>
                  <a:lnTo>
                    <a:pt x="69" y="139"/>
                  </a:lnTo>
                  <a:lnTo>
                    <a:pt x="69" y="137"/>
                  </a:lnTo>
                  <a:lnTo>
                    <a:pt x="69" y="137"/>
                  </a:lnTo>
                  <a:lnTo>
                    <a:pt x="65" y="137"/>
                  </a:lnTo>
                  <a:lnTo>
                    <a:pt x="63" y="133"/>
                  </a:lnTo>
                  <a:lnTo>
                    <a:pt x="51" y="135"/>
                  </a:lnTo>
                  <a:lnTo>
                    <a:pt x="51" y="133"/>
                  </a:lnTo>
                  <a:lnTo>
                    <a:pt x="53" y="133"/>
                  </a:lnTo>
                  <a:lnTo>
                    <a:pt x="61" y="129"/>
                  </a:lnTo>
                  <a:lnTo>
                    <a:pt x="71" y="126"/>
                  </a:lnTo>
                  <a:lnTo>
                    <a:pt x="73" y="129"/>
                  </a:lnTo>
                  <a:lnTo>
                    <a:pt x="74" y="129"/>
                  </a:lnTo>
                  <a:lnTo>
                    <a:pt x="78" y="126"/>
                  </a:lnTo>
                  <a:lnTo>
                    <a:pt x="80" y="126"/>
                  </a:lnTo>
                  <a:lnTo>
                    <a:pt x="80" y="126"/>
                  </a:lnTo>
                  <a:lnTo>
                    <a:pt x="82" y="129"/>
                  </a:lnTo>
                  <a:lnTo>
                    <a:pt x="82" y="131"/>
                  </a:lnTo>
                  <a:lnTo>
                    <a:pt x="82" y="131"/>
                  </a:lnTo>
                  <a:lnTo>
                    <a:pt x="82" y="133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84" y="135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88" y="137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2" y="135"/>
                  </a:lnTo>
                  <a:lnTo>
                    <a:pt x="96" y="139"/>
                  </a:lnTo>
                  <a:lnTo>
                    <a:pt x="96" y="139"/>
                  </a:lnTo>
                  <a:lnTo>
                    <a:pt x="98" y="137"/>
                  </a:lnTo>
                  <a:lnTo>
                    <a:pt x="98" y="135"/>
                  </a:lnTo>
                  <a:lnTo>
                    <a:pt x="98" y="133"/>
                  </a:lnTo>
                  <a:lnTo>
                    <a:pt x="98" y="133"/>
                  </a:lnTo>
                  <a:lnTo>
                    <a:pt x="100" y="133"/>
                  </a:lnTo>
                  <a:lnTo>
                    <a:pt x="100" y="131"/>
                  </a:lnTo>
                  <a:lnTo>
                    <a:pt x="100" y="131"/>
                  </a:lnTo>
                  <a:lnTo>
                    <a:pt x="102" y="131"/>
                  </a:lnTo>
                  <a:lnTo>
                    <a:pt x="102" y="129"/>
                  </a:lnTo>
                  <a:lnTo>
                    <a:pt x="104" y="129"/>
                  </a:lnTo>
                  <a:lnTo>
                    <a:pt x="106" y="129"/>
                  </a:lnTo>
                  <a:lnTo>
                    <a:pt x="106" y="126"/>
                  </a:lnTo>
                  <a:lnTo>
                    <a:pt x="106" y="126"/>
                  </a:lnTo>
                  <a:lnTo>
                    <a:pt x="104" y="126"/>
                  </a:lnTo>
                  <a:lnTo>
                    <a:pt x="104" y="124"/>
                  </a:lnTo>
                  <a:lnTo>
                    <a:pt x="104" y="122"/>
                  </a:lnTo>
                  <a:lnTo>
                    <a:pt x="108" y="122"/>
                  </a:lnTo>
                  <a:lnTo>
                    <a:pt x="112" y="126"/>
                  </a:lnTo>
                  <a:lnTo>
                    <a:pt x="114" y="124"/>
                  </a:lnTo>
                  <a:lnTo>
                    <a:pt x="114" y="124"/>
                  </a:lnTo>
                  <a:lnTo>
                    <a:pt x="114" y="122"/>
                  </a:lnTo>
                  <a:lnTo>
                    <a:pt x="114" y="120"/>
                  </a:lnTo>
                  <a:lnTo>
                    <a:pt x="116" y="120"/>
                  </a:lnTo>
                  <a:lnTo>
                    <a:pt x="116" y="118"/>
                  </a:lnTo>
                  <a:lnTo>
                    <a:pt x="116" y="118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8" y="114"/>
                  </a:lnTo>
                  <a:lnTo>
                    <a:pt x="118" y="112"/>
                  </a:lnTo>
                  <a:lnTo>
                    <a:pt x="106" y="114"/>
                  </a:lnTo>
                  <a:lnTo>
                    <a:pt x="106" y="110"/>
                  </a:lnTo>
                  <a:lnTo>
                    <a:pt x="108" y="110"/>
                  </a:lnTo>
                  <a:lnTo>
                    <a:pt x="110" y="108"/>
                  </a:lnTo>
                  <a:lnTo>
                    <a:pt x="110" y="108"/>
                  </a:lnTo>
                  <a:lnTo>
                    <a:pt x="110" y="106"/>
                  </a:lnTo>
                  <a:lnTo>
                    <a:pt x="108" y="106"/>
                  </a:lnTo>
                  <a:lnTo>
                    <a:pt x="102" y="110"/>
                  </a:lnTo>
                  <a:lnTo>
                    <a:pt x="102" y="108"/>
                  </a:lnTo>
                  <a:lnTo>
                    <a:pt x="102" y="106"/>
                  </a:lnTo>
                  <a:lnTo>
                    <a:pt x="102" y="104"/>
                  </a:lnTo>
                  <a:lnTo>
                    <a:pt x="106" y="104"/>
                  </a:lnTo>
                  <a:lnTo>
                    <a:pt x="106" y="102"/>
                  </a:lnTo>
                  <a:lnTo>
                    <a:pt x="106" y="100"/>
                  </a:lnTo>
                  <a:lnTo>
                    <a:pt x="104" y="100"/>
                  </a:lnTo>
                  <a:lnTo>
                    <a:pt x="114" y="96"/>
                  </a:lnTo>
                  <a:lnTo>
                    <a:pt x="124" y="94"/>
                  </a:lnTo>
                  <a:lnTo>
                    <a:pt x="127" y="90"/>
                  </a:lnTo>
                  <a:lnTo>
                    <a:pt x="129" y="88"/>
                  </a:lnTo>
                  <a:lnTo>
                    <a:pt x="141" y="86"/>
                  </a:lnTo>
                  <a:close/>
                  <a:moveTo>
                    <a:pt x="65" y="76"/>
                  </a:moveTo>
                  <a:lnTo>
                    <a:pt x="74" y="76"/>
                  </a:lnTo>
                  <a:lnTo>
                    <a:pt x="78" y="86"/>
                  </a:lnTo>
                  <a:lnTo>
                    <a:pt x="82" y="88"/>
                  </a:lnTo>
                  <a:lnTo>
                    <a:pt x="90" y="86"/>
                  </a:lnTo>
                  <a:lnTo>
                    <a:pt x="94" y="92"/>
                  </a:lnTo>
                  <a:lnTo>
                    <a:pt x="94" y="100"/>
                  </a:lnTo>
                  <a:lnTo>
                    <a:pt x="94" y="102"/>
                  </a:lnTo>
                  <a:lnTo>
                    <a:pt x="90" y="100"/>
                  </a:lnTo>
                  <a:lnTo>
                    <a:pt x="88" y="104"/>
                  </a:lnTo>
                  <a:lnTo>
                    <a:pt x="92" y="108"/>
                  </a:lnTo>
                  <a:lnTo>
                    <a:pt x="90" y="112"/>
                  </a:lnTo>
                  <a:lnTo>
                    <a:pt x="92" y="112"/>
                  </a:lnTo>
                  <a:lnTo>
                    <a:pt x="92" y="116"/>
                  </a:lnTo>
                  <a:lnTo>
                    <a:pt x="92" y="118"/>
                  </a:lnTo>
                  <a:lnTo>
                    <a:pt x="92" y="118"/>
                  </a:lnTo>
                  <a:lnTo>
                    <a:pt x="92" y="120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88" y="120"/>
                  </a:lnTo>
                  <a:lnTo>
                    <a:pt x="86" y="118"/>
                  </a:lnTo>
                  <a:lnTo>
                    <a:pt x="86" y="114"/>
                  </a:lnTo>
                  <a:lnTo>
                    <a:pt x="84" y="114"/>
                  </a:lnTo>
                  <a:lnTo>
                    <a:pt x="76" y="110"/>
                  </a:lnTo>
                  <a:lnTo>
                    <a:pt x="76" y="106"/>
                  </a:lnTo>
                  <a:lnTo>
                    <a:pt x="76" y="104"/>
                  </a:lnTo>
                  <a:lnTo>
                    <a:pt x="78" y="102"/>
                  </a:lnTo>
                  <a:lnTo>
                    <a:pt x="76" y="102"/>
                  </a:lnTo>
                  <a:lnTo>
                    <a:pt x="76" y="102"/>
                  </a:lnTo>
                  <a:lnTo>
                    <a:pt x="74" y="92"/>
                  </a:lnTo>
                  <a:lnTo>
                    <a:pt x="74" y="92"/>
                  </a:lnTo>
                  <a:lnTo>
                    <a:pt x="74" y="92"/>
                  </a:lnTo>
                  <a:lnTo>
                    <a:pt x="71" y="92"/>
                  </a:lnTo>
                  <a:lnTo>
                    <a:pt x="69" y="92"/>
                  </a:lnTo>
                  <a:lnTo>
                    <a:pt x="69" y="94"/>
                  </a:lnTo>
                  <a:lnTo>
                    <a:pt x="69" y="96"/>
                  </a:lnTo>
                  <a:lnTo>
                    <a:pt x="69" y="96"/>
                  </a:lnTo>
                  <a:lnTo>
                    <a:pt x="67" y="96"/>
                  </a:lnTo>
                  <a:lnTo>
                    <a:pt x="67" y="94"/>
                  </a:lnTo>
                  <a:lnTo>
                    <a:pt x="67" y="94"/>
                  </a:lnTo>
                  <a:lnTo>
                    <a:pt x="67" y="96"/>
                  </a:lnTo>
                  <a:lnTo>
                    <a:pt x="67" y="100"/>
                  </a:lnTo>
                  <a:lnTo>
                    <a:pt x="67" y="104"/>
                  </a:lnTo>
                  <a:lnTo>
                    <a:pt x="65" y="104"/>
                  </a:lnTo>
                  <a:lnTo>
                    <a:pt x="63" y="102"/>
                  </a:lnTo>
                  <a:lnTo>
                    <a:pt x="61" y="100"/>
                  </a:lnTo>
                  <a:lnTo>
                    <a:pt x="59" y="104"/>
                  </a:lnTo>
                  <a:lnTo>
                    <a:pt x="59" y="112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7" y="114"/>
                  </a:lnTo>
                  <a:lnTo>
                    <a:pt x="55" y="108"/>
                  </a:lnTo>
                  <a:lnTo>
                    <a:pt x="53" y="110"/>
                  </a:lnTo>
                  <a:lnTo>
                    <a:pt x="51" y="110"/>
                  </a:lnTo>
                  <a:lnTo>
                    <a:pt x="49" y="112"/>
                  </a:lnTo>
                  <a:lnTo>
                    <a:pt x="49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8"/>
                  </a:lnTo>
                  <a:lnTo>
                    <a:pt x="39" y="112"/>
                  </a:lnTo>
                  <a:lnTo>
                    <a:pt x="37" y="114"/>
                  </a:lnTo>
                  <a:lnTo>
                    <a:pt x="37" y="118"/>
                  </a:lnTo>
                  <a:lnTo>
                    <a:pt x="37" y="120"/>
                  </a:lnTo>
                  <a:lnTo>
                    <a:pt x="35" y="120"/>
                  </a:lnTo>
                  <a:lnTo>
                    <a:pt x="35" y="118"/>
                  </a:lnTo>
                  <a:lnTo>
                    <a:pt x="33" y="118"/>
                  </a:lnTo>
                  <a:lnTo>
                    <a:pt x="33" y="118"/>
                  </a:lnTo>
                  <a:lnTo>
                    <a:pt x="31" y="120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29" y="126"/>
                  </a:lnTo>
                  <a:lnTo>
                    <a:pt x="20" y="126"/>
                  </a:lnTo>
                  <a:lnTo>
                    <a:pt x="20" y="124"/>
                  </a:lnTo>
                  <a:lnTo>
                    <a:pt x="20" y="122"/>
                  </a:lnTo>
                  <a:lnTo>
                    <a:pt x="20" y="118"/>
                  </a:lnTo>
                  <a:lnTo>
                    <a:pt x="22" y="114"/>
                  </a:lnTo>
                  <a:lnTo>
                    <a:pt x="22" y="114"/>
                  </a:lnTo>
                  <a:lnTo>
                    <a:pt x="23" y="110"/>
                  </a:lnTo>
                  <a:lnTo>
                    <a:pt x="25" y="110"/>
                  </a:lnTo>
                  <a:lnTo>
                    <a:pt x="25" y="108"/>
                  </a:lnTo>
                  <a:lnTo>
                    <a:pt x="25" y="106"/>
                  </a:lnTo>
                  <a:lnTo>
                    <a:pt x="23" y="106"/>
                  </a:lnTo>
                  <a:lnTo>
                    <a:pt x="20" y="108"/>
                  </a:lnTo>
                  <a:lnTo>
                    <a:pt x="18" y="108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14" y="108"/>
                  </a:lnTo>
                  <a:lnTo>
                    <a:pt x="10" y="110"/>
                  </a:lnTo>
                  <a:lnTo>
                    <a:pt x="10" y="108"/>
                  </a:lnTo>
                  <a:lnTo>
                    <a:pt x="10" y="108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0" y="100"/>
                  </a:lnTo>
                  <a:lnTo>
                    <a:pt x="8" y="98"/>
                  </a:lnTo>
                  <a:lnTo>
                    <a:pt x="0" y="92"/>
                  </a:lnTo>
                  <a:lnTo>
                    <a:pt x="0" y="90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20" y="88"/>
                  </a:lnTo>
                  <a:lnTo>
                    <a:pt x="31" y="88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1" y="86"/>
                  </a:lnTo>
                  <a:lnTo>
                    <a:pt x="41" y="84"/>
                  </a:lnTo>
                  <a:lnTo>
                    <a:pt x="43" y="84"/>
                  </a:lnTo>
                  <a:lnTo>
                    <a:pt x="55" y="88"/>
                  </a:lnTo>
                  <a:lnTo>
                    <a:pt x="57" y="86"/>
                  </a:lnTo>
                  <a:lnTo>
                    <a:pt x="61" y="84"/>
                  </a:lnTo>
                  <a:lnTo>
                    <a:pt x="63" y="82"/>
                  </a:lnTo>
                  <a:lnTo>
                    <a:pt x="65" y="80"/>
                  </a:lnTo>
                  <a:lnTo>
                    <a:pt x="63" y="78"/>
                  </a:lnTo>
                  <a:lnTo>
                    <a:pt x="63" y="76"/>
                  </a:lnTo>
                  <a:lnTo>
                    <a:pt x="65" y="76"/>
                  </a:lnTo>
                  <a:close/>
                  <a:moveTo>
                    <a:pt x="365" y="73"/>
                  </a:moveTo>
                  <a:lnTo>
                    <a:pt x="367" y="73"/>
                  </a:lnTo>
                  <a:lnTo>
                    <a:pt x="367" y="75"/>
                  </a:lnTo>
                  <a:lnTo>
                    <a:pt x="367" y="75"/>
                  </a:lnTo>
                  <a:lnTo>
                    <a:pt x="369" y="76"/>
                  </a:lnTo>
                  <a:lnTo>
                    <a:pt x="371" y="78"/>
                  </a:lnTo>
                  <a:lnTo>
                    <a:pt x="371" y="82"/>
                  </a:lnTo>
                  <a:lnTo>
                    <a:pt x="371" y="84"/>
                  </a:lnTo>
                  <a:lnTo>
                    <a:pt x="369" y="88"/>
                  </a:lnTo>
                  <a:lnTo>
                    <a:pt x="367" y="88"/>
                  </a:lnTo>
                  <a:lnTo>
                    <a:pt x="367" y="88"/>
                  </a:lnTo>
                  <a:lnTo>
                    <a:pt x="361" y="90"/>
                  </a:lnTo>
                  <a:lnTo>
                    <a:pt x="353" y="84"/>
                  </a:lnTo>
                  <a:lnTo>
                    <a:pt x="351" y="82"/>
                  </a:lnTo>
                  <a:lnTo>
                    <a:pt x="351" y="80"/>
                  </a:lnTo>
                  <a:lnTo>
                    <a:pt x="349" y="82"/>
                  </a:lnTo>
                  <a:lnTo>
                    <a:pt x="349" y="80"/>
                  </a:lnTo>
                  <a:lnTo>
                    <a:pt x="349" y="78"/>
                  </a:lnTo>
                  <a:lnTo>
                    <a:pt x="349" y="76"/>
                  </a:lnTo>
                  <a:lnTo>
                    <a:pt x="351" y="76"/>
                  </a:lnTo>
                  <a:lnTo>
                    <a:pt x="351" y="76"/>
                  </a:lnTo>
                  <a:lnTo>
                    <a:pt x="355" y="73"/>
                  </a:lnTo>
                  <a:lnTo>
                    <a:pt x="365" y="73"/>
                  </a:lnTo>
                  <a:close/>
                  <a:moveTo>
                    <a:pt x="302" y="59"/>
                  </a:moveTo>
                  <a:lnTo>
                    <a:pt x="312" y="59"/>
                  </a:lnTo>
                  <a:lnTo>
                    <a:pt x="312" y="61"/>
                  </a:lnTo>
                  <a:lnTo>
                    <a:pt x="312" y="63"/>
                  </a:lnTo>
                  <a:lnTo>
                    <a:pt x="312" y="65"/>
                  </a:lnTo>
                  <a:lnTo>
                    <a:pt x="312" y="65"/>
                  </a:lnTo>
                  <a:lnTo>
                    <a:pt x="314" y="63"/>
                  </a:lnTo>
                  <a:lnTo>
                    <a:pt x="320" y="67"/>
                  </a:lnTo>
                  <a:lnTo>
                    <a:pt x="326" y="73"/>
                  </a:lnTo>
                  <a:lnTo>
                    <a:pt x="326" y="73"/>
                  </a:lnTo>
                  <a:lnTo>
                    <a:pt x="326" y="75"/>
                  </a:lnTo>
                  <a:lnTo>
                    <a:pt x="326" y="76"/>
                  </a:lnTo>
                  <a:lnTo>
                    <a:pt x="326" y="76"/>
                  </a:lnTo>
                  <a:lnTo>
                    <a:pt x="329" y="75"/>
                  </a:lnTo>
                  <a:lnTo>
                    <a:pt x="331" y="75"/>
                  </a:lnTo>
                  <a:lnTo>
                    <a:pt x="335" y="82"/>
                  </a:lnTo>
                  <a:lnTo>
                    <a:pt x="331" y="84"/>
                  </a:lnTo>
                  <a:lnTo>
                    <a:pt x="322" y="84"/>
                  </a:lnTo>
                  <a:lnTo>
                    <a:pt x="314" y="84"/>
                  </a:lnTo>
                  <a:lnTo>
                    <a:pt x="304" y="88"/>
                  </a:lnTo>
                  <a:lnTo>
                    <a:pt x="300" y="92"/>
                  </a:lnTo>
                  <a:lnTo>
                    <a:pt x="296" y="92"/>
                  </a:lnTo>
                  <a:lnTo>
                    <a:pt x="294" y="90"/>
                  </a:lnTo>
                  <a:lnTo>
                    <a:pt x="296" y="86"/>
                  </a:lnTo>
                  <a:lnTo>
                    <a:pt x="296" y="84"/>
                  </a:lnTo>
                  <a:lnTo>
                    <a:pt x="294" y="82"/>
                  </a:lnTo>
                  <a:lnTo>
                    <a:pt x="282" y="86"/>
                  </a:lnTo>
                  <a:lnTo>
                    <a:pt x="280" y="82"/>
                  </a:lnTo>
                  <a:lnTo>
                    <a:pt x="278" y="82"/>
                  </a:lnTo>
                  <a:lnTo>
                    <a:pt x="278" y="82"/>
                  </a:lnTo>
                  <a:lnTo>
                    <a:pt x="276" y="80"/>
                  </a:lnTo>
                  <a:lnTo>
                    <a:pt x="276" y="78"/>
                  </a:lnTo>
                  <a:lnTo>
                    <a:pt x="278" y="76"/>
                  </a:lnTo>
                  <a:lnTo>
                    <a:pt x="278" y="76"/>
                  </a:lnTo>
                  <a:lnTo>
                    <a:pt x="278" y="76"/>
                  </a:lnTo>
                  <a:lnTo>
                    <a:pt x="278" y="75"/>
                  </a:lnTo>
                  <a:lnTo>
                    <a:pt x="280" y="73"/>
                  </a:lnTo>
                  <a:lnTo>
                    <a:pt x="280" y="73"/>
                  </a:lnTo>
                  <a:lnTo>
                    <a:pt x="280" y="71"/>
                  </a:lnTo>
                  <a:lnTo>
                    <a:pt x="276" y="71"/>
                  </a:lnTo>
                  <a:lnTo>
                    <a:pt x="276" y="69"/>
                  </a:lnTo>
                  <a:lnTo>
                    <a:pt x="278" y="69"/>
                  </a:lnTo>
                  <a:lnTo>
                    <a:pt x="278" y="69"/>
                  </a:lnTo>
                  <a:lnTo>
                    <a:pt x="280" y="67"/>
                  </a:lnTo>
                  <a:lnTo>
                    <a:pt x="280" y="67"/>
                  </a:lnTo>
                  <a:lnTo>
                    <a:pt x="278" y="65"/>
                  </a:lnTo>
                  <a:lnTo>
                    <a:pt x="278" y="63"/>
                  </a:lnTo>
                  <a:lnTo>
                    <a:pt x="282" y="65"/>
                  </a:lnTo>
                  <a:lnTo>
                    <a:pt x="284" y="63"/>
                  </a:lnTo>
                  <a:lnTo>
                    <a:pt x="284" y="65"/>
                  </a:lnTo>
                  <a:lnTo>
                    <a:pt x="284" y="65"/>
                  </a:lnTo>
                  <a:lnTo>
                    <a:pt x="286" y="67"/>
                  </a:lnTo>
                  <a:lnTo>
                    <a:pt x="288" y="65"/>
                  </a:lnTo>
                  <a:lnTo>
                    <a:pt x="288" y="65"/>
                  </a:lnTo>
                  <a:lnTo>
                    <a:pt x="288" y="67"/>
                  </a:lnTo>
                  <a:lnTo>
                    <a:pt x="288" y="67"/>
                  </a:lnTo>
                  <a:lnTo>
                    <a:pt x="288" y="67"/>
                  </a:lnTo>
                  <a:lnTo>
                    <a:pt x="288" y="67"/>
                  </a:lnTo>
                  <a:lnTo>
                    <a:pt x="290" y="69"/>
                  </a:lnTo>
                  <a:lnTo>
                    <a:pt x="292" y="71"/>
                  </a:lnTo>
                  <a:lnTo>
                    <a:pt x="294" y="75"/>
                  </a:lnTo>
                  <a:lnTo>
                    <a:pt x="302" y="80"/>
                  </a:lnTo>
                  <a:lnTo>
                    <a:pt x="304" y="78"/>
                  </a:lnTo>
                  <a:lnTo>
                    <a:pt x="304" y="78"/>
                  </a:lnTo>
                  <a:lnTo>
                    <a:pt x="302" y="78"/>
                  </a:lnTo>
                  <a:lnTo>
                    <a:pt x="302" y="75"/>
                  </a:lnTo>
                  <a:lnTo>
                    <a:pt x="300" y="69"/>
                  </a:lnTo>
                  <a:lnTo>
                    <a:pt x="300" y="69"/>
                  </a:lnTo>
                  <a:lnTo>
                    <a:pt x="302" y="67"/>
                  </a:lnTo>
                  <a:lnTo>
                    <a:pt x="302" y="65"/>
                  </a:lnTo>
                  <a:lnTo>
                    <a:pt x="302" y="65"/>
                  </a:lnTo>
                  <a:lnTo>
                    <a:pt x="302" y="63"/>
                  </a:lnTo>
                  <a:lnTo>
                    <a:pt x="302" y="61"/>
                  </a:lnTo>
                  <a:lnTo>
                    <a:pt x="302" y="59"/>
                  </a:lnTo>
                  <a:lnTo>
                    <a:pt x="302" y="59"/>
                  </a:lnTo>
                  <a:lnTo>
                    <a:pt x="302" y="59"/>
                  </a:lnTo>
                  <a:close/>
                  <a:moveTo>
                    <a:pt x="433" y="53"/>
                  </a:moveTo>
                  <a:lnTo>
                    <a:pt x="439" y="55"/>
                  </a:lnTo>
                  <a:lnTo>
                    <a:pt x="441" y="57"/>
                  </a:lnTo>
                  <a:lnTo>
                    <a:pt x="443" y="59"/>
                  </a:lnTo>
                  <a:lnTo>
                    <a:pt x="443" y="59"/>
                  </a:lnTo>
                  <a:lnTo>
                    <a:pt x="443" y="61"/>
                  </a:lnTo>
                  <a:lnTo>
                    <a:pt x="445" y="63"/>
                  </a:lnTo>
                  <a:lnTo>
                    <a:pt x="443" y="65"/>
                  </a:lnTo>
                  <a:lnTo>
                    <a:pt x="441" y="65"/>
                  </a:lnTo>
                  <a:lnTo>
                    <a:pt x="435" y="61"/>
                  </a:lnTo>
                  <a:lnTo>
                    <a:pt x="433" y="55"/>
                  </a:lnTo>
                  <a:lnTo>
                    <a:pt x="433" y="55"/>
                  </a:lnTo>
                  <a:lnTo>
                    <a:pt x="433" y="53"/>
                  </a:lnTo>
                  <a:close/>
                  <a:moveTo>
                    <a:pt x="159" y="53"/>
                  </a:moveTo>
                  <a:lnTo>
                    <a:pt x="165" y="55"/>
                  </a:lnTo>
                  <a:lnTo>
                    <a:pt x="165" y="55"/>
                  </a:lnTo>
                  <a:lnTo>
                    <a:pt x="167" y="61"/>
                  </a:lnTo>
                  <a:lnTo>
                    <a:pt x="167" y="63"/>
                  </a:lnTo>
                  <a:lnTo>
                    <a:pt x="165" y="67"/>
                  </a:lnTo>
                  <a:lnTo>
                    <a:pt x="165" y="67"/>
                  </a:lnTo>
                  <a:lnTo>
                    <a:pt x="165" y="69"/>
                  </a:lnTo>
                  <a:lnTo>
                    <a:pt x="161" y="67"/>
                  </a:lnTo>
                  <a:lnTo>
                    <a:pt x="159" y="69"/>
                  </a:lnTo>
                  <a:lnTo>
                    <a:pt x="159" y="71"/>
                  </a:lnTo>
                  <a:lnTo>
                    <a:pt x="159" y="71"/>
                  </a:lnTo>
                  <a:lnTo>
                    <a:pt x="159" y="73"/>
                  </a:lnTo>
                  <a:lnTo>
                    <a:pt x="159" y="75"/>
                  </a:lnTo>
                  <a:lnTo>
                    <a:pt x="157" y="75"/>
                  </a:lnTo>
                  <a:lnTo>
                    <a:pt x="153" y="73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7" y="75"/>
                  </a:lnTo>
                  <a:lnTo>
                    <a:pt x="149" y="73"/>
                  </a:lnTo>
                  <a:lnTo>
                    <a:pt x="149" y="73"/>
                  </a:lnTo>
                  <a:lnTo>
                    <a:pt x="149" y="73"/>
                  </a:lnTo>
                  <a:lnTo>
                    <a:pt x="149" y="73"/>
                  </a:lnTo>
                  <a:lnTo>
                    <a:pt x="151" y="71"/>
                  </a:lnTo>
                  <a:lnTo>
                    <a:pt x="151" y="69"/>
                  </a:lnTo>
                  <a:lnTo>
                    <a:pt x="153" y="67"/>
                  </a:lnTo>
                  <a:lnTo>
                    <a:pt x="151" y="63"/>
                  </a:lnTo>
                  <a:lnTo>
                    <a:pt x="153" y="61"/>
                  </a:lnTo>
                  <a:lnTo>
                    <a:pt x="153" y="61"/>
                  </a:lnTo>
                  <a:lnTo>
                    <a:pt x="153" y="59"/>
                  </a:lnTo>
                  <a:lnTo>
                    <a:pt x="153" y="59"/>
                  </a:lnTo>
                  <a:lnTo>
                    <a:pt x="155" y="59"/>
                  </a:lnTo>
                  <a:lnTo>
                    <a:pt x="157" y="59"/>
                  </a:lnTo>
                  <a:lnTo>
                    <a:pt x="157" y="57"/>
                  </a:lnTo>
                  <a:lnTo>
                    <a:pt x="157" y="57"/>
                  </a:lnTo>
                  <a:lnTo>
                    <a:pt x="157" y="55"/>
                  </a:lnTo>
                  <a:lnTo>
                    <a:pt x="159" y="53"/>
                  </a:lnTo>
                  <a:close/>
                  <a:moveTo>
                    <a:pt x="455" y="41"/>
                  </a:moveTo>
                  <a:lnTo>
                    <a:pt x="457" y="43"/>
                  </a:lnTo>
                  <a:lnTo>
                    <a:pt x="461" y="41"/>
                  </a:lnTo>
                  <a:lnTo>
                    <a:pt x="463" y="41"/>
                  </a:lnTo>
                  <a:lnTo>
                    <a:pt x="463" y="43"/>
                  </a:lnTo>
                  <a:lnTo>
                    <a:pt x="463" y="43"/>
                  </a:lnTo>
                  <a:lnTo>
                    <a:pt x="473" y="47"/>
                  </a:lnTo>
                  <a:lnTo>
                    <a:pt x="482" y="49"/>
                  </a:lnTo>
                  <a:lnTo>
                    <a:pt x="484" y="57"/>
                  </a:lnTo>
                  <a:lnTo>
                    <a:pt x="482" y="59"/>
                  </a:lnTo>
                  <a:lnTo>
                    <a:pt x="482" y="61"/>
                  </a:lnTo>
                  <a:lnTo>
                    <a:pt x="480" y="63"/>
                  </a:lnTo>
                  <a:lnTo>
                    <a:pt x="475" y="65"/>
                  </a:lnTo>
                  <a:lnTo>
                    <a:pt x="471" y="63"/>
                  </a:lnTo>
                  <a:lnTo>
                    <a:pt x="469" y="65"/>
                  </a:lnTo>
                  <a:lnTo>
                    <a:pt x="463" y="61"/>
                  </a:lnTo>
                  <a:lnTo>
                    <a:pt x="457" y="59"/>
                  </a:lnTo>
                  <a:lnTo>
                    <a:pt x="457" y="55"/>
                  </a:lnTo>
                  <a:lnTo>
                    <a:pt x="455" y="53"/>
                  </a:lnTo>
                  <a:lnTo>
                    <a:pt x="455" y="51"/>
                  </a:lnTo>
                  <a:lnTo>
                    <a:pt x="455" y="49"/>
                  </a:lnTo>
                  <a:lnTo>
                    <a:pt x="445" y="45"/>
                  </a:lnTo>
                  <a:lnTo>
                    <a:pt x="445" y="45"/>
                  </a:lnTo>
                  <a:lnTo>
                    <a:pt x="447" y="43"/>
                  </a:lnTo>
                  <a:lnTo>
                    <a:pt x="449" y="43"/>
                  </a:lnTo>
                  <a:lnTo>
                    <a:pt x="449" y="41"/>
                  </a:lnTo>
                  <a:lnTo>
                    <a:pt x="455" y="41"/>
                  </a:lnTo>
                  <a:close/>
                  <a:moveTo>
                    <a:pt x="335" y="39"/>
                  </a:moveTo>
                  <a:lnTo>
                    <a:pt x="343" y="39"/>
                  </a:lnTo>
                  <a:lnTo>
                    <a:pt x="343" y="41"/>
                  </a:lnTo>
                  <a:lnTo>
                    <a:pt x="341" y="43"/>
                  </a:lnTo>
                  <a:lnTo>
                    <a:pt x="341" y="43"/>
                  </a:lnTo>
                  <a:lnTo>
                    <a:pt x="341" y="45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1" y="49"/>
                  </a:lnTo>
                  <a:lnTo>
                    <a:pt x="341" y="49"/>
                  </a:lnTo>
                  <a:lnTo>
                    <a:pt x="341" y="51"/>
                  </a:lnTo>
                  <a:lnTo>
                    <a:pt x="341" y="53"/>
                  </a:lnTo>
                  <a:lnTo>
                    <a:pt x="347" y="55"/>
                  </a:lnTo>
                  <a:lnTo>
                    <a:pt x="353" y="57"/>
                  </a:lnTo>
                  <a:lnTo>
                    <a:pt x="355" y="65"/>
                  </a:lnTo>
                  <a:lnTo>
                    <a:pt x="355" y="67"/>
                  </a:lnTo>
                  <a:lnTo>
                    <a:pt x="353" y="69"/>
                  </a:lnTo>
                  <a:lnTo>
                    <a:pt x="351" y="69"/>
                  </a:lnTo>
                  <a:lnTo>
                    <a:pt x="347" y="73"/>
                  </a:lnTo>
                  <a:lnTo>
                    <a:pt x="341" y="71"/>
                  </a:lnTo>
                  <a:lnTo>
                    <a:pt x="335" y="69"/>
                  </a:lnTo>
                  <a:lnTo>
                    <a:pt x="333" y="65"/>
                  </a:lnTo>
                  <a:lnTo>
                    <a:pt x="331" y="65"/>
                  </a:lnTo>
                  <a:lnTo>
                    <a:pt x="331" y="65"/>
                  </a:lnTo>
                  <a:lnTo>
                    <a:pt x="331" y="61"/>
                  </a:lnTo>
                  <a:lnTo>
                    <a:pt x="331" y="61"/>
                  </a:lnTo>
                  <a:lnTo>
                    <a:pt x="331" y="61"/>
                  </a:lnTo>
                  <a:lnTo>
                    <a:pt x="329" y="57"/>
                  </a:lnTo>
                  <a:lnTo>
                    <a:pt x="326" y="59"/>
                  </a:lnTo>
                  <a:lnTo>
                    <a:pt x="320" y="55"/>
                  </a:lnTo>
                  <a:lnTo>
                    <a:pt x="314" y="51"/>
                  </a:lnTo>
                  <a:lnTo>
                    <a:pt x="314" y="51"/>
                  </a:lnTo>
                  <a:lnTo>
                    <a:pt x="316" y="49"/>
                  </a:lnTo>
                  <a:lnTo>
                    <a:pt x="316" y="49"/>
                  </a:lnTo>
                  <a:lnTo>
                    <a:pt x="320" y="47"/>
                  </a:lnTo>
                  <a:lnTo>
                    <a:pt x="322" y="45"/>
                  </a:lnTo>
                  <a:lnTo>
                    <a:pt x="322" y="43"/>
                  </a:lnTo>
                  <a:lnTo>
                    <a:pt x="322" y="43"/>
                  </a:lnTo>
                  <a:lnTo>
                    <a:pt x="322" y="43"/>
                  </a:lnTo>
                  <a:lnTo>
                    <a:pt x="322" y="41"/>
                  </a:lnTo>
                  <a:lnTo>
                    <a:pt x="324" y="39"/>
                  </a:lnTo>
                  <a:lnTo>
                    <a:pt x="333" y="43"/>
                  </a:lnTo>
                  <a:lnTo>
                    <a:pt x="335" y="41"/>
                  </a:lnTo>
                  <a:lnTo>
                    <a:pt x="335" y="41"/>
                  </a:lnTo>
                  <a:lnTo>
                    <a:pt x="335" y="39"/>
                  </a:lnTo>
                  <a:lnTo>
                    <a:pt x="335" y="39"/>
                  </a:lnTo>
                  <a:lnTo>
                    <a:pt x="335" y="39"/>
                  </a:lnTo>
                  <a:close/>
                  <a:moveTo>
                    <a:pt x="365" y="33"/>
                  </a:moveTo>
                  <a:lnTo>
                    <a:pt x="365" y="33"/>
                  </a:lnTo>
                  <a:lnTo>
                    <a:pt x="365" y="35"/>
                  </a:lnTo>
                  <a:lnTo>
                    <a:pt x="365" y="35"/>
                  </a:lnTo>
                  <a:lnTo>
                    <a:pt x="365" y="35"/>
                  </a:lnTo>
                  <a:lnTo>
                    <a:pt x="365" y="37"/>
                  </a:lnTo>
                  <a:lnTo>
                    <a:pt x="365" y="39"/>
                  </a:lnTo>
                  <a:lnTo>
                    <a:pt x="365" y="39"/>
                  </a:lnTo>
                  <a:lnTo>
                    <a:pt x="359" y="41"/>
                  </a:lnTo>
                  <a:lnTo>
                    <a:pt x="357" y="41"/>
                  </a:lnTo>
                  <a:lnTo>
                    <a:pt x="357" y="41"/>
                  </a:lnTo>
                  <a:lnTo>
                    <a:pt x="355" y="39"/>
                  </a:lnTo>
                  <a:lnTo>
                    <a:pt x="355" y="37"/>
                  </a:lnTo>
                  <a:lnTo>
                    <a:pt x="355" y="37"/>
                  </a:lnTo>
                  <a:lnTo>
                    <a:pt x="355" y="35"/>
                  </a:lnTo>
                  <a:lnTo>
                    <a:pt x="357" y="35"/>
                  </a:lnTo>
                  <a:lnTo>
                    <a:pt x="359" y="33"/>
                  </a:lnTo>
                  <a:lnTo>
                    <a:pt x="359" y="33"/>
                  </a:lnTo>
                  <a:lnTo>
                    <a:pt x="363" y="33"/>
                  </a:lnTo>
                  <a:lnTo>
                    <a:pt x="365" y="33"/>
                  </a:lnTo>
                  <a:close/>
                  <a:moveTo>
                    <a:pt x="361" y="0"/>
                  </a:moveTo>
                  <a:lnTo>
                    <a:pt x="371" y="0"/>
                  </a:lnTo>
                  <a:lnTo>
                    <a:pt x="378" y="0"/>
                  </a:lnTo>
                  <a:lnTo>
                    <a:pt x="386" y="0"/>
                  </a:lnTo>
                  <a:lnTo>
                    <a:pt x="388" y="4"/>
                  </a:lnTo>
                  <a:lnTo>
                    <a:pt x="390" y="6"/>
                  </a:lnTo>
                  <a:lnTo>
                    <a:pt x="390" y="8"/>
                  </a:lnTo>
                  <a:lnTo>
                    <a:pt x="390" y="8"/>
                  </a:lnTo>
                  <a:lnTo>
                    <a:pt x="388" y="10"/>
                  </a:lnTo>
                  <a:lnTo>
                    <a:pt x="386" y="12"/>
                  </a:lnTo>
                  <a:lnTo>
                    <a:pt x="386" y="14"/>
                  </a:lnTo>
                  <a:lnTo>
                    <a:pt x="386" y="16"/>
                  </a:lnTo>
                  <a:lnTo>
                    <a:pt x="386" y="18"/>
                  </a:lnTo>
                  <a:lnTo>
                    <a:pt x="386" y="18"/>
                  </a:lnTo>
                  <a:lnTo>
                    <a:pt x="377" y="20"/>
                  </a:lnTo>
                  <a:lnTo>
                    <a:pt x="369" y="20"/>
                  </a:lnTo>
                  <a:lnTo>
                    <a:pt x="361" y="20"/>
                  </a:lnTo>
                  <a:lnTo>
                    <a:pt x="353" y="21"/>
                  </a:lnTo>
                  <a:lnTo>
                    <a:pt x="351" y="18"/>
                  </a:lnTo>
                  <a:lnTo>
                    <a:pt x="351" y="16"/>
                  </a:lnTo>
                  <a:lnTo>
                    <a:pt x="351" y="16"/>
                  </a:lnTo>
                  <a:lnTo>
                    <a:pt x="351" y="14"/>
                  </a:lnTo>
                  <a:lnTo>
                    <a:pt x="353" y="14"/>
                  </a:lnTo>
                  <a:lnTo>
                    <a:pt x="353" y="14"/>
                  </a:lnTo>
                  <a:lnTo>
                    <a:pt x="353" y="14"/>
                  </a:lnTo>
                  <a:lnTo>
                    <a:pt x="353" y="12"/>
                  </a:lnTo>
                  <a:lnTo>
                    <a:pt x="353" y="10"/>
                  </a:lnTo>
                  <a:lnTo>
                    <a:pt x="355" y="10"/>
                  </a:lnTo>
                  <a:lnTo>
                    <a:pt x="359" y="8"/>
                  </a:lnTo>
                  <a:lnTo>
                    <a:pt x="359" y="6"/>
                  </a:lnTo>
                  <a:lnTo>
                    <a:pt x="355" y="6"/>
                  </a:lnTo>
                  <a:lnTo>
                    <a:pt x="355" y="2"/>
                  </a:lnTo>
                  <a:lnTo>
                    <a:pt x="357" y="0"/>
                  </a:lnTo>
                  <a:lnTo>
                    <a:pt x="359" y="2"/>
                  </a:lnTo>
                  <a:lnTo>
                    <a:pt x="36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0"/>
            <p:cNvSpPr>
              <a:spLocks noEditPoints="1"/>
            </p:cNvSpPr>
            <p:nvPr/>
          </p:nvSpPr>
          <p:spPr bwMode="auto">
            <a:xfrm>
              <a:off x="2549525" y="2116138"/>
              <a:ext cx="911225" cy="933450"/>
            </a:xfrm>
            <a:custGeom>
              <a:avLst/>
              <a:gdLst>
                <a:gd name="T0" fmla="*/ 288 w 1147"/>
                <a:gd name="T1" fmla="*/ 511 h 1177"/>
                <a:gd name="T2" fmla="*/ 227 w 1147"/>
                <a:gd name="T3" fmla="*/ 421 h 1177"/>
                <a:gd name="T4" fmla="*/ 235 w 1147"/>
                <a:gd name="T5" fmla="*/ 415 h 1177"/>
                <a:gd name="T6" fmla="*/ 245 w 1147"/>
                <a:gd name="T7" fmla="*/ 385 h 1177"/>
                <a:gd name="T8" fmla="*/ 145 w 1147"/>
                <a:gd name="T9" fmla="*/ 315 h 1177"/>
                <a:gd name="T10" fmla="*/ 170 w 1147"/>
                <a:gd name="T11" fmla="*/ 238 h 1177"/>
                <a:gd name="T12" fmla="*/ 580 w 1147"/>
                <a:gd name="T13" fmla="*/ 205 h 1177"/>
                <a:gd name="T14" fmla="*/ 580 w 1147"/>
                <a:gd name="T15" fmla="*/ 199 h 1177"/>
                <a:gd name="T16" fmla="*/ 553 w 1147"/>
                <a:gd name="T17" fmla="*/ 156 h 1177"/>
                <a:gd name="T18" fmla="*/ 602 w 1147"/>
                <a:gd name="T19" fmla="*/ 140 h 1177"/>
                <a:gd name="T20" fmla="*/ 349 w 1147"/>
                <a:gd name="T21" fmla="*/ 112 h 1177"/>
                <a:gd name="T22" fmla="*/ 882 w 1147"/>
                <a:gd name="T23" fmla="*/ 42 h 1177"/>
                <a:gd name="T24" fmla="*/ 831 w 1147"/>
                <a:gd name="T25" fmla="*/ 16 h 1177"/>
                <a:gd name="T26" fmla="*/ 833 w 1147"/>
                <a:gd name="T27" fmla="*/ 93 h 1177"/>
                <a:gd name="T28" fmla="*/ 867 w 1147"/>
                <a:gd name="T29" fmla="*/ 142 h 1177"/>
                <a:gd name="T30" fmla="*/ 992 w 1147"/>
                <a:gd name="T31" fmla="*/ 103 h 1177"/>
                <a:gd name="T32" fmla="*/ 1057 w 1147"/>
                <a:gd name="T33" fmla="*/ 152 h 1177"/>
                <a:gd name="T34" fmla="*/ 1079 w 1147"/>
                <a:gd name="T35" fmla="*/ 218 h 1177"/>
                <a:gd name="T36" fmla="*/ 1092 w 1147"/>
                <a:gd name="T37" fmla="*/ 250 h 1177"/>
                <a:gd name="T38" fmla="*/ 1002 w 1147"/>
                <a:gd name="T39" fmla="*/ 413 h 1177"/>
                <a:gd name="T40" fmla="*/ 888 w 1147"/>
                <a:gd name="T41" fmla="*/ 586 h 1177"/>
                <a:gd name="T42" fmla="*/ 1002 w 1147"/>
                <a:gd name="T43" fmla="*/ 499 h 1177"/>
                <a:gd name="T44" fmla="*/ 1037 w 1147"/>
                <a:gd name="T45" fmla="*/ 519 h 1177"/>
                <a:gd name="T46" fmla="*/ 1067 w 1147"/>
                <a:gd name="T47" fmla="*/ 584 h 1177"/>
                <a:gd name="T48" fmla="*/ 1147 w 1147"/>
                <a:gd name="T49" fmla="*/ 713 h 1177"/>
                <a:gd name="T50" fmla="*/ 1077 w 1147"/>
                <a:gd name="T51" fmla="*/ 782 h 1177"/>
                <a:gd name="T52" fmla="*/ 1053 w 1147"/>
                <a:gd name="T53" fmla="*/ 849 h 1177"/>
                <a:gd name="T54" fmla="*/ 961 w 1147"/>
                <a:gd name="T55" fmla="*/ 915 h 1177"/>
                <a:gd name="T56" fmla="*/ 867 w 1147"/>
                <a:gd name="T57" fmla="*/ 953 h 1177"/>
                <a:gd name="T58" fmla="*/ 749 w 1147"/>
                <a:gd name="T59" fmla="*/ 919 h 1177"/>
                <a:gd name="T60" fmla="*/ 637 w 1147"/>
                <a:gd name="T61" fmla="*/ 939 h 1177"/>
                <a:gd name="T62" fmla="*/ 543 w 1147"/>
                <a:gd name="T63" fmla="*/ 1027 h 1177"/>
                <a:gd name="T64" fmla="*/ 420 w 1147"/>
                <a:gd name="T65" fmla="*/ 1159 h 1177"/>
                <a:gd name="T66" fmla="*/ 271 w 1147"/>
                <a:gd name="T67" fmla="*/ 1141 h 1177"/>
                <a:gd name="T68" fmla="*/ 206 w 1147"/>
                <a:gd name="T69" fmla="*/ 1149 h 1177"/>
                <a:gd name="T70" fmla="*/ 180 w 1147"/>
                <a:gd name="T71" fmla="*/ 1151 h 1177"/>
                <a:gd name="T72" fmla="*/ 139 w 1147"/>
                <a:gd name="T73" fmla="*/ 1100 h 1177"/>
                <a:gd name="T74" fmla="*/ 137 w 1147"/>
                <a:gd name="T75" fmla="*/ 1033 h 1177"/>
                <a:gd name="T76" fmla="*/ 92 w 1147"/>
                <a:gd name="T77" fmla="*/ 959 h 1177"/>
                <a:gd name="T78" fmla="*/ 23 w 1147"/>
                <a:gd name="T79" fmla="*/ 941 h 1177"/>
                <a:gd name="T80" fmla="*/ 16 w 1147"/>
                <a:gd name="T81" fmla="*/ 886 h 1177"/>
                <a:gd name="T82" fmla="*/ 63 w 1147"/>
                <a:gd name="T83" fmla="*/ 849 h 1177"/>
                <a:gd name="T84" fmla="*/ 69 w 1147"/>
                <a:gd name="T85" fmla="*/ 815 h 1177"/>
                <a:gd name="T86" fmla="*/ 57 w 1147"/>
                <a:gd name="T87" fmla="*/ 709 h 1177"/>
                <a:gd name="T88" fmla="*/ 19 w 1147"/>
                <a:gd name="T89" fmla="*/ 670 h 1177"/>
                <a:gd name="T90" fmla="*/ 129 w 1147"/>
                <a:gd name="T91" fmla="*/ 721 h 1177"/>
                <a:gd name="T92" fmla="*/ 116 w 1147"/>
                <a:gd name="T93" fmla="*/ 851 h 1177"/>
                <a:gd name="T94" fmla="*/ 153 w 1147"/>
                <a:gd name="T95" fmla="*/ 815 h 1177"/>
                <a:gd name="T96" fmla="*/ 169 w 1147"/>
                <a:gd name="T97" fmla="*/ 823 h 1177"/>
                <a:gd name="T98" fmla="*/ 131 w 1147"/>
                <a:gd name="T99" fmla="*/ 686 h 1177"/>
                <a:gd name="T100" fmla="*/ 82 w 1147"/>
                <a:gd name="T101" fmla="*/ 556 h 1177"/>
                <a:gd name="T102" fmla="*/ 267 w 1147"/>
                <a:gd name="T103" fmla="*/ 523 h 1177"/>
                <a:gd name="T104" fmla="*/ 308 w 1147"/>
                <a:gd name="T105" fmla="*/ 487 h 1177"/>
                <a:gd name="T106" fmla="*/ 282 w 1147"/>
                <a:gd name="T107" fmla="*/ 432 h 1177"/>
                <a:gd name="T108" fmla="*/ 265 w 1147"/>
                <a:gd name="T109" fmla="*/ 393 h 1177"/>
                <a:gd name="T110" fmla="*/ 302 w 1147"/>
                <a:gd name="T111" fmla="*/ 366 h 1177"/>
                <a:gd name="T112" fmla="*/ 357 w 1147"/>
                <a:gd name="T113" fmla="*/ 309 h 1177"/>
                <a:gd name="T114" fmla="*/ 488 w 1147"/>
                <a:gd name="T115" fmla="*/ 252 h 1177"/>
                <a:gd name="T116" fmla="*/ 510 w 1147"/>
                <a:gd name="T117" fmla="*/ 228 h 1177"/>
                <a:gd name="T118" fmla="*/ 576 w 1147"/>
                <a:gd name="T119" fmla="*/ 236 h 1177"/>
                <a:gd name="T120" fmla="*/ 643 w 1147"/>
                <a:gd name="T121" fmla="*/ 205 h 1177"/>
                <a:gd name="T122" fmla="*/ 669 w 1147"/>
                <a:gd name="T123" fmla="*/ 201 h 1177"/>
                <a:gd name="T124" fmla="*/ 710 w 1147"/>
                <a:gd name="T125" fmla="*/ 132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7" h="1177">
                  <a:moveTo>
                    <a:pt x="159" y="819"/>
                  </a:moveTo>
                  <a:lnTo>
                    <a:pt x="161" y="821"/>
                  </a:lnTo>
                  <a:lnTo>
                    <a:pt x="163" y="827"/>
                  </a:lnTo>
                  <a:lnTo>
                    <a:pt x="163" y="831"/>
                  </a:lnTo>
                  <a:lnTo>
                    <a:pt x="159" y="835"/>
                  </a:lnTo>
                  <a:lnTo>
                    <a:pt x="157" y="837"/>
                  </a:lnTo>
                  <a:lnTo>
                    <a:pt x="157" y="841"/>
                  </a:lnTo>
                  <a:lnTo>
                    <a:pt x="155" y="847"/>
                  </a:lnTo>
                  <a:lnTo>
                    <a:pt x="155" y="851"/>
                  </a:lnTo>
                  <a:lnTo>
                    <a:pt x="157" y="853"/>
                  </a:lnTo>
                  <a:lnTo>
                    <a:pt x="157" y="857"/>
                  </a:lnTo>
                  <a:lnTo>
                    <a:pt x="155" y="859"/>
                  </a:lnTo>
                  <a:lnTo>
                    <a:pt x="151" y="862"/>
                  </a:lnTo>
                  <a:lnTo>
                    <a:pt x="149" y="864"/>
                  </a:lnTo>
                  <a:lnTo>
                    <a:pt x="147" y="864"/>
                  </a:lnTo>
                  <a:lnTo>
                    <a:pt x="149" y="862"/>
                  </a:lnTo>
                  <a:lnTo>
                    <a:pt x="149" y="857"/>
                  </a:lnTo>
                  <a:lnTo>
                    <a:pt x="149" y="853"/>
                  </a:lnTo>
                  <a:lnTo>
                    <a:pt x="151" y="849"/>
                  </a:lnTo>
                  <a:lnTo>
                    <a:pt x="151" y="845"/>
                  </a:lnTo>
                  <a:lnTo>
                    <a:pt x="151" y="839"/>
                  </a:lnTo>
                  <a:lnTo>
                    <a:pt x="151" y="835"/>
                  </a:lnTo>
                  <a:lnTo>
                    <a:pt x="153" y="831"/>
                  </a:lnTo>
                  <a:lnTo>
                    <a:pt x="155" y="827"/>
                  </a:lnTo>
                  <a:lnTo>
                    <a:pt x="155" y="823"/>
                  </a:lnTo>
                  <a:lnTo>
                    <a:pt x="157" y="819"/>
                  </a:lnTo>
                  <a:lnTo>
                    <a:pt x="159" y="819"/>
                  </a:lnTo>
                  <a:close/>
                  <a:moveTo>
                    <a:pt x="37" y="566"/>
                  </a:moveTo>
                  <a:lnTo>
                    <a:pt x="39" y="566"/>
                  </a:lnTo>
                  <a:lnTo>
                    <a:pt x="39" y="566"/>
                  </a:lnTo>
                  <a:lnTo>
                    <a:pt x="41" y="572"/>
                  </a:lnTo>
                  <a:lnTo>
                    <a:pt x="43" y="574"/>
                  </a:lnTo>
                  <a:lnTo>
                    <a:pt x="43" y="574"/>
                  </a:lnTo>
                  <a:lnTo>
                    <a:pt x="43" y="574"/>
                  </a:lnTo>
                  <a:lnTo>
                    <a:pt x="43" y="576"/>
                  </a:lnTo>
                  <a:lnTo>
                    <a:pt x="43" y="576"/>
                  </a:lnTo>
                  <a:lnTo>
                    <a:pt x="43" y="578"/>
                  </a:lnTo>
                  <a:lnTo>
                    <a:pt x="43" y="578"/>
                  </a:lnTo>
                  <a:lnTo>
                    <a:pt x="45" y="582"/>
                  </a:lnTo>
                  <a:lnTo>
                    <a:pt x="47" y="586"/>
                  </a:lnTo>
                  <a:lnTo>
                    <a:pt x="49" y="588"/>
                  </a:lnTo>
                  <a:lnTo>
                    <a:pt x="47" y="588"/>
                  </a:lnTo>
                  <a:lnTo>
                    <a:pt x="47" y="586"/>
                  </a:lnTo>
                  <a:lnTo>
                    <a:pt x="47" y="586"/>
                  </a:lnTo>
                  <a:lnTo>
                    <a:pt x="47" y="588"/>
                  </a:lnTo>
                  <a:lnTo>
                    <a:pt x="47" y="588"/>
                  </a:lnTo>
                  <a:lnTo>
                    <a:pt x="47" y="590"/>
                  </a:lnTo>
                  <a:lnTo>
                    <a:pt x="47" y="592"/>
                  </a:lnTo>
                  <a:lnTo>
                    <a:pt x="47" y="593"/>
                  </a:lnTo>
                  <a:lnTo>
                    <a:pt x="47" y="595"/>
                  </a:lnTo>
                  <a:lnTo>
                    <a:pt x="47" y="595"/>
                  </a:lnTo>
                  <a:lnTo>
                    <a:pt x="47" y="597"/>
                  </a:lnTo>
                  <a:lnTo>
                    <a:pt x="47" y="597"/>
                  </a:lnTo>
                  <a:lnTo>
                    <a:pt x="47" y="597"/>
                  </a:lnTo>
                  <a:lnTo>
                    <a:pt x="47" y="599"/>
                  </a:lnTo>
                  <a:lnTo>
                    <a:pt x="47" y="599"/>
                  </a:lnTo>
                  <a:lnTo>
                    <a:pt x="47" y="599"/>
                  </a:lnTo>
                  <a:lnTo>
                    <a:pt x="47" y="601"/>
                  </a:lnTo>
                  <a:lnTo>
                    <a:pt x="47" y="601"/>
                  </a:lnTo>
                  <a:lnTo>
                    <a:pt x="47" y="601"/>
                  </a:lnTo>
                  <a:lnTo>
                    <a:pt x="47" y="603"/>
                  </a:lnTo>
                  <a:lnTo>
                    <a:pt x="47" y="605"/>
                  </a:lnTo>
                  <a:lnTo>
                    <a:pt x="47" y="607"/>
                  </a:lnTo>
                  <a:lnTo>
                    <a:pt x="41" y="609"/>
                  </a:lnTo>
                  <a:lnTo>
                    <a:pt x="29" y="603"/>
                  </a:lnTo>
                  <a:lnTo>
                    <a:pt x="25" y="603"/>
                  </a:lnTo>
                  <a:lnTo>
                    <a:pt x="25" y="603"/>
                  </a:lnTo>
                  <a:lnTo>
                    <a:pt x="21" y="599"/>
                  </a:lnTo>
                  <a:lnTo>
                    <a:pt x="19" y="597"/>
                  </a:lnTo>
                  <a:lnTo>
                    <a:pt x="19" y="595"/>
                  </a:lnTo>
                  <a:lnTo>
                    <a:pt x="18" y="593"/>
                  </a:lnTo>
                  <a:lnTo>
                    <a:pt x="18" y="592"/>
                  </a:lnTo>
                  <a:lnTo>
                    <a:pt x="18" y="592"/>
                  </a:lnTo>
                  <a:lnTo>
                    <a:pt x="18" y="592"/>
                  </a:lnTo>
                  <a:lnTo>
                    <a:pt x="18" y="592"/>
                  </a:lnTo>
                  <a:lnTo>
                    <a:pt x="18" y="593"/>
                  </a:lnTo>
                  <a:lnTo>
                    <a:pt x="18" y="595"/>
                  </a:lnTo>
                  <a:lnTo>
                    <a:pt x="18" y="595"/>
                  </a:lnTo>
                  <a:lnTo>
                    <a:pt x="16" y="595"/>
                  </a:lnTo>
                  <a:lnTo>
                    <a:pt x="16" y="592"/>
                  </a:lnTo>
                  <a:lnTo>
                    <a:pt x="18" y="590"/>
                  </a:lnTo>
                  <a:lnTo>
                    <a:pt x="18" y="588"/>
                  </a:lnTo>
                  <a:lnTo>
                    <a:pt x="19" y="588"/>
                  </a:lnTo>
                  <a:lnTo>
                    <a:pt x="19" y="586"/>
                  </a:lnTo>
                  <a:lnTo>
                    <a:pt x="27" y="576"/>
                  </a:lnTo>
                  <a:lnTo>
                    <a:pt x="37" y="566"/>
                  </a:lnTo>
                  <a:lnTo>
                    <a:pt x="37" y="566"/>
                  </a:lnTo>
                  <a:close/>
                  <a:moveTo>
                    <a:pt x="288" y="511"/>
                  </a:moveTo>
                  <a:lnTo>
                    <a:pt x="288" y="511"/>
                  </a:lnTo>
                  <a:lnTo>
                    <a:pt x="286" y="513"/>
                  </a:lnTo>
                  <a:lnTo>
                    <a:pt x="284" y="517"/>
                  </a:lnTo>
                  <a:lnTo>
                    <a:pt x="284" y="517"/>
                  </a:lnTo>
                  <a:lnTo>
                    <a:pt x="284" y="519"/>
                  </a:lnTo>
                  <a:lnTo>
                    <a:pt x="284" y="519"/>
                  </a:lnTo>
                  <a:lnTo>
                    <a:pt x="284" y="521"/>
                  </a:lnTo>
                  <a:lnTo>
                    <a:pt x="284" y="521"/>
                  </a:lnTo>
                  <a:lnTo>
                    <a:pt x="282" y="523"/>
                  </a:lnTo>
                  <a:lnTo>
                    <a:pt x="271" y="523"/>
                  </a:lnTo>
                  <a:lnTo>
                    <a:pt x="274" y="521"/>
                  </a:lnTo>
                  <a:lnTo>
                    <a:pt x="274" y="519"/>
                  </a:lnTo>
                  <a:lnTo>
                    <a:pt x="274" y="517"/>
                  </a:lnTo>
                  <a:lnTo>
                    <a:pt x="276" y="517"/>
                  </a:lnTo>
                  <a:lnTo>
                    <a:pt x="280" y="515"/>
                  </a:lnTo>
                  <a:lnTo>
                    <a:pt x="286" y="511"/>
                  </a:lnTo>
                  <a:lnTo>
                    <a:pt x="288" y="511"/>
                  </a:lnTo>
                  <a:close/>
                  <a:moveTo>
                    <a:pt x="210" y="470"/>
                  </a:moveTo>
                  <a:lnTo>
                    <a:pt x="210" y="470"/>
                  </a:lnTo>
                  <a:lnTo>
                    <a:pt x="210" y="472"/>
                  </a:lnTo>
                  <a:lnTo>
                    <a:pt x="210" y="472"/>
                  </a:lnTo>
                  <a:lnTo>
                    <a:pt x="208" y="472"/>
                  </a:lnTo>
                  <a:lnTo>
                    <a:pt x="208" y="474"/>
                  </a:lnTo>
                  <a:lnTo>
                    <a:pt x="208" y="476"/>
                  </a:lnTo>
                  <a:lnTo>
                    <a:pt x="210" y="478"/>
                  </a:lnTo>
                  <a:lnTo>
                    <a:pt x="210" y="480"/>
                  </a:lnTo>
                  <a:lnTo>
                    <a:pt x="208" y="480"/>
                  </a:lnTo>
                  <a:lnTo>
                    <a:pt x="204" y="478"/>
                  </a:lnTo>
                  <a:lnTo>
                    <a:pt x="204" y="476"/>
                  </a:lnTo>
                  <a:lnTo>
                    <a:pt x="194" y="476"/>
                  </a:lnTo>
                  <a:lnTo>
                    <a:pt x="194" y="474"/>
                  </a:lnTo>
                  <a:lnTo>
                    <a:pt x="194" y="474"/>
                  </a:lnTo>
                  <a:lnTo>
                    <a:pt x="194" y="472"/>
                  </a:lnTo>
                  <a:lnTo>
                    <a:pt x="194" y="472"/>
                  </a:lnTo>
                  <a:lnTo>
                    <a:pt x="196" y="472"/>
                  </a:lnTo>
                  <a:lnTo>
                    <a:pt x="196" y="470"/>
                  </a:lnTo>
                  <a:lnTo>
                    <a:pt x="198" y="470"/>
                  </a:lnTo>
                  <a:lnTo>
                    <a:pt x="202" y="472"/>
                  </a:lnTo>
                  <a:lnTo>
                    <a:pt x="206" y="472"/>
                  </a:lnTo>
                  <a:lnTo>
                    <a:pt x="210" y="470"/>
                  </a:lnTo>
                  <a:lnTo>
                    <a:pt x="210" y="470"/>
                  </a:lnTo>
                  <a:close/>
                  <a:moveTo>
                    <a:pt x="172" y="456"/>
                  </a:moveTo>
                  <a:lnTo>
                    <a:pt x="182" y="460"/>
                  </a:lnTo>
                  <a:lnTo>
                    <a:pt x="184" y="460"/>
                  </a:lnTo>
                  <a:lnTo>
                    <a:pt x="184" y="460"/>
                  </a:lnTo>
                  <a:lnTo>
                    <a:pt x="186" y="462"/>
                  </a:lnTo>
                  <a:lnTo>
                    <a:pt x="186" y="464"/>
                  </a:lnTo>
                  <a:lnTo>
                    <a:pt x="186" y="464"/>
                  </a:lnTo>
                  <a:lnTo>
                    <a:pt x="184" y="466"/>
                  </a:lnTo>
                  <a:lnTo>
                    <a:pt x="182" y="466"/>
                  </a:lnTo>
                  <a:lnTo>
                    <a:pt x="182" y="464"/>
                  </a:lnTo>
                  <a:lnTo>
                    <a:pt x="182" y="464"/>
                  </a:lnTo>
                  <a:lnTo>
                    <a:pt x="178" y="464"/>
                  </a:lnTo>
                  <a:lnTo>
                    <a:pt x="178" y="466"/>
                  </a:lnTo>
                  <a:lnTo>
                    <a:pt x="180" y="468"/>
                  </a:lnTo>
                  <a:lnTo>
                    <a:pt x="180" y="468"/>
                  </a:lnTo>
                  <a:lnTo>
                    <a:pt x="180" y="470"/>
                  </a:lnTo>
                  <a:lnTo>
                    <a:pt x="178" y="470"/>
                  </a:lnTo>
                  <a:lnTo>
                    <a:pt x="169" y="462"/>
                  </a:lnTo>
                  <a:lnTo>
                    <a:pt x="161" y="464"/>
                  </a:lnTo>
                  <a:lnTo>
                    <a:pt x="161" y="462"/>
                  </a:lnTo>
                  <a:lnTo>
                    <a:pt x="161" y="462"/>
                  </a:lnTo>
                  <a:lnTo>
                    <a:pt x="163" y="458"/>
                  </a:lnTo>
                  <a:lnTo>
                    <a:pt x="165" y="458"/>
                  </a:lnTo>
                  <a:lnTo>
                    <a:pt x="169" y="458"/>
                  </a:lnTo>
                  <a:lnTo>
                    <a:pt x="172" y="456"/>
                  </a:lnTo>
                  <a:close/>
                  <a:moveTo>
                    <a:pt x="153" y="454"/>
                  </a:moveTo>
                  <a:lnTo>
                    <a:pt x="159" y="460"/>
                  </a:lnTo>
                  <a:lnTo>
                    <a:pt x="157" y="462"/>
                  </a:lnTo>
                  <a:lnTo>
                    <a:pt x="157" y="464"/>
                  </a:lnTo>
                  <a:lnTo>
                    <a:pt x="155" y="466"/>
                  </a:lnTo>
                  <a:lnTo>
                    <a:pt x="153" y="466"/>
                  </a:lnTo>
                  <a:lnTo>
                    <a:pt x="153" y="464"/>
                  </a:lnTo>
                  <a:lnTo>
                    <a:pt x="147" y="462"/>
                  </a:lnTo>
                  <a:lnTo>
                    <a:pt x="145" y="462"/>
                  </a:lnTo>
                  <a:lnTo>
                    <a:pt x="145" y="460"/>
                  </a:lnTo>
                  <a:lnTo>
                    <a:pt x="145" y="458"/>
                  </a:lnTo>
                  <a:lnTo>
                    <a:pt x="145" y="456"/>
                  </a:lnTo>
                  <a:lnTo>
                    <a:pt x="145" y="456"/>
                  </a:lnTo>
                  <a:lnTo>
                    <a:pt x="147" y="456"/>
                  </a:lnTo>
                  <a:lnTo>
                    <a:pt x="149" y="454"/>
                  </a:lnTo>
                  <a:lnTo>
                    <a:pt x="149" y="454"/>
                  </a:lnTo>
                  <a:lnTo>
                    <a:pt x="153" y="454"/>
                  </a:lnTo>
                  <a:close/>
                  <a:moveTo>
                    <a:pt x="227" y="417"/>
                  </a:moveTo>
                  <a:lnTo>
                    <a:pt x="227" y="417"/>
                  </a:lnTo>
                  <a:lnTo>
                    <a:pt x="229" y="419"/>
                  </a:lnTo>
                  <a:lnTo>
                    <a:pt x="229" y="421"/>
                  </a:lnTo>
                  <a:lnTo>
                    <a:pt x="227" y="421"/>
                  </a:lnTo>
                  <a:lnTo>
                    <a:pt x="225" y="421"/>
                  </a:lnTo>
                  <a:lnTo>
                    <a:pt x="221" y="421"/>
                  </a:lnTo>
                  <a:lnTo>
                    <a:pt x="218" y="421"/>
                  </a:lnTo>
                  <a:lnTo>
                    <a:pt x="216" y="423"/>
                  </a:lnTo>
                  <a:lnTo>
                    <a:pt x="223" y="429"/>
                  </a:lnTo>
                  <a:lnTo>
                    <a:pt x="221" y="430"/>
                  </a:lnTo>
                  <a:lnTo>
                    <a:pt x="214" y="427"/>
                  </a:lnTo>
                  <a:lnTo>
                    <a:pt x="212" y="425"/>
                  </a:lnTo>
                  <a:lnTo>
                    <a:pt x="212" y="423"/>
                  </a:lnTo>
                  <a:lnTo>
                    <a:pt x="214" y="421"/>
                  </a:lnTo>
                  <a:lnTo>
                    <a:pt x="218" y="417"/>
                  </a:lnTo>
                  <a:lnTo>
                    <a:pt x="227" y="417"/>
                  </a:lnTo>
                  <a:close/>
                  <a:moveTo>
                    <a:pt x="1059" y="417"/>
                  </a:moveTo>
                  <a:lnTo>
                    <a:pt x="1059" y="419"/>
                  </a:lnTo>
                  <a:lnTo>
                    <a:pt x="1061" y="421"/>
                  </a:lnTo>
                  <a:lnTo>
                    <a:pt x="1061" y="423"/>
                  </a:lnTo>
                  <a:lnTo>
                    <a:pt x="1059" y="423"/>
                  </a:lnTo>
                  <a:lnTo>
                    <a:pt x="1057" y="423"/>
                  </a:lnTo>
                  <a:lnTo>
                    <a:pt x="1055" y="425"/>
                  </a:lnTo>
                  <a:lnTo>
                    <a:pt x="1053" y="425"/>
                  </a:lnTo>
                  <a:lnTo>
                    <a:pt x="1051" y="425"/>
                  </a:lnTo>
                  <a:lnTo>
                    <a:pt x="1051" y="425"/>
                  </a:lnTo>
                  <a:lnTo>
                    <a:pt x="1049" y="425"/>
                  </a:lnTo>
                  <a:lnTo>
                    <a:pt x="1049" y="427"/>
                  </a:lnTo>
                  <a:lnTo>
                    <a:pt x="1055" y="438"/>
                  </a:lnTo>
                  <a:lnTo>
                    <a:pt x="1055" y="440"/>
                  </a:lnTo>
                  <a:lnTo>
                    <a:pt x="1047" y="446"/>
                  </a:lnTo>
                  <a:lnTo>
                    <a:pt x="1045" y="450"/>
                  </a:lnTo>
                  <a:lnTo>
                    <a:pt x="1043" y="452"/>
                  </a:lnTo>
                  <a:lnTo>
                    <a:pt x="1037" y="452"/>
                  </a:lnTo>
                  <a:lnTo>
                    <a:pt x="1037" y="452"/>
                  </a:lnTo>
                  <a:lnTo>
                    <a:pt x="1035" y="452"/>
                  </a:lnTo>
                  <a:lnTo>
                    <a:pt x="1026" y="462"/>
                  </a:lnTo>
                  <a:lnTo>
                    <a:pt x="1010" y="464"/>
                  </a:lnTo>
                  <a:lnTo>
                    <a:pt x="1010" y="468"/>
                  </a:lnTo>
                  <a:lnTo>
                    <a:pt x="1010" y="468"/>
                  </a:lnTo>
                  <a:lnTo>
                    <a:pt x="1010" y="468"/>
                  </a:lnTo>
                  <a:lnTo>
                    <a:pt x="1010" y="468"/>
                  </a:lnTo>
                  <a:lnTo>
                    <a:pt x="1010" y="468"/>
                  </a:lnTo>
                  <a:lnTo>
                    <a:pt x="1010" y="470"/>
                  </a:lnTo>
                  <a:lnTo>
                    <a:pt x="1008" y="468"/>
                  </a:lnTo>
                  <a:lnTo>
                    <a:pt x="1004" y="466"/>
                  </a:lnTo>
                  <a:lnTo>
                    <a:pt x="1002" y="460"/>
                  </a:lnTo>
                  <a:lnTo>
                    <a:pt x="1002" y="460"/>
                  </a:lnTo>
                  <a:lnTo>
                    <a:pt x="1000" y="458"/>
                  </a:lnTo>
                  <a:lnTo>
                    <a:pt x="1000" y="456"/>
                  </a:lnTo>
                  <a:lnTo>
                    <a:pt x="1000" y="452"/>
                  </a:lnTo>
                  <a:lnTo>
                    <a:pt x="1000" y="452"/>
                  </a:lnTo>
                  <a:lnTo>
                    <a:pt x="1006" y="448"/>
                  </a:lnTo>
                  <a:lnTo>
                    <a:pt x="1008" y="444"/>
                  </a:lnTo>
                  <a:lnTo>
                    <a:pt x="1008" y="444"/>
                  </a:lnTo>
                  <a:lnTo>
                    <a:pt x="1008" y="440"/>
                  </a:lnTo>
                  <a:lnTo>
                    <a:pt x="1008" y="438"/>
                  </a:lnTo>
                  <a:lnTo>
                    <a:pt x="1008" y="436"/>
                  </a:lnTo>
                  <a:lnTo>
                    <a:pt x="1010" y="432"/>
                  </a:lnTo>
                  <a:lnTo>
                    <a:pt x="1010" y="430"/>
                  </a:lnTo>
                  <a:lnTo>
                    <a:pt x="1012" y="429"/>
                  </a:lnTo>
                  <a:lnTo>
                    <a:pt x="1022" y="427"/>
                  </a:lnTo>
                  <a:lnTo>
                    <a:pt x="1030" y="429"/>
                  </a:lnTo>
                  <a:lnTo>
                    <a:pt x="1035" y="432"/>
                  </a:lnTo>
                  <a:lnTo>
                    <a:pt x="1037" y="432"/>
                  </a:lnTo>
                  <a:lnTo>
                    <a:pt x="1037" y="432"/>
                  </a:lnTo>
                  <a:lnTo>
                    <a:pt x="1041" y="436"/>
                  </a:lnTo>
                  <a:lnTo>
                    <a:pt x="1043" y="436"/>
                  </a:lnTo>
                  <a:lnTo>
                    <a:pt x="1045" y="434"/>
                  </a:lnTo>
                  <a:lnTo>
                    <a:pt x="1045" y="434"/>
                  </a:lnTo>
                  <a:lnTo>
                    <a:pt x="1047" y="430"/>
                  </a:lnTo>
                  <a:lnTo>
                    <a:pt x="1045" y="429"/>
                  </a:lnTo>
                  <a:lnTo>
                    <a:pt x="1045" y="429"/>
                  </a:lnTo>
                  <a:lnTo>
                    <a:pt x="1045" y="427"/>
                  </a:lnTo>
                  <a:lnTo>
                    <a:pt x="1045" y="425"/>
                  </a:lnTo>
                  <a:lnTo>
                    <a:pt x="1045" y="423"/>
                  </a:lnTo>
                  <a:lnTo>
                    <a:pt x="1045" y="421"/>
                  </a:lnTo>
                  <a:lnTo>
                    <a:pt x="1047" y="421"/>
                  </a:lnTo>
                  <a:lnTo>
                    <a:pt x="1059" y="417"/>
                  </a:lnTo>
                  <a:close/>
                  <a:moveTo>
                    <a:pt x="239" y="409"/>
                  </a:moveTo>
                  <a:lnTo>
                    <a:pt x="247" y="411"/>
                  </a:lnTo>
                  <a:lnTo>
                    <a:pt x="249" y="411"/>
                  </a:lnTo>
                  <a:lnTo>
                    <a:pt x="251" y="413"/>
                  </a:lnTo>
                  <a:lnTo>
                    <a:pt x="251" y="413"/>
                  </a:lnTo>
                  <a:lnTo>
                    <a:pt x="251" y="417"/>
                  </a:lnTo>
                  <a:lnTo>
                    <a:pt x="247" y="419"/>
                  </a:lnTo>
                  <a:lnTo>
                    <a:pt x="247" y="423"/>
                  </a:lnTo>
                  <a:lnTo>
                    <a:pt x="241" y="423"/>
                  </a:lnTo>
                  <a:lnTo>
                    <a:pt x="239" y="421"/>
                  </a:lnTo>
                  <a:lnTo>
                    <a:pt x="237" y="419"/>
                  </a:lnTo>
                  <a:lnTo>
                    <a:pt x="235" y="417"/>
                  </a:lnTo>
                  <a:lnTo>
                    <a:pt x="235" y="415"/>
                  </a:lnTo>
                  <a:lnTo>
                    <a:pt x="237" y="411"/>
                  </a:lnTo>
                  <a:lnTo>
                    <a:pt x="239" y="409"/>
                  </a:lnTo>
                  <a:close/>
                  <a:moveTo>
                    <a:pt x="261" y="409"/>
                  </a:moveTo>
                  <a:lnTo>
                    <a:pt x="263" y="411"/>
                  </a:lnTo>
                  <a:lnTo>
                    <a:pt x="265" y="413"/>
                  </a:lnTo>
                  <a:lnTo>
                    <a:pt x="267" y="415"/>
                  </a:lnTo>
                  <a:lnTo>
                    <a:pt x="269" y="415"/>
                  </a:lnTo>
                  <a:lnTo>
                    <a:pt x="269" y="419"/>
                  </a:lnTo>
                  <a:lnTo>
                    <a:pt x="267" y="421"/>
                  </a:lnTo>
                  <a:lnTo>
                    <a:pt x="265" y="421"/>
                  </a:lnTo>
                  <a:lnTo>
                    <a:pt x="265" y="421"/>
                  </a:lnTo>
                  <a:lnTo>
                    <a:pt x="265" y="419"/>
                  </a:lnTo>
                  <a:lnTo>
                    <a:pt x="263" y="417"/>
                  </a:lnTo>
                  <a:lnTo>
                    <a:pt x="263" y="417"/>
                  </a:lnTo>
                  <a:lnTo>
                    <a:pt x="261" y="417"/>
                  </a:lnTo>
                  <a:lnTo>
                    <a:pt x="261" y="419"/>
                  </a:lnTo>
                  <a:lnTo>
                    <a:pt x="261" y="419"/>
                  </a:lnTo>
                  <a:lnTo>
                    <a:pt x="263" y="421"/>
                  </a:lnTo>
                  <a:lnTo>
                    <a:pt x="263" y="421"/>
                  </a:lnTo>
                  <a:lnTo>
                    <a:pt x="261" y="423"/>
                  </a:lnTo>
                  <a:lnTo>
                    <a:pt x="261" y="423"/>
                  </a:lnTo>
                  <a:lnTo>
                    <a:pt x="259" y="423"/>
                  </a:lnTo>
                  <a:lnTo>
                    <a:pt x="257" y="425"/>
                  </a:lnTo>
                  <a:lnTo>
                    <a:pt x="255" y="425"/>
                  </a:lnTo>
                  <a:lnTo>
                    <a:pt x="253" y="423"/>
                  </a:lnTo>
                  <a:lnTo>
                    <a:pt x="251" y="423"/>
                  </a:lnTo>
                  <a:lnTo>
                    <a:pt x="251" y="421"/>
                  </a:lnTo>
                  <a:lnTo>
                    <a:pt x="253" y="419"/>
                  </a:lnTo>
                  <a:lnTo>
                    <a:pt x="253" y="419"/>
                  </a:lnTo>
                  <a:lnTo>
                    <a:pt x="255" y="415"/>
                  </a:lnTo>
                  <a:lnTo>
                    <a:pt x="255" y="411"/>
                  </a:lnTo>
                  <a:lnTo>
                    <a:pt x="257" y="411"/>
                  </a:lnTo>
                  <a:lnTo>
                    <a:pt x="257" y="409"/>
                  </a:lnTo>
                  <a:lnTo>
                    <a:pt x="259" y="411"/>
                  </a:lnTo>
                  <a:lnTo>
                    <a:pt x="261" y="409"/>
                  </a:lnTo>
                  <a:close/>
                  <a:moveTo>
                    <a:pt x="55" y="389"/>
                  </a:moveTo>
                  <a:lnTo>
                    <a:pt x="57" y="389"/>
                  </a:lnTo>
                  <a:lnTo>
                    <a:pt x="57" y="389"/>
                  </a:lnTo>
                  <a:lnTo>
                    <a:pt x="57" y="391"/>
                  </a:lnTo>
                  <a:lnTo>
                    <a:pt x="57" y="391"/>
                  </a:lnTo>
                  <a:lnTo>
                    <a:pt x="55" y="391"/>
                  </a:lnTo>
                  <a:lnTo>
                    <a:pt x="57" y="393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7"/>
                  </a:lnTo>
                  <a:lnTo>
                    <a:pt x="65" y="397"/>
                  </a:lnTo>
                  <a:lnTo>
                    <a:pt x="63" y="399"/>
                  </a:lnTo>
                  <a:lnTo>
                    <a:pt x="63" y="403"/>
                  </a:lnTo>
                  <a:lnTo>
                    <a:pt x="63" y="405"/>
                  </a:lnTo>
                  <a:lnTo>
                    <a:pt x="61" y="405"/>
                  </a:lnTo>
                  <a:lnTo>
                    <a:pt x="59" y="405"/>
                  </a:lnTo>
                  <a:lnTo>
                    <a:pt x="53" y="397"/>
                  </a:lnTo>
                  <a:lnTo>
                    <a:pt x="51" y="395"/>
                  </a:lnTo>
                  <a:lnTo>
                    <a:pt x="51" y="395"/>
                  </a:lnTo>
                  <a:lnTo>
                    <a:pt x="53" y="395"/>
                  </a:lnTo>
                  <a:lnTo>
                    <a:pt x="53" y="397"/>
                  </a:lnTo>
                  <a:lnTo>
                    <a:pt x="55" y="397"/>
                  </a:lnTo>
                  <a:lnTo>
                    <a:pt x="57" y="397"/>
                  </a:lnTo>
                  <a:lnTo>
                    <a:pt x="57" y="395"/>
                  </a:lnTo>
                  <a:lnTo>
                    <a:pt x="55" y="393"/>
                  </a:lnTo>
                  <a:lnTo>
                    <a:pt x="53" y="391"/>
                  </a:lnTo>
                  <a:lnTo>
                    <a:pt x="53" y="389"/>
                  </a:lnTo>
                  <a:lnTo>
                    <a:pt x="55" y="389"/>
                  </a:lnTo>
                  <a:close/>
                  <a:moveTo>
                    <a:pt x="247" y="381"/>
                  </a:moveTo>
                  <a:lnTo>
                    <a:pt x="247" y="381"/>
                  </a:lnTo>
                  <a:lnTo>
                    <a:pt x="249" y="383"/>
                  </a:lnTo>
                  <a:lnTo>
                    <a:pt x="249" y="383"/>
                  </a:lnTo>
                  <a:lnTo>
                    <a:pt x="251" y="383"/>
                  </a:lnTo>
                  <a:lnTo>
                    <a:pt x="251" y="383"/>
                  </a:lnTo>
                  <a:lnTo>
                    <a:pt x="253" y="385"/>
                  </a:lnTo>
                  <a:lnTo>
                    <a:pt x="253" y="387"/>
                  </a:lnTo>
                  <a:lnTo>
                    <a:pt x="253" y="389"/>
                  </a:lnTo>
                  <a:lnTo>
                    <a:pt x="253" y="391"/>
                  </a:lnTo>
                  <a:lnTo>
                    <a:pt x="253" y="391"/>
                  </a:lnTo>
                  <a:lnTo>
                    <a:pt x="253" y="393"/>
                  </a:lnTo>
                  <a:lnTo>
                    <a:pt x="253" y="393"/>
                  </a:lnTo>
                  <a:lnTo>
                    <a:pt x="251" y="391"/>
                  </a:lnTo>
                  <a:lnTo>
                    <a:pt x="247" y="393"/>
                  </a:lnTo>
                  <a:lnTo>
                    <a:pt x="247" y="393"/>
                  </a:lnTo>
                  <a:lnTo>
                    <a:pt x="247" y="391"/>
                  </a:lnTo>
                  <a:lnTo>
                    <a:pt x="245" y="389"/>
                  </a:lnTo>
                  <a:lnTo>
                    <a:pt x="243" y="389"/>
                  </a:lnTo>
                  <a:lnTo>
                    <a:pt x="239" y="389"/>
                  </a:lnTo>
                  <a:lnTo>
                    <a:pt x="235" y="389"/>
                  </a:lnTo>
                  <a:lnTo>
                    <a:pt x="235" y="389"/>
                  </a:lnTo>
                  <a:lnTo>
                    <a:pt x="235" y="387"/>
                  </a:lnTo>
                  <a:lnTo>
                    <a:pt x="243" y="385"/>
                  </a:lnTo>
                  <a:lnTo>
                    <a:pt x="245" y="385"/>
                  </a:lnTo>
                  <a:lnTo>
                    <a:pt x="247" y="381"/>
                  </a:lnTo>
                  <a:close/>
                  <a:moveTo>
                    <a:pt x="296" y="362"/>
                  </a:moveTo>
                  <a:lnTo>
                    <a:pt x="298" y="368"/>
                  </a:lnTo>
                  <a:lnTo>
                    <a:pt x="298" y="370"/>
                  </a:lnTo>
                  <a:lnTo>
                    <a:pt x="298" y="370"/>
                  </a:lnTo>
                  <a:lnTo>
                    <a:pt x="296" y="374"/>
                  </a:lnTo>
                  <a:lnTo>
                    <a:pt x="296" y="374"/>
                  </a:lnTo>
                  <a:lnTo>
                    <a:pt x="294" y="376"/>
                  </a:lnTo>
                  <a:lnTo>
                    <a:pt x="292" y="376"/>
                  </a:lnTo>
                  <a:lnTo>
                    <a:pt x="292" y="374"/>
                  </a:lnTo>
                  <a:lnTo>
                    <a:pt x="290" y="372"/>
                  </a:lnTo>
                  <a:lnTo>
                    <a:pt x="286" y="372"/>
                  </a:lnTo>
                  <a:lnTo>
                    <a:pt x="284" y="372"/>
                  </a:lnTo>
                  <a:lnTo>
                    <a:pt x="284" y="374"/>
                  </a:lnTo>
                  <a:lnTo>
                    <a:pt x="284" y="374"/>
                  </a:lnTo>
                  <a:lnTo>
                    <a:pt x="286" y="376"/>
                  </a:lnTo>
                  <a:lnTo>
                    <a:pt x="286" y="377"/>
                  </a:lnTo>
                  <a:lnTo>
                    <a:pt x="288" y="379"/>
                  </a:lnTo>
                  <a:lnTo>
                    <a:pt x="292" y="379"/>
                  </a:lnTo>
                  <a:lnTo>
                    <a:pt x="292" y="383"/>
                  </a:lnTo>
                  <a:lnTo>
                    <a:pt x="290" y="381"/>
                  </a:lnTo>
                  <a:lnTo>
                    <a:pt x="286" y="379"/>
                  </a:lnTo>
                  <a:lnTo>
                    <a:pt x="280" y="379"/>
                  </a:lnTo>
                  <a:lnTo>
                    <a:pt x="280" y="379"/>
                  </a:lnTo>
                  <a:lnTo>
                    <a:pt x="278" y="377"/>
                  </a:lnTo>
                  <a:lnTo>
                    <a:pt x="278" y="377"/>
                  </a:lnTo>
                  <a:lnTo>
                    <a:pt x="274" y="379"/>
                  </a:lnTo>
                  <a:lnTo>
                    <a:pt x="272" y="377"/>
                  </a:lnTo>
                  <a:lnTo>
                    <a:pt x="272" y="377"/>
                  </a:lnTo>
                  <a:lnTo>
                    <a:pt x="272" y="376"/>
                  </a:lnTo>
                  <a:lnTo>
                    <a:pt x="272" y="376"/>
                  </a:lnTo>
                  <a:lnTo>
                    <a:pt x="271" y="374"/>
                  </a:lnTo>
                  <a:lnTo>
                    <a:pt x="271" y="372"/>
                  </a:lnTo>
                  <a:lnTo>
                    <a:pt x="271" y="372"/>
                  </a:lnTo>
                  <a:lnTo>
                    <a:pt x="271" y="370"/>
                  </a:lnTo>
                  <a:lnTo>
                    <a:pt x="272" y="372"/>
                  </a:lnTo>
                  <a:lnTo>
                    <a:pt x="272" y="372"/>
                  </a:lnTo>
                  <a:lnTo>
                    <a:pt x="272" y="374"/>
                  </a:lnTo>
                  <a:lnTo>
                    <a:pt x="278" y="374"/>
                  </a:lnTo>
                  <a:lnTo>
                    <a:pt x="280" y="374"/>
                  </a:lnTo>
                  <a:lnTo>
                    <a:pt x="282" y="372"/>
                  </a:lnTo>
                  <a:lnTo>
                    <a:pt x="280" y="372"/>
                  </a:lnTo>
                  <a:lnTo>
                    <a:pt x="278" y="370"/>
                  </a:lnTo>
                  <a:lnTo>
                    <a:pt x="280" y="368"/>
                  </a:lnTo>
                  <a:lnTo>
                    <a:pt x="278" y="366"/>
                  </a:lnTo>
                  <a:lnTo>
                    <a:pt x="278" y="364"/>
                  </a:lnTo>
                  <a:lnTo>
                    <a:pt x="280" y="362"/>
                  </a:lnTo>
                  <a:lnTo>
                    <a:pt x="282" y="364"/>
                  </a:lnTo>
                  <a:lnTo>
                    <a:pt x="282" y="366"/>
                  </a:lnTo>
                  <a:lnTo>
                    <a:pt x="282" y="368"/>
                  </a:lnTo>
                  <a:lnTo>
                    <a:pt x="286" y="366"/>
                  </a:lnTo>
                  <a:lnTo>
                    <a:pt x="292" y="362"/>
                  </a:lnTo>
                  <a:lnTo>
                    <a:pt x="296" y="362"/>
                  </a:lnTo>
                  <a:close/>
                  <a:moveTo>
                    <a:pt x="147" y="336"/>
                  </a:moveTo>
                  <a:lnTo>
                    <a:pt x="147" y="338"/>
                  </a:lnTo>
                  <a:lnTo>
                    <a:pt x="147" y="340"/>
                  </a:lnTo>
                  <a:lnTo>
                    <a:pt x="147" y="340"/>
                  </a:lnTo>
                  <a:lnTo>
                    <a:pt x="147" y="342"/>
                  </a:lnTo>
                  <a:lnTo>
                    <a:pt x="147" y="344"/>
                  </a:lnTo>
                  <a:lnTo>
                    <a:pt x="145" y="340"/>
                  </a:lnTo>
                  <a:lnTo>
                    <a:pt x="143" y="340"/>
                  </a:lnTo>
                  <a:lnTo>
                    <a:pt x="145" y="338"/>
                  </a:lnTo>
                  <a:lnTo>
                    <a:pt x="145" y="336"/>
                  </a:lnTo>
                  <a:lnTo>
                    <a:pt x="147" y="336"/>
                  </a:lnTo>
                  <a:close/>
                  <a:moveTo>
                    <a:pt x="151" y="293"/>
                  </a:moveTo>
                  <a:lnTo>
                    <a:pt x="151" y="295"/>
                  </a:lnTo>
                  <a:lnTo>
                    <a:pt x="151" y="295"/>
                  </a:lnTo>
                  <a:lnTo>
                    <a:pt x="149" y="295"/>
                  </a:lnTo>
                  <a:lnTo>
                    <a:pt x="149" y="295"/>
                  </a:lnTo>
                  <a:lnTo>
                    <a:pt x="149" y="301"/>
                  </a:lnTo>
                  <a:lnTo>
                    <a:pt x="149" y="303"/>
                  </a:lnTo>
                  <a:lnTo>
                    <a:pt x="149" y="303"/>
                  </a:lnTo>
                  <a:lnTo>
                    <a:pt x="149" y="305"/>
                  </a:lnTo>
                  <a:lnTo>
                    <a:pt x="145" y="303"/>
                  </a:lnTo>
                  <a:lnTo>
                    <a:pt x="147" y="305"/>
                  </a:lnTo>
                  <a:lnTo>
                    <a:pt x="147" y="305"/>
                  </a:lnTo>
                  <a:lnTo>
                    <a:pt x="149" y="305"/>
                  </a:lnTo>
                  <a:lnTo>
                    <a:pt x="151" y="307"/>
                  </a:lnTo>
                  <a:lnTo>
                    <a:pt x="151" y="307"/>
                  </a:lnTo>
                  <a:lnTo>
                    <a:pt x="151" y="309"/>
                  </a:lnTo>
                  <a:lnTo>
                    <a:pt x="151" y="309"/>
                  </a:lnTo>
                  <a:lnTo>
                    <a:pt x="151" y="311"/>
                  </a:lnTo>
                  <a:lnTo>
                    <a:pt x="153" y="313"/>
                  </a:lnTo>
                  <a:lnTo>
                    <a:pt x="153" y="315"/>
                  </a:lnTo>
                  <a:lnTo>
                    <a:pt x="153" y="317"/>
                  </a:lnTo>
                  <a:lnTo>
                    <a:pt x="151" y="317"/>
                  </a:lnTo>
                  <a:lnTo>
                    <a:pt x="147" y="315"/>
                  </a:lnTo>
                  <a:lnTo>
                    <a:pt x="145" y="315"/>
                  </a:lnTo>
                  <a:lnTo>
                    <a:pt x="145" y="317"/>
                  </a:lnTo>
                  <a:lnTo>
                    <a:pt x="145" y="317"/>
                  </a:lnTo>
                  <a:lnTo>
                    <a:pt x="145" y="319"/>
                  </a:lnTo>
                  <a:lnTo>
                    <a:pt x="145" y="321"/>
                  </a:lnTo>
                  <a:lnTo>
                    <a:pt x="145" y="321"/>
                  </a:lnTo>
                  <a:lnTo>
                    <a:pt x="145" y="323"/>
                  </a:lnTo>
                  <a:lnTo>
                    <a:pt x="145" y="324"/>
                  </a:lnTo>
                  <a:lnTo>
                    <a:pt x="145" y="324"/>
                  </a:lnTo>
                  <a:lnTo>
                    <a:pt x="145" y="324"/>
                  </a:lnTo>
                  <a:lnTo>
                    <a:pt x="145" y="324"/>
                  </a:lnTo>
                  <a:lnTo>
                    <a:pt x="143" y="326"/>
                  </a:lnTo>
                  <a:lnTo>
                    <a:pt x="143" y="326"/>
                  </a:lnTo>
                  <a:lnTo>
                    <a:pt x="143" y="326"/>
                  </a:lnTo>
                  <a:lnTo>
                    <a:pt x="143" y="328"/>
                  </a:lnTo>
                  <a:lnTo>
                    <a:pt x="143" y="330"/>
                  </a:lnTo>
                  <a:lnTo>
                    <a:pt x="143" y="332"/>
                  </a:lnTo>
                  <a:lnTo>
                    <a:pt x="143" y="332"/>
                  </a:lnTo>
                  <a:lnTo>
                    <a:pt x="143" y="334"/>
                  </a:lnTo>
                  <a:lnTo>
                    <a:pt x="143" y="334"/>
                  </a:lnTo>
                  <a:lnTo>
                    <a:pt x="141" y="334"/>
                  </a:lnTo>
                  <a:lnTo>
                    <a:pt x="141" y="332"/>
                  </a:lnTo>
                  <a:lnTo>
                    <a:pt x="141" y="330"/>
                  </a:lnTo>
                  <a:lnTo>
                    <a:pt x="141" y="328"/>
                  </a:lnTo>
                  <a:lnTo>
                    <a:pt x="141" y="326"/>
                  </a:lnTo>
                  <a:lnTo>
                    <a:pt x="141" y="324"/>
                  </a:lnTo>
                  <a:lnTo>
                    <a:pt x="141" y="323"/>
                  </a:lnTo>
                  <a:lnTo>
                    <a:pt x="139" y="317"/>
                  </a:lnTo>
                  <a:lnTo>
                    <a:pt x="139" y="317"/>
                  </a:lnTo>
                  <a:lnTo>
                    <a:pt x="139" y="317"/>
                  </a:lnTo>
                  <a:lnTo>
                    <a:pt x="137" y="317"/>
                  </a:lnTo>
                  <a:lnTo>
                    <a:pt x="139" y="321"/>
                  </a:lnTo>
                  <a:lnTo>
                    <a:pt x="137" y="321"/>
                  </a:lnTo>
                  <a:lnTo>
                    <a:pt x="135" y="319"/>
                  </a:lnTo>
                  <a:lnTo>
                    <a:pt x="135" y="317"/>
                  </a:lnTo>
                  <a:lnTo>
                    <a:pt x="135" y="319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33" y="321"/>
                  </a:lnTo>
                  <a:lnTo>
                    <a:pt x="131" y="317"/>
                  </a:lnTo>
                  <a:lnTo>
                    <a:pt x="131" y="313"/>
                  </a:lnTo>
                  <a:lnTo>
                    <a:pt x="131" y="313"/>
                  </a:lnTo>
                  <a:lnTo>
                    <a:pt x="129" y="313"/>
                  </a:lnTo>
                  <a:lnTo>
                    <a:pt x="129" y="313"/>
                  </a:lnTo>
                  <a:lnTo>
                    <a:pt x="129" y="311"/>
                  </a:lnTo>
                  <a:lnTo>
                    <a:pt x="129" y="309"/>
                  </a:lnTo>
                  <a:lnTo>
                    <a:pt x="137" y="301"/>
                  </a:lnTo>
                  <a:lnTo>
                    <a:pt x="137" y="299"/>
                  </a:lnTo>
                  <a:lnTo>
                    <a:pt x="139" y="299"/>
                  </a:lnTo>
                  <a:lnTo>
                    <a:pt x="137" y="301"/>
                  </a:lnTo>
                  <a:lnTo>
                    <a:pt x="137" y="305"/>
                  </a:lnTo>
                  <a:lnTo>
                    <a:pt x="137" y="307"/>
                  </a:lnTo>
                  <a:lnTo>
                    <a:pt x="137" y="307"/>
                  </a:lnTo>
                  <a:lnTo>
                    <a:pt x="137" y="309"/>
                  </a:lnTo>
                  <a:lnTo>
                    <a:pt x="137" y="309"/>
                  </a:lnTo>
                  <a:lnTo>
                    <a:pt x="143" y="309"/>
                  </a:lnTo>
                  <a:lnTo>
                    <a:pt x="143" y="307"/>
                  </a:lnTo>
                  <a:lnTo>
                    <a:pt x="143" y="305"/>
                  </a:lnTo>
                  <a:lnTo>
                    <a:pt x="143" y="303"/>
                  </a:lnTo>
                  <a:lnTo>
                    <a:pt x="141" y="303"/>
                  </a:lnTo>
                  <a:lnTo>
                    <a:pt x="141" y="303"/>
                  </a:lnTo>
                  <a:lnTo>
                    <a:pt x="141" y="301"/>
                  </a:lnTo>
                  <a:lnTo>
                    <a:pt x="143" y="301"/>
                  </a:lnTo>
                  <a:lnTo>
                    <a:pt x="143" y="299"/>
                  </a:lnTo>
                  <a:lnTo>
                    <a:pt x="143" y="297"/>
                  </a:lnTo>
                  <a:lnTo>
                    <a:pt x="143" y="297"/>
                  </a:lnTo>
                  <a:lnTo>
                    <a:pt x="143" y="297"/>
                  </a:lnTo>
                  <a:lnTo>
                    <a:pt x="143" y="297"/>
                  </a:lnTo>
                  <a:lnTo>
                    <a:pt x="145" y="295"/>
                  </a:lnTo>
                  <a:lnTo>
                    <a:pt x="151" y="293"/>
                  </a:lnTo>
                  <a:close/>
                  <a:moveTo>
                    <a:pt x="137" y="242"/>
                  </a:moveTo>
                  <a:lnTo>
                    <a:pt x="137" y="242"/>
                  </a:lnTo>
                  <a:lnTo>
                    <a:pt x="137" y="242"/>
                  </a:lnTo>
                  <a:lnTo>
                    <a:pt x="137" y="242"/>
                  </a:lnTo>
                  <a:lnTo>
                    <a:pt x="139" y="242"/>
                  </a:lnTo>
                  <a:lnTo>
                    <a:pt x="151" y="248"/>
                  </a:lnTo>
                  <a:lnTo>
                    <a:pt x="155" y="250"/>
                  </a:lnTo>
                  <a:lnTo>
                    <a:pt x="157" y="250"/>
                  </a:lnTo>
                  <a:lnTo>
                    <a:pt x="155" y="252"/>
                  </a:lnTo>
                  <a:lnTo>
                    <a:pt x="141" y="248"/>
                  </a:lnTo>
                  <a:lnTo>
                    <a:pt x="139" y="244"/>
                  </a:lnTo>
                  <a:lnTo>
                    <a:pt x="137" y="244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7" y="242"/>
                  </a:lnTo>
                  <a:close/>
                  <a:moveTo>
                    <a:pt x="167" y="236"/>
                  </a:moveTo>
                  <a:lnTo>
                    <a:pt x="169" y="236"/>
                  </a:lnTo>
                  <a:lnTo>
                    <a:pt x="170" y="238"/>
                  </a:lnTo>
                  <a:lnTo>
                    <a:pt x="178" y="240"/>
                  </a:lnTo>
                  <a:lnTo>
                    <a:pt x="186" y="242"/>
                  </a:lnTo>
                  <a:lnTo>
                    <a:pt x="186" y="242"/>
                  </a:lnTo>
                  <a:lnTo>
                    <a:pt x="186" y="244"/>
                  </a:lnTo>
                  <a:lnTo>
                    <a:pt x="186" y="246"/>
                  </a:lnTo>
                  <a:lnTo>
                    <a:pt x="184" y="248"/>
                  </a:lnTo>
                  <a:lnTo>
                    <a:pt x="182" y="248"/>
                  </a:lnTo>
                  <a:lnTo>
                    <a:pt x="180" y="246"/>
                  </a:lnTo>
                  <a:lnTo>
                    <a:pt x="178" y="246"/>
                  </a:lnTo>
                  <a:lnTo>
                    <a:pt x="176" y="246"/>
                  </a:lnTo>
                  <a:lnTo>
                    <a:pt x="174" y="246"/>
                  </a:lnTo>
                  <a:lnTo>
                    <a:pt x="174" y="246"/>
                  </a:lnTo>
                  <a:lnTo>
                    <a:pt x="174" y="244"/>
                  </a:lnTo>
                  <a:lnTo>
                    <a:pt x="172" y="242"/>
                  </a:lnTo>
                  <a:lnTo>
                    <a:pt x="170" y="242"/>
                  </a:lnTo>
                  <a:lnTo>
                    <a:pt x="165" y="240"/>
                  </a:lnTo>
                  <a:lnTo>
                    <a:pt x="161" y="242"/>
                  </a:lnTo>
                  <a:lnTo>
                    <a:pt x="159" y="242"/>
                  </a:lnTo>
                  <a:lnTo>
                    <a:pt x="157" y="240"/>
                  </a:lnTo>
                  <a:lnTo>
                    <a:pt x="157" y="238"/>
                  </a:lnTo>
                  <a:lnTo>
                    <a:pt x="161" y="240"/>
                  </a:lnTo>
                  <a:lnTo>
                    <a:pt x="163" y="240"/>
                  </a:lnTo>
                  <a:lnTo>
                    <a:pt x="165" y="236"/>
                  </a:lnTo>
                  <a:lnTo>
                    <a:pt x="167" y="236"/>
                  </a:lnTo>
                  <a:close/>
                  <a:moveTo>
                    <a:pt x="602" y="222"/>
                  </a:moveTo>
                  <a:lnTo>
                    <a:pt x="602" y="224"/>
                  </a:lnTo>
                  <a:lnTo>
                    <a:pt x="602" y="226"/>
                  </a:lnTo>
                  <a:lnTo>
                    <a:pt x="598" y="230"/>
                  </a:lnTo>
                  <a:lnTo>
                    <a:pt x="594" y="236"/>
                  </a:lnTo>
                  <a:lnTo>
                    <a:pt x="586" y="240"/>
                  </a:lnTo>
                  <a:lnTo>
                    <a:pt x="584" y="238"/>
                  </a:lnTo>
                  <a:lnTo>
                    <a:pt x="584" y="234"/>
                  </a:lnTo>
                  <a:lnTo>
                    <a:pt x="586" y="234"/>
                  </a:lnTo>
                  <a:lnTo>
                    <a:pt x="598" y="226"/>
                  </a:lnTo>
                  <a:lnTo>
                    <a:pt x="602" y="224"/>
                  </a:lnTo>
                  <a:lnTo>
                    <a:pt x="602" y="222"/>
                  </a:lnTo>
                  <a:close/>
                  <a:moveTo>
                    <a:pt x="535" y="211"/>
                  </a:moveTo>
                  <a:lnTo>
                    <a:pt x="537" y="215"/>
                  </a:lnTo>
                  <a:lnTo>
                    <a:pt x="539" y="216"/>
                  </a:lnTo>
                  <a:lnTo>
                    <a:pt x="539" y="218"/>
                  </a:lnTo>
                  <a:lnTo>
                    <a:pt x="539" y="218"/>
                  </a:lnTo>
                  <a:lnTo>
                    <a:pt x="539" y="218"/>
                  </a:lnTo>
                  <a:lnTo>
                    <a:pt x="537" y="220"/>
                  </a:lnTo>
                  <a:lnTo>
                    <a:pt x="535" y="220"/>
                  </a:lnTo>
                  <a:lnTo>
                    <a:pt x="535" y="218"/>
                  </a:lnTo>
                  <a:lnTo>
                    <a:pt x="533" y="218"/>
                  </a:lnTo>
                  <a:lnTo>
                    <a:pt x="535" y="216"/>
                  </a:lnTo>
                  <a:lnTo>
                    <a:pt x="535" y="215"/>
                  </a:lnTo>
                  <a:lnTo>
                    <a:pt x="535" y="213"/>
                  </a:lnTo>
                  <a:lnTo>
                    <a:pt x="535" y="211"/>
                  </a:lnTo>
                  <a:close/>
                  <a:moveTo>
                    <a:pt x="529" y="203"/>
                  </a:moveTo>
                  <a:lnTo>
                    <a:pt x="529" y="203"/>
                  </a:lnTo>
                  <a:lnTo>
                    <a:pt x="531" y="205"/>
                  </a:lnTo>
                  <a:lnTo>
                    <a:pt x="531" y="205"/>
                  </a:lnTo>
                  <a:lnTo>
                    <a:pt x="533" y="207"/>
                  </a:lnTo>
                  <a:lnTo>
                    <a:pt x="531" y="207"/>
                  </a:lnTo>
                  <a:lnTo>
                    <a:pt x="529" y="209"/>
                  </a:lnTo>
                  <a:lnTo>
                    <a:pt x="529" y="211"/>
                  </a:lnTo>
                  <a:lnTo>
                    <a:pt x="529" y="211"/>
                  </a:lnTo>
                  <a:lnTo>
                    <a:pt x="529" y="213"/>
                  </a:lnTo>
                  <a:lnTo>
                    <a:pt x="529" y="213"/>
                  </a:lnTo>
                  <a:lnTo>
                    <a:pt x="529" y="216"/>
                  </a:lnTo>
                  <a:lnTo>
                    <a:pt x="527" y="216"/>
                  </a:lnTo>
                  <a:lnTo>
                    <a:pt x="522" y="216"/>
                  </a:lnTo>
                  <a:lnTo>
                    <a:pt x="522" y="215"/>
                  </a:lnTo>
                  <a:lnTo>
                    <a:pt x="520" y="215"/>
                  </a:lnTo>
                  <a:lnTo>
                    <a:pt x="520" y="216"/>
                  </a:lnTo>
                  <a:lnTo>
                    <a:pt x="518" y="216"/>
                  </a:lnTo>
                  <a:lnTo>
                    <a:pt x="518" y="216"/>
                  </a:lnTo>
                  <a:lnTo>
                    <a:pt x="516" y="215"/>
                  </a:lnTo>
                  <a:lnTo>
                    <a:pt x="516" y="215"/>
                  </a:lnTo>
                  <a:lnTo>
                    <a:pt x="518" y="211"/>
                  </a:lnTo>
                  <a:lnTo>
                    <a:pt x="518" y="211"/>
                  </a:lnTo>
                  <a:lnTo>
                    <a:pt x="525" y="215"/>
                  </a:lnTo>
                  <a:lnTo>
                    <a:pt x="527" y="213"/>
                  </a:lnTo>
                  <a:lnTo>
                    <a:pt x="527" y="211"/>
                  </a:lnTo>
                  <a:lnTo>
                    <a:pt x="525" y="211"/>
                  </a:lnTo>
                  <a:lnTo>
                    <a:pt x="525" y="209"/>
                  </a:lnTo>
                  <a:lnTo>
                    <a:pt x="525" y="209"/>
                  </a:lnTo>
                  <a:lnTo>
                    <a:pt x="525" y="209"/>
                  </a:lnTo>
                  <a:lnTo>
                    <a:pt x="525" y="209"/>
                  </a:lnTo>
                  <a:lnTo>
                    <a:pt x="527" y="207"/>
                  </a:lnTo>
                  <a:lnTo>
                    <a:pt x="529" y="205"/>
                  </a:lnTo>
                  <a:lnTo>
                    <a:pt x="529" y="205"/>
                  </a:lnTo>
                  <a:lnTo>
                    <a:pt x="529" y="205"/>
                  </a:lnTo>
                  <a:lnTo>
                    <a:pt x="529" y="203"/>
                  </a:lnTo>
                  <a:close/>
                  <a:moveTo>
                    <a:pt x="571" y="199"/>
                  </a:moveTo>
                  <a:lnTo>
                    <a:pt x="580" y="205"/>
                  </a:lnTo>
                  <a:lnTo>
                    <a:pt x="580" y="205"/>
                  </a:lnTo>
                  <a:lnTo>
                    <a:pt x="580" y="207"/>
                  </a:lnTo>
                  <a:lnTo>
                    <a:pt x="580" y="209"/>
                  </a:lnTo>
                  <a:lnTo>
                    <a:pt x="580" y="211"/>
                  </a:lnTo>
                  <a:lnTo>
                    <a:pt x="580" y="211"/>
                  </a:lnTo>
                  <a:lnTo>
                    <a:pt x="578" y="213"/>
                  </a:lnTo>
                  <a:lnTo>
                    <a:pt x="580" y="215"/>
                  </a:lnTo>
                  <a:lnTo>
                    <a:pt x="580" y="216"/>
                  </a:lnTo>
                  <a:lnTo>
                    <a:pt x="580" y="218"/>
                  </a:lnTo>
                  <a:lnTo>
                    <a:pt x="578" y="218"/>
                  </a:lnTo>
                  <a:lnTo>
                    <a:pt x="578" y="216"/>
                  </a:lnTo>
                  <a:lnTo>
                    <a:pt x="578" y="216"/>
                  </a:lnTo>
                  <a:lnTo>
                    <a:pt x="578" y="215"/>
                  </a:lnTo>
                  <a:lnTo>
                    <a:pt x="578" y="213"/>
                  </a:lnTo>
                  <a:lnTo>
                    <a:pt x="578" y="211"/>
                  </a:lnTo>
                  <a:lnTo>
                    <a:pt x="578" y="209"/>
                  </a:lnTo>
                  <a:lnTo>
                    <a:pt x="576" y="205"/>
                  </a:lnTo>
                  <a:lnTo>
                    <a:pt x="575" y="205"/>
                  </a:lnTo>
                  <a:lnTo>
                    <a:pt x="575" y="205"/>
                  </a:lnTo>
                  <a:lnTo>
                    <a:pt x="575" y="205"/>
                  </a:lnTo>
                  <a:lnTo>
                    <a:pt x="573" y="205"/>
                  </a:lnTo>
                  <a:lnTo>
                    <a:pt x="573" y="207"/>
                  </a:lnTo>
                  <a:lnTo>
                    <a:pt x="573" y="209"/>
                  </a:lnTo>
                  <a:lnTo>
                    <a:pt x="575" y="211"/>
                  </a:lnTo>
                  <a:lnTo>
                    <a:pt x="575" y="211"/>
                  </a:lnTo>
                  <a:lnTo>
                    <a:pt x="573" y="213"/>
                  </a:lnTo>
                  <a:lnTo>
                    <a:pt x="571" y="211"/>
                  </a:lnTo>
                  <a:lnTo>
                    <a:pt x="569" y="213"/>
                  </a:lnTo>
                  <a:lnTo>
                    <a:pt x="571" y="213"/>
                  </a:lnTo>
                  <a:lnTo>
                    <a:pt x="573" y="215"/>
                  </a:lnTo>
                  <a:lnTo>
                    <a:pt x="575" y="216"/>
                  </a:lnTo>
                  <a:lnTo>
                    <a:pt x="575" y="218"/>
                  </a:lnTo>
                  <a:lnTo>
                    <a:pt x="575" y="220"/>
                  </a:lnTo>
                  <a:lnTo>
                    <a:pt x="573" y="220"/>
                  </a:lnTo>
                  <a:lnTo>
                    <a:pt x="573" y="220"/>
                  </a:lnTo>
                  <a:lnTo>
                    <a:pt x="573" y="222"/>
                  </a:lnTo>
                  <a:lnTo>
                    <a:pt x="573" y="222"/>
                  </a:lnTo>
                  <a:lnTo>
                    <a:pt x="575" y="224"/>
                  </a:lnTo>
                  <a:lnTo>
                    <a:pt x="573" y="224"/>
                  </a:lnTo>
                  <a:lnTo>
                    <a:pt x="573" y="224"/>
                  </a:lnTo>
                  <a:lnTo>
                    <a:pt x="569" y="218"/>
                  </a:lnTo>
                  <a:lnTo>
                    <a:pt x="559" y="218"/>
                  </a:lnTo>
                  <a:lnTo>
                    <a:pt x="553" y="216"/>
                  </a:lnTo>
                  <a:lnTo>
                    <a:pt x="553" y="215"/>
                  </a:lnTo>
                  <a:lnTo>
                    <a:pt x="553" y="215"/>
                  </a:lnTo>
                  <a:lnTo>
                    <a:pt x="541" y="215"/>
                  </a:lnTo>
                  <a:lnTo>
                    <a:pt x="541" y="213"/>
                  </a:lnTo>
                  <a:lnTo>
                    <a:pt x="541" y="211"/>
                  </a:lnTo>
                  <a:lnTo>
                    <a:pt x="543" y="209"/>
                  </a:lnTo>
                  <a:lnTo>
                    <a:pt x="541" y="209"/>
                  </a:lnTo>
                  <a:lnTo>
                    <a:pt x="541" y="207"/>
                  </a:lnTo>
                  <a:lnTo>
                    <a:pt x="541" y="207"/>
                  </a:lnTo>
                  <a:lnTo>
                    <a:pt x="541" y="205"/>
                  </a:lnTo>
                  <a:lnTo>
                    <a:pt x="541" y="205"/>
                  </a:lnTo>
                  <a:lnTo>
                    <a:pt x="543" y="203"/>
                  </a:lnTo>
                  <a:lnTo>
                    <a:pt x="547" y="203"/>
                  </a:lnTo>
                  <a:lnTo>
                    <a:pt x="547" y="205"/>
                  </a:lnTo>
                  <a:lnTo>
                    <a:pt x="549" y="207"/>
                  </a:lnTo>
                  <a:lnTo>
                    <a:pt x="549" y="209"/>
                  </a:lnTo>
                  <a:lnTo>
                    <a:pt x="549" y="209"/>
                  </a:lnTo>
                  <a:lnTo>
                    <a:pt x="551" y="209"/>
                  </a:lnTo>
                  <a:lnTo>
                    <a:pt x="553" y="203"/>
                  </a:lnTo>
                  <a:lnTo>
                    <a:pt x="555" y="201"/>
                  </a:lnTo>
                  <a:lnTo>
                    <a:pt x="557" y="201"/>
                  </a:lnTo>
                  <a:lnTo>
                    <a:pt x="557" y="203"/>
                  </a:lnTo>
                  <a:lnTo>
                    <a:pt x="559" y="205"/>
                  </a:lnTo>
                  <a:lnTo>
                    <a:pt x="563" y="203"/>
                  </a:lnTo>
                  <a:lnTo>
                    <a:pt x="565" y="203"/>
                  </a:lnTo>
                  <a:lnTo>
                    <a:pt x="565" y="207"/>
                  </a:lnTo>
                  <a:lnTo>
                    <a:pt x="565" y="209"/>
                  </a:lnTo>
                  <a:lnTo>
                    <a:pt x="565" y="209"/>
                  </a:lnTo>
                  <a:lnTo>
                    <a:pt x="565" y="209"/>
                  </a:lnTo>
                  <a:lnTo>
                    <a:pt x="567" y="209"/>
                  </a:lnTo>
                  <a:lnTo>
                    <a:pt x="567" y="209"/>
                  </a:lnTo>
                  <a:lnTo>
                    <a:pt x="567" y="205"/>
                  </a:lnTo>
                  <a:lnTo>
                    <a:pt x="569" y="201"/>
                  </a:lnTo>
                  <a:lnTo>
                    <a:pt x="571" y="199"/>
                  </a:lnTo>
                  <a:close/>
                  <a:moveTo>
                    <a:pt x="582" y="195"/>
                  </a:moveTo>
                  <a:lnTo>
                    <a:pt x="584" y="195"/>
                  </a:lnTo>
                  <a:lnTo>
                    <a:pt x="584" y="197"/>
                  </a:lnTo>
                  <a:lnTo>
                    <a:pt x="582" y="197"/>
                  </a:lnTo>
                  <a:lnTo>
                    <a:pt x="582" y="197"/>
                  </a:lnTo>
                  <a:lnTo>
                    <a:pt x="582" y="199"/>
                  </a:lnTo>
                  <a:lnTo>
                    <a:pt x="582" y="199"/>
                  </a:lnTo>
                  <a:lnTo>
                    <a:pt x="582" y="201"/>
                  </a:lnTo>
                  <a:lnTo>
                    <a:pt x="582" y="201"/>
                  </a:lnTo>
                  <a:lnTo>
                    <a:pt x="580" y="201"/>
                  </a:lnTo>
                  <a:lnTo>
                    <a:pt x="580" y="199"/>
                  </a:lnTo>
                  <a:lnTo>
                    <a:pt x="580" y="197"/>
                  </a:lnTo>
                  <a:lnTo>
                    <a:pt x="575" y="199"/>
                  </a:lnTo>
                  <a:lnTo>
                    <a:pt x="573" y="197"/>
                  </a:lnTo>
                  <a:lnTo>
                    <a:pt x="575" y="195"/>
                  </a:lnTo>
                  <a:lnTo>
                    <a:pt x="578" y="195"/>
                  </a:lnTo>
                  <a:lnTo>
                    <a:pt x="582" y="195"/>
                  </a:lnTo>
                  <a:close/>
                  <a:moveTo>
                    <a:pt x="588" y="193"/>
                  </a:moveTo>
                  <a:lnTo>
                    <a:pt x="588" y="195"/>
                  </a:lnTo>
                  <a:lnTo>
                    <a:pt x="590" y="195"/>
                  </a:lnTo>
                  <a:lnTo>
                    <a:pt x="592" y="195"/>
                  </a:lnTo>
                  <a:lnTo>
                    <a:pt x="592" y="197"/>
                  </a:lnTo>
                  <a:lnTo>
                    <a:pt x="592" y="197"/>
                  </a:lnTo>
                  <a:lnTo>
                    <a:pt x="592" y="197"/>
                  </a:lnTo>
                  <a:lnTo>
                    <a:pt x="594" y="199"/>
                  </a:lnTo>
                  <a:lnTo>
                    <a:pt x="592" y="201"/>
                  </a:lnTo>
                  <a:lnTo>
                    <a:pt x="590" y="203"/>
                  </a:lnTo>
                  <a:lnTo>
                    <a:pt x="588" y="203"/>
                  </a:lnTo>
                  <a:lnTo>
                    <a:pt x="586" y="203"/>
                  </a:lnTo>
                  <a:lnTo>
                    <a:pt x="586" y="207"/>
                  </a:lnTo>
                  <a:lnTo>
                    <a:pt x="586" y="209"/>
                  </a:lnTo>
                  <a:lnTo>
                    <a:pt x="586" y="211"/>
                  </a:lnTo>
                  <a:lnTo>
                    <a:pt x="586" y="211"/>
                  </a:lnTo>
                  <a:lnTo>
                    <a:pt x="586" y="209"/>
                  </a:lnTo>
                  <a:lnTo>
                    <a:pt x="588" y="205"/>
                  </a:lnTo>
                  <a:lnTo>
                    <a:pt x="590" y="205"/>
                  </a:lnTo>
                  <a:lnTo>
                    <a:pt x="592" y="207"/>
                  </a:lnTo>
                  <a:lnTo>
                    <a:pt x="592" y="209"/>
                  </a:lnTo>
                  <a:lnTo>
                    <a:pt x="590" y="209"/>
                  </a:lnTo>
                  <a:lnTo>
                    <a:pt x="588" y="211"/>
                  </a:lnTo>
                  <a:lnTo>
                    <a:pt x="584" y="215"/>
                  </a:lnTo>
                  <a:lnTo>
                    <a:pt x="584" y="216"/>
                  </a:lnTo>
                  <a:lnTo>
                    <a:pt x="584" y="215"/>
                  </a:lnTo>
                  <a:lnTo>
                    <a:pt x="584" y="215"/>
                  </a:lnTo>
                  <a:lnTo>
                    <a:pt x="584" y="213"/>
                  </a:lnTo>
                  <a:lnTo>
                    <a:pt x="582" y="211"/>
                  </a:lnTo>
                  <a:lnTo>
                    <a:pt x="582" y="211"/>
                  </a:lnTo>
                  <a:lnTo>
                    <a:pt x="584" y="209"/>
                  </a:lnTo>
                  <a:lnTo>
                    <a:pt x="584" y="207"/>
                  </a:lnTo>
                  <a:lnTo>
                    <a:pt x="582" y="205"/>
                  </a:lnTo>
                  <a:lnTo>
                    <a:pt x="584" y="205"/>
                  </a:lnTo>
                  <a:lnTo>
                    <a:pt x="584" y="203"/>
                  </a:lnTo>
                  <a:lnTo>
                    <a:pt x="586" y="199"/>
                  </a:lnTo>
                  <a:lnTo>
                    <a:pt x="588" y="197"/>
                  </a:lnTo>
                  <a:lnTo>
                    <a:pt x="586" y="197"/>
                  </a:lnTo>
                  <a:lnTo>
                    <a:pt x="586" y="195"/>
                  </a:lnTo>
                  <a:lnTo>
                    <a:pt x="586" y="193"/>
                  </a:lnTo>
                  <a:lnTo>
                    <a:pt x="588" y="193"/>
                  </a:lnTo>
                  <a:close/>
                  <a:moveTo>
                    <a:pt x="500" y="163"/>
                  </a:moveTo>
                  <a:lnTo>
                    <a:pt x="506" y="165"/>
                  </a:lnTo>
                  <a:lnTo>
                    <a:pt x="512" y="167"/>
                  </a:lnTo>
                  <a:lnTo>
                    <a:pt x="512" y="169"/>
                  </a:lnTo>
                  <a:lnTo>
                    <a:pt x="498" y="167"/>
                  </a:lnTo>
                  <a:lnTo>
                    <a:pt x="498" y="165"/>
                  </a:lnTo>
                  <a:lnTo>
                    <a:pt x="500" y="163"/>
                  </a:lnTo>
                  <a:close/>
                  <a:moveTo>
                    <a:pt x="533" y="150"/>
                  </a:moveTo>
                  <a:lnTo>
                    <a:pt x="533" y="152"/>
                  </a:lnTo>
                  <a:lnTo>
                    <a:pt x="533" y="152"/>
                  </a:lnTo>
                  <a:lnTo>
                    <a:pt x="535" y="152"/>
                  </a:lnTo>
                  <a:lnTo>
                    <a:pt x="535" y="152"/>
                  </a:lnTo>
                  <a:lnTo>
                    <a:pt x="535" y="152"/>
                  </a:lnTo>
                  <a:lnTo>
                    <a:pt x="537" y="154"/>
                  </a:lnTo>
                  <a:lnTo>
                    <a:pt x="539" y="156"/>
                  </a:lnTo>
                  <a:lnTo>
                    <a:pt x="539" y="156"/>
                  </a:lnTo>
                  <a:lnTo>
                    <a:pt x="541" y="158"/>
                  </a:lnTo>
                  <a:lnTo>
                    <a:pt x="539" y="160"/>
                  </a:lnTo>
                  <a:lnTo>
                    <a:pt x="537" y="160"/>
                  </a:lnTo>
                  <a:lnTo>
                    <a:pt x="533" y="158"/>
                  </a:lnTo>
                  <a:lnTo>
                    <a:pt x="525" y="160"/>
                  </a:lnTo>
                  <a:lnTo>
                    <a:pt x="525" y="160"/>
                  </a:lnTo>
                  <a:lnTo>
                    <a:pt x="525" y="158"/>
                  </a:lnTo>
                  <a:lnTo>
                    <a:pt x="525" y="158"/>
                  </a:lnTo>
                  <a:lnTo>
                    <a:pt x="527" y="156"/>
                  </a:lnTo>
                  <a:lnTo>
                    <a:pt x="531" y="154"/>
                  </a:lnTo>
                  <a:lnTo>
                    <a:pt x="531" y="156"/>
                  </a:lnTo>
                  <a:lnTo>
                    <a:pt x="533" y="156"/>
                  </a:lnTo>
                  <a:lnTo>
                    <a:pt x="533" y="154"/>
                  </a:lnTo>
                  <a:lnTo>
                    <a:pt x="533" y="150"/>
                  </a:lnTo>
                  <a:close/>
                  <a:moveTo>
                    <a:pt x="545" y="150"/>
                  </a:moveTo>
                  <a:lnTo>
                    <a:pt x="547" y="152"/>
                  </a:lnTo>
                  <a:lnTo>
                    <a:pt x="547" y="156"/>
                  </a:lnTo>
                  <a:lnTo>
                    <a:pt x="549" y="156"/>
                  </a:lnTo>
                  <a:lnTo>
                    <a:pt x="549" y="154"/>
                  </a:lnTo>
                  <a:lnTo>
                    <a:pt x="551" y="154"/>
                  </a:lnTo>
                  <a:lnTo>
                    <a:pt x="551" y="152"/>
                  </a:lnTo>
                  <a:lnTo>
                    <a:pt x="551" y="152"/>
                  </a:lnTo>
                  <a:lnTo>
                    <a:pt x="555" y="152"/>
                  </a:lnTo>
                  <a:lnTo>
                    <a:pt x="555" y="154"/>
                  </a:lnTo>
                  <a:lnTo>
                    <a:pt x="553" y="156"/>
                  </a:lnTo>
                  <a:lnTo>
                    <a:pt x="551" y="158"/>
                  </a:lnTo>
                  <a:lnTo>
                    <a:pt x="547" y="158"/>
                  </a:lnTo>
                  <a:lnTo>
                    <a:pt x="545" y="158"/>
                  </a:lnTo>
                  <a:lnTo>
                    <a:pt x="543" y="156"/>
                  </a:lnTo>
                  <a:lnTo>
                    <a:pt x="543" y="154"/>
                  </a:lnTo>
                  <a:lnTo>
                    <a:pt x="543" y="154"/>
                  </a:lnTo>
                  <a:lnTo>
                    <a:pt x="543" y="152"/>
                  </a:lnTo>
                  <a:lnTo>
                    <a:pt x="545" y="150"/>
                  </a:lnTo>
                  <a:lnTo>
                    <a:pt x="545" y="150"/>
                  </a:lnTo>
                  <a:close/>
                  <a:moveTo>
                    <a:pt x="573" y="150"/>
                  </a:moveTo>
                  <a:lnTo>
                    <a:pt x="573" y="150"/>
                  </a:lnTo>
                  <a:lnTo>
                    <a:pt x="573" y="152"/>
                  </a:lnTo>
                  <a:lnTo>
                    <a:pt x="571" y="154"/>
                  </a:lnTo>
                  <a:lnTo>
                    <a:pt x="571" y="156"/>
                  </a:lnTo>
                  <a:lnTo>
                    <a:pt x="571" y="158"/>
                  </a:lnTo>
                  <a:lnTo>
                    <a:pt x="571" y="160"/>
                  </a:lnTo>
                  <a:lnTo>
                    <a:pt x="569" y="161"/>
                  </a:lnTo>
                  <a:lnTo>
                    <a:pt x="567" y="161"/>
                  </a:lnTo>
                  <a:lnTo>
                    <a:pt x="565" y="161"/>
                  </a:lnTo>
                  <a:lnTo>
                    <a:pt x="563" y="161"/>
                  </a:lnTo>
                  <a:lnTo>
                    <a:pt x="561" y="161"/>
                  </a:lnTo>
                  <a:lnTo>
                    <a:pt x="559" y="161"/>
                  </a:lnTo>
                  <a:lnTo>
                    <a:pt x="559" y="161"/>
                  </a:lnTo>
                  <a:lnTo>
                    <a:pt x="559" y="163"/>
                  </a:lnTo>
                  <a:lnTo>
                    <a:pt x="557" y="161"/>
                  </a:lnTo>
                  <a:lnTo>
                    <a:pt x="557" y="161"/>
                  </a:lnTo>
                  <a:lnTo>
                    <a:pt x="557" y="160"/>
                  </a:lnTo>
                  <a:lnTo>
                    <a:pt x="557" y="158"/>
                  </a:lnTo>
                  <a:lnTo>
                    <a:pt x="557" y="158"/>
                  </a:lnTo>
                  <a:lnTo>
                    <a:pt x="557" y="156"/>
                  </a:lnTo>
                  <a:lnTo>
                    <a:pt x="559" y="154"/>
                  </a:lnTo>
                  <a:lnTo>
                    <a:pt x="559" y="154"/>
                  </a:lnTo>
                  <a:lnTo>
                    <a:pt x="563" y="156"/>
                  </a:lnTo>
                  <a:lnTo>
                    <a:pt x="565" y="152"/>
                  </a:lnTo>
                  <a:lnTo>
                    <a:pt x="567" y="150"/>
                  </a:lnTo>
                  <a:lnTo>
                    <a:pt x="567" y="150"/>
                  </a:lnTo>
                  <a:lnTo>
                    <a:pt x="569" y="150"/>
                  </a:lnTo>
                  <a:lnTo>
                    <a:pt x="569" y="150"/>
                  </a:lnTo>
                  <a:lnTo>
                    <a:pt x="571" y="150"/>
                  </a:lnTo>
                  <a:lnTo>
                    <a:pt x="573" y="150"/>
                  </a:lnTo>
                  <a:close/>
                  <a:moveTo>
                    <a:pt x="600" y="148"/>
                  </a:moveTo>
                  <a:lnTo>
                    <a:pt x="602" y="148"/>
                  </a:lnTo>
                  <a:lnTo>
                    <a:pt x="602" y="150"/>
                  </a:lnTo>
                  <a:lnTo>
                    <a:pt x="602" y="152"/>
                  </a:lnTo>
                  <a:lnTo>
                    <a:pt x="602" y="156"/>
                  </a:lnTo>
                  <a:lnTo>
                    <a:pt x="602" y="158"/>
                  </a:lnTo>
                  <a:lnTo>
                    <a:pt x="604" y="160"/>
                  </a:lnTo>
                  <a:lnTo>
                    <a:pt x="606" y="161"/>
                  </a:lnTo>
                  <a:lnTo>
                    <a:pt x="606" y="163"/>
                  </a:lnTo>
                  <a:lnTo>
                    <a:pt x="604" y="163"/>
                  </a:lnTo>
                  <a:lnTo>
                    <a:pt x="604" y="163"/>
                  </a:lnTo>
                  <a:lnTo>
                    <a:pt x="602" y="161"/>
                  </a:lnTo>
                  <a:lnTo>
                    <a:pt x="598" y="161"/>
                  </a:lnTo>
                  <a:lnTo>
                    <a:pt x="598" y="161"/>
                  </a:lnTo>
                  <a:lnTo>
                    <a:pt x="598" y="160"/>
                  </a:lnTo>
                  <a:lnTo>
                    <a:pt x="600" y="158"/>
                  </a:lnTo>
                  <a:lnTo>
                    <a:pt x="598" y="156"/>
                  </a:lnTo>
                  <a:lnTo>
                    <a:pt x="598" y="154"/>
                  </a:lnTo>
                  <a:lnTo>
                    <a:pt x="598" y="154"/>
                  </a:lnTo>
                  <a:lnTo>
                    <a:pt x="598" y="154"/>
                  </a:lnTo>
                  <a:lnTo>
                    <a:pt x="598" y="152"/>
                  </a:lnTo>
                  <a:lnTo>
                    <a:pt x="598" y="152"/>
                  </a:lnTo>
                  <a:lnTo>
                    <a:pt x="596" y="150"/>
                  </a:lnTo>
                  <a:lnTo>
                    <a:pt x="598" y="150"/>
                  </a:lnTo>
                  <a:lnTo>
                    <a:pt x="598" y="148"/>
                  </a:lnTo>
                  <a:lnTo>
                    <a:pt x="600" y="148"/>
                  </a:lnTo>
                  <a:close/>
                  <a:moveTo>
                    <a:pt x="606" y="140"/>
                  </a:moveTo>
                  <a:lnTo>
                    <a:pt x="606" y="140"/>
                  </a:lnTo>
                  <a:lnTo>
                    <a:pt x="606" y="140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6" y="144"/>
                  </a:lnTo>
                  <a:lnTo>
                    <a:pt x="606" y="144"/>
                  </a:lnTo>
                  <a:lnTo>
                    <a:pt x="604" y="142"/>
                  </a:lnTo>
                  <a:lnTo>
                    <a:pt x="604" y="142"/>
                  </a:lnTo>
                  <a:lnTo>
                    <a:pt x="604" y="144"/>
                  </a:lnTo>
                  <a:lnTo>
                    <a:pt x="602" y="146"/>
                  </a:lnTo>
                  <a:lnTo>
                    <a:pt x="602" y="146"/>
                  </a:lnTo>
                  <a:lnTo>
                    <a:pt x="602" y="146"/>
                  </a:lnTo>
                  <a:lnTo>
                    <a:pt x="602" y="146"/>
                  </a:lnTo>
                  <a:lnTo>
                    <a:pt x="602" y="144"/>
                  </a:lnTo>
                  <a:lnTo>
                    <a:pt x="602" y="144"/>
                  </a:lnTo>
                  <a:lnTo>
                    <a:pt x="602" y="144"/>
                  </a:lnTo>
                  <a:lnTo>
                    <a:pt x="592" y="144"/>
                  </a:lnTo>
                  <a:lnTo>
                    <a:pt x="592" y="142"/>
                  </a:lnTo>
                  <a:lnTo>
                    <a:pt x="602" y="140"/>
                  </a:lnTo>
                  <a:lnTo>
                    <a:pt x="602" y="140"/>
                  </a:lnTo>
                  <a:lnTo>
                    <a:pt x="606" y="140"/>
                  </a:lnTo>
                  <a:close/>
                  <a:moveTo>
                    <a:pt x="1061" y="126"/>
                  </a:moveTo>
                  <a:lnTo>
                    <a:pt x="1063" y="130"/>
                  </a:lnTo>
                  <a:lnTo>
                    <a:pt x="1063" y="132"/>
                  </a:lnTo>
                  <a:lnTo>
                    <a:pt x="1063" y="132"/>
                  </a:lnTo>
                  <a:lnTo>
                    <a:pt x="1065" y="134"/>
                  </a:lnTo>
                  <a:lnTo>
                    <a:pt x="1067" y="134"/>
                  </a:lnTo>
                  <a:lnTo>
                    <a:pt x="1069" y="136"/>
                  </a:lnTo>
                  <a:lnTo>
                    <a:pt x="1067" y="136"/>
                  </a:lnTo>
                  <a:lnTo>
                    <a:pt x="1065" y="136"/>
                  </a:lnTo>
                  <a:lnTo>
                    <a:pt x="1059" y="136"/>
                  </a:lnTo>
                  <a:lnTo>
                    <a:pt x="1059" y="136"/>
                  </a:lnTo>
                  <a:lnTo>
                    <a:pt x="1059" y="132"/>
                  </a:lnTo>
                  <a:lnTo>
                    <a:pt x="1061" y="128"/>
                  </a:lnTo>
                  <a:lnTo>
                    <a:pt x="1061" y="126"/>
                  </a:lnTo>
                  <a:close/>
                  <a:moveTo>
                    <a:pt x="1030" y="105"/>
                  </a:moveTo>
                  <a:lnTo>
                    <a:pt x="1031" y="105"/>
                  </a:lnTo>
                  <a:lnTo>
                    <a:pt x="1031" y="107"/>
                  </a:lnTo>
                  <a:lnTo>
                    <a:pt x="1033" y="108"/>
                  </a:lnTo>
                  <a:lnTo>
                    <a:pt x="1035" y="108"/>
                  </a:lnTo>
                  <a:lnTo>
                    <a:pt x="1037" y="108"/>
                  </a:lnTo>
                  <a:lnTo>
                    <a:pt x="1035" y="110"/>
                  </a:lnTo>
                  <a:lnTo>
                    <a:pt x="1035" y="110"/>
                  </a:lnTo>
                  <a:lnTo>
                    <a:pt x="1035" y="112"/>
                  </a:lnTo>
                  <a:lnTo>
                    <a:pt x="1035" y="112"/>
                  </a:lnTo>
                  <a:lnTo>
                    <a:pt x="1037" y="114"/>
                  </a:lnTo>
                  <a:lnTo>
                    <a:pt x="1037" y="114"/>
                  </a:lnTo>
                  <a:lnTo>
                    <a:pt x="1037" y="114"/>
                  </a:lnTo>
                  <a:lnTo>
                    <a:pt x="1037" y="116"/>
                  </a:lnTo>
                  <a:lnTo>
                    <a:pt x="1037" y="116"/>
                  </a:lnTo>
                  <a:lnTo>
                    <a:pt x="1039" y="116"/>
                  </a:lnTo>
                  <a:lnTo>
                    <a:pt x="1039" y="116"/>
                  </a:lnTo>
                  <a:lnTo>
                    <a:pt x="1039" y="118"/>
                  </a:lnTo>
                  <a:lnTo>
                    <a:pt x="1037" y="118"/>
                  </a:lnTo>
                  <a:lnTo>
                    <a:pt x="1037" y="118"/>
                  </a:lnTo>
                  <a:lnTo>
                    <a:pt x="1039" y="120"/>
                  </a:lnTo>
                  <a:lnTo>
                    <a:pt x="1041" y="118"/>
                  </a:lnTo>
                  <a:lnTo>
                    <a:pt x="1043" y="120"/>
                  </a:lnTo>
                  <a:lnTo>
                    <a:pt x="1043" y="120"/>
                  </a:lnTo>
                  <a:lnTo>
                    <a:pt x="1043" y="122"/>
                  </a:lnTo>
                  <a:lnTo>
                    <a:pt x="1043" y="122"/>
                  </a:lnTo>
                  <a:lnTo>
                    <a:pt x="1043" y="122"/>
                  </a:lnTo>
                  <a:lnTo>
                    <a:pt x="1041" y="122"/>
                  </a:lnTo>
                  <a:lnTo>
                    <a:pt x="1041" y="124"/>
                  </a:lnTo>
                  <a:lnTo>
                    <a:pt x="1041" y="124"/>
                  </a:lnTo>
                  <a:lnTo>
                    <a:pt x="1041" y="126"/>
                  </a:lnTo>
                  <a:lnTo>
                    <a:pt x="1041" y="126"/>
                  </a:lnTo>
                  <a:lnTo>
                    <a:pt x="1043" y="128"/>
                  </a:lnTo>
                  <a:lnTo>
                    <a:pt x="1043" y="130"/>
                  </a:lnTo>
                  <a:lnTo>
                    <a:pt x="1041" y="130"/>
                  </a:lnTo>
                  <a:lnTo>
                    <a:pt x="1037" y="130"/>
                  </a:lnTo>
                  <a:lnTo>
                    <a:pt x="1037" y="128"/>
                  </a:lnTo>
                  <a:lnTo>
                    <a:pt x="1035" y="126"/>
                  </a:lnTo>
                  <a:lnTo>
                    <a:pt x="1033" y="124"/>
                  </a:lnTo>
                  <a:lnTo>
                    <a:pt x="1031" y="120"/>
                  </a:lnTo>
                  <a:lnTo>
                    <a:pt x="1030" y="120"/>
                  </a:lnTo>
                  <a:lnTo>
                    <a:pt x="1026" y="120"/>
                  </a:lnTo>
                  <a:lnTo>
                    <a:pt x="1026" y="120"/>
                  </a:lnTo>
                  <a:lnTo>
                    <a:pt x="1026" y="118"/>
                  </a:lnTo>
                  <a:lnTo>
                    <a:pt x="1024" y="116"/>
                  </a:lnTo>
                  <a:lnTo>
                    <a:pt x="1024" y="116"/>
                  </a:lnTo>
                  <a:lnTo>
                    <a:pt x="1020" y="114"/>
                  </a:lnTo>
                  <a:lnTo>
                    <a:pt x="1022" y="112"/>
                  </a:lnTo>
                  <a:lnTo>
                    <a:pt x="1022" y="112"/>
                  </a:lnTo>
                  <a:lnTo>
                    <a:pt x="1022" y="112"/>
                  </a:lnTo>
                  <a:lnTo>
                    <a:pt x="1022" y="112"/>
                  </a:lnTo>
                  <a:lnTo>
                    <a:pt x="1022" y="112"/>
                  </a:lnTo>
                  <a:lnTo>
                    <a:pt x="1022" y="112"/>
                  </a:lnTo>
                  <a:lnTo>
                    <a:pt x="1020" y="112"/>
                  </a:lnTo>
                  <a:lnTo>
                    <a:pt x="1020" y="110"/>
                  </a:lnTo>
                  <a:lnTo>
                    <a:pt x="1026" y="108"/>
                  </a:lnTo>
                  <a:lnTo>
                    <a:pt x="1030" y="110"/>
                  </a:lnTo>
                  <a:lnTo>
                    <a:pt x="1030" y="110"/>
                  </a:lnTo>
                  <a:lnTo>
                    <a:pt x="1030" y="108"/>
                  </a:lnTo>
                  <a:lnTo>
                    <a:pt x="1030" y="107"/>
                  </a:lnTo>
                  <a:lnTo>
                    <a:pt x="1030" y="105"/>
                  </a:lnTo>
                  <a:lnTo>
                    <a:pt x="1030" y="105"/>
                  </a:lnTo>
                  <a:close/>
                  <a:moveTo>
                    <a:pt x="359" y="99"/>
                  </a:moveTo>
                  <a:lnTo>
                    <a:pt x="361" y="101"/>
                  </a:lnTo>
                  <a:lnTo>
                    <a:pt x="361" y="105"/>
                  </a:lnTo>
                  <a:lnTo>
                    <a:pt x="359" y="107"/>
                  </a:lnTo>
                  <a:lnTo>
                    <a:pt x="357" y="112"/>
                  </a:lnTo>
                  <a:lnTo>
                    <a:pt x="357" y="116"/>
                  </a:lnTo>
                  <a:lnTo>
                    <a:pt x="357" y="118"/>
                  </a:lnTo>
                  <a:lnTo>
                    <a:pt x="355" y="120"/>
                  </a:lnTo>
                  <a:lnTo>
                    <a:pt x="351" y="118"/>
                  </a:lnTo>
                  <a:lnTo>
                    <a:pt x="349" y="112"/>
                  </a:lnTo>
                  <a:lnTo>
                    <a:pt x="347" y="107"/>
                  </a:lnTo>
                  <a:lnTo>
                    <a:pt x="351" y="101"/>
                  </a:lnTo>
                  <a:lnTo>
                    <a:pt x="359" y="99"/>
                  </a:lnTo>
                  <a:close/>
                  <a:moveTo>
                    <a:pt x="571" y="85"/>
                  </a:moveTo>
                  <a:lnTo>
                    <a:pt x="571" y="87"/>
                  </a:lnTo>
                  <a:lnTo>
                    <a:pt x="573" y="87"/>
                  </a:lnTo>
                  <a:lnTo>
                    <a:pt x="573" y="93"/>
                  </a:lnTo>
                  <a:lnTo>
                    <a:pt x="575" y="95"/>
                  </a:lnTo>
                  <a:lnTo>
                    <a:pt x="571" y="103"/>
                  </a:lnTo>
                  <a:lnTo>
                    <a:pt x="571" y="105"/>
                  </a:lnTo>
                  <a:lnTo>
                    <a:pt x="569" y="105"/>
                  </a:lnTo>
                  <a:lnTo>
                    <a:pt x="567" y="107"/>
                  </a:lnTo>
                  <a:lnTo>
                    <a:pt x="565" y="108"/>
                  </a:lnTo>
                  <a:lnTo>
                    <a:pt x="565" y="110"/>
                  </a:lnTo>
                  <a:lnTo>
                    <a:pt x="567" y="110"/>
                  </a:lnTo>
                  <a:lnTo>
                    <a:pt x="567" y="110"/>
                  </a:lnTo>
                  <a:lnTo>
                    <a:pt x="567" y="110"/>
                  </a:lnTo>
                  <a:lnTo>
                    <a:pt x="565" y="112"/>
                  </a:lnTo>
                  <a:lnTo>
                    <a:pt x="565" y="114"/>
                  </a:lnTo>
                  <a:lnTo>
                    <a:pt x="563" y="114"/>
                  </a:lnTo>
                  <a:lnTo>
                    <a:pt x="561" y="112"/>
                  </a:lnTo>
                  <a:lnTo>
                    <a:pt x="561" y="112"/>
                  </a:lnTo>
                  <a:lnTo>
                    <a:pt x="559" y="114"/>
                  </a:lnTo>
                  <a:lnTo>
                    <a:pt x="549" y="120"/>
                  </a:lnTo>
                  <a:lnTo>
                    <a:pt x="549" y="118"/>
                  </a:lnTo>
                  <a:lnTo>
                    <a:pt x="551" y="118"/>
                  </a:lnTo>
                  <a:lnTo>
                    <a:pt x="551" y="116"/>
                  </a:lnTo>
                  <a:lnTo>
                    <a:pt x="551" y="114"/>
                  </a:lnTo>
                  <a:lnTo>
                    <a:pt x="553" y="114"/>
                  </a:lnTo>
                  <a:lnTo>
                    <a:pt x="555" y="112"/>
                  </a:lnTo>
                  <a:lnTo>
                    <a:pt x="557" y="112"/>
                  </a:lnTo>
                  <a:lnTo>
                    <a:pt x="555" y="110"/>
                  </a:lnTo>
                  <a:lnTo>
                    <a:pt x="553" y="110"/>
                  </a:lnTo>
                  <a:lnTo>
                    <a:pt x="551" y="112"/>
                  </a:lnTo>
                  <a:lnTo>
                    <a:pt x="543" y="114"/>
                  </a:lnTo>
                  <a:lnTo>
                    <a:pt x="537" y="114"/>
                  </a:lnTo>
                  <a:lnTo>
                    <a:pt x="535" y="114"/>
                  </a:lnTo>
                  <a:lnTo>
                    <a:pt x="535" y="112"/>
                  </a:lnTo>
                  <a:lnTo>
                    <a:pt x="537" y="110"/>
                  </a:lnTo>
                  <a:lnTo>
                    <a:pt x="539" y="108"/>
                  </a:lnTo>
                  <a:lnTo>
                    <a:pt x="541" y="107"/>
                  </a:lnTo>
                  <a:lnTo>
                    <a:pt x="545" y="105"/>
                  </a:lnTo>
                  <a:lnTo>
                    <a:pt x="549" y="105"/>
                  </a:lnTo>
                  <a:lnTo>
                    <a:pt x="557" y="99"/>
                  </a:lnTo>
                  <a:lnTo>
                    <a:pt x="565" y="93"/>
                  </a:lnTo>
                  <a:lnTo>
                    <a:pt x="569" y="87"/>
                  </a:lnTo>
                  <a:lnTo>
                    <a:pt x="571" y="85"/>
                  </a:lnTo>
                  <a:close/>
                  <a:moveTo>
                    <a:pt x="374" y="77"/>
                  </a:moveTo>
                  <a:lnTo>
                    <a:pt x="376" y="79"/>
                  </a:lnTo>
                  <a:lnTo>
                    <a:pt x="376" y="81"/>
                  </a:lnTo>
                  <a:lnTo>
                    <a:pt x="378" y="87"/>
                  </a:lnTo>
                  <a:lnTo>
                    <a:pt x="380" y="91"/>
                  </a:lnTo>
                  <a:lnTo>
                    <a:pt x="378" y="97"/>
                  </a:lnTo>
                  <a:lnTo>
                    <a:pt x="371" y="99"/>
                  </a:lnTo>
                  <a:lnTo>
                    <a:pt x="367" y="99"/>
                  </a:lnTo>
                  <a:lnTo>
                    <a:pt x="363" y="93"/>
                  </a:lnTo>
                  <a:lnTo>
                    <a:pt x="361" y="89"/>
                  </a:lnTo>
                  <a:lnTo>
                    <a:pt x="363" y="85"/>
                  </a:lnTo>
                  <a:lnTo>
                    <a:pt x="363" y="81"/>
                  </a:lnTo>
                  <a:lnTo>
                    <a:pt x="365" y="79"/>
                  </a:lnTo>
                  <a:lnTo>
                    <a:pt x="367" y="77"/>
                  </a:lnTo>
                  <a:lnTo>
                    <a:pt x="374" y="77"/>
                  </a:lnTo>
                  <a:close/>
                  <a:moveTo>
                    <a:pt x="837" y="50"/>
                  </a:moveTo>
                  <a:lnTo>
                    <a:pt x="839" y="54"/>
                  </a:lnTo>
                  <a:lnTo>
                    <a:pt x="839" y="54"/>
                  </a:lnTo>
                  <a:lnTo>
                    <a:pt x="837" y="54"/>
                  </a:lnTo>
                  <a:lnTo>
                    <a:pt x="835" y="57"/>
                  </a:lnTo>
                  <a:lnTo>
                    <a:pt x="835" y="57"/>
                  </a:lnTo>
                  <a:lnTo>
                    <a:pt x="833" y="55"/>
                  </a:lnTo>
                  <a:lnTo>
                    <a:pt x="833" y="54"/>
                  </a:lnTo>
                  <a:lnTo>
                    <a:pt x="835" y="52"/>
                  </a:lnTo>
                  <a:lnTo>
                    <a:pt x="837" y="50"/>
                  </a:lnTo>
                  <a:close/>
                  <a:moveTo>
                    <a:pt x="849" y="46"/>
                  </a:moveTo>
                  <a:lnTo>
                    <a:pt x="851" y="46"/>
                  </a:lnTo>
                  <a:lnTo>
                    <a:pt x="851" y="46"/>
                  </a:lnTo>
                  <a:lnTo>
                    <a:pt x="851" y="48"/>
                  </a:lnTo>
                  <a:lnTo>
                    <a:pt x="849" y="50"/>
                  </a:lnTo>
                  <a:lnTo>
                    <a:pt x="849" y="50"/>
                  </a:lnTo>
                  <a:lnTo>
                    <a:pt x="847" y="48"/>
                  </a:lnTo>
                  <a:lnTo>
                    <a:pt x="849" y="48"/>
                  </a:lnTo>
                  <a:lnTo>
                    <a:pt x="849" y="46"/>
                  </a:lnTo>
                  <a:lnTo>
                    <a:pt x="849" y="46"/>
                  </a:lnTo>
                  <a:close/>
                  <a:moveTo>
                    <a:pt x="877" y="38"/>
                  </a:moveTo>
                  <a:lnTo>
                    <a:pt x="878" y="40"/>
                  </a:lnTo>
                  <a:lnTo>
                    <a:pt x="878" y="40"/>
                  </a:lnTo>
                  <a:lnTo>
                    <a:pt x="880" y="40"/>
                  </a:lnTo>
                  <a:lnTo>
                    <a:pt x="882" y="42"/>
                  </a:lnTo>
                  <a:lnTo>
                    <a:pt x="882" y="42"/>
                  </a:lnTo>
                  <a:lnTo>
                    <a:pt x="884" y="42"/>
                  </a:lnTo>
                  <a:lnTo>
                    <a:pt x="884" y="42"/>
                  </a:lnTo>
                  <a:lnTo>
                    <a:pt x="884" y="40"/>
                  </a:lnTo>
                  <a:lnTo>
                    <a:pt x="886" y="40"/>
                  </a:lnTo>
                  <a:lnTo>
                    <a:pt x="886" y="40"/>
                  </a:lnTo>
                  <a:lnTo>
                    <a:pt x="886" y="42"/>
                  </a:lnTo>
                  <a:lnTo>
                    <a:pt x="888" y="44"/>
                  </a:lnTo>
                  <a:lnTo>
                    <a:pt x="886" y="44"/>
                  </a:lnTo>
                  <a:lnTo>
                    <a:pt x="886" y="44"/>
                  </a:lnTo>
                  <a:lnTo>
                    <a:pt x="886" y="46"/>
                  </a:lnTo>
                  <a:lnTo>
                    <a:pt x="886" y="46"/>
                  </a:lnTo>
                  <a:lnTo>
                    <a:pt x="888" y="48"/>
                  </a:lnTo>
                  <a:lnTo>
                    <a:pt x="888" y="48"/>
                  </a:lnTo>
                  <a:lnTo>
                    <a:pt x="886" y="50"/>
                  </a:lnTo>
                  <a:lnTo>
                    <a:pt x="884" y="50"/>
                  </a:lnTo>
                  <a:lnTo>
                    <a:pt x="878" y="55"/>
                  </a:lnTo>
                  <a:lnTo>
                    <a:pt x="875" y="54"/>
                  </a:lnTo>
                  <a:lnTo>
                    <a:pt x="875" y="54"/>
                  </a:lnTo>
                  <a:lnTo>
                    <a:pt x="875" y="55"/>
                  </a:lnTo>
                  <a:lnTo>
                    <a:pt x="873" y="55"/>
                  </a:lnTo>
                  <a:lnTo>
                    <a:pt x="873" y="54"/>
                  </a:lnTo>
                  <a:lnTo>
                    <a:pt x="875" y="54"/>
                  </a:lnTo>
                  <a:lnTo>
                    <a:pt x="875" y="52"/>
                  </a:lnTo>
                  <a:lnTo>
                    <a:pt x="878" y="50"/>
                  </a:lnTo>
                  <a:lnTo>
                    <a:pt x="880" y="48"/>
                  </a:lnTo>
                  <a:lnTo>
                    <a:pt x="878" y="48"/>
                  </a:lnTo>
                  <a:lnTo>
                    <a:pt x="877" y="48"/>
                  </a:lnTo>
                  <a:lnTo>
                    <a:pt x="875" y="46"/>
                  </a:lnTo>
                  <a:lnTo>
                    <a:pt x="877" y="40"/>
                  </a:lnTo>
                  <a:lnTo>
                    <a:pt x="877" y="38"/>
                  </a:lnTo>
                  <a:close/>
                  <a:moveTo>
                    <a:pt x="441" y="34"/>
                  </a:moveTo>
                  <a:lnTo>
                    <a:pt x="443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8"/>
                  </a:lnTo>
                  <a:lnTo>
                    <a:pt x="445" y="38"/>
                  </a:lnTo>
                  <a:lnTo>
                    <a:pt x="443" y="42"/>
                  </a:lnTo>
                  <a:lnTo>
                    <a:pt x="441" y="42"/>
                  </a:lnTo>
                  <a:lnTo>
                    <a:pt x="439" y="40"/>
                  </a:lnTo>
                  <a:lnTo>
                    <a:pt x="439" y="38"/>
                  </a:lnTo>
                  <a:lnTo>
                    <a:pt x="437" y="36"/>
                  </a:lnTo>
                  <a:lnTo>
                    <a:pt x="439" y="34"/>
                  </a:lnTo>
                  <a:lnTo>
                    <a:pt x="441" y="34"/>
                  </a:lnTo>
                  <a:close/>
                  <a:moveTo>
                    <a:pt x="859" y="26"/>
                  </a:moveTo>
                  <a:lnTo>
                    <a:pt x="861" y="26"/>
                  </a:lnTo>
                  <a:lnTo>
                    <a:pt x="861" y="26"/>
                  </a:lnTo>
                  <a:lnTo>
                    <a:pt x="863" y="28"/>
                  </a:lnTo>
                  <a:lnTo>
                    <a:pt x="863" y="28"/>
                  </a:lnTo>
                  <a:lnTo>
                    <a:pt x="861" y="30"/>
                  </a:lnTo>
                  <a:lnTo>
                    <a:pt x="861" y="30"/>
                  </a:lnTo>
                  <a:lnTo>
                    <a:pt x="861" y="30"/>
                  </a:lnTo>
                  <a:lnTo>
                    <a:pt x="861" y="32"/>
                  </a:lnTo>
                  <a:lnTo>
                    <a:pt x="861" y="32"/>
                  </a:lnTo>
                  <a:lnTo>
                    <a:pt x="861" y="34"/>
                  </a:lnTo>
                  <a:lnTo>
                    <a:pt x="859" y="32"/>
                  </a:lnTo>
                  <a:lnTo>
                    <a:pt x="859" y="32"/>
                  </a:lnTo>
                  <a:lnTo>
                    <a:pt x="857" y="34"/>
                  </a:lnTo>
                  <a:lnTo>
                    <a:pt x="857" y="34"/>
                  </a:lnTo>
                  <a:lnTo>
                    <a:pt x="857" y="38"/>
                  </a:lnTo>
                  <a:lnTo>
                    <a:pt x="855" y="38"/>
                  </a:lnTo>
                  <a:lnTo>
                    <a:pt x="851" y="38"/>
                  </a:lnTo>
                  <a:lnTo>
                    <a:pt x="851" y="36"/>
                  </a:lnTo>
                  <a:lnTo>
                    <a:pt x="853" y="34"/>
                  </a:lnTo>
                  <a:lnTo>
                    <a:pt x="853" y="32"/>
                  </a:lnTo>
                  <a:lnTo>
                    <a:pt x="853" y="30"/>
                  </a:lnTo>
                  <a:lnTo>
                    <a:pt x="855" y="30"/>
                  </a:lnTo>
                  <a:lnTo>
                    <a:pt x="855" y="30"/>
                  </a:lnTo>
                  <a:lnTo>
                    <a:pt x="855" y="28"/>
                  </a:lnTo>
                  <a:lnTo>
                    <a:pt x="857" y="26"/>
                  </a:lnTo>
                  <a:lnTo>
                    <a:pt x="859" y="26"/>
                  </a:lnTo>
                  <a:close/>
                  <a:moveTo>
                    <a:pt x="784" y="0"/>
                  </a:moveTo>
                  <a:lnTo>
                    <a:pt x="784" y="0"/>
                  </a:lnTo>
                  <a:lnTo>
                    <a:pt x="786" y="2"/>
                  </a:lnTo>
                  <a:lnTo>
                    <a:pt x="784" y="4"/>
                  </a:lnTo>
                  <a:lnTo>
                    <a:pt x="784" y="6"/>
                  </a:lnTo>
                  <a:lnTo>
                    <a:pt x="784" y="8"/>
                  </a:lnTo>
                  <a:lnTo>
                    <a:pt x="786" y="8"/>
                  </a:lnTo>
                  <a:lnTo>
                    <a:pt x="796" y="2"/>
                  </a:lnTo>
                  <a:lnTo>
                    <a:pt x="798" y="2"/>
                  </a:lnTo>
                  <a:lnTo>
                    <a:pt x="800" y="6"/>
                  </a:lnTo>
                  <a:lnTo>
                    <a:pt x="800" y="8"/>
                  </a:lnTo>
                  <a:lnTo>
                    <a:pt x="800" y="12"/>
                  </a:lnTo>
                  <a:lnTo>
                    <a:pt x="802" y="14"/>
                  </a:lnTo>
                  <a:lnTo>
                    <a:pt x="806" y="16"/>
                  </a:lnTo>
                  <a:lnTo>
                    <a:pt x="814" y="18"/>
                  </a:lnTo>
                  <a:lnTo>
                    <a:pt x="816" y="22"/>
                  </a:lnTo>
                  <a:lnTo>
                    <a:pt x="824" y="20"/>
                  </a:lnTo>
                  <a:lnTo>
                    <a:pt x="831" y="16"/>
                  </a:lnTo>
                  <a:lnTo>
                    <a:pt x="831" y="18"/>
                  </a:lnTo>
                  <a:lnTo>
                    <a:pt x="831" y="18"/>
                  </a:lnTo>
                  <a:lnTo>
                    <a:pt x="829" y="20"/>
                  </a:lnTo>
                  <a:lnTo>
                    <a:pt x="831" y="22"/>
                  </a:lnTo>
                  <a:lnTo>
                    <a:pt x="831" y="22"/>
                  </a:lnTo>
                  <a:lnTo>
                    <a:pt x="831" y="22"/>
                  </a:lnTo>
                  <a:lnTo>
                    <a:pt x="831" y="22"/>
                  </a:lnTo>
                  <a:lnTo>
                    <a:pt x="833" y="24"/>
                  </a:lnTo>
                  <a:lnTo>
                    <a:pt x="833" y="26"/>
                  </a:lnTo>
                  <a:lnTo>
                    <a:pt x="833" y="28"/>
                  </a:lnTo>
                  <a:lnTo>
                    <a:pt x="833" y="30"/>
                  </a:lnTo>
                  <a:lnTo>
                    <a:pt x="835" y="34"/>
                  </a:lnTo>
                  <a:lnTo>
                    <a:pt x="835" y="34"/>
                  </a:lnTo>
                  <a:lnTo>
                    <a:pt x="835" y="36"/>
                  </a:lnTo>
                  <a:lnTo>
                    <a:pt x="837" y="36"/>
                  </a:lnTo>
                  <a:lnTo>
                    <a:pt x="839" y="36"/>
                  </a:lnTo>
                  <a:lnTo>
                    <a:pt x="839" y="38"/>
                  </a:lnTo>
                  <a:lnTo>
                    <a:pt x="841" y="38"/>
                  </a:lnTo>
                  <a:lnTo>
                    <a:pt x="845" y="40"/>
                  </a:lnTo>
                  <a:lnTo>
                    <a:pt x="845" y="42"/>
                  </a:lnTo>
                  <a:lnTo>
                    <a:pt x="843" y="44"/>
                  </a:lnTo>
                  <a:lnTo>
                    <a:pt x="831" y="42"/>
                  </a:lnTo>
                  <a:lnTo>
                    <a:pt x="831" y="44"/>
                  </a:lnTo>
                  <a:lnTo>
                    <a:pt x="831" y="44"/>
                  </a:lnTo>
                  <a:lnTo>
                    <a:pt x="829" y="46"/>
                  </a:lnTo>
                  <a:lnTo>
                    <a:pt x="828" y="52"/>
                  </a:lnTo>
                  <a:lnTo>
                    <a:pt x="828" y="54"/>
                  </a:lnTo>
                  <a:lnTo>
                    <a:pt x="824" y="54"/>
                  </a:lnTo>
                  <a:lnTo>
                    <a:pt x="824" y="55"/>
                  </a:lnTo>
                  <a:lnTo>
                    <a:pt x="826" y="55"/>
                  </a:lnTo>
                  <a:lnTo>
                    <a:pt x="826" y="57"/>
                  </a:lnTo>
                  <a:lnTo>
                    <a:pt x="826" y="59"/>
                  </a:lnTo>
                  <a:lnTo>
                    <a:pt x="824" y="61"/>
                  </a:lnTo>
                  <a:lnTo>
                    <a:pt x="820" y="61"/>
                  </a:lnTo>
                  <a:lnTo>
                    <a:pt x="820" y="63"/>
                  </a:lnTo>
                  <a:lnTo>
                    <a:pt x="818" y="65"/>
                  </a:lnTo>
                  <a:lnTo>
                    <a:pt x="818" y="67"/>
                  </a:lnTo>
                  <a:lnTo>
                    <a:pt x="812" y="67"/>
                  </a:lnTo>
                  <a:lnTo>
                    <a:pt x="810" y="71"/>
                  </a:lnTo>
                  <a:lnTo>
                    <a:pt x="806" y="71"/>
                  </a:lnTo>
                  <a:lnTo>
                    <a:pt x="802" y="73"/>
                  </a:lnTo>
                  <a:lnTo>
                    <a:pt x="800" y="77"/>
                  </a:lnTo>
                  <a:lnTo>
                    <a:pt x="798" y="77"/>
                  </a:lnTo>
                  <a:lnTo>
                    <a:pt x="794" y="77"/>
                  </a:lnTo>
                  <a:lnTo>
                    <a:pt x="790" y="81"/>
                  </a:lnTo>
                  <a:lnTo>
                    <a:pt x="788" y="83"/>
                  </a:lnTo>
                  <a:lnTo>
                    <a:pt x="788" y="85"/>
                  </a:lnTo>
                  <a:lnTo>
                    <a:pt x="790" y="83"/>
                  </a:lnTo>
                  <a:lnTo>
                    <a:pt x="790" y="83"/>
                  </a:lnTo>
                  <a:lnTo>
                    <a:pt x="794" y="83"/>
                  </a:lnTo>
                  <a:lnTo>
                    <a:pt x="806" y="77"/>
                  </a:lnTo>
                  <a:lnTo>
                    <a:pt x="806" y="79"/>
                  </a:lnTo>
                  <a:lnTo>
                    <a:pt x="808" y="81"/>
                  </a:lnTo>
                  <a:lnTo>
                    <a:pt x="810" y="81"/>
                  </a:lnTo>
                  <a:lnTo>
                    <a:pt x="816" y="81"/>
                  </a:lnTo>
                  <a:lnTo>
                    <a:pt x="816" y="81"/>
                  </a:lnTo>
                  <a:lnTo>
                    <a:pt x="818" y="79"/>
                  </a:lnTo>
                  <a:lnTo>
                    <a:pt x="820" y="77"/>
                  </a:lnTo>
                  <a:lnTo>
                    <a:pt x="824" y="81"/>
                  </a:lnTo>
                  <a:lnTo>
                    <a:pt x="831" y="75"/>
                  </a:lnTo>
                  <a:lnTo>
                    <a:pt x="835" y="75"/>
                  </a:lnTo>
                  <a:lnTo>
                    <a:pt x="837" y="75"/>
                  </a:lnTo>
                  <a:lnTo>
                    <a:pt x="837" y="73"/>
                  </a:lnTo>
                  <a:lnTo>
                    <a:pt x="837" y="73"/>
                  </a:lnTo>
                  <a:lnTo>
                    <a:pt x="837" y="71"/>
                  </a:lnTo>
                  <a:lnTo>
                    <a:pt x="837" y="71"/>
                  </a:lnTo>
                  <a:lnTo>
                    <a:pt x="837" y="71"/>
                  </a:lnTo>
                  <a:lnTo>
                    <a:pt x="839" y="71"/>
                  </a:lnTo>
                  <a:lnTo>
                    <a:pt x="839" y="71"/>
                  </a:lnTo>
                  <a:lnTo>
                    <a:pt x="839" y="71"/>
                  </a:lnTo>
                  <a:lnTo>
                    <a:pt x="839" y="71"/>
                  </a:lnTo>
                  <a:lnTo>
                    <a:pt x="839" y="73"/>
                  </a:lnTo>
                  <a:lnTo>
                    <a:pt x="839" y="73"/>
                  </a:lnTo>
                  <a:lnTo>
                    <a:pt x="839" y="77"/>
                  </a:lnTo>
                  <a:lnTo>
                    <a:pt x="837" y="79"/>
                  </a:lnTo>
                  <a:lnTo>
                    <a:pt x="835" y="81"/>
                  </a:lnTo>
                  <a:lnTo>
                    <a:pt x="835" y="83"/>
                  </a:lnTo>
                  <a:lnTo>
                    <a:pt x="835" y="83"/>
                  </a:lnTo>
                  <a:lnTo>
                    <a:pt x="835" y="83"/>
                  </a:lnTo>
                  <a:lnTo>
                    <a:pt x="837" y="85"/>
                  </a:lnTo>
                  <a:lnTo>
                    <a:pt x="835" y="87"/>
                  </a:lnTo>
                  <a:lnTo>
                    <a:pt x="828" y="87"/>
                  </a:lnTo>
                  <a:lnTo>
                    <a:pt x="828" y="91"/>
                  </a:lnTo>
                  <a:lnTo>
                    <a:pt x="828" y="93"/>
                  </a:lnTo>
                  <a:lnTo>
                    <a:pt x="829" y="93"/>
                  </a:lnTo>
                  <a:lnTo>
                    <a:pt x="829" y="93"/>
                  </a:lnTo>
                  <a:lnTo>
                    <a:pt x="831" y="93"/>
                  </a:lnTo>
                  <a:lnTo>
                    <a:pt x="833" y="93"/>
                  </a:lnTo>
                  <a:lnTo>
                    <a:pt x="833" y="93"/>
                  </a:lnTo>
                  <a:lnTo>
                    <a:pt x="837" y="91"/>
                  </a:lnTo>
                  <a:lnTo>
                    <a:pt x="841" y="91"/>
                  </a:lnTo>
                  <a:lnTo>
                    <a:pt x="841" y="89"/>
                  </a:lnTo>
                  <a:lnTo>
                    <a:pt x="847" y="81"/>
                  </a:lnTo>
                  <a:lnTo>
                    <a:pt x="849" y="81"/>
                  </a:lnTo>
                  <a:lnTo>
                    <a:pt x="851" y="81"/>
                  </a:lnTo>
                  <a:lnTo>
                    <a:pt x="853" y="83"/>
                  </a:lnTo>
                  <a:lnTo>
                    <a:pt x="855" y="83"/>
                  </a:lnTo>
                  <a:lnTo>
                    <a:pt x="857" y="83"/>
                  </a:lnTo>
                  <a:lnTo>
                    <a:pt x="857" y="85"/>
                  </a:lnTo>
                  <a:lnTo>
                    <a:pt x="859" y="85"/>
                  </a:lnTo>
                  <a:lnTo>
                    <a:pt x="861" y="85"/>
                  </a:lnTo>
                  <a:lnTo>
                    <a:pt x="861" y="85"/>
                  </a:lnTo>
                  <a:lnTo>
                    <a:pt x="863" y="87"/>
                  </a:lnTo>
                  <a:lnTo>
                    <a:pt x="865" y="87"/>
                  </a:lnTo>
                  <a:lnTo>
                    <a:pt x="865" y="85"/>
                  </a:lnTo>
                  <a:lnTo>
                    <a:pt x="865" y="85"/>
                  </a:lnTo>
                  <a:lnTo>
                    <a:pt x="863" y="83"/>
                  </a:lnTo>
                  <a:lnTo>
                    <a:pt x="861" y="83"/>
                  </a:lnTo>
                  <a:lnTo>
                    <a:pt x="861" y="83"/>
                  </a:lnTo>
                  <a:lnTo>
                    <a:pt x="863" y="83"/>
                  </a:lnTo>
                  <a:lnTo>
                    <a:pt x="865" y="83"/>
                  </a:lnTo>
                  <a:lnTo>
                    <a:pt x="865" y="79"/>
                  </a:lnTo>
                  <a:lnTo>
                    <a:pt x="867" y="79"/>
                  </a:lnTo>
                  <a:lnTo>
                    <a:pt x="871" y="81"/>
                  </a:lnTo>
                  <a:lnTo>
                    <a:pt x="871" y="83"/>
                  </a:lnTo>
                  <a:lnTo>
                    <a:pt x="871" y="85"/>
                  </a:lnTo>
                  <a:lnTo>
                    <a:pt x="873" y="85"/>
                  </a:lnTo>
                  <a:lnTo>
                    <a:pt x="875" y="83"/>
                  </a:lnTo>
                  <a:lnTo>
                    <a:pt x="875" y="83"/>
                  </a:lnTo>
                  <a:lnTo>
                    <a:pt x="877" y="83"/>
                  </a:lnTo>
                  <a:lnTo>
                    <a:pt x="878" y="81"/>
                  </a:lnTo>
                  <a:lnTo>
                    <a:pt x="878" y="83"/>
                  </a:lnTo>
                  <a:lnTo>
                    <a:pt x="878" y="83"/>
                  </a:lnTo>
                  <a:lnTo>
                    <a:pt x="878" y="83"/>
                  </a:lnTo>
                  <a:lnTo>
                    <a:pt x="878" y="83"/>
                  </a:lnTo>
                  <a:lnTo>
                    <a:pt x="878" y="85"/>
                  </a:lnTo>
                  <a:lnTo>
                    <a:pt x="880" y="87"/>
                  </a:lnTo>
                  <a:lnTo>
                    <a:pt x="882" y="87"/>
                  </a:lnTo>
                  <a:lnTo>
                    <a:pt x="882" y="89"/>
                  </a:lnTo>
                  <a:lnTo>
                    <a:pt x="882" y="91"/>
                  </a:lnTo>
                  <a:lnTo>
                    <a:pt x="882" y="91"/>
                  </a:lnTo>
                  <a:lnTo>
                    <a:pt x="886" y="93"/>
                  </a:lnTo>
                  <a:lnTo>
                    <a:pt x="886" y="93"/>
                  </a:lnTo>
                  <a:lnTo>
                    <a:pt x="886" y="95"/>
                  </a:lnTo>
                  <a:lnTo>
                    <a:pt x="886" y="95"/>
                  </a:lnTo>
                  <a:lnTo>
                    <a:pt x="880" y="99"/>
                  </a:lnTo>
                  <a:lnTo>
                    <a:pt x="882" y="99"/>
                  </a:lnTo>
                  <a:lnTo>
                    <a:pt x="882" y="101"/>
                  </a:lnTo>
                  <a:lnTo>
                    <a:pt x="884" y="101"/>
                  </a:lnTo>
                  <a:lnTo>
                    <a:pt x="882" y="103"/>
                  </a:lnTo>
                  <a:lnTo>
                    <a:pt x="880" y="103"/>
                  </a:lnTo>
                  <a:lnTo>
                    <a:pt x="880" y="105"/>
                  </a:lnTo>
                  <a:lnTo>
                    <a:pt x="882" y="105"/>
                  </a:lnTo>
                  <a:lnTo>
                    <a:pt x="882" y="105"/>
                  </a:lnTo>
                  <a:lnTo>
                    <a:pt x="880" y="108"/>
                  </a:lnTo>
                  <a:lnTo>
                    <a:pt x="880" y="110"/>
                  </a:lnTo>
                  <a:lnTo>
                    <a:pt x="880" y="110"/>
                  </a:lnTo>
                  <a:lnTo>
                    <a:pt x="878" y="108"/>
                  </a:lnTo>
                  <a:lnTo>
                    <a:pt x="877" y="108"/>
                  </a:lnTo>
                  <a:lnTo>
                    <a:pt x="877" y="110"/>
                  </a:lnTo>
                  <a:lnTo>
                    <a:pt x="877" y="112"/>
                  </a:lnTo>
                  <a:lnTo>
                    <a:pt x="877" y="114"/>
                  </a:lnTo>
                  <a:lnTo>
                    <a:pt x="877" y="116"/>
                  </a:lnTo>
                  <a:lnTo>
                    <a:pt x="877" y="116"/>
                  </a:lnTo>
                  <a:lnTo>
                    <a:pt x="875" y="118"/>
                  </a:lnTo>
                  <a:lnTo>
                    <a:pt x="875" y="120"/>
                  </a:lnTo>
                  <a:lnTo>
                    <a:pt x="875" y="122"/>
                  </a:lnTo>
                  <a:lnTo>
                    <a:pt x="873" y="122"/>
                  </a:lnTo>
                  <a:lnTo>
                    <a:pt x="871" y="120"/>
                  </a:lnTo>
                  <a:lnTo>
                    <a:pt x="871" y="120"/>
                  </a:lnTo>
                  <a:lnTo>
                    <a:pt x="869" y="122"/>
                  </a:lnTo>
                  <a:lnTo>
                    <a:pt x="871" y="126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71" y="132"/>
                  </a:lnTo>
                  <a:lnTo>
                    <a:pt x="871" y="134"/>
                  </a:lnTo>
                  <a:lnTo>
                    <a:pt x="871" y="136"/>
                  </a:lnTo>
                  <a:lnTo>
                    <a:pt x="869" y="136"/>
                  </a:lnTo>
                  <a:lnTo>
                    <a:pt x="869" y="138"/>
                  </a:lnTo>
                  <a:lnTo>
                    <a:pt x="869" y="138"/>
                  </a:lnTo>
                  <a:lnTo>
                    <a:pt x="869" y="138"/>
                  </a:lnTo>
                  <a:lnTo>
                    <a:pt x="869" y="138"/>
                  </a:lnTo>
                  <a:lnTo>
                    <a:pt x="869" y="138"/>
                  </a:lnTo>
                  <a:lnTo>
                    <a:pt x="869" y="140"/>
                  </a:lnTo>
                  <a:lnTo>
                    <a:pt x="869" y="142"/>
                  </a:lnTo>
                  <a:lnTo>
                    <a:pt x="867" y="142"/>
                  </a:lnTo>
                  <a:lnTo>
                    <a:pt x="867" y="142"/>
                  </a:lnTo>
                  <a:lnTo>
                    <a:pt x="867" y="144"/>
                  </a:lnTo>
                  <a:lnTo>
                    <a:pt x="867" y="142"/>
                  </a:lnTo>
                  <a:lnTo>
                    <a:pt x="867" y="142"/>
                  </a:lnTo>
                  <a:lnTo>
                    <a:pt x="865" y="140"/>
                  </a:lnTo>
                  <a:lnTo>
                    <a:pt x="865" y="138"/>
                  </a:lnTo>
                  <a:lnTo>
                    <a:pt x="865" y="138"/>
                  </a:lnTo>
                  <a:lnTo>
                    <a:pt x="863" y="136"/>
                  </a:lnTo>
                  <a:lnTo>
                    <a:pt x="861" y="138"/>
                  </a:lnTo>
                  <a:lnTo>
                    <a:pt x="861" y="142"/>
                  </a:lnTo>
                  <a:lnTo>
                    <a:pt x="861" y="142"/>
                  </a:lnTo>
                  <a:lnTo>
                    <a:pt x="861" y="144"/>
                  </a:lnTo>
                  <a:lnTo>
                    <a:pt x="863" y="146"/>
                  </a:lnTo>
                  <a:lnTo>
                    <a:pt x="863" y="148"/>
                  </a:lnTo>
                  <a:lnTo>
                    <a:pt x="863" y="150"/>
                  </a:lnTo>
                  <a:lnTo>
                    <a:pt x="865" y="150"/>
                  </a:lnTo>
                  <a:lnTo>
                    <a:pt x="871" y="150"/>
                  </a:lnTo>
                  <a:lnTo>
                    <a:pt x="873" y="150"/>
                  </a:lnTo>
                  <a:lnTo>
                    <a:pt x="875" y="152"/>
                  </a:lnTo>
                  <a:lnTo>
                    <a:pt x="875" y="154"/>
                  </a:lnTo>
                  <a:lnTo>
                    <a:pt x="877" y="152"/>
                  </a:lnTo>
                  <a:lnTo>
                    <a:pt x="877" y="150"/>
                  </a:lnTo>
                  <a:lnTo>
                    <a:pt x="877" y="148"/>
                  </a:lnTo>
                  <a:lnTo>
                    <a:pt x="877" y="148"/>
                  </a:lnTo>
                  <a:lnTo>
                    <a:pt x="880" y="148"/>
                  </a:lnTo>
                  <a:lnTo>
                    <a:pt x="886" y="144"/>
                  </a:lnTo>
                  <a:lnTo>
                    <a:pt x="896" y="146"/>
                  </a:lnTo>
                  <a:lnTo>
                    <a:pt x="904" y="140"/>
                  </a:lnTo>
                  <a:lnTo>
                    <a:pt x="904" y="138"/>
                  </a:lnTo>
                  <a:lnTo>
                    <a:pt x="904" y="138"/>
                  </a:lnTo>
                  <a:lnTo>
                    <a:pt x="906" y="130"/>
                  </a:lnTo>
                  <a:lnTo>
                    <a:pt x="906" y="130"/>
                  </a:lnTo>
                  <a:lnTo>
                    <a:pt x="906" y="126"/>
                  </a:lnTo>
                  <a:lnTo>
                    <a:pt x="906" y="124"/>
                  </a:lnTo>
                  <a:lnTo>
                    <a:pt x="902" y="124"/>
                  </a:lnTo>
                  <a:lnTo>
                    <a:pt x="904" y="120"/>
                  </a:lnTo>
                  <a:lnTo>
                    <a:pt x="904" y="118"/>
                  </a:lnTo>
                  <a:lnTo>
                    <a:pt x="902" y="118"/>
                  </a:lnTo>
                  <a:lnTo>
                    <a:pt x="904" y="114"/>
                  </a:lnTo>
                  <a:lnTo>
                    <a:pt x="904" y="114"/>
                  </a:lnTo>
                  <a:lnTo>
                    <a:pt x="908" y="114"/>
                  </a:lnTo>
                  <a:lnTo>
                    <a:pt x="912" y="114"/>
                  </a:lnTo>
                  <a:lnTo>
                    <a:pt x="914" y="114"/>
                  </a:lnTo>
                  <a:lnTo>
                    <a:pt x="914" y="116"/>
                  </a:lnTo>
                  <a:lnTo>
                    <a:pt x="914" y="118"/>
                  </a:lnTo>
                  <a:lnTo>
                    <a:pt x="920" y="114"/>
                  </a:lnTo>
                  <a:lnTo>
                    <a:pt x="926" y="114"/>
                  </a:lnTo>
                  <a:lnTo>
                    <a:pt x="935" y="110"/>
                  </a:lnTo>
                  <a:lnTo>
                    <a:pt x="939" y="110"/>
                  </a:lnTo>
                  <a:lnTo>
                    <a:pt x="943" y="107"/>
                  </a:lnTo>
                  <a:lnTo>
                    <a:pt x="945" y="107"/>
                  </a:lnTo>
                  <a:lnTo>
                    <a:pt x="945" y="107"/>
                  </a:lnTo>
                  <a:lnTo>
                    <a:pt x="945" y="107"/>
                  </a:lnTo>
                  <a:lnTo>
                    <a:pt x="945" y="108"/>
                  </a:lnTo>
                  <a:lnTo>
                    <a:pt x="945" y="108"/>
                  </a:lnTo>
                  <a:lnTo>
                    <a:pt x="945" y="108"/>
                  </a:lnTo>
                  <a:lnTo>
                    <a:pt x="951" y="108"/>
                  </a:lnTo>
                  <a:lnTo>
                    <a:pt x="951" y="108"/>
                  </a:lnTo>
                  <a:lnTo>
                    <a:pt x="951" y="108"/>
                  </a:lnTo>
                  <a:lnTo>
                    <a:pt x="951" y="108"/>
                  </a:lnTo>
                  <a:lnTo>
                    <a:pt x="951" y="110"/>
                  </a:lnTo>
                  <a:lnTo>
                    <a:pt x="955" y="110"/>
                  </a:lnTo>
                  <a:lnTo>
                    <a:pt x="957" y="108"/>
                  </a:lnTo>
                  <a:lnTo>
                    <a:pt x="959" y="110"/>
                  </a:lnTo>
                  <a:lnTo>
                    <a:pt x="959" y="110"/>
                  </a:lnTo>
                  <a:lnTo>
                    <a:pt x="961" y="110"/>
                  </a:lnTo>
                  <a:lnTo>
                    <a:pt x="963" y="112"/>
                  </a:lnTo>
                  <a:lnTo>
                    <a:pt x="965" y="112"/>
                  </a:lnTo>
                  <a:lnTo>
                    <a:pt x="973" y="103"/>
                  </a:lnTo>
                  <a:lnTo>
                    <a:pt x="979" y="101"/>
                  </a:lnTo>
                  <a:lnTo>
                    <a:pt x="979" y="101"/>
                  </a:lnTo>
                  <a:lnTo>
                    <a:pt x="980" y="103"/>
                  </a:lnTo>
                  <a:lnTo>
                    <a:pt x="980" y="105"/>
                  </a:lnTo>
                  <a:lnTo>
                    <a:pt x="982" y="105"/>
                  </a:lnTo>
                  <a:lnTo>
                    <a:pt x="986" y="103"/>
                  </a:lnTo>
                  <a:lnTo>
                    <a:pt x="988" y="103"/>
                  </a:lnTo>
                  <a:lnTo>
                    <a:pt x="988" y="103"/>
                  </a:lnTo>
                  <a:lnTo>
                    <a:pt x="988" y="103"/>
                  </a:lnTo>
                  <a:lnTo>
                    <a:pt x="988" y="101"/>
                  </a:lnTo>
                  <a:lnTo>
                    <a:pt x="988" y="101"/>
                  </a:lnTo>
                  <a:lnTo>
                    <a:pt x="986" y="101"/>
                  </a:lnTo>
                  <a:lnTo>
                    <a:pt x="988" y="99"/>
                  </a:lnTo>
                  <a:lnTo>
                    <a:pt x="990" y="99"/>
                  </a:lnTo>
                  <a:lnTo>
                    <a:pt x="992" y="99"/>
                  </a:lnTo>
                  <a:lnTo>
                    <a:pt x="994" y="101"/>
                  </a:lnTo>
                  <a:lnTo>
                    <a:pt x="994" y="101"/>
                  </a:lnTo>
                  <a:lnTo>
                    <a:pt x="992" y="101"/>
                  </a:lnTo>
                  <a:lnTo>
                    <a:pt x="992" y="103"/>
                  </a:lnTo>
                  <a:lnTo>
                    <a:pt x="992" y="105"/>
                  </a:lnTo>
                  <a:lnTo>
                    <a:pt x="994" y="105"/>
                  </a:lnTo>
                  <a:lnTo>
                    <a:pt x="994" y="107"/>
                  </a:lnTo>
                  <a:lnTo>
                    <a:pt x="994" y="108"/>
                  </a:lnTo>
                  <a:lnTo>
                    <a:pt x="996" y="107"/>
                  </a:lnTo>
                  <a:lnTo>
                    <a:pt x="996" y="105"/>
                  </a:lnTo>
                  <a:lnTo>
                    <a:pt x="996" y="105"/>
                  </a:lnTo>
                  <a:lnTo>
                    <a:pt x="1008" y="107"/>
                  </a:lnTo>
                  <a:lnTo>
                    <a:pt x="1008" y="107"/>
                  </a:lnTo>
                  <a:lnTo>
                    <a:pt x="1006" y="107"/>
                  </a:lnTo>
                  <a:lnTo>
                    <a:pt x="1006" y="108"/>
                  </a:lnTo>
                  <a:lnTo>
                    <a:pt x="1006" y="108"/>
                  </a:lnTo>
                  <a:lnTo>
                    <a:pt x="1008" y="108"/>
                  </a:lnTo>
                  <a:lnTo>
                    <a:pt x="1008" y="110"/>
                  </a:lnTo>
                  <a:lnTo>
                    <a:pt x="1008" y="110"/>
                  </a:lnTo>
                  <a:lnTo>
                    <a:pt x="1006" y="110"/>
                  </a:lnTo>
                  <a:lnTo>
                    <a:pt x="1006" y="112"/>
                  </a:lnTo>
                  <a:lnTo>
                    <a:pt x="1006" y="112"/>
                  </a:lnTo>
                  <a:lnTo>
                    <a:pt x="1008" y="114"/>
                  </a:lnTo>
                  <a:lnTo>
                    <a:pt x="1012" y="112"/>
                  </a:lnTo>
                  <a:lnTo>
                    <a:pt x="1018" y="116"/>
                  </a:lnTo>
                  <a:lnTo>
                    <a:pt x="1030" y="126"/>
                  </a:lnTo>
                  <a:lnTo>
                    <a:pt x="1030" y="128"/>
                  </a:lnTo>
                  <a:lnTo>
                    <a:pt x="1024" y="144"/>
                  </a:lnTo>
                  <a:lnTo>
                    <a:pt x="1022" y="148"/>
                  </a:lnTo>
                  <a:lnTo>
                    <a:pt x="1024" y="146"/>
                  </a:lnTo>
                  <a:lnTo>
                    <a:pt x="1026" y="142"/>
                  </a:lnTo>
                  <a:lnTo>
                    <a:pt x="1026" y="142"/>
                  </a:lnTo>
                  <a:lnTo>
                    <a:pt x="1028" y="142"/>
                  </a:lnTo>
                  <a:lnTo>
                    <a:pt x="1028" y="138"/>
                  </a:lnTo>
                  <a:lnTo>
                    <a:pt x="1031" y="134"/>
                  </a:lnTo>
                  <a:lnTo>
                    <a:pt x="1031" y="132"/>
                  </a:lnTo>
                  <a:lnTo>
                    <a:pt x="1031" y="130"/>
                  </a:lnTo>
                  <a:lnTo>
                    <a:pt x="1033" y="132"/>
                  </a:lnTo>
                  <a:lnTo>
                    <a:pt x="1045" y="140"/>
                  </a:lnTo>
                  <a:lnTo>
                    <a:pt x="1047" y="144"/>
                  </a:lnTo>
                  <a:lnTo>
                    <a:pt x="1049" y="144"/>
                  </a:lnTo>
                  <a:lnTo>
                    <a:pt x="1049" y="144"/>
                  </a:lnTo>
                  <a:lnTo>
                    <a:pt x="1047" y="146"/>
                  </a:lnTo>
                  <a:lnTo>
                    <a:pt x="1049" y="148"/>
                  </a:lnTo>
                  <a:lnTo>
                    <a:pt x="1049" y="150"/>
                  </a:lnTo>
                  <a:lnTo>
                    <a:pt x="1051" y="152"/>
                  </a:lnTo>
                  <a:lnTo>
                    <a:pt x="1049" y="154"/>
                  </a:lnTo>
                  <a:lnTo>
                    <a:pt x="1049" y="154"/>
                  </a:lnTo>
                  <a:lnTo>
                    <a:pt x="1049" y="156"/>
                  </a:lnTo>
                  <a:lnTo>
                    <a:pt x="1049" y="156"/>
                  </a:lnTo>
                  <a:lnTo>
                    <a:pt x="1049" y="156"/>
                  </a:lnTo>
                  <a:lnTo>
                    <a:pt x="1049" y="158"/>
                  </a:lnTo>
                  <a:lnTo>
                    <a:pt x="1047" y="158"/>
                  </a:lnTo>
                  <a:lnTo>
                    <a:pt x="1047" y="158"/>
                  </a:lnTo>
                  <a:lnTo>
                    <a:pt x="1045" y="156"/>
                  </a:lnTo>
                  <a:lnTo>
                    <a:pt x="1045" y="156"/>
                  </a:lnTo>
                  <a:lnTo>
                    <a:pt x="1043" y="156"/>
                  </a:lnTo>
                  <a:lnTo>
                    <a:pt x="1045" y="158"/>
                  </a:lnTo>
                  <a:lnTo>
                    <a:pt x="1047" y="160"/>
                  </a:lnTo>
                  <a:lnTo>
                    <a:pt x="1049" y="161"/>
                  </a:lnTo>
                  <a:lnTo>
                    <a:pt x="1051" y="160"/>
                  </a:lnTo>
                  <a:lnTo>
                    <a:pt x="1053" y="160"/>
                  </a:lnTo>
                  <a:lnTo>
                    <a:pt x="1055" y="163"/>
                  </a:lnTo>
                  <a:lnTo>
                    <a:pt x="1057" y="165"/>
                  </a:lnTo>
                  <a:lnTo>
                    <a:pt x="1055" y="173"/>
                  </a:lnTo>
                  <a:lnTo>
                    <a:pt x="1055" y="175"/>
                  </a:lnTo>
                  <a:lnTo>
                    <a:pt x="1053" y="177"/>
                  </a:lnTo>
                  <a:lnTo>
                    <a:pt x="1051" y="177"/>
                  </a:lnTo>
                  <a:lnTo>
                    <a:pt x="1049" y="179"/>
                  </a:lnTo>
                  <a:lnTo>
                    <a:pt x="1051" y="179"/>
                  </a:lnTo>
                  <a:lnTo>
                    <a:pt x="1061" y="175"/>
                  </a:lnTo>
                  <a:lnTo>
                    <a:pt x="1063" y="173"/>
                  </a:lnTo>
                  <a:lnTo>
                    <a:pt x="1063" y="171"/>
                  </a:lnTo>
                  <a:lnTo>
                    <a:pt x="1063" y="171"/>
                  </a:lnTo>
                  <a:lnTo>
                    <a:pt x="1063" y="167"/>
                  </a:lnTo>
                  <a:lnTo>
                    <a:pt x="1061" y="167"/>
                  </a:lnTo>
                  <a:lnTo>
                    <a:pt x="1061" y="165"/>
                  </a:lnTo>
                  <a:lnTo>
                    <a:pt x="1061" y="165"/>
                  </a:lnTo>
                  <a:lnTo>
                    <a:pt x="1061" y="161"/>
                  </a:lnTo>
                  <a:lnTo>
                    <a:pt x="1065" y="161"/>
                  </a:lnTo>
                  <a:lnTo>
                    <a:pt x="1067" y="163"/>
                  </a:lnTo>
                  <a:lnTo>
                    <a:pt x="1071" y="167"/>
                  </a:lnTo>
                  <a:lnTo>
                    <a:pt x="1069" y="165"/>
                  </a:lnTo>
                  <a:lnTo>
                    <a:pt x="1069" y="163"/>
                  </a:lnTo>
                  <a:lnTo>
                    <a:pt x="1067" y="161"/>
                  </a:lnTo>
                  <a:lnTo>
                    <a:pt x="1069" y="160"/>
                  </a:lnTo>
                  <a:lnTo>
                    <a:pt x="1067" y="160"/>
                  </a:lnTo>
                  <a:lnTo>
                    <a:pt x="1063" y="158"/>
                  </a:lnTo>
                  <a:lnTo>
                    <a:pt x="1059" y="158"/>
                  </a:lnTo>
                  <a:lnTo>
                    <a:pt x="1057" y="156"/>
                  </a:lnTo>
                  <a:lnTo>
                    <a:pt x="1057" y="156"/>
                  </a:lnTo>
                  <a:lnTo>
                    <a:pt x="1057" y="152"/>
                  </a:lnTo>
                  <a:lnTo>
                    <a:pt x="1055" y="152"/>
                  </a:lnTo>
                  <a:lnTo>
                    <a:pt x="1061" y="152"/>
                  </a:lnTo>
                  <a:lnTo>
                    <a:pt x="1065" y="150"/>
                  </a:lnTo>
                  <a:lnTo>
                    <a:pt x="1065" y="150"/>
                  </a:lnTo>
                  <a:lnTo>
                    <a:pt x="1067" y="152"/>
                  </a:lnTo>
                  <a:lnTo>
                    <a:pt x="1067" y="152"/>
                  </a:lnTo>
                  <a:lnTo>
                    <a:pt x="1065" y="154"/>
                  </a:lnTo>
                  <a:lnTo>
                    <a:pt x="1067" y="156"/>
                  </a:lnTo>
                  <a:lnTo>
                    <a:pt x="1067" y="156"/>
                  </a:lnTo>
                  <a:lnTo>
                    <a:pt x="1067" y="156"/>
                  </a:lnTo>
                  <a:lnTo>
                    <a:pt x="1069" y="156"/>
                  </a:lnTo>
                  <a:lnTo>
                    <a:pt x="1069" y="156"/>
                  </a:lnTo>
                  <a:lnTo>
                    <a:pt x="1073" y="161"/>
                  </a:lnTo>
                  <a:lnTo>
                    <a:pt x="1075" y="163"/>
                  </a:lnTo>
                  <a:lnTo>
                    <a:pt x="1075" y="165"/>
                  </a:lnTo>
                  <a:lnTo>
                    <a:pt x="1075" y="167"/>
                  </a:lnTo>
                  <a:lnTo>
                    <a:pt x="1075" y="169"/>
                  </a:lnTo>
                  <a:lnTo>
                    <a:pt x="1075" y="173"/>
                  </a:lnTo>
                  <a:lnTo>
                    <a:pt x="1077" y="175"/>
                  </a:lnTo>
                  <a:lnTo>
                    <a:pt x="1077" y="175"/>
                  </a:lnTo>
                  <a:lnTo>
                    <a:pt x="1079" y="175"/>
                  </a:lnTo>
                  <a:lnTo>
                    <a:pt x="1079" y="177"/>
                  </a:lnTo>
                  <a:lnTo>
                    <a:pt x="1079" y="181"/>
                  </a:lnTo>
                  <a:lnTo>
                    <a:pt x="1079" y="181"/>
                  </a:lnTo>
                  <a:lnTo>
                    <a:pt x="1079" y="181"/>
                  </a:lnTo>
                  <a:lnTo>
                    <a:pt x="1079" y="181"/>
                  </a:lnTo>
                  <a:lnTo>
                    <a:pt x="1080" y="183"/>
                  </a:lnTo>
                  <a:lnTo>
                    <a:pt x="1080" y="183"/>
                  </a:lnTo>
                  <a:lnTo>
                    <a:pt x="1080" y="185"/>
                  </a:lnTo>
                  <a:lnTo>
                    <a:pt x="1079" y="185"/>
                  </a:lnTo>
                  <a:lnTo>
                    <a:pt x="1079" y="185"/>
                  </a:lnTo>
                  <a:lnTo>
                    <a:pt x="1077" y="187"/>
                  </a:lnTo>
                  <a:lnTo>
                    <a:pt x="1079" y="187"/>
                  </a:lnTo>
                  <a:lnTo>
                    <a:pt x="1079" y="187"/>
                  </a:lnTo>
                  <a:lnTo>
                    <a:pt x="1080" y="189"/>
                  </a:lnTo>
                  <a:lnTo>
                    <a:pt x="1080" y="189"/>
                  </a:lnTo>
                  <a:lnTo>
                    <a:pt x="1080" y="191"/>
                  </a:lnTo>
                  <a:lnTo>
                    <a:pt x="1082" y="191"/>
                  </a:lnTo>
                  <a:lnTo>
                    <a:pt x="1082" y="191"/>
                  </a:lnTo>
                  <a:lnTo>
                    <a:pt x="1082" y="193"/>
                  </a:lnTo>
                  <a:lnTo>
                    <a:pt x="1082" y="193"/>
                  </a:lnTo>
                  <a:lnTo>
                    <a:pt x="1082" y="193"/>
                  </a:lnTo>
                  <a:lnTo>
                    <a:pt x="1082" y="195"/>
                  </a:lnTo>
                  <a:lnTo>
                    <a:pt x="1082" y="197"/>
                  </a:lnTo>
                  <a:lnTo>
                    <a:pt x="1080" y="197"/>
                  </a:lnTo>
                  <a:lnTo>
                    <a:pt x="1080" y="197"/>
                  </a:lnTo>
                  <a:lnTo>
                    <a:pt x="1080" y="197"/>
                  </a:lnTo>
                  <a:lnTo>
                    <a:pt x="1082" y="197"/>
                  </a:lnTo>
                  <a:lnTo>
                    <a:pt x="1084" y="195"/>
                  </a:lnTo>
                  <a:lnTo>
                    <a:pt x="1084" y="195"/>
                  </a:lnTo>
                  <a:lnTo>
                    <a:pt x="1084" y="193"/>
                  </a:lnTo>
                  <a:lnTo>
                    <a:pt x="1084" y="191"/>
                  </a:lnTo>
                  <a:lnTo>
                    <a:pt x="1082" y="189"/>
                  </a:lnTo>
                  <a:lnTo>
                    <a:pt x="1084" y="189"/>
                  </a:lnTo>
                  <a:lnTo>
                    <a:pt x="1086" y="187"/>
                  </a:lnTo>
                  <a:lnTo>
                    <a:pt x="1086" y="189"/>
                  </a:lnTo>
                  <a:lnTo>
                    <a:pt x="1088" y="189"/>
                  </a:lnTo>
                  <a:lnTo>
                    <a:pt x="1088" y="185"/>
                  </a:lnTo>
                  <a:lnTo>
                    <a:pt x="1088" y="185"/>
                  </a:lnTo>
                  <a:lnTo>
                    <a:pt x="1090" y="187"/>
                  </a:lnTo>
                  <a:lnTo>
                    <a:pt x="1090" y="189"/>
                  </a:lnTo>
                  <a:lnTo>
                    <a:pt x="1090" y="191"/>
                  </a:lnTo>
                  <a:lnTo>
                    <a:pt x="1092" y="195"/>
                  </a:lnTo>
                  <a:lnTo>
                    <a:pt x="1092" y="199"/>
                  </a:lnTo>
                  <a:lnTo>
                    <a:pt x="1092" y="203"/>
                  </a:lnTo>
                  <a:lnTo>
                    <a:pt x="1092" y="205"/>
                  </a:lnTo>
                  <a:lnTo>
                    <a:pt x="1092" y="205"/>
                  </a:lnTo>
                  <a:lnTo>
                    <a:pt x="1092" y="207"/>
                  </a:lnTo>
                  <a:lnTo>
                    <a:pt x="1092" y="213"/>
                  </a:lnTo>
                  <a:lnTo>
                    <a:pt x="1092" y="213"/>
                  </a:lnTo>
                  <a:lnTo>
                    <a:pt x="1092" y="215"/>
                  </a:lnTo>
                  <a:lnTo>
                    <a:pt x="1092" y="215"/>
                  </a:lnTo>
                  <a:lnTo>
                    <a:pt x="1092" y="215"/>
                  </a:lnTo>
                  <a:lnTo>
                    <a:pt x="1092" y="216"/>
                  </a:lnTo>
                  <a:lnTo>
                    <a:pt x="1092" y="216"/>
                  </a:lnTo>
                  <a:lnTo>
                    <a:pt x="1092" y="218"/>
                  </a:lnTo>
                  <a:lnTo>
                    <a:pt x="1092" y="218"/>
                  </a:lnTo>
                  <a:lnTo>
                    <a:pt x="1092" y="224"/>
                  </a:lnTo>
                  <a:lnTo>
                    <a:pt x="1092" y="228"/>
                  </a:lnTo>
                  <a:lnTo>
                    <a:pt x="1090" y="232"/>
                  </a:lnTo>
                  <a:lnTo>
                    <a:pt x="1090" y="234"/>
                  </a:lnTo>
                  <a:lnTo>
                    <a:pt x="1086" y="236"/>
                  </a:lnTo>
                  <a:lnTo>
                    <a:pt x="1086" y="232"/>
                  </a:lnTo>
                  <a:lnTo>
                    <a:pt x="1088" y="228"/>
                  </a:lnTo>
                  <a:lnTo>
                    <a:pt x="1088" y="224"/>
                  </a:lnTo>
                  <a:lnTo>
                    <a:pt x="1088" y="222"/>
                  </a:lnTo>
                  <a:lnTo>
                    <a:pt x="1088" y="220"/>
                  </a:lnTo>
                  <a:lnTo>
                    <a:pt x="1079" y="218"/>
                  </a:lnTo>
                  <a:lnTo>
                    <a:pt x="1073" y="220"/>
                  </a:lnTo>
                  <a:lnTo>
                    <a:pt x="1073" y="218"/>
                  </a:lnTo>
                  <a:lnTo>
                    <a:pt x="1075" y="218"/>
                  </a:lnTo>
                  <a:lnTo>
                    <a:pt x="1075" y="216"/>
                  </a:lnTo>
                  <a:lnTo>
                    <a:pt x="1073" y="215"/>
                  </a:lnTo>
                  <a:lnTo>
                    <a:pt x="1063" y="209"/>
                  </a:lnTo>
                  <a:lnTo>
                    <a:pt x="1053" y="203"/>
                  </a:lnTo>
                  <a:lnTo>
                    <a:pt x="1047" y="203"/>
                  </a:lnTo>
                  <a:lnTo>
                    <a:pt x="1047" y="205"/>
                  </a:lnTo>
                  <a:lnTo>
                    <a:pt x="1047" y="205"/>
                  </a:lnTo>
                  <a:lnTo>
                    <a:pt x="1049" y="205"/>
                  </a:lnTo>
                  <a:lnTo>
                    <a:pt x="1051" y="205"/>
                  </a:lnTo>
                  <a:lnTo>
                    <a:pt x="1051" y="207"/>
                  </a:lnTo>
                  <a:lnTo>
                    <a:pt x="1051" y="207"/>
                  </a:lnTo>
                  <a:lnTo>
                    <a:pt x="1051" y="207"/>
                  </a:lnTo>
                  <a:lnTo>
                    <a:pt x="1053" y="209"/>
                  </a:lnTo>
                  <a:lnTo>
                    <a:pt x="1053" y="211"/>
                  </a:lnTo>
                  <a:lnTo>
                    <a:pt x="1053" y="211"/>
                  </a:lnTo>
                  <a:lnTo>
                    <a:pt x="1055" y="213"/>
                  </a:lnTo>
                  <a:lnTo>
                    <a:pt x="1057" y="213"/>
                  </a:lnTo>
                  <a:lnTo>
                    <a:pt x="1057" y="211"/>
                  </a:lnTo>
                  <a:lnTo>
                    <a:pt x="1059" y="213"/>
                  </a:lnTo>
                  <a:lnTo>
                    <a:pt x="1061" y="215"/>
                  </a:lnTo>
                  <a:lnTo>
                    <a:pt x="1063" y="215"/>
                  </a:lnTo>
                  <a:lnTo>
                    <a:pt x="1063" y="215"/>
                  </a:lnTo>
                  <a:lnTo>
                    <a:pt x="1065" y="216"/>
                  </a:lnTo>
                  <a:lnTo>
                    <a:pt x="1065" y="216"/>
                  </a:lnTo>
                  <a:lnTo>
                    <a:pt x="1065" y="216"/>
                  </a:lnTo>
                  <a:lnTo>
                    <a:pt x="1067" y="218"/>
                  </a:lnTo>
                  <a:lnTo>
                    <a:pt x="1065" y="218"/>
                  </a:lnTo>
                  <a:lnTo>
                    <a:pt x="1065" y="218"/>
                  </a:lnTo>
                  <a:lnTo>
                    <a:pt x="1065" y="218"/>
                  </a:lnTo>
                  <a:lnTo>
                    <a:pt x="1067" y="218"/>
                  </a:lnTo>
                  <a:lnTo>
                    <a:pt x="1067" y="218"/>
                  </a:lnTo>
                  <a:lnTo>
                    <a:pt x="1065" y="220"/>
                  </a:lnTo>
                  <a:lnTo>
                    <a:pt x="1065" y="220"/>
                  </a:lnTo>
                  <a:lnTo>
                    <a:pt x="1065" y="220"/>
                  </a:lnTo>
                  <a:lnTo>
                    <a:pt x="1065" y="220"/>
                  </a:lnTo>
                  <a:lnTo>
                    <a:pt x="1063" y="218"/>
                  </a:lnTo>
                  <a:lnTo>
                    <a:pt x="1063" y="220"/>
                  </a:lnTo>
                  <a:lnTo>
                    <a:pt x="1063" y="220"/>
                  </a:lnTo>
                  <a:lnTo>
                    <a:pt x="1063" y="220"/>
                  </a:lnTo>
                  <a:lnTo>
                    <a:pt x="1063" y="220"/>
                  </a:lnTo>
                  <a:lnTo>
                    <a:pt x="1065" y="220"/>
                  </a:lnTo>
                  <a:lnTo>
                    <a:pt x="1065" y="222"/>
                  </a:lnTo>
                  <a:lnTo>
                    <a:pt x="1067" y="224"/>
                  </a:lnTo>
                  <a:lnTo>
                    <a:pt x="1067" y="226"/>
                  </a:lnTo>
                  <a:lnTo>
                    <a:pt x="1067" y="228"/>
                  </a:lnTo>
                  <a:lnTo>
                    <a:pt x="1067" y="228"/>
                  </a:lnTo>
                  <a:lnTo>
                    <a:pt x="1067" y="230"/>
                  </a:lnTo>
                  <a:lnTo>
                    <a:pt x="1067" y="232"/>
                  </a:lnTo>
                  <a:lnTo>
                    <a:pt x="1067" y="236"/>
                  </a:lnTo>
                  <a:lnTo>
                    <a:pt x="1069" y="238"/>
                  </a:lnTo>
                  <a:lnTo>
                    <a:pt x="1073" y="236"/>
                  </a:lnTo>
                  <a:lnTo>
                    <a:pt x="1075" y="236"/>
                  </a:lnTo>
                  <a:lnTo>
                    <a:pt x="1073" y="234"/>
                  </a:lnTo>
                  <a:lnTo>
                    <a:pt x="1073" y="232"/>
                  </a:lnTo>
                  <a:lnTo>
                    <a:pt x="1071" y="228"/>
                  </a:lnTo>
                  <a:lnTo>
                    <a:pt x="1073" y="228"/>
                  </a:lnTo>
                  <a:lnTo>
                    <a:pt x="1077" y="222"/>
                  </a:lnTo>
                  <a:lnTo>
                    <a:pt x="1079" y="222"/>
                  </a:lnTo>
                  <a:lnTo>
                    <a:pt x="1080" y="224"/>
                  </a:lnTo>
                  <a:lnTo>
                    <a:pt x="1080" y="224"/>
                  </a:lnTo>
                  <a:lnTo>
                    <a:pt x="1080" y="226"/>
                  </a:lnTo>
                  <a:lnTo>
                    <a:pt x="1080" y="226"/>
                  </a:lnTo>
                  <a:lnTo>
                    <a:pt x="1080" y="228"/>
                  </a:lnTo>
                  <a:lnTo>
                    <a:pt x="1080" y="228"/>
                  </a:lnTo>
                  <a:lnTo>
                    <a:pt x="1080" y="230"/>
                  </a:lnTo>
                  <a:lnTo>
                    <a:pt x="1080" y="232"/>
                  </a:lnTo>
                  <a:lnTo>
                    <a:pt x="1082" y="234"/>
                  </a:lnTo>
                  <a:lnTo>
                    <a:pt x="1082" y="236"/>
                  </a:lnTo>
                  <a:lnTo>
                    <a:pt x="1090" y="238"/>
                  </a:lnTo>
                  <a:lnTo>
                    <a:pt x="1092" y="238"/>
                  </a:lnTo>
                  <a:lnTo>
                    <a:pt x="1092" y="236"/>
                  </a:lnTo>
                  <a:lnTo>
                    <a:pt x="1092" y="236"/>
                  </a:lnTo>
                  <a:lnTo>
                    <a:pt x="1094" y="238"/>
                  </a:lnTo>
                  <a:lnTo>
                    <a:pt x="1094" y="238"/>
                  </a:lnTo>
                  <a:lnTo>
                    <a:pt x="1094" y="240"/>
                  </a:lnTo>
                  <a:lnTo>
                    <a:pt x="1094" y="240"/>
                  </a:lnTo>
                  <a:lnTo>
                    <a:pt x="1094" y="242"/>
                  </a:lnTo>
                  <a:lnTo>
                    <a:pt x="1096" y="242"/>
                  </a:lnTo>
                  <a:lnTo>
                    <a:pt x="1096" y="242"/>
                  </a:lnTo>
                  <a:lnTo>
                    <a:pt x="1096" y="248"/>
                  </a:lnTo>
                  <a:lnTo>
                    <a:pt x="1098" y="250"/>
                  </a:lnTo>
                  <a:lnTo>
                    <a:pt x="1096" y="248"/>
                  </a:lnTo>
                  <a:lnTo>
                    <a:pt x="1094" y="248"/>
                  </a:lnTo>
                  <a:lnTo>
                    <a:pt x="1092" y="248"/>
                  </a:lnTo>
                  <a:lnTo>
                    <a:pt x="1092" y="250"/>
                  </a:lnTo>
                  <a:lnTo>
                    <a:pt x="1092" y="252"/>
                  </a:lnTo>
                  <a:lnTo>
                    <a:pt x="1094" y="252"/>
                  </a:lnTo>
                  <a:lnTo>
                    <a:pt x="1096" y="252"/>
                  </a:lnTo>
                  <a:lnTo>
                    <a:pt x="1096" y="254"/>
                  </a:lnTo>
                  <a:lnTo>
                    <a:pt x="1096" y="256"/>
                  </a:lnTo>
                  <a:lnTo>
                    <a:pt x="1096" y="260"/>
                  </a:lnTo>
                  <a:lnTo>
                    <a:pt x="1096" y="262"/>
                  </a:lnTo>
                  <a:lnTo>
                    <a:pt x="1096" y="262"/>
                  </a:lnTo>
                  <a:lnTo>
                    <a:pt x="1096" y="264"/>
                  </a:lnTo>
                  <a:lnTo>
                    <a:pt x="1096" y="264"/>
                  </a:lnTo>
                  <a:lnTo>
                    <a:pt x="1096" y="266"/>
                  </a:lnTo>
                  <a:lnTo>
                    <a:pt x="1092" y="277"/>
                  </a:lnTo>
                  <a:lnTo>
                    <a:pt x="1086" y="287"/>
                  </a:lnTo>
                  <a:lnTo>
                    <a:pt x="1086" y="289"/>
                  </a:lnTo>
                  <a:lnTo>
                    <a:pt x="1084" y="291"/>
                  </a:lnTo>
                  <a:lnTo>
                    <a:pt x="1082" y="293"/>
                  </a:lnTo>
                  <a:lnTo>
                    <a:pt x="1084" y="295"/>
                  </a:lnTo>
                  <a:lnTo>
                    <a:pt x="1082" y="297"/>
                  </a:lnTo>
                  <a:lnTo>
                    <a:pt x="1080" y="303"/>
                  </a:lnTo>
                  <a:lnTo>
                    <a:pt x="1071" y="313"/>
                  </a:lnTo>
                  <a:lnTo>
                    <a:pt x="1069" y="313"/>
                  </a:lnTo>
                  <a:lnTo>
                    <a:pt x="1061" y="319"/>
                  </a:lnTo>
                  <a:lnTo>
                    <a:pt x="1061" y="323"/>
                  </a:lnTo>
                  <a:lnTo>
                    <a:pt x="1061" y="326"/>
                  </a:lnTo>
                  <a:lnTo>
                    <a:pt x="1061" y="330"/>
                  </a:lnTo>
                  <a:lnTo>
                    <a:pt x="1059" y="330"/>
                  </a:lnTo>
                  <a:lnTo>
                    <a:pt x="1059" y="332"/>
                  </a:lnTo>
                  <a:lnTo>
                    <a:pt x="1057" y="332"/>
                  </a:lnTo>
                  <a:lnTo>
                    <a:pt x="1057" y="334"/>
                  </a:lnTo>
                  <a:lnTo>
                    <a:pt x="1057" y="336"/>
                  </a:lnTo>
                  <a:lnTo>
                    <a:pt x="1057" y="336"/>
                  </a:lnTo>
                  <a:lnTo>
                    <a:pt x="1057" y="336"/>
                  </a:lnTo>
                  <a:lnTo>
                    <a:pt x="1057" y="336"/>
                  </a:lnTo>
                  <a:lnTo>
                    <a:pt x="1059" y="338"/>
                  </a:lnTo>
                  <a:lnTo>
                    <a:pt x="1057" y="338"/>
                  </a:lnTo>
                  <a:lnTo>
                    <a:pt x="1057" y="342"/>
                  </a:lnTo>
                  <a:lnTo>
                    <a:pt x="1055" y="342"/>
                  </a:lnTo>
                  <a:lnTo>
                    <a:pt x="1053" y="346"/>
                  </a:lnTo>
                  <a:lnTo>
                    <a:pt x="1053" y="346"/>
                  </a:lnTo>
                  <a:lnTo>
                    <a:pt x="1043" y="344"/>
                  </a:lnTo>
                  <a:lnTo>
                    <a:pt x="1043" y="344"/>
                  </a:lnTo>
                  <a:lnTo>
                    <a:pt x="1035" y="356"/>
                  </a:lnTo>
                  <a:lnTo>
                    <a:pt x="1033" y="356"/>
                  </a:lnTo>
                  <a:lnTo>
                    <a:pt x="1031" y="356"/>
                  </a:lnTo>
                  <a:lnTo>
                    <a:pt x="1031" y="358"/>
                  </a:lnTo>
                  <a:lnTo>
                    <a:pt x="1033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1" y="364"/>
                  </a:lnTo>
                  <a:lnTo>
                    <a:pt x="1028" y="366"/>
                  </a:lnTo>
                  <a:lnTo>
                    <a:pt x="1026" y="368"/>
                  </a:lnTo>
                  <a:lnTo>
                    <a:pt x="1020" y="374"/>
                  </a:lnTo>
                  <a:lnTo>
                    <a:pt x="1018" y="374"/>
                  </a:lnTo>
                  <a:lnTo>
                    <a:pt x="1016" y="372"/>
                  </a:lnTo>
                  <a:lnTo>
                    <a:pt x="1014" y="372"/>
                  </a:lnTo>
                  <a:lnTo>
                    <a:pt x="1012" y="376"/>
                  </a:lnTo>
                  <a:lnTo>
                    <a:pt x="1014" y="376"/>
                  </a:lnTo>
                  <a:lnTo>
                    <a:pt x="1014" y="376"/>
                  </a:lnTo>
                  <a:lnTo>
                    <a:pt x="1016" y="377"/>
                  </a:lnTo>
                  <a:lnTo>
                    <a:pt x="1016" y="377"/>
                  </a:lnTo>
                  <a:lnTo>
                    <a:pt x="1016" y="381"/>
                  </a:lnTo>
                  <a:lnTo>
                    <a:pt x="1014" y="383"/>
                  </a:lnTo>
                  <a:lnTo>
                    <a:pt x="1012" y="387"/>
                  </a:lnTo>
                  <a:lnTo>
                    <a:pt x="1006" y="387"/>
                  </a:lnTo>
                  <a:lnTo>
                    <a:pt x="1004" y="391"/>
                  </a:lnTo>
                  <a:lnTo>
                    <a:pt x="1004" y="393"/>
                  </a:lnTo>
                  <a:lnTo>
                    <a:pt x="1004" y="393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1000" y="395"/>
                  </a:lnTo>
                  <a:lnTo>
                    <a:pt x="996" y="395"/>
                  </a:lnTo>
                  <a:lnTo>
                    <a:pt x="994" y="395"/>
                  </a:lnTo>
                  <a:lnTo>
                    <a:pt x="994" y="397"/>
                  </a:lnTo>
                  <a:lnTo>
                    <a:pt x="992" y="397"/>
                  </a:lnTo>
                  <a:lnTo>
                    <a:pt x="996" y="399"/>
                  </a:lnTo>
                  <a:lnTo>
                    <a:pt x="998" y="399"/>
                  </a:lnTo>
                  <a:lnTo>
                    <a:pt x="1004" y="395"/>
                  </a:lnTo>
                  <a:lnTo>
                    <a:pt x="1006" y="395"/>
                  </a:lnTo>
                  <a:lnTo>
                    <a:pt x="1006" y="397"/>
                  </a:lnTo>
                  <a:lnTo>
                    <a:pt x="1006" y="397"/>
                  </a:lnTo>
                  <a:lnTo>
                    <a:pt x="1006" y="405"/>
                  </a:lnTo>
                  <a:lnTo>
                    <a:pt x="1006" y="407"/>
                  </a:lnTo>
                  <a:lnTo>
                    <a:pt x="1004" y="409"/>
                  </a:lnTo>
                  <a:lnTo>
                    <a:pt x="1002" y="413"/>
                  </a:lnTo>
                  <a:lnTo>
                    <a:pt x="998" y="419"/>
                  </a:lnTo>
                  <a:lnTo>
                    <a:pt x="994" y="425"/>
                  </a:lnTo>
                  <a:lnTo>
                    <a:pt x="984" y="429"/>
                  </a:lnTo>
                  <a:lnTo>
                    <a:pt x="980" y="432"/>
                  </a:lnTo>
                  <a:lnTo>
                    <a:pt x="979" y="436"/>
                  </a:lnTo>
                  <a:lnTo>
                    <a:pt x="979" y="438"/>
                  </a:lnTo>
                  <a:lnTo>
                    <a:pt x="979" y="440"/>
                  </a:lnTo>
                  <a:lnTo>
                    <a:pt x="977" y="440"/>
                  </a:lnTo>
                  <a:lnTo>
                    <a:pt x="975" y="444"/>
                  </a:lnTo>
                  <a:lnTo>
                    <a:pt x="973" y="448"/>
                  </a:lnTo>
                  <a:lnTo>
                    <a:pt x="971" y="452"/>
                  </a:lnTo>
                  <a:lnTo>
                    <a:pt x="971" y="452"/>
                  </a:lnTo>
                  <a:lnTo>
                    <a:pt x="971" y="454"/>
                  </a:lnTo>
                  <a:lnTo>
                    <a:pt x="971" y="458"/>
                  </a:lnTo>
                  <a:lnTo>
                    <a:pt x="971" y="458"/>
                  </a:lnTo>
                  <a:lnTo>
                    <a:pt x="969" y="460"/>
                  </a:lnTo>
                  <a:lnTo>
                    <a:pt x="969" y="460"/>
                  </a:lnTo>
                  <a:lnTo>
                    <a:pt x="967" y="458"/>
                  </a:lnTo>
                  <a:lnTo>
                    <a:pt x="967" y="460"/>
                  </a:lnTo>
                  <a:lnTo>
                    <a:pt x="969" y="462"/>
                  </a:lnTo>
                  <a:lnTo>
                    <a:pt x="969" y="464"/>
                  </a:lnTo>
                  <a:lnTo>
                    <a:pt x="967" y="464"/>
                  </a:lnTo>
                  <a:lnTo>
                    <a:pt x="967" y="466"/>
                  </a:lnTo>
                  <a:lnTo>
                    <a:pt x="957" y="480"/>
                  </a:lnTo>
                  <a:lnTo>
                    <a:pt x="957" y="480"/>
                  </a:lnTo>
                  <a:lnTo>
                    <a:pt x="957" y="478"/>
                  </a:lnTo>
                  <a:lnTo>
                    <a:pt x="957" y="478"/>
                  </a:lnTo>
                  <a:lnTo>
                    <a:pt x="957" y="478"/>
                  </a:lnTo>
                  <a:lnTo>
                    <a:pt x="955" y="476"/>
                  </a:lnTo>
                  <a:lnTo>
                    <a:pt x="953" y="478"/>
                  </a:lnTo>
                  <a:lnTo>
                    <a:pt x="949" y="484"/>
                  </a:lnTo>
                  <a:lnTo>
                    <a:pt x="947" y="484"/>
                  </a:lnTo>
                  <a:lnTo>
                    <a:pt x="945" y="484"/>
                  </a:lnTo>
                  <a:lnTo>
                    <a:pt x="935" y="484"/>
                  </a:lnTo>
                  <a:lnTo>
                    <a:pt x="935" y="484"/>
                  </a:lnTo>
                  <a:lnTo>
                    <a:pt x="935" y="485"/>
                  </a:lnTo>
                  <a:lnTo>
                    <a:pt x="933" y="485"/>
                  </a:lnTo>
                  <a:lnTo>
                    <a:pt x="929" y="485"/>
                  </a:lnTo>
                  <a:lnTo>
                    <a:pt x="929" y="485"/>
                  </a:lnTo>
                  <a:lnTo>
                    <a:pt x="928" y="487"/>
                  </a:lnTo>
                  <a:lnTo>
                    <a:pt x="928" y="491"/>
                  </a:lnTo>
                  <a:lnTo>
                    <a:pt x="928" y="491"/>
                  </a:lnTo>
                  <a:lnTo>
                    <a:pt x="929" y="491"/>
                  </a:lnTo>
                  <a:lnTo>
                    <a:pt x="929" y="491"/>
                  </a:lnTo>
                  <a:lnTo>
                    <a:pt x="929" y="493"/>
                  </a:lnTo>
                  <a:lnTo>
                    <a:pt x="929" y="495"/>
                  </a:lnTo>
                  <a:lnTo>
                    <a:pt x="924" y="503"/>
                  </a:lnTo>
                  <a:lnTo>
                    <a:pt x="924" y="505"/>
                  </a:lnTo>
                  <a:lnTo>
                    <a:pt x="924" y="505"/>
                  </a:lnTo>
                  <a:lnTo>
                    <a:pt x="924" y="507"/>
                  </a:lnTo>
                  <a:lnTo>
                    <a:pt x="924" y="507"/>
                  </a:lnTo>
                  <a:lnTo>
                    <a:pt x="924" y="509"/>
                  </a:lnTo>
                  <a:lnTo>
                    <a:pt x="922" y="515"/>
                  </a:lnTo>
                  <a:lnTo>
                    <a:pt x="922" y="517"/>
                  </a:lnTo>
                  <a:lnTo>
                    <a:pt x="922" y="519"/>
                  </a:lnTo>
                  <a:lnTo>
                    <a:pt x="918" y="523"/>
                  </a:lnTo>
                  <a:lnTo>
                    <a:pt x="916" y="523"/>
                  </a:lnTo>
                  <a:lnTo>
                    <a:pt x="914" y="521"/>
                  </a:lnTo>
                  <a:lnTo>
                    <a:pt x="912" y="521"/>
                  </a:lnTo>
                  <a:lnTo>
                    <a:pt x="910" y="523"/>
                  </a:lnTo>
                  <a:lnTo>
                    <a:pt x="904" y="523"/>
                  </a:lnTo>
                  <a:lnTo>
                    <a:pt x="900" y="529"/>
                  </a:lnTo>
                  <a:lnTo>
                    <a:pt x="898" y="531"/>
                  </a:lnTo>
                  <a:lnTo>
                    <a:pt x="900" y="533"/>
                  </a:lnTo>
                  <a:lnTo>
                    <a:pt x="900" y="535"/>
                  </a:lnTo>
                  <a:lnTo>
                    <a:pt x="900" y="535"/>
                  </a:lnTo>
                  <a:lnTo>
                    <a:pt x="900" y="537"/>
                  </a:lnTo>
                  <a:lnTo>
                    <a:pt x="900" y="538"/>
                  </a:lnTo>
                  <a:lnTo>
                    <a:pt x="900" y="542"/>
                  </a:lnTo>
                  <a:lnTo>
                    <a:pt x="896" y="546"/>
                  </a:lnTo>
                  <a:lnTo>
                    <a:pt x="894" y="550"/>
                  </a:lnTo>
                  <a:lnTo>
                    <a:pt x="894" y="552"/>
                  </a:lnTo>
                  <a:lnTo>
                    <a:pt x="896" y="554"/>
                  </a:lnTo>
                  <a:lnTo>
                    <a:pt x="896" y="556"/>
                  </a:lnTo>
                  <a:lnTo>
                    <a:pt x="896" y="558"/>
                  </a:lnTo>
                  <a:lnTo>
                    <a:pt x="896" y="560"/>
                  </a:lnTo>
                  <a:lnTo>
                    <a:pt x="894" y="562"/>
                  </a:lnTo>
                  <a:lnTo>
                    <a:pt x="892" y="568"/>
                  </a:lnTo>
                  <a:lnTo>
                    <a:pt x="890" y="570"/>
                  </a:lnTo>
                  <a:lnTo>
                    <a:pt x="890" y="572"/>
                  </a:lnTo>
                  <a:lnTo>
                    <a:pt x="888" y="574"/>
                  </a:lnTo>
                  <a:lnTo>
                    <a:pt x="888" y="576"/>
                  </a:lnTo>
                  <a:lnTo>
                    <a:pt x="882" y="580"/>
                  </a:lnTo>
                  <a:lnTo>
                    <a:pt x="880" y="584"/>
                  </a:lnTo>
                  <a:lnTo>
                    <a:pt x="875" y="586"/>
                  </a:lnTo>
                  <a:lnTo>
                    <a:pt x="875" y="588"/>
                  </a:lnTo>
                  <a:lnTo>
                    <a:pt x="875" y="588"/>
                  </a:lnTo>
                  <a:lnTo>
                    <a:pt x="888" y="586"/>
                  </a:lnTo>
                  <a:lnTo>
                    <a:pt x="888" y="586"/>
                  </a:lnTo>
                  <a:lnTo>
                    <a:pt x="890" y="582"/>
                  </a:lnTo>
                  <a:lnTo>
                    <a:pt x="892" y="582"/>
                  </a:lnTo>
                  <a:lnTo>
                    <a:pt x="892" y="582"/>
                  </a:lnTo>
                  <a:lnTo>
                    <a:pt x="892" y="580"/>
                  </a:lnTo>
                  <a:lnTo>
                    <a:pt x="894" y="576"/>
                  </a:lnTo>
                  <a:lnTo>
                    <a:pt x="896" y="574"/>
                  </a:lnTo>
                  <a:lnTo>
                    <a:pt x="896" y="574"/>
                  </a:lnTo>
                  <a:lnTo>
                    <a:pt x="900" y="572"/>
                  </a:lnTo>
                  <a:lnTo>
                    <a:pt x="900" y="570"/>
                  </a:lnTo>
                  <a:lnTo>
                    <a:pt x="900" y="570"/>
                  </a:lnTo>
                  <a:lnTo>
                    <a:pt x="902" y="568"/>
                  </a:lnTo>
                  <a:lnTo>
                    <a:pt x="902" y="564"/>
                  </a:lnTo>
                  <a:lnTo>
                    <a:pt x="902" y="564"/>
                  </a:lnTo>
                  <a:lnTo>
                    <a:pt x="906" y="566"/>
                  </a:lnTo>
                  <a:lnTo>
                    <a:pt x="906" y="568"/>
                  </a:lnTo>
                  <a:lnTo>
                    <a:pt x="910" y="570"/>
                  </a:lnTo>
                  <a:lnTo>
                    <a:pt x="912" y="570"/>
                  </a:lnTo>
                  <a:lnTo>
                    <a:pt x="916" y="572"/>
                  </a:lnTo>
                  <a:lnTo>
                    <a:pt x="922" y="572"/>
                  </a:lnTo>
                  <a:lnTo>
                    <a:pt x="924" y="572"/>
                  </a:lnTo>
                  <a:lnTo>
                    <a:pt x="924" y="576"/>
                  </a:lnTo>
                  <a:lnTo>
                    <a:pt x="929" y="576"/>
                  </a:lnTo>
                  <a:lnTo>
                    <a:pt x="935" y="572"/>
                  </a:lnTo>
                  <a:lnTo>
                    <a:pt x="939" y="570"/>
                  </a:lnTo>
                  <a:lnTo>
                    <a:pt x="937" y="568"/>
                  </a:lnTo>
                  <a:lnTo>
                    <a:pt x="933" y="568"/>
                  </a:lnTo>
                  <a:lnTo>
                    <a:pt x="929" y="570"/>
                  </a:lnTo>
                  <a:lnTo>
                    <a:pt x="928" y="568"/>
                  </a:lnTo>
                  <a:lnTo>
                    <a:pt x="922" y="568"/>
                  </a:lnTo>
                  <a:lnTo>
                    <a:pt x="918" y="566"/>
                  </a:lnTo>
                  <a:lnTo>
                    <a:pt x="912" y="562"/>
                  </a:lnTo>
                  <a:lnTo>
                    <a:pt x="910" y="562"/>
                  </a:lnTo>
                  <a:lnTo>
                    <a:pt x="908" y="560"/>
                  </a:lnTo>
                  <a:lnTo>
                    <a:pt x="908" y="560"/>
                  </a:lnTo>
                  <a:lnTo>
                    <a:pt x="908" y="558"/>
                  </a:lnTo>
                  <a:lnTo>
                    <a:pt x="908" y="556"/>
                  </a:lnTo>
                  <a:lnTo>
                    <a:pt x="906" y="554"/>
                  </a:lnTo>
                  <a:lnTo>
                    <a:pt x="906" y="552"/>
                  </a:lnTo>
                  <a:lnTo>
                    <a:pt x="906" y="550"/>
                  </a:lnTo>
                  <a:lnTo>
                    <a:pt x="906" y="550"/>
                  </a:lnTo>
                  <a:lnTo>
                    <a:pt x="906" y="548"/>
                  </a:lnTo>
                  <a:lnTo>
                    <a:pt x="906" y="546"/>
                  </a:lnTo>
                  <a:lnTo>
                    <a:pt x="906" y="544"/>
                  </a:lnTo>
                  <a:lnTo>
                    <a:pt x="906" y="542"/>
                  </a:lnTo>
                  <a:lnTo>
                    <a:pt x="906" y="542"/>
                  </a:lnTo>
                  <a:lnTo>
                    <a:pt x="906" y="542"/>
                  </a:lnTo>
                  <a:lnTo>
                    <a:pt x="908" y="542"/>
                  </a:lnTo>
                  <a:lnTo>
                    <a:pt x="908" y="540"/>
                  </a:lnTo>
                  <a:lnTo>
                    <a:pt x="908" y="540"/>
                  </a:lnTo>
                  <a:lnTo>
                    <a:pt x="908" y="538"/>
                  </a:lnTo>
                  <a:lnTo>
                    <a:pt x="910" y="537"/>
                  </a:lnTo>
                  <a:lnTo>
                    <a:pt x="910" y="537"/>
                  </a:lnTo>
                  <a:lnTo>
                    <a:pt x="924" y="540"/>
                  </a:lnTo>
                  <a:lnTo>
                    <a:pt x="926" y="538"/>
                  </a:lnTo>
                  <a:lnTo>
                    <a:pt x="928" y="540"/>
                  </a:lnTo>
                  <a:lnTo>
                    <a:pt x="931" y="535"/>
                  </a:lnTo>
                  <a:lnTo>
                    <a:pt x="941" y="537"/>
                  </a:lnTo>
                  <a:lnTo>
                    <a:pt x="947" y="535"/>
                  </a:lnTo>
                  <a:lnTo>
                    <a:pt x="953" y="533"/>
                  </a:lnTo>
                  <a:lnTo>
                    <a:pt x="957" y="531"/>
                  </a:lnTo>
                  <a:lnTo>
                    <a:pt x="961" y="525"/>
                  </a:lnTo>
                  <a:lnTo>
                    <a:pt x="965" y="523"/>
                  </a:lnTo>
                  <a:lnTo>
                    <a:pt x="965" y="523"/>
                  </a:lnTo>
                  <a:lnTo>
                    <a:pt x="969" y="525"/>
                  </a:lnTo>
                  <a:lnTo>
                    <a:pt x="971" y="525"/>
                  </a:lnTo>
                  <a:lnTo>
                    <a:pt x="973" y="523"/>
                  </a:lnTo>
                  <a:lnTo>
                    <a:pt x="973" y="521"/>
                  </a:lnTo>
                  <a:lnTo>
                    <a:pt x="973" y="519"/>
                  </a:lnTo>
                  <a:lnTo>
                    <a:pt x="969" y="519"/>
                  </a:lnTo>
                  <a:lnTo>
                    <a:pt x="967" y="519"/>
                  </a:lnTo>
                  <a:lnTo>
                    <a:pt x="969" y="517"/>
                  </a:lnTo>
                  <a:lnTo>
                    <a:pt x="973" y="515"/>
                  </a:lnTo>
                  <a:lnTo>
                    <a:pt x="977" y="515"/>
                  </a:lnTo>
                  <a:lnTo>
                    <a:pt x="982" y="511"/>
                  </a:lnTo>
                  <a:lnTo>
                    <a:pt x="988" y="507"/>
                  </a:lnTo>
                  <a:lnTo>
                    <a:pt x="992" y="505"/>
                  </a:lnTo>
                  <a:lnTo>
                    <a:pt x="998" y="503"/>
                  </a:lnTo>
                  <a:lnTo>
                    <a:pt x="998" y="501"/>
                  </a:lnTo>
                  <a:lnTo>
                    <a:pt x="998" y="499"/>
                  </a:lnTo>
                  <a:lnTo>
                    <a:pt x="998" y="497"/>
                  </a:lnTo>
                  <a:lnTo>
                    <a:pt x="996" y="497"/>
                  </a:lnTo>
                  <a:lnTo>
                    <a:pt x="996" y="497"/>
                  </a:lnTo>
                  <a:lnTo>
                    <a:pt x="996" y="495"/>
                  </a:lnTo>
                  <a:lnTo>
                    <a:pt x="996" y="493"/>
                  </a:lnTo>
                  <a:lnTo>
                    <a:pt x="996" y="493"/>
                  </a:lnTo>
                  <a:lnTo>
                    <a:pt x="1000" y="497"/>
                  </a:lnTo>
                  <a:lnTo>
                    <a:pt x="1002" y="499"/>
                  </a:lnTo>
                  <a:lnTo>
                    <a:pt x="1002" y="499"/>
                  </a:lnTo>
                  <a:lnTo>
                    <a:pt x="1004" y="499"/>
                  </a:lnTo>
                  <a:lnTo>
                    <a:pt x="1004" y="497"/>
                  </a:lnTo>
                  <a:lnTo>
                    <a:pt x="1004" y="495"/>
                  </a:lnTo>
                  <a:lnTo>
                    <a:pt x="1004" y="495"/>
                  </a:lnTo>
                  <a:lnTo>
                    <a:pt x="1002" y="493"/>
                  </a:lnTo>
                  <a:lnTo>
                    <a:pt x="1002" y="493"/>
                  </a:lnTo>
                  <a:lnTo>
                    <a:pt x="1000" y="491"/>
                  </a:lnTo>
                  <a:lnTo>
                    <a:pt x="998" y="489"/>
                  </a:lnTo>
                  <a:lnTo>
                    <a:pt x="996" y="489"/>
                  </a:lnTo>
                  <a:lnTo>
                    <a:pt x="994" y="489"/>
                  </a:lnTo>
                  <a:lnTo>
                    <a:pt x="994" y="489"/>
                  </a:lnTo>
                  <a:lnTo>
                    <a:pt x="994" y="487"/>
                  </a:lnTo>
                  <a:lnTo>
                    <a:pt x="994" y="487"/>
                  </a:lnTo>
                  <a:lnTo>
                    <a:pt x="994" y="485"/>
                  </a:lnTo>
                  <a:lnTo>
                    <a:pt x="994" y="484"/>
                  </a:lnTo>
                  <a:lnTo>
                    <a:pt x="994" y="485"/>
                  </a:lnTo>
                  <a:lnTo>
                    <a:pt x="996" y="485"/>
                  </a:lnTo>
                  <a:lnTo>
                    <a:pt x="996" y="487"/>
                  </a:lnTo>
                  <a:lnTo>
                    <a:pt x="998" y="487"/>
                  </a:lnTo>
                  <a:lnTo>
                    <a:pt x="1000" y="489"/>
                  </a:lnTo>
                  <a:lnTo>
                    <a:pt x="1004" y="491"/>
                  </a:lnTo>
                  <a:lnTo>
                    <a:pt x="1006" y="493"/>
                  </a:lnTo>
                  <a:lnTo>
                    <a:pt x="1008" y="493"/>
                  </a:lnTo>
                  <a:lnTo>
                    <a:pt x="1012" y="493"/>
                  </a:lnTo>
                  <a:lnTo>
                    <a:pt x="1016" y="489"/>
                  </a:lnTo>
                  <a:lnTo>
                    <a:pt x="1020" y="485"/>
                  </a:lnTo>
                  <a:lnTo>
                    <a:pt x="1024" y="484"/>
                  </a:lnTo>
                  <a:lnTo>
                    <a:pt x="1024" y="484"/>
                  </a:lnTo>
                  <a:lnTo>
                    <a:pt x="1024" y="480"/>
                  </a:lnTo>
                  <a:lnTo>
                    <a:pt x="1024" y="480"/>
                  </a:lnTo>
                  <a:lnTo>
                    <a:pt x="1024" y="480"/>
                  </a:lnTo>
                  <a:lnTo>
                    <a:pt x="1022" y="480"/>
                  </a:lnTo>
                  <a:lnTo>
                    <a:pt x="1024" y="478"/>
                  </a:lnTo>
                  <a:lnTo>
                    <a:pt x="1024" y="476"/>
                  </a:lnTo>
                  <a:lnTo>
                    <a:pt x="1028" y="476"/>
                  </a:lnTo>
                  <a:lnTo>
                    <a:pt x="1031" y="472"/>
                  </a:lnTo>
                  <a:lnTo>
                    <a:pt x="1031" y="472"/>
                  </a:lnTo>
                  <a:lnTo>
                    <a:pt x="1031" y="470"/>
                  </a:lnTo>
                  <a:lnTo>
                    <a:pt x="1033" y="468"/>
                  </a:lnTo>
                  <a:lnTo>
                    <a:pt x="1035" y="468"/>
                  </a:lnTo>
                  <a:lnTo>
                    <a:pt x="1045" y="462"/>
                  </a:lnTo>
                  <a:lnTo>
                    <a:pt x="1045" y="460"/>
                  </a:lnTo>
                  <a:lnTo>
                    <a:pt x="1045" y="460"/>
                  </a:lnTo>
                  <a:lnTo>
                    <a:pt x="1047" y="460"/>
                  </a:lnTo>
                  <a:lnTo>
                    <a:pt x="1053" y="466"/>
                  </a:lnTo>
                  <a:lnTo>
                    <a:pt x="1053" y="466"/>
                  </a:lnTo>
                  <a:lnTo>
                    <a:pt x="1053" y="466"/>
                  </a:lnTo>
                  <a:lnTo>
                    <a:pt x="1053" y="468"/>
                  </a:lnTo>
                  <a:lnTo>
                    <a:pt x="1053" y="470"/>
                  </a:lnTo>
                  <a:lnTo>
                    <a:pt x="1053" y="470"/>
                  </a:lnTo>
                  <a:lnTo>
                    <a:pt x="1053" y="470"/>
                  </a:lnTo>
                  <a:lnTo>
                    <a:pt x="1053" y="470"/>
                  </a:lnTo>
                  <a:lnTo>
                    <a:pt x="1053" y="472"/>
                  </a:lnTo>
                  <a:lnTo>
                    <a:pt x="1053" y="472"/>
                  </a:lnTo>
                  <a:lnTo>
                    <a:pt x="1051" y="474"/>
                  </a:lnTo>
                  <a:lnTo>
                    <a:pt x="1051" y="474"/>
                  </a:lnTo>
                  <a:lnTo>
                    <a:pt x="1045" y="474"/>
                  </a:lnTo>
                  <a:lnTo>
                    <a:pt x="1045" y="476"/>
                  </a:lnTo>
                  <a:lnTo>
                    <a:pt x="1045" y="476"/>
                  </a:lnTo>
                  <a:lnTo>
                    <a:pt x="1045" y="480"/>
                  </a:lnTo>
                  <a:lnTo>
                    <a:pt x="1045" y="482"/>
                  </a:lnTo>
                  <a:lnTo>
                    <a:pt x="1043" y="484"/>
                  </a:lnTo>
                  <a:lnTo>
                    <a:pt x="1043" y="484"/>
                  </a:lnTo>
                  <a:lnTo>
                    <a:pt x="1041" y="485"/>
                  </a:lnTo>
                  <a:lnTo>
                    <a:pt x="1041" y="487"/>
                  </a:lnTo>
                  <a:lnTo>
                    <a:pt x="1041" y="491"/>
                  </a:lnTo>
                  <a:lnTo>
                    <a:pt x="1039" y="493"/>
                  </a:lnTo>
                  <a:lnTo>
                    <a:pt x="1039" y="493"/>
                  </a:lnTo>
                  <a:lnTo>
                    <a:pt x="1039" y="495"/>
                  </a:lnTo>
                  <a:lnTo>
                    <a:pt x="1028" y="497"/>
                  </a:lnTo>
                  <a:lnTo>
                    <a:pt x="1028" y="497"/>
                  </a:lnTo>
                  <a:lnTo>
                    <a:pt x="1028" y="497"/>
                  </a:lnTo>
                  <a:lnTo>
                    <a:pt x="1028" y="499"/>
                  </a:lnTo>
                  <a:lnTo>
                    <a:pt x="1035" y="503"/>
                  </a:lnTo>
                  <a:lnTo>
                    <a:pt x="1039" y="503"/>
                  </a:lnTo>
                  <a:lnTo>
                    <a:pt x="1041" y="503"/>
                  </a:lnTo>
                  <a:lnTo>
                    <a:pt x="1041" y="505"/>
                  </a:lnTo>
                  <a:lnTo>
                    <a:pt x="1043" y="507"/>
                  </a:lnTo>
                  <a:lnTo>
                    <a:pt x="1043" y="507"/>
                  </a:lnTo>
                  <a:lnTo>
                    <a:pt x="1043" y="509"/>
                  </a:lnTo>
                  <a:lnTo>
                    <a:pt x="1043" y="509"/>
                  </a:lnTo>
                  <a:lnTo>
                    <a:pt x="1043" y="511"/>
                  </a:lnTo>
                  <a:lnTo>
                    <a:pt x="1043" y="511"/>
                  </a:lnTo>
                  <a:lnTo>
                    <a:pt x="1037" y="517"/>
                  </a:lnTo>
                  <a:lnTo>
                    <a:pt x="1037" y="517"/>
                  </a:lnTo>
                  <a:lnTo>
                    <a:pt x="1037" y="517"/>
                  </a:lnTo>
                  <a:lnTo>
                    <a:pt x="1037" y="519"/>
                  </a:lnTo>
                  <a:lnTo>
                    <a:pt x="1039" y="519"/>
                  </a:lnTo>
                  <a:lnTo>
                    <a:pt x="1039" y="519"/>
                  </a:lnTo>
                  <a:lnTo>
                    <a:pt x="1049" y="519"/>
                  </a:lnTo>
                  <a:lnTo>
                    <a:pt x="1051" y="519"/>
                  </a:lnTo>
                  <a:lnTo>
                    <a:pt x="1051" y="519"/>
                  </a:lnTo>
                  <a:lnTo>
                    <a:pt x="1051" y="521"/>
                  </a:lnTo>
                  <a:lnTo>
                    <a:pt x="1051" y="521"/>
                  </a:lnTo>
                  <a:lnTo>
                    <a:pt x="1051" y="521"/>
                  </a:lnTo>
                  <a:lnTo>
                    <a:pt x="1051" y="523"/>
                  </a:lnTo>
                  <a:lnTo>
                    <a:pt x="1053" y="525"/>
                  </a:lnTo>
                  <a:lnTo>
                    <a:pt x="1053" y="525"/>
                  </a:lnTo>
                  <a:lnTo>
                    <a:pt x="1053" y="527"/>
                  </a:lnTo>
                  <a:lnTo>
                    <a:pt x="1053" y="527"/>
                  </a:lnTo>
                  <a:lnTo>
                    <a:pt x="1053" y="529"/>
                  </a:lnTo>
                  <a:lnTo>
                    <a:pt x="1053" y="529"/>
                  </a:lnTo>
                  <a:lnTo>
                    <a:pt x="1055" y="529"/>
                  </a:lnTo>
                  <a:lnTo>
                    <a:pt x="1055" y="529"/>
                  </a:lnTo>
                  <a:lnTo>
                    <a:pt x="1057" y="531"/>
                  </a:lnTo>
                  <a:lnTo>
                    <a:pt x="1057" y="531"/>
                  </a:lnTo>
                  <a:lnTo>
                    <a:pt x="1057" y="533"/>
                  </a:lnTo>
                  <a:lnTo>
                    <a:pt x="1057" y="533"/>
                  </a:lnTo>
                  <a:lnTo>
                    <a:pt x="1057" y="535"/>
                  </a:lnTo>
                  <a:lnTo>
                    <a:pt x="1057" y="535"/>
                  </a:lnTo>
                  <a:lnTo>
                    <a:pt x="1053" y="537"/>
                  </a:lnTo>
                  <a:lnTo>
                    <a:pt x="1053" y="537"/>
                  </a:lnTo>
                  <a:lnTo>
                    <a:pt x="1053" y="538"/>
                  </a:lnTo>
                  <a:lnTo>
                    <a:pt x="1053" y="538"/>
                  </a:lnTo>
                  <a:lnTo>
                    <a:pt x="1053" y="538"/>
                  </a:lnTo>
                  <a:lnTo>
                    <a:pt x="1053" y="538"/>
                  </a:lnTo>
                  <a:lnTo>
                    <a:pt x="1053" y="538"/>
                  </a:lnTo>
                  <a:lnTo>
                    <a:pt x="1053" y="540"/>
                  </a:lnTo>
                  <a:lnTo>
                    <a:pt x="1055" y="540"/>
                  </a:lnTo>
                  <a:lnTo>
                    <a:pt x="1055" y="542"/>
                  </a:lnTo>
                  <a:lnTo>
                    <a:pt x="1055" y="542"/>
                  </a:lnTo>
                  <a:lnTo>
                    <a:pt x="1057" y="542"/>
                  </a:lnTo>
                  <a:lnTo>
                    <a:pt x="1057" y="542"/>
                  </a:lnTo>
                  <a:lnTo>
                    <a:pt x="1057" y="542"/>
                  </a:lnTo>
                  <a:lnTo>
                    <a:pt x="1053" y="546"/>
                  </a:lnTo>
                  <a:lnTo>
                    <a:pt x="1051" y="548"/>
                  </a:lnTo>
                  <a:lnTo>
                    <a:pt x="1051" y="548"/>
                  </a:lnTo>
                  <a:lnTo>
                    <a:pt x="1051" y="550"/>
                  </a:lnTo>
                  <a:lnTo>
                    <a:pt x="1051" y="550"/>
                  </a:lnTo>
                  <a:lnTo>
                    <a:pt x="1051" y="550"/>
                  </a:lnTo>
                  <a:lnTo>
                    <a:pt x="1051" y="552"/>
                  </a:lnTo>
                  <a:lnTo>
                    <a:pt x="1051" y="552"/>
                  </a:lnTo>
                  <a:lnTo>
                    <a:pt x="1051" y="554"/>
                  </a:lnTo>
                  <a:lnTo>
                    <a:pt x="1051" y="554"/>
                  </a:lnTo>
                  <a:lnTo>
                    <a:pt x="1051" y="554"/>
                  </a:lnTo>
                  <a:lnTo>
                    <a:pt x="1053" y="556"/>
                  </a:lnTo>
                  <a:lnTo>
                    <a:pt x="1053" y="556"/>
                  </a:lnTo>
                  <a:lnTo>
                    <a:pt x="1053" y="556"/>
                  </a:lnTo>
                  <a:lnTo>
                    <a:pt x="1053" y="558"/>
                  </a:lnTo>
                  <a:lnTo>
                    <a:pt x="1053" y="558"/>
                  </a:lnTo>
                  <a:lnTo>
                    <a:pt x="1053" y="560"/>
                  </a:lnTo>
                  <a:lnTo>
                    <a:pt x="1051" y="560"/>
                  </a:lnTo>
                  <a:lnTo>
                    <a:pt x="1051" y="562"/>
                  </a:lnTo>
                  <a:lnTo>
                    <a:pt x="1051" y="562"/>
                  </a:lnTo>
                  <a:lnTo>
                    <a:pt x="1051" y="562"/>
                  </a:lnTo>
                  <a:lnTo>
                    <a:pt x="1053" y="566"/>
                  </a:lnTo>
                  <a:lnTo>
                    <a:pt x="1053" y="566"/>
                  </a:lnTo>
                  <a:lnTo>
                    <a:pt x="1055" y="568"/>
                  </a:lnTo>
                  <a:lnTo>
                    <a:pt x="1055" y="570"/>
                  </a:lnTo>
                  <a:lnTo>
                    <a:pt x="1055" y="570"/>
                  </a:lnTo>
                  <a:lnTo>
                    <a:pt x="1055" y="570"/>
                  </a:lnTo>
                  <a:lnTo>
                    <a:pt x="1055" y="570"/>
                  </a:lnTo>
                  <a:lnTo>
                    <a:pt x="1055" y="572"/>
                  </a:lnTo>
                  <a:lnTo>
                    <a:pt x="1055" y="572"/>
                  </a:lnTo>
                  <a:lnTo>
                    <a:pt x="1055" y="572"/>
                  </a:lnTo>
                  <a:lnTo>
                    <a:pt x="1055" y="572"/>
                  </a:lnTo>
                  <a:lnTo>
                    <a:pt x="1055" y="574"/>
                  </a:lnTo>
                  <a:lnTo>
                    <a:pt x="1057" y="574"/>
                  </a:lnTo>
                  <a:lnTo>
                    <a:pt x="1057" y="576"/>
                  </a:lnTo>
                  <a:lnTo>
                    <a:pt x="1057" y="576"/>
                  </a:lnTo>
                  <a:lnTo>
                    <a:pt x="1059" y="576"/>
                  </a:lnTo>
                  <a:lnTo>
                    <a:pt x="1059" y="576"/>
                  </a:lnTo>
                  <a:lnTo>
                    <a:pt x="1063" y="578"/>
                  </a:lnTo>
                  <a:lnTo>
                    <a:pt x="1065" y="578"/>
                  </a:lnTo>
                  <a:lnTo>
                    <a:pt x="1065" y="578"/>
                  </a:lnTo>
                  <a:lnTo>
                    <a:pt x="1065" y="578"/>
                  </a:lnTo>
                  <a:lnTo>
                    <a:pt x="1065" y="580"/>
                  </a:lnTo>
                  <a:lnTo>
                    <a:pt x="1063" y="580"/>
                  </a:lnTo>
                  <a:lnTo>
                    <a:pt x="1063" y="580"/>
                  </a:lnTo>
                  <a:lnTo>
                    <a:pt x="1065" y="582"/>
                  </a:lnTo>
                  <a:lnTo>
                    <a:pt x="1065" y="582"/>
                  </a:lnTo>
                  <a:lnTo>
                    <a:pt x="1065" y="582"/>
                  </a:lnTo>
                  <a:lnTo>
                    <a:pt x="1065" y="584"/>
                  </a:lnTo>
                  <a:lnTo>
                    <a:pt x="1067" y="584"/>
                  </a:lnTo>
                  <a:lnTo>
                    <a:pt x="1067" y="584"/>
                  </a:lnTo>
                  <a:lnTo>
                    <a:pt x="1069" y="582"/>
                  </a:lnTo>
                  <a:lnTo>
                    <a:pt x="1069" y="582"/>
                  </a:lnTo>
                  <a:lnTo>
                    <a:pt x="1075" y="584"/>
                  </a:lnTo>
                  <a:lnTo>
                    <a:pt x="1077" y="586"/>
                  </a:lnTo>
                  <a:lnTo>
                    <a:pt x="1077" y="586"/>
                  </a:lnTo>
                  <a:lnTo>
                    <a:pt x="1079" y="588"/>
                  </a:lnTo>
                  <a:lnTo>
                    <a:pt x="1079" y="588"/>
                  </a:lnTo>
                  <a:lnTo>
                    <a:pt x="1079" y="590"/>
                  </a:lnTo>
                  <a:lnTo>
                    <a:pt x="1079" y="590"/>
                  </a:lnTo>
                  <a:lnTo>
                    <a:pt x="1079" y="590"/>
                  </a:lnTo>
                  <a:lnTo>
                    <a:pt x="1079" y="592"/>
                  </a:lnTo>
                  <a:lnTo>
                    <a:pt x="1079" y="592"/>
                  </a:lnTo>
                  <a:lnTo>
                    <a:pt x="1077" y="593"/>
                  </a:lnTo>
                  <a:lnTo>
                    <a:pt x="1077" y="595"/>
                  </a:lnTo>
                  <a:lnTo>
                    <a:pt x="1077" y="595"/>
                  </a:lnTo>
                  <a:lnTo>
                    <a:pt x="1077" y="595"/>
                  </a:lnTo>
                  <a:lnTo>
                    <a:pt x="1077" y="597"/>
                  </a:lnTo>
                  <a:lnTo>
                    <a:pt x="1075" y="597"/>
                  </a:lnTo>
                  <a:lnTo>
                    <a:pt x="1073" y="599"/>
                  </a:lnTo>
                  <a:lnTo>
                    <a:pt x="1073" y="601"/>
                  </a:lnTo>
                  <a:lnTo>
                    <a:pt x="1073" y="601"/>
                  </a:lnTo>
                  <a:lnTo>
                    <a:pt x="1073" y="601"/>
                  </a:lnTo>
                  <a:lnTo>
                    <a:pt x="1073" y="601"/>
                  </a:lnTo>
                  <a:lnTo>
                    <a:pt x="1073" y="603"/>
                  </a:lnTo>
                  <a:lnTo>
                    <a:pt x="1073" y="603"/>
                  </a:lnTo>
                  <a:lnTo>
                    <a:pt x="1075" y="603"/>
                  </a:lnTo>
                  <a:lnTo>
                    <a:pt x="1075" y="603"/>
                  </a:lnTo>
                  <a:lnTo>
                    <a:pt x="1082" y="607"/>
                  </a:lnTo>
                  <a:lnTo>
                    <a:pt x="1082" y="607"/>
                  </a:lnTo>
                  <a:lnTo>
                    <a:pt x="1082" y="607"/>
                  </a:lnTo>
                  <a:lnTo>
                    <a:pt x="1084" y="607"/>
                  </a:lnTo>
                  <a:lnTo>
                    <a:pt x="1086" y="607"/>
                  </a:lnTo>
                  <a:lnTo>
                    <a:pt x="1090" y="607"/>
                  </a:lnTo>
                  <a:lnTo>
                    <a:pt x="1090" y="607"/>
                  </a:lnTo>
                  <a:lnTo>
                    <a:pt x="1092" y="607"/>
                  </a:lnTo>
                  <a:lnTo>
                    <a:pt x="1094" y="611"/>
                  </a:lnTo>
                  <a:lnTo>
                    <a:pt x="1094" y="611"/>
                  </a:lnTo>
                  <a:lnTo>
                    <a:pt x="1094" y="613"/>
                  </a:lnTo>
                  <a:lnTo>
                    <a:pt x="1094" y="613"/>
                  </a:lnTo>
                  <a:lnTo>
                    <a:pt x="1094" y="613"/>
                  </a:lnTo>
                  <a:lnTo>
                    <a:pt x="1094" y="615"/>
                  </a:lnTo>
                  <a:lnTo>
                    <a:pt x="1094" y="615"/>
                  </a:lnTo>
                  <a:lnTo>
                    <a:pt x="1094" y="617"/>
                  </a:lnTo>
                  <a:lnTo>
                    <a:pt x="1094" y="617"/>
                  </a:lnTo>
                  <a:lnTo>
                    <a:pt x="1094" y="619"/>
                  </a:lnTo>
                  <a:lnTo>
                    <a:pt x="1098" y="619"/>
                  </a:lnTo>
                  <a:lnTo>
                    <a:pt x="1098" y="619"/>
                  </a:lnTo>
                  <a:lnTo>
                    <a:pt x="1098" y="619"/>
                  </a:lnTo>
                  <a:lnTo>
                    <a:pt x="1098" y="621"/>
                  </a:lnTo>
                  <a:lnTo>
                    <a:pt x="1098" y="621"/>
                  </a:lnTo>
                  <a:lnTo>
                    <a:pt x="1098" y="621"/>
                  </a:lnTo>
                  <a:lnTo>
                    <a:pt x="1098" y="621"/>
                  </a:lnTo>
                  <a:lnTo>
                    <a:pt x="1100" y="623"/>
                  </a:lnTo>
                  <a:lnTo>
                    <a:pt x="1100" y="623"/>
                  </a:lnTo>
                  <a:lnTo>
                    <a:pt x="1100" y="623"/>
                  </a:lnTo>
                  <a:lnTo>
                    <a:pt x="1100" y="625"/>
                  </a:lnTo>
                  <a:lnTo>
                    <a:pt x="1100" y="625"/>
                  </a:lnTo>
                  <a:lnTo>
                    <a:pt x="1102" y="625"/>
                  </a:lnTo>
                  <a:lnTo>
                    <a:pt x="1102" y="625"/>
                  </a:lnTo>
                  <a:lnTo>
                    <a:pt x="1108" y="625"/>
                  </a:lnTo>
                  <a:lnTo>
                    <a:pt x="1122" y="699"/>
                  </a:lnTo>
                  <a:lnTo>
                    <a:pt x="1122" y="699"/>
                  </a:lnTo>
                  <a:lnTo>
                    <a:pt x="1122" y="701"/>
                  </a:lnTo>
                  <a:lnTo>
                    <a:pt x="1133" y="705"/>
                  </a:lnTo>
                  <a:lnTo>
                    <a:pt x="1135" y="707"/>
                  </a:lnTo>
                  <a:lnTo>
                    <a:pt x="1137" y="709"/>
                  </a:lnTo>
                  <a:lnTo>
                    <a:pt x="1137" y="709"/>
                  </a:lnTo>
                  <a:lnTo>
                    <a:pt x="1139" y="711"/>
                  </a:lnTo>
                  <a:lnTo>
                    <a:pt x="1139" y="711"/>
                  </a:lnTo>
                  <a:lnTo>
                    <a:pt x="1139" y="711"/>
                  </a:lnTo>
                  <a:lnTo>
                    <a:pt x="1139" y="711"/>
                  </a:lnTo>
                  <a:lnTo>
                    <a:pt x="1139" y="711"/>
                  </a:lnTo>
                  <a:lnTo>
                    <a:pt x="1141" y="711"/>
                  </a:lnTo>
                  <a:lnTo>
                    <a:pt x="1141" y="711"/>
                  </a:lnTo>
                  <a:lnTo>
                    <a:pt x="1143" y="709"/>
                  </a:lnTo>
                  <a:lnTo>
                    <a:pt x="1143" y="709"/>
                  </a:lnTo>
                  <a:lnTo>
                    <a:pt x="1143" y="709"/>
                  </a:lnTo>
                  <a:lnTo>
                    <a:pt x="1145" y="709"/>
                  </a:lnTo>
                  <a:lnTo>
                    <a:pt x="1145" y="709"/>
                  </a:lnTo>
                  <a:lnTo>
                    <a:pt x="1145" y="711"/>
                  </a:lnTo>
                  <a:lnTo>
                    <a:pt x="1145" y="711"/>
                  </a:lnTo>
                  <a:lnTo>
                    <a:pt x="1145" y="711"/>
                  </a:lnTo>
                  <a:lnTo>
                    <a:pt x="1145" y="711"/>
                  </a:lnTo>
                  <a:lnTo>
                    <a:pt x="1145" y="711"/>
                  </a:lnTo>
                  <a:lnTo>
                    <a:pt x="1147" y="713"/>
                  </a:lnTo>
                  <a:lnTo>
                    <a:pt x="1147" y="713"/>
                  </a:lnTo>
                  <a:lnTo>
                    <a:pt x="1147" y="713"/>
                  </a:lnTo>
                  <a:lnTo>
                    <a:pt x="1147" y="713"/>
                  </a:lnTo>
                  <a:lnTo>
                    <a:pt x="1147" y="715"/>
                  </a:lnTo>
                  <a:lnTo>
                    <a:pt x="1147" y="717"/>
                  </a:lnTo>
                  <a:lnTo>
                    <a:pt x="1147" y="717"/>
                  </a:lnTo>
                  <a:lnTo>
                    <a:pt x="1143" y="721"/>
                  </a:lnTo>
                  <a:lnTo>
                    <a:pt x="1143" y="721"/>
                  </a:lnTo>
                  <a:lnTo>
                    <a:pt x="1143" y="723"/>
                  </a:lnTo>
                  <a:lnTo>
                    <a:pt x="1143" y="723"/>
                  </a:lnTo>
                  <a:lnTo>
                    <a:pt x="1143" y="725"/>
                  </a:lnTo>
                  <a:lnTo>
                    <a:pt x="1143" y="725"/>
                  </a:lnTo>
                  <a:lnTo>
                    <a:pt x="1145" y="727"/>
                  </a:lnTo>
                  <a:lnTo>
                    <a:pt x="1145" y="729"/>
                  </a:lnTo>
                  <a:lnTo>
                    <a:pt x="1145" y="729"/>
                  </a:lnTo>
                  <a:lnTo>
                    <a:pt x="1143" y="733"/>
                  </a:lnTo>
                  <a:lnTo>
                    <a:pt x="1143" y="733"/>
                  </a:lnTo>
                  <a:lnTo>
                    <a:pt x="1141" y="733"/>
                  </a:lnTo>
                  <a:lnTo>
                    <a:pt x="1139" y="735"/>
                  </a:lnTo>
                  <a:lnTo>
                    <a:pt x="1139" y="735"/>
                  </a:lnTo>
                  <a:lnTo>
                    <a:pt x="1139" y="735"/>
                  </a:lnTo>
                  <a:lnTo>
                    <a:pt x="1137" y="739"/>
                  </a:lnTo>
                  <a:lnTo>
                    <a:pt x="1137" y="741"/>
                  </a:lnTo>
                  <a:lnTo>
                    <a:pt x="1137" y="741"/>
                  </a:lnTo>
                  <a:lnTo>
                    <a:pt x="1135" y="741"/>
                  </a:lnTo>
                  <a:lnTo>
                    <a:pt x="1135" y="741"/>
                  </a:lnTo>
                  <a:lnTo>
                    <a:pt x="1135" y="741"/>
                  </a:lnTo>
                  <a:lnTo>
                    <a:pt x="1135" y="741"/>
                  </a:lnTo>
                  <a:lnTo>
                    <a:pt x="1133" y="741"/>
                  </a:lnTo>
                  <a:lnTo>
                    <a:pt x="1133" y="739"/>
                  </a:lnTo>
                  <a:lnTo>
                    <a:pt x="1133" y="739"/>
                  </a:lnTo>
                  <a:lnTo>
                    <a:pt x="1133" y="739"/>
                  </a:lnTo>
                  <a:lnTo>
                    <a:pt x="1133" y="737"/>
                  </a:lnTo>
                  <a:lnTo>
                    <a:pt x="1133" y="737"/>
                  </a:lnTo>
                  <a:lnTo>
                    <a:pt x="1131" y="737"/>
                  </a:lnTo>
                  <a:lnTo>
                    <a:pt x="1131" y="737"/>
                  </a:lnTo>
                  <a:lnTo>
                    <a:pt x="1131" y="737"/>
                  </a:lnTo>
                  <a:lnTo>
                    <a:pt x="1131" y="735"/>
                  </a:lnTo>
                  <a:lnTo>
                    <a:pt x="1130" y="735"/>
                  </a:lnTo>
                  <a:lnTo>
                    <a:pt x="1130" y="737"/>
                  </a:lnTo>
                  <a:lnTo>
                    <a:pt x="1130" y="737"/>
                  </a:lnTo>
                  <a:lnTo>
                    <a:pt x="1130" y="737"/>
                  </a:lnTo>
                  <a:lnTo>
                    <a:pt x="1130" y="739"/>
                  </a:lnTo>
                  <a:lnTo>
                    <a:pt x="1128" y="739"/>
                  </a:lnTo>
                  <a:lnTo>
                    <a:pt x="1128" y="741"/>
                  </a:lnTo>
                  <a:lnTo>
                    <a:pt x="1130" y="741"/>
                  </a:lnTo>
                  <a:lnTo>
                    <a:pt x="1130" y="743"/>
                  </a:lnTo>
                  <a:lnTo>
                    <a:pt x="1128" y="743"/>
                  </a:lnTo>
                  <a:lnTo>
                    <a:pt x="1128" y="743"/>
                  </a:lnTo>
                  <a:lnTo>
                    <a:pt x="1128" y="745"/>
                  </a:lnTo>
                  <a:lnTo>
                    <a:pt x="1128" y="745"/>
                  </a:lnTo>
                  <a:lnTo>
                    <a:pt x="1114" y="751"/>
                  </a:lnTo>
                  <a:lnTo>
                    <a:pt x="1112" y="753"/>
                  </a:lnTo>
                  <a:lnTo>
                    <a:pt x="1110" y="756"/>
                  </a:lnTo>
                  <a:lnTo>
                    <a:pt x="1110" y="756"/>
                  </a:lnTo>
                  <a:lnTo>
                    <a:pt x="1110" y="758"/>
                  </a:lnTo>
                  <a:lnTo>
                    <a:pt x="1110" y="760"/>
                  </a:lnTo>
                  <a:lnTo>
                    <a:pt x="1110" y="760"/>
                  </a:lnTo>
                  <a:lnTo>
                    <a:pt x="1110" y="760"/>
                  </a:lnTo>
                  <a:lnTo>
                    <a:pt x="1108" y="760"/>
                  </a:lnTo>
                  <a:lnTo>
                    <a:pt x="1100" y="762"/>
                  </a:lnTo>
                  <a:lnTo>
                    <a:pt x="1096" y="764"/>
                  </a:lnTo>
                  <a:lnTo>
                    <a:pt x="1094" y="768"/>
                  </a:lnTo>
                  <a:lnTo>
                    <a:pt x="1094" y="770"/>
                  </a:lnTo>
                  <a:lnTo>
                    <a:pt x="1092" y="770"/>
                  </a:lnTo>
                  <a:lnTo>
                    <a:pt x="1090" y="770"/>
                  </a:lnTo>
                  <a:lnTo>
                    <a:pt x="1090" y="768"/>
                  </a:lnTo>
                  <a:lnTo>
                    <a:pt x="1090" y="768"/>
                  </a:lnTo>
                  <a:lnTo>
                    <a:pt x="1090" y="768"/>
                  </a:lnTo>
                  <a:lnTo>
                    <a:pt x="1088" y="768"/>
                  </a:lnTo>
                  <a:lnTo>
                    <a:pt x="1088" y="768"/>
                  </a:lnTo>
                  <a:lnTo>
                    <a:pt x="1088" y="770"/>
                  </a:lnTo>
                  <a:lnTo>
                    <a:pt x="1086" y="770"/>
                  </a:lnTo>
                  <a:lnTo>
                    <a:pt x="1086" y="770"/>
                  </a:lnTo>
                  <a:lnTo>
                    <a:pt x="1084" y="770"/>
                  </a:lnTo>
                  <a:lnTo>
                    <a:pt x="1082" y="770"/>
                  </a:lnTo>
                  <a:lnTo>
                    <a:pt x="1082" y="772"/>
                  </a:lnTo>
                  <a:lnTo>
                    <a:pt x="1082" y="772"/>
                  </a:lnTo>
                  <a:lnTo>
                    <a:pt x="1080" y="772"/>
                  </a:lnTo>
                  <a:lnTo>
                    <a:pt x="1080" y="774"/>
                  </a:lnTo>
                  <a:lnTo>
                    <a:pt x="1080" y="774"/>
                  </a:lnTo>
                  <a:lnTo>
                    <a:pt x="1080" y="774"/>
                  </a:lnTo>
                  <a:lnTo>
                    <a:pt x="1082" y="776"/>
                  </a:lnTo>
                  <a:lnTo>
                    <a:pt x="1082" y="778"/>
                  </a:lnTo>
                  <a:lnTo>
                    <a:pt x="1082" y="778"/>
                  </a:lnTo>
                  <a:lnTo>
                    <a:pt x="1082" y="778"/>
                  </a:lnTo>
                  <a:lnTo>
                    <a:pt x="1082" y="778"/>
                  </a:lnTo>
                  <a:lnTo>
                    <a:pt x="1082" y="780"/>
                  </a:lnTo>
                  <a:lnTo>
                    <a:pt x="1082" y="780"/>
                  </a:lnTo>
                  <a:lnTo>
                    <a:pt x="1080" y="782"/>
                  </a:lnTo>
                  <a:lnTo>
                    <a:pt x="1077" y="782"/>
                  </a:lnTo>
                  <a:lnTo>
                    <a:pt x="1077" y="782"/>
                  </a:lnTo>
                  <a:lnTo>
                    <a:pt x="1077" y="784"/>
                  </a:lnTo>
                  <a:lnTo>
                    <a:pt x="1077" y="784"/>
                  </a:lnTo>
                  <a:lnTo>
                    <a:pt x="1075" y="784"/>
                  </a:lnTo>
                  <a:lnTo>
                    <a:pt x="1075" y="786"/>
                  </a:lnTo>
                  <a:lnTo>
                    <a:pt x="1075" y="786"/>
                  </a:lnTo>
                  <a:lnTo>
                    <a:pt x="1073" y="786"/>
                  </a:lnTo>
                  <a:lnTo>
                    <a:pt x="1071" y="790"/>
                  </a:lnTo>
                  <a:lnTo>
                    <a:pt x="1071" y="792"/>
                  </a:lnTo>
                  <a:lnTo>
                    <a:pt x="1071" y="792"/>
                  </a:lnTo>
                  <a:lnTo>
                    <a:pt x="1071" y="792"/>
                  </a:lnTo>
                  <a:lnTo>
                    <a:pt x="1071" y="794"/>
                  </a:lnTo>
                  <a:lnTo>
                    <a:pt x="1073" y="794"/>
                  </a:lnTo>
                  <a:lnTo>
                    <a:pt x="1073" y="794"/>
                  </a:lnTo>
                  <a:lnTo>
                    <a:pt x="1073" y="796"/>
                  </a:lnTo>
                  <a:lnTo>
                    <a:pt x="1073" y="796"/>
                  </a:lnTo>
                  <a:lnTo>
                    <a:pt x="1073" y="796"/>
                  </a:lnTo>
                  <a:lnTo>
                    <a:pt x="1073" y="798"/>
                  </a:lnTo>
                  <a:lnTo>
                    <a:pt x="1073" y="798"/>
                  </a:lnTo>
                  <a:lnTo>
                    <a:pt x="1073" y="798"/>
                  </a:lnTo>
                  <a:lnTo>
                    <a:pt x="1073" y="798"/>
                  </a:lnTo>
                  <a:lnTo>
                    <a:pt x="1071" y="798"/>
                  </a:lnTo>
                  <a:lnTo>
                    <a:pt x="1071" y="800"/>
                  </a:lnTo>
                  <a:lnTo>
                    <a:pt x="1071" y="800"/>
                  </a:lnTo>
                  <a:lnTo>
                    <a:pt x="1071" y="800"/>
                  </a:lnTo>
                  <a:lnTo>
                    <a:pt x="1073" y="802"/>
                  </a:lnTo>
                  <a:lnTo>
                    <a:pt x="1073" y="802"/>
                  </a:lnTo>
                  <a:lnTo>
                    <a:pt x="1073" y="802"/>
                  </a:lnTo>
                  <a:lnTo>
                    <a:pt x="1073" y="802"/>
                  </a:lnTo>
                  <a:lnTo>
                    <a:pt x="1073" y="804"/>
                  </a:lnTo>
                  <a:lnTo>
                    <a:pt x="1073" y="804"/>
                  </a:lnTo>
                  <a:lnTo>
                    <a:pt x="1073" y="804"/>
                  </a:lnTo>
                  <a:lnTo>
                    <a:pt x="1073" y="806"/>
                  </a:lnTo>
                  <a:lnTo>
                    <a:pt x="1073" y="806"/>
                  </a:lnTo>
                  <a:lnTo>
                    <a:pt x="1073" y="806"/>
                  </a:lnTo>
                  <a:lnTo>
                    <a:pt x="1073" y="806"/>
                  </a:lnTo>
                  <a:lnTo>
                    <a:pt x="1079" y="807"/>
                  </a:lnTo>
                  <a:lnTo>
                    <a:pt x="1079" y="807"/>
                  </a:lnTo>
                  <a:lnTo>
                    <a:pt x="1079" y="807"/>
                  </a:lnTo>
                  <a:lnTo>
                    <a:pt x="1080" y="809"/>
                  </a:lnTo>
                  <a:lnTo>
                    <a:pt x="1080" y="809"/>
                  </a:lnTo>
                  <a:lnTo>
                    <a:pt x="1080" y="809"/>
                  </a:lnTo>
                  <a:lnTo>
                    <a:pt x="1079" y="811"/>
                  </a:lnTo>
                  <a:lnTo>
                    <a:pt x="1079" y="811"/>
                  </a:lnTo>
                  <a:lnTo>
                    <a:pt x="1079" y="811"/>
                  </a:lnTo>
                  <a:lnTo>
                    <a:pt x="1075" y="811"/>
                  </a:lnTo>
                  <a:lnTo>
                    <a:pt x="1073" y="813"/>
                  </a:lnTo>
                  <a:lnTo>
                    <a:pt x="1071" y="813"/>
                  </a:lnTo>
                  <a:lnTo>
                    <a:pt x="1071" y="813"/>
                  </a:lnTo>
                  <a:lnTo>
                    <a:pt x="1067" y="815"/>
                  </a:lnTo>
                  <a:lnTo>
                    <a:pt x="1065" y="815"/>
                  </a:lnTo>
                  <a:lnTo>
                    <a:pt x="1065" y="815"/>
                  </a:lnTo>
                  <a:lnTo>
                    <a:pt x="1061" y="817"/>
                  </a:lnTo>
                  <a:lnTo>
                    <a:pt x="1059" y="817"/>
                  </a:lnTo>
                  <a:lnTo>
                    <a:pt x="1059" y="819"/>
                  </a:lnTo>
                  <a:lnTo>
                    <a:pt x="1057" y="819"/>
                  </a:lnTo>
                  <a:lnTo>
                    <a:pt x="1057" y="819"/>
                  </a:lnTo>
                  <a:lnTo>
                    <a:pt x="1057" y="821"/>
                  </a:lnTo>
                  <a:lnTo>
                    <a:pt x="1057" y="821"/>
                  </a:lnTo>
                  <a:lnTo>
                    <a:pt x="1057" y="821"/>
                  </a:lnTo>
                  <a:lnTo>
                    <a:pt x="1057" y="823"/>
                  </a:lnTo>
                  <a:lnTo>
                    <a:pt x="1059" y="823"/>
                  </a:lnTo>
                  <a:lnTo>
                    <a:pt x="1059" y="823"/>
                  </a:lnTo>
                  <a:lnTo>
                    <a:pt x="1059" y="825"/>
                  </a:lnTo>
                  <a:lnTo>
                    <a:pt x="1059" y="825"/>
                  </a:lnTo>
                  <a:lnTo>
                    <a:pt x="1059" y="827"/>
                  </a:lnTo>
                  <a:lnTo>
                    <a:pt x="1057" y="829"/>
                  </a:lnTo>
                  <a:lnTo>
                    <a:pt x="1057" y="829"/>
                  </a:lnTo>
                  <a:lnTo>
                    <a:pt x="1057" y="831"/>
                  </a:lnTo>
                  <a:lnTo>
                    <a:pt x="1051" y="835"/>
                  </a:lnTo>
                  <a:lnTo>
                    <a:pt x="1051" y="835"/>
                  </a:lnTo>
                  <a:lnTo>
                    <a:pt x="1049" y="837"/>
                  </a:lnTo>
                  <a:lnTo>
                    <a:pt x="1049" y="837"/>
                  </a:lnTo>
                  <a:lnTo>
                    <a:pt x="1049" y="837"/>
                  </a:lnTo>
                  <a:lnTo>
                    <a:pt x="1049" y="839"/>
                  </a:lnTo>
                  <a:lnTo>
                    <a:pt x="1049" y="839"/>
                  </a:lnTo>
                  <a:lnTo>
                    <a:pt x="1049" y="841"/>
                  </a:lnTo>
                  <a:lnTo>
                    <a:pt x="1049" y="841"/>
                  </a:lnTo>
                  <a:lnTo>
                    <a:pt x="1049" y="841"/>
                  </a:lnTo>
                  <a:lnTo>
                    <a:pt x="1049" y="841"/>
                  </a:lnTo>
                  <a:lnTo>
                    <a:pt x="1051" y="843"/>
                  </a:lnTo>
                  <a:lnTo>
                    <a:pt x="1051" y="845"/>
                  </a:lnTo>
                  <a:lnTo>
                    <a:pt x="1053" y="847"/>
                  </a:lnTo>
                  <a:lnTo>
                    <a:pt x="1053" y="847"/>
                  </a:lnTo>
                  <a:lnTo>
                    <a:pt x="1053" y="847"/>
                  </a:lnTo>
                  <a:lnTo>
                    <a:pt x="1053" y="849"/>
                  </a:lnTo>
                  <a:lnTo>
                    <a:pt x="1053" y="849"/>
                  </a:lnTo>
                  <a:lnTo>
                    <a:pt x="1053" y="849"/>
                  </a:lnTo>
                  <a:lnTo>
                    <a:pt x="1053" y="851"/>
                  </a:lnTo>
                  <a:lnTo>
                    <a:pt x="1053" y="851"/>
                  </a:lnTo>
                  <a:lnTo>
                    <a:pt x="1053" y="851"/>
                  </a:lnTo>
                  <a:lnTo>
                    <a:pt x="1055" y="851"/>
                  </a:lnTo>
                  <a:lnTo>
                    <a:pt x="1055" y="853"/>
                  </a:lnTo>
                  <a:lnTo>
                    <a:pt x="1057" y="853"/>
                  </a:lnTo>
                  <a:lnTo>
                    <a:pt x="1057" y="853"/>
                  </a:lnTo>
                  <a:lnTo>
                    <a:pt x="1059" y="853"/>
                  </a:lnTo>
                  <a:lnTo>
                    <a:pt x="1059" y="853"/>
                  </a:lnTo>
                  <a:lnTo>
                    <a:pt x="1059" y="855"/>
                  </a:lnTo>
                  <a:lnTo>
                    <a:pt x="1059" y="855"/>
                  </a:lnTo>
                  <a:lnTo>
                    <a:pt x="1059" y="855"/>
                  </a:lnTo>
                  <a:lnTo>
                    <a:pt x="1059" y="855"/>
                  </a:lnTo>
                  <a:lnTo>
                    <a:pt x="1059" y="857"/>
                  </a:lnTo>
                  <a:lnTo>
                    <a:pt x="1059" y="859"/>
                  </a:lnTo>
                  <a:lnTo>
                    <a:pt x="1059" y="859"/>
                  </a:lnTo>
                  <a:lnTo>
                    <a:pt x="1059" y="859"/>
                  </a:lnTo>
                  <a:lnTo>
                    <a:pt x="1059" y="859"/>
                  </a:lnTo>
                  <a:lnTo>
                    <a:pt x="1059" y="861"/>
                  </a:lnTo>
                  <a:lnTo>
                    <a:pt x="1059" y="861"/>
                  </a:lnTo>
                  <a:lnTo>
                    <a:pt x="1057" y="862"/>
                  </a:lnTo>
                  <a:lnTo>
                    <a:pt x="1057" y="864"/>
                  </a:lnTo>
                  <a:lnTo>
                    <a:pt x="1057" y="864"/>
                  </a:lnTo>
                  <a:lnTo>
                    <a:pt x="1057" y="866"/>
                  </a:lnTo>
                  <a:lnTo>
                    <a:pt x="1057" y="866"/>
                  </a:lnTo>
                  <a:lnTo>
                    <a:pt x="1057" y="866"/>
                  </a:lnTo>
                  <a:lnTo>
                    <a:pt x="1057" y="866"/>
                  </a:lnTo>
                  <a:lnTo>
                    <a:pt x="1057" y="868"/>
                  </a:lnTo>
                  <a:lnTo>
                    <a:pt x="1059" y="868"/>
                  </a:lnTo>
                  <a:lnTo>
                    <a:pt x="1059" y="868"/>
                  </a:lnTo>
                  <a:lnTo>
                    <a:pt x="1059" y="870"/>
                  </a:lnTo>
                  <a:lnTo>
                    <a:pt x="1059" y="872"/>
                  </a:lnTo>
                  <a:lnTo>
                    <a:pt x="1057" y="872"/>
                  </a:lnTo>
                  <a:lnTo>
                    <a:pt x="1057" y="874"/>
                  </a:lnTo>
                  <a:lnTo>
                    <a:pt x="1057" y="874"/>
                  </a:lnTo>
                  <a:lnTo>
                    <a:pt x="1057" y="874"/>
                  </a:lnTo>
                  <a:lnTo>
                    <a:pt x="1057" y="876"/>
                  </a:lnTo>
                  <a:lnTo>
                    <a:pt x="1055" y="878"/>
                  </a:lnTo>
                  <a:lnTo>
                    <a:pt x="1055" y="880"/>
                  </a:lnTo>
                  <a:lnTo>
                    <a:pt x="1055" y="880"/>
                  </a:lnTo>
                  <a:lnTo>
                    <a:pt x="1055" y="882"/>
                  </a:lnTo>
                  <a:lnTo>
                    <a:pt x="1053" y="882"/>
                  </a:lnTo>
                  <a:lnTo>
                    <a:pt x="1051" y="882"/>
                  </a:lnTo>
                  <a:lnTo>
                    <a:pt x="1047" y="882"/>
                  </a:lnTo>
                  <a:lnTo>
                    <a:pt x="1043" y="882"/>
                  </a:lnTo>
                  <a:lnTo>
                    <a:pt x="1043" y="882"/>
                  </a:lnTo>
                  <a:lnTo>
                    <a:pt x="1043" y="880"/>
                  </a:lnTo>
                  <a:lnTo>
                    <a:pt x="1041" y="878"/>
                  </a:lnTo>
                  <a:lnTo>
                    <a:pt x="1041" y="876"/>
                  </a:lnTo>
                  <a:lnTo>
                    <a:pt x="1041" y="876"/>
                  </a:lnTo>
                  <a:lnTo>
                    <a:pt x="1031" y="878"/>
                  </a:lnTo>
                  <a:lnTo>
                    <a:pt x="1028" y="878"/>
                  </a:lnTo>
                  <a:lnTo>
                    <a:pt x="1020" y="878"/>
                  </a:lnTo>
                  <a:lnTo>
                    <a:pt x="1020" y="878"/>
                  </a:lnTo>
                  <a:lnTo>
                    <a:pt x="1016" y="882"/>
                  </a:lnTo>
                  <a:lnTo>
                    <a:pt x="1014" y="886"/>
                  </a:lnTo>
                  <a:lnTo>
                    <a:pt x="1014" y="888"/>
                  </a:lnTo>
                  <a:lnTo>
                    <a:pt x="1012" y="890"/>
                  </a:lnTo>
                  <a:lnTo>
                    <a:pt x="1012" y="890"/>
                  </a:lnTo>
                  <a:lnTo>
                    <a:pt x="1012" y="890"/>
                  </a:lnTo>
                  <a:lnTo>
                    <a:pt x="1012" y="892"/>
                  </a:lnTo>
                  <a:lnTo>
                    <a:pt x="1012" y="892"/>
                  </a:lnTo>
                  <a:lnTo>
                    <a:pt x="1012" y="892"/>
                  </a:lnTo>
                  <a:lnTo>
                    <a:pt x="1012" y="892"/>
                  </a:lnTo>
                  <a:lnTo>
                    <a:pt x="1012" y="894"/>
                  </a:lnTo>
                  <a:lnTo>
                    <a:pt x="1014" y="894"/>
                  </a:lnTo>
                  <a:lnTo>
                    <a:pt x="1014" y="894"/>
                  </a:lnTo>
                  <a:lnTo>
                    <a:pt x="1014" y="894"/>
                  </a:lnTo>
                  <a:lnTo>
                    <a:pt x="1012" y="894"/>
                  </a:lnTo>
                  <a:lnTo>
                    <a:pt x="1010" y="898"/>
                  </a:lnTo>
                  <a:lnTo>
                    <a:pt x="1010" y="898"/>
                  </a:lnTo>
                  <a:lnTo>
                    <a:pt x="1006" y="898"/>
                  </a:lnTo>
                  <a:lnTo>
                    <a:pt x="1006" y="898"/>
                  </a:lnTo>
                  <a:lnTo>
                    <a:pt x="984" y="910"/>
                  </a:lnTo>
                  <a:lnTo>
                    <a:pt x="979" y="915"/>
                  </a:lnTo>
                  <a:lnTo>
                    <a:pt x="975" y="917"/>
                  </a:lnTo>
                  <a:lnTo>
                    <a:pt x="975" y="919"/>
                  </a:lnTo>
                  <a:lnTo>
                    <a:pt x="967" y="919"/>
                  </a:lnTo>
                  <a:lnTo>
                    <a:pt x="967" y="919"/>
                  </a:lnTo>
                  <a:lnTo>
                    <a:pt x="965" y="919"/>
                  </a:lnTo>
                  <a:lnTo>
                    <a:pt x="965" y="919"/>
                  </a:lnTo>
                  <a:lnTo>
                    <a:pt x="965" y="917"/>
                  </a:lnTo>
                  <a:lnTo>
                    <a:pt x="965" y="917"/>
                  </a:lnTo>
                  <a:lnTo>
                    <a:pt x="965" y="917"/>
                  </a:lnTo>
                  <a:lnTo>
                    <a:pt x="965" y="917"/>
                  </a:lnTo>
                  <a:lnTo>
                    <a:pt x="963" y="915"/>
                  </a:lnTo>
                  <a:lnTo>
                    <a:pt x="961" y="915"/>
                  </a:lnTo>
                  <a:lnTo>
                    <a:pt x="961" y="915"/>
                  </a:lnTo>
                  <a:lnTo>
                    <a:pt x="959" y="915"/>
                  </a:lnTo>
                  <a:lnTo>
                    <a:pt x="959" y="919"/>
                  </a:lnTo>
                  <a:lnTo>
                    <a:pt x="953" y="919"/>
                  </a:lnTo>
                  <a:lnTo>
                    <a:pt x="951" y="919"/>
                  </a:lnTo>
                  <a:lnTo>
                    <a:pt x="949" y="919"/>
                  </a:lnTo>
                  <a:lnTo>
                    <a:pt x="949" y="919"/>
                  </a:lnTo>
                  <a:lnTo>
                    <a:pt x="947" y="919"/>
                  </a:lnTo>
                  <a:lnTo>
                    <a:pt x="947" y="919"/>
                  </a:lnTo>
                  <a:lnTo>
                    <a:pt x="947" y="919"/>
                  </a:lnTo>
                  <a:lnTo>
                    <a:pt x="947" y="921"/>
                  </a:lnTo>
                  <a:lnTo>
                    <a:pt x="947" y="921"/>
                  </a:lnTo>
                  <a:lnTo>
                    <a:pt x="945" y="921"/>
                  </a:lnTo>
                  <a:lnTo>
                    <a:pt x="945" y="921"/>
                  </a:lnTo>
                  <a:lnTo>
                    <a:pt x="945" y="923"/>
                  </a:lnTo>
                  <a:lnTo>
                    <a:pt x="945" y="923"/>
                  </a:lnTo>
                  <a:lnTo>
                    <a:pt x="937" y="925"/>
                  </a:lnTo>
                  <a:lnTo>
                    <a:pt x="937" y="925"/>
                  </a:lnTo>
                  <a:lnTo>
                    <a:pt x="937" y="927"/>
                  </a:lnTo>
                  <a:lnTo>
                    <a:pt x="937" y="927"/>
                  </a:lnTo>
                  <a:lnTo>
                    <a:pt x="939" y="929"/>
                  </a:lnTo>
                  <a:lnTo>
                    <a:pt x="939" y="929"/>
                  </a:lnTo>
                  <a:lnTo>
                    <a:pt x="939" y="929"/>
                  </a:lnTo>
                  <a:lnTo>
                    <a:pt x="939" y="929"/>
                  </a:lnTo>
                  <a:lnTo>
                    <a:pt x="939" y="931"/>
                  </a:lnTo>
                  <a:lnTo>
                    <a:pt x="939" y="931"/>
                  </a:lnTo>
                  <a:lnTo>
                    <a:pt x="937" y="933"/>
                  </a:lnTo>
                  <a:lnTo>
                    <a:pt x="937" y="935"/>
                  </a:lnTo>
                  <a:lnTo>
                    <a:pt x="935" y="937"/>
                  </a:lnTo>
                  <a:lnTo>
                    <a:pt x="933" y="939"/>
                  </a:lnTo>
                  <a:lnTo>
                    <a:pt x="933" y="939"/>
                  </a:lnTo>
                  <a:lnTo>
                    <a:pt x="931" y="941"/>
                  </a:lnTo>
                  <a:lnTo>
                    <a:pt x="926" y="941"/>
                  </a:lnTo>
                  <a:lnTo>
                    <a:pt x="924" y="943"/>
                  </a:lnTo>
                  <a:lnTo>
                    <a:pt x="922" y="943"/>
                  </a:lnTo>
                  <a:lnTo>
                    <a:pt x="922" y="943"/>
                  </a:lnTo>
                  <a:lnTo>
                    <a:pt x="922" y="943"/>
                  </a:lnTo>
                  <a:lnTo>
                    <a:pt x="920" y="943"/>
                  </a:lnTo>
                  <a:lnTo>
                    <a:pt x="920" y="943"/>
                  </a:lnTo>
                  <a:lnTo>
                    <a:pt x="920" y="941"/>
                  </a:lnTo>
                  <a:lnTo>
                    <a:pt x="920" y="941"/>
                  </a:lnTo>
                  <a:lnTo>
                    <a:pt x="920" y="941"/>
                  </a:lnTo>
                  <a:lnTo>
                    <a:pt x="920" y="941"/>
                  </a:lnTo>
                  <a:lnTo>
                    <a:pt x="920" y="939"/>
                  </a:lnTo>
                  <a:lnTo>
                    <a:pt x="920" y="939"/>
                  </a:lnTo>
                  <a:lnTo>
                    <a:pt x="920" y="939"/>
                  </a:lnTo>
                  <a:lnTo>
                    <a:pt x="920" y="937"/>
                  </a:lnTo>
                  <a:lnTo>
                    <a:pt x="918" y="937"/>
                  </a:lnTo>
                  <a:lnTo>
                    <a:pt x="918" y="937"/>
                  </a:lnTo>
                  <a:lnTo>
                    <a:pt x="918" y="935"/>
                  </a:lnTo>
                  <a:lnTo>
                    <a:pt x="918" y="935"/>
                  </a:lnTo>
                  <a:lnTo>
                    <a:pt x="912" y="935"/>
                  </a:lnTo>
                  <a:lnTo>
                    <a:pt x="910" y="935"/>
                  </a:lnTo>
                  <a:lnTo>
                    <a:pt x="908" y="933"/>
                  </a:lnTo>
                  <a:lnTo>
                    <a:pt x="908" y="933"/>
                  </a:lnTo>
                  <a:lnTo>
                    <a:pt x="908" y="933"/>
                  </a:lnTo>
                  <a:lnTo>
                    <a:pt x="892" y="935"/>
                  </a:lnTo>
                  <a:lnTo>
                    <a:pt x="890" y="935"/>
                  </a:lnTo>
                  <a:lnTo>
                    <a:pt x="890" y="935"/>
                  </a:lnTo>
                  <a:lnTo>
                    <a:pt x="890" y="935"/>
                  </a:lnTo>
                  <a:lnTo>
                    <a:pt x="888" y="935"/>
                  </a:lnTo>
                  <a:lnTo>
                    <a:pt x="888" y="935"/>
                  </a:lnTo>
                  <a:lnTo>
                    <a:pt x="888" y="937"/>
                  </a:lnTo>
                  <a:lnTo>
                    <a:pt x="890" y="937"/>
                  </a:lnTo>
                  <a:lnTo>
                    <a:pt x="890" y="937"/>
                  </a:lnTo>
                  <a:lnTo>
                    <a:pt x="890" y="937"/>
                  </a:lnTo>
                  <a:lnTo>
                    <a:pt x="890" y="939"/>
                  </a:lnTo>
                  <a:lnTo>
                    <a:pt x="890" y="939"/>
                  </a:lnTo>
                  <a:lnTo>
                    <a:pt x="890" y="939"/>
                  </a:lnTo>
                  <a:lnTo>
                    <a:pt x="890" y="941"/>
                  </a:lnTo>
                  <a:lnTo>
                    <a:pt x="888" y="943"/>
                  </a:lnTo>
                  <a:lnTo>
                    <a:pt x="888" y="943"/>
                  </a:lnTo>
                  <a:lnTo>
                    <a:pt x="886" y="947"/>
                  </a:lnTo>
                  <a:lnTo>
                    <a:pt x="884" y="947"/>
                  </a:lnTo>
                  <a:lnTo>
                    <a:pt x="884" y="947"/>
                  </a:lnTo>
                  <a:lnTo>
                    <a:pt x="884" y="947"/>
                  </a:lnTo>
                  <a:lnTo>
                    <a:pt x="882" y="945"/>
                  </a:lnTo>
                  <a:lnTo>
                    <a:pt x="880" y="945"/>
                  </a:lnTo>
                  <a:lnTo>
                    <a:pt x="880" y="945"/>
                  </a:lnTo>
                  <a:lnTo>
                    <a:pt x="880" y="945"/>
                  </a:lnTo>
                  <a:lnTo>
                    <a:pt x="877" y="949"/>
                  </a:lnTo>
                  <a:lnTo>
                    <a:pt x="875" y="953"/>
                  </a:lnTo>
                  <a:lnTo>
                    <a:pt x="875" y="953"/>
                  </a:lnTo>
                  <a:lnTo>
                    <a:pt x="875" y="955"/>
                  </a:lnTo>
                  <a:lnTo>
                    <a:pt x="873" y="955"/>
                  </a:lnTo>
                  <a:lnTo>
                    <a:pt x="869" y="953"/>
                  </a:lnTo>
                  <a:lnTo>
                    <a:pt x="867" y="953"/>
                  </a:lnTo>
                  <a:lnTo>
                    <a:pt x="867" y="953"/>
                  </a:lnTo>
                  <a:lnTo>
                    <a:pt x="867" y="953"/>
                  </a:lnTo>
                  <a:lnTo>
                    <a:pt x="865" y="949"/>
                  </a:lnTo>
                  <a:lnTo>
                    <a:pt x="863" y="949"/>
                  </a:lnTo>
                  <a:lnTo>
                    <a:pt x="861" y="947"/>
                  </a:lnTo>
                  <a:lnTo>
                    <a:pt x="861" y="947"/>
                  </a:lnTo>
                  <a:lnTo>
                    <a:pt x="861" y="945"/>
                  </a:lnTo>
                  <a:lnTo>
                    <a:pt x="861" y="945"/>
                  </a:lnTo>
                  <a:lnTo>
                    <a:pt x="861" y="943"/>
                  </a:lnTo>
                  <a:lnTo>
                    <a:pt x="861" y="943"/>
                  </a:lnTo>
                  <a:lnTo>
                    <a:pt x="861" y="943"/>
                  </a:lnTo>
                  <a:lnTo>
                    <a:pt x="861" y="943"/>
                  </a:lnTo>
                  <a:lnTo>
                    <a:pt x="849" y="945"/>
                  </a:lnTo>
                  <a:lnTo>
                    <a:pt x="847" y="945"/>
                  </a:lnTo>
                  <a:lnTo>
                    <a:pt x="847" y="945"/>
                  </a:lnTo>
                  <a:lnTo>
                    <a:pt x="847" y="945"/>
                  </a:lnTo>
                  <a:lnTo>
                    <a:pt x="843" y="949"/>
                  </a:lnTo>
                  <a:lnTo>
                    <a:pt x="841" y="951"/>
                  </a:lnTo>
                  <a:lnTo>
                    <a:pt x="839" y="951"/>
                  </a:lnTo>
                  <a:lnTo>
                    <a:pt x="839" y="951"/>
                  </a:lnTo>
                  <a:lnTo>
                    <a:pt x="831" y="949"/>
                  </a:lnTo>
                  <a:lnTo>
                    <a:pt x="829" y="949"/>
                  </a:lnTo>
                  <a:lnTo>
                    <a:pt x="812" y="941"/>
                  </a:lnTo>
                  <a:lnTo>
                    <a:pt x="812" y="941"/>
                  </a:lnTo>
                  <a:lnTo>
                    <a:pt x="812" y="941"/>
                  </a:lnTo>
                  <a:lnTo>
                    <a:pt x="812" y="939"/>
                  </a:lnTo>
                  <a:lnTo>
                    <a:pt x="812" y="939"/>
                  </a:lnTo>
                  <a:lnTo>
                    <a:pt x="814" y="939"/>
                  </a:lnTo>
                  <a:lnTo>
                    <a:pt x="814" y="937"/>
                  </a:lnTo>
                  <a:lnTo>
                    <a:pt x="814" y="937"/>
                  </a:lnTo>
                  <a:lnTo>
                    <a:pt x="814" y="937"/>
                  </a:lnTo>
                  <a:lnTo>
                    <a:pt x="814" y="937"/>
                  </a:lnTo>
                  <a:lnTo>
                    <a:pt x="812" y="935"/>
                  </a:lnTo>
                  <a:lnTo>
                    <a:pt x="810" y="935"/>
                  </a:lnTo>
                  <a:lnTo>
                    <a:pt x="808" y="933"/>
                  </a:lnTo>
                  <a:lnTo>
                    <a:pt x="806" y="931"/>
                  </a:lnTo>
                  <a:lnTo>
                    <a:pt x="798" y="929"/>
                  </a:lnTo>
                  <a:lnTo>
                    <a:pt x="796" y="929"/>
                  </a:lnTo>
                  <a:lnTo>
                    <a:pt x="792" y="931"/>
                  </a:lnTo>
                  <a:lnTo>
                    <a:pt x="792" y="931"/>
                  </a:lnTo>
                  <a:lnTo>
                    <a:pt x="784" y="933"/>
                  </a:lnTo>
                  <a:lnTo>
                    <a:pt x="782" y="933"/>
                  </a:lnTo>
                  <a:lnTo>
                    <a:pt x="778" y="931"/>
                  </a:lnTo>
                  <a:lnTo>
                    <a:pt x="769" y="931"/>
                  </a:lnTo>
                  <a:lnTo>
                    <a:pt x="767" y="929"/>
                  </a:lnTo>
                  <a:lnTo>
                    <a:pt x="765" y="927"/>
                  </a:lnTo>
                  <a:lnTo>
                    <a:pt x="765" y="927"/>
                  </a:lnTo>
                  <a:lnTo>
                    <a:pt x="763" y="927"/>
                  </a:lnTo>
                  <a:lnTo>
                    <a:pt x="763" y="927"/>
                  </a:lnTo>
                  <a:lnTo>
                    <a:pt x="761" y="929"/>
                  </a:lnTo>
                  <a:lnTo>
                    <a:pt x="761" y="929"/>
                  </a:lnTo>
                  <a:lnTo>
                    <a:pt x="759" y="931"/>
                  </a:lnTo>
                  <a:lnTo>
                    <a:pt x="759" y="931"/>
                  </a:lnTo>
                  <a:lnTo>
                    <a:pt x="759" y="933"/>
                  </a:lnTo>
                  <a:lnTo>
                    <a:pt x="757" y="935"/>
                  </a:lnTo>
                  <a:lnTo>
                    <a:pt x="757" y="935"/>
                  </a:lnTo>
                  <a:lnTo>
                    <a:pt x="757" y="935"/>
                  </a:lnTo>
                  <a:lnTo>
                    <a:pt x="755" y="937"/>
                  </a:lnTo>
                  <a:lnTo>
                    <a:pt x="755" y="937"/>
                  </a:lnTo>
                  <a:lnTo>
                    <a:pt x="755" y="937"/>
                  </a:lnTo>
                  <a:lnTo>
                    <a:pt x="755" y="937"/>
                  </a:lnTo>
                  <a:lnTo>
                    <a:pt x="755" y="939"/>
                  </a:lnTo>
                  <a:lnTo>
                    <a:pt x="753" y="939"/>
                  </a:lnTo>
                  <a:lnTo>
                    <a:pt x="753" y="937"/>
                  </a:lnTo>
                  <a:lnTo>
                    <a:pt x="753" y="937"/>
                  </a:lnTo>
                  <a:lnTo>
                    <a:pt x="749" y="933"/>
                  </a:lnTo>
                  <a:lnTo>
                    <a:pt x="749" y="933"/>
                  </a:lnTo>
                  <a:lnTo>
                    <a:pt x="749" y="931"/>
                  </a:lnTo>
                  <a:lnTo>
                    <a:pt x="749" y="931"/>
                  </a:lnTo>
                  <a:lnTo>
                    <a:pt x="749" y="931"/>
                  </a:lnTo>
                  <a:lnTo>
                    <a:pt x="749" y="931"/>
                  </a:lnTo>
                  <a:lnTo>
                    <a:pt x="749" y="929"/>
                  </a:lnTo>
                  <a:lnTo>
                    <a:pt x="747" y="929"/>
                  </a:lnTo>
                  <a:lnTo>
                    <a:pt x="747" y="929"/>
                  </a:lnTo>
                  <a:lnTo>
                    <a:pt x="747" y="929"/>
                  </a:lnTo>
                  <a:lnTo>
                    <a:pt x="747" y="927"/>
                  </a:lnTo>
                  <a:lnTo>
                    <a:pt x="747" y="927"/>
                  </a:lnTo>
                  <a:lnTo>
                    <a:pt x="749" y="927"/>
                  </a:lnTo>
                  <a:lnTo>
                    <a:pt x="749" y="925"/>
                  </a:lnTo>
                  <a:lnTo>
                    <a:pt x="749" y="925"/>
                  </a:lnTo>
                  <a:lnTo>
                    <a:pt x="749" y="925"/>
                  </a:lnTo>
                  <a:lnTo>
                    <a:pt x="749" y="925"/>
                  </a:lnTo>
                  <a:lnTo>
                    <a:pt x="749" y="923"/>
                  </a:lnTo>
                  <a:lnTo>
                    <a:pt x="749" y="923"/>
                  </a:lnTo>
                  <a:lnTo>
                    <a:pt x="749" y="923"/>
                  </a:lnTo>
                  <a:lnTo>
                    <a:pt x="749" y="923"/>
                  </a:lnTo>
                  <a:lnTo>
                    <a:pt x="749" y="921"/>
                  </a:lnTo>
                  <a:lnTo>
                    <a:pt x="749" y="921"/>
                  </a:lnTo>
                  <a:lnTo>
                    <a:pt x="749" y="921"/>
                  </a:lnTo>
                  <a:lnTo>
                    <a:pt x="749" y="919"/>
                  </a:lnTo>
                  <a:lnTo>
                    <a:pt x="749" y="919"/>
                  </a:lnTo>
                  <a:lnTo>
                    <a:pt x="749" y="919"/>
                  </a:lnTo>
                  <a:lnTo>
                    <a:pt x="747" y="919"/>
                  </a:lnTo>
                  <a:lnTo>
                    <a:pt x="747" y="919"/>
                  </a:lnTo>
                  <a:lnTo>
                    <a:pt x="745" y="917"/>
                  </a:lnTo>
                  <a:lnTo>
                    <a:pt x="745" y="917"/>
                  </a:lnTo>
                  <a:lnTo>
                    <a:pt x="745" y="917"/>
                  </a:lnTo>
                  <a:lnTo>
                    <a:pt x="745" y="917"/>
                  </a:lnTo>
                  <a:lnTo>
                    <a:pt x="743" y="915"/>
                  </a:lnTo>
                  <a:lnTo>
                    <a:pt x="743" y="915"/>
                  </a:lnTo>
                  <a:lnTo>
                    <a:pt x="745" y="915"/>
                  </a:lnTo>
                  <a:lnTo>
                    <a:pt x="745" y="915"/>
                  </a:lnTo>
                  <a:lnTo>
                    <a:pt x="745" y="914"/>
                  </a:lnTo>
                  <a:lnTo>
                    <a:pt x="745" y="914"/>
                  </a:lnTo>
                  <a:lnTo>
                    <a:pt x="745" y="914"/>
                  </a:lnTo>
                  <a:lnTo>
                    <a:pt x="745" y="914"/>
                  </a:lnTo>
                  <a:lnTo>
                    <a:pt x="745" y="912"/>
                  </a:lnTo>
                  <a:lnTo>
                    <a:pt x="745" y="912"/>
                  </a:lnTo>
                  <a:lnTo>
                    <a:pt x="745" y="912"/>
                  </a:lnTo>
                  <a:lnTo>
                    <a:pt x="743" y="912"/>
                  </a:lnTo>
                  <a:lnTo>
                    <a:pt x="741" y="910"/>
                  </a:lnTo>
                  <a:lnTo>
                    <a:pt x="735" y="908"/>
                  </a:lnTo>
                  <a:lnTo>
                    <a:pt x="733" y="906"/>
                  </a:lnTo>
                  <a:lnTo>
                    <a:pt x="731" y="906"/>
                  </a:lnTo>
                  <a:lnTo>
                    <a:pt x="731" y="906"/>
                  </a:lnTo>
                  <a:lnTo>
                    <a:pt x="726" y="908"/>
                  </a:lnTo>
                  <a:lnTo>
                    <a:pt x="724" y="906"/>
                  </a:lnTo>
                  <a:lnTo>
                    <a:pt x="722" y="906"/>
                  </a:lnTo>
                  <a:lnTo>
                    <a:pt x="722" y="904"/>
                  </a:lnTo>
                  <a:lnTo>
                    <a:pt x="712" y="904"/>
                  </a:lnTo>
                  <a:lnTo>
                    <a:pt x="710" y="906"/>
                  </a:lnTo>
                  <a:lnTo>
                    <a:pt x="710" y="906"/>
                  </a:lnTo>
                  <a:lnTo>
                    <a:pt x="710" y="906"/>
                  </a:lnTo>
                  <a:lnTo>
                    <a:pt x="710" y="908"/>
                  </a:lnTo>
                  <a:lnTo>
                    <a:pt x="710" y="908"/>
                  </a:lnTo>
                  <a:lnTo>
                    <a:pt x="710" y="910"/>
                  </a:lnTo>
                  <a:lnTo>
                    <a:pt x="710" y="910"/>
                  </a:lnTo>
                  <a:lnTo>
                    <a:pt x="710" y="910"/>
                  </a:lnTo>
                  <a:lnTo>
                    <a:pt x="710" y="910"/>
                  </a:lnTo>
                  <a:lnTo>
                    <a:pt x="710" y="910"/>
                  </a:lnTo>
                  <a:lnTo>
                    <a:pt x="710" y="910"/>
                  </a:lnTo>
                  <a:lnTo>
                    <a:pt x="710" y="912"/>
                  </a:lnTo>
                  <a:lnTo>
                    <a:pt x="708" y="914"/>
                  </a:lnTo>
                  <a:lnTo>
                    <a:pt x="708" y="915"/>
                  </a:lnTo>
                  <a:lnTo>
                    <a:pt x="708" y="915"/>
                  </a:lnTo>
                  <a:lnTo>
                    <a:pt x="708" y="915"/>
                  </a:lnTo>
                  <a:lnTo>
                    <a:pt x="708" y="915"/>
                  </a:lnTo>
                  <a:lnTo>
                    <a:pt x="708" y="917"/>
                  </a:lnTo>
                  <a:lnTo>
                    <a:pt x="708" y="917"/>
                  </a:lnTo>
                  <a:lnTo>
                    <a:pt x="710" y="917"/>
                  </a:lnTo>
                  <a:lnTo>
                    <a:pt x="710" y="919"/>
                  </a:lnTo>
                  <a:lnTo>
                    <a:pt x="710" y="919"/>
                  </a:lnTo>
                  <a:lnTo>
                    <a:pt x="710" y="919"/>
                  </a:lnTo>
                  <a:lnTo>
                    <a:pt x="710" y="919"/>
                  </a:lnTo>
                  <a:lnTo>
                    <a:pt x="710" y="921"/>
                  </a:lnTo>
                  <a:lnTo>
                    <a:pt x="710" y="921"/>
                  </a:lnTo>
                  <a:lnTo>
                    <a:pt x="710" y="921"/>
                  </a:lnTo>
                  <a:lnTo>
                    <a:pt x="708" y="923"/>
                  </a:lnTo>
                  <a:lnTo>
                    <a:pt x="708" y="923"/>
                  </a:lnTo>
                  <a:lnTo>
                    <a:pt x="706" y="923"/>
                  </a:lnTo>
                  <a:lnTo>
                    <a:pt x="700" y="921"/>
                  </a:lnTo>
                  <a:lnTo>
                    <a:pt x="700" y="921"/>
                  </a:lnTo>
                  <a:lnTo>
                    <a:pt x="696" y="923"/>
                  </a:lnTo>
                  <a:lnTo>
                    <a:pt x="688" y="921"/>
                  </a:lnTo>
                  <a:lnTo>
                    <a:pt x="684" y="923"/>
                  </a:lnTo>
                  <a:lnTo>
                    <a:pt x="682" y="923"/>
                  </a:lnTo>
                  <a:lnTo>
                    <a:pt x="673" y="917"/>
                  </a:lnTo>
                  <a:lnTo>
                    <a:pt x="671" y="917"/>
                  </a:lnTo>
                  <a:lnTo>
                    <a:pt x="665" y="919"/>
                  </a:lnTo>
                  <a:lnTo>
                    <a:pt x="665" y="919"/>
                  </a:lnTo>
                  <a:lnTo>
                    <a:pt x="663" y="921"/>
                  </a:lnTo>
                  <a:lnTo>
                    <a:pt x="661" y="927"/>
                  </a:lnTo>
                  <a:lnTo>
                    <a:pt x="657" y="931"/>
                  </a:lnTo>
                  <a:lnTo>
                    <a:pt x="655" y="933"/>
                  </a:lnTo>
                  <a:lnTo>
                    <a:pt x="655" y="933"/>
                  </a:lnTo>
                  <a:lnTo>
                    <a:pt x="645" y="929"/>
                  </a:lnTo>
                  <a:lnTo>
                    <a:pt x="645" y="929"/>
                  </a:lnTo>
                  <a:lnTo>
                    <a:pt x="645" y="931"/>
                  </a:lnTo>
                  <a:lnTo>
                    <a:pt x="643" y="931"/>
                  </a:lnTo>
                  <a:lnTo>
                    <a:pt x="641" y="931"/>
                  </a:lnTo>
                  <a:lnTo>
                    <a:pt x="639" y="933"/>
                  </a:lnTo>
                  <a:lnTo>
                    <a:pt x="639" y="933"/>
                  </a:lnTo>
                  <a:lnTo>
                    <a:pt x="639" y="933"/>
                  </a:lnTo>
                  <a:lnTo>
                    <a:pt x="637" y="935"/>
                  </a:lnTo>
                  <a:lnTo>
                    <a:pt x="637" y="935"/>
                  </a:lnTo>
                  <a:lnTo>
                    <a:pt x="637" y="937"/>
                  </a:lnTo>
                  <a:lnTo>
                    <a:pt x="637" y="937"/>
                  </a:lnTo>
                  <a:lnTo>
                    <a:pt x="637" y="939"/>
                  </a:lnTo>
                  <a:lnTo>
                    <a:pt x="637" y="939"/>
                  </a:lnTo>
                  <a:lnTo>
                    <a:pt x="637" y="939"/>
                  </a:lnTo>
                  <a:lnTo>
                    <a:pt x="635" y="941"/>
                  </a:lnTo>
                  <a:lnTo>
                    <a:pt x="631" y="945"/>
                  </a:lnTo>
                  <a:lnTo>
                    <a:pt x="631" y="945"/>
                  </a:lnTo>
                  <a:lnTo>
                    <a:pt x="625" y="945"/>
                  </a:lnTo>
                  <a:lnTo>
                    <a:pt x="622" y="945"/>
                  </a:lnTo>
                  <a:lnTo>
                    <a:pt x="620" y="945"/>
                  </a:lnTo>
                  <a:lnTo>
                    <a:pt x="620" y="945"/>
                  </a:lnTo>
                  <a:lnTo>
                    <a:pt x="620" y="947"/>
                  </a:lnTo>
                  <a:lnTo>
                    <a:pt x="618" y="947"/>
                  </a:lnTo>
                  <a:lnTo>
                    <a:pt x="618" y="949"/>
                  </a:lnTo>
                  <a:lnTo>
                    <a:pt x="618" y="949"/>
                  </a:lnTo>
                  <a:lnTo>
                    <a:pt x="618" y="949"/>
                  </a:lnTo>
                  <a:lnTo>
                    <a:pt x="618" y="951"/>
                  </a:lnTo>
                  <a:lnTo>
                    <a:pt x="618" y="951"/>
                  </a:lnTo>
                  <a:lnTo>
                    <a:pt x="618" y="953"/>
                  </a:lnTo>
                  <a:lnTo>
                    <a:pt x="616" y="953"/>
                  </a:lnTo>
                  <a:lnTo>
                    <a:pt x="616" y="955"/>
                  </a:lnTo>
                  <a:lnTo>
                    <a:pt x="616" y="955"/>
                  </a:lnTo>
                  <a:lnTo>
                    <a:pt x="616" y="955"/>
                  </a:lnTo>
                  <a:lnTo>
                    <a:pt x="614" y="957"/>
                  </a:lnTo>
                  <a:lnTo>
                    <a:pt x="612" y="957"/>
                  </a:lnTo>
                  <a:lnTo>
                    <a:pt x="610" y="957"/>
                  </a:lnTo>
                  <a:lnTo>
                    <a:pt x="604" y="963"/>
                  </a:lnTo>
                  <a:lnTo>
                    <a:pt x="573" y="976"/>
                  </a:lnTo>
                  <a:lnTo>
                    <a:pt x="567" y="982"/>
                  </a:lnTo>
                  <a:lnTo>
                    <a:pt x="565" y="984"/>
                  </a:lnTo>
                  <a:lnTo>
                    <a:pt x="563" y="984"/>
                  </a:lnTo>
                  <a:lnTo>
                    <a:pt x="563" y="984"/>
                  </a:lnTo>
                  <a:lnTo>
                    <a:pt x="563" y="986"/>
                  </a:lnTo>
                  <a:lnTo>
                    <a:pt x="565" y="988"/>
                  </a:lnTo>
                  <a:lnTo>
                    <a:pt x="565" y="988"/>
                  </a:lnTo>
                  <a:lnTo>
                    <a:pt x="565" y="988"/>
                  </a:lnTo>
                  <a:lnTo>
                    <a:pt x="565" y="988"/>
                  </a:lnTo>
                  <a:lnTo>
                    <a:pt x="565" y="990"/>
                  </a:lnTo>
                  <a:lnTo>
                    <a:pt x="565" y="990"/>
                  </a:lnTo>
                  <a:lnTo>
                    <a:pt x="563" y="990"/>
                  </a:lnTo>
                  <a:lnTo>
                    <a:pt x="563" y="992"/>
                  </a:lnTo>
                  <a:lnTo>
                    <a:pt x="559" y="994"/>
                  </a:lnTo>
                  <a:lnTo>
                    <a:pt x="557" y="994"/>
                  </a:lnTo>
                  <a:lnTo>
                    <a:pt x="557" y="996"/>
                  </a:lnTo>
                  <a:lnTo>
                    <a:pt x="555" y="996"/>
                  </a:lnTo>
                  <a:lnTo>
                    <a:pt x="555" y="998"/>
                  </a:lnTo>
                  <a:lnTo>
                    <a:pt x="555" y="998"/>
                  </a:lnTo>
                  <a:lnTo>
                    <a:pt x="557" y="998"/>
                  </a:lnTo>
                  <a:lnTo>
                    <a:pt x="557" y="998"/>
                  </a:lnTo>
                  <a:lnTo>
                    <a:pt x="559" y="1000"/>
                  </a:lnTo>
                  <a:lnTo>
                    <a:pt x="559" y="1002"/>
                  </a:lnTo>
                  <a:lnTo>
                    <a:pt x="559" y="1002"/>
                  </a:lnTo>
                  <a:lnTo>
                    <a:pt x="559" y="1002"/>
                  </a:lnTo>
                  <a:lnTo>
                    <a:pt x="559" y="1002"/>
                  </a:lnTo>
                  <a:lnTo>
                    <a:pt x="559" y="1004"/>
                  </a:lnTo>
                  <a:lnTo>
                    <a:pt x="559" y="1004"/>
                  </a:lnTo>
                  <a:lnTo>
                    <a:pt x="561" y="1006"/>
                  </a:lnTo>
                  <a:lnTo>
                    <a:pt x="561" y="1006"/>
                  </a:lnTo>
                  <a:lnTo>
                    <a:pt x="561" y="1006"/>
                  </a:lnTo>
                  <a:lnTo>
                    <a:pt x="563" y="1006"/>
                  </a:lnTo>
                  <a:lnTo>
                    <a:pt x="563" y="1006"/>
                  </a:lnTo>
                  <a:lnTo>
                    <a:pt x="561" y="1008"/>
                  </a:lnTo>
                  <a:lnTo>
                    <a:pt x="561" y="1008"/>
                  </a:lnTo>
                  <a:lnTo>
                    <a:pt x="561" y="1008"/>
                  </a:lnTo>
                  <a:lnTo>
                    <a:pt x="561" y="1010"/>
                  </a:lnTo>
                  <a:lnTo>
                    <a:pt x="553" y="1012"/>
                  </a:lnTo>
                  <a:lnTo>
                    <a:pt x="553" y="1012"/>
                  </a:lnTo>
                  <a:lnTo>
                    <a:pt x="553" y="1012"/>
                  </a:lnTo>
                  <a:lnTo>
                    <a:pt x="551" y="1014"/>
                  </a:lnTo>
                  <a:lnTo>
                    <a:pt x="551" y="1014"/>
                  </a:lnTo>
                  <a:lnTo>
                    <a:pt x="551" y="1014"/>
                  </a:lnTo>
                  <a:lnTo>
                    <a:pt x="551" y="1014"/>
                  </a:lnTo>
                  <a:lnTo>
                    <a:pt x="551" y="1016"/>
                  </a:lnTo>
                  <a:lnTo>
                    <a:pt x="551" y="1016"/>
                  </a:lnTo>
                  <a:lnTo>
                    <a:pt x="551" y="1018"/>
                  </a:lnTo>
                  <a:lnTo>
                    <a:pt x="549" y="1020"/>
                  </a:lnTo>
                  <a:lnTo>
                    <a:pt x="549" y="1020"/>
                  </a:lnTo>
                  <a:lnTo>
                    <a:pt x="547" y="1022"/>
                  </a:lnTo>
                  <a:lnTo>
                    <a:pt x="547" y="1022"/>
                  </a:lnTo>
                  <a:lnTo>
                    <a:pt x="547" y="1022"/>
                  </a:lnTo>
                  <a:lnTo>
                    <a:pt x="547" y="1022"/>
                  </a:lnTo>
                  <a:lnTo>
                    <a:pt x="547" y="1023"/>
                  </a:lnTo>
                  <a:lnTo>
                    <a:pt x="547" y="1023"/>
                  </a:lnTo>
                  <a:lnTo>
                    <a:pt x="547" y="1023"/>
                  </a:lnTo>
                  <a:lnTo>
                    <a:pt x="547" y="1023"/>
                  </a:lnTo>
                  <a:lnTo>
                    <a:pt x="545" y="1025"/>
                  </a:lnTo>
                  <a:lnTo>
                    <a:pt x="545" y="1025"/>
                  </a:lnTo>
                  <a:lnTo>
                    <a:pt x="543" y="1025"/>
                  </a:lnTo>
                  <a:lnTo>
                    <a:pt x="543" y="1025"/>
                  </a:lnTo>
                  <a:lnTo>
                    <a:pt x="543" y="1027"/>
                  </a:lnTo>
                  <a:lnTo>
                    <a:pt x="543" y="1027"/>
                  </a:lnTo>
                  <a:lnTo>
                    <a:pt x="543" y="1027"/>
                  </a:lnTo>
                  <a:lnTo>
                    <a:pt x="543" y="1027"/>
                  </a:lnTo>
                  <a:lnTo>
                    <a:pt x="543" y="1029"/>
                  </a:lnTo>
                  <a:lnTo>
                    <a:pt x="543" y="1029"/>
                  </a:lnTo>
                  <a:lnTo>
                    <a:pt x="541" y="1029"/>
                  </a:lnTo>
                  <a:lnTo>
                    <a:pt x="541" y="1029"/>
                  </a:lnTo>
                  <a:lnTo>
                    <a:pt x="541" y="1029"/>
                  </a:lnTo>
                  <a:lnTo>
                    <a:pt x="541" y="1031"/>
                  </a:lnTo>
                  <a:lnTo>
                    <a:pt x="541" y="1031"/>
                  </a:lnTo>
                  <a:lnTo>
                    <a:pt x="541" y="1033"/>
                  </a:lnTo>
                  <a:lnTo>
                    <a:pt x="541" y="1033"/>
                  </a:lnTo>
                  <a:lnTo>
                    <a:pt x="539" y="1035"/>
                  </a:lnTo>
                  <a:lnTo>
                    <a:pt x="539" y="1037"/>
                  </a:lnTo>
                  <a:lnTo>
                    <a:pt x="537" y="1039"/>
                  </a:lnTo>
                  <a:lnTo>
                    <a:pt x="535" y="1045"/>
                  </a:lnTo>
                  <a:lnTo>
                    <a:pt x="533" y="1047"/>
                  </a:lnTo>
                  <a:lnTo>
                    <a:pt x="533" y="1047"/>
                  </a:lnTo>
                  <a:lnTo>
                    <a:pt x="535" y="1049"/>
                  </a:lnTo>
                  <a:lnTo>
                    <a:pt x="535" y="1051"/>
                  </a:lnTo>
                  <a:lnTo>
                    <a:pt x="537" y="1051"/>
                  </a:lnTo>
                  <a:lnTo>
                    <a:pt x="537" y="1053"/>
                  </a:lnTo>
                  <a:lnTo>
                    <a:pt x="537" y="1055"/>
                  </a:lnTo>
                  <a:lnTo>
                    <a:pt x="539" y="1055"/>
                  </a:lnTo>
                  <a:lnTo>
                    <a:pt x="539" y="1055"/>
                  </a:lnTo>
                  <a:lnTo>
                    <a:pt x="539" y="1057"/>
                  </a:lnTo>
                  <a:lnTo>
                    <a:pt x="539" y="1057"/>
                  </a:lnTo>
                  <a:lnTo>
                    <a:pt x="537" y="1057"/>
                  </a:lnTo>
                  <a:lnTo>
                    <a:pt x="537" y="1059"/>
                  </a:lnTo>
                  <a:lnTo>
                    <a:pt x="537" y="1065"/>
                  </a:lnTo>
                  <a:lnTo>
                    <a:pt x="537" y="1065"/>
                  </a:lnTo>
                  <a:lnTo>
                    <a:pt x="537" y="1065"/>
                  </a:lnTo>
                  <a:lnTo>
                    <a:pt x="537" y="1065"/>
                  </a:lnTo>
                  <a:lnTo>
                    <a:pt x="535" y="1067"/>
                  </a:lnTo>
                  <a:lnTo>
                    <a:pt x="535" y="1067"/>
                  </a:lnTo>
                  <a:lnTo>
                    <a:pt x="533" y="1067"/>
                  </a:lnTo>
                  <a:lnTo>
                    <a:pt x="529" y="1069"/>
                  </a:lnTo>
                  <a:lnTo>
                    <a:pt x="524" y="1065"/>
                  </a:lnTo>
                  <a:lnTo>
                    <a:pt x="498" y="1061"/>
                  </a:lnTo>
                  <a:lnTo>
                    <a:pt x="496" y="1061"/>
                  </a:lnTo>
                  <a:lnTo>
                    <a:pt x="494" y="1065"/>
                  </a:lnTo>
                  <a:lnTo>
                    <a:pt x="494" y="1065"/>
                  </a:lnTo>
                  <a:lnTo>
                    <a:pt x="492" y="1067"/>
                  </a:lnTo>
                  <a:lnTo>
                    <a:pt x="492" y="1071"/>
                  </a:lnTo>
                  <a:lnTo>
                    <a:pt x="492" y="1071"/>
                  </a:lnTo>
                  <a:lnTo>
                    <a:pt x="492" y="1071"/>
                  </a:lnTo>
                  <a:lnTo>
                    <a:pt x="492" y="1073"/>
                  </a:lnTo>
                  <a:lnTo>
                    <a:pt x="488" y="1075"/>
                  </a:lnTo>
                  <a:lnTo>
                    <a:pt x="488" y="1075"/>
                  </a:lnTo>
                  <a:lnTo>
                    <a:pt x="488" y="1075"/>
                  </a:lnTo>
                  <a:lnTo>
                    <a:pt x="486" y="1076"/>
                  </a:lnTo>
                  <a:lnTo>
                    <a:pt x="486" y="1078"/>
                  </a:lnTo>
                  <a:lnTo>
                    <a:pt x="486" y="1078"/>
                  </a:lnTo>
                  <a:lnTo>
                    <a:pt x="486" y="1080"/>
                  </a:lnTo>
                  <a:lnTo>
                    <a:pt x="486" y="1080"/>
                  </a:lnTo>
                  <a:lnTo>
                    <a:pt x="486" y="1082"/>
                  </a:lnTo>
                  <a:lnTo>
                    <a:pt x="486" y="1086"/>
                  </a:lnTo>
                  <a:lnTo>
                    <a:pt x="486" y="1086"/>
                  </a:lnTo>
                  <a:lnTo>
                    <a:pt x="486" y="1086"/>
                  </a:lnTo>
                  <a:lnTo>
                    <a:pt x="486" y="1088"/>
                  </a:lnTo>
                  <a:lnTo>
                    <a:pt x="484" y="1092"/>
                  </a:lnTo>
                  <a:lnTo>
                    <a:pt x="482" y="1092"/>
                  </a:lnTo>
                  <a:lnTo>
                    <a:pt x="482" y="1094"/>
                  </a:lnTo>
                  <a:lnTo>
                    <a:pt x="457" y="1120"/>
                  </a:lnTo>
                  <a:lnTo>
                    <a:pt x="455" y="1120"/>
                  </a:lnTo>
                  <a:lnTo>
                    <a:pt x="455" y="1124"/>
                  </a:lnTo>
                  <a:lnTo>
                    <a:pt x="453" y="1126"/>
                  </a:lnTo>
                  <a:lnTo>
                    <a:pt x="453" y="1126"/>
                  </a:lnTo>
                  <a:lnTo>
                    <a:pt x="453" y="1128"/>
                  </a:lnTo>
                  <a:lnTo>
                    <a:pt x="451" y="1130"/>
                  </a:lnTo>
                  <a:lnTo>
                    <a:pt x="447" y="1137"/>
                  </a:lnTo>
                  <a:lnTo>
                    <a:pt x="447" y="1139"/>
                  </a:lnTo>
                  <a:lnTo>
                    <a:pt x="445" y="1143"/>
                  </a:lnTo>
                  <a:lnTo>
                    <a:pt x="441" y="1149"/>
                  </a:lnTo>
                  <a:lnTo>
                    <a:pt x="439" y="1149"/>
                  </a:lnTo>
                  <a:lnTo>
                    <a:pt x="439" y="1151"/>
                  </a:lnTo>
                  <a:lnTo>
                    <a:pt x="437" y="1151"/>
                  </a:lnTo>
                  <a:lnTo>
                    <a:pt x="437" y="1151"/>
                  </a:lnTo>
                  <a:lnTo>
                    <a:pt x="437" y="1153"/>
                  </a:lnTo>
                  <a:lnTo>
                    <a:pt x="435" y="1155"/>
                  </a:lnTo>
                  <a:lnTo>
                    <a:pt x="435" y="1155"/>
                  </a:lnTo>
                  <a:lnTo>
                    <a:pt x="433" y="1155"/>
                  </a:lnTo>
                  <a:lnTo>
                    <a:pt x="431" y="1153"/>
                  </a:lnTo>
                  <a:lnTo>
                    <a:pt x="427" y="1151"/>
                  </a:lnTo>
                  <a:lnTo>
                    <a:pt x="425" y="1151"/>
                  </a:lnTo>
                  <a:lnTo>
                    <a:pt x="423" y="1153"/>
                  </a:lnTo>
                  <a:lnTo>
                    <a:pt x="420" y="1157"/>
                  </a:lnTo>
                  <a:lnTo>
                    <a:pt x="420" y="1159"/>
                  </a:lnTo>
                  <a:lnTo>
                    <a:pt x="412" y="1159"/>
                  </a:lnTo>
                  <a:lnTo>
                    <a:pt x="406" y="1163"/>
                  </a:lnTo>
                  <a:lnTo>
                    <a:pt x="406" y="1163"/>
                  </a:lnTo>
                  <a:lnTo>
                    <a:pt x="406" y="1163"/>
                  </a:lnTo>
                  <a:lnTo>
                    <a:pt x="404" y="1165"/>
                  </a:lnTo>
                  <a:lnTo>
                    <a:pt x="392" y="1161"/>
                  </a:lnTo>
                  <a:lnTo>
                    <a:pt x="390" y="1161"/>
                  </a:lnTo>
                  <a:lnTo>
                    <a:pt x="390" y="1159"/>
                  </a:lnTo>
                  <a:lnTo>
                    <a:pt x="390" y="1159"/>
                  </a:lnTo>
                  <a:lnTo>
                    <a:pt x="388" y="1157"/>
                  </a:lnTo>
                  <a:lnTo>
                    <a:pt x="388" y="1155"/>
                  </a:lnTo>
                  <a:lnTo>
                    <a:pt x="388" y="1155"/>
                  </a:lnTo>
                  <a:lnTo>
                    <a:pt x="386" y="1155"/>
                  </a:lnTo>
                  <a:lnTo>
                    <a:pt x="386" y="1155"/>
                  </a:lnTo>
                  <a:lnTo>
                    <a:pt x="386" y="1155"/>
                  </a:lnTo>
                  <a:lnTo>
                    <a:pt x="386" y="1155"/>
                  </a:lnTo>
                  <a:lnTo>
                    <a:pt x="378" y="1159"/>
                  </a:lnTo>
                  <a:lnTo>
                    <a:pt x="378" y="1159"/>
                  </a:lnTo>
                  <a:lnTo>
                    <a:pt x="378" y="1159"/>
                  </a:lnTo>
                  <a:lnTo>
                    <a:pt x="374" y="1157"/>
                  </a:lnTo>
                  <a:lnTo>
                    <a:pt x="374" y="1157"/>
                  </a:lnTo>
                  <a:lnTo>
                    <a:pt x="371" y="1159"/>
                  </a:lnTo>
                  <a:lnTo>
                    <a:pt x="367" y="1163"/>
                  </a:lnTo>
                  <a:lnTo>
                    <a:pt x="367" y="1163"/>
                  </a:lnTo>
                  <a:lnTo>
                    <a:pt x="367" y="1161"/>
                  </a:lnTo>
                  <a:lnTo>
                    <a:pt x="365" y="1161"/>
                  </a:lnTo>
                  <a:lnTo>
                    <a:pt x="365" y="1161"/>
                  </a:lnTo>
                  <a:lnTo>
                    <a:pt x="365" y="1161"/>
                  </a:lnTo>
                  <a:lnTo>
                    <a:pt x="365" y="1161"/>
                  </a:lnTo>
                  <a:lnTo>
                    <a:pt x="365" y="1159"/>
                  </a:lnTo>
                  <a:lnTo>
                    <a:pt x="365" y="1159"/>
                  </a:lnTo>
                  <a:lnTo>
                    <a:pt x="365" y="1157"/>
                  </a:lnTo>
                  <a:lnTo>
                    <a:pt x="365" y="1157"/>
                  </a:lnTo>
                  <a:lnTo>
                    <a:pt x="365" y="1157"/>
                  </a:lnTo>
                  <a:lnTo>
                    <a:pt x="365" y="1155"/>
                  </a:lnTo>
                  <a:lnTo>
                    <a:pt x="363" y="1155"/>
                  </a:lnTo>
                  <a:lnTo>
                    <a:pt x="363" y="1155"/>
                  </a:lnTo>
                  <a:lnTo>
                    <a:pt x="363" y="1155"/>
                  </a:lnTo>
                  <a:lnTo>
                    <a:pt x="361" y="1153"/>
                  </a:lnTo>
                  <a:lnTo>
                    <a:pt x="361" y="1153"/>
                  </a:lnTo>
                  <a:lnTo>
                    <a:pt x="361" y="1151"/>
                  </a:lnTo>
                  <a:lnTo>
                    <a:pt x="361" y="1151"/>
                  </a:lnTo>
                  <a:lnTo>
                    <a:pt x="359" y="1149"/>
                  </a:lnTo>
                  <a:lnTo>
                    <a:pt x="359" y="1149"/>
                  </a:lnTo>
                  <a:lnTo>
                    <a:pt x="359" y="1149"/>
                  </a:lnTo>
                  <a:lnTo>
                    <a:pt x="357" y="1149"/>
                  </a:lnTo>
                  <a:lnTo>
                    <a:pt x="357" y="1151"/>
                  </a:lnTo>
                  <a:lnTo>
                    <a:pt x="357" y="1151"/>
                  </a:lnTo>
                  <a:lnTo>
                    <a:pt x="355" y="1155"/>
                  </a:lnTo>
                  <a:lnTo>
                    <a:pt x="353" y="1157"/>
                  </a:lnTo>
                  <a:lnTo>
                    <a:pt x="353" y="1161"/>
                  </a:lnTo>
                  <a:lnTo>
                    <a:pt x="353" y="1161"/>
                  </a:lnTo>
                  <a:lnTo>
                    <a:pt x="353" y="1163"/>
                  </a:lnTo>
                  <a:lnTo>
                    <a:pt x="351" y="1163"/>
                  </a:lnTo>
                  <a:lnTo>
                    <a:pt x="347" y="1165"/>
                  </a:lnTo>
                  <a:lnTo>
                    <a:pt x="347" y="1165"/>
                  </a:lnTo>
                  <a:lnTo>
                    <a:pt x="335" y="1163"/>
                  </a:lnTo>
                  <a:lnTo>
                    <a:pt x="333" y="1163"/>
                  </a:lnTo>
                  <a:lnTo>
                    <a:pt x="331" y="1163"/>
                  </a:lnTo>
                  <a:lnTo>
                    <a:pt x="331" y="1163"/>
                  </a:lnTo>
                  <a:lnTo>
                    <a:pt x="329" y="1161"/>
                  </a:lnTo>
                  <a:lnTo>
                    <a:pt x="329" y="1159"/>
                  </a:lnTo>
                  <a:lnTo>
                    <a:pt x="327" y="1159"/>
                  </a:lnTo>
                  <a:lnTo>
                    <a:pt x="325" y="1159"/>
                  </a:lnTo>
                  <a:lnTo>
                    <a:pt x="316" y="1161"/>
                  </a:lnTo>
                  <a:lnTo>
                    <a:pt x="314" y="1161"/>
                  </a:lnTo>
                  <a:lnTo>
                    <a:pt x="314" y="1161"/>
                  </a:lnTo>
                  <a:lnTo>
                    <a:pt x="314" y="1159"/>
                  </a:lnTo>
                  <a:lnTo>
                    <a:pt x="314" y="1159"/>
                  </a:lnTo>
                  <a:lnTo>
                    <a:pt x="314" y="1159"/>
                  </a:lnTo>
                  <a:lnTo>
                    <a:pt x="312" y="1159"/>
                  </a:lnTo>
                  <a:lnTo>
                    <a:pt x="312" y="1159"/>
                  </a:lnTo>
                  <a:lnTo>
                    <a:pt x="312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59"/>
                  </a:lnTo>
                  <a:lnTo>
                    <a:pt x="310" y="1161"/>
                  </a:lnTo>
                  <a:lnTo>
                    <a:pt x="308" y="1161"/>
                  </a:lnTo>
                  <a:lnTo>
                    <a:pt x="308" y="1163"/>
                  </a:lnTo>
                  <a:lnTo>
                    <a:pt x="308" y="1165"/>
                  </a:lnTo>
                  <a:lnTo>
                    <a:pt x="308" y="1165"/>
                  </a:lnTo>
                  <a:lnTo>
                    <a:pt x="308" y="1165"/>
                  </a:lnTo>
                  <a:lnTo>
                    <a:pt x="292" y="1169"/>
                  </a:lnTo>
                  <a:lnTo>
                    <a:pt x="288" y="1169"/>
                  </a:lnTo>
                  <a:lnTo>
                    <a:pt x="288" y="1169"/>
                  </a:lnTo>
                  <a:lnTo>
                    <a:pt x="272" y="1145"/>
                  </a:lnTo>
                  <a:lnTo>
                    <a:pt x="271" y="1141"/>
                  </a:lnTo>
                  <a:lnTo>
                    <a:pt x="269" y="1137"/>
                  </a:lnTo>
                  <a:lnTo>
                    <a:pt x="269" y="1135"/>
                  </a:lnTo>
                  <a:lnTo>
                    <a:pt x="269" y="1135"/>
                  </a:lnTo>
                  <a:lnTo>
                    <a:pt x="269" y="1135"/>
                  </a:lnTo>
                  <a:lnTo>
                    <a:pt x="269" y="1135"/>
                  </a:lnTo>
                  <a:lnTo>
                    <a:pt x="267" y="1130"/>
                  </a:lnTo>
                  <a:lnTo>
                    <a:pt x="263" y="1106"/>
                  </a:lnTo>
                  <a:lnTo>
                    <a:pt x="261" y="1104"/>
                  </a:lnTo>
                  <a:lnTo>
                    <a:pt x="261" y="1102"/>
                  </a:lnTo>
                  <a:lnTo>
                    <a:pt x="261" y="1102"/>
                  </a:lnTo>
                  <a:lnTo>
                    <a:pt x="261" y="1100"/>
                  </a:lnTo>
                  <a:lnTo>
                    <a:pt x="261" y="1100"/>
                  </a:lnTo>
                  <a:lnTo>
                    <a:pt x="261" y="1100"/>
                  </a:lnTo>
                  <a:lnTo>
                    <a:pt x="261" y="1098"/>
                  </a:lnTo>
                  <a:lnTo>
                    <a:pt x="261" y="1096"/>
                  </a:lnTo>
                  <a:lnTo>
                    <a:pt x="261" y="1094"/>
                  </a:lnTo>
                  <a:lnTo>
                    <a:pt x="261" y="1094"/>
                  </a:lnTo>
                  <a:lnTo>
                    <a:pt x="259" y="1094"/>
                  </a:lnTo>
                  <a:lnTo>
                    <a:pt x="255" y="1092"/>
                  </a:lnTo>
                  <a:lnTo>
                    <a:pt x="231" y="1096"/>
                  </a:lnTo>
                  <a:lnTo>
                    <a:pt x="231" y="1098"/>
                  </a:lnTo>
                  <a:lnTo>
                    <a:pt x="231" y="1098"/>
                  </a:lnTo>
                  <a:lnTo>
                    <a:pt x="229" y="1102"/>
                  </a:lnTo>
                  <a:lnTo>
                    <a:pt x="229" y="1104"/>
                  </a:lnTo>
                  <a:lnTo>
                    <a:pt x="229" y="1104"/>
                  </a:lnTo>
                  <a:lnTo>
                    <a:pt x="229" y="1106"/>
                  </a:lnTo>
                  <a:lnTo>
                    <a:pt x="229" y="1106"/>
                  </a:lnTo>
                  <a:lnTo>
                    <a:pt x="229" y="1106"/>
                  </a:lnTo>
                  <a:lnTo>
                    <a:pt x="229" y="1108"/>
                  </a:lnTo>
                  <a:lnTo>
                    <a:pt x="229" y="1108"/>
                  </a:lnTo>
                  <a:lnTo>
                    <a:pt x="229" y="1110"/>
                  </a:lnTo>
                  <a:lnTo>
                    <a:pt x="227" y="1110"/>
                  </a:lnTo>
                  <a:lnTo>
                    <a:pt x="227" y="1110"/>
                  </a:lnTo>
                  <a:lnTo>
                    <a:pt x="227" y="1110"/>
                  </a:lnTo>
                  <a:lnTo>
                    <a:pt x="225" y="1112"/>
                  </a:lnTo>
                  <a:lnTo>
                    <a:pt x="223" y="1114"/>
                  </a:lnTo>
                  <a:lnTo>
                    <a:pt x="221" y="1114"/>
                  </a:lnTo>
                  <a:lnTo>
                    <a:pt x="221" y="1116"/>
                  </a:lnTo>
                  <a:lnTo>
                    <a:pt x="220" y="1120"/>
                  </a:lnTo>
                  <a:lnTo>
                    <a:pt x="220" y="1122"/>
                  </a:lnTo>
                  <a:lnTo>
                    <a:pt x="220" y="1122"/>
                  </a:lnTo>
                  <a:lnTo>
                    <a:pt x="218" y="1122"/>
                  </a:lnTo>
                  <a:lnTo>
                    <a:pt x="218" y="1124"/>
                  </a:lnTo>
                  <a:lnTo>
                    <a:pt x="216" y="1124"/>
                  </a:lnTo>
                  <a:lnTo>
                    <a:pt x="216" y="1126"/>
                  </a:lnTo>
                  <a:lnTo>
                    <a:pt x="214" y="1128"/>
                  </a:lnTo>
                  <a:lnTo>
                    <a:pt x="214" y="1128"/>
                  </a:lnTo>
                  <a:lnTo>
                    <a:pt x="214" y="1130"/>
                  </a:lnTo>
                  <a:lnTo>
                    <a:pt x="212" y="1130"/>
                  </a:lnTo>
                  <a:lnTo>
                    <a:pt x="212" y="1130"/>
                  </a:lnTo>
                  <a:lnTo>
                    <a:pt x="210" y="1131"/>
                  </a:lnTo>
                  <a:lnTo>
                    <a:pt x="210" y="1131"/>
                  </a:lnTo>
                  <a:lnTo>
                    <a:pt x="210" y="1131"/>
                  </a:lnTo>
                  <a:lnTo>
                    <a:pt x="210" y="1131"/>
                  </a:lnTo>
                  <a:lnTo>
                    <a:pt x="210" y="1133"/>
                  </a:lnTo>
                  <a:lnTo>
                    <a:pt x="210" y="1133"/>
                  </a:lnTo>
                  <a:lnTo>
                    <a:pt x="210" y="1133"/>
                  </a:lnTo>
                  <a:lnTo>
                    <a:pt x="212" y="1135"/>
                  </a:lnTo>
                  <a:lnTo>
                    <a:pt x="212" y="1137"/>
                  </a:lnTo>
                  <a:lnTo>
                    <a:pt x="214" y="1137"/>
                  </a:lnTo>
                  <a:lnTo>
                    <a:pt x="214" y="1137"/>
                  </a:lnTo>
                  <a:lnTo>
                    <a:pt x="214" y="1137"/>
                  </a:lnTo>
                  <a:lnTo>
                    <a:pt x="214" y="1137"/>
                  </a:lnTo>
                  <a:lnTo>
                    <a:pt x="216" y="1137"/>
                  </a:lnTo>
                  <a:lnTo>
                    <a:pt x="216" y="1137"/>
                  </a:lnTo>
                  <a:lnTo>
                    <a:pt x="216" y="1137"/>
                  </a:lnTo>
                  <a:lnTo>
                    <a:pt x="216" y="1137"/>
                  </a:lnTo>
                  <a:lnTo>
                    <a:pt x="216" y="1137"/>
                  </a:lnTo>
                  <a:lnTo>
                    <a:pt x="216" y="1139"/>
                  </a:lnTo>
                  <a:lnTo>
                    <a:pt x="216" y="1139"/>
                  </a:lnTo>
                  <a:lnTo>
                    <a:pt x="216" y="1143"/>
                  </a:lnTo>
                  <a:lnTo>
                    <a:pt x="216" y="1143"/>
                  </a:lnTo>
                  <a:lnTo>
                    <a:pt x="214" y="1145"/>
                  </a:lnTo>
                  <a:lnTo>
                    <a:pt x="214" y="1145"/>
                  </a:lnTo>
                  <a:lnTo>
                    <a:pt x="214" y="1145"/>
                  </a:lnTo>
                  <a:lnTo>
                    <a:pt x="214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2" y="1145"/>
                  </a:lnTo>
                  <a:lnTo>
                    <a:pt x="210" y="1147"/>
                  </a:lnTo>
                  <a:lnTo>
                    <a:pt x="206" y="1149"/>
                  </a:lnTo>
                  <a:lnTo>
                    <a:pt x="206" y="1149"/>
                  </a:lnTo>
                  <a:lnTo>
                    <a:pt x="206" y="1149"/>
                  </a:lnTo>
                  <a:lnTo>
                    <a:pt x="206" y="1151"/>
                  </a:lnTo>
                  <a:lnTo>
                    <a:pt x="206" y="1151"/>
                  </a:lnTo>
                  <a:lnTo>
                    <a:pt x="206" y="1153"/>
                  </a:lnTo>
                  <a:lnTo>
                    <a:pt x="206" y="1153"/>
                  </a:lnTo>
                  <a:lnTo>
                    <a:pt x="206" y="1153"/>
                  </a:lnTo>
                  <a:lnTo>
                    <a:pt x="204" y="1155"/>
                  </a:lnTo>
                  <a:lnTo>
                    <a:pt x="204" y="1155"/>
                  </a:lnTo>
                  <a:lnTo>
                    <a:pt x="202" y="1155"/>
                  </a:lnTo>
                  <a:lnTo>
                    <a:pt x="202" y="1157"/>
                  </a:lnTo>
                  <a:lnTo>
                    <a:pt x="202" y="1157"/>
                  </a:lnTo>
                  <a:lnTo>
                    <a:pt x="202" y="1157"/>
                  </a:lnTo>
                  <a:lnTo>
                    <a:pt x="202" y="1157"/>
                  </a:lnTo>
                  <a:lnTo>
                    <a:pt x="202" y="1159"/>
                  </a:lnTo>
                  <a:lnTo>
                    <a:pt x="202" y="1159"/>
                  </a:lnTo>
                  <a:lnTo>
                    <a:pt x="202" y="1159"/>
                  </a:lnTo>
                  <a:lnTo>
                    <a:pt x="200" y="1159"/>
                  </a:lnTo>
                  <a:lnTo>
                    <a:pt x="200" y="1159"/>
                  </a:lnTo>
                  <a:lnTo>
                    <a:pt x="200" y="1161"/>
                  </a:lnTo>
                  <a:lnTo>
                    <a:pt x="200" y="1161"/>
                  </a:lnTo>
                  <a:lnTo>
                    <a:pt x="200" y="1161"/>
                  </a:lnTo>
                  <a:lnTo>
                    <a:pt x="200" y="1161"/>
                  </a:lnTo>
                  <a:lnTo>
                    <a:pt x="200" y="1163"/>
                  </a:lnTo>
                  <a:lnTo>
                    <a:pt x="200" y="1163"/>
                  </a:lnTo>
                  <a:lnTo>
                    <a:pt x="200" y="1163"/>
                  </a:lnTo>
                  <a:lnTo>
                    <a:pt x="202" y="1165"/>
                  </a:lnTo>
                  <a:lnTo>
                    <a:pt x="206" y="1165"/>
                  </a:lnTo>
                  <a:lnTo>
                    <a:pt x="206" y="1165"/>
                  </a:lnTo>
                  <a:lnTo>
                    <a:pt x="206" y="1165"/>
                  </a:lnTo>
                  <a:lnTo>
                    <a:pt x="206" y="1165"/>
                  </a:lnTo>
                  <a:lnTo>
                    <a:pt x="206" y="1167"/>
                  </a:lnTo>
                  <a:lnTo>
                    <a:pt x="206" y="1167"/>
                  </a:lnTo>
                  <a:lnTo>
                    <a:pt x="204" y="1169"/>
                  </a:lnTo>
                  <a:lnTo>
                    <a:pt x="202" y="1169"/>
                  </a:lnTo>
                  <a:lnTo>
                    <a:pt x="202" y="1169"/>
                  </a:lnTo>
                  <a:lnTo>
                    <a:pt x="202" y="1171"/>
                  </a:lnTo>
                  <a:lnTo>
                    <a:pt x="202" y="1171"/>
                  </a:lnTo>
                  <a:lnTo>
                    <a:pt x="202" y="1171"/>
                  </a:lnTo>
                  <a:lnTo>
                    <a:pt x="200" y="1173"/>
                  </a:lnTo>
                  <a:lnTo>
                    <a:pt x="200" y="1173"/>
                  </a:lnTo>
                  <a:lnTo>
                    <a:pt x="198" y="1175"/>
                  </a:lnTo>
                  <a:lnTo>
                    <a:pt x="198" y="1175"/>
                  </a:lnTo>
                  <a:lnTo>
                    <a:pt x="198" y="1175"/>
                  </a:lnTo>
                  <a:lnTo>
                    <a:pt x="196" y="1177"/>
                  </a:lnTo>
                  <a:lnTo>
                    <a:pt x="196" y="1177"/>
                  </a:lnTo>
                  <a:lnTo>
                    <a:pt x="196" y="1177"/>
                  </a:lnTo>
                  <a:lnTo>
                    <a:pt x="196" y="1177"/>
                  </a:lnTo>
                  <a:lnTo>
                    <a:pt x="194" y="1177"/>
                  </a:lnTo>
                  <a:lnTo>
                    <a:pt x="192" y="1177"/>
                  </a:lnTo>
                  <a:lnTo>
                    <a:pt x="190" y="1175"/>
                  </a:lnTo>
                  <a:lnTo>
                    <a:pt x="190" y="1175"/>
                  </a:lnTo>
                  <a:lnTo>
                    <a:pt x="190" y="1175"/>
                  </a:lnTo>
                  <a:lnTo>
                    <a:pt x="190" y="1175"/>
                  </a:lnTo>
                  <a:lnTo>
                    <a:pt x="190" y="1173"/>
                  </a:lnTo>
                  <a:lnTo>
                    <a:pt x="190" y="1173"/>
                  </a:lnTo>
                  <a:lnTo>
                    <a:pt x="190" y="1173"/>
                  </a:lnTo>
                  <a:lnTo>
                    <a:pt x="190" y="1173"/>
                  </a:lnTo>
                  <a:lnTo>
                    <a:pt x="190" y="1169"/>
                  </a:lnTo>
                  <a:lnTo>
                    <a:pt x="190" y="1169"/>
                  </a:lnTo>
                  <a:lnTo>
                    <a:pt x="190" y="1169"/>
                  </a:lnTo>
                  <a:lnTo>
                    <a:pt x="190" y="1167"/>
                  </a:lnTo>
                  <a:lnTo>
                    <a:pt x="186" y="1165"/>
                  </a:lnTo>
                  <a:lnTo>
                    <a:pt x="186" y="1165"/>
                  </a:lnTo>
                  <a:lnTo>
                    <a:pt x="186" y="1165"/>
                  </a:lnTo>
                  <a:lnTo>
                    <a:pt x="186" y="1165"/>
                  </a:lnTo>
                  <a:lnTo>
                    <a:pt x="184" y="1165"/>
                  </a:lnTo>
                  <a:lnTo>
                    <a:pt x="184" y="1165"/>
                  </a:lnTo>
                  <a:lnTo>
                    <a:pt x="182" y="1165"/>
                  </a:lnTo>
                  <a:lnTo>
                    <a:pt x="182" y="1163"/>
                  </a:lnTo>
                  <a:lnTo>
                    <a:pt x="182" y="1163"/>
                  </a:lnTo>
                  <a:lnTo>
                    <a:pt x="182" y="1163"/>
                  </a:lnTo>
                  <a:lnTo>
                    <a:pt x="180" y="1161"/>
                  </a:lnTo>
                  <a:lnTo>
                    <a:pt x="180" y="1161"/>
                  </a:lnTo>
                  <a:lnTo>
                    <a:pt x="180" y="1159"/>
                  </a:lnTo>
                  <a:lnTo>
                    <a:pt x="180" y="1159"/>
                  </a:lnTo>
                  <a:lnTo>
                    <a:pt x="180" y="1157"/>
                  </a:lnTo>
                  <a:lnTo>
                    <a:pt x="180" y="1157"/>
                  </a:lnTo>
                  <a:lnTo>
                    <a:pt x="180" y="1157"/>
                  </a:lnTo>
                  <a:lnTo>
                    <a:pt x="180" y="1155"/>
                  </a:lnTo>
                  <a:lnTo>
                    <a:pt x="180" y="1155"/>
                  </a:lnTo>
                  <a:lnTo>
                    <a:pt x="180" y="1155"/>
                  </a:lnTo>
                  <a:lnTo>
                    <a:pt x="180" y="1155"/>
                  </a:lnTo>
                  <a:lnTo>
                    <a:pt x="180" y="1155"/>
                  </a:lnTo>
                  <a:lnTo>
                    <a:pt x="182" y="1155"/>
                  </a:lnTo>
                  <a:lnTo>
                    <a:pt x="182" y="1153"/>
                  </a:lnTo>
                  <a:lnTo>
                    <a:pt x="182" y="1153"/>
                  </a:lnTo>
                  <a:lnTo>
                    <a:pt x="182" y="1153"/>
                  </a:lnTo>
                  <a:lnTo>
                    <a:pt x="180" y="1151"/>
                  </a:lnTo>
                  <a:lnTo>
                    <a:pt x="180" y="1151"/>
                  </a:lnTo>
                  <a:lnTo>
                    <a:pt x="180" y="1151"/>
                  </a:lnTo>
                  <a:lnTo>
                    <a:pt x="180" y="1151"/>
                  </a:lnTo>
                  <a:lnTo>
                    <a:pt x="180" y="1151"/>
                  </a:lnTo>
                  <a:lnTo>
                    <a:pt x="180" y="1151"/>
                  </a:lnTo>
                  <a:lnTo>
                    <a:pt x="176" y="1149"/>
                  </a:lnTo>
                  <a:lnTo>
                    <a:pt x="176" y="1149"/>
                  </a:lnTo>
                  <a:lnTo>
                    <a:pt x="174" y="1147"/>
                  </a:lnTo>
                  <a:lnTo>
                    <a:pt x="174" y="1147"/>
                  </a:lnTo>
                  <a:lnTo>
                    <a:pt x="174" y="1145"/>
                  </a:lnTo>
                  <a:lnTo>
                    <a:pt x="174" y="1145"/>
                  </a:lnTo>
                  <a:lnTo>
                    <a:pt x="174" y="1143"/>
                  </a:lnTo>
                  <a:lnTo>
                    <a:pt x="172" y="1141"/>
                  </a:lnTo>
                  <a:lnTo>
                    <a:pt x="172" y="1139"/>
                  </a:lnTo>
                  <a:lnTo>
                    <a:pt x="170" y="1137"/>
                  </a:lnTo>
                  <a:lnTo>
                    <a:pt x="169" y="1137"/>
                  </a:lnTo>
                  <a:lnTo>
                    <a:pt x="167" y="1135"/>
                  </a:lnTo>
                  <a:lnTo>
                    <a:pt x="167" y="1135"/>
                  </a:lnTo>
                  <a:lnTo>
                    <a:pt x="167" y="1137"/>
                  </a:lnTo>
                  <a:lnTo>
                    <a:pt x="163" y="1135"/>
                  </a:lnTo>
                  <a:lnTo>
                    <a:pt x="163" y="1135"/>
                  </a:lnTo>
                  <a:lnTo>
                    <a:pt x="163" y="1135"/>
                  </a:lnTo>
                  <a:lnTo>
                    <a:pt x="161" y="1137"/>
                  </a:lnTo>
                  <a:lnTo>
                    <a:pt x="159" y="1137"/>
                  </a:lnTo>
                  <a:lnTo>
                    <a:pt x="159" y="1137"/>
                  </a:lnTo>
                  <a:lnTo>
                    <a:pt x="159" y="1137"/>
                  </a:lnTo>
                  <a:lnTo>
                    <a:pt x="159" y="1135"/>
                  </a:lnTo>
                  <a:lnTo>
                    <a:pt x="159" y="1135"/>
                  </a:lnTo>
                  <a:lnTo>
                    <a:pt x="159" y="1133"/>
                  </a:lnTo>
                  <a:lnTo>
                    <a:pt x="159" y="1133"/>
                  </a:lnTo>
                  <a:lnTo>
                    <a:pt x="159" y="1131"/>
                  </a:lnTo>
                  <a:lnTo>
                    <a:pt x="159" y="1131"/>
                  </a:lnTo>
                  <a:lnTo>
                    <a:pt x="159" y="1130"/>
                  </a:lnTo>
                  <a:lnTo>
                    <a:pt x="159" y="1128"/>
                  </a:lnTo>
                  <a:lnTo>
                    <a:pt x="159" y="1128"/>
                  </a:lnTo>
                  <a:lnTo>
                    <a:pt x="159" y="1126"/>
                  </a:lnTo>
                  <a:lnTo>
                    <a:pt x="157" y="1124"/>
                  </a:lnTo>
                  <a:lnTo>
                    <a:pt x="157" y="1124"/>
                  </a:lnTo>
                  <a:lnTo>
                    <a:pt x="157" y="1124"/>
                  </a:lnTo>
                  <a:lnTo>
                    <a:pt x="157" y="1122"/>
                  </a:lnTo>
                  <a:lnTo>
                    <a:pt x="157" y="1122"/>
                  </a:lnTo>
                  <a:lnTo>
                    <a:pt x="155" y="1120"/>
                  </a:lnTo>
                  <a:lnTo>
                    <a:pt x="155" y="1120"/>
                  </a:lnTo>
                  <a:lnTo>
                    <a:pt x="155" y="1118"/>
                  </a:lnTo>
                  <a:lnTo>
                    <a:pt x="155" y="1118"/>
                  </a:lnTo>
                  <a:lnTo>
                    <a:pt x="155" y="1118"/>
                  </a:lnTo>
                  <a:lnTo>
                    <a:pt x="153" y="1118"/>
                  </a:lnTo>
                  <a:lnTo>
                    <a:pt x="153" y="1118"/>
                  </a:lnTo>
                  <a:lnTo>
                    <a:pt x="151" y="1116"/>
                  </a:lnTo>
                  <a:lnTo>
                    <a:pt x="151" y="1116"/>
                  </a:lnTo>
                  <a:lnTo>
                    <a:pt x="149" y="1116"/>
                  </a:lnTo>
                  <a:lnTo>
                    <a:pt x="149" y="1116"/>
                  </a:lnTo>
                  <a:lnTo>
                    <a:pt x="149" y="1114"/>
                  </a:lnTo>
                  <a:lnTo>
                    <a:pt x="149" y="1114"/>
                  </a:lnTo>
                  <a:lnTo>
                    <a:pt x="149" y="1112"/>
                  </a:lnTo>
                  <a:lnTo>
                    <a:pt x="149" y="1112"/>
                  </a:lnTo>
                  <a:lnTo>
                    <a:pt x="149" y="1110"/>
                  </a:lnTo>
                  <a:lnTo>
                    <a:pt x="149" y="1110"/>
                  </a:lnTo>
                  <a:lnTo>
                    <a:pt x="151" y="1110"/>
                  </a:lnTo>
                  <a:lnTo>
                    <a:pt x="149" y="1110"/>
                  </a:lnTo>
                  <a:lnTo>
                    <a:pt x="149" y="1108"/>
                  </a:lnTo>
                  <a:lnTo>
                    <a:pt x="149" y="1108"/>
                  </a:lnTo>
                  <a:lnTo>
                    <a:pt x="149" y="1108"/>
                  </a:lnTo>
                  <a:lnTo>
                    <a:pt x="149" y="1108"/>
                  </a:lnTo>
                  <a:lnTo>
                    <a:pt x="149" y="1108"/>
                  </a:lnTo>
                  <a:lnTo>
                    <a:pt x="147" y="1108"/>
                  </a:lnTo>
                  <a:lnTo>
                    <a:pt x="147" y="1108"/>
                  </a:lnTo>
                  <a:lnTo>
                    <a:pt x="147" y="1108"/>
                  </a:lnTo>
                  <a:lnTo>
                    <a:pt x="145" y="1108"/>
                  </a:lnTo>
                  <a:lnTo>
                    <a:pt x="145" y="1108"/>
                  </a:lnTo>
                  <a:lnTo>
                    <a:pt x="145" y="1106"/>
                  </a:lnTo>
                  <a:lnTo>
                    <a:pt x="145" y="1106"/>
                  </a:lnTo>
                  <a:lnTo>
                    <a:pt x="145" y="1104"/>
                  </a:lnTo>
                  <a:lnTo>
                    <a:pt x="145" y="1104"/>
                  </a:lnTo>
                  <a:lnTo>
                    <a:pt x="145" y="1104"/>
                  </a:lnTo>
                  <a:lnTo>
                    <a:pt x="145" y="1100"/>
                  </a:lnTo>
                  <a:lnTo>
                    <a:pt x="145" y="1100"/>
                  </a:lnTo>
                  <a:lnTo>
                    <a:pt x="145" y="1100"/>
                  </a:lnTo>
                  <a:lnTo>
                    <a:pt x="145" y="1100"/>
                  </a:lnTo>
                  <a:lnTo>
                    <a:pt x="145" y="1100"/>
                  </a:lnTo>
                  <a:lnTo>
                    <a:pt x="143" y="1100"/>
                  </a:lnTo>
                  <a:lnTo>
                    <a:pt x="141" y="1100"/>
                  </a:lnTo>
                  <a:lnTo>
                    <a:pt x="141" y="1100"/>
                  </a:lnTo>
                  <a:lnTo>
                    <a:pt x="141" y="1100"/>
                  </a:lnTo>
                  <a:lnTo>
                    <a:pt x="141" y="1102"/>
                  </a:lnTo>
                  <a:lnTo>
                    <a:pt x="141" y="1102"/>
                  </a:lnTo>
                  <a:lnTo>
                    <a:pt x="141" y="1100"/>
                  </a:lnTo>
                  <a:lnTo>
                    <a:pt x="139" y="1100"/>
                  </a:lnTo>
                  <a:lnTo>
                    <a:pt x="139" y="1100"/>
                  </a:lnTo>
                  <a:lnTo>
                    <a:pt x="139" y="1100"/>
                  </a:lnTo>
                  <a:lnTo>
                    <a:pt x="139" y="1102"/>
                  </a:lnTo>
                  <a:lnTo>
                    <a:pt x="139" y="1102"/>
                  </a:lnTo>
                  <a:lnTo>
                    <a:pt x="139" y="1102"/>
                  </a:lnTo>
                  <a:lnTo>
                    <a:pt x="137" y="1102"/>
                  </a:lnTo>
                  <a:lnTo>
                    <a:pt x="137" y="1102"/>
                  </a:lnTo>
                  <a:lnTo>
                    <a:pt x="137" y="1100"/>
                  </a:lnTo>
                  <a:lnTo>
                    <a:pt x="137" y="1100"/>
                  </a:lnTo>
                  <a:lnTo>
                    <a:pt x="137" y="1100"/>
                  </a:lnTo>
                  <a:lnTo>
                    <a:pt x="137" y="1100"/>
                  </a:lnTo>
                  <a:lnTo>
                    <a:pt x="137" y="1098"/>
                  </a:lnTo>
                  <a:lnTo>
                    <a:pt x="137" y="1098"/>
                  </a:lnTo>
                  <a:lnTo>
                    <a:pt x="137" y="1096"/>
                  </a:lnTo>
                  <a:lnTo>
                    <a:pt x="137" y="1096"/>
                  </a:lnTo>
                  <a:lnTo>
                    <a:pt x="137" y="1096"/>
                  </a:lnTo>
                  <a:lnTo>
                    <a:pt x="137" y="1096"/>
                  </a:lnTo>
                  <a:lnTo>
                    <a:pt x="139" y="1096"/>
                  </a:lnTo>
                  <a:lnTo>
                    <a:pt x="139" y="1096"/>
                  </a:lnTo>
                  <a:lnTo>
                    <a:pt x="139" y="1096"/>
                  </a:lnTo>
                  <a:lnTo>
                    <a:pt x="139" y="1096"/>
                  </a:lnTo>
                  <a:lnTo>
                    <a:pt x="139" y="1094"/>
                  </a:lnTo>
                  <a:lnTo>
                    <a:pt x="139" y="1094"/>
                  </a:lnTo>
                  <a:lnTo>
                    <a:pt x="139" y="1094"/>
                  </a:lnTo>
                  <a:lnTo>
                    <a:pt x="139" y="1094"/>
                  </a:lnTo>
                  <a:lnTo>
                    <a:pt x="141" y="1094"/>
                  </a:lnTo>
                  <a:lnTo>
                    <a:pt x="141" y="1094"/>
                  </a:lnTo>
                  <a:lnTo>
                    <a:pt x="143" y="1094"/>
                  </a:lnTo>
                  <a:lnTo>
                    <a:pt x="143" y="1092"/>
                  </a:lnTo>
                  <a:lnTo>
                    <a:pt x="143" y="1092"/>
                  </a:lnTo>
                  <a:lnTo>
                    <a:pt x="143" y="1092"/>
                  </a:lnTo>
                  <a:lnTo>
                    <a:pt x="145" y="1090"/>
                  </a:lnTo>
                  <a:lnTo>
                    <a:pt x="145" y="1090"/>
                  </a:lnTo>
                  <a:lnTo>
                    <a:pt x="145" y="1090"/>
                  </a:lnTo>
                  <a:lnTo>
                    <a:pt x="145" y="1088"/>
                  </a:lnTo>
                  <a:lnTo>
                    <a:pt x="145" y="1088"/>
                  </a:lnTo>
                  <a:lnTo>
                    <a:pt x="145" y="1088"/>
                  </a:lnTo>
                  <a:lnTo>
                    <a:pt x="143" y="1084"/>
                  </a:lnTo>
                  <a:lnTo>
                    <a:pt x="143" y="1082"/>
                  </a:lnTo>
                  <a:lnTo>
                    <a:pt x="143" y="1082"/>
                  </a:lnTo>
                  <a:lnTo>
                    <a:pt x="143" y="1082"/>
                  </a:lnTo>
                  <a:lnTo>
                    <a:pt x="141" y="1080"/>
                  </a:lnTo>
                  <a:lnTo>
                    <a:pt x="141" y="1080"/>
                  </a:lnTo>
                  <a:lnTo>
                    <a:pt x="139" y="1080"/>
                  </a:lnTo>
                  <a:lnTo>
                    <a:pt x="139" y="1080"/>
                  </a:lnTo>
                  <a:lnTo>
                    <a:pt x="139" y="1080"/>
                  </a:lnTo>
                  <a:lnTo>
                    <a:pt x="139" y="1080"/>
                  </a:lnTo>
                  <a:lnTo>
                    <a:pt x="139" y="1078"/>
                  </a:lnTo>
                  <a:lnTo>
                    <a:pt x="139" y="1078"/>
                  </a:lnTo>
                  <a:lnTo>
                    <a:pt x="139" y="1076"/>
                  </a:lnTo>
                  <a:lnTo>
                    <a:pt x="141" y="1075"/>
                  </a:lnTo>
                  <a:lnTo>
                    <a:pt x="141" y="1075"/>
                  </a:lnTo>
                  <a:lnTo>
                    <a:pt x="141" y="1075"/>
                  </a:lnTo>
                  <a:lnTo>
                    <a:pt x="141" y="1075"/>
                  </a:lnTo>
                  <a:lnTo>
                    <a:pt x="139" y="1073"/>
                  </a:lnTo>
                  <a:lnTo>
                    <a:pt x="139" y="1073"/>
                  </a:lnTo>
                  <a:lnTo>
                    <a:pt x="139" y="1073"/>
                  </a:lnTo>
                  <a:lnTo>
                    <a:pt x="133" y="1069"/>
                  </a:lnTo>
                  <a:lnTo>
                    <a:pt x="123" y="1059"/>
                  </a:lnTo>
                  <a:lnTo>
                    <a:pt x="123" y="1053"/>
                  </a:lnTo>
                  <a:lnTo>
                    <a:pt x="123" y="1051"/>
                  </a:lnTo>
                  <a:lnTo>
                    <a:pt x="123" y="1051"/>
                  </a:lnTo>
                  <a:lnTo>
                    <a:pt x="123" y="1049"/>
                  </a:lnTo>
                  <a:lnTo>
                    <a:pt x="121" y="1047"/>
                  </a:lnTo>
                  <a:lnTo>
                    <a:pt x="120" y="1043"/>
                  </a:lnTo>
                  <a:lnTo>
                    <a:pt x="118" y="1043"/>
                  </a:lnTo>
                  <a:lnTo>
                    <a:pt x="116" y="1043"/>
                  </a:lnTo>
                  <a:lnTo>
                    <a:pt x="116" y="1041"/>
                  </a:lnTo>
                  <a:lnTo>
                    <a:pt x="118" y="1041"/>
                  </a:lnTo>
                  <a:lnTo>
                    <a:pt x="118" y="1041"/>
                  </a:lnTo>
                  <a:lnTo>
                    <a:pt x="120" y="1041"/>
                  </a:lnTo>
                  <a:lnTo>
                    <a:pt x="120" y="1041"/>
                  </a:lnTo>
                  <a:lnTo>
                    <a:pt x="120" y="1039"/>
                  </a:lnTo>
                  <a:lnTo>
                    <a:pt x="120" y="1039"/>
                  </a:lnTo>
                  <a:lnTo>
                    <a:pt x="120" y="1039"/>
                  </a:lnTo>
                  <a:lnTo>
                    <a:pt x="121" y="1039"/>
                  </a:lnTo>
                  <a:lnTo>
                    <a:pt x="121" y="1039"/>
                  </a:lnTo>
                  <a:lnTo>
                    <a:pt x="121" y="1039"/>
                  </a:lnTo>
                  <a:lnTo>
                    <a:pt x="123" y="1039"/>
                  </a:lnTo>
                  <a:lnTo>
                    <a:pt x="123" y="1037"/>
                  </a:lnTo>
                  <a:lnTo>
                    <a:pt x="131" y="1037"/>
                  </a:lnTo>
                  <a:lnTo>
                    <a:pt x="133" y="1037"/>
                  </a:lnTo>
                  <a:lnTo>
                    <a:pt x="133" y="1037"/>
                  </a:lnTo>
                  <a:lnTo>
                    <a:pt x="133" y="1037"/>
                  </a:lnTo>
                  <a:lnTo>
                    <a:pt x="137" y="1035"/>
                  </a:lnTo>
                  <a:lnTo>
                    <a:pt x="137" y="1035"/>
                  </a:lnTo>
                  <a:lnTo>
                    <a:pt x="137" y="1033"/>
                  </a:lnTo>
                  <a:lnTo>
                    <a:pt x="137" y="1033"/>
                  </a:lnTo>
                  <a:lnTo>
                    <a:pt x="137" y="1033"/>
                  </a:lnTo>
                  <a:lnTo>
                    <a:pt x="129" y="1027"/>
                  </a:lnTo>
                  <a:lnTo>
                    <a:pt x="129" y="1025"/>
                  </a:lnTo>
                  <a:lnTo>
                    <a:pt x="129" y="1025"/>
                  </a:lnTo>
                  <a:lnTo>
                    <a:pt x="129" y="1025"/>
                  </a:lnTo>
                  <a:lnTo>
                    <a:pt x="129" y="1023"/>
                  </a:lnTo>
                  <a:lnTo>
                    <a:pt x="129" y="1023"/>
                  </a:lnTo>
                  <a:lnTo>
                    <a:pt x="129" y="1023"/>
                  </a:lnTo>
                  <a:lnTo>
                    <a:pt x="129" y="1022"/>
                  </a:lnTo>
                  <a:lnTo>
                    <a:pt x="129" y="1022"/>
                  </a:lnTo>
                  <a:lnTo>
                    <a:pt x="129" y="1022"/>
                  </a:lnTo>
                  <a:lnTo>
                    <a:pt x="129" y="1022"/>
                  </a:lnTo>
                  <a:lnTo>
                    <a:pt x="129" y="1022"/>
                  </a:lnTo>
                  <a:lnTo>
                    <a:pt x="127" y="1022"/>
                  </a:lnTo>
                  <a:lnTo>
                    <a:pt x="127" y="1022"/>
                  </a:lnTo>
                  <a:lnTo>
                    <a:pt x="121" y="1020"/>
                  </a:lnTo>
                  <a:lnTo>
                    <a:pt x="121" y="1020"/>
                  </a:lnTo>
                  <a:lnTo>
                    <a:pt x="121" y="1018"/>
                  </a:lnTo>
                  <a:lnTo>
                    <a:pt x="121" y="1018"/>
                  </a:lnTo>
                  <a:lnTo>
                    <a:pt x="121" y="1016"/>
                  </a:lnTo>
                  <a:lnTo>
                    <a:pt x="121" y="1014"/>
                  </a:lnTo>
                  <a:lnTo>
                    <a:pt x="121" y="1014"/>
                  </a:lnTo>
                  <a:lnTo>
                    <a:pt x="121" y="1010"/>
                  </a:lnTo>
                  <a:lnTo>
                    <a:pt x="121" y="1008"/>
                  </a:lnTo>
                  <a:lnTo>
                    <a:pt x="120" y="1004"/>
                  </a:lnTo>
                  <a:lnTo>
                    <a:pt x="120" y="1002"/>
                  </a:lnTo>
                  <a:lnTo>
                    <a:pt x="120" y="1002"/>
                  </a:lnTo>
                  <a:lnTo>
                    <a:pt x="118" y="1000"/>
                  </a:lnTo>
                  <a:lnTo>
                    <a:pt x="118" y="1000"/>
                  </a:lnTo>
                  <a:lnTo>
                    <a:pt x="118" y="1000"/>
                  </a:lnTo>
                  <a:lnTo>
                    <a:pt x="116" y="998"/>
                  </a:lnTo>
                  <a:lnTo>
                    <a:pt x="116" y="998"/>
                  </a:lnTo>
                  <a:lnTo>
                    <a:pt x="116" y="998"/>
                  </a:lnTo>
                  <a:lnTo>
                    <a:pt x="114" y="996"/>
                  </a:lnTo>
                  <a:lnTo>
                    <a:pt x="114" y="994"/>
                  </a:lnTo>
                  <a:lnTo>
                    <a:pt x="114" y="994"/>
                  </a:lnTo>
                  <a:lnTo>
                    <a:pt x="116" y="994"/>
                  </a:lnTo>
                  <a:lnTo>
                    <a:pt x="116" y="994"/>
                  </a:lnTo>
                  <a:lnTo>
                    <a:pt x="118" y="992"/>
                  </a:lnTo>
                  <a:lnTo>
                    <a:pt x="120" y="992"/>
                  </a:lnTo>
                  <a:lnTo>
                    <a:pt x="120" y="992"/>
                  </a:lnTo>
                  <a:lnTo>
                    <a:pt x="120" y="992"/>
                  </a:lnTo>
                  <a:lnTo>
                    <a:pt x="120" y="992"/>
                  </a:lnTo>
                  <a:lnTo>
                    <a:pt x="120" y="990"/>
                  </a:lnTo>
                  <a:lnTo>
                    <a:pt x="120" y="990"/>
                  </a:lnTo>
                  <a:lnTo>
                    <a:pt x="120" y="990"/>
                  </a:lnTo>
                  <a:lnTo>
                    <a:pt x="120" y="990"/>
                  </a:lnTo>
                  <a:lnTo>
                    <a:pt x="120" y="988"/>
                  </a:lnTo>
                  <a:lnTo>
                    <a:pt x="120" y="988"/>
                  </a:lnTo>
                  <a:lnTo>
                    <a:pt x="120" y="988"/>
                  </a:lnTo>
                  <a:lnTo>
                    <a:pt x="120" y="984"/>
                  </a:lnTo>
                  <a:lnTo>
                    <a:pt x="120" y="984"/>
                  </a:lnTo>
                  <a:lnTo>
                    <a:pt x="120" y="984"/>
                  </a:lnTo>
                  <a:lnTo>
                    <a:pt x="118" y="984"/>
                  </a:lnTo>
                  <a:lnTo>
                    <a:pt x="118" y="984"/>
                  </a:lnTo>
                  <a:lnTo>
                    <a:pt x="116" y="984"/>
                  </a:lnTo>
                  <a:lnTo>
                    <a:pt x="114" y="984"/>
                  </a:lnTo>
                  <a:lnTo>
                    <a:pt x="112" y="984"/>
                  </a:lnTo>
                  <a:lnTo>
                    <a:pt x="100" y="980"/>
                  </a:lnTo>
                  <a:lnTo>
                    <a:pt x="98" y="980"/>
                  </a:lnTo>
                  <a:lnTo>
                    <a:pt x="98" y="980"/>
                  </a:lnTo>
                  <a:lnTo>
                    <a:pt x="96" y="976"/>
                  </a:lnTo>
                  <a:lnTo>
                    <a:pt x="96" y="974"/>
                  </a:lnTo>
                  <a:lnTo>
                    <a:pt x="96" y="974"/>
                  </a:lnTo>
                  <a:lnTo>
                    <a:pt x="96" y="974"/>
                  </a:lnTo>
                  <a:lnTo>
                    <a:pt x="96" y="974"/>
                  </a:lnTo>
                  <a:lnTo>
                    <a:pt x="98" y="970"/>
                  </a:lnTo>
                  <a:lnTo>
                    <a:pt x="98" y="970"/>
                  </a:lnTo>
                  <a:lnTo>
                    <a:pt x="98" y="970"/>
                  </a:lnTo>
                  <a:lnTo>
                    <a:pt x="100" y="968"/>
                  </a:lnTo>
                  <a:lnTo>
                    <a:pt x="102" y="968"/>
                  </a:lnTo>
                  <a:lnTo>
                    <a:pt x="102" y="967"/>
                  </a:lnTo>
                  <a:lnTo>
                    <a:pt x="102" y="967"/>
                  </a:lnTo>
                  <a:lnTo>
                    <a:pt x="102" y="965"/>
                  </a:lnTo>
                  <a:lnTo>
                    <a:pt x="102" y="965"/>
                  </a:lnTo>
                  <a:lnTo>
                    <a:pt x="102" y="965"/>
                  </a:lnTo>
                  <a:lnTo>
                    <a:pt x="102" y="965"/>
                  </a:lnTo>
                  <a:lnTo>
                    <a:pt x="98" y="957"/>
                  </a:lnTo>
                  <a:lnTo>
                    <a:pt x="96" y="955"/>
                  </a:lnTo>
                  <a:lnTo>
                    <a:pt x="94" y="955"/>
                  </a:lnTo>
                  <a:lnTo>
                    <a:pt x="94" y="955"/>
                  </a:lnTo>
                  <a:lnTo>
                    <a:pt x="94" y="955"/>
                  </a:lnTo>
                  <a:lnTo>
                    <a:pt x="92" y="955"/>
                  </a:lnTo>
                  <a:lnTo>
                    <a:pt x="92" y="957"/>
                  </a:lnTo>
                  <a:lnTo>
                    <a:pt x="92" y="957"/>
                  </a:lnTo>
                  <a:lnTo>
                    <a:pt x="92" y="959"/>
                  </a:lnTo>
                  <a:lnTo>
                    <a:pt x="92" y="959"/>
                  </a:lnTo>
                  <a:lnTo>
                    <a:pt x="92" y="959"/>
                  </a:lnTo>
                  <a:lnTo>
                    <a:pt x="92" y="961"/>
                  </a:lnTo>
                  <a:lnTo>
                    <a:pt x="92" y="961"/>
                  </a:lnTo>
                  <a:lnTo>
                    <a:pt x="92" y="963"/>
                  </a:lnTo>
                  <a:lnTo>
                    <a:pt x="92" y="963"/>
                  </a:lnTo>
                  <a:lnTo>
                    <a:pt x="92" y="965"/>
                  </a:lnTo>
                  <a:lnTo>
                    <a:pt x="90" y="965"/>
                  </a:lnTo>
                  <a:lnTo>
                    <a:pt x="90" y="967"/>
                  </a:lnTo>
                  <a:lnTo>
                    <a:pt x="90" y="967"/>
                  </a:lnTo>
                  <a:lnTo>
                    <a:pt x="90" y="967"/>
                  </a:lnTo>
                  <a:lnTo>
                    <a:pt x="92" y="967"/>
                  </a:lnTo>
                  <a:lnTo>
                    <a:pt x="92" y="968"/>
                  </a:lnTo>
                  <a:lnTo>
                    <a:pt x="92" y="968"/>
                  </a:lnTo>
                  <a:lnTo>
                    <a:pt x="92" y="968"/>
                  </a:lnTo>
                  <a:lnTo>
                    <a:pt x="90" y="968"/>
                  </a:lnTo>
                  <a:lnTo>
                    <a:pt x="90" y="968"/>
                  </a:lnTo>
                  <a:lnTo>
                    <a:pt x="90" y="970"/>
                  </a:lnTo>
                  <a:lnTo>
                    <a:pt x="90" y="970"/>
                  </a:lnTo>
                  <a:lnTo>
                    <a:pt x="88" y="972"/>
                  </a:lnTo>
                  <a:lnTo>
                    <a:pt x="86" y="972"/>
                  </a:lnTo>
                  <a:lnTo>
                    <a:pt x="84" y="972"/>
                  </a:lnTo>
                  <a:lnTo>
                    <a:pt x="84" y="972"/>
                  </a:lnTo>
                  <a:lnTo>
                    <a:pt x="82" y="970"/>
                  </a:lnTo>
                  <a:lnTo>
                    <a:pt x="80" y="970"/>
                  </a:lnTo>
                  <a:lnTo>
                    <a:pt x="80" y="970"/>
                  </a:lnTo>
                  <a:lnTo>
                    <a:pt x="76" y="970"/>
                  </a:lnTo>
                  <a:lnTo>
                    <a:pt x="74" y="974"/>
                  </a:lnTo>
                  <a:lnTo>
                    <a:pt x="67" y="976"/>
                  </a:lnTo>
                  <a:lnTo>
                    <a:pt x="67" y="976"/>
                  </a:lnTo>
                  <a:lnTo>
                    <a:pt x="67" y="976"/>
                  </a:lnTo>
                  <a:lnTo>
                    <a:pt x="67" y="976"/>
                  </a:lnTo>
                  <a:lnTo>
                    <a:pt x="67" y="974"/>
                  </a:lnTo>
                  <a:lnTo>
                    <a:pt x="65" y="974"/>
                  </a:lnTo>
                  <a:lnTo>
                    <a:pt x="63" y="970"/>
                  </a:lnTo>
                  <a:lnTo>
                    <a:pt x="61" y="970"/>
                  </a:lnTo>
                  <a:lnTo>
                    <a:pt x="61" y="970"/>
                  </a:lnTo>
                  <a:lnTo>
                    <a:pt x="61" y="968"/>
                  </a:lnTo>
                  <a:lnTo>
                    <a:pt x="61" y="968"/>
                  </a:lnTo>
                  <a:lnTo>
                    <a:pt x="61" y="967"/>
                  </a:lnTo>
                  <a:lnTo>
                    <a:pt x="61" y="967"/>
                  </a:lnTo>
                  <a:lnTo>
                    <a:pt x="59" y="967"/>
                  </a:lnTo>
                  <a:lnTo>
                    <a:pt x="51" y="965"/>
                  </a:lnTo>
                  <a:lnTo>
                    <a:pt x="43" y="961"/>
                  </a:lnTo>
                  <a:lnTo>
                    <a:pt x="43" y="961"/>
                  </a:lnTo>
                  <a:lnTo>
                    <a:pt x="39" y="961"/>
                  </a:lnTo>
                  <a:lnTo>
                    <a:pt x="39" y="961"/>
                  </a:lnTo>
                  <a:lnTo>
                    <a:pt x="39" y="959"/>
                  </a:lnTo>
                  <a:lnTo>
                    <a:pt x="39" y="959"/>
                  </a:lnTo>
                  <a:lnTo>
                    <a:pt x="39" y="959"/>
                  </a:lnTo>
                  <a:lnTo>
                    <a:pt x="39" y="959"/>
                  </a:lnTo>
                  <a:lnTo>
                    <a:pt x="37" y="961"/>
                  </a:lnTo>
                  <a:lnTo>
                    <a:pt x="35" y="959"/>
                  </a:lnTo>
                  <a:lnTo>
                    <a:pt x="35" y="961"/>
                  </a:lnTo>
                  <a:lnTo>
                    <a:pt x="33" y="961"/>
                  </a:lnTo>
                  <a:lnTo>
                    <a:pt x="33" y="961"/>
                  </a:lnTo>
                  <a:lnTo>
                    <a:pt x="33" y="961"/>
                  </a:lnTo>
                  <a:lnTo>
                    <a:pt x="31" y="961"/>
                  </a:lnTo>
                  <a:lnTo>
                    <a:pt x="31" y="961"/>
                  </a:lnTo>
                  <a:lnTo>
                    <a:pt x="31" y="959"/>
                  </a:lnTo>
                  <a:lnTo>
                    <a:pt x="29" y="961"/>
                  </a:lnTo>
                  <a:lnTo>
                    <a:pt x="29" y="959"/>
                  </a:lnTo>
                  <a:lnTo>
                    <a:pt x="29" y="959"/>
                  </a:lnTo>
                  <a:lnTo>
                    <a:pt x="29" y="959"/>
                  </a:lnTo>
                  <a:lnTo>
                    <a:pt x="29" y="959"/>
                  </a:lnTo>
                  <a:lnTo>
                    <a:pt x="29" y="959"/>
                  </a:lnTo>
                  <a:lnTo>
                    <a:pt x="29" y="957"/>
                  </a:lnTo>
                  <a:lnTo>
                    <a:pt x="29" y="955"/>
                  </a:lnTo>
                  <a:lnTo>
                    <a:pt x="27" y="955"/>
                  </a:lnTo>
                  <a:lnTo>
                    <a:pt x="27" y="955"/>
                  </a:lnTo>
                  <a:lnTo>
                    <a:pt x="27" y="955"/>
                  </a:lnTo>
                  <a:lnTo>
                    <a:pt x="27" y="953"/>
                  </a:lnTo>
                  <a:lnTo>
                    <a:pt x="27" y="953"/>
                  </a:lnTo>
                  <a:lnTo>
                    <a:pt x="27" y="953"/>
                  </a:lnTo>
                  <a:lnTo>
                    <a:pt x="25" y="951"/>
                  </a:lnTo>
                  <a:lnTo>
                    <a:pt x="25" y="951"/>
                  </a:lnTo>
                  <a:lnTo>
                    <a:pt x="25" y="951"/>
                  </a:lnTo>
                  <a:lnTo>
                    <a:pt x="25" y="951"/>
                  </a:lnTo>
                  <a:lnTo>
                    <a:pt x="25" y="949"/>
                  </a:lnTo>
                  <a:lnTo>
                    <a:pt x="25" y="949"/>
                  </a:lnTo>
                  <a:lnTo>
                    <a:pt x="23" y="949"/>
                  </a:lnTo>
                  <a:lnTo>
                    <a:pt x="23" y="949"/>
                  </a:lnTo>
                  <a:lnTo>
                    <a:pt x="23" y="947"/>
                  </a:lnTo>
                  <a:lnTo>
                    <a:pt x="23" y="945"/>
                  </a:lnTo>
                  <a:lnTo>
                    <a:pt x="23" y="945"/>
                  </a:lnTo>
                  <a:lnTo>
                    <a:pt x="23" y="945"/>
                  </a:lnTo>
                  <a:lnTo>
                    <a:pt x="23" y="943"/>
                  </a:lnTo>
                  <a:lnTo>
                    <a:pt x="23" y="943"/>
                  </a:lnTo>
                  <a:lnTo>
                    <a:pt x="23" y="943"/>
                  </a:lnTo>
                  <a:lnTo>
                    <a:pt x="23" y="941"/>
                  </a:lnTo>
                  <a:lnTo>
                    <a:pt x="21" y="939"/>
                  </a:lnTo>
                  <a:lnTo>
                    <a:pt x="21" y="937"/>
                  </a:lnTo>
                  <a:lnTo>
                    <a:pt x="21" y="935"/>
                  </a:lnTo>
                  <a:lnTo>
                    <a:pt x="21" y="935"/>
                  </a:lnTo>
                  <a:lnTo>
                    <a:pt x="21" y="935"/>
                  </a:lnTo>
                  <a:lnTo>
                    <a:pt x="19" y="933"/>
                  </a:lnTo>
                  <a:lnTo>
                    <a:pt x="19" y="933"/>
                  </a:lnTo>
                  <a:lnTo>
                    <a:pt x="19" y="933"/>
                  </a:lnTo>
                  <a:lnTo>
                    <a:pt x="19" y="931"/>
                  </a:lnTo>
                  <a:lnTo>
                    <a:pt x="19" y="931"/>
                  </a:lnTo>
                  <a:lnTo>
                    <a:pt x="19" y="931"/>
                  </a:lnTo>
                  <a:lnTo>
                    <a:pt x="19" y="931"/>
                  </a:lnTo>
                  <a:lnTo>
                    <a:pt x="19" y="929"/>
                  </a:lnTo>
                  <a:lnTo>
                    <a:pt x="19" y="929"/>
                  </a:lnTo>
                  <a:lnTo>
                    <a:pt x="19" y="929"/>
                  </a:lnTo>
                  <a:lnTo>
                    <a:pt x="19" y="927"/>
                  </a:lnTo>
                  <a:lnTo>
                    <a:pt x="18" y="927"/>
                  </a:lnTo>
                  <a:lnTo>
                    <a:pt x="18" y="927"/>
                  </a:lnTo>
                  <a:lnTo>
                    <a:pt x="18" y="927"/>
                  </a:lnTo>
                  <a:lnTo>
                    <a:pt x="18" y="929"/>
                  </a:lnTo>
                  <a:lnTo>
                    <a:pt x="18" y="929"/>
                  </a:lnTo>
                  <a:lnTo>
                    <a:pt x="16" y="929"/>
                  </a:lnTo>
                  <a:lnTo>
                    <a:pt x="8" y="925"/>
                  </a:lnTo>
                  <a:lnTo>
                    <a:pt x="6" y="923"/>
                  </a:lnTo>
                  <a:lnTo>
                    <a:pt x="6" y="923"/>
                  </a:lnTo>
                  <a:lnTo>
                    <a:pt x="4" y="923"/>
                  </a:lnTo>
                  <a:lnTo>
                    <a:pt x="4" y="923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6" y="919"/>
                  </a:lnTo>
                  <a:lnTo>
                    <a:pt x="6" y="919"/>
                  </a:lnTo>
                  <a:lnTo>
                    <a:pt x="8" y="919"/>
                  </a:lnTo>
                  <a:lnTo>
                    <a:pt x="6" y="917"/>
                  </a:lnTo>
                  <a:lnTo>
                    <a:pt x="6" y="917"/>
                  </a:lnTo>
                  <a:lnTo>
                    <a:pt x="4" y="917"/>
                  </a:lnTo>
                  <a:lnTo>
                    <a:pt x="4" y="915"/>
                  </a:lnTo>
                  <a:lnTo>
                    <a:pt x="6" y="915"/>
                  </a:lnTo>
                  <a:lnTo>
                    <a:pt x="6" y="915"/>
                  </a:lnTo>
                  <a:lnTo>
                    <a:pt x="6" y="914"/>
                  </a:lnTo>
                  <a:lnTo>
                    <a:pt x="4" y="914"/>
                  </a:lnTo>
                  <a:lnTo>
                    <a:pt x="2" y="912"/>
                  </a:lnTo>
                  <a:lnTo>
                    <a:pt x="2" y="912"/>
                  </a:lnTo>
                  <a:lnTo>
                    <a:pt x="2" y="912"/>
                  </a:lnTo>
                  <a:lnTo>
                    <a:pt x="2" y="910"/>
                  </a:lnTo>
                  <a:lnTo>
                    <a:pt x="2" y="910"/>
                  </a:lnTo>
                  <a:lnTo>
                    <a:pt x="4" y="910"/>
                  </a:lnTo>
                  <a:lnTo>
                    <a:pt x="4" y="910"/>
                  </a:lnTo>
                  <a:lnTo>
                    <a:pt x="4" y="910"/>
                  </a:lnTo>
                  <a:lnTo>
                    <a:pt x="4" y="908"/>
                  </a:lnTo>
                  <a:lnTo>
                    <a:pt x="0" y="906"/>
                  </a:lnTo>
                  <a:lnTo>
                    <a:pt x="0" y="906"/>
                  </a:lnTo>
                  <a:lnTo>
                    <a:pt x="0" y="904"/>
                  </a:lnTo>
                  <a:lnTo>
                    <a:pt x="0" y="904"/>
                  </a:lnTo>
                  <a:lnTo>
                    <a:pt x="0" y="904"/>
                  </a:lnTo>
                  <a:lnTo>
                    <a:pt x="2" y="904"/>
                  </a:lnTo>
                  <a:lnTo>
                    <a:pt x="2" y="904"/>
                  </a:lnTo>
                  <a:lnTo>
                    <a:pt x="2" y="904"/>
                  </a:lnTo>
                  <a:lnTo>
                    <a:pt x="4" y="904"/>
                  </a:lnTo>
                  <a:lnTo>
                    <a:pt x="6" y="902"/>
                  </a:lnTo>
                  <a:lnTo>
                    <a:pt x="6" y="900"/>
                  </a:lnTo>
                  <a:lnTo>
                    <a:pt x="6" y="900"/>
                  </a:lnTo>
                  <a:lnTo>
                    <a:pt x="6" y="900"/>
                  </a:lnTo>
                  <a:lnTo>
                    <a:pt x="6" y="900"/>
                  </a:lnTo>
                  <a:lnTo>
                    <a:pt x="8" y="900"/>
                  </a:lnTo>
                  <a:lnTo>
                    <a:pt x="8" y="898"/>
                  </a:lnTo>
                  <a:lnTo>
                    <a:pt x="8" y="898"/>
                  </a:lnTo>
                  <a:lnTo>
                    <a:pt x="8" y="898"/>
                  </a:lnTo>
                  <a:lnTo>
                    <a:pt x="10" y="898"/>
                  </a:lnTo>
                  <a:lnTo>
                    <a:pt x="10" y="896"/>
                  </a:lnTo>
                  <a:lnTo>
                    <a:pt x="10" y="896"/>
                  </a:lnTo>
                  <a:lnTo>
                    <a:pt x="10" y="896"/>
                  </a:lnTo>
                  <a:lnTo>
                    <a:pt x="10" y="894"/>
                  </a:lnTo>
                  <a:lnTo>
                    <a:pt x="10" y="892"/>
                  </a:lnTo>
                  <a:lnTo>
                    <a:pt x="10" y="892"/>
                  </a:lnTo>
                  <a:lnTo>
                    <a:pt x="10" y="890"/>
                  </a:lnTo>
                  <a:lnTo>
                    <a:pt x="10" y="890"/>
                  </a:lnTo>
                  <a:lnTo>
                    <a:pt x="10" y="890"/>
                  </a:lnTo>
                  <a:lnTo>
                    <a:pt x="12" y="892"/>
                  </a:lnTo>
                  <a:lnTo>
                    <a:pt x="12" y="892"/>
                  </a:lnTo>
                  <a:lnTo>
                    <a:pt x="12" y="892"/>
                  </a:lnTo>
                  <a:lnTo>
                    <a:pt x="12" y="890"/>
                  </a:lnTo>
                  <a:lnTo>
                    <a:pt x="12" y="890"/>
                  </a:lnTo>
                  <a:lnTo>
                    <a:pt x="12" y="888"/>
                  </a:lnTo>
                  <a:lnTo>
                    <a:pt x="12" y="888"/>
                  </a:lnTo>
                  <a:lnTo>
                    <a:pt x="12" y="888"/>
                  </a:lnTo>
                  <a:lnTo>
                    <a:pt x="12" y="888"/>
                  </a:lnTo>
                  <a:lnTo>
                    <a:pt x="16" y="886"/>
                  </a:lnTo>
                  <a:lnTo>
                    <a:pt x="16" y="888"/>
                  </a:lnTo>
                  <a:lnTo>
                    <a:pt x="16" y="888"/>
                  </a:lnTo>
                  <a:lnTo>
                    <a:pt x="16" y="888"/>
                  </a:lnTo>
                  <a:lnTo>
                    <a:pt x="18" y="888"/>
                  </a:lnTo>
                  <a:lnTo>
                    <a:pt x="18" y="888"/>
                  </a:lnTo>
                  <a:lnTo>
                    <a:pt x="18" y="888"/>
                  </a:lnTo>
                  <a:lnTo>
                    <a:pt x="18" y="888"/>
                  </a:lnTo>
                  <a:lnTo>
                    <a:pt x="18" y="886"/>
                  </a:lnTo>
                  <a:lnTo>
                    <a:pt x="18" y="884"/>
                  </a:lnTo>
                  <a:lnTo>
                    <a:pt x="18" y="884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0"/>
                  </a:lnTo>
                  <a:lnTo>
                    <a:pt x="18" y="878"/>
                  </a:lnTo>
                  <a:lnTo>
                    <a:pt x="18" y="878"/>
                  </a:lnTo>
                  <a:lnTo>
                    <a:pt x="18" y="878"/>
                  </a:lnTo>
                  <a:lnTo>
                    <a:pt x="18" y="878"/>
                  </a:lnTo>
                  <a:lnTo>
                    <a:pt x="18" y="878"/>
                  </a:lnTo>
                  <a:lnTo>
                    <a:pt x="19" y="878"/>
                  </a:lnTo>
                  <a:lnTo>
                    <a:pt x="19" y="878"/>
                  </a:lnTo>
                  <a:lnTo>
                    <a:pt x="19" y="878"/>
                  </a:lnTo>
                  <a:lnTo>
                    <a:pt x="19" y="878"/>
                  </a:lnTo>
                  <a:lnTo>
                    <a:pt x="19" y="880"/>
                  </a:lnTo>
                  <a:lnTo>
                    <a:pt x="19" y="880"/>
                  </a:lnTo>
                  <a:lnTo>
                    <a:pt x="19" y="880"/>
                  </a:lnTo>
                  <a:lnTo>
                    <a:pt x="19" y="882"/>
                  </a:lnTo>
                  <a:lnTo>
                    <a:pt x="21" y="882"/>
                  </a:lnTo>
                  <a:lnTo>
                    <a:pt x="21" y="882"/>
                  </a:lnTo>
                  <a:lnTo>
                    <a:pt x="23" y="882"/>
                  </a:lnTo>
                  <a:lnTo>
                    <a:pt x="23" y="882"/>
                  </a:lnTo>
                  <a:lnTo>
                    <a:pt x="25" y="876"/>
                  </a:lnTo>
                  <a:lnTo>
                    <a:pt x="27" y="874"/>
                  </a:lnTo>
                  <a:lnTo>
                    <a:pt x="27" y="874"/>
                  </a:lnTo>
                  <a:lnTo>
                    <a:pt x="27" y="874"/>
                  </a:lnTo>
                  <a:lnTo>
                    <a:pt x="27" y="872"/>
                  </a:lnTo>
                  <a:lnTo>
                    <a:pt x="27" y="872"/>
                  </a:lnTo>
                  <a:lnTo>
                    <a:pt x="27" y="872"/>
                  </a:lnTo>
                  <a:lnTo>
                    <a:pt x="27" y="872"/>
                  </a:lnTo>
                  <a:lnTo>
                    <a:pt x="29" y="870"/>
                  </a:lnTo>
                  <a:lnTo>
                    <a:pt x="29" y="870"/>
                  </a:lnTo>
                  <a:lnTo>
                    <a:pt x="31" y="870"/>
                  </a:lnTo>
                  <a:lnTo>
                    <a:pt x="31" y="870"/>
                  </a:lnTo>
                  <a:lnTo>
                    <a:pt x="31" y="868"/>
                  </a:lnTo>
                  <a:lnTo>
                    <a:pt x="31" y="868"/>
                  </a:lnTo>
                  <a:lnTo>
                    <a:pt x="31" y="866"/>
                  </a:lnTo>
                  <a:lnTo>
                    <a:pt x="31" y="866"/>
                  </a:lnTo>
                  <a:lnTo>
                    <a:pt x="31" y="866"/>
                  </a:lnTo>
                  <a:lnTo>
                    <a:pt x="31" y="864"/>
                  </a:lnTo>
                  <a:lnTo>
                    <a:pt x="33" y="866"/>
                  </a:lnTo>
                  <a:lnTo>
                    <a:pt x="33" y="866"/>
                  </a:lnTo>
                  <a:lnTo>
                    <a:pt x="33" y="866"/>
                  </a:lnTo>
                  <a:lnTo>
                    <a:pt x="35" y="866"/>
                  </a:lnTo>
                  <a:lnTo>
                    <a:pt x="35" y="866"/>
                  </a:lnTo>
                  <a:lnTo>
                    <a:pt x="35" y="866"/>
                  </a:lnTo>
                  <a:lnTo>
                    <a:pt x="37" y="866"/>
                  </a:lnTo>
                  <a:lnTo>
                    <a:pt x="39" y="862"/>
                  </a:lnTo>
                  <a:lnTo>
                    <a:pt x="41" y="862"/>
                  </a:lnTo>
                  <a:lnTo>
                    <a:pt x="45" y="859"/>
                  </a:lnTo>
                  <a:lnTo>
                    <a:pt x="45" y="859"/>
                  </a:lnTo>
                  <a:lnTo>
                    <a:pt x="45" y="859"/>
                  </a:lnTo>
                  <a:lnTo>
                    <a:pt x="45" y="857"/>
                  </a:lnTo>
                  <a:lnTo>
                    <a:pt x="45" y="857"/>
                  </a:lnTo>
                  <a:lnTo>
                    <a:pt x="45" y="855"/>
                  </a:lnTo>
                  <a:lnTo>
                    <a:pt x="45" y="855"/>
                  </a:lnTo>
                  <a:lnTo>
                    <a:pt x="45" y="855"/>
                  </a:lnTo>
                  <a:lnTo>
                    <a:pt x="47" y="855"/>
                  </a:lnTo>
                  <a:lnTo>
                    <a:pt x="47" y="855"/>
                  </a:lnTo>
                  <a:lnTo>
                    <a:pt x="49" y="855"/>
                  </a:lnTo>
                  <a:lnTo>
                    <a:pt x="49" y="855"/>
                  </a:lnTo>
                  <a:lnTo>
                    <a:pt x="49" y="855"/>
                  </a:lnTo>
                  <a:lnTo>
                    <a:pt x="49" y="855"/>
                  </a:lnTo>
                  <a:lnTo>
                    <a:pt x="49" y="853"/>
                  </a:lnTo>
                  <a:lnTo>
                    <a:pt x="49" y="853"/>
                  </a:lnTo>
                  <a:lnTo>
                    <a:pt x="49" y="851"/>
                  </a:lnTo>
                  <a:lnTo>
                    <a:pt x="49" y="851"/>
                  </a:lnTo>
                  <a:lnTo>
                    <a:pt x="49" y="851"/>
                  </a:lnTo>
                  <a:lnTo>
                    <a:pt x="51" y="853"/>
                  </a:lnTo>
                  <a:lnTo>
                    <a:pt x="51" y="853"/>
                  </a:lnTo>
                  <a:lnTo>
                    <a:pt x="53" y="853"/>
                  </a:lnTo>
                  <a:lnTo>
                    <a:pt x="53" y="851"/>
                  </a:lnTo>
                  <a:lnTo>
                    <a:pt x="53" y="851"/>
                  </a:lnTo>
                  <a:lnTo>
                    <a:pt x="53" y="851"/>
                  </a:lnTo>
                  <a:lnTo>
                    <a:pt x="53" y="849"/>
                  </a:lnTo>
                  <a:lnTo>
                    <a:pt x="53" y="849"/>
                  </a:lnTo>
                  <a:lnTo>
                    <a:pt x="55" y="849"/>
                  </a:lnTo>
                  <a:lnTo>
                    <a:pt x="63" y="849"/>
                  </a:lnTo>
                  <a:lnTo>
                    <a:pt x="63" y="849"/>
                  </a:lnTo>
                  <a:lnTo>
                    <a:pt x="63" y="851"/>
                  </a:lnTo>
                  <a:lnTo>
                    <a:pt x="63" y="851"/>
                  </a:lnTo>
                  <a:lnTo>
                    <a:pt x="63" y="853"/>
                  </a:lnTo>
                  <a:lnTo>
                    <a:pt x="65" y="853"/>
                  </a:lnTo>
                  <a:lnTo>
                    <a:pt x="65" y="853"/>
                  </a:lnTo>
                  <a:lnTo>
                    <a:pt x="65" y="855"/>
                  </a:lnTo>
                  <a:lnTo>
                    <a:pt x="65" y="853"/>
                  </a:lnTo>
                  <a:lnTo>
                    <a:pt x="67" y="853"/>
                  </a:lnTo>
                  <a:lnTo>
                    <a:pt x="67" y="855"/>
                  </a:lnTo>
                  <a:lnTo>
                    <a:pt x="67" y="855"/>
                  </a:lnTo>
                  <a:lnTo>
                    <a:pt x="67" y="857"/>
                  </a:lnTo>
                  <a:lnTo>
                    <a:pt x="67" y="857"/>
                  </a:lnTo>
                  <a:lnTo>
                    <a:pt x="67" y="857"/>
                  </a:lnTo>
                  <a:lnTo>
                    <a:pt x="67" y="857"/>
                  </a:lnTo>
                  <a:lnTo>
                    <a:pt x="69" y="857"/>
                  </a:lnTo>
                  <a:lnTo>
                    <a:pt x="69" y="857"/>
                  </a:lnTo>
                  <a:lnTo>
                    <a:pt x="69" y="857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69" y="855"/>
                  </a:lnTo>
                  <a:lnTo>
                    <a:pt x="70" y="855"/>
                  </a:lnTo>
                  <a:lnTo>
                    <a:pt x="70" y="853"/>
                  </a:lnTo>
                  <a:lnTo>
                    <a:pt x="70" y="853"/>
                  </a:lnTo>
                  <a:lnTo>
                    <a:pt x="70" y="853"/>
                  </a:lnTo>
                  <a:lnTo>
                    <a:pt x="69" y="853"/>
                  </a:lnTo>
                  <a:lnTo>
                    <a:pt x="69" y="853"/>
                  </a:lnTo>
                  <a:lnTo>
                    <a:pt x="69" y="851"/>
                  </a:lnTo>
                  <a:lnTo>
                    <a:pt x="67" y="851"/>
                  </a:lnTo>
                  <a:lnTo>
                    <a:pt x="67" y="851"/>
                  </a:lnTo>
                  <a:lnTo>
                    <a:pt x="65" y="851"/>
                  </a:lnTo>
                  <a:lnTo>
                    <a:pt x="65" y="851"/>
                  </a:lnTo>
                  <a:lnTo>
                    <a:pt x="65" y="849"/>
                  </a:lnTo>
                  <a:lnTo>
                    <a:pt x="65" y="849"/>
                  </a:lnTo>
                  <a:lnTo>
                    <a:pt x="65" y="849"/>
                  </a:lnTo>
                  <a:lnTo>
                    <a:pt x="65" y="847"/>
                  </a:lnTo>
                  <a:lnTo>
                    <a:pt x="65" y="847"/>
                  </a:lnTo>
                  <a:lnTo>
                    <a:pt x="65" y="847"/>
                  </a:lnTo>
                  <a:lnTo>
                    <a:pt x="65" y="847"/>
                  </a:lnTo>
                  <a:lnTo>
                    <a:pt x="65" y="845"/>
                  </a:lnTo>
                  <a:lnTo>
                    <a:pt x="65" y="845"/>
                  </a:lnTo>
                  <a:lnTo>
                    <a:pt x="65" y="845"/>
                  </a:lnTo>
                  <a:lnTo>
                    <a:pt x="65" y="845"/>
                  </a:lnTo>
                  <a:lnTo>
                    <a:pt x="67" y="843"/>
                  </a:lnTo>
                  <a:lnTo>
                    <a:pt x="67" y="843"/>
                  </a:lnTo>
                  <a:lnTo>
                    <a:pt x="67" y="843"/>
                  </a:lnTo>
                  <a:lnTo>
                    <a:pt x="67" y="841"/>
                  </a:lnTo>
                  <a:lnTo>
                    <a:pt x="67" y="841"/>
                  </a:lnTo>
                  <a:lnTo>
                    <a:pt x="67" y="839"/>
                  </a:lnTo>
                  <a:lnTo>
                    <a:pt x="67" y="839"/>
                  </a:lnTo>
                  <a:lnTo>
                    <a:pt x="67" y="837"/>
                  </a:lnTo>
                  <a:lnTo>
                    <a:pt x="67" y="837"/>
                  </a:lnTo>
                  <a:lnTo>
                    <a:pt x="69" y="837"/>
                  </a:lnTo>
                  <a:lnTo>
                    <a:pt x="69" y="837"/>
                  </a:lnTo>
                  <a:lnTo>
                    <a:pt x="69" y="835"/>
                  </a:lnTo>
                  <a:lnTo>
                    <a:pt x="69" y="835"/>
                  </a:lnTo>
                  <a:lnTo>
                    <a:pt x="69" y="835"/>
                  </a:lnTo>
                  <a:lnTo>
                    <a:pt x="69" y="833"/>
                  </a:lnTo>
                  <a:lnTo>
                    <a:pt x="69" y="833"/>
                  </a:lnTo>
                  <a:lnTo>
                    <a:pt x="69" y="833"/>
                  </a:lnTo>
                  <a:lnTo>
                    <a:pt x="69" y="833"/>
                  </a:lnTo>
                  <a:lnTo>
                    <a:pt x="70" y="831"/>
                  </a:lnTo>
                  <a:lnTo>
                    <a:pt x="70" y="831"/>
                  </a:lnTo>
                  <a:lnTo>
                    <a:pt x="70" y="831"/>
                  </a:lnTo>
                  <a:lnTo>
                    <a:pt x="70" y="829"/>
                  </a:lnTo>
                  <a:lnTo>
                    <a:pt x="70" y="829"/>
                  </a:lnTo>
                  <a:lnTo>
                    <a:pt x="70" y="829"/>
                  </a:lnTo>
                  <a:lnTo>
                    <a:pt x="70" y="827"/>
                  </a:lnTo>
                  <a:lnTo>
                    <a:pt x="69" y="827"/>
                  </a:lnTo>
                  <a:lnTo>
                    <a:pt x="69" y="827"/>
                  </a:lnTo>
                  <a:lnTo>
                    <a:pt x="69" y="825"/>
                  </a:lnTo>
                  <a:lnTo>
                    <a:pt x="67" y="825"/>
                  </a:lnTo>
                  <a:lnTo>
                    <a:pt x="67" y="825"/>
                  </a:lnTo>
                  <a:lnTo>
                    <a:pt x="65" y="823"/>
                  </a:lnTo>
                  <a:lnTo>
                    <a:pt x="65" y="823"/>
                  </a:lnTo>
                  <a:lnTo>
                    <a:pt x="65" y="823"/>
                  </a:lnTo>
                  <a:lnTo>
                    <a:pt x="65" y="821"/>
                  </a:lnTo>
                  <a:lnTo>
                    <a:pt x="65" y="821"/>
                  </a:lnTo>
                  <a:lnTo>
                    <a:pt x="65" y="821"/>
                  </a:lnTo>
                  <a:lnTo>
                    <a:pt x="65" y="819"/>
                  </a:lnTo>
                  <a:lnTo>
                    <a:pt x="67" y="819"/>
                  </a:lnTo>
                  <a:lnTo>
                    <a:pt x="67" y="819"/>
                  </a:lnTo>
                  <a:lnTo>
                    <a:pt x="67" y="817"/>
                  </a:lnTo>
                  <a:lnTo>
                    <a:pt x="69" y="815"/>
                  </a:lnTo>
                  <a:lnTo>
                    <a:pt x="69" y="815"/>
                  </a:lnTo>
                  <a:lnTo>
                    <a:pt x="69" y="815"/>
                  </a:lnTo>
                  <a:lnTo>
                    <a:pt x="69" y="815"/>
                  </a:lnTo>
                  <a:lnTo>
                    <a:pt x="69" y="813"/>
                  </a:lnTo>
                  <a:lnTo>
                    <a:pt x="67" y="813"/>
                  </a:lnTo>
                  <a:lnTo>
                    <a:pt x="67" y="811"/>
                  </a:lnTo>
                  <a:lnTo>
                    <a:pt x="67" y="809"/>
                  </a:lnTo>
                  <a:lnTo>
                    <a:pt x="65" y="809"/>
                  </a:lnTo>
                  <a:lnTo>
                    <a:pt x="65" y="809"/>
                  </a:lnTo>
                  <a:lnTo>
                    <a:pt x="65" y="807"/>
                  </a:lnTo>
                  <a:lnTo>
                    <a:pt x="65" y="807"/>
                  </a:lnTo>
                  <a:lnTo>
                    <a:pt x="65" y="806"/>
                  </a:lnTo>
                  <a:lnTo>
                    <a:pt x="65" y="806"/>
                  </a:lnTo>
                  <a:lnTo>
                    <a:pt x="65" y="804"/>
                  </a:lnTo>
                  <a:lnTo>
                    <a:pt x="65" y="804"/>
                  </a:lnTo>
                  <a:lnTo>
                    <a:pt x="65" y="800"/>
                  </a:lnTo>
                  <a:lnTo>
                    <a:pt x="65" y="798"/>
                  </a:lnTo>
                  <a:lnTo>
                    <a:pt x="65" y="794"/>
                  </a:lnTo>
                  <a:lnTo>
                    <a:pt x="65" y="794"/>
                  </a:lnTo>
                  <a:lnTo>
                    <a:pt x="65" y="794"/>
                  </a:lnTo>
                  <a:lnTo>
                    <a:pt x="67" y="790"/>
                  </a:lnTo>
                  <a:lnTo>
                    <a:pt x="67" y="788"/>
                  </a:lnTo>
                  <a:lnTo>
                    <a:pt x="65" y="788"/>
                  </a:lnTo>
                  <a:lnTo>
                    <a:pt x="65" y="788"/>
                  </a:lnTo>
                  <a:lnTo>
                    <a:pt x="61" y="784"/>
                  </a:lnTo>
                  <a:lnTo>
                    <a:pt x="47" y="778"/>
                  </a:lnTo>
                  <a:lnTo>
                    <a:pt x="35" y="762"/>
                  </a:lnTo>
                  <a:lnTo>
                    <a:pt x="31" y="760"/>
                  </a:lnTo>
                  <a:lnTo>
                    <a:pt x="27" y="758"/>
                  </a:lnTo>
                  <a:lnTo>
                    <a:pt x="23" y="756"/>
                  </a:lnTo>
                  <a:lnTo>
                    <a:pt x="23" y="756"/>
                  </a:lnTo>
                  <a:lnTo>
                    <a:pt x="23" y="756"/>
                  </a:lnTo>
                  <a:lnTo>
                    <a:pt x="21" y="754"/>
                  </a:lnTo>
                  <a:lnTo>
                    <a:pt x="21" y="753"/>
                  </a:lnTo>
                  <a:lnTo>
                    <a:pt x="21" y="753"/>
                  </a:lnTo>
                  <a:lnTo>
                    <a:pt x="21" y="751"/>
                  </a:lnTo>
                  <a:lnTo>
                    <a:pt x="21" y="747"/>
                  </a:lnTo>
                  <a:lnTo>
                    <a:pt x="21" y="747"/>
                  </a:lnTo>
                  <a:lnTo>
                    <a:pt x="21" y="747"/>
                  </a:lnTo>
                  <a:lnTo>
                    <a:pt x="21" y="745"/>
                  </a:lnTo>
                  <a:lnTo>
                    <a:pt x="23" y="743"/>
                  </a:lnTo>
                  <a:lnTo>
                    <a:pt x="29" y="741"/>
                  </a:lnTo>
                  <a:lnTo>
                    <a:pt x="29" y="739"/>
                  </a:lnTo>
                  <a:lnTo>
                    <a:pt x="29" y="739"/>
                  </a:lnTo>
                  <a:lnTo>
                    <a:pt x="29" y="739"/>
                  </a:lnTo>
                  <a:lnTo>
                    <a:pt x="29" y="739"/>
                  </a:lnTo>
                  <a:lnTo>
                    <a:pt x="31" y="735"/>
                  </a:lnTo>
                  <a:lnTo>
                    <a:pt x="31" y="735"/>
                  </a:lnTo>
                  <a:lnTo>
                    <a:pt x="31" y="733"/>
                  </a:lnTo>
                  <a:lnTo>
                    <a:pt x="31" y="733"/>
                  </a:lnTo>
                  <a:lnTo>
                    <a:pt x="31" y="733"/>
                  </a:lnTo>
                  <a:lnTo>
                    <a:pt x="31" y="731"/>
                  </a:lnTo>
                  <a:lnTo>
                    <a:pt x="31" y="729"/>
                  </a:lnTo>
                  <a:lnTo>
                    <a:pt x="29" y="729"/>
                  </a:lnTo>
                  <a:lnTo>
                    <a:pt x="29" y="727"/>
                  </a:lnTo>
                  <a:lnTo>
                    <a:pt x="29" y="727"/>
                  </a:lnTo>
                  <a:lnTo>
                    <a:pt x="31" y="727"/>
                  </a:lnTo>
                  <a:lnTo>
                    <a:pt x="31" y="727"/>
                  </a:lnTo>
                  <a:lnTo>
                    <a:pt x="31" y="727"/>
                  </a:lnTo>
                  <a:lnTo>
                    <a:pt x="33" y="727"/>
                  </a:lnTo>
                  <a:lnTo>
                    <a:pt x="33" y="727"/>
                  </a:lnTo>
                  <a:lnTo>
                    <a:pt x="35" y="729"/>
                  </a:lnTo>
                  <a:lnTo>
                    <a:pt x="35" y="729"/>
                  </a:lnTo>
                  <a:lnTo>
                    <a:pt x="37" y="727"/>
                  </a:lnTo>
                  <a:lnTo>
                    <a:pt x="47" y="729"/>
                  </a:lnTo>
                  <a:lnTo>
                    <a:pt x="51" y="727"/>
                  </a:lnTo>
                  <a:lnTo>
                    <a:pt x="51" y="727"/>
                  </a:lnTo>
                  <a:lnTo>
                    <a:pt x="51" y="727"/>
                  </a:lnTo>
                  <a:lnTo>
                    <a:pt x="53" y="725"/>
                  </a:lnTo>
                  <a:lnTo>
                    <a:pt x="53" y="725"/>
                  </a:lnTo>
                  <a:lnTo>
                    <a:pt x="53" y="725"/>
                  </a:lnTo>
                  <a:lnTo>
                    <a:pt x="53" y="723"/>
                  </a:lnTo>
                  <a:lnTo>
                    <a:pt x="53" y="723"/>
                  </a:lnTo>
                  <a:lnTo>
                    <a:pt x="53" y="723"/>
                  </a:lnTo>
                  <a:lnTo>
                    <a:pt x="55" y="723"/>
                  </a:lnTo>
                  <a:lnTo>
                    <a:pt x="55" y="723"/>
                  </a:lnTo>
                  <a:lnTo>
                    <a:pt x="55" y="723"/>
                  </a:lnTo>
                  <a:lnTo>
                    <a:pt x="57" y="723"/>
                  </a:lnTo>
                  <a:lnTo>
                    <a:pt x="57" y="721"/>
                  </a:lnTo>
                  <a:lnTo>
                    <a:pt x="57" y="721"/>
                  </a:lnTo>
                  <a:lnTo>
                    <a:pt x="57" y="719"/>
                  </a:lnTo>
                  <a:lnTo>
                    <a:pt x="55" y="713"/>
                  </a:lnTo>
                  <a:lnTo>
                    <a:pt x="55" y="711"/>
                  </a:lnTo>
                  <a:lnTo>
                    <a:pt x="57" y="711"/>
                  </a:lnTo>
                  <a:lnTo>
                    <a:pt x="57" y="711"/>
                  </a:lnTo>
                  <a:lnTo>
                    <a:pt x="57" y="711"/>
                  </a:lnTo>
                  <a:lnTo>
                    <a:pt x="57" y="711"/>
                  </a:lnTo>
                  <a:lnTo>
                    <a:pt x="57" y="709"/>
                  </a:lnTo>
                  <a:lnTo>
                    <a:pt x="57" y="709"/>
                  </a:lnTo>
                  <a:lnTo>
                    <a:pt x="57" y="707"/>
                  </a:lnTo>
                  <a:lnTo>
                    <a:pt x="57" y="707"/>
                  </a:lnTo>
                  <a:lnTo>
                    <a:pt x="57" y="707"/>
                  </a:lnTo>
                  <a:lnTo>
                    <a:pt x="55" y="707"/>
                  </a:lnTo>
                  <a:lnTo>
                    <a:pt x="55" y="707"/>
                  </a:lnTo>
                  <a:lnTo>
                    <a:pt x="55" y="705"/>
                  </a:lnTo>
                  <a:lnTo>
                    <a:pt x="55" y="705"/>
                  </a:lnTo>
                  <a:lnTo>
                    <a:pt x="55" y="705"/>
                  </a:lnTo>
                  <a:lnTo>
                    <a:pt x="55" y="705"/>
                  </a:lnTo>
                  <a:lnTo>
                    <a:pt x="55" y="703"/>
                  </a:lnTo>
                  <a:lnTo>
                    <a:pt x="57" y="703"/>
                  </a:lnTo>
                  <a:lnTo>
                    <a:pt x="59" y="703"/>
                  </a:lnTo>
                  <a:lnTo>
                    <a:pt x="59" y="701"/>
                  </a:lnTo>
                  <a:lnTo>
                    <a:pt x="59" y="701"/>
                  </a:lnTo>
                  <a:lnTo>
                    <a:pt x="61" y="701"/>
                  </a:lnTo>
                  <a:lnTo>
                    <a:pt x="63" y="703"/>
                  </a:lnTo>
                  <a:lnTo>
                    <a:pt x="63" y="703"/>
                  </a:lnTo>
                  <a:lnTo>
                    <a:pt x="63" y="701"/>
                  </a:lnTo>
                  <a:lnTo>
                    <a:pt x="63" y="701"/>
                  </a:lnTo>
                  <a:lnTo>
                    <a:pt x="63" y="701"/>
                  </a:lnTo>
                  <a:lnTo>
                    <a:pt x="63" y="701"/>
                  </a:lnTo>
                  <a:lnTo>
                    <a:pt x="65" y="701"/>
                  </a:lnTo>
                  <a:lnTo>
                    <a:pt x="65" y="701"/>
                  </a:lnTo>
                  <a:lnTo>
                    <a:pt x="65" y="701"/>
                  </a:lnTo>
                  <a:lnTo>
                    <a:pt x="65" y="699"/>
                  </a:lnTo>
                  <a:lnTo>
                    <a:pt x="65" y="699"/>
                  </a:lnTo>
                  <a:lnTo>
                    <a:pt x="65" y="699"/>
                  </a:lnTo>
                  <a:lnTo>
                    <a:pt x="65" y="698"/>
                  </a:lnTo>
                  <a:lnTo>
                    <a:pt x="65" y="698"/>
                  </a:lnTo>
                  <a:lnTo>
                    <a:pt x="63" y="698"/>
                  </a:lnTo>
                  <a:lnTo>
                    <a:pt x="63" y="696"/>
                  </a:lnTo>
                  <a:lnTo>
                    <a:pt x="63" y="696"/>
                  </a:lnTo>
                  <a:lnTo>
                    <a:pt x="63" y="694"/>
                  </a:lnTo>
                  <a:lnTo>
                    <a:pt x="63" y="694"/>
                  </a:lnTo>
                  <a:lnTo>
                    <a:pt x="63" y="694"/>
                  </a:lnTo>
                  <a:lnTo>
                    <a:pt x="61" y="694"/>
                  </a:lnTo>
                  <a:lnTo>
                    <a:pt x="61" y="694"/>
                  </a:lnTo>
                  <a:lnTo>
                    <a:pt x="61" y="694"/>
                  </a:lnTo>
                  <a:lnTo>
                    <a:pt x="59" y="692"/>
                  </a:lnTo>
                  <a:lnTo>
                    <a:pt x="59" y="692"/>
                  </a:lnTo>
                  <a:lnTo>
                    <a:pt x="57" y="692"/>
                  </a:lnTo>
                  <a:lnTo>
                    <a:pt x="57" y="690"/>
                  </a:lnTo>
                  <a:lnTo>
                    <a:pt x="57" y="690"/>
                  </a:lnTo>
                  <a:lnTo>
                    <a:pt x="57" y="690"/>
                  </a:lnTo>
                  <a:lnTo>
                    <a:pt x="55" y="688"/>
                  </a:lnTo>
                  <a:lnTo>
                    <a:pt x="53" y="688"/>
                  </a:lnTo>
                  <a:lnTo>
                    <a:pt x="53" y="688"/>
                  </a:lnTo>
                  <a:lnTo>
                    <a:pt x="51" y="688"/>
                  </a:lnTo>
                  <a:lnTo>
                    <a:pt x="51" y="688"/>
                  </a:lnTo>
                  <a:lnTo>
                    <a:pt x="51" y="686"/>
                  </a:lnTo>
                  <a:lnTo>
                    <a:pt x="51" y="686"/>
                  </a:lnTo>
                  <a:lnTo>
                    <a:pt x="51" y="686"/>
                  </a:lnTo>
                  <a:lnTo>
                    <a:pt x="51" y="686"/>
                  </a:lnTo>
                  <a:lnTo>
                    <a:pt x="51" y="686"/>
                  </a:lnTo>
                  <a:lnTo>
                    <a:pt x="51" y="684"/>
                  </a:lnTo>
                  <a:lnTo>
                    <a:pt x="51" y="684"/>
                  </a:lnTo>
                  <a:lnTo>
                    <a:pt x="45" y="680"/>
                  </a:lnTo>
                  <a:lnTo>
                    <a:pt x="45" y="680"/>
                  </a:lnTo>
                  <a:lnTo>
                    <a:pt x="43" y="682"/>
                  </a:lnTo>
                  <a:lnTo>
                    <a:pt x="41" y="682"/>
                  </a:lnTo>
                  <a:lnTo>
                    <a:pt x="39" y="680"/>
                  </a:lnTo>
                  <a:lnTo>
                    <a:pt x="37" y="680"/>
                  </a:lnTo>
                  <a:lnTo>
                    <a:pt x="37" y="682"/>
                  </a:lnTo>
                  <a:lnTo>
                    <a:pt x="37" y="682"/>
                  </a:lnTo>
                  <a:lnTo>
                    <a:pt x="37" y="680"/>
                  </a:lnTo>
                  <a:lnTo>
                    <a:pt x="35" y="680"/>
                  </a:lnTo>
                  <a:lnTo>
                    <a:pt x="35" y="680"/>
                  </a:lnTo>
                  <a:lnTo>
                    <a:pt x="35" y="678"/>
                  </a:lnTo>
                  <a:lnTo>
                    <a:pt x="33" y="680"/>
                  </a:lnTo>
                  <a:lnTo>
                    <a:pt x="29" y="676"/>
                  </a:lnTo>
                  <a:lnTo>
                    <a:pt x="27" y="676"/>
                  </a:lnTo>
                  <a:lnTo>
                    <a:pt x="27" y="676"/>
                  </a:lnTo>
                  <a:lnTo>
                    <a:pt x="25" y="676"/>
                  </a:lnTo>
                  <a:lnTo>
                    <a:pt x="25" y="676"/>
                  </a:lnTo>
                  <a:lnTo>
                    <a:pt x="25" y="676"/>
                  </a:lnTo>
                  <a:lnTo>
                    <a:pt x="25" y="676"/>
                  </a:lnTo>
                  <a:lnTo>
                    <a:pt x="25" y="674"/>
                  </a:lnTo>
                  <a:lnTo>
                    <a:pt x="25" y="674"/>
                  </a:lnTo>
                  <a:lnTo>
                    <a:pt x="25" y="674"/>
                  </a:lnTo>
                  <a:lnTo>
                    <a:pt x="25" y="672"/>
                  </a:lnTo>
                  <a:lnTo>
                    <a:pt x="23" y="672"/>
                  </a:lnTo>
                  <a:lnTo>
                    <a:pt x="23" y="672"/>
                  </a:lnTo>
                  <a:lnTo>
                    <a:pt x="23" y="672"/>
                  </a:lnTo>
                  <a:lnTo>
                    <a:pt x="21" y="672"/>
                  </a:lnTo>
                  <a:lnTo>
                    <a:pt x="19" y="672"/>
                  </a:lnTo>
                  <a:lnTo>
                    <a:pt x="19" y="672"/>
                  </a:lnTo>
                  <a:lnTo>
                    <a:pt x="19" y="670"/>
                  </a:lnTo>
                  <a:lnTo>
                    <a:pt x="19" y="670"/>
                  </a:lnTo>
                  <a:lnTo>
                    <a:pt x="19" y="670"/>
                  </a:lnTo>
                  <a:lnTo>
                    <a:pt x="19" y="668"/>
                  </a:lnTo>
                  <a:lnTo>
                    <a:pt x="19" y="668"/>
                  </a:lnTo>
                  <a:lnTo>
                    <a:pt x="19" y="668"/>
                  </a:lnTo>
                  <a:lnTo>
                    <a:pt x="18" y="666"/>
                  </a:lnTo>
                  <a:lnTo>
                    <a:pt x="16" y="664"/>
                  </a:lnTo>
                  <a:lnTo>
                    <a:pt x="16" y="664"/>
                  </a:lnTo>
                  <a:lnTo>
                    <a:pt x="18" y="664"/>
                  </a:lnTo>
                  <a:lnTo>
                    <a:pt x="18" y="664"/>
                  </a:lnTo>
                  <a:lnTo>
                    <a:pt x="18" y="664"/>
                  </a:lnTo>
                  <a:lnTo>
                    <a:pt x="16" y="664"/>
                  </a:lnTo>
                  <a:lnTo>
                    <a:pt x="14" y="664"/>
                  </a:lnTo>
                  <a:lnTo>
                    <a:pt x="14" y="664"/>
                  </a:lnTo>
                  <a:lnTo>
                    <a:pt x="14" y="664"/>
                  </a:lnTo>
                  <a:lnTo>
                    <a:pt x="14" y="662"/>
                  </a:lnTo>
                  <a:lnTo>
                    <a:pt x="14" y="662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4" y="660"/>
                  </a:lnTo>
                  <a:lnTo>
                    <a:pt x="14" y="658"/>
                  </a:lnTo>
                  <a:lnTo>
                    <a:pt x="14" y="658"/>
                  </a:lnTo>
                  <a:lnTo>
                    <a:pt x="14" y="658"/>
                  </a:lnTo>
                  <a:lnTo>
                    <a:pt x="14" y="658"/>
                  </a:lnTo>
                  <a:lnTo>
                    <a:pt x="14" y="658"/>
                  </a:lnTo>
                  <a:lnTo>
                    <a:pt x="14" y="656"/>
                  </a:lnTo>
                  <a:lnTo>
                    <a:pt x="14" y="656"/>
                  </a:lnTo>
                  <a:lnTo>
                    <a:pt x="14" y="654"/>
                  </a:lnTo>
                  <a:lnTo>
                    <a:pt x="12" y="654"/>
                  </a:lnTo>
                  <a:lnTo>
                    <a:pt x="12" y="652"/>
                  </a:lnTo>
                  <a:lnTo>
                    <a:pt x="12" y="652"/>
                  </a:lnTo>
                  <a:lnTo>
                    <a:pt x="12" y="650"/>
                  </a:lnTo>
                  <a:lnTo>
                    <a:pt x="12" y="650"/>
                  </a:lnTo>
                  <a:lnTo>
                    <a:pt x="10" y="650"/>
                  </a:lnTo>
                  <a:lnTo>
                    <a:pt x="10" y="648"/>
                  </a:lnTo>
                  <a:lnTo>
                    <a:pt x="8" y="646"/>
                  </a:lnTo>
                  <a:lnTo>
                    <a:pt x="8" y="645"/>
                  </a:lnTo>
                  <a:lnTo>
                    <a:pt x="8" y="645"/>
                  </a:lnTo>
                  <a:lnTo>
                    <a:pt x="8" y="645"/>
                  </a:lnTo>
                  <a:lnTo>
                    <a:pt x="8" y="643"/>
                  </a:lnTo>
                  <a:lnTo>
                    <a:pt x="8" y="643"/>
                  </a:lnTo>
                  <a:lnTo>
                    <a:pt x="10" y="643"/>
                  </a:lnTo>
                  <a:lnTo>
                    <a:pt x="10" y="643"/>
                  </a:lnTo>
                  <a:lnTo>
                    <a:pt x="10" y="643"/>
                  </a:lnTo>
                  <a:lnTo>
                    <a:pt x="10" y="641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8" y="641"/>
                  </a:lnTo>
                  <a:lnTo>
                    <a:pt x="25" y="645"/>
                  </a:lnTo>
                  <a:lnTo>
                    <a:pt x="33" y="643"/>
                  </a:lnTo>
                  <a:lnTo>
                    <a:pt x="39" y="645"/>
                  </a:lnTo>
                  <a:lnTo>
                    <a:pt x="43" y="646"/>
                  </a:lnTo>
                  <a:lnTo>
                    <a:pt x="51" y="658"/>
                  </a:lnTo>
                  <a:lnTo>
                    <a:pt x="57" y="664"/>
                  </a:lnTo>
                  <a:lnTo>
                    <a:pt x="72" y="672"/>
                  </a:lnTo>
                  <a:lnTo>
                    <a:pt x="82" y="680"/>
                  </a:lnTo>
                  <a:lnTo>
                    <a:pt x="84" y="682"/>
                  </a:lnTo>
                  <a:lnTo>
                    <a:pt x="84" y="682"/>
                  </a:lnTo>
                  <a:lnTo>
                    <a:pt x="84" y="684"/>
                  </a:lnTo>
                  <a:lnTo>
                    <a:pt x="82" y="686"/>
                  </a:lnTo>
                  <a:lnTo>
                    <a:pt x="82" y="686"/>
                  </a:lnTo>
                  <a:lnTo>
                    <a:pt x="82" y="686"/>
                  </a:lnTo>
                  <a:lnTo>
                    <a:pt x="80" y="684"/>
                  </a:lnTo>
                  <a:lnTo>
                    <a:pt x="80" y="682"/>
                  </a:lnTo>
                  <a:lnTo>
                    <a:pt x="82" y="682"/>
                  </a:lnTo>
                  <a:lnTo>
                    <a:pt x="82" y="680"/>
                  </a:lnTo>
                  <a:lnTo>
                    <a:pt x="80" y="680"/>
                  </a:lnTo>
                  <a:lnTo>
                    <a:pt x="78" y="680"/>
                  </a:lnTo>
                  <a:lnTo>
                    <a:pt x="76" y="682"/>
                  </a:lnTo>
                  <a:lnTo>
                    <a:pt x="76" y="684"/>
                  </a:lnTo>
                  <a:lnTo>
                    <a:pt x="76" y="684"/>
                  </a:lnTo>
                  <a:lnTo>
                    <a:pt x="86" y="696"/>
                  </a:lnTo>
                  <a:lnTo>
                    <a:pt x="96" y="705"/>
                  </a:lnTo>
                  <a:lnTo>
                    <a:pt x="96" y="705"/>
                  </a:lnTo>
                  <a:lnTo>
                    <a:pt x="96" y="705"/>
                  </a:lnTo>
                  <a:lnTo>
                    <a:pt x="96" y="707"/>
                  </a:lnTo>
                  <a:lnTo>
                    <a:pt x="96" y="707"/>
                  </a:lnTo>
                  <a:lnTo>
                    <a:pt x="96" y="707"/>
                  </a:lnTo>
                  <a:lnTo>
                    <a:pt x="96" y="709"/>
                  </a:lnTo>
                  <a:lnTo>
                    <a:pt x="96" y="711"/>
                  </a:lnTo>
                  <a:lnTo>
                    <a:pt x="96" y="713"/>
                  </a:lnTo>
                  <a:lnTo>
                    <a:pt x="98" y="715"/>
                  </a:lnTo>
                  <a:lnTo>
                    <a:pt x="104" y="717"/>
                  </a:lnTo>
                  <a:lnTo>
                    <a:pt x="110" y="723"/>
                  </a:lnTo>
                  <a:lnTo>
                    <a:pt x="125" y="723"/>
                  </a:lnTo>
                  <a:lnTo>
                    <a:pt x="129" y="721"/>
                  </a:lnTo>
                  <a:lnTo>
                    <a:pt x="133" y="721"/>
                  </a:lnTo>
                  <a:lnTo>
                    <a:pt x="135" y="719"/>
                  </a:lnTo>
                  <a:lnTo>
                    <a:pt x="149" y="715"/>
                  </a:lnTo>
                  <a:lnTo>
                    <a:pt x="151" y="717"/>
                  </a:lnTo>
                  <a:lnTo>
                    <a:pt x="151" y="717"/>
                  </a:lnTo>
                  <a:lnTo>
                    <a:pt x="151" y="719"/>
                  </a:lnTo>
                  <a:lnTo>
                    <a:pt x="151" y="721"/>
                  </a:lnTo>
                  <a:lnTo>
                    <a:pt x="151" y="721"/>
                  </a:lnTo>
                  <a:lnTo>
                    <a:pt x="151" y="721"/>
                  </a:lnTo>
                  <a:lnTo>
                    <a:pt x="153" y="721"/>
                  </a:lnTo>
                  <a:lnTo>
                    <a:pt x="153" y="723"/>
                  </a:lnTo>
                  <a:lnTo>
                    <a:pt x="157" y="721"/>
                  </a:lnTo>
                  <a:lnTo>
                    <a:pt x="159" y="721"/>
                  </a:lnTo>
                  <a:lnTo>
                    <a:pt x="161" y="723"/>
                  </a:lnTo>
                  <a:lnTo>
                    <a:pt x="163" y="725"/>
                  </a:lnTo>
                  <a:lnTo>
                    <a:pt x="163" y="727"/>
                  </a:lnTo>
                  <a:lnTo>
                    <a:pt x="163" y="727"/>
                  </a:lnTo>
                  <a:lnTo>
                    <a:pt x="163" y="729"/>
                  </a:lnTo>
                  <a:lnTo>
                    <a:pt x="163" y="731"/>
                  </a:lnTo>
                  <a:lnTo>
                    <a:pt x="163" y="731"/>
                  </a:lnTo>
                  <a:lnTo>
                    <a:pt x="161" y="733"/>
                  </a:lnTo>
                  <a:lnTo>
                    <a:pt x="157" y="737"/>
                  </a:lnTo>
                  <a:lnTo>
                    <a:pt x="157" y="739"/>
                  </a:lnTo>
                  <a:lnTo>
                    <a:pt x="153" y="741"/>
                  </a:lnTo>
                  <a:lnTo>
                    <a:pt x="153" y="741"/>
                  </a:lnTo>
                  <a:lnTo>
                    <a:pt x="151" y="743"/>
                  </a:lnTo>
                  <a:lnTo>
                    <a:pt x="151" y="747"/>
                  </a:lnTo>
                  <a:lnTo>
                    <a:pt x="151" y="749"/>
                  </a:lnTo>
                  <a:lnTo>
                    <a:pt x="151" y="751"/>
                  </a:lnTo>
                  <a:lnTo>
                    <a:pt x="151" y="751"/>
                  </a:lnTo>
                  <a:lnTo>
                    <a:pt x="151" y="753"/>
                  </a:lnTo>
                  <a:lnTo>
                    <a:pt x="151" y="753"/>
                  </a:lnTo>
                  <a:lnTo>
                    <a:pt x="153" y="754"/>
                  </a:lnTo>
                  <a:lnTo>
                    <a:pt x="153" y="754"/>
                  </a:lnTo>
                  <a:lnTo>
                    <a:pt x="151" y="756"/>
                  </a:lnTo>
                  <a:lnTo>
                    <a:pt x="149" y="756"/>
                  </a:lnTo>
                  <a:lnTo>
                    <a:pt x="145" y="758"/>
                  </a:lnTo>
                  <a:lnTo>
                    <a:pt x="135" y="762"/>
                  </a:lnTo>
                  <a:lnTo>
                    <a:pt x="127" y="768"/>
                  </a:lnTo>
                  <a:lnTo>
                    <a:pt x="125" y="768"/>
                  </a:lnTo>
                  <a:lnTo>
                    <a:pt x="125" y="770"/>
                  </a:lnTo>
                  <a:lnTo>
                    <a:pt x="125" y="770"/>
                  </a:lnTo>
                  <a:lnTo>
                    <a:pt x="125" y="772"/>
                  </a:lnTo>
                  <a:lnTo>
                    <a:pt x="125" y="772"/>
                  </a:lnTo>
                  <a:lnTo>
                    <a:pt x="125" y="774"/>
                  </a:lnTo>
                  <a:lnTo>
                    <a:pt x="125" y="776"/>
                  </a:lnTo>
                  <a:lnTo>
                    <a:pt x="125" y="778"/>
                  </a:lnTo>
                  <a:lnTo>
                    <a:pt x="125" y="778"/>
                  </a:lnTo>
                  <a:lnTo>
                    <a:pt x="125" y="780"/>
                  </a:lnTo>
                  <a:lnTo>
                    <a:pt x="127" y="782"/>
                  </a:lnTo>
                  <a:lnTo>
                    <a:pt x="127" y="782"/>
                  </a:lnTo>
                  <a:lnTo>
                    <a:pt x="127" y="786"/>
                  </a:lnTo>
                  <a:lnTo>
                    <a:pt x="127" y="788"/>
                  </a:lnTo>
                  <a:lnTo>
                    <a:pt x="127" y="790"/>
                  </a:lnTo>
                  <a:lnTo>
                    <a:pt x="125" y="792"/>
                  </a:lnTo>
                  <a:lnTo>
                    <a:pt x="123" y="794"/>
                  </a:lnTo>
                  <a:lnTo>
                    <a:pt x="121" y="796"/>
                  </a:lnTo>
                  <a:lnTo>
                    <a:pt x="121" y="798"/>
                  </a:lnTo>
                  <a:lnTo>
                    <a:pt x="125" y="807"/>
                  </a:lnTo>
                  <a:lnTo>
                    <a:pt x="123" y="807"/>
                  </a:lnTo>
                  <a:lnTo>
                    <a:pt x="125" y="809"/>
                  </a:lnTo>
                  <a:lnTo>
                    <a:pt x="125" y="811"/>
                  </a:lnTo>
                  <a:lnTo>
                    <a:pt x="125" y="811"/>
                  </a:lnTo>
                  <a:lnTo>
                    <a:pt x="125" y="813"/>
                  </a:lnTo>
                  <a:lnTo>
                    <a:pt x="125" y="813"/>
                  </a:lnTo>
                  <a:lnTo>
                    <a:pt x="125" y="815"/>
                  </a:lnTo>
                  <a:lnTo>
                    <a:pt x="125" y="817"/>
                  </a:lnTo>
                  <a:lnTo>
                    <a:pt x="127" y="819"/>
                  </a:lnTo>
                  <a:lnTo>
                    <a:pt x="127" y="821"/>
                  </a:lnTo>
                  <a:lnTo>
                    <a:pt x="127" y="821"/>
                  </a:lnTo>
                  <a:lnTo>
                    <a:pt x="125" y="825"/>
                  </a:lnTo>
                  <a:lnTo>
                    <a:pt x="121" y="829"/>
                  </a:lnTo>
                  <a:lnTo>
                    <a:pt x="120" y="831"/>
                  </a:lnTo>
                  <a:lnTo>
                    <a:pt x="120" y="833"/>
                  </a:lnTo>
                  <a:lnTo>
                    <a:pt x="120" y="833"/>
                  </a:lnTo>
                  <a:lnTo>
                    <a:pt x="120" y="835"/>
                  </a:lnTo>
                  <a:lnTo>
                    <a:pt x="120" y="835"/>
                  </a:lnTo>
                  <a:lnTo>
                    <a:pt x="120" y="837"/>
                  </a:lnTo>
                  <a:lnTo>
                    <a:pt x="118" y="837"/>
                  </a:lnTo>
                  <a:lnTo>
                    <a:pt x="116" y="839"/>
                  </a:lnTo>
                  <a:lnTo>
                    <a:pt x="116" y="841"/>
                  </a:lnTo>
                  <a:lnTo>
                    <a:pt x="116" y="843"/>
                  </a:lnTo>
                  <a:lnTo>
                    <a:pt x="116" y="843"/>
                  </a:lnTo>
                  <a:lnTo>
                    <a:pt x="116" y="845"/>
                  </a:lnTo>
                  <a:lnTo>
                    <a:pt x="118" y="847"/>
                  </a:lnTo>
                  <a:lnTo>
                    <a:pt x="118" y="849"/>
                  </a:lnTo>
                  <a:lnTo>
                    <a:pt x="118" y="849"/>
                  </a:lnTo>
                  <a:lnTo>
                    <a:pt x="116" y="851"/>
                  </a:lnTo>
                  <a:lnTo>
                    <a:pt x="116" y="851"/>
                  </a:lnTo>
                  <a:lnTo>
                    <a:pt x="118" y="853"/>
                  </a:lnTo>
                  <a:lnTo>
                    <a:pt x="118" y="857"/>
                  </a:lnTo>
                  <a:lnTo>
                    <a:pt x="118" y="861"/>
                  </a:lnTo>
                  <a:lnTo>
                    <a:pt x="118" y="864"/>
                  </a:lnTo>
                  <a:lnTo>
                    <a:pt x="118" y="866"/>
                  </a:lnTo>
                  <a:lnTo>
                    <a:pt x="118" y="866"/>
                  </a:lnTo>
                  <a:lnTo>
                    <a:pt x="118" y="868"/>
                  </a:lnTo>
                  <a:lnTo>
                    <a:pt x="118" y="868"/>
                  </a:lnTo>
                  <a:lnTo>
                    <a:pt x="118" y="870"/>
                  </a:lnTo>
                  <a:lnTo>
                    <a:pt x="118" y="872"/>
                  </a:lnTo>
                  <a:lnTo>
                    <a:pt x="120" y="872"/>
                  </a:lnTo>
                  <a:lnTo>
                    <a:pt x="120" y="876"/>
                  </a:lnTo>
                  <a:lnTo>
                    <a:pt x="121" y="878"/>
                  </a:lnTo>
                  <a:lnTo>
                    <a:pt x="121" y="880"/>
                  </a:lnTo>
                  <a:lnTo>
                    <a:pt x="121" y="878"/>
                  </a:lnTo>
                  <a:lnTo>
                    <a:pt x="121" y="874"/>
                  </a:lnTo>
                  <a:lnTo>
                    <a:pt x="120" y="870"/>
                  </a:lnTo>
                  <a:lnTo>
                    <a:pt x="120" y="870"/>
                  </a:lnTo>
                  <a:lnTo>
                    <a:pt x="120" y="862"/>
                  </a:lnTo>
                  <a:lnTo>
                    <a:pt x="120" y="857"/>
                  </a:lnTo>
                  <a:lnTo>
                    <a:pt x="120" y="855"/>
                  </a:lnTo>
                  <a:lnTo>
                    <a:pt x="120" y="851"/>
                  </a:lnTo>
                  <a:lnTo>
                    <a:pt x="120" y="849"/>
                  </a:lnTo>
                  <a:lnTo>
                    <a:pt x="120" y="847"/>
                  </a:lnTo>
                  <a:lnTo>
                    <a:pt x="118" y="843"/>
                  </a:lnTo>
                  <a:lnTo>
                    <a:pt x="118" y="841"/>
                  </a:lnTo>
                  <a:lnTo>
                    <a:pt x="118" y="841"/>
                  </a:lnTo>
                  <a:lnTo>
                    <a:pt x="120" y="839"/>
                  </a:lnTo>
                  <a:lnTo>
                    <a:pt x="120" y="839"/>
                  </a:lnTo>
                  <a:lnTo>
                    <a:pt x="121" y="839"/>
                  </a:lnTo>
                  <a:lnTo>
                    <a:pt x="127" y="839"/>
                  </a:lnTo>
                  <a:lnTo>
                    <a:pt x="127" y="837"/>
                  </a:lnTo>
                  <a:lnTo>
                    <a:pt x="129" y="837"/>
                  </a:lnTo>
                  <a:lnTo>
                    <a:pt x="127" y="835"/>
                  </a:lnTo>
                  <a:lnTo>
                    <a:pt x="127" y="833"/>
                  </a:lnTo>
                  <a:lnTo>
                    <a:pt x="127" y="833"/>
                  </a:lnTo>
                  <a:lnTo>
                    <a:pt x="127" y="831"/>
                  </a:lnTo>
                  <a:lnTo>
                    <a:pt x="127" y="831"/>
                  </a:lnTo>
                  <a:lnTo>
                    <a:pt x="127" y="829"/>
                  </a:lnTo>
                  <a:lnTo>
                    <a:pt x="127" y="829"/>
                  </a:lnTo>
                  <a:lnTo>
                    <a:pt x="127" y="829"/>
                  </a:lnTo>
                  <a:lnTo>
                    <a:pt x="127" y="829"/>
                  </a:lnTo>
                  <a:lnTo>
                    <a:pt x="129" y="829"/>
                  </a:lnTo>
                  <a:lnTo>
                    <a:pt x="129" y="829"/>
                  </a:lnTo>
                  <a:lnTo>
                    <a:pt x="129" y="827"/>
                  </a:lnTo>
                  <a:lnTo>
                    <a:pt x="129" y="825"/>
                  </a:lnTo>
                  <a:lnTo>
                    <a:pt x="129" y="825"/>
                  </a:lnTo>
                  <a:lnTo>
                    <a:pt x="129" y="823"/>
                  </a:lnTo>
                  <a:lnTo>
                    <a:pt x="131" y="823"/>
                  </a:lnTo>
                  <a:lnTo>
                    <a:pt x="131" y="823"/>
                  </a:lnTo>
                  <a:lnTo>
                    <a:pt x="131" y="823"/>
                  </a:lnTo>
                  <a:lnTo>
                    <a:pt x="131" y="821"/>
                  </a:lnTo>
                  <a:lnTo>
                    <a:pt x="131" y="821"/>
                  </a:lnTo>
                  <a:lnTo>
                    <a:pt x="129" y="819"/>
                  </a:lnTo>
                  <a:lnTo>
                    <a:pt x="129" y="819"/>
                  </a:lnTo>
                  <a:lnTo>
                    <a:pt x="129" y="817"/>
                  </a:lnTo>
                  <a:lnTo>
                    <a:pt x="131" y="817"/>
                  </a:lnTo>
                  <a:lnTo>
                    <a:pt x="133" y="813"/>
                  </a:lnTo>
                  <a:lnTo>
                    <a:pt x="133" y="811"/>
                  </a:lnTo>
                  <a:lnTo>
                    <a:pt x="133" y="811"/>
                  </a:lnTo>
                  <a:lnTo>
                    <a:pt x="133" y="809"/>
                  </a:lnTo>
                  <a:lnTo>
                    <a:pt x="133" y="807"/>
                  </a:lnTo>
                  <a:lnTo>
                    <a:pt x="133" y="807"/>
                  </a:lnTo>
                  <a:lnTo>
                    <a:pt x="135" y="806"/>
                  </a:lnTo>
                  <a:lnTo>
                    <a:pt x="135" y="806"/>
                  </a:lnTo>
                  <a:lnTo>
                    <a:pt x="137" y="802"/>
                  </a:lnTo>
                  <a:lnTo>
                    <a:pt x="139" y="802"/>
                  </a:lnTo>
                  <a:lnTo>
                    <a:pt x="143" y="804"/>
                  </a:lnTo>
                  <a:lnTo>
                    <a:pt x="143" y="804"/>
                  </a:lnTo>
                  <a:lnTo>
                    <a:pt x="143" y="806"/>
                  </a:lnTo>
                  <a:lnTo>
                    <a:pt x="143" y="807"/>
                  </a:lnTo>
                  <a:lnTo>
                    <a:pt x="143" y="807"/>
                  </a:lnTo>
                  <a:lnTo>
                    <a:pt x="145" y="806"/>
                  </a:lnTo>
                  <a:lnTo>
                    <a:pt x="145" y="806"/>
                  </a:lnTo>
                  <a:lnTo>
                    <a:pt x="145" y="804"/>
                  </a:lnTo>
                  <a:lnTo>
                    <a:pt x="145" y="800"/>
                  </a:lnTo>
                  <a:lnTo>
                    <a:pt x="145" y="800"/>
                  </a:lnTo>
                  <a:lnTo>
                    <a:pt x="145" y="798"/>
                  </a:lnTo>
                  <a:lnTo>
                    <a:pt x="145" y="798"/>
                  </a:lnTo>
                  <a:lnTo>
                    <a:pt x="145" y="800"/>
                  </a:lnTo>
                  <a:lnTo>
                    <a:pt x="145" y="802"/>
                  </a:lnTo>
                  <a:lnTo>
                    <a:pt x="145" y="804"/>
                  </a:lnTo>
                  <a:lnTo>
                    <a:pt x="147" y="806"/>
                  </a:lnTo>
                  <a:lnTo>
                    <a:pt x="149" y="809"/>
                  </a:lnTo>
                  <a:lnTo>
                    <a:pt x="151" y="809"/>
                  </a:lnTo>
                  <a:lnTo>
                    <a:pt x="153" y="811"/>
                  </a:lnTo>
                  <a:lnTo>
                    <a:pt x="153" y="815"/>
                  </a:lnTo>
                  <a:lnTo>
                    <a:pt x="153" y="817"/>
                  </a:lnTo>
                  <a:lnTo>
                    <a:pt x="153" y="819"/>
                  </a:lnTo>
                  <a:lnTo>
                    <a:pt x="151" y="821"/>
                  </a:lnTo>
                  <a:lnTo>
                    <a:pt x="151" y="823"/>
                  </a:lnTo>
                  <a:lnTo>
                    <a:pt x="151" y="825"/>
                  </a:lnTo>
                  <a:lnTo>
                    <a:pt x="149" y="827"/>
                  </a:lnTo>
                  <a:lnTo>
                    <a:pt x="149" y="831"/>
                  </a:lnTo>
                  <a:lnTo>
                    <a:pt x="149" y="833"/>
                  </a:lnTo>
                  <a:lnTo>
                    <a:pt x="149" y="835"/>
                  </a:lnTo>
                  <a:lnTo>
                    <a:pt x="149" y="837"/>
                  </a:lnTo>
                  <a:lnTo>
                    <a:pt x="149" y="839"/>
                  </a:lnTo>
                  <a:lnTo>
                    <a:pt x="149" y="841"/>
                  </a:lnTo>
                  <a:lnTo>
                    <a:pt x="147" y="841"/>
                  </a:lnTo>
                  <a:lnTo>
                    <a:pt x="145" y="843"/>
                  </a:lnTo>
                  <a:lnTo>
                    <a:pt x="147" y="843"/>
                  </a:lnTo>
                  <a:lnTo>
                    <a:pt x="147" y="845"/>
                  </a:lnTo>
                  <a:lnTo>
                    <a:pt x="147" y="845"/>
                  </a:lnTo>
                  <a:lnTo>
                    <a:pt x="147" y="847"/>
                  </a:lnTo>
                  <a:lnTo>
                    <a:pt x="147" y="849"/>
                  </a:lnTo>
                  <a:lnTo>
                    <a:pt x="147" y="849"/>
                  </a:lnTo>
                  <a:lnTo>
                    <a:pt x="147" y="849"/>
                  </a:lnTo>
                  <a:lnTo>
                    <a:pt x="147" y="851"/>
                  </a:lnTo>
                  <a:lnTo>
                    <a:pt x="147" y="851"/>
                  </a:lnTo>
                  <a:lnTo>
                    <a:pt x="147" y="853"/>
                  </a:lnTo>
                  <a:lnTo>
                    <a:pt x="145" y="859"/>
                  </a:lnTo>
                  <a:lnTo>
                    <a:pt x="145" y="861"/>
                  </a:lnTo>
                  <a:lnTo>
                    <a:pt x="141" y="862"/>
                  </a:lnTo>
                  <a:lnTo>
                    <a:pt x="133" y="874"/>
                  </a:lnTo>
                  <a:lnTo>
                    <a:pt x="133" y="876"/>
                  </a:lnTo>
                  <a:lnTo>
                    <a:pt x="131" y="878"/>
                  </a:lnTo>
                  <a:lnTo>
                    <a:pt x="133" y="880"/>
                  </a:lnTo>
                  <a:lnTo>
                    <a:pt x="133" y="880"/>
                  </a:lnTo>
                  <a:lnTo>
                    <a:pt x="133" y="882"/>
                  </a:lnTo>
                  <a:lnTo>
                    <a:pt x="131" y="882"/>
                  </a:lnTo>
                  <a:lnTo>
                    <a:pt x="133" y="884"/>
                  </a:lnTo>
                  <a:lnTo>
                    <a:pt x="135" y="886"/>
                  </a:lnTo>
                  <a:lnTo>
                    <a:pt x="139" y="892"/>
                  </a:lnTo>
                  <a:lnTo>
                    <a:pt x="141" y="894"/>
                  </a:lnTo>
                  <a:lnTo>
                    <a:pt x="143" y="894"/>
                  </a:lnTo>
                  <a:lnTo>
                    <a:pt x="145" y="894"/>
                  </a:lnTo>
                  <a:lnTo>
                    <a:pt x="147" y="894"/>
                  </a:lnTo>
                  <a:lnTo>
                    <a:pt x="149" y="894"/>
                  </a:lnTo>
                  <a:lnTo>
                    <a:pt x="149" y="894"/>
                  </a:lnTo>
                  <a:lnTo>
                    <a:pt x="149" y="892"/>
                  </a:lnTo>
                  <a:lnTo>
                    <a:pt x="149" y="892"/>
                  </a:lnTo>
                  <a:lnTo>
                    <a:pt x="149" y="890"/>
                  </a:lnTo>
                  <a:lnTo>
                    <a:pt x="151" y="890"/>
                  </a:lnTo>
                  <a:lnTo>
                    <a:pt x="151" y="888"/>
                  </a:lnTo>
                  <a:lnTo>
                    <a:pt x="149" y="880"/>
                  </a:lnTo>
                  <a:lnTo>
                    <a:pt x="149" y="880"/>
                  </a:lnTo>
                  <a:lnTo>
                    <a:pt x="147" y="880"/>
                  </a:lnTo>
                  <a:lnTo>
                    <a:pt x="147" y="878"/>
                  </a:lnTo>
                  <a:lnTo>
                    <a:pt x="145" y="874"/>
                  </a:lnTo>
                  <a:lnTo>
                    <a:pt x="145" y="872"/>
                  </a:lnTo>
                  <a:lnTo>
                    <a:pt x="143" y="870"/>
                  </a:lnTo>
                  <a:lnTo>
                    <a:pt x="143" y="868"/>
                  </a:lnTo>
                  <a:lnTo>
                    <a:pt x="145" y="868"/>
                  </a:lnTo>
                  <a:lnTo>
                    <a:pt x="151" y="870"/>
                  </a:lnTo>
                  <a:lnTo>
                    <a:pt x="157" y="870"/>
                  </a:lnTo>
                  <a:lnTo>
                    <a:pt x="161" y="868"/>
                  </a:lnTo>
                  <a:lnTo>
                    <a:pt x="163" y="868"/>
                  </a:lnTo>
                  <a:lnTo>
                    <a:pt x="163" y="868"/>
                  </a:lnTo>
                  <a:lnTo>
                    <a:pt x="163" y="868"/>
                  </a:lnTo>
                  <a:lnTo>
                    <a:pt x="163" y="866"/>
                  </a:lnTo>
                  <a:lnTo>
                    <a:pt x="163" y="866"/>
                  </a:lnTo>
                  <a:lnTo>
                    <a:pt x="163" y="866"/>
                  </a:lnTo>
                  <a:lnTo>
                    <a:pt x="165" y="866"/>
                  </a:lnTo>
                  <a:lnTo>
                    <a:pt x="165" y="866"/>
                  </a:lnTo>
                  <a:lnTo>
                    <a:pt x="165" y="864"/>
                  </a:lnTo>
                  <a:lnTo>
                    <a:pt x="167" y="862"/>
                  </a:lnTo>
                  <a:lnTo>
                    <a:pt x="167" y="862"/>
                  </a:lnTo>
                  <a:lnTo>
                    <a:pt x="172" y="855"/>
                  </a:lnTo>
                  <a:lnTo>
                    <a:pt x="170" y="851"/>
                  </a:lnTo>
                  <a:lnTo>
                    <a:pt x="172" y="849"/>
                  </a:lnTo>
                  <a:lnTo>
                    <a:pt x="172" y="847"/>
                  </a:lnTo>
                  <a:lnTo>
                    <a:pt x="172" y="845"/>
                  </a:lnTo>
                  <a:lnTo>
                    <a:pt x="170" y="841"/>
                  </a:lnTo>
                  <a:lnTo>
                    <a:pt x="170" y="839"/>
                  </a:lnTo>
                  <a:lnTo>
                    <a:pt x="170" y="837"/>
                  </a:lnTo>
                  <a:lnTo>
                    <a:pt x="169" y="835"/>
                  </a:lnTo>
                  <a:lnTo>
                    <a:pt x="169" y="835"/>
                  </a:lnTo>
                  <a:lnTo>
                    <a:pt x="169" y="831"/>
                  </a:lnTo>
                  <a:lnTo>
                    <a:pt x="167" y="831"/>
                  </a:lnTo>
                  <a:lnTo>
                    <a:pt x="167" y="829"/>
                  </a:lnTo>
                  <a:lnTo>
                    <a:pt x="167" y="827"/>
                  </a:lnTo>
                  <a:lnTo>
                    <a:pt x="169" y="827"/>
                  </a:lnTo>
                  <a:lnTo>
                    <a:pt x="169" y="825"/>
                  </a:lnTo>
                  <a:lnTo>
                    <a:pt x="169" y="823"/>
                  </a:lnTo>
                  <a:lnTo>
                    <a:pt x="167" y="823"/>
                  </a:lnTo>
                  <a:lnTo>
                    <a:pt x="167" y="821"/>
                  </a:lnTo>
                  <a:lnTo>
                    <a:pt x="167" y="821"/>
                  </a:lnTo>
                  <a:lnTo>
                    <a:pt x="165" y="821"/>
                  </a:lnTo>
                  <a:lnTo>
                    <a:pt x="165" y="817"/>
                  </a:lnTo>
                  <a:lnTo>
                    <a:pt x="165" y="815"/>
                  </a:lnTo>
                  <a:lnTo>
                    <a:pt x="165" y="813"/>
                  </a:lnTo>
                  <a:lnTo>
                    <a:pt x="165" y="809"/>
                  </a:lnTo>
                  <a:lnTo>
                    <a:pt x="165" y="807"/>
                  </a:lnTo>
                  <a:lnTo>
                    <a:pt x="163" y="806"/>
                  </a:lnTo>
                  <a:lnTo>
                    <a:pt x="163" y="804"/>
                  </a:lnTo>
                  <a:lnTo>
                    <a:pt x="161" y="802"/>
                  </a:lnTo>
                  <a:lnTo>
                    <a:pt x="163" y="800"/>
                  </a:lnTo>
                  <a:lnTo>
                    <a:pt x="161" y="796"/>
                  </a:lnTo>
                  <a:lnTo>
                    <a:pt x="161" y="794"/>
                  </a:lnTo>
                  <a:lnTo>
                    <a:pt x="159" y="792"/>
                  </a:lnTo>
                  <a:lnTo>
                    <a:pt x="155" y="790"/>
                  </a:lnTo>
                  <a:lnTo>
                    <a:pt x="155" y="790"/>
                  </a:lnTo>
                  <a:lnTo>
                    <a:pt x="153" y="788"/>
                  </a:lnTo>
                  <a:lnTo>
                    <a:pt x="153" y="788"/>
                  </a:lnTo>
                  <a:lnTo>
                    <a:pt x="157" y="788"/>
                  </a:lnTo>
                  <a:lnTo>
                    <a:pt x="159" y="788"/>
                  </a:lnTo>
                  <a:lnTo>
                    <a:pt x="157" y="784"/>
                  </a:lnTo>
                  <a:lnTo>
                    <a:pt x="157" y="780"/>
                  </a:lnTo>
                  <a:lnTo>
                    <a:pt x="155" y="774"/>
                  </a:lnTo>
                  <a:lnTo>
                    <a:pt x="155" y="774"/>
                  </a:lnTo>
                  <a:lnTo>
                    <a:pt x="155" y="772"/>
                  </a:lnTo>
                  <a:lnTo>
                    <a:pt x="155" y="772"/>
                  </a:lnTo>
                  <a:lnTo>
                    <a:pt x="157" y="770"/>
                  </a:lnTo>
                  <a:lnTo>
                    <a:pt x="159" y="770"/>
                  </a:lnTo>
                  <a:lnTo>
                    <a:pt x="161" y="768"/>
                  </a:lnTo>
                  <a:lnTo>
                    <a:pt x="163" y="762"/>
                  </a:lnTo>
                  <a:lnTo>
                    <a:pt x="163" y="760"/>
                  </a:lnTo>
                  <a:lnTo>
                    <a:pt x="163" y="760"/>
                  </a:lnTo>
                  <a:lnTo>
                    <a:pt x="163" y="756"/>
                  </a:lnTo>
                  <a:lnTo>
                    <a:pt x="163" y="754"/>
                  </a:lnTo>
                  <a:lnTo>
                    <a:pt x="163" y="753"/>
                  </a:lnTo>
                  <a:lnTo>
                    <a:pt x="165" y="751"/>
                  </a:lnTo>
                  <a:lnTo>
                    <a:pt x="165" y="751"/>
                  </a:lnTo>
                  <a:lnTo>
                    <a:pt x="165" y="751"/>
                  </a:lnTo>
                  <a:lnTo>
                    <a:pt x="167" y="751"/>
                  </a:lnTo>
                  <a:lnTo>
                    <a:pt x="169" y="749"/>
                  </a:lnTo>
                  <a:lnTo>
                    <a:pt x="169" y="749"/>
                  </a:lnTo>
                  <a:lnTo>
                    <a:pt x="170" y="747"/>
                  </a:lnTo>
                  <a:lnTo>
                    <a:pt x="172" y="741"/>
                  </a:lnTo>
                  <a:lnTo>
                    <a:pt x="172" y="739"/>
                  </a:lnTo>
                  <a:lnTo>
                    <a:pt x="172" y="735"/>
                  </a:lnTo>
                  <a:lnTo>
                    <a:pt x="172" y="733"/>
                  </a:lnTo>
                  <a:lnTo>
                    <a:pt x="172" y="733"/>
                  </a:lnTo>
                  <a:lnTo>
                    <a:pt x="170" y="731"/>
                  </a:lnTo>
                  <a:lnTo>
                    <a:pt x="170" y="729"/>
                  </a:lnTo>
                  <a:lnTo>
                    <a:pt x="170" y="729"/>
                  </a:lnTo>
                  <a:lnTo>
                    <a:pt x="170" y="727"/>
                  </a:lnTo>
                  <a:lnTo>
                    <a:pt x="170" y="727"/>
                  </a:lnTo>
                  <a:lnTo>
                    <a:pt x="170" y="727"/>
                  </a:lnTo>
                  <a:lnTo>
                    <a:pt x="170" y="725"/>
                  </a:lnTo>
                  <a:lnTo>
                    <a:pt x="169" y="721"/>
                  </a:lnTo>
                  <a:lnTo>
                    <a:pt x="167" y="721"/>
                  </a:lnTo>
                  <a:lnTo>
                    <a:pt x="167" y="721"/>
                  </a:lnTo>
                  <a:lnTo>
                    <a:pt x="167" y="719"/>
                  </a:lnTo>
                  <a:lnTo>
                    <a:pt x="167" y="719"/>
                  </a:lnTo>
                  <a:lnTo>
                    <a:pt x="167" y="719"/>
                  </a:lnTo>
                  <a:lnTo>
                    <a:pt x="167" y="717"/>
                  </a:lnTo>
                  <a:lnTo>
                    <a:pt x="167" y="717"/>
                  </a:lnTo>
                  <a:lnTo>
                    <a:pt x="167" y="715"/>
                  </a:lnTo>
                  <a:lnTo>
                    <a:pt x="167" y="715"/>
                  </a:lnTo>
                  <a:lnTo>
                    <a:pt x="167" y="713"/>
                  </a:lnTo>
                  <a:lnTo>
                    <a:pt x="165" y="711"/>
                  </a:lnTo>
                  <a:lnTo>
                    <a:pt x="163" y="709"/>
                  </a:lnTo>
                  <a:lnTo>
                    <a:pt x="159" y="705"/>
                  </a:lnTo>
                  <a:lnTo>
                    <a:pt x="155" y="705"/>
                  </a:lnTo>
                  <a:lnTo>
                    <a:pt x="153" y="703"/>
                  </a:lnTo>
                  <a:lnTo>
                    <a:pt x="147" y="703"/>
                  </a:lnTo>
                  <a:lnTo>
                    <a:pt x="145" y="703"/>
                  </a:lnTo>
                  <a:lnTo>
                    <a:pt x="145" y="703"/>
                  </a:lnTo>
                  <a:lnTo>
                    <a:pt x="145" y="705"/>
                  </a:lnTo>
                  <a:lnTo>
                    <a:pt x="143" y="705"/>
                  </a:lnTo>
                  <a:lnTo>
                    <a:pt x="143" y="705"/>
                  </a:lnTo>
                  <a:lnTo>
                    <a:pt x="143" y="705"/>
                  </a:lnTo>
                  <a:lnTo>
                    <a:pt x="141" y="703"/>
                  </a:lnTo>
                  <a:lnTo>
                    <a:pt x="141" y="703"/>
                  </a:lnTo>
                  <a:lnTo>
                    <a:pt x="141" y="701"/>
                  </a:lnTo>
                  <a:lnTo>
                    <a:pt x="141" y="699"/>
                  </a:lnTo>
                  <a:lnTo>
                    <a:pt x="141" y="696"/>
                  </a:lnTo>
                  <a:lnTo>
                    <a:pt x="137" y="690"/>
                  </a:lnTo>
                  <a:lnTo>
                    <a:pt x="135" y="690"/>
                  </a:lnTo>
                  <a:lnTo>
                    <a:pt x="133" y="688"/>
                  </a:lnTo>
                  <a:lnTo>
                    <a:pt x="131" y="686"/>
                  </a:lnTo>
                  <a:lnTo>
                    <a:pt x="131" y="684"/>
                  </a:lnTo>
                  <a:lnTo>
                    <a:pt x="127" y="682"/>
                  </a:lnTo>
                  <a:lnTo>
                    <a:pt x="129" y="680"/>
                  </a:lnTo>
                  <a:lnTo>
                    <a:pt x="131" y="680"/>
                  </a:lnTo>
                  <a:lnTo>
                    <a:pt x="131" y="678"/>
                  </a:lnTo>
                  <a:lnTo>
                    <a:pt x="133" y="672"/>
                  </a:lnTo>
                  <a:lnTo>
                    <a:pt x="133" y="670"/>
                  </a:lnTo>
                  <a:lnTo>
                    <a:pt x="133" y="668"/>
                  </a:lnTo>
                  <a:lnTo>
                    <a:pt x="131" y="666"/>
                  </a:lnTo>
                  <a:lnTo>
                    <a:pt x="131" y="666"/>
                  </a:lnTo>
                  <a:lnTo>
                    <a:pt x="129" y="664"/>
                  </a:lnTo>
                  <a:lnTo>
                    <a:pt x="129" y="664"/>
                  </a:lnTo>
                  <a:lnTo>
                    <a:pt x="129" y="664"/>
                  </a:lnTo>
                  <a:lnTo>
                    <a:pt x="129" y="662"/>
                  </a:lnTo>
                  <a:lnTo>
                    <a:pt x="129" y="662"/>
                  </a:lnTo>
                  <a:lnTo>
                    <a:pt x="129" y="660"/>
                  </a:lnTo>
                  <a:lnTo>
                    <a:pt x="129" y="660"/>
                  </a:lnTo>
                  <a:lnTo>
                    <a:pt x="127" y="662"/>
                  </a:lnTo>
                  <a:lnTo>
                    <a:pt x="127" y="662"/>
                  </a:lnTo>
                  <a:lnTo>
                    <a:pt x="121" y="660"/>
                  </a:lnTo>
                  <a:lnTo>
                    <a:pt x="120" y="656"/>
                  </a:lnTo>
                  <a:lnTo>
                    <a:pt x="110" y="652"/>
                  </a:lnTo>
                  <a:lnTo>
                    <a:pt x="98" y="652"/>
                  </a:lnTo>
                  <a:lnTo>
                    <a:pt x="96" y="650"/>
                  </a:lnTo>
                  <a:lnTo>
                    <a:pt x="88" y="641"/>
                  </a:lnTo>
                  <a:lnTo>
                    <a:pt x="86" y="639"/>
                  </a:lnTo>
                  <a:lnTo>
                    <a:pt x="86" y="639"/>
                  </a:lnTo>
                  <a:lnTo>
                    <a:pt x="84" y="635"/>
                  </a:lnTo>
                  <a:lnTo>
                    <a:pt x="82" y="629"/>
                  </a:lnTo>
                  <a:lnTo>
                    <a:pt x="82" y="629"/>
                  </a:lnTo>
                  <a:lnTo>
                    <a:pt x="84" y="627"/>
                  </a:lnTo>
                  <a:lnTo>
                    <a:pt x="84" y="625"/>
                  </a:lnTo>
                  <a:lnTo>
                    <a:pt x="86" y="625"/>
                  </a:lnTo>
                  <a:lnTo>
                    <a:pt x="86" y="625"/>
                  </a:lnTo>
                  <a:lnTo>
                    <a:pt x="86" y="625"/>
                  </a:lnTo>
                  <a:lnTo>
                    <a:pt x="86" y="623"/>
                  </a:lnTo>
                  <a:lnTo>
                    <a:pt x="86" y="623"/>
                  </a:lnTo>
                  <a:lnTo>
                    <a:pt x="88" y="621"/>
                  </a:lnTo>
                  <a:lnTo>
                    <a:pt x="86" y="621"/>
                  </a:lnTo>
                  <a:lnTo>
                    <a:pt x="82" y="619"/>
                  </a:lnTo>
                  <a:lnTo>
                    <a:pt x="82" y="617"/>
                  </a:lnTo>
                  <a:lnTo>
                    <a:pt x="82" y="615"/>
                  </a:lnTo>
                  <a:lnTo>
                    <a:pt x="82" y="613"/>
                  </a:lnTo>
                  <a:lnTo>
                    <a:pt x="82" y="611"/>
                  </a:lnTo>
                  <a:lnTo>
                    <a:pt x="82" y="609"/>
                  </a:lnTo>
                  <a:lnTo>
                    <a:pt x="82" y="607"/>
                  </a:lnTo>
                  <a:lnTo>
                    <a:pt x="84" y="605"/>
                  </a:lnTo>
                  <a:lnTo>
                    <a:pt x="86" y="603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86" y="599"/>
                  </a:lnTo>
                  <a:lnTo>
                    <a:pt x="86" y="599"/>
                  </a:lnTo>
                  <a:lnTo>
                    <a:pt x="86" y="599"/>
                  </a:lnTo>
                  <a:lnTo>
                    <a:pt x="88" y="599"/>
                  </a:lnTo>
                  <a:lnTo>
                    <a:pt x="88" y="599"/>
                  </a:lnTo>
                  <a:lnTo>
                    <a:pt x="88" y="597"/>
                  </a:lnTo>
                  <a:lnTo>
                    <a:pt x="88" y="593"/>
                  </a:lnTo>
                  <a:lnTo>
                    <a:pt x="90" y="590"/>
                  </a:lnTo>
                  <a:lnTo>
                    <a:pt x="90" y="588"/>
                  </a:lnTo>
                  <a:lnTo>
                    <a:pt x="90" y="584"/>
                  </a:lnTo>
                  <a:lnTo>
                    <a:pt x="88" y="582"/>
                  </a:lnTo>
                  <a:lnTo>
                    <a:pt x="88" y="580"/>
                  </a:lnTo>
                  <a:lnTo>
                    <a:pt x="88" y="580"/>
                  </a:lnTo>
                  <a:lnTo>
                    <a:pt x="88" y="580"/>
                  </a:lnTo>
                  <a:lnTo>
                    <a:pt x="88" y="578"/>
                  </a:lnTo>
                  <a:lnTo>
                    <a:pt x="88" y="576"/>
                  </a:lnTo>
                  <a:lnTo>
                    <a:pt x="88" y="576"/>
                  </a:lnTo>
                  <a:lnTo>
                    <a:pt x="86" y="574"/>
                  </a:lnTo>
                  <a:lnTo>
                    <a:pt x="84" y="572"/>
                  </a:lnTo>
                  <a:lnTo>
                    <a:pt x="80" y="570"/>
                  </a:lnTo>
                  <a:lnTo>
                    <a:pt x="78" y="570"/>
                  </a:lnTo>
                  <a:lnTo>
                    <a:pt x="78" y="568"/>
                  </a:lnTo>
                  <a:lnTo>
                    <a:pt x="78" y="568"/>
                  </a:lnTo>
                  <a:lnTo>
                    <a:pt x="80" y="566"/>
                  </a:lnTo>
                  <a:lnTo>
                    <a:pt x="84" y="568"/>
                  </a:lnTo>
                  <a:lnTo>
                    <a:pt x="82" y="564"/>
                  </a:lnTo>
                  <a:lnTo>
                    <a:pt x="82" y="562"/>
                  </a:lnTo>
                  <a:lnTo>
                    <a:pt x="78" y="560"/>
                  </a:lnTo>
                  <a:lnTo>
                    <a:pt x="74" y="558"/>
                  </a:lnTo>
                  <a:lnTo>
                    <a:pt x="74" y="558"/>
                  </a:lnTo>
                  <a:lnTo>
                    <a:pt x="72" y="560"/>
                  </a:lnTo>
                  <a:lnTo>
                    <a:pt x="72" y="560"/>
                  </a:lnTo>
                  <a:lnTo>
                    <a:pt x="74" y="558"/>
                  </a:lnTo>
                  <a:lnTo>
                    <a:pt x="74" y="556"/>
                  </a:lnTo>
                  <a:lnTo>
                    <a:pt x="80" y="556"/>
                  </a:lnTo>
                  <a:lnTo>
                    <a:pt x="80" y="556"/>
                  </a:lnTo>
                  <a:lnTo>
                    <a:pt x="82" y="556"/>
                  </a:lnTo>
                  <a:lnTo>
                    <a:pt x="82" y="556"/>
                  </a:lnTo>
                  <a:lnTo>
                    <a:pt x="84" y="554"/>
                  </a:lnTo>
                  <a:lnTo>
                    <a:pt x="84" y="554"/>
                  </a:lnTo>
                  <a:lnTo>
                    <a:pt x="82" y="548"/>
                  </a:lnTo>
                  <a:lnTo>
                    <a:pt x="80" y="546"/>
                  </a:lnTo>
                  <a:lnTo>
                    <a:pt x="76" y="546"/>
                  </a:lnTo>
                  <a:lnTo>
                    <a:pt x="74" y="544"/>
                  </a:lnTo>
                  <a:lnTo>
                    <a:pt x="74" y="542"/>
                  </a:lnTo>
                  <a:lnTo>
                    <a:pt x="74" y="540"/>
                  </a:lnTo>
                  <a:lnTo>
                    <a:pt x="76" y="540"/>
                  </a:lnTo>
                  <a:lnTo>
                    <a:pt x="76" y="538"/>
                  </a:lnTo>
                  <a:lnTo>
                    <a:pt x="78" y="537"/>
                  </a:lnTo>
                  <a:lnTo>
                    <a:pt x="78" y="537"/>
                  </a:lnTo>
                  <a:lnTo>
                    <a:pt x="78" y="537"/>
                  </a:lnTo>
                  <a:lnTo>
                    <a:pt x="80" y="537"/>
                  </a:lnTo>
                  <a:lnTo>
                    <a:pt x="80" y="538"/>
                  </a:lnTo>
                  <a:lnTo>
                    <a:pt x="80" y="538"/>
                  </a:lnTo>
                  <a:lnTo>
                    <a:pt x="82" y="533"/>
                  </a:lnTo>
                  <a:lnTo>
                    <a:pt x="82" y="533"/>
                  </a:lnTo>
                  <a:lnTo>
                    <a:pt x="84" y="533"/>
                  </a:lnTo>
                  <a:lnTo>
                    <a:pt x="86" y="531"/>
                  </a:lnTo>
                  <a:lnTo>
                    <a:pt x="86" y="531"/>
                  </a:lnTo>
                  <a:lnTo>
                    <a:pt x="86" y="531"/>
                  </a:lnTo>
                  <a:lnTo>
                    <a:pt x="86" y="529"/>
                  </a:lnTo>
                  <a:lnTo>
                    <a:pt x="86" y="527"/>
                  </a:lnTo>
                  <a:lnTo>
                    <a:pt x="88" y="527"/>
                  </a:lnTo>
                  <a:lnTo>
                    <a:pt x="88" y="525"/>
                  </a:lnTo>
                  <a:lnTo>
                    <a:pt x="88" y="525"/>
                  </a:lnTo>
                  <a:lnTo>
                    <a:pt x="90" y="525"/>
                  </a:lnTo>
                  <a:lnTo>
                    <a:pt x="88" y="523"/>
                  </a:lnTo>
                  <a:lnTo>
                    <a:pt x="84" y="525"/>
                  </a:lnTo>
                  <a:lnTo>
                    <a:pt x="84" y="525"/>
                  </a:lnTo>
                  <a:lnTo>
                    <a:pt x="84" y="523"/>
                  </a:lnTo>
                  <a:lnTo>
                    <a:pt x="84" y="519"/>
                  </a:lnTo>
                  <a:lnTo>
                    <a:pt x="84" y="517"/>
                  </a:lnTo>
                  <a:lnTo>
                    <a:pt x="86" y="515"/>
                  </a:lnTo>
                  <a:lnTo>
                    <a:pt x="86" y="515"/>
                  </a:lnTo>
                  <a:lnTo>
                    <a:pt x="94" y="517"/>
                  </a:lnTo>
                  <a:lnTo>
                    <a:pt x="98" y="515"/>
                  </a:lnTo>
                  <a:lnTo>
                    <a:pt x="108" y="513"/>
                  </a:lnTo>
                  <a:lnTo>
                    <a:pt x="110" y="511"/>
                  </a:lnTo>
                  <a:lnTo>
                    <a:pt x="118" y="509"/>
                  </a:lnTo>
                  <a:lnTo>
                    <a:pt x="131" y="509"/>
                  </a:lnTo>
                  <a:lnTo>
                    <a:pt x="141" y="509"/>
                  </a:lnTo>
                  <a:lnTo>
                    <a:pt x="151" y="511"/>
                  </a:lnTo>
                  <a:lnTo>
                    <a:pt x="167" y="511"/>
                  </a:lnTo>
                  <a:lnTo>
                    <a:pt x="178" y="513"/>
                  </a:lnTo>
                  <a:lnTo>
                    <a:pt x="186" y="509"/>
                  </a:lnTo>
                  <a:lnTo>
                    <a:pt x="198" y="507"/>
                  </a:lnTo>
                  <a:lnTo>
                    <a:pt x="208" y="507"/>
                  </a:lnTo>
                  <a:lnTo>
                    <a:pt x="214" y="503"/>
                  </a:lnTo>
                  <a:lnTo>
                    <a:pt x="221" y="501"/>
                  </a:lnTo>
                  <a:lnTo>
                    <a:pt x="225" y="505"/>
                  </a:lnTo>
                  <a:lnTo>
                    <a:pt x="227" y="509"/>
                  </a:lnTo>
                  <a:lnTo>
                    <a:pt x="229" y="509"/>
                  </a:lnTo>
                  <a:lnTo>
                    <a:pt x="231" y="507"/>
                  </a:lnTo>
                  <a:lnTo>
                    <a:pt x="241" y="509"/>
                  </a:lnTo>
                  <a:lnTo>
                    <a:pt x="243" y="507"/>
                  </a:lnTo>
                  <a:lnTo>
                    <a:pt x="243" y="505"/>
                  </a:lnTo>
                  <a:lnTo>
                    <a:pt x="243" y="505"/>
                  </a:lnTo>
                  <a:lnTo>
                    <a:pt x="243" y="505"/>
                  </a:lnTo>
                  <a:lnTo>
                    <a:pt x="243" y="503"/>
                  </a:lnTo>
                  <a:lnTo>
                    <a:pt x="243" y="503"/>
                  </a:lnTo>
                  <a:lnTo>
                    <a:pt x="245" y="501"/>
                  </a:lnTo>
                  <a:lnTo>
                    <a:pt x="245" y="497"/>
                  </a:lnTo>
                  <a:lnTo>
                    <a:pt x="247" y="497"/>
                  </a:lnTo>
                  <a:lnTo>
                    <a:pt x="247" y="497"/>
                  </a:lnTo>
                  <a:lnTo>
                    <a:pt x="255" y="497"/>
                  </a:lnTo>
                  <a:lnTo>
                    <a:pt x="261" y="491"/>
                  </a:lnTo>
                  <a:lnTo>
                    <a:pt x="272" y="489"/>
                  </a:lnTo>
                  <a:lnTo>
                    <a:pt x="284" y="487"/>
                  </a:lnTo>
                  <a:lnTo>
                    <a:pt x="294" y="491"/>
                  </a:lnTo>
                  <a:lnTo>
                    <a:pt x="294" y="493"/>
                  </a:lnTo>
                  <a:lnTo>
                    <a:pt x="294" y="495"/>
                  </a:lnTo>
                  <a:lnTo>
                    <a:pt x="294" y="495"/>
                  </a:lnTo>
                  <a:lnTo>
                    <a:pt x="294" y="497"/>
                  </a:lnTo>
                  <a:lnTo>
                    <a:pt x="292" y="499"/>
                  </a:lnTo>
                  <a:lnTo>
                    <a:pt x="292" y="501"/>
                  </a:lnTo>
                  <a:lnTo>
                    <a:pt x="292" y="501"/>
                  </a:lnTo>
                  <a:lnTo>
                    <a:pt x="292" y="503"/>
                  </a:lnTo>
                  <a:lnTo>
                    <a:pt x="286" y="503"/>
                  </a:lnTo>
                  <a:lnTo>
                    <a:pt x="286" y="505"/>
                  </a:lnTo>
                  <a:lnTo>
                    <a:pt x="282" y="509"/>
                  </a:lnTo>
                  <a:lnTo>
                    <a:pt x="282" y="511"/>
                  </a:lnTo>
                  <a:lnTo>
                    <a:pt x="280" y="511"/>
                  </a:lnTo>
                  <a:lnTo>
                    <a:pt x="278" y="513"/>
                  </a:lnTo>
                  <a:lnTo>
                    <a:pt x="276" y="515"/>
                  </a:lnTo>
                  <a:lnTo>
                    <a:pt x="271" y="519"/>
                  </a:lnTo>
                  <a:lnTo>
                    <a:pt x="267" y="523"/>
                  </a:lnTo>
                  <a:lnTo>
                    <a:pt x="263" y="523"/>
                  </a:lnTo>
                  <a:lnTo>
                    <a:pt x="257" y="529"/>
                  </a:lnTo>
                  <a:lnTo>
                    <a:pt x="255" y="531"/>
                  </a:lnTo>
                  <a:lnTo>
                    <a:pt x="253" y="533"/>
                  </a:lnTo>
                  <a:lnTo>
                    <a:pt x="253" y="535"/>
                  </a:lnTo>
                  <a:lnTo>
                    <a:pt x="251" y="535"/>
                  </a:lnTo>
                  <a:lnTo>
                    <a:pt x="251" y="538"/>
                  </a:lnTo>
                  <a:lnTo>
                    <a:pt x="251" y="544"/>
                  </a:lnTo>
                  <a:lnTo>
                    <a:pt x="251" y="544"/>
                  </a:lnTo>
                  <a:lnTo>
                    <a:pt x="251" y="546"/>
                  </a:lnTo>
                  <a:lnTo>
                    <a:pt x="251" y="548"/>
                  </a:lnTo>
                  <a:lnTo>
                    <a:pt x="251" y="550"/>
                  </a:lnTo>
                  <a:lnTo>
                    <a:pt x="253" y="550"/>
                  </a:lnTo>
                  <a:lnTo>
                    <a:pt x="253" y="552"/>
                  </a:lnTo>
                  <a:lnTo>
                    <a:pt x="253" y="552"/>
                  </a:lnTo>
                  <a:lnTo>
                    <a:pt x="255" y="554"/>
                  </a:lnTo>
                  <a:lnTo>
                    <a:pt x="265" y="560"/>
                  </a:lnTo>
                  <a:lnTo>
                    <a:pt x="265" y="562"/>
                  </a:lnTo>
                  <a:lnTo>
                    <a:pt x="267" y="564"/>
                  </a:lnTo>
                  <a:lnTo>
                    <a:pt x="265" y="564"/>
                  </a:lnTo>
                  <a:lnTo>
                    <a:pt x="269" y="570"/>
                  </a:lnTo>
                  <a:lnTo>
                    <a:pt x="274" y="572"/>
                  </a:lnTo>
                  <a:lnTo>
                    <a:pt x="276" y="574"/>
                  </a:lnTo>
                  <a:lnTo>
                    <a:pt x="276" y="574"/>
                  </a:lnTo>
                  <a:lnTo>
                    <a:pt x="278" y="576"/>
                  </a:lnTo>
                  <a:lnTo>
                    <a:pt x="278" y="576"/>
                  </a:lnTo>
                  <a:lnTo>
                    <a:pt x="278" y="578"/>
                  </a:lnTo>
                  <a:lnTo>
                    <a:pt x="280" y="580"/>
                  </a:lnTo>
                  <a:lnTo>
                    <a:pt x="280" y="582"/>
                  </a:lnTo>
                  <a:lnTo>
                    <a:pt x="280" y="582"/>
                  </a:lnTo>
                  <a:lnTo>
                    <a:pt x="280" y="584"/>
                  </a:lnTo>
                  <a:lnTo>
                    <a:pt x="280" y="586"/>
                  </a:lnTo>
                  <a:lnTo>
                    <a:pt x="280" y="588"/>
                  </a:lnTo>
                  <a:lnTo>
                    <a:pt x="280" y="588"/>
                  </a:lnTo>
                  <a:lnTo>
                    <a:pt x="282" y="590"/>
                  </a:lnTo>
                  <a:lnTo>
                    <a:pt x="282" y="590"/>
                  </a:lnTo>
                  <a:lnTo>
                    <a:pt x="282" y="584"/>
                  </a:lnTo>
                  <a:lnTo>
                    <a:pt x="282" y="582"/>
                  </a:lnTo>
                  <a:lnTo>
                    <a:pt x="282" y="580"/>
                  </a:lnTo>
                  <a:lnTo>
                    <a:pt x="280" y="578"/>
                  </a:lnTo>
                  <a:lnTo>
                    <a:pt x="278" y="572"/>
                  </a:lnTo>
                  <a:lnTo>
                    <a:pt x="276" y="570"/>
                  </a:lnTo>
                  <a:lnTo>
                    <a:pt x="276" y="570"/>
                  </a:lnTo>
                  <a:lnTo>
                    <a:pt x="274" y="570"/>
                  </a:lnTo>
                  <a:lnTo>
                    <a:pt x="272" y="568"/>
                  </a:lnTo>
                  <a:lnTo>
                    <a:pt x="272" y="568"/>
                  </a:lnTo>
                  <a:lnTo>
                    <a:pt x="271" y="564"/>
                  </a:lnTo>
                  <a:lnTo>
                    <a:pt x="271" y="562"/>
                  </a:lnTo>
                  <a:lnTo>
                    <a:pt x="267" y="558"/>
                  </a:lnTo>
                  <a:lnTo>
                    <a:pt x="255" y="552"/>
                  </a:lnTo>
                  <a:lnTo>
                    <a:pt x="255" y="550"/>
                  </a:lnTo>
                  <a:lnTo>
                    <a:pt x="253" y="548"/>
                  </a:lnTo>
                  <a:lnTo>
                    <a:pt x="253" y="546"/>
                  </a:lnTo>
                  <a:lnTo>
                    <a:pt x="253" y="546"/>
                  </a:lnTo>
                  <a:lnTo>
                    <a:pt x="253" y="544"/>
                  </a:lnTo>
                  <a:lnTo>
                    <a:pt x="253" y="544"/>
                  </a:lnTo>
                  <a:lnTo>
                    <a:pt x="253" y="542"/>
                  </a:lnTo>
                  <a:lnTo>
                    <a:pt x="253" y="542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5" y="533"/>
                  </a:lnTo>
                  <a:lnTo>
                    <a:pt x="257" y="531"/>
                  </a:lnTo>
                  <a:lnTo>
                    <a:pt x="261" y="531"/>
                  </a:lnTo>
                  <a:lnTo>
                    <a:pt x="265" y="527"/>
                  </a:lnTo>
                  <a:lnTo>
                    <a:pt x="274" y="525"/>
                  </a:lnTo>
                  <a:lnTo>
                    <a:pt x="282" y="525"/>
                  </a:lnTo>
                  <a:lnTo>
                    <a:pt x="286" y="523"/>
                  </a:lnTo>
                  <a:lnTo>
                    <a:pt x="294" y="523"/>
                  </a:lnTo>
                  <a:lnTo>
                    <a:pt x="296" y="521"/>
                  </a:lnTo>
                  <a:lnTo>
                    <a:pt x="298" y="519"/>
                  </a:lnTo>
                  <a:lnTo>
                    <a:pt x="298" y="517"/>
                  </a:lnTo>
                  <a:lnTo>
                    <a:pt x="300" y="513"/>
                  </a:lnTo>
                  <a:lnTo>
                    <a:pt x="302" y="511"/>
                  </a:lnTo>
                  <a:lnTo>
                    <a:pt x="302" y="511"/>
                  </a:lnTo>
                  <a:lnTo>
                    <a:pt x="300" y="513"/>
                  </a:lnTo>
                  <a:lnTo>
                    <a:pt x="298" y="513"/>
                  </a:lnTo>
                  <a:lnTo>
                    <a:pt x="300" y="509"/>
                  </a:lnTo>
                  <a:lnTo>
                    <a:pt x="302" y="505"/>
                  </a:lnTo>
                  <a:lnTo>
                    <a:pt x="308" y="501"/>
                  </a:lnTo>
                  <a:lnTo>
                    <a:pt x="310" y="497"/>
                  </a:lnTo>
                  <a:lnTo>
                    <a:pt x="312" y="493"/>
                  </a:lnTo>
                  <a:lnTo>
                    <a:pt x="312" y="493"/>
                  </a:lnTo>
                  <a:lnTo>
                    <a:pt x="312" y="489"/>
                  </a:lnTo>
                  <a:lnTo>
                    <a:pt x="312" y="489"/>
                  </a:lnTo>
                  <a:lnTo>
                    <a:pt x="310" y="487"/>
                  </a:lnTo>
                  <a:lnTo>
                    <a:pt x="310" y="487"/>
                  </a:lnTo>
                  <a:lnTo>
                    <a:pt x="308" y="487"/>
                  </a:lnTo>
                  <a:lnTo>
                    <a:pt x="308" y="487"/>
                  </a:lnTo>
                  <a:lnTo>
                    <a:pt x="308" y="489"/>
                  </a:lnTo>
                  <a:lnTo>
                    <a:pt x="308" y="493"/>
                  </a:lnTo>
                  <a:lnTo>
                    <a:pt x="308" y="495"/>
                  </a:lnTo>
                  <a:lnTo>
                    <a:pt x="306" y="497"/>
                  </a:lnTo>
                  <a:lnTo>
                    <a:pt x="306" y="497"/>
                  </a:lnTo>
                  <a:lnTo>
                    <a:pt x="304" y="497"/>
                  </a:lnTo>
                  <a:lnTo>
                    <a:pt x="302" y="497"/>
                  </a:lnTo>
                  <a:lnTo>
                    <a:pt x="300" y="495"/>
                  </a:lnTo>
                  <a:lnTo>
                    <a:pt x="298" y="493"/>
                  </a:lnTo>
                  <a:lnTo>
                    <a:pt x="298" y="489"/>
                  </a:lnTo>
                  <a:lnTo>
                    <a:pt x="296" y="489"/>
                  </a:lnTo>
                  <a:lnTo>
                    <a:pt x="296" y="489"/>
                  </a:lnTo>
                  <a:lnTo>
                    <a:pt x="296" y="487"/>
                  </a:lnTo>
                  <a:lnTo>
                    <a:pt x="296" y="485"/>
                  </a:lnTo>
                  <a:lnTo>
                    <a:pt x="296" y="485"/>
                  </a:lnTo>
                  <a:lnTo>
                    <a:pt x="296" y="484"/>
                  </a:lnTo>
                  <a:lnTo>
                    <a:pt x="294" y="484"/>
                  </a:lnTo>
                  <a:lnTo>
                    <a:pt x="294" y="482"/>
                  </a:lnTo>
                  <a:lnTo>
                    <a:pt x="292" y="478"/>
                  </a:lnTo>
                  <a:lnTo>
                    <a:pt x="290" y="476"/>
                  </a:lnTo>
                  <a:lnTo>
                    <a:pt x="290" y="474"/>
                  </a:lnTo>
                  <a:lnTo>
                    <a:pt x="292" y="472"/>
                  </a:lnTo>
                  <a:lnTo>
                    <a:pt x="300" y="474"/>
                  </a:lnTo>
                  <a:lnTo>
                    <a:pt x="304" y="476"/>
                  </a:lnTo>
                  <a:lnTo>
                    <a:pt x="304" y="476"/>
                  </a:lnTo>
                  <a:lnTo>
                    <a:pt x="304" y="472"/>
                  </a:lnTo>
                  <a:lnTo>
                    <a:pt x="300" y="470"/>
                  </a:lnTo>
                  <a:lnTo>
                    <a:pt x="288" y="470"/>
                  </a:lnTo>
                  <a:lnTo>
                    <a:pt x="286" y="468"/>
                  </a:lnTo>
                  <a:lnTo>
                    <a:pt x="288" y="466"/>
                  </a:lnTo>
                  <a:lnTo>
                    <a:pt x="288" y="466"/>
                  </a:lnTo>
                  <a:lnTo>
                    <a:pt x="288" y="466"/>
                  </a:lnTo>
                  <a:lnTo>
                    <a:pt x="286" y="464"/>
                  </a:lnTo>
                  <a:lnTo>
                    <a:pt x="284" y="462"/>
                  </a:lnTo>
                  <a:lnTo>
                    <a:pt x="282" y="462"/>
                  </a:lnTo>
                  <a:lnTo>
                    <a:pt x="284" y="460"/>
                  </a:lnTo>
                  <a:lnTo>
                    <a:pt x="286" y="456"/>
                  </a:lnTo>
                  <a:lnTo>
                    <a:pt x="284" y="454"/>
                  </a:lnTo>
                  <a:lnTo>
                    <a:pt x="282" y="452"/>
                  </a:lnTo>
                  <a:lnTo>
                    <a:pt x="282" y="450"/>
                  </a:lnTo>
                  <a:lnTo>
                    <a:pt x="276" y="448"/>
                  </a:lnTo>
                  <a:lnTo>
                    <a:pt x="261" y="446"/>
                  </a:lnTo>
                  <a:lnTo>
                    <a:pt x="261" y="444"/>
                  </a:lnTo>
                  <a:lnTo>
                    <a:pt x="259" y="442"/>
                  </a:lnTo>
                  <a:lnTo>
                    <a:pt x="259" y="442"/>
                  </a:lnTo>
                  <a:lnTo>
                    <a:pt x="261" y="442"/>
                  </a:lnTo>
                  <a:lnTo>
                    <a:pt x="261" y="440"/>
                  </a:lnTo>
                  <a:lnTo>
                    <a:pt x="259" y="438"/>
                  </a:lnTo>
                  <a:lnTo>
                    <a:pt x="259" y="438"/>
                  </a:lnTo>
                  <a:lnTo>
                    <a:pt x="259" y="438"/>
                  </a:lnTo>
                  <a:lnTo>
                    <a:pt x="259" y="436"/>
                  </a:lnTo>
                  <a:lnTo>
                    <a:pt x="259" y="434"/>
                  </a:lnTo>
                  <a:lnTo>
                    <a:pt x="267" y="436"/>
                  </a:lnTo>
                  <a:lnTo>
                    <a:pt x="269" y="438"/>
                  </a:lnTo>
                  <a:lnTo>
                    <a:pt x="271" y="440"/>
                  </a:lnTo>
                  <a:lnTo>
                    <a:pt x="271" y="440"/>
                  </a:lnTo>
                  <a:lnTo>
                    <a:pt x="271" y="440"/>
                  </a:lnTo>
                  <a:lnTo>
                    <a:pt x="271" y="438"/>
                  </a:lnTo>
                  <a:lnTo>
                    <a:pt x="271" y="438"/>
                  </a:lnTo>
                  <a:lnTo>
                    <a:pt x="271" y="438"/>
                  </a:lnTo>
                  <a:lnTo>
                    <a:pt x="271" y="438"/>
                  </a:lnTo>
                  <a:lnTo>
                    <a:pt x="271" y="436"/>
                  </a:lnTo>
                  <a:lnTo>
                    <a:pt x="271" y="432"/>
                  </a:lnTo>
                  <a:lnTo>
                    <a:pt x="269" y="432"/>
                  </a:lnTo>
                  <a:lnTo>
                    <a:pt x="269" y="430"/>
                  </a:lnTo>
                  <a:lnTo>
                    <a:pt x="269" y="430"/>
                  </a:lnTo>
                  <a:lnTo>
                    <a:pt x="265" y="430"/>
                  </a:lnTo>
                  <a:lnTo>
                    <a:pt x="265" y="430"/>
                  </a:lnTo>
                  <a:lnTo>
                    <a:pt x="263" y="429"/>
                  </a:lnTo>
                  <a:lnTo>
                    <a:pt x="265" y="429"/>
                  </a:lnTo>
                  <a:lnTo>
                    <a:pt x="265" y="429"/>
                  </a:lnTo>
                  <a:lnTo>
                    <a:pt x="267" y="429"/>
                  </a:lnTo>
                  <a:lnTo>
                    <a:pt x="269" y="427"/>
                  </a:lnTo>
                  <a:lnTo>
                    <a:pt x="269" y="429"/>
                  </a:lnTo>
                  <a:lnTo>
                    <a:pt x="271" y="429"/>
                  </a:lnTo>
                  <a:lnTo>
                    <a:pt x="271" y="427"/>
                  </a:lnTo>
                  <a:lnTo>
                    <a:pt x="276" y="425"/>
                  </a:lnTo>
                  <a:lnTo>
                    <a:pt x="280" y="427"/>
                  </a:lnTo>
                  <a:lnTo>
                    <a:pt x="280" y="427"/>
                  </a:lnTo>
                  <a:lnTo>
                    <a:pt x="280" y="429"/>
                  </a:lnTo>
                  <a:lnTo>
                    <a:pt x="280" y="429"/>
                  </a:lnTo>
                  <a:lnTo>
                    <a:pt x="280" y="430"/>
                  </a:lnTo>
                  <a:lnTo>
                    <a:pt x="282" y="430"/>
                  </a:lnTo>
                  <a:lnTo>
                    <a:pt x="280" y="430"/>
                  </a:lnTo>
                  <a:lnTo>
                    <a:pt x="280" y="432"/>
                  </a:lnTo>
                  <a:lnTo>
                    <a:pt x="280" y="432"/>
                  </a:lnTo>
                  <a:lnTo>
                    <a:pt x="282" y="432"/>
                  </a:lnTo>
                  <a:lnTo>
                    <a:pt x="284" y="432"/>
                  </a:lnTo>
                  <a:lnTo>
                    <a:pt x="284" y="432"/>
                  </a:lnTo>
                  <a:lnTo>
                    <a:pt x="286" y="432"/>
                  </a:lnTo>
                  <a:lnTo>
                    <a:pt x="286" y="432"/>
                  </a:lnTo>
                  <a:lnTo>
                    <a:pt x="288" y="432"/>
                  </a:lnTo>
                  <a:lnTo>
                    <a:pt x="288" y="432"/>
                  </a:lnTo>
                  <a:lnTo>
                    <a:pt x="290" y="432"/>
                  </a:lnTo>
                  <a:lnTo>
                    <a:pt x="292" y="432"/>
                  </a:lnTo>
                  <a:lnTo>
                    <a:pt x="290" y="436"/>
                  </a:lnTo>
                  <a:lnTo>
                    <a:pt x="288" y="436"/>
                  </a:lnTo>
                  <a:lnTo>
                    <a:pt x="286" y="440"/>
                  </a:lnTo>
                  <a:lnTo>
                    <a:pt x="284" y="440"/>
                  </a:lnTo>
                  <a:lnTo>
                    <a:pt x="282" y="440"/>
                  </a:lnTo>
                  <a:lnTo>
                    <a:pt x="282" y="442"/>
                  </a:lnTo>
                  <a:lnTo>
                    <a:pt x="284" y="442"/>
                  </a:lnTo>
                  <a:lnTo>
                    <a:pt x="284" y="442"/>
                  </a:lnTo>
                  <a:lnTo>
                    <a:pt x="286" y="442"/>
                  </a:lnTo>
                  <a:lnTo>
                    <a:pt x="286" y="442"/>
                  </a:lnTo>
                  <a:lnTo>
                    <a:pt x="288" y="442"/>
                  </a:lnTo>
                  <a:lnTo>
                    <a:pt x="290" y="438"/>
                  </a:lnTo>
                  <a:lnTo>
                    <a:pt x="290" y="438"/>
                  </a:lnTo>
                  <a:lnTo>
                    <a:pt x="290" y="438"/>
                  </a:lnTo>
                  <a:lnTo>
                    <a:pt x="292" y="438"/>
                  </a:lnTo>
                  <a:lnTo>
                    <a:pt x="292" y="442"/>
                  </a:lnTo>
                  <a:lnTo>
                    <a:pt x="292" y="444"/>
                  </a:lnTo>
                  <a:lnTo>
                    <a:pt x="292" y="444"/>
                  </a:lnTo>
                  <a:lnTo>
                    <a:pt x="292" y="446"/>
                  </a:lnTo>
                  <a:lnTo>
                    <a:pt x="292" y="446"/>
                  </a:lnTo>
                  <a:lnTo>
                    <a:pt x="292" y="446"/>
                  </a:lnTo>
                  <a:lnTo>
                    <a:pt x="294" y="444"/>
                  </a:lnTo>
                  <a:lnTo>
                    <a:pt x="294" y="442"/>
                  </a:lnTo>
                  <a:lnTo>
                    <a:pt x="294" y="440"/>
                  </a:lnTo>
                  <a:lnTo>
                    <a:pt x="292" y="438"/>
                  </a:lnTo>
                  <a:lnTo>
                    <a:pt x="292" y="436"/>
                  </a:lnTo>
                  <a:lnTo>
                    <a:pt x="292" y="434"/>
                  </a:lnTo>
                  <a:lnTo>
                    <a:pt x="294" y="434"/>
                  </a:lnTo>
                  <a:lnTo>
                    <a:pt x="296" y="436"/>
                  </a:lnTo>
                  <a:lnTo>
                    <a:pt x="300" y="436"/>
                  </a:lnTo>
                  <a:lnTo>
                    <a:pt x="300" y="436"/>
                  </a:lnTo>
                  <a:lnTo>
                    <a:pt x="296" y="434"/>
                  </a:lnTo>
                  <a:lnTo>
                    <a:pt x="296" y="434"/>
                  </a:lnTo>
                  <a:lnTo>
                    <a:pt x="296" y="432"/>
                  </a:lnTo>
                  <a:lnTo>
                    <a:pt x="294" y="430"/>
                  </a:lnTo>
                  <a:lnTo>
                    <a:pt x="294" y="430"/>
                  </a:lnTo>
                  <a:lnTo>
                    <a:pt x="296" y="429"/>
                  </a:lnTo>
                  <a:lnTo>
                    <a:pt x="296" y="427"/>
                  </a:lnTo>
                  <a:lnTo>
                    <a:pt x="296" y="427"/>
                  </a:lnTo>
                  <a:lnTo>
                    <a:pt x="294" y="427"/>
                  </a:lnTo>
                  <a:lnTo>
                    <a:pt x="286" y="429"/>
                  </a:lnTo>
                  <a:lnTo>
                    <a:pt x="286" y="429"/>
                  </a:lnTo>
                  <a:lnTo>
                    <a:pt x="286" y="427"/>
                  </a:lnTo>
                  <a:lnTo>
                    <a:pt x="286" y="427"/>
                  </a:lnTo>
                  <a:lnTo>
                    <a:pt x="284" y="427"/>
                  </a:lnTo>
                  <a:lnTo>
                    <a:pt x="284" y="427"/>
                  </a:lnTo>
                  <a:lnTo>
                    <a:pt x="284" y="425"/>
                  </a:lnTo>
                  <a:lnTo>
                    <a:pt x="284" y="425"/>
                  </a:lnTo>
                  <a:lnTo>
                    <a:pt x="284" y="423"/>
                  </a:lnTo>
                  <a:lnTo>
                    <a:pt x="282" y="423"/>
                  </a:lnTo>
                  <a:lnTo>
                    <a:pt x="282" y="421"/>
                  </a:lnTo>
                  <a:lnTo>
                    <a:pt x="282" y="421"/>
                  </a:lnTo>
                  <a:lnTo>
                    <a:pt x="280" y="421"/>
                  </a:lnTo>
                  <a:lnTo>
                    <a:pt x="280" y="419"/>
                  </a:lnTo>
                  <a:lnTo>
                    <a:pt x="280" y="419"/>
                  </a:lnTo>
                  <a:lnTo>
                    <a:pt x="278" y="419"/>
                  </a:lnTo>
                  <a:lnTo>
                    <a:pt x="278" y="419"/>
                  </a:lnTo>
                  <a:lnTo>
                    <a:pt x="280" y="417"/>
                  </a:lnTo>
                  <a:lnTo>
                    <a:pt x="286" y="415"/>
                  </a:lnTo>
                  <a:lnTo>
                    <a:pt x="286" y="413"/>
                  </a:lnTo>
                  <a:lnTo>
                    <a:pt x="276" y="411"/>
                  </a:lnTo>
                  <a:lnTo>
                    <a:pt x="276" y="411"/>
                  </a:lnTo>
                  <a:lnTo>
                    <a:pt x="276" y="411"/>
                  </a:lnTo>
                  <a:lnTo>
                    <a:pt x="276" y="411"/>
                  </a:lnTo>
                  <a:lnTo>
                    <a:pt x="274" y="409"/>
                  </a:lnTo>
                  <a:lnTo>
                    <a:pt x="274" y="409"/>
                  </a:lnTo>
                  <a:lnTo>
                    <a:pt x="272" y="407"/>
                  </a:lnTo>
                  <a:lnTo>
                    <a:pt x="272" y="407"/>
                  </a:lnTo>
                  <a:lnTo>
                    <a:pt x="271" y="407"/>
                  </a:lnTo>
                  <a:lnTo>
                    <a:pt x="269" y="405"/>
                  </a:lnTo>
                  <a:lnTo>
                    <a:pt x="255" y="403"/>
                  </a:lnTo>
                  <a:lnTo>
                    <a:pt x="255" y="401"/>
                  </a:lnTo>
                  <a:lnTo>
                    <a:pt x="257" y="399"/>
                  </a:lnTo>
                  <a:lnTo>
                    <a:pt x="259" y="399"/>
                  </a:lnTo>
                  <a:lnTo>
                    <a:pt x="257" y="397"/>
                  </a:lnTo>
                  <a:lnTo>
                    <a:pt x="257" y="395"/>
                  </a:lnTo>
                  <a:lnTo>
                    <a:pt x="259" y="393"/>
                  </a:lnTo>
                  <a:lnTo>
                    <a:pt x="261" y="393"/>
                  </a:lnTo>
                  <a:lnTo>
                    <a:pt x="263" y="393"/>
                  </a:lnTo>
                  <a:lnTo>
                    <a:pt x="265" y="393"/>
                  </a:lnTo>
                  <a:lnTo>
                    <a:pt x="265" y="393"/>
                  </a:lnTo>
                  <a:lnTo>
                    <a:pt x="267" y="391"/>
                  </a:lnTo>
                  <a:lnTo>
                    <a:pt x="267" y="389"/>
                  </a:lnTo>
                  <a:lnTo>
                    <a:pt x="267" y="387"/>
                  </a:lnTo>
                  <a:lnTo>
                    <a:pt x="267" y="385"/>
                  </a:lnTo>
                  <a:lnTo>
                    <a:pt x="265" y="383"/>
                  </a:lnTo>
                  <a:lnTo>
                    <a:pt x="265" y="381"/>
                  </a:lnTo>
                  <a:lnTo>
                    <a:pt x="265" y="381"/>
                  </a:lnTo>
                  <a:lnTo>
                    <a:pt x="267" y="381"/>
                  </a:lnTo>
                  <a:lnTo>
                    <a:pt x="267" y="381"/>
                  </a:lnTo>
                  <a:lnTo>
                    <a:pt x="267" y="383"/>
                  </a:lnTo>
                  <a:lnTo>
                    <a:pt x="267" y="383"/>
                  </a:lnTo>
                  <a:lnTo>
                    <a:pt x="267" y="383"/>
                  </a:lnTo>
                  <a:lnTo>
                    <a:pt x="269" y="383"/>
                  </a:lnTo>
                  <a:lnTo>
                    <a:pt x="271" y="383"/>
                  </a:lnTo>
                  <a:lnTo>
                    <a:pt x="272" y="385"/>
                  </a:lnTo>
                  <a:lnTo>
                    <a:pt x="272" y="387"/>
                  </a:lnTo>
                  <a:lnTo>
                    <a:pt x="274" y="387"/>
                  </a:lnTo>
                  <a:lnTo>
                    <a:pt x="274" y="387"/>
                  </a:lnTo>
                  <a:lnTo>
                    <a:pt x="274" y="389"/>
                  </a:lnTo>
                  <a:lnTo>
                    <a:pt x="269" y="389"/>
                  </a:lnTo>
                  <a:lnTo>
                    <a:pt x="271" y="389"/>
                  </a:lnTo>
                  <a:lnTo>
                    <a:pt x="271" y="391"/>
                  </a:lnTo>
                  <a:lnTo>
                    <a:pt x="272" y="395"/>
                  </a:lnTo>
                  <a:lnTo>
                    <a:pt x="272" y="395"/>
                  </a:lnTo>
                  <a:lnTo>
                    <a:pt x="274" y="395"/>
                  </a:lnTo>
                  <a:lnTo>
                    <a:pt x="274" y="395"/>
                  </a:lnTo>
                  <a:lnTo>
                    <a:pt x="274" y="393"/>
                  </a:lnTo>
                  <a:lnTo>
                    <a:pt x="274" y="393"/>
                  </a:lnTo>
                  <a:lnTo>
                    <a:pt x="274" y="393"/>
                  </a:lnTo>
                  <a:lnTo>
                    <a:pt x="276" y="393"/>
                  </a:lnTo>
                  <a:lnTo>
                    <a:pt x="282" y="397"/>
                  </a:lnTo>
                  <a:lnTo>
                    <a:pt x="282" y="397"/>
                  </a:lnTo>
                  <a:lnTo>
                    <a:pt x="280" y="399"/>
                  </a:lnTo>
                  <a:lnTo>
                    <a:pt x="280" y="401"/>
                  </a:lnTo>
                  <a:lnTo>
                    <a:pt x="282" y="401"/>
                  </a:lnTo>
                  <a:lnTo>
                    <a:pt x="282" y="401"/>
                  </a:lnTo>
                  <a:lnTo>
                    <a:pt x="284" y="401"/>
                  </a:lnTo>
                  <a:lnTo>
                    <a:pt x="284" y="401"/>
                  </a:lnTo>
                  <a:lnTo>
                    <a:pt x="282" y="403"/>
                  </a:lnTo>
                  <a:lnTo>
                    <a:pt x="284" y="405"/>
                  </a:lnTo>
                  <a:lnTo>
                    <a:pt x="284" y="407"/>
                  </a:lnTo>
                  <a:lnTo>
                    <a:pt x="286" y="405"/>
                  </a:lnTo>
                  <a:lnTo>
                    <a:pt x="288" y="405"/>
                  </a:lnTo>
                  <a:lnTo>
                    <a:pt x="288" y="405"/>
                  </a:lnTo>
                  <a:lnTo>
                    <a:pt x="290" y="405"/>
                  </a:lnTo>
                  <a:lnTo>
                    <a:pt x="292" y="407"/>
                  </a:lnTo>
                  <a:lnTo>
                    <a:pt x="292" y="407"/>
                  </a:lnTo>
                  <a:lnTo>
                    <a:pt x="292" y="407"/>
                  </a:lnTo>
                  <a:lnTo>
                    <a:pt x="292" y="405"/>
                  </a:lnTo>
                  <a:lnTo>
                    <a:pt x="292" y="405"/>
                  </a:lnTo>
                  <a:lnTo>
                    <a:pt x="290" y="405"/>
                  </a:lnTo>
                  <a:lnTo>
                    <a:pt x="290" y="401"/>
                  </a:lnTo>
                  <a:lnTo>
                    <a:pt x="290" y="401"/>
                  </a:lnTo>
                  <a:lnTo>
                    <a:pt x="292" y="399"/>
                  </a:lnTo>
                  <a:lnTo>
                    <a:pt x="292" y="399"/>
                  </a:lnTo>
                  <a:lnTo>
                    <a:pt x="290" y="397"/>
                  </a:lnTo>
                  <a:lnTo>
                    <a:pt x="286" y="399"/>
                  </a:lnTo>
                  <a:lnTo>
                    <a:pt x="286" y="395"/>
                  </a:lnTo>
                  <a:lnTo>
                    <a:pt x="286" y="395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88" y="393"/>
                  </a:lnTo>
                  <a:lnTo>
                    <a:pt x="290" y="391"/>
                  </a:lnTo>
                  <a:lnTo>
                    <a:pt x="290" y="389"/>
                  </a:lnTo>
                  <a:lnTo>
                    <a:pt x="292" y="389"/>
                  </a:lnTo>
                  <a:lnTo>
                    <a:pt x="294" y="393"/>
                  </a:lnTo>
                  <a:lnTo>
                    <a:pt x="294" y="393"/>
                  </a:lnTo>
                  <a:lnTo>
                    <a:pt x="294" y="393"/>
                  </a:lnTo>
                  <a:lnTo>
                    <a:pt x="296" y="393"/>
                  </a:lnTo>
                  <a:lnTo>
                    <a:pt x="296" y="393"/>
                  </a:lnTo>
                  <a:lnTo>
                    <a:pt x="296" y="393"/>
                  </a:lnTo>
                  <a:lnTo>
                    <a:pt x="296" y="391"/>
                  </a:lnTo>
                  <a:lnTo>
                    <a:pt x="296" y="389"/>
                  </a:lnTo>
                  <a:lnTo>
                    <a:pt x="296" y="387"/>
                  </a:lnTo>
                  <a:lnTo>
                    <a:pt x="296" y="387"/>
                  </a:lnTo>
                  <a:lnTo>
                    <a:pt x="296" y="385"/>
                  </a:lnTo>
                  <a:lnTo>
                    <a:pt x="294" y="385"/>
                  </a:lnTo>
                  <a:lnTo>
                    <a:pt x="296" y="379"/>
                  </a:lnTo>
                  <a:lnTo>
                    <a:pt x="296" y="377"/>
                  </a:lnTo>
                  <a:lnTo>
                    <a:pt x="302" y="372"/>
                  </a:lnTo>
                  <a:lnTo>
                    <a:pt x="304" y="372"/>
                  </a:lnTo>
                  <a:lnTo>
                    <a:pt x="306" y="370"/>
                  </a:lnTo>
                  <a:lnTo>
                    <a:pt x="306" y="368"/>
                  </a:lnTo>
                  <a:lnTo>
                    <a:pt x="306" y="366"/>
                  </a:lnTo>
                  <a:lnTo>
                    <a:pt x="304" y="366"/>
                  </a:lnTo>
                  <a:lnTo>
                    <a:pt x="302" y="366"/>
                  </a:lnTo>
                  <a:lnTo>
                    <a:pt x="302" y="366"/>
                  </a:lnTo>
                  <a:lnTo>
                    <a:pt x="300" y="364"/>
                  </a:lnTo>
                  <a:lnTo>
                    <a:pt x="300" y="362"/>
                  </a:lnTo>
                  <a:lnTo>
                    <a:pt x="302" y="360"/>
                  </a:lnTo>
                  <a:lnTo>
                    <a:pt x="304" y="360"/>
                  </a:lnTo>
                  <a:lnTo>
                    <a:pt x="306" y="362"/>
                  </a:lnTo>
                  <a:lnTo>
                    <a:pt x="308" y="362"/>
                  </a:lnTo>
                  <a:lnTo>
                    <a:pt x="308" y="362"/>
                  </a:lnTo>
                  <a:lnTo>
                    <a:pt x="308" y="362"/>
                  </a:lnTo>
                  <a:lnTo>
                    <a:pt x="308" y="362"/>
                  </a:lnTo>
                  <a:lnTo>
                    <a:pt x="310" y="364"/>
                  </a:lnTo>
                  <a:lnTo>
                    <a:pt x="308" y="364"/>
                  </a:lnTo>
                  <a:lnTo>
                    <a:pt x="308" y="366"/>
                  </a:lnTo>
                  <a:lnTo>
                    <a:pt x="308" y="366"/>
                  </a:lnTo>
                  <a:lnTo>
                    <a:pt x="308" y="368"/>
                  </a:lnTo>
                  <a:lnTo>
                    <a:pt x="308" y="368"/>
                  </a:lnTo>
                  <a:lnTo>
                    <a:pt x="310" y="368"/>
                  </a:lnTo>
                  <a:lnTo>
                    <a:pt x="312" y="370"/>
                  </a:lnTo>
                  <a:lnTo>
                    <a:pt x="312" y="370"/>
                  </a:lnTo>
                  <a:lnTo>
                    <a:pt x="312" y="370"/>
                  </a:lnTo>
                  <a:lnTo>
                    <a:pt x="312" y="366"/>
                  </a:lnTo>
                  <a:lnTo>
                    <a:pt x="312" y="366"/>
                  </a:lnTo>
                  <a:lnTo>
                    <a:pt x="314" y="366"/>
                  </a:lnTo>
                  <a:lnTo>
                    <a:pt x="314" y="364"/>
                  </a:lnTo>
                  <a:lnTo>
                    <a:pt x="316" y="364"/>
                  </a:lnTo>
                  <a:lnTo>
                    <a:pt x="316" y="362"/>
                  </a:lnTo>
                  <a:lnTo>
                    <a:pt x="316" y="360"/>
                  </a:lnTo>
                  <a:lnTo>
                    <a:pt x="318" y="360"/>
                  </a:lnTo>
                  <a:lnTo>
                    <a:pt x="318" y="360"/>
                  </a:lnTo>
                  <a:lnTo>
                    <a:pt x="318" y="358"/>
                  </a:lnTo>
                  <a:lnTo>
                    <a:pt x="318" y="358"/>
                  </a:lnTo>
                  <a:lnTo>
                    <a:pt x="308" y="358"/>
                  </a:lnTo>
                  <a:lnTo>
                    <a:pt x="308" y="356"/>
                  </a:lnTo>
                  <a:lnTo>
                    <a:pt x="308" y="356"/>
                  </a:lnTo>
                  <a:lnTo>
                    <a:pt x="306" y="358"/>
                  </a:lnTo>
                  <a:lnTo>
                    <a:pt x="306" y="358"/>
                  </a:lnTo>
                  <a:lnTo>
                    <a:pt x="306" y="356"/>
                  </a:lnTo>
                  <a:lnTo>
                    <a:pt x="304" y="354"/>
                  </a:lnTo>
                  <a:lnTo>
                    <a:pt x="302" y="352"/>
                  </a:lnTo>
                  <a:lnTo>
                    <a:pt x="296" y="350"/>
                  </a:lnTo>
                  <a:lnTo>
                    <a:pt x="294" y="350"/>
                  </a:lnTo>
                  <a:lnTo>
                    <a:pt x="292" y="352"/>
                  </a:lnTo>
                  <a:lnTo>
                    <a:pt x="292" y="352"/>
                  </a:lnTo>
                  <a:lnTo>
                    <a:pt x="292" y="350"/>
                  </a:lnTo>
                  <a:lnTo>
                    <a:pt x="292" y="348"/>
                  </a:lnTo>
                  <a:lnTo>
                    <a:pt x="292" y="346"/>
                  </a:lnTo>
                  <a:lnTo>
                    <a:pt x="294" y="344"/>
                  </a:lnTo>
                  <a:lnTo>
                    <a:pt x="296" y="342"/>
                  </a:lnTo>
                  <a:lnTo>
                    <a:pt x="300" y="342"/>
                  </a:lnTo>
                  <a:lnTo>
                    <a:pt x="312" y="344"/>
                  </a:lnTo>
                  <a:lnTo>
                    <a:pt x="312" y="344"/>
                  </a:lnTo>
                  <a:lnTo>
                    <a:pt x="322" y="350"/>
                  </a:lnTo>
                  <a:lnTo>
                    <a:pt x="323" y="350"/>
                  </a:lnTo>
                  <a:lnTo>
                    <a:pt x="325" y="350"/>
                  </a:lnTo>
                  <a:lnTo>
                    <a:pt x="327" y="344"/>
                  </a:lnTo>
                  <a:lnTo>
                    <a:pt x="329" y="344"/>
                  </a:lnTo>
                  <a:lnTo>
                    <a:pt x="329" y="346"/>
                  </a:lnTo>
                  <a:lnTo>
                    <a:pt x="329" y="344"/>
                  </a:lnTo>
                  <a:lnTo>
                    <a:pt x="331" y="344"/>
                  </a:lnTo>
                  <a:lnTo>
                    <a:pt x="333" y="342"/>
                  </a:lnTo>
                  <a:lnTo>
                    <a:pt x="333" y="342"/>
                  </a:lnTo>
                  <a:lnTo>
                    <a:pt x="335" y="342"/>
                  </a:lnTo>
                  <a:lnTo>
                    <a:pt x="335" y="340"/>
                  </a:lnTo>
                  <a:lnTo>
                    <a:pt x="335" y="340"/>
                  </a:lnTo>
                  <a:lnTo>
                    <a:pt x="335" y="336"/>
                  </a:lnTo>
                  <a:lnTo>
                    <a:pt x="335" y="334"/>
                  </a:lnTo>
                  <a:lnTo>
                    <a:pt x="335" y="334"/>
                  </a:lnTo>
                  <a:lnTo>
                    <a:pt x="335" y="334"/>
                  </a:lnTo>
                  <a:lnTo>
                    <a:pt x="337" y="332"/>
                  </a:lnTo>
                  <a:lnTo>
                    <a:pt x="339" y="328"/>
                  </a:lnTo>
                  <a:lnTo>
                    <a:pt x="341" y="328"/>
                  </a:lnTo>
                  <a:lnTo>
                    <a:pt x="345" y="330"/>
                  </a:lnTo>
                  <a:lnTo>
                    <a:pt x="343" y="328"/>
                  </a:lnTo>
                  <a:lnTo>
                    <a:pt x="343" y="326"/>
                  </a:lnTo>
                  <a:lnTo>
                    <a:pt x="341" y="324"/>
                  </a:lnTo>
                  <a:lnTo>
                    <a:pt x="343" y="321"/>
                  </a:lnTo>
                  <a:lnTo>
                    <a:pt x="349" y="321"/>
                  </a:lnTo>
                  <a:lnTo>
                    <a:pt x="351" y="319"/>
                  </a:lnTo>
                  <a:lnTo>
                    <a:pt x="349" y="317"/>
                  </a:lnTo>
                  <a:lnTo>
                    <a:pt x="351" y="315"/>
                  </a:lnTo>
                  <a:lnTo>
                    <a:pt x="353" y="313"/>
                  </a:lnTo>
                  <a:lnTo>
                    <a:pt x="357" y="313"/>
                  </a:lnTo>
                  <a:lnTo>
                    <a:pt x="359" y="315"/>
                  </a:lnTo>
                  <a:lnTo>
                    <a:pt x="357" y="311"/>
                  </a:lnTo>
                  <a:lnTo>
                    <a:pt x="357" y="311"/>
                  </a:lnTo>
                  <a:lnTo>
                    <a:pt x="347" y="313"/>
                  </a:lnTo>
                  <a:lnTo>
                    <a:pt x="349" y="313"/>
                  </a:lnTo>
                  <a:lnTo>
                    <a:pt x="355" y="311"/>
                  </a:lnTo>
                  <a:lnTo>
                    <a:pt x="357" y="309"/>
                  </a:lnTo>
                  <a:lnTo>
                    <a:pt x="359" y="309"/>
                  </a:lnTo>
                  <a:lnTo>
                    <a:pt x="361" y="309"/>
                  </a:lnTo>
                  <a:lnTo>
                    <a:pt x="361" y="307"/>
                  </a:lnTo>
                  <a:lnTo>
                    <a:pt x="361" y="307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5" y="305"/>
                  </a:lnTo>
                  <a:lnTo>
                    <a:pt x="367" y="307"/>
                  </a:lnTo>
                  <a:lnTo>
                    <a:pt x="367" y="307"/>
                  </a:lnTo>
                  <a:lnTo>
                    <a:pt x="367" y="309"/>
                  </a:lnTo>
                  <a:lnTo>
                    <a:pt x="372" y="309"/>
                  </a:lnTo>
                  <a:lnTo>
                    <a:pt x="372" y="311"/>
                  </a:lnTo>
                  <a:lnTo>
                    <a:pt x="374" y="309"/>
                  </a:lnTo>
                  <a:lnTo>
                    <a:pt x="374" y="309"/>
                  </a:lnTo>
                  <a:lnTo>
                    <a:pt x="374" y="309"/>
                  </a:lnTo>
                  <a:lnTo>
                    <a:pt x="376" y="311"/>
                  </a:lnTo>
                  <a:lnTo>
                    <a:pt x="376" y="309"/>
                  </a:lnTo>
                  <a:lnTo>
                    <a:pt x="378" y="309"/>
                  </a:lnTo>
                  <a:lnTo>
                    <a:pt x="376" y="307"/>
                  </a:lnTo>
                  <a:lnTo>
                    <a:pt x="374" y="305"/>
                  </a:lnTo>
                  <a:lnTo>
                    <a:pt x="374" y="303"/>
                  </a:lnTo>
                  <a:lnTo>
                    <a:pt x="374" y="303"/>
                  </a:lnTo>
                  <a:lnTo>
                    <a:pt x="382" y="301"/>
                  </a:lnTo>
                  <a:lnTo>
                    <a:pt x="388" y="301"/>
                  </a:lnTo>
                  <a:lnTo>
                    <a:pt x="386" y="297"/>
                  </a:lnTo>
                  <a:lnTo>
                    <a:pt x="386" y="297"/>
                  </a:lnTo>
                  <a:lnTo>
                    <a:pt x="384" y="297"/>
                  </a:lnTo>
                  <a:lnTo>
                    <a:pt x="382" y="295"/>
                  </a:lnTo>
                  <a:lnTo>
                    <a:pt x="384" y="293"/>
                  </a:lnTo>
                  <a:lnTo>
                    <a:pt x="396" y="291"/>
                  </a:lnTo>
                  <a:lnTo>
                    <a:pt x="404" y="289"/>
                  </a:lnTo>
                  <a:lnTo>
                    <a:pt x="408" y="285"/>
                  </a:lnTo>
                  <a:lnTo>
                    <a:pt x="410" y="283"/>
                  </a:lnTo>
                  <a:lnTo>
                    <a:pt x="412" y="283"/>
                  </a:lnTo>
                  <a:lnTo>
                    <a:pt x="412" y="281"/>
                  </a:lnTo>
                  <a:lnTo>
                    <a:pt x="414" y="283"/>
                  </a:lnTo>
                  <a:lnTo>
                    <a:pt x="414" y="283"/>
                  </a:lnTo>
                  <a:lnTo>
                    <a:pt x="414" y="285"/>
                  </a:lnTo>
                  <a:lnTo>
                    <a:pt x="414" y="285"/>
                  </a:lnTo>
                  <a:lnTo>
                    <a:pt x="414" y="287"/>
                  </a:lnTo>
                  <a:lnTo>
                    <a:pt x="416" y="289"/>
                  </a:lnTo>
                  <a:lnTo>
                    <a:pt x="416" y="287"/>
                  </a:lnTo>
                  <a:lnTo>
                    <a:pt x="418" y="287"/>
                  </a:lnTo>
                  <a:lnTo>
                    <a:pt x="420" y="283"/>
                  </a:lnTo>
                  <a:lnTo>
                    <a:pt x="420" y="283"/>
                  </a:lnTo>
                  <a:lnTo>
                    <a:pt x="422" y="283"/>
                  </a:lnTo>
                  <a:lnTo>
                    <a:pt x="422" y="285"/>
                  </a:lnTo>
                  <a:lnTo>
                    <a:pt x="422" y="287"/>
                  </a:lnTo>
                  <a:lnTo>
                    <a:pt x="425" y="287"/>
                  </a:lnTo>
                  <a:lnTo>
                    <a:pt x="429" y="285"/>
                  </a:lnTo>
                  <a:lnTo>
                    <a:pt x="433" y="285"/>
                  </a:lnTo>
                  <a:lnTo>
                    <a:pt x="435" y="285"/>
                  </a:lnTo>
                  <a:lnTo>
                    <a:pt x="435" y="283"/>
                  </a:lnTo>
                  <a:lnTo>
                    <a:pt x="435" y="281"/>
                  </a:lnTo>
                  <a:lnTo>
                    <a:pt x="435" y="281"/>
                  </a:lnTo>
                  <a:lnTo>
                    <a:pt x="433" y="279"/>
                  </a:lnTo>
                  <a:lnTo>
                    <a:pt x="435" y="275"/>
                  </a:lnTo>
                  <a:lnTo>
                    <a:pt x="437" y="273"/>
                  </a:lnTo>
                  <a:lnTo>
                    <a:pt x="437" y="273"/>
                  </a:lnTo>
                  <a:lnTo>
                    <a:pt x="439" y="275"/>
                  </a:lnTo>
                  <a:lnTo>
                    <a:pt x="439" y="275"/>
                  </a:lnTo>
                  <a:lnTo>
                    <a:pt x="443" y="273"/>
                  </a:lnTo>
                  <a:lnTo>
                    <a:pt x="445" y="275"/>
                  </a:lnTo>
                  <a:lnTo>
                    <a:pt x="449" y="273"/>
                  </a:lnTo>
                  <a:lnTo>
                    <a:pt x="453" y="271"/>
                  </a:lnTo>
                  <a:lnTo>
                    <a:pt x="457" y="273"/>
                  </a:lnTo>
                  <a:lnTo>
                    <a:pt x="461" y="269"/>
                  </a:lnTo>
                  <a:lnTo>
                    <a:pt x="471" y="266"/>
                  </a:lnTo>
                  <a:lnTo>
                    <a:pt x="480" y="262"/>
                  </a:lnTo>
                  <a:lnTo>
                    <a:pt x="492" y="260"/>
                  </a:lnTo>
                  <a:lnTo>
                    <a:pt x="498" y="254"/>
                  </a:lnTo>
                  <a:lnTo>
                    <a:pt x="506" y="250"/>
                  </a:lnTo>
                  <a:lnTo>
                    <a:pt x="508" y="248"/>
                  </a:lnTo>
                  <a:lnTo>
                    <a:pt x="510" y="248"/>
                  </a:lnTo>
                  <a:lnTo>
                    <a:pt x="508" y="246"/>
                  </a:lnTo>
                  <a:lnTo>
                    <a:pt x="508" y="246"/>
                  </a:lnTo>
                  <a:lnTo>
                    <a:pt x="508" y="248"/>
                  </a:lnTo>
                  <a:lnTo>
                    <a:pt x="506" y="248"/>
                  </a:lnTo>
                  <a:lnTo>
                    <a:pt x="496" y="252"/>
                  </a:lnTo>
                  <a:lnTo>
                    <a:pt x="494" y="252"/>
                  </a:lnTo>
                  <a:lnTo>
                    <a:pt x="492" y="252"/>
                  </a:lnTo>
                  <a:lnTo>
                    <a:pt x="492" y="248"/>
                  </a:lnTo>
                  <a:lnTo>
                    <a:pt x="492" y="246"/>
                  </a:lnTo>
                  <a:lnTo>
                    <a:pt x="490" y="246"/>
                  </a:lnTo>
                  <a:lnTo>
                    <a:pt x="490" y="248"/>
                  </a:lnTo>
                  <a:lnTo>
                    <a:pt x="488" y="250"/>
                  </a:lnTo>
                  <a:lnTo>
                    <a:pt x="488" y="252"/>
                  </a:lnTo>
                  <a:lnTo>
                    <a:pt x="488" y="252"/>
                  </a:lnTo>
                  <a:lnTo>
                    <a:pt x="490" y="254"/>
                  </a:lnTo>
                  <a:lnTo>
                    <a:pt x="488" y="256"/>
                  </a:lnTo>
                  <a:lnTo>
                    <a:pt x="488" y="256"/>
                  </a:lnTo>
                  <a:lnTo>
                    <a:pt x="486" y="256"/>
                  </a:lnTo>
                  <a:lnTo>
                    <a:pt x="486" y="254"/>
                  </a:lnTo>
                  <a:lnTo>
                    <a:pt x="484" y="250"/>
                  </a:lnTo>
                  <a:lnTo>
                    <a:pt x="484" y="248"/>
                  </a:lnTo>
                  <a:lnTo>
                    <a:pt x="484" y="248"/>
                  </a:lnTo>
                  <a:lnTo>
                    <a:pt x="482" y="248"/>
                  </a:lnTo>
                  <a:lnTo>
                    <a:pt x="482" y="246"/>
                  </a:lnTo>
                  <a:lnTo>
                    <a:pt x="482" y="246"/>
                  </a:lnTo>
                  <a:lnTo>
                    <a:pt x="484" y="244"/>
                  </a:lnTo>
                  <a:lnTo>
                    <a:pt x="482" y="244"/>
                  </a:lnTo>
                  <a:lnTo>
                    <a:pt x="482" y="244"/>
                  </a:lnTo>
                  <a:lnTo>
                    <a:pt x="478" y="246"/>
                  </a:lnTo>
                  <a:lnTo>
                    <a:pt x="474" y="248"/>
                  </a:lnTo>
                  <a:lnTo>
                    <a:pt x="474" y="250"/>
                  </a:lnTo>
                  <a:lnTo>
                    <a:pt x="474" y="250"/>
                  </a:lnTo>
                  <a:lnTo>
                    <a:pt x="476" y="252"/>
                  </a:lnTo>
                  <a:lnTo>
                    <a:pt x="478" y="252"/>
                  </a:lnTo>
                  <a:lnTo>
                    <a:pt x="476" y="254"/>
                  </a:lnTo>
                  <a:lnTo>
                    <a:pt x="474" y="256"/>
                  </a:lnTo>
                  <a:lnTo>
                    <a:pt x="473" y="254"/>
                  </a:lnTo>
                  <a:lnTo>
                    <a:pt x="473" y="254"/>
                  </a:lnTo>
                  <a:lnTo>
                    <a:pt x="473" y="252"/>
                  </a:lnTo>
                  <a:lnTo>
                    <a:pt x="471" y="250"/>
                  </a:lnTo>
                  <a:lnTo>
                    <a:pt x="471" y="246"/>
                  </a:lnTo>
                  <a:lnTo>
                    <a:pt x="471" y="246"/>
                  </a:lnTo>
                  <a:lnTo>
                    <a:pt x="471" y="244"/>
                  </a:lnTo>
                  <a:lnTo>
                    <a:pt x="473" y="242"/>
                  </a:lnTo>
                  <a:lnTo>
                    <a:pt x="473" y="240"/>
                  </a:lnTo>
                  <a:lnTo>
                    <a:pt x="473" y="238"/>
                  </a:lnTo>
                  <a:lnTo>
                    <a:pt x="473" y="238"/>
                  </a:lnTo>
                  <a:lnTo>
                    <a:pt x="473" y="236"/>
                  </a:lnTo>
                  <a:lnTo>
                    <a:pt x="473" y="234"/>
                  </a:lnTo>
                  <a:lnTo>
                    <a:pt x="473" y="232"/>
                  </a:lnTo>
                  <a:lnTo>
                    <a:pt x="474" y="232"/>
                  </a:lnTo>
                  <a:lnTo>
                    <a:pt x="474" y="232"/>
                  </a:lnTo>
                  <a:lnTo>
                    <a:pt x="476" y="232"/>
                  </a:lnTo>
                  <a:lnTo>
                    <a:pt x="476" y="232"/>
                  </a:lnTo>
                  <a:lnTo>
                    <a:pt x="476" y="238"/>
                  </a:lnTo>
                  <a:lnTo>
                    <a:pt x="478" y="238"/>
                  </a:lnTo>
                  <a:lnTo>
                    <a:pt x="478" y="238"/>
                  </a:lnTo>
                  <a:lnTo>
                    <a:pt x="480" y="236"/>
                  </a:lnTo>
                  <a:lnTo>
                    <a:pt x="480" y="234"/>
                  </a:lnTo>
                  <a:lnTo>
                    <a:pt x="480" y="232"/>
                  </a:lnTo>
                  <a:lnTo>
                    <a:pt x="478" y="230"/>
                  </a:lnTo>
                  <a:lnTo>
                    <a:pt x="478" y="230"/>
                  </a:lnTo>
                  <a:lnTo>
                    <a:pt x="482" y="228"/>
                  </a:lnTo>
                  <a:lnTo>
                    <a:pt x="484" y="228"/>
                  </a:lnTo>
                  <a:lnTo>
                    <a:pt x="486" y="228"/>
                  </a:lnTo>
                  <a:lnTo>
                    <a:pt x="486" y="228"/>
                  </a:lnTo>
                  <a:lnTo>
                    <a:pt x="484" y="230"/>
                  </a:lnTo>
                  <a:lnTo>
                    <a:pt x="484" y="232"/>
                  </a:lnTo>
                  <a:lnTo>
                    <a:pt x="484" y="234"/>
                  </a:lnTo>
                  <a:lnTo>
                    <a:pt x="486" y="234"/>
                  </a:lnTo>
                  <a:lnTo>
                    <a:pt x="486" y="234"/>
                  </a:lnTo>
                  <a:lnTo>
                    <a:pt x="486" y="236"/>
                  </a:lnTo>
                  <a:lnTo>
                    <a:pt x="486" y="238"/>
                  </a:lnTo>
                  <a:lnTo>
                    <a:pt x="488" y="240"/>
                  </a:lnTo>
                  <a:lnTo>
                    <a:pt x="488" y="238"/>
                  </a:lnTo>
                  <a:lnTo>
                    <a:pt x="490" y="234"/>
                  </a:lnTo>
                  <a:lnTo>
                    <a:pt x="490" y="234"/>
                  </a:lnTo>
                  <a:lnTo>
                    <a:pt x="492" y="234"/>
                  </a:lnTo>
                  <a:lnTo>
                    <a:pt x="494" y="234"/>
                  </a:lnTo>
                  <a:lnTo>
                    <a:pt x="496" y="232"/>
                  </a:lnTo>
                  <a:lnTo>
                    <a:pt x="496" y="234"/>
                  </a:lnTo>
                  <a:lnTo>
                    <a:pt x="496" y="234"/>
                  </a:lnTo>
                  <a:lnTo>
                    <a:pt x="498" y="236"/>
                  </a:lnTo>
                  <a:lnTo>
                    <a:pt x="498" y="236"/>
                  </a:lnTo>
                  <a:lnTo>
                    <a:pt x="498" y="234"/>
                  </a:lnTo>
                  <a:lnTo>
                    <a:pt x="500" y="234"/>
                  </a:lnTo>
                  <a:lnTo>
                    <a:pt x="502" y="234"/>
                  </a:lnTo>
                  <a:lnTo>
                    <a:pt x="504" y="234"/>
                  </a:lnTo>
                  <a:lnTo>
                    <a:pt x="502" y="230"/>
                  </a:lnTo>
                  <a:lnTo>
                    <a:pt x="502" y="230"/>
                  </a:lnTo>
                  <a:lnTo>
                    <a:pt x="500" y="232"/>
                  </a:lnTo>
                  <a:lnTo>
                    <a:pt x="500" y="230"/>
                  </a:lnTo>
                  <a:lnTo>
                    <a:pt x="498" y="228"/>
                  </a:lnTo>
                  <a:lnTo>
                    <a:pt x="498" y="228"/>
                  </a:lnTo>
                  <a:lnTo>
                    <a:pt x="494" y="228"/>
                  </a:lnTo>
                  <a:lnTo>
                    <a:pt x="494" y="228"/>
                  </a:lnTo>
                  <a:lnTo>
                    <a:pt x="494" y="226"/>
                  </a:lnTo>
                  <a:lnTo>
                    <a:pt x="492" y="226"/>
                  </a:lnTo>
                  <a:lnTo>
                    <a:pt x="494" y="224"/>
                  </a:lnTo>
                  <a:lnTo>
                    <a:pt x="506" y="224"/>
                  </a:lnTo>
                  <a:lnTo>
                    <a:pt x="510" y="228"/>
                  </a:lnTo>
                  <a:lnTo>
                    <a:pt x="512" y="226"/>
                  </a:lnTo>
                  <a:lnTo>
                    <a:pt x="512" y="226"/>
                  </a:lnTo>
                  <a:lnTo>
                    <a:pt x="514" y="224"/>
                  </a:lnTo>
                  <a:lnTo>
                    <a:pt x="516" y="224"/>
                  </a:lnTo>
                  <a:lnTo>
                    <a:pt x="516" y="226"/>
                  </a:lnTo>
                  <a:lnTo>
                    <a:pt x="516" y="226"/>
                  </a:lnTo>
                  <a:lnTo>
                    <a:pt x="516" y="228"/>
                  </a:lnTo>
                  <a:lnTo>
                    <a:pt x="516" y="228"/>
                  </a:lnTo>
                  <a:lnTo>
                    <a:pt x="516" y="228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32"/>
                  </a:lnTo>
                  <a:lnTo>
                    <a:pt x="518" y="234"/>
                  </a:lnTo>
                  <a:lnTo>
                    <a:pt x="518" y="234"/>
                  </a:lnTo>
                  <a:lnTo>
                    <a:pt x="520" y="232"/>
                  </a:lnTo>
                  <a:lnTo>
                    <a:pt x="522" y="232"/>
                  </a:lnTo>
                  <a:lnTo>
                    <a:pt x="522" y="232"/>
                  </a:lnTo>
                  <a:lnTo>
                    <a:pt x="522" y="230"/>
                  </a:lnTo>
                  <a:lnTo>
                    <a:pt x="522" y="230"/>
                  </a:lnTo>
                  <a:lnTo>
                    <a:pt x="522" y="228"/>
                  </a:lnTo>
                  <a:lnTo>
                    <a:pt x="522" y="228"/>
                  </a:lnTo>
                  <a:lnTo>
                    <a:pt x="524" y="226"/>
                  </a:lnTo>
                  <a:lnTo>
                    <a:pt x="525" y="226"/>
                  </a:lnTo>
                  <a:lnTo>
                    <a:pt x="525" y="222"/>
                  </a:lnTo>
                  <a:lnTo>
                    <a:pt x="524" y="222"/>
                  </a:lnTo>
                  <a:lnTo>
                    <a:pt x="520" y="222"/>
                  </a:lnTo>
                  <a:lnTo>
                    <a:pt x="520" y="220"/>
                  </a:lnTo>
                  <a:lnTo>
                    <a:pt x="527" y="220"/>
                  </a:lnTo>
                  <a:lnTo>
                    <a:pt x="529" y="222"/>
                  </a:lnTo>
                  <a:lnTo>
                    <a:pt x="529" y="224"/>
                  </a:lnTo>
                  <a:lnTo>
                    <a:pt x="531" y="224"/>
                  </a:lnTo>
                  <a:lnTo>
                    <a:pt x="531" y="226"/>
                  </a:lnTo>
                  <a:lnTo>
                    <a:pt x="535" y="226"/>
                  </a:lnTo>
                  <a:lnTo>
                    <a:pt x="537" y="222"/>
                  </a:lnTo>
                  <a:lnTo>
                    <a:pt x="541" y="224"/>
                  </a:lnTo>
                  <a:lnTo>
                    <a:pt x="543" y="220"/>
                  </a:lnTo>
                  <a:lnTo>
                    <a:pt x="545" y="218"/>
                  </a:lnTo>
                  <a:lnTo>
                    <a:pt x="559" y="220"/>
                  </a:lnTo>
                  <a:lnTo>
                    <a:pt x="563" y="224"/>
                  </a:lnTo>
                  <a:lnTo>
                    <a:pt x="563" y="224"/>
                  </a:lnTo>
                  <a:lnTo>
                    <a:pt x="567" y="224"/>
                  </a:lnTo>
                  <a:lnTo>
                    <a:pt x="567" y="224"/>
                  </a:lnTo>
                  <a:lnTo>
                    <a:pt x="569" y="226"/>
                  </a:lnTo>
                  <a:lnTo>
                    <a:pt x="569" y="226"/>
                  </a:lnTo>
                  <a:lnTo>
                    <a:pt x="569" y="228"/>
                  </a:lnTo>
                  <a:lnTo>
                    <a:pt x="567" y="228"/>
                  </a:lnTo>
                  <a:lnTo>
                    <a:pt x="565" y="228"/>
                  </a:lnTo>
                  <a:lnTo>
                    <a:pt x="563" y="230"/>
                  </a:lnTo>
                  <a:lnTo>
                    <a:pt x="565" y="230"/>
                  </a:lnTo>
                  <a:lnTo>
                    <a:pt x="565" y="230"/>
                  </a:lnTo>
                  <a:lnTo>
                    <a:pt x="565" y="232"/>
                  </a:lnTo>
                  <a:lnTo>
                    <a:pt x="565" y="232"/>
                  </a:lnTo>
                  <a:lnTo>
                    <a:pt x="563" y="234"/>
                  </a:lnTo>
                  <a:lnTo>
                    <a:pt x="563" y="236"/>
                  </a:lnTo>
                  <a:lnTo>
                    <a:pt x="565" y="238"/>
                  </a:lnTo>
                  <a:lnTo>
                    <a:pt x="563" y="238"/>
                  </a:lnTo>
                  <a:lnTo>
                    <a:pt x="563" y="240"/>
                  </a:lnTo>
                  <a:lnTo>
                    <a:pt x="563" y="240"/>
                  </a:lnTo>
                  <a:lnTo>
                    <a:pt x="561" y="240"/>
                  </a:lnTo>
                  <a:lnTo>
                    <a:pt x="559" y="242"/>
                  </a:lnTo>
                  <a:lnTo>
                    <a:pt x="555" y="250"/>
                  </a:lnTo>
                  <a:lnTo>
                    <a:pt x="555" y="252"/>
                  </a:lnTo>
                  <a:lnTo>
                    <a:pt x="553" y="252"/>
                  </a:lnTo>
                  <a:lnTo>
                    <a:pt x="551" y="252"/>
                  </a:lnTo>
                  <a:lnTo>
                    <a:pt x="555" y="256"/>
                  </a:lnTo>
                  <a:lnTo>
                    <a:pt x="557" y="256"/>
                  </a:lnTo>
                  <a:lnTo>
                    <a:pt x="557" y="254"/>
                  </a:lnTo>
                  <a:lnTo>
                    <a:pt x="557" y="252"/>
                  </a:lnTo>
                  <a:lnTo>
                    <a:pt x="557" y="252"/>
                  </a:lnTo>
                  <a:lnTo>
                    <a:pt x="559" y="248"/>
                  </a:lnTo>
                  <a:lnTo>
                    <a:pt x="559" y="248"/>
                  </a:lnTo>
                  <a:lnTo>
                    <a:pt x="561" y="246"/>
                  </a:lnTo>
                  <a:lnTo>
                    <a:pt x="563" y="244"/>
                  </a:lnTo>
                  <a:lnTo>
                    <a:pt x="563" y="244"/>
                  </a:lnTo>
                  <a:lnTo>
                    <a:pt x="567" y="242"/>
                  </a:lnTo>
                  <a:lnTo>
                    <a:pt x="567" y="242"/>
                  </a:lnTo>
                  <a:lnTo>
                    <a:pt x="567" y="244"/>
                  </a:lnTo>
                  <a:lnTo>
                    <a:pt x="569" y="244"/>
                  </a:lnTo>
                  <a:lnTo>
                    <a:pt x="573" y="242"/>
                  </a:lnTo>
                  <a:lnTo>
                    <a:pt x="575" y="242"/>
                  </a:lnTo>
                  <a:lnTo>
                    <a:pt x="573" y="240"/>
                  </a:lnTo>
                  <a:lnTo>
                    <a:pt x="573" y="240"/>
                  </a:lnTo>
                  <a:lnTo>
                    <a:pt x="573" y="240"/>
                  </a:lnTo>
                  <a:lnTo>
                    <a:pt x="571" y="238"/>
                  </a:lnTo>
                  <a:lnTo>
                    <a:pt x="573" y="238"/>
                  </a:lnTo>
                  <a:lnTo>
                    <a:pt x="575" y="238"/>
                  </a:lnTo>
                  <a:lnTo>
                    <a:pt x="576" y="238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78" y="236"/>
                  </a:lnTo>
                  <a:lnTo>
                    <a:pt x="580" y="236"/>
                  </a:lnTo>
                  <a:lnTo>
                    <a:pt x="578" y="238"/>
                  </a:lnTo>
                  <a:lnTo>
                    <a:pt x="578" y="238"/>
                  </a:lnTo>
                  <a:lnTo>
                    <a:pt x="578" y="238"/>
                  </a:lnTo>
                  <a:lnTo>
                    <a:pt x="578" y="240"/>
                  </a:lnTo>
                  <a:lnTo>
                    <a:pt x="580" y="238"/>
                  </a:lnTo>
                  <a:lnTo>
                    <a:pt x="582" y="240"/>
                  </a:lnTo>
                  <a:lnTo>
                    <a:pt x="582" y="242"/>
                  </a:lnTo>
                  <a:lnTo>
                    <a:pt x="582" y="242"/>
                  </a:lnTo>
                  <a:lnTo>
                    <a:pt x="580" y="244"/>
                  </a:lnTo>
                  <a:lnTo>
                    <a:pt x="578" y="252"/>
                  </a:lnTo>
                  <a:lnTo>
                    <a:pt x="576" y="252"/>
                  </a:lnTo>
                  <a:lnTo>
                    <a:pt x="578" y="254"/>
                  </a:lnTo>
                  <a:lnTo>
                    <a:pt x="580" y="252"/>
                  </a:lnTo>
                  <a:lnTo>
                    <a:pt x="582" y="250"/>
                  </a:lnTo>
                  <a:lnTo>
                    <a:pt x="584" y="248"/>
                  </a:lnTo>
                  <a:lnTo>
                    <a:pt x="588" y="250"/>
                  </a:lnTo>
                  <a:lnTo>
                    <a:pt x="588" y="250"/>
                  </a:lnTo>
                  <a:lnTo>
                    <a:pt x="588" y="248"/>
                  </a:lnTo>
                  <a:lnTo>
                    <a:pt x="590" y="246"/>
                  </a:lnTo>
                  <a:lnTo>
                    <a:pt x="592" y="244"/>
                  </a:lnTo>
                  <a:lnTo>
                    <a:pt x="592" y="244"/>
                  </a:lnTo>
                  <a:lnTo>
                    <a:pt x="592" y="242"/>
                  </a:lnTo>
                  <a:lnTo>
                    <a:pt x="592" y="240"/>
                  </a:lnTo>
                  <a:lnTo>
                    <a:pt x="594" y="240"/>
                  </a:lnTo>
                  <a:lnTo>
                    <a:pt x="594" y="238"/>
                  </a:lnTo>
                  <a:lnTo>
                    <a:pt x="598" y="232"/>
                  </a:lnTo>
                  <a:lnTo>
                    <a:pt x="600" y="230"/>
                  </a:lnTo>
                  <a:lnTo>
                    <a:pt x="604" y="230"/>
                  </a:lnTo>
                  <a:lnTo>
                    <a:pt x="598" y="238"/>
                  </a:lnTo>
                  <a:lnTo>
                    <a:pt x="598" y="238"/>
                  </a:lnTo>
                  <a:lnTo>
                    <a:pt x="598" y="240"/>
                  </a:lnTo>
                  <a:lnTo>
                    <a:pt x="600" y="242"/>
                  </a:lnTo>
                  <a:lnTo>
                    <a:pt x="598" y="242"/>
                  </a:lnTo>
                  <a:lnTo>
                    <a:pt x="598" y="244"/>
                  </a:lnTo>
                  <a:lnTo>
                    <a:pt x="598" y="244"/>
                  </a:lnTo>
                  <a:lnTo>
                    <a:pt x="600" y="246"/>
                  </a:lnTo>
                  <a:lnTo>
                    <a:pt x="602" y="244"/>
                  </a:lnTo>
                  <a:lnTo>
                    <a:pt x="604" y="242"/>
                  </a:lnTo>
                  <a:lnTo>
                    <a:pt x="602" y="242"/>
                  </a:lnTo>
                  <a:lnTo>
                    <a:pt x="602" y="240"/>
                  </a:lnTo>
                  <a:lnTo>
                    <a:pt x="604" y="238"/>
                  </a:lnTo>
                  <a:lnTo>
                    <a:pt x="604" y="238"/>
                  </a:lnTo>
                  <a:lnTo>
                    <a:pt x="606" y="238"/>
                  </a:lnTo>
                  <a:lnTo>
                    <a:pt x="608" y="236"/>
                  </a:lnTo>
                  <a:lnTo>
                    <a:pt x="612" y="236"/>
                  </a:lnTo>
                  <a:lnTo>
                    <a:pt x="614" y="238"/>
                  </a:lnTo>
                  <a:lnTo>
                    <a:pt x="614" y="238"/>
                  </a:lnTo>
                  <a:lnTo>
                    <a:pt x="618" y="236"/>
                  </a:lnTo>
                  <a:lnTo>
                    <a:pt x="618" y="236"/>
                  </a:lnTo>
                  <a:lnTo>
                    <a:pt x="618" y="234"/>
                  </a:lnTo>
                  <a:lnTo>
                    <a:pt x="618" y="232"/>
                  </a:lnTo>
                  <a:lnTo>
                    <a:pt x="614" y="228"/>
                  </a:lnTo>
                  <a:lnTo>
                    <a:pt x="612" y="228"/>
                  </a:lnTo>
                  <a:lnTo>
                    <a:pt x="610" y="230"/>
                  </a:lnTo>
                  <a:lnTo>
                    <a:pt x="610" y="228"/>
                  </a:lnTo>
                  <a:lnTo>
                    <a:pt x="612" y="226"/>
                  </a:lnTo>
                  <a:lnTo>
                    <a:pt x="614" y="224"/>
                  </a:lnTo>
                  <a:lnTo>
                    <a:pt x="616" y="224"/>
                  </a:lnTo>
                  <a:lnTo>
                    <a:pt x="618" y="226"/>
                  </a:lnTo>
                  <a:lnTo>
                    <a:pt x="618" y="226"/>
                  </a:lnTo>
                  <a:lnTo>
                    <a:pt x="620" y="228"/>
                  </a:lnTo>
                  <a:lnTo>
                    <a:pt x="622" y="228"/>
                  </a:lnTo>
                  <a:lnTo>
                    <a:pt x="625" y="224"/>
                  </a:lnTo>
                  <a:lnTo>
                    <a:pt x="625" y="224"/>
                  </a:lnTo>
                  <a:lnTo>
                    <a:pt x="627" y="224"/>
                  </a:lnTo>
                  <a:lnTo>
                    <a:pt x="627" y="222"/>
                  </a:lnTo>
                  <a:lnTo>
                    <a:pt x="627" y="222"/>
                  </a:lnTo>
                  <a:lnTo>
                    <a:pt x="622" y="222"/>
                  </a:lnTo>
                  <a:lnTo>
                    <a:pt x="620" y="220"/>
                  </a:lnTo>
                  <a:lnTo>
                    <a:pt x="622" y="216"/>
                  </a:lnTo>
                  <a:lnTo>
                    <a:pt x="622" y="216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625" y="216"/>
                  </a:lnTo>
                  <a:lnTo>
                    <a:pt x="625" y="216"/>
                  </a:lnTo>
                  <a:lnTo>
                    <a:pt x="625" y="215"/>
                  </a:lnTo>
                  <a:lnTo>
                    <a:pt x="625" y="213"/>
                  </a:lnTo>
                  <a:lnTo>
                    <a:pt x="625" y="213"/>
                  </a:lnTo>
                  <a:lnTo>
                    <a:pt x="631" y="213"/>
                  </a:lnTo>
                  <a:lnTo>
                    <a:pt x="633" y="213"/>
                  </a:lnTo>
                  <a:lnTo>
                    <a:pt x="637" y="205"/>
                  </a:lnTo>
                  <a:lnTo>
                    <a:pt x="645" y="201"/>
                  </a:lnTo>
                  <a:lnTo>
                    <a:pt x="645" y="201"/>
                  </a:lnTo>
                  <a:lnTo>
                    <a:pt x="643" y="203"/>
                  </a:lnTo>
                  <a:lnTo>
                    <a:pt x="643" y="205"/>
                  </a:lnTo>
                  <a:lnTo>
                    <a:pt x="643" y="205"/>
                  </a:lnTo>
                  <a:lnTo>
                    <a:pt x="643" y="207"/>
                  </a:lnTo>
                  <a:lnTo>
                    <a:pt x="643" y="207"/>
                  </a:lnTo>
                  <a:lnTo>
                    <a:pt x="641" y="209"/>
                  </a:lnTo>
                  <a:lnTo>
                    <a:pt x="643" y="209"/>
                  </a:lnTo>
                  <a:lnTo>
                    <a:pt x="645" y="209"/>
                  </a:lnTo>
                  <a:lnTo>
                    <a:pt x="647" y="209"/>
                  </a:lnTo>
                  <a:lnTo>
                    <a:pt x="647" y="207"/>
                  </a:lnTo>
                  <a:lnTo>
                    <a:pt x="649" y="205"/>
                  </a:lnTo>
                  <a:lnTo>
                    <a:pt x="655" y="207"/>
                  </a:lnTo>
                  <a:lnTo>
                    <a:pt x="655" y="207"/>
                  </a:lnTo>
                  <a:lnTo>
                    <a:pt x="657" y="205"/>
                  </a:lnTo>
                  <a:lnTo>
                    <a:pt x="657" y="205"/>
                  </a:lnTo>
                  <a:lnTo>
                    <a:pt x="659" y="207"/>
                  </a:lnTo>
                  <a:lnTo>
                    <a:pt x="659" y="207"/>
                  </a:lnTo>
                  <a:lnTo>
                    <a:pt x="657" y="209"/>
                  </a:lnTo>
                  <a:lnTo>
                    <a:pt x="657" y="209"/>
                  </a:lnTo>
                  <a:lnTo>
                    <a:pt x="657" y="211"/>
                  </a:lnTo>
                  <a:lnTo>
                    <a:pt x="657" y="213"/>
                  </a:lnTo>
                  <a:lnTo>
                    <a:pt x="653" y="213"/>
                  </a:lnTo>
                  <a:lnTo>
                    <a:pt x="657" y="216"/>
                  </a:lnTo>
                  <a:lnTo>
                    <a:pt x="657" y="216"/>
                  </a:lnTo>
                  <a:lnTo>
                    <a:pt x="659" y="216"/>
                  </a:lnTo>
                  <a:lnTo>
                    <a:pt x="663" y="215"/>
                  </a:lnTo>
                  <a:lnTo>
                    <a:pt x="667" y="215"/>
                  </a:lnTo>
                  <a:lnTo>
                    <a:pt x="667" y="213"/>
                  </a:lnTo>
                  <a:lnTo>
                    <a:pt x="669" y="213"/>
                  </a:lnTo>
                  <a:lnTo>
                    <a:pt x="669" y="215"/>
                  </a:lnTo>
                  <a:lnTo>
                    <a:pt x="669" y="216"/>
                  </a:lnTo>
                  <a:lnTo>
                    <a:pt x="669" y="216"/>
                  </a:lnTo>
                  <a:lnTo>
                    <a:pt x="665" y="218"/>
                  </a:lnTo>
                  <a:lnTo>
                    <a:pt x="665" y="220"/>
                  </a:lnTo>
                  <a:lnTo>
                    <a:pt x="667" y="222"/>
                  </a:lnTo>
                  <a:lnTo>
                    <a:pt x="667" y="222"/>
                  </a:lnTo>
                  <a:lnTo>
                    <a:pt x="669" y="222"/>
                  </a:lnTo>
                  <a:lnTo>
                    <a:pt x="669" y="224"/>
                  </a:lnTo>
                  <a:lnTo>
                    <a:pt x="669" y="224"/>
                  </a:lnTo>
                  <a:lnTo>
                    <a:pt x="669" y="224"/>
                  </a:lnTo>
                  <a:lnTo>
                    <a:pt x="669" y="222"/>
                  </a:lnTo>
                  <a:lnTo>
                    <a:pt x="671" y="222"/>
                  </a:lnTo>
                  <a:lnTo>
                    <a:pt x="671" y="222"/>
                  </a:lnTo>
                  <a:lnTo>
                    <a:pt x="671" y="222"/>
                  </a:lnTo>
                  <a:lnTo>
                    <a:pt x="673" y="222"/>
                  </a:lnTo>
                  <a:lnTo>
                    <a:pt x="675" y="226"/>
                  </a:lnTo>
                  <a:lnTo>
                    <a:pt x="675" y="226"/>
                  </a:lnTo>
                  <a:lnTo>
                    <a:pt x="675" y="230"/>
                  </a:lnTo>
                  <a:lnTo>
                    <a:pt x="675" y="232"/>
                  </a:lnTo>
                  <a:lnTo>
                    <a:pt x="673" y="234"/>
                  </a:lnTo>
                  <a:lnTo>
                    <a:pt x="673" y="234"/>
                  </a:lnTo>
                  <a:lnTo>
                    <a:pt x="673" y="236"/>
                  </a:lnTo>
                  <a:lnTo>
                    <a:pt x="673" y="236"/>
                  </a:lnTo>
                  <a:lnTo>
                    <a:pt x="673" y="238"/>
                  </a:lnTo>
                  <a:lnTo>
                    <a:pt x="673" y="240"/>
                  </a:lnTo>
                  <a:lnTo>
                    <a:pt x="673" y="242"/>
                  </a:lnTo>
                  <a:lnTo>
                    <a:pt x="673" y="242"/>
                  </a:lnTo>
                  <a:lnTo>
                    <a:pt x="673" y="242"/>
                  </a:lnTo>
                  <a:lnTo>
                    <a:pt x="673" y="244"/>
                  </a:lnTo>
                  <a:lnTo>
                    <a:pt x="673" y="246"/>
                  </a:lnTo>
                  <a:lnTo>
                    <a:pt x="673" y="246"/>
                  </a:lnTo>
                  <a:lnTo>
                    <a:pt x="673" y="252"/>
                  </a:lnTo>
                  <a:lnTo>
                    <a:pt x="671" y="254"/>
                  </a:lnTo>
                  <a:lnTo>
                    <a:pt x="667" y="258"/>
                  </a:lnTo>
                  <a:lnTo>
                    <a:pt x="671" y="258"/>
                  </a:lnTo>
                  <a:lnTo>
                    <a:pt x="673" y="258"/>
                  </a:lnTo>
                  <a:lnTo>
                    <a:pt x="673" y="254"/>
                  </a:lnTo>
                  <a:lnTo>
                    <a:pt x="675" y="252"/>
                  </a:lnTo>
                  <a:lnTo>
                    <a:pt x="675" y="248"/>
                  </a:lnTo>
                  <a:lnTo>
                    <a:pt x="678" y="244"/>
                  </a:lnTo>
                  <a:lnTo>
                    <a:pt x="680" y="240"/>
                  </a:lnTo>
                  <a:lnTo>
                    <a:pt x="680" y="236"/>
                  </a:lnTo>
                  <a:lnTo>
                    <a:pt x="678" y="234"/>
                  </a:lnTo>
                  <a:lnTo>
                    <a:pt x="678" y="232"/>
                  </a:lnTo>
                  <a:lnTo>
                    <a:pt x="676" y="230"/>
                  </a:lnTo>
                  <a:lnTo>
                    <a:pt x="676" y="228"/>
                  </a:lnTo>
                  <a:lnTo>
                    <a:pt x="676" y="226"/>
                  </a:lnTo>
                  <a:lnTo>
                    <a:pt x="676" y="222"/>
                  </a:lnTo>
                  <a:lnTo>
                    <a:pt x="676" y="220"/>
                  </a:lnTo>
                  <a:lnTo>
                    <a:pt x="676" y="218"/>
                  </a:lnTo>
                  <a:lnTo>
                    <a:pt x="675" y="216"/>
                  </a:lnTo>
                  <a:lnTo>
                    <a:pt x="675" y="215"/>
                  </a:lnTo>
                  <a:lnTo>
                    <a:pt x="675" y="215"/>
                  </a:lnTo>
                  <a:lnTo>
                    <a:pt x="675" y="213"/>
                  </a:lnTo>
                  <a:lnTo>
                    <a:pt x="675" y="213"/>
                  </a:lnTo>
                  <a:lnTo>
                    <a:pt x="673" y="211"/>
                  </a:lnTo>
                  <a:lnTo>
                    <a:pt x="671" y="209"/>
                  </a:lnTo>
                  <a:lnTo>
                    <a:pt x="669" y="207"/>
                  </a:lnTo>
                  <a:lnTo>
                    <a:pt x="669" y="205"/>
                  </a:lnTo>
                  <a:lnTo>
                    <a:pt x="669" y="201"/>
                  </a:lnTo>
                  <a:lnTo>
                    <a:pt x="667" y="199"/>
                  </a:lnTo>
                  <a:lnTo>
                    <a:pt x="667" y="197"/>
                  </a:lnTo>
                  <a:lnTo>
                    <a:pt x="661" y="197"/>
                  </a:lnTo>
                  <a:lnTo>
                    <a:pt x="661" y="197"/>
                  </a:lnTo>
                  <a:lnTo>
                    <a:pt x="661" y="197"/>
                  </a:lnTo>
                  <a:lnTo>
                    <a:pt x="659" y="193"/>
                  </a:lnTo>
                  <a:lnTo>
                    <a:pt x="659" y="191"/>
                  </a:lnTo>
                  <a:lnTo>
                    <a:pt x="657" y="189"/>
                  </a:lnTo>
                  <a:lnTo>
                    <a:pt x="651" y="189"/>
                  </a:lnTo>
                  <a:lnTo>
                    <a:pt x="649" y="189"/>
                  </a:lnTo>
                  <a:lnTo>
                    <a:pt x="649" y="185"/>
                  </a:lnTo>
                  <a:lnTo>
                    <a:pt x="649" y="183"/>
                  </a:lnTo>
                  <a:lnTo>
                    <a:pt x="649" y="183"/>
                  </a:lnTo>
                  <a:lnTo>
                    <a:pt x="649" y="181"/>
                  </a:lnTo>
                  <a:lnTo>
                    <a:pt x="647" y="179"/>
                  </a:lnTo>
                  <a:lnTo>
                    <a:pt x="647" y="177"/>
                  </a:lnTo>
                  <a:lnTo>
                    <a:pt x="643" y="175"/>
                  </a:lnTo>
                  <a:lnTo>
                    <a:pt x="643" y="175"/>
                  </a:lnTo>
                  <a:lnTo>
                    <a:pt x="643" y="175"/>
                  </a:lnTo>
                  <a:lnTo>
                    <a:pt x="643" y="173"/>
                  </a:lnTo>
                  <a:lnTo>
                    <a:pt x="643" y="173"/>
                  </a:lnTo>
                  <a:lnTo>
                    <a:pt x="643" y="171"/>
                  </a:lnTo>
                  <a:lnTo>
                    <a:pt x="643" y="171"/>
                  </a:lnTo>
                  <a:lnTo>
                    <a:pt x="643" y="171"/>
                  </a:lnTo>
                  <a:lnTo>
                    <a:pt x="643" y="169"/>
                  </a:lnTo>
                  <a:lnTo>
                    <a:pt x="643" y="169"/>
                  </a:lnTo>
                  <a:lnTo>
                    <a:pt x="653" y="171"/>
                  </a:lnTo>
                  <a:lnTo>
                    <a:pt x="663" y="173"/>
                  </a:lnTo>
                  <a:lnTo>
                    <a:pt x="671" y="173"/>
                  </a:lnTo>
                  <a:lnTo>
                    <a:pt x="675" y="171"/>
                  </a:lnTo>
                  <a:lnTo>
                    <a:pt x="684" y="169"/>
                  </a:lnTo>
                  <a:lnTo>
                    <a:pt x="684" y="171"/>
                  </a:lnTo>
                  <a:lnTo>
                    <a:pt x="686" y="173"/>
                  </a:lnTo>
                  <a:lnTo>
                    <a:pt x="696" y="167"/>
                  </a:lnTo>
                  <a:lnTo>
                    <a:pt x="700" y="163"/>
                  </a:lnTo>
                  <a:lnTo>
                    <a:pt x="702" y="161"/>
                  </a:lnTo>
                  <a:lnTo>
                    <a:pt x="702" y="163"/>
                  </a:lnTo>
                  <a:lnTo>
                    <a:pt x="704" y="165"/>
                  </a:lnTo>
                  <a:lnTo>
                    <a:pt x="706" y="165"/>
                  </a:lnTo>
                  <a:lnTo>
                    <a:pt x="708" y="169"/>
                  </a:lnTo>
                  <a:lnTo>
                    <a:pt x="708" y="169"/>
                  </a:lnTo>
                  <a:lnTo>
                    <a:pt x="708" y="171"/>
                  </a:lnTo>
                  <a:lnTo>
                    <a:pt x="708" y="171"/>
                  </a:lnTo>
                  <a:lnTo>
                    <a:pt x="714" y="169"/>
                  </a:lnTo>
                  <a:lnTo>
                    <a:pt x="716" y="167"/>
                  </a:lnTo>
                  <a:lnTo>
                    <a:pt x="716" y="167"/>
                  </a:lnTo>
                  <a:lnTo>
                    <a:pt x="718" y="169"/>
                  </a:lnTo>
                  <a:lnTo>
                    <a:pt x="727" y="171"/>
                  </a:lnTo>
                  <a:lnTo>
                    <a:pt x="729" y="173"/>
                  </a:lnTo>
                  <a:lnTo>
                    <a:pt x="729" y="175"/>
                  </a:lnTo>
                  <a:lnTo>
                    <a:pt x="731" y="177"/>
                  </a:lnTo>
                  <a:lnTo>
                    <a:pt x="731" y="177"/>
                  </a:lnTo>
                  <a:lnTo>
                    <a:pt x="743" y="177"/>
                  </a:lnTo>
                  <a:lnTo>
                    <a:pt x="741" y="175"/>
                  </a:lnTo>
                  <a:lnTo>
                    <a:pt x="741" y="175"/>
                  </a:lnTo>
                  <a:lnTo>
                    <a:pt x="741" y="173"/>
                  </a:lnTo>
                  <a:lnTo>
                    <a:pt x="739" y="173"/>
                  </a:lnTo>
                  <a:lnTo>
                    <a:pt x="735" y="173"/>
                  </a:lnTo>
                  <a:lnTo>
                    <a:pt x="733" y="171"/>
                  </a:lnTo>
                  <a:lnTo>
                    <a:pt x="727" y="169"/>
                  </a:lnTo>
                  <a:lnTo>
                    <a:pt x="724" y="169"/>
                  </a:lnTo>
                  <a:lnTo>
                    <a:pt x="722" y="167"/>
                  </a:lnTo>
                  <a:lnTo>
                    <a:pt x="722" y="167"/>
                  </a:lnTo>
                  <a:lnTo>
                    <a:pt x="722" y="167"/>
                  </a:lnTo>
                  <a:lnTo>
                    <a:pt x="718" y="163"/>
                  </a:lnTo>
                  <a:lnTo>
                    <a:pt x="706" y="163"/>
                  </a:lnTo>
                  <a:lnTo>
                    <a:pt x="704" y="160"/>
                  </a:lnTo>
                  <a:lnTo>
                    <a:pt x="702" y="160"/>
                  </a:lnTo>
                  <a:lnTo>
                    <a:pt x="702" y="160"/>
                  </a:lnTo>
                  <a:lnTo>
                    <a:pt x="706" y="158"/>
                  </a:lnTo>
                  <a:lnTo>
                    <a:pt x="706" y="158"/>
                  </a:lnTo>
                  <a:lnTo>
                    <a:pt x="708" y="152"/>
                  </a:lnTo>
                  <a:lnTo>
                    <a:pt x="708" y="152"/>
                  </a:lnTo>
                  <a:lnTo>
                    <a:pt x="708" y="152"/>
                  </a:lnTo>
                  <a:lnTo>
                    <a:pt x="708" y="150"/>
                  </a:lnTo>
                  <a:lnTo>
                    <a:pt x="708" y="150"/>
                  </a:lnTo>
                  <a:lnTo>
                    <a:pt x="708" y="148"/>
                  </a:lnTo>
                  <a:lnTo>
                    <a:pt x="708" y="146"/>
                  </a:lnTo>
                  <a:lnTo>
                    <a:pt x="708" y="144"/>
                  </a:lnTo>
                  <a:lnTo>
                    <a:pt x="708" y="144"/>
                  </a:lnTo>
                  <a:lnTo>
                    <a:pt x="708" y="142"/>
                  </a:lnTo>
                  <a:lnTo>
                    <a:pt x="708" y="142"/>
                  </a:lnTo>
                  <a:lnTo>
                    <a:pt x="708" y="140"/>
                  </a:lnTo>
                  <a:lnTo>
                    <a:pt x="708" y="138"/>
                  </a:lnTo>
                  <a:lnTo>
                    <a:pt x="708" y="138"/>
                  </a:lnTo>
                  <a:lnTo>
                    <a:pt x="710" y="136"/>
                  </a:lnTo>
                  <a:lnTo>
                    <a:pt x="710" y="136"/>
                  </a:lnTo>
                  <a:lnTo>
                    <a:pt x="710" y="132"/>
                  </a:lnTo>
                  <a:lnTo>
                    <a:pt x="708" y="132"/>
                  </a:lnTo>
                  <a:lnTo>
                    <a:pt x="704" y="132"/>
                  </a:lnTo>
                  <a:lnTo>
                    <a:pt x="702" y="130"/>
                  </a:lnTo>
                  <a:lnTo>
                    <a:pt x="700" y="128"/>
                  </a:lnTo>
                  <a:lnTo>
                    <a:pt x="700" y="126"/>
                  </a:lnTo>
                  <a:lnTo>
                    <a:pt x="698" y="126"/>
                  </a:lnTo>
                  <a:lnTo>
                    <a:pt x="698" y="124"/>
                  </a:lnTo>
                  <a:lnTo>
                    <a:pt x="698" y="124"/>
                  </a:lnTo>
                  <a:lnTo>
                    <a:pt x="698" y="124"/>
                  </a:lnTo>
                  <a:lnTo>
                    <a:pt x="698" y="122"/>
                  </a:lnTo>
                  <a:lnTo>
                    <a:pt x="698" y="122"/>
                  </a:lnTo>
                  <a:lnTo>
                    <a:pt x="698" y="120"/>
                  </a:lnTo>
                  <a:lnTo>
                    <a:pt x="698" y="120"/>
                  </a:lnTo>
                  <a:lnTo>
                    <a:pt x="698" y="116"/>
                  </a:lnTo>
                  <a:lnTo>
                    <a:pt x="700" y="110"/>
                  </a:lnTo>
                  <a:lnTo>
                    <a:pt x="698" y="107"/>
                  </a:lnTo>
                  <a:lnTo>
                    <a:pt x="700" y="107"/>
                  </a:lnTo>
                  <a:lnTo>
                    <a:pt x="702" y="105"/>
                  </a:lnTo>
                  <a:lnTo>
                    <a:pt x="706" y="107"/>
                  </a:lnTo>
                  <a:lnTo>
                    <a:pt x="706" y="105"/>
                  </a:lnTo>
                  <a:lnTo>
                    <a:pt x="708" y="103"/>
                  </a:lnTo>
                  <a:lnTo>
                    <a:pt x="708" y="101"/>
                  </a:lnTo>
                  <a:lnTo>
                    <a:pt x="708" y="101"/>
                  </a:lnTo>
                  <a:lnTo>
                    <a:pt x="708" y="99"/>
                  </a:lnTo>
                  <a:lnTo>
                    <a:pt x="708" y="99"/>
                  </a:lnTo>
                  <a:lnTo>
                    <a:pt x="708" y="99"/>
                  </a:lnTo>
                  <a:lnTo>
                    <a:pt x="708" y="97"/>
                  </a:lnTo>
                  <a:lnTo>
                    <a:pt x="706" y="97"/>
                  </a:lnTo>
                  <a:lnTo>
                    <a:pt x="706" y="97"/>
                  </a:lnTo>
                  <a:lnTo>
                    <a:pt x="704" y="97"/>
                  </a:lnTo>
                  <a:lnTo>
                    <a:pt x="704" y="93"/>
                  </a:lnTo>
                  <a:lnTo>
                    <a:pt x="706" y="91"/>
                  </a:lnTo>
                  <a:lnTo>
                    <a:pt x="712" y="83"/>
                  </a:lnTo>
                  <a:lnTo>
                    <a:pt x="716" y="75"/>
                  </a:lnTo>
                  <a:lnTo>
                    <a:pt x="720" y="67"/>
                  </a:lnTo>
                  <a:lnTo>
                    <a:pt x="726" y="55"/>
                  </a:lnTo>
                  <a:lnTo>
                    <a:pt x="726" y="54"/>
                  </a:lnTo>
                  <a:lnTo>
                    <a:pt x="727" y="52"/>
                  </a:lnTo>
                  <a:lnTo>
                    <a:pt x="729" y="50"/>
                  </a:lnTo>
                  <a:lnTo>
                    <a:pt x="729" y="50"/>
                  </a:lnTo>
                  <a:lnTo>
                    <a:pt x="731" y="50"/>
                  </a:lnTo>
                  <a:lnTo>
                    <a:pt x="731" y="52"/>
                  </a:lnTo>
                  <a:lnTo>
                    <a:pt x="731" y="52"/>
                  </a:lnTo>
                  <a:lnTo>
                    <a:pt x="731" y="52"/>
                  </a:lnTo>
                  <a:lnTo>
                    <a:pt x="731" y="54"/>
                  </a:lnTo>
                  <a:lnTo>
                    <a:pt x="733" y="52"/>
                  </a:lnTo>
                  <a:lnTo>
                    <a:pt x="733" y="52"/>
                  </a:lnTo>
                  <a:lnTo>
                    <a:pt x="733" y="50"/>
                  </a:lnTo>
                  <a:lnTo>
                    <a:pt x="733" y="48"/>
                  </a:lnTo>
                  <a:lnTo>
                    <a:pt x="735" y="46"/>
                  </a:lnTo>
                  <a:lnTo>
                    <a:pt x="737" y="40"/>
                  </a:lnTo>
                  <a:lnTo>
                    <a:pt x="739" y="36"/>
                  </a:lnTo>
                  <a:lnTo>
                    <a:pt x="747" y="28"/>
                  </a:lnTo>
                  <a:lnTo>
                    <a:pt x="749" y="28"/>
                  </a:lnTo>
                  <a:lnTo>
                    <a:pt x="749" y="26"/>
                  </a:lnTo>
                  <a:lnTo>
                    <a:pt x="747" y="24"/>
                  </a:lnTo>
                  <a:lnTo>
                    <a:pt x="749" y="24"/>
                  </a:lnTo>
                  <a:lnTo>
                    <a:pt x="755" y="14"/>
                  </a:lnTo>
                  <a:lnTo>
                    <a:pt x="757" y="12"/>
                  </a:lnTo>
                  <a:lnTo>
                    <a:pt x="757" y="14"/>
                  </a:lnTo>
                  <a:lnTo>
                    <a:pt x="757" y="16"/>
                  </a:lnTo>
                  <a:lnTo>
                    <a:pt x="759" y="16"/>
                  </a:lnTo>
                  <a:lnTo>
                    <a:pt x="759" y="18"/>
                  </a:lnTo>
                  <a:lnTo>
                    <a:pt x="767" y="16"/>
                  </a:lnTo>
                  <a:lnTo>
                    <a:pt x="769" y="10"/>
                  </a:lnTo>
                  <a:lnTo>
                    <a:pt x="771" y="8"/>
                  </a:lnTo>
                  <a:lnTo>
                    <a:pt x="773" y="6"/>
                  </a:lnTo>
                  <a:lnTo>
                    <a:pt x="777" y="0"/>
                  </a:lnTo>
                  <a:lnTo>
                    <a:pt x="778" y="0"/>
                  </a:lnTo>
                  <a:lnTo>
                    <a:pt x="780" y="2"/>
                  </a:lnTo>
                  <a:lnTo>
                    <a:pt x="784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1"/>
            <p:cNvSpPr>
              <a:spLocks noEditPoints="1"/>
            </p:cNvSpPr>
            <p:nvPr/>
          </p:nvSpPr>
          <p:spPr bwMode="auto">
            <a:xfrm>
              <a:off x="2570163" y="1724025"/>
              <a:ext cx="671513" cy="379413"/>
            </a:xfrm>
            <a:custGeom>
              <a:avLst/>
              <a:gdLst>
                <a:gd name="T0" fmla="*/ 846 w 848"/>
                <a:gd name="T1" fmla="*/ 426 h 477"/>
                <a:gd name="T2" fmla="*/ 834 w 848"/>
                <a:gd name="T3" fmla="*/ 426 h 477"/>
                <a:gd name="T4" fmla="*/ 814 w 848"/>
                <a:gd name="T5" fmla="*/ 412 h 477"/>
                <a:gd name="T6" fmla="*/ 420 w 848"/>
                <a:gd name="T7" fmla="*/ 322 h 477"/>
                <a:gd name="T8" fmla="*/ 428 w 848"/>
                <a:gd name="T9" fmla="*/ 282 h 477"/>
                <a:gd name="T10" fmla="*/ 685 w 848"/>
                <a:gd name="T11" fmla="*/ 267 h 477"/>
                <a:gd name="T12" fmla="*/ 699 w 848"/>
                <a:gd name="T13" fmla="*/ 304 h 477"/>
                <a:gd name="T14" fmla="*/ 693 w 848"/>
                <a:gd name="T15" fmla="*/ 351 h 477"/>
                <a:gd name="T16" fmla="*/ 718 w 848"/>
                <a:gd name="T17" fmla="*/ 306 h 477"/>
                <a:gd name="T18" fmla="*/ 732 w 848"/>
                <a:gd name="T19" fmla="*/ 312 h 477"/>
                <a:gd name="T20" fmla="*/ 753 w 848"/>
                <a:gd name="T21" fmla="*/ 347 h 477"/>
                <a:gd name="T22" fmla="*/ 773 w 848"/>
                <a:gd name="T23" fmla="*/ 361 h 477"/>
                <a:gd name="T24" fmla="*/ 752 w 848"/>
                <a:gd name="T25" fmla="*/ 414 h 477"/>
                <a:gd name="T26" fmla="*/ 706 w 848"/>
                <a:gd name="T27" fmla="*/ 432 h 477"/>
                <a:gd name="T28" fmla="*/ 620 w 848"/>
                <a:gd name="T29" fmla="*/ 475 h 477"/>
                <a:gd name="T30" fmla="*/ 634 w 848"/>
                <a:gd name="T31" fmla="*/ 424 h 477"/>
                <a:gd name="T32" fmla="*/ 640 w 848"/>
                <a:gd name="T33" fmla="*/ 388 h 477"/>
                <a:gd name="T34" fmla="*/ 657 w 848"/>
                <a:gd name="T35" fmla="*/ 365 h 477"/>
                <a:gd name="T36" fmla="*/ 651 w 848"/>
                <a:gd name="T37" fmla="*/ 333 h 477"/>
                <a:gd name="T38" fmla="*/ 655 w 848"/>
                <a:gd name="T39" fmla="*/ 306 h 477"/>
                <a:gd name="T40" fmla="*/ 671 w 848"/>
                <a:gd name="T41" fmla="*/ 276 h 477"/>
                <a:gd name="T42" fmla="*/ 679 w 848"/>
                <a:gd name="T43" fmla="*/ 276 h 477"/>
                <a:gd name="T44" fmla="*/ 383 w 848"/>
                <a:gd name="T45" fmla="*/ 263 h 477"/>
                <a:gd name="T46" fmla="*/ 620 w 848"/>
                <a:gd name="T47" fmla="*/ 233 h 477"/>
                <a:gd name="T48" fmla="*/ 14 w 848"/>
                <a:gd name="T49" fmla="*/ 255 h 477"/>
                <a:gd name="T50" fmla="*/ 467 w 848"/>
                <a:gd name="T51" fmla="*/ 198 h 477"/>
                <a:gd name="T52" fmla="*/ 457 w 848"/>
                <a:gd name="T53" fmla="*/ 210 h 477"/>
                <a:gd name="T54" fmla="*/ 420 w 848"/>
                <a:gd name="T55" fmla="*/ 241 h 477"/>
                <a:gd name="T56" fmla="*/ 391 w 848"/>
                <a:gd name="T57" fmla="*/ 196 h 477"/>
                <a:gd name="T58" fmla="*/ 565 w 848"/>
                <a:gd name="T59" fmla="*/ 190 h 477"/>
                <a:gd name="T60" fmla="*/ 555 w 848"/>
                <a:gd name="T61" fmla="*/ 223 h 477"/>
                <a:gd name="T62" fmla="*/ 563 w 848"/>
                <a:gd name="T63" fmla="*/ 214 h 477"/>
                <a:gd name="T64" fmla="*/ 577 w 848"/>
                <a:gd name="T65" fmla="*/ 192 h 477"/>
                <a:gd name="T66" fmla="*/ 604 w 848"/>
                <a:gd name="T67" fmla="*/ 198 h 477"/>
                <a:gd name="T68" fmla="*/ 620 w 848"/>
                <a:gd name="T69" fmla="*/ 223 h 477"/>
                <a:gd name="T70" fmla="*/ 614 w 848"/>
                <a:gd name="T71" fmla="*/ 267 h 477"/>
                <a:gd name="T72" fmla="*/ 600 w 848"/>
                <a:gd name="T73" fmla="*/ 290 h 477"/>
                <a:gd name="T74" fmla="*/ 620 w 848"/>
                <a:gd name="T75" fmla="*/ 347 h 477"/>
                <a:gd name="T76" fmla="*/ 567 w 848"/>
                <a:gd name="T77" fmla="*/ 361 h 477"/>
                <a:gd name="T78" fmla="*/ 530 w 848"/>
                <a:gd name="T79" fmla="*/ 337 h 477"/>
                <a:gd name="T80" fmla="*/ 499 w 848"/>
                <a:gd name="T81" fmla="*/ 331 h 477"/>
                <a:gd name="T82" fmla="*/ 475 w 848"/>
                <a:gd name="T83" fmla="*/ 294 h 477"/>
                <a:gd name="T84" fmla="*/ 461 w 848"/>
                <a:gd name="T85" fmla="*/ 269 h 477"/>
                <a:gd name="T86" fmla="*/ 451 w 848"/>
                <a:gd name="T87" fmla="*/ 269 h 477"/>
                <a:gd name="T88" fmla="*/ 436 w 848"/>
                <a:gd name="T89" fmla="*/ 263 h 477"/>
                <a:gd name="T90" fmla="*/ 473 w 848"/>
                <a:gd name="T91" fmla="*/ 214 h 477"/>
                <a:gd name="T92" fmla="*/ 489 w 848"/>
                <a:gd name="T93" fmla="*/ 182 h 477"/>
                <a:gd name="T94" fmla="*/ 518 w 848"/>
                <a:gd name="T95" fmla="*/ 182 h 477"/>
                <a:gd name="T96" fmla="*/ 126 w 848"/>
                <a:gd name="T97" fmla="*/ 57 h 477"/>
                <a:gd name="T98" fmla="*/ 398 w 848"/>
                <a:gd name="T99" fmla="*/ 25 h 477"/>
                <a:gd name="T100" fmla="*/ 500 w 848"/>
                <a:gd name="T101" fmla="*/ 2 h 477"/>
                <a:gd name="T102" fmla="*/ 524 w 848"/>
                <a:gd name="T103" fmla="*/ 43 h 477"/>
                <a:gd name="T104" fmla="*/ 551 w 848"/>
                <a:gd name="T105" fmla="*/ 74 h 477"/>
                <a:gd name="T106" fmla="*/ 542 w 848"/>
                <a:gd name="T107" fmla="*/ 94 h 477"/>
                <a:gd name="T108" fmla="*/ 540 w 848"/>
                <a:gd name="T109" fmla="*/ 127 h 477"/>
                <a:gd name="T110" fmla="*/ 542 w 848"/>
                <a:gd name="T111" fmla="*/ 161 h 477"/>
                <a:gd name="T112" fmla="*/ 436 w 848"/>
                <a:gd name="T113" fmla="*/ 182 h 477"/>
                <a:gd name="T114" fmla="*/ 418 w 848"/>
                <a:gd name="T115" fmla="*/ 165 h 477"/>
                <a:gd name="T116" fmla="*/ 400 w 848"/>
                <a:gd name="T117" fmla="*/ 155 h 477"/>
                <a:gd name="T118" fmla="*/ 412 w 848"/>
                <a:gd name="T119" fmla="*/ 133 h 477"/>
                <a:gd name="T120" fmla="*/ 432 w 848"/>
                <a:gd name="T121" fmla="*/ 96 h 477"/>
                <a:gd name="T122" fmla="*/ 428 w 848"/>
                <a:gd name="T123" fmla="*/ 66 h 477"/>
                <a:gd name="T124" fmla="*/ 459 w 848"/>
                <a:gd name="T125" fmla="*/ 35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8" h="477">
                  <a:moveTo>
                    <a:pt x="463" y="449"/>
                  </a:moveTo>
                  <a:lnTo>
                    <a:pt x="465" y="449"/>
                  </a:lnTo>
                  <a:lnTo>
                    <a:pt x="465" y="451"/>
                  </a:lnTo>
                  <a:lnTo>
                    <a:pt x="467" y="453"/>
                  </a:lnTo>
                  <a:lnTo>
                    <a:pt x="467" y="453"/>
                  </a:lnTo>
                  <a:lnTo>
                    <a:pt x="469" y="455"/>
                  </a:lnTo>
                  <a:lnTo>
                    <a:pt x="469" y="457"/>
                  </a:lnTo>
                  <a:lnTo>
                    <a:pt x="467" y="457"/>
                  </a:lnTo>
                  <a:lnTo>
                    <a:pt x="465" y="459"/>
                  </a:lnTo>
                  <a:lnTo>
                    <a:pt x="465" y="457"/>
                  </a:lnTo>
                  <a:lnTo>
                    <a:pt x="463" y="457"/>
                  </a:lnTo>
                  <a:lnTo>
                    <a:pt x="461" y="457"/>
                  </a:lnTo>
                  <a:lnTo>
                    <a:pt x="459" y="455"/>
                  </a:lnTo>
                  <a:lnTo>
                    <a:pt x="459" y="453"/>
                  </a:lnTo>
                  <a:lnTo>
                    <a:pt x="461" y="451"/>
                  </a:lnTo>
                  <a:lnTo>
                    <a:pt x="463" y="451"/>
                  </a:lnTo>
                  <a:lnTo>
                    <a:pt x="463" y="449"/>
                  </a:lnTo>
                  <a:close/>
                  <a:moveTo>
                    <a:pt x="842" y="422"/>
                  </a:moveTo>
                  <a:lnTo>
                    <a:pt x="844" y="422"/>
                  </a:lnTo>
                  <a:lnTo>
                    <a:pt x="844" y="424"/>
                  </a:lnTo>
                  <a:lnTo>
                    <a:pt x="844" y="426"/>
                  </a:lnTo>
                  <a:lnTo>
                    <a:pt x="846" y="426"/>
                  </a:lnTo>
                  <a:lnTo>
                    <a:pt x="846" y="426"/>
                  </a:lnTo>
                  <a:lnTo>
                    <a:pt x="848" y="428"/>
                  </a:lnTo>
                  <a:lnTo>
                    <a:pt x="848" y="430"/>
                  </a:lnTo>
                  <a:lnTo>
                    <a:pt x="846" y="436"/>
                  </a:lnTo>
                  <a:lnTo>
                    <a:pt x="844" y="438"/>
                  </a:lnTo>
                  <a:lnTo>
                    <a:pt x="842" y="439"/>
                  </a:lnTo>
                  <a:lnTo>
                    <a:pt x="840" y="439"/>
                  </a:lnTo>
                  <a:lnTo>
                    <a:pt x="840" y="438"/>
                  </a:lnTo>
                  <a:lnTo>
                    <a:pt x="840" y="436"/>
                  </a:lnTo>
                  <a:lnTo>
                    <a:pt x="840" y="436"/>
                  </a:lnTo>
                  <a:lnTo>
                    <a:pt x="838" y="434"/>
                  </a:lnTo>
                  <a:lnTo>
                    <a:pt x="834" y="438"/>
                  </a:lnTo>
                  <a:lnTo>
                    <a:pt x="822" y="436"/>
                  </a:lnTo>
                  <a:lnTo>
                    <a:pt x="810" y="434"/>
                  </a:lnTo>
                  <a:lnTo>
                    <a:pt x="812" y="430"/>
                  </a:lnTo>
                  <a:lnTo>
                    <a:pt x="812" y="430"/>
                  </a:lnTo>
                  <a:lnTo>
                    <a:pt x="824" y="426"/>
                  </a:lnTo>
                  <a:lnTo>
                    <a:pt x="824" y="424"/>
                  </a:lnTo>
                  <a:lnTo>
                    <a:pt x="824" y="424"/>
                  </a:lnTo>
                  <a:lnTo>
                    <a:pt x="826" y="426"/>
                  </a:lnTo>
                  <a:lnTo>
                    <a:pt x="832" y="426"/>
                  </a:lnTo>
                  <a:lnTo>
                    <a:pt x="834" y="426"/>
                  </a:lnTo>
                  <a:lnTo>
                    <a:pt x="834" y="426"/>
                  </a:lnTo>
                  <a:lnTo>
                    <a:pt x="834" y="426"/>
                  </a:lnTo>
                  <a:lnTo>
                    <a:pt x="834" y="426"/>
                  </a:lnTo>
                  <a:lnTo>
                    <a:pt x="834" y="424"/>
                  </a:lnTo>
                  <a:lnTo>
                    <a:pt x="834" y="424"/>
                  </a:lnTo>
                  <a:lnTo>
                    <a:pt x="834" y="424"/>
                  </a:lnTo>
                  <a:lnTo>
                    <a:pt x="836" y="422"/>
                  </a:lnTo>
                  <a:lnTo>
                    <a:pt x="836" y="422"/>
                  </a:lnTo>
                  <a:lnTo>
                    <a:pt x="842" y="422"/>
                  </a:lnTo>
                  <a:close/>
                  <a:moveTo>
                    <a:pt x="812" y="404"/>
                  </a:moveTo>
                  <a:lnTo>
                    <a:pt x="814" y="406"/>
                  </a:lnTo>
                  <a:lnTo>
                    <a:pt x="816" y="406"/>
                  </a:lnTo>
                  <a:lnTo>
                    <a:pt x="818" y="408"/>
                  </a:lnTo>
                  <a:lnTo>
                    <a:pt x="818" y="408"/>
                  </a:lnTo>
                  <a:lnTo>
                    <a:pt x="818" y="410"/>
                  </a:lnTo>
                  <a:lnTo>
                    <a:pt x="818" y="412"/>
                  </a:lnTo>
                  <a:lnTo>
                    <a:pt x="818" y="414"/>
                  </a:lnTo>
                  <a:lnTo>
                    <a:pt x="818" y="414"/>
                  </a:lnTo>
                  <a:lnTo>
                    <a:pt x="816" y="416"/>
                  </a:lnTo>
                  <a:lnTo>
                    <a:pt x="816" y="414"/>
                  </a:lnTo>
                  <a:lnTo>
                    <a:pt x="816" y="412"/>
                  </a:lnTo>
                  <a:lnTo>
                    <a:pt x="814" y="412"/>
                  </a:lnTo>
                  <a:lnTo>
                    <a:pt x="810" y="416"/>
                  </a:lnTo>
                  <a:lnTo>
                    <a:pt x="810" y="416"/>
                  </a:lnTo>
                  <a:lnTo>
                    <a:pt x="812" y="416"/>
                  </a:lnTo>
                  <a:lnTo>
                    <a:pt x="812" y="416"/>
                  </a:lnTo>
                  <a:lnTo>
                    <a:pt x="812" y="418"/>
                  </a:lnTo>
                  <a:lnTo>
                    <a:pt x="804" y="426"/>
                  </a:lnTo>
                  <a:lnTo>
                    <a:pt x="804" y="426"/>
                  </a:lnTo>
                  <a:lnTo>
                    <a:pt x="801" y="424"/>
                  </a:lnTo>
                  <a:lnTo>
                    <a:pt x="799" y="424"/>
                  </a:lnTo>
                  <a:lnTo>
                    <a:pt x="799" y="424"/>
                  </a:lnTo>
                  <a:lnTo>
                    <a:pt x="799" y="422"/>
                  </a:lnTo>
                  <a:lnTo>
                    <a:pt x="799" y="418"/>
                  </a:lnTo>
                  <a:lnTo>
                    <a:pt x="799" y="416"/>
                  </a:lnTo>
                  <a:lnTo>
                    <a:pt x="801" y="416"/>
                  </a:lnTo>
                  <a:lnTo>
                    <a:pt x="806" y="416"/>
                  </a:lnTo>
                  <a:lnTo>
                    <a:pt x="806" y="416"/>
                  </a:lnTo>
                  <a:lnTo>
                    <a:pt x="808" y="412"/>
                  </a:lnTo>
                  <a:lnTo>
                    <a:pt x="808" y="412"/>
                  </a:lnTo>
                  <a:lnTo>
                    <a:pt x="808" y="406"/>
                  </a:lnTo>
                  <a:lnTo>
                    <a:pt x="810" y="404"/>
                  </a:lnTo>
                  <a:lnTo>
                    <a:pt x="812" y="404"/>
                  </a:lnTo>
                  <a:close/>
                  <a:moveTo>
                    <a:pt x="420" y="322"/>
                  </a:moveTo>
                  <a:lnTo>
                    <a:pt x="426" y="326"/>
                  </a:lnTo>
                  <a:lnTo>
                    <a:pt x="432" y="330"/>
                  </a:lnTo>
                  <a:lnTo>
                    <a:pt x="434" y="331"/>
                  </a:lnTo>
                  <a:lnTo>
                    <a:pt x="428" y="331"/>
                  </a:lnTo>
                  <a:lnTo>
                    <a:pt x="420" y="326"/>
                  </a:lnTo>
                  <a:lnTo>
                    <a:pt x="418" y="324"/>
                  </a:lnTo>
                  <a:lnTo>
                    <a:pt x="418" y="324"/>
                  </a:lnTo>
                  <a:lnTo>
                    <a:pt x="420" y="322"/>
                  </a:lnTo>
                  <a:close/>
                  <a:moveTo>
                    <a:pt x="434" y="280"/>
                  </a:moveTo>
                  <a:lnTo>
                    <a:pt x="436" y="280"/>
                  </a:lnTo>
                  <a:lnTo>
                    <a:pt x="440" y="282"/>
                  </a:lnTo>
                  <a:lnTo>
                    <a:pt x="438" y="284"/>
                  </a:lnTo>
                  <a:lnTo>
                    <a:pt x="438" y="286"/>
                  </a:lnTo>
                  <a:lnTo>
                    <a:pt x="434" y="286"/>
                  </a:lnTo>
                  <a:lnTo>
                    <a:pt x="436" y="286"/>
                  </a:lnTo>
                  <a:lnTo>
                    <a:pt x="434" y="288"/>
                  </a:lnTo>
                  <a:lnTo>
                    <a:pt x="430" y="286"/>
                  </a:lnTo>
                  <a:lnTo>
                    <a:pt x="430" y="284"/>
                  </a:lnTo>
                  <a:lnTo>
                    <a:pt x="430" y="284"/>
                  </a:lnTo>
                  <a:lnTo>
                    <a:pt x="428" y="284"/>
                  </a:lnTo>
                  <a:lnTo>
                    <a:pt x="428" y="284"/>
                  </a:lnTo>
                  <a:lnTo>
                    <a:pt x="428" y="282"/>
                  </a:lnTo>
                  <a:lnTo>
                    <a:pt x="428" y="282"/>
                  </a:lnTo>
                  <a:lnTo>
                    <a:pt x="430" y="282"/>
                  </a:lnTo>
                  <a:lnTo>
                    <a:pt x="434" y="280"/>
                  </a:lnTo>
                  <a:close/>
                  <a:moveTo>
                    <a:pt x="418" y="278"/>
                  </a:moveTo>
                  <a:lnTo>
                    <a:pt x="422" y="278"/>
                  </a:lnTo>
                  <a:lnTo>
                    <a:pt x="426" y="280"/>
                  </a:lnTo>
                  <a:lnTo>
                    <a:pt x="424" y="282"/>
                  </a:lnTo>
                  <a:lnTo>
                    <a:pt x="422" y="282"/>
                  </a:lnTo>
                  <a:lnTo>
                    <a:pt x="420" y="284"/>
                  </a:lnTo>
                  <a:lnTo>
                    <a:pt x="420" y="284"/>
                  </a:lnTo>
                  <a:lnTo>
                    <a:pt x="420" y="284"/>
                  </a:lnTo>
                  <a:lnTo>
                    <a:pt x="420" y="286"/>
                  </a:lnTo>
                  <a:lnTo>
                    <a:pt x="422" y="286"/>
                  </a:lnTo>
                  <a:lnTo>
                    <a:pt x="420" y="288"/>
                  </a:lnTo>
                  <a:lnTo>
                    <a:pt x="408" y="282"/>
                  </a:lnTo>
                  <a:lnTo>
                    <a:pt x="412" y="282"/>
                  </a:lnTo>
                  <a:lnTo>
                    <a:pt x="414" y="284"/>
                  </a:lnTo>
                  <a:lnTo>
                    <a:pt x="414" y="284"/>
                  </a:lnTo>
                  <a:lnTo>
                    <a:pt x="416" y="282"/>
                  </a:lnTo>
                  <a:lnTo>
                    <a:pt x="418" y="278"/>
                  </a:lnTo>
                  <a:lnTo>
                    <a:pt x="418" y="278"/>
                  </a:lnTo>
                  <a:close/>
                  <a:moveTo>
                    <a:pt x="685" y="267"/>
                  </a:moveTo>
                  <a:lnTo>
                    <a:pt x="687" y="269"/>
                  </a:lnTo>
                  <a:lnTo>
                    <a:pt x="691" y="269"/>
                  </a:lnTo>
                  <a:lnTo>
                    <a:pt x="695" y="271"/>
                  </a:lnTo>
                  <a:lnTo>
                    <a:pt x="699" y="273"/>
                  </a:lnTo>
                  <a:lnTo>
                    <a:pt x="699" y="273"/>
                  </a:lnTo>
                  <a:lnTo>
                    <a:pt x="701" y="276"/>
                  </a:lnTo>
                  <a:lnTo>
                    <a:pt x="701" y="278"/>
                  </a:lnTo>
                  <a:lnTo>
                    <a:pt x="706" y="280"/>
                  </a:lnTo>
                  <a:lnTo>
                    <a:pt x="706" y="282"/>
                  </a:lnTo>
                  <a:lnTo>
                    <a:pt x="706" y="282"/>
                  </a:lnTo>
                  <a:lnTo>
                    <a:pt x="704" y="284"/>
                  </a:lnTo>
                  <a:lnTo>
                    <a:pt x="704" y="286"/>
                  </a:lnTo>
                  <a:lnTo>
                    <a:pt x="702" y="286"/>
                  </a:lnTo>
                  <a:lnTo>
                    <a:pt x="701" y="286"/>
                  </a:lnTo>
                  <a:lnTo>
                    <a:pt x="699" y="294"/>
                  </a:lnTo>
                  <a:lnTo>
                    <a:pt x="699" y="294"/>
                  </a:lnTo>
                  <a:lnTo>
                    <a:pt x="701" y="294"/>
                  </a:lnTo>
                  <a:lnTo>
                    <a:pt x="699" y="298"/>
                  </a:lnTo>
                  <a:lnTo>
                    <a:pt x="699" y="302"/>
                  </a:lnTo>
                  <a:lnTo>
                    <a:pt x="697" y="304"/>
                  </a:lnTo>
                  <a:lnTo>
                    <a:pt x="699" y="304"/>
                  </a:lnTo>
                  <a:lnTo>
                    <a:pt x="699" y="304"/>
                  </a:lnTo>
                  <a:lnTo>
                    <a:pt x="699" y="306"/>
                  </a:lnTo>
                  <a:lnTo>
                    <a:pt x="699" y="310"/>
                  </a:lnTo>
                  <a:lnTo>
                    <a:pt x="697" y="314"/>
                  </a:lnTo>
                  <a:lnTo>
                    <a:pt x="697" y="316"/>
                  </a:lnTo>
                  <a:lnTo>
                    <a:pt x="697" y="318"/>
                  </a:lnTo>
                  <a:lnTo>
                    <a:pt x="697" y="318"/>
                  </a:lnTo>
                  <a:lnTo>
                    <a:pt x="699" y="320"/>
                  </a:lnTo>
                  <a:lnTo>
                    <a:pt x="699" y="320"/>
                  </a:lnTo>
                  <a:lnTo>
                    <a:pt x="699" y="322"/>
                  </a:lnTo>
                  <a:lnTo>
                    <a:pt x="697" y="324"/>
                  </a:lnTo>
                  <a:lnTo>
                    <a:pt x="697" y="326"/>
                  </a:lnTo>
                  <a:lnTo>
                    <a:pt x="697" y="326"/>
                  </a:lnTo>
                  <a:lnTo>
                    <a:pt x="697" y="328"/>
                  </a:lnTo>
                  <a:lnTo>
                    <a:pt x="697" y="328"/>
                  </a:lnTo>
                  <a:lnTo>
                    <a:pt x="697" y="328"/>
                  </a:lnTo>
                  <a:lnTo>
                    <a:pt x="697" y="330"/>
                  </a:lnTo>
                  <a:lnTo>
                    <a:pt x="695" y="333"/>
                  </a:lnTo>
                  <a:lnTo>
                    <a:pt x="693" y="343"/>
                  </a:lnTo>
                  <a:lnTo>
                    <a:pt x="693" y="347"/>
                  </a:lnTo>
                  <a:lnTo>
                    <a:pt x="693" y="349"/>
                  </a:lnTo>
                  <a:lnTo>
                    <a:pt x="693" y="349"/>
                  </a:lnTo>
                  <a:lnTo>
                    <a:pt x="693" y="351"/>
                  </a:lnTo>
                  <a:lnTo>
                    <a:pt x="693" y="351"/>
                  </a:lnTo>
                  <a:lnTo>
                    <a:pt x="693" y="351"/>
                  </a:lnTo>
                  <a:lnTo>
                    <a:pt x="697" y="349"/>
                  </a:lnTo>
                  <a:lnTo>
                    <a:pt x="699" y="341"/>
                  </a:lnTo>
                  <a:lnTo>
                    <a:pt x="699" y="341"/>
                  </a:lnTo>
                  <a:lnTo>
                    <a:pt x="699" y="339"/>
                  </a:lnTo>
                  <a:lnTo>
                    <a:pt x="699" y="337"/>
                  </a:lnTo>
                  <a:lnTo>
                    <a:pt x="701" y="335"/>
                  </a:lnTo>
                  <a:lnTo>
                    <a:pt x="701" y="331"/>
                  </a:lnTo>
                  <a:lnTo>
                    <a:pt x="702" y="328"/>
                  </a:lnTo>
                  <a:lnTo>
                    <a:pt x="702" y="322"/>
                  </a:lnTo>
                  <a:lnTo>
                    <a:pt x="702" y="320"/>
                  </a:lnTo>
                  <a:lnTo>
                    <a:pt x="704" y="318"/>
                  </a:lnTo>
                  <a:lnTo>
                    <a:pt x="704" y="316"/>
                  </a:lnTo>
                  <a:lnTo>
                    <a:pt x="710" y="318"/>
                  </a:lnTo>
                  <a:lnTo>
                    <a:pt x="712" y="314"/>
                  </a:lnTo>
                  <a:lnTo>
                    <a:pt x="712" y="312"/>
                  </a:lnTo>
                  <a:lnTo>
                    <a:pt x="712" y="310"/>
                  </a:lnTo>
                  <a:lnTo>
                    <a:pt x="714" y="308"/>
                  </a:lnTo>
                  <a:lnTo>
                    <a:pt x="716" y="308"/>
                  </a:lnTo>
                  <a:lnTo>
                    <a:pt x="718" y="306"/>
                  </a:lnTo>
                  <a:lnTo>
                    <a:pt x="718" y="306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2"/>
                  </a:lnTo>
                  <a:lnTo>
                    <a:pt x="718" y="302"/>
                  </a:lnTo>
                  <a:lnTo>
                    <a:pt x="718" y="300"/>
                  </a:lnTo>
                  <a:lnTo>
                    <a:pt x="720" y="300"/>
                  </a:lnTo>
                  <a:lnTo>
                    <a:pt x="720" y="300"/>
                  </a:lnTo>
                  <a:lnTo>
                    <a:pt x="722" y="300"/>
                  </a:lnTo>
                  <a:lnTo>
                    <a:pt x="720" y="302"/>
                  </a:lnTo>
                  <a:lnTo>
                    <a:pt x="720" y="304"/>
                  </a:lnTo>
                  <a:lnTo>
                    <a:pt x="720" y="304"/>
                  </a:lnTo>
                  <a:lnTo>
                    <a:pt x="722" y="304"/>
                  </a:lnTo>
                  <a:lnTo>
                    <a:pt x="726" y="302"/>
                  </a:lnTo>
                  <a:lnTo>
                    <a:pt x="726" y="302"/>
                  </a:lnTo>
                  <a:lnTo>
                    <a:pt x="730" y="304"/>
                  </a:lnTo>
                  <a:lnTo>
                    <a:pt x="732" y="304"/>
                  </a:lnTo>
                  <a:lnTo>
                    <a:pt x="732" y="306"/>
                  </a:lnTo>
                  <a:lnTo>
                    <a:pt x="732" y="308"/>
                  </a:lnTo>
                  <a:lnTo>
                    <a:pt x="732" y="310"/>
                  </a:lnTo>
                  <a:lnTo>
                    <a:pt x="732" y="310"/>
                  </a:lnTo>
                  <a:lnTo>
                    <a:pt x="732" y="312"/>
                  </a:lnTo>
                  <a:lnTo>
                    <a:pt x="732" y="314"/>
                  </a:lnTo>
                  <a:lnTo>
                    <a:pt x="734" y="316"/>
                  </a:lnTo>
                  <a:lnTo>
                    <a:pt x="734" y="318"/>
                  </a:lnTo>
                  <a:lnTo>
                    <a:pt x="734" y="322"/>
                  </a:lnTo>
                  <a:lnTo>
                    <a:pt x="734" y="322"/>
                  </a:lnTo>
                  <a:lnTo>
                    <a:pt x="744" y="324"/>
                  </a:lnTo>
                  <a:lnTo>
                    <a:pt x="746" y="326"/>
                  </a:lnTo>
                  <a:lnTo>
                    <a:pt x="748" y="331"/>
                  </a:lnTo>
                  <a:lnTo>
                    <a:pt x="748" y="337"/>
                  </a:lnTo>
                  <a:lnTo>
                    <a:pt x="748" y="337"/>
                  </a:lnTo>
                  <a:lnTo>
                    <a:pt x="748" y="337"/>
                  </a:lnTo>
                  <a:lnTo>
                    <a:pt x="748" y="339"/>
                  </a:lnTo>
                  <a:lnTo>
                    <a:pt x="748" y="341"/>
                  </a:lnTo>
                  <a:lnTo>
                    <a:pt x="746" y="341"/>
                  </a:lnTo>
                  <a:lnTo>
                    <a:pt x="746" y="341"/>
                  </a:lnTo>
                  <a:lnTo>
                    <a:pt x="752" y="343"/>
                  </a:lnTo>
                  <a:lnTo>
                    <a:pt x="752" y="343"/>
                  </a:lnTo>
                  <a:lnTo>
                    <a:pt x="753" y="345"/>
                  </a:lnTo>
                  <a:lnTo>
                    <a:pt x="753" y="345"/>
                  </a:lnTo>
                  <a:lnTo>
                    <a:pt x="753" y="345"/>
                  </a:lnTo>
                  <a:lnTo>
                    <a:pt x="753" y="347"/>
                  </a:lnTo>
                  <a:lnTo>
                    <a:pt x="753" y="347"/>
                  </a:lnTo>
                  <a:lnTo>
                    <a:pt x="753" y="349"/>
                  </a:lnTo>
                  <a:lnTo>
                    <a:pt x="753" y="351"/>
                  </a:lnTo>
                  <a:lnTo>
                    <a:pt x="752" y="351"/>
                  </a:lnTo>
                  <a:lnTo>
                    <a:pt x="753" y="353"/>
                  </a:lnTo>
                  <a:lnTo>
                    <a:pt x="755" y="349"/>
                  </a:lnTo>
                  <a:lnTo>
                    <a:pt x="755" y="349"/>
                  </a:lnTo>
                  <a:lnTo>
                    <a:pt x="755" y="347"/>
                  </a:lnTo>
                  <a:lnTo>
                    <a:pt x="755" y="345"/>
                  </a:lnTo>
                  <a:lnTo>
                    <a:pt x="755" y="345"/>
                  </a:lnTo>
                  <a:lnTo>
                    <a:pt x="755" y="343"/>
                  </a:lnTo>
                  <a:lnTo>
                    <a:pt x="755" y="341"/>
                  </a:lnTo>
                  <a:lnTo>
                    <a:pt x="755" y="341"/>
                  </a:lnTo>
                  <a:lnTo>
                    <a:pt x="759" y="339"/>
                  </a:lnTo>
                  <a:lnTo>
                    <a:pt x="763" y="341"/>
                  </a:lnTo>
                  <a:lnTo>
                    <a:pt x="767" y="345"/>
                  </a:lnTo>
                  <a:lnTo>
                    <a:pt x="767" y="347"/>
                  </a:lnTo>
                  <a:lnTo>
                    <a:pt x="769" y="353"/>
                  </a:lnTo>
                  <a:lnTo>
                    <a:pt x="771" y="355"/>
                  </a:lnTo>
                  <a:lnTo>
                    <a:pt x="769" y="357"/>
                  </a:lnTo>
                  <a:lnTo>
                    <a:pt x="771" y="359"/>
                  </a:lnTo>
                  <a:lnTo>
                    <a:pt x="771" y="359"/>
                  </a:lnTo>
                  <a:lnTo>
                    <a:pt x="773" y="361"/>
                  </a:lnTo>
                  <a:lnTo>
                    <a:pt x="773" y="365"/>
                  </a:lnTo>
                  <a:lnTo>
                    <a:pt x="775" y="369"/>
                  </a:lnTo>
                  <a:lnTo>
                    <a:pt x="775" y="371"/>
                  </a:lnTo>
                  <a:lnTo>
                    <a:pt x="775" y="373"/>
                  </a:lnTo>
                  <a:lnTo>
                    <a:pt x="775" y="373"/>
                  </a:lnTo>
                  <a:lnTo>
                    <a:pt x="777" y="373"/>
                  </a:lnTo>
                  <a:lnTo>
                    <a:pt x="777" y="375"/>
                  </a:lnTo>
                  <a:lnTo>
                    <a:pt x="777" y="379"/>
                  </a:lnTo>
                  <a:lnTo>
                    <a:pt x="777" y="381"/>
                  </a:lnTo>
                  <a:lnTo>
                    <a:pt x="777" y="383"/>
                  </a:lnTo>
                  <a:lnTo>
                    <a:pt x="777" y="386"/>
                  </a:lnTo>
                  <a:lnTo>
                    <a:pt x="775" y="388"/>
                  </a:lnTo>
                  <a:lnTo>
                    <a:pt x="773" y="390"/>
                  </a:lnTo>
                  <a:lnTo>
                    <a:pt x="769" y="400"/>
                  </a:lnTo>
                  <a:lnTo>
                    <a:pt x="763" y="410"/>
                  </a:lnTo>
                  <a:lnTo>
                    <a:pt x="763" y="412"/>
                  </a:lnTo>
                  <a:lnTo>
                    <a:pt x="763" y="412"/>
                  </a:lnTo>
                  <a:lnTo>
                    <a:pt x="759" y="408"/>
                  </a:lnTo>
                  <a:lnTo>
                    <a:pt x="759" y="408"/>
                  </a:lnTo>
                  <a:lnTo>
                    <a:pt x="757" y="410"/>
                  </a:lnTo>
                  <a:lnTo>
                    <a:pt x="752" y="412"/>
                  </a:lnTo>
                  <a:lnTo>
                    <a:pt x="752" y="414"/>
                  </a:lnTo>
                  <a:lnTo>
                    <a:pt x="748" y="414"/>
                  </a:lnTo>
                  <a:lnTo>
                    <a:pt x="748" y="416"/>
                  </a:lnTo>
                  <a:lnTo>
                    <a:pt x="746" y="416"/>
                  </a:lnTo>
                  <a:lnTo>
                    <a:pt x="744" y="420"/>
                  </a:lnTo>
                  <a:lnTo>
                    <a:pt x="736" y="426"/>
                  </a:lnTo>
                  <a:lnTo>
                    <a:pt x="726" y="426"/>
                  </a:lnTo>
                  <a:lnTo>
                    <a:pt x="720" y="428"/>
                  </a:lnTo>
                  <a:lnTo>
                    <a:pt x="716" y="428"/>
                  </a:lnTo>
                  <a:lnTo>
                    <a:pt x="716" y="428"/>
                  </a:lnTo>
                  <a:lnTo>
                    <a:pt x="714" y="432"/>
                  </a:lnTo>
                  <a:lnTo>
                    <a:pt x="714" y="432"/>
                  </a:lnTo>
                  <a:lnTo>
                    <a:pt x="714" y="434"/>
                  </a:lnTo>
                  <a:lnTo>
                    <a:pt x="714" y="434"/>
                  </a:lnTo>
                  <a:lnTo>
                    <a:pt x="714" y="436"/>
                  </a:lnTo>
                  <a:lnTo>
                    <a:pt x="712" y="438"/>
                  </a:lnTo>
                  <a:lnTo>
                    <a:pt x="708" y="439"/>
                  </a:lnTo>
                  <a:lnTo>
                    <a:pt x="708" y="438"/>
                  </a:lnTo>
                  <a:lnTo>
                    <a:pt x="708" y="438"/>
                  </a:lnTo>
                  <a:lnTo>
                    <a:pt x="708" y="436"/>
                  </a:lnTo>
                  <a:lnTo>
                    <a:pt x="708" y="434"/>
                  </a:lnTo>
                  <a:lnTo>
                    <a:pt x="708" y="434"/>
                  </a:lnTo>
                  <a:lnTo>
                    <a:pt x="706" y="432"/>
                  </a:lnTo>
                  <a:lnTo>
                    <a:pt x="697" y="434"/>
                  </a:lnTo>
                  <a:lnTo>
                    <a:pt x="695" y="436"/>
                  </a:lnTo>
                  <a:lnTo>
                    <a:pt x="693" y="438"/>
                  </a:lnTo>
                  <a:lnTo>
                    <a:pt x="691" y="439"/>
                  </a:lnTo>
                  <a:lnTo>
                    <a:pt x="691" y="439"/>
                  </a:lnTo>
                  <a:lnTo>
                    <a:pt x="691" y="438"/>
                  </a:lnTo>
                  <a:lnTo>
                    <a:pt x="691" y="436"/>
                  </a:lnTo>
                  <a:lnTo>
                    <a:pt x="689" y="436"/>
                  </a:lnTo>
                  <a:lnTo>
                    <a:pt x="679" y="439"/>
                  </a:lnTo>
                  <a:lnTo>
                    <a:pt x="669" y="439"/>
                  </a:lnTo>
                  <a:lnTo>
                    <a:pt x="667" y="441"/>
                  </a:lnTo>
                  <a:lnTo>
                    <a:pt x="663" y="449"/>
                  </a:lnTo>
                  <a:lnTo>
                    <a:pt x="653" y="459"/>
                  </a:lnTo>
                  <a:lnTo>
                    <a:pt x="650" y="463"/>
                  </a:lnTo>
                  <a:lnTo>
                    <a:pt x="648" y="465"/>
                  </a:lnTo>
                  <a:lnTo>
                    <a:pt x="638" y="473"/>
                  </a:lnTo>
                  <a:lnTo>
                    <a:pt x="634" y="475"/>
                  </a:lnTo>
                  <a:lnTo>
                    <a:pt x="628" y="473"/>
                  </a:lnTo>
                  <a:lnTo>
                    <a:pt x="626" y="477"/>
                  </a:lnTo>
                  <a:lnTo>
                    <a:pt x="624" y="477"/>
                  </a:lnTo>
                  <a:lnTo>
                    <a:pt x="624" y="475"/>
                  </a:lnTo>
                  <a:lnTo>
                    <a:pt x="620" y="475"/>
                  </a:lnTo>
                  <a:lnTo>
                    <a:pt x="620" y="473"/>
                  </a:lnTo>
                  <a:lnTo>
                    <a:pt x="622" y="473"/>
                  </a:lnTo>
                  <a:lnTo>
                    <a:pt x="622" y="471"/>
                  </a:lnTo>
                  <a:lnTo>
                    <a:pt x="620" y="471"/>
                  </a:lnTo>
                  <a:lnTo>
                    <a:pt x="620" y="469"/>
                  </a:lnTo>
                  <a:lnTo>
                    <a:pt x="618" y="469"/>
                  </a:lnTo>
                  <a:lnTo>
                    <a:pt x="618" y="467"/>
                  </a:lnTo>
                  <a:lnTo>
                    <a:pt x="618" y="465"/>
                  </a:lnTo>
                  <a:lnTo>
                    <a:pt x="616" y="465"/>
                  </a:lnTo>
                  <a:lnTo>
                    <a:pt x="618" y="463"/>
                  </a:lnTo>
                  <a:lnTo>
                    <a:pt x="620" y="461"/>
                  </a:lnTo>
                  <a:lnTo>
                    <a:pt x="620" y="459"/>
                  </a:lnTo>
                  <a:lnTo>
                    <a:pt x="622" y="455"/>
                  </a:lnTo>
                  <a:lnTo>
                    <a:pt x="622" y="449"/>
                  </a:lnTo>
                  <a:lnTo>
                    <a:pt x="622" y="447"/>
                  </a:lnTo>
                  <a:lnTo>
                    <a:pt x="622" y="445"/>
                  </a:lnTo>
                  <a:lnTo>
                    <a:pt x="624" y="443"/>
                  </a:lnTo>
                  <a:lnTo>
                    <a:pt x="624" y="443"/>
                  </a:lnTo>
                  <a:lnTo>
                    <a:pt x="628" y="434"/>
                  </a:lnTo>
                  <a:lnTo>
                    <a:pt x="630" y="434"/>
                  </a:lnTo>
                  <a:lnTo>
                    <a:pt x="634" y="424"/>
                  </a:lnTo>
                  <a:lnTo>
                    <a:pt x="634" y="424"/>
                  </a:lnTo>
                  <a:lnTo>
                    <a:pt x="636" y="422"/>
                  </a:lnTo>
                  <a:lnTo>
                    <a:pt x="634" y="420"/>
                  </a:lnTo>
                  <a:lnTo>
                    <a:pt x="634" y="418"/>
                  </a:lnTo>
                  <a:lnTo>
                    <a:pt x="634" y="416"/>
                  </a:lnTo>
                  <a:lnTo>
                    <a:pt x="634" y="414"/>
                  </a:lnTo>
                  <a:lnTo>
                    <a:pt x="634" y="412"/>
                  </a:lnTo>
                  <a:lnTo>
                    <a:pt x="634" y="410"/>
                  </a:lnTo>
                  <a:lnTo>
                    <a:pt x="634" y="410"/>
                  </a:lnTo>
                  <a:lnTo>
                    <a:pt x="636" y="408"/>
                  </a:lnTo>
                  <a:lnTo>
                    <a:pt x="636" y="406"/>
                  </a:lnTo>
                  <a:lnTo>
                    <a:pt x="636" y="404"/>
                  </a:lnTo>
                  <a:lnTo>
                    <a:pt x="636" y="402"/>
                  </a:lnTo>
                  <a:lnTo>
                    <a:pt x="636" y="400"/>
                  </a:lnTo>
                  <a:lnTo>
                    <a:pt x="636" y="400"/>
                  </a:lnTo>
                  <a:lnTo>
                    <a:pt x="636" y="398"/>
                  </a:lnTo>
                  <a:lnTo>
                    <a:pt x="636" y="398"/>
                  </a:lnTo>
                  <a:lnTo>
                    <a:pt x="636" y="398"/>
                  </a:lnTo>
                  <a:lnTo>
                    <a:pt x="638" y="396"/>
                  </a:lnTo>
                  <a:lnTo>
                    <a:pt x="638" y="396"/>
                  </a:lnTo>
                  <a:lnTo>
                    <a:pt x="638" y="394"/>
                  </a:lnTo>
                  <a:lnTo>
                    <a:pt x="638" y="390"/>
                  </a:lnTo>
                  <a:lnTo>
                    <a:pt x="640" y="388"/>
                  </a:lnTo>
                  <a:lnTo>
                    <a:pt x="638" y="386"/>
                  </a:lnTo>
                  <a:lnTo>
                    <a:pt x="638" y="384"/>
                  </a:lnTo>
                  <a:lnTo>
                    <a:pt x="638" y="384"/>
                  </a:lnTo>
                  <a:lnTo>
                    <a:pt x="638" y="383"/>
                  </a:lnTo>
                  <a:lnTo>
                    <a:pt x="638" y="381"/>
                  </a:lnTo>
                  <a:lnTo>
                    <a:pt x="638" y="381"/>
                  </a:lnTo>
                  <a:lnTo>
                    <a:pt x="638" y="379"/>
                  </a:lnTo>
                  <a:lnTo>
                    <a:pt x="640" y="375"/>
                  </a:lnTo>
                  <a:lnTo>
                    <a:pt x="640" y="373"/>
                  </a:lnTo>
                  <a:lnTo>
                    <a:pt x="640" y="371"/>
                  </a:lnTo>
                  <a:lnTo>
                    <a:pt x="640" y="369"/>
                  </a:lnTo>
                  <a:lnTo>
                    <a:pt x="640" y="367"/>
                  </a:lnTo>
                  <a:lnTo>
                    <a:pt x="640" y="367"/>
                  </a:lnTo>
                  <a:lnTo>
                    <a:pt x="640" y="365"/>
                  </a:lnTo>
                  <a:lnTo>
                    <a:pt x="644" y="359"/>
                  </a:lnTo>
                  <a:lnTo>
                    <a:pt x="646" y="359"/>
                  </a:lnTo>
                  <a:lnTo>
                    <a:pt x="646" y="359"/>
                  </a:lnTo>
                  <a:lnTo>
                    <a:pt x="650" y="363"/>
                  </a:lnTo>
                  <a:lnTo>
                    <a:pt x="655" y="363"/>
                  </a:lnTo>
                  <a:lnTo>
                    <a:pt x="657" y="363"/>
                  </a:lnTo>
                  <a:lnTo>
                    <a:pt x="657" y="365"/>
                  </a:lnTo>
                  <a:lnTo>
                    <a:pt x="657" y="365"/>
                  </a:lnTo>
                  <a:lnTo>
                    <a:pt x="657" y="365"/>
                  </a:lnTo>
                  <a:lnTo>
                    <a:pt x="657" y="365"/>
                  </a:lnTo>
                  <a:lnTo>
                    <a:pt x="659" y="365"/>
                  </a:lnTo>
                  <a:lnTo>
                    <a:pt x="661" y="363"/>
                  </a:lnTo>
                  <a:lnTo>
                    <a:pt x="659" y="361"/>
                  </a:lnTo>
                  <a:lnTo>
                    <a:pt x="657" y="359"/>
                  </a:lnTo>
                  <a:lnTo>
                    <a:pt x="653" y="359"/>
                  </a:lnTo>
                  <a:lnTo>
                    <a:pt x="651" y="359"/>
                  </a:lnTo>
                  <a:lnTo>
                    <a:pt x="651" y="357"/>
                  </a:lnTo>
                  <a:lnTo>
                    <a:pt x="651" y="353"/>
                  </a:lnTo>
                  <a:lnTo>
                    <a:pt x="651" y="353"/>
                  </a:lnTo>
                  <a:lnTo>
                    <a:pt x="650" y="351"/>
                  </a:lnTo>
                  <a:lnTo>
                    <a:pt x="650" y="349"/>
                  </a:lnTo>
                  <a:lnTo>
                    <a:pt x="650" y="349"/>
                  </a:lnTo>
                  <a:lnTo>
                    <a:pt x="650" y="345"/>
                  </a:lnTo>
                  <a:lnTo>
                    <a:pt x="650" y="343"/>
                  </a:lnTo>
                  <a:lnTo>
                    <a:pt x="650" y="341"/>
                  </a:lnTo>
                  <a:lnTo>
                    <a:pt x="651" y="337"/>
                  </a:lnTo>
                  <a:lnTo>
                    <a:pt x="651" y="337"/>
                  </a:lnTo>
                  <a:lnTo>
                    <a:pt x="651" y="335"/>
                  </a:lnTo>
                  <a:lnTo>
                    <a:pt x="651" y="333"/>
                  </a:lnTo>
                  <a:lnTo>
                    <a:pt x="651" y="333"/>
                  </a:lnTo>
                  <a:lnTo>
                    <a:pt x="653" y="330"/>
                  </a:lnTo>
                  <a:lnTo>
                    <a:pt x="653" y="328"/>
                  </a:lnTo>
                  <a:lnTo>
                    <a:pt x="653" y="326"/>
                  </a:lnTo>
                  <a:lnTo>
                    <a:pt x="655" y="326"/>
                  </a:lnTo>
                  <a:lnTo>
                    <a:pt x="661" y="330"/>
                  </a:lnTo>
                  <a:lnTo>
                    <a:pt x="669" y="331"/>
                  </a:lnTo>
                  <a:lnTo>
                    <a:pt x="671" y="331"/>
                  </a:lnTo>
                  <a:lnTo>
                    <a:pt x="669" y="331"/>
                  </a:lnTo>
                  <a:lnTo>
                    <a:pt x="663" y="328"/>
                  </a:lnTo>
                  <a:lnTo>
                    <a:pt x="659" y="324"/>
                  </a:lnTo>
                  <a:lnTo>
                    <a:pt x="651" y="322"/>
                  </a:lnTo>
                  <a:lnTo>
                    <a:pt x="653" y="320"/>
                  </a:lnTo>
                  <a:lnTo>
                    <a:pt x="653" y="318"/>
                  </a:lnTo>
                  <a:lnTo>
                    <a:pt x="653" y="314"/>
                  </a:lnTo>
                  <a:lnTo>
                    <a:pt x="653" y="312"/>
                  </a:lnTo>
                  <a:lnTo>
                    <a:pt x="653" y="312"/>
                  </a:lnTo>
                  <a:lnTo>
                    <a:pt x="657" y="310"/>
                  </a:lnTo>
                  <a:lnTo>
                    <a:pt x="655" y="308"/>
                  </a:lnTo>
                  <a:lnTo>
                    <a:pt x="655" y="308"/>
                  </a:lnTo>
                  <a:lnTo>
                    <a:pt x="655" y="306"/>
                  </a:lnTo>
                  <a:lnTo>
                    <a:pt x="655" y="306"/>
                  </a:lnTo>
                  <a:lnTo>
                    <a:pt x="655" y="306"/>
                  </a:lnTo>
                  <a:lnTo>
                    <a:pt x="655" y="304"/>
                  </a:lnTo>
                  <a:lnTo>
                    <a:pt x="655" y="304"/>
                  </a:lnTo>
                  <a:lnTo>
                    <a:pt x="655" y="302"/>
                  </a:lnTo>
                  <a:lnTo>
                    <a:pt x="655" y="302"/>
                  </a:lnTo>
                  <a:lnTo>
                    <a:pt x="659" y="296"/>
                  </a:lnTo>
                  <a:lnTo>
                    <a:pt x="659" y="294"/>
                  </a:lnTo>
                  <a:lnTo>
                    <a:pt x="663" y="296"/>
                  </a:lnTo>
                  <a:lnTo>
                    <a:pt x="665" y="294"/>
                  </a:lnTo>
                  <a:lnTo>
                    <a:pt x="665" y="292"/>
                  </a:lnTo>
                  <a:lnTo>
                    <a:pt x="665" y="290"/>
                  </a:lnTo>
                  <a:lnTo>
                    <a:pt x="665" y="288"/>
                  </a:lnTo>
                  <a:lnTo>
                    <a:pt x="663" y="286"/>
                  </a:lnTo>
                  <a:lnTo>
                    <a:pt x="663" y="286"/>
                  </a:lnTo>
                  <a:lnTo>
                    <a:pt x="663" y="286"/>
                  </a:lnTo>
                  <a:lnTo>
                    <a:pt x="663" y="286"/>
                  </a:lnTo>
                  <a:lnTo>
                    <a:pt x="663" y="284"/>
                  </a:lnTo>
                  <a:lnTo>
                    <a:pt x="663" y="284"/>
                  </a:lnTo>
                  <a:lnTo>
                    <a:pt x="663" y="282"/>
                  </a:lnTo>
                  <a:lnTo>
                    <a:pt x="663" y="280"/>
                  </a:lnTo>
                  <a:lnTo>
                    <a:pt x="665" y="280"/>
                  </a:lnTo>
                  <a:lnTo>
                    <a:pt x="665" y="278"/>
                  </a:lnTo>
                  <a:lnTo>
                    <a:pt x="671" y="276"/>
                  </a:lnTo>
                  <a:lnTo>
                    <a:pt x="671" y="276"/>
                  </a:lnTo>
                  <a:lnTo>
                    <a:pt x="673" y="282"/>
                  </a:lnTo>
                  <a:lnTo>
                    <a:pt x="673" y="284"/>
                  </a:lnTo>
                  <a:lnTo>
                    <a:pt x="675" y="284"/>
                  </a:lnTo>
                  <a:lnTo>
                    <a:pt x="675" y="286"/>
                  </a:lnTo>
                  <a:lnTo>
                    <a:pt x="675" y="286"/>
                  </a:lnTo>
                  <a:lnTo>
                    <a:pt x="675" y="288"/>
                  </a:lnTo>
                  <a:lnTo>
                    <a:pt x="675" y="290"/>
                  </a:lnTo>
                  <a:lnTo>
                    <a:pt x="675" y="292"/>
                  </a:lnTo>
                  <a:lnTo>
                    <a:pt x="677" y="292"/>
                  </a:lnTo>
                  <a:lnTo>
                    <a:pt x="677" y="292"/>
                  </a:lnTo>
                  <a:lnTo>
                    <a:pt x="683" y="294"/>
                  </a:lnTo>
                  <a:lnTo>
                    <a:pt x="683" y="292"/>
                  </a:lnTo>
                  <a:lnTo>
                    <a:pt x="683" y="290"/>
                  </a:lnTo>
                  <a:lnTo>
                    <a:pt x="681" y="288"/>
                  </a:lnTo>
                  <a:lnTo>
                    <a:pt x="681" y="286"/>
                  </a:lnTo>
                  <a:lnTo>
                    <a:pt x="681" y="284"/>
                  </a:lnTo>
                  <a:lnTo>
                    <a:pt x="679" y="282"/>
                  </a:lnTo>
                  <a:lnTo>
                    <a:pt x="679" y="278"/>
                  </a:lnTo>
                  <a:lnTo>
                    <a:pt x="679" y="278"/>
                  </a:lnTo>
                  <a:lnTo>
                    <a:pt x="679" y="276"/>
                  </a:lnTo>
                  <a:lnTo>
                    <a:pt x="679" y="276"/>
                  </a:lnTo>
                  <a:lnTo>
                    <a:pt x="679" y="275"/>
                  </a:lnTo>
                  <a:lnTo>
                    <a:pt x="679" y="275"/>
                  </a:lnTo>
                  <a:lnTo>
                    <a:pt x="679" y="275"/>
                  </a:lnTo>
                  <a:lnTo>
                    <a:pt x="679" y="273"/>
                  </a:lnTo>
                  <a:lnTo>
                    <a:pt x="679" y="273"/>
                  </a:lnTo>
                  <a:lnTo>
                    <a:pt x="679" y="271"/>
                  </a:lnTo>
                  <a:lnTo>
                    <a:pt x="679" y="271"/>
                  </a:lnTo>
                  <a:lnTo>
                    <a:pt x="681" y="269"/>
                  </a:lnTo>
                  <a:lnTo>
                    <a:pt x="683" y="267"/>
                  </a:lnTo>
                  <a:lnTo>
                    <a:pt x="685" y="267"/>
                  </a:lnTo>
                  <a:close/>
                  <a:moveTo>
                    <a:pt x="381" y="263"/>
                  </a:moveTo>
                  <a:lnTo>
                    <a:pt x="391" y="267"/>
                  </a:lnTo>
                  <a:lnTo>
                    <a:pt x="397" y="275"/>
                  </a:lnTo>
                  <a:lnTo>
                    <a:pt x="400" y="278"/>
                  </a:lnTo>
                  <a:lnTo>
                    <a:pt x="398" y="276"/>
                  </a:lnTo>
                  <a:lnTo>
                    <a:pt x="397" y="276"/>
                  </a:lnTo>
                  <a:lnTo>
                    <a:pt x="397" y="276"/>
                  </a:lnTo>
                  <a:lnTo>
                    <a:pt x="397" y="276"/>
                  </a:lnTo>
                  <a:lnTo>
                    <a:pt x="397" y="275"/>
                  </a:lnTo>
                  <a:lnTo>
                    <a:pt x="397" y="275"/>
                  </a:lnTo>
                  <a:lnTo>
                    <a:pt x="393" y="269"/>
                  </a:lnTo>
                  <a:lnTo>
                    <a:pt x="383" y="263"/>
                  </a:lnTo>
                  <a:lnTo>
                    <a:pt x="381" y="263"/>
                  </a:lnTo>
                  <a:close/>
                  <a:moveTo>
                    <a:pt x="622" y="233"/>
                  </a:moveTo>
                  <a:lnTo>
                    <a:pt x="622" y="235"/>
                  </a:lnTo>
                  <a:lnTo>
                    <a:pt x="624" y="235"/>
                  </a:lnTo>
                  <a:lnTo>
                    <a:pt x="626" y="235"/>
                  </a:lnTo>
                  <a:lnTo>
                    <a:pt x="626" y="235"/>
                  </a:lnTo>
                  <a:lnTo>
                    <a:pt x="628" y="237"/>
                  </a:lnTo>
                  <a:lnTo>
                    <a:pt x="624" y="239"/>
                  </a:lnTo>
                  <a:lnTo>
                    <a:pt x="622" y="241"/>
                  </a:lnTo>
                  <a:lnTo>
                    <a:pt x="620" y="247"/>
                  </a:lnTo>
                  <a:lnTo>
                    <a:pt x="618" y="249"/>
                  </a:lnTo>
                  <a:lnTo>
                    <a:pt x="618" y="247"/>
                  </a:lnTo>
                  <a:lnTo>
                    <a:pt x="618" y="245"/>
                  </a:lnTo>
                  <a:lnTo>
                    <a:pt x="618" y="245"/>
                  </a:lnTo>
                  <a:lnTo>
                    <a:pt x="618" y="243"/>
                  </a:lnTo>
                  <a:lnTo>
                    <a:pt x="618" y="241"/>
                  </a:lnTo>
                  <a:lnTo>
                    <a:pt x="618" y="239"/>
                  </a:lnTo>
                  <a:lnTo>
                    <a:pt x="618" y="239"/>
                  </a:lnTo>
                  <a:lnTo>
                    <a:pt x="618" y="237"/>
                  </a:lnTo>
                  <a:lnTo>
                    <a:pt x="618" y="235"/>
                  </a:lnTo>
                  <a:lnTo>
                    <a:pt x="618" y="233"/>
                  </a:lnTo>
                  <a:lnTo>
                    <a:pt x="620" y="233"/>
                  </a:lnTo>
                  <a:lnTo>
                    <a:pt x="622" y="233"/>
                  </a:lnTo>
                  <a:close/>
                  <a:moveTo>
                    <a:pt x="2" y="229"/>
                  </a:moveTo>
                  <a:lnTo>
                    <a:pt x="4" y="229"/>
                  </a:lnTo>
                  <a:lnTo>
                    <a:pt x="6" y="231"/>
                  </a:lnTo>
                  <a:lnTo>
                    <a:pt x="2" y="233"/>
                  </a:lnTo>
                  <a:lnTo>
                    <a:pt x="2" y="233"/>
                  </a:lnTo>
                  <a:lnTo>
                    <a:pt x="2" y="237"/>
                  </a:lnTo>
                  <a:lnTo>
                    <a:pt x="4" y="237"/>
                  </a:lnTo>
                  <a:lnTo>
                    <a:pt x="8" y="237"/>
                  </a:lnTo>
                  <a:lnTo>
                    <a:pt x="10" y="233"/>
                  </a:lnTo>
                  <a:lnTo>
                    <a:pt x="10" y="233"/>
                  </a:lnTo>
                  <a:lnTo>
                    <a:pt x="20" y="239"/>
                  </a:lnTo>
                  <a:lnTo>
                    <a:pt x="30" y="245"/>
                  </a:lnTo>
                  <a:lnTo>
                    <a:pt x="38" y="251"/>
                  </a:lnTo>
                  <a:lnTo>
                    <a:pt x="38" y="253"/>
                  </a:lnTo>
                  <a:lnTo>
                    <a:pt x="38" y="255"/>
                  </a:lnTo>
                  <a:lnTo>
                    <a:pt x="38" y="257"/>
                  </a:lnTo>
                  <a:lnTo>
                    <a:pt x="38" y="257"/>
                  </a:lnTo>
                  <a:lnTo>
                    <a:pt x="26" y="257"/>
                  </a:lnTo>
                  <a:lnTo>
                    <a:pt x="14" y="257"/>
                  </a:lnTo>
                  <a:lnTo>
                    <a:pt x="12" y="255"/>
                  </a:lnTo>
                  <a:lnTo>
                    <a:pt x="14" y="255"/>
                  </a:lnTo>
                  <a:lnTo>
                    <a:pt x="14" y="253"/>
                  </a:lnTo>
                  <a:lnTo>
                    <a:pt x="14" y="251"/>
                  </a:lnTo>
                  <a:lnTo>
                    <a:pt x="14" y="251"/>
                  </a:lnTo>
                  <a:lnTo>
                    <a:pt x="14" y="247"/>
                  </a:lnTo>
                  <a:lnTo>
                    <a:pt x="12" y="247"/>
                  </a:lnTo>
                  <a:lnTo>
                    <a:pt x="12" y="247"/>
                  </a:lnTo>
                  <a:lnTo>
                    <a:pt x="12" y="249"/>
                  </a:lnTo>
                  <a:lnTo>
                    <a:pt x="12" y="249"/>
                  </a:lnTo>
                  <a:lnTo>
                    <a:pt x="2" y="243"/>
                  </a:lnTo>
                  <a:lnTo>
                    <a:pt x="0" y="237"/>
                  </a:lnTo>
                  <a:lnTo>
                    <a:pt x="0" y="233"/>
                  </a:lnTo>
                  <a:lnTo>
                    <a:pt x="0" y="231"/>
                  </a:lnTo>
                  <a:lnTo>
                    <a:pt x="2" y="229"/>
                  </a:lnTo>
                  <a:lnTo>
                    <a:pt x="2" y="229"/>
                  </a:lnTo>
                  <a:close/>
                  <a:moveTo>
                    <a:pt x="469" y="192"/>
                  </a:moveTo>
                  <a:lnTo>
                    <a:pt x="471" y="192"/>
                  </a:lnTo>
                  <a:lnTo>
                    <a:pt x="471" y="194"/>
                  </a:lnTo>
                  <a:lnTo>
                    <a:pt x="471" y="194"/>
                  </a:lnTo>
                  <a:lnTo>
                    <a:pt x="469" y="196"/>
                  </a:lnTo>
                  <a:lnTo>
                    <a:pt x="467" y="196"/>
                  </a:lnTo>
                  <a:lnTo>
                    <a:pt x="467" y="196"/>
                  </a:lnTo>
                  <a:lnTo>
                    <a:pt x="467" y="198"/>
                  </a:lnTo>
                  <a:lnTo>
                    <a:pt x="467" y="198"/>
                  </a:lnTo>
                  <a:lnTo>
                    <a:pt x="467" y="198"/>
                  </a:lnTo>
                  <a:lnTo>
                    <a:pt x="467" y="200"/>
                  </a:lnTo>
                  <a:lnTo>
                    <a:pt x="463" y="204"/>
                  </a:lnTo>
                  <a:lnTo>
                    <a:pt x="461" y="202"/>
                  </a:lnTo>
                  <a:lnTo>
                    <a:pt x="461" y="202"/>
                  </a:lnTo>
                  <a:lnTo>
                    <a:pt x="461" y="198"/>
                  </a:lnTo>
                  <a:lnTo>
                    <a:pt x="461" y="196"/>
                  </a:lnTo>
                  <a:lnTo>
                    <a:pt x="463" y="196"/>
                  </a:lnTo>
                  <a:lnTo>
                    <a:pt x="465" y="194"/>
                  </a:lnTo>
                  <a:lnTo>
                    <a:pt x="469" y="192"/>
                  </a:lnTo>
                  <a:close/>
                  <a:moveTo>
                    <a:pt x="385" y="188"/>
                  </a:moveTo>
                  <a:lnTo>
                    <a:pt x="393" y="190"/>
                  </a:lnTo>
                  <a:lnTo>
                    <a:pt x="402" y="194"/>
                  </a:lnTo>
                  <a:lnTo>
                    <a:pt x="406" y="190"/>
                  </a:lnTo>
                  <a:lnTo>
                    <a:pt x="412" y="194"/>
                  </a:lnTo>
                  <a:lnTo>
                    <a:pt x="422" y="194"/>
                  </a:lnTo>
                  <a:lnTo>
                    <a:pt x="428" y="202"/>
                  </a:lnTo>
                  <a:lnTo>
                    <a:pt x="442" y="204"/>
                  </a:lnTo>
                  <a:lnTo>
                    <a:pt x="453" y="208"/>
                  </a:lnTo>
                  <a:lnTo>
                    <a:pt x="455" y="208"/>
                  </a:lnTo>
                  <a:lnTo>
                    <a:pt x="457" y="210"/>
                  </a:lnTo>
                  <a:lnTo>
                    <a:pt x="459" y="214"/>
                  </a:lnTo>
                  <a:lnTo>
                    <a:pt x="457" y="216"/>
                  </a:lnTo>
                  <a:lnTo>
                    <a:pt x="457" y="220"/>
                  </a:lnTo>
                  <a:lnTo>
                    <a:pt x="455" y="223"/>
                  </a:lnTo>
                  <a:lnTo>
                    <a:pt x="449" y="227"/>
                  </a:lnTo>
                  <a:lnTo>
                    <a:pt x="448" y="231"/>
                  </a:lnTo>
                  <a:lnTo>
                    <a:pt x="446" y="231"/>
                  </a:lnTo>
                  <a:lnTo>
                    <a:pt x="440" y="239"/>
                  </a:lnTo>
                  <a:lnTo>
                    <a:pt x="428" y="247"/>
                  </a:lnTo>
                  <a:lnTo>
                    <a:pt x="420" y="245"/>
                  </a:lnTo>
                  <a:lnTo>
                    <a:pt x="410" y="245"/>
                  </a:lnTo>
                  <a:lnTo>
                    <a:pt x="410" y="245"/>
                  </a:lnTo>
                  <a:lnTo>
                    <a:pt x="412" y="245"/>
                  </a:lnTo>
                  <a:lnTo>
                    <a:pt x="412" y="245"/>
                  </a:lnTo>
                  <a:lnTo>
                    <a:pt x="412" y="243"/>
                  </a:lnTo>
                  <a:lnTo>
                    <a:pt x="410" y="241"/>
                  </a:lnTo>
                  <a:lnTo>
                    <a:pt x="410" y="241"/>
                  </a:lnTo>
                  <a:lnTo>
                    <a:pt x="410" y="241"/>
                  </a:lnTo>
                  <a:lnTo>
                    <a:pt x="416" y="237"/>
                  </a:lnTo>
                  <a:lnTo>
                    <a:pt x="418" y="237"/>
                  </a:lnTo>
                  <a:lnTo>
                    <a:pt x="420" y="241"/>
                  </a:lnTo>
                  <a:lnTo>
                    <a:pt x="420" y="241"/>
                  </a:lnTo>
                  <a:lnTo>
                    <a:pt x="422" y="239"/>
                  </a:lnTo>
                  <a:lnTo>
                    <a:pt x="422" y="237"/>
                  </a:lnTo>
                  <a:lnTo>
                    <a:pt x="420" y="233"/>
                  </a:lnTo>
                  <a:lnTo>
                    <a:pt x="420" y="231"/>
                  </a:lnTo>
                  <a:lnTo>
                    <a:pt x="414" y="227"/>
                  </a:lnTo>
                  <a:lnTo>
                    <a:pt x="406" y="225"/>
                  </a:lnTo>
                  <a:lnTo>
                    <a:pt x="397" y="223"/>
                  </a:lnTo>
                  <a:lnTo>
                    <a:pt x="389" y="222"/>
                  </a:lnTo>
                  <a:lnTo>
                    <a:pt x="389" y="220"/>
                  </a:lnTo>
                  <a:lnTo>
                    <a:pt x="389" y="218"/>
                  </a:lnTo>
                  <a:lnTo>
                    <a:pt x="389" y="216"/>
                  </a:lnTo>
                  <a:lnTo>
                    <a:pt x="391" y="214"/>
                  </a:lnTo>
                  <a:lnTo>
                    <a:pt x="393" y="214"/>
                  </a:lnTo>
                  <a:lnTo>
                    <a:pt x="395" y="212"/>
                  </a:lnTo>
                  <a:lnTo>
                    <a:pt x="393" y="208"/>
                  </a:lnTo>
                  <a:lnTo>
                    <a:pt x="389" y="206"/>
                  </a:lnTo>
                  <a:lnTo>
                    <a:pt x="387" y="204"/>
                  </a:lnTo>
                  <a:lnTo>
                    <a:pt x="389" y="204"/>
                  </a:lnTo>
                  <a:lnTo>
                    <a:pt x="391" y="202"/>
                  </a:lnTo>
                  <a:lnTo>
                    <a:pt x="391" y="200"/>
                  </a:lnTo>
                  <a:lnTo>
                    <a:pt x="391" y="198"/>
                  </a:lnTo>
                  <a:lnTo>
                    <a:pt x="391" y="196"/>
                  </a:lnTo>
                  <a:lnTo>
                    <a:pt x="391" y="194"/>
                  </a:lnTo>
                  <a:lnTo>
                    <a:pt x="389" y="192"/>
                  </a:lnTo>
                  <a:lnTo>
                    <a:pt x="389" y="192"/>
                  </a:lnTo>
                  <a:lnTo>
                    <a:pt x="387" y="190"/>
                  </a:lnTo>
                  <a:lnTo>
                    <a:pt x="383" y="190"/>
                  </a:lnTo>
                  <a:lnTo>
                    <a:pt x="383" y="190"/>
                  </a:lnTo>
                  <a:lnTo>
                    <a:pt x="385" y="188"/>
                  </a:lnTo>
                  <a:close/>
                  <a:moveTo>
                    <a:pt x="553" y="169"/>
                  </a:moveTo>
                  <a:lnTo>
                    <a:pt x="557" y="170"/>
                  </a:lnTo>
                  <a:lnTo>
                    <a:pt x="557" y="172"/>
                  </a:lnTo>
                  <a:lnTo>
                    <a:pt x="557" y="174"/>
                  </a:lnTo>
                  <a:lnTo>
                    <a:pt x="559" y="174"/>
                  </a:lnTo>
                  <a:lnTo>
                    <a:pt x="559" y="174"/>
                  </a:lnTo>
                  <a:lnTo>
                    <a:pt x="559" y="174"/>
                  </a:lnTo>
                  <a:lnTo>
                    <a:pt x="559" y="174"/>
                  </a:lnTo>
                  <a:lnTo>
                    <a:pt x="561" y="176"/>
                  </a:lnTo>
                  <a:lnTo>
                    <a:pt x="561" y="178"/>
                  </a:lnTo>
                  <a:lnTo>
                    <a:pt x="563" y="182"/>
                  </a:lnTo>
                  <a:lnTo>
                    <a:pt x="565" y="182"/>
                  </a:lnTo>
                  <a:lnTo>
                    <a:pt x="567" y="184"/>
                  </a:lnTo>
                  <a:lnTo>
                    <a:pt x="567" y="188"/>
                  </a:lnTo>
                  <a:lnTo>
                    <a:pt x="565" y="190"/>
                  </a:lnTo>
                  <a:lnTo>
                    <a:pt x="563" y="192"/>
                  </a:lnTo>
                  <a:lnTo>
                    <a:pt x="561" y="194"/>
                  </a:lnTo>
                  <a:lnTo>
                    <a:pt x="561" y="194"/>
                  </a:lnTo>
                  <a:lnTo>
                    <a:pt x="561" y="194"/>
                  </a:lnTo>
                  <a:lnTo>
                    <a:pt x="561" y="196"/>
                  </a:lnTo>
                  <a:lnTo>
                    <a:pt x="561" y="196"/>
                  </a:lnTo>
                  <a:lnTo>
                    <a:pt x="561" y="196"/>
                  </a:lnTo>
                  <a:lnTo>
                    <a:pt x="561" y="198"/>
                  </a:lnTo>
                  <a:lnTo>
                    <a:pt x="559" y="202"/>
                  </a:lnTo>
                  <a:lnTo>
                    <a:pt x="559" y="202"/>
                  </a:lnTo>
                  <a:lnTo>
                    <a:pt x="561" y="204"/>
                  </a:lnTo>
                  <a:lnTo>
                    <a:pt x="561" y="206"/>
                  </a:lnTo>
                  <a:lnTo>
                    <a:pt x="561" y="208"/>
                  </a:lnTo>
                  <a:lnTo>
                    <a:pt x="559" y="210"/>
                  </a:lnTo>
                  <a:lnTo>
                    <a:pt x="557" y="214"/>
                  </a:lnTo>
                  <a:lnTo>
                    <a:pt x="555" y="214"/>
                  </a:lnTo>
                  <a:lnTo>
                    <a:pt x="557" y="218"/>
                  </a:lnTo>
                  <a:lnTo>
                    <a:pt x="557" y="218"/>
                  </a:lnTo>
                  <a:lnTo>
                    <a:pt x="557" y="220"/>
                  </a:lnTo>
                  <a:lnTo>
                    <a:pt x="555" y="220"/>
                  </a:lnTo>
                  <a:lnTo>
                    <a:pt x="553" y="222"/>
                  </a:lnTo>
                  <a:lnTo>
                    <a:pt x="555" y="223"/>
                  </a:lnTo>
                  <a:lnTo>
                    <a:pt x="557" y="223"/>
                  </a:lnTo>
                  <a:lnTo>
                    <a:pt x="557" y="223"/>
                  </a:lnTo>
                  <a:lnTo>
                    <a:pt x="557" y="225"/>
                  </a:lnTo>
                  <a:lnTo>
                    <a:pt x="555" y="227"/>
                  </a:lnTo>
                  <a:lnTo>
                    <a:pt x="553" y="229"/>
                  </a:lnTo>
                  <a:lnTo>
                    <a:pt x="553" y="231"/>
                  </a:lnTo>
                  <a:lnTo>
                    <a:pt x="548" y="235"/>
                  </a:lnTo>
                  <a:lnTo>
                    <a:pt x="548" y="237"/>
                  </a:lnTo>
                  <a:lnTo>
                    <a:pt x="548" y="237"/>
                  </a:lnTo>
                  <a:lnTo>
                    <a:pt x="548" y="237"/>
                  </a:lnTo>
                  <a:lnTo>
                    <a:pt x="550" y="237"/>
                  </a:lnTo>
                  <a:lnTo>
                    <a:pt x="550" y="235"/>
                  </a:lnTo>
                  <a:lnTo>
                    <a:pt x="559" y="227"/>
                  </a:lnTo>
                  <a:lnTo>
                    <a:pt x="559" y="227"/>
                  </a:lnTo>
                  <a:lnTo>
                    <a:pt x="559" y="223"/>
                  </a:lnTo>
                  <a:lnTo>
                    <a:pt x="559" y="222"/>
                  </a:lnTo>
                  <a:lnTo>
                    <a:pt x="559" y="222"/>
                  </a:lnTo>
                  <a:lnTo>
                    <a:pt x="561" y="222"/>
                  </a:lnTo>
                  <a:lnTo>
                    <a:pt x="563" y="218"/>
                  </a:lnTo>
                  <a:lnTo>
                    <a:pt x="563" y="218"/>
                  </a:lnTo>
                  <a:lnTo>
                    <a:pt x="563" y="216"/>
                  </a:lnTo>
                  <a:lnTo>
                    <a:pt x="563" y="214"/>
                  </a:lnTo>
                  <a:lnTo>
                    <a:pt x="563" y="212"/>
                  </a:lnTo>
                  <a:lnTo>
                    <a:pt x="563" y="210"/>
                  </a:lnTo>
                  <a:lnTo>
                    <a:pt x="563" y="208"/>
                  </a:lnTo>
                  <a:lnTo>
                    <a:pt x="567" y="206"/>
                  </a:lnTo>
                  <a:lnTo>
                    <a:pt x="573" y="212"/>
                  </a:lnTo>
                  <a:lnTo>
                    <a:pt x="573" y="212"/>
                  </a:lnTo>
                  <a:lnTo>
                    <a:pt x="575" y="210"/>
                  </a:lnTo>
                  <a:lnTo>
                    <a:pt x="577" y="208"/>
                  </a:lnTo>
                  <a:lnTo>
                    <a:pt x="577" y="206"/>
                  </a:lnTo>
                  <a:lnTo>
                    <a:pt x="577" y="206"/>
                  </a:lnTo>
                  <a:lnTo>
                    <a:pt x="577" y="204"/>
                  </a:lnTo>
                  <a:lnTo>
                    <a:pt x="577" y="204"/>
                  </a:lnTo>
                  <a:lnTo>
                    <a:pt x="577" y="204"/>
                  </a:lnTo>
                  <a:lnTo>
                    <a:pt x="577" y="202"/>
                  </a:lnTo>
                  <a:lnTo>
                    <a:pt x="577" y="202"/>
                  </a:lnTo>
                  <a:lnTo>
                    <a:pt x="579" y="202"/>
                  </a:lnTo>
                  <a:lnTo>
                    <a:pt x="577" y="200"/>
                  </a:lnTo>
                  <a:lnTo>
                    <a:pt x="577" y="198"/>
                  </a:lnTo>
                  <a:lnTo>
                    <a:pt x="579" y="196"/>
                  </a:lnTo>
                  <a:lnTo>
                    <a:pt x="581" y="196"/>
                  </a:lnTo>
                  <a:lnTo>
                    <a:pt x="579" y="194"/>
                  </a:lnTo>
                  <a:lnTo>
                    <a:pt x="577" y="192"/>
                  </a:lnTo>
                  <a:lnTo>
                    <a:pt x="577" y="190"/>
                  </a:lnTo>
                  <a:lnTo>
                    <a:pt x="577" y="186"/>
                  </a:lnTo>
                  <a:lnTo>
                    <a:pt x="577" y="184"/>
                  </a:lnTo>
                  <a:lnTo>
                    <a:pt x="579" y="184"/>
                  </a:lnTo>
                  <a:lnTo>
                    <a:pt x="585" y="186"/>
                  </a:lnTo>
                  <a:lnTo>
                    <a:pt x="595" y="184"/>
                  </a:lnTo>
                  <a:lnTo>
                    <a:pt x="597" y="186"/>
                  </a:lnTo>
                  <a:lnTo>
                    <a:pt x="597" y="186"/>
                  </a:lnTo>
                  <a:lnTo>
                    <a:pt x="595" y="188"/>
                  </a:lnTo>
                  <a:lnTo>
                    <a:pt x="595" y="188"/>
                  </a:lnTo>
                  <a:lnTo>
                    <a:pt x="595" y="190"/>
                  </a:lnTo>
                  <a:lnTo>
                    <a:pt x="597" y="190"/>
                  </a:lnTo>
                  <a:lnTo>
                    <a:pt x="599" y="188"/>
                  </a:lnTo>
                  <a:lnTo>
                    <a:pt x="599" y="188"/>
                  </a:lnTo>
                  <a:lnTo>
                    <a:pt x="600" y="188"/>
                  </a:lnTo>
                  <a:lnTo>
                    <a:pt x="600" y="190"/>
                  </a:lnTo>
                  <a:lnTo>
                    <a:pt x="599" y="192"/>
                  </a:lnTo>
                  <a:lnTo>
                    <a:pt x="600" y="194"/>
                  </a:lnTo>
                  <a:lnTo>
                    <a:pt x="604" y="196"/>
                  </a:lnTo>
                  <a:lnTo>
                    <a:pt x="604" y="196"/>
                  </a:lnTo>
                  <a:lnTo>
                    <a:pt x="604" y="196"/>
                  </a:lnTo>
                  <a:lnTo>
                    <a:pt x="604" y="198"/>
                  </a:lnTo>
                  <a:lnTo>
                    <a:pt x="604" y="198"/>
                  </a:lnTo>
                  <a:lnTo>
                    <a:pt x="604" y="200"/>
                  </a:lnTo>
                  <a:lnTo>
                    <a:pt x="608" y="200"/>
                  </a:lnTo>
                  <a:lnTo>
                    <a:pt x="610" y="202"/>
                  </a:lnTo>
                  <a:lnTo>
                    <a:pt x="612" y="204"/>
                  </a:lnTo>
                  <a:lnTo>
                    <a:pt x="612" y="204"/>
                  </a:lnTo>
                  <a:lnTo>
                    <a:pt x="612" y="204"/>
                  </a:lnTo>
                  <a:lnTo>
                    <a:pt x="612" y="206"/>
                  </a:lnTo>
                  <a:lnTo>
                    <a:pt x="612" y="206"/>
                  </a:lnTo>
                  <a:lnTo>
                    <a:pt x="612" y="206"/>
                  </a:lnTo>
                  <a:lnTo>
                    <a:pt x="612" y="206"/>
                  </a:lnTo>
                  <a:lnTo>
                    <a:pt x="612" y="208"/>
                  </a:lnTo>
                  <a:lnTo>
                    <a:pt x="612" y="208"/>
                  </a:lnTo>
                  <a:lnTo>
                    <a:pt x="614" y="210"/>
                  </a:lnTo>
                  <a:lnTo>
                    <a:pt x="614" y="210"/>
                  </a:lnTo>
                  <a:lnTo>
                    <a:pt x="616" y="212"/>
                  </a:lnTo>
                  <a:lnTo>
                    <a:pt x="616" y="212"/>
                  </a:lnTo>
                  <a:lnTo>
                    <a:pt x="618" y="216"/>
                  </a:lnTo>
                  <a:lnTo>
                    <a:pt x="618" y="218"/>
                  </a:lnTo>
                  <a:lnTo>
                    <a:pt x="618" y="220"/>
                  </a:lnTo>
                  <a:lnTo>
                    <a:pt x="620" y="222"/>
                  </a:lnTo>
                  <a:lnTo>
                    <a:pt x="620" y="223"/>
                  </a:lnTo>
                  <a:lnTo>
                    <a:pt x="618" y="225"/>
                  </a:lnTo>
                  <a:lnTo>
                    <a:pt x="618" y="227"/>
                  </a:lnTo>
                  <a:lnTo>
                    <a:pt x="614" y="227"/>
                  </a:lnTo>
                  <a:lnTo>
                    <a:pt x="614" y="227"/>
                  </a:lnTo>
                  <a:lnTo>
                    <a:pt x="616" y="229"/>
                  </a:lnTo>
                  <a:lnTo>
                    <a:pt x="616" y="231"/>
                  </a:lnTo>
                  <a:lnTo>
                    <a:pt x="616" y="235"/>
                  </a:lnTo>
                  <a:lnTo>
                    <a:pt x="616" y="237"/>
                  </a:lnTo>
                  <a:lnTo>
                    <a:pt x="614" y="239"/>
                  </a:lnTo>
                  <a:lnTo>
                    <a:pt x="614" y="241"/>
                  </a:lnTo>
                  <a:lnTo>
                    <a:pt x="614" y="243"/>
                  </a:lnTo>
                  <a:lnTo>
                    <a:pt x="614" y="245"/>
                  </a:lnTo>
                  <a:lnTo>
                    <a:pt x="614" y="247"/>
                  </a:lnTo>
                  <a:lnTo>
                    <a:pt x="614" y="251"/>
                  </a:lnTo>
                  <a:lnTo>
                    <a:pt x="614" y="251"/>
                  </a:lnTo>
                  <a:lnTo>
                    <a:pt x="612" y="253"/>
                  </a:lnTo>
                  <a:lnTo>
                    <a:pt x="614" y="255"/>
                  </a:lnTo>
                  <a:lnTo>
                    <a:pt x="614" y="257"/>
                  </a:lnTo>
                  <a:lnTo>
                    <a:pt x="616" y="259"/>
                  </a:lnTo>
                  <a:lnTo>
                    <a:pt x="616" y="261"/>
                  </a:lnTo>
                  <a:lnTo>
                    <a:pt x="614" y="265"/>
                  </a:lnTo>
                  <a:lnTo>
                    <a:pt x="614" y="267"/>
                  </a:lnTo>
                  <a:lnTo>
                    <a:pt x="614" y="269"/>
                  </a:lnTo>
                  <a:lnTo>
                    <a:pt x="614" y="271"/>
                  </a:lnTo>
                  <a:lnTo>
                    <a:pt x="616" y="275"/>
                  </a:lnTo>
                  <a:lnTo>
                    <a:pt x="614" y="276"/>
                  </a:lnTo>
                  <a:lnTo>
                    <a:pt x="614" y="276"/>
                  </a:lnTo>
                  <a:lnTo>
                    <a:pt x="614" y="278"/>
                  </a:lnTo>
                  <a:lnTo>
                    <a:pt x="614" y="280"/>
                  </a:lnTo>
                  <a:lnTo>
                    <a:pt x="616" y="282"/>
                  </a:lnTo>
                  <a:lnTo>
                    <a:pt x="616" y="282"/>
                  </a:lnTo>
                  <a:lnTo>
                    <a:pt x="614" y="288"/>
                  </a:lnTo>
                  <a:lnTo>
                    <a:pt x="614" y="288"/>
                  </a:lnTo>
                  <a:lnTo>
                    <a:pt x="614" y="292"/>
                  </a:lnTo>
                  <a:lnTo>
                    <a:pt x="612" y="292"/>
                  </a:lnTo>
                  <a:lnTo>
                    <a:pt x="612" y="294"/>
                  </a:lnTo>
                  <a:lnTo>
                    <a:pt x="612" y="294"/>
                  </a:lnTo>
                  <a:lnTo>
                    <a:pt x="612" y="294"/>
                  </a:lnTo>
                  <a:lnTo>
                    <a:pt x="610" y="296"/>
                  </a:lnTo>
                  <a:lnTo>
                    <a:pt x="610" y="296"/>
                  </a:lnTo>
                  <a:lnTo>
                    <a:pt x="610" y="298"/>
                  </a:lnTo>
                  <a:lnTo>
                    <a:pt x="610" y="298"/>
                  </a:lnTo>
                  <a:lnTo>
                    <a:pt x="608" y="296"/>
                  </a:lnTo>
                  <a:lnTo>
                    <a:pt x="600" y="290"/>
                  </a:lnTo>
                  <a:lnTo>
                    <a:pt x="600" y="290"/>
                  </a:lnTo>
                  <a:lnTo>
                    <a:pt x="599" y="292"/>
                  </a:lnTo>
                  <a:lnTo>
                    <a:pt x="599" y="294"/>
                  </a:lnTo>
                  <a:lnTo>
                    <a:pt x="606" y="302"/>
                  </a:lnTo>
                  <a:lnTo>
                    <a:pt x="614" y="310"/>
                  </a:lnTo>
                  <a:lnTo>
                    <a:pt x="614" y="312"/>
                  </a:lnTo>
                  <a:lnTo>
                    <a:pt x="614" y="312"/>
                  </a:lnTo>
                  <a:lnTo>
                    <a:pt x="614" y="314"/>
                  </a:lnTo>
                  <a:lnTo>
                    <a:pt x="612" y="314"/>
                  </a:lnTo>
                  <a:lnTo>
                    <a:pt x="612" y="316"/>
                  </a:lnTo>
                  <a:lnTo>
                    <a:pt x="620" y="318"/>
                  </a:lnTo>
                  <a:lnTo>
                    <a:pt x="622" y="320"/>
                  </a:lnTo>
                  <a:lnTo>
                    <a:pt x="622" y="320"/>
                  </a:lnTo>
                  <a:lnTo>
                    <a:pt x="622" y="322"/>
                  </a:lnTo>
                  <a:lnTo>
                    <a:pt x="622" y="326"/>
                  </a:lnTo>
                  <a:lnTo>
                    <a:pt x="624" y="328"/>
                  </a:lnTo>
                  <a:lnTo>
                    <a:pt x="622" y="330"/>
                  </a:lnTo>
                  <a:lnTo>
                    <a:pt x="624" y="331"/>
                  </a:lnTo>
                  <a:lnTo>
                    <a:pt x="626" y="337"/>
                  </a:lnTo>
                  <a:lnTo>
                    <a:pt x="626" y="339"/>
                  </a:lnTo>
                  <a:lnTo>
                    <a:pt x="624" y="341"/>
                  </a:lnTo>
                  <a:lnTo>
                    <a:pt x="620" y="347"/>
                  </a:lnTo>
                  <a:lnTo>
                    <a:pt x="618" y="351"/>
                  </a:lnTo>
                  <a:lnTo>
                    <a:pt x="616" y="353"/>
                  </a:lnTo>
                  <a:lnTo>
                    <a:pt x="614" y="357"/>
                  </a:lnTo>
                  <a:lnTo>
                    <a:pt x="612" y="359"/>
                  </a:lnTo>
                  <a:lnTo>
                    <a:pt x="606" y="359"/>
                  </a:lnTo>
                  <a:lnTo>
                    <a:pt x="600" y="361"/>
                  </a:lnTo>
                  <a:lnTo>
                    <a:pt x="591" y="361"/>
                  </a:lnTo>
                  <a:lnTo>
                    <a:pt x="591" y="363"/>
                  </a:lnTo>
                  <a:lnTo>
                    <a:pt x="591" y="363"/>
                  </a:lnTo>
                  <a:lnTo>
                    <a:pt x="591" y="363"/>
                  </a:lnTo>
                  <a:lnTo>
                    <a:pt x="591" y="365"/>
                  </a:lnTo>
                  <a:lnTo>
                    <a:pt x="591" y="365"/>
                  </a:lnTo>
                  <a:lnTo>
                    <a:pt x="585" y="365"/>
                  </a:lnTo>
                  <a:lnTo>
                    <a:pt x="581" y="363"/>
                  </a:lnTo>
                  <a:lnTo>
                    <a:pt x="577" y="363"/>
                  </a:lnTo>
                  <a:lnTo>
                    <a:pt x="579" y="361"/>
                  </a:lnTo>
                  <a:lnTo>
                    <a:pt x="577" y="361"/>
                  </a:lnTo>
                  <a:lnTo>
                    <a:pt x="573" y="363"/>
                  </a:lnTo>
                  <a:lnTo>
                    <a:pt x="569" y="363"/>
                  </a:lnTo>
                  <a:lnTo>
                    <a:pt x="569" y="361"/>
                  </a:lnTo>
                  <a:lnTo>
                    <a:pt x="569" y="361"/>
                  </a:lnTo>
                  <a:lnTo>
                    <a:pt x="567" y="361"/>
                  </a:lnTo>
                  <a:lnTo>
                    <a:pt x="561" y="363"/>
                  </a:lnTo>
                  <a:lnTo>
                    <a:pt x="559" y="361"/>
                  </a:lnTo>
                  <a:lnTo>
                    <a:pt x="561" y="359"/>
                  </a:lnTo>
                  <a:lnTo>
                    <a:pt x="563" y="361"/>
                  </a:lnTo>
                  <a:lnTo>
                    <a:pt x="565" y="359"/>
                  </a:lnTo>
                  <a:lnTo>
                    <a:pt x="563" y="357"/>
                  </a:lnTo>
                  <a:lnTo>
                    <a:pt x="555" y="357"/>
                  </a:lnTo>
                  <a:lnTo>
                    <a:pt x="553" y="357"/>
                  </a:lnTo>
                  <a:lnTo>
                    <a:pt x="553" y="355"/>
                  </a:lnTo>
                  <a:lnTo>
                    <a:pt x="553" y="355"/>
                  </a:lnTo>
                  <a:lnTo>
                    <a:pt x="551" y="353"/>
                  </a:lnTo>
                  <a:lnTo>
                    <a:pt x="546" y="345"/>
                  </a:lnTo>
                  <a:lnTo>
                    <a:pt x="544" y="345"/>
                  </a:lnTo>
                  <a:lnTo>
                    <a:pt x="544" y="345"/>
                  </a:lnTo>
                  <a:lnTo>
                    <a:pt x="544" y="345"/>
                  </a:lnTo>
                  <a:lnTo>
                    <a:pt x="544" y="343"/>
                  </a:lnTo>
                  <a:lnTo>
                    <a:pt x="542" y="339"/>
                  </a:lnTo>
                  <a:lnTo>
                    <a:pt x="536" y="339"/>
                  </a:lnTo>
                  <a:lnTo>
                    <a:pt x="528" y="339"/>
                  </a:lnTo>
                  <a:lnTo>
                    <a:pt x="528" y="339"/>
                  </a:lnTo>
                  <a:lnTo>
                    <a:pt x="530" y="337"/>
                  </a:lnTo>
                  <a:lnTo>
                    <a:pt x="530" y="337"/>
                  </a:lnTo>
                  <a:lnTo>
                    <a:pt x="530" y="335"/>
                  </a:lnTo>
                  <a:lnTo>
                    <a:pt x="518" y="339"/>
                  </a:lnTo>
                  <a:lnTo>
                    <a:pt x="516" y="339"/>
                  </a:lnTo>
                  <a:lnTo>
                    <a:pt x="512" y="339"/>
                  </a:lnTo>
                  <a:lnTo>
                    <a:pt x="512" y="339"/>
                  </a:lnTo>
                  <a:lnTo>
                    <a:pt x="512" y="337"/>
                  </a:lnTo>
                  <a:lnTo>
                    <a:pt x="510" y="337"/>
                  </a:lnTo>
                  <a:lnTo>
                    <a:pt x="510" y="335"/>
                  </a:lnTo>
                  <a:lnTo>
                    <a:pt x="510" y="333"/>
                  </a:lnTo>
                  <a:lnTo>
                    <a:pt x="510" y="333"/>
                  </a:lnTo>
                  <a:lnTo>
                    <a:pt x="510" y="330"/>
                  </a:lnTo>
                  <a:lnTo>
                    <a:pt x="512" y="330"/>
                  </a:lnTo>
                  <a:lnTo>
                    <a:pt x="510" y="330"/>
                  </a:lnTo>
                  <a:lnTo>
                    <a:pt x="510" y="328"/>
                  </a:lnTo>
                  <a:lnTo>
                    <a:pt x="508" y="328"/>
                  </a:lnTo>
                  <a:lnTo>
                    <a:pt x="508" y="326"/>
                  </a:lnTo>
                  <a:lnTo>
                    <a:pt x="508" y="326"/>
                  </a:lnTo>
                  <a:lnTo>
                    <a:pt x="506" y="324"/>
                  </a:lnTo>
                  <a:lnTo>
                    <a:pt x="506" y="324"/>
                  </a:lnTo>
                  <a:lnTo>
                    <a:pt x="504" y="326"/>
                  </a:lnTo>
                  <a:lnTo>
                    <a:pt x="500" y="330"/>
                  </a:lnTo>
                  <a:lnTo>
                    <a:pt x="499" y="331"/>
                  </a:lnTo>
                  <a:lnTo>
                    <a:pt x="499" y="333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3" y="331"/>
                  </a:lnTo>
                  <a:lnTo>
                    <a:pt x="493" y="331"/>
                  </a:lnTo>
                  <a:lnTo>
                    <a:pt x="493" y="330"/>
                  </a:lnTo>
                  <a:lnTo>
                    <a:pt x="489" y="331"/>
                  </a:lnTo>
                  <a:lnTo>
                    <a:pt x="489" y="331"/>
                  </a:lnTo>
                  <a:lnTo>
                    <a:pt x="483" y="322"/>
                  </a:lnTo>
                  <a:lnTo>
                    <a:pt x="483" y="322"/>
                  </a:lnTo>
                  <a:lnTo>
                    <a:pt x="483" y="320"/>
                  </a:lnTo>
                  <a:lnTo>
                    <a:pt x="483" y="318"/>
                  </a:lnTo>
                  <a:lnTo>
                    <a:pt x="483" y="316"/>
                  </a:lnTo>
                  <a:lnTo>
                    <a:pt x="483" y="312"/>
                  </a:lnTo>
                  <a:lnTo>
                    <a:pt x="475" y="308"/>
                  </a:lnTo>
                  <a:lnTo>
                    <a:pt x="475" y="306"/>
                  </a:lnTo>
                  <a:lnTo>
                    <a:pt x="475" y="304"/>
                  </a:lnTo>
                  <a:lnTo>
                    <a:pt x="475" y="300"/>
                  </a:lnTo>
                  <a:lnTo>
                    <a:pt x="475" y="300"/>
                  </a:lnTo>
                  <a:lnTo>
                    <a:pt x="475" y="296"/>
                  </a:lnTo>
                  <a:lnTo>
                    <a:pt x="475" y="294"/>
                  </a:lnTo>
                  <a:lnTo>
                    <a:pt x="475" y="294"/>
                  </a:lnTo>
                  <a:lnTo>
                    <a:pt x="475" y="292"/>
                  </a:lnTo>
                  <a:lnTo>
                    <a:pt x="475" y="290"/>
                  </a:lnTo>
                  <a:lnTo>
                    <a:pt x="475" y="288"/>
                  </a:lnTo>
                  <a:lnTo>
                    <a:pt x="475" y="286"/>
                  </a:lnTo>
                  <a:lnTo>
                    <a:pt x="475" y="286"/>
                  </a:lnTo>
                  <a:lnTo>
                    <a:pt x="475" y="284"/>
                  </a:lnTo>
                  <a:lnTo>
                    <a:pt x="475" y="280"/>
                  </a:lnTo>
                  <a:lnTo>
                    <a:pt x="475" y="278"/>
                  </a:lnTo>
                  <a:lnTo>
                    <a:pt x="473" y="273"/>
                  </a:lnTo>
                  <a:lnTo>
                    <a:pt x="471" y="273"/>
                  </a:lnTo>
                  <a:lnTo>
                    <a:pt x="467" y="275"/>
                  </a:lnTo>
                  <a:lnTo>
                    <a:pt x="467" y="276"/>
                  </a:lnTo>
                  <a:lnTo>
                    <a:pt x="467" y="278"/>
                  </a:lnTo>
                  <a:lnTo>
                    <a:pt x="467" y="280"/>
                  </a:lnTo>
                  <a:lnTo>
                    <a:pt x="465" y="280"/>
                  </a:lnTo>
                  <a:lnTo>
                    <a:pt x="459" y="278"/>
                  </a:lnTo>
                  <a:lnTo>
                    <a:pt x="457" y="276"/>
                  </a:lnTo>
                  <a:lnTo>
                    <a:pt x="459" y="275"/>
                  </a:lnTo>
                  <a:lnTo>
                    <a:pt x="463" y="275"/>
                  </a:lnTo>
                  <a:lnTo>
                    <a:pt x="465" y="271"/>
                  </a:lnTo>
                  <a:lnTo>
                    <a:pt x="463" y="269"/>
                  </a:lnTo>
                  <a:lnTo>
                    <a:pt x="461" y="269"/>
                  </a:lnTo>
                  <a:lnTo>
                    <a:pt x="459" y="267"/>
                  </a:lnTo>
                  <a:lnTo>
                    <a:pt x="459" y="267"/>
                  </a:lnTo>
                  <a:lnTo>
                    <a:pt x="459" y="265"/>
                  </a:lnTo>
                  <a:lnTo>
                    <a:pt x="459" y="265"/>
                  </a:lnTo>
                  <a:lnTo>
                    <a:pt x="457" y="265"/>
                  </a:lnTo>
                  <a:lnTo>
                    <a:pt x="459" y="263"/>
                  </a:lnTo>
                  <a:lnTo>
                    <a:pt x="459" y="261"/>
                  </a:lnTo>
                  <a:lnTo>
                    <a:pt x="461" y="257"/>
                  </a:lnTo>
                  <a:lnTo>
                    <a:pt x="461" y="255"/>
                  </a:lnTo>
                  <a:lnTo>
                    <a:pt x="459" y="255"/>
                  </a:lnTo>
                  <a:lnTo>
                    <a:pt x="457" y="255"/>
                  </a:lnTo>
                  <a:lnTo>
                    <a:pt x="457" y="257"/>
                  </a:lnTo>
                  <a:lnTo>
                    <a:pt x="457" y="259"/>
                  </a:lnTo>
                  <a:lnTo>
                    <a:pt x="457" y="259"/>
                  </a:lnTo>
                  <a:lnTo>
                    <a:pt x="457" y="261"/>
                  </a:lnTo>
                  <a:lnTo>
                    <a:pt x="455" y="263"/>
                  </a:lnTo>
                  <a:lnTo>
                    <a:pt x="453" y="263"/>
                  </a:lnTo>
                  <a:lnTo>
                    <a:pt x="453" y="263"/>
                  </a:lnTo>
                  <a:lnTo>
                    <a:pt x="453" y="265"/>
                  </a:lnTo>
                  <a:lnTo>
                    <a:pt x="451" y="267"/>
                  </a:lnTo>
                  <a:lnTo>
                    <a:pt x="451" y="267"/>
                  </a:lnTo>
                  <a:lnTo>
                    <a:pt x="451" y="269"/>
                  </a:lnTo>
                  <a:lnTo>
                    <a:pt x="451" y="271"/>
                  </a:lnTo>
                  <a:lnTo>
                    <a:pt x="451" y="271"/>
                  </a:lnTo>
                  <a:lnTo>
                    <a:pt x="453" y="273"/>
                  </a:lnTo>
                  <a:lnTo>
                    <a:pt x="453" y="273"/>
                  </a:lnTo>
                  <a:lnTo>
                    <a:pt x="451" y="275"/>
                  </a:lnTo>
                  <a:lnTo>
                    <a:pt x="449" y="275"/>
                  </a:lnTo>
                  <a:lnTo>
                    <a:pt x="449" y="275"/>
                  </a:lnTo>
                  <a:lnTo>
                    <a:pt x="449" y="276"/>
                  </a:lnTo>
                  <a:lnTo>
                    <a:pt x="448" y="278"/>
                  </a:lnTo>
                  <a:lnTo>
                    <a:pt x="446" y="280"/>
                  </a:lnTo>
                  <a:lnTo>
                    <a:pt x="444" y="278"/>
                  </a:lnTo>
                  <a:lnTo>
                    <a:pt x="442" y="276"/>
                  </a:lnTo>
                  <a:lnTo>
                    <a:pt x="444" y="273"/>
                  </a:lnTo>
                  <a:lnTo>
                    <a:pt x="446" y="273"/>
                  </a:lnTo>
                  <a:lnTo>
                    <a:pt x="448" y="271"/>
                  </a:lnTo>
                  <a:lnTo>
                    <a:pt x="446" y="269"/>
                  </a:lnTo>
                  <a:lnTo>
                    <a:pt x="444" y="267"/>
                  </a:lnTo>
                  <a:lnTo>
                    <a:pt x="442" y="269"/>
                  </a:lnTo>
                  <a:lnTo>
                    <a:pt x="440" y="269"/>
                  </a:lnTo>
                  <a:lnTo>
                    <a:pt x="440" y="267"/>
                  </a:lnTo>
                  <a:lnTo>
                    <a:pt x="440" y="267"/>
                  </a:lnTo>
                  <a:lnTo>
                    <a:pt x="436" y="263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44" y="265"/>
                  </a:lnTo>
                  <a:lnTo>
                    <a:pt x="446" y="263"/>
                  </a:lnTo>
                  <a:lnTo>
                    <a:pt x="453" y="255"/>
                  </a:lnTo>
                  <a:lnTo>
                    <a:pt x="455" y="255"/>
                  </a:lnTo>
                  <a:lnTo>
                    <a:pt x="455" y="253"/>
                  </a:lnTo>
                  <a:lnTo>
                    <a:pt x="457" y="251"/>
                  </a:lnTo>
                  <a:lnTo>
                    <a:pt x="459" y="249"/>
                  </a:lnTo>
                  <a:lnTo>
                    <a:pt x="459" y="247"/>
                  </a:lnTo>
                  <a:lnTo>
                    <a:pt x="459" y="243"/>
                  </a:lnTo>
                  <a:lnTo>
                    <a:pt x="461" y="241"/>
                  </a:lnTo>
                  <a:lnTo>
                    <a:pt x="469" y="231"/>
                  </a:lnTo>
                  <a:lnTo>
                    <a:pt x="475" y="227"/>
                  </a:lnTo>
                  <a:lnTo>
                    <a:pt x="481" y="223"/>
                  </a:lnTo>
                  <a:lnTo>
                    <a:pt x="481" y="222"/>
                  </a:lnTo>
                  <a:lnTo>
                    <a:pt x="481" y="222"/>
                  </a:lnTo>
                  <a:lnTo>
                    <a:pt x="479" y="222"/>
                  </a:lnTo>
                  <a:lnTo>
                    <a:pt x="477" y="220"/>
                  </a:lnTo>
                  <a:lnTo>
                    <a:pt x="473" y="218"/>
                  </a:lnTo>
                  <a:lnTo>
                    <a:pt x="473" y="218"/>
                  </a:lnTo>
                  <a:lnTo>
                    <a:pt x="473" y="214"/>
                  </a:lnTo>
                  <a:lnTo>
                    <a:pt x="471" y="214"/>
                  </a:lnTo>
                  <a:lnTo>
                    <a:pt x="471" y="212"/>
                  </a:lnTo>
                  <a:lnTo>
                    <a:pt x="469" y="212"/>
                  </a:lnTo>
                  <a:lnTo>
                    <a:pt x="469" y="210"/>
                  </a:lnTo>
                  <a:lnTo>
                    <a:pt x="471" y="208"/>
                  </a:lnTo>
                  <a:lnTo>
                    <a:pt x="473" y="208"/>
                  </a:lnTo>
                  <a:lnTo>
                    <a:pt x="473" y="206"/>
                  </a:lnTo>
                  <a:lnTo>
                    <a:pt x="473" y="204"/>
                  </a:lnTo>
                  <a:lnTo>
                    <a:pt x="471" y="202"/>
                  </a:lnTo>
                  <a:lnTo>
                    <a:pt x="473" y="200"/>
                  </a:lnTo>
                  <a:lnTo>
                    <a:pt x="473" y="202"/>
                  </a:lnTo>
                  <a:lnTo>
                    <a:pt x="475" y="202"/>
                  </a:lnTo>
                  <a:lnTo>
                    <a:pt x="483" y="196"/>
                  </a:lnTo>
                  <a:lnTo>
                    <a:pt x="483" y="192"/>
                  </a:lnTo>
                  <a:lnTo>
                    <a:pt x="483" y="192"/>
                  </a:lnTo>
                  <a:lnTo>
                    <a:pt x="483" y="190"/>
                  </a:lnTo>
                  <a:lnTo>
                    <a:pt x="485" y="190"/>
                  </a:lnTo>
                  <a:lnTo>
                    <a:pt x="485" y="188"/>
                  </a:lnTo>
                  <a:lnTo>
                    <a:pt x="487" y="186"/>
                  </a:lnTo>
                  <a:lnTo>
                    <a:pt x="485" y="182"/>
                  </a:lnTo>
                  <a:lnTo>
                    <a:pt x="487" y="182"/>
                  </a:lnTo>
                  <a:lnTo>
                    <a:pt x="489" y="182"/>
                  </a:lnTo>
                  <a:lnTo>
                    <a:pt x="491" y="186"/>
                  </a:lnTo>
                  <a:lnTo>
                    <a:pt x="491" y="188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3" y="190"/>
                  </a:lnTo>
                  <a:lnTo>
                    <a:pt x="495" y="192"/>
                  </a:lnTo>
                  <a:lnTo>
                    <a:pt x="495" y="194"/>
                  </a:lnTo>
                  <a:lnTo>
                    <a:pt x="497" y="192"/>
                  </a:lnTo>
                  <a:lnTo>
                    <a:pt x="497" y="192"/>
                  </a:lnTo>
                  <a:lnTo>
                    <a:pt x="497" y="190"/>
                  </a:lnTo>
                  <a:lnTo>
                    <a:pt x="497" y="186"/>
                  </a:lnTo>
                  <a:lnTo>
                    <a:pt x="497" y="184"/>
                  </a:lnTo>
                  <a:lnTo>
                    <a:pt x="499" y="184"/>
                  </a:lnTo>
                  <a:lnTo>
                    <a:pt x="499" y="182"/>
                  </a:lnTo>
                  <a:lnTo>
                    <a:pt x="500" y="180"/>
                  </a:lnTo>
                  <a:lnTo>
                    <a:pt x="508" y="180"/>
                  </a:lnTo>
                  <a:lnTo>
                    <a:pt x="516" y="178"/>
                  </a:lnTo>
                  <a:lnTo>
                    <a:pt x="516" y="180"/>
                  </a:lnTo>
                  <a:lnTo>
                    <a:pt x="516" y="182"/>
                  </a:lnTo>
                  <a:lnTo>
                    <a:pt x="516" y="182"/>
                  </a:lnTo>
                  <a:lnTo>
                    <a:pt x="518" y="182"/>
                  </a:lnTo>
                  <a:lnTo>
                    <a:pt x="518" y="182"/>
                  </a:lnTo>
                  <a:lnTo>
                    <a:pt x="520" y="178"/>
                  </a:lnTo>
                  <a:lnTo>
                    <a:pt x="520" y="178"/>
                  </a:lnTo>
                  <a:lnTo>
                    <a:pt x="520" y="178"/>
                  </a:lnTo>
                  <a:lnTo>
                    <a:pt x="522" y="180"/>
                  </a:lnTo>
                  <a:lnTo>
                    <a:pt x="522" y="180"/>
                  </a:lnTo>
                  <a:lnTo>
                    <a:pt x="526" y="180"/>
                  </a:lnTo>
                  <a:lnTo>
                    <a:pt x="526" y="178"/>
                  </a:lnTo>
                  <a:lnTo>
                    <a:pt x="528" y="176"/>
                  </a:lnTo>
                  <a:lnTo>
                    <a:pt x="528" y="174"/>
                  </a:lnTo>
                  <a:lnTo>
                    <a:pt x="528" y="174"/>
                  </a:lnTo>
                  <a:lnTo>
                    <a:pt x="530" y="174"/>
                  </a:lnTo>
                  <a:lnTo>
                    <a:pt x="530" y="176"/>
                  </a:lnTo>
                  <a:lnTo>
                    <a:pt x="532" y="178"/>
                  </a:lnTo>
                  <a:lnTo>
                    <a:pt x="536" y="174"/>
                  </a:lnTo>
                  <a:lnTo>
                    <a:pt x="542" y="172"/>
                  </a:lnTo>
                  <a:lnTo>
                    <a:pt x="553" y="169"/>
                  </a:lnTo>
                  <a:close/>
                  <a:moveTo>
                    <a:pt x="110" y="41"/>
                  </a:moveTo>
                  <a:lnTo>
                    <a:pt x="112" y="43"/>
                  </a:lnTo>
                  <a:lnTo>
                    <a:pt x="120" y="45"/>
                  </a:lnTo>
                  <a:lnTo>
                    <a:pt x="128" y="49"/>
                  </a:lnTo>
                  <a:lnTo>
                    <a:pt x="126" y="55"/>
                  </a:lnTo>
                  <a:lnTo>
                    <a:pt x="126" y="57"/>
                  </a:lnTo>
                  <a:lnTo>
                    <a:pt x="126" y="59"/>
                  </a:lnTo>
                  <a:lnTo>
                    <a:pt x="124" y="61"/>
                  </a:lnTo>
                  <a:lnTo>
                    <a:pt x="114" y="62"/>
                  </a:lnTo>
                  <a:lnTo>
                    <a:pt x="104" y="64"/>
                  </a:lnTo>
                  <a:lnTo>
                    <a:pt x="95" y="66"/>
                  </a:lnTo>
                  <a:lnTo>
                    <a:pt x="91" y="64"/>
                  </a:lnTo>
                  <a:lnTo>
                    <a:pt x="91" y="61"/>
                  </a:lnTo>
                  <a:lnTo>
                    <a:pt x="91" y="59"/>
                  </a:lnTo>
                  <a:lnTo>
                    <a:pt x="95" y="53"/>
                  </a:lnTo>
                  <a:lnTo>
                    <a:pt x="95" y="47"/>
                  </a:lnTo>
                  <a:lnTo>
                    <a:pt x="96" y="47"/>
                  </a:lnTo>
                  <a:lnTo>
                    <a:pt x="96" y="45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98" y="45"/>
                  </a:lnTo>
                  <a:lnTo>
                    <a:pt x="110" y="41"/>
                  </a:lnTo>
                  <a:close/>
                  <a:moveTo>
                    <a:pt x="363" y="13"/>
                  </a:moveTo>
                  <a:lnTo>
                    <a:pt x="373" y="15"/>
                  </a:lnTo>
                  <a:lnTo>
                    <a:pt x="385" y="17"/>
                  </a:lnTo>
                  <a:lnTo>
                    <a:pt x="397" y="17"/>
                  </a:lnTo>
                  <a:lnTo>
                    <a:pt x="398" y="23"/>
                  </a:lnTo>
                  <a:lnTo>
                    <a:pt x="398" y="25"/>
                  </a:lnTo>
                  <a:lnTo>
                    <a:pt x="398" y="27"/>
                  </a:lnTo>
                  <a:lnTo>
                    <a:pt x="398" y="27"/>
                  </a:lnTo>
                  <a:lnTo>
                    <a:pt x="395" y="31"/>
                  </a:lnTo>
                  <a:lnTo>
                    <a:pt x="393" y="33"/>
                  </a:lnTo>
                  <a:lnTo>
                    <a:pt x="393" y="35"/>
                  </a:lnTo>
                  <a:lnTo>
                    <a:pt x="391" y="39"/>
                  </a:lnTo>
                  <a:lnTo>
                    <a:pt x="381" y="37"/>
                  </a:lnTo>
                  <a:lnTo>
                    <a:pt x="371" y="33"/>
                  </a:lnTo>
                  <a:lnTo>
                    <a:pt x="361" y="31"/>
                  </a:lnTo>
                  <a:lnTo>
                    <a:pt x="361" y="31"/>
                  </a:lnTo>
                  <a:lnTo>
                    <a:pt x="359" y="27"/>
                  </a:lnTo>
                  <a:lnTo>
                    <a:pt x="359" y="27"/>
                  </a:lnTo>
                  <a:lnTo>
                    <a:pt x="359" y="25"/>
                  </a:lnTo>
                  <a:lnTo>
                    <a:pt x="359" y="23"/>
                  </a:lnTo>
                  <a:lnTo>
                    <a:pt x="359" y="21"/>
                  </a:lnTo>
                  <a:lnTo>
                    <a:pt x="359" y="21"/>
                  </a:lnTo>
                  <a:lnTo>
                    <a:pt x="359" y="19"/>
                  </a:lnTo>
                  <a:lnTo>
                    <a:pt x="361" y="15"/>
                  </a:lnTo>
                  <a:lnTo>
                    <a:pt x="363" y="15"/>
                  </a:lnTo>
                  <a:lnTo>
                    <a:pt x="363" y="13"/>
                  </a:lnTo>
                  <a:close/>
                  <a:moveTo>
                    <a:pt x="500" y="0"/>
                  </a:moveTo>
                  <a:lnTo>
                    <a:pt x="500" y="2"/>
                  </a:lnTo>
                  <a:lnTo>
                    <a:pt x="502" y="6"/>
                  </a:lnTo>
                  <a:lnTo>
                    <a:pt x="504" y="6"/>
                  </a:lnTo>
                  <a:lnTo>
                    <a:pt x="506" y="7"/>
                  </a:lnTo>
                  <a:lnTo>
                    <a:pt x="504" y="9"/>
                  </a:lnTo>
                  <a:lnTo>
                    <a:pt x="504" y="11"/>
                  </a:lnTo>
                  <a:lnTo>
                    <a:pt x="504" y="11"/>
                  </a:lnTo>
                  <a:lnTo>
                    <a:pt x="504" y="13"/>
                  </a:lnTo>
                  <a:lnTo>
                    <a:pt x="508" y="13"/>
                  </a:lnTo>
                  <a:lnTo>
                    <a:pt x="510" y="13"/>
                  </a:lnTo>
                  <a:lnTo>
                    <a:pt x="510" y="15"/>
                  </a:lnTo>
                  <a:lnTo>
                    <a:pt x="510" y="17"/>
                  </a:lnTo>
                  <a:lnTo>
                    <a:pt x="512" y="17"/>
                  </a:lnTo>
                  <a:lnTo>
                    <a:pt x="512" y="19"/>
                  </a:lnTo>
                  <a:lnTo>
                    <a:pt x="512" y="19"/>
                  </a:lnTo>
                  <a:lnTo>
                    <a:pt x="512" y="21"/>
                  </a:lnTo>
                  <a:lnTo>
                    <a:pt x="512" y="23"/>
                  </a:lnTo>
                  <a:lnTo>
                    <a:pt x="520" y="31"/>
                  </a:lnTo>
                  <a:lnTo>
                    <a:pt x="520" y="33"/>
                  </a:lnTo>
                  <a:lnTo>
                    <a:pt x="520" y="37"/>
                  </a:lnTo>
                  <a:lnTo>
                    <a:pt x="520" y="39"/>
                  </a:lnTo>
                  <a:lnTo>
                    <a:pt x="520" y="41"/>
                  </a:lnTo>
                  <a:lnTo>
                    <a:pt x="524" y="43"/>
                  </a:lnTo>
                  <a:lnTo>
                    <a:pt x="524" y="43"/>
                  </a:lnTo>
                  <a:lnTo>
                    <a:pt x="524" y="45"/>
                  </a:lnTo>
                  <a:lnTo>
                    <a:pt x="522" y="45"/>
                  </a:lnTo>
                  <a:lnTo>
                    <a:pt x="524" y="47"/>
                  </a:lnTo>
                  <a:lnTo>
                    <a:pt x="524" y="47"/>
                  </a:lnTo>
                  <a:lnTo>
                    <a:pt x="524" y="47"/>
                  </a:lnTo>
                  <a:lnTo>
                    <a:pt x="524" y="47"/>
                  </a:lnTo>
                  <a:lnTo>
                    <a:pt x="524" y="49"/>
                  </a:lnTo>
                  <a:lnTo>
                    <a:pt x="526" y="51"/>
                  </a:lnTo>
                  <a:lnTo>
                    <a:pt x="528" y="53"/>
                  </a:lnTo>
                  <a:lnTo>
                    <a:pt x="530" y="55"/>
                  </a:lnTo>
                  <a:lnTo>
                    <a:pt x="532" y="57"/>
                  </a:lnTo>
                  <a:lnTo>
                    <a:pt x="532" y="59"/>
                  </a:lnTo>
                  <a:lnTo>
                    <a:pt x="544" y="66"/>
                  </a:lnTo>
                  <a:lnTo>
                    <a:pt x="544" y="66"/>
                  </a:lnTo>
                  <a:lnTo>
                    <a:pt x="544" y="68"/>
                  </a:lnTo>
                  <a:lnTo>
                    <a:pt x="546" y="66"/>
                  </a:lnTo>
                  <a:lnTo>
                    <a:pt x="550" y="68"/>
                  </a:lnTo>
                  <a:lnTo>
                    <a:pt x="551" y="68"/>
                  </a:lnTo>
                  <a:lnTo>
                    <a:pt x="551" y="70"/>
                  </a:lnTo>
                  <a:lnTo>
                    <a:pt x="551" y="72"/>
                  </a:lnTo>
                  <a:lnTo>
                    <a:pt x="551" y="74"/>
                  </a:lnTo>
                  <a:lnTo>
                    <a:pt x="551" y="74"/>
                  </a:lnTo>
                  <a:lnTo>
                    <a:pt x="553" y="74"/>
                  </a:lnTo>
                  <a:lnTo>
                    <a:pt x="555" y="78"/>
                  </a:lnTo>
                  <a:lnTo>
                    <a:pt x="555" y="80"/>
                  </a:lnTo>
                  <a:lnTo>
                    <a:pt x="553" y="80"/>
                  </a:lnTo>
                  <a:lnTo>
                    <a:pt x="551" y="82"/>
                  </a:lnTo>
                  <a:lnTo>
                    <a:pt x="553" y="84"/>
                  </a:lnTo>
                  <a:lnTo>
                    <a:pt x="557" y="82"/>
                  </a:lnTo>
                  <a:lnTo>
                    <a:pt x="557" y="84"/>
                  </a:lnTo>
                  <a:lnTo>
                    <a:pt x="557" y="88"/>
                  </a:lnTo>
                  <a:lnTo>
                    <a:pt x="555" y="90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4"/>
                  </a:lnTo>
                  <a:lnTo>
                    <a:pt x="551" y="94"/>
                  </a:lnTo>
                  <a:lnTo>
                    <a:pt x="551" y="94"/>
                  </a:lnTo>
                  <a:lnTo>
                    <a:pt x="550" y="92"/>
                  </a:lnTo>
                  <a:lnTo>
                    <a:pt x="548" y="92"/>
                  </a:lnTo>
                  <a:lnTo>
                    <a:pt x="544" y="96"/>
                  </a:lnTo>
                  <a:lnTo>
                    <a:pt x="542" y="96"/>
                  </a:lnTo>
                  <a:lnTo>
                    <a:pt x="542" y="94"/>
                  </a:lnTo>
                  <a:lnTo>
                    <a:pt x="542" y="94"/>
                  </a:lnTo>
                  <a:lnTo>
                    <a:pt x="538" y="94"/>
                  </a:lnTo>
                  <a:lnTo>
                    <a:pt x="538" y="96"/>
                  </a:lnTo>
                  <a:lnTo>
                    <a:pt x="538" y="98"/>
                  </a:lnTo>
                  <a:lnTo>
                    <a:pt x="540" y="98"/>
                  </a:lnTo>
                  <a:lnTo>
                    <a:pt x="538" y="102"/>
                  </a:lnTo>
                  <a:lnTo>
                    <a:pt x="536" y="104"/>
                  </a:lnTo>
                  <a:lnTo>
                    <a:pt x="536" y="108"/>
                  </a:lnTo>
                  <a:lnTo>
                    <a:pt x="536" y="110"/>
                  </a:lnTo>
                  <a:lnTo>
                    <a:pt x="536" y="110"/>
                  </a:lnTo>
                  <a:lnTo>
                    <a:pt x="536" y="110"/>
                  </a:lnTo>
                  <a:lnTo>
                    <a:pt x="536" y="112"/>
                  </a:lnTo>
                  <a:lnTo>
                    <a:pt x="536" y="114"/>
                  </a:lnTo>
                  <a:lnTo>
                    <a:pt x="536" y="114"/>
                  </a:lnTo>
                  <a:lnTo>
                    <a:pt x="536" y="114"/>
                  </a:lnTo>
                  <a:lnTo>
                    <a:pt x="536" y="115"/>
                  </a:lnTo>
                  <a:lnTo>
                    <a:pt x="540" y="121"/>
                  </a:lnTo>
                  <a:lnTo>
                    <a:pt x="540" y="121"/>
                  </a:lnTo>
                  <a:lnTo>
                    <a:pt x="540" y="123"/>
                  </a:lnTo>
                  <a:lnTo>
                    <a:pt x="540" y="127"/>
                  </a:lnTo>
                  <a:lnTo>
                    <a:pt x="540" y="127"/>
                  </a:lnTo>
                  <a:lnTo>
                    <a:pt x="540" y="127"/>
                  </a:lnTo>
                  <a:lnTo>
                    <a:pt x="542" y="129"/>
                  </a:lnTo>
                  <a:lnTo>
                    <a:pt x="542" y="129"/>
                  </a:lnTo>
                  <a:lnTo>
                    <a:pt x="542" y="131"/>
                  </a:lnTo>
                  <a:lnTo>
                    <a:pt x="542" y="133"/>
                  </a:lnTo>
                  <a:lnTo>
                    <a:pt x="542" y="135"/>
                  </a:lnTo>
                  <a:lnTo>
                    <a:pt x="542" y="135"/>
                  </a:lnTo>
                  <a:lnTo>
                    <a:pt x="542" y="139"/>
                  </a:lnTo>
                  <a:lnTo>
                    <a:pt x="542" y="141"/>
                  </a:lnTo>
                  <a:lnTo>
                    <a:pt x="542" y="143"/>
                  </a:lnTo>
                  <a:lnTo>
                    <a:pt x="544" y="143"/>
                  </a:lnTo>
                  <a:lnTo>
                    <a:pt x="546" y="143"/>
                  </a:lnTo>
                  <a:lnTo>
                    <a:pt x="548" y="145"/>
                  </a:lnTo>
                  <a:lnTo>
                    <a:pt x="548" y="147"/>
                  </a:lnTo>
                  <a:lnTo>
                    <a:pt x="548" y="147"/>
                  </a:lnTo>
                  <a:lnTo>
                    <a:pt x="548" y="149"/>
                  </a:lnTo>
                  <a:lnTo>
                    <a:pt x="548" y="151"/>
                  </a:lnTo>
                  <a:lnTo>
                    <a:pt x="546" y="151"/>
                  </a:lnTo>
                  <a:lnTo>
                    <a:pt x="544" y="155"/>
                  </a:lnTo>
                  <a:lnTo>
                    <a:pt x="544" y="155"/>
                  </a:lnTo>
                  <a:lnTo>
                    <a:pt x="544" y="157"/>
                  </a:lnTo>
                  <a:lnTo>
                    <a:pt x="544" y="157"/>
                  </a:lnTo>
                  <a:lnTo>
                    <a:pt x="542" y="161"/>
                  </a:lnTo>
                  <a:lnTo>
                    <a:pt x="532" y="163"/>
                  </a:lnTo>
                  <a:lnTo>
                    <a:pt x="520" y="167"/>
                  </a:lnTo>
                  <a:lnTo>
                    <a:pt x="510" y="170"/>
                  </a:lnTo>
                  <a:lnTo>
                    <a:pt x="499" y="172"/>
                  </a:lnTo>
                  <a:lnTo>
                    <a:pt x="489" y="176"/>
                  </a:lnTo>
                  <a:lnTo>
                    <a:pt x="485" y="174"/>
                  </a:lnTo>
                  <a:lnTo>
                    <a:pt x="483" y="176"/>
                  </a:lnTo>
                  <a:lnTo>
                    <a:pt x="481" y="178"/>
                  </a:lnTo>
                  <a:lnTo>
                    <a:pt x="481" y="180"/>
                  </a:lnTo>
                  <a:lnTo>
                    <a:pt x="475" y="178"/>
                  </a:lnTo>
                  <a:lnTo>
                    <a:pt x="475" y="178"/>
                  </a:lnTo>
                  <a:lnTo>
                    <a:pt x="475" y="180"/>
                  </a:lnTo>
                  <a:lnTo>
                    <a:pt x="475" y="182"/>
                  </a:lnTo>
                  <a:lnTo>
                    <a:pt x="475" y="184"/>
                  </a:lnTo>
                  <a:lnTo>
                    <a:pt x="467" y="192"/>
                  </a:lnTo>
                  <a:lnTo>
                    <a:pt x="459" y="194"/>
                  </a:lnTo>
                  <a:lnTo>
                    <a:pt x="457" y="198"/>
                  </a:lnTo>
                  <a:lnTo>
                    <a:pt x="455" y="198"/>
                  </a:lnTo>
                  <a:lnTo>
                    <a:pt x="446" y="192"/>
                  </a:lnTo>
                  <a:lnTo>
                    <a:pt x="438" y="184"/>
                  </a:lnTo>
                  <a:lnTo>
                    <a:pt x="438" y="182"/>
                  </a:lnTo>
                  <a:lnTo>
                    <a:pt x="436" y="182"/>
                  </a:lnTo>
                  <a:lnTo>
                    <a:pt x="424" y="174"/>
                  </a:lnTo>
                  <a:lnTo>
                    <a:pt x="422" y="176"/>
                  </a:lnTo>
                  <a:lnTo>
                    <a:pt x="414" y="172"/>
                  </a:lnTo>
                  <a:lnTo>
                    <a:pt x="414" y="172"/>
                  </a:lnTo>
                  <a:lnTo>
                    <a:pt x="414" y="172"/>
                  </a:lnTo>
                  <a:lnTo>
                    <a:pt x="416" y="170"/>
                  </a:lnTo>
                  <a:lnTo>
                    <a:pt x="416" y="170"/>
                  </a:lnTo>
                  <a:lnTo>
                    <a:pt x="416" y="169"/>
                  </a:lnTo>
                  <a:lnTo>
                    <a:pt x="416" y="169"/>
                  </a:lnTo>
                  <a:lnTo>
                    <a:pt x="416" y="169"/>
                  </a:lnTo>
                  <a:lnTo>
                    <a:pt x="416" y="169"/>
                  </a:lnTo>
                  <a:lnTo>
                    <a:pt x="416" y="169"/>
                  </a:lnTo>
                  <a:lnTo>
                    <a:pt x="416" y="169"/>
                  </a:lnTo>
                  <a:lnTo>
                    <a:pt x="424" y="172"/>
                  </a:lnTo>
                  <a:lnTo>
                    <a:pt x="432" y="174"/>
                  </a:lnTo>
                  <a:lnTo>
                    <a:pt x="434" y="172"/>
                  </a:lnTo>
                  <a:lnTo>
                    <a:pt x="434" y="170"/>
                  </a:lnTo>
                  <a:lnTo>
                    <a:pt x="432" y="170"/>
                  </a:lnTo>
                  <a:lnTo>
                    <a:pt x="430" y="169"/>
                  </a:lnTo>
                  <a:lnTo>
                    <a:pt x="422" y="169"/>
                  </a:lnTo>
                  <a:lnTo>
                    <a:pt x="420" y="165"/>
                  </a:lnTo>
                  <a:lnTo>
                    <a:pt x="418" y="165"/>
                  </a:lnTo>
                  <a:lnTo>
                    <a:pt x="418" y="163"/>
                  </a:lnTo>
                  <a:lnTo>
                    <a:pt x="418" y="163"/>
                  </a:lnTo>
                  <a:lnTo>
                    <a:pt x="416" y="159"/>
                  </a:lnTo>
                  <a:lnTo>
                    <a:pt x="414" y="159"/>
                  </a:lnTo>
                  <a:lnTo>
                    <a:pt x="414" y="157"/>
                  </a:lnTo>
                  <a:lnTo>
                    <a:pt x="422" y="155"/>
                  </a:lnTo>
                  <a:lnTo>
                    <a:pt x="428" y="155"/>
                  </a:lnTo>
                  <a:lnTo>
                    <a:pt x="430" y="155"/>
                  </a:lnTo>
                  <a:lnTo>
                    <a:pt x="432" y="155"/>
                  </a:lnTo>
                  <a:lnTo>
                    <a:pt x="432" y="155"/>
                  </a:lnTo>
                  <a:lnTo>
                    <a:pt x="444" y="159"/>
                  </a:lnTo>
                  <a:lnTo>
                    <a:pt x="446" y="157"/>
                  </a:lnTo>
                  <a:lnTo>
                    <a:pt x="444" y="155"/>
                  </a:lnTo>
                  <a:lnTo>
                    <a:pt x="444" y="155"/>
                  </a:lnTo>
                  <a:lnTo>
                    <a:pt x="442" y="153"/>
                  </a:lnTo>
                  <a:lnTo>
                    <a:pt x="442" y="151"/>
                  </a:lnTo>
                  <a:lnTo>
                    <a:pt x="432" y="153"/>
                  </a:lnTo>
                  <a:lnTo>
                    <a:pt x="430" y="153"/>
                  </a:lnTo>
                  <a:lnTo>
                    <a:pt x="420" y="153"/>
                  </a:lnTo>
                  <a:lnTo>
                    <a:pt x="410" y="155"/>
                  </a:lnTo>
                  <a:lnTo>
                    <a:pt x="400" y="157"/>
                  </a:lnTo>
                  <a:lnTo>
                    <a:pt x="400" y="155"/>
                  </a:lnTo>
                  <a:lnTo>
                    <a:pt x="402" y="155"/>
                  </a:lnTo>
                  <a:lnTo>
                    <a:pt x="402" y="153"/>
                  </a:lnTo>
                  <a:lnTo>
                    <a:pt x="398" y="153"/>
                  </a:lnTo>
                  <a:lnTo>
                    <a:pt x="397" y="153"/>
                  </a:lnTo>
                  <a:lnTo>
                    <a:pt x="398" y="147"/>
                  </a:lnTo>
                  <a:lnTo>
                    <a:pt x="400" y="145"/>
                  </a:lnTo>
                  <a:lnTo>
                    <a:pt x="402" y="145"/>
                  </a:lnTo>
                  <a:lnTo>
                    <a:pt x="402" y="143"/>
                  </a:lnTo>
                  <a:lnTo>
                    <a:pt x="402" y="143"/>
                  </a:lnTo>
                  <a:lnTo>
                    <a:pt x="402" y="141"/>
                  </a:lnTo>
                  <a:lnTo>
                    <a:pt x="410" y="139"/>
                  </a:lnTo>
                  <a:lnTo>
                    <a:pt x="412" y="141"/>
                  </a:lnTo>
                  <a:lnTo>
                    <a:pt x="412" y="141"/>
                  </a:lnTo>
                  <a:lnTo>
                    <a:pt x="414" y="141"/>
                  </a:lnTo>
                  <a:lnTo>
                    <a:pt x="414" y="139"/>
                  </a:lnTo>
                  <a:lnTo>
                    <a:pt x="414" y="139"/>
                  </a:lnTo>
                  <a:lnTo>
                    <a:pt x="414" y="139"/>
                  </a:lnTo>
                  <a:lnTo>
                    <a:pt x="426" y="143"/>
                  </a:lnTo>
                  <a:lnTo>
                    <a:pt x="426" y="141"/>
                  </a:lnTo>
                  <a:lnTo>
                    <a:pt x="420" y="139"/>
                  </a:lnTo>
                  <a:lnTo>
                    <a:pt x="414" y="137"/>
                  </a:lnTo>
                  <a:lnTo>
                    <a:pt x="412" y="133"/>
                  </a:lnTo>
                  <a:lnTo>
                    <a:pt x="408" y="131"/>
                  </a:lnTo>
                  <a:lnTo>
                    <a:pt x="408" y="131"/>
                  </a:lnTo>
                  <a:lnTo>
                    <a:pt x="408" y="129"/>
                  </a:lnTo>
                  <a:lnTo>
                    <a:pt x="418" y="123"/>
                  </a:lnTo>
                  <a:lnTo>
                    <a:pt x="430" y="121"/>
                  </a:lnTo>
                  <a:lnTo>
                    <a:pt x="430" y="121"/>
                  </a:lnTo>
                  <a:lnTo>
                    <a:pt x="430" y="119"/>
                  </a:lnTo>
                  <a:lnTo>
                    <a:pt x="430" y="119"/>
                  </a:lnTo>
                  <a:lnTo>
                    <a:pt x="430" y="117"/>
                  </a:lnTo>
                  <a:lnTo>
                    <a:pt x="430" y="117"/>
                  </a:lnTo>
                  <a:lnTo>
                    <a:pt x="430" y="115"/>
                  </a:lnTo>
                  <a:lnTo>
                    <a:pt x="432" y="112"/>
                  </a:lnTo>
                  <a:lnTo>
                    <a:pt x="432" y="112"/>
                  </a:lnTo>
                  <a:lnTo>
                    <a:pt x="430" y="110"/>
                  </a:lnTo>
                  <a:lnTo>
                    <a:pt x="430" y="110"/>
                  </a:lnTo>
                  <a:lnTo>
                    <a:pt x="430" y="110"/>
                  </a:lnTo>
                  <a:lnTo>
                    <a:pt x="430" y="110"/>
                  </a:lnTo>
                  <a:lnTo>
                    <a:pt x="430" y="108"/>
                  </a:lnTo>
                  <a:lnTo>
                    <a:pt x="430" y="108"/>
                  </a:lnTo>
                  <a:lnTo>
                    <a:pt x="430" y="106"/>
                  </a:lnTo>
                  <a:lnTo>
                    <a:pt x="432" y="102"/>
                  </a:lnTo>
                  <a:lnTo>
                    <a:pt x="432" y="96"/>
                  </a:lnTo>
                  <a:lnTo>
                    <a:pt x="442" y="82"/>
                  </a:lnTo>
                  <a:lnTo>
                    <a:pt x="442" y="80"/>
                  </a:lnTo>
                  <a:lnTo>
                    <a:pt x="442" y="78"/>
                  </a:lnTo>
                  <a:lnTo>
                    <a:pt x="432" y="84"/>
                  </a:lnTo>
                  <a:lnTo>
                    <a:pt x="428" y="82"/>
                  </a:lnTo>
                  <a:lnTo>
                    <a:pt x="428" y="82"/>
                  </a:lnTo>
                  <a:lnTo>
                    <a:pt x="428" y="84"/>
                  </a:lnTo>
                  <a:lnTo>
                    <a:pt x="428" y="84"/>
                  </a:lnTo>
                  <a:lnTo>
                    <a:pt x="424" y="86"/>
                  </a:lnTo>
                  <a:lnTo>
                    <a:pt x="422" y="84"/>
                  </a:lnTo>
                  <a:lnTo>
                    <a:pt x="422" y="82"/>
                  </a:lnTo>
                  <a:lnTo>
                    <a:pt x="422" y="80"/>
                  </a:lnTo>
                  <a:lnTo>
                    <a:pt x="424" y="78"/>
                  </a:lnTo>
                  <a:lnTo>
                    <a:pt x="426" y="76"/>
                  </a:lnTo>
                  <a:lnTo>
                    <a:pt x="426" y="76"/>
                  </a:lnTo>
                  <a:lnTo>
                    <a:pt x="426" y="72"/>
                  </a:lnTo>
                  <a:lnTo>
                    <a:pt x="426" y="72"/>
                  </a:lnTo>
                  <a:lnTo>
                    <a:pt x="428" y="70"/>
                  </a:lnTo>
                  <a:lnTo>
                    <a:pt x="428" y="70"/>
                  </a:lnTo>
                  <a:lnTo>
                    <a:pt x="428" y="70"/>
                  </a:lnTo>
                  <a:lnTo>
                    <a:pt x="428" y="68"/>
                  </a:lnTo>
                  <a:lnTo>
                    <a:pt x="428" y="66"/>
                  </a:lnTo>
                  <a:lnTo>
                    <a:pt x="426" y="66"/>
                  </a:lnTo>
                  <a:lnTo>
                    <a:pt x="426" y="66"/>
                  </a:lnTo>
                  <a:lnTo>
                    <a:pt x="428" y="64"/>
                  </a:lnTo>
                  <a:lnTo>
                    <a:pt x="430" y="64"/>
                  </a:lnTo>
                  <a:lnTo>
                    <a:pt x="432" y="61"/>
                  </a:lnTo>
                  <a:lnTo>
                    <a:pt x="438" y="59"/>
                  </a:lnTo>
                  <a:lnTo>
                    <a:pt x="438" y="59"/>
                  </a:lnTo>
                  <a:lnTo>
                    <a:pt x="438" y="55"/>
                  </a:lnTo>
                  <a:lnTo>
                    <a:pt x="438" y="53"/>
                  </a:lnTo>
                  <a:lnTo>
                    <a:pt x="436" y="51"/>
                  </a:lnTo>
                  <a:lnTo>
                    <a:pt x="436" y="49"/>
                  </a:lnTo>
                  <a:lnTo>
                    <a:pt x="436" y="49"/>
                  </a:lnTo>
                  <a:lnTo>
                    <a:pt x="436" y="47"/>
                  </a:lnTo>
                  <a:lnTo>
                    <a:pt x="446" y="39"/>
                  </a:lnTo>
                  <a:lnTo>
                    <a:pt x="449" y="41"/>
                  </a:lnTo>
                  <a:lnTo>
                    <a:pt x="449" y="41"/>
                  </a:lnTo>
                  <a:lnTo>
                    <a:pt x="449" y="41"/>
                  </a:lnTo>
                  <a:lnTo>
                    <a:pt x="449" y="39"/>
                  </a:lnTo>
                  <a:lnTo>
                    <a:pt x="449" y="39"/>
                  </a:lnTo>
                  <a:lnTo>
                    <a:pt x="449" y="39"/>
                  </a:lnTo>
                  <a:lnTo>
                    <a:pt x="451" y="39"/>
                  </a:lnTo>
                  <a:lnTo>
                    <a:pt x="459" y="35"/>
                  </a:lnTo>
                  <a:lnTo>
                    <a:pt x="461" y="31"/>
                  </a:lnTo>
                  <a:lnTo>
                    <a:pt x="467" y="29"/>
                  </a:lnTo>
                  <a:lnTo>
                    <a:pt x="471" y="29"/>
                  </a:lnTo>
                  <a:lnTo>
                    <a:pt x="479" y="23"/>
                  </a:lnTo>
                  <a:lnTo>
                    <a:pt x="483" y="15"/>
                  </a:lnTo>
                  <a:lnTo>
                    <a:pt x="485" y="15"/>
                  </a:lnTo>
                  <a:lnTo>
                    <a:pt x="487" y="11"/>
                  </a:lnTo>
                  <a:lnTo>
                    <a:pt x="495" y="9"/>
                  </a:lnTo>
                  <a:lnTo>
                    <a:pt x="495" y="9"/>
                  </a:lnTo>
                  <a:lnTo>
                    <a:pt x="483" y="7"/>
                  </a:lnTo>
                  <a:lnTo>
                    <a:pt x="483" y="6"/>
                  </a:lnTo>
                  <a:lnTo>
                    <a:pt x="483" y="4"/>
                  </a:lnTo>
                  <a:lnTo>
                    <a:pt x="491" y="2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auto">
            <a:xfrm>
              <a:off x="1054100" y="3460750"/>
              <a:ext cx="15875" cy="20638"/>
            </a:xfrm>
            <a:custGeom>
              <a:avLst/>
              <a:gdLst>
                <a:gd name="T0" fmla="*/ 12 w 22"/>
                <a:gd name="T1" fmla="*/ 0 h 26"/>
                <a:gd name="T2" fmla="*/ 16 w 22"/>
                <a:gd name="T3" fmla="*/ 0 h 26"/>
                <a:gd name="T4" fmla="*/ 20 w 22"/>
                <a:gd name="T5" fmla="*/ 4 h 26"/>
                <a:gd name="T6" fmla="*/ 22 w 22"/>
                <a:gd name="T7" fmla="*/ 8 h 26"/>
                <a:gd name="T8" fmla="*/ 22 w 22"/>
                <a:gd name="T9" fmla="*/ 14 h 26"/>
                <a:gd name="T10" fmla="*/ 20 w 22"/>
                <a:gd name="T11" fmla="*/ 16 h 26"/>
                <a:gd name="T12" fmla="*/ 20 w 22"/>
                <a:gd name="T13" fmla="*/ 18 h 26"/>
                <a:gd name="T14" fmla="*/ 16 w 22"/>
                <a:gd name="T15" fmla="*/ 24 h 26"/>
                <a:gd name="T16" fmla="*/ 12 w 22"/>
                <a:gd name="T17" fmla="*/ 26 h 26"/>
                <a:gd name="T18" fmla="*/ 10 w 22"/>
                <a:gd name="T19" fmla="*/ 26 h 26"/>
                <a:gd name="T20" fmla="*/ 6 w 22"/>
                <a:gd name="T21" fmla="*/ 26 h 26"/>
                <a:gd name="T22" fmla="*/ 2 w 22"/>
                <a:gd name="T23" fmla="*/ 22 h 26"/>
                <a:gd name="T24" fmla="*/ 0 w 22"/>
                <a:gd name="T25" fmla="*/ 20 h 26"/>
                <a:gd name="T26" fmla="*/ 0 w 22"/>
                <a:gd name="T27" fmla="*/ 14 h 26"/>
                <a:gd name="T28" fmla="*/ 2 w 22"/>
                <a:gd name="T29" fmla="*/ 8 h 26"/>
                <a:gd name="T30" fmla="*/ 4 w 22"/>
                <a:gd name="T31" fmla="*/ 4 h 26"/>
                <a:gd name="T32" fmla="*/ 4 w 22"/>
                <a:gd name="T33" fmla="*/ 2 h 26"/>
                <a:gd name="T34" fmla="*/ 6 w 22"/>
                <a:gd name="T35" fmla="*/ 2 h 26"/>
                <a:gd name="T36" fmla="*/ 8 w 22"/>
                <a:gd name="T37" fmla="*/ 0 h 26"/>
                <a:gd name="T38" fmla="*/ 12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12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2" y="8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20" y="18"/>
                  </a:lnTo>
                  <a:lnTo>
                    <a:pt x="16" y="24"/>
                  </a:lnTo>
                  <a:lnTo>
                    <a:pt x="12" y="26"/>
                  </a:lnTo>
                  <a:lnTo>
                    <a:pt x="10" y="26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8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884238" y="3467100"/>
              <a:ext cx="144463" cy="109538"/>
            </a:xfrm>
            <a:custGeom>
              <a:avLst/>
              <a:gdLst>
                <a:gd name="T0" fmla="*/ 144 w 183"/>
                <a:gd name="T1" fmla="*/ 12 h 137"/>
                <a:gd name="T2" fmla="*/ 153 w 183"/>
                <a:gd name="T3" fmla="*/ 18 h 137"/>
                <a:gd name="T4" fmla="*/ 159 w 183"/>
                <a:gd name="T5" fmla="*/ 16 h 137"/>
                <a:gd name="T6" fmla="*/ 167 w 183"/>
                <a:gd name="T7" fmla="*/ 16 h 137"/>
                <a:gd name="T8" fmla="*/ 169 w 183"/>
                <a:gd name="T9" fmla="*/ 18 h 137"/>
                <a:gd name="T10" fmla="*/ 175 w 183"/>
                <a:gd name="T11" fmla="*/ 25 h 137"/>
                <a:gd name="T12" fmla="*/ 179 w 183"/>
                <a:gd name="T13" fmla="*/ 27 h 137"/>
                <a:gd name="T14" fmla="*/ 183 w 183"/>
                <a:gd name="T15" fmla="*/ 39 h 137"/>
                <a:gd name="T16" fmla="*/ 183 w 183"/>
                <a:gd name="T17" fmla="*/ 57 h 137"/>
                <a:gd name="T18" fmla="*/ 177 w 183"/>
                <a:gd name="T19" fmla="*/ 69 h 137"/>
                <a:gd name="T20" fmla="*/ 165 w 183"/>
                <a:gd name="T21" fmla="*/ 74 h 137"/>
                <a:gd name="T22" fmla="*/ 157 w 183"/>
                <a:gd name="T23" fmla="*/ 71 h 137"/>
                <a:gd name="T24" fmla="*/ 155 w 183"/>
                <a:gd name="T25" fmla="*/ 80 h 137"/>
                <a:gd name="T26" fmla="*/ 157 w 183"/>
                <a:gd name="T27" fmla="*/ 88 h 137"/>
                <a:gd name="T28" fmla="*/ 151 w 183"/>
                <a:gd name="T29" fmla="*/ 94 h 137"/>
                <a:gd name="T30" fmla="*/ 146 w 183"/>
                <a:gd name="T31" fmla="*/ 90 h 137"/>
                <a:gd name="T32" fmla="*/ 130 w 183"/>
                <a:gd name="T33" fmla="*/ 90 h 137"/>
                <a:gd name="T34" fmla="*/ 122 w 183"/>
                <a:gd name="T35" fmla="*/ 86 h 137"/>
                <a:gd name="T36" fmla="*/ 116 w 183"/>
                <a:gd name="T37" fmla="*/ 90 h 137"/>
                <a:gd name="T38" fmla="*/ 112 w 183"/>
                <a:gd name="T39" fmla="*/ 88 h 137"/>
                <a:gd name="T40" fmla="*/ 112 w 183"/>
                <a:gd name="T41" fmla="*/ 92 h 137"/>
                <a:gd name="T42" fmla="*/ 116 w 183"/>
                <a:gd name="T43" fmla="*/ 96 h 137"/>
                <a:gd name="T44" fmla="*/ 108 w 183"/>
                <a:gd name="T45" fmla="*/ 102 h 137"/>
                <a:gd name="T46" fmla="*/ 100 w 183"/>
                <a:gd name="T47" fmla="*/ 108 h 137"/>
                <a:gd name="T48" fmla="*/ 98 w 183"/>
                <a:gd name="T49" fmla="*/ 112 h 137"/>
                <a:gd name="T50" fmla="*/ 96 w 183"/>
                <a:gd name="T51" fmla="*/ 118 h 137"/>
                <a:gd name="T52" fmla="*/ 91 w 183"/>
                <a:gd name="T53" fmla="*/ 122 h 137"/>
                <a:gd name="T54" fmla="*/ 83 w 183"/>
                <a:gd name="T55" fmla="*/ 127 h 137"/>
                <a:gd name="T56" fmla="*/ 77 w 183"/>
                <a:gd name="T57" fmla="*/ 126 h 137"/>
                <a:gd name="T58" fmla="*/ 65 w 183"/>
                <a:gd name="T59" fmla="*/ 127 h 137"/>
                <a:gd name="T60" fmla="*/ 61 w 183"/>
                <a:gd name="T61" fmla="*/ 131 h 137"/>
                <a:gd name="T62" fmla="*/ 55 w 183"/>
                <a:gd name="T63" fmla="*/ 137 h 137"/>
                <a:gd name="T64" fmla="*/ 51 w 183"/>
                <a:gd name="T65" fmla="*/ 133 h 137"/>
                <a:gd name="T66" fmla="*/ 44 w 183"/>
                <a:gd name="T67" fmla="*/ 129 h 137"/>
                <a:gd name="T68" fmla="*/ 45 w 183"/>
                <a:gd name="T69" fmla="*/ 124 h 137"/>
                <a:gd name="T70" fmla="*/ 26 w 183"/>
                <a:gd name="T71" fmla="*/ 112 h 137"/>
                <a:gd name="T72" fmla="*/ 28 w 183"/>
                <a:gd name="T73" fmla="*/ 104 h 137"/>
                <a:gd name="T74" fmla="*/ 30 w 183"/>
                <a:gd name="T75" fmla="*/ 90 h 137"/>
                <a:gd name="T76" fmla="*/ 26 w 183"/>
                <a:gd name="T77" fmla="*/ 76 h 137"/>
                <a:gd name="T78" fmla="*/ 18 w 183"/>
                <a:gd name="T79" fmla="*/ 71 h 137"/>
                <a:gd name="T80" fmla="*/ 12 w 183"/>
                <a:gd name="T81" fmla="*/ 67 h 137"/>
                <a:gd name="T82" fmla="*/ 6 w 183"/>
                <a:gd name="T83" fmla="*/ 51 h 137"/>
                <a:gd name="T84" fmla="*/ 0 w 183"/>
                <a:gd name="T85" fmla="*/ 47 h 137"/>
                <a:gd name="T86" fmla="*/ 6 w 183"/>
                <a:gd name="T87" fmla="*/ 45 h 137"/>
                <a:gd name="T88" fmla="*/ 12 w 183"/>
                <a:gd name="T89" fmla="*/ 41 h 137"/>
                <a:gd name="T90" fmla="*/ 14 w 183"/>
                <a:gd name="T91" fmla="*/ 35 h 137"/>
                <a:gd name="T92" fmla="*/ 18 w 183"/>
                <a:gd name="T93" fmla="*/ 27 h 137"/>
                <a:gd name="T94" fmla="*/ 24 w 183"/>
                <a:gd name="T95" fmla="*/ 23 h 137"/>
                <a:gd name="T96" fmla="*/ 30 w 183"/>
                <a:gd name="T97" fmla="*/ 18 h 137"/>
                <a:gd name="T98" fmla="*/ 42 w 183"/>
                <a:gd name="T99" fmla="*/ 23 h 137"/>
                <a:gd name="T100" fmla="*/ 53 w 183"/>
                <a:gd name="T101" fmla="*/ 39 h 137"/>
                <a:gd name="T102" fmla="*/ 59 w 183"/>
                <a:gd name="T103" fmla="*/ 29 h 137"/>
                <a:gd name="T104" fmla="*/ 63 w 183"/>
                <a:gd name="T105" fmla="*/ 23 h 137"/>
                <a:gd name="T106" fmla="*/ 69 w 183"/>
                <a:gd name="T107" fmla="*/ 27 h 137"/>
                <a:gd name="T108" fmla="*/ 85 w 183"/>
                <a:gd name="T109" fmla="*/ 25 h 137"/>
                <a:gd name="T110" fmla="*/ 85 w 183"/>
                <a:gd name="T111" fmla="*/ 18 h 137"/>
                <a:gd name="T112" fmla="*/ 95 w 183"/>
                <a:gd name="T113" fmla="*/ 16 h 137"/>
                <a:gd name="T114" fmla="*/ 100 w 183"/>
                <a:gd name="T115" fmla="*/ 12 h 137"/>
                <a:gd name="T116" fmla="*/ 112 w 183"/>
                <a:gd name="T117" fmla="*/ 4 h 137"/>
                <a:gd name="T118" fmla="*/ 118 w 183"/>
                <a:gd name="T11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3" h="137">
                  <a:moveTo>
                    <a:pt x="128" y="0"/>
                  </a:moveTo>
                  <a:lnTo>
                    <a:pt x="128" y="0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4" y="2"/>
                  </a:lnTo>
                  <a:lnTo>
                    <a:pt x="134" y="2"/>
                  </a:lnTo>
                  <a:lnTo>
                    <a:pt x="136" y="2"/>
                  </a:lnTo>
                  <a:lnTo>
                    <a:pt x="136" y="4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40" y="10"/>
                  </a:lnTo>
                  <a:lnTo>
                    <a:pt x="140" y="10"/>
                  </a:lnTo>
                  <a:lnTo>
                    <a:pt x="142" y="10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6" y="16"/>
                  </a:lnTo>
                  <a:lnTo>
                    <a:pt x="147" y="16"/>
                  </a:lnTo>
                  <a:lnTo>
                    <a:pt x="147" y="16"/>
                  </a:lnTo>
                  <a:lnTo>
                    <a:pt x="147" y="18"/>
                  </a:lnTo>
                  <a:lnTo>
                    <a:pt x="147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3" y="18"/>
                  </a:lnTo>
                  <a:lnTo>
                    <a:pt x="153" y="18"/>
                  </a:lnTo>
                  <a:lnTo>
                    <a:pt x="153" y="18"/>
                  </a:lnTo>
                  <a:lnTo>
                    <a:pt x="153" y="18"/>
                  </a:lnTo>
                  <a:lnTo>
                    <a:pt x="153" y="18"/>
                  </a:lnTo>
                  <a:lnTo>
                    <a:pt x="155" y="18"/>
                  </a:lnTo>
                  <a:lnTo>
                    <a:pt x="155" y="18"/>
                  </a:lnTo>
                  <a:lnTo>
                    <a:pt x="155" y="18"/>
                  </a:lnTo>
                  <a:lnTo>
                    <a:pt x="155" y="18"/>
                  </a:lnTo>
                  <a:lnTo>
                    <a:pt x="157" y="18"/>
                  </a:lnTo>
                  <a:lnTo>
                    <a:pt x="157" y="18"/>
                  </a:lnTo>
                  <a:lnTo>
                    <a:pt x="157" y="18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61" y="14"/>
                  </a:lnTo>
                  <a:lnTo>
                    <a:pt x="163" y="12"/>
                  </a:lnTo>
                  <a:lnTo>
                    <a:pt x="163" y="14"/>
                  </a:lnTo>
                  <a:lnTo>
                    <a:pt x="165" y="14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9"/>
                  </a:lnTo>
                  <a:lnTo>
                    <a:pt x="169" y="19"/>
                  </a:lnTo>
                  <a:lnTo>
                    <a:pt x="169" y="19"/>
                  </a:lnTo>
                  <a:lnTo>
                    <a:pt x="171" y="19"/>
                  </a:lnTo>
                  <a:lnTo>
                    <a:pt x="171" y="19"/>
                  </a:lnTo>
                  <a:lnTo>
                    <a:pt x="171" y="19"/>
                  </a:lnTo>
                  <a:lnTo>
                    <a:pt x="171" y="19"/>
                  </a:lnTo>
                  <a:lnTo>
                    <a:pt x="171" y="19"/>
                  </a:lnTo>
                  <a:lnTo>
                    <a:pt x="173" y="21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5" y="23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5" y="27"/>
                  </a:lnTo>
                  <a:lnTo>
                    <a:pt x="175" y="27"/>
                  </a:lnTo>
                  <a:lnTo>
                    <a:pt x="175" y="27"/>
                  </a:lnTo>
                  <a:lnTo>
                    <a:pt x="175" y="27"/>
                  </a:lnTo>
                  <a:lnTo>
                    <a:pt x="175" y="27"/>
                  </a:lnTo>
                  <a:lnTo>
                    <a:pt x="175" y="27"/>
                  </a:lnTo>
                  <a:lnTo>
                    <a:pt x="177" y="29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9" y="27"/>
                  </a:lnTo>
                  <a:lnTo>
                    <a:pt x="179" y="27"/>
                  </a:lnTo>
                  <a:lnTo>
                    <a:pt x="179" y="27"/>
                  </a:lnTo>
                  <a:lnTo>
                    <a:pt x="179" y="27"/>
                  </a:lnTo>
                  <a:lnTo>
                    <a:pt x="181" y="27"/>
                  </a:lnTo>
                  <a:lnTo>
                    <a:pt x="181" y="27"/>
                  </a:lnTo>
                  <a:lnTo>
                    <a:pt x="181" y="27"/>
                  </a:lnTo>
                  <a:lnTo>
                    <a:pt x="181" y="29"/>
                  </a:lnTo>
                  <a:lnTo>
                    <a:pt x="181" y="29"/>
                  </a:lnTo>
                  <a:lnTo>
                    <a:pt x="181" y="31"/>
                  </a:lnTo>
                  <a:lnTo>
                    <a:pt x="181" y="31"/>
                  </a:lnTo>
                  <a:lnTo>
                    <a:pt x="181" y="31"/>
                  </a:lnTo>
                  <a:lnTo>
                    <a:pt x="181" y="33"/>
                  </a:lnTo>
                  <a:lnTo>
                    <a:pt x="181" y="33"/>
                  </a:lnTo>
                  <a:lnTo>
                    <a:pt x="183" y="33"/>
                  </a:lnTo>
                  <a:lnTo>
                    <a:pt x="183" y="37"/>
                  </a:lnTo>
                  <a:lnTo>
                    <a:pt x="183" y="37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39"/>
                  </a:lnTo>
                  <a:lnTo>
                    <a:pt x="183" y="41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3"/>
                  </a:lnTo>
                  <a:lnTo>
                    <a:pt x="183" y="45"/>
                  </a:lnTo>
                  <a:lnTo>
                    <a:pt x="183" y="51"/>
                  </a:lnTo>
                  <a:lnTo>
                    <a:pt x="181" y="53"/>
                  </a:lnTo>
                  <a:lnTo>
                    <a:pt x="181" y="53"/>
                  </a:lnTo>
                  <a:lnTo>
                    <a:pt x="181" y="53"/>
                  </a:lnTo>
                  <a:lnTo>
                    <a:pt x="181" y="53"/>
                  </a:lnTo>
                  <a:lnTo>
                    <a:pt x="181" y="53"/>
                  </a:lnTo>
                  <a:lnTo>
                    <a:pt x="183" y="55"/>
                  </a:lnTo>
                  <a:lnTo>
                    <a:pt x="183" y="57"/>
                  </a:lnTo>
                  <a:lnTo>
                    <a:pt x="183" y="57"/>
                  </a:lnTo>
                  <a:lnTo>
                    <a:pt x="183" y="57"/>
                  </a:lnTo>
                  <a:lnTo>
                    <a:pt x="183" y="57"/>
                  </a:lnTo>
                  <a:lnTo>
                    <a:pt x="181" y="57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83" y="63"/>
                  </a:lnTo>
                  <a:lnTo>
                    <a:pt x="183" y="63"/>
                  </a:lnTo>
                  <a:lnTo>
                    <a:pt x="181" y="63"/>
                  </a:lnTo>
                  <a:lnTo>
                    <a:pt x="181" y="63"/>
                  </a:lnTo>
                  <a:lnTo>
                    <a:pt x="181" y="65"/>
                  </a:lnTo>
                  <a:lnTo>
                    <a:pt x="179" y="65"/>
                  </a:lnTo>
                  <a:lnTo>
                    <a:pt x="179" y="67"/>
                  </a:lnTo>
                  <a:lnTo>
                    <a:pt x="177" y="69"/>
                  </a:lnTo>
                  <a:lnTo>
                    <a:pt x="177" y="69"/>
                  </a:lnTo>
                  <a:lnTo>
                    <a:pt x="177" y="69"/>
                  </a:lnTo>
                  <a:lnTo>
                    <a:pt x="177" y="69"/>
                  </a:lnTo>
                  <a:lnTo>
                    <a:pt x="177" y="71"/>
                  </a:lnTo>
                  <a:lnTo>
                    <a:pt x="177" y="71"/>
                  </a:lnTo>
                  <a:lnTo>
                    <a:pt x="177" y="73"/>
                  </a:lnTo>
                  <a:lnTo>
                    <a:pt x="167" y="80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5" y="78"/>
                  </a:lnTo>
                  <a:lnTo>
                    <a:pt x="165" y="78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4"/>
                  </a:lnTo>
                  <a:lnTo>
                    <a:pt x="163" y="74"/>
                  </a:lnTo>
                  <a:lnTo>
                    <a:pt x="161" y="74"/>
                  </a:lnTo>
                  <a:lnTo>
                    <a:pt x="161" y="74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7" y="71"/>
                  </a:lnTo>
                  <a:lnTo>
                    <a:pt x="155" y="73"/>
                  </a:lnTo>
                  <a:lnTo>
                    <a:pt x="155" y="73"/>
                  </a:lnTo>
                  <a:lnTo>
                    <a:pt x="155" y="73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4"/>
                  </a:lnTo>
                  <a:lnTo>
                    <a:pt x="155" y="74"/>
                  </a:lnTo>
                  <a:lnTo>
                    <a:pt x="155" y="76"/>
                  </a:lnTo>
                  <a:lnTo>
                    <a:pt x="155" y="76"/>
                  </a:lnTo>
                  <a:lnTo>
                    <a:pt x="155" y="76"/>
                  </a:lnTo>
                  <a:lnTo>
                    <a:pt x="155" y="78"/>
                  </a:lnTo>
                  <a:lnTo>
                    <a:pt x="155" y="80"/>
                  </a:lnTo>
                  <a:lnTo>
                    <a:pt x="155" y="80"/>
                  </a:lnTo>
                  <a:lnTo>
                    <a:pt x="155" y="80"/>
                  </a:lnTo>
                  <a:lnTo>
                    <a:pt x="155" y="80"/>
                  </a:lnTo>
                  <a:lnTo>
                    <a:pt x="155" y="82"/>
                  </a:lnTo>
                  <a:lnTo>
                    <a:pt x="155" y="82"/>
                  </a:lnTo>
                  <a:lnTo>
                    <a:pt x="155" y="82"/>
                  </a:lnTo>
                  <a:lnTo>
                    <a:pt x="155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2"/>
                  </a:lnTo>
                  <a:lnTo>
                    <a:pt x="157" y="84"/>
                  </a:lnTo>
                  <a:lnTo>
                    <a:pt x="157" y="86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5" y="90"/>
                  </a:lnTo>
                  <a:lnTo>
                    <a:pt x="155" y="90"/>
                  </a:lnTo>
                  <a:lnTo>
                    <a:pt x="155" y="90"/>
                  </a:lnTo>
                  <a:lnTo>
                    <a:pt x="155" y="90"/>
                  </a:lnTo>
                  <a:lnTo>
                    <a:pt x="155" y="90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3" y="94"/>
                  </a:lnTo>
                  <a:lnTo>
                    <a:pt x="153" y="94"/>
                  </a:lnTo>
                  <a:lnTo>
                    <a:pt x="153" y="94"/>
                  </a:lnTo>
                  <a:lnTo>
                    <a:pt x="151" y="94"/>
                  </a:lnTo>
                  <a:lnTo>
                    <a:pt x="151" y="94"/>
                  </a:lnTo>
                  <a:lnTo>
                    <a:pt x="151" y="94"/>
                  </a:lnTo>
                  <a:lnTo>
                    <a:pt x="149" y="94"/>
                  </a:lnTo>
                  <a:lnTo>
                    <a:pt x="149" y="94"/>
                  </a:lnTo>
                  <a:lnTo>
                    <a:pt x="149" y="94"/>
                  </a:lnTo>
                  <a:lnTo>
                    <a:pt x="149" y="92"/>
                  </a:lnTo>
                  <a:lnTo>
                    <a:pt x="147" y="92"/>
                  </a:lnTo>
                  <a:lnTo>
                    <a:pt x="146" y="92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38" y="88"/>
                  </a:lnTo>
                  <a:lnTo>
                    <a:pt x="134" y="86"/>
                  </a:lnTo>
                  <a:lnTo>
                    <a:pt x="134" y="86"/>
                  </a:lnTo>
                  <a:lnTo>
                    <a:pt x="132" y="86"/>
                  </a:lnTo>
                  <a:lnTo>
                    <a:pt x="132" y="86"/>
                  </a:lnTo>
                  <a:lnTo>
                    <a:pt x="132" y="88"/>
                  </a:lnTo>
                  <a:lnTo>
                    <a:pt x="132" y="88"/>
                  </a:lnTo>
                  <a:lnTo>
                    <a:pt x="132" y="88"/>
                  </a:lnTo>
                  <a:lnTo>
                    <a:pt x="132" y="88"/>
                  </a:lnTo>
                  <a:lnTo>
                    <a:pt x="132" y="88"/>
                  </a:lnTo>
                  <a:lnTo>
                    <a:pt x="132" y="88"/>
                  </a:lnTo>
                  <a:lnTo>
                    <a:pt x="130" y="90"/>
                  </a:lnTo>
                  <a:lnTo>
                    <a:pt x="130" y="90"/>
                  </a:lnTo>
                  <a:lnTo>
                    <a:pt x="130" y="90"/>
                  </a:lnTo>
                  <a:lnTo>
                    <a:pt x="130" y="90"/>
                  </a:lnTo>
                  <a:lnTo>
                    <a:pt x="130" y="90"/>
                  </a:lnTo>
                  <a:lnTo>
                    <a:pt x="130" y="90"/>
                  </a:lnTo>
                  <a:lnTo>
                    <a:pt x="128" y="90"/>
                  </a:lnTo>
                  <a:lnTo>
                    <a:pt x="128" y="92"/>
                  </a:lnTo>
                  <a:lnTo>
                    <a:pt x="128" y="92"/>
                  </a:lnTo>
                  <a:lnTo>
                    <a:pt x="128" y="90"/>
                  </a:lnTo>
                  <a:lnTo>
                    <a:pt x="128" y="90"/>
                  </a:lnTo>
                  <a:lnTo>
                    <a:pt x="128" y="90"/>
                  </a:lnTo>
                  <a:lnTo>
                    <a:pt x="128" y="90"/>
                  </a:lnTo>
                  <a:lnTo>
                    <a:pt x="128" y="90"/>
                  </a:lnTo>
                  <a:lnTo>
                    <a:pt x="126" y="90"/>
                  </a:lnTo>
                  <a:lnTo>
                    <a:pt x="124" y="88"/>
                  </a:lnTo>
                  <a:lnTo>
                    <a:pt x="124" y="88"/>
                  </a:lnTo>
                  <a:lnTo>
                    <a:pt x="124" y="88"/>
                  </a:lnTo>
                  <a:lnTo>
                    <a:pt x="124" y="86"/>
                  </a:lnTo>
                  <a:lnTo>
                    <a:pt x="124" y="86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8"/>
                  </a:lnTo>
                  <a:lnTo>
                    <a:pt x="122" y="88"/>
                  </a:lnTo>
                  <a:lnTo>
                    <a:pt x="122" y="88"/>
                  </a:lnTo>
                  <a:lnTo>
                    <a:pt x="122" y="88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18" y="92"/>
                  </a:lnTo>
                  <a:lnTo>
                    <a:pt x="118" y="90"/>
                  </a:lnTo>
                  <a:lnTo>
                    <a:pt x="118" y="90"/>
                  </a:lnTo>
                  <a:lnTo>
                    <a:pt x="116" y="90"/>
                  </a:lnTo>
                  <a:lnTo>
                    <a:pt x="116" y="90"/>
                  </a:lnTo>
                  <a:lnTo>
                    <a:pt x="116" y="88"/>
                  </a:lnTo>
                  <a:lnTo>
                    <a:pt x="116" y="88"/>
                  </a:lnTo>
                  <a:lnTo>
                    <a:pt x="116" y="86"/>
                  </a:lnTo>
                  <a:lnTo>
                    <a:pt x="116" y="86"/>
                  </a:lnTo>
                  <a:lnTo>
                    <a:pt x="116" y="86"/>
                  </a:lnTo>
                  <a:lnTo>
                    <a:pt x="116" y="86"/>
                  </a:lnTo>
                  <a:lnTo>
                    <a:pt x="114" y="86"/>
                  </a:lnTo>
                  <a:lnTo>
                    <a:pt x="114" y="86"/>
                  </a:lnTo>
                  <a:lnTo>
                    <a:pt x="114" y="86"/>
                  </a:lnTo>
                  <a:lnTo>
                    <a:pt x="112" y="86"/>
                  </a:lnTo>
                  <a:lnTo>
                    <a:pt x="112" y="86"/>
                  </a:lnTo>
                  <a:lnTo>
                    <a:pt x="112" y="86"/>
                  </a:lnTo>
                  <a:lnTo>
                    <a:pt x="112" y="86"/>
                  </a:lnTo>
                  <a:lnTo>
                    <a:pt x="112" y="86"/>
                  </a:lnTo>
                  <a:lnTo>
                    <a:pt x="112" y="88"/>
                  </a:lnTo>
                  <a:lnTo>
                    <a:pt x="112" y="88"/>
                  </a:lnTo>
                  <a:lnTo>
                    <a:pt x="112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12" y="92"/>
                  </a:lnTo>
                  <a:lnTo>
                    <a:pt x="112" y="92"/>
                  </a:lnTo>
                  <a:lnTo>
                    <a:pt x="112" y="92"/>
                  </a:lnTo>
                  <a:lnTo>
                    <a:pt x="112" y="92"/>
                  </a:lnTo>
                  <a:lnTo>
                    <a:pt x="112" y="92"/>
                  </a:lnTo>
                  <a:lnTo>
                    <a:pt x="112" y="94"/>
                  </a:lnTo>
                  <a:lnTo>
                    <a:pt x="112" y="94"/>
                  </a:lnTo>
                  <a:lnTo>
                    <a:pt x="112" y="94"/>
                  </a:lnTo>
                  <a:lnTo>
                    <a:pt x="112" y="94"/>
                  </a:lnTo>
                  <a:lnTo>
                    <a:pt x="112" y="94"/>
                  </a:lnTo>
                  <a:lnTo>
                    <a:pt x="114" y="94"/>
                  </a:lnTo>
                  <a:lnTo>
                    <a:pt x="114" y="94"/>
                  </a:lnTo>
                  <a:lnTo>
                    <a:pt x="116" y="94"/>
                  </a:lnTo>
                  <a:lnTo>
                    <a:pt x="116" y="94"/>
                  </a:lnTo>
                  <a:lnTo>
                    <a:pt x="116" y="94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6" y="98"/>
                  </a:lnTo>
                  <a:lnTo>
                    <a:pt x="114" y="98"/>
                  </a:lnTo>
                  <a:lnTo>
                    <a:pt x="112" y="98"/>
                  </a:lnTo>
                  <a:lnTo>
                    <a:pt x="112" y="98"/>
                  </a:lnTo>
                  <a:lnTo>
                    <a:pt x="112" y="98"/>
                  </a:lnTo>
                  <a:lnTo>
                    <a:pt x="112" y="98"/>
                  </a:lnTo>
                  <a:lnTo>
                    <a:pt x="110" y="100"/>
                  </a:lnTo>
                  <a:lnTo>
                    <a:pt x="110" y="100"/>
                  </a:lnTo>
                  <a:lnTo>
                    <a:pt x="110" y="100"/>
                  </a:lnTo>
                  <a:lnTo>
                    <a:pt x="110" y="100"/>
                  </a:lnTo>
                  <a:lnTo>
                    <a:pt x="108" y="102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06" y="104"/>
                  </a:lnTo>
                  <a:lnTo>
                    <a:pt x="106" y="104"/>
                  </a:lnTo>
                  <a:lnTo>
                    <a:pt x="106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2" y="104"/>
                  </a:lnTo>
                  <a:lnTo>
                    <a:pt x="102" y="106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98" y="112"/>
                  </a:lnTo>
                  <a:lnTo>
                    <a:pt x="98" y="112"/>
                  </a:lnTo>
                  <a:lnTo>
                    <a:pt x="98" y="112"/>
                  </a:lnTo>
                  <a:lnTo>
                    <a:pt x="96" y="112"/>
                  </a:lnTo>
                  <a:lnTo>
                    <a:pt x="96" y="112"/>
                  </a:lnTo>
                  <a:lnTo>
                    <a:pt x="96" y="114"/>
                  </a:lnTo>
                  <a:lnTo>
                    <a:pt x="96" y="116"/>
                  </a:lnTo>
                  <a:lnTo>
                    <a:pt x="95" y="116"/>
                  </a:lnTo>
                  <a:lnTo>
                    <a:pt x="95" y="116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8" y="120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98" y="122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5" y="122"/>
                  </a:lnTo>
                  <a:lnTo>
                    <a:pt x="95" y="124"/>
                  </a:lnTo>
                  <a:lnTo>
                    <a:pt x="95" y="124"/>
                  </a:lnTo>
                  <a:lnTo>
                    <a:pt x="95" y="124"/>
                  </a:lnTo>
                  <a:lnTo>
                    <a:pt x="95" y="124"/>
                  </a:lnTo>
                  <a:lnTo>
                    <a:pt x="95" y="126"/>
                  </a:lnTo>
                  <a:lnTo>
                    <a:pt x="91" y="124"/>
                  </a:lnTo>
                  <a:lnTo>
                    <a:pt x="91" y="122"/>
                  </a:lnTo>
                  <a:lnTo>
                    <a:pt x="91" y="122"/>
                  </a:lnTo>
                  <a:lnTo>
                    <a:pt x="91" y="124"/>
                  </a:lnTo>
                  <a:lnTo>
                    <a:pt x="91" y="124"/>
                  </a:lnTo>
                  <a:lnTo>
                    <a:pt x="91" y="124"/>
                  </a:lnTo>
                  <a:lnTo>
                    <a:pt x="89" y="124"/>
                  </a:lnTo>
                  <a:lnTo>
                    <a:pt x="89" y="124"/>
                  </a:lnTo>
                  <a:lnTo>
                    <a:pt x="89" y="124"/>
                  </a:lnTo>
                  <a:lnTo>
                    <a:pt x="89" y="124"/>
                  </a:lnTo>
                  <a:lnTo>
                    <a:pt x="89" y="124"/>
                  </a:lnTo>
                  <a:lnTo>
                    <a:pt x="85" y="126"/>
                  </a:lnTo>
                  <a:lnTo>
                    <a:pt x="85" y="126"/>
                  </a:lnTo>
                  <a:lnTo>
                    <a:pt x="85" y="126"/>
                  </a:lnTo>
                  <a:lnTo>
                    <a:pt x="85" y="126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3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81" y="127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7" y="127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5" y="126"/>
                  </a:lnTo>
                  <a:lnTo>
                    <a:pt x="73" y="126"/>
                  </a:lnTo>
                  <a:lnTo>
                    <a:pt x="71" y="126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9"/>
                  </a:lnTo>
                  <a:lnTo>
                    <a:pt x="67" y="129"/>
                  </a:lnTo>
                  <a:lnTo>
                    <a:pt x="67" y="129"/>
                  </a:lnTo>
                  <a:lnTo>
                    <a:pt x="67" y="129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5" y="129"/>
                  </a:lnTo>
                  <a:lnTo>
                    <a:pt x="65" y="129"/>
                  </a:lnTo>
                  <a:lnTo>
                    <a:pt x="65" y="129"/>
                  </a:lnTo>
                  <a:lnTo>
                    <a:pt x="65" y="129"/>
                  </a:lnTo>
                  <a:lnTo>
                    <a:pt x="63" y="129"/>
                  </a:lnTo>
                  <a:lnTo>
                    <a:pt x="63" y="129"/>
                  </a:lnTo>
                  <a:lnTo>
                    <a:pt x="63" y="129"/>
                  </a:lnTo>
                  <a:lnTo>
                    <a:pt x="63" y="129"/>
                  </a:lnTo>
                  <a:lnTo>
                    <a:pt x="61" y="129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3"/>
                  </a:lnTo>
                  <a:lnTo>
                    <a:pt x="61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7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5" y="133"/>
                  </a:lnTo>
                  <a:lnTo>
                    <a:pt x="55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5" y="131"/>
                  </a:lnTo>
                  <a:lnTo>
                    <a:pt x="45" y="129"/>
                  </a:lnTo>
                  <a:lnTo>
                    <a:pt x="44" y="129"/>
                  </a:lnTo>
                  <a:lnTo>
                    <a:pt x="44" y="129"/>
                  </a:lnTo>
                  <a:lnTo>
                    <a:pt x="42" y="131"/>
                  </a:lnTo>
                  <a:lnTo>
                    <a:pt x="42" y="131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4" y="126"/>
                  </a:lnTo>
                  <a:lnTo>
                    <a:pt x="44" y="126"/>
                  </a:lnTo>
                  <a:lnTo>
                    <a:pt x="44" y="126"/>
                  </a:lnTo>
                  <a:lnTo>
                    <a:pt x="45" y="124"/>
                  </a:lnTo>
                  <a:lnTo>
                    <a:pt x="45" y="124"/>
                  </a:lnTo>
                  <a:lnTo>
                    <a:pt x="45" y="124"/>
                  </a:lnTo>
                  <a:lnTo>
                    <a:pt x="45" y="124"/>
                  </a:lnTo>
                  <a:lnTo>
                    <a:pt x="45" y="124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42" y="124"/>
                  </a:lnTo>
                  <a:lnTo>
                    <a:pt x="40" y="122"/>
                  </a:lnTo>
                  <a:lnTo>
                    <a:pt x="40" y="120"/>
                  </a:lnTo>
                  <a:lnTo>
                    <a:pt x="32" y="118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4"/>
                  </a:lnTo>
                  <a:lnTo>
                    <a:pt x="28" y="114"/>
                  </a:lnTo>
                  <a:lnTo>
                    <a:pt x="28" y="112"/>
                  </a:lnTo>
                  <a:lnTo>
                    <a:pt x="26" y="112"/>
                  </a:lnTo>
                  <a:lnTo>
                    <a:pt x="26" y="110"/>
                  </a:lnTo>
                  <a:lnTo>
                    <a:pt x="28" y="110"/>
                  </a:lnTo>
                  <a:lnTo>
                    <a:pt x="28" y="110"/>
                  </a:lnTo>
                  <a:lnTo>
                    <a:pt x="28" y="110"/>
                  </a:lnTo>
                  <a:lnTo>
                    <a:pt x="28" y="108"/>
                  </a:lnTo>
                  <a:lnTo>
                    <a:pt x="28" y="108"/>
                  </a:lnTo>
                  <a:lnTo>
                    <a:pt x="28" y="108"/>
                  </a:lnTo>
                  <a:lnTo>
                    <a:pt x="28" y="108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4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2" y="100"/>
                  </a:lnTo>
                  <a:lnTo>
                    <a:pt x="32" y="100"/>
                  </a:lnTo>
                  <a:lnTo>
                    <a:pt x="32" y="98"/>
                  </a:lnTo>
                  <a:lnTo>
                    <a:pt x="32" y="98"/>
                  </a:lnTo>
                  <a:lnTo>
                    <a:pt x="32" y="96"/>
                  </a:lnTo>
                  <a:lnTo>
                    <a:pt x="32" y="94"/>
                  </a:lnTo>
                  <a:lnTo>
                    <a:pt x="32" y="92"/>
                  </a:lnTo>
                  <a:lnTo>
                    <a:pt x="30" y="90"/>
                  </a:lnTo>
                  <a:lnTo>
                    <a:pt x="30" y="90"/>
                  </a:lnTo>
                  <a:lnTo>
                    <a:pt x="30" y="90"/>
                  </a:lnTo>
                  <a:lnTo>
                    <a:pt x="30" y="90"/>
                  </a:lnTo>
                  <a:lnTo>
                    <a:pt x="30" y="88"/>
                  </a:lnTo>
                  <a:lnTo>
                    <a:pt x="30" y="86"/>
                  </a:lnTo>
                  <a:lnTo>
                    <a:pt x="30" y="84"/>
                  </a:lnTo>
                  <a:lnTo>
                    <a:pt x="30" y="82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28" y="78"/>
                  </a:lnTo>
                  <a:lnTo>
                    <a:pt x="28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8" y="76"/>
                  </a:lnTo>
                  <a:lnTo>
                    <a:pt x="28" y="74"/>
                  </a:lnTo>
                  <a:lnTo>
                    <a:pt x="28" y="74"/>
                  </a:lnTo>
                  <a:lnTo>
                    <a:pt x="28" y="74"/>
                  </a:lnTo>
                  <a:lnTo>
                    <a:pt x="28" y="73"/>
                  </a:lnTo>
                  <a:lnTo>
                    <a:pt x="28" y="73"/>
                  </a:lnTo>
                  <a:lnTo>
                    <a:pt x="26" y="73"/>
                  </a:lnTo>
                  <a:lnTo>
                    <a:pt x="26" y="73"/>
                  </a:lnTo>
                  <a:lnTo>
                    <a:pt x="26" y="73"/>
                  </a:lnTo>
                  <a:lnTo>
                    <a:pt x="24" y="73"/>
                  </a:lnTo>
                  <a:lnTo>
                    <a:pt x="22" y="73"/>
                  </a:lnTo>
                  <a:lnTo>
                    <a:pt x="20" y="73"/>
                  </a:lnTo>
                  <a:lnTo>
                    <a:pt x="20" y="73"/>
                  </a:lnTo>
                  <a:lnTo>
                    <a:pt x="20" y="73"/>
                  </a:lnTo>
                  <a:lnTo>
                    <a:pt x="20" y="71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6" y="67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4" y="69"/>
                  </a:lnTo>
                  <a:lnTo>
                    <a:pt x="14" y="69"/>
                  </a:lnTo>
                  <a:lnTo>
                    <a:pt x="12" y="69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0" y="53"/>
                  </a:lnTo>
                  <a:lnTo>
                    <a:pt x="10" y="53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6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8" y="43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5"/>
                  </a:lnTo>
                  <a:lnTo>
                    <a:pt x="16" y="35"/>
                  </a:lnTo>
                  <a:lnTo>
                    <a:pt x="16" y="35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0" y="33"/>
                  </a:lnTo>
                  <a:lnTo>
                    <a:pt x="20" y="31"/>
                  </a:lnTo>
                  <a:lnTo>
                    <a:pt x="18" y="29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5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2" y="18"/>
                  </a:lnTo>
                  <a:lnTo>
                    <a:pt x="32" y="19"/>
                  </a:lnTo>
                  <a:lnTo>
                    <a:pt x="32" y="19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8" y="19"/>
                  </a:lnTo>
                  <a:lnTo>
                    <a:pt x="38" y="19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7" y="29"/>
                  </a:lnTo>
                  <a:lnTo>
                    <a:pt x="49" y="37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5" y="33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9" y="31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1" y="27"/>
                  </a:lnTo>
                  <a:lnTo>
                    <a:pt x="61" y="27"/>
                  </a:lnTo>
                  <a:lnTo>
                    <a:pt x="61" y="27"/>
                  </a:lnTo>
                  <a:lnTo>
                    <a:pt x="61" y="27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3" y="25"/>
                  </a:lnTo>
                  <a:lnTo>
                    <a:pt x="63" y="25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1" y="21"/>
                  </a:lnTo>
                  <a:lnTo>
                    <a:pt x="61" y="21"/>
                  </a:lnTo>
                  <a:lnTo>
                    <a:pt x="61" y="21"/>
                  </a:lnTo>
                  <a:lnTo>
                    <a:pt x="61" y="21"/>
                  </a:lnTo>
                  <a:lnTo>
                    <a:pt x="61" y="21"/>
                  </a:lnTo>
                  <a:lnTo>
                    <a:pt x="63" y="21"/>
                  </a:lnTo>
                  <a:lnTo>
                    <a:pt x="65" y="23"/>
                  </a:lnTo>
                  <a:lnTo>
                    <a:pt x="65" y="23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69" y="25"/>
                  </a:lnTo>
                  <a:lnTo>
                    <a:pt x="69" y="25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1" y="27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7" y="27"/>
                  </a:lnTo>
                  <a:lnTo>
                    <a:pt x="79" y="27"/>
                  </a:lnTo>
                  <a:lnTo>
                    <a:pt x="79" y="27"/>
                  </a:lnTo>
                  <a:lnTo>
                    <a:pt x="79" y="27"/>
                  </a:lnTo>
                  <a:lnTo>
                    <a:pt x="81" y="25"/>
                  </a:lnTo>
                  <a:lnTo>
                    <a:pt x="81" y="25"/>
                  </a:lnTo>
                  <a:lnTo>
                    <a:pt x="83" y="25"/>
                  </a:lnTo>
                  <a:lnTo>
                    <a:pt x="85" y="25"/>
                  </a:lnTo>
                  <a:lnTo>
                    <a:pt x="85" y="25"/>
                  </a:lnTo>
                  <a:lnTo>
                    <a:pt x="85" y="23"/>
                  </a:lnTo>
                  <a:lnTo>
                    <a:pt x="85" y="23"/>
                  </a:lnTo>
                  <a:lnTo>
                    <a:pt x="85" y="23"/>
                  </a:lnTo>
                  <a:lnTo>
                    <a:pt x="85" y="23"/>
                  </a:lnTo>
                  <a:lnTo>
                    <a:pt x="85" y="21"/>
                  </a:lnTo>
                  <a:lnTo>
                    <a:pt x="85" y="21"/>
                  </a:lnTo>
                  <a:lnTo>
                    <a:pt x="85" y="21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83" y="19"/>
                  </a:lnTo>
                  <a:lnTo>
                    <a:pt x="83" y="19"/>
                  </a:lnTo>
                  <a:lnTo>
                    <a:pt x="83" y="19"/>
                  </a:lnTo>
                  <a:lnTo>
                    <a:pt x="83" y="19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5" y="16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91" y="1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93" y="18"/>
                  </a:lnTo>
                  <a:lnTo>
                    <a:pt x="93" y="18"/>
                  </a:lnTo>
                  <a:lnTo>
                    <a:pt x="93" y="16"/>
                  </a:lnTo>
                  <a:lnTo>
                    <a:pt x="95" y="16"/>
                  </a:lnTo>
                  <a:lnTo>
                    <a:pt x="95" y="16"/>
                  </a:lnTo>
                  <a:lnTo>
                    <a:pt x="95" y="16"/>
                  </a:lnTo>
                  <a:lnTo>
                    <a:pt x="95" y="16"/>
                  </a:lnTo>
                  <a:lnTo>
                    <a:pt x="96" y="16"/>
                  </a:lnTo>
                  <a:lnTo>
                    <a:pt x="96" y="14"/>
                  </a:lnTo>
                  <a:lnTo>
                    <a:pt x="96" y="14"/>
                  </a:lnTo>
                  <a:lnTo>
                    <a:pt x="96" y="14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0" y="12"/>
                  </a:lnTo>
                  <a:lnTo>
                    <a:pt x="102" y="12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106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0" y="6"/>
                  </a:lnTo>
                  <a:lnTo>
                    <a:pt x="110" y="6"/>
                  </a:lnTo>
                  <a:lnTo>
                    <a:pt x="110" y="6"/>
                  </a:lnTo>
                  <a:lnTo>
                    <a:pt x="112" y="6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2" y="4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8" y="0"/>
                  </a:lnTo>
                  <a:lnTo>
                    <a:pt x="12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6" y="2"/>
                  </a:lnTo>
                  <a:lnTo>
                    <a:pt x="128" y="2"/>
                  </a:lnTo>
                  <a:lnTo>
                    <a:pt x="128" y="2"/>
                  </a:lnTo>
                  <a:lnTo>
                    <a:pt x="128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5105400" y="1782482"/>
            <a:ext cx="33528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accusantium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doloremque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laudantium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aperiam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quae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illo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perspiciatis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omnis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error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voluptatemSed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7" name="Rounded Rectangle 14"/>
          <p:cNvSpPr/>
          <p:nvPr/>
        </p:nvSpPr>
        <p:spPr>
          <a:xfrm rot="5400000">
            <a:off x="5105399" y="3396483"/>
            <a:ext cx="508960" cy="508958"/>
          </a:xfrm>
          <a:custGeom>
            <a:avLst/>
            <a:gdLst/>
            <a:ahLst/>
            <a:cxnLst/>
            <a:rect l="l" t="t" r="r" b="b"/>
            <a:pathLst>
              <a:path w="808996" h="808995">
                <a:moveTo>
                  <a:pt x="0" y="404498"/>
                </a:moveTo>
                <a:cubicBezTo>
                  <a:pt x="0" y="372417"/>
                  <a:pt x="26006" y="346411"/>
                  <a:pt x="58087" y="346411"/>
                </a:cubicBezTo>
                <a:lnTo>
                  <a:pt x="346411" y="346411"/>
                </a:lnTo>
                <a:lnTo>
                  <a:pt x="346411" y="58087"/>
                </a:lnTo>
                <a:cubicBezTo>
                  <a:pt x="346411" y="26006"/>
                  <a:pt x="372417" y="0"/>
                  <a:pt x="404498" y="0"/>
                </a:cubicBezTo>
                <a:cubicBezTo>
                  <a:pt x="436579" y="0"/>
                  <a:pt x="462585" y="26006"/>
                  <a:pt x="462585" y="58087"/>
                </a:cubicBezTo>
                <a:lnTo>
                  <a:pt x="462585" y="346411"/>
                </a:lnTo>
                <a:lnTo>
                  <a:pt x="750909" y="346411"/>
                </a:lnTo>
                <a:cubicBezTo>
                  <a:pt x="782990" y="346411"/>
                  <a:pt x="808996" y="372417"/>
                  <a:pt x="808996" y="404498"/>
                </a:cubicBezTo>
                <a:cubicBezTo>
                  <a:pt x="808996" y="436579"/>
                  <a:pt x="782990" y="462585"/>
                  <a:pt x="750909" y="462585"/>
                </a:cubicBezTo>
                <a:lnTo>
                  <a:pt x="462585" y="462585"/>
                </a:lnTo>
                <a:lnTo>
                  <a:pt x="462585" y="750908"/>
                </a:lnTo>
                <a:cubicBezTo>
                  <a:pt x="462585" y="782989"/>
                  <a:pt x="436579" y="808995"/>
                  <a:pt x="404498" y="808995"/>
                </a:cubicBezTo>
                <a:cubicBezTo>
                  <a:pt x="372417" y="808995"/>
                  <a:pt x="346411" y="782989"/>
                  <a:pt x="346411" y="750908"/>
                </a:cubicBezTo>
                <a:lnTo>
                  <a:pt x="346411" y="462585"/>
                </a:lnTo>
                <a:lnTo>
                  <a:pt x="58087" y="462585"/>
                </a:lnTo>
                <a:cubicBezTo>
                  <a:pt x="26006" y="462585"/>
                  <a:pt x="0" y="436579"/>
                  <a:pt x="0" y="404498"/>
                </a:cubicBezTo>
                <a:close/>
              </a:path>
            </a:pathLst>
          </a:cu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5798740" y="3358575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125K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67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740016" y="1279089"/>
            <a:ext cx="36088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Thanks </a:t>
            </a:r>
          </a:p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for </a:t>
            </a:r>
          </a:p>
          <a:p>
            <a:pPr algn="ctr"/>
            <a:r>
              <a:rPr lang="en-US" sz="5400" dirty="0" err="1" smtClean="0">
                <a:solidFill>
                  <a:schemeClr val="bg1"/>
                </a:solidFill>
              </a:rPr>
              <a:t>Wathcing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0277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FF0000"/>
      </a:dk2>
      <a:lt2>
        <a:srgbClr val="FF9999"/>
      </a:lt2>
      <a:accent1>
        <a:srgbClr val="FF6566"/>
      </a:accent1>
      <a:accent2>
        <a:srgbClr val="BF0000"/>
      </a:accent2>
      <a:accent3>
        <a:srgbClr val="7F0000"/>
      </a:accent3>
      <a:accent4>
        <a:srgbClr val="FF0000"/>
      </a:accent4>
      <a:accent5>
        <a:srgbClr val="FF9999"/>
      </a:accent5>
      <a:accent6>
        <a:srgbClr val="FF6566"/>
      </a:accent6>
      <a:hlink>
        <a:srgbClr val="BF0000"/>
      </a:hlink>
      <a:folHlink>
        <a:srgbClr val="7F0000"/>
      </a:folHlink>
    </a:clrScheme>
    <a:fontScheme name="Custom 2">
      <a:majorFont>
        <a:latin typeface="Philosopher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1137</Words>
  <Application>Microsoft Office PowerPoint</Application>
  <PresentationFormat>On-screen Show (16:9)</PresentationFormat>
  <Paragraphs>196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</dc:creator>
  <cp:lastModifiedBy>gha</cp:lastModifiedBy>
  <cp:revision>309</cp:revision>
  <dcterms:created xsi:type="dcterms:W3CDTF">2018-08-03T03:46:50Z</dcterms:created>
  <dcterms:modified xsi:type="dcterms:W3CDTF">2018-08-03T18:24:36Z</dcterms:modified>
</cp:coreProperties>
</file>